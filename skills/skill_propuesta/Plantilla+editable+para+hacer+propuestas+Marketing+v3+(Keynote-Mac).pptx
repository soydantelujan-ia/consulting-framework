
<file path=[Content_Types].xml><?xml version="1.0" encoding="utf-8"?>
<Types xmlns="http://schemas.openxmlformats.org/package/2006/content-types">
  <Default Extension="xml" ContentType="application/xml"/>
  <Default Extension="rels" ContentType="application/vnd.openxmlformats-package.relationships+xml"/>
  <Default Extension="jpeg" ContentType="image/jpg"/>
  <Default Extension="png" ContentType="image/png"/>
  <Default Extension="bmp" ContentType="image/bmp"/>
  <Default Extension="gif" ContentType="image/gif"/>
  <Default Extension="tif" ContentType="image/tif"/>
  <Default Extension="pdf" ContentType="application/pdf"/>
  <Default Extension="mov" ContentType="application/movie"/>
  <Default Extension="vml" ContentType="application/vnd.openxmlformats-officedocument.vmlDrawing"/>
  <Default Extension="xlsx" ContentType="application/vnd.openxmlformats-officedocument.spreadsheetml.sheet"/>
  <Override PartName="/docProps/core.xml" ContentType="application/vnd.openxmlformats-package.core-properties+xml"/>
  <Override PartName="/docProps/app.xml" ContentType="application/vnd.openxmlformats-officedocument.extended-properties+xml"/>
  <Override PartName="/ppt/presentation.xml" ContentType="application/vnd.openxmlformats-officedocument.presentationml.presentation.main+xml"/>
  <Override PartName="/ppt/presProps.xml" ContentType="application/vnd.openxmlformats-officedocument.presentationml.presProps+xml"/>
  <Override PartName="/ppt/viewProps.xml" ContentType="application/vnd.openxmlformats-officedocument.presentationml.viewProps+xml"/>
  <Override PartName="/ppt/commentAuthors.xml" ContentType="application/vnd.openxmlformats-officedocument.presentationml.commentAuthors+xml"/>
  <Override PartName="/ppt/tableStyles.xml" ContentType="application/vnd.openxmlformats-officedocument.presentationml.tableStyles+xml"/>
  <Override PartName="/ppt/slideMasters/slideMaster1.xml" ContentType="application/vnd.openxmlformats-officedocument.presentationml.slideMaster+xml"/>
  <Override PartName="/ppt/theme/theme1.xml" ContentType="application/vnd.openxmlformats-officedocument.theme+xml"/>
  <Override PartName="/ppt/notesMasters/notesMaster1.xml" ContentType="application/vnd.openxmlformats-officedocument.presentationml.notes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media/image1.jpeg" ContentType="image/jpeg"/>
  <Override PartName="/ppt/theme/theme2.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notesSlides/notesSlide1.xml" ContentType="application/vnd.openxmlformats-officedocument.presentationml.notesSlide+xml"/>
  <Override PartName="/ppt/media/image2.jpeg" ContentType="image/jpeg"/>
  <Override PartName="/ppt/notesSlides/notesSlide2.xml" ContentType="application/vnd.openxmlformats-officedocument.presentationml.notesSlide+xml"/>
  <Override PartName="/ppt/media/image3.jpeg" ContentType="image/jpeg"/>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27.xml" ContentType="application/vnd.openxmlformats-officedocument.drawingml.chart+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28.xml" ContentType="application/vnd.openxmlformats-officedocument.drawingml.chart+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harts/chart29.xml" ContentType="application/vnd.openxmlformats-officedocument.drawingml.chart+xml"/>
  <Override PartName="/ppt/charts/chart30.xml" ContentType="application/vnd.openxmlformats-officedocument.drawingml.chart+xml"/>
  <Override PartName="/ppt/media/image4.jpeg" ContentType="image/jpeg"/>
  <Override PartName="/ppt/media/image5.jpeg" ContentType="image/jpeg"/>
  <Override PartName="/ppt/media/image6.jpeg" ContentType="image/jpeg"/>
  <Override PartName="/ppt/media/image7.jpeg" ContentType="image/jpeg"/>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Types>
</file>

<file path=_rels/.rels><?xml version="1.0" encoding="UTF-8" standalone="yes"?><Relationships xmlns="http://schemas.openxmlformats.org/package/2006/relationships"><Relationship Id="rId1" Type="http://schemas.openxmlformats.org/package/2006/relationships/metadata/core-properties" Target="docProps/core.xml"/><Relationship Id="rId2" Type="http://schemas.openxmlformats.org/officeDocument/2006/relationships/extended-properties" Target="docProps/app.xml"/><Relationship Id="rId3"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5"/>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Lst>
  <p:sldSz cx="24384000" cy="13716000"/>
  <p:notesSz cx="6858000" cy="9144000"/>
  <p:defaultTextStyle>
    <a:def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defPPr>
    <a:lvl1pPr marL="0" marR="0" indent="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1pPr>
    <a:lvl2pPr marL="0" marR="0" indent="2286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2pPr>
    <a:lvl3pPr marL="0" marR="0" indent="4572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3pPr>
    <a:lvl4pPr marL="0" marR="0" indent="6858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4pPr>
    <a:lvl5pPr marL="0" marR="0" indent="9144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5pPr>
    <a:lvl6pPr marL="0" marR="0" indent="11430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6pPr>
    <a:lvl7pPr marL="0" marR="0" indent="13716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7pPr>
    <a:lvl8pPr marL="0" marR="0" indent="16002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8pPr>
    <a:lvl9pPr marL="0" marR="0" indent="182880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file>

<file path=ppt/presProps.xml><?xml version="1.0" encoding="utf-8"?>
<p:presentationPr xmlns:a="http://schemas.openxmlformats.org/drawingml/2006/main" xmlns:r="http://schemas.openxmlformats.org/officeDocument/2006/relationships" xmlns:p="http://schemas.openxmlformats.org/presentationml/2006/main">
  <p:showPr loop="0"/>
</p:presentationPr>
</file>

<file path=ppt/tableStyles.xml><?xml version="1.0" encoding="utf-8"?>
<a:tblStyleLst xmlns:a="http://schemas.openxmlformats.org/drawingml/2006/main" xmlns:r="http://schemas.openxmlformats.org/officeDocument/2006/relationships" def="{5940675A-B579-460E-94D1-54222C63F5DA}">
  <a:tblStyle styleId="{4C3C2611-4C71-4FC5-86AE-919BDF0F9419}" styleName="">
    <a:tblBg/>
    <a:wholeTbl>
      <a:tcTxStyle b="off" i="off">
        <a:fontRef idx="minor">
          <a:srgbClr val="000000"/>
        </a:fontRef>
        <a:srgbClr val="000000"/>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FFFFFF"/>
          </a:solidFill>
        </a:fill>
      </a:tcStyle>
    </a:wholeTbl>
    <a:band2H>
      <a:tcTxStyle b="def" i="def"/>
      <a:tcStyle>
        <a:tcBdr/>
        <a:fill>
          <a:solidFill>
            <a:srgbClr val="E3E5E8"/>
          </a:solidFill>
        </a:fill>
      </a:tcStyle>
    </a:band2H>
    <a:firstCol>
      <a:tcTxStyle b="on" i="off">
        <a:font>
          <a:latin typeface="Helvetica"/>
          <a:ea typeface="Helvetica"/>
          <a:cs typeface="Helvetica"/>
        </a:font>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398CCE"/>
          </a:solidFill>
        </a:fill>
      </a:tcStyle>
    </a:firstCol>
    <a:lastRow>
      <a:tcTxStyle b="off" i="off">
        <a:fontRef idx="minor">
          <a:srgbClr val="000000"/>
        </a:fontRef>
        <a:srgbClr val="000000"/>
      </a:tcTxStyle>
      <a:tcStyle>
        <a:tcBdr>
          <a:left>
            <a:ln w="12700" cap="flat">
              <a:noFill/>
              <a:miter lim="400000"/>
            </a:ln>
          </a:left>
          <a:right>
            <a:ln w="12700" cap="flat">
              <a:noFill/>
              <a:miter lim="400000"/>
            </a:ln>
          </a:right>
          <a:top>
            <a:ln w="12700" cap="flat">
              <a:solidFill>
                <a:srgbClr val="3797C6"/>
              </a:solidFill>
              <a:prstDash val="solid"/>
              <a:miter lim="400000"/>
            </a:ln>
          </a:top>
          <a:bottom>
            <a:ln w="12700" cap="flat">
              <a:noFill/>
              <a:miter lim="400000"/>
            </a:ln>
          </a:bottom>
          <a:insideH>
            <a:ln w="12700" cap="flat">
              <a:noFill/>
              <a:miter lim="400000"/>
            </a:ln>
          </a:insideH>
          <a:insideV>
            <a:ln w="12700" cap="flat">
              <a:noFill/>
              <a:miter lim="400000"/>
            </a:ln>
          </a:insideV>
        </a:tcBdr>
        <a:fill>
          <a:solidFill>
            <a:srgbClr val="FFFFFF"/>
          </a:solidFill>
        </a:fill>
      </a:tcStyle>
    </a:lastRow>
    <a:firstRow>
      <a:tcTxStyle b="on" i="off">
        <a:font>
          <a:latin typeface="Helvetica"/>
          <a:ea typeface="Helvetica"/>
          <a:cs typeface="Helvetica"/>
        </a:font>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chemeClr val="accent1"/>
          </a:solidFill>
        </a:fill>
      </a:tcStyle>
    </a:firstRow>
  </a:tblStyle>
  <a:tblStyle styleId="{C7B018BB-80A7-4F77-B60F-C8B233D01FF8}" styleName="">
    <a:tblBg/>
    <a:wholeTbl>
      <a:tcTxStyle b="off" i="off">
        <a:fontRef idx="minor">
          <a:srgbClr val="000000"/>
        </a:fontRef>
        <a:srgbClr val="000000"/>
      </a:tcTxStyle>
      <a:tcStyle>
        <a:tcBdr>
          <a:left>
            <a:ln w="12700" cap="flat">
              <a:solidFill>
                <a:srgbClr val="B8B8B8"/>
              </a:solidFill>
              <a:prstDash val="solid"/>
              <a:miter lim="400000"/>
            </a:ln>
          </a:left>
          <a:right>
            <a:ln w="12700" cap="flat">
              <a:solidFill>
                <a:srgbClr val="B8B8B8"/>
              </a:solidFill>
              <a:prstDash val="solid"/>
              <a:miter lim="400000"/>
            </a:ln>
          </a:right>
          <a:top>
            <a:ln w="12700" cap="flat">
              <a:solidFill>
                <a:srgbClr val="B8B8B8"/>
              </a:solidFill>
              <a:prstDash val="solid"/>
              <a:miter lim="400000"/>
            </a:ln>
          </a:top>
          <a:bottom>
            <a:ln w="12700" cap="flat">
              <a:solidFill>
                <a:srgbClr val="B8B8B8"/>
              </a:solidFill>
              <a:prstDash val="solid"/>
              <a:miter lim="400000"/>
            </a:ln>
          </a:bottom>
          <a:insideH>
            <a:ln w="12700" cap="flat">
              <a:solidFill>
                <a:srgbClr val="B8B8B8"/>
              </a:solidFill>
              <a:prstDash val="solid"/>
              <a:miter lim="400000"/>
            </a:ln>
          </a:insideH>
          <a:insideV>
            <a:ln w="12700" cap="flat">
              <a:solidFill>
                <a:srgbClr val="B8B8B8"/>
              </a:solidFill>
              <a:prstDash val="solid"/>
              <a:miter lim="400000"/>
            </a:ln>
          </a:insideV>
        </a:tcBdr>
        <a:fill>
          <a:solidFill>
            <a:srgbClr val="EBEBEB"/>
          </a:solidFill>
        </a:fill>
      </a:tcStyle>
    </a:wholeTbl>
    <a:band2H>
      <a:tcTxStyle b="def" i="def"/>
      <a:tcStyle>
        <a:tcBdr/>
        <a:fill>
          <a:solidFill>
            <a:srgbClr val="E1E0DA"/>
          </a:solidFill>
        </a:fill>
      </a:tcStyle>
    </a:band2H>
    <a:firstCol>
      <a:tcTxStyle b="on" i="off">
        <a:font>
          <a:latin typeface="Helvetica"/>
          <a:ea typeface="Helvetica"/>
          <a:cs typeface="Helvetica"/>
        </a:font>
        <a:srgbClr val="FFFFFF"/>
      </a:tcTxStyle>
      <a:tcStyle>
        <a:tcBdr>
          <a:left>
            <a:ln w="12700" cap="flat">
              <a:solidFill>
                <a:srgbClr val="606060"/>
              </a:solidFill>
              <a:prstDash val="solid"/>
              <a:miter lim="400000"/>
            </a:ln>
          </a:left>
          <a:right>
            <a:ln w="12700" cap="flat">
              <a:solidFill>
                <a:srgbClr val="606060"/>
              </a:solidFill>
              <a:prstDash val="solid"/>
              <a:miter lim="400000"/>
            </a:ln>
          </a:right>
          <a:top>
            <a:ln w="12700" cap="flat">
              <a:solidFill>
                <a:srgbClr val="606060"/>
              </a:solidFill>
              <a:prstDash val="solid"/>
              <a:miter lim="400000"/>
            </a:ln>
          </a:top>
          <a:bottom>
            <a:ln w="12700" cap="flat">
              <a:solidFill>
                <a:srgbClr val="606060"/>
              </a:solidFill>
              <a:prstDash val="solid"/>
              <a:miter lim="400000"/>
            </a:ln>
          </a:bottom>
          <a:insideH>
            <a:ln w="12700" cap="flat">
              <a:solidFill>
                <a:srgbClr val="606060"/>
              </a:solidFill>
              <a:prstDash val="solid"/>
              <a:miter lim="400000"/>
            </a:ln>
          </a:insideH>
          <a:insideV>
            <a:ln w="12700" cap="flat">
              <a:solidFill>
                <a:srgbClr val="606060"/>
              </a:solidFill>
              <a:prstDash val="solid"/>
              <a:miter lim="400000"/>
            </a:ln>
          </a:insideV>
        </a:tcBdr>
        <a:fill>
          <a:solidFill>
            <a:srgbClr val="5AC831"/>
          </a:solidFill>
        </a:fill>
      </a:tcStyle>
    </a:firstCol>
    <a:lastRow>
      <a:tcTxStyle b="off" i="off">
        <a:fontRef idx="minor">
          <a:srgbClr val="000000"/>
        </a:fontRef>
        <a:srgbClr val="000000"/>
      </a:tcTxStyle>
      <a:tcStyle>
        <a:tcBdr>
          <a:left>
            <a:ln w="12700" cap="flat">
              <a:solidFill>
                <a:srgbClr val="B8B8B8"/>
              </a:solidFill>
              <a:prstDash val="solid"/>
              <a:miter lim="400000"/>
            </a:ln>
          </a:left>
          <a:right>
            <a:ln w="12700" cap="flat">
              <a:solidFill>
                <a:srgbClr val="B8B8B8"/>
              </a:solidFill>
              <a:prstDash val="solid"/>
              <a:miter lim="400000"/>
            </a:ln>
          </a:right>
          <a:top>
            <a:ln w="25400" cap="flat">
              <a:solidFill>
                <a:srgbClr val="606060"/>
              </a:solidFill>
              <a:prstDash val="solid"/>
              <a:miter lim="400000"/>
            </a:ln>
          </a:top>
          <a:bottom>
            <a:ln w="12700" cap="flat">
              <a:solidFill>
                <a:srgbClr val="606060"/>
              </a:solidFill>
              <a:prstDash val="solid"/>
              <a:miter lim="400000"/>
            </a:ln>
          </a:bottom>
          <a:insideH>
            <a:ln w="12700" cap="flat">
              <a:solidFill>
                <a:srgbClr val="B8B8B8"/>
              </a:solidFill>
              <a:prstDash val="solid"/>
              <a:miter lim="400000"/>
            </a:ln>
          </a:insideH>
          <a:insideV>
            <a:ln w="12700" cap="flat">
              <a:solidFill>
                <a:srgbClr val="B8B8B8"/>
              </a:solidFill>
              <a:prstDash val="solid"/>
              <a:miter lim="400000"/>
            </a:ln>
          </a:insideV>
        </a:tcBdr>
        <a:fill>
          <a:solidFill>
            <a:srgbClr val="EBEBEB"/>
          </a:solidFill>
        </a:fill>
      </a:tcStyle>
    </a:lastRow>
    <a:firstRow>
      <a:tcTxStyle b="on" i="off">
        <a:font>
          <a:latin typeface="Helvetica"/>
          <a:ea typeface="Helvetica"/>
          <a:cs typeface="Helvetica"/>
        </a:font>
        <a:srgbClr val="FFFFFF"/>
      </a:tcTxStyle>
      <a:tcStyle>
        <a:tcBdr>
          <a:left>
            <a:ln w="12700" cap="flat">
              <a:solidFill>
                <a:srgbClr val="606060"/>
              </a:solidFill>
              <a:prstDash val="solid"/>
              <a:miter lim="400000"/>
            </a:ln>
          </a:left>
          <a:right>
            <a:ln w="12700" cap="flat">
              <a:solidFill>
                <a:srgbClr val="606060"/>
              </a:solidFill>
              <a:prstDash val="solid"/>
              <a:miter lim="400000"/>
            </a:ln>
          </a:right>
          <a:top>
            <a:ln w="12700" cap="flat">
              <a:solidFill>
                <a:srgbClr val="606060"/>
              </a:solidFill>
              <a:prstDash val="solid"/>
              <a:miter lim="400000"/>
            </a:ln>
          </a:top>
          <a:bottom>
            <a:ln w="12700" cap="flat">
              <a:solidFill>
                <a:srgbClr val="606060"/>
              </a:solidFill>
              <a:prstDash val="solid"/>
              <a:miter lim="400000"/>
            </a:ln>
          </a:bottom>
          <a:insideH>
            <a:ln w="12700" cap="flat">
              <a:solidFill>
                <a:srgbClr val="606060"/>
              </a:solidFill>
              <a:prstDash val="solid"/>
              <a:miter lim="400000"/>
            </a:ln>
          </a:insideH>
          <a:insideV>
            <a:ln w="12700" cap="flat">
              <a:solidFill>
                <a:srgbClr val="606060"/>
              </a:solidFill>
              <a:prstDash val="solid"/>
              <a:miter lim="400000"/>
            </a:ln>
          </a:insideV>
        </a:tcBdr>
        <a:fill>
          <a:solidFill>
            <a:schemeClr val="accent2"/>
          </a:solidFill>
        </a:fill>
      </a:tcStyle>
    </a:firstRow>
  </a:tblStyle>
  <a:tblStyle styleId="{EEE7283C-3CF3-47DC-8721-378D4A62B228}" styleName="">
    <a:tblBg/>
    <a:wholeTbl>
      <a:tcTxStyle b="off" i="off">
        <a:fontRef idx="minor">
          <a:srgbClr val="000000"/>
        </a:fontRef>
        <a:srgbClr val="000000"/>
      </a:tcTxStyle>
      <a:tcStyle>
        <a:tcBdr>
          <a:left>
            <a:ln w="12700" cap="flat">
              <a:solidFill>
                <a:srgbClr val="5D5D5D"/>
              </a:solidFill>
              <a:custDash>
                <a:ds d="200000" sp="200000"/>
              </a:custDash>
              <a:miter lim="400000"/>
            </a:ln>
          </a:left>
          <a:right>
            <a:ln w="12700" cap="flat">
              <a:solidFill>
                <a:srgbClr val="5D5D5D"/>
              </a:solidFill>
              <a:custDash>
                <a:ds d="200000" sp="200000"/>
              </a:custDash>
              <a:miter lim="400000"/>
            </a:ln>
          </a:right>
          <a:top>
            <a:ln w="12700" cap="flat">
              <a:solidFill>
                <a:srgbClr val="5D5D5D"/>
              </a:solidFill>
              <a:custDash>
                <a:ds d="200000" sp="200000"/>
              </a:custDash>
              <a:miter lim="400000"/>
            </a:ln>
          </a:top>
          <a:bottom>
            <a:ln w="12700" cap="flat">
              <a:solidFill>
                <a:srgbClr val="5D5D5D"/>
              </a:solidFill>
              <a:custDash>
                <a:ds d="200000" sp="200000"/>
              </a:custDash>
              <a:miter lim="400000"/>
            </a:ln>
          </a:bottom>
          <a:insideH>
            <a:ln w="12700" cap="flat">
              <a:solidFill>
                <a:srgbClr val="5D5D5D"/>
              </a:solidFill>
              <a:custDash>
                <a:ds d="200000" sp="200000"/>
              </a:custDash>
              <a:miter lim="400000"/>
            </a:ln>
          </a:insideH>
          <a:insideV>
            <a:ln w="12700" cap="flat">
              <a:solidFill>
                <a:srgbClr val="5D5D5D"/>
              </a:solidFill>
              <a:custDash>
                <a:ds d="200000" sp="200000"/>
              </a:custDash>
              <a:miter lim="400000"/>
            </a:ln>
          </a:insideV>
        </a:tcBdr>
        <a:fill>
          <a:solidFill>
            <a:srgbClr val="E6E3D7"/>
          </a:solidFill>
        </a:fill>
      </a:tcStyle>
    </a:wholeTbl>
    <a:band2H>
      <a:tcTxStyle b="def" i="def"/>
      <a:tcStyle>
        <a:tcBdr/>
        <a:fill>
          <a:solidFill>
            <a:srgbClr val="C3C2C2"/>
          </a:solidFill>
        </a:fill>
      </a:tcStyle>
    </a:band2H>
    <a:firstCol>
      <a:tcTxStyle b="on" i="off">
        <a:font>
          <a:latin typeface="Helvetica"/>
          <a:ea typeface="Helvetica"/>
          <a:cs typeface="Helvetica"/>
        </a:font>
        <a:srgbClr val="FFFFFF"/>
      </a:tcTxStyle>
      <a:tcStyle>
        <a:tcBdr>
          <a:left>
            <a:ln w="12700" cap="flat">
              <a:solidFill>
                <a:srgbClr val="5D5D5D"/>
              </a:solidFill>
              <a:prstDash val="solid"/>
              <a:miter lim="400000"/>
            </a:ln>
          </a:left>
          <a:right>
            <a:ln w="12700" cap="flat">
              <a:solidFill>
                <a:srgbClr val="5D5D5D"/>
              </a:solidFill>
              <a:prstDash val="solid"/>
              <a:miter lim="400000"/>
            </a:ln>
          </a:right>
          <a:top>
            <a:ln w="12700" cap="flat">
              <a:solidFill>
                <a:srgbClr val="5D5D5D"/>
              </a:solidFill>
              <a:prstDash val="solid"/>
              <a:miter lim="400000"/>
            </a:ln>
          </a:top>
          <a:bottom>
            <a:ln w="12700" cap="flat">
              <a:solidFill>
                <a:srgbClr val="5D5D5D"/>
              </a:solidFill>
              <a:prstDash val="solid"/>
              <a:miter lim="400000"/>
            </a:ln>
          </a:bottom>
          <a:insideH>
            <a:ln w="12700" cap="flat">
              <a:solidFill>
                <a:srgbClr val="5D5D5D"/>
              </a:solidFill>
              <a:prstDash val="solid"/>
              <a:miter lim="400000"/>
            </a:ln>
          </a:insideH>
          <a:insideV>
            <a:ln w="12700" cap="flat">
              <a:solidFill>
                <a:srgbClr val="5D5D5D"/>
              </a:solidFill>
              <a:prstDash val="solid"/>
              <a:miter lim="400000"/>
            </a:ln>
          </a:insideV>
        </a:tcBdr>
        <a:fill>
          <a:solidFill>
            <a:srgbClr val="909C99"/>
          </a:solidFill>
        </a:fill>
      </a:tcStyle>
    </a:firstCol>
    <a:lastRow>
      <a:tcTxStyle b="on" i="off">
        <a:font>
          <a:latin typeface="Helvetica"/>
          <a:ea typeface="Helvetica"/>
          <a:cs typeface="Helvetica"/>
        </a:font>
        <a:srgbClr val="FFFFFF"/>
      </a:tcTxStyle>
      <a:tcStyle>
        <a:tcBdr>
          <a:left>
            <a:ln w="12700" cap="flat">
              <a:solidFill>
                <a:srgbClr val="5D5D5D"/>
              </a:solidFill>
              <a:prstDash val="solid"/>
              <a:miter lim="400000"/>
            </a:ln>
          </a:left>
          <a:right>
            <a:ln w="12700" cap="flat">
              <a:solidFill>
                <a:srgbClr val="5D5D5D"/>
              </a:solidFill>
              <a:prstDash val="solid"/>
              <a:miter lim="400000"/>
            </a:ln>
          </a:right>
          <a:top>
            <a:ln w="12700" cap="flat">
              <a:solidFill>
                <a:srgbClr val="5D5D5D"/>
              </a:solidFill>
              <a:prstDash val="solid"/>
              <a:miter lim="400000"/>
            </a:ln>
          </a:top>
          <a:bottom>
            <a:ln w="12700" cap="flat">
              <a:solidFill>
                <a:srgbClr val="5D5D5D"/>
              </a:solidFill>
              <a:prstDash val="solid"/>
              <a:miter lim="400000"/>
            </a:ln>
          </a:bottom>
          <a:insideH>
            <a:ln w="12700" cap="flat">
              <a:solidFill>
                <a:srgbClr val="5D5D5D"/>
              </a:solidFill>
              <a:prstDash val="solid"/>
              <a:miter lim="400000"/>
            </a:ln>
          </a:insideH>
          <a:insideV>
            <a:ln w="12700" cap="flat">
              <a:solidFill>
                <a:srgbClr val="5D5D5D"/>
              </a:solidFill>
              <a:prstDash val="solid"/>
              <a:miter lim="400000"/>
            </a:ln>
          </a:insideV>
        </a:tcBdr>
        <a:fill>
          <a:solidFill>
            <a:srgbClr val="97764E"/>
          </a:solidFill>
        </a:fill>
      </a:tcStyle>
    </a:lastRow>
    <a:firstRow>
      <a:tcTxStyle b="on" i="off">
        <a:font>
          <a:latin typeface="Helvetica"/>
          <a:ea typeface="Helvetica"/>
          <a:cs typeface="Helvetica"/>
        </a:font>
        <a:srgbClr val="FFFFFF"/>
      </a:tcTxStyle>
      <a:tcStyle>
        <a:tcBdr>
          <a:left>
            <a:ln w="12700" cap="flat">
              <a:solidFill>
                <a:srgbClr val="5D5D5D"/>
              </a:solidFill>
              <a:prstDash val="solid"/>
              <a:miter lim="400000"/>
            </a:ln>
          </a:left>
          <a:right>
            <a:ln w="12700" cap="flat">
              <a:solidFill>
                <a:srgbClr val="5D5D5D"/>
              </a:solidFill>
              <a:prstDash val="solid"/>
              <a:miter lim="400000"/>
            </a:ln>
          </a:right>
          <a:top>
            <a:ln w="12700" cap="flat">
              <a:solidFill>
                <a:srgbClr val="5D5D5D"/>
              </a:solidFill>
              <a:prstDash val="solid"/>
              <a:miter lim="400000"/>
            </a:ln>
          </a:top>
          <a:bottom>
            <a:ln w="12700" cap="flat">
              <a:solidFill>
                <a:srgbClr val="5D5D5D"/>
              </a:solidFill>
              <a:prstDash val="solid"/>
              <a:miter lim="400000"/>
            </a:ln>
          </a:bottom>
          <a:insideH>
            <a:ln w="12700" cap="flat">
              <a:solidFill>
                <a:srgbClr val="5D5D5D"/>
              </a:solidFill>
              <a:prstDash val="solid"/>
              <a:miter lim="400000"/>
            </a:ln>
          </a:insideH>
          <a:insideV>
            <a:ln w="12700" cap="flat">
              <a:solidFill>
                <a:srgbClr val="5D5D5D"/>
              </a:solidFill>
              <a:prstDash val="solid"/>
              <a:miter lim="400000"/>
            </a:ln>
          </a:insideV>
        </a:tcBdr>
        <a:fill>
          <a:solidFill>
            <a:srgbClr val="97764E"/>
          </a:solidFill>
        </a:fill>
      </a:tcStyle>
    </a:firstRow>
  </a:tblStyle>
  <a:tblStyle styleId="{CF821DB8-F4EB-4A41-A1BA-3FCAFE7338EE}" styleName="">
    <a:tblBg/>
    <a:wholeTbl>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EBEBEB"/>
          </a:solidFill>
        </a:fill>
      </a:tcStyle>
    </a:wholeTbl>
    <a:band2H>
      <a:tcTxStyle b="def" i="def"/>
      <a:tcStyle>
        <a:tcBdr/>
        <a:fill>
          <a:solidFill>
            <a:srgbClr val="DCE5E6"/>
          </a:solidFill>
        </a:fill>
      </a:tcStyle>
    </a:band2H>
    <a:firstCol>
      <a:tcTxStyle b="on" i="off">
        <a:font>
          <a:latin typeface="Helvetica"/>
          <a:ea typeface="Helvetica"/>
          <a:cs typeface="Helvetica"/>
        </a:font>
        <a:srgbClr val="FFFFFF"/>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5E7790"/>
          </a:solidFill>
        </a:fill>
      </a:tcStyle>
    </a:firstCol>
    <a:lastRow>
      <a:tcTxStyle b="on" i="off">
        <a:font>
          <a:latin typeface="Helvetica"/>
          <a:ea typeface="Helvetica"/>
          <a:cs typeface="Helvetica"/>
        </a:font>
        <a:srgbClr val="FFFFFF"/>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5E7790"/>
          </a:solidFill>
        </a:fill>
      </a:tcStyle>
    </a:lastRow>
    <a:firstRow>
      <a:tcTxStyle b="on" i="off">
        <a:font>
          <a:latin typeface="Helvetica"/>
          <a:ea typeface="Helvetica"/>
          <a:cs typeface="Helvetica"/>
        </a:font>
        <a:srgbClr val="FFFFFF"/>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5E7790"/>
          </a:solidFill>
        </a:fill>
      </a:tcStyle>
    </a:firstRow>
  </a:tblStyle>
  <a:tblStyle styleId="{33BA23B1-9221-436E-865A-0063620EA4FD}" styleName="">
    <a:tblBg/>
    <a:wholeTbl>
      <a:tcTxStyle b="off" i="off">
        <a:fontRef idx="minor">
          <a:srgbClr val="000000"/>
        </a:fontRef>
        <a:srgbClr val="000000"/>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D0D1D2"/>
          </a:solidFill>
        </a:fill>
      </a:tcStyle>
    </a:wholeTbl>
    <a:band2H>
      <a:tcTxStyle b="def" i="def"/>
      <a:tcStyle>
        <a:tcBdr/>
        <a:fill>
          <a:solidFill>
            <a:srgbClr val="DEDEDF"/>
          </a:solidFill>
        </a:fill>
      </a:tcStyle>
    </a:band2H>
    <a:firstCol>
      <a:tcTxStyle b="on" i="off">
        <a:font>
          <a:latin typeface="Helvetica"/>
          <a:ea typeface="Helvetica"/>
          <a:cs typeface="Helvetica"/>
        </a:font>
        <a:srgbClr val="FFFFFF"/>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535761"/>
          </a:solidFill>
        </a:fill>
      </a:tcStyle>
    </a:firstCol>
    <a:lastRow>
      <a:tcTxStyle b="on" i="off">
        <a:font>
          <a:latin typeface="Helvetica"/>
          <a:ea typeface="Helvetica"/>
          <a:cs typeface="Helvetica"/>
        </a:font>
        <a:srgbClr val="FFFFFF"/>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909398"/>
          </a:solidFill>
        </a:fill>
      </a:tcStyle>
    </a:lastRow>
    <a:firstRow>
      <a:tcTxStyle b="on" i="off">
        <a:font>
          <a:latin typeface="Helvetica"/>
          <a:ea typeface="Helvetica"/>
          <a:cs typeface="Helvetica"/>
        </a:font>
        <a:srgbClr val="FFFFFF"/>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767C85"/>
          </a:solidFill>
        </a:fill>
      </a:tcStyle>
    </a:firstRow>
  </a:tblStyle>
  <a:tblStyle styleId="{2708684C-4D16-4618-839F-0558EEFCDFE6}" styleName="">
    <a:tblBg/>
    <a:wholeTbl>
      <a:tcTxStyle b="off" i="off">
        <a:fontRef idx="minor">
          <a:srgbClr val="000000"/>
        </a:fontRef>
        <a:srgbClr val="000000"/>
      </a:tcTxStyle>
      <a:tcStyle>
        <a:tcBdr>
          <a:left>
            <a:ln w="12700" cap="flat">
              <a:solidFill>
                <a:srgbClr val="000000"/>
              </a:solidFill>
              <a:custDash>
                <a:ds d="200000" sp="200000"/>
              </a:custDash>
              <a:miter lim="400000"/>
            </a:ln>
          </a:left>
          <a:right>
            <a:ln w="12700" cap="flat">
              <a:solidFill>
                <a:srgbClr val="000000"/>
              </a:solidFill>
              <a:custDash>
                <a:ds d="200000" sp="200000"/>
              </a:custDash>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wholeTbl>
    <a:band2H>
      <a:tcTxStyle b="def" i="def"/>
      <a:tcStyle>
        <a:tcBdr/>
        <a:fill>
          <a:solidFill>
            <a:srgbClr val="EDEEEE"/>
          </a:solidFill>
        </a:fill>
      </a:tcStyle>
    </a:band2H>
    <a:firstCol>
      <a:tcTxStyle b="on" i="off">
        <a:font>
          <a:latin typeface="Helvetica"/>
          <a:ea typeface="Helvetica"/>
          <a:cs typeface="Helvetica"/>
        </a:font>
        <a:srgbClr val="000000"/>
      </a:tcTxStyle>
      <a:tcStyle>
        <a:tcBdr>
          <a:left>
            <a:ln w="12700" cap="flat">
              <a:noFill/>
              <a:miter lim="400000"/>
            </a:ln>
          </a:left>
          <a:right>
            <a:ln w="12700" cap="flat">
              <a:solidFill>
                <a:srgbClr val="000000"/>
              </a:solidFill>
              <a:prstDash val="solid"/>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firstCol>
    <a:lastRow>
      <a:tcTxStyle b="on" i="off">
        <a:font>
          <a:latin typeface="Helvetica"/>
          <a:ea typeface="Helvetica"/>
          <a:cs typeface="Helvetica"/>
        </a:font>
        <a:srgbClr val="000000"/>
      </a:tcTxStyle>
      <a:tcStyle>
        <a:tcBdr>
          <a:left>
            <a:ln w="12700" cap="flat">
              <a:solidFill>
                <a:srgbClr val="000000"/>
              </a:solidFill>
              <a:custDash>
                <a:ds d="200000" sp="200000"/>
              </a:custDash>
              <a:miter lim="400000"/>
            </a:ln>
          </a:left>
          <a:right>
            <a:ln w="12700" cap="flat">
              <a:solidFill>
                <a:srgbClr val="000000"/>
              </a:solidFill>
              <a:custDash>
                <a:ds d="200000" sp="200000"/>
              </a:custDash>
              <a:miter lim="400000"/>
            </a:ln>
          </a:right>
          <a:top>
            <a:ln w="12700" cap="flat">
              <a:solidFill>
                <a:srgbClr val="000000"/>
              </a:solidFill>
              <a:prstDash val="solid"/>
              <a:miter lim="400000"/>
            </a:ln>
          </a:top>
          <a:bottom>
            <a:ln w="12700" cap="flat">
              <a:noFill/>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lastRow>
    <a:firstRow>
      <a:tcTxStyle b="on" i="off">
        <a:font>
          <a:latin typeface="Helvetica"/>
          <a:ea typeface="Helvetica"/>
          <a:cs typeface="Helvetica"/>
        </a:font>
        <a:srgbClr val="000000"/>
      </a:tcTxStyle>
      <a:tcStyle>
        <a:tcBdr>
          <a:left>
            <a:ln w="12700" cap="flat">
              <a:solidFill>
                <a:srgbClr val="000000"/>
              </a:solidFill>
              <a:custDash>
                <a:ds d="200000" sp="200000"/>
              </a:custDash>
              <a:miter lim="400000"/>
            </a:ln>
          </a:left>
          <a:right>
            <a:ln w="12700" cap="flat">
              <a:solidFill>
                <a:srgbClr val="000000"/>
              </a:solidFill>
              <a:custDash>
                <a:ds d="200000" sp="200000"/>
              </a:custDash>
              <a:miter lim="400000"/>
            </a:ln>
          </a:right>
          <a:top>
            <a:ln w="12700" cap="flat">
              <a:noFill/>
              <a:miter lim="400000"/>
            </a:ln>
          </a:top>
          <a:bottom>
            <a:ln w="12700" cap="flat">
              <a:solidFill>
                <a:srgbClr val="000000"/>
              </a:solidFill>
              <a:prstDash val="solid"/>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showComments="1"/>
</file>

<file path=ppt/_rels/presentation.xml.rels><?xml version="1.0" encoding="UTF-8" standalone="yes"?><Relationships xmlns="http://schemas.openxmlformats.org/package/2006/relationships"><Relationship Id="rId1" Type="http://schemas.openxmlformats.org/officeDocument/2006/relationships/presProps" Target="presProps.xml"/><Relationship Id="rId2" Type="http://schemas.openxmlformats.org/officeDocument/2006/relationships/viewProps" Target="viewProps.xml"/><Relationship Id="rId3" Type="http://schemas.openxmlformats.org/officeDocument/2006/relationships/commentAuthors" Target="commentAuthor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theme" Target="theme/theme1.xml"/><Relationship Id="rId7" Type="http://schemas.openxmlformats.org/officeDocument/2006/relationships/notesMaster" Target="notesMasters/notesMaster1.xml"/><Relationship Id="rId8" Type="http://schemas.openxmlformats.org/officeDocument/2006/relationships/slide" Target="slides/slide1.xml"/><Relationship Id="rId9" Type="http://schemas.openxmlformats.org/officeDocument/2006/relationships/slide" Target="slides/slide2.xml"/><Relationship Id="rId10" Type="http://schemas.openxmlformats.org/officeDocument/2006/relationships/slide" Target="slides/slide3.xml"/><Relationship Id="rId11" Type="http://schemas.openxmlformats.org/officeDocument/2006/relationships/slide" Target="slides/slide4.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s>

</file>

<file path=ppt/charts/_rels/chart1.xml.rels><?xml version="1.0" encoding="UTF-8" standalone="yes"?><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Relationships xmlns="http://schemas.openxmlformats.org/package/2006/relationships"><Relationship Id="rId1" Type="http://schemas.openxmlformats.org/officeDocument/2006/relationships/package" Target="../embeddings/Microsoft_Excel_Sheet6.xlsx"/><Relationship Id="rId2" Type="http://schemas.openxmlformats.org/officeDocument/2006/relationships/image" Target="../media/image102.png"/><Relationship Id="rId3" Type="http://schemas.openxmlformats.org/officeDocument/2006/relationships/image" Target="../media/image103.png"/><Relationship Id="rId4" Type="http://schemas.openxmlformats.org/officeDocument/2006/relationships/image" Target="../media/image104.png"/><Relationship Id="rId5" Type="http://schemas.openxmlformats.org/officeDocument/2006/relationships/image" Target="../media/image105.png"/><Relationship Id="rId6" Type="http://schemas.openxmlformats.org/officeDocument/2006/relationships/image" Target="../media/image106.png"/><Relationship Id="rId7" Type="http://schemas.openxmlformats.org/officeDocument/2006/relationships/image" Target="../media/image107.png"/></Relationships>

</file>

<file path=ppt/charts/_rels/chart7.xml.rels><?xml version="1.0" encoding="UTF-8" standalone="yes"?><Relationships xmlns="http://schemas.openxmlformats.org/package/2006/relationships"><Relationship Id="rId1" Type="http://schemas.openxmlformats.org/officeDocument/2006/relationships/package" Target="../embeddings/Microsoft_Excel_Sheet7.xlsx"/><Relationship Id="rId2" Type="http://schemas.openxmlformats.org/officeDocument/2006/relationships/image" Target="../media/image108.png"/><Relationship Id="rId3" Type="http://schemas.openxmlformats.org/officeDocument/2006/relationships/image" Target="../media/image109.png"/><Relationship Id="rId4" Type="http://schemas.openxmlformats.org/officeDocument/2006/relationships/image" Target="../media/image110.png"/><Relationship Id="rId5" Type="http://schemas.openxmlformats.org/officeDocument/2006/relationships/image" Target="../media/image111.png"/><Relationship Id="rId6" Type="http://schemas.openxmlformats.org/officeDocument/2006/relationships/image" Target="../media/image112.png"/><Relationship Id="rId7" Type="http://schemas.openxmlformats.org/officeDocument/2006/relationships/image" Target="../media/image113.png"/></Relationships>

</file>

<file path=ppt/charts/_rels/chart8.xml.rels><?xml version="1.0" encoding="UTF-8" standalone="yes"?><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Relationships xmlns="http://schemas.openxmlformats.org/package/2006/relationships"><Relationship Id="rId1" Type="http://schemas.openxmlformats.org/officeDocument/2006/relationships/package" Target="../embeddings/Microsoft_Excel_Sheet30.xlsx"/></Relationships>

</file>

<file path=ppt/charts/chart1.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785743"/>
          <c:y val="0.0533764"/>
          <c:w val="0.916052"/>
          <c:h val="0.739507"/>
        </c:manualLayout>
      </c:layout>
      <c:lineChart>
        <c:grouping val="standard"/>
        <c:varyColors val="0"/>
        <c:ser>
          <c:idx val="0"/>
          <c:order val="0"/>
          <c:tx>
            <c:strRef>
              <c:f>Sheet1!$B$1</c:f>
              <c:strCache>
                <c:ptCount val="1"/>
                <c:pt idx="0">
                  <c:v>Tu marca</c:v>
                </c:pt>
              </c:strCache>
            </c:strRef>
          </c:tx>
          <c:spPr>
            <a:solidFill>
              <a:srgbClr val="FFFFFF"/>
            </a:solidFill>
            <a:ln w="88900" cap="flat">
              <a:solidFill>
                <a:srgbClr val="49A3DF"/>
              </a:solidFill>
              <a:prstDash val="solid"/>
              <a:bevel/>
            </a:ln>
            <a:effectLst/>
          </c:spPr>
          <c:marker>
            <c:symbol val="circle"/>
            <c:size val="9"/>
            <c:spPr>
              <a:solidFill>
                <a:srgbClr val="FFFFFF"/>
              </a:solidFill>
              <a:ln w="69850" cap="flat">
                <a:solidFill>
                  <a:srgbClr val="49A3DF"/>
                </a:solidFill>
                <a:prstDash val="solid"/>
                <a:bevel/>
              </a:ln>
              <a:effectLst/>
            </c:spPr>
          </c:marker>
          <c:dLbls>
            <c:numFmt formatCode="0" sourceLinked="0"/>
            <c:txPr>
              <a:bodyPr/>
              <a:lstStyle/>
              <a:p>
                <a:pPr>
                  <a:defRPr b="0" i="0" strike="noStrike" sz="1800" u="none">
                    <a:solidFill>
                      <a:srgbClr val="000000"/>
                    </a:solidFill>
                    <a:latin typeface="Gill Sans"/>
                  </a:defRPr>
                </a:pPr>
              </a:p>
            </c:txPr>
            <c:dLblPos val="t"/>
            <c:showLegendKey val="0"/>
            <c:showVal val="0"/>
            <c:showCatName val="0"/>
            <c:showSerName val="0"/>
            <c:showPercent val="0"/>
            <c:showBubbleSize val="0"/>
            <c:showLeaderLines val="0"/>
          </c:dLbls>
          <c:cat>
            <c:strRef>
              <c:f>Sheet1!$A$2:$A$5</c:f>
              <c:strCache>
                <c:ptCount val="4"/>
                <c:pt idx="0">
                  <c:v>2012</c:v>
                </c:pt>
                <c:pt idx="1">
                  <c:v>2013</c:v>
                </c:pt>
                <c:pt idx="2">
                  <c:v>2014</c:v>
                </c:pt>
                <c:pt idx="3">
                  <c:v>2015</c:v>
                </c:pt>
              </c:strCache>
            </c:strRef>
          </c:cat>
          <c:val>
            <c:numRef>
              <c:f>Sheet1!$B$2:$B$5</c:f>
              <c:numCache>
                <c:ptCount val="4"/>
                <c:pt idx="0">
                  <c:v>20.000000</c:v>
                </c:pt>
                <c:pt idx="1">
                  <c:v>25.000000</c:v>
                </c:pt>
                <c:pt idx="2">
                  <c:v>50.000000</c:v>
                </c:pt>
                <c:pt idx="3">
                  <c:v>55.000000</c:v>
                </c:pt>
              </c:numCache>
            </c:numRef>
          </c:val>
          <c:smooth val="0"/>
        </c:ser>
        <c:ser>
          <c:idx val="1"/>
          <c:order val="1"/>
          <c:tx>
            <c:strRef>
              <c:f>Sheet1!$C$1</c:f>
              <c:strCache>
                <c:ptCount val="1"/>
                <c:pt idx="0">
                  <c:v>Marca 1</c:v>
                </c:pt>
              </c:strCache>
            </c:strRef>
          </c:tx>
          <c:spPr>
            <a:solidFill>
              <a:srgbClr val="FFFFFF"/>
            </a:solidFill>
            <a:ln w="88900" cap="flat">
              <a:solidFill>
                <a:srgbClr val="61D2F3"/>
              </a:solidFill>
              <a:prstDash val="solid"/>
              <a:bevel/>
            </a:ln>
            <a:effectLst/>
          </c:spPr>
          <c:marker>
            <c:symbol val="circle"/>
            <c:size val="8"/>
            <c:spPr>
              <a:solidFill>
                <a:srgbClr val="FFFFFF"/>
              </a:solidFill>
              <a:ln w="88900" cap="flat">
                <a:solidFill>
                  <a:srgbClr val="61D2F3"/>
                </a:solidFill>
                <a:prstDash val="solid"/>
                <a:bevel/>
              </a:ln>
              <a:effectLst/>
            </c:spPr>
          </c:marker>
          <c:dLbls>
            <c:numFmt formatCode="0" sourceLinked="0"/>
            <c:txPr>
              <a:bodyPr/>
              <a:lstStyle/>
              <a:p>
                <a:pPr>
                  <a:defRPr b="0" i="0" strike="noStrike" sz="1800" u="none">
                    <a:solidFill>
                      <a:srgbClr val="000000"/>
                    </a:solidFill>
                    <a:latin typeface="Gill Sans"/>
                  </a:defRPr>
                </a:pPr>
              </a:p>
            </c:txPr>
            <c:dLblPos val="t"/>
            <c:showLegendKey val="0"/>
            <c:showVal val="0"/>
            <c:showCatName val="0"/>
            <c:showSerName val="0"/>
            <c:showPercent val="0"/>
            <c:showBubbleSize val="0"/>
            <c:showLeaderLines val="0"/>
          </c:dLbls>
          <c:cat>
            <c:strRef>
              <c:f>Sheet1!$A$2:$A$5</c:f>
              <c:strCache>
                <c:ptCount val="4"/>
                <c:pt idx="0">
                  <c:v>2012</c:v>
                </c:pt>
                <c:pt idx="1">
                  <c:v>2013</c:v>
                </c:pt>
                <c:pt idx="2">
                  <c:v>2014</c:v>
                </c:pt>
                <c:pt idx="3">
                  <c:v>2015</c:v>
                </c:pt>
              </c:strCache>
            </c:strRef>
          </c:cat>
          <c:val>
            <c:numRef>
              <c:f>Sheet1!$C$2:$C$5</c:f>
              <c:numCache>
                <c:ptCount val="4"/>
                <c:pt idx="0">
                  <c:v>40.000000</c:v>
                </c:pt>
                <c:pt idx="1">
                  <c:v>31.000000</c:v>
                </c:pt>
                <c:pt idx="2">
                  <c:v>70.000000</c:v>
                </c:pt>
                <c:pt idx="3">
                  <c:v>3.000000</c:v>
                </c:pt>
              </c:numCache>
            </c:numRef>
          </c:val>
          <c:smooth val="0"/>
        </c:ser>
        <c:ser>
          <c:idx val="2"/>
          <c:order val="2"/>
          <c:tx>
            <c:strRef>
              <c:f>Sheet1!$D$1</c:f>
              <c:strCache>
                <c:ptCount val="1"/>
                <c:pt idx="0">
                  <c:v>Marca 2 </c:v>
                </c:pt>
              </c:strCache>
            </c:strRef>
          </c:tx>
          <c:spPr>
            <a:solidFill>
              <a:srgbClr val="53B8E6"/>
            </a:solidFill>
            <a:ln w="47625" cap="flat">
              <a:solidFill>
                <a:srgbClr val="4DB5E4"/>
              </a:solidFill>
              <a:prstDash val="solid"/>
              <a:bevel/>
            </a:ln>
            <a:effectLst/>
          </c:spPr>
          <c:marker>
            <c:symbol val="circle"/>
            <c:size val="6"/>
            <c:spPr>
              <a:solidFill>
                <a:srgbClr val="53B8E6"/>
              </a:solidFill>
              <a:ln w="9525" cap="flat">
                <a:solidFill>
                  <a:srgbClr val="4DB5E4"/>
                </a:solidFill>
                <a:prstDash val="solid"/>
                <a:bevel/>
              </a:ln>
              <a:effectLst/>
            </c:spPr>
          </c:marker>
          <c:dLbls>
            <c:numFmt formatCode="#,##0" sourceLinked="0"/>
            <c:txPr>
              <a:bodyPr/>
              <a:lstStyle/>
              <a:p>
                <a:pPr>
                  <a:defRPr b="0" i="0" strike="noStrike" sz="1800" u="none">
                    <a:solidFill>
                      <a:srgbClr val="000000"/>
                    </a:solidFill>
                    <a:latin typeface="Gill Sans"/>
                  </a:defRPr>
                </a:pPr>
              </a:p>
            </c:txPr>
            <c:dLblPos val="t"/>
            <c:showLegendKey val="0"/>
            <c:showVal val="0"/>
            <c:showCatName val="0"/>
            <c:showSerName val="0"/>
            <c:showPercent val="0"/>
            <c:showBubbleSize val="0"/>
            <c:showLeaderLines val="0"/>
          </c:dLbls>
          <c:cat>
            <c:strRef>
              <c:f>Sheet1!$A$2:$A$5</c:f>
              <c:strCache>
                <c:ptCount val="4"/>
                <c:pt idx="0">
                  <c:v>2012</c:v>
                </c:pt>
                <c:pt idx="1">
                  <c:v>2013</c:v>
                </c:pt>
                <c:pt idx="2">
                  <c:v>2014</c:v>
                </c:pt>
                <c:pt idx="3">
                  <c:v>2015</c:v>
                </c:pt>
              </c:strCache>
            </c:strRef>
          </c:cat>
          <c:val>
            <c:numRef>
              <c:f>Sheet1!$D$2:$D$5</c:f>
              <c:numCache>
                <c:ptCount val="4"/>
                <c:pt idx="0">
                  <c:v>45.000000</c:v>
                </c:pt>
                <c:pt idx="1">
                  <c:v>25.000000</c:v>
                </c:pt>
                <c:pt idx="2">
                  <c:v>10.000000</c:v>
                </c:pt>
                <c:pt idx="3">
                  <c:v>7.000000</c:v>
                </c:pt>
              </c:numCache>
            </c:numRef>
          </c:val>
          <c:smooth val="0"/>
        </c:ser>
        <c:marker val="1"/>
        <c:axId val="2094734552"/>
        <c:axId val="2094734553"/>
      </c:lineChart>
      <c:catAx>
        <c:axId val="2094734552"/>
        <c:scaling>
          <c:orientation val="minMax"/>
        </c:scaling>
        <c:delete val="0"/>
        <c:axPos val="b"/>
        <c:numFmt formatCode="General" sourceLinked="0"/>
        <c:majorTickMark val="none"/>
        <c:minorTickMark val="none"/>
        <c:tickLblPos val="low"/>
        <c:spPr>
          <a:ln w="12700" cap="flat">
            <a:solidFill>
              <a:srgbClr val="000000"/>
            </a:solidFill>
            <a:prstDash val="solid"/>
            <a:miter lim="400000"/>
          </a:ln>
        </c:spPr>
        <c:txPr>
          <a:bodyPr rot="0"/>
          <a:lstStyle/>
          <a:p>
            <a:pPr>
              <a:defRPr b="0" i="0" strike="noStrike" sz="2400" u="none">
                <a:solidFill>
                  <a:srgbClr val="262626"/>
                </a:solidFill>
                <a:latin typeface="Raleway Bold"/>
              </a:defRPr>
            </a:pPr>
          </a:p>
        </c:txPr>
        <c:crossAx val="2094734553"/>
        <c:crosses val="autoZero"/>
        <c:auto val="1"/>
        <c:lblAlgn val="ctr"/>
        <c:noMultiLvlLbl val="1"/>
      </c:catAx>
      <c:valAx>
        <c:axId val="2094734553"/>
        <c:scaling>
          <c:orientation val="minMax"/>
          <c:max val="100"/>
        </c:scaling>
        <c:delete val="0"/>
        <c:axPos val="l"/>
        <c:majorGridlines>
          <c:spPr>
            <a:ln w="12700" cap="flat">
              <a:solidFill>
                <a:srgbClr val="D9D9D9"/>
              </a:solidFill>
              <a:prstDash val="solid"/>
              <a:bevel/>
            </a:ln>
          </c:spPr>
        </c:majorGridlines>
        <c:numFmt formatCode="0" sourceLinked="0"/>
        <c:majorTickMark val="none"/>
        <c:minorTickMark val="none"/>
        <c:tickLblPos val="nextTo"/>
        <c:spPr>
          <a:ln w="12700" cap="flat">
            <a:noFill/>
            <a:prstDash val="solid"/>
            <a:miter lim="400000"/>
          </a:ln>
        </c:spPr>
        <c:txPr>
          <a:bodyPr rot="0"/>
          <a:lstStyle/>
          <a:p>
            <a:pPr>
              <a:defRPr b="0" i="0" strike="noStrike" sz="2400" u="none">
                <a:solidFill>
                  <a:srgbClr val="262626"/>
                </a:solidFill>
                <a:latin typeface="Raleway Bold"/>
              </a:defRPr>
            </a:pPr>
          </a:p>
        </c:txPr>
        <c:crossAx val="2094734552"/>
        <c:crosses val="autoZero"/>
        <c:crossBetween val="between"/>
        <c:majorUnit val="25"/>
        <c:minorUnit val="12.5"/>
      </c:valAx>
      <c:spPr>
        <a:noFill/>
        <a:ln w="12700" cap="flat">
          <a:noFill/>
          <a:miter lim="400000"/>
        </a:ln>
        <a:effectLst/>
      </c:spPr>
    </c:plotArea>
    <c:legend>
      <c:legendPos val="b"/>
      <c:layout>
        <c:manualLayout>
          <c:xMode val="edge"/>
          <c:yMode val="edge"/>
          <c:x val="0.0828913"/>
          <c:y val="0.941486"/>
          <c:w val="0.836734"/>
          <c:h val="0.0585142"/>
        </c:manualLayout>
      </c:layout>
      <c:overlay val="1"/>
      <c:spPr>
        <a:noFill/>
        <a:ln w="12700" cap="flat">
          <a:noFill/>
          <a:miter lim="400000"/>
        </a:ln>
        <a:effectLst/>
      </c:spPr>
      <c:txPr>
        <a:bodyPr rot="0"/>
        <a:lstStyle/>
        <a:p>
          <a:pPr>
            <a:defRPr b="0" i="0" strike="noStrike" sz="2100" u="none">
              <a:solidFill>
                <a:srgbClr val="262626"/>
              </a:solidFill>
              <a:latin typeface="Raleway SemiBold"/>
            </a:defRPr>
          </a:pPr>
        </a:p>
      </c:txPr>
    </c:legend>
    <c:plotVisOnly val="1"/>
    <c:dispBlanksAs val="gap"/>
  </c:chart>
  <c:spPr>
    <a:noFill/>
    <a:ln>
      <a:noFill/>
    </a:ln>
    <a:effectLst/>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106389"/>
          <c:y val="0.0441445"/>
          <c:w val="0.888611"/>
          <c:h val="0.8809"/>
        </c:manualLayout>
      </c:layout>
      <c:barChart>
        <c:barDir val="col"/>
        <c:grouping val="clustered"/>
        <c:varyColors val="0"/>
        <c:ser>
          <c:idx val="0"/>
          <c:order val="0"/>
          <c:tx>
            <c:strRef>
              <c:f>Sheet1!$B$1</c:f>
              <c:strCache>
                <c:ptCount val="1"/>
                <c:pt idx="0">
                  <c:v>Region 1</c:v>
                </c:pt>
              </c:strCache>
            </c:strRef>
          </c:tx>
          <c:spPr>
            <a:solidFill>
              <a:srgbClr val="397ECA"/>
            </a:solidFill>
            <a:ln w="9525" cap="flat">
              <a:noFill/>
              <a:round/>
            </a:ln>
            <a:effectLst/>
          </c:spPr>
          <c:invertIfNegative val="0"/>
          <c:dLbls>
            <c:numFmt formatCode="0" sourceLinked="0"/>
            <c:txPr>
              <a:bodyPr/>
              <a:lstStyle/>
              <a:p>
                <a:pPr>
                  <a:defRPr b="0" i="0" strike="noStrike" sz="1800" u="none">
                    <a:solidFill>
                      <a:srgbClr val="FFFFFF"/>
                    </a:solidFill>
                    <a:latin typeface="Gill Sans"/>
                  </a:defRPr>
                </a:pPr>
              </a:p>
            </c:txPr>
            <c:dLblPos val="outEnd"/>
            <c:showLegendKey val="0"/>
            <c:showVal val="0"/>
            <c:showCatName val="0"/>
            <c:showSerName val="0"/>
            <c:showPercent val="0"/>
            <c:showBubbleSize val="0"/>
            <c:showLeaderLines val="0"/>
          </c:dLbls>
          <c:cat>
            <c:strRef>
              <c:f>Sheet1!$A$2:$A$5</c:f>
              <c:strCache>
                <c:ptCount val="4"/>
                <c:pt idx="0">
                  <c:v>Enero</c:v>
                </c:pt>
                <c:pt idx="1">
                  <c:v>Febrero</c:v>
                </c:pt>
                <c:pt idx="2">
                  <c:v>Marzo</c:v>
                </c:pt>
                <c:pt idx="3">
                  <c:v>Abril</c:v>
                </c:pt>
              </c:strCache>
            </c:strRef>
          </c:cat>
          <c:val>
            <c:numRef>
              <c:f>Sheet1!$B$2:$B$5</c:f>
              <c:numCache>
                <c:ptCount val="4"/>
                <c:pt idx="0">
                  <c:v>20.000000</c:v>
                </c:pt>
                <c:pt idx="1">
                  <c:v>28.000000</c:v>
                </c:pt>
                <c:pt idx="2">
                  <c:v>55.000000</c:v>
                </c:pt>
                <c:pt idx="3">
                  <c:v>90.000000</c:v>
                </c:pt>
              </c:numCache>
            </c:numRef>
          </c:val>
        </c:ser>
        <c:ser>
          <c:idx val="1"/>
          <c:order val="1"/>
          <c:tx>
            <c:strRef>
              <c:f>Sheet1!$C$1</c:f>
              <c:strCache>
                <c:ptCount val="1"/>
                <c:pt idx="0">
                  <c:v>Region 2</c:v>
                </c:pt>
              </c:strCache>
            </c:strRef>
          </c:tx>
          <c:spPr>
            <a:solidFill>
              <a:srgbClr val="D8DFE4"/>
            </a:solidFill>
            <a:ln w="9525" cap="flat">
              <a:noFill/>
              <a:round/>
            </a:ln>
            <a:effectLst/>
          </c:spPr>
          <c:invertIfNegative val="0"/>
          <c:dLbls>
            <c:numFmt formatCode="0" sourceLinked="0"/>
            <c:txPr>
              <a:bodyPr/>
              <a:lstStyle/>
              <a:p>
                <a:pPr>
                  <a:defRPr b="0" i="0" strike="noStrike" sz="1800" u="none">
                    <a:solidFill>
                      <a:srgbClr val="FFFFFF"/>
                    </a:solidFill>
                    <a:latin typeface="Gill Sans"/>
                  </a:defRPr>
                </a:pPr>
              </a:p>
            </c:txPr>
            <c:dLblPos val="outEnd"/>
            <c:showLegendKey val="0"/>
            <c:showVal val="0"/>
            <c:showCatName val="0"/>
            <c:showSerName val="0"/>
            <c:showPercent val="0"/>
            <c:showBubbleSize val="0"/>
            <c:showLeaderLines val="0"/>
          </c:dLbls>
          <c:cat>
            <c:strRef>
              <c:f>Sheet1!$A$2:$A$5</c:f>
              <c:strCache>
                <c:ptCount val="4"/>
                <c:pt idx="0">
                  <c:v>Enero</c:v>
                </c:pt>
                <c:pt idx="1">
                  <c:v>Febrero</c:v>
                </c:pt>
                <c:pt idx="2">
                  <c:v>Marzo</c:v>
                </c:pt>
                <c:pt idx="3">
                  <c:v>Abril</c:v>
                </c:pt>
              </c:strCache>
            </c:strRef>
          </c:cat>
          <c:val>
            <c:numRef>
              <c:f>Sheet1!$C$2:$C$5</c:f>
              <c:numCache>
                <c:ptCount val="4"/>
                <c:pt idx="0">
                  <c:v>30.000000</c:v>
                </c:pt>
                <c:pt idx="1">
                  <c:v>45.000000</c:v>
                </c:pt>
                <c:pt idx="2">
                  <c:v>35.000000</c:v>
                </c:pt>
                <c:pt idx="3">
                  <c:v>65.000000</c:v>
                </c:pt>
              </c:numCache>
            </c:numRef>
          </c:val>
        </c:ser>
        <c:gapWidth val="58"/>
        <c:overlap val="0"/>
        <c:axId val="2094734552"/>
        <c:axId val="2094734553"/>
      </c:barChart>
      <c:catAx>
        <c:axId val="2094734552"/>
        <c:scaling>
          <c:orientation val="minMax"/>
        </c:scaling>
        <c:delete val="0"/>
        <c:axPos val="b"/>
        <c:numFmt formatCode="General" sourceLinked="0"/>
        <c:majorTickMark val="none"/>
        <c:minorTickMark val="none"/>
        <c:tickLblPos val="low"/>
        <c:spPr>
          <a:ln w="9525" cap="flat">
            <a:solidFill>
              <a:srgbClr val="B7B7B7"/>
            </a:solidFill>
            <a:prstDash val="solid"/>
            <a:round/>
          </a:ln>
        </c:spPr>
        <c:txPr>
          <a:bodyPr rot="0"/>
          <a:lstStyle/>
          <a:p>
            <a:pPr>
              <a:defRPr b="0" i="0" strike="noStrike" sz="1800" u="none">
                <a:solidFill>
                  <a:srgbClr val="FFFFFF"/>
                </a:solidFill>
                <a:latin typeface="Gill Sans"/>
              </a:defRPr>
            </a:pPr>
          </a:p>
        </c:txPr>
        <c:crossAx val="2094734553"/>
        <c:crosses val="autoZero"/>
        <c:auto val="1"/>
        <c:lblAlgn val="ctr"/>
        <c:noMultiLvlLbl val="1"/>
      </c:catAx>
      <c:valAx>
        <c:axId val="2094734553"/>
        <c:scaling>
          <c:orientation val="minMax"/>
          <c:max val="100"/>
        </c:scaling>
        <c:delete val="0"/>
        <c:axPos val="l"/>
        <c:numFmt formatCode="0" sourceLinked="0"/>
        <c:majorTickMark val="none"/>
        <c:minorTickMark val="none"/>
        <c:tickLblPos val="nextTo"/>
        <c:spPr>
          <a:ln w="9525" cap="flat">
            <a:noFill/>
            <a:prstDash val="solid"/>
            <a:round/>
          </a:ln>
        </c:spPr>
        <c:txPr>
          <a:bodyPr rot="0"/>
          <a:lstStyle/>
          <a:p>
            <a:pPr>
              <a:defRPr b="0" i="0" strike="noStrike" sz="1800" u="none">
                <a:solidFill>
                  <a:srgbClr val="FFFFFF"/>
                </a:solidFill>
                <a:latin typeface="Gill Sans"/>
              </a:defRPr>
            </a:pPr>
          </a:p>
        </c:txPr>
        <c:crossAx val="2094734552"/>
        <c:crosses val="autoZero"/>
        <c:crossBetween val="between"/>
        <c:majorUnit val="25"/>
        <c:minorUnit val="12.5"/>
      </c:valAx>
      <c:spPr>
        <a:noFill/>
        <a:ln w="12700" cap="flat">
          <a:noFill/>
          <a:miter lim="400000"/>
        </a:ln>
        <a:effectLst/>
      </c:spPr>
    </c:plotArea>
    <c:plotVisOnly val="1"/>
    <c:dispBlanksAs val="gap"/>
  </c:chart>
  <c:spPr>
    <a:noFill/>
    <a:ln>
      <a:noFill/>
    </a:ln>
    <a:effectLst/>
  </c:sp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106389"/>
          <c:y val="0.0441445"/>
          <c:w val="0.888611"/>
          <c:h val="0.8809"/>
        </c:manualLayout>
      </c:layout>
      <c:barChart>
        <c:barDir val="col"/>
        <c:grouping val="clustered"/>
        <c:varyColors val="0"/>
        <c:ser>
          <c:idx val="0"/>
          <c:order val="0"/>
          <c:tx>
            <c:strRef>
              <c:f>Sheet1!$B$1</c:f>
              <c:strCache>
                <c:ptCount val="1"/>
                <c:pt idx="0">
                  <c:v>Region 1</c:v>
                </c:pt>
              </c:strCache>
            </c:strRef>
          </c:tx>
          <c:spPr>
            <a:solidFill>
              <a:srgbClr val="F35463"/>
            </a:solidFill>
            <a:ln w="9525" cap="flat">
              <a:noFill/>
              <a:round/>
            </a:ln>
            <a:effectLst/>
          </c:spPr>
          <c:invertIfNegative val="0"/>
          <c:dLbls>
            <c:numFmt formatCode="0" sourceLinked="0"/>
            <c:txPr>
              <a:bodyPr/>
              <a:lstStyle/>
              <a:p>
                <a:pPr>
                  <a:defRPr b="0" i="0" strike="noStrike" sz="1800" u="none">
                    <a:solidFill>
                      <a:srgbClr val="FFFFFF"/>
                    </a:solidFill>
                    <a:latin typeface="Gill Sans"/>
                  </a:defRPr>
                </a:pPr>
              </a:p>
            </c:txPr>
            <c:dLblPos val="outEnd"/>
            <c:showLegendKey val="0"/>
            <c:showVal val="0"/>
            <c:showCatName val="0"/>
            <c:showSerName val="0"/>
            <c:showPercent val="0"/>
            <c:showBubbleSize val="0"/>
            <c:showLeaderLines val="0"/>
          </c:dLbls>
          <c:cat>
            <c:strRef>
              <c:f>Sheet1!$A$2:$A$5</c:f>
              <c:strCache>
                <c:ptCount val="4"/>
                <c:pt idx="0">
                  <c:v>Enero</c:v>
                </c:pt>
                <c:pt idx="1">
                  <c:v>Febrero</c:v>
                </c:pt>
                <c:pt idx="2">
                  <c:v>Marzo</c:v>
                </c:pt>
                <c:pt idx="3">
                  <c:v>Abril</c:v>
                </c:pt>
              </c:strCache>
            </c:strRef>
          </c:cat>
          <c:val>
            <c:numRef>
              <c:f>Sheet1!$B$2:$B$5</c:f>
              <c:numCache>
                <c:ptCount val="4"/>
                <c:pt idx="0">
                  <c:v>20.000000</c:v>
                </c:pt>
                <c:pt idx="1">
                  <c:v>28.000000</c:v>
                </c:pt>
                <c:pt idx="2">
                  <c:v>55.000000</c:v>
                </c:pt>
                <c:pt idx="3">
                  <c:v>90.000000</c:v>
                </c:pt>
              </c:numCache>
            </c:numRef>
          </c:val>
        </c:ser>
        <c:ser>
          <c:idx val="1"/>
          <c:order val="1"/>
          <c:tx>
            <c:strRef>
              <c:f>Sheet1!$C$1</c:f>
              <c:strCache>
                <c:ptCount val="1"/>
                <c:pt idx="0">
                  <c:v>Region 2</c:v>
                </c:pt>
              </c:strCache>
            </c:strRef>
          </c:tx>
          <c:spPr>
            <a:solidFill>
              <a:srgbClr val="D8DFE4"/>
            </a:solidFill>
            <a:ln w="9525" cap="flat">
              <a:noFill/>
              <a:round/>
            </a:ln>
            <a:effectLst/>
          </c:spPr>
          <c:invertIfNegative val="0"/>
          <c:dLbls>
            <c:numFmt formatCode="0" sourceLinked="0"/>
            <c:txPr>
              <a:bodyPr/>
              <a:lstStyle/>
              <a:p>
                <a:pPr>
                  <a:defRPr b="0" i="0" strike="noStrike" sz="1800" u="none">
                    <a:solidFill>
                      <a:srgbClr val="FFFFFF"/>
                    </a:solidFill>
                    <a:latin typeface="Gill Sans"/>
                  </a:defRPr>
                </a:pPr>
              </a:p>
            </c:txPr>
            <c:dLblPos val="outEnd"/>
            <c:showLegendKey val="0"/>
            <c:showVal val="0"/>
            <c:showCatName val="0"/>
            <c:showSerName val="0"/>
            <c:showPercent val="0"/>
            <c:showBubbleSize val="0"/>
            <c:showLeaderLines val="0"/>
          </c:dLbls>
          <c:cat>
            <c:strRef>
              <c:f>Sheet1!$A$2:$A$5</c:f>
              <c:strCache>
                <c:ptCount val="4"/>
                <c:pt idx="0">
                  <c:v>Enero</c:v>
                </c:pt>
                <c:pt idx="1">
                  <c:v>Febrero</c:v>
                </c:pt>
                <c:pt idx="2">
                  <c:v>Marzo</c:v>
                </c:pt>
                <c:pt idx="3">
                  <c:v>Abril</c:v>
                </c:pt>
              </c:strCache>
            </c:strRef>
          </c:cat>
          <c:val>
            <c:numRef>
              <c:f>Sheet1!$C$2:$C$5</c:f>
              <c:numCache>
                <c:ptCount val="4"/>
                <c:pt idx="0">
                  <c:v>30.000000</c:v>
                </c:pt>
                <c:pt idx="1">
                  <c:v>45.000000</c:v>
                </c:pt>
                <c:pt idx="2">
                  <c:v>35.000000</c:v>
                </c:pt>
                <c:pt idx="3">
                  <c:v>65.000000</c:v>
                </c:pt>
              </c:numCache>
            </c:numRef>
          </c:val>
        </c:ser>
        <c:gapWidth val="58"/>
        <c:overlap val="0"/>
        <c:axId val="2094734552"/>
        <c:axId val="2094734553"/>
      </c:barChart>
      <c:catAx>
        <c:axId val="2094734552"/>
        <c:scaling>
          <c:orientation val="minMax"/>
        </c:scaling>
        <c:delete val="0"/>
        <c:axPos val="b"/>
        <c:numFmt formatCode="General" sourceLinked="0"/>
        <c:majorTickMark val="none"/>
        <c:minorTickMark val="none"/>
        <c:tickLblPos val="low"/>
        <c:spPr>
          <a:ln w="9525" cap="flat">
            <a:solidFill>
              <a:srgbClr val="B7B7B7"/>
            </a:solidFill>
            <a:prstDash val="solid"/>
            <a:round/>
          </a:ln>
        </c:spPr>
        <c:txPr>
          <a:bodyPr rot="0"/>
          <a:lstStyle/>
          <a:p>
            <a:pPr>
              <a:defRPr b="0" i="0" strike="noStrike" sz="1800" u="none">
                <a:solidFill>
                  <a:srgbClr val="FFFFFF"/>
                </a:solidFill>
                <a:latin typeface="Gill Sans"/>
              </a:defRPr>
            </a:pPr>
          </a:p>
        </c:txPr>
        <c:crossAx val="2094734553"/>
        <c:crosses val="autoZero"/>
        <c:auto val="1"/>
        <c:lblAlgn val="ctr"/>
        <c:noMultiLvlLbl val="1"/>
      </c:catAx>
      <c:valAx>
        <c:axId val="2094734553"/>
        <c:scaling>
          <c:orientation val="minMax"/>
          <c:max val="100"/>
        </c:scaling>
        <c:delete val="0"/>
        <c:axPos val="l"/>
        <c:numFmt formatCode="0" sourceLinked="0"/>
        <c:majorTickMark val="none"/>
        <c:minorTickMark val="none"/>
        <c:tickLblPos val="nextTo"/>
        <c:spPr>
          <a:ln w="9525" cap="flat">
            <a:noFill/>
            <a:prstDash val="solid"/>
            <a:round/>
          </a:ln>
        </c:spPr>
        <c:txPr>
          <a:bodyPr rot="0"/>
          <a:lstStyle/>
          <a:p>
            <a:pPr>
              <a:defRPr b="0" i="0" strike="noStrike" sz="1800" u="none">
                <a:solidFill>
                  <a:srgbClr val="FFFFFF"/>
                </a:solidFill>
                <a:latin typeface="Gill Sans"/>
              </a:defRPr>
            </a:pPr>
          </a:p>
        </c:txPr>
        <c:crossAx val="2094734552"/>
        <c:crosses val="autoZero"/>
        <c:crossBetween val="between"/>
        <c:majorUnit val="25"/>
        <c:minorUnit val="12.5"/>
      </c:valAx>
      <c:spPr>
        <a:noFill/>
        <a:ln w="12700" cap="flat">
          <a:noFill/>
          <a:miter lim="400000"/>
        </a:ln>
        <a:effectLst/>
      </c:spPr>
    </c:plotArea>
    <c:plotVisOnly val="1"/>
    <c:dispBlanksAs val="gap"/>
  </c:chart>
  <c:spPr>
    <a:noFill/>
    <a:ln>
      <a:noFill/>
    </a:ln>
    <a:effectLst/>
  </c:sp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106389"/>
          <c:y val="0.0441445"/>
          <c:w val="0.888611"/>
          <c:h val="0.8809"/>
        </c:manualLayout>
      </c:layout>
      <c:barChart>
        <c:barDir val="col"/>
        <c:grouping val="clustered"/>
        <c:varyColors val="0"/>
        <c:ser>
          <c:idx val="0"/>
          <c:order val="0"/>
          <c:tx>
            <c:strRef>
              <c:f>Sheet1!$B$1</c:f>
              <c:strCache>
                <c:ptCount val="1"/>
                <c:pt idx="0">
                  <c:v>Region 1</c:v>
                </c:pt>
              </c:strCache>
            </c:strRef>
          </c:tx>
          <c:spPr>
            <a:solidFill>
              <a:srgbClr val="3AC7E2"/>
            </a:solidFill>
            <a:ln w="9525" cap="flat">
              <a:noFill/>
              <a:round/>
            </a:ln>
            <a:effectLst/>
          </c:spPr>
          <c:invertIfNegative val="0"/>
          <c:dLbls>
            <c:numFmt formatCode="0" sourceLinked="0"/>
            <c:txPr>
              <a:bodyPr/>
              <a:lstStyle/>
              <a:p>
                <a:pPr>
                  <a:defRPr b="0" i="0" strike="noStrike" sz="1800" u="none">
                    <a:solidFill>
                      <a:srgbClr val="FFFFFF"/>
                    </a:solidFill>
                    <a:latin typeface="Gill Sans"/>
                  </a:defRPr>
                </a:pPr>
              </a:p>
            </c:txPr>
            <c:dLblPos val="outEnd"/>
            <c:showLegendKey val="0"/>
            <c:showVal val="0"/>
            <c:showCatName val="0"/>
            <c:showSerName val="0"/>
            <c:showPercent val="0"/>
            <c:showBubbleSize val="0"/>
            <c:showLeaderLines val="0"/>
          </c:dLbls>
          <c:cat>
            <c:strRef>
              <c:f>Sheet1!$A$2:$A$5</c:f>
              <c:strCache>
                <c:ptCount val="4"/>
                <c:pt idx="0">
                  <c:v>Enero</c:v>
                </c:pt>
                <c:pt idx="1">
                  <c:v>Febrero</c:v>
                </c:pt>
                <c:pt idx="2">
                  <c:v>Marzo</c:v>
                </c:pt>
                <c:pt idx="3">
                  <c:v>Abril</c:v>
                </c:pt>
              </c:strCache>
            </c:strRef>
          </c:cat>
          <c:val>
            <c:numRef>
              <c:f>Sheet1!$B$2:$B$5</c:f>
              <c:numCache>
                <c:ptCount val="4"/>
                <c:pt idx="0">
                  <c:v>20.000000</c:v>
                </c:pt>
                <c:pt idx="1">
                  <c:v>28.000000</c:v>
                </c:pt>
                <c:pt idx="2">
                  <c:v>55.000000</c:v>
                </c:pt>
                <c:pt idx="3">
                  <c:v>90.000000</c:v>
                </c:pt>
              </c:numCache>
            </c:numRef>
          </c:val>
        </c:ser>
        <c:ser>
          <c:idx val="1"/>
          <c:order val="1"/>
          <c:tx>
            <c:strRef>
              <c:f>Sheet1!$C$1</c:f>
              <c:strCache>
                <c:ptCount val="1"/>
                <c:pt idx="0">
                  <c:v>Region 2</c:v>
                </c:pt>
              </c:strCache>
            </c:strRef>
          </c:tx>
          <c:spPr>
            <a:solidFill>
              <a:srgbClr val="D8DFE4"/>
            </a:solidFill>
            <a:ln w="9525" cap="flat">
              <a:noFill/>
              <a:round/>
            </a:ln>
            <a:effectLst/>
          </c:spPr>
          <c:invertIfNegative val="0"/>
          <c:dLbls>
            <c:numFmt formatCode="0" sourceLinked="0"/>
            <c:txPr>
              <a:bodyPr/>
              <a:lstStyle/>
              <a:p>
                <a:pPr>
                  <a:defRPr b="0" i="0" strike="noStrike" sz="1800" u="none">
                    <a:solidFill>
                      <a:srgbClr val="FFFFFF"/>
                    </a:solidFill>
                    <a:latin typeface="Gill Sans"/>
                  </a:defRPr>
                </a:pPr>
              </a:p>
            </c:txPr>
            <c:dLblPos val="outEnd"/>
            <c:showLegendKey val="0"/>
            <c:showVal val="0"/>
            <c:showCatName val="0"/>
            <c:showSerName val="0"/>
            <c:showPercent val="0"/>
            <c:showBubbleSize val="0"/>
            <c:showLeaderLines val="0"/>
          </c:dLbls>
          <c:cat>
            <c:strRef>
              <c:f>Sheet1!$A$2:$A$5</c:f>
              <c:strCache>
                <c:ptCount val="4"/>
                <c:pt idx="0">
                  <c:v>Enero</c:v>
                </c:pt>
                <c:pt idx="1">
                  <c:v>Febrero</c:v>
                </c:pt>
                <c:pt idx="2">
                  <c:v>Marzo</c:v>
                </c:pt>
                <c:pt idx="3">
                  <c:v>Abril</c:v>
                </c:pt>
              </c:strCache>
            </c:strRef>
          </c:cat>
          <c:val>
            <c:numRef>
              <c:f>Sheet1!$C$2:$C$5</c:f>
              <c:numCache>
                <c:ptCount val="4"/>
                <c:pt idx="0">
                  <c:v>30.000000</c:v>
                </c:pt>
                <c:pt idx="1">
                  <c:v>45.000000</c:v>
                </c:pt>
                <c:pt idx="2">
                  <c:v>35.000000</c:v>
                </c:pt>
                <c:pt idx="3">
                  <c:v>65.000000</c:v>
                </c:pt>
              </c:numCache>
            </c:numRef>
          </c:val>
        </c:ser>
        <c:gapWidth val="58"/>
        <c:overlap val="0"/>
        <c:axId val="2094734552"/>
        <c:axId val="2094734553"/>
      </c:barChart>
      <c:catAx>
        <c:axId val="2094734552"/>
        <c:scaling>
          <c:orientation val="minMax"/>
        </c:scaling>
        <c:delete val="0"/>
        <c:axPos val="b"/>
        <c:numFmt formatCode="General" sourceLinked="0"/>
        <c:majorTickMark val="none"/>
        <c:minorTickMark val="none"/>
        <c:tickLblPos val="low"/>
        <c:spPr>
          <a:ln w="9525" cap="flat">
            <a:solidFill>
              <a:srgbClr val="B7B7B7"/>
            </a:solidFill>
            <a:prstDash val="solid"/>
            <a:round/>
          </a:ln>
        </c:spPr>
        <c:txPr>
          <a:bodyPr rot="0"/>
          <a:lstStyle/>
          <a:p>
            <a:pPr>
              <a:defRPr b="0" i="0" strike="noStrike" sz="1800" u="none">
                <a:solidFill>
                  <a:srgbClr val="FFFFFF"/>
                </a:solidFill>
                <a:latin typeface="Gill Sans"/>
              </a:defRPr>
            </a:pPr>
          </a:p>
        </c:txPr>
        <c:crossAx val="2094734553"/>
        <c:crosses val="autoZero"/>
        <c:auto val="1"/>
        <c:lblAlgn val="ctr"/>
        <c:noMultiLvlLbl val="1"/>
      </c:catAx>
      <c:valAx>
        <c:axId val="2094734553"/>
        <c:scaling>
          <c:orientation val="minMax"/>
          <c:max val="100"/>
        </c:scaling>
        <c:delete val="0"/>
        <c:axPos val="l"/>
        <c:numFmt formatCode="0" sourceLinked="0"/>
        <c:majorTickMark val="none"/>
        <c:minorTickMark val="none"/>
        <c:tickLblPos val="nextTo"/>
        <c:spPr>
          <a:ln w="9525" cap="flat">
            <a:noFill/>
            <a:prstDash val="solid"/>
            <a:round/>
          </a:ln>
        </c:spPr>
        <c:txPr>
          <a:bodyPr rot="0"/>
          <a:lstStyle/>
          <a:p>
            <a:pPr>
              <a:defRPr b="0" i="0" strike="noStrike" sz="1800" u="none">
                <a:solidFill>
                  <a:srgbClr val="FFFFFF"/>
                </a:solidFill>
                <a:latin typeface="Gill Sans"/>
              </a:defRPr>
            </a:pPr>
          </a:p>
        </c:txPr>
        <c:crossAx val="2094734552"/>
        <c:crosses val="autoZero"/>
        <c:crossBetween val="between"/>
        <c:majorUnit val="25"/>
        <c:minorUnit val="12.5"/>
      </c:valAx>
      <c:spPr>
        <a:noFill/>
        <a:ln w="12700" cap="flat">
          <a:noFill/>
          <a:miter lim="400000"/>
        </a:ln>
        <a:effectLst/>
      </c:spPr>
    </c:plotArea>
    <c:plotVisOnly val="1"/>
    <c:dispBlanksAs val="gap"/>
  </c:chart>
  <c:spPr>
    <a:noFill/>
    <a:ln>
      <a:noFill/>
    </a:ln>
    <a:effectLst/>
  </c:sp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108613"/>
          <c:y val="0.0914461"/>
          <c:w val="0.984139"/>
          <c:h val="0.878793"/>
        </c:manualLayout>
      </c:layout>
      <c:barChart>
        <c:barDir val="col"/>
        <c:grouping val="clustered"/>
        <c:varyColors val="0"/>
        <c:ser>
          <c:idx val="0"/>
          <c:order val="0"/>
          <c:tx>
            <c:strRef>
              <c:f>Sheet1!$B$1</c:f>
              <c:strCache>
                <c:ptCount val="1"/>
                <c:pt idx="0">
                  <c:v>Twitter</c:v>
                </c:pt>
              </c:strCache>
            </c:strRef>
          </c:tx>
          <c:spPr>
            <a:solidFill>
              <a:srgbClr val="3AC7E2"/>
            </a:solidFill>
            <a:ln w="9525" cap="flat">
              <a:noFill/>
              <a:round/>
            </a:ln>
            <a:effectLst/>
          </c:spPr>
          <c:invertIfNegative val="0"/>
          <c:dLbls>
            <c:numFmt formatCode="0" sourceLinked="0"/>
            <c:txPr>
              <a:bodyPr/>
              <a:lstStyle/>
              <a:p>
                <a:pPr>
                  <a:defRPr b="0" i="0" strike="noStrike" sz="5000" u="none">
                    <a:solidFill>
                      <a:srgbClr val="FFFFFF"/>
                    </a:solidFill>
                    <a:latin typeface="Raleway Bold"/>
                  </a:defRPr>
                </a:pPr>
              </a:p>
            </c:txPr>
            <c:dLblPos val="outEnd"/>
            <c:showLegendKey val="0"/>
            <c:showVal val="1"/>
            <c:showCatName val="0"/>
            <c:showSerName val="0"/>
            <c:showPercent val="0"/>
            <c:showBubbleSize val="0"/>
            <c:showLeaderLines val="0"/>
          </c:dLbls>
          <c:cat>
            <c:strRef>
              <c:f>Sheet1!$A$2:$A$2</c:f>
              <c:strCache>
                <c:ptCount val="1"/>
                <c:pt idx="0">
                  <c:v>Seguidores</c:v>
                </c:pt>
              </c:strCache>
            </c:strRef>
          </c:cat>
          <c:val>
            <c:numRef>
              <c:f>Sheet1!$B$2:$B$2</c:f>
              <c:numCache>
                <c:ptCount val="1"/>
                <c:pt idx="0">
                  <c:v>30000.000000</c:v>
                </c:pt>
              </c:numCache>
            </c:numRef>
          </c:val>
        </c:ser>
        <c:ser>
          <c:idx val="1"/>
          <c:order val="1"/>
          <c:tx>
            <c:strRef>
              <c:f>Sheet1!$C$1</c:f>
              <c:strCache>
                <c:ptCount val="1"/>
                <c:pt idx="0">
                  <c:v>Facebook</c:v>
                </c:pt>
              </c:strCache>
            </c:strRef>
          </c:tx>
          <c:spPr>
            <a:solidFill>
              <a:srgbClr val="397ECA"/>
            </a:solidFill>
            <a:ln w="9525" cap="flat">
              <a:noFill/>
              <a:round/>
            </a:ln>
            <a:effectLst/>
          </c:spPr>
          <c:invertIfNegative val="0"/>
          <c:dLbls>
            <c:numFmt formatCode="0" sourceLinked="0"/>
            <c:txPr>
              <a:bodyPr/>
              <a:lstStyle/>
              <a:p>
                <a:pPr>
                  <a:defRPr b="0" i="0" strike="noStrike" sz="5000" u="none">
                    <a:solidFill>
                      <a:srgbClr val="FFFFFF"/>
                    </a:solidFill>
                    <a:latin typeface="Raleway Bold"/>
                  </a:defRPr>
                </a:pPr>
              </a:p>
            </c:txPr>
            <c:dLblPos val="outEnd"/>
            <c:showLegendKey val="0"/>
            <c:showVal val="1"/>
            <c:showCatName val="0"/>
            <c:showSerName val="0"/>
            <c:showPercent val="0"/>
            <c:showBubbleSize val="0"/>
            <c:showLeaderLines val="0"/>
          </c:dLbls>
          <c:cat>
            <c:strRef>
              <c:f>Sheet1!$A$2:$A$2</c:f>
              <c:strCache>
                <c:ptCount val="1"/>
                <c:pt idx="0">
                  <c:v>Seguidores</c:v>
                </c:pt>
              </c:strCache>
            </c:strRef>
          </c:cat>
          <c:val>
            <c:numRef>
              <c:f>Sheet1!$C$2:$C$2</c:f>
              <c:numCache>
                <c:ptCount val="1"/>
                <c:pt idx="0">
                  <c:v>20000.000000</c:v>
                </c:pt>
              </c:numCache>
            </c:numRef>
          </c:val>
        </c:ser>
        <c:ser>
          <c:idx val="2"/>
          <c:order val="2"/>
          <c:tx>
            <c:strRef>
              <c:f>Sheet1!$D$1</c:f>
              <c:strCache>
                <c:ptCount val="1"/>
                <c:pt idx="0">
                  <c:v>Google+</c:v>
                </c:pt>
              </c:strCache>
            </c:strRef>
          </c:tx>
          <c:spPr>
            <a:solidFill>
              <a:srgbClr val="CE4541"/>
            </a:solidFill>
            <a:ln w="9525" cap="flat">
              <a:noFill/>
              <a:round/>
            </a:ln>
            <a:effectLst/>
          </c:spPr>
          <c:invertIfNegative val="0"/>
          <c:dLbls>
            <c:numFmt formatCode="#,##0" sourceLinked="0"/>
            <c:txPr>
              <a:bodyPr/>
              <a:lstStyle/>
              <a:p>
                <a:pPr>
                  <a:defRPr b="0" i="0" strike="noStrike" sz="5000" u="none">
                    <a:solidFill>
                      <a:srgbClr val="FFFFFF"/>
                    </a:solidFill>
                    <a:latin typeface="Raleway Bold"/>
                  </a:defRPr>
                </a:pPr>
              </a:p>
            </c:txPr>
            <c:dLblPos val="outEnd"/>
            <c:showLegendKey val="0"/>
            <c:showVal val="1"/>
            <c:showCatName val="0"/>
            <c:showSerName val="0"/>
            <c:showPercent val="0"/>
            <c:showBubbleSize val="0"/>
            <c:showLeaderLines val="0"/>
          </c:dLbls>
          <c:cat>
            <c:strRef>
              <c:f>Sheet1!$A$2:$A$2</c:f>
              <c:strCache>
                <c:ptCount val="1"/>
                <c:pt idx="0">
                  <c:v>Seguidores</c:v>
                </c:pt>
              </c:strCache>
            </c:strRef>
          </c:cat>
          <c:val>
            <c:numRef>
              <c:f>Sheet1!$D$2:$D$2</c:f>
              <c:numCache>
                <c:ptCount val="1"/>
                <c:pt idx="0">
                  <c:v>30000.000000</c:v>
                </c:pt>
              </c:numCache>
            </c:numRef>
          </c:val>
        </c:ser>
        <c:ser>
          <c:idx val="3"/>
          <c:order val="3"/>
          <c:tx>
            <c:strRef>
              <c:f>Sheet1!$E$1</c:f>
              <c:strCache>
                <c:ptCount val="1"/>
                <c:pt idx="0">
                  <c:v>Instagram</c:v>
                </c:pt>
              </c:strCache>
            </c:strRef>
          </c:tx>
          <c:spPr>
            <a:solidFill>
              <a:srgbClr val="5B82A4"/>
            </a:solidFill>
            <a:ln w="9525" cap="flat">
              <a:noFill/>
              <a:round/>
            </a:ln>
            <a:effectLst/>
          </c:spPr>
          <c:invertIfNegative val="0"/>
          <c:dLbls>
            <c:numFmt formatCode="#,##0" sourceLinked="0"/>
            <c:txPr>
              <a:bodyPr/>
              <a:lstStyle/>
              <a:p>
                <a:pPr>
                  <a:defRPr b="0" i="0" strike="noStrike" sz="5000" u="none">
                    <a:solidFill>
                      <a:srgbClr val="FFFFFF"/>
                    </a:solidFill>
                    <a:latin typeface="Raleway Bold"/>
                  </a:defRPr>
                </a:pPr>
              </a:p>
            </c:txPr>
            <c:dLblPos val="outEnd"/>
            <c:showLegendKey val="0"/>
            <c:showVal val="1"/>
            <c:showCatName val="0"/>
            <c:showSerName val="0"/>
            <c:showPercent val="0"/>
            <c:showBubbleSize val="0"/>
            <c:showLeaderLines val="0"/>
          </c:dLbls>
          <c:cat>
            <c:strRef>
              <c:f>Sheet1!$A$2:$A$2</c:f>
              <c:strCache>
                <c:ptCount val="1"/>
                <c:pt idx="0">
                  <c:v>Seguidores</c:v>
                </c:pt>
              </c:strCache>
            </c:strRef>
          </c:cat>
          <c:val>
            <c:numRef>
              <c:f>Sheet1!$E$2:$E$2</c:f>
              <c:numCache>
                <c:ptCount val="1"/>
                <c:pt idx="0">
                  <c:v>40000.000000</c:v>
                </c:pt>
              </c:numCache>
            </c:numRef>
          </c:val>
        </c:ser>
        <c:gapWidth val="58"/>
        <c:overlap val="0"/>
        <c:axId val="2094734552"/>
        <c:axId val="2094734553"/>
      </c:barChart>
      <c:catAx>
        <c:axId val="2094734552"/>
        <c:scaling>
          <c:orientation val="minMax"/>
        </c:scaling>
        <c:delete val="0"/>
        <c:axPos val="b"/>
        <c:numFmt formatCode="General" sourceLinked="0"/>
        <c:majorTickMark val="none"/>
        <c:minorTickMark val="none"/>
        <c:tickLblPos val="none"/>
        <c:spPr>
          <a:ln w="9525" cap="flat">
            <a:solidFill>
              <a:srgbClr val="B7B7B7"/>
            </a:solidFill>
            <a:prstDash val="solid"/>
            <a:round/>
          </a:ln>
        </c:spPr>
        <c:txPr>
          <a:bodyPr rot="0"/>
          <a:lstStyle/>
          <a:p>
            <a:pPr>
              <a:defRPr b="0" i="0" strike="noStrike" sz="2222" u="none">
                <a:solidFill>
                  <a:srgbClr val="FFFFFF"/>
                </a:solidFill>
                <a:latin typeface="Raleway Bold"/>
              </a:defRPr>
            </a:pPr>
          </a:p>
        </c:txPr>
        <c:crossAx val="2094734553"/>
        <c:crosses val="autoZero"/>
        <c:auto val="1"/>
        <c:lblAlgn val="ctr"/>
        <c:noMultiLvlLbl val="1"/>
      </c:catAx>
      <c:valAx>
        <c:axId val="2094734553"/>
        <c:scaling>
          <c:orientation val="minMax"/>
        </c:scaling>
        <c:delete val="0"/>
        <c:axPos val="l"/>
        <c:numFmt formatCode="#,##0" sourceLinked="0"/>
        <c:majorTickMark val="none"/>
        <c:minorTickMark val="none"/>
        <c:tickLblPos val="none"/>
        <c:spPr>
          <a:ln w="9525" cap="flat">
            <a:noFill/>
            <a:prstDash val="solid"/>
            <a:round/>
          </a:ln>
        </c:spPr>
        <c:txPr>
          <a:bodyPr rot="0"/>
          <a:lstStyle/>
          <a:p>
            <a:pPr>
              <a:defRPr b="0" i="0" strike="noStrike" sz="2222" u="none">
                <a:solidFill>
                  <a:srgbClr val="FFFFFF"/>
                </a:solidFill>
                <a:latin typeface="Raleway Bold"/>
              </a:defRPr>
            </a:pPr>
          </a:p>
        </c:txPr>
        <c:crossAx val="2094734552"/>
        <c:crosses val="autoZero"/>
        <c:crossBetween val="between"/>
        <c:majorUnit val="10000"/>
        <c:minorUnit val="5000"/>
      </c:valAx>
      <c:spPr>
        <a:noFill/>
        <a:ln w="12700" cap="flat">
          <a:noFill/>
          <a:miter lim="400000"/>
        </a:ln>
        <a:effectLst/>
      </c:spPr>
    </c:plotArea>
    <c:plotVisOnly val="1"/>
    <c:dispBlanksAs val="gap"/>
  </c:chart>
  <c:spPr>
    <a:noFill/>
    <a:ln>
      <a:noFill/>
    </a:ln>
    <a:effectLst/>
  </c:sp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15085"/>
          <c:y val="0.0321898"/>
          <c:w val="0.961993"/>
          <c:h val="0.942357"/>
        </c:manualLayout>
      </c:layout>
      <c:barChart>
        <c:barDir val="bar"/>
        <c:grouping val="clustered"/>
        <c:varyColors val="0"/>
        <c:ser>
          <c:idx val="0"/>
          <c:order val="0"/>
          <c:tx>
            <c:strRef>
              <c:f>Sheet1!$B$1</c:f>
              <c:strCache>
                <c:ptCount val="1"/>
                <c:pt idx="0">
                  <c:v>Imagen</c:v>
                </c:pt>
              </c:strCache>
            </c:strRef>
          </c:tx>
          <c:spPr>
            <a:blipFill rotWithShape="1">
              <a:blip r:embed="rId2"/>
              <a:srcRect l="0" t="0" r="0" b="0"/>
              <a:stretch>
                <a:fillRect/>
              </a:stretch>
            </a:blipFill>
            <a:ln w="12700" cap="flat">
              <a:noFill/>
              <a:miter lim="400000"/>
            </a:ln>
            <a:effectLst/>
          </c:spPr>
          <c:invertIfNegative val="0"/>
          <c:pictureOptions>
            <c:pictureFormat val="stretch"/>
          </c:pictureOptions>
          <c:dLbls>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Ref>
              <c:f>Sheet1!$A$2:$A$2</c:f>
              <c:strCache>
                <c:ptCount val="1"/>
                <c:pt idx="0">
                  <c:v>Resultados</c:v>
                </c:pt>
              </c:strCache>
            </c:strRef>
          </c:cat>
          <c:val>
            <c:numRef>
              <c:f>Sheet1!$B$2:$B$2</c:f>
              <c:numCache>
                <c:ptCount val="1"/>
                <c:pt idx="0">
                  <c:v>5.000000</c:v>
                </c:pt>
              </c:numCache>
            </c:numRef>
          </c:val>
        </c:ser>
        <c:ser>
          <c:idx val="1"/>
          <c:order val="1"/>
          <c:tx>
            <c:strRef>
              <c:f>Sheet1!$C$1</c:f>
              <c:strCache>
                <c:ptCount val="1"/>
                <c:pt idx="0">
                  <c:v>Enlace</c:v>
                </c:pt>
              </c:strCache>
            </c:strRef>
          </c:tx>
          <c:spPr>
            <a:blipFill rotWithShape="1">
              <a:blip r:embed="rId3"/>
              <a:srcRect l="0" t="0" r="0" b="0"/>
              <a:stretch>
                <a:fillRect/>
              </a:stretch>
            </a:blipFill>
            <a:ln w="12700" cap="flat">
              <a:noFill/>
              <a:miter lim="400000"/>
            </a:ln>
            <a:effectLst/>
          </c:spPr>
          <c:invertIfNegative val="0"/>
          <c:pictureOptions>
            <c:pictureFormat val="stretch"/>
          </c:pictureOptions>
          <c:dLbls>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Ref>
              <c:f>Sheet1!$A$2:$A$2</c:f>
              <c:strCache>
                <c:ptCount val="1"/>
                <c:pt idx="0">
                  <c:v>Resultados</c:v>
                </c:pt>
              </c:strCache>
            </c:strRef>
          </c:cat>
          <c:val>
            <c:numRef>
              <c:f>Sheet1!$C$2:$C$2</c:f>
              <c:numCache>
                <c:ptCount val="1"/>
                <c:pt idx="0">
                  <c:v>10.000000</c:v>
                </c:pt>
              </c:numCache>
            </c:numRef>
          </c:val>
        </c:ser>
        <c:ser>
          <c:idx val="2"/>
          <c:order val="2"/>
          <c:tx>
            <c:strRef>
              <c:f>Sheet1!$D$1</c:f>
              <c:strCache>
                <c:ptCount val="1"/>
                <c:pt idx="0">
                  <c:v>Video </c:v>
                </c:pt>
              </c:strCache>
            </c:strRef>
          </c:tx>
          <c:spPr>
            <a:blipFill rotWithShape="1">
              <a:blip r:embed="rId4"/>
              <a:srcRect l="0" t="0" r="0" b="0"/>
              <a:stretch>
                <a:fillRect/>
              </a:stretch>
            </a:blipFill>
            <a:ln w="12700" cap="flat">
              <a:noFill/>
              <a:miter lim="400000"/>
            </a:ln>
            <a:effectLst/>
          </c:spPr>
          <c:invertIfNegative val="0"/>
          <c:pictureOptions>
            <c:pictureFormat val="stretch"/>
          </c:pictureOptions>
          <c:dLbls>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Ref>
              <c:f>Sheet1!$A$2:$A$2</c:f>
              <c:strCache>
                <c:ptCount val="1"/>
                <c:pt idx="0">
                  <c:v>Resultados</c:v>
                </c:pt>
              </c:strCache>
            </c:strRef>
          </c:cat>
          <c:val>
            <c:numRef>
              <c:f>Sheet1!$D$2:$D$2</c:f>
              <c:numCache>
                <c:ptCount val="1"/>
                <c:pt idx="0">
                  <c:v>15.000000</c:v>
                </c:pt>
              </c:numCache>
            </c:numRef>
          </c:val>
        </c:ser>
        <c:ser>
          <c:idx val="3"/>
          <c:order val="3"/>
          <c:tx>
            <c:strRef>
              <c:f>Sheet1!$E$1</c:f>
              <c:strCache>
                <c:ptCount val="1"/>
                <c:pt idx="0">
                  <c:v>GIF</c:v>
                </c:pt>
              </c:strCache>
            </c:strRef>
          </c:tx>
          <c:spPr>
            <a:blipFill rotWithShape="1">
              <a:blip r:embed="rId5"/>
              <a:srcRect l="0" t="0" r="0" b="0"/>
              <a:stretch>
                <a:fillRect/>
              </a:stretch>
            </a:blipFill>
            <a:ln w="12700" cap="flat">
              <a:noFill/>
              <a:miter lim="400000"/>
            </a:ln>
            <a:effectLst/>
          </c:spPr>
          <c:invertIfNegative val="0"/>
          <c:pictureOptions>
            <c:pictureFormat val="stretch"/>
          </c:pictureOptions>
          <c:dLbls>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Ref>
              <c:f>Sheet1!$A$2:$A$2</c:f>
              <c:strCache>
                <c:ptCount val="1"/>
                <c:pt idx="0">
                  <c:v>Resultados</c:v>
                </c:pt>
              </c:strCache>
            </c:strRef>
          </c:cat>
          <c:val>
            <c:numRef>
              <c:f>Sheet1!$E$2:$E$2</c:f>
              <c:numCache>
                <c:ptCount val="1"/>
                <c:pt idx="0">
                  <c:v>20.000000</c:v>
                </c:pt>
              </c:numCache>
            </c:numRef>
          </c:val>
        </c:ser>
        <c:ser>
          <c:idx val="4"/>
          <c:order val="4"/>
          <c:tx>
            <c:strRef>
              <c:f>Sheet1!$F$1</c:f>
              <c:strCache>
                <c:ptCount val="1"/>
                <c:pt idx="0">
                  <c:v>Encuesta</c:v>
                </c:pt>
              </c:strCache>
            </c:strRef>
          </c:tx>
          <c:spPr>
            <a:blipFill rotWithShape="1">
              <a:blip r:embed="rId6"/>
              <a:srcRect l="0" t="0" r="0" b="0"/>
              <a:stretch>
                <a:fillRect/>
              </a:stretch>
            </a:blipFill>
            <a:ln w="12700" cap="flat">
              <a:noFill/>
              <a:miter lim="400000"/>
            </a:ln>
            <a:effectLst/>
          </c:spPr>
          <c:invertIfNegative val="0"/>
          <c:pictureOptions>
            <c:pictureFormat val="stretch"/>
          </c:pictureOptions>
          <c:dLbls>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Ref>
              <c:f>Sheet1!$A$2:$A$2</c:f>
              <c:strCache>
                <c:ptCount val="1"/>
                <c:pt idx="0">
                  <c:v>Resultados</c:v>
                </c:pt>
              </c:strCache>
            </c:strRef>
          </c:cat>
          <c:val>
            <c:numRef>
              <c:f>Sheet1!$F$2:$F$2</c:f>
              <c:numCache>
                <c:ptCount val="1"/>
                <c:pt idx="0">
                  <c:v>25.000000</c:v>
                </c:pt>
              </c:numCache>
            </c:numRef>
          </c:val>
        </c:ser>
        <c:ser>
          <c:idx val="5"/>
          <c:order val="5"/>
          <c:tx>
            <c:strRef>
              <c:f>Sheet1!$G$1</c:f>
              <c:strCache>
                <c:ptCount val="1"/>
                <c:pt idx="0">
                  <c:v>Anuncio</c:v>
                </c:pt>
              </c:strCache>
            </c:strRef>
          </c:tx>
          <c:spPr>
            <a:blipFill rotWithShape="1">
              <a:blip r:embed="rId7"/>
              <a:srcRect l="0" t="0" r="0" b="0"/>
              <a:stretch>
                <a:fillRect/>
              </a:stretch>
            </a:blipFill>
            <a:ln w="12700" cap="flat">
              <a:noFill/>
              <a:miter lim="400000"/>
            </a:ln>
            <a:effectLst/>
          </c:spPr>
          <c:invertIfNegative val="0"/>
          <c:pictureOptions>
            <c:pictureFormat val="stretch"/>
          </c:pictureOptions>
          <c:dLbls>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Ref>
              <c:f>Sheet1!$A$2:$A$2</c:f>
              <c:strCache>
                <c:ptCount val="1"/>
                <c:pt idx="0">
                  <c:v>Resultados</c:v>
                </c:pt>
              </c:strCache>
            </c:strRef>
          </c:cat>
          <c:val>
            <c:numRef>
              <c:f>Sheet1!$G$2:$G$2</c:f>
              <c:numCache>
                <c:ptCount val="1"/>
                <c:pt idx="0">
                  <c:v>30.000000</c:v>
                </c:pt>
              </c:numCache>
            </c:numRef>
          </c:val>
        </c:ser>
        <c:gapWidth val="0"/>
        <c:overlap val="-59"/>
        <c:axId val="2094734552"/>
        <c:axId val="2094734553"/>
      </c:barChart>
      <c:catAx>
        <c:axId val="2094734552"/>
        <c:scaling>
          <c:orientation val="maxMin"/>
        </c:scaling>
        <c:delete val="0"/>
        <c:axPos val="l"/>
        <c:numFmt formatCode="General" sourceLinked="0"/>
        <c:majorTickMark val="none"/>
        <c:minorTickMark val="none"/>
        <c:tickLblPos val="none"/>
        <c:spPr>
          <a:ln w="12700" cap="flat">
            <a:noFill/>
            <a:prstDash val="solid"/>
            <a:miter lim="800000"/>
          </a:ln>
        </c:spPr>
        <c:txPr>
          <a:bodyPr rot="0"/>
          <a:lstStyle/>
          <a:p>
            <a:pPr>
              <a:defRPr b="0" i="0" strike="noStrike" sz="1800" u="none">
                <a:solidFill>
                  <a:srgbClr val="000000"/>
                </a:solidFill>
                <a:latin typeface="Calibri"/>
              </a:defRPr>
            </a:pPr>
          </a:p>
        </c:txPr>
        <c:crossAx val="2094734553"/>
        <c:crosses val="autoZero"/>
        <c:auto val="1"/>
        <c:lblAlgn val="ctr"/>
        <c:noMultiLvlLbl val="1"/>
      </c:catAx>
      <c:valAx>
        <c:axId val="2094734553"/>
        <c:scaling>
          <c:orientation val="minMax"/>
        </c:scaling>
        <c:delete val="0"/>
        <c:axPos val="b"/>
        <c:numFmt formatCode="0" sourceLinked="0"/>
        <c:majorTickMark val="none"/>
        <c:minorTickMark val="none"/>
        <c:tickLblPos val="none"/>
        <c:spPr>
          <a:ln w="12700" cap="flat">
            <a:noFill/>
            <a:prstDash val="solid"/>
            <a:miter lim="800000"/>
          </a:ln>
        </c:spPr>
        <c:txPr>
          <a:bodyPr rot="0"/>
          <a:lstStyle/>
          <a:p>
            <a:pPr>
              <a:defRPr b="0" i="0" strike="noStrike" sz="1800" u="none">
                <a:solidFill>
                  <a:srgbClr val="000000"/>
                </a:solidFill>
                <a:latin typeface="Calibri"/>
              </a:defRPr>
            </a:pPr>
          </a:p>
        </c:txPr>
        <c:crossAx val="2094734552"/>
        <c:crosses val="autoZero"/>
        <c:crossBetween val="between"/>
        <c:majorUnit val="7.5"/>
        <c:minorUnit val="3.75"/>
      </c:valAx>
      <c:spPr>
        <a:noFill/>
        <a:ln w="12700" cap="flat">
          <a:noFill/>
          <a:miter lim="400000"/>
        </a:ln>
        <a:effectLst/>
      </c:spPr>
    </c:plotArea>
    <c:plotVisOnly val="1"/>
    <c:dispBlanksAs val="gap"/>
  </c:chart>
  <c:spPr>
    <a:noFill/>
    <a:ln>
      <a:noFill/>
    </a:ln>
    <a:effectLst/>
  </c:sp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1"/>
  <c:roundedCorners val="0"/>
  <c:chart>
    <c:title>
      <c:tx>
        <c:rich>
          <a:bodyPr rot="0"/>
          <a:lstStyle/>
          <a:p>
            <a:pPr>
              <a:defRPr b="0" i="0" strike="noStrike" sz="1800" u="none">
                <a:solidFill>
                  <a:srgbClr val="000000"/>
                </a:solidFill>
                <a:latin typeface="Calibri"/>
              </a:defRPr>
            </a:pPr>
            <a:r>
              <a:rPr b="0" i="0" strike="noStrike" sz="1800" u="none">
                <a:solidFill>
                  <a:srgbClr val="000000"/>
                </a:solidFill>
                <a:latin typeface="Calibri"/>
              </a:rPr>
              <a:t>Resultados</a:t>
            </a:r>
          </a:p>
        </c:rich>
      </c:tx>
      <c:layout>
        <c:manualLayout>
          <c:xMode val="edge"/>
          <c:yMode val="edge"/>
          <c:x val="0.461707"/>
          <c:y val="0"/>
          <c:w val="0.0765852"/>
          <c:h val="0.0304965"/>
        </c:manualLayout>
      </c:layout>
      <c:overlay val="1"/>
      <c:spPr>
        <a:noFill/>
        <a:effectLst/>
      </c:spPr>
    </c:title>
    <c:autoTitleDeleted val="1"/>
    <c:plotArea>
      <c:layout>
        <c:manualLayout>
          <c:layoutTarget val="inner"/>
          <c:xMode val="edge"/>
          <c:yMode val="edge"/>
          <c:x val="0.0148909"/>
          <c:y val="0.0304965"/>
          <c:w val="0.980109"/>
          <c:h val="0.910387"/>
        </c:manualLayout>
      </c:layout>
      <c:barChart>
        <c:barDir val="col"/>
        <c:grouping val="clustered"/>
        <c:varyColors val="0"/>
        <c:ser>
          <c:idx val="0"/>
          <c:order val="0"/>
          <c:tx>
            <c:v>Resultados</c:v>
          </c:tx>
          <c:spPr>
            <a:blipFill rotWithShape="1">
              <a:blip r:embed="rId2"/>
              <a:srcRect l="0" t="0" r="0" b="0"/>
              <a:stretch>
                <a:fillRect/>
              </a:stretch>
            </a:blipFill>
            <a:ln w="12700" cap="flat">
              <a:noFill/>
              <a:miter lim="400000"/>
            </a:ln>
            <a:effectLst/>
          </c:spPr>
          <c:invertIfNegative val="0"/>
          <c:pictureOptions>
            <c:pictureFormat val="stretch"/>
          </c:pictureOptions>
          <c:dPt>
            <c:idx val="0"/>
            <c:spPr>
              <a:blipFill rotWithShape="1">
                <a:blip r:embed="rId2"/>
                <a:srcRect l="0" t="0" r="0" b="0"/>
                <a:stretch>
                  <a:fillRect/>
                </a:stretch>
              </a:blipFill>
              <a:ln w="12700" cap="flat">
                <a:noFill/>
                <a:miter lim="400000"/>
              </a:ln>
              <a:effectLst/>
            </c:spPr>
          </c:dPt>
          <c:dPt>
            <c:idx val="1"/>
            <c:spPr>
              <a:blipFill rotWithShape="1">
                <a:blip r:embed="rId3"/>
                <a:srcRect l="0" t="0" r="0" b="0"/>
                <a:stretch>
                  <a:fillRect/>
                </a:stretch>
              </a:blipFill>
              <a:ln w="12700" cap="flat">
                <a:noFill/>
                <a:miter lim="400000"/>
              </a:ln>
              <a:effectLst/>
            </c:spPr>
          </c:dPt>
          <c:dPt>
            <c:idx val="2"/>
            <c:spPr>
              <a:blipFill rotWithShape="1">
                <a:blip r:embed="rId4"/>
                <a:srcRect l="0" t="0" r="0" b="0"/>
                <a:stretch>
                  <a:fillRect/>
                </a:stretch>
              </a:blipFill>
              <a:ln w="12700" cap="flat">
                <a:noFill/>
                <a:miter lim="400000"/>
              </a:ln>
              <a:effectLst/>
            </c:spPr>
          </c:dPt>
          <c:dPt>
            <c:idx val="3"/>
            <c:spPr>
              <a:blipFill rotWithShape="1">
                <a:blip r:embed="rId5"/>
                <a:srcRect l="0" t="0" r="0" b="0"/>
                <a:stretch>
                  <a:fillRect/>
                </a:stretch>
              </a:blipFill>
              <a:ln w="12700" cap="flat">
                <a:noFill/>
                <a:miter lim="400000"/>
              </a:ln>
              <a:effectLst/>
            </c:spPr>
          </c:dPt>
          <c:dPt>
            <c:idx val="4"/>
            <c:spPr>
              <a:blipFill rotWithShape="1">
                <a:blip r:embed="rId6"/>
                <a:srcRect l="0" t="0" r="0" b="0"/>
                <a:stretch>
                  <a:fillRect/>
                </a:stretch>
              </a:blipFill>
              <a:ln w="12700" cap="flat">
                <a:noFill/>
                <a:miter lim="400000"/>
              </a:ln>
              <a:effectLst/>
            </c:spPr>
          </c:dPt>
          <c:dPt>
            <c:idx val="5"/>
            <c:spPr>
              <a:blipFill rotWithShape="1">
                <a:blip r:embed="rId7"/>
                <a:srcRect l="0" t="0" r="0" b="0"/>
                <a:stretch>
                  <a:fillRect/>
                </a:stretch>
              </a:blipFill>
              <a:ln w="12700" cap="flat">
                <a:noFill/>
                <a:miter lim="400000"/>
              </a:ln>
              <a:effectLst/>
            </c:spPr>
          </c:dPt>
          <c:dLbls>
            <c:dLbl>
              <c:idx val="0"/>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dLbl>
            <c:dLbl>
              <c:idx val="1"/>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dLbl>
            <c:dLbl>
              <c:idx val="2"/>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dLbl>
            <c:dLbl>
              <c:idx val="3"/>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dLbl>
            <c:dLbl>
              <c:idx val="4"/>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dLbl>
            <c:dLbl>
              <c:idx val="5"/>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dLbl>
            <c:numFmt formatCode="0" sourceLinked="0"/>
            <c:txPr>
              <a:bodyPr/>
              <a:lstStyle/>
              <a:p>
                <a:pPr>
                  <a:defRPr b="0" i="0" strike="noStrike" sz="2000" u="none">
                    <a:solidFill>
                      <a:srgbClr val="000000"/>
                    </a:solidFill>
                    <a:latin typeface="Calibri"/>
                  </a:defRPr>
                </a:pPr>
              </a:p>
            </c:txPr>
            <c:dLblPos val="outEnd"/>
            <c:showLegendKey val="0"/>
            <c:showVal val="1"/>
            <c:showCatName val="0"/>
            <c:showSerName val="0"/>
            <c:showPercent val="0"/>
            <c:showBubbleSize val="0"/>
            <c:showLeaderLines val="0"/>
          </c:dLbls>
          <c:cat>
            <c:strLit>
              <c:ptCount val="6"/>
              <c:pt idx="0">
                <c:v>Imagen</c:v>
              </c:pt>
              <c:pt idx="1">
                <c:v>Video</c:v>
              </c:pt>
              <c:pt idx="2">
                <c:v>GIF</c:v>
              </c:pt>
              <c:pt idx="3">
                <c:v>Encuesta</c:v>
              </c:pt>
              <c:pt idx="4">
                <c:v>Enlace</c:v>
              </c:pt>
              <c:pt idx="5">
                <c:v>Anuncio</c:v>
              </c:pt>
            </c:strLit>
          </c:cat>
          <c:val>
            <c:numLit>
              <c:ptCount val="6"/>
              <c:pt idx="0">
                <c:v>5.000000</c:v>
              </c:pt>
              <c:pt idx="1">
                <c:v>10.000000</c:v>
              </c:pt>
              <c:pt idx="2">
                <c:v>15.000000</c:v>
              </c:pt>
              <c:pt idx="3">
                <c:v>20.000000</c:v>
              </c:pt>
              <c:pt idx="4">
                <c:v>25.000000</c:v>
              </c:pt>
              <c:pt idx="5">
                <c:v>30.000000</c:v>
              </c:pt>
            </c:numLit>
          </c:val>
        </c:ser>
        <c:gapWidth val="100"/>
        <c:overlap val="0"/>
        <c:axId val="2094734552"/>
        <c:axId val="2094734553"/>
      </c:barChart>
      <c:catAx>
        <c:axId val="2094734552"/>
        <c:scaling>
          <c:orientation val="minMax"/>
        </c:scaling>
        <c:delete val="0"/>
        <c:axPos val="b"/>
        <c:numFmt formatCode="General" sourceLinked="0"/>
        <c:majorTickMark val="out"/>
        <c:minorTickMark val="none"/>
        <c:tickLblPos val="low"/>
        <c:spPr>
          <a:ln w="12700" cap="flat">
            <a:solidFill>
              <a:srgbClr val="888888"/>
            </a:solidFill>
            <a:prstDash val="solid"/>
            <a:miter lim="800000"/>
          </a:ln>
        </c:spPr>
        <c:txPr>
          <a:bodyPr rot="0"/>
          <a:lstStyle/>
          <a:p>
            <a:pPr>
              <a:defRPr b="0" i="0" strike="noStrike" sz="1800" u="none">
                <a:solidFill>
                  <a:srgbClr val="000000"/>
                </a:solidFill>
                <a:latin typeface="Calibri"/>
              </a:defRPr>
            </a:pPr>
          </a:p>
        </c:txPr>
        <c:crossAx val="2094734553"/>
        <c:crosses val="autoZero"/>
        <c:auto val="1"/>
        <c:lblAlgn val="ctr"/>
        <c:noMultiLvlLbl val="1"/>
      </c:catAx>
      <c:valAx>
        <c:axId val="2094734553"/>
        <c:scaling>
          <c:orientation val="minMax"/>
        </c:scaling>
        <c:delete val="0"/>
        <c:axPos val="l"/>
        <c:numFmt formatCode="0" sourceLinked="0"/>
        <c:majorTickMark val="none"/>
        <c:minorTickMark val="none"/>
        <c:tickLblPos val="none"/>
        <c:spPr>
          <a:ln w="12700" cap="flat">
            <a:noFill/>
            <a:prstDash val="solid"/>
            <a:miter lim="800000"/>
          </a:ln>
        </c:spPr>
        <c:txPr>
          <a:bodyPr rot="0"/>
          <a:lstStyle/>
          <a:p>
            <a:pPr>
              <a:defRPr b="0" i="0" strike="noStrike" sz="1800" u="none">
                <a:solidFill>
                  <a:srgbClr val="000000"/>
                </a:solidFill>
                <a:latin typeface="Calibri"/>
              </a:defRPr>
            </a:pPr>
          </a:p>
        </c:txPr>
        <c:crossAx val="2094734552"/>
        <c:crosses val="autoZero"/>
        <c:crossBetween val="between"/>
        <c:majorUnit val="7.5"/>
        <c:minorUnit val="3.75"/>
      </c:valAx>
      <c:spPr>
        <a:noFill/>
        <a:ln w="12700" cap="flat">
          <a:noFill/>
          <a:miter lim="400000"/>
        </a:ln>
        <a:effectLst/>
      </c:spPr>
    </c:plotArea>
    <c:plotVisOnly val="1"/>
    <c:dispBlanksAs val="gap"/>
  </c:chart>
  <c:spPr>
    <a:noFill/>
    <a:ln>
      <a:noFill/>
    </a:ln>
    <a:effectLst/>
  </c:sp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Ventas</c:v>
                </c:pt>
              </c:strCache>
            </c:strRef>
          </c:tx>
          <c:spPr>
            <a:solidFill>
              <a:srgbClr val="004B75"/>
            </a:solidFill>
            <a:ln w="19050" cap="flat">
              <a:solidFill>
                <a:srgbClr val="FFFFFF"/>
              </a:solidFill>
              <a:prstDash val="solid"/>
              <a:round/>
            </a:ln>
            <a:effectLst/>
          </c:spPr>
          <c:explosion val="0"/>
          <c:dPt>
            <c:idx val="0"/>
            <c:explosion val="0"/>
            <c:spPr>
              <a:solidFill>
                <a:srgbClr val="004B75"/>
              </a:solidFill>
              <a:ln w="19050" cap="flat">
                <a:solidFill>
                  <a:srgbClr val="FFFFFF"/>
                </a:solidFill>
                <a:prstDash val="solid"/>
                <a:round/>
              </a:ln>
              <a:effectLst/>
            </c:spPr>
          </c:dPt>
          <c:dPt>
            <c:idx val="1"/>
            <c:explosion val="0"/>
            <c:spPr>
              <a:solidFill>
                <a:srgbClr val="6388BF"/>
              </a:solidFill>
              <a:ln w="19050" cap="flat">
                <a:solidFill>
                  <a:srgbClr val="FFFFFF"/>
                </a:solidFill>
                <a:prstDash val="solid"/>
                <a:round/>
              </a:ln>
              <a:effectLst/>
            </c:spPr>
          </c:dPt>
          <c:dPt>
            <c:idx val="2"/>
            <c:explosion val="0"/>
            <c:spPr>
              <a:solidFill>
                <a:srgbClr val="82D1F1"/>
              </a:solidFill>
              <a:ln w="19050" cap="flat">
                <a:solidFill>
                  <a:srgbClr val="FFFFFF"/>
                </a:solidFill>
                <a:prstDash val="solid"/>
                <a:round/>
              </a:ln>
              <a:effectLst/>
            </c:spPr>
          </c:dPt>
          <c:dPt>
            <c:idx val="3"/>
            <c:explosion val="0"/>
            <c:spPr>
              <a:solidFill>
                <a:srgbClr val="B3E6F1"/>
              </a:solidFill>
              <a:ln w="19050" cap="flat">
                <a:solidFill>
                  <a:srgbClr val="FFFFFF"/>
                </a:solidFill>
                <a:prstDash val="solid"/>
                <a:round/>
              </a:ln>
              <a:effectLst/>
            </c:spPr>
          </c:dPt>
          <c:dLbls>
            <c:dLbl>
              <c:idx val="0"/>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Mayo</c:v>
                </c:pt>
                <c:pt idx="1">
                  <c:v>Junio</c:v>
                </c:pt>
                <c:pt idx="2">
                  <c:v>Julio</c:v>
                </c:pt>
                <c:pt idx="3">
                  <c:v>Agosto</c:v>
                </c:pt>
              </c:strCache>
            </c:strRef>
          </c:cat>
          <c:val>
            <c:numRef>
              <c:f>Sheet1!$B$2:$E$2</c:f>
              <c:numCache>
                <c:ptCount val="4"/>
                <c:pt idx="0">
                  <c:v>10.000000</c:v>
                </c:pt>
                <c:pt idx="1">
                  <c:v>5.000000</c:v>
                </c:pt>
                <c:pt idx="2">
                  <c:v>3.000000</c:v>
                </c:pt>
                <c:pt idx="3">
                  <c:v>30.000000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Ventas</c:v>
                </c:pt>
              </c:strCache>
            </c:strRef>
          </c:tx>
          <c:spPr>
            <a:solidFill>
              <a:srgbClr val="004B75"/>
            </a:solidFill>
            <a:ln w="19050" cap="flat">
              <a:solidFill>
                <a:srgbClr val="FFFFFF"/>
              </a:solidFill>
              <a:prstDash val="solid"/>
              <a:round/>
            </a:ln>
            <a:effectLst/>
          </c:spPr>
          <c:explosion val="0"/>
          <c:dPt>
            <c:idx val="0"/>
            <c:explosion val="0"/>
            <c:spPr>
              <a:solidFill>
                <a:srgbClr val="004B75"/>
              </a:solidFill>
              <a:ln w="19050" cap="flat">
                <a:solidFill>
                  <a:srgbClr val="FFFFFF"/>
                </a:solidFill>
                <a:prstDash val="solid"/>
                <a:round/>
              </a:ln>
              <a:effectLst/>
            </c:spPr>
          </c:dPt>
          <c:dPt>
            <c:idx val="1"/>
            <c:explosion val="0"/>
            <c:spPr>
              <a:solidFill>
                <a:srgbClr val="6388BF"/>
              </a:solidFill>
              <a:ln w="19050" cap="flat">
                <a:solidFill>
                  <a:srgbClr val="FFFFFF"/>
                </a:solidFill>
                <a:prstDash val="solid"/>
                <a:round/>
              </a:ln>
              <a:effectLst/>
            </c:spPr>
          </c:dPt>
          <c:dPt>
            <c:idx val="2"/>
            <c:explosion val="0"/>
            <c:spPr>
              <a:solidFill>
                <a:srgbClr val="82D1F1"/>
              </a:solidFill>
              <a:ln w="19050" cap="flat">
                <a:solidFill>
                  <a:srgbClr val="FFFFFF"/>
                </a:solidFill>
                <a:prstDash val="solid"/>
                <a:round/>
              </a:ln>
              <a:effectLst/>
            </c:spPr>
          </c:dPt>
          <c:dPt>
            <c:idx val="3"/>
            <c:explosion val="0"/>
            <c:spPr>
              <a:solidFill>
                <a:srgbClr val="B3E6F1"/>
              </a:solidFill>
              <a:ln w="19050" cap="flat">
                <a:solidFill>
                  <a:srgbClr val="FFFFFF"/>
                </a:solidFill>
                <a:prstDash val="solid"/>
                <a:round/>
              </a:ln>
              <a:effectLst/>
            </c:spPr>
          </c:dPt>
          <c:dLbls>
            <c:dLbl>
              <c:idx val="0"/>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Mayo</c:v>
                </c:pt>
                <c:pt idx="1">
                  <c:v>Junio</c:v>
                </c:pt>
                <c:pt idx="2">
                  <c:v>Julio</c:v>
                </c:pt>
                <c:pt idx="3">
                  <c:v>Agosto</c:v>
                </c:pt>
              </c:strCache>
            </c:strRef>
          </c:cat>
          <c:val>
            <c:numRef>
              <c:f>Sheet1!$B$2:$E$2</c:f>
              <c:numCache>
                <c:ptCount val="4"/>
                <c:pt idx="0">
                  <c:v>10.000000</c:v>
                </c:pt>
                <c:pt idx="1">
                  <c:v>5.000000</c:v>
                </c:pt>
                <c:pt idx="2">
                  <c:v>3.000000</c:v>
                </c:pt>
                <c:pt idx="3">
                  <c:v>30.000000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Ventas</c:v>
                </c:pt>
              </c:strCache>
            </c:strRef>
          </c:tx>
          <c:spPr>
            <a:solidFill>
              <a:srgbClr val="004B75"/>
            </a:solidFill>
            <a:ln w="19050" cap="flat">
              <a:solidFill>
                <a:srgbClr val="FFFFFF"/>
              </a:solidFill>
              <a:prstDash val="solid"/>
              <a:round/>
            </a:ln>
            <a:effectLst/>
          </c:spPr>
          <c:explosion val="0"/>
          <c:dPt>
            <c:idx val="0"/>
            <c:explosion val="0"/>
            <c:spPr>
              <a:solidFill>
                <a:srgbClr val="004B75"/>
              </a:solidFill>
              <a:ln w="19050" cap="flat">
                <a:solidFill>
                  <a:srgbClr val="FFFFFF"/>
                </a:solidFill>
                <a:prstDash val="solid"/>
                <a:round/>
              </a:ln>
              <a:effectLst/>
            </c:spPr>
          </c:dPt>
          <c:dPt>
            <c:idx val="1"/>
            <c:explosion val="0"/>
            <c:spPr>
              <a:solidFill>
                <a:srgbClr val="6388BF"/>
              </a:solidFill>
              <a:ln w="19050" cap="flat">
                <a:solidFill>
                  <a:srgbClr val="FFFFFF"/>
                </a:solidFill>
                <a:prstDash val="solid"/>
                <a:round/>
              </a:ln>
              <a:effectLst/>
            </c:spPr>
          </c:dPt>
          <c:dPt>
            <c:idx val="2"/>
            <c:explosion val="0"/>
            <c:spPr>
              <a:solidFill>
                <a:srgbClr val="82D1F1"/>
              </a:solidFill>
              <a:ln w="19050" cap="flat">
                <a:solidFill>
                  <a:srgbClr val="FFFFFF"/>
                </a:solidFill>
                <a:prstDash val="solid"/>
                <a:round/>
              </a:ln>
              <a:effectLst/>
            </c:spPr>
          </c:dPt>
          <c:dPt>
            <c:idx val="3"/>
            <c:explosion val="0"/>
            <c:spPr>
              <a:solidFill>
                <a:srgbClr val="B3E6F1"/>
              </a:solidFill>
              <a:ln w="19050" cap="flat">
                <a:solidFill>
                  <a:srgbClr val="FFFFFF"/>
                </a:solidFill>
                <a:prstDash val="solid"/>
                <a:round/>
              </a:ln>
              <a:effectLst/>
            </c:spPr>
          </c:dPt>
          <c:dLbls>
            <c:dLbl>
              <c:idx val="0"/>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Enero</c:v>
                </c:pt>
                <c:pt idx="1">
                  <c:v>Febrero</c:v>
                </c:pt>
                <c:pt idx="2">
                  <c:v>Marzo</c:v>
                </c:pt>
                <c:pt idx="3">
                  <c:v>Abril</c:v>
                </c:pt>
              </c:strCache>
            </c:strRef>
          </c:cat>
          <c:val>
            <c:numRef>
              <c:f>Sheet1!$B$2:$E$2</c:f>
              <c:numCache>
                <c:ptCount val="4"/>
                <c:pt idx="0">
                  <c:v>2.000000</c:v>
                </c:pt>
                <c:pt idx="1">
                  <c:v>5.000000</c:v>
                </c:pt>
                <c:pt idx="2">
                  <c:v>10.000000</c:v>
                </c:pt>
                <c:pt idx="3">
                  <c:v>30.000000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Ventas</c:v>
                </c:pt>
              </c:strCache>
            </c:strRef>
          </c:tx>
          <c:spPr>
            <a:solidFill>
              <a:srgbClr val="004B75"/>
            </a:solidFill>
            <a:ln w="19050" cap="flat">
              <a:solidFill>
                <a:srgbClr val="FFFFFF"/>
              </a:solidFill>
              <a:prstDash val="solid"/>
              <a:round/>
            </a:ln>
            <a:effectLst/>
          </c:spPr>
          <c:explosion val="0"/>
          <c:dPt>
            <c:idx val="0"/>
            <c:explosion val="0"/>
            <c:spPr>
              <a:solidFill>
                <a:srgbClr val="004B75"/>
              </a:solidFill>
              <a:ln w="19050" cap="flat">
                <a:solidFill>
                  <a:srgbClr val="FFFFFF"/>
                </a:solidFill>
                <a:prstDash val="solid"/>
                <a:round/>
              </a:ln>
              <a:effectLst/>
            </c:spPr>
          </c:dPt>
          <c:dPt>
            <c:idx val="1"/>
            <c:explosion val="0"/>
            <c:spPr>
              <a:solidFill>
                <a:srgbClr val="6388BF"/>
              </a:solidFill>
              <a:ln w="19050" cap="flat">
                <a:solidFill>
                  <a:srgbClr val="FFFFFF"/>
                </a:solidFill>
                <a:prstDash val="solid"/>
                <a:round/>
              </a:ln>
              <a:effectLst/>
            </c:spPr>
          </c:dPt>
          <c:dPt>
            <c:idx val="2"/>
            <c:explosion val="0"/>
            <c:spPr>
              <a:solidFill>
                <a:srgbClr val="82D1F1"/>
              </a:solidFill>
              <a:ln w="19050" cap="flat">
                <a:solidFill>
                  <a:srgbClr val="FFFFFF"/>
                </a:solidFill>
                <a:prstDash val="solid"/>
                <a:round/>
              </a:ln>
              <a:effectLst/>
            </c:spPr>
          </c:dPt>
          <c:dPt>
            <c:idx val="3"/>
            <c:explosion val="0"/>
            <c:spPr>
              <a:solidFill>
                <a:srgbClr val="B3E6F1"/>
              </a:solidFill>
              <a:ln w="19050" cap="flat">
                <a:solidFill>
                  <a:srgbClr val="FFFFFF"/>
                </a:solidFill>
                <a:prstDash val="solid"/>
                <a:round/>
              </a:ln>
              <a:effectLst/>
            </c:spPr>
          </c:dPt>
          <c:dLbls>
            <c:dLbl>
              <c:idx val="0"/>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Enero</c:v>
                </c:pt>
                <c:pt idx="1">
                  <c:v>Febrero</c:v>
                </c:pt>
                <c:pt idx="2">
                  <c:v>Marzo</c:v>
                </c:pt>
                <c:pt idx="3">
                  <c:v>Abril</c:v>
                </c:pt>
              </c:strCache>
            </c:strRef>
          </c:cat>
          <c:val>
            <c:numRef>
              <c:f>Sheet1!$B$2:$E$2</c:f>
              <c:numCache>
                <c:ptCount val="4"/>
                <c:pt idx="0">
                  <c:v>2.000000</c:v>
                </c:pt>
                <c:pt idx="1">
                  <c:v>5.000000</c:v>
                </c:pt>
                <c:pt idx="2">
                  <c:v>10.000000</c:v>
                </c:pt>
                <c:pt idx="3">
                  <c:v>30.000000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404935"/>
          <c:y val="0.0404935"/>
          <c:w val="0.919013"/>
          <c:h val="0.906513"/>
        </c:manualLayout>
      </c:layout>
      <c:pieChart>
        <c:varyColors val="0"/>
        <c:ser>
          <c:idx val="0"/>
          <c:order val="0"/>
          <c:tx>
            <c:strRef>
              <c:f>Sheet1!$A$2</c:f>
              <c:strCache>
                <c:ptCount val="1"/>
                <c:pt idx="0">
                  <c:v>Ventas</c:v>
                </c:pt>
              </c:strCache>
            </c:strRef>
          </c:tx>
          <c:spPr>
            <a:solidFill>
              <a:srgbClr val="B3E6F1"/>
            </a:solidFill>
            <a:ln w="12700" cap="flat">
              <a:noFill/>
              <a:miter lim="400000"/>
            </a:ln>
            <a:effectLst>
              <a:outerShdw sx="100000" sy="100000" kx="0" ky="0" algn="tl" rotWithShape="1" blurRad="63500" dist="19050" dir="5400000">
                <a:srgbClr val="000000">
                  <a:alpha val="63000"/>
                </a:srgbClr>
              </a:outerShdw>
            </a:effectLst>
          </c:spPr>
          <c:explosion val="0"/>
          <c:dPt>
            <c:idx val="0"/>
            <c:explosion val="0"/>
            <c:spPr>
              <a:solidFill>
                <a:srgbClr val="B3E6F1"/>
              </a:solidFill>
              <a:ln w="12700" cap="flat">
                <a:noFill/>
                <a:miter lim="400000"/>
              </a:ln>
              <a:effectLst>
                <a:outerShdw sx="100000" sy="100000" kx="0" ky="0" algn="tl" rotWithShape="1" blurRad="63500" dist="19050" dir="5400000">
                  <a:srgbClr val="000000">
                    <a:alpha val="63000"/>
                  </a:srgbClr>
                </a:outerShdw>
              </a:effectLst>
            </c:spPr>
          </c:dPt>
          <c:dPt>
            <c:idx val="1"/>
            <c:explosion val="0"/>
            <c:spPr>
              <a:solidFill>
                <a:srgbClr val="82D1F1"/>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0C3D2"/>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3BC7E2"/>
              </a:solidFill>
              <a:ln w="12700" cap="flat">
                <a:noFill/>
                <a:miter lim="400000"/>
              </a:ln>
              <a:effectLst>
                <a:outerShdw sx="100000" sy="100000" kx="0" ky="0" algn="tl" rotWithShape="1" blurRad="38100" dist="23000" dir="5400000">
                  <a:srgbClr val="000000">
                    <a:alpha val="35000"/>
                  </a:srgbClr>
                </a:outerShdw>
              </a:effectLst>
            </c:spPr>
          </c:dPt>
          <c:dPt>
            <c:idx val="4"/>
            <c:explosion val="0"/>
            <c:spPr>
              <a:solidFill>
                <a:srgbClr val="6388BF"/>
              </a:solidFill>
              <a:ln w="12700" cap="flat">
                <a:noFill/>
                <a:miter lim="400000"/>
              </a:ln>
              <a:effectLst>
                <a:outerShdw sx="100000" sy="100000" kx="0" ky="0" algn="tl" rotWithShape="1" blurRad="38100" dist="23000" dir="5400000">
                  <a:srgbClr val="000000">
                    <a:alpha val="35000"/>
                  </a:srgbClr>
                </a:outerShdw>
              </a:effectLst>
            </c:spPr>
          </c:dPt>
          <c:dPt>
            <c:idx val="5"/>
            <c:explosion val="0"/>
            <c:spPr>
              <a:gradFill flip="none" rotWithShape="1">
                <a:gsLst>
                  <a:gs pos="0">
                    <a:srgbClr val="1C2F3F"/>
                  </a:gs>
                  <a:gs pos="80000">
                    <a:srgbClr val="253D53"/>
                  </a:gs>
                  <a:gs pos="100000">
                    <a:srgbClr val="253E54"/>
                  </a:gs>
                </a:gsLst>
                <a:lin ang="16200000" scaled="0"/>
              </a:gradFill>
              <a:ln w="12700" cap="flat">
                <a:noFill/>
                <a:miter lim="400000"/>
              </a:ln>
              <a:effectLst>
                <a:outerShdw sx="100000" sy="100000" kx="0" ky="0" algn="tl" rotWithShape="1" blurRad="38100" dist="23000" dir="5400000">
                  <a:srgbClr val="000000">
                    <a:alpha val="35000"/>
                  </a:srgbClr>
                </a:outerShdw>
              </a:effectLst>
            </c:spPr>
          </c:dPt>
          <c:dPt>
            <c:idx val="6"/>
            <c:explosion val="0"/>
            <c:spPr>
              <a:noFill/>
              <a:ln w="12700" cap="flat">
                <a:noFill/>
                <a:miter lim="400000"/>
              </a:ln>
              <a:effectLst/>
            </c:spPr>
          </c:dPt>
          <c:dLbls>
            <c:dLbl>
              <c:idx val="0"/>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dLbl>
            <c:dLbl>
              <c:idx val="1"/>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dLbl>
            <c:dLbl>
              <c:idx val="2"/>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dLbl>
            <c:dLbl>
              <c:idx val="3"/>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dLbl>
            <c:dLbl>
              <c:idx val="4"/>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dLbl>
            <c:dLbl>
              <c:idx val="5"/>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dLbl>
            <c:dLbl>
              <c:idx val="6"/>
              <c:numFmt formatCode="0" sourceLinked="0"/>
              <c:txPr>
                <a:bodyPr/>
                <a:lstStyle/>
                <a:p>
                  <a:pPr>
                    <a:defRPr b="0" i="0" strike="noStrike" sz="1800" u="none">
                      <a:solidFill>
                        <a:srgbClr val="FFFFFF"/>
                      </a:solidFill>
                      <a:latin typeface="Calibri"/>
                    </a:defRPr>
                  </a:pPr>
                </a:p>
              </c:txPr>
              <c:dLblPos val="inEnd"/>
              <c:showLegendKey val="0"/>
              <c:showVal val="0"/>
              <c:showCatName val="1"/>
              <c:showSerName val="0"/>
              <c:showPercent val="0"/>
              <c:showBubbleSize val="0"/>
            </c:dLbl>
            <c:numFmt formatCode="0" sourceLinked="0"/>
            <c:txPr>
              <a:bodyPr/>
              <a:lstStyle/>
              <a:p>
                <a:pPr>
                  <a:defRPr b="1" i="0" strike="noStrike" sz="1800" u="none">
                    <a:solidFill>
                      <a:srgbClr val="FFFFFF"/>
                    </a:solidFill>
                    <a:latin typeface="Calibri"/>
                  </a:defRPr>
                </a:pPr>
              </a:p>
            </c:txPr>
            <c:dLblPos val="inEnd"/>
            <c:showLegendKey val="0"/>
            <c:showVal val="1"/>
            <c:showCatName val="1"/>
            <c:showSerName val="0"/>
            <c:showPercent val="0"/>
            <c:showBubbleSize val="0"/>
            <c:showLeaderLines val="0"/>
          </c:dLbls>
          <c:cat>
            <c:strRef>
              <c:f>Sheet1!$B$1:$H$1</c:f>
              <c:strCache>
                <c:ptCount val="7"/>
                <c:pt idx="0">
                  <c:v>Facebook</c:v>
                </c:pt>
                <c:pt idx="1">
                  <c:v>Twitter</c:v>
                </c:pt>
                <c:pt idx="2">
                  <c:v>Instagram</c:v>
                </c:pt>
                <c:pt idx="3">
                  <c:v>Snapchat</c:v>
                </c:pt>
                <c:pt idx="4">
                  <c:v>G+</c:v>
                </c:pt>
                <c:pt idx="5">
                  <c:v>Youtube</c:v>
                </c:pt>
                <c:pt idx="6">
                  <c:v>Pon la suma de los valores anteriores</c:v>
                </c:pt>
              </c:strCache>
            </c:strRef>
          </c:cat>
          <c:val>
            <c:numRef>
              <c:f>Sheet1!$B$2:$H$2</c:f>
              <c:numCache>
                <c:ptCount val="7"/>
                <c:pt idx="0">
                  <c:v>25.000000</c:v>
                </c:pt>
                <c:pt idx="1">
                  <c:v>50.000000</c:v>
                </c:pt>
                <c:pt idx="2">
                  <c:v>75.000000</c:v>
                </c:pt>
                <c:pt idx="3">
                  <c:v>150.000000</c:v>
                </c:pt>
                <c:pt idx="4">
                  <c:v>100.000000</c:v>
                </c:pt>
                <c:pt idx="5">
                  <c:v>100.000000</c:v>
                </c:pt>
                <c:pt idx="6">
                  <c:v>500.000000</c:v>
                </c:pt>
              </c:numCache>
            </c:numRef>
          </c:val>
        </c:ser>
        <c:firstSliceAng val="27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46C1A4"/>
            </a:solidFill>
            <a:ln w="12700" cap="flat">
              <a:noFill/>
              <a:miter lim="400000"/>
            </a:ln>
            <a:effectLst/>
          </c:spPr>
          <c:explosion val="0"/>
          <c:dPt>
            <c:idx val="0"/>
            <c:explosion val="0"/>
            <c:spPr>
              <a:solidFill>
                <a:srgbClr val="46C1A4"/>
              </a:solidFill>
              <a:ln w="12700" cap="flat">
                <a:noFill/>
                <a:miter lim="400000"/>
              </a:ln>
              <a:effectLst/>
            </c:spPr>
          </c:dPt>
          <c:dPt>
            <c:idx val="1"/>
            <c:explosion val="0"/>
            <c:spPr>
              <a:solidFill>
                <a:srgbClr val="D9D9D9"/>
              </a:solidFill>
              <a:ln w="12700" cap="flat">
                <a:noFill/>
                <a:miter lim="400000"/>
              </a:ln>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Sheet1!$B$1:$C$1</c:f>
              <c:strCache>
                <c:ptCount val="2"/>
                <c:pt idx="0">
                  <c:v>1st Qtr</c:v>
                </c:pt>
                <c:pt idx="1">
                  <c:v>2nd Qtr</c:v>
                </c:pt>
              </c:strCache>
            </c:strRef>
          </c:cat>
          <c:val>
            <c:numRef>
              <c:f>Sheet1!$B$2:$C$2</c:f>
              <c:numCache>
                <c:ptCount val="2"/>
                <c:pt idx="0">
                  <c:v>6.000000</c:v>
                </c:pt>
                <c:pt idx="1">
                  <c:v>4.000000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B9D532"/>
            </a:solidFill>
            <a:ln w="12700" cap="flat">
              <a:noFill/>
              <a:miter lim="400000"/>
            </a:ln>
            <a:effectLst/>
          </c:spPr>
          <c:explosion val="0"/>
          <c:dPt>
            <c:idx val="0"/>
            <c:explosion val="0"/>
            <c:spPr>
              <a:solidFill>
                <a:srgbClr val="B9D532"/>
              </a:solidFill>
              <a:ln w="12700" cap="flat">
                <a:noFill/>
                <a:miter lim="400000"/>
              </a:ln>
              <a:effectLst/>
            </c:spPr>
          </c:dPt>
          <c:dPt>
            <c:idx val="1"/>
            <c:explosion val="0"/>
            <c:spPr>
              <a:solidFill>
                <a:srgbClr val="D9D9D9"/>
              </a:solidFill>
              <a:ln w="12700" cap="flat">
                <a:noFill/>
                <a:miter lim="400000"/>
              </a:ln>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Sheet1!$B$1:$C$1</c:f>
              <c:strCache>
                <c:ptCount val="2"/>
                <c:pt idx="0">
                  <c:v>1st Qtr</c:v>
                </c:pt>
                <c:pt idx="1">
                  <c:v>2nd Qtr</c:v>
                </c:pt>
              </c:strCache>
            </c:strRef>
          </c:cat>
          <c:val>
            <c:numRef>
              <c:f>Sheet1!$B$2:$C$2</c:f>
              <c:numCache>
                <c:ptCount val="2"/>
                <c:pt idx="0">
                  <c:v>8.000000</c:v>
                </c:pt>
                <c:pt idx="1">
                  <c:v>3.200000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004B75"/>
            </a:solidFill>
            <a:ln w="12700" cap="flat">
              <a:noFill/>
              <a:miter lim="400000"/>
            </a:ln>
            <a:effectLst/>
          </c:spPr>
          <c:explosion val="0"/>
          <c:dPt>
            <c:idx val="0"/>
            <c:explosion val="0"/>
            <c:spPr>
              <a:solidFill>
                <a:srgbClr val="004B75"/>
              </a:solidFill>
              <a:ln w="12700" cap="flat">
                <a:noFill/>
                <a:miter lim="400000"/>
              </a:ln>
              <a:effectLst/>
            </c:spPr>
          </c:dPt>
          <c:dPt>
            <c:idx val="1"/>
            <c:explosion val="0"/>
            <c:spPr>
              <a:solidFill>
                <a:srgbClr val="82D1F1"/>
              </a:solidFill>
              <a:ln w="12700" cap="flat">
                <a:noFill/>
                <a:miter lim="400000"/>
              </a:ln>
              <a:effectLst/>
            </c:spPr>
          </c:dPt>
          <c:dPt>
            <c:idx val="2"/>
            <c:explosion val="0"/>
            <c:spPr>
              <a:solidFill>
                <a:srgbClr val="B3E6F1"/>
              </a:solidFill>
              <a:ln w="12700" cap="flat">
                <a:noFill/>
                <a:miter lim="400000"/>
              </a:ln>
              <a:effectLst/>
            </c:spPr>
          </c:dPt>
          <c:dPt>
            <c:idx val="3"/>
            <c:explosion val="0"/>
            <c:spPr>
              <a:solidFill>
                <a:srgbClr val="6388BF"/>
              </a:solidFill>
              <a:ln w="12700" cap="flat">
                <a:noFill/>
                <a:miter lim="400000"/>
              </a:ln>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1st Qtr</c:v>
                </c:pt>
                <c:pt idx="1">
                  <c:v>2nd Qtr</c:v>
                </c:pt>
                <c:pt idx="2">
                  <c:v>3rd Qtr</c:v>
                </c:pt>
                <c:pt idx="3">
                  <c:v>4th Qtr</c:v>
                </c:pt>
              </c:strCache>
            </c:strRef>
          </c:cat>
          <c:val>
            <c:numRef>
              <c:f>Sheet1!$B$2:$E$2</c:f>
              <c:numCache>
                <c:ptCount val="4"/>
                <c:pt idx="0">
                  <c:v>8.200000</c:v>
                </c:pt>
                <c:pt idx="1">
                  <c:v>3.200000</c:v>
                </c:pt>
                <c:pt idx="2">
                  <c:v>1.400000</c:v>
                </c:pt>
                <c:pt idx="3">
                  <c:v>1.200000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725085"/>
          <c:y val="0.166667"/>
          <c:w val="0.899718"/>
          <c:h val="0.751898"/>
        </c:manualLayout>
      </c:layout>
      <c:areaChart>
        <c:grouping val="stacked"/>
        <c:varyColors val="0"/>
        <c:ser>
          <c:idx val="0"/>
          <c:order val="0"/>
          <c:tx>
            <c:strRef>
              <c:f>Sheet1!$A$2</c:f>
              <c:strCache>
                <c:ptCount val="1"/>
                <c:pt idx="0">
                  <c:v>Título</c:v>
                </c:pt>
              </c:strCache>
            </c:strRef>
          </c:tx>
          <c:spPr>
            <a:solidFill>
              <a:srgbClr val="397ECA"/>
            </a:solidFill>
            <a:ln w="76200" cap="flat">
              <a:noFill/>
              <a:miter lim="400000"/>
            </a:ln>
            <a:effectLst/>
          </c:spPr>
          <c:dLbls>
            <c:numFmt formatCode="General" sourceLinked="0"/>
            <c:txPr>
              <a:bodyPr/>
              <a:lstStyle/>
              <a:p>
                <a:pPr>
                  <a:defRPr b="0" i="0" strike="noStrike" sz="2400" u="none">
                    <a:solidFill>
                      <a:srgbClr val="000000"/>
                    </a:solidFill>
                    <a:effectLst>
                      <a:outerShdw sx="100000" sy="100000" kx="0" ky="0" algn="tl" rotWithShape="1" blurRad="190500" dist="25400" dir="5400000">
                        <a:srgbClr val="000000">
                          <a:alpha val="50000"/>
                        </a:srgbClr>
                      </a:outerShdw>
                    </a:effectLst>
                    <a:latin typeface="Helvetica"/>
                  </a:defRPr>
                </a:pPr>
              </a:p>
            </c:txPr>
            <c:showLegendKey val="0"/>
            <c:showVal val="0"/>
            <c:showCatName val="0"/>
            <c:showSerName val="0"/>
            <c:showPercent val="0"/>
            <c:showBubbleSize val="0"/>
            <c:showLeaderLines val="0"/>
          </c:dLbls>
          <c:cat>
            <c:strRef>
              <c:f>Sheet1!$B$1:$E$1</c:f>
              <c:strCache>
                <c:ptCount val="4"/>
                <c:pt idx="0">
                  <c:v>2007</c:v>
                </c:pt>
                <c:pt idx="1">
                  <c:v>2008</c:v>
                </c:pt>
                <c:pt idx="2">
                  <c:v>2009</c:v>
                </c:pt>
                <c:pt idx="3">
                  <c:v>2010</c:v>
                </c:pt>
              </c:strCache>
            </c:strRef>
          </c:cat>
          <c:val>
            <c:numRef>
              <c:f>Sheet1!$B$2:$E$2</c:f>
              <c:numCache>
                <c:ptCount val="4"/>
                <c:pt idx="0">
                  <c:v>27.000000</c:v>
                </c:pt>
                <c:pt idx="1">
                  <c:v>36.000000</c:v>
                </c:pt>
                <c:pt idx="2">
                  <c:v>63.000000</c:v>
                </c:pt>
                <c:pt idx="3">
                  <c:v>143.000000</c:v>
                </c:pt>
              </c:numCache>
            </c:numRef>
          </c:val>
        </c:ser>
        <c:ser>
          <c:idx val="1"/>
          <c:order val="1"/>
          <c:tx>
            <c:strRef>
              <c:f>Sheet1!$A$3</c:f>
              <c:strCache>
                <c:ptCount val="1"/>
                <c:pt idx="0">
                  <c:v>Título</c:v>
                </c:pt>
              </c:strCache>
            </c:strRef>
          </c:tx>
          <c:spPr>
            <a:solidFill>
              <a:srgbClr val="144973"/>
            </a:solidFill>
            <a:ln w="76200" cap="flat">
              <a:noFill/>
              <a:miter lim="400000"/>
            </a:ln>
            <a:effectLst/>
          </c:spPr>
          <c:dLbls>
            <c:numFmt formatCode="General" sourceLinked="0"/>
            <c:txPr>
              <a:bodyPr/>
              <a:lstStyle/>
              <a:p>
                <a:pPr>
                  <a:defRPr b="0" i="0" strike="noStrike" sz="2400" u="none">
                    <a:solidFill>
                      <a:srgbClr val="000000"/>
                    </a:solidFill>
                    <a:effectLst>
                      <a:outerShdw sx="100000" sy="100000" kx="0" ky="0" algn="tl" rotWithShape="1" blurRad="190500" dist="25400" dir="5400000">
                        <a:srgbClr val="000000">
                          <a:alpha val="50000"/>
                        </a:srgbClr>
                      </a:outerShdw>
                    </a:effectLst>
                    <a:latin typeface="Helvetica"/>
                  </a:defRPr>
                </a:pPr>
              </a:p>
            </c:txPr>
            <c:showLegendKey val="0"/>
            <c:showVal val="0"/>
            <c:showCatName val="0"/>
            <c:showSerName val="0"/>
            <c:showPercent val="0"/>
            <c:showBubbleSize val="0"/>
            <c:showLeaderLines val="0"/>
          </c:dLbls>
          <c:cat>
            <c:strRef>
              <c:f>Sheet1!$B$1:$E$1</c:f>
              <c:strCache>
                <c:ptCount val="4"/>
                <c:pt idx="0">
                  <c:v>2007</c:v>
                </c:pt>
                <c:pt idx="1">
                  <c:v>2008</c:v>
                </c:pt>
                <c:pt idx="2">
                  <c:v>2009</c:v>
                </c:pt>
                <c:pt idx="3">
                  <c:v>2010</c:v>
                </c:pt>
              </c:strCache>
            </c:strRef>
          </c:cat>
          <c:val>
            <c:numRef>
              <c:f>Sheet1!$B$3:$E$3</c:f>
              <c:numCache>
                <c:ptCount val="4"/>
                <c:pt idx="0">
                  <c:v>55.000000</c:v>
                </c:pt>
                <c:pt idx="1">
                  <c:v>43.000000</c:v>
                </c:pt>
                <c:pt idx="2">
                  <c:v>80.000000</c:v>
                </c:pt>
                <c:pt idx="3">
                  <c:v>48.000000</c:v>
                </c:pt>
              </c:numCache>
            </c:numRef>
          </c:val>
        </c:ser>
        <c:axId val="2094734552"/>
        <c:axId val="2094734553"/>
      </c:areaChart>
      <c:catAx>
        <c:axId val="2094734552"/>
        <c:scaling>
          <c:orientation val="minMax"/>
        </c:scaling>
        <c:delete val="0"/>
        <c:axPos val="b"/>
        <c:numFmt formatCode="General" sourceLinked="0"/>
        <c:majorTickMark val="none"/>
        <c:minorTickMark val="none"/>
        <c:tickLblPos val="low"/>
        <c:spPr>
          <a:ln w="12700" cap="flat">
            <a:solidFill>
              <a:srgbClr val="000000"/>
            </a:solidFill>
            <a:prstDash val="solid"/>
            <a:miter lim="400000"/>
          </a:ln>
        </c:spPr>
        <c:txPr>
          <a:bodyPr rot="0"/>
          <a:lstStyle/>
          <a:p>
            <a:pPr>
              <a:defRPr b="0" i="0" strike="noStrike" sz="2400" u="none">
                <a:solidFill>
                  <a:srgbClr val="000000"/>
                </a:solidFill>
                <a:latin typeface="Helvetica"/>
              </a:defRPr>
            </a:pPr>
          </a:p>
        </c:txPr>
        <c:crossAx val="2094734553"/>
        <c:crosses val="autoZero"/>
        <c:auto val="1"/>
        <c:lblAlgn val="ctr"/>
        <c:noMultiLvlLbl val="1"/>
      </c:catAx>
      <c:valAx>
        <c:axId val="2094734553"/>
        <c:scaling>
          <c:orientation val="minMax"/>
        </c:scaling>
        <c:delete val="0"/>
        <c:axPos val="l"/>
        <c:majorGridlines>
          <c:spPr>
            <a:ln w="12700" cap="flat">
              <a:solidFill>
                <a:srgbClr val="D6D6D6"/>
              </a:solidFill>
              <a:prstDash val="solid"/>
              <a:miter lim="400000"/>
            </a:ln>
          </c:spPr>
        </c:majorGridlines>
        <c:numFmt formatCode="General" sourceLinked="0"/>
        <c:majorTickMark val="none"/>
        <c:minorTickMark val="none"/>
        <c:tickLblPos val="nextTo"/>
        <c:spPr>
          <a:ln w="12700" cap="flat">
            <a:noFill/>
            <a:prstDash val="solid"/>
            <a:miter lim="400000"/>
          </a:ln>
        </c:spPr>
        <c:txPr>
          <a:bodyPr rot="0"/>
          <a:lstStyle/>
          <a:p>
            <a:pPr>
              <a:defRPr b="0" i="0" strike="noStrike" sz="2400" u="none">
                <a:solidFill>
                  <a:srgbClr val="000000"/>
                </a:solidFill>
                <a:latin typeface="Helvetica"/>
              </a:defRPr>
            </a:pPr>
          </a:p>
        </c:txPr>
        <c:crossAx val="2094734552"/>
        <c:crosses val="autoZero"/>
        <c:crossBetween val="midCat"/>
        <c:majorUnit val="50"/>
        <c:minorUnit val="25"/>
      </c:valAx>
      <c:spPr>
        <a:noFill/>
        <a:ln w="12700" cap="flat">
          <a:noFill/>
          <a:miter lim="400000"/>
        </a:ln>
        <a:effectLst/>
      </c:spPr>
    </c:plotArea>
    <c:legend>
      <c:legendPos val="t"/>
      <c:layout>
        <c:manualLayout>
          <c:xMode val="edge"/>
          <c:yMode val="edge"/>
          <c:x val="0"/>
          <c:y val="0"/>
          <c:w val="0.975291"/>
          <c:h val="0.0756108"/>
        </c:manualLayout>
      </c:layout>
      <c:overlay val="1"/>
      <c:spPr>
        <a:noFill/>
        <a:ln w="12700" cap="flat">
          <a:noFill/>
          <a:miter lim="400000"/>
        </a:ln>
        <a:effectLst/>
      </c:spPr>
      <c:txPr>
        <a:bodyPr rot="0"/>
        <a:lstStyle/>
        <a:p>
          <a:pPr>
            <a:defRPr b="0" i="0" strike="noStrike" sz="2400" u="none">
              <a:solidFill>
                <a:srgbClr val="000000"/>
              </a:solidFill>
              <a:latin typeface="Helvetica"/>
            </a:defRPr>
          </a:pPr>
        </a:p>
      </c:txPr>
    </c:legend>
    <c:plotVisOnly val="1"/>
    <c:dispBlanksAs val="gap"/>
  </c:chart>
  <c:spPr>
    <a:noFill/>
    <a:ln>
      <a:noFill/>
    </a:ln>
    <a:effectLst/>
  </c:sp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349858"/>
          <c:y val="0.147459"/>
          <c:w val="0.960014"/>
          <c:h val="0.783491"/>
        </c:manualLayout>
      </c:layout>
      <c:barChart>
        <c:barDir val="col"/>
        <c:grouping val="stacked"/>
        <c:varyColors val="0"/>
        <c:ser>
          <c:idx val="0"/>
          <c:order val="0"/>
          <c:tx>
            <c:strRef>
              <c:f>Sheet1!$A$2</c:f>
              <c:strCache>
                <c:ptCount val="1"/>
                <c:pt idx="0">
                  <c:v>Título</c:v>
                </c:pt>
              </c:strCache>
            </c:strRef>
          </c:tx>
          <c:spPr>
            <a:solidFill>
              <a:srgbClr val="144973"/>
            </a:solidFill>
            <a:ln w="12700" cap="flat">
              <a:noFill/>
              <a:miter lim="400000"/>
            </a:ln>
            <a:effectLst/>
          </c:spPr>
          <c:invertIfNegative val="0"/>
          <c:dLbls>
            <c:numFmt formatCode="General" sourceLinked="0"/>
            <c:txPr>
              <a:bodyPr/>
              <a:lstStyle/>
              <a:p>
                <a:pPr>
                  <a:defRPr b="1" i="0" strike="noStrike" sz="2400" u="none">
                    <a:solidFill>
                      <a:srgbClr val="FFFFFF"/>
                    </a:solidFill>
                    <a:effectLst>
                      <a:outerShdw sx="100000" sy="100000" kx="0" ky="0" algn="tl" rotWithShape="1" blurRad="127000" dist="65164" dir="2388334">
                        <a:srgbClr val="000000">
                          <a:alpha val="79310"/>
                        </a:srgbClr>
                      </a:outerShdw>
                    </a:effectLst>
                    <a:latin typeface="Helvetica"/>
                  </a:defRPr>
                </a:pPr>
              </a:p>
            </c:txPr>
            <c:dLblPos val="inEnd"/>
            <c:showLegendKey val="0"/>
            <c:showVal val="0"/>
            <c:showCatName val="0"/>
            <c:showSerName val="0"/>
            <c:showPercent val="0"/>
            <c:showBubbleSize val="0"/>
            <c:showLeaderLines val="0"/>
          </c:dLbls>
          <c:cat>
            <c:strRef>
              <c:f>Sheet1!$B$1:$I$1</c:f>
              <c:strCache>
                <c:ptCount val="8"/>
                <c:pt idx="0">
                  <c:v>data</c:v>
                </c:pt>
                <c:pt idx="1">
                  <c:v>data</c:v>
                </c:pt>
                <c:pt idx="2">
                  <c:v>data</c:v>
                </c:pt>
                <c:pt idx="3">
                  <c:v>data</c:v>
                </c:pt>
                <c:pt idx="4">
                  <c:v>data</c:v>
                </c:pt>
                <c:pt idx="5">
                  <c:v>data</c:v>
                </c:pt>
                <c:pt idx="6">
                  <c:v>data</c:v>
                </c:pt>
                <c:pt idx="7">
                  <c:v>data</c:v>
                </c:pt>
              </c:strCache>
            </c:strRef>
          </c:cat>
          <c:val>
            <c:numRef>
              <c:f>Sheet1!$B$2:$I$2</c:f>
              <c:numCache>
                <c:ptCount val="8"/>
                <c:pt idx="0">
                  <c:v>27.000000</c:v>
                </c:pt>
                <c:pt idx="1">
                  <c:v>36.000000</c:v>
                </c:pt>
                <c:pt idx="2">
                  <c:v>63.000000</c:v>
                </c:pt>
                <c:pt idx="3">
                  <c:v>143.000000</c:v>
                </c:pt>
                <c:pt idx="4">
                  <c:v>27.000000</c:v>
                </c:pt>
                <c:pt idx="5">
                  <c:v>36.000000</c:v>
                </c:pt>
                <c:pt idx="6">
                  <c:v>63.000000</c:v>
                </c:pt>
                <c:pt idx="7">
                  <c:v>143.000000</c:v>
                </c:pt>
              </c:numCache>
            </c:numRef>
          </c:val>
        </c:ser>
        <c:ser>
          <c:idx val="1"/>
          <c:order val="1"/>
          <c:tx>
            <c:strRef>
              <c:f>Sheet1!$A$3</c:f>
              <c:strCache>
                <c:ptCount val="1"/>
                <c:pt idx="0">
                  <c:v>Título</c:v>
                </c:pt>
              </c:strCache>
            </c:strRef>
          </c:tx>
          <c:spPr>
            <a:solidFill>
              <a:srgbClr val="029FDC"/>
            </a:solidFill>
            <a:ln w="12700" cap="flat">
              <a:noFill/>
              <a:miter lim="400000"/>
            </a:ln>
            <a:effectLst/>
          </c:spPr>
          <c:invertIfNegative val="0"/>
          <c:dLbls>
            <c:numFmt formatCode="General" sourceLinked="0"/>
            <c:txPr>
              <a:bodyPr/>
              <a:lstStyle/>
              <a:p>
                <a:pPr>
                  <a:defRPr b="1" i="0" strike="noStrike" sz="2400" u="none">
                    <a:solidFill>
                      <a:srgbClr val="FFFFFF"/>
                    </a:solidFill>
                    <a:effectLst>
                      <a:outerShdw sx="100000" sy="100000" kx="0" ky="0" algn="tl" rotWithShape="1" blurRad="127000" dist="65164" dir="2388334">
                        <a:srgbClr val="000000">
                          <a:alpha val="79310"/>
                        </a:srgbClr>
                      </a:outerShdw>
                    </a:effectLst>
                    <a:latin typeface="Helvetica"/>
                  </a:defRPr>
                </a:pPr>
              </a:p>
            </c:txPr>
            <c:dLblPos val="inEnd"/>
            <c:showLegendKey val="0"/>
            <c:showVal val="0"/>
            <c:showCatName val="0"/>
            <c:showSerName val="0"/>
            <c:showPercent val="0"/>
            <c:showBubbleSize val="0"/>
            <c:showLeaderLines val="0"/>
          </c:dLbls>
          <c:cat>
            <c:strRef>
              <c:f>Sheet1!$B$1:$I$1</c:f>
              <c:strCache>
                <c:ptCount val="8"/>
                <c:pt idx="0">
                  <c:v>data</c:v>
                </c:pt>
                <c:pt idx="1">
                  <c:v>data</c:v>
                </c:pt>
                <c:pt idx="2">
                  <c:v>data</c:v>
                </c:pt>
                <c:pt idx="3">
                  <c:v>data</c:v>
                </c:pt>
                <c:pt idx="4">
                  <c:v>data</c:v>
                </c:pt>
                <c:pt idx="5">
                  <c:v>data</c:v>
                </c:pt>
                <c:pt idx="6">
                  <c:v>data</c:v>
                </c:pt>
                <c:pt idx="7">
                  <c:v>data</c:v>
                </c:pt>
              </c:strCache>
            </c:strRef>
          </c:cat>
          <c:val>
            <c:numRef>
              <c:f>Sheet1!$B$3:$I$3</c:f>
              <c:numCache>
                <c:ptCount val="8"/>
                <c:pt idx="0">
                  <c:v>55.000000</c:v>
                </c:pt>
                <c:pt idx="1">
                  <c:v>43.000000</c:v>
                </c:pt>
                <c:pt idx="2">
                  <c:v>80.000000</c:v>
                </c:pt>
                <c:pt idx="3">
                  <c:v>48.000000</c:v>
                </c:pt>
                <c:pt idx="4">
                  <c:v>55.000000</c:v>
                </c:pt>
                <c:pt idx="5">
                  <c:v>43.000000</c:v>
                </c:pt>
                <c:pt idx="6">
                  <c:v>80.000000</c:v>
                </c:pt>
                <c:pt idx="7">
                  <c:v>48.000000</c:v>
                </c:pt>
              </c:numCache>
            </c:numRef>
          </c:val>
        </c:ser>
        <c:gapWidth val="170"/>
        <c:overlap val="100"/>
        <c:axId val="2094734552"/>
        <c:axId val="2094734553"/>
      </c:barChart>
      <c:catAx>
        <c:axId val="2094734552"/>
        <c:scaling>
          <c:orientation val="minMax"/>
        </c:scaling>
        <c:delete val="0"/>
        <c:axPos val="b"/>
        <c:numFmt formatCode="General" sourceLinked="0"/>
        <c:majorTickMark val="none"/>
        <c:minorTickMark val="none"/>
        <c:tickLblPos val="low"/>
        <c:spPr>
          <a:ln w="12700" cap="flat">
            <a:solidFill>
              <a:srgbClr val="000000"/>
            </a:solidFill>
            <a:prstDash val="solid"/>
            <a:miter lim="400000"/>
          </a:ln>
        </c:spPr>
        <c:txPr>
          <a:bodyPr rot="0"/>
          <a:lstStyle/>
          <a:p>
            <a:pPr>
              <a:defRPr b="1" i="0" strike="noStrike" sz="2400" u="none">
                <a:solidFill>
                  <a:srgbClr val="000000"/>
                </a:solidFill>
                <a:latin typeface="Helvetica"/>
              </a:defRPr>
            </a:pPr>
          </a:p>
        </c:txPr>
        <c:crossAx val="2094734553"/>
        <c:crosses val="autoZero"/>
        <c:auto val="1"/>
        <c:lblAlgn val="ctr"/>
        <c:noMultiLvlLbl val="1"/>
      </c:catAx>
      <c:valAx>
        <c:axId val="2094734553"/>
        <c:scaling>
          <c:orientation val="minMax"/>
        </c:scaling>
        <c:delete val="0"/>
        <c:axPos val="l"/>
        <c:majorGridlines>
          <c:spPr>
            <a:ln w="12700" cap="flat">
              <a:solidFill>
                <a:srgbClr val="B8B8B8"/>
              </a:solidFill>
              <a:prstDash val="solid"/>
              <a:miter lim="400000"/>
            </a:ln>
          </c:spPr>
        </c:majorGridlines>
        <c:numFmt formatCode="General" sourceLinked="0"/>
        <c:majorTickMark val="none"/>
        <c:minorTickMark val="none"/>
        <c:tickLblPos val="nextTo"/>
        <c:spPr>
          <a:ln w="12700" cap="flat">
            <a:noFill/>
            <a:prstDash val="solid"/>
            <a:miter lim="400000"/>
          </a:ln>
        </c:spPr>
        <c:txPr>
          <a:bodyPr rot="0"/>
          <a:lstStyle/>
          <a:p>
            <a:pPr>
              <a:defRPr b="1" i="0" strike="noStrike" sz="2400" u="none">
                <a:solidFill>
                  <a:srgbClr val="000000"/>
                </a:solidFill>
                <a:latin typeface="Helvetica"/>
              </a:defRPr>
            </a:pPr>
          </a:p>
        </c:txPr>
        <c:crossAx val="2094734552"/>
        <c:crosses val="autoZero"/>
        <c:crossBetween val="between"/>
        <c:majorUnit val="50"/>
        <c:minorUnit val="25"/>
      </c:valAx>
      <c:spPr>
        <a:noFill/>
        <a:ln w="12700" cap="flat">
          <a:noFill/>
          <a:miter lim="400000"/>
        </a:ln>
        <a:effectLst/>
      </c:spPr>
    </c:plotArea>
    <c:legend>
      <c:legendPos val="t"/>
      <c:layout>
        <c:manualLayout>
          <c:xMode val="edge"/>
          <c:yMode val="edge"/>
          <c:x val="0.520808"/>
          <c:y val="0"/>
          <c:w val="0.479192"/>
          <c:h val="0.0665175"/>
        </c:manualLayout>
      </c:layout>
      <c:overlay val="1"/>
      <c:spPr>
        <a:noFill/>
        <a:ln w="12700" cap="flat">
          <a:noFill/>
          <a:miter lim="400000"/>
        </a:ln>
        <a:effectLst/>
      </c:spPr>
      <c:txPr>
        <a:bodyPr rot="0"/>
        <a:lstStyle/>
        <a:p>
          <a:pPr>
            <a:defRPr b="1" i="0" strike="noStrike" sz="2400" u="none">
              <a:solidFill>
                <a:srgbClr val="000000"/>
              </a:solidFill>
              <a:latin typeface="Helvetica"/>
            </a:defRPr>
          </a:pPr>
        </a:p>
      </c:txPr>
    </c:legend>
    <c:plotVisOnly val="1"/>
    <c:dispBlanksAs val="gap"/>
  </c:chart>
  <c:spPr>
    <a:noFill/>
    <a:ln>
      <a:noFill/>
    </a:ln>
    <a:effectLst/>
  </c:sp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Series 1</c:v>
                </c:pt>
              </c:strCache>
            </c:strRef>
          </c:tx>
          <c:spPr>
            <a:solidFill>
              <a:srgbClr val="144973"/>
            </a:solidFill>
            <a:ln w="12700" cap="flat">
              <a:noFill/>
              <a:miter lim="400000"/>
            </a:ln>
            <a:effectLst>
              <a:outerShdw sx="100000" sy="100000" kx="0" ky="0" algn="tl" rotWithShape="1" blurRad="38100" dist="23000" dir="5400000">
                <a:srgbClr val="000000">
                  <a:alpha val="35000"/>
                </a:srgbClr>
              </a:outerShdw>
            </a:effectLst>
          </c:spPr>
          <c:explosion val="0"/>
          <c:dPt>
            <c:idx val="0"/>
            <c:explosion val="0"/>
            <c:spPr>
              <a:solidFill>
                <a:srgbClr val="144973"/>
              </a:solidFill>
              <a:ln w="12700" cap="flat">
                <a:noFill/>
                <a:miter lim="400000"/>
              </a:ln>
              <a:effectLst>
                <a:outerShdw sx="100000" sy="100000" kx="0" ky="0" algn="tl" rotWithShape="1" blurRad="38100" dist="23000" dir="5400000">
                  <a:srgbClr val="000000">
                    <a:alpha val="35000"/>
                  </a:srgbClr>
                </a:outerShdw>
              </a:effectLst>
            </c:spPr>
          </c:dPt>
          <c:dPt>
            <c:idx val="1"/>
            <c:explosion val="0"/>
            <c:spPr>
              <a:solidFill>
                <a:srgbClr val="397ECA"/>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29FDC"/>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66B3E0"/>
              </a:solidFill>
              <a:ln w="12700" cap="flat">
                <a:noFill/>
                <a:miter lim="400000"/>
              </a:ln>
              <a:effectLst>
                <a:outerShdw sx="100000" sy="100000" kx="0" ky="0" algn="tl" rotWithShape="1" blurRad="38100" dist="23000" dir="5400000">
                  <a:srgbClr val="000000">
                    <a:alpha val="35000"/>
                  </a:srgbClr>
                </a:outerShdw>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Q1</c:v>
                </c:pt>
                <c:pt idx="1">
                  <c:v>Q2</c:v>
                </c:pt>
                <c:pt idx="2">
                  <c:v>Q3</c:v>
                </c:pt>
                <c:pt idx="3">
                  <c:v>Q4</c:v>
                </c:pt>
              </c:strCache>
            </c:strRef>
          </c:cat>
          <c:val>
            <c:numRef>
              <c:f>Sheet1!$B$2:$E$2</c:f>
              <c:numCache>
                <c:ptCount val="4"/>
                <c:pt idx="0">
                  <c:v>4.300000</c:v>
                </c:pt>
                <c:pt idx="1">
                  <c:v>2.500000</c:v>
                </c:pt>
                <c:pt idx="2">
                  <c:v>3.500000</c:v>
                </c:pt>
                <c:pt idx="3">
                  <c:v>4.500000</c:v>
                </c:pt>
              </c:numCache>
            </c:numRef>
          </c:val>
        </c:ser>
        <c:ser>
          <c:idx val="0"/>
          <c:order val="1"/>
          <c:tx>
            <c:strRef>
              <c:f>Sheet1!$A$3</c:f>
              <c:strCache>
                <c:ptCount val="1"/>
                <c:pt idx="1">
                  <c:v>Series 2</c:v>
                </c:pt>
              </c:strCache>
            </c:strRef>
          </c:tx>
          <c:spPr>
            <a:solidFill>
              <a:srgbClr val="144973"/>
            </a:solidFill>
            <a:ln w="12700" cap="flat">
              <a:noFill/>
              <a:miter lim="400000"/>
            </a:ln>
            <a:effectLst>
              <a:outerShdw sx="100000" sy="100000" kx="0" ky="0" algn="tl" rotWithShape="1" blurRad="38100" dist="23000" dir="5400000">
                <a:srgbClr val="000000">
                  <a:alpha val="35000"/>
                </a:srgbClr>
              </a:outerShdw>
            </a:effectLst>
          </c:spPr>
          <c:explosion val="0"/>
          <c:dPt>
            <c:idx val="0"/>
            <c:explosion val="0"/>
            <c:spPr>
              <a:solidFill>
                <a:srgbClr val="144973"/>
              </a:solidFill>
              <a:ln w="12700" cap="flat">
                <a:noFill/>
                <a:miter lim="400000"/>
              </a:ln>
              <a:effectLst>
                <a:outerShdw sx="100000" sy="100000" kx="0" ky="0" algn="tl" rotWithShape="1" blurRad="38100" dist="23000" dir="5400000">
                  <a:srgbClr val="000000">
                    <a:alpha val="35000"/>
                  </a:srgbClr>
                </a:outerShdw>
              </a:effectLst>
            </c:spPr>
          </c:dPt>
          <c:dPt>
            <c:idx val="1"/>
            <c:explosion val="0"/>
            <c:spPr>
              <a:solidFill>
                <a:srgbClr val="397ECA"/>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29FDC"/>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66B3E0"/>
              </a:solidFill>
              <a:ln w="12700" cap="flat">
                <a:noFill/>
                <a:miter lim="400000"/>
              </a:ln>
              <a:effectLst>
                <a:outerShdw sx="100000" sy="100000" kx="0" ky="0" algn="tl" rotWithShape="1" blurRad="38100" dist="23000" dir="5400000">
                  <a:srgbClr val="000000">
                    <a:alpha val="35000"/>
                  </a:srgbClr>
                </a:outerShdw>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Q1</c:v>
                </c:pt>
                <c:pt idx="1">
                  <c:v>Q2</c:v>
                </c:pt>
                <c:pt idx="2">
                  <c:v>Q3</c:v>
                </c:pt>
                <c:pt idx="3">
                  <c:v>Q4</c:v>
                </c:pt>
              </c:strCache>
            </c:strRef>
          </c:cat>
          <c:val>
            <c:numRef>
              <c:f>Sheet1!$B$3:$E$3</c:f>
              <c:numCache>
                <c:ptCount val="4"/>
                <c:pt idx="0">
                  <c:v>2.400000</c:v>
                </c:pt>
                <c:pt idx="1">
                  <c:v>4.400000</c:v>
                </c:pt>
                <c:pt idx="2">
                  <c:v>1.800000</c:v>
                </c:pt>
                <c:pt idx="3">
                  <c:v>2.800000</c:v>
                </c:pt>
              </c:numCache>
            </c:numRef>
          </c:val>
        </c:ser>
        <c:ser>
          <c:idx val="0"/>
          <c:order val="2"/>
          <c:tx>
            <c:strRef>
              <c:f>Sheet1!$A$4</c:f>
              <c:strCache>
                <c:ptCount val="1"/>
                <c:pt idx="2">
                  <c:v>Series 3</c:v>
                </c:pt>
              </c:strCache>
            </c:strRef>
          </c:tx>
          <c:spPr>
            <a:solidFill>
              <a:srgbClr val="144973"/>
            </a:solidFill>
            <a:ln w="12700" cap="flat">
              <a:noFill/>
              <a:miter lim="400000"/>
            </a:ln>
            <a:effectLst>
              <a:outerShdw sx="100000" sy="100000" kx="0" ky="0" algn="tl" rotWithShape="1" blurRad="38100" dist="23000" dir="5400000">
                <a:srgbClr val="000000">
                  <a:alpha val="35000"/>
                </a:srgbClr>
              </a:outerShdw>
            </a:effectLst>
          </c:spPr>
          <c:explosion val="0"/>
          <c:dPt>
            <c:idx val="0"/>
            <c:explosion val="0"/>
            <c:spPr>
              <a:solidFill>
                <a:srgbClr val="144973"/>
              </a:solidFill>
              <a:ln w="12700" cap="flat">
                <a:noFill/>
                <a:miter lim="400000"/>
              </a:ln>
              <a:effectLst>
                <a:outerShdw sx="100000" sy="100000" kx="0" ky="0" algn="tl" rotWithShape="1" blurRad="38100" dist="23000" dir="5400000">
                  <a:srgbClr val="000000">
                    <a:alpha val="35000"/>
                  </a:srgbClr>
                </a:outerShdw>
              </a:effectLst>
            </c:spPr>
          </c:dPt>
          <c:dPt>
            <c:idx val="1"/>
            <c:explosion val="0"/>
            <c:spPr>
              <a:solidFill>
                <a:srgbClr val="397ECA"/>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29FDC"/>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66B3E0"/>
              </a:solidFill>
              <a:ln w="12700" cap="flat">
                <a:noFill/>
                <a:miter lim="400000"/>
              </a:ln>
              <a:effectLst>
                <a:outerShdw sx="100000" sy="100000" kx="0" ky="0" algn="tl" rotWithShape="1" blurRad="38100" dist="23000" dir="5400000">
                  <a:srgbClr val="000000">
                    <a:alpha val="35000"/>
                  </a:srgbClr>
                </a:outerShdw>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Q1</c:v>
                </c:pt>
                <c:pt idx="1">
                  <c:v>Q2</c:v>
                </c:pt>
                <c:pt idx="2">
                  <c:v>Q3</c:v>
                </c:pt>
                <c:pt idx="3">
                  <c:v>Q4</c:v>
                </c:pt>
              </c:strCache>
            </c:strRef>
          </c:cat>
          <c:val>
            <c:numRef>
              <c:f>Sheet1!$B$4:$E$4</c:f>
              <c:numCache>
                <c:ptCount val="4"/>
                <c:pt idx="0">
                  <c:v>2.000000</c:v>
                </c:pt>
                <c:pt idx="1">
                  <c:v>2.000000</c:v>
                </c:pt>
                <c:pt idx="2">
                  <c:v>3.000000</c:v>
                </c:pt>
                <c:pt idx="3">
                  <c:v>5.000000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Región 1</c:v>
                </c:pt>
              </c:strCache>
            </c:strRef>
          </c:tx>
          <c:spPr>
            <a:solidFill>
              <a:srgbClr val="397ECA"/>
            </a:solidFill>
            <a:ln w="12700" cap="flat">
              <a:noFill/>
              <a:miter lim="400000"/>
            </a:ln>
            <a:effectLst/>
          </c:spPr>
          <c:explosion val="9"/>
          <c:dPt>
            <c:idx val="0"/>
            <c:explosion val="9"/>
            <c:spPr>
              <a:solidFill>
                <a:srgbClr val="397ECA"/>
              </a:solidFill>
              <a:ln w="12700" cap="flat">
                <a:noFill/>
                <a:miter lim="400000"/>
              </a:ln>
              <a:effectLst/>
            </c:spPr>
          </c:dPt>
          <c:dPt>
            <c:idx val="1"/>
            <c:explosion val="9"/>
            <c:spPr>
              <a:solidFill>
                <a:srgbClr val="B4E6F1"/>
              </a:solidFill>
              <a:ln w="12700" cap="flat">
                <a:noFill/>
                <a:miter lim="400000"/>
              </a:ln>
              <a:effectLst/>
            </c:spPr>
          </c:dPt>
          <c:dPt>
            <c:idx val="2"/>
            <c:explosion val="9"/>
            <c:spPr>
              <a:solidFill>
                <a:srgbClr val="029FDC"/>
              </a:solidFill>
              <a:ln w="12700" cap="flat">
                <a:noFill/>
                <a:miter lim="400000"/>
              </a:ln>
              <a:effectLst/>
            </c:spPr>
          </c:dPt>
          <c:dPt>
            <c:idx val="3"/>
            <c:explosion val="9"/>
            <c:spPr>
              <a:solidFill>
                <a:srgbClr val="144973"/>
              </a:solidFill>
              <a:ln w="12700" cap="flat">
                <a:noFill/>
                <a:miter lim="400000"/>
              </a:ln>
              <a:effectLst/>
            </c:spPr>
          </c:dPt>
          <c:dLbls>
            <c:dLbl>
              <c:idx val="0"/>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1"/>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2"/>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3"/>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showLeaderLines val="0"/>
          </c:dLbls>
          <c:cat>
            <c:strRef>
              <c:f>Sheet1!$B$1:$E$1</c:f>
              <c:strCache>
                <c:ptCount val="4"/>
                <c:pt idx="0">
                  <c:v>2012</c:v>
                </c:pt>
                <c:pt idx="1">
                  <c:v>we</c:v>
                </c:pt>
                <c:pt idx="2">
                  <c:v>3</c:v>
                </c:pt>
                <c:pt idx="3">
                  <c:v>2</c:v>
                </c:pt>
              </c:strCache>
            </c:strRef>
          </c:cat>
          <c:val>
            <c:numRef>
              <c:f>Sheet1!$B$2:$E$2</c:f>
              <c:numCache>
                <c:ptCount val="4"/>
                <c:pt idx="0">
                  <c:v>25.000000</c:v>
                </c:pt>
                <c:pt idx="1">
                  <c:v>25.000000</c:v>
                </c:pt>
                <c:pt idx="2">
                  <c:v>25.000000</c:v>
                </c:pt>
                <c:pt idx="3">
                  <c:v>25.000000</c:v>
                </c:pt>
              </c:numCache>
            </c:numRef>
          </c:val>
        </c:ser>
        <c:firstSliceAng val="0"/>
      </c:pieChart>
      <c:spPr>
        <a:noFill/>
        <a:ln w="12700" cap="flat">
          <a:noFill/>
          <a:miter lim="400000"/>
        </a:ln>
        <a:effectLst/>
      </c:spPr>
    </c:plotArea>
    <c:plotVisOnly val="0"/>
    <c:dispBlanksAs val="gap"/>
  </c:chart>
  <c:spPr>
    <a:noFill/>
    <a:ln>
      <a:noFill/>
    </a:ln>
    <a:effectLst/>
  </c:sp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Región 1</c:v>
                </c:pt>
              </c:strCache>
            </c:strRef>
          </c:tx>
          <c:spPr>
            <a:solidFill>
              <a:srgbClr val="B4E6F1"/>
            </a:solidFill>
            <a:ln w="12700" cap="flat">
              <a:noFill/>
              <a:miter lim="400000"/>
            </a:ln>
            <a:effectLst/>
          </c:spPr>
          <c:explosion val="9"/>
          <c:dPt>
            <c:idx val="0"/>
            <c:explosion val="9"/>
            <c:spPr>
              <a:solidFill>
                <a:srgbClr val="B4E6F1"/>
              </a:solidFill>
              <a:ln w="12700" cap="flat">
                <a:noFill/>
                <a:miter lim="400000"/>
              </a:ln>
              <a:effectLst/>
            </c:spPr>
          </c:dPt>
          <c:dPt>
            <c:idx val="1"/>
            <c:explosion val="9"/>
            <c:spPr>
              <a:solidFill>
                <a:srgbClr val="144973"/>
              </a:solidFill>
              <a:ln w="12700" cap="flat">
                <a:noFill/>
                <a:miter lim="400000"/>
              </a:ln>
              <a:effectLst/>
            </c:spPr>
          </c:dPt>
          <c:dPt>
            <c:idx val="2"/>
            <c:explosion val="9"/>
            <c:spPr>
              <a:solidFill>
                <a:srgbClr val="397ECA"/>
              </a:solidFill>
              <a:ln w="12700" cap="flat">
                <a:noFill/>
                <a:miter lim="400000"/>
              </a:ln>
              <a:effectLst/>
            </c:spPr>
          </c:dPt>
          <c:dPt>
            <c:idx val="3"/>
            <c:explosion val="9"/>
            <c:spPr>
              <a:solidFill>
                <a:srgbClr val="029FDC"/>
              </a:solidFill>
              <a:ln w="12700" cap="flat">
                <a:noFill/>
                <a:miter lim="400000"/>
              </a:ln>
              <a:effectLst/>
            </c:spPr>
          </c:dPt>
          <c:dLbls>
            <c:dLbl>
              <c:idx val="0"/>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1"/>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2"/>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3"/>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showLeaderLines val="0"/>
          </c:dLbls>
          <c:cat>
            <c:strRef>
              <c:f>Sheet1!$B$1:$E$1</c:f>
              <c:strCache>
                <c:ptCount val="4"/>
                <c:pt idx="0">
                  <c:v>2012</c:v>
                </c:pt>
                <c:pt idx="1">
                  <c:v>we</c:v>
                </c:pt>
                <c:pt idx="2">
                  <c:v>3</c:v>
                </c:pt>
                <c:pt idx="3">
                  <c:v>2</c:v>
                </c:pt>
              </c:strCache>
            </c:strRef>
          </c:cat>
          <c:val>
            <c:numRef>
              <c:f>Sheet1!$B$2:$E$2</c:f>
              <c:numCache>
                <c:ptCount val="4"/>
                <c:pt idx="0">
                  <c:v>34.000000</c:v>
                </c:pt>
                <c:pt idx="1">
                  <c:v>40.000000</c:v>
                </c:pt>
                <c:pt idx="2">
                  <c:v>23.000000</c:v>
                </c:pt>
                <c:pt idx="3">
                  <c:v>25.000000</c:v>
                </c:pt>
              </c:numCache>
            </c:numRef>
          </c:val>
        </c:ser>
        <c:firstSliceAng val="0"/>
      </c:pieChart>
      <c:spPr>
        <a:noFill/>
        <a:ln w="12700" cap="flat">
          <a:noFill/>
          <a:miter lim="400000"/>
        </a:ln>
        <a:effectLst/>
      </c:spPr>
    </c:plotArea>
    <c:plotVisOnly val="0"/>
    <c:dispBlanksAs val="gap"/>
  </c:chart>
  <c:spPr>
    <a:noFill/>
    <a:ln>
      <a:noFill/>
    </a:ln>
    <a:effectLst/>
  </c:sp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Región 1</c:v>
                </c:pt>
              </c:strCache>
            </c:strRef>
          </c:tx>
          <c:spPr>
            <a:solidFill>
              <a:srgbClr val="397ECA"/>
            </a:solidFill>
            <a:ln w="12700" cap="flat">
              <a:noFill/>
              <a:miter lim="400000"/>
            </a:ln>
            <a:effectLst/>
          </c:spPr>
          <c:explosion val="9"/>
          <c:dPt>
            <c:idx val="0"/>
            <c:explosion val="9"/>
            <c:spPr>
              <a:solidFill>
                <a:srgbClr val="397ECA"/>
              </a:solidFill>
              <a:ln w="12700" cap="flat">
                <a:noFill/>
                <a:miter lim="400000"/>
              </a:ln>
              <a:effectLst/>
            </c:spPr>
          </c:dPt>
          <c:dPt>
            <c:idx val="1"/>
            <c:explosion val="9"/>
            <c:spPr>
              <a:solidFill>
                <a:srgbClr val="029FDC"/>
              </a:solidFill>
              <a:ln w="12700" cap="flat">
                <a:noFill/>
                <a:miter lim="400000"/>
              </a:ln>
              <a:effectLst/>
            </c:spPr>
          </c:dPt>
          <c:dPt>
            <c:idx val="2"/>
            <c:explosion val="9"/>
            <c:spPr>
              <a:solidFill>
                <a:srgbClr val="B4E6F1"/>
              </a:solidFill>
              <a:ln w="12700" cap="flat">
                <a:noFill/>
                <a:miter lim="400000"/>
              </a:ln>
              <a:effectLst/>
            </c:spPr>
          </c:dPt>
          <c:dPt>
            <c:idx val="3"/>
            <c:explosion val="9"/>
            <c:spPr>
              <a:solidFill>
                <a:srgbClr val="144973"/>
              </a:solidFill>
              <a:ln w="12700" cap="flat">
                <a:noFill/>
                <a:miter lim="400000"/>
              </a:ln>
              <a:effectLst/>
            </c:spPr>
          </c:dPt>
          <c:dLbls>
            <c:dLbl>
              <c:idx val="0"/>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1"/>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2"/>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3"/>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showLeaderLines val="0"/>
          </c:dLbls>
          <c:cat>
            <c:strRef>
              <c:f>Sheet1!$B$1:$E$1</c:f>
              <c:strCache>
                <c:ptCount val="4"/>
                <c:pt idx="0">
                  <c:v>2012</c:v>
                </c:pt>
                <c:pt idx="1">
                  <c:v>we</c:v>
                </c:pt>
                <c:pt idx="2">
                  <c:v>3</c:v>
                </c:pt>
                <c:pt idx="3">
                  <c:v>2</c:v>
                </c:pt>
              </c:strCache>
            </c:strRef>
          </c:cat>
          <c:val>
            <c:numRef>
              <c:f>Sheet1!$B$2:$E$2</c:f>
              <c:numCache>
                <c:ptCount val="4"/>
                <c:pt idx="0">
                  <c:v>25.000000</c:v>
                </c:pt>
                <c:pt idx="1">
                  <c:v>10.000000</c:v>
                </c:pt>
                <c:pt idx="2">
                  <c:v>25.000000</c:v>
                </c:pt>
                <c:pt idx="3">
                  <c:v>25.000000</c:v>
                </c:pt>
              </c:numCache>
            </c:numRef>
          </c:val>
        </c:ser>
        <c:firstSliceAng val="0"/>
      </c:pieChart>
      <c:spPr>
        <a:noFill/>
        <a:ln w="12700" cap="flat">
          <a:noFill/>
          <a:miter lim="400000"/>
        </a:ln>
        <a:effectLst/>
      </c:spPr>
    </c:plotArea>
    <c:plotVisOnly val="0"/>
    <c:dispBlanksAs val="gap"/>
  </c:chart>
  <c:spPr>
    <a:noFill/>
    <a:ln>
      <a:noFill/>
    </a:ln>
    <a:effectLst/>
  </c:sp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Región 1</c:v>
                </c:pt>
              </c:strCache>
            </c:strRef>
          </c:tx>
          <c:spPr>
            <a:solidFill>
              <a:srgbClr val="029FDC"/>
            </a:solidFill>
            <a:ln w="12700" cap="flat">
              <a:noFill/>
              <a:miter lim="400000"/>
            </a:ln>
            <a:effectLst/>
          </c:spPr>
          <c:explosion val="9"/>
          <c:dPt>
            <c:idx val="0"/>
            <c:explosion val="9"/>
            <c:spPr>
              <a:solidFill>
                <a:srgbClr val="029FDC"/>
              </a:solidFill>
              <a:ln w="12700" cap="flat">
                <a:noFill/>
                <a:miter lim="400000"/>
              </a:ln>
              <a:effectLst/>
            </c:spPr>
          </c:dPt>
          <c:dPt>
            <c:idx val="1"/>
            <c:explosion val="9"/>
            <c:spPr>
              <a:solidFill>
                <a:srgbClr val="397ECA"/>
              </a:solidFill>
              <a:ln w="12700" cap="flat">
                <a:noFill/>
                <a:miter lim="400000"/>
              </a:ln>
              <a:effectLst/>
            </c:spPr>
          </c:dPt>
          <c:dPt>
            <c:idx val="2"/>
            <c:explosion val="9"/>
            <c:spPr>
              <a:solidFill>
                <a:srgbClr val="144973"/>
              </a:solidFill>
              <a:ln w="12700" cap="flat">
                <a:noFill/>
                <a:miter lim="400000"/>
              </a:ln>
              <a:effectLst/>
            </c:spPr>
          </c:dPt>
          <c:dPt>
            <c:idx val="3"/>
            <c:explosion val="9"/>
            <c:spPr>
              <a:solidFill>
                <a:srgbClr val="B4E6F1"/>
              </a:solidFill>
              <a:ln w="12700" cap="flat">
                <a:noFill/>
                <a:miter lim="400000"/>
              </a:ln>
              <a:effectLst/>
            </c:spPr>
          </c:dPt>
          <c:dLbls>
            <c:dLbl>
              <c:idx val="0"/>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1"/>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2"/>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dLbl>
              <c:idx val="3"/>
              <c:numFmt formatCode="0"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dLbl>
            <c:numFmt formatCode="# ###/###" sourceLinked="0"/>
            <c:txPr>
              <a:bodyPr/>
              <a:lstStyle/>
              <a:p>
                <a:pPr>
                  <a:defRPr b="0" i="0" strike="noStrike" sz="2400" u="none">
                    <a:solidFill>
                      <a:srgbClr val="FFFFFF"/>
                    </a:solidFill>
                    <a:latin typeface="Gill Sans"/>
                  </a:defRPr>
                </a:pPr>
              </a:p>
            </c:txPr>
            <c:dLblPos val="inEnd"/>
            <c:showLegendKey val="0"/>
            <c:showVal val="0"/>
            <c:showCatName val="0"/>
            <c:showSerName val="0"/>
            <c:showPercent val="0"/>
            <c:showBubbleSize val="0"/>
            <c:showLeaderLines val="0"/>
          </c:dLbls>
          <c:cat>
            <c:strRef>
              <c:f>Sheet1!$B$1:$E$1</c:f>
              <c:strCache>
                <c:ptCount val="4"/>
                <c:pt idx="0">
                  <c:v>2012</c:v>
                </c:pt>
                <c:pt idx="1">
                  <c:v>we</c:v>
                </c:pt>
                <c:pt idx="2">
                  <c:v>3</c:v>
                </c:pt>
                <c:pt idx="3">
                  <c:v>2</c:v>
                </c:pt>
              </c:strCache>
            </c:strRef>
          </c:cat>
          <c:val>
            <c:numRef>
              <c:f>Sheet1!$B$2:$E$2</c:f>
              <c:numCache>
                <c:ptCount val="4"/>
                <c:pt idx="0">
                  <c:v>5.000000</c:v>
                </c:pt>
                <c:pt idx="1">
                  <c:v>25.000000</c:v>
                </c:pt>
                <c:pt idx="2">
                  <c:v>25.000000</c:v>
                </c:pt>
                <c:pt idx="3">
                  <c:v>25.000000</c:v>
                </c:pt>
              </c:numCache>
            </c:numRef>
          </c:val>
        </c:ser>
        <c:firstSliceAng val="0"/>
      </c:pieChart>
      <c:spPr>
        <a:noFill/>
        <a:ln w="12700" cap="flat">
          <a:noFill/>
          <a:miter lim="400000"/>
        </a:ln>
        <a:effectLst/>
      </c:spPr>
    </c:plotArea>
    <c:plotVisOnly val="0"/>
    <c:dispBlanksAs val="gap"/>
  </c:chart>
  <c:spPr>
    <a:noFill/>
    <a:ln>
      <a:noFill/>
    </a:ln>
    <a:effectLst/>
  </c:sp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Series 1</c:v>
                </c:pt>
              </c:strCache>
            </c:strRef>
          </c:tx>
          <c:spPr>
            <a:solidFill>
              <a:srgbClr val="144973"/>
            </a:solidFill>
            <a:ln w="12700" cap="flat">
              <a:noFill/>
              <a:miter lim="400000"/>
            </a:ln>
            <a:effectLst>
              <a:outerShdw sx="100000" sy="100000" kx="0" ky="0" algn="tl" rotWithShape="1" blurRad="38100" dist="23000" dir="5400000">
                <a:srgbClr val="000000">
                  <a:alpha val="35000"/>
                </a:srgbClr>
              </a:outerShdw>
            </a:effectLst>
          </c:spPr>
          <c:explosion val="0"/>
          <c:dPt>
            <c:idx val="0"/>
            <c:explosion val="0"/>
            <c:spPr>
              <a:solidFill>
                <a:srgbClr val="144973"/>
              </a:solidFill>
              <a:ln w="12700" cap="flat">
                <a:noFill/>
                <a:miter lim="400000"/>
              </a:ln>
              <a:effectLst>
                <a:outerShdw sx="100000" sy="100000" kx="0" ky="0" algn="tl" rotWithShape="1" blurRad="38100" dist="23000" dir="5400000">
                  <a:srgbClr val="000000">
                    <a:alpha val="35000"/>
                  </a:srgbClr>
                </a:outerShdw>
              </a:effectLst>
            </c:spPr>
          </c:dPt>
          <c:dPt>
            <c:idx val="1"/>
            <c:explosion val="0"/>
            <c:spPr>
              <a:solidFill>
                <a:srgbClr val="397ECA"/>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29FDC"/>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66B3E0"/>
              </a:solidFill>
              <a:ln w="12700" cap="flat">
                <a:noFill/>
                <a:miter lim="400000"/>
              </a:ln>
              <a:effectLst>
                <a:outerShdw sx="100000" sy="100000" kx="0" ky="0" algn="tl" rotWithShape="1" blurRad="38100" dist="23000" dir="5400000">
                  <a:srgbClr val="000000">
                    <a:alpha val="35000"/>
                  </a:srgbClr>
                </a:outerShdw>
              </a:effectLst>
            </c:spPr>
          </c:dPt>
          <c:dPt>
            <c:idx val="4"/>
            <c:explosion val="0"/>
            <c:spPr>
              <a:solidFill>
                <a:srgbClr val="D9EFF9"/>
              </a:solidFill>
              <a:ln w="9525" cap="flat">
                <a:solidFill>
                  <a:srgbClr val="F9F9F9"/>
                </a:solidFill>
                <a:prstDash val="solid"/>
                <a:bevel/>
              </a:ln>
              <a:effectLst>
                <a:outerShdw sx="100000" sy="100000" kx="0" ky="0" algn="tl" rotWithShape="1" blurRad="38100" dist="20000" dir="5400000">
                  <a:srgbClr val="000000">
                    <a:alpha val="38000"/>
                  </a:srgbClr>
                </a:outerShdw>
              </a:effectLst>
            </c:spPr>
          </c:dPt>
          <c:dPt>
            <c:idx val="5"/>
            <c:explosion val="0"/>
            <c:spPr>
              <a:solidFill>
                <a:srgbClr val="C7C7C7"/>
              </a:solidFill>
              <a:ln w="9525" cap="flat">
                <a:solidFill>
                  <a:srgbClr val="F9F9F9"/>
                </a:solidFill>
                <a:prstDash val="solid"/>
                <a:bevel/>
              </a:ln>
              <a:effectLst>
                <a:outerShdw sx="100000" sy="100000" kx="0" ky="0" algn="tl" rotWithShape="1" blurRad="38100" dist="20000" dir="5400000">
                  <a:srgbClr val="000000">
                    <a:alpha val="38000"/>
                  </a:srgbClr>
                </a:outerShdw>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4"/>
              <c:numFmt formatCode="#,##0%" sourceLinked="0"/>
              <c:txPr>
                <a:bodyPr/>
                <a:lstStyle/>
                <a:p>
                  <a:pPr>
                    <a:defRPr b="0" i="0" strike="noStrike" sz="1800" u="none">
                      <a:solidFill>
                        <a:srgbClr val="000000"/>
                      </a:solidFill>
                      <a:latin typeface="Calibri"/>
                    </a:defRPr>
                  </a:pPr>
                </a:p>
              </c:txPr>
              <c:dLblPos val="ctr"/>
              <c:showLegendKey val="0"/>
              <c:showVal val="0"/>
              <c:showCatName val="0"/>
              <c:showSerName val="0"/>
              <c:showPercent val="0"/>
              <c:showBubbleSize val="0"/>
            </c:dLbl>
            <c:dLbl>
              <c:idx val="5"/>
              <c:numFmt formatCode="#,##0%" sourceLinked="0"/>
              <c:txPr>
                <a:bodyPr/>
                <a:lstStyle/>
                <a:p>
                  <a:pPr>
                    <a:defRPr b="0" i="0" strike="noStrike" sz="1800" u="none">
                      <a:solidFill>
                        <a:srgbClr val="000000"/>
                      </a:solidFill>
                      <a:latin typeface="Calibri"/>
                    </a:defRPr>
                  </a:pPr>
                </a:p>
              </c:txPr>
              <c:dLblPos val="ctr"/>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6"/>
                <c:pt idx="0">
                  <c:v>1</c:v>
                </c:pt>
                <c:pt idx="1">
                  <c:v>2</c:v>
                </c:pt>
                <c:pt idx="2">
                  <c:v>3</c:v>
                </c:pt>
                <c:pt idx="3">
                  <c:v>4</c:v>
                </c:pt>
                <c:pt idx="4">
                  <c:v>5</c:v>
                </c:pt>
                <c:pt idx="5">
                  <c:v>6</c:v>
                </c:pt>
              </c:strCache>
            </c:strRef>
          </c:cat>
          <c:val>
            <c:numRef>
              <c:f>Sheet1!$B$2:$G$2</c:f>
              <c:numCache>
                <c:ptCount val="6"/>
                <c:pt idx="0">
                  <c:v>10.000000</c:v>
                </c:pt>
                <c:pt idx="1">
                  <c:v>20.000000</c:v>
                </c:pt>
                <c:pt idx="2">
                  <c:v>45.000000</c:v>
                </c:pt>
                <c:pt idx="3">
                  <c:v>10.000000</c:v>
                </c:pt>
                <c:pt idx="4">
                  <c:v>5.000000</c:v>
                </c:pt>
                <c:pt idx="5">
                  <c:v>2.000000</c:v>
                </c:pt>
              </c:numCache>
            </c:numRef>
          </c:val>
        </c:ser>
        <c:ser>
          <c:idx val="0"/>
          <c:order val="1"/>
          <c:tx>
            <c:strRef>
              <c:f>Sheet1!$A$3</c:f>
              <c:strCache>
                <c:ptCount val="1"/>
                <c:pt idx="1">
                  <c:v>Series 2</c:v>
                </c:pt>
              </c:strCache>
            </c:strRef>
          </c:tx>
          <c:spPr>
            <a:solidFill>
              <a:srgbClr val="144973"/>
            </a:solidFill>
            <a:ln w="12700" cap="flat">
              <a:noFill/>
              <a:miter lim="400000"/>
            </a:ln>
            <a:effectLst>
              <a:outerShdw sx="100000" sy="100000" kx="0" ky="0" algn="tl" rotWithShape="1" blurRad="38100" dist="23000" dir="5400000">
                <a:srgbClr val="000000">
                  <a:alpha val="35000"/>
                </a:srgbClr>
              </a:outerShdw>
            </a:effectLst>
          </c:spPr>
          <c:explosion val="0"/>
          <c:dPt>
            <c:idx val="0"/>
            <c:explosion val="0"/>
            <c:spPr>
              <a:solidFill>
                <a:srgbClr val="144973"/>
              </a:solidFill>
              <a:ln w="12700" cap="flat">
                <a:noFill/>
                <a:miter lim="400000"/>
              </a:ln>
              <a:effectLst>
                <a:outerShdw sx="100000" sy="100000" kx="0" ky="0" algn="tl" rotWithShape="1" blurRad="38100" dist="23000" dir="5400000">
                  <a:srgbClr val="000000">
                    <a:alpha val="35000"/>
                  </a:srgbClr>
                </a:outerShdw>
              </a:effectLst>
            </c:spPr>
          </c:dPt>
          <c:dPt>
            <c:idx val="1"/>
            <c:explosion val="0"/>
            <c:spPr>
              <a:solidFill>
                <a:srgbClr val="397ECA"/>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29FDC"/>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66B3E0"/>
              </a:solidFill>
              <a:ln w="12700" cap="flat">
                <a:noFill/>
                <a:miter lim="400000"/>
              </a:ln>
              <a:effectLst>
                <a:outerShdw sx="100000" sy="100000" kx="0" ky="0" algn="tl" rotWithShape="1" blurRad="38100" dist="23000" dir="5400000">
                  <a:srgbClr val="000000">
                    <a:alpha val="35000"/>
                  </a:srgbClr>
                </a:outerShdw>
              </a:effectLst>
            </c:spPr>
          </c:dPt>
          <c:dPt>
            <c:idx val="4"/>
            <c:explosion val="0"/>
            <c:spPr>
              <a:solidFill>
                <a:srgbClr val="D9EFF9"/>
              </a:solidFill>
              <a:ln w="9525" cap="flat">
                <a:solidFill>
                  <a:srgbClr val="F9F9F9"/>
                </a:solidFill>
                <a:prstDash val="solid"/>
                <a:bevel/>
              </a:ln>
              <a:effectLst>
                <a:outerShdw sx="100000" sy="100000" kx="0" ky="0" algn="tl" rotWithShape="1" blurRad="38100" dist="20000" dir="5400000">
                  <a:srgbClr val="000000">
                    <a:alpha val="38000"/>
                  </a:srgbClr>
                </a:outerShdw>
              </a:effectLst>
            </c:spPr>
          </c:dPt>
          <c:dPt>
            <c:idx val="5"/>
            <c:explosion val="0"/>
            <c:spPr>
              <a:solidFill>
                <a:srgbClr val="C7C7C7"/>
              </a:solidFill>
              <a:ln w="9525" cap="flat">
                <a:solidFill>
                  <a:srgbClr val="F9F9F9"/>
                </a:solidFill>
                <a:prstDash val="solid"/>
                <a:bevel/>
              </a:ln>
              <a:effectLst>
                <a:outerShdw sx="100000" sy="100000" kx="0" ky="0" algn="tl" rotWithShape="1" blurRad="38100" dist="20000" dir="5400000">
                  <a:srgbClr val="000000">
                    <a:alpha val="38000"/>
                  </a:srgbClr>
                </a:outerShdw>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4"/>
              <c:numFmt formatCode="#,##0%" sourceLinked="0"/>
              <c:txPr>
                <a:bodyPr/>
                <a:lstStyle/>
                <a:p>
                  <a:pPr>
                    <a:defRPr b="0" i="0" strike="noStrike" sz="1800" u="none">
                      <a:solidFill>
                        <a:srgbClr val="000000"/>
                      </a:solidFill>
                      <a:latin typeface="Calibri"/>
                    </a:defRPr>
                  </a:pPr>
                </a:p>
              </c:txPr>
              <c:dLblPos val="ctr"/>
              <c:showLegendKey val="0"/>
              <c:showVal val="0"/>
              <c:showCatName val="0"/>
              <c:showSerName val="0"/>
              <c:showPercent val="0"/>
              <c:showBubbleSize val="0"/>
            </c:dLbl>
            <c:dLbl>
              <c:idx val="5"/>
              <c:numFmt formatCode="#,##0%" sourceLinked="0"/>
              <c:txPr>
                <a:bodyPr/>
                <a:lstStyle/>
                <a:p>
                  <a:pPr>
                    <a:defRPr b="0" i="0" strike="noStrike" sz="1800" u="none">
                      <a:solidFill>
                        <a:srgbClr val="000000"/>
                      </a:solidFill>
                      <a:latin typeface="Calibri"/>
                    </a:defRPr>
                  </a:pPr>
                </a:p>
              </c:txPr>
              <c:dLblPos val="ctr"/>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6"/>
                <c:pt idx="0">
                  <c:v>1</c:v>
                </c:pt>
                <c:pt idx="1">
                  <c:v>2</c:v>
                </c:pt>
                <c:pt idx="2">
                  <c:v>3</c:v>
                </c:pt>
                <c:pt idx="3">
                  <c:v>4</c:v>
                </c:pt>
                <c:pt idx="4">
                  <c:v>5</c:v>
                </c:pt>
                <c:pt idx="5">
                  <c:v>6</c:v>
                </c:pt>
              </c:strCache>
            </c:strRef>
          </c:cat>
          <c:val>
            <c:numRef>
              <c:f>Sheet1!$B$3:$E$3</c:f>
              <c:numCache>
                <c:ptCount val="4"/>
                <c:pt idx="0">
                  <c:v>2.400000</c:v>
                </c:pt>
                <c:pt idx="1">
                  <c:v>4.400000</c:v>
                </c:pt>
                <c:pt idx="2">
                  <c:v>1.800000</c:v>
                </c:pt>
                <c:pt idx="3">
                  <c:v>2.800000</c:v>
                </c:pt>
              </c:numCache>
            </c:numRef>
          </c:val>
        </c:ser>
        <c:ser>
          <c:idx val="0"/>
          <c:order val="2"/>
          <c:tx>
            <c:strRef>
              <c:f>Sheet1!$A$4</c:f>
              <c:strCache>
                <c:ptCount val="1"/>
                <c:pt idx="2">
                  <c:v>Series 3</c:v>
                </c:pt>
              </c:strCache>
            </c:strRef>
          </c:tx>
          <c:spPr>
            <a:solidFill>
              <a:srgbClr val="144973"/>
            </a:solidFill>
            <a:ln w="12700" cap="flat">
              <a:noFill/>
              <a:miter lim="400000"/>
            </a:ln>
            <a:effectLst>
              <a:outerShdw sx="100000" sy="100000" kx="0" ky="0" algn="tl" rotWithShape="1" blurRad="38100" dist="23000" dir="5400000">
                <a:srgbClr val="000000">
                  <a:alpha val="35000"/>
                </a:srgbClr>
              </a:outerShdw>
            </a:effectLst>
          </c:spPr>
          <c:explosion val="0"/>
          <c:dPt>
            <c:idx val="0"/>
            <c:explosion val="0"/>
            <c:spPr>
              <a:solidFill>
                <a:srgbClr val="144973"/>
              </a:solidFill>
              <a:ln w="12700" cap="flat">
                <a:noFill/>
                <a:miter lim="400000"/>
              </a:ln>
              <a:effectLst>
                <a:outerShdw sx="100000" sy="100000" kx="0" ky="0" algn="tl" rotWithShape="1" blurRad="38100" dist="23000" dir="5400000">
                  <a:srgbClr val="000000">
                    <a:alpha val="35000"/>
                  </a:srgbClr>
                </a:outerShdw>
              </a:effectLst>
            </c:spPr>
          </c:dPt>
          <c:dPt>
            <c:idx val="1"/>
            <c:explosion val="0"/>
            <c:spPr>
              <a:solidFill>
                <a:srgbClr val="397ECA"/>
              </a:solidFill>
              <a:ln w="12700" cap="flat">
                <a:noFill/>
                <a:miter lim="400000"/>
              </a:ln>
              <a:effectLst>
                <a:outerShdw sx="100000" sy="100000" kx="0" ky="0" algn="tl" rotWithShape="1" blurRad="38100" dist="23000" dir="5400000">
                  <a:srgbClr val="000000">
                    <a:alpha val="35000"/>
                  </a:srgbClr>
                </a:outerShdw>
              </a:effectLst>
            </c:spPr>
          </c:dPt>
          <c:dPt>
            <c:idx val="2"/>
            <c:explosion val="0"/>
            <c:spPr>
              <a:solidFill>
                <a:srgbClr val="029FDC"/>
              </a:solidFill>
              <a:ln w="12700" cap="flat">
                <a:noFill/>
                <a:miter lim="400000"/>
              </a:ln>
              <a:effectLst>
                <a:outerShdw sx="100000" sy="100000" kx="0" ky="0" algn="tl" rotWithShape="1" blurRad="38100" dist="23000" dir="5400000">
                  <a:srgbClr val="000000">
                    <a:alpha val="35000"/>
                  </a:srgbClr>
                </a:outerShdw>
              </a:effectLst>
            </c:spPr>
          </c:dPt>
          <c:dPt>
            <c:idx val="3"/>
            <c:explosion val="0"/>
            <c:spPr>
              <a:solidFill>
                <a:srgbClr val="66B3E0"/>
              </a:solidFill>
              <a:ln w="12700" cap="flat">
                <a:noFill/>
                <a:miter lim="400000"/>
              </a:ln>
              <a:effectLst>
                <a:outerShdw sx="100000" sy="100000" kx="0" ky="0" algn="tl" rotWithShape="1" blurRad="38100" dist="23000" dir="5400000">
                  <a:srgbClr val="000000">
                    <a:alpha val="35000"/>
                  </a:srgbClr>
                </a:outerShdw>
              </a:effectLst>
            </c:spPr>
          </c:dPt>
          <c:dPt>
            <c:idx val="4"/>
            <c:explosion val="0"/>
            <c:spPr>
              <a:solidFill>
                <a:srgbClr val="D9EFF9"/>
              </a:solidFill>
              <a:ln w="9525" cap="flat">
                <a:solidFill>
                  <a:srgbClr val="F9F9F9"/>
                </a:solidFill>
                <a:prstDash val="solid"/>
                <a:bevel/>
              </a:ln>
              <a:effectLst>
                <a:outerShdw sx="100000" sy="100000" kx="0" ky="0" algn="tl" rotWithShape="1" blurRad="38100" dist="20000" dir="5400000">
                  <a:srgbClr val="000000">
                    <a:alpha val="38000"/>
                  </a:srgbClr>
                </a:outerShdw>
              </a:effectLst>
            </c:spPr>
          </c:dPt>
          <c:dPt>
            <c:idx val="5"/>
            <c:explosion val="0"/>
            <c:spPr>
              <a:solidFill>
                <a:srgbClr val="C7C7C7"/>
              </a:solidFill>
              <a:ln w="9525" cap="flat">
                <a:solidFill>
                  <a:srgbClr val="F9F9F9"/>
                </a:solidFill>
                <a:prstDash val="solid"/>
                <a:bevel/>
              </a:ln>
              <a:effectLst>
                <a:outerShdw sx="100000" sy="100000" kx="0" ky="0" algn="tl" rotWithShape="1" blurRad="38100" dist="20000" dir="5400000">
                  <a:srgbClr val="000000">
                    <a:alpha val="38000"/>
                  </a:srgbClr>
                </a:outerShdw>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4"/>
              <c:numFmt formatCode="#,##0%" sourceLinked="0"/>
              <c:txPr>
                <a:bodyPr/>
                <a:lstStyle/>
                <a:p>
                  <a:pPr>
                    <a:defRPr b="0" i="0" strike="noStrike" sz="1800" u="none">
                      <a:solidFill>
                        <a:srgbClr val="000000"/>
                      </a:solidFill>
                      <a:latin typeface="Calibri"/>
                    </a:defRPr>
                  </a:pPr>
                </a:p>
              </c:txPr>
              <c:dLblPos val="ctr"/>
              <c:showLegendKey val="0"/>
              <c:showVal val="0"/>
              <c:showCatName val="0"/>
              <c:showSerName val="0"/>
              <c:showPercent val="0"/>
              <c:showBubbleSize val="0"/>
            </c:dLbl>
            <c:dLbl>
              <c:idx val="5"/>
              <c:numFmt formatCode="#,##0%" sourceLinked="0"/>
              <c:txPr>
                <a:bodyPr/>
                <a:lstStyle/>
                <a:p>
                  <a:pPr>
                    <a:defRPr b="0" i="0" strike="noStrike" sz="1800" u="none">
                      <a:solidFill>
                        <a:srgbClr val="000000"/>
                      </a:solidFill>
                      <a:latin typeface="Calibri"/>
                    </a:defRPr>
                  </a:pPr>
                </a:p>
              </c:txPr>
              <c:dLblPos val="ctr"/>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6"/>
                <c:pt idx="0">
                  <c:v>1</c:v>
                </c:pt>
                <c:pt idx="1">
                  <c:v>2</c:v>
                </c:pt>
                <c:pt idx="2">
                  <c:v>3</c:v>
                </c:pt>
                <c:pt idx="3">
                  <c:v>4</c:v>
                </c:pt>
                <c:pt idx="4">
                  <c:v>5</c:v>
                </c:pt>
                <c:pt idx="5">
                  <c:v>6</c:v>
                </c:pt>
              </c:strCache>
            </c:strRef>
          </c:cat>
          <c:val>
            <c:numRef>
              <c:f>Sheet1!$B$4:$E$4</c:f>
              <c:numCache>
                <c:ptCount val="4"/>
                <c:pt idx="0">
                  <c:v>2.000000</c:v>
                </c:pt>
                <c:pt idx="1">
                  <c:v>2.000000</c:v>
                </c:pt>
                <c:pt idx="2">
                  <c:v>3.000000</c:v>
                </c:pt>
                <c:pt idx="3">
                  <c:v>5.000000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F0C424"/>
            </a:solidFill>
            <a:ln w="12700" cap="flat">
              <a:noFill/>
              <a:miter lim="400000"/>
            </a:ln>
            <a:effectLst/>
          </c:spPr>
          <c:explosion val="0"/>
          <c:dPt>
            <c:idx val="0"/>
            <c:explosion val="0"/>
            <c:spPr>
              <a:solidFill>
                <a:srgbClr val="F0C424"/>
              </a:solidFill>
              <a:ln w="12700" cap="flat">
                <a:noFill/>
                <a:miter lim="400000"/>
              </a:ln>
              <a:effectLst/>
            </c:spPr>
          </c:dPt>
          <c:dPt>
            <c:idx val="1"/>
            <c:explosion val="0"/>
            <c:spPr>
              <a:solidFill>
                <a:srgbClr val="FFFFFF"/>
              </a:solidFill>
              <a:ln w="12700" cap="flat">
                <a:noFill/>
                <a:miter lim="400000"/>
              </a:ln>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Sheet1!$B$1:$C$1</c:f>
              <c:strCache>
                <c:ptCount val="2"/>
                <c:pt idx="0">
                  <c:v>1st Qtr</c:v>
                </c:pt>
                <c:pt idx="1">
                  <c:v>2nd Qtr</c:v>
                </c:pt>
              </c:strCache>
            </c:strRef>
          </c:cat>
          <c:val>
            <c:numRef>
              <c:f>Sheet1!$B$2:$C$2</c:f>
              <c:numCache>
                <c:ptCount val="2"/>
                <c:pt idx="0">
                  <c:v>4.000000</c:v>
                </c:pt>
                <c:pt idx="1">
                  <c:v>6.000000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EE6E86"/>
            </a:solidFill>
            <a:ln w="12700" cap="flat">
              <a:noFill/>
              <a:miter lim="400000"/>
            </a:ln>
            <a:effectLst/>
          </c:spPr>
          <c:explosion val="0"/>
          <c:dPt>
            <c:idx val="0"/>
            <c:explosion val="0"/>
            <c:spPr>
              <a:solidFill>
                <a:srgbClr val="EE6E86"/>
              </a:solidFill>
              <a:ln w="12700" cap="flat">
                <a:noFill/>
                <a:miter lim="400000"/>
              </a:ln>
              <a:effectLst/>
            </c:spPr>
          </c:dPt>
          <c:dPt>
            <c:idx val="1"/>
            <c:explosion val="0"/>
            <c:spPr>
              <a:noFill/>
              <a:ln w="12700" cap="flat">
                <a:noFill/>
                <a:miter lim="400000"/>
              </a:ln>
              <a:effectLst/>
            </c:spPr>
          </c:dPt>
          <c:dLbls>
            <c:dLbl>
              <c:idx val="0"/>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800" u="none">
                    <a:solidFill>
                      <a:srgbClr val="000000"/>
                    </a:solidFill>
                    <a:latin typeface="Calibri"/>
                  </a:defRPr>
                </a:pPr>
              </a:p>
            </c:txPr>
            <c:dLblPos val="inEnd"/>
            <c:showLegendKey val="0"/>
            <c:showVal val="0"/>
            <c:showCatName val="0"/>
            <c:showSerName val="0"/>
            <c:showPercent val="0"/>
            <c:showBubbleSize val="0"/>
            <c:showLeaderLines val="0"/>
          </c:dLbls>
          <c:cat>
            <c:strRef>
              <c:f>Sheet1!$B$1:$C$1</c:f>
              <c:strCache>
                <c:ptCount val="2"/>
                <c:pt idx="0">
                  <c:v>1st Qtr</c:v>
                </c:pt>
                <c:pt idx="1">
                  <c:v>2nd Qtr</c:v>
                </c:pt>
              </c:strCache>
            </c:strRef>
          </c:cat>
          <c:val>
            <c:numRef>
              <c:f>Sheet1!$B$2:$C$2</c:f>
              <c:numCache>
                <c:ptCount val="2"/>
                <c:pt idx="0">
                  <c:v>8.000000</c:v>
                </c:pt>
                <c:pt idx="1">
                  <c:v>2.000000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02A1BF"/>
            </a:solidFill>
            <a:ln w="12700" cap="flat">
              <a:noFill/>
              <a:miter lim="400000"/>
            </a:ln>
            <a:effectLst/>
          </c:spPr>
          <c:explosion val="0"/>
          <c:dPt>
            <c:idx val="0"/>
            <c:explosion val="0"/>
            <c:spPr>
              <a:solidFill>
                <a:srgbClr val="02A1BF"/>
              </a:solidFill>
              <a:ln w="12700" cap="flat">
                <a:noFill/>
                <a:miter lim="400000"/>
              </a:ln>
              <a:effectLst/>
            </c:spPr>
          </c:dPt>
          <c:dPt>
            <c:idx val="1"/>
            <c:explosion val="0"/>
            <c:spPr>
              <a:solidFill>
                <a:srgbClr val="FF9900"/>
              </a:solidFill>
              <a:ln w="12700" cap="flat">
                <a:noFill/>
                <a:miter lim="400000"/>
              </a:ln>
              <a:effectLst/>
            </c:spPr>
          </c:dPt>
          <c:dPt>
            <c:idx val="2"/>
            <c:explosion val="0"/>
            <c:spPr>
              <a:solidFill>
                <a:srgbClr val="7AB10F"/>
              </a:solidFill>
              <a:ln w="12700" cap="flat">
                <a:noFill/>
                <a:miter lim="400000"/>
              </a:ln>
              <a:effectLst/>
            </c:spPr>
          </c:dPt>
          <c:dPt>
            <c:idx val="3"/>
            <c:explosion val="0"/>
            <c:spPr>
              <a:solidFill>
                <a:srgbClr val="E95700"/>
              </a:solidFill>
              <a:ln w="12700" cap="flat">
                <a:noFill/>
                <a:miter lim="400000"/>
              </a:ln>
              <a:effectLst/>
            </c:spPr>
          </c:dPt>
          <c:dLbls>
            <c:dLbl>
              <c:idx val="0"/>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10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1st Qtr</c:v>
                </c:pt>
                <c:pt idx="1">
                  <c:v>2nd Qtr</c:v>
                </c:pt>
                <c:pt idx="2">
                  <c:v>3rd Qtr</c:v>
                </c:pt>
                <c:pt idx="3">
                  <c:v>4th Qtr</c:v>
                </c:pt>
              </c:strCache>
            </c:strRef>
          </c:cat>
          <c:val>
            <c:numRef>
              <c:f>Sheet1!$B$2:$E$2</c:f>
              <c:numCache>
                <c:ptCount val="4"/>
                <c:pt idx="0">
                  <c:v>8.200000</c:v>
                </c:pt>
                <c:pt idx="1">
                  <c:v>3.200000</c:v>
                </c:pt>
                <c:pt idx="2">
                  <c:v>1.400000</c:v>
                </c:pt>
                <c:pt idx="3">
                  <c:v>1.200000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Column1</c:v>
                </c:pt>
              </c:strCache>
            </c:strRef>
          </c:tx>
          <c:spPr>
            <a:solidFill>
              <a:srgbClr val="5E86B8"/>
            </a:solidFill>
            <a:ln w="12700" cap="flat">
              <a:solidFill>
                <a:srgbClr val="FFFFFF"/>
              </a:solidFill>
              <a:prstDash val="solid"/>
              <a:bevel/>
            </a:ln>
            <a:effectLst/>
          </c:spPr>
          <c:explosion val="0"/>
          <c:dPt>
            <c:idx val="0"/>
            <c:explosion val="0"/>
            <c:spPr>
              <a:solidFill>
                <a:srgbClr val="5E86B8"/>
              </a:solidFill>
              <a:ln w="12700" cap="flat">
                <a:solidFill>
                  <a:srgbClr val="FFFFFF"/>
                </a:solidFill>
                <a:prstDash val="solid"/>
                <a:bevel/>
              </a:ln>
              <a:effectLst/>
            </c:spPr>
          </c:dPt>
          <c:dPt>
            <c:idx val="1"/>
            <c:explosion val="0"/>
            <c:spPr>
              <a:solidFill>
                <a:srgbClr val="94B9DA"/>
              </a:solidFill>
              <a:ln w="12700" cap="flat">
                <a:solidFill>
                  <a:srgbClr val="FFFFFF"/>
                </a:solidFill>
                <a:prstDash val="solid"/>
                <a:bevel/>
              </a:ln>
              <a:effectLst/>
            </c:spPr>
          </c:dPt>
          <c:dPt>
            <c:idx val="2"/>
            <c:explosion val="0"/>
            <c:spPr>
              <a:solidFill>
                <a:srgbClr val="002C64"/>
              </a:solidFill>
              <a:ln w="12700" cap="flat">
                <a:solidFill>
                  <a:srgbClr val="FFFFFF"/>
                </a:solidFill>
                <a:prstDash val="solid"/>
                <a:bevel/>
              </a:ln>
              <a:effectLst/>
            </c:spPr>
          </c:dPt>
          <c:dPt>
            <c:idx val="3"/>
            <c:explosion val="0"/>
            <c:spPr>
              <a:solidFill>
                <a:srgbClr val="5B9AD1"/>
              </a:solidFill>
              <a:ln w="12700" cap="flat">
                <a:solidFill>
                  <a:srgbClr val="FFFFFF"/>
                </a:solidFill>
                <a:prstDash val="solid"/>
                <a:bevel/>
              </a:ln>
              <a:effectLst/>
            </c:spPr>
          </c:dPt>
          <c:dPt>
            <c:idx val="4"/>
            <c:explosion val="0"/>
            <c:spPr>
              <a:solidFill>
                <a:srgbClr val="00070E"/>
              </a:solidFill>
              <a:ln w="12700" cap="flat">
                <a:solidFill>
                  <a:srgbClr val="FFFFFF"/>
                </a:solidFill>
                <a:prstDash val="solid"/>
                <a:bevel/>
              </a:ln>
              <a:effectLst/>
            </c:spPr>
          </c:dPt>
          <c:dPt>
            <c:idx val="5"/>
            <c:explosion val="0"/>
            <c:spPr>
              <a:solidFill>
                <a:srgbClr val="154C90"/>
              </a:solidFill>
              <a:ln w="12700" cap="flat">
                <a:solidFill>
                  <a:srgbClr val="FFFFFF"/>
                </a:solidFill>
                <a:prstDash val="solid"/>
                <a:bevel/>
              </a:ln>
              <a:effectLst/>
            </c:spPr>
          </c:dPt>
          <c:dLbls>
            <c:dLbl>
              <c:idx val="0"/>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3"/>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4"/>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5"/>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showLeaderLines val="0"/>
          </c:dLbls>
          <c:cat>
            <c:strRef>
              <c:f>Sheet1!$B$1:$E$1</c:f>
              <c:strCache>
                <c:ptCount val="4"/>
                <c:pt idx="0">
                  <c:v>1</c:v>
                </c:pt>
                <c:pt idx="1">
                  <c:v>2</c:v>
                </c:pt>
                <c:pt idx="2">
                  <c:v>3</c:v>
                </c:pt>
                <c:pt idx="3">
                  <c:v>4</c:v>
                </c:pt>
              </c:strCache>
            </c:strRef>
          </c:cat>
          <c:val>
            <c:numRef>
              <c:f>Sheet1!$B$2:$E$2</c:f>
              <c:numCache>
                <c:ptCount val="4"/>
                <c:pt idx="0">
                  <c:v>0.900000</c:v>
                </c:pt>
                <c:pt idx="1">
                  <c:v>0.200000</c:v>
                </c:pt>
                <c:pt idx="2">
                  <c:v>0.350000</c:v>
                </c:pt>
                <c:pt idx="3">
                  <c:v>0.150000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Sales</c:v>
                </c:pt>
              </c:strCache>
            </c:strRef>
          </c:tx>
          <c:spPr>
            <a:solidFill>
              <a:srgbClr val="808080"/>
            </a:solidFill>
            <a:ln w="12700" cap="flat">
              <a:noFill/>
              <a:miter lim="400000"/>
            </a:ln>
            <a:effectLst/>
          </c:spPr>
          <c:explosion val="0"/>
          <c:dPt>
            <c:idx val="0"/>
            <c:explosion val="0"/>
            <c:spPr>
              <a:solidFill>
                <a:srgbClr val="808080"/>
              </a:solidFill>
              <a:ln w="12700" cap="flat">
                <a:noFill/>
                <a:miter lim="400000"/>
              </a:ln>
              <a:effectLst/>
            </c:spPr>
          </c:dPt>
          <c:dPt>
            <c:idx val="1"/>
            <c:explosion val="0"/>
            <c:spPr>
              <a:solidFill>
                <a:srgbClr val="4B4B4B"/>
              </a:solidFill>
              <a:ln w="12700" cap="flat">
                <a:noFill/>
                <a:miter lim="400000"/>
              </a:ln>
              <a:effectLst/>
            </c:spPr>
          </c:dPt>
          <c:dPt>
            <c:idx val="2"/>
            <c:explosion val="0"/>
            <c:spPr>
              <a:solidFill>
                <a:srgbClr val="4678AF"/>
              </a:solidFill>
              <a:ln w="12700" cap="flat">
                <a:noFill/>
                <a:miter lim="400000"/>
              </a:ln>
              <a:effectLst/>
            </c:spPr>
          </c:dPt>
          <c:dLbls>
            <c:dLbl>
              <c:idx val="0"/>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1"/>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dLbl>
              <c:idx val="2"/>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dLbl>
            <c:numFmt formatCode="0%" sourceLinked="0"/>
            <c:txPr>
              <a:bodyPr/>
              <a:lstStyle/>
              <a:p>
                <a:pPr>
                  <a:defRPr b="0" i="0" strike="noStrike" sz="4800" u="none">
                    <a:solidFill>
                      <a:srgbClr val="000000"/>
                    </a:solidFill>
                    <a:latin typeface="Calibri"/>
                  </a:defRPr>
                </a:pPr>
              </a:p>
            </c:txPr>
            <c:dLblPos val="inEnd"/>
            <c:showLegendKey val="0"/>
            <c:showVal val="0"/>
            <c:showCatName val="0"/>
            <c:showSerName val="0"/>
            <c:showPercent val="0"/>
            <c:showBubbleSize val="0"/>
            <c:showLeaderLines val="0"/>
          </c:dLbls>
          <c:cat>
            <c:strRef>
              <c:f>Sheet1!$B$1:$D$1</c:f>
              <c:strCache>
                <c:ptCount val="2"/>
                <c:pt idx="0">
                  <c:v>1st Qtr</c:v>
                </c:pt>
                <c:pt idx="1">
                  <c:v>2nd Qtr</c:v>
                </c:pt>
              </c:strCache>
            </c:strRef>
          </c:cat>
          <c:val>
            <c:numRef>
              <c:f>Sheet1!$B$2:$D$2</c:f>
              <c:numCache>
                <c:ptCount val="3"/>
                <c:pt idx="0">
                  <c:v>0.250000</c:v>
                </c:pt>
                <c:pt idx="1">
                  <c:v>0.250000</c:v>
                </c:pt>
                <c:pt idx="2">
                  <c:v>0.250000</c:v>
                </c:pt>
              </c:numCache>
            </c:numRef>
          </c:val>
        </c:ser>
        <c:firstSliceAng val="31"/>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Region 1</c:v>
                </c:pt>
              </c:strCache>
            </c:strRef>
          </c:tx>
          <c:spPr>
            <a:solidFill>
              <a:srgbClr val="234770"/>
            </a:solidFill>
            <a:ln w="12700" cap="flat">
              <a:noFill/>
              <a:miter lim="400000"/>
            </a:ln>
            <a:effectLst/>
          </c:spPr>
          <c:explosion val="5"/>
          <c:dPt>
            <c:idx val="0"/>
            <c:explosion val="5"/>
            <c:spPr>
              <a:solidFill>
                <a:srgbClr val="234770"/>
              </a:solidFill>
              <a:ln w="12700" cap="flat">
                <a:noFill/>
                <a:miter lim="400000"/>
              </a:ln>
              <a:effectLst/>
            </c:spPr>
          </c:dPt>
          <c:dPt>
            <c:idx val="1"/>
            <c:explosion val="5"/>
            <c:spPr>
              <a:solidFill>
                <a:srgbClr val="366DAB"/>
              </a:solidFill>
              <a:ln w="12700" cap="flat">
                <a:noFill/>
                <a:miter lim="400000"/>
              </a:ln>
              <a:effectLst/>
            </c:spPr>
          </c:dPt>
          <c:dPt>
            <c:idx val="2"/>
            <c:explosion val="5"/>
            <c:spPr>
              <a:solidFill>
                <a:srgbClr val="4286D4"/>
              </a:solidFill>
              <a:ln w="12700" cap="flat">
                <a:noFill/>
                <a:miter lim="400000"/>
              </a:ln>
              <a:effectLst/>
            </c:spPr>
          </c:dPt>
          <c:dPt>
            <c:idx val="3"/>
            <c:explosion val="5"/>
            <c:spPr>
              <a:solidFill>
                <a:srgbClr val="4B99F2"/>
              </a:solidFill>
              <a:ln w="12700" cap="flat">
                <a:noFill/>
                <a:miter lim="400000"/>
              </a:ln>
              <a:effectLst/>
            </c:spPr>
          </c:dPt>
          <c:dPt>
            <c:idx val="4"/>
            <c:explosion val="5"/>
            <c:spPr>
              <a:solidFill>
                <a:srgbClr val="82B8F2"/>
              </a:solidFill>
              <a:ln w="12700" cap="flat">
                <a:noFill/>
                <a:miter lim="400000"/>
              </a:ln>
              <a:effectLst/>
            </c:spPr>
          </c:dPt>
          <c:dPt>
            <c:idx val="5"/>
            <c:explosion val="5"/>
            <c:spPr>
              <a:solidFill>
                <a:srgbClr val="A7D6FF"/>
              </a:solidFill>
              <a:ln w="12700" cap="flat">
                <a:noFill/>
                <a:miter lim="400000"/>
              </a:ln>
              <a:effectLst/>
            </c:spPr>
          </c:dPt>
          <c:dLbls>
            <c:dLbl>
              <c:idx val="0"/>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1"/>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2"/>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3"/>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4"/>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5"/>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showLeaderLines val="0"/>
          </c:dLbls>
          <c:cat>
            <c:strRef>
              <c:f>Sheet1!$B$1:$G$1</c:f>
              <c:strCache>
                <c:ptCount val="6"/>
                <c:pt idx="0">
                  <c:v>April</c:v>
                </c:pt>
                <c:pt idx="1">
                  <c:v>May</c:v>
                </c:pt>
                <c:pt idx="2">
                  <c:v>June</c:v>
                </c:pt>
                <c:pt idx="3">
                  <c:v>July</c:v>
                </c:pt>
                <c:pt idx="4">
                  <c:v>August</c:v>
                </c:pt>
                <c:pt idx="5">
                  <c:v>September</c:v>
                </c:pt>
              </c:strCache>
            </c:strRef>
          </c:cat>
          <c:val>
            <c:numRef>
              <c:f>Sheet1!$B$2:$G$2</c:f>
              <c:numCache>
                <c:ptCount val="6"/>
                <c:pt idx="0">
                  <c:v>20.000000</c:v>
                </c:pt>
                <c:pt idx="1">
                  <c:v>20.000000</c:v>
                </c:pt>
                <c:pt idx="2">
                  <c:v>20.000000</c:v>
                </c:pt>
                <c:pt idx="3">
                  <c:v>20.000000</c:v>
                </c:pt>
                <c:pt idx="4">
                  <c:v>20.000000</c:v>
                </c:pt>
                <c:pt idx="5">
                  <c:v>20.000000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1"/>
  <c:roundedCorners val="0"/>
  <c:chart>
    <c:autoTitleDeleted val="1"/>
    <c:plotArea>
      <c:layout>
        <c:manualLayout>
          <c:layoutTarget val="inner"/>
          <c:xMode val="edge"/>
          <c:yMode val="edge"/>
          <c:x val="0.005"/>
          <c:y val="0.005"/>
          <c:w val="0.99"/>
          <c:h val="0.9875"/>
        </c:manualLayout>
      </c:layout>
      <c:pieChart>
        <c:varyColors val="0"/>
        <c:ser>
          <c:idx val="0"/>
          <c:order val="0"/>
          <c:tx>
            <c:strRef>
              <c:f>Sheet1!$A$2</c:f>
              <c:strCache>
                <c:ptCount val="1"/>
                <c:pt idx="0">
                  <c:v>Region 1</c:v>
                </c:pt>
              </c:strCache>
            </c:strRef>
          </c:tx>
          <c:spPr>
            <a:solidFill>
              <a:srgbClr val="234770"/>
            </a:solidFill>
            <a:ln w="12700" cap="flat">
              <a:noFill/>
              <a:miter lim="400000"/>
            </a:ln>
            <a:effectLst/>
          </c:spPr>
          <c:explosion val="5"/>
          <c:dPt>
            <c:idx val="0"/>
            <c:explosion val="5"/>
            <c:spPr>
              <a:solidFill>
                <a:srgbClr val="234770"/>
              </a:solidFill>
              <a:ln w="12700" cap="flat">
                <a:noFill/>
                <a:miter lim="400000"/>
              </a:ln>
              <a:effectLst/>
            </c:spPr>
          </c:dPt>
          <c:dPt>
            <c:idx val="1"/>
            <c:explosion val="5"/>
            <c:spPr>
              <a:solidFill>
                <a:srgbClr val="366DAB"/>
              </a:solidFill>
              <a:ln w="12700" cap="flat">
                <a:noFill/>
                <a:miter lim="400000"/>
              </a:ln>
              <a:effectLst/>
            </c:spPr>
          </c:dPt>
          <c:dPt>
            <c:idx val="2"/>
            <c:explosion val="5"/>
            <c:spPr>
              <a:solidFill>
                <a:srgbClr val="4286D4"/>
              </a:solidFill>
              <a:ln w="12700" cap="flat">
                <a:noFill/>
                <a:miter lim="400000"/>
              </a:ln>
              <a:effectLst/>
            </c:spPr>
          </c:dPt>
          <c:dPt>
            <c:idx val="3"/>
            <c:explosion val="5"/>
            <c:spPr>
              <a:solidFill>
                <a:srgbClr val="4B99F2"/>
              </a:solidFill>
              <a:ln w="12700" cap="flat">
                <a:noFill/>
                <a:miter lim="400000"/>
              </a:ln>
              <a:effectLst/>
            </c:spPr>
          </c:dPt>
          <c:dPt>
            <c:idx val="4"/>
            <c:explosion val="5"/>
            <c:spPr>
              <a:solidFill>
                <a:srgbClr val="82B8F2"/>
              </a:solidFill>
              <a:ln w="12700" cap="flat">
                <a:noFill/>
                <a:miter lim="400000"/>
              </a:ln>
              <a:effectLst/>
            </c:spPr>
          </c:dPt>
          <c:dPt>
            <c:idx val="5"/>
            <c:explosion val="5"/>
            <c:spPr>
              <a:solidFill>
                <a:srgbClr val="A7D6FF"/>
              </a:solidFill>
              <a:ln w="12700" cap="flat">
                <a:noFill/>
                <a:miter lim="400000"/>
              </a:ln>
              <a:effectLst/>
            </c:spPr>
          </c:dPt>
          <c:dLbls>
            <c:dLbl>
              <c:idx val="0"/>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1"/>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2"/>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3"/>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4"/>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dLbl>
              <c:idx val="5"/>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dLbl>
            <c:numFmt formatCode="#,##0%" sourceLinked="0"/>
            <c:txPr>
              <a:bodyPr/>
              <a:lstStyle/>
              <a:p>
                <a:pPr>
                  <a:defRPr b="0" i="0" strike="noStrike" sz="2500" u="none">
                    <a:solidFill>
                      <a:srgbClr val="FFFFFF"/>
                    </a:solidFill>
                    <a:latin typeface="Helvetica Neue Light"/>
                  </a:defRPr>
                </a:pPr>
              </a:p>
            </c:txPr>
            <c:dLblPos val="ctr"/>
            <c:showLegendKey val="0"/>
            <c:showVal val="0"/>
            <c:showCatName val="0"/>
            <c:showSerName val="0"/>
            <c:showPercent val="0"/>
            <c:showBubbleSize val="0"/>
            <c:showLeaderLines val="0"/>
          </c:dLbls>
          <c:cat>
            <c:strRef>
              <c:f>Sheet1!$B$1:$G$1</c:f>
              <c:strCache>
                <c:ptCount val="6"/>
                <c:pt idx="0">
                  <c:v>April</c:v>
                </c:pt>
                <c:pt idx="1">
                  <c:v>May</c:v>
                </c:pt>
                <c:pt idx="2">
                  <c:v>June</c:v>
                </c:pt>
                <c:pt idx="3">
                  <c:v>July</c:v>
                </c:pt>
                <c:pt idx="4">
                  <c:v>August</c:v>
                </c:pt>
                <c:pt idx="5">
                  <c:v>September</c:v>
                </c:pt>
              </c:strCache>
            </c:strRef>
          </c:cat>
          <c:val>
            <c:numRef>
              <c:f>Sheet1!$B$2:$G$2</c:f>
              <c:numCache>
                <c:ptCount val="6"/>
                <c:pt idx="0">
                  <c:v>20.000000</c:v>
                </c:pt>
                <c:pt idx="1">
                  <c:v>20.000000</c:v>
                </c:pt>
                <c:pt idx="2">
                  <c:v>20.000000</c:v>
                </c:pt>
                <c:pt idx="3">
                  <c:v>20.000000</c:v>
                </c:pt>
                <c:pt idx="4">
                  <c:v>20.000000</c:v>
                </c:pt>
                <c:pt idx="5">
                  <c:v>20.000000</c:v>
                </c:pt>
              </c:numCache>
            </c:numRef>
          </c:val>
        </c:ser>
        <c:firstSliceAng val="0"/>
      </c:pieChart>
      <c:spPr>
        <a:noFill/>
        <a:ln w="12700" cap="flat">
          <a:noFill/>
          <a:miter lim="400000"/>
        </a:ln>
        <a:effectLst/>
      </c:spPr>
    </c:plotArea>
    <c:plotVisOnly val="1"/>
    <c:dispBlanksAs val="gap"/>
  </c:chart>
  <c:spPr>
    <a:noFill/>
    <a:ln>
      <a:noFill/>
    </a:ln>
    <a:effectLst/>
  </c:spPr>
  <c:externalData r:id="rId1">
    <c:autoUpdate val="0"/>
  </c:externalData>
</c:chartSpace>
</file>

<file path=ppt/notesMasters/_rels/notesMaster1.xml.rels><?xml version="1.0" encoding="UTF-8" standalone="yes"?><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 name="Shape 372"/>
          <p:cNvSpPr/>
          <p:nvPr>
            <p:ph type="sldImg"/>
          </p:nvPr>
        </p:nvSpPr>
        <p:spPr>
          <a:xfrm>
            <a:off x="1143000" y="685800"/>
            <a:ext cx="4572000" cy="3429000"/>
          </a:xfrm>
          <a:prstGeom prst="rect">
            <a:avLst/>
          </a:prstGeom>
        </p:spPr>
        <p:txBody>
          <a:bodyPr/>
          <a:lstStyle/>
          <a:p>
            <a:pPr/>
          </a:p>
        </p:txBody>
      </p:sp>
      <p:sp>
        <p:nvSpPr>
          <p:cNvPr id="373" name="Shape 373"/>
          <p:cNvSpPr/>
          <p:nvPr>
            <p:ph type="body" sz="quarter" idx="1"/>
          </p:nvPr>
        </p:nvSpPr>
        <p:spPr>
          <a:xfrm>
            <a:off x="914400" y="4343400"/>
            <a:ext cx="5029200" cy="4114800"/>
          </a:xfrm>
          <a:prstGeom prst="rect">
            <a:avLst/>
          </a:prstGeom>
        </p:spPr>
        <p:txBody>
          <a:bodyPr/>
          <a:lstStyle/>
          <a:p>
            <a:pPr/>
          </a:p>
        </p:txBody>
      </p:sp>
    </p:spTree>
  </p:cSld>
  <p:clrMap bg1="lt1" tx1="dk1" bg2="lt2" tx2="dk2" accent1="accent1" accent2="accent2" accent3="accent3" accent4="accent4" accent5="accent5" accent6="accent6" hlink="hlink" folHlink="folHlink"/>
  <p:notesStyle>
    <a:lvl1pPr defTabSz="457200" latinLnBrk="0">
      <a:lnSpc>
        <a:spcPct val="117999"/>
      </a:lnSpc>
      <a:defRPr sz="3000">
        <a:latin typeface="Helvetica Neue"/>
        <a:ea typeface="Helvetica Neue"/>
        <a:cs typeface="Helvetica Neue"/>
        <a:sym typeface="Helvetica Neue"/>
      </a:defRPr>
    </a:lvl1pPr>
    <a:lvl2pPr indent="228600" defTabSz="457200" latinLnBrk="0">
      <a:lnSpc>
        <a:spcPct val="117999"/>
      </a:lnSpc>
      <a:defRPr sz="3000">
        <a:latin typeface="Helvetica Neue"/>
        <a:ea typeface="Helvetica Neue"/>
        <a:cs typeface="Helvetica Neue"/>
        <a:sym typeface="Helvetica Neue"/>
      </a:defRPr>
    </a:lvl2pPr>
    <a:lvl3pPr indent="457200" defTabSz="457200" latinLnBrk="0">
      <a:lnSpc>
        <a:spcPct val="117999"/>
      </a:lnSpc>
      <a:defRPr sz="3000">
        <a:latin typeface="Helvetica Neue"/>
        <a:ea typeface="Helvetica Neue"/>
        <a:cs typeface="Helvetica Neue"/>
        <a:sym typeface="Helvetica Neue"/>
      </a:defRPr>
    </a:lvl3pPr>
    <a:lvl4pPr indent="685800" defTabSz="457200" latinLnBrk="0">
      <a:lnSpc>
        <a:spcPct val="117999"/>
      </a:lnSpc>
      <a:defRPr sz="3000">
        <a:latin typeface="Helvetica Neue"/>
        <a:ea typeface="Helvetica Neue"/>
        <a:cs typeface="Helvetica Neue"/>
        <a:sym typeface="Helvetica Neue"/>
      </a:defRPr>
    </a:lvl4pPr>
    <a:lvl5pPr indent="914400" defTabSz="457200" latinLnBrk="0">
      <a:lnSpc>
        <a:spcPct val="117999"/>
      </a:lnSpc>
      <a:defRPr sz="3000">
        <a:latin typeface="Helvetica Neue"/>
        <a:ea typeface="Helvetica Neue"/>
        <a:cs typeface="Helvetica Neue"/>
        <a:sym typeface="Helvetica Neue"/>
      </a:defRPr>
    </a:lvl5pPr>
    <a:lvl6pPr indent="1143000" defTabSz="457200" latinLnBrk="0">
      <a:lnSpc>
        <a:spcPct val="117999"/>
      </a:lnSpc>
      <a:defRPr sz="3000">
        <a:latin typeface="Helvetica Neue"/>
        <a:ea typeface="Helvetica Neue"/>
        <a:cs typeface="Helvetica Neue"/>
        <a:sym typeface="Helvetica Neue"/>
      </a:defRPr>
    </a:lvl6pPr>
    <a:lvl7pPr indent="1371600" defTabSz="457200" latinLnBrk="0">
      <a:lnSpc>
        <a:spcPct val="117999"/>
      </a:lnSpc>
      <a:defRPr sz="3000">
        <a:latin typeface="Helvetica Neue"/>
        <a:ea typeface="Helvetica Neue"/>
        <a:cs typeface="Helvetica Neue"/>
        <a:sym typeface="Helvetica Neue"/>
      </a:defRPr>
    </a:lvl7pPr>
    <a:lvl8pPr indent="1600200" defTabSz="457200" latinLnBrk="0">
      <a:lnSpc>
        <a:spcPct val="117999"/>
      </a:lnSpc>
      <a:defRPr sz="3000">
        <a:latin typeface="Helvetica Neue"/>
        <a:ea typeface="Helvetica Neue"/>
        <a:cs typeface="Helvetica Neue"/>
        <a:sym typeface="Helvetica Neue"/>
      </a:defRPr>
    </a:lvl8pPr>
    <a:lvl9pPr indent="1828800" defTabSz="457200" latinLnBrk="0">
      <a:lnSpc>
        <a:spcPct val="117999"/>
      </a:lnSpc>
      <a:defRPr sz="3000">
        <a:latin typeface="Helvetica Neue"/>
        <a:ea typeface="Helvetica Neue"/>
        <a:cs typeface="Helvetica Neue"/>
        <a:sym typeface="Helvetica Neue"/>
      </a:defRPr>
    </a:lvl9pPr>
  </p:notesStyle>
</p:notesMaster>
</file>

<file path=ppt/notesSlides/_rels/notesSlide1.xml.rels><?xml version="1.0" encoding="UTF-8" standalone="yes"?><Relationships xmlns="http://schemas.openxmlformats.org/package/2006/relationships"><Relationship Id="rId1" Type="http://schemas.openxmlformats.org/officeDocument/2006/relationships/slide" Target="../slides/slide230.xml"/><Relationship Id="rId2" Type="http://schemas.openxmlformats.org/officeDocument/2006/relationships/notesMaster" Target="../notesMasters/notesMaster1.xml"/></Relationships>

</file>

<file path=ppt/notesSlides/_rels/notesSlide2.xml.rels><?xml version="1.0" encoding="UTF-8" standalone="yes"?><Relationships xmlns="http://schemas.openxmlformats.org/package/2006/relationships"><Relationship Id="rId1" Type="http://schemas.openxmlformats.org/officeDocument/2006/relationships/slide" Target="../slides/slide235.xml"/><Relationship Id="rId2" Type="http://schemas.openxmlformats.org/officeDocument/2006/relationships/notesMaster" Target="../notesMasters/notesMaster1.xml"/></Relationships>

</file>

<file path=ppt/notesSlides/_rels/notesSlide3.xml.rels><?xml version="1.0" encoding="UTF-8" standalone="yes"?><Relationships xmlns="http://schemas.openxmlformats.org/package/2006/relationships"><Relationship Id="rId1" Type="http://schemas.openxmlformats.org/officeDocument/2006/relationships/slide" Target="../slides/slide237.xml"/><Relationship Id="rId2" Type="http://schemas.openxmlformats.org/officeDocument/2006/relationships/notesMaster" Target="../notesMasters/notesMaster1.xml"/></Relationships>

</file>

<file path=ppt/notesSlides/_rels/notesSlide4.xml.rels><?xml version="1.0" encoding="UTF-8" standalone="yes"?><Relationships xmlns="http://schemas.openxmlformats.org/package/2006/relationships"><Relationship Id="rId1" Type="http://schemas.openxmlformats.org/officeDocument/2006/relationships/slide" Target="../slides/slide252.xml"/><Relationship Id="rId2" Type="http://schemas.openxmlformats.org/officeDocument/2006/relationships/notesMaster" Target="../notesMasters/notesMaster1.xml"/></Relationships>

</file>

<file path=ppt/notesSlides/_rels/notesSlide5.xml.rels><?xml version="1.0" encoding="UTF-8" standalone="yes"?><Relationships xmlns="http://schemas.openxmlformats.org/package/2006/relationships"><Relationship Id="rId1" Type="http://schemas.openxmlformats.org/officeDocument/2006/relationships/slide" Target="../slides/slide253.xml"/><Relationship Id="rId2" Type="http://schemas.openxmlformats.org/officeDocument/2006/relationships/notesMaster" Target="../notesMasters/notesMaster1.xml"/></Relationships>

</file>

<file path=ppt/notesSlides/_rels/notesSlide6.xml.rels><?xml version="1.0" encoding="UTF-8" standalone="yes"?><Relationships xmlns="http://schemas.openxmlformats.org/package/2006/relationships"><Relationship Id="rId1" Type="http://schemas.openxmlformats.org/officeDocument/2006/relationships/slide" Target="../slides/slide254.xml"/><Relationship Id="rId2" Type="http://schemas.openxmlformats.org/officeDocument/2006/relationships/notesMaster" Target="../notesMasters/notesMaster1.xml"/></Relationships>

</file>

<file path=ppt/notesSlides/_rels/notesSlide7.xml.rels><?xml version="1.0" encoding="UTF-8" standalone="yes"?><Relationships xmlns="http://schemas.openxmlformats.org/package/2006/relationships"><Relationship Id="rId1" Type="http://schemas.openxmlformats.org/officeDocument/2006/relationships/slide" Target="../slides/slide255.xml"/><Relationship Id="rId2" Type="http://schemas.openxmlformats.org/officeDocument/2006/relationships/notesMaster" Target="../notesMasters/notesMaster1.xml"/></Relationships>

</file>

<file path=ppt/notesSlides/_rels/notesSlide8.xml.rels><?xml version="1.0" encoding="UTF-8" standalone="yes"?><Relationships xmlns="http://schemas.openxmlformats.org/package/2006/relationships"><Relationship Id="rId1" Type="http://schemas.openxmlformats.org/officeDocument/2006/relationships/slide" Target="../slides/slide257.xml"/><Relationship Id="rId2" Type="http://schemas.openxmlformats.org/officeDocument/2006/relationships/notesMaster" Target="../notesMasters/notesMaster1.xml"/></Relationships>

</file>

<file path=ppt/notesSlides/_rels/notesSlide9.xml.rels><?xml version="1.0" encoding="UTF-8" standalone="yes"?><Relationships xmlns="http://schemas.openxmlformats.org/package/2006/relationships"><Relationship Id="rId1" Type="http://schemas.openxmlformats.org/officeDocument/2006/relationships/slide" Target="../slides/slide258.xml"/><Relationship Id="rId2" Type="http://schemas.openxmlformats.org/officeDocument/2006/relationships/notesMaster" Target="../notesMasters/notesMaster1.xml"/></Relationships>

</file>

<file path=ppt/notesSlides/_rels/notesSlide10.xml.rels><?xml version="1.0" encoding="UTF-8" standalone="yes"?><Relationships xmlns="http://schemas.openxmlformats.org/package/2006/relationships"><Relationship Id="rId1" Type="http://schemas.openxmlformats.org/officeDocument/2006/relationships/slide" Target="../slides/slide260.xml"/><Relationship Id="rId2" Type="http://schemas.openxmlformats.org/officeDocument/2006/relationships/notesMaster" Target="../notesMasters/notesMaster1.xml"/></Relationships>

</file>

<file path=ppt/notesSlides/_rels/notesSlide11.xml.rels><?xml version="1.0" encoding="UTF-8" standalone="yes"?><Relationships xmlns="http://schemas.openxmlformats.org/package/2006/relationships"><Relationship Id="rId1" Type="http://schemas.openxmlformats.org/officeDocument/2006/relationships/slide" Target="../slides/slide263.xml"/><Relationship Id="rId2" Type="http://schemas.openxmlformats.org/officeDocument/2006/relationships/notesMaster" Target="../notesMasters/notesMaster1.xml"/></Relationships>

</file>

<file path=ppt/notesSlides/_rels/notesSlide12.xml.rels><?xml version="1.0" encoding="UTF-8" standalone="yes"?><Relationships xmlns="http://schemas.openxmlformats.org/package/2006/relationships"><Relationship Id="rId1" Type="http://schemas.openxmlformats.org/officeDocument/2006/relationships/slide" Target="../slides/slide264.xml"/><Relationship Id="rId2" Type="http://schemas.openxmlformats.org/officeDocument/2006/relationships/notesMaster" Target="../notesMasters/notesMaster1.xml"/></Relationships>

</file>

<file path=ppt/notesSlides/_rels/notesSlide13.xml.rels><?xml version="1.0" encoding="UTF-8" standalone="yes"?><Relationships xmlns="http://schemas.openxmlformats.org/package/2006/relationships"><Relationship Id="rId1" Type="http://schemas.openxmlformats.org/officeDocument/2006/relationships/slide" Target="../slides/slide266.xml"/><Relationship Id="rId2" Type="http://schemas.openxmlformats.org/officeDocument/2006/relationships/notesMaster" Target="../notesMasters/notesMaster1.xml"/></Relationships>

</file>

<file path=ppt/notesSlides/_rels/notesSlide14.xml.rels><?xml version="1.0" encoding="UTF-8" standalone="yes"?><Relationships xmlns="http://schemas.openxmlformats.org/package/2006/relationships"><Relationship Id="rId1" Type="http://schemas.openxmlformats.org/officeDocument/2006/relationships/slide" Target="../slides/slide270.xml"/><Relationship Id="rId2" Type="http://schemas.openxmlformats.org/officeDocument/2006/relationships/notesMaster" Target="../notesMasters/notesMaster1.xml"/></Relationships>

</file>

<file path=ppt/notesSlides/_rels/notesSlide15.xml.rels><?xml version="1.0" encoding="UTF-8" standalone="yes"?><Relationships xmlns="http://schemas.openxmlformats.org/package/2006/relationships"><Relationship Id="rId1" Type="http://schemas.openxmlformats.org/officeDocument/2006/relationships/slide" Target="../slides/slide280.xml"/><Relationship Id="rId2" Type="http://schemas.openxmlformats.org/officeDocument/2006/relationships/notesMaster" Target="../notesMasters/notesMaster1.xml"/></Relationships>

</file>

<file path=ppt/notesSlides/_rels/notesSlide16.xml.rels><?xml version="1.0" encoding="UTF-8" standalone="yes"?><Relationships xmlns="http://schemas.openxmlformats.org/package/2006/relationships"><Relationship Id="rId1" Type="http://schemas.openxmlformats.org/officeDocument/2006/relationships/slide" Target="../slides/slide282.xml"/><Relationship Id="rId2" Type="http://schemas.openxmlformats.org/officeDocument/2006/relationships/notesMaster" Target="../notesMasters/notesMaster1.xml"/></Relationships>

</file>

<file path=ppt/notesSlides/_rels/notesSlide17.xml.rels><?xml version="1.0" encoding="UTF-8" standalone="yes"?><Relationships xmlns="http://schemas.openxmlformats.org/package/2006/relationships"><Relationship Id="rId1" Type="http://schemas.openxmlformats.org/officeDocument/2006/relationships/slide" Target="../slides/slide283.xml"/><Relationship Id="rId2"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56" name="Shape 9956"/>
          <p:cNvSpPr/>
          <p:nvPr>
            <p:ph type="sldImg"/>
          </p:nvPr>
        </p:nvSpPr>
        <p:spPr>
          <a:prstGeom prst="rect">
            <a:avLst/>
          </a:prstGeom>
        </p:spPr>
        <p:txBody>
          <a:bodyPr/>
          <a:lstStyle/>
          <a:p>
            <a:pPr/>
          </a:p>
        </p:txBody>
      </p:sp>
      <p:sp>
        <p:nvSpPr>
          <p:cNvPr id="9957" name="Shape 9957"/>
          <p:cNvSpPr/>
          <p:nvPr>
            <p:ph type="body" sz="quarter" idx="1"/>
          </p:nvPr>
        </p:nvSpPr>
        <p:spPr>
          <a:prstGeom prst="rect">
            <a:avLst/>
          </a:prstGeom>
        </p:spPr>
        <p:txBody>
          <a:bodyPr/>
          <a:lstStyle>
            <a:lvl1pPr defTabSz="914400">
              <a:defRPr b="1" sz="1200">
                <a:latin typeface="Calibri"/>
                <a:ea typeface="Calibri"/>
                <a:cs typeface="Calibri"/>
                <a:sym typeface="Calibri"/>
              </a:defRPr>
            </a:lvl1pPr>
          </a:lstStyle>
          <a:p>
            <a:pPr/>
            <a:r>
              <a:t>Font – King - http://www.dafont.com/font.php?file=king</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68" name="Shape 9968"/>
          <p:cNvSpPr/>
          <p:nvPr>
            <p:ph type="sldImg"/>
          </p:nvPr>
        </p:nvSpPr>
        <p:spPr>
          <a:prstGeom prst="rect">
            <a:avLst/>
          </a:prstGeom>
        </p:spPr>
        <p:txBody>
          <a:bodyPr/>
          <a:lstStyle/>
          <a:p>
            <a:pPr/>
          </a:p>
        </p:txBody>
      </p:sp>
      <p:sp>
        <p:nvSpPr>
          <p:cNvPr id="9969" name="Shape 9969"/>
          <p:cNvSpPr/>
          <p:nvPr>
            <p:ph type="body" sz="quarter" idx="1"/>
          </p:nvPr>
        </p:nvSpPr>
        <p:spPr>
          <a:prstGeom prst="rect">
            <a:avLst/>
          </a:prstGeom>
        </p:spPr>
        <p:txBody>
          <a:bodyPr/>
          <a:lstStyle>
            <a:lvl1pPr defTabSz="914400">
              <a:defRPr b="1" sz="1200">
                <a:latin typeface="Calibri"/>
                <a:ea typeface="Calibri"/>
                <a:cs typeface="Calibri"/>
                <a:sym typeface="Calibri"/>
              </a:defRPr>
            </a:lvl1pPr>
          </a:lstStyle>
          <a:p>
            <a:pPr/>
            <a:r>
              <a:t>Font – Claire Hand – http://www.dafont.com/claire-hand.font</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77" name="Shape 9977"/>
          <p:cNvSpPr/>
          <p:nvPr>
            <p:ph type="sldImg"/>
          </p:nvPr>
        </p:nvSpPr>
        <p:spPr>
          <a:prstGeom prst="rect">
            <a:avLst/>
          </a:prstGeom>
        </p:spPr>
        <p:txBody>
          <a:bodyPr/>
          <a:lstStyle/>
          <a:p>
            <a:pPr/>
          </a:p>
        </p:txBody>
      </p:sp>
      <p:sp>
        <p:nvSpPr>
          <p:cNvPr id="9978" name="Shape 9978"/>
          <p:cNvSpPr/>
          <p:nvPr>
            <p:ph type="body" sz="quarter" idx="1"/>
          </p:nvPr>
        </p:nvSpPr>
        <p:spPr>
          <a:prstGeom prst="rect">
            <a:avLst/>
          </a:prstGeom>
        </p:spPr>
        <p:txBody>
          <a:bodyPr/>
          <a:lstStyle>
            <a:lvl1pPr defTabSz="914400">
              <a:defRPr b="1" sz="1200">
                <a:latin typeface="Calibri"/>
                <a:ea typeface="Calibri"/>
                <a:cs typeface="Calibri"/>
                <a:sym typeface="Calibri"/>
              </a:defRPr>
            </a:lvl1pPr>
          </a:lstStyle>
          <a:p>
            <a:pPr/>
            <a:r>
              <a:t>Fonts - Estrangelo Edessa - http://fontzone.net/font-details/estrangelo-edessa &amp; Euphemia UCAS - http://www.ffonts.net/Euphemia-UCAS.font</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67" name="Shape 10067"/>
          <p:cNvSpPr/>
          <p:nvPr>
            <p:ph type="sldImg"/>
          </p:nvPr>
        </p:nvSpPr>
        <p:spPr>
          <a:prstGeom prst="rect">
            <a:avLst/>
          </a:prstGeom>
        </p:spPr>
        <p:txBody>
          <a:bodyPr/>
          <a:lstStyle/>
          <a:p>
            <a:pPr/>
          </a:p>
        </p:txBody>
      </p:sp>
      <p:sp>
        <p:nvSpPr>
          <p:cNvPr id="10068" name="Shape 10068"/>
          <p:cNvSpPr/>
          <p:nvPr>
            <p:ph type="body" sz="quarter" idx="1"/>
          </p:nvPr>
        </p:nvSpPr>
        <p:spPr>
          <a:prstGeom prst="rect">
            <a:avLst/>
          </a:prstGeom>
        </p:spPr>
        <p:txBody>
          <a:bodyPr/>
          <a:lstStyle>
            <a:lvl1pPr>
              <a:defRPr sz="2200">
                <a:latin typeface="Raleway SemiBold"/>
                <a:ea typeface="Raleway SemiBold"/>
                <a:cs typeface="Raleway SemiBold"/>
                <a:sym typeface="Raleway SemiBold"/>
              </a:defRPr>
            </a:lvl1pPr>
          </a:lstStyle>
          <a:p>
            <a:pPr/>
            <a:r>
              <a:t>TIP: Esta diapositiva se debe poner antes del detalle de la propuesta o al final.</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92" name="Shape 10092"/>
          <p:cNvSpPr/>
          <p:nvPr>
            <p:ph type="sldImg"/>
          </p:nvPr>
        </p:nvSpPr>
        <p:spPr>
          <a:prstGeom prst="rect">
            <a:avLst/>
          </a:prstGeom>
        </p:spPr>
        <p:txBody>
          <a:bodyPr/>
          <a:lstStyle/>
          <a:p>
            <a:pPr/>
          </a:p>
        </p:txBody>
      </p:sp>
      <p:sp>
        <p:nvSpPr>
          <p:cNvPr id="10093" name="Shape 10093"/>
          <p:cNvSpPr/>
          <p:nvPr>
            <p:ph type="body" sz="quarter" idx="1"/>
          </p:nvPr>
        </p:nvSpPr>
        <p:spPr>
          <a:prstGeom prst="rect">
            <a:avLst/>
          </a:prstGeom>
        </p:spPr>
        <p:txBody>
          <a:bodyPr/>
          <a:lstStyle>
            <a:lvl1pPr>
              <a:defRPr sz="2100">
                <a:latin typeface="Raleway SemiBold"/>
                <a:ea typeface="Raleway SemiBold"/>
                <a:cs typeface="Raleway SemiBold"/>
                <a:sym typeface="Raleway SemiBold"/>
              </a:defRPr>
            </a:lvl1pPr>
          </a:lstStyle>
          <a:p>
            <a:pPr/>
            <a:r>
              <a:t>TIP: Usa los iconos que tienes al final para cada rectángulo.</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126" name="Shape 10126"/>
          <p:cNvSpPr/>
          <p:nvPr>
            <p:ph type="sldImg"/>
          </p:nvPr>
        </p:nvSpPr>
        <p:spPr>
          <a:prstGeom prst="rect">
            <a:avLst/>
          </a:prstGeom>
        </p:spPr>
        <p:txBody>
          <a:bodyPr/>
          <a:lstStyle/>
          <a:p>
            <a:pPr/>
          </a:p>
        </p:txBody>
      </p:sp>
      <p:sp>
        <p:nvSpPr>
          <p:cNvPr id="10127" name="Shape 10127"/>
          <p:cNvSpPr/>
          <p:nvPr>
            <p:ph type="body" sz="quarter" idx="1"/>
          </p:nvPr>
        </p:nvSpPr>
        <p:spPr>
          <a:prstGeom prst="rect">
            <a:avLst/>
          </a:prstGeom>
        </p:spPr>
        <p:txBody>
          <a:bodyPr/>
          <a:lstStyle>
            <a:lvl1pPr>
              <a:defRPr b="1" sz="2200"/>
            </a:lvl1pPr>
          </a:lstStyle>
          <a:p>
            <a:pPr/>
            <a:r>
              <a:t>Idóneo para resaltar las acciones que realizarás para conseguir un determinado objetivo.</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154" name="Shape 10154"/>
          <p:cNvSpPr/>
          <p:nvPr>
            <p:ph type="sldImg"/>
          </p:nvPr>
        </p:nvSpPr>
        <p:spPr>
          <a:prstGeom prst="rect">
            <a:avLst/>
          </a:prstGeom>
        </p:spPr>
        <p:txBody>
          <a:bodyPr/>
          <a:lstStyle/>
          <a:p>
            <a:pPr/>
          </a:p>
        </p:txBody>
      </p:sp>
      <p:sp>
        <p:nvSpPr>
          <p:cNvPr id="10155" name="Shape 10155"/>
          <p:cNvSpPr/>
          <p:nvPr>
            <p:ph type="body" sz="quarter" idx="1"/>
          </p:nvPr>
        </p:nvSpPr>
        <p:spPr>
          <a:prstGeom prst="rect">
            <a:avLst/>
          </a:prstGeom>
        </p:spPr>
        <p:txBody>
          <a:bodyPr/>
          <a:lstStyle>
            <a:lvl1pPr>
              <a:defRPr sz="2200">
                <a:latin typeface="Raleway SemiBold"/>
                <a:ea typeface="Raleway SemiBold"/>
                <a:cs typeface="Raleway SemiBold"/>
                <a:sym typeface="Raleway SemiBold"/>
              </a:defRPr>
            </a:lvl1pPr>
          </a:lstStyle>
          <a:p>
            <a:pPr/>
            <a:r>
              <a:t>Edición: Haz clic en el centro del reloj para editar los tiempos (Es una gráfica)</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197" name="Shape 10197"/>
          <p:cNvSpPr/>
          <p:nvPr>
            <p:ph type="sldImg"/>
          </p:nvPr>
        </p:nvSpPr>
        <p:spPr>
          <a:prstGeom prst="rect">
            <a:avLst/>
          </a:prstGeom>
        </p:spPr>
        <p:txBody>
          <a:bodyPr/>
          <a:lstStyle/>
          <a:p>
            <a:pPr/>
          </a:p>
        </p:txBody>
      </p:sp>
      <p:sp>
        <p:nvSpPr>
          <p:cNvPr id="10198" name="Shape 10198"/>
          <p:cNvSpPr/>
          <p:nvPr>
            <p:ph type="body" sz="quarter" idx="1"/>
          </p:nvPr>
        </p:nvSpPr>
        <p:spPr>
          <a:prstGeom prst="rect">
            <a:avLst/>
          </a:prstGeom>
        </p:spPr>
        <p:txBody>
          <a:bodyPr/>
          <a:lstStyle>
            <a:lvl1pPr>
              <a:defRPr sz="2500">
                <a:latin typeface="Raleway SemiBold"/>
                <a:ea typeface="Raleway SemiBold"/>
                <a:cs typeface="Raleway SemiBold"/>
                <a:sym typeface="Raleway SemiBold"/>
              </a:defRPr>
            </a:lvl1pPr>
          </a:lstStyle>
          <a:p>
            <a:pPr/>
            <a:r>
              <a:t>Observación: Incluye animación la diapositiva.</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209" name="Shape 10209"/>
          <p:cNvSpPr/>
          <p:nvPr>
            <p:ph type="sldImg"/>
          </p:nvPr>
        </p:nvSpPr>
        <p:spPr>
          <a:prstGeom prst="rect">
            <a:avLst/>
          </a:prstGeom>
        </p:spPr>
        <p:txBody>
          <a:bodyPr/>
          <a:lstStyle/>
          <a:p>
            <a:pPr/>
          </a:p>
        </p:txBody>
      </p:sp>
      <p:sp>
        <p:nvSpPr>
          <p:cNvPr id="10210" name="Shape 10210"/>
          <p:cNvSpPr/>
          <p:nvPr>
            <p:ph type="body" sz="quarter" idx="1"/>
          </p:nvPr>
        </p:nvSpPr>
        <p:spPr>
          <a:prstGeom prst="rect">
            <a:avLst/>
          </a:prstGeom>
        </p:spPr>
        <p:txBody>
          <a:bodyPr/>
          <a:lstStyle>
            <a:lvl1pPr>
              <a:defRPr sz="2500">
                <a:latin typeface="Raleway SemiBold"/>
                <a:ea typeface="Raleway SemiBold"/>
                <a:cs typeface="Raleway SemiBold"/>
                <a:sym typeface="Raleway SemiBold"/>
              </a:defRPr>
            </a:lvl1pPr>
          </a:lstStyle>
          <a:p>
            <a:pPr/>
            <a:r>
              <a:t>Observación: Incluye animación la diapositiva.</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317" name="Shape 10317"/>
          <p:cNvSpPr/>
          <p:nvPr>
            <p:ph type="sldImg"/>
          </p:nvPr>
        </p:nvSpPr>
        <p:spPr>
          <a:prstGeom prst="rect">
            <a:avLst/>
          </a:prstGeom>
        </p:spPr>
        <p:txBody>
          <a:bodyPr/>
          <a:lstStyle/>
          <a:p>
            <a:pPr/>
          </a:p>
        </p:txBody>
      </p:sp>
      <p:sp>
        <p:nvSpPr>
          <p:cNvPr id="10318" name="Shape 10318"/>
          <p:cNvSpPr/>
          <p:nvPr>
            <p:ph type="body" sz="quarter" idx="1"/>
          </p:nvPr>
        </p:nvSpPr>
        <p:spPr>
          <a:prstGeom prst="rect">
            <a:avLst/>
          </a:prstGeom>
        </p:spPr>
        <p:txBody>
          <a:bodyPr/>
          <a:lstStyle>
            <a:lvl1pPr>
              <a:defRPr sz="2400">
                <a:latin typeface="Raleway SemiBold"/>
                <a:ea typeface="Raleway SemiBold"/>
                <a:cs typeface="Raleway SemiBold"/>
                <a:sym typeface="Raleway SemiBold"/>
              </a:defRPr>
            </a:lvl1pPr>
          </a:lstStyle>
          <a:p>
            <a:pPr/>
            <a:r>
              <a:t>TIP: Usa los iconos que tienes al final para cada círculo.</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412" name="Shape 10412"/>
          <p:cNvSpPr/>
          <p:nvPr>
            <p:ph type="sldImg"/>
          </p:nvPr>
        </p:nvSpPr>
        <p:spPr>
          <a:prstGeom prst="rect">
            <a:avLst/>
          </a:prstGeom>
        </p:spPr>
        <p:txBody>
          <a:bodyPr/>
          <a:lstStyle/>
          <a:p>
            <a:pPr/>
          </a:p>
        </p:txBody>
      </p:sp>
      <p:sp>
        <p:nvSpPr>
          <p:cNvPr id="10413" name="Shape 10413"/>
          <p:cNvSpPr/>
          <p:nvPr>
            <p:ph type="body" sz="quarter" idx="1"/>
          </p:nvPr>
        </p:nvSpPr>
        <p:spPr>
          <a:prstGeom prst="rect">
            <a:avLst/>
          </a:prstGeom>
        </p:spPr>
        <p:txBody>
          <a:bodyPr/>
          <a:lstStyle>
            <a:lvl1pPr>
              <a:defRPr sz="2400">
                <a:latin typeface="Raleway SemiBold"/>
                <a:ea typeface="Raleway SemiBold"/>
                <a:cs typeface="Raleway SemiBold"/>
                <a:sym typeface="Raleway SemiBold"/>
              </a:defRPr>
            </a:lvl1pPr>
          </a:lstStyle>
          <a:p>
            <a:pPr/>
            <a:r>
              <a:t>Observación: Edita la gráfica.</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448" name="Shape 10448"/>
          <p:cNvSpPr/>
          <p:nvPr>
            <p:ph type="sldImg"/>
          </p:nvPr>
        </p:nvSpPr>
        <p:spPr>
          <a:prstGeom prst="rect">
            <a:avLst/>
          </a:prstGeom>
        </p:spPr>
        <p:txBody>
          <a:bodyPr/>
          <a:lstStyle/>
          <a:p>
            <a:pPr/>
          </a:p>
        </p:txBody>
      </p:sp>
      <p:sp>
        <p:nvSpPr>
          <p:cNvPr id="10449" name="Shape 10449"/>
          <p:cNvSpPr/>
          <p:nvPr>
            <p:ph type="body" sz="quarter" idx="1"/>
          </p:nvPr>
        </p:nvSpPr>
        <p:spPr>
          <a:prstGeom prst="rect">
            <a:avLst/>
          </a:prstGeom>
        </p:spPr>
        <p:txBody>
          <a:bodyPr/>
          <a:lstStyle>
            <a:lvl1pPr>
              <a:defRPr sz="2400">
                <a:latin typeface="Raleway SemiBold"/>
                <a:ea typeface="Raleway SemiBold"/>
                <a:cs typeface="Raleway SemiBold"/>
                <a:sym typeface="Raleway SemiBold"/>
              </a:defRPr>
            </a:lvl1pPr>
          </a:lstStyle>
          <a:p>
            <a:pPr/>
            <a:r>
              <a:t>Observación: Agregar iconos.</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04" name="Shape 10504"/>
          <p:cNvSpPr/>
          <p:nvPr>
            <p:ph type="sldImg"/>
          </p:nvPr>
        </p:nvSpPr>
        <p:spPr>
          <a:prstGeom prst="rect">
            <a:avLst/>
          </a:prstGeom>
        </p:spPr>
        <p:txBody>
          <a:bodyPr/>
          <a:lstStyle/>
          <a:p>
            <a:pPr/>
          </a:p>
        </p:txBody>
      </p:sp>
      <p:sp>
        <p:nvSpPr>
          <p:cNvPr id="10505" name="Shape 10505"/>
          <p:cNvSpPr/>
          <p:nvPr>
            <p:ph type="body" sz="quarter" idx="1"/>
          </p:nvPr>
        </p:nvSpPr>
        <p:spPr>
          <a:prstGeom prst="rect">
            <a:avLst/>
          </a:prstGeom>
        </p:spPr>
        <p:txBody>
          <a:bodyPr/>
          <a:lstStyle>
            <a:lvl1pPr>
              <a:defRPr sz="2400">
                <a:latin typeface="Raleway SemiBold"/>
                <a:ea typeface="Raleway SemiBold"/>
                <a:cs typeface="Raleway SemiBold"/>
                <a:sym typeface="Raleway SemiBold"/>
              </a:defRPr>
            </a:lvl1pPr>
          </a:lstStyle>
          <a:p>
            <a:pPr/>
            <a:r>
              <a:t>Tip: Edita cada gráfica y agrega iconos.</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76" name="Shape 10576"/>
          <p:cNvSpPr/>
          <p:nvPr>
            <p:ph type="sldImg"/>
          </p:nvPr>
        </p:nvSpPr>
        <p:spPr>
          <a:prstGeom prst="rect">
            <a:avLst/>
          </a:prstGeom>
        </p:spPr>
        <p:txBody>
          <a:bodyPr/>
          <a:lstStyle/>
          <a:p>
            <a:pPr/>
          </a:p>
        </p:txBody>
      </p:sp>
      <p:sp>
        <p:nvSpPr>
          <p:cNvPr id="10577" name="Shape 10577"/>
          <p:cNvSpPr/>
          <p:nvPr>
            <p:ph type="body" sz="quarter" idx="1"/>
          </p:nvPr>
        </p:nvSpPr>
        <p:spPr>
          <a:prstGeom prst="rect">
            <a:avLst/>
          </a:prstGeom>
        </p:spPr>
        <p:txBody>
          <a:bodyPr/>
          <a:lstStyle>
            <a:lvl1pPr>
              <a:defRPr sz="2400">
                <a:latin typeface="Raleway SemiBold"/>
                <a:ea typeface="Raleway SemiBold"/>
                <a:cs typeface="Raleway SemiBold"/>
                <a:sym typeface="Raleway SemiBold"/>
              </a:defRPr>
            </a:lvl1pPr>
          </a:lstStyle>
          <a:p>
            <a:pPr/>
            <a:r>
              <a:t>TIP: Usa los iconos que tienes al final para cada círculo.</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893" name="Shape 10893"/>
          <p:cNvSpPr/>
          <p:nvPr>
            <p:ph type="sldImg"/>
          </p:nvPr>
        </p:nvSpPr>
        <p:spPr>
          <a:prstGeom prst="rect">
            <a:avLst/>
          </a:prstGeom>
        </p:spPr>
        <p:txBody>
          <a:bodyPr/>
          <a:lstStyle/>
          <a:p>
            <a:pPr/>
          </a:p>
        </p:txBody>
      </p:sp>
      <p:sp>
        <p:nvSpPr>
          <p:cNvPr id="10894" name="Shape 10894"/>
          <p:cNvSpPr/>
          <p:nvPr>
            <p:ph type="body" sz="quarter" idx="1"/>
          </p:nvPr>
        </p:nvSpPr>
        <p:spPr>
          <a:prstGeom prst="rect">
            <a:avLst/>
          </a:prstGeom>
        </p:spPr>
        <p:txBody>
          <a:bodyPr/>
          <a:lstStyle>
            <a:lvl1pPr>
              <a:defRPr sz="2400">
                <a:latin typeface="Raleway SemiBold"/>
                <a:ea typeface="Raleway SemiBold"/>
                <a:cs typeface="Raleway SemiBold"/>
                <a:sym typeface="Raleway SemiBold"/>
              </a:defRPr>
            </a:lvl1pPr>
          </a:lstStyle>
          <a:p>
            <a:pPr/>
            <a:r>
              <a:t>Edición: Mueve la línea y texto hoy donde quieras.</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1020" name="Shape 11020"/>
          <p:cNvSpPr/>
          <p:nvPr>
            <p:ph type="sldImg"/>
          </p:nvPr>
        </p:nvSpPr>
        <p:spPr>
          <a:prstGeom prst="rect">
            <a:avLst/>
          </a:prstGeom>
        </p:spPr>
        <p:txBody>
          <a:bodyPr/>
          <a:lstStyle/>
          <a:p>
            <a:pPr/>
          </a:p>
        </p:txBody>
      </p:sp>
      <p:sp>
        <p:nvSpPr>
          <p:cNvPr id="11021" name="Shape 11021"/>
          <p:cNvSpPr/>
          <p:nvPr>
            <p:ph type="body" sz="quarter" idx="1"/>
          </p:nvPr>
        </p:nvSpPr>
        <p:spPr>
          <a:prstGeom prst="rect">
            <a:avLst/>
          </a:prstGeom>
        </p:spPr>
        <p:txBody>
          <a:bodyPr/>
          <a:lstStyle>
            <a:lvl1pPr>
              <a:defRPr sz="2200">
                <a:latin typeface="Raleway SemiBold"/>
                <a:ea typeface="Raleway SemiBold"/>
                <a:cs typeface="Raleway SemiBold"/>
                <a:sym typeface="Raleway SemiBold"/>
              </a:defRPr>
            </a:lvl1pPr>
          </a:lstStyle>
          <a:p>
            <a:pPr/>
            <a:r>
              <a:t>Edición: Selecciona todos los iconos y cambia automáticamente el color</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1134" name="Shape 11134"/>
          <p:cNvSpPr/>
          <p:nvPr>
            <p:ph type="sldImg"/>
          </p:nvPr>
        </p:nvSpPr>
        <p:spPr>
          <a:prstGeom prst="rect">
            <a:avLst/>
          </a:prstGeom>
        </p:spPr>
        <p:txBody>
          <a:bodyPr/>
          <a:lstStyle/>
          <a:p>
            <a:pPr/>
          </a:p>
        </p:txBody>
      </p:sp>
      <p:sp>
        <p:nvSpPr>
          <p:cNvPr id="11135" name="Shape 11135"/>
          <p:cNvSpPr/>
          <p:nvPr>
            <p:ph type="body" sz="quarter" idx="1"/>
          </p:nvPr>
        </p:nvSpPr>
        <p:spPr>
          <a:prstGeom prst="rect">
            <a:avLst/>
          </a:prstGeom>
        </p:spPr>
        <p:txBody>
          <a:bodyPr/>
          <a:lstStyle>
            <a:lvl1pPr>
              <a:defRPr sz="2200">
                <a:latin typeface="Raleway SemiBold"/>
                <a:ea typeface="Raleway SemiBold"/>
                <a:cs typeface="Raleway SemiBold"/>
                <a:sym typeface="Raleway SemiBold"/>
              </a:defRPr>
            </a:lvl1pPr>
          </a:lstStyle>
          <a:p>
            <a:pPr/>
            <a:r>
              <a:t>Edición: Selecciona todos los iconos y cambia automáticamente el color</a:t>
            </a:r>
          </a:p>
        </p:txBody>
      </p:sp>
    </p:spTree>
  </p:cSld>
  <p:clrMapOvr>
    <a:masterClrMapping/>
  </p:clrMapOvr>
</p:notes>
</file>

<file path=ppt/slideLayouts/_rels/slideLayout1.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vilmanunez.com/academy" TargetMode="External"/></Relationships>

</file>

<file path=ppt/slideLayouts/_rels/slideLayout15.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6.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eg"/></Relationships>

</file>

<file path=ppt/slideLayouts/_rels/slideLayout21.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31.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32.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8.png"/></Relationships>

</file>

<file path=ppt/slideLayouts/_rels/slideLayout34.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10.png"/></Relationships>

</file>

<file path=ppt/slideLayouts/_rels/slideLayout35.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36.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37.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2.png"/><Relationship Id="rId4" Type="http://schemas.openxmlformats.org/officeDocument/2006/relationships/image" Target="../media/image13.png"/></Relationships>

</file>

<file path=ppt/slideLayouts/_rels/slideLayout39.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41.xml.rels><?xml version="1.0" encoding="UTF-8" standalone="yes"?><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showMasterSp="0" showMasterPhAnim="1">
  <p:cSld name="Title &amp; Subtitle">
    <p:bg>
      <p:bgPr>
        <a:solidFill>
          <a:srgbClr val="53585F"/>
        </a:solidFill>
      </p:bgPr>
    </p:bg>
    <p:spTree>
      <p:nvGrpSpPr>
        <p:cNvPr id="1" name=""/>
        <p:cNvGrpSpPr/>
        <p:nvPr/>
      </p:nvGrpSpPr>
      <p:grpSpPr>
        <a:xfrm>
          <a:off x="0" y="0"/>
          <a:ext cx="0" cy="0"/>
          <a:chOff x="0" y="0"/>
          <a:chExt cx="0" cy="0"/>
        </a:xfrm>
      </p:grpSpPr>
      <p:sp>
        <p:nvSpPr>
          <p:cNvPr id="12" name="Shape 12"/>
          <p:cNvSpPr/>
          <p:nvPr>
            <p:ph type="title"/>
          </p:nvPr>
        </p:nvSpPr>
        <p:spPr>
          <a:xfrm>
            <a:off x="4833937" y="2303859"/>
            <a:ext cx="14716126" cy="4643438"/>
          </a:xfrm>
          <a:prstGeom prst="rect">
            <a:avLst/>
          </a:prstGeom>
        </p:spPr>
        <p:txBody>
          <a:bodyPr lIns="71437" tIns="71437" rIns="71437" bIns="71437" anchor="b"/>
          <a:lstStyle>
            <a:lvl1pPr algn="ctr" defTabSz="584200">
              <a:lnSpc>
                <a:spcPct val="100000"/>
              </a:lnSpc>
              <a:defRPr sz="11200">
                <a:solidFill>
                  <a:srgbClr val="000000"/>
                </a:solidFill>
                <a:latin typeface="+mn-lt"/>
                <a:ea typeface="+mn-ea"/>
                <a:cs typeface="+mn-cs"/>
                <a:sym typeface="Helvetica Light"/>
              </a:defRPr>
            </a:lvl1pPr>
          </a:lstStyle>
          <a:p>
            <a:pPr/>
            <a:r>
              <a:t>Texto del título</a:t>
            </a:r>
          </a:p>
        </p:txBody>
      </p:sp>
      <p:sp>
        <p:nvSpPr>
          <p:cNvPr id="13" name="Shape 13"/>
          <p:cNvSpPr/>
          <p:nvPr>
            <p:ph type="body" sz="quarter" idx="1"/>
          </p:nvPr>
        </p:nvSpPr>
        <p:spPr>
          <a:xfrm>
            <a:off x="4833937" y="7072312"/>
            <a:ext cx="14716126" cy="1589485"/>
          </a:xfrm>
          <a:prstGeom prst="rect">
            <a:avLst/>
          </a:prstGeom>
        </p:spPr>
        <p:txBody>
          <a:bodyPr lIns="71437" tIns="71437" rIns="71437" bIns="71437"/>
          <a:lstStyle>
            <a:lvl1pPr marL="0" indent="0" algn="ctr" defTabSz="584200">
              <a:lnSpc>
                <a:spcPct val="100000"/>
              </a:lnSpc>
              <a:spcBef>
                <a:spcPts val="0"/>
              </a:spcBef>
              <a:buSzTx/>
              <a:buFontTx/>
              <a:buNone/>
              <a:defRPr sz="4400">
                <a:solidFill>
                  <a:srgbClr val="000000"/>
                </a:solidFill>
                <a:latin typeface="+mn-lt"/>
                <a:ea typeface="+mn-ea"/>
                <a:cs typeface="+mn-cs"/>
                <a:sym typeface="Helvetica Light"/>
              </a:defRPr>
            </a:lvl1pPr>
            <a:lvl2pPr marL="0" indent="228600" algn="ctr" defTabSz="584200">
              <a:lnSpc>
                <a:spcPct val="100000"/>
              </a:lnSpc>
              <a:spcBef>
                <a:spcPts val="0"/>
              </a:spcBef>
              <a:buSzTx/>
              <a:buFontTx/>
              <a:buNone/>
              <a:defRPr sz="4400">
                <a:solidFill>
                  <a:srgbClr val="000000"/>
                </a:solidFill>
                <a:latin typeface="+mn-lt"/>
                <a:ea typeface="+mn-ea"/>
                <a:cs typeface="+mn-cs"/>
                <a:sym typeface="Helvetica Light"/>
              </a:defRPr>
            </a:lvl2pPr>
            <a:lvl3pPr marL="0" indent="457200" algn="ctr" defTabSz="584200">
              <a:lnSpc>
                <a:spcPct val="100000"/>
              </a:lnSpc>
              <a:spcBef>
                <a:spcPts val="0"/>
              </a:spcBef>
              <a:buSzTx/>
              <a:buFontTx/>
              <a:buNone/>
              <a:defRPr sz="4400">
                <a:solidFill>
                  <a:srgbClr val="000000"/>
                </a:solidFill>
                <a:latin typeface="+mn-lt"/>
                <a:ea typeface="+mn-ea"/>
                <a:cs typeface="+mn-cs"/>
                <a:sym typeface="Helvetica Light"/>
              </a:defRPr>
            </a:lvl3pPr>
            <a:lvl4pPr marL="0" indent="685800" algn="ctr" defTabSz="584200">
              <a:lnSpc>
                <a:spcPct val="100000"/>
              </a:lnSpc>
              <a:spcBef>
                <a:spcPts val="0"/>
              </a:spcBef>
              <a:buSzTx/>
              <a:buFontTx/>
              <a:buNone/>
              <a:defRPr sz="4400">
                <a:solidFill>
                  <a:srgbClr val="000000"/>
                </a:solidFill>
                <a:latin typeface="+mn-lt"/>
                <a:ea typeface="+mn-ea"/>
                <a:cs typeface="+mn-cs"/>
                <a:sym typeface="Helvetica Light"/>
              </a:defRPr>
            </a:lvl4pPr>
            <a:lvl5pPr marL="0" indent="914400" algn="ctr" defTabSz="584200">
              <a:lnSpc>
                <a:spcPct val="100000"/>
              </a:lnSpc>
              <a:spcBef>
                <a:spcPts val="0"/>
              </a:spcBef>
              <a:buSzTx/>
              <a:buFontTx/>
              <a:buNone/>
              <a:defRPr sz="4400">
                <a:solidFill>
                  <a:srgbClr val="000000"/>
                </a:solidFill>
                <a:latin typeface="+mn-lt"/>
                <a:ea typeface="+mn-ea"/>
                <a:cs typeface="+mn-cs"/>
                <a:sym typeface="Helvetica Light"/>
              </a:defRPr>
            </a:lvl5pPr>
          </a:lstStyle>
          <a:p>
            <a:pPr/>
            <a:r>
              <a:t>Nivel de texto 1</a:t>
            </a:r>
          </a:p>
          <a:p>
            <a:pPr lvl="1"/>
            <a:r>
              <a:t>Nivel de texto 2</a:t>
            </a:r>
          </a:p>
          <a:p>
            <a:pPr lvl="2"/>
            <a:r>
              <a:t>Nivel de texto 3</a:t>
            </a:r>
          </a:p>
          <a:p>
            <a:pPr lvl="3"/>
            <a:r>
              <a:t>Nivel de texto 4</a:t>
            </a:r>
          </a:p>
          <a:p>
            <a:pPr lvl="4"/>
            <a:r>
              <a:t>Nivel de texto 5</a:t>
            </a:r>
          </a:p>
        </p:txBody>
      </p:sp>
      <p:sp>
        <p:nvSpPr>
          <p:cNvPr id="14" name="Shape 14"/>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xml><?xml version="1.0" encoding="utf-8"?>
<p:sldLayout xmlns:a="http://schemas.openxmlformats.org/drawingml/2006/main" xmlns:r="http://schemas.openxmlformats.org/officeDocument/2006/relationships" xmlns:p="http://schemas.openxmlformats.org/presentationml/2006/main" type="tx" showMasterSp="0" showMasterPhAnim="1">
  <p:cSld name="Title &amp; Subtitle copy">
    <p:bg>
      <p:bgPr>
        <a:solidFill>
          <a:srgbClr val="FFFFFF"/>
        </a:solidFill>
      </p:bgPr>
    </p:bg>
    <p:spTree>
      <p:nvGrpSpPr>
        <p:cNvPr id="1" name=""/>
        <p:cNvGrpSpPr/>
        <p:nvPr/>
      </p:nvGrpSpPr>
      <p:grpSpPr>
        <a:xfrm>
          <a:off x="0" y="0"/>
          <a:ext cx="0" cy="0"/>
          <a:chOff x="0" y="0"/>
          <a:chExt cx="0" cy="0"/>
        </a:xfrm>
      </p:grpSpPr>
      <p:sp>
        <p:nvSpPr>
          <p:cNvPr id="21" name="Shape 21"/>
          <p:cNvSpPr/>
          <p:nvPr>
            <p:ph type="title"/>
          </p:nvPr>
        </p:nvSpPr>
        <p:spPr>
          <a:xfrm>
            <a:off x="4833937" y="2303859"/>
            <a:ext cx="14716126" cy="4643438"/>
          </a:xfrm>
          <a:prstGeom prst="rect">
            <a:avLst/>
          </a:prstGeom>
        </p:spPr>
        <p:txBody>
          <a:bodyPr lIns="71437" tIns="71437" rIns="71437" bIns="71437" anchor="b"/>
          <a:lstStyle>
            <a:lvl1pPr algn="ctr" defTabSz="584200">
              <a:lnSpc>
                <a:spcPct val="100000"/>
              </a:lnSpc>
              <a:defRPr sz="11200">
                <a:solidFill>
                  <a:srgbClr val="000000"/>
                </a:solidFill>
                <a:latin typeface="+mn-lt"/>
                <a:ea typeface="+mn-ea"/>
                <a:cs typeface="+mn-cs"/>
                <a:sym typeface="Helvetica Light"/>
              </a:defRPr>
            </a:lvl1pPr>
          </a:lstStyle>
          <a:p>
            <a:pPr/>
            <a:r>
              <a:t>Texto del título</a:t>
            </a:r>
          </a:p>
        </p:txBody>
      </p:sp>
      <p:sp>
        <p:nvSpPr>
          <p:cNvPr id="22" name="Shape 22"/>
          <p:cNvSpPr/>
          <p:nvPr>
            <p:ph type="body" sz="quarter" idx="1"/>
          </p:nvPr>
        </p:nvSpPr>
        <p:spPr>
          <a:xfrm>
            <a:off x="4833937" y="7072312"/>
            <a:ext cx="14716126" cy="1589485"/>
          </a:xfrm>
          <a:prstGeom prst="rect">
            <a:avLst/>
          </a:prstGeom>
        </p:spPr>
        <p:txBody>
          <a:bodyPr lIns="71437" tIns="71437" rIns="71437" bIns="71437"/>
          <a:lstStyle>
            <a:lvl1pPr marL="0" indent="0" algn="ctr" defTabSz="584200">
              <a:lnSpc>
                <a:spcPct val="100000"/>
              </a:lnSpc>
              <a:spcBef>
                <a:spcPts val="0"/>
              </a:spcBef>
              <a:buSzTx/>
              <a:buFontTx/>
              <a:buNone/>
              <a:defRPr sz="4400">
                <a:solidFill>
                  <a:srgbClr val="000000"/>
                </a:solidFill>
                <a:latin typeface="+mn-lt"/>
                <a:ea typeface="+mn-ea"/>
                <a:cs typeface="+mn-cs"/>
                <a:sym typeface="Helvetica Light"/>
              </a:defRPr>
            </a:lvl1pPr>
            <a:lvl2pPr marL="0" indent="228600" algn="ctr" defTabSz="584200">
              <a:lnSpc>
                <a:spcPct val="100000"/>
              </a:lnSpc>
              <a:spcBef>
                <a:spcPts val="0"/>
              </a:spcBef>
              <a:buSzTx/>
              <a:buFontTx/>
              <a:buNone/>
              <a:defRPr sz="4400">
                <a:solidFill>
                  <a:srgbClr val="000000"/>
                </a:solidFill>
                <a:latin typeface="+mn-lt"/>
                <a:ea typeface="+mn-ea"/>
                <a:cs typeface="+mn-cs"/>
                <a:sym typeface="Helvetica Light"/>
              </a:defRPr>
            </a:lvl2pPr>
            <a:lvl3pPr marL="0" indent="457200" algn="ctr" defTabSz="584200">
              <a:lnSpc>
                <a:spcPct val="100000"/>
              </a:lnSpc>
              <a:spcBef>
                <a:spcPts val="0"/>
              </a:spcBef>
              <a:buSzTx/>
              <a:buFontTx/>
              <a:buNone/>
              <a:defRPr sz="4400">
                <a:solidFill>
                  <a:srgbClr val="000000"/>
                </a:solidFill>
                <a:latin typeface="+mn-lt"/>
                <a:ea typeface="+mn-ea"/>
                <a:cs typeface="+mn-cs"/>
                <a:sym typeface="Helvetica Light"/>
              </a:defRPr>
            </a:lvl3pPr>
            <a:lvl4pPr marL="0" indent="685800" algn="ctr" defTabSz="584200">
              <a:lnSpc>
                <a:spcPct val="100000"/>
              </a:lnSpc>
              <a:spcBef>
                <a:spcPts val="0"/>
              </a:spcBef>
              <a:buSzTx/>
              <a:buFontTx/>
              <a:buNone/>
              <a:defRPr sz="4400">
                <a:solidFill>
                  <a:srgbClr val="000000"/>
                </a:solidFill>
                <a:latin typeface="+mn-lt"/>
                <a:ea typeface="+mn-ea"/>
                <a:cs typeface="+mn-cs"/>
                <a:sym typeface="Helvetica Light"/>
              </a:defRPr>
            </a:lvl4pPr>
            <a:lvl5pPr marL="0" indent="914400" algn="ctr" defTabSz="584200">
              <a:lnSpc>
                <a:spcPct val="100000"/>
              </a:lnSpc>
              <a:spcBef>
                <a:spcPts val="0"/>
              </a:spcBef>
              <a:buSzTx/>
              <a:buFontTx/>
              <a:buNone/>
              <a:defRPr sz="4400">
                <a:solidFill>
                  <a:srgbClr val="000000"/>
                </a:solidFill>
                <a:latin typeface="+mn-lt"/>
                <a:ea typeface="+mn-ea"/>
                <a:cs typeface="+mn-cs"/>
                <a:sym typeface="Helvetica Light"/>
              </a:defRPr>
            </a:lvl5pPr>
          </a:lstStyle>
          <a:p>
            <a:pPr/>
            <a:r>
              <a:t>Nivel de texto 1</a:t>
            </a:r>
          </a:p>
          <a:p>
            <a:pPr lvl="1"/>
            <a:r>
              <a:t>Nivel de texto 2</a:t>
            </a:r>
          </a:p>
          <a:p>
            <a:pPr lvl="2"/>
            <a:r>
              <a:t>Nivel de texto 3</a:t>
            </a:r>
          </a:p>
          <a:p>
            <a:pPr lvl="3"/>
            <a:r>
              <a:t>Nivel de texto 4</a:t>
            </a:r>
          </a:p>
          <a:p>
            <a:pPr lvl="4"/>
            <a:r>
              <a:t>Nivel de texto 5</a:t>
            </a:r>
          </a:p>
        </p:txBody>
      </p:sp>
      <p:sp>
        <p:nvSpPr>
          <p:cNvPr id="23" name="Shape 23"/>
          <p:cNvSpPr/>
          <p:nvPr/>
        </p:nvSpPr>
        <p:spPr>
          <a:xfrm>
            <a:off x="9525" y="3175"/>
            <a:ext cx="24534596" cy="13831628"/>
          </a:xfrm>
          <a:prstGeom prst="rect">
            <a:avLst/>
          </a:prstGeom>
          <a:solidFill>
            <a:srgbClr val="F3AAAC"/>
          </a:solidFill>
          <a:ln w="12700">
            <a:miter lim="400000"/>
          </a:ln>
          <a:effectLst>
            <a:outerShdw sx="100000" sy="100000" kx="0" ky="0" algn="b" rotWithShape="0" blurRad="50800" dist="25400" dir="5400000">
              <a:srgbClr val="000000">
                <a:alpha val="50000"/>
              </a:srgbClr>
            </a:outerShdw>
          </a:effec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p>
        </p:txBody>
      </p:sp>
      <p:sp>
        <p:nvSpPr>
          <p:cNvPr id="24" name="Shape 24"/>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xml><?xml version="1.0" encoding="utf-8"?>
<p:sldLayout xmlns:a="http://schemas.openxmlformats.org/drawingml/2006/main" xmlns:r="http://schemas.openxmlformats.org/officeDocument/2006/relationships" xmlns:p="http://schemas.openxmlformats.org/presentationml/2006/main" type="tx" showMasterSp="0" showMasterPhAnim="1">
  <p:cSld name="Photo - Horizontal">
    <p:bg>
      <p:bgPr>
        <a:solidFill>
          <a:srgbClr val="FFFFFF"/>
        </a:solidFill>
      </p:bgPr>
    </p:bg>
    <p:spTree>
      <p:nvGrpSpPr>
        <p:cNvPr id="1" name=""/>
        <p:cNvGrpSpPr/>
        <p:nvPr/>
      </p:nvGrpSpPr>
      <p:grpSpPr>
        <a:xfrm>
          <a:off x="0" y="0"/>
          <a:ext cx="0" cy="0"/>
          <a:chOff x="0" y="0"/>
          <a:chExt cx="0" cy="0"/>
        </a:xfrm>
      </p:grpSpPr>
      <p:sp>
        <p:nvSpPr>
          <p:cNvPr id="31" name="Shape 31"/>
          <p:cNvSpPr/>
          <p:nvPr/>
        </p:nvSpPr>
        <p:spPr>
          <a:xfrm>
            <a:off x="-133350" y="-57814"/>
            <a:ext cx="8943548" cy="13831628"/>
          </a:xfrm>
          <a:prstGeom prst="rect">
            <a:avLst/>
          </a:prstGeom>
          <a:solidFill>
            <a:srgbClr val="2F5379"/>
          </a:solidFill>
          <a:ln w="12700">
            <a:miter lim="400000"/>
          </a:ln>
          <a:effectLst>
            <a:outerShdw sx="100000" sy="100000" kx="0" ky="0" algn="b" rotWithShape="0" blurRad="50800" dist="25400" dir="5400000">
              <a:srgbClr val="000000">
                <a:alpha val="50000"/>
              </a:srgbClr>
            </a:outerShdw>
          </a:effec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p>
        </p:txBody>
      </p:sp>
      <p:sp>
        <p:nvSpPr>
          <p:cNvPr id="32" name="Shape 32"/>
          <p:cNvSpPr/>
          <p:nvPr>
            <p:ph type="sldNum" sz="quarter" idx="2"/>
          </p:nvPr>
        </p:nvSpPr>
        <p:spPr>
          <a:xfrm>
            <a:off x="11935814" y="13001625"/>
            <a:ext cx="494513" cy="511175"/>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4.xml><?xml version="1.0" encoding="utf-8"?>
<p:sldLayout xmlns:a="http://schemas.openxmlformats.org/drawingml/2006/main" xmlns:r="http://schemas.openxmlformats.org/officeDocument/2006/relationships" xmlns:p="http://schemas.openxmlformats.org/presentationml/2006/main" type="tx" showMasterSp="0" showMasterPhAnim="1">
  <p:cSld name="Title - Center">
    <p:bg>
      <p:bgPr>
        <a:solidFill>
          <a:srgbClr val="FFFFFF"/>
        </a:solidFill>
      </p:bgPr>
    </p:bg>
    <p:spTree>
      <p:nvGrpSpPr>
        <p:cNvPr id="1" name=""/>
        <p:cNvGrpSpPr/>
        <p:nvPr/>
      </p:nvGrpSpPr>
      <p:grpSpPr>
        <a:xfrm>
          <a:off x="0" y="0"/>
          <a:ext cx="0" cy="0"/>
          <a:chOff x="0" y="0"/>
          <a:chExt cx="0" cy="0"/>
        </a:xfrm>
      </p:grpSpPr>
      <p:sp>
        <p:nvSpPr>
          <p:cNvPr id="39" name="Shape 39"/>
          <p:cNvSpPr/>
          <p:nvPr>
            <p:ph type="title"/>
          </p:nvPr>
        </p:nvSpPr>
        <p:spPr>
          <a:xfrm>
            <a:off x="4833937" y="4536281"/>
            <a:ext cx="14716126" cy="4643438"/>
          </a:xfrm>
          <a:prstGeom prst="rect">
            <a:avLst/>
          </a:prstGeom>
        </p:spPr>
        <p:txBody>
          <a:bodyPr lIns="71437" tIns="71437" rIns="71437" bIns="71437"/>
          <a:lstStyle>
            <a:lvl1pPr algn="ctr" defTabSz="584200">
              <a:lnSpc>
                <a:spcPct val="100000"/>
              </a:lnSpc>
              <a:defRPr sz="11200">
                <a:solidFill>
                  <a:srgbClr val="000000"/>
                </a:solidFill>
                <a:latin typeface="+mn-lt"/>
                <a:ea typeface="+mn-ea"/>
                <a:cs typeface="+mn-cs"/>
                <a:sym typeface="Helvetica Light"/>
              </a:defRPr>
            </a:lvl1pPr>
          </a:lstStyle>
          <a:p>
            <a:pPr/>
            <a:r>
              <a:t>Texto del título</a:t>
            </a:r>
          </a:p>
        </p:txBody>
      </p:sp>
      <p:pic>
        <p:nvPicPr>
          <p:cNvPr id="40" name="wooden_bg.png" descr="wooden_bg.png"/>
          <p:cNvPicPr>
            <a:picLocks noChangeAspect="1"/>
          </p:cNvPicPr>
          <p:nvPr/>
        </p:nvPicPr>
        <p:blipFill>
          <a:blip r:embed="rId2">
            <a:extLst/>
          </a:blip>
          <a:stretch>
            <a:fillRect/>
          </a:stretch>
        </p:blipFill>
        <p:spPr>
          <a:xfrm>
            <a:off x="-1" y="-44514"/>
            <a:ext cx="24384001" cy="6510867"/>
          </a:xfrm>
          <a:prstGeom prst="rect">
            <a:avLst/>
          </a:prstGeom>
          <a:ln w="12700">
            <a:miter lim="400000"/>
          </a:ln>
        </p:spPr>
      </p:pic>
      <p:pic>
        <p:nvPicPr>
          <p:cNvPr id="41" name="wooden_bg.png" descr="wooden_bg.png"/>
          <p:cNvPicPr>
            <a:picLocks noChangeAspect="1"/>
          </p:cNvPicPr>
          <p:nvPr/>
        </p:nvPicPr>
        <p:blipFill>
          <a:blip r:embed="rId2">
            <a:extLst/>
          </a:blip>
          <a:stretch>
            <a:fillRect/>
          </a:stretch>
        </p:blipFill>
        <p:spPr>
          <a:xfrm>
            <a:off x="-1" y="1915519"/>
            <a:ext cx="24384001" cy="6506635"/>
          </a:xfrm>
          <a:prstGeom prst="rect">
            <a:avLst/>
          </a:prstGeom>
          <a:ln w="12700">
            <a:miter lim="400000"/>
          </a:ln>
        </p:spPr>
      </p:pic>
      <p:pic>
        <p:nvPicPr>
          <p:cNvPr id="42" name="wooden_bg.png" descr="wooden_bg.png"/>
          <p:cNvPicPr>
            <a:picLocks noChangeAspect="1"/>
          </p:cNvPicPr>
          <p:nvPr/>
        </p:nvPicPr>
        <p:blipFill>
          <a:blip r:embed="rId2">
            <a:extLst/>
          </a:blip>
          <a:stretch>
            <a:fillRect/>
          </a:stretch>
        </p:blipFill>
        <p:spPr>
          <a:xfrm>
            <a:off x="-1" y="3845702"/>
            <a:ext cx="24384001" cy="6506635"/>
          </a:xfrm>
          <a:prstGeom prst="rect">
            <a:avLst/>
          </a:prstGeom>
          <a:ln w="12700">
            <a:miter lim="400000"/>
          </a:ln>
        </p:spPr>
      </p:pic>
      <p:pic>
        <p:nvPicPr>
          <p:cNvPr id="43" name="wooden_bg.png" descr="wooden_bg.png"/>
          <p:cNvPicPr>
            <a:picLocks noChangeAspect="1"/>
          </p:cNvPicPr>
          <p:nvPr/>
        </p:nvPicPr>
        <p:blipFill>
          <a:blip r:embed="rId2">
            <a:extLst/>
          </a:blip>
          <a:stretch>
            <a:fillRect/>
          </a:stretch>
        </p:blipFill>
        <p:spPr>
          <a:xfrm>
            <a:off x="-1" y="5743928"/>
            <a:ext cx="24384001" cy="6506635"/>
          </a:xfrm>
          <a:prstGeom prst="rect">
            <a:avLst/>
          </a:prstGeom>
          <a:ln w="12700">
            <a:miter lim="400000"/>
          </a:ln>
        </p:spPr>
      </p:pic>
      <p:pic>
        <p:nvPicPr>
          <p:cNvPr id="44" name="wooden_bg.png" descr="wooden_bg.png"/>
          <p:cNvPicPr>
            <a:picLocks noChangeAspect="1"/>
          </p:cNvPicPr>
          <p:nvPr/>
        </p:nvPicPr>
        <p:blipFill>
          <a:blip r:embed="rId2">
            <a:extLst/>
          </a:blip>
          <a:stretch>
            <a:fillRect/>
          </a:stretch>
        </p:blipFill>
        <p:spPr>
          <a:xfrm>
            <a:off x="-1" y="7629038"/>
            <a:ext cx="24384001" cy="6506635"/>
          </a:xfrm>
          <a:prstGeom prst="rect">
            <a:avLst/>
          </a:prstGeom>
          <a:ln w="12700">
            <a:miter lim="400000"/>
          </a:ln>
        </p:spPr>
      </p:pic>
      <p:sp>
        <p:nvSpPr>
          <p:cNvPr id="45" name="Shape 45"/>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5.xml><?xml version="1.0" encoding="utf-8"?>
<p:sldLayout xmlns:a="http://schemas.openxmlformats.org/drawingml/2006/main" xmlns:r="http://schemas.openxmlformats.org/officeDocument/2006/relationships" xmlns:p="http://schemas.openxmlformats.org/presentationml/2006/main" type="tx" showMasterSp="0" showMasterPhAnim="1">
  <p:cSld name="Photo - Vertical">
    <p:bg>
      <p:bgPr>
        <a:solidFill>
          <a:srgbClr val="0194DF"/>
        </a:solidFill>
      </p:bgPr>
    </p:bg>
    <p:spTree>
      <p:nvGrpSpPr>
        <p:cNvPr id="1" name=""/>
        <p:cNvGrpSpPr/>
        <p:nvPr/>
      </p:nvGrpSpPr>
      <p:grpSpPr>
        <a:xfrm>
          <a:off x="0" y="0"/>
          <a:ext cx="0" cy="0"/>
          <a:chOff x="0" y="0"/>
          <a:chExt cx="0" cy="0"/>
        </a:xfrm>
      </p:grpSpPr>
      <p:sp>
        <p:nvSpPr>
          <p:cNvPr id="52" name="Shape 52"/>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6.xml><?xml version="1.0" encoding="utf-8"?>
<p:sldLayout xmlns:a="http://schemas.openxmlformats.org/drawingml/2006/main" xmlns:r="http://schemas.openxmlformats.org/officeDocument/2006/relationships" xmlns:p="http://schemas.openxmlformats.org/presentationml/2006/main" type="tx" showMasterSp="0" showMasterPhAnim="1">
  <p:cSld name="Photo - Vertical copy">
    <p:bg>
      <p:bgPr>
        <a:solidFill>
          <a:srgbClr val="FFFFFF"/>
        </a:solidFill>
      </p:bgPr>
    </p:bg>
    <p:spTree>
      <p:nvGrpSpPr>
        <p:cNvPr id="1" name=""/>
        <p:cNvGrpSpPr/>
        <p:nvPr/>
      </p:nvGrpSpPr>
      <p:grpSpPr>
        <a:xfrm>
          <a:off x="0" y="0"/>
          <a:ext cx="0" cy="0"/>
          <a:chOff x="0" y="0"/>
          <a:chExt cx="0" cy="0"/>
        </a:xfrm>
      </p:grpSpPr>
      <p:sp>
        <p:nvSpPr>
          <p:cNvPr id="59" name="Shape 59"/>
          <p:cNvSpPr/>
          <p:nvPr/>
        </p:nvSpPr>
        <p:spPr>
          <a:xfrm>
            <a:off x="-230188" y="-277813"/>
            <a:ext cx="6879705" cy="14899681"/>
          </a:xfrm>
          <a:prstGeom prst="rect">
            <a:avLst/>
          </a:prstGeom>
          <a:solidFill>
            <a:srgbClr val="0194DF"/>
          </a:solidFill>
          <a:ln w="12700">
            <a:miter lim="400000"/>
          </a:ln>
        </p:spPr>
        <p:txBody>
          <a:bodyPr lIns="71437" tIns="71437" rIns="71437" bIns="71437" anchor="ctr"/>
          <a:lstStyle/>
          <a:p>
            <a:pPr>
              <a:defRPr sz="3200">
                <a:solidFill>
                  <a:srgbClr val="FFFFFF"/>
                </a:solidFill>
              </a:defRPr>
            </a:pPr>
          </a:p>
        </p:txBody>
      </p:sp>
      <p:sp>
        <p:nvSpPr>
          <p:cNvPr id="60" name="Shape 60"/>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7.xml><?xml version="1.0" encoding="utf-8"?>
<p:sldLayout xmlns:a="http://schemas.openxmlformats.org/drawingml/2006/main" xmlns:r="http://schemas.openxmlformats.org/officeDocument/2006/relationships" xmlns:p="http://schemas.openxmlformats.org/presentationml/2006/main" type="tx" showMasterSp="0" showMasterPhAnim="1">
  <p:cSld name="Title - Top">
    <p:bg>
      <p:bgPr>
        <a:solidFill>
          <a:srgbClr val="FFFFFF"/>
        </a:solidFill>
      </p:bgPr>
    </p:bg>
    <p:spTree>
      <p:nvGrpSpPr>
        <p:cNvPr id="1" name=""/>
        <p:cNvGrpSpPr/>
        <p:nvPr/>
      </p:nvGrpSpPr>
      <p:grpSpPr>
        <a:xfrm>
          <a:off x="0" y="0"/>
          <a:ext cx="0" cy="0"/>
          <a:chOff x="0" y="0"/>
          <a:chExt cx="0" cy="0"/>
        </a:xfrm>
      </p:grpSpPr>
      <p:sp>
        <p:nvSpPr>
          <p:cNvPr id="67" name="Shape 67"/>
          <p:cNvSpPr/>
          <p:nvPr>
            <p:ph type="title"/>
          </p:nvPr>
        </p:nvSpPr>
        <p:spPr>
          <a:xfrm>
            <a:off x="4387453" y="625078"/>
            <a:ext cx="15609094" cy="3036094"/>
          </a:xfrm>
          <a:prstGeom prst="rect">
            <a:avLst/>
          </a:prstGeom>
        </p:spPr>
        <p:txBody>
          <a:bodyPr lIns="71437" tIns="71437" rIns="71437" bIns="71437"/>
          <a:lstStyle>
            <a:lvl1pPr algn="ctr" defTabSz="584200">
              <a:lnSpc>
                <a:spcPct val="100000"/>
              </a:lnSpc>
              <a:defRPr sz="11200">
                <a:solidFill>
                  <a:srgbClr val="000000"/>
                </a:solidFill>
                <a:latin typeface="+mn-lt"/>
                <a:ea typeface="+mn-ea"/>
                <a:cs typeface="+mn-cs"/>
                <a:sym typeface="Helvetica Light"/>
              </a:defRPr>
            </a:lvl1pPr>
          </a:lstStyle>
          <a:p>
            <a:pPr/>
            <a:r>
              <a:t>Texto del título</a:t>
            </a:r>
          </a:p>
        </p:txBody>
      </p:sp>
      <p:sp>
        <p:nvSpPr>
          <p:cNvPr id="68" name="Shape 68"/>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8.xml><?xml version="1.0" encoding="utf-8"?>
<p:sldLayout xmlns:a="http://schemas.openxmlformats.org/drawingml/2006/main" xmlns:r="http://schemas.openxmlformats.org/officeDocument/2006/relationships" xmlns:p="http://schemas.openxmlformats.org/presentationml/2006/main" type="tx" showMasterSp="0" showMasterPhAnim="1">
  <p:cSld name="Title &amp; Bullets">
    <p:bg>
      <p:bgPr>
        <a:solidFill>
          <a:srgbClr val="FFFFFF"/>
        </a:solidFill>
      </p:bgPr>
    </p:bg>
    <p:spTree>
      <p:nvGrpSpPr>
        <p:cNvPr id="1" name=""/>
        <p:cNvGrpSpPr/>
        <p:nvPr/>
      </p:nvGrpSpPr>
      <p:grpSpPr>
        <a:xfrm>
          <a:off x="0" y="0"/>
          <a:ext cx="0" cy="0"/>
          <a:chOff x="0" y="0"/>
          <a:chExt cx="0" cy="0"/>
        </a:xfrm>
      </p:grpSpPr>
      <p:sp>
        <p:nvSpPr>
          <p:cNvPr id="75" name="Shape 75"/>
          <p:cNvSpPr/>
          <p:nvPr>
            <p:ph type="title"/>
          </p:nvPr>
        </p:nvSpPr>
        <p:spPr>
          <a:xfrm>
            <a:off x="4387453" y="625078"/>
            <a:ext cx="15609094" cy="3036094"/>
          </a:xfrm>
          <a:prstGeom prst="rect">
            <a:avLst/>
          </a:prstGeom>
        </p:spPr>
        <p:txBody>
          <a:bodyPr lIns="71437" tIns="71437" rIns="71437" bIns="71437"/>
          <a:lstStyle>
            <a:lvl1pPr algn="ctr" defTabSz="584200">
              <a:lnSpc>
                <a:spcPct val="100000"/>
              </a:lnSpc>
              <a:defRPr sz="11200">
                <a:solidFill>
                  <a:srgbClr val="000000"/>
                </a:solidFill>
                <a:latin typeface="+mn-lt"/>
                <a:ea typeface="+mn-ea"/>
                <a:cs typeface="+mn-cs"/>
                <a:sym typeface="Helvetica Light"/>
              </a:defRPr>
            </a:lvl1pPr>
          </a:lstStyle>
          <a:p>
            <a:pPr/>
            <a:r>
              <a:t>Texto del título</a:t>
            </a:r>
          </a:p>
        </p:txBody>
      </p:sp>
      <p:sp>
        <p:nvSpPr>
          <p:cNvPr id="76" name="Shape 76"/>
          <p:cNvSpPr/>
          <p:nvPr>
            <p:ph type="body" idx="1"/>
          </p:nvPr>
        </p:nvSpPr>
        <p:spPr>
          <a:xfrm>
            <a:off x="4387453" y="3661171"/>
            <a:ext cx="15609094" cy="8840392"/>
          </a:xfrm>
          <a:prstGeom prst="rect">
            <a:avLst/>
          </a:prstGeom>
        </p:spPr>
        <p:txBody>
          <a:bodyPr lIns="71437" tIns="71437" rIns="71437" bIns="71437" anchor="ctr"/>
          <a:lstStyle>
            <a:lvl1pPr marL="617361" indent="-617361" defTabSz="584200">
              <a:lnSpc>
                <a:spcPct val="100000"/>
              </a:lnSpc>
              <a:spcBef>
                <a:spcPts val="4200"/>
              </a:spcBef>
              <a:buSzPct val="75000"/>
              <a:buFontTx/>
              <a:defRPr sz="5000">
                <a:solidFill>
                  <a:srgbClr val="000000"/>
                </a:solidFill>
                <a:latin typeface="+mn-lt"/>
                <a:ea typeface="+mn-ea"/>
                <a:cs typeface="+mn-cs"/>
                <a:sym typeface="Helvetica Light"/>
              </a:defRPr>
            </a:lvl1pPr>
            <a:lvl2pPr marL="1061861" indent="-617361" defTabSz="584200">
              <a:lnSpc>
                <a:spcPct val="100000"/>
              </a:lnSpc>
              <a:spcBef>
                <a:spcPts val="4200"/>
              </a:spcBef>
              <a:buSzPct val="75000"/>
              <a:buFontTx/>
              <a:defRPr sz="5000">
                <a:solidFill>
                  <a:srgbClr val="000000"/>
                </a:solidFill>
                <a:latin typeface="+mn-lt"/>
                <a:ea typeface="+mn-ea"/>
                <a:cs typeface="+mn-cs"/>
                <a:sym typeface="Helvetica Light"/>
              </a:defRPr>
            </a:lvl2pPr>
            <a:lvl3pPr marL="1506361" indent="-617361" defTabSz="584200">
              <a:lnSpc>
                <a:spcPct val="100000"/>
              </a:lnSpc>
              <a:spcBef>
                <a:spcPts val="4200"/>
              </a:spcBef>
              <a:buSzPct val="75000"/>
              <a:buFontTx/>
              <a:defRPr sz="5000">
                <a:solidFill>
                  <a:srgbClr val="000000"/>
                </a:solidFill>
                <a:latin typeface="+mn-lt"/>
                <a:ea typeface="+mn-ea"/>
                <a:cs typeface="+mn-cs"/>
                <a:sym typeface="Helvetica Light"/>
              </a:defRPr>
            </a:lvl3pPr>
            <a:lvl4pPr marL="1950861" indent="-617361" defTabSz="584200">
              <a:lnSpc>
                <a:spcPct val="100000"/>
              </a:lnSpc>
              <a:spcBef>
                <a:spcPts val="4200"/>
              </a:spcBef>
              <a:buSzPct val="75000"/>
              <a:buFontTx/>
              <a:defRPr sz="5000">
                <a:solidFill>
                  <a:srgbClr val="000000"/>
                </a:solidFill>
                <a:latin typeface="+mn-lt"/>
                <a:ea typeface="+mn-ea"/>
                <a:cs typeface="+mn-cs"/>
                <a:sym typeface="Helvetica Light"/>
              </a:defRPr>
            </a:lvl4pPr>
            <a:lvl5pPr marL="2395361" indent="-617361" defTabSz="584200">
              <a:lnSpc>
                <a:spcPct val="100000"/>
              </a:lnSpc>
              <a:spcBef>
                <a:spcPts val="4200"/>
              </a:spcBef>
              <a:buSzPct val="75000"/>
              <a:buFontTx/>
              <a:defRPr sz="5000">
                <a:solidFill>
                  <a:srgbClr val="000000"/>
                </a:solidFill>
                <a:latin typeface="+mn-lt"/>
                <a:ea typeface="+mn-ea"/>
                <a:cs typeface="+mn-cs"/>
                <a:sym typeface="Helvetica Light"/>
              </a:defRPr>
            </a:lvl5pPr>
          </a:lstStyle>
          <a:p>
            <a:pPr/>
            <a:r>
              <a:t>Nivel de texto 1</a:t>
            </a:r>
          </a:p>
          <a:p>
            <a:pPr lvl="1"/>
            <a:r>
              <a:t>Nivel de texto 2</a:t>
            </a:r>
          </a:p>
          <a:p>
            <a:pPr lvl="2"/>
            <a:r>
              <a:t>Nivel de texto 3</a:t>
            </a:r>
          </a:p>
          <a:p>
            <a:pPr lvl="3"/>
            <a:r>
              <a:t>Nivel de texto 4</a:t>
            </a:r>
          </a:p>
          <a:p>
            <a:pPr lvl="4"/>
            <a:r>
              <a:t>Nivel de texto 5</a:t>
            </a:r>
          </a:p>
        </p:txBody>
      </p:sp>
      <p:sp>
        <p:nvSpPr>
          <p:cNvPr id="77" name="Shape 77"/>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9.xml><?xml version="1.0" encoding="utf-8"?>
<p:sldLayout xmlns:a="http://schemas.openxmlformats.org/drawingml/2006/main" xmlns:r="http://schemas.openxmlformats.org/officeDocument/2006/relationships" xmlns:p="http://schemas.openxmlformats.org/presentationml/2006/main" type="tx" showMasterSp="0" showMasterPhAnim="1">
  <p:cSld name="Title, Bullets &amp; Photo">
    <p:bg>
      <p:bgPr>
        <a:solidFill>
          <a:srgbClr val="FFFFFF"/>
        </a:solidFill>
      </p:bgPr>
    </p:bg>
    <p:spTree>
      <p:nvGrpSpPr>
        <p:cNvPr id="1" name=""/>
        <p:cNvGrpSpPr/>
        <p:nvPr/>
      </p:nvGrpSpPr>
      <p:grpSpPr>
        <a:xfrm>
          <a:off x="0" y="0"/>
          <a:ext cx="0" cy="0"/>
          <a:chOff x="0" y="0"/>
          <a:chExt cx="0" cy="0"/>
        </a:xfrm>
      </p:grpSpPr>
      <p:sp>
        <p:nvSpPr>
          <p:cNvPr id="84" name="Shape 84"/>
          <p:cNvSpPr/>
          <p:nvPr>
            <p:ph type="pic" sz="quarter" idx="13"/>
          </p:nvPr>
        </p:nvSpPr>
        <p:spPr>
          <a:xfrm>
            <a:off x="12495609" y="3661171"/>
            <a:ext cx="7500938" cy="8840392"/>
          </a:xfrm>
          <a:prstGeom prst="rect">
            <a:avLst/>
          </a:prstGeom>
        </p:spPr>
        <p:txBody>
          <a:bodyPr tIns="45719" bIns="45719">
            <a:noAutofit/>
          </a:bodyPr>
          <a:lstStyle/>
          <a:p>
            <a:pPr/>
          </a:p>
        </p:txBody>
      </p:sp>
      <p:sp>
        <p:nvSpPr>
          <p:cNvPr id="85" name="Shape 85"/>
          <p:cNvSpPr/>
          <p:nvPr>
            <p:ph type="title"/>
          </p:nvPr>
        </p:nvSpPr>
        <p:spPr>
          <a:xfrm>
            <a:off x="4387453" y="625078"/>
            <a:ext cx="15609094" cy="3036094"/>
          </a:xfrm>
          <a:prstGeom prst="rect">
            <a:avLst/>
          </a:prstGeom>
        </p:spPr>
        <p:txBody>
          <a:bodyPr lIns="71437" tIns="71437" rIns="71437" bIns="71437"/>
          <a:lstStyle>
            <a:lvl1pPr algn="ctr" defTabSz="584200">
              <a:lnSpc>
                <a:spcPct val="100000"/>
              </a:lnSpc>
              <a:defRPr sz="11200">
                <a:solidFill>
                  <a:srgbClr val="000000"/>
                </a:solidFill>
                <a:latin typeface="+mn-lt"/>
                <a:ea typeface="+mn-ea"/>
                <a:cs typeface="+mn-cs"/>
                <a:sym typeface="Helvetica Light"/>
              </a:defRPr>
            </a:lvl1pPr>
          </a:lstStyle>
          <a:p>
            <a:pPr/>
            <a:r>
              <a:t>Texto del título</a:t>
            </a:r>
          </a:p>
        </p:txBody>
      </p:sp>
      <p:sp>
        <p:nvSpPr>
          <p:cNvPr id="86" name="Shape 86"/>
          <p:cNvSpPr/>
          <p:nvPr>
            <p:ph type="body" sz="quarter" idx="1"/>
          </p:nvPr>
        </p:nvSpPr>
        <p:spPr>
          <a:xfrm>
            <a:off x="4387453" y="3661171"/>
            <a:ext cx="7500938" cy="8840392"/>
          </a:xfrm>
          <a:prstGeom prst="rect">
            <a:avLst/>
          </a:prstGeom>
        </p:spPr>
        <p:txBody>
          <a:bodyPr lIns="71437" tIns="71437" rIns="71437" bIns="71437" anchor="ctr"/>
          <a:lstStyle>
            <a:lvl1pPr marL="465364" indent="-465364" defTabSz="584200">
              <a:lnSpc>
                <a:spcPct val="100000"/>
              </a:lnSpc>
              <a:spcBef>
                <a:spcPts val="3200"/>
              </a:spcBef>
              <a:buSzPct val="75000"/>
              <a:buFontTx/>
              <a:defRPr sz="3800">
                <a:solidFill>
                  <a:srgbClr val="000000"/>
                </a:solidFill>
                <a:latin typeface="+mn-lt"/>
                <a:ea typeface="+mn-ea"/>
                <a:cs typeface="+mn-cs"/>
                <a:sym typeface="Helvetica Light"/>
              </a:defRPr>
            </a:lvl1pPr>
            <a:lvl2pPr marL="808264" indent="-465364" defTabSz="584200">
              <a:lnSpc>
                <a:spcPct val="100000"/>
              </a:lnSpc>
              <a:spcBef>
                <a:spcPts val="3200"/>
              </a:spcBef>
              <a:buSzPct val="75000"/>
              <a:buFontTx/>
              <a:defRPr sz="3800">
                <a:solidFill>
                  <a:srgbClr val="000000"/>
                </a:solidFill>
                <a:latin typeface="+mn-lt"/>
                <a:ea typeface="+mn-ea"/>
                <a:cs typeface="+mn-cs"/>
                <a:sym typeface="Helvetica Light"/>
              </a:defRPr>
            </a:lvl2pPr>
            <a:lvl3pPr marL="1151164" indent="-465364" defTabSz="584200">
              <a:lnSpc>
                <a:spcPct val="100000"/>
              </a:lnSpc>
              <a:spcBef>
                <a:spcPts val="3200"/>
              </a:spcBef>
              <a:buSzPct val="75000"/>
              <a:buFontTx/>
              <a:defRPr sz="3800">
                <a:solidFill>
                  <a:srgbClr val="000000"/>
                </a:solidFill>
                <a:latin typeface="+mn-lt"/>
                <a:ea typeface="+mn-ea"/>
                <a:cs typeface="+mn-cs"/>
                <a:sym typeface="Helvetica Light"/>
              </a:defRPr>
            </a:lvl3pPr>
            <a:lvl4pPr marL="1494064" indent="-465364" defTabSz="584200">
              <a:lnSpc>
                <a:spcPct val="100000"/>
              </a:lnSpc>
              <a:spcBef>
                <a:spcPts val="3200"/>
              </a:spcBef>
              <a:buSzPct val="75000"/>
              <a:buFontTx/>
              <a:defRPr sz="3800">
                <a:solidFill>
                  <a:srgbClr val="000000"/>
                </a:solidFill>
                <a:latin typeface="+mn-lt"/>
                <a:ea typeface="+mn-ea"/>
                <a:cs typeface="+mn-cs"/>
                <a:sym typeface="Helvetica Light"/>
              </a:defRPr>
            </a:lvl4pPr>
            <a:lvl5pPr marL="1836964" indent="-465364" defTabSz="584200">
              <a:lnSpc>
                <a:spcPct val="100000"/>
              </a:lnSpc>
              <a:spcBef>
                <a:spcPts val="3200"/>
              </a:spcBef>
              <a:buSzPct val="75000"/>
              <a:buFontTx/>
              <a:defRPr sz="3800">
                <a:solidFill>
                  <a:srgbClr val="000000"/>
                </a:solidFill>
                <a:latin typeface="+mn-lt"/>
                <a:ea typeface="+mn-ea"/>
                <a:cs typeface="+mn-cs"/>
                <a:sym typeface="Helvetica Light"/>
              </a:defRPr>
            </a:lvl5pPr>
          </a:lstStyle>
          <a:p>
            <a:pPr/>
            <a:r>
              <a:t>Nivel de texto 1</a:t>
            </a:r>
          </a:p>
          <a:p>
            <a:pPr lvl="1"/>
            <a:r>
              <a:t>Nivel de texto 2</a:t>
            </a:r>
          </a:p>
          <a:p>
            <a:pPr lvl="2"/>
            <a:r>
              <a:t>Nivel de texto 3</a:t>
            </a:r>
          </a:p>
          <a:p>
            <a:pPr lvl="3"/>
            <a:r>
              <a:t>Nivel de texto 4</a:t>
            </a:r>
          </a:p>
          <a:p>
            <a:pPr lvl="4"/>
            <a:r>
              <a:t>Nivel de texto 5</a:t>
            </a:r>
          </a:p>
        </p:txBody>
      </p:sp>
      <p:sp>
        <p:nvSpPr>
          <p:cNvPr id="87" name="Shape 87"/>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0.xml><?xml version="1.0" encoding="utf-8"?>
<p:sldLayout xmlns:a="http://schemas.openxmlformats.org/drawingml/2006/main" xmlns:r="http://schemas.openxmlformats.org/officeDocument/2006/relationships" xmlns:p="http://schemas.openxmlformats.org/presentationml/2006/main" type="tx" showMasterSp="0" showMasterPhAnim="1">
  <p:cSld name="Bullets">
    <p:bg>
      <p:bgPr>
        <a:solidFill>
          <a:srgbClr val="FFFFFF"/>
        </a:solidFill>
      </p:bgPr>
    </p:bg>
    <p:spTree>
      <p:nvGrpSpPr>
        <p:cNvPr id="1" name=""/>
        <p:cNvGrpSpPr/>
        <p:nvPr/>
      </p:nvGrpSpPr>
      <p:grpSpPr>
        <a:xfrm>
          <a:off x="0" y="0"/>
          <a:ext cx="0" cy="0"/>
          <a:chOff x="0" y="0"/>
          <a:chExt cx="0" cy="0"/>
        </a:xfrm>
      </p:grpSpPr>
      <p:sp>
        <p:nvSpPr>
          <p:cNvPr id="94" name="Shape 94"/>
          <p:cNvSpPr/>
          <p:nvPr>
            <p:ph type="body" idx="1"/>
          </p:nvPr>
        </p:nvSpPr>
        <p:spPr>
          <a:xfrm>
            <a:off x="4387453" y="1785937"/>
            <a:ext cx="15609094" cy="10144126"/>
          </a:xfrm>
          <a:prstGeom prst="rect">
            <a:avLst/>
          </a:prstGeom>
        </p:spPr>
        <p:txBody>
          <a:bodyPr lIns="71437" tIns="71437" rIns="71437" bIns="71437" anchor="ctr"/>
          <a:lstStyle>
            <a:lvl1pPr marL="617361" indent="-617361" defTabSz="584200">
              <a:lnSpc>
                <a:spcPct val="100000"/>
              </a:lnSpc>
              <a:spcBef>
                <a:spcPts val="4200"/>
              </a:spcBef>
              <a:buSzPct val="75000"/>
              <a:buFontTx/>
              <a:defRPr sz="5000">
                <a:solidFill>
                  <a:srgbClr val="000000"/>
                </a:solidFill>
                <a:latin typeface="+mn-lt"/>
                <a:ea typeface="+mn-ea"/>
                <a:cs typeface="+mn-cs"/>
                <a:sym typeface="Helvetica Light"/>
              </a:defRPr>
            </a:lvl1pPr>
            <a:lvl2pPr marL="1061861" indent="-617361" defTabSz="584200">
              <a:lnSpc>
                <a:spcPct val="100000"/>
              </a:lnSpc>
              <a:spcBef>
                <a:spcPts val="4200"/>
              </a:spcBef>
              <a:buSzPct val="75000"/>
              <a:buFontTx/>
              <a:defRPr sz="5000">
                <a:solidFill>
                  <a:srgbClr val="000000"/>
                </a:solidFill>
                <a:latin typeface="+mn-lt"/>
                <a:ea typeface="+mn-ea"/>
                <a:cs typeface="+mn-cs"/>
                <a:sym typeface="Helvetica Light"/>
              </a:defRPr>
            </a:lvl2pPr>
            <a:lvl3pPr marL="1506361" indent="-617361" defTabSz="584200">
              <a:lnSpc>
                <a:spcPct val="100000"/>
              </a:lnSpc>
              <a:spcBef>
                <a:spcPts val="4200"/>
              </a:spcBef>
              <a:buSzPct val="75000"/>
              <a:buFontTx/>
              <a:defRPr sz="5000">
                <a:solidFill>
                  <a:srgbClr val="000000"/>
                </a:solidFill>
                <a:latin typeface="+mn-lt"/>
                <a:ea typeface="+mn-ea"/>
                <a:cs typeface="+mn-cs"/>
                <a:sym typeface="Helvetica Light"/>
              </a:defRPr>
            </a:lvl3pPr>
            <a:lvl4pPr marL="1950861" indent="-617361" defTabSz="584200">
              <a:lnSpc>
                <a:spcPct val="100000"/>
              </a:lnSpc>
              <a:spcBef>
                <a:spcPts val="4200"/>
              </a:spcBef>
              <a:buSzPct val="75000"/>
              <a:buFontTx/>
              <a:defRPr sz="5000">
                <a:solidFill>
                  <a:srgbClr val="000000"/>
                </a:solidFill>
                <a:latin typeface="+mn-lt"/>
                <a:ea typeface="+mn-ea"/>
                <a:cs typeface="+mn-cs"/>
                <a:sym typeface="Helvetica Light"/>
              </a:defRPr>
            </a:lvl4pPr>
            <a:lvl5pPr marL="2395361" indent="-617361" defTabSz="584200">
              <a:lnSpc>
                <a:spcPct val="100000"/>
              </a:lnSpc>
              <a:spcBef>
                <a:spcPts val="4200"/>
              </a:spcBef>
              <a:buSzPct val="75000"/>
              <a:buFontTx/>
              <a:defRPr sz="5000">
                <a:solidFill>
                  <a:srgbClr val="000000"/>
                </a:solidFill>
                <a:latin typeface="+mn-lt"/>
                <a:ea typeface="+mn-ea"/>
                <a:cs typeface="+mn-cs"/>
                <a:sym typeface="Helvetica Light"/>
              </a:defRPr>
            </a:lvl5pPr>
          </a:lstStyle>
          <a:p>
            <a:pPr/>
            <a:r>
              <a:t>Nivel de texto 1</a:t>
            </a:r>
          </a:p>
          <a:p>
            <a:pPr lvl="1"/>
            <a:r>
              <a:t>Nivel de texto 2</a:t>
            </a:r>
          </a:p>
          <a:p>
            <a:pPr lvl="2"/>
            <a:r>
              <a:t>Nivel de texto 3</a:t>
            </a:r>
          </a:p>
          <a:p>
            <a:pPr lvl="3"/>
            <a:r>
              <a:t>Nivel de texto 4</a:t>
            </a:r>
          </a:p>
          <a:p>
            <a:pPr lvl="4"/>
            <a:r>
              <a:t>Nivel de texto 5</a:t>
            </a:r>
          </a:p>
        </p:txBody>
      </p:sp>
      <p:sp>
        <p:nvSpPr>
          <p:cNvPr id="95" name="Shape 95"/>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1.xml><?xml version="1.0" encoding="utf-8"?>
<p:sldLayout xmlns:a="http://schemas.openxmlformats.org/drawingml/2006/main" xmlns:r="http://schemas.openxmlformats.org/officeDocument/2006/relationships" xmlns:p="http://schemas.openxmlformats.org/presentationml/2006/main" type="tx" showMasterSp="0" showMasterPhAnim="1">
  <p:cSld name="Photo - 3 Up">
    <p:bg>
      <p:bgPr>
        <a:solidFill>
          <a:srgbClr val="FFFFFF"/>
        </a:solidFill>
      </p:bgPr>
    </p:bg>
    <p:spTree>
      <p:nvGrpSpPr>
        <p:cNvPr id="1" name=""/>
        <p:cNvGrpSpPr/>
        <p:nvPr/>
      </p:nvGrpSpPr>
      <p:grpSpPr>
        <a:xfrm>
          <a:off x="0" y="0"/>
          <a:ext cx="0" cy="0"/>
          <a:chOff x="0" y="0"/>
          <a:chExt cx="0" cy="0"/>
        </a:xfrm>
      </p:grpSpPr>
      <p:sp>
        <p:nvSpPr>
          <p:cNvPr id="102" name="Shape 102"/>
          <p:cNvSpPr/>
          <p:nvPr>
            <p:ph type="pic" sz="quarter" idx="13"/>
          </p:nvPr>
        </p:nvSpPr>
        <p:spPr>
          <a:xfrm>
            <a:off x="12495609" y="7161609"/>
            <a:ext cx="7500938" cy="5304235"/>
          </a:xfrm>
          <a:prstGeom prst="rect">
            <a:avLst/>
          </a:prstGeom>
        </p:spPr>
        <p:txBody>
          <a:bodyPr tIns="45719" bIns="45719">
            <a:noAutofit/>
          </a:bodyPr>
          <a:lstStyle/>
          <a:p>
            <a:pPr/>
          </a:p>
        </p:txBody>
      </p:sp>
      <p:sp>
        <p:nvSpPr>
          <p:cNvPr id="103" name="Shape 103"/>
          <p:cNvSpPr/>
          <p:nvPr>
            <p:ph type="pic" sz="quarter" idx="14"/>
          </p:nvPr>
        </p:nvSpPr>
        <p:spPr>
          <a:xfrm>
            <a:off x="12504353" y="1250156"/>
            <a:ext cx="7500939" cy="5304235"/>
          </a:xfrm>
          <a:prstGeom prst="rect">
            <a:avLst/>
          </a:prstGeom>
        </p:spPr>
        <p:txBody>
          <a:bodyPr tIns="45719" bIns="45719">
            <a:noAutofit/>
          </a:bodyPr>
          <a:lstStyle/>
          <a:p>
            <a:pPr/>
          </a:p>
        </p:txBody>
      </p:sp>
      <p:sp>
        <p:nvSpPr>
          <p:cNvPr id="104" name="Shape 104"/>
          <p:cNvSpPr/>
          <p:nvPr>
            <p:ph type="pic" sz="half" idx="15"/>
          </p:nvPr>
        </p:nvSpPr>
        <p:spPr>
          <a:xfrm>
            <a:off x="4387453" y="1250156"/>
            <a:ext cx="7500938" cy="11215688"/>
          </a:xfrm>
          <a:prstGeom prst="rect">
            <a:avLst/>
          </a:prstGeom>
        </p:spPr>
        <p:txBody>
          <a:bodyPr tIns="45719" bIns="45719">
            <a:noAutofit/>
          </a:bodyPr>
          <a:lstStyle/>
          <a:p>
            <a:pPr/>
          </a:p>
        </p:txBody>
      </p:sp>
      <p:sp>
        <p:nvSpPr>
          <p:cNvPr id="105" name="Shape 105"/>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2.xml><?xml version="1.0" encoding="utf-8"?>
<p:sldLayout xmlns:a="http://schemas.openxmlformats.org/drawingml/2006/main" xmlns:r="http://schemas.openxmlformats.org/officeDocument/2006/relationships" xmlns:p="http://schemas.openxmlformats.org/presentationml/2006/main" type="tx" showMasterSp="0" showMasterPhAnim="1">
  <p:cSld name="Quote">
    <p:bg>
      <p:bgPr>
        <a:solidFill>
          <a:srgbClr val="FFFFFF"/>
        </a:solidFill>
      </p:bgPr>
    </p:bg>
    <p:spTree>
      <p:nvGrpSpPr>
        <p:cNvPr id="1" name=""/>
        <p:cNvGrpSpPr/>
        <p:nvPr/>
      </p:nvGrpSpPr>
      <p:grpSpPr>
        <a:xfrm>
          <a:off x="0" y="0"/>
          <a:ext cx="0" cy="0"/>
          <a:chOff x="0" y="0"/>
          <a:chExt cx="0" cy="0"/>
        </a:xfrm>
      </p:grpSpPr>
      <p:sp>
        <p:nvSpPr>
          <p:cNvPr id="112" name="Shape 112"/>
          <p:cNvSpPr/>
          <p:nvPr>
            <p:ph type="body" sz="quarter" idx="13"/>
          </p:nvPr>
        </p:nvSpPr>
        <p:spPr>
          <a:xfrm>
            <a:off x="4833937" y="8947546"/>
            <a:ext cx="14716126" cy="660798"/>
          </a:xfrm>
          <a:prstGeom prst="rect">
            <a:avLst/>
          </a:prstGeom>
        </p:spPr>
        <p:txBody>
          <a:bodyPr lIns="71437" tIns="71437" rIns="71437" bIns="71437">
            <a:spAutoFit/>
          </a:bodyPr>
          <a:lstStyle>
            <a:lvl1pPr marL="0" indent="0" algn="ctr" defTabSz="584200">
              <a:lnSpc>
                <a:spcPct val="100000"/>
              </a:lnSpc>
              <a:spcBef>
                <a:spcPts val="0"/>
              </a:spcBef>
              <a:buSzTx/>
              <a:buFontTx/>
              <a:buNone/>
              <a:defRPr sz="3200">
                <a:solidFill>
                  <a:srgbClr val="000000"/>
                </a:solidFill>
                <a:latin typeface="+mn-lt"/>
                <a:ea typeface="+mn-ea"/>
                <a:cs typeface="+mn-cs"/>
                <a:sym typeface="Helvetica Light"/>
              </a:defRPr>
            </a:lvl1pPr>
          </a:lstStyle>
          <a:p>
            <a:pPr/>
            <a:r>
              <a:t>–Johnny Appleseed</a:t>
            </a:r>
          </a:p>
        </p:txBody>
      </p:sp>
      <p:sp>
        <p:nvSpPr>
          <p:cNvPr id="113" name="Shape 113"/>
          <p:cNvSpPr/>
          <p:nvPr>
            <p:ph type="body" sz="quarter" idx="14"/>
          </p:nvPr>
        </p:nvSpPr>
        <p:spPr>
          <a:xfrm>
            <a:off x="4833937" y="6000353"/>
            <a:ext cx="14716126" cy="965201"/>
          </a:xfrm>
          <a:prstGeom prst="rect">
            <a:avLst/>
          </a:prstGeom>
        </p:spPr>
        <p:txBody>
          <a:bodyPr lIns="71437" tIns="71437" rIns="71437" bIns="71437" anchor="ctr">
            <a:spAutoFit/>
          </a:bodyPr>
          <a:lstStyle>
            <a:lvl1pPr marL="0" indent="0" algn="ctr" defTabSz="584200">
              <a:lnSpc>
                <a:spcPct val="100000"/>
              </a:lnSpc>
              <a:spcBef>
                <a:spcPts val="0"/>
              </a:spcBef>
              <a:buSzTx/>
              <a:buFontTx/>
              <a:buNone/>
              <a:defRPr sz="5200">
                <a:solidFill>
                  <a:srgbClr val="000000"/>
                </a:solidFill>
                <a:latin typeface="+mn-lt"/>
                <a:ea typeface="+mn-ea"/>
                <a:cs typeface="+mn-cs"/>
                <a:sym typeface="Helvetica Light"/>
              </a:defRPr>
            </a:lvl1pPr>
          </a:lstStyle>
          <a:p>
            <a:pPr/>
            <a:r>
              <a:t>“Type a quote here.” </a:t>
            </a:r>
          </a:p>
        </p:txBody>
      </p:sp>
      <p:sp>
        <p:nvSpPr>
          <p:cNvPr id="114" name="Shape 114"/>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3.xml><?xml version="1.0" encoding="utf-8"?>
<p:sldLayout xmlns:a="http://schemas.openxmlformats.org/drawingml/2006/main" xmlns:r="http://schemas.openxmlformats.org/officeDocument/2006/relationships" xmlns:p="http://schemas.openxmlformats.org/presentationml/2006/main" type="tx" showMasterSp="0" showMasterPhAnim="1">
  <p:cSld name="Photo">
    <p:bg>
      <p:bgPr>
        <a:solidFill>
          <a:srgbClr val="FFFFFF"/>
        </a:solidFill>
      </p:bgPr>
    </p:bg>
    <p:spTree>
      <p:nvGrpSpPr>
        <p:cNvPr id="1" name=""/>
        <p:cNvGrpSpPr/>
        <p:nvPr/>
      </p:nvGrpSpPr>
      <p:grpSpPr>
        <a:xfrm>
          <a:off x="0" y="0"/>
          <a:ext cx="0" cy="0"/>
          <a:chOff x="0" y="0"/>
          <a:chExt cx="0" cy="0"/>
        </a:xfrm>
      </p:grpSpPr>
      <p:sp>
        <p:nvSpPr>
          <p:cNvPr id="121" name="Shape 121"/>
          <p:cNvSpPr/>
          <p:nvPr>
            <p:ph type="pic" idx="13"/>
          </p:nvPr>
        </p:nvSpPr>
        <p:spPr>
          <a:xfrm>
            <a:off x="3048000" y="0"/>
            <a:ext cx="18288000" cy="13716000"/>
          </a:xfrm>
          <a:prstGeom prst="rect">
            <a:avLst/>
          </a:prstGeom>
        </p:spPr>
        <p:txBody>
          <a:bodyPr tIns="45719" bIns="45719">
            <a:noAutofit/>
          </a:bodyPr>
          <a:lstStyle/>
          <a:p>
            <a:pPr/>
          </a:p>
        </p:txBody>
      </p:sp>
      <p:sp>
        <p:nvSpPr>
          <p:cNvPr id="122" name="Shape 122"/>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4.xml><?xml version="1.0" encoding="utf-8"?>
<p:sldLayout xmlns:a="http://schemas.openxmlformats.org/drawingml/2006/main" xmlns:r="http://schemas.openxmlformats.org/officeDocument/2006/relationships" xmlns:p="http://schemas.openxmlformats.org/presentationml/2006/main" type="tx" showMasterSp="0" showMasterPhAnim="1">
  <p:cSld name="Blank">
    <p:bg>
      <p:bgPr>
        <a:solidFill>
          <a:srgbClr val="FFFFFF"/>
        </a:solidFill>
      </p:bgPr>
    </p:bg>
    <p:spTree>
      <p:nvGrpSpPr>
        <p:cNvPr id="1" name=""/>
        <p:cNvGrpSpPr/>
        <p:nvPr/>
      </p:nvGrpSpPr>
      <p:grpSpPr>
        <a:xfrm>
          <a:off x="0" y="0"/>
          <a:ext cx="0" cy="0"/>
          <a:chOff x="0" y="0"/>
          <a:chExt cx="0" cy="0"/>
        </a:xfrm>
      </p:grpSpPr>
      <p:sp>
        <p:nvSpPr>
          <p:cNvPr id="129" name="Shape 129"/>
          <p:cNvSpPr/>
          <p:nvPr/>
        </p:nvSpPr>
        <p:spPr>
          <a:xfrm>
            <a:off x="9901758" y="13134975"/>
            <a:ext cx="4580484" cy="4476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p>
            <a:pPr defTabSz="914400">
              <a:defRPr sz="2000">
                <a:solidFill>
                  <a:srgbClr val="53585F"/>
                </a:solidFill>
                <a:latin typeface="Calibri"/>
                <a:ea typeface="Calibri"/>
                <a:cs typeface="Calibri"/>
                <a:sym typeface="Calibri"/>
              </a:defRPr>
            </a:pPr>
            <a:r>
              <a:t>© 2015 Plantilla </a:t>
            </a:r>
            <a:r>
              <a:rPr u="sng">
                <a:hlinkClick r:id="rId2" invalidUrl="" action="" tgtFrame="" tooltip="" history="1" highlightClick="0" endSnd="0"/>
              </a:rPr>
              <a:t>vilmanunez.com/academy</a:t>
            </a:r>
          </a:p>
        </p:txBody>
      </p:sp>
      <p:sp>
        <p:nvSpPr>
          <p:cNvPr id="130" name="Shape 130"/>
          <p:cNvSpPr/>
          <p:nvPr/>
        </p:nvSpPr>
        <p:spPr>
          <a:xfrm>
            <a:off x="10652252" y="12628562"/>
            <a:ext cx="3079497"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600">
                <a:solidFill>
                  <a:srgbClr val="2F5379"/>
                </a:solidFill>
                <a:latin typeface="Raleway SemiBold"/>
                <a:ea typeface="Raleway SemiBold"/>
                <a:cs typeface="Raleway SemiBold"/>
                <a:sym typeface="Raleway SemiBold"/>
              </a:defRPr>
            </a:lvl1pPr>
          </a:lstStyle>
          <a:p>
            <a:pPr/>
            <a:r>
              <a:t>Propuesta Marca X</a:t>
            </a:r>
          </a:p>
        </p:txBody>
      </p:sp>
      <p:sp>
        <p:nvSpPr>
          <p:cNvPr id="131" name="Shape 131"/>
          <p:cNvSpPr/>
          <p:nvPr>
            <p:ph type="sldNum" sz="quarter" idx="2"/>
          </p:nvPr>
        </p:nvSpPr>
        <p:spPr>
          <a:xfrm>
            <a:off x="11935814" y="13010554"/>
            <a:ext cx="494513" cy="511176"/>
          </a:xfrm>
          <a:prstGeom prst="rect">
            <a:avLst/>
          </a:prstGeom>
        </p:spPr>
        <p:txBody>
          <a:bodyPr wrap="none" lIns="71437" tIns="71437" rIns="71437" bIns="71437" anchor="t"/>
          <a:lstStyle>
            <a:lvl1pPr defTabSz="584200">
              <a:defRPr sz="2400">
                <a:solidFill>
                  <a:srgbClr val="000000"/>
                </a:solidFill>
                <a:latin typeface="+mn-lt"/>
                <a:ea typeface="+mn-ea"/>
                <a:cs typeface="+mn-cs"/>
                <a:sym typeface="Helvetica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5.xml><?xml version="1.0" encoding="utf-8"?>
<p:sldLayout xmlns:a="http://schemas.openxmlformats.org/drawingml/2006/main" xmlns:r="http://schemas.openxmlformats.org/officeDocument/2006/relationships" xmlns:p="http://schemas.openxmlformats.org/presentationml/2006/main" type="tx" showMasterSp="0" showMasterPhAnim="1">
  <p:cSld name="Blank copy 1">
    <p:bg>
      <p:bgPr>
        <a:solidFill>
          <a:srgbClr val="FFFFFF"/>
        </a:solidFill>
      </p:bgPr>
    </p:bg>
    <p:spTree>
      <p:nvGrpSpPr>
        <p:cNvPr id="1" name=""/>
        <p:cNvGrpSpPr/>
        <p:nvPr/>
      </p:nvGrpSpPr>
      <p:grpSpPr>
        <a:xfrm>
          <a:off x="0" y="0"/>
          <a:ext cx="0" cy="0"/>
          <a:chOff x="0" y="0"/>
          <a:chExt cx="0" cy="0"/>
        </a:xfrm>
      </p:grpSpPr>
      <p:sp>
        <p:nvSpPr>
          <p:cNvPr id="138" name="Shape 138"/>
          <p:cNvSpPr/>
          <p:nvPr/>
        </p:nvSpPr>
        <p:spPr>
          <a:xfrm>
            <a:off x="-12700" y="44450"/>
            <a:ext cx="24409400" cy="1466007"/>
          </a:xfrm>
          <a:prstGeom prst="rect">
            <a:avLst/>
          </a:prstGeom>
          <a:blipFill>
            <a:blip r:embed="rId2"/>
          </a:blipFill>
          <a:ln w="12700">
            <a:miter lim="400000"/>
          </a:ln>
        </p:spPr>
        <p:txBody>
          <a:bodyPr lIns="50800" tIns="50800" rIns="50800" bIns="50800" anchor="ctr"/>
          <a:lstStyle/>
          <a:p>
            <a:pPr defTabSz="825500">
              <a:defRPr sz="3200">
                <a:solidFill>
                  <a:srgbClr val="FFFFFF"/>
                </a:solidFill>
              </a:defRPr>
            </a:pPr>
          </a:p>
        </p:txBody>
      </p:sp>
      <p:sp>
        <p:nvSpPr>
          <p:cNvPr id="139" name="Shape 139"/>
          <p:cNvSpPr/>
          <p:nvPr>
            <p:ph type="title"/>
          </p:nvPr>
        </p:nvSpPr>
        <p:spPr>
          <a:xfrm>
            <a:off x="535209" y="409153"/>
            <a:ext cx="17023548" cy="736601"/>
          </a:xfrm>
          <a:prstGeom prst="rect">
            <a:avLst/>
          </a:prstGeom>
        </p:spPr>
        <p:txBody>
          <a:bodyPr lIns="50800" tIns="50800" rIns="50800" bIns="50800"/>
          <a:lstStyle>
            <a:lvl1pPr defTabSz="825500">
              <a:lnSpc>
                <a:spcPct val="100000"/>
              </a:lnSpc>
              <a:defRPr cap="all" sz="3700">
                <a:solidFill>
                  <a:srgbClr val="3B3D40"/>
                </a:solidFill>
                <a:latin typeface="Raleway Heavy"/>
                <a:ea typeface="Raleway Heavy"/>
                <a:cs typeface="Raleway Heavy"/>
                <a:sym typeface="Raleway Heavy"/>
              </a:defRPr>
            </a:lvl1pPr>
          </a:lstStyle>
          <a:p>
            <a:pPr/>
            <a:r>
              <a:t>Texto del título</a:t>
            </a:r>
          </a:p>
        </p:txBody>
      </p:sp>
      <p:sp>
        <p:nvSpPr>
          <p:cNvPr id="140" name="Shape 140"/>
          <p:cNvSpPr/>
          <p:nvPr/>
        </p:nvSpPr>
        <p:spPr>
          <a:xfrm>
            <a:off x="-12701" y="-31750"/>
            <a:ext cx="24409401" cy="185622"/>
          </a:xfrm>
          <a:prstGeom prst="rect">
            <a:avLst/>
          </a:prstGeom>
          <a:solidFill>
            <a:srgbClr val="144973"/>
          </a:solidFill>
          <a:ln w="12700">
            <a:miter lim="400000"/>
          </a:ln>
        </p:spPr>
        <p:txBody>
          <a:bodyPr lIns="50800" tIns="50800" rIns="50800" bIns="50800" anchor="ctr"/>
          <a:lstStyle/>
          <a:p>
            <a:pPr defTabSz="825500">
              <a:defRPr sz="3200">
                <a:solidFill>
                  <a:srgbClr val="FFFFFF"/>
                </a:solidFill>
              </a:defRPr>
            </a:pPr>
          </a:p>
        </p:txBody>
      </p:sp>
      <p:pic>
        <p:nvPicPr>
          <p:cNvPr id="141" name="pasted-image.pdf"/>
          <p:cNvPicPr>
            <a:picLocks noChangeAspect="1"/>
          </p:cNvPicPr>
          <p:nvPr/>
        </p:nvPicPr>
        <p:blipFill>
          <a:blip r:embed="rId3">
            <a:extLst/>
          </a:blip>
          <a:stretch>
            <a:fillRect/>
          </a:stretch>
        </p:blipFill>
        <p:spPr>
          <a:xfrm>
            <a:off x="23251706" y="409153"/>
            <a:ext cx="736601" cy="736601"/>
          </a:xfrm>
          <a:prstGeom prst="rect">
            <a:avLst/>
          </a:prstGeom>
          <a:ln w="12700">
            <a:miter lim="400000"/>
          </a:ln>
        </p:spPr>
      </p:pic>
      <p:sp>
        <p:nvSpPr>
          <p:cNvPr id="142" name="Shape 142"/>
          <p:cNvSpPr/>
          <p:nvPr>
            <p:ph type="sldNum" sz="quarter" idx="2"/>
          </p:nvPr>
        </p:nvSpPr>
        <p:spPr>
          <a:xfrm>
            <a:off x="23284891" y="12729388"/>
            <a:ext cx="382741" cy="457201"/>
          </a:xfrm>
          <a:prstGeom prst="rect">
            <a:avLst/>
          </a:prstGeom>
        </p:spPr>
        <p:txBody>
          <a:bodyPr wrap="none" lIns="50800" tIns="50800" rIns="50800" bIns="50800" anchor="t"/>
          <a:lstStyle>
            <a:lvl1pPr defTabSz="825500">
              <a:defRPr sz="2300">
                <a:solidFill>
                  <a:srgbClr val="000000"/>
                </a:solidFill>
                <a:latin typeface="Seravek Light"/>
                <a:ea typeface="Seravek Light"/>
                <a:cs typeface="Seravek Light"/>
                <a:sym typeface="Seravek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6.xml><?xml version="1.0" encoding="utf-8"?>
<p:sldLayout xmlns:a="http://schemas.openxmlformats.org/drawingml/2006/main" xmlns:r="http://schemas.openxmlformats.org/officeDocument/2006/relationships" xmlns:p="http://schemas.openxmlformats.org/presentationml/2006/main" type="tx" showMasterSp="0" showMasterPhAnim="1">
  <p:cSld name="Picture with Caption">
    <p:bg>
      <p:bgPr>
        <a:solidFill>
          <a:srgbClr val="FFFFFF"/>
        </a:solidFill>
      </p:bgPr>
    </p:bg>
    <p:spTree>
      <p:nvGrpSpPr>
        <p:cNvPr id="1" name=""/>
        <p:cNvGrpSpPr/>
        <p:nvPr/>
      </p:nvGrpSpPr>
      <p:grpSpPr>
        <a:xfrm>
          <a:off x="0" y="0"/>
          <a:ext cx="0" cy="0"/>
          <a:chOff x="0" y="0"/>
          <a:chExt cx="0" cy="0"/>
        </a:xfrm>
      </p:grpSpPr>
      <p:sp>
        <p:nvSpPr>
          <p:cNvPr id="149" name="Shape 149"/>
          <p:cNvSpPr/>
          <p:nvPr/>
        </p:nvSpPr>
        <p:spPr>
          <a:xfrm flipH="1">
            <a:off x="-38100" y="-25400"/>
            <a:ext cx="24536400" cy="13741400"/>
          </a:xfrm>
          <a:prstGeom prst="rect">
            <a:avLst/>
          </a:prstGeom>
          <a:solidFill>
            <a:srgbClr val="2F5379"/>
          </a:solidFill>
          <a:ln w="25400">
            <a:solidFill>
              <a:srgbClr val="000000"/>
            </a:solidFill>
            <a:miter/>
          </a:ln>
        </p:spPr>
        <p:txBody>
          <a:bodyPr lIns="45719" rIns="45719"/>
          <a:lstStyle/>
          <a:p>
            <a:pPr defTabSz="914400">
              <a:defRPr sz="5600">
                <a:latin typeface="Gill Sans"/>
                <a:ea typeface="Gill Sans"/>
                <a:cs typeface="Gill Sans"/>
                <a:sym typeface="Gill Sans"/>
              </a:defRPr>
            </a:pPr>
          </a:p>
        </p:txBody>
      </p:sp>
      <p:sp>
        <p:nvSpPr>
          <p:cNvPr id="150" name="Shape 150"/>
          <p:cNvSpPr/>
          <p:nvPr/>
        </p:nvSpPr>
        <p:spPr>
          <a:xfrm>
            <a:off x="12700" y="12700"/>
            <a:ext cx="24485600" cy="3048000"/>
          </a:xfrm>
          <a:prstGeom prst="rect">
            <a:avLst/>
          </a:prstGeom>
          <a:solidFill>
            <a:srgbClr val="FFFFFF"/>
          </a:solidFill>
          <a:ln w="25400">
            <a:solidFill>
              <a:srgbClr val="FFFFFF"/>
            </a:solidFill>
            <a:miter/>
          </a:ln>
        </p:spPr>
        <p:txBody>
          <a:bodyPr lIns="45719" rIns="45719"/>
          <a:lstStyle/>
          <a:p>
            <a:pPr defTabSz="914400">
              <a:defRPr sz="5600">
                <a:latin typeface="Gill Sans"/>
                <a:ea typeface="Gill Sans"/>
                <a:cs typeface="Gill Sans"/>
                <a:sym typeface="Gill Sans"/>
              </a:defRPr>
            </a:pPr>
          </a:p>
        </p:txBody>
      </p:sp>
      <p:sp>
        <p:nvSpPr>
          <p:cNvPr id="151" name="Shape 151"/>
          <p:cNvSpPr/>
          <p:nvPr/>
        </p:nvSpPr>
        <p:spPr>
          <a:xfrm>
            <a:off x="22225000" y="-25400"/>
            <a:ext cx="1270000" cy="1600200"/>
          </a:xfrm>
          <a:prstGeom prst="rect">
            <a:avLst/>
          </a:prstGeom>
          <a:solidFill>
            <a:srgbClr val="2F5379"/>
          </a:solidFill>
          <a:ln w="25400">
            <a:solidFill>
              <a:srgbClr val="000000"/>
            </a:solidFill>
            <a:miter/>
          </a:ln>
        </p:spPr>
        <p:txBody>
          <a:bodyPr lIns="45719" rIns="45719"/>
          <a:lstStyle/>
          <a:p>
            <a:pPr defTabSz="914400">
              <a:defRPr sz="5600">
                <a:latin typeface="Gill Sans"/>
                <a:ea typeface="Gill Sans"/>
                <a:cs typeface="Gill Sans"/>
                <a:sym typeface="Gill Sans"/>
              </a:defRPr>
            </a:pPr>
          </a:p>
        </p:txBody>
      </p:sp>
      <p:sp>
        <p:nvSpPr>
          <p:cNvPr id="152" name="Shape 152"/>
          <p:cNvSpPr/>
          <p:nvPr>
            <p:ph type="title"/>
          </p:nvPr>
        </p:nvSpPr>
        <p:spPr>
          <a:xfrm>
            <a:off x="4779962" y="6172200"/>
            <a:ext cx="14630401" cy="4562475"/>
          </a:xfrm>
          <a:prstGeom prst="rect">
            <a:avLst/>
          </a:prstGeom>
        </p:spPr>
        <p:txBody>
          <a:bodyPr lIns="45719" tIns="45719" rIns="45719" bIns="45719" anchor="b">
            <a:noAutofit/>
          </a:bodyPr>
          <a:lstStyle>
            <a:lvl1pPr>
              <a:lnSpc>
                <a:spcPct val="100000"/>
              </a:lnSpc>
              <a:defRPr b="1" sz="2000">
                <a:solidFill>
                  <a:srgbClr val="000000"/>
                </a:solidFill>
                <a:latin typeface="Gill Sans"/>
                <a:ea typeface="Gill Sans"/>
                <a:cs typeface="Gill Sans"/>
                <a:sym typeface="Gill Sans"/>
              </a:defRPr>
            </a:lvl1pPr>
          </a:lstStyle>
          <a:p>
            <a:pPr/>
            <a:r>
              <a:t>Texto del título</a:t>
            </a:r>
          </a:p>
        </p:txBody>
      </p:sp>
      <p:sp>
        <p:nvSpPr>
          <p:cNvPr id="153" name="Shape 153"/>
          <p:cNvSpPr/>
          <p:nvPr>
            <p:ph type="body" sz="quarter" idx="1"/>
          </p:nvPr>
        </p:nvSpPr>
        <p:spPr>
          <a:xfrm>
            <a:off x="4779962" y="10734675"/>
            <a:ext cx="14630401" cy="2981325"/>
          </a:xfrm>
          <a:prstGeom prst="rect">
            <a:avLst/>
          </a:prstGeom>
        </p:spPr>
        <p:txBody>
          <a:bodyPr lIns="45719" tIns="45719" rIns="45719" bIns="45719">
            <a:noAutofit/>
          </a:bodyPr>
          <a:lstStyle>
            <a:lvl1pPr marL="0" indent="0" algn="ctr">
              <a:lnSpc>
                <a:spcPct val="100000"/>
              </a:lnSpc>
              <a:spcBef>
                <a:spcPts val="0"/>
              </a:spcBef>
              <a:buSzTx/>
              <a:buFontTx/>
              <a:buNone/>
              <a:defRPr sz="1400">
                <a:solidFill>
                  <a:srgbClr val="000000"/>
                </a:solidFill>
                <a:latin typeface="Gill Sans"/>
                <a:ea typeface="Gill Sans"/>
                <a:cs typeface="Gill Sans"/>
                <a:sym typeface="Gill Sans"/>
              </a:defRPr>
            </a:lvl1pPr>
            <a:lvl2pPr marL="0" indent="457200" algn="ctr">
              <a:lnSpc>
                <a:spcPct val="100000"/>
              </a:lnSpc>
              <a:spcBef>
                <a:spcPts val="0"/>
              </a:spcBef>
              <a:buSzTx/>
              <a:buFontTx/>
              <a:buNone/>
              <a:defRPr sz="1400">
                <a:solidFill>
                  <a:srgbClr val="000000"/>
                </a:solidFill>
                <a:latin typeface="Gill Sans"/>
                <a:ea typeface="Gill Sans"/>
                <a:cs typeface="Gill Sans"/>
                <a:sym typeface="Gill Sans"/>
              </a:defRPr>
            </a:lvl2pPr>
            <a:lvl3pPr marL="0" indent="914400" algn="ctr">
              <a:lnSpc>
                <a:spcPct val="100000"/>
              </a:lnSpc>
              <a:spcBef>
                <a:spcPts val="0"/>
              </a:spcBef>
              <a:buSzTx/>
              <a:buFontTx/>
              <a:buNone/>
              <a:defRPr sz="1400">
                <a:solidFill>
                  <a:srgbClr val="000000"/>
                </a:solidFill>
                <a:latin typeface="Gill Sans"/>
                <a:ea typeface="Gill Sans"/>
                <a:cs typeface="Gill Sans"/>
                <a:sym typeface="Gill Sans"/>
              </a:defRPr>
            </a:lvl3pPr>
            <a:lvl4pPr marL="0" indent="1371600" algn="ctr">
              <a:lnSpc>
                <a:spcPct val="100000"/>
              </a:lnSpc>
              <a:spcBef>
                <a:spcPts val="0"/>
              </a:spcBef>
              <a:buSzTx/>
              <a:buFontTx/>
              <a:buNone/>
              <a:defRPr sz="1400">
                <a:solidFill>
                  <a:srgbClr val="000000"/>
                </a:solidFill>
                <a:latin typeface="Gill Sans"/>
                <a:ea typeface="Gill Sans"/>
                <a:cs typeface="Gill Sans"/>
                <a:sym typeface="Gill Sans"/>
              </a:defRPr>
            </a:lvl4pPr>
            <a:lvl5pPr marL="0" indent="1828800" algn="ctr">
              <a:lnSpc>
                <a:spcPct val="100000"/>
              </a:lnSpc>
              <a:spcBef>
                <a:spcPts val="0"/>
              </a:spcBef>
              <a:buSzTx/>
              <a:buFontTx/>
              <a:buNone/>
              <a:defRPr sz="1400">
                <a:solidFill>
                  <a:srgbClr val="000000"/>
                </a:solidFill>
                <a:latin typeface="Gill Sans"/>
                <a:ea typeface="Gill Sans"/>
                <a:cs typeface="Gill Sans"/>
                <a:sym typeface="Gill Sans"/>
              </a:defRPr>
            </a:lvl5pPr>
          </a:lstStyle>
          <a:p>
            <a:pPr/>
            <a:r>
              <a:t>Nivel de texto 1</a:t>
            </a:r>
          </a:p>
          <a:p>
            <a:pPr lvl="1"/>
            <a:r>
              <a:t>Nivel de texto 2</a:t>
            </a:r>
          </a:p>
          <a:p>
            <a:pPr lvl="2"/>
            <a:r>
              <a:t>Nivel de texto 3</a:t>
            </a:r>
          </a:p>
          <a:p>
            <a:pPr lvl="3"/>
            <a:r>
              <a:t>Nivel de texto 4</a:t>
            </a:r>
          </a:p>
          <a:p>
            <a:pPr lvl="4"/>
            <a:r>
              <a:t>Nivel de texto 5</a:t>
            </a:r>
          </a:p>
        </p:txBody>
      </p:sp>
      <p:sp>
        <p:nvSpPr>
          <p:cNvPr id="154" name="Shape 154"/>
          <p:cNvSpPr/>
          <p:nvPr>
            <p:ph type="sldNum" sz="quarter" idx="2"/>
          </p:nvPr>
        </p:nvSpPr>
        <p:spPr>
          <a:xfrm>
            <a:off x="17475200" y="12344400"/>
            <a:ext cx="5689600" cy="736601"/>
          </a:xfrm>
          <a:prstGeom prst="rect">
            <a:avLst/>
          </a:prstGeom>
        </p:spPr>
        <p:txBody>
          <a:bodyPr lIns="45719" tIns="45719" rIns="45719" bIns="45719"/>
          <a:lstStyle>
            <a:lvl1pPr algn="r">
              <a:defRPr sz="1200">
                <a:solidFill>
                  <a:srgbClr val="000000"/>
                </a:solidFill>
                <a:latin typeface="Gill Sans"/>
                <a:ea typeface="Gill Sans"/>
                <a:cs typeface="Gill Sans"/>
                <a:sym typeface="Gill Sans"/>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7.xml><?xml version="1.0" encoding="utf-8"?>
<p:sldLayout xmlns:a="http://schemas.openxmlformats.org/drawingml/2006/main" xmlns:r="http://schemas.openxmlformats.org/officeDocument/2006/relationships" xmlns:p="http://schemas.openxmlformats.org/presentationml/2006/main" type="tx" showMasterSp="0" showMasterPhAnim="1">
  <p:cSld name="Picture with Caption">
    <p:bg>
      <p:bgPr>
        <a:solidFill>
          <a:srgbClr val="FFFFFF"/>
        </a:solidFill>
      </p:bgPr>
    </p:bg>
    <p:spTree>
      <p:nvGrpSpPr>
        <p:cNvPr id="1" name=""/>
        <p:cNvGrpSpPr/>
        <p:nvPr/>
      </p:nvGrpSpPr>
      <p:grpSpPr>
        <a:xfrm>
          <a:off x="0" y="0"/>
          <a:ext cx="0" cy="0"/>
          <a:chOff x="0" y="0"/>
          <a:chExt cx="0" cy="0"/>
        </a:xfrm>
      </p:grpSpPr>
      <p:sp>
        <p:nvSpPr>
          <p:cNvPr id="161" name="Shape 161"/>
          <p:cNvSpPr/>
          <p:nvPr/>
        </p:nvSpPr>
        <p:spPr>
          <a:xfrm flipH="1">
            <a:off x="-38100" y="-25400"/>
            <a:ext cx="24536400" cy="13741400"/>
          </a:xfrm>
          <a:prstGeom prst="rect">
            <a:avLst/>
          </a:prstGeom>
          <a:solidFill>
            <a:srgbClr val="2F5379"/>
          </a:solidFill>
          <a:ln w="25400">
            <a:solidFill>
              <a:srgbClr val="000000"/>
            </a:solidFill>
            <a:miter/>
          </a:ln>
        </p:spPr>
        <p:txBody>
          <a:bodyPr lIns="45719" rIns="45719"/>
          <a:lstStyle/>
          <a:p>
            <a:pPr defTabSz="914400">
              <a:defRPr sz="5600">
                <a:solidFill>
                  <a:srgbClr val="2F5379"/>
                </a:solidFill>
                <a:latin typeface="Gill Sans"/>
                <a:ea typeface="Gill Sans"/>
                <a:cs typeface="Gill Sans"/>
                <a:sym typeface="Gill Sans"/>
              </a:defRPr>
            </a:pPr>
          </a:p>
        </p:txBody>
      </p:sp>
      <p:sp>
        <p:nvSpPr>
          <p:cNvPr id="162" name="Shape 162"/>
          <p:cNvSpPr/>
          <p:nvPr/>
        </p:nvSpPr>
        <p:spPr>
          <a:xfrm>
            <a:off x="12700" y="12700"/>
            <a:ext cx="24485600" cy="3048000"/>
          </a:xfrm>
          <a:prstGeom prst="rect">
            <a:avLst/>
          </a:prstGeom>
          <a:solidFill>
            <a:srgbClr val="FFFFFF"/>
          </a:solidFill>
          <a:ln w="25400">
            <a:solidFill>
              <a:srgbClr val="FFFFFF"/>
            </a:solidFill>
            <a:miter/>
          </a:ln>
        </p:spPr>
        <p:txBody>
          <a:bodyPr lIns="45719" rIns="45719"/>
          <a:lstStyle/>
          <a:p>
            <a:pPr defTabSz="914400">
              <a:defRPr sz="5600">
                <a:latin typeface="Gill Sans"/>
                <a:ea typeface="Gill Sans"/>
                <a:cs typeface="Gill Sans"/>
                <a:sym typeface="Gill Sans"/>
              </a:defRPr>
            </a:pPr>
          </a:p>
        </p:txBody>
      </p:sp>
      <p:sp>
        <p:nvSpPr>
          <p:cNvPr id="163" name="Shape 163"/>
          <p:cNvSpPr/>
          <p:nvPr/>
        </p:nvSpPr>
        <p:spPr>
          <a:xfrm>
            <a:off x="22225000" y="-25400"/>
            <a:ext cx="1270000" cy="1600200"/>
          </a:xfrm>
          <a:prstGeom prst="rect">
            <a:avLst/>
          </a:prstGeom>
          <a:solidFill>
            <a:srgbClr val="2F5379"/>
          </a:solidFill>
          <a:ln w="12700">
            <a:miter lim="400000"/>
          </a:ln>
        </p:spPr>
        <p:txBody>
          <a:bodyPr lIns="45719" rIns="45719"/>
          <a:lstStyle/>
          <a:p>
            <a:pPr defTabSz="914400">
              <a:defRPr sz="5600">
                <a:latin typeface="Gill Sans"/>
                <a:ea typeface="Gill Sans"/>
                <a:cs typeface="Gill Sans"/>
                <a:sym typeface="Gill Sans"/>
              </a:defRPr>
            </a:pPr>
          </a:p>
        </p:txBody>
      </p:sp>
      <p:sp>
        <p:nvSpPr>
          <p:cNvPr id="164" name="Shape 164"/>
          <p:cNvSpPr/>
          <p:nvPr>
            <p:ph type="sldNum" sz="quarter" idx="2"/>
          </p:nvPr>
        </p:nvSpPr>
        <p:spPr>
          <a:xfrm>
            <a:off x="17475200" y="12344400"/>
            <a:ext cx="5689600" cy="736601"/>
          </a:xfrm>
          <a:prstGeom prst="rect">
            <a:avLst/>
          </a:prstGeom>
        </p:spPr>
        <p:txBody>
          <a:bodyPr lIns="45719" tIns="45719" rIns="45719" bIns="45719"/>
          <a:lstStyle>
            <a:lvl1pPr algn="r">
              <a:defRPr sz="1200">
                <a:solidFill>
                  <a:srgbClr val="000000"/>
                </a:solidFill>
                <a:latin typeface="Gill Sans"/>
                <a:ea typeface="Gill Sans"/>
                <a:cs typeface="Gill Sans"/>
                <a:sym typeface="Gill Sans"/>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8.xml><?xml version="1.0" encoding="utf-8"?>
<p:sldLayout xmlns:a="http://schemas.openxmlformats.org/drawingml/2006/main" xmlns:r="http://schemas.openxmlformats.org/officeDocument/2006/relationships" xmlns:p="http://schemas.openxmlformats.org/presentationml/2006/main" type="tx" showMasterSp="0" showMasterPhAnim="1">
  <p:cSld name="Picture with Caption">
    <p:bg>
      <p:bgPr>
        <a:solidFill>
          <a:srgbClr val="FFFFFF"/>
        </a:solidFill>
      </p:bgPr>
    </p:bg>
    <p:spTree>
      <p:nvGrpSpPr>
        <p:cNvPr id="1" name=""/>
        <p:cNvGrpSpPr/>
        <p:nvPr/>
      </p:nvGrpSpPr>
      <p:grpSpPr>
        <a:xfrm>
          <a:off x="0" y="0"/>
          <a:ext cx="0" cy="0"/>
          <a:chOff x="0" y="0"/>
          <a:chExt cx="0" cy="0"/>
        </a:xfrm>
      </p:grpSpPr>
      <p:sp>
        <p:nvSpPr>
          <p:cNvPr id="171" name="Shape 171"/>
          <p:cNvSpPr/>
          <p:nvPr>
            <p:ph type="sldNum" sz="quarter" idx="2"/>
          </p:nvPr>
        </p:nvSpPr>
        <p:spPr>
          <a:xfrm>
            <a:off x="17475200" y="12344400"/>
            <a:ext cx="5689600" cy="736601"/>
          </a:xfrm>
          <a:prstGeom prst="rect">
            <a:avLst/>
          </a:prstGeom>
        </p:spPr>
        <p:txBody>
          <a:bodyPr lIns="45719" tIns="45719" rIns="45719" bIns="45719"/>
          <a:lstStyle>
            <a:lvl1pPr algn="r">
              <a:defRPr sz="1200">
                <a:solidFill>
                  <a:srgbClr val="000000"/>
                </a:solidFill>
                <a:latin typeface="Gill Sans"/>
                <a:ea typeface="Gill Sans"/>
                <a:cs typeface="Gill Sans"/>
                <a:sym typeface="Gill Sans"/>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19.xml><?xml version="1.0" encoding="utf-8"?>
<p:sldLayout xmlns:a="http://schemas.openxmlformats.org/drawingml/2006/main" xmlns:r="http://schemas.openxmlformats.org/officeDocument/2006/relationships" xmlns:p="http://schemas.openxmlformats.org/presentationml/2006/main" type="tx" showMasterSp="0" showMasterPhAnim="1">
  <p:cSld name="Picture with Caption">
    <p:bg>
      <p:bgPr>
        <a:solidFill>
          <a:srgbClr val="FFFFFF"/>
        </a:solidFill>
      </p:bgPr>
    </p:bg>
    <p:spTree>
      <p:nvGrpSpPr>
        <p:cNvPr id="1" name=""/>
        <p:cNvGrpSpPr/>
        <p:nvPr/>
      </p:nvGrpSpPr>
      <p:grpSpPr>
        <a:xfrm>
          <a:off x="0" y="0"/>
          <a:ext cx="0" cy="0"/>
          <a:chOff x="0" y="0"/>
          <a:chExt cx="0" cy="0"/>
        </a:xfrm>
      </p:grpSpPr>
      <p:sp>
        <p:nvSpPr>
          <p:cNvPr id="178" name="Shape 178"/>
          <p:cNvSpPr/>
          <p:nvPr/>
        </p:nvSpPr>
        <p:spPr>
          <a:xfrm>
            <a:off x="22225000" y="-25400"/>
            <a:ext cx="1270000" cy="1600200"/>
          </a:xfrm>
          <a:prstGeom prst="rect">
            <a:avLst/>
          </a:prstGeom>
          <a:solidFill>
            <a:srgbClr val="2F5379"/>
          </a:solidFill>
          <a:ln w="12700">
            <a:miter lim="400000"/>
          </a:ln>
        </p:spPr>
        <p:txBody>
          <a:bodyPr lIns="45719" rIns="45719"/>
          <a:lstStyle/>
          <a:p>
            <a:pPr defTabSz="914400">
              <a:defRPr sz="5600">
                <a:latin typeface="Gill Sans"/>
                <a:ea typeface="Gill Sans"/>
                <a:cs typeface="Gill Sans"/>
                <a:sym typeface="Gill Sans"/>
              </a:defRPr>
            </a:pPr>
          </a:p>
        </p:txBody>
      </p:sp>
      <p:sp>
        <p:nvSpPr>
          <p:cNvPr id="179" name="Shape 179"/>
          <p:cNvSpPr/>
          <p:nvPr>
            <p:ph type="sldNum" sz="quarter" idx="2"/>
          </p:nvPr>
        </p:nvSpPr>
        <p:spPr>
          <a:xfrm>
            <a:off x="17475200" y="12344400"/>
            <a:ext cx="5689600" cy="736601"/>
          </a:xfrm>
          <a:prstGeom prst="rect">
            <a:avLst/>
          </a:prstGeom>
        </p:spPr>
        <p:txBody>
          <a:bodyPr lIns="45719" tIns="45719" rIns="45719" bIns="45719"/>
          <a:lstStyle>
            <a:lvl1pPr algn="r">
              <a:defRPr sz="1200">
                <a:solidFill>
                  <a:srgbClr val="000000"/>
                </a:solidFill>
                <a:latin typeface="Gill Sans"/>
                <a:ea typeface="Gill Sans"/>
                <a:cs typeface="Gill Sans"/>
                <a:sym typeface="Gill Sans"/>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0.xml><?xml version="1.0" encoding="utf-8"?>
<p:sldLayout xmlns:a="http://schemas.openxmlformats.org/drawingml/2006/main" xmlns:r="http://schemas.openxmlformats.org/officeDocument/2006/relationships" xmlns:p="http://schemas.openxmlformats.org/presentationml/2006/main" type="tx" showMasterSp="0" showMasterPhAnim="1">
  <p:cSld name="Title Slide 0">
    <p:bg>
      <p:bgPr>
        <a:blipFill rotWithShape="1">
          <a:blip r:embed="rId2"/>
          <a:srcRect l="0" t="0" r="0" b="0"/>
          <a:stretch>
            <a:fillRect/>
          </a:stretch>
        </a:blipFill>
      </p:bgPr>
    </p:bg>
    <p:spTree>
      <p:nvGrpSpPr>
        <p:cNvPr id="1" name=""/>
        <p:cNvGrpSpPr/>
        <p:nvPr/>
      </p:nvGrpSpPr>
      <p:grpSpPr>
        <a:xfrm>
          <a:off x="0" y="0"/>
          <a:ext cx="0" cy="0"/>
          <a:chOff x="0" y="0"/>
          <a:chExt cx="0" cy="0"/>
        </a:xfrm>
      </p:grpSpPr>
      <p:sp>
        <p:nvSpPr>
          <p:cNvPr id="186" name="Shape 186"/>
          <p:cNvSpPr/>
          <p:nvPr>
            <p:ph type="title"/>
          </p:nvPr>
        </p:nvSpPr>
        <p:spPr>
          <a:xfrm>
            <a:off x="4419600" y="4260850"/>
            <a:ext cx="15544800" cy="3511550"/>
          </a:xfrm>
          <a:prstGeom prst="rect">
            <a:avLst/>
          </a:prstGeom>
        </p:spPr>
        <p:txBody>
          <a:bodyPr anchor="t">
            <a:noAutofit/>
          </a:bodyPr>
          <a:lstStyle>
            <a:lvl1pPr algn="ctr">
              <a:lnSpc>
                <a:spcPct val="100000"/>
              </a:lnSpc>
              <a:defRPr sz="8800">
                <a:solidFill>
                  <a:srgbClr val="000000"/>
                </a:solidFill>
                <a:latin typeface="Calibri"/>
                <a:ea typeface="Calibri"/>
                <a:cs typeface="Calibri"/>
                <a:sym typeface="Calibri"/>
              </a:defRPr>
            </a:lvl1pPr>
          </a:lstStyle>
          <a:p>
            <a:pPr/>
            <a:r>
              <a:t>Texto del título</a:t>
            </a:r>
          </a:p>
        </p:txBody>
      </p:sp>
      <p:sp>
        <p:nvSpPr>
          <p:cNvPr id="187" name="Shape 187"/>
          <p:cNvSpPr/>
          <p:nvPr>
            <p:ph type="body" sz="half" idx="1"/>
          </p:nvPr>
        </p:nvSpPr>
        <p:spPr>
          <a:xfrm>
            <a:off x="5791200" y="7772400"/>
            <a:ext cx="12801600" cy="5943600"/>
          </a:xfrm>
          <a:prstGeom prst="rect">
            <a:avLst/>
          </a:prstGeom>
        </p:spPr>
        <p:txBody>
          <a:bodyPr>
            <a:noAutofit/>
          </a:bodyPr>
          <a:lstStyle>
            <a:lvl1pPr marL="0" indent="0" algn="ctr">
              <a:lnSpc>
                <a:spcPct val="100000"/>
              </a:lnSpc>
              <a:spcBef>
                <a:spcPts val="700"/>
              </a:spcBef>
              <a:buSzTx/>
              <a:buFontTx/>
              <a:buNone/>
              <a:defRPr sz="6400">
                <a:solidFill>
                  <a:srgbClr val="888888"/>
                </a:solidFill>
              </a:defRPr>
            </a:lvl1pPr>
            <a:lvl2pPr marL="0" indent="457200" algn="ctr">
              <a:lnSpc>
                <a:spcPct val="100000"/>
              </a:lnSpc>
              <a:spcBef>
                <a:spcPts val="700"/>
              </a:spcBef>
              <a:buSzTx/>
              <a:buFontTx/>
              <a:buNone/>
              <a:defRPr sz="6400">
                <a:solidFill>
                  <a:srgbClr val="888888"/>
                </a:solidFill>
              </a:defRPr>
            </a:lvl2pPr>
            <a:lvl3pPr marL="0" indent="914400" algn="ctr">
              <a:lnSpc>
                <a:spcPct val="100000"/>
              </a:lnSpc>
              <a:spcBef>
                <a:spcPts val="700"/>
              </a:spcBef>
              <a:buSzTx/>
              <a:buFontTx/>
              <a:buNone/>
              <a:defRPr sz="6400">
                <a:solidFill>
                  <a:srgbClr val="888888"/>
                </a:solidFill>
              </a:defRPr>
            </a:lvl3pPr>
            <a:lvl4pPr marL="0" indent="1371600" algn="ctr">
              <a:lnSpc>
                <a:spcPct val="100000"/>
              </a:lnSpc>
              <a:spcBef>
                <a:spcPts val="700"/>
              </a:spcBef>
              <a:buSzTx/>
              <a:buFontTx/>
              <a:buNone/>
              <a:defRPr sz="6400">
                <a:solidFill>
                  <a:srgbClr val="888888"/>
                </a:solidFill>
              </a:defRPr>
            </a:lvl4pPr>
            <a:lvl5pPr marL="0" indent="1828800" algn="ctr">
              <a:lnSpc>
                <a:spcPct val="100000"/>
              </a:lnSpc>
              <a:spcBef>
                <a:spcPts val="700"/>
              </a:spcBef>
              <a:buSzTx/>
              <a:buFontTx/>
              <a:buNone/>
              <a:defRPr sz="6400">
                <a:solidFill>
                  <a:srgbClr val="888888"/>
                </a:solidFill>
              </a:defRPr>
            </a:lvl5pPr>
          </a:lstStyle>
          <a:p>
            <a:pPr/>
            <a:r>
              <a:t>Nivel de texto 1</a:t>
            </a:r>
          </a:p>
          <a:p>
            <a:pPr lvl="1"/>
            <a:r>
              <a:t>Nivel de texto 2</a:t>
            </a:r>
          </a:p>
          <a:p>
            <a:pPr lvl="2"/>
            <a:r>
              <a:t>Nivel de texto 3</a:t>
            </a:r>
          </a:p>
          <a:p>
            <a:pPr lvl="3"/>
            <a:r>
              <a:t>Nivel de texto 4</a:t>
            </a:r>
          </a:p>
          <a:p>
            <a:pPr lvl="4"/>
            <a:r>
              <a:t>Nivel de texto 5</a:t>
            </a:r>
          </a:p>
        </p:txBody>
      </p:sp>
      <p:sp>
        <p:nvSpPr>
          <p:cNvPr id="188" name="Shape 188"/>
          <p:cNvSpPr/>
          <p:nvPr>
            <p:ph type="sldNum" sz="quarter" idx="2"/>
          </p:nvPr>
        </p:nvSpPr>
        <p:spPr>
          <a:xfrm>
            <a:off x="16154400" y="12712700"/>
            <a:ext cx="4267200" cy="741680"/>
          </a:xfrm>
          <a:prstGeom prst="rect">
            <a:avLst/>
          </a:prstGeom>
        </p:spPr>
        <p:txBody>
          <a:bodyPr anchor="t"/>
          <a:lstStyle>
            <a:lvl1pPr algn="l">
              <a:defRPr sz="3600">
                <a:solidFill>
                  <a:srgbClr val="000000"/>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1.xml><?xml version="1.0" encoding="utf-8"?>
<p:sldLayout xmlns:a="http://schemas.openxmlformats.org/drawingml/2006/main" xmlns:r="http://schemas.openxmlformats.org/officeDocument/2006/relationships" xmlns:p="http://schemas.openxmlformats.org/presentationml/2006/main" type="tx" showMasterSp="1" showMasterPhAnim="1">
  <p:cSld name="Title Only">
    <p:spTree>
      <p:nvGrpSpPr>
        <p:cNvPr id="1" name=""/>
        <p:cNvGrpSpPr/>
        <p:nvPr/>
      </p:nvGrpSpPr>
      <p:grpSpPr>
        <a:xfrm>
          <a:off x="0" y="0"/>
          <a:ext cx="0" cy="0"/>
          <a:chOff x="0" y="0"/>
          <a:chExt cx="0" cy="0"/>
        </a:xfrm>
      </p:grpSpPr>
      <p:sp>
        <p:nvSpPr>
          <p:cNvPr id="195" name="Shape 195"/>
          <p:cNvSpPr/>
          <p:nvPr>
            <p:ph type="title"/>
          </p:nvPr>
        </p:nvSpPr>
        <p:spPr>
          <a:prstGeom prst="rect">
            <a:avLst/>
          </a:prstGeom>
        </p:spPr>
        <p:txBody>
          <a:bodyPr/>
          <a:lstStyle/>
          <a:p>
            <a:pPr/>
            <a:r>
              <a:t>Texto del título</a:t>
            </a:r>
          </a:p>
        </p:txBody>
      </p:sp>
      <p:sp>
        <p:nvSpPr>
          <p:cNvPr id="196" name="Shape 196"/>
          <p:cNvSpPr/>
          <p:nvPr>
            <p:ph type="sldNum" sz="quarter" idx="2"/>
          </p:nvPr>
        </p:nvSpPr>
        <p:spPr>
          <a:prstGeom prst="rect">
            <a:avLst/>
          </a:prstGeom>
        </p:spPr>
        <p:txBody>
          <a:body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2.xml><?xml version="1.0" encoding="utf-8"?>
<p:sldLayout xmlns:a="http://schemas.openxmlformats.org/drawingml/2006/main" xmlns:r="http://schemas.openxmlformats.org/officeDocument/2006/relationships" xmlns:p="http://schemas.openxmlformats.org/presentationml/2006/main" type="tx" showMasterSp="0" showMasterPhAnim="1">
  <p:cSld name="Title Only 0">
    <p:spTree>
      <p:nvGrpSpPr>
        <p:cNvPr id="1" name=""/>
        <p:cNvGrpSpPr/>
        <p:nvPr/>
      </p:nvGrpSpPr>
      <p:grpSpPr>
        <a:xfrm>
          <a:off x="0" y="0"/>
          <a:ext cx="0" cy="0"/>
          <a:chOff x="0" y="0"/>
          <a:chExt cx="0" cy="0"/>
        </a:xfrm>
      </p:grpSpPr>
      <p:sp>
        <p:nvSpPr>
          <p:cNvPr id="203" name="Shape 203"/>
          <p:cNvSpPr/>
          <p:nvPr>
            <p:ph type="title"/>
          </p:nvPr>
        </p:nvSpPr>
        <p:spPr>
          <a:prstGeom prst="rect">
            <a:avLst/>
          </a:prstGeom>
        </p:spPr>
        <p:txBody>
          <a:bodyPr/>
          <a:lstStyle/>
          <a:p>
            <a:pPr/>
            <a:r>
              <a:t>Texto del título</a:t>
            </a:r>
          </a:p>
        </p:txBody>
      </p:sp>
      <p:sp>
        <p:nvSpPr>
          <p:cNvPr id="204" name="Shape 204"/>
          <p:cNvSpPr/>
          <p:nvPr>
            <p:ph type="sldNum" sz="quarter" idx="2"/>
          </p:nvPr>
        </p:nvSpPr>
        <p:spPr>
          <a:prstGeom prst="rect">
            <a:avLst/>
          </a:prstGeom>
        </p:spPr>
        <p:txBody>
          <a:body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3.xml><?xml version="1.0" encoding="utf-8"?>
<p:sldLayout xmlns:a="http://schemas.openxmlformats.org/drawingml/2006/main" xmlns:r="http://schemas.openxmlformats.org/officeDocument/2006/relationships" xmlns:p="http://schemas.openxmlformats.org/presentationml/2006/main" type="tx" showMasterSp="0" showMasterPhAnim="1">
  <p:cSld name="Title Slide">
    <p:bg>
      <p:bgPr>
        <a:solidFill>
          <a:srgbClr val="FFFFFF"/>
        </a:solidFill>
      </p:bgPr>
    </p:bg>
    <p:spTree>
      <p:nvGrpSpPr>
        <p:cNvPr id="1" name=""/>
        <p:cNvGrpSpPr/>
        <p:nvPr/>
      </p:nvGrpSpPr>
      <p:grpSpPr>
        <a:xfrm>
          <a:off x="0" y="0"/>
          <a:ext cx="0" cy="0"/>
          <a:chOff x="0" y="0"/>
          <a:chExt cx="0" cy="0"/>
        </a:xfrm>
      </p:grpSpPr>
      <p:sp>
        <p:nvSpPr>
          <p:cNvPr id="211" name="Shape 211"/>
          <p:cNvSpPr/>
          <p:nvPr>
            <p:ph type="title"/>
          </p:nvPr>
        </p:nvSpPr>
        <p:spPr>
          <a:xfrm>
            <a:off x="3048000" y="0"/>
            <a:ext cx="18288000" cy="7019926"/>
          </a:xfrm>
          <a:prstGeom prst="rect">
            <a:avLst/>
          </a:prstGeom>
        </p:spPr>
        <p:txBody>
          <a:bodyPr anchor="b"/>
          <a:lstStyle>
            <a:lvl1pPr algn="ctr">
              <a:defRPr sz="12000">
                <a:solidFill>
                  <a:srgbClr val="000000"/>
                </a:solidFill>
                <a:latin typeface="Calibri Light"/>
                <a:ea typeface="Calibri Light"/>
                <a:cs typeface="Calibri Light"/>
                <a:sym typeface="Calibri Light"/>
              </a:defRPr>
            </a:lvl1pPr>
          </a:lstStyle>
          <a:p>
            <a:pPr/>
            <a:r>
              <a:t>Texto del título</a:t>
            </a:r>
          </a:p>
        </p:txBody>
      </p:sp>
      <p:sp>
        <p:nvSpPr>
          <p:cNvPr id="212" name="Shape 212"/>
          <p:cNvSpPr/>
          <p:nvPr>
            <p:ph type="body" sz="half" idx="1"/>
          </p:nvPr>
        </p:nvSpPr>
        <p:spPr>
          <a:xfrm>
            <a:off x="3048000" y="7204075"/>
            <a:ext cx="18288000" cy="6511925"/>
          </a:xfrm>
          <a:prstGeom prst="rect">
            <a:avLst/>
          </a:prstGeom>
        </p:spPr>
        <p:txBody>
          <a:bodyPr/>
          <a:lstStyle>
            <a:lvl1pPr marL="0" indent="0" algn="ctr">
              <a:buSzTx/>
              <a:buFontTx/>
              <a:buNone/>
              <a:defRPr sz="4800">
                <a:solidFill>
                  <a:srgbClr val="000000"/>
                </a:solidFill>
              </a:defRPr>
            </a:lvl1pPr>
            <a:lvl2pPr marL="0" indent="457200" algn="ctr">
              <a:buSzTx/>
              <a:buFontTx/>
              <a:buNone/>
              <a:defRPr sz="4800">
                <a:solidFill>
                  <a:srgbClr val="000000"/>
                </a:solidFill>
              </a:defRPr>
            </a:lvl2pPr>
            <a:lvl3pPr marL="0" indent="914400" algn="ctr">
              <a:buSzTx/>
              <a:buFontTx/>
              <a:buNone/>
              <a:defRPr sz="4800">
                <a:solidFill>
                  <a:srgbClr val="000000"/>
                </a:solidFill>
              </a:defRPr>
            </a:lvl3pPr>
            <a:lvl4pPr marL="0" indent="1371600" algn="ctr">
              <a:buSzTx/>
              <a:buFontTx/>
              <a:buNone/>
              <a:defRPr sz="4800">
                <a:solidFill>
                  <a:srgbClr val="000000"/>
                </a:solidFill>
              </a:defRPr>
            </a:lvl4pPr>
            <a:lvl5pPr marL="0" indent="1828800" algn="ctr">
              <a:buSzTx/>
              <a:buFontTx/>
              <a:buNone/>
              <a:defRPr sz="4800">
                <a:solidFill>
                  <a:srgbClr val="000000"/>
                </a:solidFill>
              </a:defRPr>
            </a:lvl5pPr>
          </a:lstStyle>
          <a:p>
            <a:pPr/>
            <a:r>
              <a:t>Nivel de texto 1</a:t>
            </a:r>
          </a:p>
          <a:p>
            <a:pPr lvl="1"/>
            <a:r>
              <a:t>Nivel de texto 2</a:t>
            </a:r>
          </a:p>
          <a:p>
            <a:pPr lvl="2"/>
            <a:r>
              <a:t>Nivel de texto 3</a:t>
            </a:r>
          </a:p>
          <a:p>
            <a:pPr lvl="3"/>
            <a:r>
              <a:t>Nivel de texto 4</a:t>
            </a:r>
          </a:p>
          <a:p>
            <a:pPr lvl="4"/>
            <a:r>
              <a:t>Nivel de texto 5</a:t>
            </a:r>
          </a:p>
        </p:txBody>
      </p:sp>
      <p:sp>
        <p:nvSpPr>
          <p:cNvPr id="213" name="Shape 213"/>
          <p:cNvSpPr/>
          <p:nvPr>
            <p:ph type="sldNum" sz="quarter" idx="2"/>
          </p:nvPr>
        </p:nvSpPr>
        <p:spPr>
          <a:xfrm>
            <a:off x="17221200" y="12532994"/>
            <a:ext cx="5486400" cy="551181"/>
          </a:xfrm>
          <a:prstGeom prst="rect">
            <a:avLst/>
          </a:prstGeom>
        </p:spPr>
        <p:txBody>
          <a:bodyPr/>
          <a:lstStyle>
            <a:lvl1pPr algn="r">
              <a:defRPr sz="2400">
                <a:solidFill>
                  <a:srgbClr val="888888"/>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4.xml><?xml version="1.0" encoding="utf-8"?>
<p:sldLayout xmlns:a="http://schemas.openxmlformats.org/drawingml/2006/main" xmlns:r="http://schemas.openxmlformats.org/officeDocument/2006/relationships" xmlns:p="http://schemas.openxmlformats.org/presentationml/2006/main" type="tx" showMasterSp="0" showMasterPhAnim="1">
  <p:cSld name="Default - Title Only">
    <p:bg>
      <p:bgPr>
        <a:solidFill>
          <a:srgbClr val="FFFFFF"/>
        </a:solidFill>
      </p:bgPr>
    </p:bg>
    <p:spTree>
      <p:nvGrpSpPr>
        <p:cNvPr id="1" name=""/>
        <p:cNvGrpSpPr/>
        <p:nvPr/>
      </p:nvGrpSpPr>
      <p:grpSpPr>
        <a:xfrm>
          <a:off x="0" y="0"/>
          <a:ext cx="0" cy="0"/>
          <a:chOff x="0" y="0"/>
          <a:chExt cx="0" cy="0"/>
        </a:xfrm>
      </p:grpSpPr>
      <p:sp>
        <p:nvSpPr>
          <p:cNvPr id="220" name="Shape 220"/>
          <p:cNvSpPr/>
          <p:nvPr>
            <p:ph type="sldNum" sz="quarter" idx="2"/>
          </p:nvPr>
        </p:nvSpPr>
        <p:spPr>
          <a:xfrm>
            <a:off x="22963832" y="12390577"/>
            <a:ext cx="525563" cy="596901"/>
          </a:xfrm>
          <a:prstGeom prst="rect">
            <a:avLst/>
          </a:prstGeom>
          <a:ln w="25400" cap="rnd">
            <a:round/>
          </a:ln>
        </p:spPr>
        <p:txBody>
          <a:bodyPr wrap="none" lIns="76200" tIns="76200" rIns="76200" bIns="76200" anchor="t"/>
          <a:lstStyle>
            <a:lvl1pPr>
              <a:defRPr>
                <a:uFill>
                  <a:solidFill>
                    <a:srgbClr val="FFFFFF"/>
                  </a:solidFill>
                </a:u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5.xml><?xml version="1.0" encoding="utf-8"?>
<p:sldLayout xmlns:a="http://schemas.openxmlformats.org/drawingml/2006/main" xmlns:r="http://schemas.openxmlformats.org/officeDocument/2006/relationships" xmlns:p="http://schemas.openxmlformats.org/presentationml/2006/main" type="tx" showMasterSp="0" showMasterPhAnim="1">
  <p:cSld name="Normal Page">
    <p:bg>
      <p:bgPr>
        <a:solidFill>
          <a:srgbClr val="FFFFFF"/>
        </a:solidFill>
      </p:bgPr>
    </p:bg>
    <p:spTree>
      <p:nvGrpSpPr>
        <p:cNvPr id="1" name=""/>
        <p:cNvGrpSpPr/>
        <p:nvPr/>
      </p:nvGrpSpPr>
      <p:grpSpPr>
        <a:xfrm>
          <a:off x="0" y="0"/>
          <a:ext cx="0" cy="0"/>
          <a:chOff x="0" y="0"/>
          <a:chExt cx="0" cy="0"/>
        </a:xfrm>
      </p:grpSpPr>
      <p:sp>
        <p:nvSpPr>
          <p:cNvPr id="227" name="Shape 227"/>
          <p:cNvSpPr/>
          <p:nvPr/>
        </p:nvSpPr>
        <p:spPr>
          <a:xfrm>
            <a:off x="-31750" y="13306373"/>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28" name="Shape 228"/>
          <p:cNvSpPr/>
          <p:nvPr>
            <p:ph type="sldNum" sz="quarter" idx="2"/>
          </p:nvPr>
        </p:nvSpPr>
        <p:spPr>
          <a:xfrm>
            <a:off x="22995467" y="358346"/>
            <a:ext cx="1100669" cy="551181"/>
          </a:xfrm>
          <a:prstGeom prst="rect">
            <a:avLst/>
          </a:prstGeom>
        </p:spPr>
        <p:txBody>
          <a:bodyPr/>
          <a:lstStyle>
            <a:lvl1pPr>
              <a:defRPr b="1" sz="2400"/>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6.xml><?xml version="1.0" encoding="utf-8"?>
<p:sldLayout xmlns:a="http://schemas.openxmlformats.org/drawingml/2006/main" xmlns:r="http://schemas.openxmlformats.org/officeDocument/2006/relationships" xmlns:p="http://schemas.openxmlformats.org/presentationml/2006/main" type="tx" showMasterSp="0" showMasterPhAnim="1">
  <p:cSld name="Normal Page">
    <p:bg>
      <p:bgPr>
        <a:solidFill>
          <a:srgbClr val="FFFFFF"/>
        </a:solidFill>
      </p:bgPr>
    </p:bg>
    <p:spTree>
      <p:nvGrpSpPr>
        <p:cNvPr id="1" name=""/>
        <p:cNvGrpSpPr/>
        <p:nvPr/>
      </p:nvGrpSpPr>
      <p:grpSpPr>
        <a:xfrm>
          <a:off x="0" y="0"/>
          <a:ext cx="0" cy="0"/>
          <a:chOff x="0" y="0"/>
          <a:chExt cx="0" cy="0"/>
        </a:xfrm>
      </p:grpSpPr>
      <p:sp>
        <p:nvSpPr>
          <p:cNvPr id="235" name="Shape 235"/>
          <p:cNvSpPr/>
          <p:nvPr>
            <p:ph type="sldNum" sz="quarter" idx="2"/>
          </p:nvPr>
        </p:nvSpPr>
        <p:spPr>
          <a:xfrm>
            <a:off x="22995467" y="358346"/>
            <a:ext cx="1100669" cy="551181"/>
          </a:xfrm>
          <a:prstGeom prst="rect">
            <a:avLst/>
          </a:prstGeom>
        </p:spPr>
        <p:txBody>
          <a:bodyPr/>
          <a:lstStyle>
            <a:lvl1pPr>
              <a:defRPr b="1" sz="2400"/>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7.xml><?xml version="1.0" encoding="utf-8"?>
<p:sldLayout xmlns:a="http://schemas.openxmlformats.org/drawingml/2006/main" xmlns:r="http://schemas.openxmlformats.org/officeDocument/2006/relationships" xmlns:p="http://schemas.openxmlformats.org/presentationml/2006/main" type="tx" showMasterSp="0" showMasterPhAnim="1">
  <p:cSld name="Normal Page">
    <p:bg>
      <p:bgPr>
        <a:solidFill>
          <a:srgbClr val="FFFFFF"/>
        </a:solidFill>
      </p:bgPr>
    </p:bg>
    <p:spTree>
      <p:nvGrpSpPr>
        <p:cNvPr id="1" name=""/>
        <p:cNvGrpSpPr/>
        <p:nvPr/>
      </p:nvGrpSpPr>
      <p:grpSpPr>
        <a:xfrm>
          <a:off x="0" y="0"/>
          <a:ext cx="0" cy="0"/>
          <a:chOff x="0" y="0"/>
          <a:chExt cx="0" cy="0"/>
        </a:xfrm>
      </p:grpSpPr>
      <p:sp>
        <p:nvSpPr>
          <p:cNvPr id="242" name="Shape 242"/>
          <p:cNvSpPr/>
          <p:nvPr>
            <p:ph type="sldNum" sz="quarter" idx="2"/>
          </p:nvPr>
        </p:nvSpPr>
        <p:spPr>
          <a:xfrm>
            <a:off x="22995467" y="358346"/>
            <a:ext cx="1100669" cy="551181"/>
          </a:xfrm>
          <a:prstGeom prst="rect">
            <a:avLst/>
          </a:prstGeom>
        </p:spPr>
        <p:txBody>
          <a:bodyPr/>
          <a:lstStyle>
            <a:lvl1pPr>
              <a:defRPr b="1" sz="2400"/>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8.xml><?xml version="1.0" encoding="utf-8"?>
<p:sldLayout xmlns:a="http://schemas.openxmlformats.org/drawingml/2006/main" xmlns:r="http://schemas.openxmlformats.org/officeDocument/2006/relationships" xmlns:p="http://schemas.openxmlformats.org/presentationml/2006/main" type="tx" showMasterSp="0" showMasterPhAnim="1">
  <p:cSld name="1 Medium Portrait Placeholder">
    <p:bg>
      <p:bgPr>
        <a:solidFill>
          <a:srgbClr val="FFFFFF"/>
        </a:solidFill>
      </p:bgPr>
    </p:bg>
    <p:spTree>
      <p:nvGrpSpPr>
        <p:cNvPr id="1" name=""/>
        <p:cNvGrpSpPr/>
        <p:nvPr/>
      </p:nvGrpSpPr>
      <p:grpSpPr>
        <a:xfrm>
          <a:off x="0" y="0"/>
          <a:ext cx="0" cy="0"/>
          <a:chOff x="0" y="0"/>
          <a:chExt cx="0" cy="0"/>
        </a:xfrm>
      </p:grpSpPr>
      <p:sp>
        <p:nvSpPr>
          <p:cNvPr id="249" name="Shape 249"/>
          <p:cNvSpPr/>
          <p:nvPr>
            <p:ph type="sldNum" sz="quarter" idx="2"/>
          </p:nvPr>
        </p:nvSpPr>
        <p:spPr>
          <a:xfrm>
            <a:off x="22944664" y="358346"/>
            <a:ext cx="1168403" cy="551181"/>
          </a:xfrm>
          <a:prstGeom prst="rect">
            <a:avLst/>
          </a:prstGeom>
        </p:spPr>
        <p:txBody>
          <a:bodyPr/>
          <a:lstStyle>
            <a:lvl1pPr>
              <a:defRPr b="1" sz="2400"/>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29.xml><?xml version="1.0" encoding="utf-8"?>
<p:sldLayout xmlns:a="http://schemas.openxmlformats.org/drawingml/2006/main" xmlns:r="http://schemas.openxmlformats.org/officeDocument/2006/relationships" xmlns:p="http://schemas.openxmlformats.org/presentationml/2006/main" type="tx" showMasterSp="0" showMasterPhAnim="1">
  <p:cSld name="1 Medium Portrait Placeholder">
    <p:bg>
      <p:bgPr>
        <a:solidFill>
          <a:srgbClr val="FFFFFF"/>
        </a:solidFill>
      </p:bgPr>
    </p:bg>
    <p:spTree>
      <p:nvGrpSpPr>
        <p:cNvPr id="1" name=""/>
        <p:cNvGrpSpPr/>
        <p:nvPr/>
      </p:nvGrpSpPr>
      <p:grpSpPr>
        <a:xfrm>
          <a:off x="0" y="0"/>
          <a:ext cx="0" cy="0"/>
          <a:chOff x="0" y="0"/>
          <a:chExt cx="0" cy="0"/>
        </a:xfrm>
      </p:grpSpPr>
      <p:sp>
        <p:nvSpPr>
          <p:cNvPr id="256" name="Shape 256"/>
          <p:cNvSpPr/>
          <p:nvPr>
            <p:ph type="sldNum" sz="quarter" idx="2"/>
          </p:nvPr>
        </p:nvSpPr>
        <p:spPr>
          <a:xfrm>
            <a:off x="22944664" y="358346"/>
            <a:ext cx="1168403" cy="551181"/>
          </a:xfrm>
          <a:prstGeom prst="rect">
            <a:avLst/>
          </a:prstGeom>
        </p:spPr>
        <p:txBody>
          <a:bodyPr/>
          <a:lstStyle>
            <a:lvl1pPr>
              <a:defRPr b="1" sz="2400"/>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0.xml><?xml version="1.0" encoding="utf-8"?>
<p:sldLayout xmlns:a="http://schemas.openxmlformats.org/drawingml/2006/main" xmlns:r="http://schemas.openxmlformats.org/officeDocument/2006/relationships" xmlns:p="http://schemas.openxmlformats.org/presentationml/2006/main" type="tx" showMasterSp="0" showMasterPhAnim="1">
  <p:cSld name="Blank">
    <p:bg>
      <p:bgPr>
        <a:blipFill rotWithShape="1">
          <a:blip r:embed="rId2"/>
          <a:srcRect l="0" t="0" r="0" b="0"/>
          <a:stretch>
            <a:fillRect/>
          </a:stretch>
        </a:blipFill>
      </p:bgPr>
    </p:bg>
    <p:spTree>
      <p:nvGrpSpPr>
        <p:cNvPr id="1" name=""/>
        <p:cNvGrpSpPr/>
        <p:nvPr/>
      </p:nvGrpSpPr>
      <p:grpSpPr>
        <a:xfrm>
          <a:off x="0" y="0"/>
          <a:ext cx="0" cy="0"/>
          <a:chOff x="0" y="0"/>
          <a:chExt cx="0" cy="0"/>
        </a:xfrm>
      </p:grpSpPr>
      <p:sp>
        <p:nvSpPr>
          <p:cNvPr id="263" name="Shape 263"/>
          <p:cNvSpPr/>
          <p:nvPr>
            <p:ph type="sldNum" sz="quarter" idx="2"/>
          </p:nvPr>
        </p:nvSpPr>
        <p:spPr>
          <a:xfrm>
            <a:off x="22203052" y="12802235"/>
            <a:ext cx="504548" cy="551181"/>
          </a:xfrm>
          <a:prstGeom prst="rect">
            <a:avLst/>
          </a:prstGeom>
        </p:spPr>
        <p:txBody>
          <a:bodyPr wrap="none"/>
          <a:lstStyle>
            <a:lvl1pPr algn="r" defTabSz="1828800">
              <a:defRPr sz="2400">
                <a:solidFill>
                  <a:srgbClr val="888888"/>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1.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blipFill rotWithShape="1">
          <a:blip r:embed="rId2"/>
          <a:srcRect l="0" t="0" r="0" b="0"/>
          <a:stretch>
            <a:fillRect/>
          </a:stretch>
        </a:blipFill>
      </p:bgPr>
    </p:bg>
    <p:spTree>
      <p:nvGrpSpPr>
        <p:cNvPr id="1" name=""/>
        <p:cNvGrpSpPr/>
        <p:nvPr/>
      </p:nvGrpSpPr>
      <p:grpSpPr>
        <a:xfrm>
          <a:off x="0" y="0"/>
          <a:ext cx="0" cy="0"/>
          <a:chOff x="0" y="0"/>
          <a:chExt cx="0" cy="0"/>
        </a:xfrm>
      </p:grpSpPr>
      <p:sp>
        <p:nvSpPr>
          <p:cNvPr id="270" name="Shape 270"/>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898989"/>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2.xml><?xml version="1.0" encoding="utf-8"?>
<p:sldLayout xmlns:a="http://schemas.openxmlformats.org/drawingml/2006/main" xmlns:r="http://schemas.openxmlformats.org/officeDocument/2006/relationships" xmlns:p="http://schemas.openxmlformats.org/presentationml/2006/main" type="tx" showMasterSp="0" showMasterPhAnim="1">
  <p:cSld name="Title Slide">
    <p:bg>
      <p:bgPr>
        <a:solidFill>
          <a:srgbClr val="FFFFFF"/>
        </a:solidFill>
      </p:bgPr>
    </p:bg>
    <p:spTree>
      <p:nvGrpSpPr>
        <p:cNvPr id="1" name=""/>
        <p:cNvGrpSpPr/>
        <p:nvPr/>
      </p:nvGrpSpPr>
      <p:grpSpPr>
        <a:xfrm>
          <a:off x="0" y="0"/>
          <a:ext cx="0" cy="0"/>
          <a:chOff x="0" y="0"/>
          <a:chExt cx="0" cy="0"/>
        </a:xfrm>
      </p:grpSpPr>
      <p:sp>
        <p:nvSpPr>
          <p:cNvPr id="277" name="Shape 277"/>
          <p:cNvSpPr/>
          <p:nvPr>
            <p:ph type="title"/>
          </p:nvPr>
        </p:nvSpPr>
        <p:spPr>
          <a:xfrm>
            <a:off x="3048000" y="2244725"/>
            <a:ext cx="18288000" cy="4775201"/>
          </a:xfrm>
          <a:prstGeom prst="rect">
            <a:avLst/>
          </a:prstGeom>
        </p:spPr>
        <p:txBody>
          <a:bodyPr anchor="b"/>
          <a:lstStyle>
            <a:lvl1pPr algn="ctr" defTabSz="1828800">
              <a:defRPr sz="12000">
                <a:solidFill>
                  <a:srgbClr val="000000"/>
                </a:solidFill>
                <a:latin typeface="Calibri"/>
                <a:ea typeface="Calibri"/>
                <a:cs typeface="Calibri"/>
                <a:sym typeface="Calibri"/>
              </a:defRPr>
            </a:lvl1pPr>
          </a:lstStyle>
          <a:p>
            <a:pPr/>
            <a:r>
              <a:t>Texto del título</a:t>
            </a:r>
          </a:p>
        </p:txBody>
      </p:sp>
      <p:sp>
        <p:nvSpPr>
          <p:cNvPr id="278" name="Shape 278"/>
          <p:cNvSpPr/>
          <p:nvPr>
            <p:ph type="body" sz="quarter" idx="1"/>
          </p:nvPr>
        </p:nvSpPr>
        <p:spPr>
          <a:xfrm>
            <a:off x="3048000" y="7204075"/>
            <a:ext cx="18288000" cy="3311525"/>
          </a:xfrm>
          <a:prstGeom prst="rect">
            <a:avLst/>
          </a:prstGeom>
        </p:spPr>
        <p:txBody>
          <a:bodyPr/>
          <a:lstStyle>
            <a:lvl1pPr marL="0" indent="0" algn="ctr" defTabSz="1828800">
              <a:spcBef>
                <a:spcPts val="2000"/>
              </a:spcBef>
              <a:buSzTx/>
              <a:buFontTx/>
              <a:buNone/>
              <a:defRPr sz="4800">
                <a:solidFill>
                  <a:srgbClr val="000000"/>
                </a:solidFill>
              </a:defRPr>
            </a:lvl1pPr>
            <a:lvl2pPr marL="0" indent="457200" algn="ctr" defTabSz="1828800">
              <a:spcBef>
                <a:spcPts val="2000"/>
              </a:spcBef>
              <a:buSzTx/>
              <a:buFontTx/>
              <a:buNone/>
              <a:defRPr sz="4800">
                <a:solidFill>
                  <a:srgbClr val="000000"/>
                </a:solidFill>
              </a:defRPr>
            </a:lvl2pPr>
            <a:lvl3pPr marL="0" indent="914400" algn="ctr" defTabSz="1828800">
              <a:spcBef>
                <a:spcPts val="2000"/>
              </a:spcBef>
              <a:buSzTx/>
              <a:buFontTx/>
              <a:buNone/>
              <a:defRPr sz="4800">
                <a:solidFill>
                  <a:srgbClr val="000000"/>
                </a:solidFill>
              </a:defRPr>
            </a:lvl3pPr>
            <a:lvl4pPr marL="0" indent="1371600" algn="ctr" defTabSz="1828800">
              <a:spcBef>
                <a:spcPts val="2000"/>
              </a:spcBef>
              <a:buSzTx/>
              <a:buFontTx/>
              <a:buNone/>
              <a:defRPr sz="4800">
                <a:solidFill>
                  <a:srgbClr val="000000"/>
                </a:solidFill>
              </a:defRPr>
            </a:lvl4pPr>
            <a:lvl5pPr marL="0" indent="1828800" algn="ctr" defTabSz="1828800">
              <a:spcBef>
                <a:spcPts val="2000"/>
              </a:spcBef>
              <a:buSzTx/>
              <a:buFontTx/>
              <a:buNone/>
              <a:defRPr sz="4800">
                <a:solidFill>
                  <a:srgbClr val="000000"/>
                </a:solidFill>
              </a:defRPr>
            </a:lvl5pPr>
          </a:lstStyle>
          <a:p>
            <a:pPr/>
            <a:r>
              <a:t>Nivel de texto 1</a:t>
            </a:r>
          </a:p>
          <a:p>
            <a:pPr lvl="1"/>
            <a:r>
              <a:t>Nivel de texto 2</a:t>
            </a:r>
          </a:p>
          <a:p>
            <a:pPr lvl="2"/>
            <a:r>
              <a:t>Nivel de texto 3</a:t>
            </a:r>
          </a:p>
          <a:p>
            <a:pPr lvl="3"/>
            <a:r>
              <a:t>Nivel de texto 4</a:t>
            </a:r>
          </a:p>
          <a:p>
            <a:pPr lvl="4"/>
            <a:r>
              <a:t>Nivel de texto 5</a:t>
            </a:r>
          </a:p>
        </p:txBody>
      </p:sp>
      <p:sp>
        <p:nvSpPr>
          <p:cNvPr id="279" name="Shape 279"/>
          <p:cNvSpPr/>
          <p:nvPr>
            <p:ph type="sldNum" sz="quarter" idx="2"/>
          </p:nvPr>
        </p:nvSpPr>
        <p:spPr>
          <a:xfrm>
            <a:off x="22203052" y="12802235"/>
            <a:ext cx="504548" cy="551181"/>
          </a:xfrm>
          <a:prstGeom prst="rect">
            <a:avLst/>
          </a:prstGeom>
        </p:spPr>
        <p:txBody>
          <a:bodyPr wrap="none"/>
          <a:lstStyle>
            <a:lvl1pPr algn="r" defTabSz="1828800">
              <a:defRPr sz="2400">
                <a:solidFill>
                  <a:srgbClr val="888888"/>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3.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blipFill rotWithShape="1">
          <a:blip r:embed="rId2"/>
          <a:srcRect l="0" t="0" r="0" b="0"/>
          <a:stretch>
            <a:fillRect/>
          </a:stretch>
        </a:blipFill>
      </p:bgPr>
    </p:bg>
    <p:spTree>
      <p:nvGrpSpPr>
        <p:cNvPr id="1" name=""/>
        <p:cNvGrpSpPr/>
        <p:nvPr/>
      </p:nvGrpSpPr>
      <p:grpSpPr>
        <a:xfrm>
          <a:off x="0" y="0"/>
          <a:ext cx="0" cy="0"/>
          <a:chOff x="0" y="0"/>
          <a:chExt cx="0" cy="0"/>
        </a:xfrm>
      </p:grpSpPr>
      <p:pic>
        <p:nvPicPr>
          <p:cNvPr id="286" name="bg-clouds.png" descr="bg-clouds.png"/>
          <p:cNvPicPr>
            <a:picLocks noChangeAspect="1"/>
          </p:cNvPicPr>
          <p:nvPr/>
        </p:nvPicPr>
        <p:blipFill>
          <a:blip r:embed="rId3">
            <a:extLst/>
          </a:blip>
          <a:stretch>
            <a:fillRect/>
          </a:stretch>
        </p:blipFill>
        <p:spPr>
          <a:xfrm>
            <a:off x="-1" y="7262075"/>
            <a:ext cx="24384001" cy="1989668"/>
          </a:xfrm>
          <a:prstGeom prst="rect">
            <a:avLst/>
          </a:prstGeom>
          <a:ln w="12700">
            <a:miter lim="400000"/>
          </a:ln>
        </p:spPr>
      </p:pic>
      <p:sp>
        <p:nvSpPr>
          <p:cNvPr id="287" name="Shape 287"/>
          <p:cNvSpPr/>
          <p:nvPr/>
        </p:nvSpPr>
        <p:spPr>
          <a:xfrm>
            <a:off x="-2" y="9213642"/>
            <a:ext cx="24384004" cy="4868334"/>
          </a:xfrm>
          <a:prstGeom prst="rect">
            <a:avLst/>
          </a:prstGeom>
          <a:solidFill>
            <a:srgbClr val="FFFFFF"/>
          </a:solidFill>
          <a:ln w="12700">
            <a:miter lim="400000"/>
          </a:ln>
          <a:effectLst>
            <a:outerShdw sx="100000" sy="100000" kx="0" ky="0" algn="b" rotWithShape="0" blurRad="101600" dist="50800" dir="5400000">
              <a:srgbClr val="808080">
                <a:alpha val="34999"/>
              </a:srgbClr>
            </a:outerShdw>
          </a:effectLst>
        </p:spPr>
        <p:txBody>
          <a:bodyPr lIns="121919" tIns="121919" rIns="121919" bIns="121919" anchor="ctr"/>
          <a:lstStyle/>
          <a:p>
            <a:pPr defTabSz="1219200">
              <a:defRPr sz="4800">
                <a:solidFill>
                  <a:srgbClr val="FFFFFF"/>
                </a:solidFill>
                <a:latin typeface="Calibri"/>
                <a:ea typeface="Calibri"/>
                <a:cs typeface="Calibri"/>
                <a:sym typeface="Calibri"/>
              </a:defRPr>
            </a:pPr>
          </a:p>
        </p:txBody>
      </p:sp>
      <p:sp>
        <p:nvSpPr>
          <p:cNvPr id="288" name="Shape 288"/>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898989"/>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4.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solidFill>
          <a:srgbClr val="F2F2F2"/>
        </a:solidFill>
      </p:bgPr>
    </p:bg>
    <p:spTree>
      <p:nvGrpSpPr>
        <p:cNvPr id="1" name=""/>
        <p:cNvGrpSpPr/>
        <p:nvPr/>
      </p:nvGrpSpPr>
      <p:grpSpPr>
        <a:xfrm>
          <a:off x="0" y="0"/>
          <a:ext cx="0" cy="0"/>
          <a:chOff x="0" y="0"/>
          <a:chExt cx="0" cy="0"/>
        </a:xfrm>
      </p:grpSpPr>
      <p:sp>
        <p:nvSpPr>
          <p:cNvPr id="295" name="Shape 295"/>
          <p:cNvSpPr/>
          <p:nvPr/>
        </p:nvSpPr>
        <p:spPr>
          <a:xfrm>
            <a:off x="-110067" y="-1"/>
            <a:ext cx="24582966" cy="1651001"/>
          </a:xfrm>
          <a:prstGeom prst="rect">
            <a:avLst/>
          </a:prstGeom>
          <a:solidFill>
            <a:srgbClr val="FFFFFF"/>
          </a:solidFill>
          <a:ln w="25400">
            <a:solidFill>
              <a:srgbClr val="D9D9D9"/>
            </a:solidFill>
          </a:ln>
        </p:spPr>
        <p:txBody>
          <a:bodyPr lIns="121919" tIns="121919" rIns="121919" bIns="121919" anchor="ctr"/>
          <a:lstStyle/>
          <a:p>
            <a:pPr defTabSz="1219200">
              <a:defRPr sz="4800">
                <a:solidFill>
                  <a:srgbClr val="FFFFFF"/>
                </a:solidFill>
                <a:latin typeface="Calibri"/>
                <a:ea typeface="Calibri"/>
                <a:cs typeface="Calibri"/>
                <a:sym typeface="Calibri"/>
              </a:defRPr>
            </a:pPr>
          </a:p>
        </p:txBody>
      </p:sp>
      <p:pic>
        <p:nvPicPr>
          <p:cNvPr id="296" name="footer-bg.png" descr="footer-bg.png"/>
          <p:cNvPicPr>
            <a:picLocks noChangeAspect="1"/>
          </p:cNvPicPr>
          <p:nvPr/>
        </p:nvPicPr>
        <p:blipFill>
          <a:blip r:embed="rId2">
            <a:extLst/>
          </a:blip>
          <a:stretch>
            <a:fillRect/>
          </a:stretch>
        </p:blipFill>
        <p:spPr>
          <a:xfrm>
            <a:off x="-1" y="9939866"/>
            <a:ext cx="24384001" cy="3776135"/>
          </a:xfrm>
          <a:prstGeom prst="rect">
            <a:avLst/>
          </a:prstGeom>
          <a:ln w="12700">
            <a:miter lim="400000"/>
          </a:ln>
        </p:spPr>
      </p:pic>
      <p:pic>
        <p:nvPicPr>
          <p:cNvPr id="297" name="bar.png" descr="bar.png"/>
          <p:cNvPicPr>
            <a:picLocks noChangeAspect="1"/>
          </p:cNvPicPr>
          <p:nvPr/>
        </p:nvPicPr>
        <p:blipFill>
          <a:blip r:embed="rId3">
            <a:extLst/>
          </a:blip>
          <a:stretch>
            <a:fillRect/>
          </a:stretch>
        </p:blipFill>
        <p:spPr>
          <a:xfrm>
            <a:off x="-1" y="4233"/>
            <a:ext cx="24384001" cy="76201"/>
          </a:xfrm>
          <a:prstGeom prst="rect">
            <a:avLst/>
          </a:prstGeom>
          <a:ln w="12700">
            <a:miter lim="400000"/>
          </a:ln>
        </p:spPr>
      </p:pic>
      <p:sp>
        <p:nvSpPr>
          <p:cNvPr id="298" name="Shape 298"/>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898989"/>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5.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blipFill rotWithShape="1">
          <a:blip r:embed="rId2"/>
          <a:srcRect l="0" t="0" r="0" b="0"/>
          <a:stretch>
            <a:fillRect/>
          </a:stretch>
        </a:blipFill>
      </p:bgPr>
    </p:bg>
    <p:spTree>
      <p:nvGrpSpPr>
        <p:cNvPr id="1" name=""/>
        <p:cNvGrpSpPr/>
        <p:nvPr/>
      </p:nvGrpSpPr>
      <p:grpSpPr>
        <a:xfrm>
          <a:off x="0" y="0"/>
          <a:ext cx="0" cy="0"/>
          <a:chOff x="0" y="0"/>
          <a:chExt cx="0" cy="0"/>
        </a:xfrm>
      </p:grpSpPr>
      <p:sp>
        <p:nvSpPr>
          <p:cNvPr id="305" name="Shape 305"/>
          <p:cNvSpPr/>
          <p:nvPr/>
        </p:nvSpPr>
        <p:spPr>
          <a:xfrm>
            <a:off x="-2" y="6604000"/>
            <a:ext cx="24384004" cy="7509934"/>
          </a:xfrm>
          <a:prstGeom prst="rect">
            <a:avLst/>
          </a:prstGeom>
          <a:solidFill>
            <a:srgbClr val="FFFFFF"/>
          </a:solidFill>
          <a:ln w="12700">
            <a:miter lim="400000"/>
          </a:ln>
          <a:effectLst>
            <a:outerShdw sx="100000" sy="100000" kx="0" ky="0" algn="b" rotWithShape="0" blurRad="101600" dist="50800" dir="5400000">
              <a:srgbClr val="808080">
                <a:alpha val="34999"/>
              </a:srgbClr>
            </a:outerShdw>
          </a:effectLst>
        </p:spPr>
        <p:txBody>
          <a:bodyPr lIns="121919" tIns="121919" rIns="121919" bIns="121919" anchor="ctr"/>
          <a:lstStyle/>
          <a:p>
            <a:pPr defTabSz="1219200">
              <a:defRPr sz="4800">
                <a:solidFill>
                  <a:srgbClr val="FFFFFF"/>
                </a:solidFill>
                <a:latin typeface="Calibri"/>
                <a:ea typeface="Calibri"/>
                <a:cs typeface="Calibri"/>
                <a:sym typeface="Calibri"/>
              </a:defRPr>
            </a:pPr>
          </a:p>
        </p:txBody>
      </p:sp>
      <p:sp>
        <p:nvSpPr>
          <p:cNvPr id="306" name="Shape 306"/>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898989"/>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6.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blipFill rotWithShape="1">
          <a:blip r:embed="rId2"/>
          <a:srcRect l="0" t="0" r="0" b="0"/>
          <a:stretch>
            <a:fillRect/>
          </a:stretch>
        </a:blipFill>
      </p:bgPr>
    </p:bg>
    <p:spTree>
      <p:nvGrpSpPr>
        <p:cNvPr id="1" name=""/>
        <p:cNvGrpSpPr/>
        <p:nvPr/>
      </p:nvGrpSpPr>
      <p:grpSpPr>
        <a:xfrm>
          <a:off x="0" y="0"/>
          <a:ext cx="0" cy="0"/>
          <a:chOff x="0" y="0"/>
          <a:chExt cx="0" cy="0"/>
        </a:xfrm>
      </p:grpSpPr>
      <p:sp>
        <p:nvSpPr>
          <p:cNvPr id="313" name="Shape 313"/>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898989"/>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7.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solidFill>
          <a:srgbClr val="FFFFFF"/>
        </a:solidFill>
      </p:bgPr>
    </p:bg>
    <p:spTree>
      <p:nvGrpSpPr>
        <p:cNvPr id="1" name=""/>
        <p:cNvGrpSpPr/>
        <p:nvPr/>
      </p:nvGrpSpPr>
      <p:grpSpPr>
        <a:xfrm>
          <a:off x="0" y="0"/>
          <a:ext cx="0" cy="0"/>
          <a:chOff x="0" y="0"/>
          <a:chExt cx="0" cy="0"/>
        </a:xfrm>
      </p:grpSpPr>
      <p:sp>
        <p:nvSpPr>
          <p:cNvPr id="320" name="Shape 320"/>
          <p:cNvSpPr/>
          <p:nvPr/>
        </p:nvSpPr>
        <p:spPr>
          <a:xfrm>
            <a:off x="495298" y="414866"/>
            <a:ext cx="23482304" cy="12839701"/>
          </a:xfrm>
          <a:prstGeom prst="rect">
            <a:avLst/>
          </a:prstGeom>
          <a:solidFill>
            <a:srgbClr val="C0504D"/>
          </a:solidFill>
          <a:ln w="12700">
            <a:miter lim="400000"/>
          </a:ln>
        </p:spPr>
        <p:txBody>
          <a:bodyPr lIns="121919" tIns="121919" rIns="121919" bIns="121919" anchor="ctr"/>
          <a:lstStyle/>
          <a:p>
            <a:pPr defTabSz="1219200">
              <a:defRPr sz="4800">
                <a:solidFill>
                  <a:srgbClr val="FFFFFF"/>
                </a:solidFill>
                <a:latin typeface="Calibri"/>
                <a:ea typeface="Calibri"/>
                <a:cs typeface="Calibri"/>
                <a:sym typeface="Calibri"/>
              </a:defRPr>
            </a:pPr>
          </a:p>
        </p:txBody>
      </p:sp>
      <p:sp>
        <p:nvSpPr>
          <p:cNvPr id="321" name="Shape 321"/>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000000"/>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8.xml><?xml version="1.0" encoding="utf-8"?>
<p:sldLayout xmlns:a="http://schemas.openxmlformats.org/drawingml/2006/main" xmlns:r="http://schemas.openxmlformats.org/officeDocument/2006/relationships" xmlns:p="http://schemas.openxmlformats.org/presentationml/2006/main" type="tx" showMasterSp="0" showMasterPhAnim="1">
  <p:cSld name="Default">
    <p:bg>
      <p:bgPr>
        <a:blipFill rotWithShape="1">
          <a:blip r:embed="rId2"/>
          <a:srcRect l="0" t="0" r="0" b="0"/>
          <a:stretch>
            <a:fillRect/>
          </a:stretch>
        </a:blipFill>
      </p:bgPr>
    </p:bg>
    <p:spTree>
      <p:nvGrpSpPr>
        <p:cNvPr id="1" name=""/>
        <p:cNvGrpSpPr/>
        <p:nvPr/>
      </p:nvGrpSpPr>
      <p:grpSpPr>
        <a:xfrm>
          <a:off x="0" y="0"/>
          <a:ext cx="0" cy="0"/>
          <a:chOff x="0" y="0"/>
          <a:chExt cx="0" cy="0"/>
        </a:xfrm>
      </p:grpSpPr>
      <p:pic>
        <p:nvPicPr>
          <p:cNvPr id="328" name="wooden_bg.png" descr="wooden_bg.png"/>
          <p:cNvPicPr>
            <a:picLocks noChangeAspect="1"/>
          </p:cNvPicPr>
          <p:nvPr/>
        </p:nvPicPr>
        <p:blipFill>
          <a:blip r:embed="rId3">
            <a:extLst/>
          </a:blip>
          <a:stretch>
            <a:fillRect/>
          </a:stretch>
        </p:blipFill>
        <p:spPr>
          <a:xfrm>
            <a:off x="-1" y="1265766"/>
            <a:ext cx="24384001" cy="6510868"/>
          </a:xfrm>
          <a:prstGeom prst="rect">
            <a:avLst/>
          </a:prstGeom>
          <a:ln w="12700">
            <a:miter lim="400000"/>
          </a:ln>
        </p:spPr>
      </p:pic>
      <p:pic>
        <p:nvPicPr>
          <p:cNvPr id="329" name="header.png" descr="header.png"/>
          <p:cNvPicPr>
            <a:picLocks noChangeAspect="1"/>
          </p:cNvPicPr>
          <p:nvPr/>
        </p:nvPicPr>
        <p:blipFill>
          <a:blip r:embed="rId4">
            <a:extLst/>
          </a:blip>
          <a:stretch>
            <a:fillRect/>
          </a:stretch>
        </p:blipFill>
        <p:spPr>
          <a:xfrm>
            <a:off x="-1" y="-1"/>
            <a:ext cx="24384001" cy="1587501"/>
          </a:xfrm>
          <a:prstGeom prst="rect">
            <a:avLst/>
          </a:prstGeom>
          <a:ln w="12700">
            <a:miter lim="400000"/>
          </a:ln>
        </p:spPr>
      </p:pic>
      <p:pic>
        <p:nvPicPr>
          <p:cNvPr id="330" name="wooden_bg.png" descr="wooden_bg.png"/>
          <p:cNvPicPr>
            <a:picLocks noChangeAspect="1"/>
          </p:cNvPicPr>
          <p:nvPr/>
        </p:nvPicPr>
        <p:blipFill>
          <a:blip r:embed="rId3">
            <a:extLst/>
          </a:blip>
          <a:stretch>
            <a:fillRect/>
          </a:stretch>
        </p:blipFill>
        <p:spPr>
          <a:xfrm>
            <a:off x="-1" y="3225799"/>
            <a:ext cx="24384001" cy="6506635"/>
          </a:xfrm>
          <a:prstGeom prst="rect">
            <a:avLst/>
          </a:prstGeom>
          <a:ln w="12700">
            <a:miter lim="400000"/>
          </a:ln>
        </p:spPr>
      </p:pic>
      <p:pic>
        <p:nvPicPr>
          <p:cNvPr id="331" name="wooden_bg.png" descr="wooden_bg.png"/>
          <p:cNvPicPr>
            <a:picLocks noChangeAspect="1"/>
          </p:cNvPicPr>
          <p:nvPr/>
        </p:nvPicPr>
        <p:blipFill>
          <a:blip r:embed="rId3">
            <a:extLst/>
          </a:blip>
          <a:stretch>
            <a:fillRect/>
          </a:stretch>
        </p:blipFill>
        <p:spPr>
          <a:xfrm>
            <a:off x="126999" y="11810393"/>
            <a:ext cx="24384001" cy="6506634"/>
          </a:xfrm>
          <a:prstGeom prst="rect">
            <a:avLst/>
          </a:prstGeom>
          <a:ln w="12700">
            <a:miter lim="400000"/>
          </a:ln>
        </p:spPr>
      </p:pic>
      <p:sp>
        <p:nvSpPr>
          <p:cNvPr id="332" name="Shape 332"/>
          <p:cNvSpPr/>
          <p:nvPr>
            <p:ph type="sldNum" sz="quarter" idx="2"/>
          </p:nvPr>
        </p:nvSpPr>
        <p:spPr>
          <a:xfrm>
            <a:off x="11785599" y="12343130"/>
            <a:ext cx="5689601" cy="739141"/>
          </a:xfrm>
          <a:prstGeom prst="rect">
            <a:avLst/>
          </a:prstGeom>
        </p:spPr>
        <p:txBody>
          <a:bodyPr wrap="none" lIns="121919" tIns="121919" rIns="121919" bIns="121919"/>
          <a:lstStyle>
            <a:lvl1pPr algn="r" defTabSz="1219200">
              <a:defRPr sz="3200">
                <a:solidFill>
                  <a:srgbClr val="898989"/>
                </a:solidFill>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39.xml><?xml version="1.0" encoding="utf-8"?>
<p:sldLayout xmlns:a="http://schemas.openxmlformats.org/drawingml/2006/main" xmlns:r="http://schemas.openxmlformats.org/officeDocument/2006/relationships" xmlns:p="http://schemas.openxmlformats.org/presentationml/2006/main" type="tx" showMasterSp="0" showMasterPhAnim="1">
  <p:cSld name="1_Title Slide">
    <p:bg>
      <p:bgPr>
        <a:solidFill>
          <a:srgbClr val="FFFFFF"/>
        </a:solidFill>
      </p:bgPr>
    </p:bg>
    <p:spTree>
      <p:nvGrpSpPr>
        <p:cNvPr id="1" name=""/>
        <p:cNvGrpSpPr/>
        <p:nvPr/>
      </p:nvGrpSpPr>
      <p:grpSpPr>
        <a:xfrm>
          <a:off x="0" y="0"/>
          <a:ext cx="0" cy="0"/>
          <a:chOff x="0" y="0"/>
          <a:chExt cx="0" cy="0"/>
        </a:xfrm>
      </p:grpSpPr>
      <p:sp>
        <p:nvSpPr>
          <p:cNvPr id="339" name="Shape 339"/>
          <p:cNvSpPr/>
          <p:nvPr/>
        </p:nvSpPr>
        <p:spPr>
          <a:xfrm>
            <a:off x="23057966" y="547085"/>
            <a:ext cx="923829" cy="735293"/>
          </a:xfrm>
          <a:prstGeom prst="rect">
            <a:avLst/>
          </a:prstGeom>
          <a:solidFill>
            <a:srgbClr val="16A085"/>
          </a:solidFill>
          <a:ln w="12700">
            <a:miter lim="400000"/>
          </a:ln>
        </p:spPr>
        <p:txBody>
          <a:bodyPr tIns="91439" bIns="91439" anchor="ctr"/>
          <a:lstStyle/>
          <a:p>
            <a:pPr defTabSz="1828800">
              <a:defRPr sz="3600">
                <a:solidFill>
                  <a:srgbClr val="FFFFFF"/>
                </a:solidFill>
                <a:latin typeface="Calibri"/>
                <a:ea typeface="Calibri"/>
                <a:cs typeface="Calibri"/>
                <a:sym typeface="Calibri"/>
              </a:defRPr>
            </a:pPr>
          </a:p>
        </p:txBody>
      </p:sp>
      <p:sp>
        <p:nvSpPr>
          <p:cNvPr id="340" name="Shape 340"/>
          <p:cNvSpPr/>
          <p:nvPr/>
        </p:nvSpPr>
        <p:spPr>
          <a:xfrm>
            <a:off x="23057966" y="1282378"/>
            <a:ext cx="923829" cy="91439"/>
          </a:xfrm>
          <a:prstGeom prst="rect">
            <a:avLst/>
          </a:prstGeom>
          <a:solidFill>
            <a:srgbClr val="107864"/>
          </a:solidFill>
          <a:ln w="12700">
            <a:miter lim="400000"/>
          </a:ln>
        </p:spPr>
        <p:txBody>
          <a:bodyPr tIns="91439" bIns="91439" anchor="ctr"/>
          <a:lstStyle/>
          <a:p>
            <a:pPr defTabSz="1828800">
              <a:defRPr sz="3600">
                <a:solidFill>
                  <a:srgbClr val="FFFFFF"/>
                </a:solidFill>
                <a:latin typeface="Calibri"/>
                <a:ea typeface="Calibri"/>
                <a:cs typeface="Calibri"/>
                <a:sym typeface="Calibri"/>
              </a:defRPr>
            </a:pPr>
          </a:p>
        </p:txBody>
      </p:sp>
      <p:sp>
        <p:nvSpPr>
          <p:cNvPr id="341" name="Shape 341"/>
          <p:cNvSpPr/>
          <p:nvPr>
            <p:ph type="sldNum" sz="quarter" idx="2"/>
          </p:nvPr>
        </p:nvSpPr>
        <p:spPr>
          <a:xfrm>
            <a:off x="23213729" y="610262"/>
            <a:ext cx="612300" cy="589281"/>
          </a:xfrm>
          <a:prstGeom prst="rect">
            <a:avLst/>
          </a:prstGeom>
        </p:spPr>
        <p:txBody>
          <a:bodyPr wrap="none" anchor="t"/>
          <a:lstStyle>
            <a:lvl1pPr defTabSz="1828800">
              <a:defRPr b="1"/>
            </a:lvl1pPr>
          </a:lstStyle>
          <a:p>
            <a:pPr/>
            <a:fld id="{86CB4B4D-7CA3-9044-876B-883B54F8677D}" type="slidenum"/>
          </a:p>
        </p:txBody>
      </p:sp>
      <p:grpSp>
        <p:nvGrpSpPr>
          <p:cNvPr id="344" name="Group 344"/>
          <p:cNvGrpSpPr/>
          <p:nvPr/>
        </p:nvGrpSpPr>
        <p:grpSpPr>
          <a:xfrm>
            <a:off x="694838" y="12818647"/>
            <a:ext cx="448165" cy="442313"/>
            <a:chOff x="0" y="0"/>
            <a:chExt cx="448164" cy="442312"/>
          </a:xfrm>
        </p:grpSpPr>
        <p:sp>
          <p:nvSpPr>
            <p:cNvPr id="342" name="Shape 342">
              <a:hlinkClick r:id="" invalidUrl="" action="ppaction://hlinkshowjump?jump=previousslide" tgtFrame="" tooltip="" history="1" highlightClick="0" endSnd="0"/>
            </p:cNvPr>
            <p:cNvSpPr/>
            <p:nvPr/>
          </p:nvSpPr>
          <p:spPr>
            <a:xfrm>
              <a:off x="171709" y="131469"/>
              <a:ext cx="104747" cy="1793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93" y="2285"/>
                  </a:moveTo>
                  <a:cubicBezTo>
                    <a:pt x="6658" y="10800"/>
                    <a:pt x="6658" y="10800"/>
                    <a:pt x="6658" y="10800"/>
                  </a:cubicBezTo>
                  <a:cubicBezTo>
                    <a:pt x="21193" y="19286"/>
                    <a:pt x="21193" y="19286"/>
                    <a:pt x="21193" y="19286"/>
                  </a:cubicBezTo>
                  <a:cubicBezTo>
                    <a:pt x="21448" y="19434"/>
                    <a:pt x="21600" y="19612"/>
                    <a:pt x="21600" y="19790"/>
                  </a:cubicBezTo>
                  <a:cubicBezTo>
                    <a:pt x="21600" y="19968"/>
                    <a:pt x="21448" y="20176"/>
                    <a:pt x="21193" y="20295"/>
                  </a:cubicBezTo>
                  <a:cubicBezTo>
                    <a:pt x="19364" y="21363"/>
                    <a:pt x="19364" y="21363"/>
                    <a:pt x="19364" y="21363"/>
                  </a:cubicBezTo>
                  <a:cubicBezTo>
                    <a:pt x="19160" y="21511"/>
                    <a:pt x="18805" y="21600"/>
                    <a:pt x="18500" y="21600"/>
                  </a:cubicBezTo>
                  <a:cubicBezTo>
                    <a:pt x="18195" y="21600"/>
                    <a:pt x="17890" y="21511"/>
                    <a:pt x="17636" y="21363"/>
                  </a:cubicBezTo>
                  <a:cubicBezTo>
                    <a:pt x="407" y="11304"/>
                    <a:pt x="407" y="11304"/>
                    <a:pt x="407" y="11304"/>
                  </a:cubicBezTo>
                  <a:cubicBezTo>
                    <a:pt x="152" y="11156"/>
                    <a:pt x="0" y="10948"/>
                    <a:pt x="0" y="10800"/>
                  </a:cubicBezTo>
                  <a:cubicBezTo>
                    <a:pt x="0" y="10622"/>
                    <a:pt x="152" y="10414"/>
                    <a:pt x="407" y="10296"/>
                  </a:cubicBezTo>
                  <a:cubicBezTo>
                    <a:pt x="17636" y="208"/>
                    <a:pt x="17636" y="208"/>
                    <a:pt x="17636" y="208"/>
                  </a:cubicBezTo>
                  <a:cubicBezTo>
                    <a:pt x="17890" y="89"/>
                    <a:pt x="18195" y="0"/>
                    <a:pt x="18500" y="0"/>
                  </a:cubicBezTo>
                  <a:cubicBezTo>
                    <a:pt x="18805" y="0"/>
                    <a:pt x="19160" y="89"/>
                    <a:pt x="19364" y="208"/>
                  </a:cubicBezTo>
                  <a:cubicBezTo>
                    <a:pt x="21193" y="1305"/>
                    <a:pt x="21193" y="1305"/>
                    <a:pt x="21193" y="1305"/>
                  </a:cubicBezTo>
                  <a:cubicBezTo>
                    <a:pt x="21448" y="1424"/>
                    <a:pt x="21600" y="1602"/>
                    <a:pt x="21600" y="1780"/>
                  </a:cubicBezTo>
                  <a:cubicBezTo>
                    <a:pt x="21600" y="1958"/>
                    <a:pt x="21448" y="2166"/>
                    <a:pt x="21193" y="2285"/>
                  </a:cubicBezTo>
                  <a:close/>
                </a:path>
              </a:pathLst>
            </a:custGeom>
            <a:solidFill>
              <a:srgbClr val="808080"/>
            </a:solidFill>
            <a:ln w="12700" cap="flat">
              <a:noFill/>
              <a:miter lim="400000"/>
            </a:ln>
            <a:effectLst/>
          </p:spPr>
          <p:txBody>
            <a:bodyPr wrap="square" lIns="91439" tIns="91439" rIns="91439" bIns="91439" numCol="1" anchor="t">
              <a:noAutofit/>
            </a:bodyPr>
            <a:lstStyle/>
            <a:p>
              <a:pPr algn="l" defTabSz="1828800">
                <a:defRPr sz="3600">
                  <a:latin typeface="Calibri"/>
                  <a:ea typeface="Calibri"/>
                  <a:cs typeface="Calibri"/>
                  <a:sym typeface="Calibri"/>
                </a:defRPr>
              </a:pPr>
            </a:p>
          </p:txBody>
        </p:sp>
        <p:sp>
          <p:nvSpPr>
            <p:cNvPr id="343" name="Shape 343">
              <a:hlinkClick r:id="" invalidUrl="" action="ppaction://hlinkshowjump?jump=previousslide" tgtFrame="" tooltip="" history="1" highlightClick="0" endSnd="0"/>
            </p:cNvPr>
            <p:cNvSpPr/>
            <p:nvPr/>
          </p:nvSpPr>
          <p:spPr>
            <a:xfrm>
              <a:off x="-1" y="0"/>
              <a:ext cx="448166" cy="442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77" y="907"/>
                  </a:moveTo>
                  <a:cubicBezTo>
                    <a:pt x="19709" y="907"/>
                    <a:pt x="20706" y="1925"/>
                    <a:pt x="20706" y="3173"/>
                  </a:cubicBezTo>
                  <a:cubicBezTo>
                    <a:pt x="20706" y="18427"/>
                    <a:pt x="20706" y="18427"/>
                    <a:pt x="20706" y="18427"/>
                  </a:cubicBezTo>
                  <a:cubicBezTo>
                    <a:pt x="20706" y="19675"/>
                    <a:pt x="19709" y="20693"/>
                    <a:pt x="18477" y="20693"/>
                  </a:cubicBezTo>
                  <a:cubicBezTo>
                    <a:pt x="3123" y="20693"/>
                    <a:pt x="3123" y="20693"/>
                    <a:pt x="3123" y="20693"/>
                  </a:cubicBezTo>
                  <a:cubicBezTo>
                    <a:pt x="1891" y="20693"/>
                    <a:pt x="887" y="19675"/>
                    <a:pt x="887" y="18427"/>
                  </a:cubicBezTo>
                  <a:cubicBezTo>
                    <a:pt x="887" y="3173"/>
                    <a:pt x="887" y="3173"/>
                    <a:pt x="887" y="3173"/>
                  </a:cubicBezTo>
                  <a:cubicBezTo>
                    <a:pt x="887" y="1925"/>
                    <a:pt x="1891" y="907"/>
                    <a:pt x="3123" y="907"/>
                  </a:cubicBezTo>
                  <a:cubicBezTo>
                    <a:pt x="18477" y="907"/>
                    <a:pt x="18477" y="907"/>
                    <a:pt x="18477" y="907"/>
                  </a:cubicBezTo>
                  <a:moveTo>
                    <a:pt x="18477" y="0"/>
                  </a:moveTo>
                  <a:cubicBezTo>
                    <a:pt x="3123" y="0"/>
                    <a:pt x="3123" y="0"/>
                    <a:pt x="3123" y="0"/>
                  </a:cubicBezTo>
                  <a:cubicBezTo>
                    <a:pt x="1397" y="0"/>
                    <a:pt x="0" y="1424"/>
                    <a:pt x="0" y="3173"/>
                  </a:cubicBezTo>
                  <a:cubicBezTo>
                    <a:pt x="0" y="18427"/>
                    <a:pt x="0" y="18427"/>
                    <a:pt x="0" y="18427"/>
                  </a:cubicBezTo>
                  <a:cubicBezTo>
                    <a:pt x="0" y="20184"/>
                    <a:pt x="1397" y="21600"/>
                    <a:pt x="3123" y="21600"/>
                  </a:cubicBezTo>
                  <a:cubicBezTo>
                    <a:pt x="18477" y="21600"/>
                    <a:pt x="18477" y="21600"/>
                    <a:pt x="18477" y="21600"/>
                  </a:cubicBezTo>
                  <a:cubicBezTo>
                    <a:pt x="20203" y="21600"/>
                    <a:pt x="21600" y="20184"/>
                    <a:pt x="21600" y="18427"/>
                  </a:cubicBezTo>
                  <a:cubicBezTo>
                    <a:pt x="21600" y="3173"/>
                    <a:pt x="21600" y="3173"/>
                    <a:pt x="21600" y="3173"/>
                  </a:cubicBezTo>
                  <a:cubicBezTo>
                    <a:pt x="21600" y="1424"/>
                    <a:pt x="20203" y="0"/>
                    <a:pt x="18477" y="0"/>
                  </a:cubicBezTo>
                  <a:close/>
                </a:path>
              </a:pathLst>
            </a:custGeom>
            <a:solidFill>
              <a:srgbClr val="808080"/>
            </a:solidFill>
            <a:ln w="12700" cap="flat">
              <a:noFill/>
              <a:miter lim="400000"/>
            </a:ln>
            <a:effectLst/>
          </p:spPr>
          <p:txBody>
            <a:bodyPr wrap="square" lIns="91439" tIns="91439" rIns="91439" bIns="91439" numCol="1" anchor="t">
              <a:noAutofit/>
            </a:bodyPr>
            <a:lstStyle/>
            <a:p>
              <a:pPr algn="l" defTabSz="1828800">
                <a:defRPr sz="3600">
                  <a:latin typeface="Calibri"/>
                  <a:ea typeface="Calibri"/>
                  <a:cs typeface="Calibri"/>
                  <a:sym typeface="Calibri"/>
                </a:defRPr>
              </a:pPr>
            </a:p>
          </p:txBody>
        </p:sp>
      </p:grpSp>
      <p:grpSp>
        <p:nvGrpSpPr>
          <p:cNvPr id="347" name="Group 347"/>
          <p:cNvGrpSpPr/>
          <p:nvPr/>
        </p:nvGrpSpPr>
        <p:grpSpPr>
          <a:xfrm>
            <a:off x="1867417" y="12818647"/>
            <a:ext cx="448166" cy="442313"/>
            <a:chOff x="0" y="0"/>
            <a:chExt cx="448164" cy="442312"/>
          </a:xfrm>
        </p:grpSpPr>
        <p:sp>
          <p:nvSpPr>
            <p:cNvPr id="345" name="Shape 345">
              <a:hlinkClick r:id="" invalidUrl="" action="ppaction://hlinkshowjump?jump=nextslide" tgtFrame="" tooltip="" history="1" highlightClick="0" endSnd="0"/>
            </p:cNvPr>
            <p:cNvSpPr/>
            <p:nvPr/>
          </p:nvSpPr>
          <p:spPr>
            <a:xfrm flipH="1">
              <a:off x="171708" y="131469"/>
              <a:ext cx="104747" cy="1793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93" y="2285"/>
                  </a:moveTo>
                  <a:cubicBezTo>
                    <a:pt x="6658" y="10800"/>
                    <a:pt x="6658" y="10800"/>
                    <a:pt x="6658" y="10800"/>
                  </a:cubicBezTo>
                  <a:cubicBezTo>
                    <a:pt x="21193" y="19286"/>
                    <a:pt x="21193" y="19286"/>
                    <a:pt x="21193" y="19286"/>
                  </a:cubicBezTo>
                  <a:cubicBezTo>
                    <a:pt x="21448" y="19434"/>
                    <a:pt x="21600" y="19612"/>
                    <a:pt x="21600" y="19790"/>
                  </a:cubicBezTo>
                  <a:cubicBezTo>
                    <a:pt x="21600" y="19968"/>
                    <a:pt x="21448" y="20176"/>
                    <a:pt x="21193" y="20295"/>
                  </a:cubicBezTo>
                  <a:cubicBezTo>
                    <a:pt x="19364" y="21363"/>
                    <a:pt x="19364" y="21363"/>
                    <a:pt x="19364" y="21363"/>
                  </a:cubicBezTo>
                  <a:cubicBezTo>
                    <a:pt x="19160" y="21511"/>
                    <a:pt x="18805" y="21600"/>
                    <a:pt x="18500" y="21600"/>
                  </a:cubicBezTo>
                  <a:cubicBezTo>
                    <a:pt x="18195" y="21600"/>
                    <a:pt x="17890" y="21511"/>
                    <a:pt x="17636" y="21363"/>
                  </a:cubicBezTo>
                  <a:cubicBezTo>
                    <a:pt x="407" y="11304"/>
                    <a:pt x="407" y="11304"/>
                    <a:pt x="407" y="11304"/>
                  </a:cubicBezTo>
                  <a:cubicBezTo>
                    <a:pt x="152" y="11156"/>
                    <a:pt x="0" y="10948"/>
                    <a:pt x="0" y="10800"/>
                  </a:cubicBezTo>
                  <a:cubicBezTo>
                    <a:pt x="0" y="10622"/>
                    <a:pt x="152" y="10414"/>
                    <a:pt x="407" y="10296"/>
                  </a:cubicBezTo>
                  <a:cubicBezTo>
                    <a:pt x="17636" y="208"/>
                    <a:pt x="17636" y="208"/>
                    <a:pt x="17636" y="208"/>
                  </a:cubicBezTo>
                  <a:cubicBezTo>
                    <a:pt x="17890" y="89"/>
                    <a:pt x="18195" y="0"/>
                    <a:pt x="18500" y="0"/>
                  </a:cubicBezTo>
                  <a:cubicBezTo>
                    <a:pt x="18805" y="0"/>
                    <a:pt x="19160" y="89"/>
                    <a:pt x="19364" y="208"/>
                  </a:cubicBezTo>
                  <a:cubicBezTo>
                    <a:pt x="21193" y="1305"/>
                    <a:pt x="21193" y="1305"/>
                    <a:pt x="21193" y="1305"/>
                  </a:cubicBezTo>
                  <a:cubicBezTo>
                    <a:pt x="21448" y="1424"/>
                    <a:pt x="21600" y="1602"/>
                    <a:pt x="21600" y="1780"/>
                  </a:cubicBezTo>
                  <a:cubicBezTo>
                    <a:pt x="21600" y="1958"/>
                    <a:pt x="21448" y="2166"/>
                    <a:pt x="21193" y="2285"/>
                  </a:cubicBezTo>
                  <a:close/>
                </a:path>
              </a:pathLst>
            </a:custGeom>
            <a:solidFill>
              <a:srgbClr val="808080"/>
            </a:solidFill>
            <a:ln w="12700" cap="flat">
              <a:noFill/>
              <a:miter lim="400000"/>
            </a:ln>
            <a:effectLst/>
          </p:spPr>
          <p:txBody>
            <a:bodyPr wrap="square" lIns="91439" tIns="91439" rIns="91439" bIns="91439" numCol="1" anchor="t">
              <a:noAutofit/>
            </a:bodyPr>
            <a:lstStyle/>
            <a:p>
              <a:pPr algn="l" defTabSz="1828800">
                <a:defRPr sz="3600">
                  <a:latin typeface="Calibri"/>
                  <a:ea typeface="Calibri"/>
                  <a:cs typeface="Calibri"/>
                  <a:sym typeface="Calibri"/>
                </a:defRPr>
              </a:pPr>
            </a:p>
          </p:txBody>
        </p:sp>
        <p:sp>
          <p:nvSpPr>
            <p:cNvPr id="346" name="Shape 346">
              <a:hlinkClick r:id="" invalidUrl="" action="ppaction://hlinkshowjump?jump=nextslide" tgtFrame="" tooltip="" history="1" highlightClick="0" endSnd="0"/>
            </p:cNvPr>
            <p:cNvSpPr/>
            <p:nvPr/>
          </p:nvSpPr>
          <p:spPr>
            <a:xfrm flipH="1">
              <a:off x="-1" y="0"/>
              <a:ext cx="448166" cy="442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77" y="907"/>
                  </a:moveTo>
                  <a:cubicBezTo>
                    <a:pt x="19709" y="907"/>
                    <a:pt x="20706" y="1925"/>
                    <a:pt x="20706" y="3173"/>
                  </a:cubicBezTo>
                  <a:cubicBezTo>
                    <a:pt x="20706" y="18427"/>
                    <a:pt x="20706" y="18427"/>
                    <a:pt x="20706" y="18427"/>
                  </a:cubicBezTo>
                  <a:cubicBezTo>
                    <a:pt x="20706" y="19675"/>
                    <a:pt x="19709" y="20693"/>
                    <a:pt x="18477" y="20693"/>
                  </a:cubicBezTo>
                  <a:cubicBezTo>
                    <a:pt x="3123" y="20693"/>
                    <a:pt x="3123" y="20693"/>
                    <a:pt x="3123" y="20693"/>
                  </a:cubicBezTo>
                  <a:cubicBezTo>
                    <a:pt x="1891" y="20693"/>
                    <a:pt x="887" y="19675"/>
                    <a:pt x="887" y="18427"/>
                  </a:cubicBezTo>
                  <a:cubicBezTo>
                    <a:pt x="887" y="3173"/>
                    <a:pt x="887" y="3173"/>
                    <a:pt x="887" y="3173"/>
                  </a:cubicBezTo>
                  <a:cubicBezTo>
                    <a:pt x="887" y="1925"/>
                    <a:pt x="1891" y="907"/>
                    <a:pt x="3123" y="907"/>
                  </a:cubicBezTo>
                  <a:cubicBezTo>
                    <a:pt x="18477" y="907"/>
                    <a:pt x="18477" y="907"/>
                    <a:pt x="18477" y="907"/>
                  </a:cubicBezTo>
                  <a:moveTo>
                    <a:pt x="18477" y="0"/>
                  </a:moveTo>
                  <a:cubicBezTo>
                    <a:pt x="3123" y="0"/>
                    <a:pt x="3123" y="0"/>
                    <a:pt x="3123" y="0"/>
                  </a:cubicBezTo>
                  <a:cubicBezTo>
                    <a:pt x="1397" y="0"/>
                    <a:pt x="0" y="1424"/>
                    <a:pt x="0" y="3173"/>
                  </a:cubicBezTo>
                  <a:cubicBezTo>
                    <a:pt x="0" y="18427"/>
                    <a:pt x="0" y="18427"/>
                    <a:pt x="0" y="18427"/>
                  </a:cubicBezTo>
                  <a:cubicBezTo>
                    <a:pt x="0" y="20184"/>
                    <a:pt x="1397" y="21600"/>
                    <a:pt x="3123" y="21600"/>
                  </a:cubicBezTo>
                  <a:cubicBezTo>
                    <a:pt x="18477" y="21600"/>
                    <a:pt x="18477" y="21600"/>
                    <a:pt x="18477" y="21600"/>
                  </a:cubicBezTo>
                  <a:cubicBezTo>
                    <a:pt x="20203" y="21600"/>
                    <a:pt x="21600" y="20184"/>
                    <a:pt x="21600" y="18427"/>
                  </a:cubicBezTo>
                  <a:cubicBezTo>
                    <a:pt x="21600" y="3173"/>
                    <a:pt x="21600" y="3173"/>
                    <a:pt x="21600" y="3173"/>
                  </a:cubicBezTo>
                  <a:cubicBezTo>
                    <a:pt x="21600" y="1424"/>
                    <a:pt x="20203" y="0"/>
                    <a:pt x="18477" y="0"/>
                  </a:cubicBezTo>
                  <a:close/>
                </a:path>
              </a:pathLst>
            </a:custGeom>
            <a:solidFill>
              <a:srgbClr val="808080"/>
            </a:solidFill>
            <a:ln w="12700" cap="flat">
              <a:noFill/>
              <a:miter lim="400000"/>
            </a:ln>
            <a:effectLst/>
          </p:spPr>
          <p:txBody>
            <a:bodyPr wrap="square" lIns="91439" tIns="91439" rIns="91439" bIns="91439" numCol="1" anchor="t">
              <a:noAutofit/>
            </a:bodyPr>
            <a:lstStyle/>
            <a:p>
              <a:pPr algn="l" defTabSz="1828800">
                <a:defRPr sz="3600">
                  <a:latin typeface="Calibri"/>
                  <a:ea typeface="Calibri"/>
                  <a:cs typeface="Calibri"/>
                  <a:sym typeface="Calibri"/>
                </a:defRPr>
              </a:pPr>
            </a:p>
          </p:txBody>
        </p:sp>
      </p:grpSp>
      <p:sp>
        <p:nvSpPr>
          <p:cNvPr id="348" name="Shape 348"/>
          <p:cNvSpPr/>
          <p:nvPr/>
        </p:nvSpPr>
        <p:spPr>
          <a:xfrm>
            <a:off x="1105417" y="13045368"/>
            <a:ext cx="762001" cy="1"/>
          </a:xfrm>
          <a:prstGeom prst="line">
            <a:avLst/>
          </a:prstGeom>
          <a:ln w="25400">
            <a:solidFill>
              <a:srgbClr val="D9D9D9"/>
            </a:solidFill>
            <a:prstDash val="dash"/>
            <a:miter/>
          </a:ln>
        </p:spPr>
        <p:txBody>
          <a:bodyPr tIns="91439" bIns="91439"/>
          <a:lstStyle/>
          <a:p>
            <a:pPr algn="l" defTabSz="1828800">
              <a:defRPr sz="3600">
                <a:latin typeface="Calibri"/>
                <a:ea typeface="Calibri"/>
                <a:cs typeface="Calibri"/>
                <a:sym typeface="Calibri"/>
              </a:defRPr>
            </a:pPr>
          </a:p>
        </p:txBody>
      </p:sp>
    </p:spTree>
  </p:cSld>
  <p:clrMapOvr>
    <a:masterClrMapping/>
  </p:clrMapOvr>
  <p:transition xmlns:p14="http://schemas.microsoft.com/office/powerpoint/2010/main" spd="med" advClick="1"/>
</p:sldLayout>
</file>

<file path=ppt/slideLayouts/slideLayout40.xml><?xml version="1.0" encoding="utf-8"?>
<p:sldLayout xmlns:a="http://schemas.openxmlformats.org/drawingml/2006/main" xmlns:r="http://schemas.openxmlformats.org/officeDocument/2006/relationships" xmlns:p="http://schemas.openxmlformats.org/presentationml/2006/main" type="tx" showMasterSp="0" showMasterPhAnim="1">
  <p:cSld name="Blank copy 1">
    <p:bg>
      <p:bgPr>
        <a:solidFill>
          <a:srgbClr val="FFFFFF"/>
        </a:solidFill>
      </p:bgPr>
    </p:bg>
    <p:spTree>
      <p:nvGrpSpPr>
        <p:cNvPr id="1" name=""/>
        <p:cNvGrpSpPr/>
        <p:nvPr/>
      </p:nvGrpSpPr>
      <p:grpSpPr>
        <a:xfrm>
          <a:off x="0" y="0"/>
          <a:ext cx="0" cy="0"/>
          <a:chOff x="0" y="0"/>
          <a:chExt cx="0" cy="0"/>
        </a:xfrm>
      </p:grpSpPr>
      <p:sp>
        <p:nvSpPr>
          <p:cNvPr id="355" name="Shape 355"/>
          <p:cNvSpPr/>
          <p:nvPr/>
        </p:nvSpPr>
        <p:spPr>
          <a:xfrm>
            <a:off x="-748850" y="57678"/>
            <a:ext cx="25728008" cy="1446973"/>
          </a:xfrm>
          <a:prstGeom prst="rect">
            <a:avLst/>
          </a:prstGeom>
          <a:blipFill>
            <a:blip r:embed="rId2"/>
          </a:blipFill>
          <a:ln w="12700">
            <a:miter lim="400000"/>
          </a:ln>
        </p:spPr>
        <p:txBody>
          <a:bodyPr lIns="38100" tIns="38100" rIns="38100" bIns="38100" anchor="ctr"/>
          <a:lstStyle/>
          <a:p>
            <a:pPr defTabSz="1160859">
              <a:defRPr sz="3000">
                <a:solidFill>
                  <a:srgbClr val="FFFFFF"/>
                </a:solidFill>
              </a:defRPr>
            </a:pPr>
          </a:p>
        </p:txBody>
      </p:sp>
      <p:sp>
        <p:nvSpPr>
          <p:cNvPr id="356" name="Shape 356"/>
          <p:cNvSpPr/>
          <p:nvPr/>
        </p:nvSpPr>
        <p:spPr>
          <a:xfrm>
            <a:off x="-892565" y="528"/>
            <a:ext cx="25593638" cy="190715"/>
          </a:xfrm>
          <a:prstGeom prst="rect">
            <a:avLst/>
          </a:prstGeom>
          <a:solidFill>
            <a:srgbClr val="2F5379"/>
          </a:solidFill>
          <a:ln w="12700">
            <a:miter lim="400000"/>
          </a:ln>
        </p:spPr>
        <p:txBody>
          <a:bodyPr lIns="38100" tIns="38100" rIns="38100" bIns="38100" anchor="ctr"/>
          <a:lstStyle/>
          <a:p>
            <a:pPr defTabSz="1160859">
              <a:defRPr sz="3000">
                <a:solidFill>
                  <a:srgbClr val="2F5379"/>
                </a:solidFill>
                <a:latin typeface="Raleway Regular"/>
                <a:ea typeface="Raleway Regular"/>
                <a:cs typeface="Raleway Regular"/>
                <a:sym typeface="Raleway Regular"/>
              </a:defRPr>
            </a:pPr>
          </a:p>
        </p:txBody>
      </p:sp>
      <p:sp>
        <p:nvSpPr>
          <p:cNvPr id="357" name="Shape 357"/>
          <p:cNvSpPr/>
          <p:nvPr>
            <p:ph type="title"/>
          </p:nvPr>
        </p:nvSpPr>
        <p:spPr>
          <a:xfrm>
            <a:off x="199569" y="214955"/>
            <a:ext cx="15486079" cy="1186067"/>
          </a:xfrm>
          <a:prstGeom prst="rect">
            <a:avLst/>
          </a:prstGeom>
        </p:spPr>
        <p:txBody>
          <a:bodyPr lIns="38100" tIns="38100" rIns="38100" bIns="38100">
            <a:noAutofit/>
          </a:bodyPr>
          <a:lstStyle>
            <a:lvl1pPr defTabSz="1160859">
              <a:lnSpc>
                <a:spcPct val="100000"/>
              </a:lnSpc>
              <a:defRPr sz="4600">
                <a:solidFill>
                  <a:srgbClr val="000000"/>
                </a:solidFill>
                <a:latin typeface="Raleway SemiBold"/>
                <a:ea typeface="Raleway SemiBold"/>
                <a:cs typeface="Raleway SemiBold"/>
                <a:sym typeface="Raleway SemiBold"/>
              </a:defRPr>
            </a:lvl1pPr>
          </a:lstStyle>
          <a:p>
            <a:pPr/>
            <a:r>
              <a:t>Texto del título</a:t>
            </a:r>
          </a:p>
        </p:txBody>
      </p:sp>
      <p:sp>
        <p:nvSpPr>
          <p:cNvPr id="358" name="Shape 358"/>
          <p:cNvSpPr/>
          <p:nvPr>
            <p:ph type="sldNum" sz="quarter" idx="2"/>
          </p:nvPr>
        </p:nvSpPr>
        <p:spPr>
          <a:xfrm>
            <a:off x="20482362" y="11261541"/>
            <a:ext cx="345669" cy="419101"/>
          </a:xfrm>
          <a:prstGeom prst="rect">
            <a:avLst/>
          </a:prstGeom>
        </p:spPr>
        <p:txBody>
          <a:bodyPr wrap="none" lIns="38100" tIns="38100" rIns="38100" bIns="38100" anchor="t"/>
          <a:lstStyle>
            <a:lvl1pPr defTabSz="1160859">
              <a:defRPr sz="2200">
                <a:solidFill>
                  <a:srgbClr val="000000"/>
                </a:solidFill>
                <a:latin typeface="Seravek Light"/>
                <a:ea typeface="Seravek Light"/>
                <a:cs typeface="Seravek Light"/>
                <a:sym typeface="Seravek Light"/>
              </a:defRPr>
            </a:lvl1pPr>
          </a:lstStyle>
          <a:p>
            <a:pPr/>
            <a:fld id="{86CB4B4D-7CA3-9044-876B-883B54F8677D}" type="slidenum"/>
          </a:p>
        </p:txBody>
      </p:sp>
    </p:spTree>
  </p:cSld>
  <p:clrMapOvr>
    <a:masterClrMapping/>
  </p:clrMapOvr>
  <p:transition xmlns:p14="http://schemas.microsoft.com/office/powerpoint/2010/main" spd="med" advClick="1"/>
</p:sldLayout>
</file>

<file path=ppt/slideLayouts/slideLayout41.xml><?xml version="1.0" encoding="utf-8"?>
<p:sldLayout xmlns:a="http://schemas.openxmlformats.org/drawingml/2006/main" xmlns:r="http://schemas.openxmlformats.org/officeDocument/2006/relationships" xmlns:p="http://schemas.openxmlformats.org/presentationml/2006/main" type="tx" showMasterSp="0" showMasterPhAnim="1">
  <p:cSld name="Circle Page 1">
    <p:bg>
      <p:bgPr>
        <a:solidFill>
          <a:srgbClr val="FAFAFA"/>
        </a:solidFill>
      </p:bgPr>
    </p:bg>
    <p:spTree>
      <p:nvGrpSpPr>
        <p:cNvPr id="1" name=""/>
        <p:cNvGrpSpPr/>
        <p:nvPr/>
      </p:nvGrpSpPr>
      <p:grpSpPr>
        <a:xfrm>
          <a:off x="0" y="0"/>
          <a:ext cx="0" cy="0"/>
          <a:chOff x="0" y="0"/>
          <a:chExt cx="0" cy="0"/>
        </a:xfrm>
      </p:grpSpPr>
      <p:sp>
        <p:nvSpPr>
          <p:cNvPr id="365" name="Shape 365"/>
          <p:cNvSpPr/>
          <p:nvPr/>
        </p:nvSpPr>
        <p:spPr>
          <a:xfrm>
            <a:off x="-374452" y="4401434"/>
            <a:ext cx="25132904" cy="9307596"/>
          </a:xfrm>
          <a:prstGeom prst="rect">
            <a:avLst/>
          </a:prstGeom>
          <a:solidFill>
            <a:srgbClr val="283C50"/>
          </a:solidFill>
          <a:ln w="12700">
            <a:miter lim="400000"/>
          </a:ln>
        </p:spPr>
        <p:txBody>
          <a:bodyPr lIns="50800" tIns="50800" rIns="50800" bIns="50800" anchor="ctr"/>
          <a:lstStyle/>
          <a:p>
            <a:pPr defTabSz="825500">
              <a:defRPr sz="3200"/>
            </a:pPr>
          </a:p>
        </p:txBody>
      </p:sp>
      <p:sp>
        <p:nvSpPr>
          <p:cNvPr id="366" name="Shape 366"/>
          <p:cNvSpPr/>
          <p:nvPr>
            <p:ph type="sldNum" sz="quarter" idx="2"/>
          </p:nvPr>
        </p:nvSpPr>
        <p:spPr>
          <a:xfrm>
            <a:off x="23086916" y="763662"/>
            <a:ext cx="467869" cy="469901"/>
          </a:xfrm>
          <a:prstGeom prst="rect">
            <a:avLst/>
          </a:prstGeom>
        </p:spPr>
        <p:txBody>
          <a:bodyPr wrap="none" lIns="50800" tIns="50800" rIns="50800" bIns="50800" anchor="t"/>
          <a:lstStyle>
            <a:lvl1pPr defTabSz="825500">
              <a:defRPr sz="2400">
                <a:latin typeface="Lato Regular"/>
                <a:ea typeface="Lato Regular"/>
                <a:cs typeface="Lato Regular"/>
                <a:sym typeface="Lato Regular"/>
              </a:defRPr>
            </a:lvl1pPr>
          </a:lstStyle>
          <a:p>
            <a:pPr/>
            <a:fld id="{86CB4B4D-7CA3-9044-876B-883B54F8677D}" type="slidenum"/>
          </a:p>
        </p:txBody>
      </p:sp>
    </p:spTree>
  </p:cSld>
  <p:clrMapOvr>
    <a:masterClrMapping/>
  </p:clrMapOvr>
  <p:transition xmlns:p14="http://schemas.microsoft.com/office/powerpoint/2010/main" spd="med" advClick="1"/>
</p:sldLayout>
</file>

<file path=ppt/slideMasters/_rels/slideMaster1.xml.rels><?xml version="1.0" encoding="UTF-8" standalone="yes"?><Relationships xmlns="http://schemas.openxmlformats.org/package/2006/relationships"><Relationship Id="rId1" Type="http://schemas.openxmlformats.org/officeDocument/2006/relationships/theme" Target="../theme/theme1.xml"/><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9" Type="http://schemas.openxmlformats.org/officeDocument/2006/relationships/slideLayout" Target="../slideLayouts/slideLayout8.xml"/><Relationship Id="rId10" Type="http://schemas.openxmlformats.org/officeDocument/2006/relationships/slideLayout" Target="../slideLayouts/slideLayout9.xml"/><Relationship Id="rId11" Type="http://schemas.openxmlformats.org/officeDocument/2006/relationships/slideLayout" Target="../slideLayouts/slideLayout10.xml"/><Relationship Id="rId12" Type="http://schemas.openxmlformats.org/officeDocument/2006/relationships/slideLayout" Target="../slideLayouts/slideLayout11.xml"/><Relationship Id="rId13" Type="http://schemas.openxmlformats.org/officeDocument/2006/relationships/slideLayout" Target="../slideLayouts/slideLayout12.xml"/><Relationship Id="rId14" Type="http://schemas.openxmlformats.org/officeDocument/2006/relationships/slideLayout" Target="../slideLayouts/slideLayout13.xml"/><Relationship Id="rId15" Type="http://schemas.openxmlformats.org/officeDocument/2006/relationships/slideLayout" Target="../slideLayouts/slideLayout14.xml"/><Relationship Id="rId16" Type="http://schemas.openxmlformats.org/officeDocument/2006/relationships/slideLayout" Target="../slideLayouts/slideLayout15.xml"/><Relationship Id="rId17" Type="http://schemas.openxmlformats.org/officeDocument/2006/relationships/slideLayout" Target="../slideLayouts/slideLayout16.xml"/><Relationship Id="rId18" Type="http://schemas.openxmlformats.org/officeDocument/2006/relationships/slideLayout" Target="../slideLayouts/slideLayout17.xml"/><Relationship Id="rId19" Type="http://schemas.openxmlformats.org/officeDocument/2006/relationships/slideLayout" Target="../slideLayouts/slideLayout18.xml"/><Relationship Id="rId20" Type="http://schemas.openxmlformats.org/officeDocument/2006/relationships/slideLayout" Target="../slideLayouts/slideLayout19.xml"/><Relationship Id="rId21" Type="http://schemas.openxmlformats.org/officeDocument/2006/relationships/slideLayout" Target="../slideLayouts/slideLayout20.xml"/><Relationship Id="rId22" Type="http://schemas.openxmlformats.org/officeDocument/2006/relationships/slideLayout" Target="../slideLayouts/slideLayout21.xml"/><Relationship Id="rId23" Type="http://schemas.openxmlformats.org/officeDocument/2006/relationships/slideLayout" Target="../slideLayouts/slideLayout22.xml"/><Relationship Id="rId24" Type="http://schemas.openxmlformats.org/officeDocument/2006/relationships/slideLayout" Target="../slideLayouts/slideLayout23.xml"/><Relationship Id="rId25" Type="http://schemas.openxmlformats.org/officeDocument/2006/relationships/slideLayout" Target="../slideLayouts/slideLayout24.xml"/><Relationship Id="rId26" Type="http://schemas.openxmlformats.org/officeDocument/2006/relationships/slideLayout" Target="../slideLayouts/slideLayout25.xml"/><Relationship Id="rId27" Type="http://schemas.openxmlformats.org/officeDocument/2006/relationships/slideLayout" Target="../slideLayouts/slideLayout26.xml"/><Relationship Id="rId28" Type="http://schemas.openxmlformats.org/officeDocument/2006/relationships/slideLayout" Target="../slideLayouts/slideLayout27.xml"/><Relationship Id="rId29" Type="http://schemas.openxmlformats.org/officeDocument/2006/relationships/slideLayout" Target="../slideLayouts/slideLayout28.xml"/><Relationship Id="rId30" Type="http://schemas.openxmlformats.org/officeDocument/2006/relationships/slideLayout" Target="../slideLayouts/slideLayout29.xml"/><Relationship Id="rId31" Type="http://schemas.openxmlformats.org/officeDocument/2006/relationships/slideLayout" Target="../slideLayouts/slideLayout30.xml"/><Relationship Id="rId32" Type="http://schemas.openxmlformats.org/officeDocument/2006/relationships/slideLayout" Target="../slideLayouts/slideLayout31.xml"/><Relationship Id="rId33" Type="http://schemas.openxmlformats.org/officeDocument/2006/relationships/slideLayout" Target="../slideLayouts/slideLayout32.xml"/><Relationship Id="rId34" Type="http://schemas.openxmlformats.org/officeDocument/2006/relationships/slideLayout" Target="../slideLayouts/slideLayout33.xml"/><Relationship Id="rId35" Type="http://schemas.openxmlformats.org/officeDocument/2006/relationships/slideLayout" Target="../slideLayouts/slideLayout34.xml"/><Relationship Id="rId36" Type="http://schemas.openxmlformats.org/officeDocument/2006/relationships/slideLayout" Target="../slideLayouts/slideLayout35.xml"/><Relationship Id="rId37" Type="http://schemas.openxmlformats.org/officeDocument/2006/relationships/slideLayout" Target="../slideLayouts/slideLayout36.xml"/><Relationship Id="rId38" Type="http://schemas.openxmlformats.org/officeDocument/2006/relationships/slideLayout" Target="../slideLayouts/slideLayout37.xml"/><Relationship Id="rId39" Type="http://schemas.openxmlformats.org/officeDocument/2006/relationships/slideLayout" Target="../slideLayouts/slideLayout38.xml"/><Relationship Id="rId40" Type="http://schemas.openxmlformats.org/officeDocument/2006/relationships/slideLayout" Target="../slideLayouts/slideLayout39.xml"/><Relationship Id="rId41" Type="http://schemas.openxmlformats.org/officeDocument/2006/relationships/slideLayout" Target="../slideLayouts/slideLayout40.xml"/><Relationship Id="rId42"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8F4E9"/>
        </a:solidFill>
      </p:bgPr>
    </p:bg>
    <p:spTree>
      <p:nvGrpSpPr>
        <p:cNvPr id="1" name=""/>
        <p:cNvGrpSpPr/>
        <p:nvPr/>
      </p:nvGrpSpPr>
      <p:grpSpPr>
        <a:xfrm>
          <a:off x="0" y="0"/>
          <a:ext cx="0" cy="0"/>
          <a:chOff x="0" y="0"/>
          <a:chExt cx="0" cy="0"/>
        </a:xfrm>
      </p:grpSpPr>
      <p:sp>
        <p:nvSpPr>
          <p:cNvPr id="2" name="Shape 2"/>
          <p:cNvSpPr/>
          <p:nvPr/>
        </p:nvSpPr>
        <p:spPr>
          <a:xfrm>
            <a:off x="21815460" y="12358931"/>
            <a:ext cx="892141" cy="892141"/>
          </a:xfrm>
          <a:prstGeom prst="ellipse">
            <a:avLst/>
          </a:prstGeom>
          <a:solidFill>
            <a:srgbClr val="A1B2BC"/>
          </a:solidFill>
          <a:ln w="25400">
            <a:solidFill>
              <a:srgbClr val="6E8898"/>
            </a:solidFill>
            <a:miter lim="400000"/>
          </a:ln>
        </p:spPr>
        <p:txBody>
          <a:bodyPr tIns="91439" bIns="91439" anchor="ctr"/>
          <a:lstStyle/>
          <a:p>
            <a:pPr defTabSz="914400">
              <a:defRPr sz="3600">
                <a:solidFill>
                  <a:srgbClr val="FFFFFF"/>
                </a:solidFill>
                <a:latin typeface="Calibri"/>
                <a:ea typeface="Calibri"/>
                <a:cs typeface="Calibri"/>
                <a:sym typeface="Calibri"/>
              </a:defRPr>
            </a:pPr>
          </a:p>
        </p:txBody>
      </p:sp>
      <p:sp>
        <p:nvSpPr>
          <p:cNvPr id="3" name="Shape 3"/>
          <p:cNvSpPr/>
          <p:nvPr>
            <p:ph type="title"/>
          </p:nvPr>
        </p:nvSpPr>
        <p:spPr>
          <a:xfrm>
            <a:off x="1676400" y="0"/>
            <a:ext cx="21031200" cy="2965450"/>
          </a:xfrm>
          <a:prstGeom prst="rect">
            <a:avLst/>
          </a:prstGeom>
          <a:ln w="12700">
            <a:miter lim="400000"/>
          </a:ln>
          <a:extLst>
            <a:ext uri="{C572A759-6A51-4108-AA02-DFA0A04FC94B}">
              <ma14:wrappingTextBoxFlag xmlns:ma14="http://schemas.microsoft.com/office/mac/drawingml/2011/main" val="1"/>
            </a:ext>
          </a:extLst>
        </p:spPr>
        <p:txBody>
          <a:bodyPr tIns="91439" bIns="91439" anchor="ctr">
            <a:normAutofit fontScale="100000" lnSpcReduction="0"/>
          </a:bodyPr>
          <a:lstStyle/>
          <a:p>
            <a:pPr/>
            <a:r>
              <a:t>Texto del título</a:t>
            </a:r>
          </a:p>
        </p:txBody>
      </p:sp>
      <p:sp>
        <p:nvSpPr>
          <p:cNvPr id="4" name="Shape 4"/>
          <p:cNvSpPr/>
          <p:nvPr>
            <p:ph type="sldNum" sz="quarter" idx="2"/>
          </p:nvPr>
        </p:nvSpPr>
        <p:spPr>
          <a:xfrm>
            <a:off x="21359829" y="12183971"/>
            <a:ext cx="1803401" cy="627381"/>
          </a:xfrm>
          <a:prstGeom prst="rect">
            <a:avLst/>
          </a:prstGeom>
          <a:ln w="12700">
            <a:miter lim="400000"/>
          </a:ln>
        </p:spPr>
        <p:txBody>
          <a:bodyPr tIns="91439" bIns="91439" anchor="ctr">
            <a:spAutoFit/>
          </a:bodyPr>
          <a:lstStyle>
            <a:lvl1pPr defTabSz="914400">
              <a:defRPr sz="2800">
                <a:solidFill>
                  <a:srgbClr val="FFFFFF"/>
                </a:solidFill>
                <a:latin typeface="Calibri"/>
                <a:ea typeface="Calibri"/>
                <a:cs typeface="Calibri"/>
                <a:sym typeface="Calibri"/>
              </a:defRPr>
            </a:lvl1pPr>
          </a:lstStyle>
          <a:p>
            <a:pPr/>
            <a:fld id="{86CB4B4D-7CA3-9044-876B-883B54F8677D}" type="slidenum"/>
          </a:p>
        </p:txBody>
      </p:sp>
      <p:sp>
        <p:nvSpPr>
          <p:cNvPr id="5" name="Shape 5"/>
          <p:cNvSpPr/>
          <p:nvPr>
            <p:ph type="body" idx="1"/>
          </p:nvPr>
        </p:nvSpPr>
        <p:spPr>
          <a:xfrm>
            <a:off x="1219200" y="3200400"/>
            <a:ext cx="21945600" cy="10515600"/>
          </a:xfrm>
          <a:prstGeom prst="rect">
            <a:avLst/>
          </a:prstGeom>
          <a:ln w="12700">
            <a:miter lim="400000"/>
          </a:ln>
          <a:extLst>
            <a:ext uri="{C572A759-6A51-4108-AA02-DFA0A04FC94B}">
              <ma14:wrappingTextBoxFlag xmlns:ma14="http://schemas.microsoft.com/office/mac/drawingml/2011/main" val="1"/>
            </a:ext>
          </a:extLst>
        </p:spPr>
        <p:txBody>
          <a:bodyPr tIns="91439" bIns="91439">
            <a:normAutofit fontScale="100000" lnSpcReduction="0"/>
          </a:bodyPr>
          <a:lstStyle/>
          <a:p>
            <a:pPr/>
            <a:r>
              <a:t>Nivel de texto 1</a:t>
            </a:r>
          </a:p>
          <a:p>
            <a:pPr lvl="1"/>
            <a:r>
              <a:t>Nivel de texto 2</a:t>
            </a:r>
          </a:p>
          <a:p>
            <a:pPr lvl="2"/>
            <a:r>
              <a:t>Nivel de texto 3</a:t>
            </a:r>
          </a:p>
          <a:p>
            <a:pPr lvl="3"/>
            <a:r>
              <a:t>Nivel de texto 4</a:t>
            </a:r>
          </a:p>
          <a:p>
            <a:pPr lvl="4"/>
            <a:r>
              <a:t>Nivel de texto 5</a:t>
            </a:r>
          </a:p>
        </p:txBody>
      </p:sp>
    </p:spTree>
  </p:cSld>
  <p:clrMap bg1="lt1" tx1="dk1" bg2="lt2" tx2="dk2" accent1="accent1" accent2="accent2" accent3="accent3" accent4="accent4" accent5="accent5" accent6="accent6" hlink="hlink" folHlink="folHlink"/>
  <p:sldLayoutIdLst>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Lst>
  <p:transition xmlns:p14="http://schemas.microsoft.com/office/powerpoint/2010/main" spd="med" advClick="1"/>
  <p:txStyles>
    <p:titleStyle>
      <a:lvl1pPr marL="0" marR="0" indent="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1pPr>
      <a:lvl2pPr marL="0" marR="0" indent="2286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2pPr>
      <a:lvl3pPr marL="0" marR="0" indent="4572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3pPr>
      <a:lvl4pPr marL="0" marR="0" indent="6858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4pPr>
      <a:lvl5pPr marL="0" marR="0" indent="9144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5pPr>
      <a:lvl6pPr marL="0" marR="0" indent="11430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6pPr>
      <a:lvl7pPr marL="0" marR="0" indent="13716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7pPr>
      <a:lvl8pPr marL="0" marR="0" indent="16002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8pPr>
      <a:lvl9pPr marL="0" marR="0" indent="1828800" algn="l" defTabSz="914400" latinLnBrk="0">
        <a:lnSpc>
          <a:spcPct val="90000"/>
        </a:lnSpc>
        <a:spcBef>
          <a:spcPts val="0"/>
        </a:spcBef>
        <a:spcAft>
          <a:spcPts val="0"/>
        </a:spcAft>
        <a:buClrTx/>
        <a:buSzTx/>
        <a:buFontTx/>
        <a:buNone/>
        <a:tabLst/>
        <a:defRPr b="0" baseline="0" cap="none" i="0" spc="0" strike="noStrike" sz="7600" u="none">
          <a:ln>
            <a:noFill/>
          </a:ln>
          <a:solidFill>
            <a:srgbClr val="595959"/>
          </a:solidFill>
          <a:uFillTx/>
          <a:latin typeface="Lato Regular"/>
          <a:ea typeface="Lato Regular"/>
          <a:cs typeface="Lato Regular"/>
          <a:sym typeface="Lato Regular"/>
        </a:defRPr>
      </a:lvl9pPr>
    </p:titleStyle>
    <p:bodyStyle>
      <a:lvl1pPr marL="457200" marR="0" indent="-457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1pPr>
      <a:lvl2pPr marL="990600" marR="0" indent="-5334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2pPr>
      <a:lvl3pPr marL="1554480" marR="0" indent="-64008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3pPr>
      <a:lvl4pPr marL="2082800" marR="0" indent="-711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4pPr>
      <a:lvl5pPr marL="2540000" marR="0" indent="-711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5pPr>
      <a:lvl6pPr marL="2997200" marR="0" indent="-711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6pPr>
      <a:lvl7pPr marL="3454400" marR="0" indent="-711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7pPr>
      <a:lvl8pPr marL="3911600" marR="0" indent="-711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8pPr>
      <a:lvl9pPr marL="4368800" marR="0" indent="-711200" algn="l" defTabSz="914400" latinLnBrk="0">
        <a:lnSpc>
          <a:spcPct val="90000"/>
        </a:lnSpc>
        <a:spcBef>
          <a:spcPts val="1000"/>
        </a:spcBef>
        <a:spcAft>
          <a:spcPts val="0"/>
        </a:spcAft>
        <a:buClrTx/>
        <a:buSzPct val="100000"/>
        <a:buFont typeface="Arial"/>
        <a:buChar char="•"/>
        <a:tabLst/>
        <a:defRPr b="0" baseline="0" cap="none" i="0" spc="0" strike="noStrike" sz="5600" u="none">
          <a:ln>
            <a:noFill/>
          </a:ln>
          <a:solidFill>
            <a:srgbClr val="808080"/>
          </a:solidFill>
          <a:uFillTx/>
          <a:latin typeface="Calibri"/>
          <a:ea typeface="Calibri"/>
          <a:cs typeface="Calibri"/>
          <a:sym typeface="Calibri"/>
        </a:defRPr>
      </a:lvl9pPr>
    </p:bodyStyle>
    <p:otherStyle>
      <a:lvl1pPr marL="0" marR="0" indent="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1pPr>
      <a:lvl2pPr marL="0" marR="0" indent="2286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2pPr>
      <a:lvl3pPr marL="0" marR="0" indent="4572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3pPr>
      <a:lvl4pPr marL="0" marR="0" indent="6858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4pPr>
      <a:lvl5pPr marL="0" marR="0" indent="9144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5pPr>
      <a:lvl6pPr marL="0" marR="0" indent="11430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6pPr>
      <a:lvl7pPr marL="0" marR="0" indent="13716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7pPr>
      <a:lvl8pPr marL="0" marR="0" indent="16002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8pPr>
      <a:lvl9pPr marL="0" marR="0" indent="1828800" algn="ctr" defTabSz="914400" latinLnBrk="0">
        <a:lnSpc>
          <a:spcPct val="100000"/>
        </a:lnSpc>
        <a:spcBef>
          <a:spcPts val="0"/>
        </a:spcBef>
        <a:spcAft>
          <a:spcPts val="0"/>
        </a:spcAft>
        <a:buClrTx/>
        <a:buSzTx/>
        <a:buFontTx/>
        <a:buNone/>
        <a:tabLst/>
        <a:defRPr b="0" baseline="0" cap="none" i="0" spc="0" strike="noStrike" sz="2800" u="none">
          <a:ln>
            <a:noFill/>
          </a:ln>
          <a:solidFill>
            <a:schemeClr val="tx1"/>
          </a:solidFill>
          <a:uFillTx/>
          <a:latin typeface="+mn-lt"/>
          <a:ea typeface="+mn-ea"/>
          <a:cs typeface="+mn-cs"/>
          <a:sym typeface="Calibri"/>
        </a:defRPr>
      </a:lvl9pPr>
    </p:otherStyle>
  </p:txStyles>
</p:sldMaster>
</file>

<file path=ppt/slides/_rels/slide1.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15.png"/><Relationship Id="rId3" Type="http://schemas.openxmlformats.org/officeDocument/2006/relationships/hyperlink" Target="http://vilmanunez.com/academy" TargetMode="External"/></Relationships>

</file>

<file path=ppt/slides/_rels/slide2.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Relationships xmlns="http://schemas.openxmlformats.org/package/2006/relationships"><Relationship Id="rId1" Type="http://schemas.openxmlformats.org/officeDocument/2006/relationships/slideLayout" Target="../slideLayouts/slideLayout15.xml"/></Relationships>

</file>

<file path=ppt/slides/_rels/slide4.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Relationships xmlns="http://schemas.openxmlformats.org/package/2006/relationships"><Relationship Id="rId1" Type="http://schemas.openxmlformats.org/officeDocument/2006/relationships/slideLayout" Target="../slideLayouts/slideLayout14.xml"/></Relationships>

</file>

<file path=ppt/slides/_rels/slide6.xml.rels><?xml version="1.0" encoding="UTF-8" standalone="yes"?><Relationships xmlns="http://schemas.openxmlformats.org/package/2006/relationships"><Relationship Id="rId1" Type="http://schemas.openxmlformats.org/officeDocument/2006/relationships/slideLayout" Target="../slideLayouts/slideLayout14.xml"/></Relationships>

</file>

<file path=ppt/slides/_rels/slide7.xml.rels><?xml version="1.0" encoding="UTF-8" standalone="yes"?><Relationships xmlns="http://schemas.openxmlformats.org/package/2006/relationships"><Relationship Id="rId1" Type="http://schemas.openxmlformats.org/officeDocument/2006/relationships/slideLayout" Target="../slideLayouts/slideLayout14.xml"/></Relationships>

</file>

<file path=ppt/slides/_rels/slide8.xml.rels><?xml version="1.0" encoding="UTF-8" standalone="yes"?><Relationships xmlns="http://schemas.openxmlformats.org/package/2006/relationships"><Relationship Id="rId1" Type="http://schemas.openxmlformats.org/officeDocument/2006/relationships/slideLayout" Target="../slideLayouts/slideLayout14.xml"/></Relationships>

</file>

<file path=ppt/slides/_rels/slide9.xml.rels><?xml version="1.0" encoding="UTF-8" standalone="yes"?><Relationships xmlns="http://schemas.openxmlformats.org/package/2006/relationships"><Relationship Id="rId1" Type="http://schemas.openxmlformats.org/officeDocument/2006/relationships/slideLayout" Target="../slideLayouts/slideLayout14.xml"/></Relationships>

</file>

<file path=ppt/slides/_rels/slide10.xml.rels><?xml version="1.0" encoding="UTF-8" standalone="yes"?><Relationships xmlns="http://schemas.openxmlformats.org/package/2006/relationships"><Relationship Id="rId1" Type="http://schemas.openxmlformats.org/officeDocument/2006/relationships/slideLayout" Target="../slideLayouts/slideLayout14.xml"/></Relationships>

</file>

<file path=ppt/slides/_rels/slide1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3.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16.png"/></Relationships>

</file>

<file path=ppt/slides/_rels/slide19.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2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2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23.xml.rels><?xml version="1.0" encoding="UTF-8" standalone="yes"?><Relationships xmlns="http://schemas.openxmlformats.org/package/2006/relationships"><Relationship Id="rId1" Type="http://schemas.openxmlformats.org/officeDocument/2006/relationships/slideLayout" Target="../slideLayouts/slideLayout18.xml"/></Relationships>

</file>

<file path=ppt/slides/_rels/slide24.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Relationships xmlns="http://schemas.openxmlformats.org/package/2006/relationships"><Relationship Id="rId1" Type="http://schemas.openxmlformats.org/officeDocument/2006/relationships/slideLayout" Target="../slideLayouts/slideLayout17.xml"/></Relationships>

</file>

<file path=ppt/slides/_rels/slide30.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7.png"/></Relationships>

</file>

<file path=ppt/slides/_rels/slide34.xml.rels><?xml version="1.0" encoding="UTF-8" standalone="yes"?><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7.png"/></Relationships>

</file>

<file path=ppt/slides/_rels/slide35.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8.png"/></Relationships>

</file>

<file path=ppt/slides/_rels/slide38.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Relationships xmlns="http://schemas.openxmlformats.org/package/2006/relationships"><Relationship Id="rId1" Type="http://schemas.openxmlformats.org/officeDocument/2006/relationships/slideLayout" Target="../slideLayouts/slideLayout16.xml"/></Relationships>

</file>

<file path=ppt/slides/_rels/slide40.xml.rels><?xml version="1.0" encoding="UTF-8" standalone="yes"?><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chart" Target="../charts/chart1.xml"/></Relationships>

</file>

<file path=ppt/slides/_rels/slide41.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xml"/><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image" Target="../media/image19.png"/><Relationship Id="rId6" Type="http://schemas.openxmlformats.org/officeDocument/2006/relationships/image" Target="../media/image20.png"/></Relationships>

</file>

<file path=ppt/slides/_rels/slide42.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xml"/><Relationship Id="rId3" Type="http://schemas.openxmlformats.org/officeDocument/2006/relationships/image" Target="../media/image19.png"/><Relationship Id="rId4" Type="http://schemas.openxmlformats.org/officeDocument/2006/relationships/image" Target="../media/image20.png"/><Relationship Id="rId5" Type="http://schemas.openxmlformats.org/officeDocument/2006/relationships/image" Target="../media/image21.png"/><Relationship Id="rId6" Type="http://schemas.openxmlformats.org/officeDocument/2006/relationships/image" Target="../media/image22.png"/></Relationships>

</file>

<file path=ppt/slides/_rels/slide43.xml.rels><?xml version="1.0" encoding="UTF-8" standalone="yes"?><Relationships xmlns="http://schemas.openxmlformats.org/package/2006/relationships"><Relationship Id="rId1" Type="http://schemas.openxmlformats.org/officeDocument/2006/relationships/slideLayout" Target="../slideLayouts/slideLayout16.xml"/></Relationships>

</file>

<file path=ppt/slides/_rels/slide44.xml.rels><?xml version="1.0" encoding="UTF-8" standalone="yes"?><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48.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49.xml.rels><?xml version="1.0" encoding="UTF-8" standalone="yes"?><Relationships xmlns="http://schemas.openxmlformats.org/package/2006/relationships"><Relationship Id="rId1" Type="http://schemas.openxmlformats.org/officeDocument/2006/relationships/slideLayout" Target="../slideLayouts/slideLayout28.xml"/></Relationships>

</file>

<file path=ppt/slides/_rels/slide50.xml.rels><?xml version="1.0" encoding="UTF-8" standalone="yes"?><Relationships xmlns="http://schemas.openxmlformats.org/package/2006/relationships"><Relationship Id="rId1" Type="http://schemas.openxmlformats.org/officeDocument/2006/relationships/slideLayout" Target="../slideLayouts/slideLayout29.xml"/></Relationships>

</file>

<file path=ppt/slides/_rels/slide51.xml.rels><?xml version="1.0" encoding="UTF-8" standalone="yes"?><Relationships xmlns="http://schemas.openxmlformats.org/package/2006/relationships"><Relationship Id="rId1" Type="http://schemas.openxmlformats.org/officeDocument/2006/relationships/slideLayout" Target="../slideLayouts/slideLayout28.xml"/></Relationships>

</file>

<file path=ppt/slides/_rels/slide52.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53.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54.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5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5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57.xml.rels><?xml version="1.0" encoding="UTF-8" standalone="yes"?><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image" Target="../media/image23.png"/></Relationships>

</file>

<file path=ppt/slides/_rels/slide58.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59.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60.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1.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6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3.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6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69.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image" Target="../media/image24.png"/><Relationship Id="rId3" Type="http://schemas.openxmlformats.org/officeDocument/2006/relationships/image" Target="../media/image25.png"/><Relationship Id="rId4" Type="http://schemas.openxmlformats.org/officeDocument/2006/relationships/image" Target="../media/image26.png"/></Relationships>

</file>

<file path=ppt/slides/_rels/slide70.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5.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7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79.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0.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81.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8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89.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0.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4.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95.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9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99.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00.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image" Target="../media/image27.png"/><Relationship Id="rId3" Type="http://schemas.openxmlformats.org/officeDocument/2006/relationships/image" Target="../media/image28.png"/></Relationships>

</file>

<file path=ppt/slides/_rels/slide10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0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03.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04.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05.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06.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07.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09.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10.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11.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12.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13.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14.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15.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Relationships xmlns="http://schemas.openxmlformats.org/package/2006/relationships"><Relationship Id="rId1" Type="http://schemas.openxmlformats.org/officeDocument/2006/relationships/slideLayout" Target="../slideLayouts/slideLayout24.xml"/></Relationships>

</file>

<file path=ppt/slides/_rels/slide117.xml.rels><?xml version="1.0" encoding="UTF-8" standalone="yes"?><Relationships xmlns="http://schemas.openxmlformats.org/package/2006/relationships"><Relationship Id="rId1" Type="http://schemas.openxmlformats.org/officeDocument/2006/relationships/slideLayout" Target="../slideLayouts/slideLayout24.xml"/></Relationships>

</file>

<file path=ppt/slides/_rels/slide118.xml.rels><?xml version="1.0" encoding="UTF-8" standalone="yes"?><Relationships xmlns="http://schemas.openxmlformats.org/package/2006/relationships"><Relationship Id="rId1" Type="http://schemas.openxmlformats.org/officeDocument/2006/relationships/slideLayout" Target="../slideLayouts/slideLayout24.xml"/></Relationships>

</file>

<file path=ppt/slides/_rels/slide119.xml.rels><?xml version="1.0" encoding="UTF-8" standalone="yes"?><Relationships xmlns="http://schemas.openxmlformats.org/package/2006/relationships"><Relationship Id="rId1" Type="http://schemas.openxmlformats.org/officeDocument/2006/relationships/slideLayout" Target="../slideLayouts/slideLayout24.xml"/></Relationships>

</file>

<file path=ppt/slides/_rels/slide120.xml.rels><?xml version="1.0" encoding="UTF-8" standalone="yes"?><Relationships xmlns="http://schemas.openxmlformats.org/package/2006/relationships"><Relationship Id="rId1" Type="http://schemas.openxmlformats.org/officeDocument/2006/relationships/slideLayout" Target="../slideLayouts/slideLayout24.xml"/></Relationships>

</file>

<file path=ppt/slides/_rels/slide121.xml.rels><?xml version="1.0" encoding="UTF-8" standalone="yes"?><Relationships xmlns="http://schemas.openxmlformats.org/package/2006/relationships"><Relationship Id="rId1" Type="http://schemas.openxmlformats.org/officeDocument/2006/relationships/slideLayout" Target="../slideLayouts/slideLayout21.xml"/></Relationships>

</file>

<file path=ppt/slides/_rels/slide122.xml.rels><?xml version="1.0" encoding="UTF-8" standalone="yes"?><Relationships xmlns="http://schemas.openxmlformats.org/package/2006/relationships"><Relationship Id="rId1" Type="http://schemas.openxmlformats.org/officeDocument/2006/relationships/slideLayout" Target="../slideLayouts/slideLayout22.xml"/></Relationships>

</file>

<file path=ppt/slides/_rels/slide123.xml.rels><?xml version="1.0" encoding="UTF-8" standalone="yes"?><Relationships xmlns="http://schemas.openxmlformats.org/package/2006/relationships"><Relationship Id="rId1" Type="http://schemas.openxmlformats.org/officeDocument/2006/relationships/slideLayout" Target="../slideLayouts/slideLayout22.xml"/></Relationships>

</file>

<file path=ppt/slides/_rels/slide124.xml.rels><?xml version="1.0" encoding="UTF-8" standalone="yes"?><Relationships xmlns="http://schemas.openxmlformats.org/package/2006/relationships"><Relationship Id="rId1" Type="http://schemas.openxmlformats.org/officeDocument/2006/relationships/slideLayout" Target="../slideLayouts/slideLayout20.xml"/></Relationships>

</file>

<file path=ppt/slides/_rels/slide125.xml.rels><?xml version="1.0" encoding="UTF-8" standalone="yes"?><Relationships xmlns="http://schemas.openxmlformats.org/package/2006/relationships"><Relationship Id="rId1" Type="http://schemas.openxmlformats.org/officeDocument/2006/relationships/slideLayout" Target="../slideLayouts/slideLayout20.xml"/></Relationships>

</file>

<file path=ppt/slides/_rels/slide126.xml.rels><?xml version="1.0" encoding="UTF-8" standalone="yes"?><Relationships xmlns="http://schemas.openxmlformats.org/package/2006/relationships"><Relationship Id="rId1" Type="http://schemas.openxmlformats.org/officeDocument/2006/relationships/slideLayout" Target="../slideLayouts/slideLayout20.xml"/></Relationships>

</file>

<file path=ppt/slides/_rels/slide12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2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29.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30.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31.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chart" Target="../charts/chart6.xml"/></Relationships>

</file>

<file path=ppt/slides/_rels/slide132.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chart" Target="../charts/chart7.xml"/></Relationships>

</file>

<file path=ppt/slides/_rels/slide133.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chart" Target="../charts/chart8.xml"/><Relationship Id="rId3" Type="http://schemas.openxmlformats.org/officeDocument/2006/relationships/chart" Target="../charts/chart9.xml"/><Relationship Id="rId4" Type="http://schemas.openxmlformats.org/officeDocument/2006/relationships/chart" Target="../charts/chart10.xml"/><Relationship Id="rId5" Type="http://schemas.openxmlformats.org/officeDocument/2006/relationships/chart" Target="../charts/chart11.xml"/></Relationships>

</file>

<file path=ppt/slides/_rels/slide134.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chart" Target="../charts/chart12.xml"/></Relationships>

</file>

<file path=ppt/slides/_rels/slide135.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chart" Target="../charts/chart13.xml"/><Relationship Id="rId3" Type="http://schemas.openxmlformats.org/officeDocument/2006/relationships/chart" Target="../charts/chart14.xml"/></Relationships>

</file>

<file path=ppt/slides/_rels/slide136.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37.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3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39.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0.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7.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chart" Target="../charts/chart15.xml"/></Relationships>

</file>

<file path=ppt/slides/_rels/slide148.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49.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50.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51.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5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5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5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5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56.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57.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58.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59.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60.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1.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2.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67.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chart" Target="../charts/chart16.xml"/></Relationships>

</file>

<file path=ppt/slides/_rels/slide168.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chart" Target="../charts/chart17.xml"/></Relationships>

</file>

<file path=ppt/slides/_rels/slide169.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chart" Target="../charts/chart18.xml"/></Relationships>

</file>

<file path=ppt/slides/_rels/slide170.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chart" Target="../charts/chart19.xml"/><Relationship Id="rId3" Type="http://schemas.openxmlformats.org/officeDocument/2006/relationships/chart" Target="../charts/chart20.xml"/><Relationship Id="rId4" Type="http://schemas.openxmlformats.org/officeDocument/2006/relationships/chart" Target="../charts/chart21.xml"/><Relationship Id="rId5" Type="http://schemas.openxmlformats.org/officeDocument/2006/relationships/chart" Target="../charts/chart22.xml"/></Relationships>

</file>

<file path=ppt/slides/_rels/slide171.xml.rels><?xml version="1.0" encoding="UTF-8" standalone="yes"?><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chart" Target="../charts/chart23.xml"/></Relationships>

</file>

<file path=ppt/slides/_rels/slide172.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73.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74.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75.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76.xml.rels><?xml version="1.0" encoding="UTF-8" standalone="yes"?><Relationships xmlns="http://schemas.openxmlformats.org/package/2006/relationships"><Relationship Id="rId1" Type="http://schemas.openxmlformats.org/officeDocument/2006/relationships/slideLayout" Target="../slideLayouts/slideLayout27.xml"/></Relationships>

</file>

<file path=ppt/slides/_rels/slide177.xml.rels><?xml version="1.0" encoding="UTF-8" standalone="yes"?><Relationships xmlns="http://schemas.openxmlformats.org/package/2006/relationships"><Relationship Id="rId1" Type="http://schemas.openxmlformats.org/officeDocument/2006/relationships/slideLayout" Target="../slideLayouts/slideLayout17.xml"/></Relationships>

</file>

<file path=ppt/slides/_rels/slide178.xml.rels><?xml version="1.0" encoding="UTF-8" standalone="yes"?><Relationships xmlns="http://schemas.openxmlformats.org/package/2006/relationships"><Relationship Id="rId1" Type="http://schemas.openxmlformats.org/officeDocument/2006/relationships/slideLayout" Target="../slideLayouts/slideLayout17.xml"/></Relationships>

</file>

<file path=ppt/slides/_rels/slide179.xml.rels><?xml version="1.0" encoding="UTF-8" standalone="yes"?><Relationships xmlns="http://schemas.openxmlformats.org/package/2006/relationships"><Relationship Id="rId1" Type="http://schemas.openxmlformats.org/officeDocument/2006/relationships/slideLayout" Target="../slideLayouts/slideLayout29.xml"/></Relationships>

</file>

<file path=ppt/slides/_rels/slide180.xml.rels><?xml version="1.0" encoding="UTF-8" standalone="yes"?><Relationships xmlns="http://schemas.openxmlformats.org/package/2006/relationships"><Relationship Id="rId1" Type="http://schemas.openxmlformats.org/officeDocument/2006/relationships/slideLayout" Target="../slideLayouts/slideLayout26.xml"/></Relationships>

</file>

<file path=ppt/slides/_rels/slide181.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82.xml.rels><?xml version="1.0" encoding="UTF-8" standalone="yes"?><Relationships xmlns="http://schemas.openxmlformats.org/package/2006/relationships"><Relationship Id="rId1" Type="http://schemas.openxmlformats.org/officeDocument/2006/relationships/slideLayout" Target="../slideLayouts/slideLayout15.xml"/></Relationships>

</file>

<file path=ppt/slides/_rels/slide183.xml.rels><?xml version="1.0" encoding="UTF-8" standalone="yes"?><Relationships xmlns="http://schemas.openxmlformats.org/package/2006/relationships"><Relationship Id="rId1" Type="http://schemas.openxmlformats.org/officeDocument/2006/relationships/slideLayout" Target="../slideLayouts/slideLayout15.xml"/></Relationships>

</file>

<file path=ppt/slides/_rels/slide184.xml.rels><?xml version="1.0" encoding="UTF-8" standalone="yes"?><Relationships xmlns="http://schemas.openxmlformats.org/package/2006/relationships"><Relationship Id="rId1" Type="http://schemas.openxmlformats.org/officeDocument/2006/relationships/slideLayout" Target="../slideLayouts/slideLayout15.xml"/></Relationships>

</file>

<file path=ppt/slides/_rels/slide185.xml.rels><?xml version="1.0" encoding="UTF-8" standalone="yes"?><Relationships xmlns="http://schemas.openxmlformats.org/package/2006/relationships"><Relationship Id="rId1" Type="http://schemas.openxmlformats.org/officeDocument/2006/relationships/slideLayout" Target="../slideLayouts/slideLayout23.xml"/></Relationships>

</file>

<file path=ppt/slides/_rels/slide186.xml.rels><?xml version="1.0" encoding="UTF-8" standalone="yes"?><Relationships xmlns="http://schemas.openxmlformats.org/package/2006/relationships"><Relationship Id="rId1" Type="http://schemas.openxmlformats.org/officeDocument/2006/relationships/slideLayout" Target="../slideLayouts/slideLayout23.xml"/></Relationships>

</file>

<file path=ppt/slides/_rels/slide187.xml.rels><?xml version="1.0" encoding="UTF-8" standalone="yes"?><Relationships xmlns="http://schemas.openxmlformats.org/package/2006/relationships"><Relationship Id="rId1" Type="http://schemas.openxmlformats.org/officeDocument/2006/relationships/slideLayout" Target="../slideLayouts/slideLayout23.xml"/></Relationships>

</file>

<file path=ppt/slides/_rels/slide188.xml.rels><?xml version="1.0" encoding="UTF-8" standalone="yes"?><Relationships xmlns="http://schemas.openxmlformats.org/package/2006/relationships"><Relationship Id="rId1" Type="http://schemas.openxmlformats.org/officeDocument/2006/relationships/slideLayout" Target="../slideLayouts/slideLayout23.xml"/></Relationships>

</file>

<file path=ppt/slides/_rels/slide189.xml.rels><?xml version="1.0" encoding="UTF-8" standalone="yes"?><Relationships xmlns="http://schemas.openxmlformats.org/package/2006/relationships"><Relationship Id="rId1" Type="http://schemas.openxmlformats.org/officeDocument/2006/relationships/slideLayout" Target="../slideLayouts/slideLayout15.xml"/></Relationships>

</file>

<file path=ppt/slides/_rels/slide190.xml.rels><?xml version="1.0" encoding="UTF-8" standalone="yes"?><Relationships xmlns="http://schemas.openxmlformats.org/package/2006/relationships"><Relationship Id="rId1" Type="http://schemas.openxmlformats.org/officeDocument/2006/relationships/slideLayout" Target="../slideLayouts/slideLayout15.xml"/></Relationships>

</file>

<file path=ppt/slides/_rels/slide191.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92.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93.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194.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image" Target="../media/image18.png"/></Relationships>

</file>

<file path=ppt/slides/_rels/slide195.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96.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image" Target="../media/image1.bmp"/></Relationships>

</file>

<file path=ppt/slides/_rels/slide197.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198.xml.rels><?xml version="1.0" encoding="UTF-8" standalone="yes"?><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image" Target="../media/image1.bmp"/></Relationships>

</file>

<file path=ppt/slides/_rels/slide199.xml.rels><?xml version="1.0" encoding="UTF-8" standalone="yes"?><Relationships xmlns="http://schemas.openxmlformats.org/package/2006/relationships"><Relationship Id="rId1" Type="http://schemas.openxmlformats.org/officeDocument/2006/relationships/slideLayout" Target="../slideLayouts/slideLayout25.xml"/></Relationships>

</file>

<file path=ppt/slides/_rels/slide200.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01.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29.png"/></Relationships>

</file>

<file path=ppt/slides/_rels/slide202.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03.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4.xml"/><Relationship Id="rId3" Type="http://schemas.openxmlformats.org/officeDocument/2006/relationships/chart" Target="../charts/chart25.xml"/></Relationships>

</file>

<file path=ppt/slides/_rels/slide204.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6.xml"/></Relationships>

</file>

<file path=ppt/slides/_rels/slide205.xml.rels><?xml version="1.0" encoding="UTF-8" standalone="yes"?><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0.png"/></Relationships>

</file>

<file path=ppt/slides/_rels/slide207.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08.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1.png"/><Relationship Id="rId3" Type="http://schemas.openxmlformats.org/officeDocument/2006/relationships/image" Target="../media/image32.png"/></Relationships>

</file>

<file path=ppt/slides/_rels/slide209.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10.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11.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12.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3.png"/><Relationship Id="rId3" Type="http://schemas.openxmlformats.org/officeDocument/2006/relationships/image" Target="../media/image34.png"/><Relationship Id="rId4" Type="http://schemas.openxmlformats.org/officeDocument/2006/relationships/image" Target="../media/image35.png"/></Relationships>

</file>

<file path=ppt/slides/_rels/slide213.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6.png"/><Relationship Id="rId3" Type="http://schemas.openxmlformats.org/officeDocument/2006/relationships/image" Target="../media/image37.png"/><Relationship Id="rId4" Type="http://schemas.openxmlformats.org/officeDocument/2006/relationships/image" Target="../media/image38.png"/><Relationship Id="rId5" Type="http://schemas.openxmlformats.org/officeDocument/2006/relationships/image" Target="../media/image39.png"/></Relationships>

</file>

<file path=ppt/slides/_rels/slide214.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40.png"/><Relationship Id="rId3" Type="http://schemas.openxmlformats.org/officeDocument/2006/relationships/image" Target="../media/image41.png"/><Relationship Id="rId4" Type="http://schemas.openxmlformats.org/officeDocument/2006/relationships/image" Target="../media/image42.png"/><Relationship Id="rId5" Type="http://schemas.openxmlformats.org/officeDocument/2006/relationships/image" Target="../media/image43.png"/></Relationships>

</file>

<file path=ppt/slides/_rels/slide215.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44.png"/><Relationship Id="rId3" Type="http://schemas.openxmlformats.org/officeDocument/2006/relationships/image" Target="../media/image45.png"/><Relationship Id="rId4" Type="http://schemas.openxmlformats.org/officeDocument/2006/relationships/image" Target="../media/image46.png"/><Relationship Id="rId5" Type="http://schemas.openxmlformats.org/officeDocument/2006/relationships/image" Target="../media/image47.png"/><Relationship Id="rId6" Type="http://schemas.openxmlformats.org/officeDocument/2006/relationships/image" Target="../media/image48.png"/><Relationship Id="rId7" Type="http://schemas.openxmlformats.org/officeDocument/2006/relationships/image" Target="../media/image49.png"/><Relationship Id="rId8" Type="http://schemas.openxmlformats.org/officeDocument/2006/relationships/image" Target="../media/image50.png"/></Relationships>

</file>

<file path=ppt/slides/_rels/slide216.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51.png"/><Relationship Id="rId3" Type="http://schemas.openxmlformats.org/officeDocument/2006/relationships/image" Target="../media/image52.png"/><Relationship Id="rId4" Type="http://schemas.openxmlformats.org/officeDocument/2006/relationships/image" Target="../media/image53.png"/><Relationship Id="rId5" Type="http://schemas.openxmlformats.org/officeDocument/2006/relationships/image" Target="../media/image54.png"/></Relationships>

</file>

<file path=ppt/slides/_rels/slide217.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55.png"/><Relationship Id="rId3" Type="http://schemas.openxmlformats.org/officeDocument/2006/relationships/image" Target="../media/image56.png"/><Relationship Id="rId4" Type="http://schemas.openxmlformats.org/officeDocument/2006/relationships/image" Target="../media/image57.png"/><Relationship Id="rId5" Type="http://schemas.openxmlformats.org/officeDocument/2006/relationships/image" Target="../media/image58.png"/></Relationships>

</file>

<file path=ppt/slides/_rels/slide218.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59.png"/><Relationship Id="rId3" Type="http://schemas.openxmlformats.org/officeDocument/2006/relationships/image" Target="../media/image60.png"/><Relationship Id="rId4" Type="http://schemas.openxmlformats.org/officeDocument/2006/relationships/image" Target="../media/image61.png"/><Relationship Id="rId5" Type="http://schemas.openxmlformats.org/officeDocument/2006/relationships/image" Target="../media/image62.png"/><Relationship Id="rId6" Type="http://schemas.openxmlformats.org/officeDocument/2006/relationships/image" Target="../media/image63.png"/><Relationship Id="rId7" Type="http://schemas.openxmlformats.org/officeDocument/2006/relationships/image" Target="../media/image64.png"/></Relationships>

</file>

<file path=ppt/slides/_rels/slide219.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65.png"/><Relationship Id="rId3" Type="http://schemas.openxmlformats.org/officeDocument/2006/relationships/image" Target="../media/image66.png"/><Relationship Id="rId4" Type="http://schemas.openxmlformats.org/officeDocument/2006/relationships/image" Target="../media/image67.png"/><Relationship Id="rId5" Type="http://schemas.openxmlformats.org/officeDocument/2006/relationships/image" Target="../media/image68.png"/></Relationships>

</file>

<file path=ppt/slides/_rels/slide220.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69.png"/><Relationship Id="rId3" Type="http://schemas.openxmlformats.org/officeDocument/2006/relationships/image" Target="../media/image70.png"/><Relationship Id="rId4" Type="http://schemas.openxmlformats.org/officeDocument/2006/relationships/image" Target="../media/image71.png"/></Relationships>

</file>

<file path=ppt/slides/_rels/slide221.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72.png"/><Relationship Id="rId3" Type="http://schemas.openxmlformats.org/officeDocument/2006/relationships/image" Target="../media/image73.png"/><Relationship Id="rId4" Type="http://schemas.openxmlformats.org/officeDocument/2006/relationships/image" Target="../media/image74.png"/><Relationship Id="rId5" Type="http://schemas.openxmlformats.org/officeDocument/2006/relationships/image" Target="../media/image75.png"/></Relationships>

</file>

<file path=ppt/slides/_rels/slide222.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76.png"/><Relationship Id="rId3" Type="http://schemas.openxmlformats.org/officeDocument/2006/relationships/image" Target="../media/image77.png"/><Relationship Id="rId4" Type="http://schemas.openxmlformats.org/officeDocument/2006/relationships/image" Target="../media/image78.png"/></Relationships>

</file>

<file path=ppt/slides/_rels/slide223.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79.png"/><Relationship Id="rId3" Type="http://schemas.openxmlformats.org/officeDocument/2006/relationships/image" Target="../media/image80.png"/></Relationships>

</file>

<file path=ppt/slides/_rels/slide224.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81.png"/><Relationship Id="rId3" Type="http://schemas.openxmlformats.org/officeDocument/2006/relationships/image" Target="../media/image82.png"/><Relationship Id="rId4" Type="http://schemas.openxmlformats.org/officeDocument/2006/relationships/image" Target="../media/image83.png"/></Relationships>

</file>

<file path=ppt/slides/_rels/slide225.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84.png"/></Relationships>

</file>

<file path=ppt/slides/_rels/slide226.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85.png"/><Relationship Id="rId3" Type="http://schemas.openxmlformats.org/officeDocument/2006/relationships/image" Target="../media/image86.png"/><Relationship Id="rId4" Type="http://schemas.openxmlformats.org/officeDocument/2006/relationships/image" Target="../media/image87.png"/></Relationships>

</file>

<file path=ppt/slides/_rels/slide227.xml.rels><?xml version="1.0" encoding="UTF-8" standalone="yes"?><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88.png"/><Relationship Id="rId3" Type="http://schemas.openxmlformats.org/officeDocument/2006/relationships/image" Target="../media/image89.png"/><Relationship Id="rId4" Type="http://schemas.openxmlformats.org/officeDocument/2006/relationships/image" Target="../media/image90.png"/></Relationships>

</file>

<file path=ppt/slides/_rels/slide228.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29.xml.rels><?xml version="1.0" encoding="UTF-8" standalone="yes"?><Relationships xmlns="http://schemas.openxmlformats.org/package/2006/relationships"><Relationship Id="rId1" Type="http://schemas.openxmlformats.org/officeDocument/2006/relationships/slideLayout" Target="../slideLayouts/slideLayout30.xml"/></Relationships>

</file>

<file path=ppt/slides/_rels/slide230.xml.rels><?xml version="1.0" encoding="UTF-8" standalone="yes"?><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xml"/></Relationships>

</file>

<file path=ppt/slides/_rels/slide231.xml.rels><?xml version="1.0" encoding="UTF-8" standalone="yes"?><Relationships xmlns="http://schemas.openxmlformats.org/package/2006/relationships"><Relationship Id="rId1" Type="http://schemas.openxmlformats.org/officeDocument/2006/relationships/slideLayout" Target="../slideLayouts/slideLayout38.xml"/></Relationships>

</file>

<file path=ppt/slides/_rels/slide232.xml.rels><?xml version="1.0" encoding="UTF-8" standalone="yes"?><Relationships xmlns="http://schemas.openxmlformats.org/package/2006/relationships"><Relationship Id="rId1" Type="http://schemas.openxmlformats.org/officeDocument/2006/relationships/slideLayout" Target="../slideLayouts/slideLayout4.xml"/></Relationships>

</file>

<file path=ppt/slides/_rels/slide233.xml.rels><?xml version="1.0" encoding="UTF-8" standalone="yes"?><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image" Target="../media/image2.jpeg"/><Relationship Id="rId3" Type="http://schemas.openxmlformats.org/officeDocument/2006/relationships/image" Target="../media/image91.png"/><Relationship Id="rId4" Type="http://schemas.openxmlformats.org/officeDocument/2006/relationships/image" Target="../media/image92.png"/></Relationships>

</file>

<file path=ppt/slides/_rels/slide234.xml.rels><?xml version="1.0" encoding="UTF-8" standalone="yes"?><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image" Target="../media/image2.jpeg"/></Relationships>

</file>

<file path=ppt/slides/_rels/slide235.xml.rels><?xml version="1.0" encoding="UTF-8" standalone="yes"?><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xml"/></Relationships>

</file>

<file path=ppt/slides/_rels/slide236.xml.rels><?xml version="1.0" encoding="UTF-8" standalone="yes"?><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image" Target="../media/image3.jpeg"/></Relationships>

</file>

<file path=ppt/slides/_rels/slide237.xml.rels><?xml version="1.0" encoding="UTF-8" standalone="yes"?><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xml"/></Relationships>

</file>

<file path=ppt/slides/_rels/slide238.xml.rels><?xml version="1.0" encoding="UTF-8" standalone="yes"?><Relationships xmlns="http://schemas.openxmlformats.org/package/2006/relationships"><Relationship Id="rId1" Type="http://schemas.openxmlformats.org/officeDocument/2006/relationships/slideLayout" Target="../slideLayouts/slideLayout34.xml"/></Relationships>

</file>

<file path=ppt/slides/_rels/slide239.xml.rels><?xml version="1.0" encoding="UTF-8" standalone="yes"?><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image" Target="../media/image8.png"/></Relationships>

</file>

<file path=ppt/slides/_rels/slide240.xml.rels><?xml version="1.0" encoding="UTF-8" standalone="yes"?><Relationships xmlns="http://schemas.openxmlformats.org/package/2006/relationships"><Relationship Id="rId1" Type="http://schemas.openxmlformats.org/officeDocument/2006/relationships/slideLayout" Target="../slideLayouts/slideLayout37.xml"/></Relationships>

</file>

<file path=ppt/slides/_rels/slide241.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42.xml.rels><?xml version="1.0" encoding="UTF-8" standalone="yes"?><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93.png"/></Relationships>

</file>

<file path=ppt/slides/_rels/slide243.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94.png"/></Relationships>

</file>

<file path=ppt/slides/_rels/slide244.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95.png"/></Relationships>

</file>

<file path=ppt/slides/_rels/slide245.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96.png"/></Relationships>

</file>

<file path=ppt/slides/_rels/slide246.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97.png"/></Relationships>

</file>

<file path=ppt/slides/_rels/slide247.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98.png"/></Relationships>

</file>

<file path=ppt/slides/_rels/slide248.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99.png"/></Relationships>

</file>

<file path=ppt/slides/_rels/slide249.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00.png"/></Relationships>

</file>

<file path=ppt/slides/_rels/slide250.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01.png"/></Relationships>

</file>

<file path=ppt/slides/_rels/slide251.xml.rels><?xml version="1.0" encoding="UTF-8" standalone="yes"?><Relationships xmlns="http://schemas.openxmlformats.org/package/2006/relationships"><Relationship Id="rId1" Type="http://schemas.openxmlformats.org/officeDocument/2006/relationships/slideLayout" Target="../slideLayouts/slideLayout1.xml"/></Relationships>

</file>

<file path=ppt/slides/_rels/slide252.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xml"/></Relationships>

</file>

<file path=ppt/slides/_rels/slide253.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xml"/></Relationships>

</file>

<file path=ppt/slides/_rels/slide254.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6.xml"/></Relationships>

</file>

<file path=ppt/slides/_rels/slide255.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7.xml"/><Relationship Id="rId3" Type="http://schemas.openxmlformats.org/officeDocument/2006/relationships/chart" Target="../charts/chart27.xml"/></Relationships>

</file>

<file path=ppt/slides/_rels/slide256.xml.rels><?xml version="1.0" encoding="UTF-8" standalone="yes"?><Relationships xmlns="http://schemas.openxmlformats.org/package/2006/relationships"><Relationship Id="rId1" Type="http://schemas.openxmlformats.org/officeDocument/2006/relationships/slideLayout" Target="../slideLayouts/slideLayout41.xml"/></Relationships>

</file>

<file path=ppt/slides/_rels/slide257.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8.xml"/></Relationships>

</file>

<file path=ppt/slides/_rels/slide258.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9.xml"/></Relationships>

</file>

<file path=ppt/slides/_rels/slide259.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60.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0.xml"/></Relationships>

</file>

<file path=ppt/slides/_rels/slide261.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62.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63.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1.xml"/><Relationship Id="rId3" Type="http://schemas.openxmlformats.org/officeDocument/2006/relationships/chart" Target="../charts/chart28.xml"/></Relationships>

</file>

<file path=ppt/slides/_rels/slide264.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2.xml"/></Relationships>

</file>

<file path=ppt/slides/_rels/slide265.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66.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3.xml"/><Relationship Id="rId3" Type="http://schemas.openxmlformats.org/officeDocument/2006/relationships/chart" Target="../charts/chart29.xml"/><Relationship Id="rId4" Type="http://schemas.openxmlformats.org/officeDocument/2006/relationships/chart" Target="../charts/chart30.xml"/></Relationships>

</file>

<file path=ppt/slides/_rels/slide267.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68.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image" Target="../media/image4.jpeg"/><Relationship Id="rId3" Type="http://schemas.openxmlformats.org/officeDocument/2006/relationships/image" Target="../media/image5.jpeg"/><Relationship Id="rId4" Type="http://schemas.openxmlformats.org/officeDocument/2006/relationships/image" Target="../media/image6.jpeg"/><Relationship Id="rId5" Type="http://schemas.openxmlformats.org/officeDocument/2006/relationships/image" Target="../media/image7.jpeg"/></Relationships>

</file>

<file path=ppt/slides/_rels/slide269.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0.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4.xml"/></Relationships>

</file>

<file path=ppt/slides/_rels/slide271.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2.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3.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4.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5.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6.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7.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8.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79.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80.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5.xml"/></Relationships>

</file>

<file path=ppt/slides/_rels/slide281.xml.rels><?xml version="1.0" encoding="UTF-8" standalone="yes"?><Relationships xmlns="http://schemas.openxmlformats.org/package/2006/relationships"><Relationship Id="rId1" Type="http://schemas.openxmlformats.org/officeDocument/2006/relationships/slideLayout" Target="../slideLayouts/slideLayout40.xml"/></Relationships>

</file>

<file path=ppt/slides/_rels/slide282.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6.xml"/></Relationships>

</file>

<file path=ppt/slides/_rels/slide283.xml.rels><?xml version="1.0" encoding="UTF-8" standalone="yes"?><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7.xml"/></Relationships>

</file>

<file path=ppt/slides/slide1.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sp>
        <p:nvSpPr>
          <p:cNvPr id="375" name="Shape 375"/>
          <p:cNvSpPr/>
          <p:nvPr>
            <p:ph type="ctrTitle"/>
          </p:nvPr>
        </p:nvSpPr>
        <p:spPr>
          <a:xfrm>
            <a:off x="1735137" y="2421731"/>
            <a:ext cx="14716126" cy="4643438"/>
          </a:xfrm>
          <a:prstGeom prst="rect">
            <a:avLst/>
          </a:prstGeom>
        </p:spPr>
        <p:txBody>
          <a:bodyPr/>
          <a:lstStyle>
            <a:lvl1pPr algn="l">
              <a:defRPr>
                <a:solidFill>
                  <a:srgbClr val="FFFFFF"/>
                </a:solidFill>
                <a:latin typeface="Raleway ExtraBold"/>
                <a:ea typeface="Raleway ExtraBold"/>
                <a:cs typeface="Raleway ExtraBold"/>
                <a:sym typeface="Raleway ExtraBold"/>
              </a:defRPr>
            </a:lvl1pPr>
          </a:lstStyle>
          <a:p>
            <a:pPr/>
            <a:r>
              <a:t>Plantilla mágica</a:t>
            </a:r>
          </a:p>
        </p:txBody>
      </p:sp>
      <p:sp>
        <p:nvSpPr>
          <p:cNvPr id="376" name="Shape 376"/>
          <p:cNvSpPr/>
          <p:nvPr>
            <p:ph type="subTitle" sz="quarter" idx="1"/>
          </p:nvPr>
        </p:nvSpPr>
        <p:spPr>
          <a:xfrm>
            <a:off x="1735137" y="7190184"/>
            <a:ext cx="14716126" cy="1589485"/>
          </a:xfrm>
          <a:prstGeom prst="rect">
            <a:avLst/>
          </a:prstGeom>
        </p:spPr>
        <p:txBody>
          <a:bodyPr/>
          <a:lstStyle>
            <a:lvl1pPr algn="l">
              <a:defRPr>
                <a:solidFill>
                  <a:srgbClr val="FFFFFF"/>
                </a:solidFill>
                <a:latin typeface="Raleway SemiBold"/>
                <a:ea typeface="Raleway SemiBold"/>
                <a:cs typeface="Raleway SemiBold"/>
                <a:sym typeface="Raleway SemiBold"/>
              </a:defRPr>
            </a:lvl1pPr>
          </a:lstStyle>
          <a:p>
            <a:pPr/>
            <a:r>
              <a:t>para crear presentaciones, propuestas, cursos, etc..</a:t>
            </a:r>
          </a:p>
        </p:txBody>
      </p:sp>
      <p:pic>
        <p:nvPicPr>
          <p:cNvPr id="377" name="pasted-image.pdf"/>
          <p:cNvPicPr>
            <a:picLocks noChangeAspect="1"/>
          </p:cNvPicPr>
          <p:nvPr/>
        </p:nvPicPr>
        <p:blipFill>
          <a:blip r:embed="rId2">
            <a:extLst/>
          </a:blip>
          <a:stretch>
            <a:fillRect/>
          </a:stretch>
        </p:blipFill>
        <p:spPr>
          <a:xfrm>
            <a:off x="1956377" y="3287305"/>
            <a:ext cx="5908891" cy="1553389"/>
          </a:xfrm>
          <a:prstGeom prst="rect">
            <a:avLst/>
          </a:prstGeom>
          <a:ln w="12700">
            <a:miter lim="400000"/>
          </a:ln>
        </p:spPr>
      </p:pic>
      <p:sp>
        <p:nvSpPr>
          <p:cNvPr id="378" name="Shape 378"/>
          <p:cNvSpPr/>
          <p:nvPr/>
        </p:nvSpPr>
        <p:spPr>
          <a:xfrm>
            <a:off x="-276266" y="12102039"/>
            <a:ext cx="24936532" cy="1671775"/>
          </a:xfrm>
          <a:prstGeom prst="rect">
            <a:avLst/>
          </a:prstGeom>
          <a:solidFill>
            <a:srgbClr val="FFFFFF"/>
          </a:solidFill>
          <a:ln w="12700">
            <a:miter lim="400000"/>
          </a:ln>
          <a:effectLst>
            <a:outerShdw sx="100000" sy="100000" kx="0" ky="0" algn="b" rotWithShape="0" blurRad="50800" dist="25400" dir="5400000">
              <a:srgbClr val="000000">
                <a:alpha val="50000"/>
              </a:srgbClr>
            </a:outerShdw>
          </a:effec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p>
        </p:txBody>
      </p:sp>
      <p:sp>
        <p:nvSpPr>
          <p:cNvPr id="379" name="Shape 379"/>
          <p:cNvSpPr/>
          <p:nvPr/>
        </p:nvSpPr>
        <p:spPr>
          <a:xfrm>
            <a:off x="-36414" y="12473384"/>
            <a:ext cx="24456828" cy="72330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ormAutofit fontScale="100000" lnSpcReduction="0"/>
          </a:bodyPr>
          <a:lstStyle/>
          <a:p>
            <a:pPr>
              <a:defRPr sz="3700">
                <a:solidFill>
                  <a:srgbClr val="144973"/>
                </a:solidFill>
                <a:latin typeface="Raleway SemiBold"/>
                <a:ea typeface="Raleway SemiBold"/>
                <a:cs typeface="Raleway SemiBold"/>
                <a:sym typeface="Raleway SemiBold"/>
              </a:defRPr>
            </a:pPr>
            <a:r>
              <a:t>Más recursos de diseño para marketinianos en </a:t>
            </a:r>
            <a:r>
              <a:rPr u="sng">
                <a:hlinkClick r:id="rId3" invalidUrl="" action="" tgtFrame="" tooltip="" history="1" highlightClick="0" endSnd="0"/>
              </a:rPr>
              <a:t>vilmanunez.com/academy</a:t>
            </a:r>
            <a:r>
              <a:t> </a:t>
            </a:r>
          </a:p>
        </p:txBody>
      </p:sp>
    </p:spTree>
  </p:cSld>
  <p:clrMapOvr>
    <a:masterClrMapping/>
  </p:clrMapOvr>
  <p:transition xmlns:p14="http://schemas.microsoft.com/office/powerpoint/2010/main" spd="med" advClick="1"/>
</p:sld>
</file>

<file path=ppt/slides/slide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81" name="Shape 381"/>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INSTRUCCIONES</a:t>
            </a:r>
          </a:p>
        </p:txBody>
      </p:sp>
    </p:spTree>
  </p:cSld>
  <p:clrMapOvr>
    <a:masterClrMapping/>
  </p:clrMapOvr>
  <p:transition xmlns:p14="http://schemas.microsoft.com/office/powerpoint/2010/main" spd="med" advClick="1" p14:dur="1000"/>
</p:sld>
</file>

<file path=ppt/slides/slide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83" name="Shape 383"/>
          <p:cNvSpPr/>
          <p:nvPr>
            <p:ph type="title"/>
          </p:nvPr>
        </p:nvSpPr>
        <p:spPr>
          <a:prstGeom prst="rect">
            <a:avLst/>
          </a:prstGeom>
        </p:spPr>
        <p:txBody>
          <a:bodyPr/>
          <a:lstStyle/>
          <a:p>
            <a:pPr/>
            <a:r>
              <a:t>INSTRUCCIONES</a:t>
            </a:r>
          </a:p>
        </p:txBody>
      </p:sp>
      <p:sp>
        <p:nvSpPr>
          <p:cNvPr id="384" name="Shape 384"/>
          <p:cNvSpPr/>
          <p:nvPr/>
        </p:nvSpPr>
        <p:spPr>
          <a:xfrm>
            <a:off x="565237" y="1823025"/>
            <a:ext cx="754824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Cómo utilizar la plantilla</a:t>
            </a:r>
          </a:p>
        </p:txBody>
      </p:sp>
      <p:sp>
        <p:nvSpPr>
          <p:cNvPr id="385" name="Shape 385"/>
          <p:cNvSpPr/>
          <p:nvPr/>
        </p:nvSpPr>
        <p:spPr>
          <a:xfrm>
            <a:off x="532954" y="3533611"/>
            <a:ext cx="21717892" cy="4882385"/>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marL="228600" indent="-228600" algn="just">
              <a:spcBef>
                <a:spcPts val="2000"/>
              </a:spcBef>
              <a:buSzPct val="100000"/>
              <a:buChar char="•"/>
              <a:defRPr sz="3600">
                <a:latin typeface="Raleway SemiBold"/>
                <a:ea typeface="Raleway SemiBold"/>
                <a:cs typeface="Raleway SemiBold"/>
                <a:sym typeface="Raleway SemiBold"/>
              </a:defRPr>
            </a:pPr>
            <a:r>
              <a:t>El color principal de esta plantilla es AZUL oscuro pero puedes cambiarlo por el color de tu marca haciendo clic y luego seleccionando el color.</a:t>
            </a:r>
          </a:p>
          <a:p>
            <a:pPr marL="228600" indent="-228600" algn="just">
              <a:spcBef>
                <a:spcPts val="2000"/>
              </a:spcBef>
              <a:buSzPct val="100000"/>
              <a:buChar char="•"/>
              <a:defRPr sz="3600">
                <a:latin typeface="Raleway SemiBold"/>
                <a:ea typeface="Raleway SemiBold"/>
                <a:cs typeface="Raleway SemiBold"/>
                <a:sym typeface="Raleway SemiBold"/>
              </a:defRPr>
            </a:pPr>
            <a:r>
              <a:t>Algunos iconos son editables, es decir que puedes cambiarle el color, otros son importados y los tendrás en blanco y negro.</a:t>
            </a:r>
          </a:p>
          <a:p>
            <a:pPr marL="228600" indent="-228600" algn="just">
              <a:spcBef>
                <a:spcPts val="2000"/>
              </a:spcBef>
              <a:buSzPct val="100000"/>
              <a:buChar char="•"/>
              <a:defRPr sz="3600">
                <a:latin typeface="Raleway SemiBold"/>
                <a:ea typeface="Raleway SemiBold"/>
                <a:cs typeface="Raleway SemiBold"/>
                <a:sym typeface="Raleway SemiBold"/>
              </a:defRPr>
            </a:pPr>
            <a:r>
              <a:t>La tipografía principal es </a:t>
            </a:r>
            <a:r>
              <a:rPr u="sng"/>
              <a:t>Raleway</a:t>
            </a:r>
            <a:r>
              <a:rPr>
                <a:latin typeface="Raleway Regular"/>
                <a:ea typeface="Raleway Regular"/>
                <a:cs typeface="Raleway Regular"/>
                <a:sym typeface="Raleway Regular"/>
              </a:rPr>
              <a:t> y la secundaria </a:t>
            </a:r>
            <a:r>
              <a:rPr u="sng">
                <a:latin typeface="Montserrat"/>
                <a:ea typeface="Montserrat"/>
                <a:cs typeface="Montserrat"/>
                <a:sym typeface="Montserrat"/>
              </a:rPr>
              <a:t>Montserrat</a:t>
            </a:r>
            <a:r>
              <a:rPr>
                <a:latin typeface="Raleway Regular"/>
                <a:ea typeface="Raleway Regular"/>
                <a:cs typeface="Raleway Regular"/>
                <a:sym typeface="Raleway Regular"/>
              </a:rPr>
              <a:t> </a:t>
            </a:r>
            <a:endParaRPr>
              <a:latin typeface="Raleway Regular"/>
              <a:ea typeface="Raleway Regular"/>
              <a:cs typeface="Raleway Regular"/>
              <a:sym typeface="Raleway Regular"/>
            </a:endParaRPr>
          </a:p>
          <a:p>
            <a:pPr marL="228600" indent="-228600" algn="just">
              <a:spcBef>
                <a:spcPts val="2000"/>
              </a:spcBef>
              <a:buSzPct val="100000"/>
              <a:buChar char="•"/>
              <a:defRPr sz="3600">
                <a:latin typeface="Raleway SemiBold"/>
                <a:ea typeface="Raleway SemiBold"/>
                <a:cs typeface="Raleway SemiBold"/>
                <a:sym typeface="Raleway SemiBold"/>
              </a:defRPr>
            </a:pPr>
            <a:r>
              <a:t>La plantillas está dividida por categorías para que puedas utilizarla mejor</a:t>
            </a:r>
            <a:endParaRPr>
              <a:latin typeface="Raleway Regular"/>
              <a:ea typeface="Raleway Regular"/>
              <a:cs typeface="Raleway Regular"/>
              <a:sym typeface="Raleway Regular"/>
            </a:endParaRPr>
          </a:p>
        </p:txBody>
      </p:sp>
    </p:spTree>
  </p:cSld>
  <p:clrMapOvr>
    <a:masterClrMapping/>
  </p:clrMapOvr>
  <p:transition xmlns:p14="http://schemas.microsoft.com/office/powerpoint/2010/main" spd="med" advClick="1" p14:dur="1000"/>
</p:sld>
</file>

<file path=ppt/slides/slide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87" name="Shape 387"/>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GENÉRICAS</a:t>
            </a:r>
          </a:p>
          <a:p>
            <a:pPr>
              <a:defRPr sz="10000">
                <a:solidFill>
                  <a:srgbClr val="FFFFFF"/>
                </a:solidFill>
                <a:latin typeface="Raleway ExtraBold"/>
                <a:ea typeface="Raleway ExtraBold"/>
                <a:cs typeface="Raleway ExtraBold"/>
                <a:sym typeface="Raleway ExtraBold"/>
              </a:defRPr>
            </a:pPr>
            <a:r>
              <a:t>Títulos, divisiones, textos</a:t>
            </a:r>
          </a:p>
        </p:txBody>
      </p:sp>
    </p:spTree>
  </p:cSld>
  <p:clrMapOvr>
    <a:masterClrMapping/>
  </p:clrMapOvr>
  <p:transition xmlns:p14="http://schemas.microsoft.com/office/powerpoint/2010/main" spd="med" advClick="1" p14:dur="1000"/>
</p:sld>
</file>

<file path=ppt/slides/slide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89" name="Shape 389"/>
          <p:cNvSpPr/>
          <p:nvPr/>
        </p:nvSpPr>
        <p:spPr>
          <a:xfrm>
            <a:off x="11139944" y="5375731"/>
            <a:ext cx="2113809" cy="2113809"/>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390" name="Shape 390"/>
          <p:cNvSpPr/>
          <p:nvPr/>
        </p:nvSpPr>
        <p:spPr>
          <a:xfrm>
            <a:off x="11657354" y="6008778"/>
            <a:ext cx="1078993" cy="779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pc="600" sz="4000">
                <a:solidFill>
                  <a:srgbClr val="FFFFFF"/>
                </a:solidFill>
                <a:latin typeface="Raleway Bold"/>
                <a:ea typeface="Raleway Bold"/>
                <a:cs typeface="Raleway Bold"/>
                <a:sym typeface="Raleway Bold"/>
              </a:defRPr>
            </a:lvl1pPr>
          </a:lstStyle>
          <a:p>
            <a:pPr>
              <a:defRPr spc="0">
                <a:solidFill>
                  <a:srgbClr val="0A0A0A"/>
                </a:solidFill>
                <a:latin typeface="Calibri"/>
                <a:ea typeface="Calibri"/>
                <a:cs typeface="Calibri"/>
                <a:sym typeface="Calibri"/>
              </a:defRPr>
            </a:pPr>
            <a:r>
              <a:rPr spc="600">
                <a:solidFill>
                  <a:srgbClr val="FFFFFF"/>
                </a:solidFill>
                <a:latin typeface="Raleway Bold"/>
                <a:ea typeface="Raleway Bold"/>
                <a:cs typeface="Raleway Bold"/>
                <a:sym typeface="Raleway Bold"/>
              </a:rPr>
              <a:t>VN</a:t>
            </a:r>
          </a:p>
        </p:txBody>
      </p:sp>
      <p:sp>
        <p:nvSpPr>
          <p:cNvPr id="391" name="Shape 391"/>
          <p:cNvSpPr/>
          <p:nvPr/>
        </p:nvSpPr>
        <p:spPr>
          <a:xfrm>
            <a:off x="11494363" y="7705753"/>
            <a:ext cx="139527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391">
                                            <p:bg/>
                                          </p:spTgt>
                                        </p:tgtEl>
                                        <p:attrNameLst>
                                          <p:attrName>style.visibility</p:attrName>
                                        </p:attrNameLst>
                                      </p:cBhvr>
                                      <p:to>
                                        <p:strVal val="visible"/>
                                      </p:to>
                                    </p:set>
                                    <p:animEffect filter="dissolve" transition="in">
                                      <p:cBhvr>
                                        <p:cTn id="7" dur="500"/>
                                        <p:tgtEl>
                                          <p:spTgt spid="391">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391">
                                            <p:txEl>
                                              <p:pRg st="0" end="0"/>
                                            </p:txEl>
                                          </p:spTgt>
                                        </p:tgtEl>
                                        <p:attrNameLst>
                                          <p:attrName>style.visibility</p:attrName>
                                        </p:attrNameLst>
                                      </p:cBhvr>
                                      <p:to>
                                        <p:strVal val="visible"/>
                                      </p:to>
                                    </p:set>
                                    <p:animEffect filter="dissolve" transition="in">
                                      <p:cBhvr>
                                        <p:cTn id="10" dur="500"/>
                                        <p:tgtEl>
                                          <p:spTgt spid="391">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391" grpId="1"/>
    </p:bldLst>
  </p:timing>
</p:sld>
</file>

<file path=ppt/slides/slide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pSp>
        <p:nvGrpSpPr>
          <p:cNvPr id="395" name="Group 395"/>
          <p:cNvGrpSpPr/>
          <p:nvPr/>
        </p:nvGrpSpPr>
        <p:grpSpPr>
          <a:xfrm>
            <a:off x="22844270" y="398919"/>
            <a:ext cx="1387044" cy="1387044"/>
            <a:chOff x="0" y="0"/>
            <a:chExt cx="1387043" cy="1387043"/>
          </a:xfrm>
        </p:grpSpPr>
        <p:sp>
          <p:nvSpPr>
            <p:cNvPr id="393" name="Shape 393"/>
            <p:cNvSpPr/>
            <p:nvPr/>
          </p:nvSpPr>
          <p:spPr>
            <a:xfrm>
              <a:off x="0" y="0"/>
              <a:ext cx="1387044" cy="1387044"/>
            </a:xfrm>
            <a:prstGeom prst="ellipse">
              <a:avLst/>
            </a:prstGeom>
            <a:solidFill>
              <a:srgbClr val="2F5379"/>
            </a:solidFill>
            <a:ln w="12700" cap="flat">
              <a:noFill/>
              <a:miter lim="4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394" name="Shape 394"/>
            <p:cNvSpPr/>
            <p:nvPr/>
          </p:nvSpPr>
          <p:spPr>
            <a:xfrm>
              <a:off x="340015" y="415394"/>
              <a:ext cx="707017" cy="511678"/>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pc="330" sz="2200">
                  <a:solidFill>
                    <a:srgbClr val="FFFFFF"/>
                  </a:solidFill>
                  <a:latin typeface="Raleway Bold"/>
                  <a:ea typeface="Raleway Bold"/>
                  <a:cs typeface="Raleway Bold"/>
                  <a:sym typeface="Raleway Bold"/>
                </a:defRPr>
              </a:lvl1pPr>
            </a:lstStyle>
            <a:p>
              <a:pPr>
                <a:defRPr spc="0">
                  <a:solidFill>
                    <a:srgbClr val="0A0A0A"/>
                  </a:solidFill>
                  <a:latin typeface="Calibri"/>
                  <a:ea typeface="Calibri"/>
                  <a:cs typeface="Calibri"/>
                  <a:sym typeface="Calibri"/>
                </a:defRPr>
              </a:pPr>
              <a:r>
                <a:rPr spc="330">
                  <a:solidFill>
                    <a:srgbClr val="FFFFFF"/>
                  </a:solidFill>
                  <a:latin typeface="Raleway Bold"/>
                  <a:ea typeface="Raleway Bold"/>
                  <a:cs typeface="Raleway Bold"/>
                  <a:sym typeface="Raleway Bold"/>
                </a:rPr>
                <a:t>VN</a:t>
              </a:r>
            </a:p>
          </p:txBody>
        </p:sp>
      </p:grpSp>
      <p:sp>
        <p:nvSpPr>
          <p:cNvPr id="396" name="Shape 396"/>
          <p:cNvSpPr/>
          <p:nvPr/>
        </p:nvSpPr>
        <p:spPr>
          <a:xfrm>
            <a:off x="5142598" y="27527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397" name="Shape 39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Índice</a:t>
            </a:r>
          </a:p>
        </p:txBody>
      </p:sp>
      <p:sp>
        <p:nvSpPr>
          <p:cNvPr id="398" name="Shape 398"/>
          <p:cNvSpPr/>
          <p:nvPr/>
        </p:nvSpPr>
        <p:spPr>
          <a:xfrm>
            <a:off x="2906665" y="31108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399" name="Shape 399"/>
          <p:cNvSpPr/>
          <p:nvPr/>
        </p:nvSpPr>
        <p:spPr>
          <a:xfrm>
            <a:off x="5142598" y="36544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00" name="Shape 400"/>
          <p:cNvSpPr/>
          <p:nvPr/>
        </p:nvSpPr>
        <p:spPr>
          <a:xfrm>
            <a:off x="2906665" y="40125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01" name="Shape 401"/>
          <p:cNvSpPr/>
          <p:nvPr/>
        </p:nvSpPr>
        <p:spPr>
          <a:xfrm>
            <a:off x="5142598" y="45561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02" name="Shape 402"/>
          <p:cNvSpPr/>
          <p:nvPr/>
        </p:nvSpPr>
        <p:spPr>
          <a:xfrm>
            <a:off x="2906665" y="49142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03" name="Shape 403"/>
          <p:cNvSpPr/>
          <p:nvPr/>
        </p:nvSpPr>
        <p:spPr>
          <a:xfrm>
            <a:off x="5142598" y="54324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04" name="Shape 404"/>
          <p:cNvSpPr/>
          <p:nvPr/>
        </p:nvSpPr>
        <p:spPr>
          <a:xfrm>
            <a:off x="2906665" y="57905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05" name="Shape 405"/>
          <p:cNvSpPr/>
          <p:nvPr/>
        </p:nvSpPr>
        <p:spPr>
          <a:xfrm>
            <a:off x="5142598" y="63341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06" name="Shape 406"/>
          <p:cNvSpPr/>
          <p:nvPr/>
        </p:nvSpPr>
        <p:spPr>
          <a:xfrm>
            <a:off x="2906665" y="66922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07" name="Shape 407"/>
          <p:cNvSpPr/>
          <p:nvPr/>
        </p:nvSpPr>
        <p:spPr>
          <a:xfrm>
            <a:off x="5142598" y="72358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08" name="Shape 408"/>
          <p:cNvSpPr/>
          <p:nvPr/>
        </p:nvSpPr>
        <p:spPr>
          <a:xfrm>
            <a:off x="2906665" y="75939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09" name="Shape 409"/>
          <p:cNvSpPr/>
          <p:nvPr/>
        </p:nvSpPr>
        <p:spPr>
          <a:xfrm>
            <a:off x="5142598" y="81121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10" name="Shape 410"/>
          <p:cNvSpPr/>
          <p:nvPr/>
        </p:nvSpPr>
        <p:spPr>
          <a:xfrm>
            <a:off x="2906665" y="84702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11" name="Shape 411"/>
          <p:cNvSpPr/>
          <p:nvPr/>
        </p:nvSpPr>
        <p:spPr>
          <a:xfrm>
            <a:off x="5142598" y="90138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12" name="Shape 412"/>
          <p:cNvSpPr/>
          <p:nvPr/>
        </p:nvSpPr>
        <p:spPr>
          <a:xfrm>
            <a:off x="2906665" y="93719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13" name="Shape 413"/>
          <p:cNvSpPr/>
          <p:nvPr/>
        </p:nvSpPr>
        <p:spPr>
          <a:xfrm>
            <a:off x="5142598" y="99155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14" name="Shape 414"/>
          <p:cNvSpPr/>
          <p:nvPr/>
        </p:nvSpPr>
        <p:spPr>
          <a:xfrm>
            <a:off x="2906665" y="102736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15" name="Shape 415"/>
          <p:cNvSpPr/>
          <p:nvPr/>
        </p:nvSpPr>
        <p:spPr>
          <a:xfrm>
            <a:off x="15315297" y="27527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16" name="Shape 416"/>
          <p:cNvSpPr/>
          <p:nvPr/>
        </p:nvSpPr>
        <p:spPr>
          <a:xfrm>
            <a:off x="13079365" y="31108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17" name="Shape 417"/>
          <p:cNvSpPr/>
          <p:nvPr/>
        </p:nvSpPr>
        <p:spPr>
          <a:xfrm>
            <a:off x="15315297" y="36544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18" name="Shape 418"/>
          <p:cNvSpPr/>
          <p:nvPr/>
        </p:nvSpPr>
        <p:spPr>
          <a:xfrm>
            <a:off x="13079365" y="40125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19" name="Shape 419"/>
          <p:cNvSpPr/>
          <p:nvPr/>
        </p:nvSpPr>
        <p:spPr>
          <a:xfrm>
            <a:off x="15315297" y="45561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20" name="Shape 420"/>
          <p:cNvSpPr/>
          <p:nvPr/>
        </p:nvSpPr>
        <p:spPr>
          <a:xfrm>
            <a:off x="13079365" y="49142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21" name="Shape 421"/>
          <p:cNvSpPr/>
          <p:nvPr/>
        </p:nvSpPr>
        <p:spPr>
          <a:xfrm>
            <a:off x="15315297" y="54324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22" name="Shape 422"/>
          <p:cNvSpPr/>
          <p:nvPr/>
        </p:nvSpPr>
        <p:spPr>
          <a:xfrm>
            <a:off x="13079365" y="57905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23" name="Shape 423"/>
          <p:cNvSpPr/>
          <p:nvPr/>
        </p:nvSpPr>
        <p:spPr>
          <a:xfrm>
            <a:off x="15315297" y="63341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24" name="Shape 424"/>
          <p:cNvSpPr/>
          <p:nvPr/>
        </p:nvSpPr>
        <p:spPr>
          <a:xfrm>
            <a:off x="13079365" y="66922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25" name="Shape 425"/>
          <p:cNvSpPr/>
          <p:nvPr/>
        </p:nvSpPr>
        <p:spPr>
          <a:xfrm>
            <a:off x="15315297" y="72358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26" name="Shape 426"/>
          <p:cNvSpPr/>
          <p:nvPr/>
        </p:nvSpPr>
        <p:spPr>
          <a:xfrm>
            <a:off x="13079365" y="75939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27" name="Shape 427"/>
          <p:cNvSpPr/>
          <p:nvPr/>
        </p:nvSpPr>
        <p:spPr>
          <a:xfrm>
            <a:off x="15315297" y="81121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28" name="Shape 428"/>
          <p:cNvSpPr/>
          <p:nvPr/>
        </p:nvSpPr>
        <p:spPr>
          <a:xfrm>
            <a:off x="13079365" y="84702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29" name="Shape 429"/>
          <p:cNvSpPr/>
          <p:nvPr/>
        </p:nvSpPr>
        <p:spPr>
          <a:xfrm>
            <a:off x="15315297" y="90138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30" name="Shape 430"/>
          <p:cNvSpPr/>
          <p:nvPr/>
        </p:nvSpPr>
        <p:spPr>
          <a:xfrm>
            <a:off x="13079365" y="93719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
        <p:nvSpPr>
          <p:cNvPr id="431" name="Shape 431"/>
          <p:cNvSpPr/>
          <p:nvPr/>
        </p:nvSpPr>
        <p:spPr>
          <a:xfrm>
            <a:off x="15315297" y="9915553"/>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
        <p:nvSpPr>
          <p:cNvPr id="432" name="Shape 432"/>
          <p:cNvSpPr/>
          <p:nvPr/>
        </p:nvSpPr>
        <p:spPr>
          <a:xfrm>
            <a:off x="13079365" y="10273693"/>
            <a:ext cx="1771698" cy="1"/>
          </a:xfrm>
          <a:prstGeom prst="line">
            <a:avLst/>
          </a:prstGeom>
          <a:ln w="76200">
            <a:solidFill>
              <a:srgbClr val="2F5379"/>
            </a:solidFill>
            <a:miter/>
            <a:tailEnd type="oval"/>
          </a:ln>
        </p:spPr>
        <p:txBody>
          <a:bodyPr tIns="91439" bIns="91439"/>
          <a:lstStyle/>
          <a:p>
            <a:pPr algn="l" defTabSz="457200">
              <a:defRPr sz="2400">
                <a:latin typeface="Helvetica"/>
                <a:ea typeface="Helvetica"/>
                <a:cs typeface="Helvetica"/>
                <a:sym typeface="Helvetica"/>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396">
                                            <p:bg/>
                                          </p:spTgt>
                                        </p:tgtEl>
                                        <p:attrNameLst>
                                          <p:attrName>style.visibility</p:attrName>
                                        </p:attrNameLst>
                                      </p:cBhvr>
                                      <p:to>
                                        <p:strVal val="visible"/>
                                      </p:to>
                                    </p:set>
                                    <p:animEffect filter="dissolve" transition="in">
                                      <p:cBhvr>
                                        <p:cTn id="7" dur="500"/>
                                        <p:tgtEl>
                                          <p:spTgt spid="396">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396">
                                            <p:txEl>
                                              <p:pRg st="0" end="0"/>
                                            </p:txEl>
                                          </p:spTgt>
                                        </p:tgtEl>
                                        <p:attrNameLst>
                                          <p:attrName>style.visibility</p:attrName>
                                        </p:attrNameLst>
                                      </p:cBhvr>
                                      <p:to>
                                        <p:strVal val="visible"/>
                                      </p:to>
                                    </p:set>
                                    <p:animEffect filter="dissolve" transition="in">
                                      <p:cBhvr>
                                        <p:cTn id="10" dur="500"/>
                                        <p:tgtEl>
                                          <p:spTgt spid="396">
                                            <p:txEl>
                                              <p:pRg st="0" end="0"/>
                                            </p:txEl>
                                          </p:spTgt>
                                        </p:tgtEl>
                                      </p:cBhvr>
                                    </p:animEffect>
                                  </p:childTnLst>
                                </p:cTn>
                              </p:par>
                            </p:childTnLst>
                          </p:cTn>
                        </p:par>
                        <p:par>
                          <p:cTn id="11" fill="hold">
                            <p:stCondLst>
                              <p:cond delay="500"/>
                            </p:stCondLst>
                            <p:childTnLst>
                              <p:par>
                                <p:cTn id="12" presetClass="entr" nodeType="afterEffect" presetSubtype="8" presetID="22" grpId="2" fill="hold">
                                  <p:stCondLst>
                                    <p:cond delay="0"/>
                                  </p:stCondLst>
                                  <p:iterate type="el" backwards="0">
                                    <p:tmAbs val="0"/>
                                  </p:iterate>
                                  <p:childTnLst>
                                    <p:set>
                                      <p:cBhvr>
                                        <p:cTn id="13" fill="hold"/>
                                        <p:tgtEl>
                                          <p:spTgt spid="398"/>
                                        </p:tgtEl>
                                        <p:attrNameLst>
                                          <p:attrName>style.visibility</p:attrName>
                                        </p:attrNameLst>
                                      </p:cBhvr>
                                      <p:to>
                                        <p:strVal val="visible"/>
                                      </p:to>
                                    </p:set>
                                    <p:animEffect filter="wipe(left)" transition="in">
                                      <p:cBhvr>
                                        <p:cTn id="14" dur="500"/>
                                        <p:tgtEl>
                                          <p:spTgt spid="398"/>
                                        </p:tgtEl>
                                      </p:cBhvr>
                                    </p:animEffect>
                                  </p:childTnLst>
                                </p:cTn>
                              </p:par>
                            </p:childTnLst>
                          </p:cTn>
                        </p:par>
                        <p:par>
                          <p:cTn id="15" fill="hold">
                            <p:stCondLst>
                              <p:cond delay="1000"/>
                            </p:stCondLst>
                            <p:childTnLst>
                              <p:par>
                                <p:cTn id="16" presetClass="entr" nodeType="afterEffect" presetID="9" grpId="3" fill="hold">
                                  <p:stCondLst>
                                    <p:cond delay="0"/>
                                  </p:stCondLst>
                                  <p:iterate type="el" backwards="0">
                                    <p:tmAbs val="0"/>
                                  </p:iterate>
                                  <p:childTnLst>
                                    <p:set>
                                      <p:cBhvr>
                                        <p:cTn id="17" fill="hold"/>
                                        <p:tgtEl>
                                          <p:spTgt spid="399">
                                            <p:bg/>
                                          </p:spTgt>
                                        </p:tgtEl>
                                        <p:attrNameLst>
                                          <p:attrName>style.visibility</p:attrName>
                                        </p:attrNameLst>
                                      </p:cBhvr>
                                      <p:to>
                                        <p:strVal val="visible"/>
                                      </p:to>
                                    </p:set>
                                    <p:animEffect filter="dissolve" transition="in">
                                      <p:cBhvr>
                                        <p:cTn id="18" dur="500"/>
                                        <p:tgtEl>
                                          <p:spTgt spid="399">
                                            <p:bg/>
                                          </p:spTgt>
                                        </p:tgtEl>
                                      </p:cBhvr>
                                    </p:animEffect>
                                  </p:childTnLst>
                                </p:cTn>
                              </p:par>
                              <p:par>
                                <p:cTn id="19" presetClass="entr" nodeType="withEffect" presetSubtype="0" presetID="9" grpId="3" fill="hold">
                                  <p:stCondLst>
                                    <p:cond delay="0"/>
                                  </p:stCondLst>
                                  <p:iterate type="el" backwards="0">
                                    <p:tmAbs val="0"/>
                                  </p:iterate>
                                  <p:childTnLst>
                                    <p:set>
                                      <p:cBhvr>
                                        <p:cTn id="20" fill="hold"/>
                                        <p:tgtEl>
                                          <p:spTgt spid="399">
                                            <p:txEl>
                                              <p:pRg st="0" end="0"/>
                                            </p:txEl>
                                          </p:spTgt>
                                        </p:tgtEl>
                                        <p:attrNameLst>
                                          <p:attrName>style.visibility</p:attrName>
                                        </p:attrNameLst>
                                      </p:cBhvr>
                                      <p:to>
                                        <p:strVal val="visible"/>
                                      </p:to>
                                    </p:set>
                                    <p:animEffect filter="dissolve" transition="in">
                                      <p:cBhvr>
                                        <p:cTn id="21" dur="500"/>
                                        <p:tgtEl>
                                          <p:spTgt spid="399">
                                            <p:txEl>
                                              <p:pRg st="0" end="0"/>
                                            </p:txEl>
                                          </p:spTgt>
                                        </p:tgtEl>
                                      </p:cBhvr>
                                    </p:animEffect>
                                  </p:childTnLst>
                                </p:cTn>
                              </p:par>
                            </p:childTnLst>
                          </p:cTn>
                        </p:par>
                        <p:par>
                          <p:cTn id="22" fill="hold">
                            <p:stCondLst>
                              <p:cond delay="1500"/>
                            </p:stCondLst>
                            <p:childTnLst>
                              <p:par>
                                <p:cTn id="23" presetClass="entr" nodeType="afterEffect" presetSubtype="8" presetID="22" grpId="4" fill="hold">
                                  <p:stCondLst>
                                    <p:cond delay="0"/>
                                  </p:stCondLst>
                                  <p:iterate type="el" backwards="0">
                                    <p:tmAbs val="0"/>
                                  </p:iterate>
                                  <p:childTnLst>
                                    <p:set>
                                      <p:cBhvr>
                                        <p:cTn id="24" fill="hold"/>
                                        <p:tgtEl>
                                          <p:spTgt spid="400"/>
                                        </p:tgtEl>
                                        <p:attrNameLst>
                                          <p:attrName>style.visibility</p:attrName>
                                        </p:attrNameLst>
                                      </p:cBhvr>
                                      <p:to>
                                        <p:strVal val="visible"/>
                                      </p:to>
                                    </p:set>
                                    <p:animEffect filter="wipe(left)" transition="in">
                                      <p:cBhvr>
                                        <p:cTn id="25" dur="500"/>
                                        <p:tgtEl>
                                          <p:spTgt spid="400"/>
                                        </p:tgtEl>
                                      </p:cBhvr>
                                    </p:animEffect>
                                  </p:childTnLst>
                                </p:cTn>
                              </p:par>
                            </p:childTnLst>
                          </p:cTn>
                        </p:par>
                        <p:par>
                          <p:cTn id="26" fill="hold">
                            <p:stCondLst>
                              <p:cond delay="2000"/>
                            </p:stCondLst>
                            <p:childTnLst>
                              <p:par>
                                <p:cTn id="27" presetClass="entr" nodeType="afterEffect" presetID="9" grpId="5" fill="hold">
                                  <p:stCondLst>
                                    <p:cond delay="0"/>
                                  </p:stCondLst>
                                  <p:iterate type="el" backwards="0">
                                    <p:tmAbs val="0"/>
                                  </p:iterate>
                                  <p:childTnLst>
                                    <p:set>
                                      <p:cBhvr>
                                        <p:cTn id="28" fill="hold"/>
                                        <p:tgtEl>
                                          <p:spTgt spid="401">
                                            <p:bg/>
                                          </p:spTgt>
                                        </p:tgtEl>
                                        <p:attrNameLst>
                                          <p:attrName>style.visibility</p:attrName>
                                        </p:attrNameLst>
                                      </p:cBhvr>
                                      <p:to>
                                        <p:strVal val="visible"/>
                                      </p:to>
                                    </p:set>
                                    <p:animEffect filter="dissolve" transition="in">
                                      <p:cBhvr>
                                        <p:cTn id="29" dur="500"/>
                                        <p:tgtEl>
                                          <p:spTgt spid="401">
                                            <p:bg/>
                                          </p:spTgt>
                                        </p:tgtEl>
                                      </p:cBhvr>
                                    </p:animEffect>
                                  </p:childTnLst>
                                </p:cTn>
                              </p:par>
                              <p:par>
                                <p:cTn id="30" presetClass="entr" nodeType="withEffect" presetSubtype="0" presetID="9" grpId="5" fill="hold">
                                  <p:stCondLst>
                                    <p:cond delay="0"/>
                                  </p:stCondLst>
                                  <p:iterate type="el" backwards="0">
                                    <p:tmAbs val="0"/>
                                  </p:iterate>
                                  <p:childTnLst>
                                    <p:set>
                                      <p:cBhvr>
                                        <p:cTn id="31" fill="hold"/>
                                        <p:tgtEl>
                                          <p:spTgt spid="401">
                                            <p:txEl>
                                              <p:pRg st="0" end="0"/>
                                            </p:txEl>
                                          </p:spTgt>
                                        </p:tgtEl>
                                        <p:attrNameLst>
                                          <p:attrName>style.visibility</p:attrName>
                                        </p:attrNameLst>
                                      </p:cBhvr>
                                      <p:to>
                                        <p:strVal val="visible"/>
                                      </p:to>
                                    </p:set>
                                    <p:animEffect filter="dissolve" transition="in">
                                      <p:cBhvr>
                                        <p:cTn id="32" dur="500"/>
                                        <p:tgtEl>
                                          <p:spTgt spid="401">
                                            <p:txEl>
                                              <p:pRg st="0" end="0"/>
                                            </p:txEl>
                                          </p:spTgt>
                                        </p:tgtEl>
                                      </p:cBhvr>
                                    </p:animEffect>
                                  </p:childTnLst>
                                </p:cTn>
                              </p:par>
                            </p:childTnLst>
                          </p:cTn>
                        </p:par>
                        <p:par>
                          <p:cTn id="33" fill="hold">
                            <p:stCondLst>
                              <p:cond delay="2500"/>
                            </p:stCondLst>
                            <p:childTnLst>
                              <p:par>
                                <p:cTn id="34" presetClass="entr" nodeType="afterEffect" presetSubtype="8" presetID="22" grpId="6" fill="hold">
                                  <p:stCondLst>
                                    <p:cond delay="0"/>
                                  </p:stCondLst>
                                  <p:iterate type="el" backwards="0">
                                    <p:tmAbs val="0"/>
                                  </p:iterate>
                                  <p:childTnLst>
                                    <p:set>
                                      <p:cBhvr>
                                        <p:cTn id="35" fill="hold"/>
                                        <p:tgtEl>
                                          <p:spTgt spid="402"/>
                                        </p:tgtEl>
                                        <p:attrNameLst>
                                          <p:attrName>style.visibility</p:attrName>
                                        </p:attrNameLst>
                                      </p:cBhvr>
                                      <p:to>
                                        <p:strVal val="visible"/>
                                      </p:to>
                                    </p:set>
                                    <p:animEffect filter="wipe(left)" transition="in">
                                      <p:cBhvr>
                                        <p:cTn id="36" dur="500"/>
                                        <p:tgtEl>
                                          <p:spTgt spid="402"/>
                                        </p:tgtEl>
                                      </p:cBhvr>
                                    </p:animEffect>
                                  </p:childTnLst>
                                </p:cTn>
                              </p:par>
                            </p:childTnLst>
                          </p:cTn>
                        </p:par>
                        <p:par>
                          <p:cTn id="37" fill="hold">
                            <p:stCondLst>
                              <p:cond delay="3000"/>
                            </p:stCondLst>
                            <p:childTnLst>
                              <p:par>
                                <p:cTn id="38" presetClass="entr" nodeType="afterEffect" presetID="9" grpId="7" fill="hold">
                                  <p:stCondLst>
                                    <p:cond delay="0"/>
                                  </p:stCondLst>
                                  <p:iterate type="el" backwards="0">
                                    <p:tmAbs val="0"/>
                                  </p:iterate>
                                  <p:childTnLst>
                                    <p:set>
                                      <p:cBhvr>
                                        <p:cTn id="39" fill="hold"/>
                                        <p:tgtEl>
                                          <p:spTgt spid="403">
                                            <p:bg/>
                                          </p:spTgt>
                                        </p:tgtEl>
                                        <p:attrNameLst>
                                          <p:attrName>style.visibility</p:attrName>
                                        </p:attrNameLst>
                                      </p:cBhvr>
                                      <p:to>
                                        <p:strVal val="visible"/>
                                      </p:to>
                                    </p:set>
                                    <p:animEffect filter="dissolve" transition="in">
                                      <p:cBhvr>
                                        <p:cTn id="40" dur="500"/>
                                        <p:tgtEl>
                                          <p:spTgt spid="403">
                                            <p:bg/>
                                          </p:spTgt>
                                        </p:tgtEl>
                                      </p:cBhvr>
                                    </p:animEffect>
                                  </p:childTnLst>
                                </p:cTn>
                              </p:par>
                              <p:par>
                                <p:cTn id="41" presetClass="entr" nodeType="withEffect" presetSubtype="0" presetID="9" grpId="7" fill="hold">
                                  <p:stCondLst>
                                    <p:cond delay="0"/>
                                  </p:stCondLst>
                                  <p:iterate type="el" backwards="0">
                                    <p:tmAbs val="0"/>
                                  </p:iterate>
                                  <p:childTnLst>
                                    <p:set>
                                      <p:cBhvr>
                                        <p:cTn id="42" fill="hold"/>
                                        <p:tgtEl>
                                          <p:spTgt spid="403">
                                            <p:txEl>
                                              <p:pRg st="0" end="0"/>
                                            </p:txEl>
                                          </p:spTgt>
                                        </p:tgtEl>
                                        <p:attrNameLst>
                                          <p:attrName>style.visibility</p:attrName>
                                        </p:attrNameLst>
                                      </p:cBhvr>
                                      <p:to>
                                        <p:strVal val="visible"/>
                                      </p:to>
                                    </p:set>
                                    <p:animEffect filter="dissolve" transition="in">
                                      <p:cBhvr>
                                        <p:cTn id="43" dur="500"/>
                                        <p:tgtEl>
                                          <p:spTgt spid="403">
                                            <p:txEl>
                                              <p:pRg st="0" end="0"/>
                                            </p:txEl>
                                          </p:spTgt>
                                        </p:tgtEl>
                                      </p:cBhvr>
                                    </p:animEffect>
                                  </p:childTnLst>
                                </p:cTn>
                              </p:par>
                            </p:childTnLst>
                          </p:cTn>
                        </p:par>
                        <p:par>
                          <p:cTn id="44" fill="hold">
                            <p:stCondLst>
                              <p:cond delay="3500"/>
                            </p:stCondLst>
                            <p:childTnLst>
                              <p:par>
                                <p:cTn id="45" presetClass="entr" nodeType="afterEffect" presetSubtype="8" presetID="22" grpId="8" fill="hold">
                                  <p:stCondLst>
                                    <p:cond delay="0"/>
                                  </p:stCondLst>
                                  <p:iterate type="el" backwards="0">
                                    <p:tmAbs val="0"/>
                                  </p:iterate>
                                  <p:childTnLst>
                                    <p:set>
                                      <p:cBhvr>
                                        <p:cTn id="46" fill="hold"/>
                                        <p:tgtEl>
                                          <p:spTgt spid="404"/>
                                        </p:tgtEl>
                                        <p:attrNameLst>
                                          <p:attrName>style.visibility</p:attrName>
                                        </p:attrNameLst>
                                      </p:cBhvr>
                                      <p:to>
                                        <p:strVal val="visible"/>
                                      </p:to>
                                    </p:set>
                                    <p:animEffect filter="wipe(left)" transition="in">
                                      <p:cBhvr>
                                        <p:cTn id="47" dur="500"/>
                                        <p:tgtEl>
                                          <p:spTgt spid="404"/>
                                        </p:tgtEl>
                                      </p:cBhvr>
                                    </p:animEffect>
                                  </p:childTnLst>
                                </p:cTn>
                              </p:par>
                            </p:childTnLst>
                          </p:cTn>
                        </p:par>
                        <p:par>
                          <p:cTn id="48" fill="hold">
                            <p:stCondLst>
                              <p:cond delay="4000"/>
                            </p:stCondLst>
                            <p:childTnLst>
                              <p:par>
                                <p:cTn id="49" presetClass="entr" nodeType="afterEffect" presetID="9" grpId="9" fill="hold">
                                  <p:stCondLst>
                                    <p:cond delay="0"/>
                                  </p:stCondLst>
                                  <p:iterate type="el" backwards="0">
                                    <p:tmAbs val="0"/>
                                  </p:iterate>
                                  <p:childTnLst>
                                    <p:set>
                                      <p:cBhvr>
                                        <p:cTn id="50" fill="hold"/>
                                        <p:tgtEl>
                                          <p:spTgt spid="405">
                                            <p:bg/>
                                          </p:spTgt>
                                        </p:tgtEl>
                                        <p:attrNameLst>
                                          <p:attrName>style.visibility</p:attrName>
                                        </p:attrNameLst>
                                      </p:cBhvr>
                                      <p:to>
                                        <p:strVal val="visible"/>
                                      </p:to>
                                    </p:set>
                                    <p:animEffect filter="dissolve" transition="in">
                                      <p:cBhvr>
                                        <p:cTn id="51" dur="500"/>
                                        <p:tgtEl>
                                          <p:spTgt spid="405">
                                            <p:bg/>
                                          </p:spTgt>
                                        </p:tgtEl>
                                      </p:cBhvr>
                                    </p:animEffect>
                                  </p:childTnLst>
                                </p:cTn>
                              </p:par>
                              <p:par>
                                <p:cTn id="52" presetClass="entr" nodeType="withEffect" presetSubtype="0" presetID="9" grpId="9" fill="hold">
                                  <p:stCondLst>
                                    <p:cond delay="0"/>
                                  </p:stCondLst>
                                  <p:iterate type="el" backwards="0">
                                    <p:tmAbs val="0"/>
                                  </p:iterate>
                                  <p:childTnLst>
                                    <p:set>
                                      <p:cBhvr>
                                        <p:cTn id="53" fill="hold"/>
                                        <p:tgtEl>
                                          <p:spTgt spid="405">
                                            <p:txEl>
                                              <p:pRg st="0" end="0"/>
                                            </p:txEl>
                                          </p:spTgt>
                                        </p:tgtEl>
                                        <p:attrNameLst>
                                          <p:attrName>style.visibility</p:attrName>
                                        </p:attrNameLst>
                                      </p:cBhvr>
                                      <p:to>
                                        <p:strVal val="visible"/>
                                      </p:to>
                                    </p:set>
                                    <p:animEffect filter="dissolve" transition="in">
                                      <p:cBhvr>
                                        <p:cTn id="54" dur="500"/>
                                        <p:tgtEl>
                                          <p:spTgt spid="405">
                                            <p:txEl>
                                              <p:pRg st="0" end="0"/>
                                            </p:txEl>
                                          </p:spTgt>
                                        </p:tgtEl>
                                      </p:cBhvr>
                                    </p:animEffect>
                                  </p:childTnLst>
                                </p:cTn>
                              </p:par>
                            </p:childTnLst>
                          </p:cTn>
                        </p:par>
                        <p:par>
                          <p:cTn id="55" fill="hold">
                            <p:stCondLst>
                              <p:cond delay="4500"/>
                            </p:stCondLst>
                            <p:childTnLst>
                              <p:par>
                                <p:cTn id="56" presetClass="entr" nodeType="afterEffect" presetSubtype="8" presetID="22" grpId="10" fill="hold">
                                  <p:stCondLst>
                                    <p:cond delay="0"/>
                                  </p:stCondLst>
                                  <p:iterate type="el" backwards="0">
                                    <p:tmAbs val="0"/>
                                  </p:iterate>
                                  <p:childTnLst>
                                    <p:set>
                                      <p:cBhvr>
                                        <p:cTn id="57" fill="hold"/>
                                        <p:tgtEl>
                                          <p:spTgt spid="406"/>
                                        </p:tgtEl>
                                        <p:attrNameLst>
                                          <p:attrName>style.visibility</p:attrName>
                                        </p:attrNameLst>
                                      </p:cBhvr>
                                      <p:to>
                                        <p:strVal val="visible"/>
                                      </p:to>
                                    </p:set>
                                    <p:animEffect filter="wipe(left)" transition="in">
                                      <p:cBhvr>
                                        <p:cTn id="58" dur="500"/>
                                        <p:tgtEl>
                                          <p:spTgt spid="406"/>
                                        </p:tgtEl>
                                      </p:cBhvr>
                                    </p:animEffect>
                                  </p:childTnLst>
                                </p:cTn>
                              </p:par>
                            </p:childTnLst>
                          </p:cTn>
                        </p:par>
                        <p:par>
                          <p:cTn id="59" fill="hold">
                            <p:stCondLst>
                              <p:cond delay="5000"/>
                            </p:stCondLst>
                            <p:childTnLst>
                              <p:par>
                                <p:cTn id="60" presetClass="entr" nodeType="afterEffect" presetID="9" grpId="11" fill="hold">
                                  <p:stCondLst>
                                    <p:cond delay="0"/>
                                  </p:stCondLst>
                                  <p:iterate type="el" backwards="0">
                                    <p:tmAbs val="0"/>
                                  </p:iterate>
                                  <p:childTnLst>
                                    <p:set>
                                      <p:cBhvr>
                                        <p:cTn id="61" fill="hold"/>
                                        <p:tgtEl>
                                          <p:spTgt spid="407">
                                            <p:bg/>
                                          </p:spTgt>
                                        </p:tgtEl>
                                        <p:attrNameLst>
                                          <p:attrName>style.visibility</p:attrName>
                                        </p:attrNameLst>
                                      </p:cBhvr>
                                      <p:to>
                                        <p:strVal val="visible"/>
                                      </p:to>
                                    </p:set>
                                    <p:animEffect filter="dissolve" transition="in">
                                      <p:cBhvr>
                                        <p:cTn id="62" dur="500"/>
                                        <p:tgtEl>
                                          <p:spTgt spid="407">
                                            <p:bg/>
                                          </p:spTgt>
                                        </p:tgtEl>
                                      </p:cBhvr>
                                    </p:animEffect>
                                  </p:childTnLst>
                                </p:cTn>
                              </p:par>
                              <p:par>
                                <p:cTn id="63" presetClass="entr" nodeType="withEffect" presetSubtype="0" presetID="9" grpId="11" fill="hold">
                                  <p:stCondLst>
                                    <p:cond delay="0"/>
                                  </p:stCondLst>
                                  <p:iterate type="el" backwards="0">
                                    <p:tmAbs val="0"/>
                                  </p:iterate>
                                  <p:childTnLst>
                                    <p:set>
                                      <p:cBhvr>
                                        <p:cTn id="64" fill="hold"/>
                                        <p:tgtEl>
                                          <p:spTgt spid="407">
                                            <p:txEl>
                                              <p:pRg st="0" end="0"/>
                                            </p:txEl>
                                          </p:spTgt>
                                        </p:tgtEl>
                                        <p:attrNameLst>
                                          <p:attrName>style.visibility</p:attrName>
                                        </p:attrNameLst>
                                      </p:cBhvr>
                                      <p:to>
                                        <p:strVal val="visible"/>
                                      </p:to>
                                    </p:set>
                                    <p:animEffect filter="dissolve" transition="in">
                                      <p:cBhvr>
                                        <p:cTn id="65" dur="500"/>
                                        <p:tgtEl>
                                          <p:spTgt spid="407">
                                            <p:txEl>
                                              <p:pRg st="0" end="0"/>
                                            </p:txEl>
                                          </p:spTgt>
                                        </p:tgtEl>
                                      </p:cBhvr>
                                    </p:animEffect>
                                  </p:childTnLst>
                                </p:cTn>
                              </p:par>
                            </p:childTnLst>
                          </p:cTn>
                        </p:par>
                        <p:par>
                          <p:cTn id="66" fill="hold">
                            <p:stCondLst>
                              <p:cond delay="5500"/>
                            </p:stCondLst>
                            <p:childTnLst>
                              <p:par>
                                <p:cTn id="67" presetClass="entr" nodeType="afterEffect" presetSubtype="8" presetID="22" grpId="12" fill="hold">
                                  <p:stCondLst>
                                    <p:cond delay="0"/>
                                  </p:stCondLst>
                                  <p:iterate type="el" backwards="0">
                                    <p:tmAbs val="0"/>
                                  </p:iterate>
                                  <p:childTnLst>
                                    <p:set>
                                      <p:cBhvr>
                                        <p:cTn id="68" fill="hold"/>
                                        <p:tgtEl>
                                          <p:spTgt spid="408"/>
                                        </p:tgtEl>
                                        <p:attrNameLst>
                                          <p:attrName>style.visibility</p:attrName>
                                        </p:attrNameLst>
                                      </p:cBhvr>
                                      <p:to>
                                        <p:strVal val="visible"/>
                                      </p:to>
                                    </p:set>
                                    <p:animEffect filter="wipe(left)" transition="in">
                                      <p:cBhvr>
                                        <p:cTn id="69" dur="500"/>
                                        <p:tgtEl>
                                          <p:spTgt spid="408"/>
                                        </p:tgtEl>
                                      </p:cBhvr>
                                    </p:animEffect>
                                  </p:childTnLst>
                                </p:cTn>
                              </p:par>
                            </p:childTnLst>
                          </p:cTn>
                        </p:par>
                        <p:par>
                          <p:cTn id="70" fill="hold">
                            <p:stCondLst>
                              <p:cond delay="6000"/>
                            </p:stCondLst>
                            <p:childTnLst>
                              <p:par>
                                <p:cTn id="71" presetClass="entr" nodeType="afterEffect" presetID="9" grpId="13" fill="hold">
                                  <p:stCondLst>
                                    <p:cond delay="0"/>
                                  </p:stCondLst>
                                  <p:iterate type="el" backwards="0">
                                    <p:tmAbs val="0"/>
                                  </p:iterate>
                                  <p:childTnLst>
                                    <p:set>
                                      <p:cBhvr>
                                        <p:cTn id="72" fill="hold"/>
                                        <p:tgtEl>
                                          <p:spTgt spid="409">
                                            <p:bg/>
                                          </p:spTgt>
                                        </p:tgtEl>
                                        <p:attrNameLst>
                                          <p:attrName>style.visibility</p:attrName>
                                        </p:attrNameLst>
                                      </p:cBhvr>
                                      <p:to>
                                        <p:strVal val="visible"/>
                                      </p:to>
                                    </p:set>
                                    <p:animEffect filter="dissolve" transition="in">
                                      <p:cBhvr>
                                        <p:cTn id="73" dur="500"/>
                                        <p:tgtEl>
                                          <p:spTgt spid="409">
                                            <p:bg/>
                                          </p:spTgt>
                                        </p:tgtEl>
                                      </p:cBhvr>
                                    </p:animEffect>
                                  </p:childTnLst>
                                </p:cTn>
                              </p:par>
                              <p:par>
                                <p:cTn id="74" presetClass="entr" nodeType="withEffect" presetSubtype="0" presetID="9" grpId="13" fill="hold">
                                  <p:stCondLst>
                                    <p:cond delay="0"/>
                                  </p:stCondLst>
                                  <p:iterate type="el" backwards="0">
                                    <p:tmAbs val="0"/>
                                  </p:iterate>
                                  <p:childTnLst>
                                    <p:set>
                                      <p:cBhvr>
                                        <p:cTn id="75" fill="hold"/>
                                        <p:tgtEl>
                                          <p:spTgt spid="409">
                                            <p:txEl>
                                              <p:pRg st="0" end="0"/>
                                            </p:txEl>
                                          </p:spTgt>
                                        </p:tgtEl>
                                        <p:attrNameLst>
                                          <p:attrName>style.visibility</p:attrName>
                                        </p:attrNameLst>
                                      </p:cBhvr>
                                      <p:to>
                                        <p:strVal val="visible"/>
                                      </p:to>
                                    </p:set>
                                    <p:animEffect filter="dissolve" transition="in">
                                      <p:cBhvr>
                                        <p:cTn id="76" dur="500"/>
                                        <p:tgtEl>
                                          <p:spTgt spid="409">
                                            <p:txEl>
                                              <p:pRg st="0" end="0"/>
                                            </p:txEl>
                                          </p:spTgt>
                                        </p:tgtEl>
                                      </p:cBhvr>
                                    </p:animEffect>
                                  </p:childTnLst>
                                </p:cTn>
                              </p:par>
                            </p:childTnLst>
                          </p:cTn>
                        </p:par>
                        <p:par>
                          <p:cTn id="77" fill="hold">
                            <p:stCondLst>
                              <p:cond delay="6500"/>
                            </p:stCondLst>
                            <p:childTnLst>
                              <p:par>
                                <p:cTn id="78" presetClass="entr" nodeType="afterEffect" presetSubtype="8" presetID="22" grpId="14" fill="hold">
                                  <p:stCondLst>
                                    <p:cond delay="0"/>
                                  </p:stCondLst>
                                  <p:iterate type="el" backwards="0">
                                    <p:tmAbs val="0"/>
                                  </p:iterate>
                                  <p:childTnLst>
                                    <p:set>
                                      <p:cBhvr>
                                        <p:cTn id="79" fill="hold"/>
                                        <p:tgtEl>
                                          <p:spTgt spid="410"/>
                                        </p:tgtEl>
                                        <p:attrNameLst>
                                          <p:attrName>style.visibility</p:attrName>
                                        </p:attrNameLst>
                                      </p:cBhvr>
                                      <p:to>
                                        <p:strVal val="visible"/>
                                      </p:to>
                                    </p:set>
                                    <p:animEffect filter="wipe(left)" transition="in">
                                      <p:cBhvr>
                                        <p:cTn id="80" dur="500"/>
                                        <p:tgtEl>
                                          <p:spTgt spid="410"/>
                                        </p:tgtEl>
                                      </p:cBhvr>
                                    </p:animEffect>
                                  </p:childTnLst>
                                </p:cTn>
                              </p:par>
                            </p:childTnLst>
                          </p:cTn>
                        </p:par>
                        <p:par>
                          <p:cTn id="81" fill="hold">
                            <p:stCondLst>
                              <p:cond delay="7000"/>
                            </p:stCondLst>
                            <p:childTnLst>
                              <p:par>
                                <p:cTn id="82" presetClass="entr" nodeType="afterEffect" presetID="9" grpId="15" fill="hold">
                                  <p:stCondLst>
                                    <p:cond delay="0"/>
                                  </p:stCondLst>
                                  <p:iterate type="el" backwards="0">
                                    <p:tmAbs val="0"/>
                                  </p:iterate>
                                  <p:childTnLst>
                                    <p:set>
                                      <p:cBhvr>
                                        <p:cTn id="83" fill="hold"/>
                                        <p:tgtEl>
                                          <p:spTgt spid="411">
                                            <p:bg/>
                                          </p:spTgt>
                                        </p:tgtEl>
                                        <p:attrNameLst>
                                          <p:attrName>style.visibility</p:attrName>
                                        </p:attrNameLst>
                                      </p:cBhvr>
                                      <p:to>
                                        <p:strVal val="visible"/>
                                      </p:to>
                                    </p:set>
                                    <p:animEffect filter="dissolve" transition="in">
                                      <p:cBhvr>
                                        <p:cTn id="84" dur="500"/>
                                        <p:tgtEl>
                                          <p:spTgt spid="411">
                                            <p:bg/>
                                          </p:spTgt>
                                        </p:tgtEl>
                                      </p:cBhvr>
                                    </p:animEffect>
                                  </p:childTnLst>
                                </p:cTn>
                              </p:par>
                              <p:par>
                                <p:cTn id="85" presetClass="entr" nodeType="withEffect" presetSubtype="0" presetID="9" grpId="15" fill="hold">
                                  <p:stCondLst>
                                    <p:cond delay="0"/>
                                  </p:stCondLst>
                                  <p:iterate type="el" backwards="0">
                                    <p:tmAbs val="0"/>
                                  </p:iterate>
                                  <p:childTnLst>
                                    <p:set>
                                      <p:cBhvr>
                                        <p:cTn id="86" fill="hold"/>
                                        <p:tgtEl>
                                          <p:spTgt spid="411">
                                            <p:txEl>
                                              <p:pRg st="0" end="0"/>
                                            </p:txEl>
                                          </p:spTgt>
                                        </p:tgtEl>
                                        <p:attrNameLst>
                                          <p:attrName>style.visibility</p:attrName>
                                        </p:attrNameLst>
                                      </p:cBhvr>
                                      <p:to>
                                        <p:strVal val="visible"/>
                                      </p:to>
                                    </p:set>
                                    <p:animEffect filter="dissolve" transition="in">
                                      <p:cBhvr>
                                        <p:cTn id="87" dur="500"/>
                                        <p:tgtEl>
                                          <p:spTgt spid="411">
                                            <p:txEl>
                                              <p:pRg st="0" end="0"/>
                                            </p:txEl>
                                          </p:spTgt>
                                        </p:tgtEl>
                                      </p:cBhvr>
                                    </p:animEffect>
                                  </p:childTnLst>
                                </p:cTn>
                              </p:par>
                            </p:childTnLst>
                          </p:cTn>
                        </p:par>
                        <p:par>
                          <p:cTn id="88" fill="hold">
                            <p:stCondLst>
                              <p:cond delay="7500"/>
                            </p:stCondLst>
                            <p:childTnLst>
                              <p:par>
                                <p:cTn id="89" presetClass="entr" nodeType="afterEffect" presetSubtype="8" presetID="22" grpId="16" fill="hold">
                                  <p:stCondLst>
                                    <p:cond delay="0"/>
                                  </p:stCondLst>
                                  <p:iterate type="el" backwards="0">
                                    <p:tmAbs val="0"/>
                                  </p:iterate>
                                  <p:childTnLst>
                                    <p:set>
                                      <p:cBhvr>
                                        <p:cTn id="90" fill="hold"/>
                                        <p:tgtEl>
                                          <p:spTgt spid="412"/>
                                        </p:tgtEl>
                                        <p:attrNameLst>
                                          <p:attrName>style.visibility</p:attrName>
                                        </p:attrNameLst>
                                      </p:cBhvr>
                                      <p:to>
                                        <p:strVal val="visible"/>
                                      </p:to>
                                    </p:set>
                                    <p:animEffect filter="wipe(left)" transition="in">
                                      <p:cBhvr>
                                        <p:cTn id="91" dur="500"/>
                                        <p:tgtEl>
                                          <p:spTgt spid="412"/>
                                        </p:tgtEl>
                                      </p:cBhvr>
                                    </p:animEffect>
                                  </p:childTnLst>
                                </p:cTn>
                              </p:par>
                            </p:childTnLst>
                          </p:cTn>
                        </p:par>
                        <p:par>
                          <p:cTn id="92" fill="hold">
                            <p:stCondLst>
                              <p:cond delay="8000"/>
                            </p:stCondLst>
                            <p:childTnLst>
                              <p:par>
                                <p:cTn id="93" presetClass="entr" nodeType="afterEffect" presetID="9" grpId="17" fill="hold">
                                  <p:stCondLst>
                                    <p:cond delay="0"/>
                                  </p:stCondLst>
                                  <p:iterate type="el" backwards="0">
                                    <p:tmAbs val="0"/>
                                  </p:iterate>
                                  <p:childTnLst>
                                    <p:set>
                                      <p:cBhvr>
                                        <p:cTn id="94" fill="hold"/>
                                        <p:tgtEl>
                                          <p:spTgt spid="413">
                                            <p:bg/>
                                          </p:spTgt>
                                        </p:tgtEl>
                                        <p:attrNameLst>
                                          <p:attrName>style.visibility</p:attrName>
                                        </p:attrNameLst>
                                      </p:cBhvr>
                                      <p:to>
                                        <p:strVal val="visible"/>
                                      </p:to>
                                    </p:set>
                                    <p:animEffect filter="dissolve" transition="in">
                                      <p:cBhvr>
                                        <p:cTn id="95" dur="500"/>
                                        <p:tgtEl>
                                          <p:spTgt spid="413">
                                            <p:bg/>
                                          </p:spTgt>
                                        </p:tgtEl>
                                      </p:cBhvr>
                                    </p:animEffect>
                                  </p:childTnLst>
                                </p:cTn>
                              </p:par>
                              <p:par>
                                <p:cTn id="96" presetClass="entr" nodeType="withEffect" presetSubtype="0" presetID="9" grpId="17" fill="hold">
                                  <p:stCondLst>
                                    <p:cond delay="0"/>
                                  </p:stCondLst>
                                  <p:iterate type="el" backwards="0">
                                    <p:tmAbs val="0"/>
                                  </p:iterate>
                                  <p:childTnLst>
                                    <p:set>
                                      <p:cBhvr>
                                        <p:cTn id="97" fill="hold"/>
                                        <p:tgtEl>
                                          <p:spTgt spid="413">
                                            <p:txEl>
                                              <p:pRg st="0" end="0"/>
                                            </p:txEl>
                                          </p:spTgt>
                                        </p:tgtEl>
                                        <p:attrNameLst>
                                          <p:attrName>style.visibility</p:attrName>
                                        </p:attrNameLst>
                                      </p:cBhvr>
                                      <p:to>
                                        <p:strVal val="visible"/>
                                      </p:to>
                                    </p:set>
                                    <p:animEffect filter="dissolve" transition="in">
                                      <p:cBhvr>
                                        <p:cTn id="98" dur="500"/>
                                        <p:tgtEl>
                                          <p:spTgt spid="413">
                                            <p:txEl>
                                              <p:pRg st="0" end="0"/>
                                            </p:txEl>
                                          </p:spTgt>
                                        </p:tgtEl>
                                      </p:cBhvr>
                                    </p:animEffect>
                                  </p:childTnLst>
                                </p:cTn>
                              </p:par>
                            </p:childTnLst>
                          </p:cTn>
                        </p:par>
                        <p:par>
                          <p:cTn id="99" fill="hold">
                            <p:stCondLst>
                              <p:cond delay="8500"/>
                            </p:stCondLst>
                            <p:childTnLst>
                              <p:par>
                                <p:cTn id="100" presetClass="entr" nodeType="afterEffect" presetSubtype="8" presetID="22" grpId="18" fill="hold">
                                  <p:stCondLst>
                                    <p:cond delay="0"/>
                                  </p:stCondLst>
                                  <p:iterate type="el" backwards="0">
                                    <p:tmAbs val="0"/>
                                  </p:iterate>
                                  <p:childTnLst>
                                    <p:set>
                                      <p:cBhvr>
                                        <p:cTn id="101" fill="hold"/>
                                        <p:tgtEl>
                                          <p:spTgt spid="414"/>
                                        </p:tgtEl>
                                        <p:attrNameLst>
                                          <p:attrName>style.visibility</p:attrName>
                                        </p:attrNameLst>
                                      </p:cBhvr>
                                      <p:to>
                                        <p:strVal val="visible"/>
                                      </p:to>
                                    </p:set>
                                    <p:animEffect filter="wipe(left)" transition="in">
                                      <p:cBhvr>
                                        <p:cTn id="102" dur="500"/>
                                        <p:tgtEl>
                                          <p:spTgt spid="414"/>
                                        </p:tgtEl>
                                      </p:cBhvr>
                                    </p:animEffect>
                                  </p:childTnLst>
                                </p:cTn>
                              </p:par>
                            </p:childTnLst>
                          </p:cTn>
                        </p:par>
                        <p:par>
                          <p:cTn id="103" fill="hold">
                            <p:stCondLst>
                              <p:cond delay="9000"/>
                            </p:stCondLst>
                            <p:childTnLst>
                              <p:par>
                                <p:cTn id="104" presetClass="entr" nodeType="afterEffect" presetID="9" grpId="19" fill="hold">
                                  <p:stCondLst>
                                    <p:cond delay="0"/>
                                  </p:stCondLst>
                                  <p:iterate type="el" backwards="0">
                                    <p:tmAbs val="0"/>
                                  </p:iterate>
                                  <p:childTnLst>
                                    <p:set>
                                      <p:cBhvr>
                                        <p:cTn id="105" fill="hold"/>
                                        <p:tgtEl>
                                          <p:spTgt spid="415">
                                            <p:bg/>
                                          </p:spTgt>
                                        </p:tgtEl>
                                        <p:attrNameLst>
                                          <p:attrName>style.visibility</p:attrName>
                                        </p:attrNameLst>
                                      </p:cBhvr>
                                      <p:to>
                                        <p:strVal val="visible"/>
                                      </p:to>
                                    </p:set>
                                    <p:animEffect filter="dissolve" transition="in">
                                      <p:cBhvr>
                                        <p:cTn id="106" dur="500"/>
                                        <p:tgtEl>
                                          <p:spTgt spid="415">
                                            <p:bg/>
                                          </p:spTgt>
                                        </p:tgtEl>
                                      </p:cBhvr>
                                    </p:animEffect>
                                  </p:childTnLst>
                                </p:cTn>
                              </p:par>
                              <p:par>
                                <p:cTn id="107" presetClass="entr" nodeType="withEffect" presetSubtype="0" presetID="9" grpId="19" fill="hold">
                                  <p:stCondLst>
                                    <p:cond delay="0"/>
                                  </p:stCondLst>
                                  <p:iterate type="el" backwards="0">
                                    <p:tmAbs val="0"/>
                                  </p:iterate>
                                  <p:childTnLst>
                                    <p:set>
                                      <p:cBhvr>
                                        <p:cTn id="108" fill="hold"/>
                                        <p:tgtEl>
                                          <p:spTgt spid="415">
                                            <p:txEl>
                                              <p:pRg st="0" end="0"/>
                                            </p:txEl>
                                          </p:spTgt>
                                        </p:tgtEl>
                                        <p:attrNameLst>
                                          <p:attrName>style.visibility</p:attrName>
                                        </p:attrNameLst>
                                      </p:cBhvr>
                                      <p:to>
                                        <p:strVal val="visible"/>
                                      </p:to>
                                    </p:set>
                                    <p:animEffect filter="dissolve" transition="in">
                                      <p:cBhvr>
                                        <p:cTn id="109" dur="500"/>
                                        <p:tgtEl>
                                          <p:spTgt spid="415">
                                            <p:txEl>
                                              <p:pRg st="0" end="0"/>
                                            </p:txEl>
                                          </p:spTgt>
                                        </p:tgtEl>
                                      </p:cBhvr>
                                    </p:animEffect>
                                  </p:childTnLst>
                                </p:cTn>
                              </p:par>
                            </p:childTnLst>
                          </p:cTn>
                        </p:par>
                        <p:par>
                          <p:cTn id="110" fill="hold">
                            <p:stCondLst>
                              <p:cond delay="9500"/>
                            </p:stCondLst>
                            <p:childTnLst>
                              <p:par>
                                <p:cTn id="111" presetClass="entr" nodeType="afterEffect" presetSubtype="8" presetID="22" grpId="20" fill="hold">
                                  <p:stCondLst>
                                    <p:cond delay="0"/>
                                  </p:stCondLst>
                                  <p:iterate type="el" backwards="0">
                                    <p:tmAbs val="0"/>
                                  </p:iterate>
                                  <p:childTnLst>
                                    <p:set>
                                      <p:cBhvr>
                                        <p:cTn id="112" fill="hold"/>
                                        <p:tgtEl>
                                          <p:spTgt spid="416"/>
                                        </p:tgtEl>
                                        <p:attrNameLst>
                                          <p:attrName>style.visibility</p:attrName>
                                        </p:attrNameLst>
                                      </p:cBhvr>
                                      <p:to>
                                        <p:strVal val="visible"/>
                                      </p:to>
                                    </p:set>
                                    <p:animEffect filter="wipe(left)" transition="in">
                                      <p:cBhvr>
                                        <p:cTn id="113" dur="500"/>
                                        <p:tgtEl>
                                          <p:spTgt spid="416"/>
                                        </p:tgtEl>
                                      </p:cBhvr>
                                    </p:animEffect>
                                  </p:childTnLst>
                                </p:cTn>
                              </p:par>
                            </p:childTnLst>
                          </p:cTn>
                        </p:par>
                        <p:par>
                          <p:cTn id="114" fill="hold">
                            <p:stCondLst>
                              <p:cond delay="10000"/>
                            </p:stCondLst>
                            <p:childTnLst>
                              <p:par>
                                <p:cTn id="115" presetClass="entr" nodeType="afterEffect" presetID="9" grpId="21" fill="hold">
                                  <p:stCondLst>
                                    <p:cond delay="0"/>
                                  </p:stCondLst>
                                  <p:iterate type="el" backwards="0">
                                    <p:tmAbs val="0"/>
                                  </p:iterate>
                                  <p:childTnLst>
                                    <p:set>
                                      <p:cBhvr>
                                        <p:cTn id="116" fill="hold"/>
                                        <p:tgtEl>
                                          <p:spTgt spid="417">
                                            <p:bg/>
                                          </p:spTgt>
                                        </p:tgtEl>
                                        <p:attrNameLst>
                                          <p:attrName>style.visibility</p:attrName>
                                        </p:attrNameLst>
                                      </p:cBhvr>
                                      <p:to>
                                        <p:strVal val="visible"/>
                                      </p:to>
                                    </p:set>
                                    <p:animEffect filter="dissolve" transition="in">
                                      <p:cBhvr>
                                        <p:cTn id="117" dur="500"/>
                                        <p:tgtEl>
                                          <p:spTgt spid="417">
                                            <p:bg/>
                                          </p:spTgt>
                                        </p:tgtEl>
                                      </p:cBhvr>
                                    </p:animEffect>
                                  </p:childTnLst>
                                </p:cTn>
                              </p:par>
                              <p:par>
                                <p:cTn id="118" presetClass="entr" nodeType="withEffect" presetSubtype="0" presetID="9" grpId="21" fill="hold">
                                  <p:stCondLst>
                                    <p:cond delay="0"/>
                                  </p:stCondLst>
                                  <p:iterate type="el" backwards="0">
                                    <p:tmAbs val="0"/>
                                  </p:iterate>
                                  <p:childTnLst>
                                    <p:set>
                                      <p:cBhvr>
                                        <p:cTn id="119" fill="hold"/>
                                        <p:tgtEl>
                                          <p:spTgt spid="417">
                                            <p:txEl>
                                              <p:pRg st="0" end="0"/>
                                            </p:txEl>
                                          </p:spTgt>
                                        </p:tgtEl>
                                        <p:attrNameLst>
                                          <p:attrName>style.visibility</p:attrName>
                                        </p:attrNameLst>
                                      </p:cBhvr>
                                      <p:to>
                                        <p:strVal val="visible"/>
                                      </p:to>
                                    </p:set>
                                    <p:animEffect filter="dissolve" transition="in">
                                      <p:cBhvr>
                                        <p:cTn id="120" dur="500"/>
                                        <p:tgtEl>
                                          <p:spTgt spid="417">
                                            <p:txEl>
                                              <p:pRg st="0" end="0"/>
                                            </p:txEl>
                                          </p:spTgt>
                                        </p:tgtEl>
                                      </p:cBhvr>
                                    </p:animEffect>
                                  </p:childTnLst>
                                </p:cTn>
                              </p:par>
                            </p:childTnLst>
                          </p:cTn>
                        </p:par>
                        <p:par>
                          <p:cTn id="121" fill="hold">
                            <p:stCondLst>
                              <p:cond delay="10500"/>
                            </p:stCondLst>
                            <p:childTnLst>
                              <p:par>
                                <p:cTn id="122" presetClass="entr" nodeType="afterEffect" presetSubtype="8" presetID="22" grpId="22" fill="hold">
                                  <p:stCondLst>
                                    <p:cond delay="0"/>
                                  </p:stCondLst>
                                  <p:iterate type="el" backwards="0">
                                    <p:tmAbs val="0"/>
                                  </p:iterate>
                                  <p:childTnLst>
                                    <p:set>
                                      <p:cBhvr>
                                        <p:cTn id="123" fill="hold"/>
                                        <p:tgtEl>
                                          <p:spTgt spid="418"/>
                                        </p:tgtEl>
                                        <p:attrNameLst>
                                          <p:attrName>style.visibility</p:attrName>
                                        </p:attrNameLst>
                                      </p:cBhvr>
                                      <p:to>
                                        <p:strVal val="visible"/>
                                      </p:to>
                                    </p:set>
                                    <p:animEffect filter="wipe(left)" transition="in">
                                      <p:cBhvr>
                                        <p:cTn id="124" dur="500"/>
                                        <p:tgtEl>
                                          <p:spTgt spid="418"/>
                                        </p:tgtEl>
                                      </p:cBhvr>
                                    </p:animEffect>
                                  </p:childTnLst>
                                </p:cTn>
                              </p:par>
                            </p:childTnLst>
                          </p:cTn>
                        </p:par>
                        <p:par>
                          <p:cTn id="125" fill="hold">
                            <p:stCondLst>
                              <p:cond delay="11000"/>
                            </p:stCondLst>
                            <p:childTnLst>
                              <p:par>
                                <p:cTn id="126" presetClass="entr" nodeType="afterEffect" presetID="9" grpId="23" fill="hold">
                                  <p:stCondLst>
                                    <p:cond delay="0"/>
                                  </p:stCondLst>
                                  <p:iterate type="el" backwards="0">
                                    <p:tmAbs val="0"/>
                                  </p:iterate>
                                  <p:childTnLst>
                                    <p:set>
                                      <p:cBhvr>
                                        <p:cTn id="127" fill="hold"/>
                                        <p:tgtEl>
                                          <p:spTgt spid="419">
                                            <p:bg/>
                                          </p:spTgt>
                                        </p:tgtEl>
                                        <p:attrNameLst>
                                          <p:attrName>style.visibility</p:attrName>
                                        </p:attrNameLst>
                                      </p:cBhvr>
                                      <p:to>
                                        <p:strVal val="visible"/>
                                      </p:to>
                                    </p:set>
                                    <p:animEffect filter="dissolve" transition="in">
                                      <p:cBhvr>
                                        <p:cTn id="128" dur="500"/>
                                        <p:tgtEl>
                                          <p:spTgt spid="419">
                                            <p:bg/>
                                          </p:spTgt>
                                        </p:tgtEl>
                                      </p:cBhvr>
                                    </p:animEffect>
                                  </p:childTnLst>
                                </p:cTn>
                              </p:par>
                              <p:par>
                                <p:cTn id="129" presetClass="entr" nodeType="withEffect" presetSubtype="0" presetID="9" grpId="23" fill="hold">
                                  <p:stCondLst>
                                    <p:cond delay="0"/>
                                  </p:stCondLst>
                                  <p:iterate type="el" backwards="0">
                                    <p:tmAbs val="0"/>
                                  </p:iterate>
                                  <p:childTnLst>
                                    <p:set>
                                      <p:cBhvr>
                                        <p:cTn id="130" fill="hold"/>
                                        <p:tgtEl>
                                          <p:spTgt spid="419">
                                            <p:txEl>
                                              <p:pRg st="0" end="0"/>
                                            </p:txEl>
                                          </p:spTgt>
                                        </p:tgtEl>
                                        <p:attrNameLst>
                                          <p:attrName>style.visibility</p:attrName>
                                        </p:attrNameLst>
                                      </p:cBhvr>
                                      <p:to>
                                        <p:strVal val="visible"/>
                                      </p:to>
                                    </p:set>
                                    <p:animEffect filter="dissolve" transition="in">
                                      <p:cBhvr>
                                        <p:cTn id="131" dur="500"/>
                                        <p:tgtEl>
                                          <p:spTgt spid="419">
                                            <p:txEl>
                                              <p:pRg st="0" end="0"/>
                                            </p:txEl>
                                          </p:spTgt>
                                        </p:tgtEl>
                                      </p:cBhvr>
                                    </p:animEffect>
                                  </p:childTnLst>
                                </p:cTn>
                              </p:par>
                            </p:childTnLst>
                          </p:cTn>
                        </p:par>
                        <p:par>
                          <p:cTn id="132" fill="hold">
                            <p:stCondLst>
                              <p:cond delay="11500"/>
                            </p:stCondLst>
                            <p:childTnLst>
                              <p:par>
                                <p:cTn id="133" presetClass="entr" nodeType="afterEffect" presetSubtype="8" presetID="22" grpId="24" fill="hold">
                                  <p:stCondLst>
                                    <p:cond delay="0"/>
                                  </p:stCondLst>
                                  <p:iterate type="el" backwards="0">
                                    <p:tmAbs val="0"/>
                                  </p:iterate>
                                  <p:childTnLst>
                                    <p:set>
                                      <p:cBhvr>
                                        <p:cTn id="134" fill="hold"/>
                                        <p:tgtEl>
                                          <p:spTgt spid="420"/>
                                        </p:tgtEl>
                                        <p:attrNameLst>
                                          <p:attrName>style.visibility</p:attrName>
                                        </p:attrNameLst>
                                      </p:cBhvr>
                                      <p:to>
                                        <p:strVal val="visible"/>
                                      </p:to>
                                    </p:set>
                                    <p:animEffect filter="wipe(left)" transition="in">
                                      <p:cBhvr>
                                        <p:cTn id="135" dur="500"/>
                                        <p:tgtEl>
                                          <p:spTgt spid="420"/>
                                        </p:tgtEl>
                                      </p:cBhvr>
                                    </p:animEffect>
                                  </p:childTnLst>
                                </p:cTn>
                              </p:par>
                            </p:childTnLst>
                          </p:cTn>
                        </p:par>
                        <p:par>
                          <p:cTn id="136" fill="hold">
                            <p:stCondLst>
                              <p:cond delay="12000"/>
                            </p:stCondLst>
                            <p:childTnLst>
                              <p:par>
                                <p:cTn id="137" presetClass="entr" nodeType="afterEffect" presetID="9" grpId="25" fill="hold">
                                  <p:stCondLst>
                                    <p:cond delay="0"/>
                                  </p:stCondLst>
                                  <p:iterate type="el" backwards="0">
                                    <p:tmAbs val="0"/>
                                  </p:iterate>
                                  <p:childTnLst>
                                    <p:set>
                                      <p:cBhvr>
                                        <p:cTn id="138" fill="hold"/>
                                        <p:tgtEl>
                                          <p:spTgt spid="421">
                                            <p:bg/>
                                          </p:spTgt>
                                        </p:tgtEl>
                                        <p:attrNameLst>
                                          <p:attrName>style.visibility</p:attrName>
                                        </p:attrNameLst>
                                      </p:cBhvr>
                                      <p:to>
                                        <p:strVal val="visible"/>
                                      </p:to>
                                    </p:set>
                                    <p:animEffect filter="dissolve" transition="in">
                                      <p:cBhvr>
                                        <p:cTn id="139" dur="500"/>
                                        <p:tgtEl>
                                          <p:spTgt spid="421">
                                            <p:bg/>
                                          </p:spTgt>
                                        </p:tgtEl>
                                      </p:cBhvr>
                                    </p:animEffect>
                                  </p:childTnLst>
                                </p:cTn>
                              </p:par>
                              <p:par>
                                <p:cTn id="140" presetClass="entr" nodeType="withEffect" presetSubtype="0" presetID="9" grpId="25" fill="hold">
                                  <p:stCondLst>
                                    <p:cond delay="0"/>
                                  </p:stCondLst>
                                  <p:iterate type="el" backwards="0">
                                    <p:tmAbs val="0"/>
                                  </p:iterate>
                                  <p:childTnLst>
                                    <p:set>
                                      <p:cBhvr>
                                        <p:cTn id="141" fill="hold"/>
                                        <p:tgtEl>
                                          <p:spTgt spid="421">
                                            <p:txEl>
                                              <p:pRg st="0" end="0"/>
                                            </p:txEl>
                                          </p:spTgt>
                                        </p:tgtEl>
                                        <p:attrNameLst>
                                          <p:attrName>style.visibility</p:attrName>
                                        </p:attrNameLst>
                                      </p:cBhvr>
                                      <p:to>
                                        <p:strVal val="visible"/>
                                      </p:to>
                                    </p:set>
                                    <p:animEffect filter="dissolve" transition="in">
                                      <p:cBhvr>
                                        <p:cTn id="142" dur="500"/>
                                        <p:tgtEl>
                                          <p:spTgt spid="421">
                                            <p:txEl>
                                              <p:pRg st="0" end="0"/>
                                            </p:txEl>
                                          </p:spTgt>
                                        </p:tgtEl>
                                      </p:cBhvr>
                                    </p:animEffect>
                                  </p:childTnLst>
                                </p:cTn>
                              </p:par>
                            </p:childTnLst>
                          </p:cTn>
                        </p:par>
                        <p:par>
                          <p:cTn id="143" fill="hold">
                            <p:stCondLst>
                              <p:cond delay="12500"/>
                            </p:stCondLst>
                            <p:childTnLst>
                              <p:par>
                                <p:cTn id="144" presetClass="entr" nodeType="afterEffect" presetSubtype="8" presetID="22" grpId="26" fill="hold">
                                  <p:stCondLst>
                                    <p:cond delay="0"/>
                                  </p:stCondLst>
                                  <p:iterate type="el" backwards="0">
                                    <p:tmAbs val="0"/>
                                  </p:iterate>
                                  <p:childTnLst>
                                    <p:set>
                                      <p:cBhvr>
                                        <p:cTn id="145" fill="hold"/>
                                        <p:tgtEl>
                                          <p:spTgt spid="422"/>
                                        </p:tgtEl>
                                        <p:attrNameLst>
                                          <p:attrName>style.visibility</p:attrName>
                                        </p:attrNameLst>
                                      </p:cBhvr>
                                      <p:to>
                                        <p:strVal val="visible"/>
                                      </p:to>
                                    </p:set>
                                    <p:animEffect filter="wipe(left)" transition="in">
                                      <p:cBhvr>
                                        <p:cTn id="146" dur="500"/>
                                        <p:tgtEl>
                                          <p:spTgt spid="422"/>
                                        </p:tgtEl>
                                      </p:cBhvr>
                                    </p:animEffect>
                                  </p:childTnLst>
                                </p:cTn>
                              </p:par>
                            </p:childTnLst>
                          </p:cTn>
                        </p:par>
                        <p:par>
                          <p:cTn id="147" fill="hold">
                            <p:stCondLst>
                              <p:cond delay="13000"/>
                            </p:stCondLst>
                            <p:childTnLst>
                              <p:par>
                                <p:cTn id="148" presetClass="entr" nodeType="afterEffect" presetID="9" grpId="27" fill="hold">
                                  <p:stCondLst>
                                    <p:cond delay="0"/>
                                  </p:stCondLst>
                                  <p:iterate type="el" backwards="0">
                                    <p:tmAbs val="0"/>
                                  </p:iterate>
                                  <p:childTnLst>
                                    <p:set>
                                      <p:cBhvr>
                                        <p:cTn id="149" fill="hold"/>
                                        <p:tgtEl>
                                          <p:spTgt spid="423">
                                            <p:bg/>
                                          </p:spTgt>
                                        </p:tgtEl>
                                        <p:attrNameLst>
                                          <p:attrName>style.visibility</p:attrName>
                                        </p:attrNameLst>
                                      </p:cBhvr>
                                      <p:to>
                                        <p:strVal val="visible"/>
                                      </p:to>
                                    </p:set>
                                    <p:animEffect filter="dissolve" transition="in">
                                      <p:cBhvr>
                                        <p:cTn id="150" dur="500"/>
                                        <p:tgtEl>
                                          <p:spTgt spid="423">
                                            <p:bg/>
                                          </p:spTgt>
                                        </p:tgtEl>
                                      </p:cBhvr>
                                    </p:animEffect>
                                  </p:childTnLst>
                                </p:cTn>
                              </p:par>
                              <p:par>
                                <p:cTn id="151" presetClass="entr" nodeType="withEffect" presetSubtype="0" presetID="9" grpId="27" fill="hold">
                                  <p:stCondLst>
                                    <p:cond delay="0"/>
                                  </p:stCondLst>
                                  <p:iterate type="el" backwards="0">
                                    <p:tmAbs val="0"/>
                                  </p:iterate>
                                  <p:childTnLst>
                                    <p:set>
                                      <p:cBhvr>
                                        <p:cTn id="152" fill="hold"/>
                                        <p:tgtEl>
                                          <p:spTgt spid="423">
                                            <p:txEl>
                                              <p:pRg st="0" end="0"/>
                                            </p:txEl>
                                          </p:spTgt>
                                        </p:tgtEl>
                                        <p:attrNameLst>
                                          <p:attrName>style.visibility</p:attrName>
                                        </p:attrNameLst>
                                      </p:cBhvr>
                                      <p:to>
                                        <p:strVal val="visible"/>
                                      </p:to>
                                    </p:set>
                                    <p:animEffect filter="dissolve" transition="in">
                                      <p:cBhvr>
                                        <p:cTn id="153" dur="500"/>
                                        <p:tgtEl>
                                          <p:spTgt spid="423">
                                            <p:txEl>
                                              <p:pRg st="0" end="0"/>
                                            </p:txEl>
                                          </p:spTgt>
                                        </p:tgtEl>
                                      </p:cBhvr>
                                    </p:animEffect>
                                  </p:childTnLst>
                                </p:cTn>
                              </p:par>
                            </p:childTnLst>
                          </p:cTn>
                        </p:par>
                        <p:par>
                          <p:cTn id="154" fill="hold">
                            <p:stCondLst>
                              <p:cond delay="13500"/>
                            </p:stCondLst>
                            <p:childTnLst>
                              <p:par>
                                <p:cTn id="155" presetClass="entr" nodeType="afterEffect" presetSubtype="8" presetID="22" grpId="28" fill="hold">
                                  <p:stCondLst>
                                    <p:cond delay="0"/>
                                  </p:stCondLst>
                                  <p:iterate type="el" backwards="0">
                                    <p:tmAbs val="0"/>
                                  </p:iterate>
                                  <p:childTnLst>
                                    <p:set>
                                      <p:cBhvr>
                                        <p:cTn id="156" fill="hold"/>
                                        <p:tgtEl>
                                          <p:spTgt spid="424"/>
                                        </p:tgtEl>
                                        <p:attrNameLst>
                                          <p:attrName>style.visibility</p:attrName>
                                        </p:attrNameLst>
                                      </p:cBhvr>
                                      <p:to>
                                        <p:strVal val="visible"/>
                                      </p:to>
                                    </p:set>
                                    <p:animEffect filter="wipe(left)" transition="in">
                                      <p:cBhvr>
                                        <p:cTn id="157" dur="500"/>
                                        <p:tgtEl>
                                          <p:spTgt spid="424"/>
                                        </p:tgtEl>
                                      </p:cBhvr>
                                    </p:animEffect>
                                  </p:childTnLst>
                                </p:cTn>
                              </p:par>
                            </p:childTnLst>
                          </p:cTn>
                        </p:par>
                        <p:par>
                          <p:cTn id="158" fill="hold">
                            <p:stCondLst>
                              <p:cond delay="14000"/>
                            </p:stCondLst>
                            <p:childTnLst>
                              <p:par>
                                <p:cTn id="159" presetClass="entr" nodeType="afterEffect" presetID="9" grpId="29" fill="hold">
                                  <p:stCondLst>
                                    <p:cond delay="0"/>
                                  </p:stCondLst>
                                  <p:iterate type="el" backwards="0">
                                    <p:tmAbs val="0"/>
                                  </p:iterate>
                                  <p:childTnLst>
                                    <p:set>
                                      <p:cBhvr>
                                        <p:cTn id="160" fill="hold"/>
                                        <p:tgtEl>
                                          <p:spTgt spid="425">
                                            <p:bg/>
                                          </p:spTgt>
                                        </p:tgtEl>
                                        <p:attrNameLst>
                                          <p:attrName>style.visibility</p:attrName>
                                        </p:attrNameLst>
                                      </p:cBhvr>
                                      <p:to>
                                        <p:strVal val="visible"/>
                                      </p:to>
                                    </p:set>
                                    <p:animEffect filter="dissolve" transition="in">
                                      <p:cBhvr>
                                        <p:cTn id="161" dur="500"/>
                                        <p:tgtEl>
                                          <p:spTgt spid="425">
                                            <p:bg/>
                                          </p:spTgt>
                                        </p:tgtEl>
                                      </p:cBhvr>
                                    </p:animEffect>
                                  </p:childTnLst>
                                </p:cTn>
                              </p:par>
                              <p:par>
                                <p:cTn id="162" presetClass="entr" nodeType="withEffect" presetSubtype="0" presetID="9" grpId="29" fill="hold">
                                  <p:stCondLst>
                                    <p:cond delay="0"/>
                                  </p:stCondLst>
                                  <p:iterate type="el" backwards="0">
                                    <p:tmAbs val="0"/>
                                  </p:iterate>
                                  <p:childTnLst>
                                    <p:set>
                                      <p:cBhvr>
                                        <p:cTn id="163" fill="hold"/>
                                        <p:tgtEl>
                                          <p:spTgt spid="425">
                                            <p:txEl>
                                              <p:pRg st="0" end="0"/>
                                            </p:txEl>
                                          </p:spTgt>
                                        </p:tgtEl>
                                        <p:attrNameLst>
                                          <p:attrName>style.visibility</p:attrName>
                                        </p:attrNameLst>
                                      </p:cBhvr>
                                      <p:to>
                                        <p:strVal val="visible"/>
                                      </p:to>
                                    </p:set>
                                    <p:animEffect filter="dissolve" transition="in">
                                      <p:cBhvr>
                                        <p:cTn id="164" dur="500"/>
                                        <p:tgtEl>
                                          <p:spTgt spid="425">
                                            <p:txEl>
                                              <p:pRg st="0" end="0"/>
                                            </p:txEl>
                                          </p:spTgt>
                                        </p:tgtEl>
                                      </p:cBhvr>
                                    </p:animEffect>
                                  </p:childTnLst>
                                </p:cTn>
                              </p:par>
                            </p:childTnLst>
                          </p:cTn>
                        </p:par>
                        <p:par>
                          <p:cTn id="165" fill="hold">
                            <p:stCondLst>
                              <p:cond delay="14500"/>
                            </p:stCondLst>
                            <p:childTnLst>
                              <p:par>
                                <p:cTn id="166" presetClass="entr" nodeType="afterEffect" presetSubtype="8" presetID="22" grpId="30" fill="hold">
                                  <p:stCondLst>
                                    <p:cond delay="0"/>
                                  </p:stCondLst>
                                  <p:iterate type="el" backwards="0">
                                    <p:tmAbs val="0"/>
                                  </p:iterate>
                                  <p:childTnLst>
                                    <p:set>
                                      <p:cBhvr>
                                        <p:cTn id="167" fill="hold"/>
                                        <p:tgtEl>
                                          <p:spTgt spid="426"/>
                                        </p:tgtEl>
                                        <p:attrNameLst>
                                          <p:attrName>style.visibility</p:attrName>
                                        </p:attrNameLst>
                                      </p:cBhvr>
                                      <p:to>
                                        <p:strVal val="visible"/>
                                      </p:to>
                                    </p:set>
                                    <p:animEffect filter="wipe(left)" transition="in">
                                      <p:cBhvr>
                                        <p:cTn id="168" dur="500"/>
                                        <p:tgtEl>
                                          <p:spTgt spid="426"/>
                                        </p:tgtEl>
                                      </p:cBhvr>
                                    </p:animEffect>
                                  </p:childTnLst>
                                </p:cTn>
                              </p:par>
                            </p:childTnLst>
                          </p:cTn>
                        </p:par>
                        <p:par>
                          <p:cTn id="169" fill="hold">
                            <p:stCondLst>
                              <p:cond delay="15000"/>
                            </p:stCondLst>
                            <p:childTnLst>
                              <p:par>
                                <p:cTn id="170" presetClass="entr" nodeType="afterEffect" presetID="9" grpId="31" fill="hold">
                                  <p:stCondLst>
                                    <p:cond delay="0"/>
                                  </p:stCondLst>
                                  <p:iterate type="el" backwards="0">
                                    <p:tmAbs val="0"/>
                                  </p:iterate>
                                  <p:childTnLst>
                                    <p:set>
                                      <p:cBhvr>
                                        <p:cTn id="171" fill="hold"/>
                                        <p:tgtEl>
                                          <p:spTgt spid="427">
                                            <p:bg/>
                                          </p:spTgt>
                                        </p:tgtEl>
                                        <p:attrNameLst>
                                          <p:attrName>style.visibility</p:attrName>
                                        </p:attrNameLst>
                                      </p:cBhvr>
                                      <p:to>
                                        <p:strVal val="visible"/>
                                      </p:to>
                                    </p:set>
                                    <p:animEffect filter="dissolve" transition="in">
                                      <p:cBhvr>
                                        <p:cTn id="172" dur="500"/>
                                        <p:tgtEl>
                                          <p:spTgt spid="427">
                                            <p:bg/>
                                          </p:spTgt>
                                        </p:tgtEl>
                                      </p:cBhvr>
                                    </p:animEffect>
                                  </p:childTnLst>
                                </p:cTn>
                              </p:par>
                              <p:par>
                                <p:cTn id="173" presetClass="entr" nodeType="withEffect" presetSubtype="0" presetID="9" grpId="31" fill="hold">
                                  <p:stCondLst>
                                    <p:cond delay="0"/>
                                  </p:stCondLst>
                                  <p:iterate type="el" backwards="0">
                                    <p:tmAbs val="0"/>
                                  </p:iterate>
                                  <p:childTnLst>
                                    <p:set>
                                      <p:cBhvr>
                                        <p:cTn id="174" fill="hold"/>
                                        <p:tgtEl>
                                          <p:spTgt spid="427">
                                            <p:txEl>
                                              <p:pRg st="0" end="0"/>
                                            </p:txEl>
                                          </p:spTgt>
                                        </p:tgtEl>
                                        <p:attrNameLst>
                                          <p:attrName>style.visibility</p:attrName>
                                        </p:attrNameLst>
                                      </p:cBhvr>
                                      <p:to>
                                        <p:strVal val="visible"/>
                                      </p:to>
                                    </p:set>
                                    <p:animEffect filter="dissolve" transition="in">
                                      <p:cBhvr>
                                        <p:cTn id="175" dur="500"/>
                                        <p:tgtEl>
                                          <p:spTgt spid="427">
                                            <p:txEl>
                                              <p:pRg st="0" end="0"/>
                                            </p:txEl>
                                          </p:spTgt>
                                        </p:tgtEl>
                                      </p:cBhvr>
                                    </p:animEffect>
                                  </p:childTnLst>
                                </p:cTn>
                              </p:par>
                            </p:childTnLst>
                          </p:cTn>
                        </p:par>
                        <p:par>
                          <p:cTn id="176" fill="hold">
                            <p:stCondLst>
                              <p:cond delay="15500"/>
                            </p:stCondLst>
                            <p:childTnLst>
                              <p:par>
                                <p:cTn id="177" presetClass="entr" nodeType="afterEffect" presetSubtype="8" presetID="22" grpId="32" fill="hold">
                                  <p:stCondLst>
                                    <p:cond delay="0"/>
                                  </p:stCondLst>
                                  <p:iterate type="el" backwards="0">
                                    <p:tmAbs val="0"/>
                                  </p:iterate>
                                  <p:childTnLst>
                                    <p:set>
                                      <p:cBhvr>
                                        <p:cTn id="178" fill="hold"/>
                                        <p:tgtEl>
                                          <p:spTgt spid="428"/>
                                        </p:tgtEl>
                                        <p:attrNameLst>
                                          <p:attrName>style.visibility</p:attrName>
                                        </p:attrNameLst>
                                      </p:cBhvr>
                                      <p:to>
                                        <p:strVal val="visible"/>
                                      </p:to>
                                    </p:set>
                                    <p:animEffect filter="wipe(left)" transition="in">
                                      <p:cBhvr>
                                        <p:cTn id="179" dur="500"/>
                                        <p:tgtEl>
                                          <p:spTgt spid="428"/>
                                        </p:tgtEl>
                                      </p:cBhvr>
                                    </p:animEffect>
                                  </p:childTnLst>
                                </p:cTn>
                              </p:par>
                            </p:childTnLst>
                          </p:cTn>
                        </p:par>
                        <p:par>
                          <p:cTn id="180" fill="hold">
                            <p:stCondLst>
                              <p:cond delay="16000"/>
                            </p:stCondLst>
                            <p:childTnLst>
                              <p:par>
                                <p:cTn id="181" presetClass="entr" nodeType="afterEffect" presetID="9" grpId="33" fill="hold">
                                  <p:stCondLst>
                                    <p:cond delay="0"/>
                                  </p:stCondLst>
                                  <p:iterate type="el" backwards="0">
                                    <p:tmAbs val="0"/>
                                  </p:iterate>
                                  <p:childTnLst>
                                    <p:set>
                                      <p:cBhvr>
                                        <p:cTn id="182" fill="hold"/>
                                        <p:tgtEl>
                                          <p:spTgt spid="429">
                                            <p:bg/>
                                          </p:spTgt>
                                        </p:tgtEl>
                                        <p:attrNameLst>
                                          <p:attrName>style.visibility</p:attrName>
                                        </p:attrNameLst>
                                      </p:cBhvr>
                                      <p:to>
                                        <p:strVal val="visible"/>
                                      </p:to>
                                    </p:set>
                                    <p:animEffect filter="dissolve" transition="in">
                                      <p:cBhvr>
                                        <p:cTn id="183" dur="500"/>
                                        <p:tgtEl>
                                          <p:spTgt spid="429">
                                            <p:bg/>
                                          </p:spTgt>
                                        </p:tgtEl>
                                      </p:cBhvr>
                                    </p:animEffect>
                                  </p:childTnLst>
                                </p:cTn>
                              </p:par>
                              <p:par>
                                <p:cTn id="184" presetClass="entr" nodeType="withEffect" presetSubtype="0" presetID="9" grpId="33" fill="hold">
                                  <p:stCondLst>
                                    <p:cond delay="0"/>
                                  </p:stCondLst>
                                  <p:iterate type="el" backwards="0">
                                    <p:tmAbs val="0"/>
                                  </p:iterate>
                                  <p:childTnLst>
                                    <p:set>
                                      <p:cBhvr>
                                        <p:cTn id="185" fill="hold"/>
                                        <p:tgtEl>
                                          <p:spTgt spid="429">
                                            <p:txEl>
                                              <p:pRg st="0" end="0"/>
                                            </p:txEl>
                                          </p:spTgt>
                                        </p:tgtEl>
                                        <p:attrNameLst>
                                          <p:attrName>style.visibility</p:attrName>
                                        </p:attrNameLst>
                                      </p:cBhvr>
                                      <p:to>
                                        <p:strVal val="visible"/>
                                      </p:to>
                                    </p:set>
                                    <p:animEffect filter="dissolve" transition="in">
                                      <p:cBhvr>
                                        <p:cTn id="186" dur="500"/>
                                        <p:tgtEl>
                                          <p:spTgt spid="429">
                                            <p:txEl>
                                              <p:pRg st="0" end="0"/>
                                            </p:txEl>
                                          </p:spTgt>
                                        </p:tgtEl>
                                      </p:cBhvr>
                                    </p:animEffect>
                                  </p:childTnLst>
                                </p:cTn>
                              </p:par>
                            </p:childTnLst>
                          </p:cTn>
                        </p:par>
                        <p:par>
                          <p:cTn id="187" fill="hold">
                            <p:stCondLst>
                              <p:cond delay="16500"/>
                            </p:stCondLst>
                            <p:childTnLst>
                              <p:par>
                                <p:cTn id="188" presetClass="entr" nodeType="afterEffect" presetSubtype="8" presetID="22" grpId="34" fill="hold">
                                  <p:stCondLst>
                                    <p:cond delay="0"/>
                                  </p:stCondLst>
                                  <p:iterate type="el" backwards="0">
                                    <p:tmAbs val="0"/>
                                  </p:iterate>
                                  <p:childTnLst>
                                    <p:set>
                                      <p:cBhvr>
                                        <p:cTn id="189" fill="hold"/>
                                        <p:tgtEl>
                                          <p:spTgt spid="430"/>
                                        </p:tgtEl>
                                        <p:attrNameLst>
                                          <p:attrName>style.visibility</p:attrName>
                                        </p:attrNameLst>
                                      </p:cBhvr>
                                      <p:to>
                                        <p:strVal val="visible"/>
                                      </p:to>
                                    </p:set>
                                    <p:animEffect filter="wipe(left)" transition="in">
                                      <p:cBhvr>
                                        <p:cTn id="190" dur="500"/>
                                        <p:tgtEl>
                                          <p:spTgt spid="430"/>
                                        </p:tgtEl>
                                      </p:cBhvr>
                                    </p:animEffect>
                                  </p:childTnLst>
                                </p:cTn>
                              </p:par>
                            </p:childTnLst>
                          </p:cTn>
                        </p:par>
                        <p:par>
                          <p:cTn id="191" fill="hold">
                            <p:stCondLst>
                              <p:cond delay="17000"/>
                            </p:stCondLst>
                            <p:childTnLst>
                              <p:par>
                                <p:cTn id="192" presetClass="entr" nodeType="afterEffect" presetID="9" grpId="35" fill="hold">
                                  <p:stCondLst>
                                    <p:cond delay="0"/>
                                  </p:stCondLst>
                                  <p:iterate type="el" backwards="0">
                                    <p:tmAbs val="0"/>
                                  </p:iterate>
                                  <p:childTnLst>
                                    <p:set>
                                      <p:cBhvr>
                                        <p:cTn id="193" fill="hold"/>
                                        <p:tgtEl>
                                          <p:spTgt spid="431">
                                            <p:bg/>
                                          </p:spTgt>
                                        </p:tgtEl>
                                        <p:attrNameLst>
                                          <p:attrName>style.visibility</p:attrName>
                                        </p:attrNameLst>
                                      </p:cBhvr>
                                      <p:to>
                                        <p:strVal val="visible"/>
                                      </p:to>
                                    </p:set>
                                    <p:animEffect filter="dissolve" transition="in">
                                      <p:cBhvr>
                                        <p:cTn id="194" dur="500"/>
                                        <p:tgtEl>
                                          <p:spTgt spid="431">
                                            <p:bg/>
                                          </p:spTgt>
                                        </p:tgtEl>
                                      </p:cBhvr>
                                    </p:animEffect>
                                  </p:childTnLst>
                                </p:cTn>
                              </p:par>
                              <p:par>
                                <p:cTn id="195" presetClass="entr" nodeType="withEffect" presetSubtype="0" presetID="9" grpId="35" fill="hold">
                                  <p:stCondLst>
                                    <p:cond delay="0"/>
                                  </p:stCondLst>
                                  <p:iterate type="el" backwards="0">
                                    <p:tmAbs val="0"/>
                                  </p:iterate>
                                  <p:childTnLst>
                                    <p:set>
                                      <p:cBhvr>
                                        <p:cTn id="196" fill="hold"/>
                                        <p:tgtEl>
                                          <p:spTgt spid="431">
                                            <p:txEl>
                                              <p:pRg st="0" end="0"/>
                                            </p:txEl>
                                          </p:spTgt>
                                        </p:tgtEl>
                                        <p:attrNameLst>
                                          <p:attrName>style.visibility</p:attrName>
                                        </p:attrNameLst>
                                      </p:cBhvr>
                                      <p:to>
                                        <p:strVal val="visible"/>
                                      </p:to>
                                    </p:set>
                                    <p:animEffect filter="dissolve" transition="in">
                                      <p:cBhvr>
                                        <p:cTn id="197" dur="500"/>
                                        <p:tgtEl>
                                          <p:spTgt spid="431">
                                            <p:txEl>
                                              <p:pRg st="0" end="0"/>
                                            </p:txEl>
                                          </p:spTgt>
                                        </p:tgtEl>
                                      </p:cBhvr>
                                    </p:animEffect>
                                  </p:childTnLst>
                                </p:cTn>
                              </p:par>
                            </p:childTnLst>
                          </p:cTn>
                        </p:par>
                        <p:par>
                          <p:cTn id="198" fill="hold">
                            <p:stCondLst>
                              <p:cond delay="17500"/>
                            </p:stCondLst>
                            <p:childTnLst>
                              <p:par>
                                <p:cTn id="199" presetClass="entr" nodeType="afterEffect" presetSubtype="8" presetID="22" grpId="36" fill="hold">
                                  <p:stCondLst>
                                    <p:cond delay="0"/>
                                  </p:stCondLst>
                                  <p:iterate type="el" backwards="0">
                                    <p:tmAbs val="0"/>
                                  </p:iterate>
                                  <p:childTnLst>
                                    <p:set>
                                      <p:cBhvr>
                                        <p:cTn id="200" fill="hold"/>
                                        <p:tgtEl>
                                          <p:spTgt spid="432"/>
                                        </p:tgtEl>
                                        <p:attrNameLst>
                                          <p:attrName>style.visibility</p:attrName>
                                        </p:attrNameLst>
                                      </p:cBhvr>
                                      <p:to>
                                        <p:strVal val="visible"/>
                                      </p:to>
                                    </p:set>
                                    <p:animEffect filter="wipe(left)" transition="in">
                                      <p:cBhvr>
                                        <p:cTn id="201" dur="500"/>
                                        <p:tgtEl>
                                          <p:spTgt spid="4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405" grpId="9"/>
      <p:bldP build="p" bldLvl="5" animBg="1" rev="0" advAuto="0" spid="421" grpId="25"/>
      <p:bldP build="whole" bldLvl="1" animBg="1" rev="0" advAuto="0" spid="426" grpId="30"/>
      <p:bldP build="whole" bldLvl="1" animBg="1" rev="0" advAuto="0" spid="402" grpId="6"/>
      <p:bldP build="whole" bldLvl="1" animBg="1" rev="0" advAuto="0" spid="416" grpId="20"/>
      <p:bldP build="whole" bldLvl="1" animBg="1" rev="0" advAuto="0" spid="422" grpId="26"/>
      <p:bldP build="p" bldLvl="5" animBg="1" rev="0" advAuto="0" spid="427" grpId="31"/>
      <p:bldP build="whole" bldLvl="1" animBg="1" rev="0" advAuto="0" spid="410" grpId="14"/>
      <p:bldP build="whole" bldLvl="1" animBg="1" rev="0" advAuto="0" spid="424" grpId="28"/>
      <p:bldP build="p" bldLvl="5" animBg="1" rev="0" advAuto="0" spid="409" grpId="13"/>
      <p:bldP build="p" bldLvl="5" animBg="1" rev="0" advAuto="0" spid="425" grpId="29"/>
      <p:bldP build="p" bldLvl="5" animBg="1" rev="0" advAuto="0" spid="407" grpId="11"/>
      <p:bldP build="whole" bldLvl="1" animBg="1" rev="0" advAuto="0" spid="404" grpId="8"/>
      <p:bldP build="p" bldLvl="5" animBg="1" rev="0" advAuto="0" spid="423" grpId="27"/>
      <p:bldP build="whole" bldLvl="1" animBg="1" rev="0" advAuto="0" spid="430" grpId="34"/>
      <p:bldP build="p" bldLvl="5" animBg="1" rev="0" advAuto="0" spid="403" grpId="7"/>
      <p:bldP build="p" bldLvl="5" animBg="1" rev="0" advAuto="0" spid="431" grpId="35"/>
      <p:bldP build="whole" bldLvl="1" animBg="1" rev="0" advAuto="0" spid="414" grpId="18"/>
      <p:bldP build="whole" bldLvl="1" animBg="1" rev="0" advAuto="0" spid="432" grpId="36"/>
      <p:bldP build="p" bldLvl="5" animBg="1" rev="0" advAuto="0" spid="411" grpId="15"/>
      <p:bldP build="whole" bldLvl="1" animBg="1" rev="0" advAuto="0" spid="408" grpId="12"/>
      <p:bldP build="p" bldLvl="5" animBg="1" rev="0" advAuto="0" spid="429" grpId="33"/>
      <p:bldP build="whole" bldLvl="1" animBg="1" rev="0" advAuto="0" spid="428" grpId="32"/>
      <p:bldP build="whole" bldLvl="1" animBg="1" rev="0" advAuto="0" spid="398" grpId="2"/>
      <p:bldP build="whole" bldLvl="1" animBg="1" rev="0" advAuto="0" spid="418" grpId="22"/>
      <p:bldP build="whole" bldLvl="1" animBg="1" rev="0" advAuto="0" spid="400" grpId="4"/>
      <p:bldP build="p" bldLvl="5" animBg="1" rev="0" advAuto="0" spid="413" grpId="17"/>
      <p:bldP build="p" bldLvl="5" animBg="1" rev="0" advAuto="0" spid="415" grpId="19"/>
      <p:bldP build="p" bldLvl="5" animBg="1" rev="0" advAuto="0" spid="401" grpId="5"/>
      <p:bldP build="p" bldLvl="5" animBg="1" rev="0" advAuto="0" spid="417" grpId="21"/>
      <p:bldP build="whole" bldLvl="1" animBg="1" rev="0" advAuto="0" spid="412" grpId="16"/>
      <p:bldP build="p" bldLvl="5" animBg="1" rev="0" advAuto="0" spid="419" grpId="23"/>
      <p:bldP build="p" bldLvl="5" animBg="1" rev="0" advAuto="0" spid="399" grpId="3"/>
      <p:bldP build="whole" bldLvl="1" animBg="1" rev="0" advAuto="0" spid="406" grpId="10"/>
      <p:bldP build="p" bldLvl="5" animBg="1" rev="0" advAuto="0" spid="396" grpId="1"/>
      <p:bldP build="whole" bldLvl="1" animBg="1" rev="0" advAuto="0" spid="420" grpId="24"/>
    </p:bldLst>
  </p:timing>
</p:sld>
</file>

<file path=ppt/slides/slide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pSp>
        <p:nvGrpSpPr>
          <p:cNvPr id="436" name="Group 436"/>
          <p:cNvGrpSpPr/>
          <p:nvPr/>
        </p:nvGrpSpPr>
        <p:grpSpPr>
          <a:xfrm>
            <a:off x="22844270" y="398919"/>
            <a:ext cx="1387044" cy="1387044"/>
            <a:chOff x="0" y="0"/>
            <a:chExt cx="1387043" cy="1387043"/>
          </a:xfrm>
        </p:grpSpPr>
        <p:sp>
          <p:nvSpPr>
            <p:cNvPr id="434" name="Shape 434"/>
            <p:cNvSpPr/>
            <p:nvPr/>
          </p:nvSpPr>
          <p:spPr>
            <a:xfrm>
              <a:off x="0" y="0"/>
              <a:ext cx="1387044" cy="1387044"/>
            </a:xfrm>
            <a:prstGeom prst="ellipse">
              <a:avLst/>
            </a:prstGeom>
            <a:solidFill>
              <a:srgbClr val="2F5379"/>
            </a:solidFill>
            <a:ln w="12700" cap="flat">
              <a:noFill/>
              <a:miter lim="4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35" name="Shape 435"/>
            <p:cNvSpPr/>
            <p:nvPr/>
          </p:nvSpPr>
          <p:spPr>
            <a:xfrm>
              <a:off x="340015" y="415394"/>
              <a:ext cx="707017" cy="511678"/>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pc="330" sz="2200">
                  <a:solidFill>
                    <a:srgbClr val="FFFFFF"/>
                  </a:solidFill>
                  <a:latin typeface="Raleway Bold"/>
                  <a:ea typeface="Raleway Bold"/>
                  <a:cs typeface="Raleway Bold"/>
                  <a:sym typeface="Raleway Bold"/>
                </a:defRPr>
              </a:lvl1pPr>
            </a:lstStyle>
            <a:p>
              <a:pPr>
                <a:defRPr spc="0">
                  <a:solidFill>
                    <a:srgbClr val="0A0A0A"/>
                  </a:solidFill>
                  <a:latin typeface="Calibri"/>
                  <a:ea typeface="Calibri"/>
                  <a:cs typeface="Calibri"/>
                  <a:sym typeface="Calibri"/>
                </a:defRPr>
              </a:pPr>
              <a:r>
                <a:rPr spc="330">
                  <a:solidFill>
                    <a:srgbClr val="FFFFFF"/>
                  </a:solidFill>
                  <a:latin typeface="Raleway Bold"/>
                  <a:ea typeface="Raleway Bold"/>
                  <a:cs typeface="Raleway Bold"/>
                  <a:sym typeface="Raleway Bold"/>
                </a:rPr>
                <a:t>VN</a:t>
              </a:r>
            </a:p>
          </p:txBody>
        </p:sp>
      </p:grpSp>
      <p:sp>
        <p:nvSpPr>
          <p:cNvPr id="437" name="Shape 43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Índice</a:t>
            </a:r>
          </a:p>
        </p:txBody>
      </p:sp>
      <p:grpSp>
        <p:nvGrpSpPr>
          <p:cNvPr id="444" name="Group 444"/>
          <p:cNvGrpSpPr/>
          <p:nvPr/>
        </p:nvGrpSpPr>
        <p:grpSpPr>
          <a:xfrm>
            <a:off x="3208637" y="2802200"/>
            <a:ext cx="578534" cy="447676"/>
            <a:chOff x="0" y="0"/>
            <a:chExt cx="578532" cy="447675"/>
          </a:xfrm>
        </p:grpSpPr>
        <p:sp>
          <p:nvSpPr>
            <p:cNvPr id="438" name="Shape 438"/>
            <p:cNvSpPr/>
            <p:nvPr/>
          </p:nvSpPr>
          <p:spPr>
            <a:xfrm>
              <a:off x="156112" y="0"/>
              <a:ext cx="422421" cy="89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7" y="0"/>
                  </a:moveTo>
                  <a:cubicBezTo>
                    <a:pt x="20463" y="0"/>
                    <a:pt x="20463" y="0"/>
                    <a:pt x="20463" y="0"/>
                  </a:cubicBezTo>
                  <a:cubicBezTo>
                    <a:pt x="21032" y="0"/>
                    <a:pt x="21600" y="2700"/>
                    <a:pt x="21600" y="5400"/>
                  </a:cubicBezTo>
                  <a:cubicBezTo>
                    <a:pt x="21600" y="16200"/>
                    <a:pt x="21600" y="16200"/>
                    <a:pt x="21600" y="16200"/>
                  </a:cubicBezTo>
                  <a:cubicBezTo>
                    <a:pt x="21600" y="18900"/>
                    <a:pt x="21032" y="21600"/>
                    <a:pt x="20463" y="21600"/>
                  </a:cubicBezTo>
                  <a:cubicBezTo>
                    <a:pt x="1137" y="21600"/>
                    <a:pt x="1137" y="21600"/>
                    <a:pt x="1137" y="21600"/>
                  </a:cubicBezTo>
                  <a:cubicBezTo>
                    <a:pt x="568" y="21600"/>
                    <a:pt x="0" y="18900"/>
                    <a:pt x="0" y="16200"/>
                  </a:cubicBezTo>
                  <a:cubicBezTo>
                    <a:pt x="0" y="5400"/>
                    <a:pt x="0" y="5400"/>
                    <a:pt x="0" y="5400"/>
                  </a:cubicBezTo>
                  <a:cubicBezTo>
                    <a:pt x="0" y="2700"/>
                    <a:pt x="568" y="0"/>
                    <a:pt x="1137"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39" name="Shape 439"/>
            <p:cNvSpPr/>
            <p:nvPr/>
          </p:nvSpPr>
          <p:spPr>
            <a:xfrm>
              <a:off x="156112" y="179069"/>
              <a:ext cx="335182" cy="89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 y="0"/>
                  </a:moveTo>
                  <a:cubicBezTo>
                    <a:pt x="20160" y="0"/>
                    <a:pt x="20160" y="0"/>
                    <a:pt x="20160" y="0"/>
                  </a:cubicBezTo>
                  <a:cubicBezTo>
                    <a:pt x="20880" y="0"/>
                    <a:pt x="21600" y="2700"/>
                    <a:pt x="21600" y="5400"/>
                  </a:cubicBezTo>
                  <a:cubicBezTo>
                    <a:pt x="21600" y="16200"/>
                    <a:pt x="21600" y="16200"/>
                    <a:pt x="21600" y="16200"/>
                  </a:cubicBezTo>
                  <a:cubicBezTo>
                    <a:pt x="21600" y="18900"/>
                    <a:pt x="20880" y="21600"/>
                    <a:pt x="20160" y="21600"/>
                  </a:cubicBezTo>
                  <a:cubicBezTo>
                    <a:pt x="1440" y="21600"/>
                    <a:pt x="1440" y="21600"/>
                    <a:pt x="1440" y="21600"/>
                  </a:cubicBezTo>
                  <a:cubicBezTo>
                    <a:pt x="720" y="21600"/>
                    <a:pt x="0" y="18900"/>
                    <a:pt x="0" y="16200"/>
                  </a:cubicBezTo>
                  <a:cubicBezTo>
                    <a:pt x="0" y="5400"/>
                    <a:pt x="0" y="5400"/>
                    <a:pt x="0" y="5400"/>
                  </a:cubicBezTo>
                  <a:cubicBezTo>
                    <a:pt x="0" y="2700"/>
                    <a:pt x="720" y="0"/>
                    <a:pt x="144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40" name="Shape 440"/>
            <p:cNvSpPr/>
            <p:nvPr/>
          </p:nvSpPr>
          <p:spPr>
            <a:xfrm>
              <a:off x="156112" y="358139"/>
              <a:ext cx="401760" cy="89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0"/>
                  </a:moveTo>
                  <a:cubicBezTo>
                    <a:pt x="20400" y="0"/>
                    <a:pt x="20400" y="0"/>
                    <a:pt x="20400" y="0"/>
                  </a:cubicBezTo>
                  <a:cubicBezTo>
                    <a:pt x="21000" y="0"/>
                    <a:pt x="21600" y="2700"/>
                    <a:pt x="21600" y="5400"/>
                  </a:cubicBezTo>
                  <a:cubicBezTo>
                    <a:pt x="21600" y="16200"/>
                    <a:pt x="21600" y="16200"/>
                    <a:pt x="21600" y="16200"/>
                  </a:cubicBezTo>
                  <a:cubicBezTo>
                    <a:pt x="21600" y="18900"/>
                    <a:pt x="21000" y="21600"/>
                    <a:pt x="20400" y="21600"/>
                  </a:cubicBezTo>
                  <a:cubicBezTo>
                    <a:pt x="1200" y="21600"/>
                    <a:pt x="1200" y="21600"/>
                    <a:pt x="1200" y="21600"/>
                  </a:cubicBezTo>
                  <a:cubicBezTo>
                    <a:pt x="600" y="21600"/>
                    <a:pt x="0" y="18900"/>
                    <a:pt x="0" y="16200"/>
                  </a:cubicBezTo>
                  <a:cubicBezTo>
                    <a:pt x="0" y="5400"/>
                    <a:pt x="0" y="5400"/>
                    <a:pt x="0" y="5400"/>
                  </a:cubicBezTo>
                  <a:cubicBezTo>
                    <a:pt x="0" y="2700"/>
                    <a:pt x="600" y="0"/>
                    <a:pt x="1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41" name="Shape 441"/>
            <p:cNvSpPr/>
            <p:nvPr/>
          </p:nvSpPr>
          <p:spPr>
            <a:xfrm>
              <a:off x="0" y="0"/>
              <a:ext cx="87240" cy="89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42" name="Shape 442"/>
            <p:cNvSpPr/>
            <p:nvPr/>
          </p:nvSpPr>
          <p:spPr>
            <a:xfrm>
              <a:off x="0" y="179069"/>
              <a:ext cx="87240" cy="89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43" name="Shape 443"/>
            <p:cNvSpPr/>
            <p:nvPr/>
          </p:nvSpPr>
          <p:spPr>
            <a:xfrm>
              <a:off x="0" y="358139"/>
              <a:ext cx="87240" cy="89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445" name="Shape 445"/>
          <p:cNvSpPr/>
          <p:nvPr/>
        </p:nvSpPr>
        <p:spPr>
          <a:xfrm>
            <a:off x="3159785" y="4758988"/>
            <a:ext cx="643805" cy="6181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21024"/>
                  <a:pt x="0" y="21024"/>
                  <a:pt x="0" y="21024"/>
                </a:cubicBezTo>
                <a:cubicBezTo>
                  <a:pt x="0" y="17568"/>
                  <a:pt x="6369" y="14832"/>
                  <a:pt x="8031" y="14400"/>
                </a:cubicBezTo>
                <a:cubicBezTo>
                  <a:pt x="8169" y="14256"/>
                  <a:pt x="8169" y="13968"/>
                  <a:pt x="8169" y="13680"/>
                </a:cubicBezTo>
                <a:cubicBezTo>
                  <a:pt x="7754" y="13248"/>
                  <a:pt x="6923" y="11952"/>
                  <a:pt x="6508" y="10368"/>
                </a:cubicBezTo>
                <a:cubicBezTo>
                  <a:pt x="6092" y="10080"/>
                  <a:pt x="5815" y="9792"/>
                  <a:pt x="5677" y="9216"/>
                </a:cubicBezTo>
                <a:cubicBezTo>
                  <a:pt x="5400" y="8352"/>
                  <a:pt x="5400" y="7344"/>
                  <a:pt x="5815" y="6624"/>
                </a:cubicBezTo>
                <a:cubicBezTo>
                  <a:pt x="5815" y="6624"/>
                  <a:pt x="5815" y="6624"/>
                  <a:pt x="5815" y="6624"/>
                </a:cubicBezTo>
                <a:cubicBezTo>
                  <a:pt x="5815" y="5616"/>
                  <a:pt x="5538" y="3168"/>
                  <a:pt x="6923" y="1440"/>
                </a:cubicBezTo>
                <a:cubicBezTo>
                  <a:pt x="7754" y="432"/>
                  <a:pt x="9138" y="0"/>
                  <a:pt x="10800" y="0"/>
                </a:cubicBezTo>
                <a:cubicBezTo>
                  <a:pt x="12462" y="0"/>
                  <a:pt x="13846" y="432"/>
                  <a:pt x="14677" y="1440"/>
                </a:cubicBezTo>
                <a:cubicBezTo>
                  <a:pt x="16062" y="3168"/>
                  <a:pt x="15785" y="5616"/>
                  <a:pt x="15785" y="6624"/>
                </a:cubicBezTo>
                <a:cubicBezTo>
                  <a:pt x="15785" y="6624"/>
                  <a:pt x="15785" y="6624"/>
                  <a:pt x="15785" y="6624"/>
                </a:cubicBezTo>
                <a:cubicBezTo>
                  <a:pt x="16200" y="7344"/>
                  <a:pt x="16200" y="8352"/>
                  <a:pt x="15923" y="9216"/>
                </a:cubicBezTo>
                <a:cubicBezTo>
                  <a:pt x="15785" y="9792"/>
                  <a:pt x="15508" y="10080"/>
                  <a:pt x="15092" y="10368"/>
                </a:cubicBezTo>
                <a:cubicBezTo>
                  <a:pt x="14677" y="11952"/>
                  <a:pt x="13846" y="13248"/>
                  <a:pt x="13431" y="13680"/>
                </a:cubicBezTo>
                <a:cubicBezTo>
                  <a:pt x="13431" y="13968"/>
                  <a:pt x="13431" y="14256"/>
                  <a:pt x="13569" y="14400"/>
                </a:cubicBezTo>
                <a:cubicBezTo>
                  <a:pt x="15231" y="14832"/>
                  <a:pt x="21600" y="17568"/>
                  <a:pt x="21600" y="21024"/>
                </a:cubicBezTo>
                <a:lnTo>
                  <a:pt x="21600" y="21600"/>
                </a:lnTo>
                <a:close/>
                <a:moveTo>
                  <a:pt x="1246" y="20448"/>
                </a:moveTo>
                <a:cubicBezTo>
                  <a:pt x="20354" y="20448"/>
                  <a:pt x="20354" y="20448"/>
                  <a:pt x="20354" y="20448"/>
                </a:cubicBezTo>
                <a:cubicBezTo>
                  <a:pt x="20077" y="19584"/>
                  <a:pt x="19108" y="18432"/>
                  <a:pt x="17446" y="17424"/>
                </a:cubicBezTo>
                <a:cubicBezTo>
                  <a:pt x="15785" y="16416"/>
                  <a:pt x="13985" y="15696"/>
                  <a:pt x="13292" y="15552"/>
                </a:cubicBezTo>
                <a:cubicBezTo>
                  <a:pt x="12323" y="15408"/>
                  <a:pt x="12323" y="13968"/>
                  <a:pt x="12323" y="13392"/>
                </a:cubicBezTo>
                <a:cubicBezTo>
                  <a:pt x="12323" y="13248"/>
                  <a:pt x="12323" y="13248"/>
                  <a:pt x="12323" y="13248"/>
                </a:cubicBezTo>
                <a:cubicBezTo>
                  <a:pt x="12462" y="12960"/>
                  <a:pt x="12462" y="12960"/>
                  <a:pt x="12462" y="12960"/>
                </a:cubicBezTo>
                <a:cubicBezTo>
                  <a:pt x="12462" y="12960"/>
                  <a:pt x="13846" y="11520"/>
                  <a:pt x="14123" y="9792"/>
                </a:cubicBezTo>
                <a:cubicBezTo>
                  <a:pt x="14123" y="9216"/>
                  <a:pt x="14123" y="9216"/>
                  <a:pt x="14123" y="9216"/>
                </a:cubicBezTo>
                <a:cubicBezTo>
                  <a:pt x="14677" y="9216"/>
                  <a:pt x="14677" y="9216"/>
                  <a:pt x="14677" y="9216"/>
                </a:cubicBezTo>
                <a:cubicBezTo>
                  <a:pt x="14677" y="9216"/>
                  <a:pt x="14815" y="9072"/>
                  <a:pt x="14954" y="8640"/>
                </a:cubicBezTo>
                <a:cubicBezTo>
                  <a:pt x="15092" y="8064"/>
                  <a:pt x="15092" y="7488"/>
                  <a:pt x="14815" y="7344"/>
                </a:cubicBezTo>
                <a:cubicBezTo>
                  <a:pt x="14538" y="7200"/>
                  <a:pt x="14538" y="7200"/>
                  <a:pt x="14538" y="7200"/>
                </a:cubicBezTo>
                <a:cubicBezTo>
                  <a:pt x="14677" y="6912"/>
                  <a:pt x="14677" y="6912"/>
                  <a:pt x="14677" y="6912"/>
                </a:cubicBezTo>
                <a:cubicBezTo>
                  <a:pt x="14677" y="6768"/>
                  <a:pt x="14677" y="6624"/>
                  <a:pt x="14677" y="6480"/>
                </a:cubicBezTo>
                <a:cubicBezTo>
                  <a:pt x="14677" y="5616"/>
                  <a:pt x="14954" y="3456"/>
                  <a:pt x="13846" y="2160"/>
                </a:cubicBezTo>
                <a:cubicBezTo>
                  <a:pt x="13154" y="1440"/>
                  <a:pt x="12185" y="1152"/>
                  <a:pt x="10800" y="1152"/>
                </a:cubicBezTo>
                <a:cubicBezTo>
                  <a:pt x="9415" y="1152"/>
                  <a:pt x="8446" y="1440"/>
                  <a:pt x="7754" y="2160"/>
                </a:cubicBezTo>
                <a:cubicBezTo>
                  <a:pt x="6646" y="3456"/>
                  <a:pt x="6923" y="5616"/>
                  <a:pt x="6923" y="6480"/>
                </a:cubicBezTo>
                <a:cubicBezTo>
                  <a:pt x="6923" y="6624"/>
                  <a:pt x="6923" y="6768"/>
                  <a:pt x="6923" y="6912"/>
                </a:cubicBezTo>
                <a:cubicBezTo>
                  <a:pt x="7062" y="7200"/>
                  <a:pt x="7062" y="7200"/>
                  <a:pt x="7062" y="7200"/>
                </a:cubicBezTo>
                <a:cubicBezTo>
                  <a:pt x="6785" y="7344"/>
                  <a:pt x="6785" y="7344"/>
                  <a:pt x="6785" y="7344"/>
                </a:cubicBezTo>
                <a:cubicBezTo>
                  <a:pt x="6508" y="7488"/>
                  <a:pt x="6508" y="8064"/>
                  <a:pt x="6646" y="8640"/>
                </a:cubicBezTo>
                <a:cubicBezTo>
                  <a:pt x="6785" y="9072"/>
                  <a:pt x="6923" y="9216"/>
                  <a:pt x="6923" y="9216"/>
                </a:cubicBezTo>
                <a:cubicBezTo>
                  <a:pt x="7477" y="9216"/>
                  <a:pt x="7477" y="9216"/>
                  <a:pt x="7477" y="9216"/>
                </a:cubicBezTo>
                <a:cubicBezTo>
                  <a:pt x="7477" y="9792"/>
                  <a:pt x="7477" y="9792"/>
                  <a:pt x="7477" y="9792"/>
                </a:cubicBezTo>
                <a:cubicBezTo>
                  <a:pt x="7754" y="11520"/>
                  <a:pt x="9138" y="12960"/>
                  <a:pt x="9138" y="12960"/>
                </a:cubicBezTo>
                <a:cubicBezTo>
                  <a:pt x="9277" y="13248"/>
                  <a:pt x="9277" y="13248"/>
                  <a:pt x="9277" y="13248"/>
                </a:cubicBezTo>
                <a:cubicBezTo>
                  <a:pt x="9277" y="13392"/>
                  <a:pt x="9277" y="13392"/>
                  <a:pt x="9277" y="13392"/>
                </a:cubicBezTo>
                <a:cubicBezTo>
                  <a:pt x="9277" y="13968"/>
                  <a:pt x="9277" y="15408"/>
                  <a:pt x="8308" y="15552"/>
                </a:cubicBezTo>
                <a:cubicBezTo>
                  <a:pt x="7615" y="15696"/>
                  <a:pt x="5815" y="16416"/>
                  <a:pt x="4154" y="17424"/>
                </a:cubicBezTo>
                <a:cubicBezTo>
                  <a:pt x="2492" y="18432"/>
                  <a:pt x="1523" y="19584"/>
                  <a:pt x="1246" y="2044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6" name="Shape 446"/>
          <p:cNvSpPr/>
          <p:nvPr/>
        </p:nvSpPr>
        <p:spPr>
          <a:xfrm>
            <a:off x="3160359" y="6719241"/>
            <a:ext cx="637676" cy="637701"/>
          </a:xfrm>
          <a:custGeom>
            <a:avLst/>
            <a:gdLst/>
            <a:ahLst/>
            <a:cxnLst>
              <a:cxn ang="0">
                <a:pos x="wd2" y="hd2"/>
              </a:cxn>
              <a:cxn ang="5400000">
                <a:pos x="wd2" y="hd2"/>
              </a:cxn>
              <a:cxn ang="10800000">
                <a:pos x="wd2" y="hd2"/>
              </a:cxn>
              <a:cxn ang="16200000">
                <a:pos x="wd2" y="hd2"/>
              </a:cxn>
            </a:cxnLst>
            <a:rect l="0" t="0" r="r" b="b"/>
            <a:pathLst>
              <a:path w="21433" h="21600" fill="norm" stroke="1" extrusionOk="0">
                <a:moveTo>
                  <a:pt x="7467" y="21600"/>
                </a:moveTo>
                <a:cubicBezTo>
                  <a:pt x="7467" y="21600"/>
                  <a:pt x="7467" y="21600"/>
                  <a:pt x="7467" y="21600"/>
                </a:cubicBezTo>
                <a:cubicBezTo>
                  <a:pt x="7067" y="21600"/>
                  <a:pt x="6933" y="21466"/>
                  <a:pt x="6667" y="21198"/>
                </a:cubicBezTo>
                <a:cubicBezTo>
                  <a:pt x="4000" y="17575"/>
                  <a:pt x="4000" y="17575"/>
                  <a:pt x="4000" y="17575"/>
                </a:cubicBezTo>
                <a:cubicBezTo>
                  <a:pt x="400" y="14892"/>
                  <a:pt x="400" y="14892"/>
                  <a:pt x="400" y="14892"/>
                </a:cubicBezTo>
                <a:cubicBezTo>
                  <a:pt x="133" y="14758"/>
                  <a:pt x="0" y="14489"/>
                  <a:pt x="0" y="14087"/>
                </a:cubicBezTo>
                <a:cubicBezTo>
                  <a:pt x="0" y="13819"/>
                  <a:pt x="0" y="13550"/>
                  <a:pt x="267" y="13416"/>
                </a:cubicBezTo>
                <a:cubicBezTo>
                  <a:pt x="1733" y="11940"/>
                  <a:pt x="1733" y="11940"/>
                  <a:pt x="1733" y="11940"/>
                </a:cubicBezTo>
                <a:cubicBezTo>
                  <a:pt x="1867" y="11672"/>
                  <a:pt x="2133" y="11672"/>
                  <a:pt x="2400" y="11672"/>
                </a:cubicBezTo>
                <a:cubicBezTo>
                  <a:pt x="2400" y="11672"/>
                  <a:pt x="2533" y="11672"/>
                  <a:pt x="2667" y="11672"/>
                </a:cubicBezTo>
                <a:cubicBezTo>
                  <a:pt x="5200" y="12343"/>
                  <a:pt x="5200" y="12343"/>
                  <a:pt x="5200" y="12343"/>
                </a:cubicBezTo>
                <a:cubicBezTo>
                  <a:pt x="8267" y="9257"/>
                  <a:pt x="8267" y="9257"/>
                  <a:pt x="8267" y="9257"/>
                </a:cubicBezTo>
                <a:cubicBezTo>
                  <a:pt x="1467" y="5501"/>
                  <a:pt x="1467" y="5501"/>
                  <a:pt x="1467" y="5501"/>
                </a:cubicBezTo>
                <a:cubicBezTo>
                  <a:pt x="1200" y="5366"/>
                  <a:pt x="933" y="5098"/>
                  <a:pt x="933" y="4830"/>
                </a:cubicBezTo>
                <a:cubicBezTo>
                  <a:pt x="933" y="4427"/>
                  <a:pt x="933" y="4159"/>
                  <a:pt x="1200" y="3891"/>
                </a:cubicBezTo>
                <a:cubicBezTo>
                  <a:pt x="3067" y="2012"/>
                  <a:pt x="3067" y="2012"/>
                  <a:pt x="3067" y="2012"/>
                </a:cubicBezTo>
                <a:cubicBezTo>
                  <a:pt x="3333" y="1744"/>
                  <a:pt x="3733" y="1744"/>
                  <a:pt x="4000" y="1744"/>
                </a:cubicBezTo>
                <a:cubicBezTo>
                  <a:pt x="13467" y="4025"/>
                  <a:pt x="13467" y="4025"/>
                  <a:pt x="13467" y="4025"/>
                </a:cubicBezTo>
                <a:cubicBezTo>
                  <a:pt x="15467" y="1878"/>
                  <a:pt x="15467" y="1878"/>
                  <a:pt x="15467" y="1878"/>
                </a:cubicBezTo>
                <a:cubicBezTo>
                  <a:pt x="16667" y="805"/>
                  <a:pt x="18267" y="0"/>
                  <a:pt x="19467" y="0"/>
                </a:cubicBezTo>
                <a:cubicBezTo>
                  <a:pt x="20133" y="0"/>
                  <a:pt x="20533" y="134"/>
                  <a:pt x="20933" y="537"/>
                </a:cubicBezTo>
                <a:cubicBezTo>
                  <a:pt x="21467" y="1073"/>
                  <a:pt x="21600" y="2012"/>
                  <a:pt x="21200" y="3220"/>
                </a:cubicBezTo>
                <a:cubicBezTo>
                  <a:pt x="20933" y="4159"/>
                  <a:pt x="20267" y="5232"/>
                  <a:pt x="19600" y="5903"/>
                </a:cubicBezTo>
                <a:cubicBezTo>
                  <a:pt x="17467" y="8184"/>
                  <a:pt x="17467" y="8184"/>
                  <a:pt x="17467" y="8184"/>
                </a:cubicBezTo>
                <a:cubicBezTo>
                  <a:pt x="19733" y="17978"/>
                  <a:pt x="19733" y="17978"/>
                  <a:pt x="19733" y="17978"/>
                </a:cubicBezTo>
                <a:cubicBezTo>
                  <a:pt x="19733" y="18380"/>
                  <a:pt x="19600" y="18783"/>
                  <a:pt x="19333" y="19051"/>
                </a:cubicBezTo>
                <a:cubicBezTo>
                  <a:pt x="17467" y="20527"/>
                  <a:pt x="17467" y="20527"/>
                  <a:pt x="17467" y="20527"/>
                </a:cubicBezTo>
                <a:cubicBezTo>
                  <a:pt x="17333" y="20661"/>
                  <a:pt x="17067" y="20661"/>
                  <a:pt x="16800" y="20661"/>
                </a:cubicBezTo>
                <a:cubicBezTo>
                  <a:pt x="16800" y="20661"/>
                  <a:pt x="16667" y="20661"/>
                  <a:pt x="16533" y="20661"/>
                </a:cubicBezTo>
                <a:cubicBezTo>
                  <a:pt x="16267" y="20527"/>
                  <a:pt x="16000" y="20393"/>
                  <a:pt x="16000" y="20124"/>
                </a:cubicBezTo>
                <a:cubicBezTo>
                  <a:pt x="12267" y="13282"/>
                  <a:pt x="12267" y="13282"/>
                  <a:pt x="12267" y="13282"/>
                </a:cubicBezTo>
                <a:cubicBezTo>
                  <a:pt x="9200" y="16368"/>
                  <a:pt x="9200" y="16368"/>
                  <a:pt x="9200" y="16368"/>
                </a:cubicBezTo>
                <a:cubicBezTo>
                  <a:pt x="9867" y="18917"/>
                  <a:pt x="9867" y="18917"/>
                  <a:pt x="9867" y="18917"/>
                </a:cubicBezTo>
                <a:cubicBezTo>
                  <a:pt x="10000" y="19319"/>
                  <a:pt x="9867" y="19588"/>
                  <a:pt x="9600" y="19856"/>
                </a:cubicBezTo>
                <a:cubicBezTo>
                  <a:pt x="8267" y="21332"/>
                  <a:pt x="8267" y="21332"/>
                  <a:pt x="8267" y="21332"/>
                </a:cubicBezTo>
                <a:cubicBezTo>
                  <a:pt x="8000" y="21466"/>
                  <a:pt x="7733" y="21600"/>
                  <a:pt x="7467" y="21600"/>
                </a:cubicBezTo>
                <a:close/>
                <a:moveTo>
                  <a:pt x="1067" y="14087"/>
                </a:moveTo>
                <a:cubicBezTo>
                  <a:pt x="4800" y="16904"/>
                  <a:pt x="4800" y="16904"/>
                  <a:pt x="4800" y="16904"/>
                </a:cubicBezTo>
                <a:cubicBezTo>
                  <a:pt x="7467" y="20527"/>
                  <a:pt x="7467" y="20527"/>
                  <a:pt x="7467" y="20527"/>
                </a:cubicBezTo>
                <a:cubicBezTo>
                  <a:pt x="8800" y="19185"/>
                  <a:pt x="8800" y="19185"/>
                  <a:pt x="8800" y="19185"/>
                </a:cubicBezTo>
                <a:cubicBezTo>
                  <a:pt x="8000" y="16099"/>
                  <a:pt x="8000" y="16099"/>
                  <a:pt x="8000" y="16099"/>
                </a:cubicBezTo>
                <a:cubicBezTo>
                  <a:pt x="12533" y="11538"/>
                  <a:pt x="12533" y="11538"/>
                  <a:pt x="12533" y="11538"/>
                </a:cubicBezTo>
                <a:cubicBezTo>
                  <a:pt x="16800" y="19588"/>
                  <a:pt x="16800" y="19588"/>
                  <a:pt x="16800" y="19588"/>
                </a:cubicBezTo>
                <a:cubicBezTo>
                  <a:pt x="18667" y="18246"/>
                  <a:pt x="18667" y="18246"/>
                  <a:pt x="18667" y="18246"/>
                </a:cubicBezTo>
                <a:cubicBezTo>
                  <a:pt x="16267" y="7781"/>
                  <a:pt x="16267" y="7781"/>
                  <a:pt x="16267" y="7781"/>
                </a:cubicBezTo>
                <a:cubicBezTo>
                  <a:pt x="18800" y="5232"/>
                  <a:pt x="18800" y="5232"/>
                  <a:pt x="18800" y="5232"/>
                </a:cubicBezTo>
                <a:cubicBezTo>
                  <a:pt x="19467" y="4561"/>
                  <a:pt x="20000" y="3757"/>
                  <a:pt x="20267" y="2952"/>
                </a:cubicBezTo>
                <a:cubicBezTo>
                  <a:pt x="20533" y="2147"/>
                  <a:pt x="20400" y="1610"/>
                  <a:pt x="20133" y="1342"/>
                </a:cubicBezTo>
                <a:cubicBezTo>
                  <a:pt x="20000" y="1073"/>
                  <a:pt x="19867" y="1073"/>
                  <a:pt x="19467" y="1073"/>
                </a:cubicBezTo>
                <a:cubicBezTo>
                  <a:pt x="18533" y="1073"/>
                  <a:pt x="17200" y="1744"/>
                  <a:pt x="16267" y="2683"/>
                </a:cubicBezTo>
                <a:cubicBezTo>
                  <a:pt x="13733" y="5232"/>
                  <a:pt x="13733" y="5232"/>
                  <a:pt x="13733" y="5232"/>
                </a:cubicBezTo>
                <a:cubicBezTo>
                  <a:pt x="3733" y="2817"/>
                  <a:pt x="3733" y="2817"/>
                  <a:pt x="3733" y="2817"/>
                </a:cubicBezTo>
                <a:cubicBezTo>
                  <a:pt x="2000" y="4696"/>
                  <a:pt x="2000" y="4696"/>
                  <a:pt x="2000" y="4696"/>
                </a:cubicBezTo>
                <a:cubicBezTo>
                  <a:pt x="10000" y="8989"/>
                  <a:pt x="10000" y="8989"/>
                  <a:pt x="10000" y="8989"/>
                </a:cubicBezTo>
                <a:cubicBezTo>
                  <a:pt x="5467" y="13550"/>
                  <a:pt x="5467" y="13550"/>
                  <a:pt x="5467" y="13550"/>
                </a:cubicBezTo>
                <a:cubicBezTo>
                  <a:pt x="2400" y="12745"/>
                  <a:pt x="2400" y="12745"/>
                  <a:pt x="2400" y="12745"/>
                </a:cubicBezTo>
                <a:lnTo>
                  <a:pt x="1067" y="140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450" name="Group 450"/>
          <p:cNvGrpSpPr/>
          <p:nvPr/>
        </p:nvGrpSpPr>
        <p:grpSpPr>
          <a:xfrm>
            <a:off x="3205291" y="8786930"/>
            <a:ext cx="555423" cy="382403"/>
            <a:chOff x="0" y="0"/>
            <a:chExt cx="555421" cy="382401"/>
          </a:xfrm>
        </p:grpSpPr>
        <p:sp>
          <p:nvSpPr>
            <p:cNvPr id="447" name="Shape 447"/>
            <p:cNvSpPr/>
            <p:nvPr/>
          </p:nvSpPr>
          <p:spPr>
            <a:xfrm>
              <a:off x="594" y="0"/>
              <a:ext cx="554828" cy="243347"/>
            </a:xfrm>
            <a:custGeom>
              <a:avLst/>
              <a:gdLst/>
              <a:ahLst/>
              <a:cxnLst>
                <a:cxn ang="0">
                  <a:pos x="wd2" y="hd2"/>
                </a:cxn>
                <a:cxn ang="5400000">
                  <a:pos x="wd2" y="hd2"/>
                </a:cxn>
                <a:cxn ang="10800000">
                  <a:pos x="wd2" y="hd2"/>
                </a:cxn>
                <a:cxn ang="16200000">
                  <a:pos x="wd2" y="hd2"/>
                </a:cxn>
              </a:cxnLst>
              <a:rect l="0" t="0" r="r" b="b"/>
              <a:pathLst>
                <a:path w="21475" h="21600" fill="norm" stroke="1" extrusionOk="0">
                  <a:moveTo>
                    <a:pt x="10759" y="3086"/>
                  </a:moveTo>
                  <a:cubicBezTo>
                    <a:pt x="20135" y="11571"/>
                    <a:pt x="20135" y="11571"/>
                    <a:pt x="20135" y="11571"/>
                  </a:cubicBezTo>
                  <a:cubicBezTo>
                    <a:pt x="10759" y="18514"/>
                    <a:pt x="10759" y="18514"/>
                    <a:pt x="10759" y="18514"/>
                  </a:cubicBezTo>
                  <a:cubicBezTo>
                    <a:pt x="1382" y="11571"/>
                    <a:pt x="1382" y="11571"/>
                    <a:pt x="1382" y="11571"/>
                  </a:cubicBezTo>
                  <a:cubicBezTo>
                    <a:pt x="10759" y="3086"/>
                    <a:pt x="10759" y="3086"/>
                    <a:pt x="10759" y="3086"/>
                  </a:cubicBezTo>
                  <a:moveTo>
                    <a:pt x="10759" y="0"/>
                  </a:moveTo>
                  <a:cubicBezTo>
                    <a:pt x="10591" y="0"/>
                    <a:pt x="10424" y="0"/>
                    <a:pt x="10256" y="0"/>
                  </a:cubicBezTo>
                  <a:cubicBezTo>
                    <a:pt x="880" y="8486"/>
                    <a:pt x="880" y="8486"/>
                    <a:pt x="880" y="8486"/>
                  </a:cubicBezTo>
                  <a:cubicBezTo>
                    <a:pt x="210" y="9257"/>
                    <a:pt x="-125" y="10414"/>
                    <a:pt x="42" y="11571"/>
                  </a:cubicBezTo>
                  <a:cubicBezTo>
                    <a:pt x="42" y="13114"/>
                    <a:pt x="377" y="13886"/>
                    <a:pt x="880" y="14657"/>
                  </a:cubicBezTo>
                  <a:cubicBezTo>
                    <a:pt x="10256" y="21600"/>
                    <a:pt x="10256" y="21600"/>
                    <a:pt x="10256" y="21600"/>
                  </a:cubicBezTo>
                  <a:cubicBezTo>
                    <a:pt x="10424" y="21600"/>
                    <a:pt x="10591" y="21600"/>
                    <a:pt x="10759" y="21600"/>
                  </a:cubicBezTo>
                  <a:cubicBezTo>
                    <a:pt x="10759" y="21600"/>
                    <a:pt x="10926" y="21600"/>
                    <a:pt x="11094" y="21600"/>
                  </a:cubicBezTo>
                  <a:cubicBezTo>
                    <a:pt x="20470" y="14657"/>
                    <a:pt x="20470" y="14657"/>
                    <a:pt x="20470" y="14657"/>
                  </a:cubicBezTo>
                  <a:cubicBezTo>
                    <a:pt x="20973" y="13886"/>
                    <a:pt x="21308" y="13114"/>
                    <a:pt x="21475" y="11571"/>
                  </a:cubicBezTo>
                  <a:cubicBezTo>
                    <a:pt x="21475" y="10414"/>
                    <a:pt x="21140" y="9257"/>
                    <a:pt x="20470" y="8486"/>
                  </a:cubicBezTo>
                  <a:cubicBezTo>
                    <a:pt x="11094" y="0"/>
                    <a:pt x="11094" y="0"/>
                    <a:pt x="11094" y="0"/>
                  </a:cubicBezTo>
                  <a:cubicBezTo>
                    <a:pt x="11094" y="0"/>
                    <a:pt x="10926" y="0"/>
                    <a:pt x="10759"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48" name="Shape 448"/>
            <p:cNvSpPr/>
            <p:nvPr/>
          </p:nvSpPr>
          <p:spPr>
            <a:xfrm>
              <a:off x="-1" y="189821"/>
              <a:ext cx="552794" cy="123054"/>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49" name="Shape 449"/>
            <p:cNvSpPr/>
            <p:nvPr/>
          </p:nvSpPr>
          <p:spPr>
            <a:xfrm>
              <a:off x="-1" y="259349"/>
              <a:ext cx="552794" cy="123053"/>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455" name="Group 455"/>
          <p:cNvGrpSpPr/>
          <p:nvPr/>
        </p:nvGrpSpPr>
        <p:grpSpPr>
          <a:xfrm>
            <a:off x="3212537" y="10699561"/>
            <a:ext cx="538303" cy="440253"/>
            <a:chOff x="0" y="0"/>
            <a:chExt cx="538301" cy="440251"/>
          </a:xfrm>
        </p:grpSpPr>
        <p:sp>
          <p:nvSpPr>
            <p:cNvPr id="451" name="Shape 451"/>
            <p:cNvSpPr/>
            <p:nvPr/>
          </p:nvSpPr>
          <p:spPr>
            <a:xfrm>
              <a:off x="157645" y="328746"/>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500" y="21600"/>
                    <a:pt x="0" y="17100"/>
                    <a:pt x="0" y="10800"/>
                  </a:cubicBezTo>
                  <a:cubicBezTo>
                    <a:pt x="0" y="4500"/>
                    <a:pt x="4500" y="0"/>
                    <a:pt x="10800" y="0"/>
                  </a:cubicBezTo>
                  <a:cubicBezTo>
                    <a:pt x="17100" y="0"/>
                    <a:pt x="21600" y="4500"/>
                    <a:pt x="21600" y="10800"/>
                  </a:cubicBezTo>
                  <a:cubicBezTo>
                    <a:pt x="21600" y="17100"/>
                    <a:pt x="17100" y="21600"/>
                    <a:pt x="10800" y="21600"/>
                  </a:cubicBezTo>
                  <a:close/>
                  <a:moveTo>
                    <a:pt x="10800" y="7200"/>
                  </a:moveTo>
                  <a:cubicBezTo>
                    <a:pt x="9000" y="7200"/>
                    <a:pt x="7200" y="9000"/>
                    <a:pt x="7200" y="10800"/>
                  </a:cubicBezTo>
                  <a:cubicBezTo>
                    <a:pt x="7200" y="12600"/>
                    <a:pt x="9000" y="14400"/>
                    <a:pt x="10800" y="14400"/>
                  </a:cubicBezTo>
                  <a:cubicBezTo>
                    <a:pt x="12600" y="14400"/>
                    <a:pt x="14400" y="12600"/>
                    <a:pt x="14400" y="10800"/>
                  </a:cubicBezTo>
                  <a:cubicBezTo>
                    <a:pt x="14400" y="9000"/>
                    <a:pt x="12600" y="7200"/>
                    <a:pt x="10800" y="72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52" name="Shape 452"/>
            <p:cNvSpPr/>
            <p:nvPr/>
          </p:nvSpPr>
          <p:spPr>
            <a:xfrm>
              <a:off x="344128" y="328746"/>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600" y="7200"/>
                    <a:pt x="14400" y="9000"/>
                    <a:pt x="14400" y="10800"/>
                  </a:cubicBezTo>
                  <a:cubicBezTo>
                    <a:pt x="14400" y="12600"/>
                    <a:pt x="12600" y="14400"/>
                    <a:pt x="10800" y="14400"/>
                  </a:cubicBezTo>
                  <a:cubicBezTo>
                    <a:pt x="9000" y="14400"/>
                    <a:pt x="7200" y="12600"/>
                    <a:pt x="7200" y="10800"/>
                  </a:cubicBezTo>
                  <a:cubicBezTo>
                    <a:pt x="7200" y="9000"/>
                    <a:pt x="9000" y="7200"/>
                    <a:pt x="10800" y="7200"/>
                  </a:cubicBezTo>
                  <a:moveTo>
                    <a:pt x="10800" y="0"/>
                  </a:moveTo>
                  <a:cubicBezTo>
                    <a:pt x="4500" y="0"/>
                    <a:pt x="0" y="4500"/>
                    <a:pt x="0" y="10800"/>
                  </a:cubicBezTo>
                  <a:cubicBezTo>
                    <a:pt x="0" y="17100"/>
                    <a:pt x="4500" y="21600"/>
                    <a:pt x="10800" y="21600"/>
                  </a:cubicBezTo>
                  <a:cubicBezTo>
                    <a:pt x="17100" y="21600"/>
                    <a:pt x="21600" y="17100"/>
                    <a:pt x="21600" y="10800"/>
                  </a:cubicBezTo>
                  <a:cubicBezTo>
                    <a:pt x="21600" y="4500"/>
                    <a:pt x="17100" y="0"/>
                    <a:pt x="108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53" name="Shape 453"/>
            <p:cNvSpPr/>
            <p:nvPr/>
          </p:nvSpPr>
          <p:spPr>
            <a:xfrm>
              <a:off x="0" y="0"/>
              <a:ext cx="501774" cy="299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00" y="18900"/>
                  </a:moveTo>
                  <a:cubicBezTo>
                    <a:pt x="5200" y="0"/>
                    <a:pt x="5200" y="0"/>
                    <a:pt x="5200" y="0"/>
                  </a:cubicBezTo>
                  <a:cubicBezTo>
                    <a:pt x="3200" y="0"/>
                    <a:pt x="3200" y="0"/>
                    <a:pt x="3200" y="0"/>
                  </a:cubicBezTo>
                  <a:cubicBezTo>
                    <a:pt x="800" y="0"/>
                    <a:pt x="800" y="0"/>
                    <a:pt x="800" y="0"/>
                  </a:cubicBezTo>
                  <a:cubicBezTo>
                    <a:pt x="800" y="0"/>
                    <a:pt x="800" y="0"/>
                    <a:pt x="800" y="0"/>
                  </a:cubicBezTo>
                  <a:cubicBezTo>
                    <a:pt x="400" y="0"/>
                    <a:pt x="0" y="675"/>
                    <a:pt x="0" y="1350"/>
                  </a:cubicBezTo>
                  <a:cubicBezTo>
                    <a:pt x="0" y="2025"/>
                    <a:pt x="400" y="2700"/>
                    <a:pt x="800" y="2700"/>
                  </a:cubicBezTo>
                  <a:cubicBezTo>
                    <a:pt x="800" y="2700"/>
                    <a:pt x="800" y="2700"/>
                    <a:pt x="800" y="2700"/>
                  </a:cubicBezTo>
                  <a:cubicBezTo>
                    <a:pt x="3800" y="2700"/>
                    <a:pt x="3800" y="2700"/>
                    <a:pt x="3800" y="2700"/>
                  </a:cubicBezTo>
                  <a:cubicBezTo>
                    <a:pt x="6000" y="21600"/>
                    <a:pt x="6000" y="21600"/>
                    <a:pt x="6000" y="21600"/>
                  </a:cubicBezTo>
                  <a:cubicBezTo>
                    <a:pt x="8400" y="21600"/>
                    <a:pt x="8400" y="21600"/>
                    <a:pt x="84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1200" y="21600"/>
                    <a:pt x="21600" y="20925"/>
                    <a:pt x="21600" y="20250"/>
                  </a:cubicBezTo>
                  <a:cubicBezTo>
                    <a:pt x="21600" y="19575"/>
                    <a:pt x="21200" y="18900"/>
                    <a:pt x="20800" y="18900"/>
                  </a:cubicBezTo>
                  <a:lnTo>
                    <a:pt x="7400" y="189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54" name="Shape 454"/>
            <p:cNvSpPr/>
            <p:nvPr/>
          </p:nvSpPr>
          <p:spPr>
            <a:xfrm>
              <a:off x="167258" y="38450"/>
              <a:ext cx="371044" cy="1864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0" y="17280"/>
                  </a:moveTo>
                  <a:cubicBezTo>
                    <a:pt x="3240" y="17280"/>
                    <a:pt x="3240" y="17280"/>
                    <a:pt x="3240" y="17280"/>
                  </a:cubicBezTo>
                  <a:cubicBezTo>
                    <a:pt x="2700" y="17280"/>
                    <a:pt x="2160" y="18360"/>
                    <a:pt x="2160" y="19440"/>
                  </a:cubicBezTo>
                  <a:cubicBezTo>
                    <a:pt x="2160" y="20520"/>
                    <a:pt x="2700" y="21600"/>
                    <a:pt x="3240" y="21600"/>
                  </a:cubicBezTo>
                  <a:cubicBezTo>
                    <a:pt x="18360" y="21600"/>
                    <a:pt x="18360" y="21600"/>
                    <a:pt x="18360" y="21600"/>
                  </a:cubicBezTo>
                  <a:cubicBezTo>
                    <a:pt x="18900" y="21600"/>
                    <a:pt x="19440" y="20520"/>
                    <a:pt x="19440" y="19440"/>
                  </a:cubicBezTo>
                  <a:cubicBezTo>
                    <a:pt x="19440" y="18360"/>
                    <a:pt x="18900" y="17280"/>
                    <a:pt x="18360" y="17280"/>
                  </a:cubicBezTo>
                  <a:close/>
                  <a:moveTo>
                    <a:pt x="19440" y="8640"/>
                  </a:moveTo>
                  <a:cubicBezTo>
                    <a:pt x="2160" y="8640"/>
                    <a:pt x="2160" y="8640"/>
                    <a:pt x="2160" y="8640"/>
                  </a:cubicBezTo>
                  <a:cubicBezTo>
                    <a:pt x="1620" y="8640"/>
                    <a:pt x="1080" y="9720"/>
                    <a:pt x="1080" y="10800"/>
                  </a:cubicBezTo>
                  <a:cubicBezTo>
                    <a:pt x="1080" y="11880"/>
                    <a:pt x="1620" y="12960"/>
                    <a:pt x="2160" y="12960"/>
                  </a:cubicBezTo>
                  <a:cubicBezTo>
                    <a:pt x="19440" y="12960"/>
                    <a:pt x="19440" y="12960"/>
                    <a:pt x="19440" y="12960"/>
                  </a:cubicBezTo>
                  <a:cubicBezTo>
                    <a:pt x="19980" y="12960"/>
                    <a:pt x="20520" y="11880"/>
                    <a:pt x="20520" y="10800"/>
                  </a:cubicBezTo>
                  <a:cubicBezTo>
                    <a:pt x="20520" y="9720"/>
                    <a:pt x="19980" y="8640"/>
                    <a:pt x="19440" y="8640"/>
                  </a:cubicBezTo>
                  <a:close/>
                  <a:moveTo>
                    <a:pt x="20520" y="0"/>
                  </a:moveTo>
                  <a:cubicBezTo>
                    <a:pt x="1080" y="0"/>
                    <a:pt x="1080" y="0"/>
                    <a:pt x="1080" y="0"/>
                  </a:cubicBezTo>
                  <a:cubicBezTo>
                    <a:pt x="540" y="0"/>
                    <a:pt x="0" y="1080"/>
                    <a:pt x="0" y="2160"/>
                  </a:cubicBezTo>
                  <a:cubicBezTo>
                    <a:pt x="0" y="3240"/>
                    <a:pt x="540" y="4320"/>
                    <a:pt x="1080" y="4320"/>
                  </a:cubicBezTo>
                  <a:cubicBezTo>
                    <a:pt x="20520" y="4320"/>
                    <a:pt x="20520" y="4320"/>
                    <a:pt x="20520" y="4320"/>
                  </a:cubicBezTo>
                  <a:cubicBezTo>
                    <a:pt x="21060" y="4320"/>
                    <a:pt x="21600" y="3240"/>
                    <a:pt x="21600" y="2160"/>
                  </a:cubicBezTo>
                  <a:cubicBezTo>
                    <a:pt x="21600" y="1080"/>
                    <a:pt x="21060" y="0"/>
                    <a:pt x="2052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456" name="Shape 456"/>
          <p:cNvSpPr/>
          <p:nvPr/>
        </p:nvSpPr>
        <p:spPr>
          <a:xfrm>
            <a:off x="694419" y="12207059"/>
            <a:ext cx="2942153" cy="1059365"/>
          </a:xfrm>
          <a:prstGeom prst="rect">
            <a:avLst/>
          </a:prstGeom>
          <a:solidFill>
            <a:srgbClr val="DCDEE0"/>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defTabSz="825500">
              <a:defRPr sz="2000">
                <a:latin typeface="Raleway ExtraBold"/>
                <a:ea typeface="Raleway ExtraBold"/>
                <a:cs typeface="Raleway ExtraBold"/>
                <a:sym typeface="Raleway ExtraBold"/>
              </a:defRPr>
            </a:lvl1pPr>
          </a:lstStyle>
          <a:p>
            <a:pPr/>
            <a:r>
              <a:t>Recursos editables</a:t>
            </a:r>
          </a:p>
        </p:txBody>
      </p:sp>
      <p:sp>
        <p:nvSpPr>
          <p:cNvPr id="457" name="Shape 457"/>
          <p:cNvSpPr/>
          <p:nvPr/>
        </p:nvSpPr>
        <p:spPr>
          <a:xfrm flipV="1">
            <a:off x="1127124" y="11117823"/>
            <a:ext cx="1066241" cy="1066240"/>
          </a:xfrm>
          <a:prstGeom prst="line">
            <a:avLst/>
          </a:prstGeom>
          <a:ln w="50800">
            <a:solidFill>
              <a:srgbClr val="A6AAA9"/>
            </a:solidFill>
            <a:miter lim="400000"/>
            <a:tailEnd type="triangle"/>
          </a:ln>
        </p:spPr>
        <p:txBody>
          <a:bodyPr lIns="71437" tIns="71437" rIns="71437" bIns="71437" anchor="ctr"/>
          <a:lstStyle/>
          <a:p>
            <a:pPr>
              <a:defRPr sz="3200"/>
            </a:pPr>
          </a:p>
        </p:txBody>
      </p:sp>
      <p:grpSp>
        <p:nvGrpSpPr>
          <p:cNvPr id="467" name="Group 467"/>
          <p:cNvGrpSpPr/>
          <p:nvPr/>
        </p:nvGrpSpPr>
        <p:grpSpPr>
          <a:xfrm>
            <a:off x="2990387" y="2532048"/>
            <a:ext cx="1008001" cy="8891640"/>
            <a:chOff x="0" y="0"/>
            <a:chExt cx="1008000" cy="8891639"/>
          </a:xfrm>
        </p:grpSpPr>
        <p:sp>
          <p:nvSpPr>
            <p:cNvPr id="458" name="Shape 458"/>
            <p:cNvSpPr/>
            <p:nvPr/>
          </p:nvSpPr>
          <p:spPr>
            <a:xfrm>
              <a:off x="0" y="2031999"/>
              <a:ext cx="1008001" cy="1008001"/>
            </a:xfrm>
            <a:prstGeom prst="ellipse">
              <a:avLst/>
            </a:prstGeom>
            <a:noFill/>
            <a:ln w="76200" cap="flat">
              <a:solidFill>
                <a:srgbClr val="2F5379"/>
              </a:solidFill>
              <a:prstDash val="solid"/>
              <a:miter lim="8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59" name="Shape 459"/>
            <p:cNvSpPr/>
            <p:nvPr/>
          </p:nvSpPr>
          <p:spPr>
            <a:xfrm flipH="1">
              <a:off x="504000" y="1188321"/>
              <a:ext cx="1" cy="662851"/>
            </a:xfrm>
            <a:prstGeom prst="line">
              <a:avLst/>
            </a:prstGeom>
            <a:noFill/>
            <a:ln w="38100" cap="flat">
              <a:solidFill>
                <a:srgbClr val="2F5379"/>
              </a:solidFill>
              <a:prstDash val="solid"/>
              <a:miter lim="800000"/>
              <a:tailEnd type="oval" w="med" len="med"/>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sp>
          <p:nvSpPr>
            <p:cNvPr id="460" name="Shape 460"/>
            <p:cNvSpPr/>
            <p:nvPr/>
          </p:nvSpPr>
          <p:spPr>
            <a:xfrm>
              <a:off x="0" y="3973557"/>
              <a:ext cx="1008001" cy="1008001"/>
            </a:xfrm>
            <a:prstGeom prst="ellipse">
              <a:avLst/>
            </a:prstGeom>
            <a:noFill/>
            <a:ln w="76200" cap="flat">
              <a:solidFill>
                <a:srgbClr val="2F5379"/>
              </a:solidFill>
              <a:prstDash val="solid"/>
              <a:miter lim="8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61" name="Shape 461"/>
            <p:cNvSpPr/>
            <p:nvPr/>
          </p:nvSpPr>
          <p:spPr>
            <a:xfrm flipH="1">
              <a:off x="504000" y="3129880"/>
              <a:ext cx="1" cy="662851"/>
            </a:xfrm>
            <a:prstGeom prst="line">
              <a:avLst/>
            </a:prstGeom>
            <a:noFill/>
            <a:ln w="38100" cap="flat">
              <a:solidFill>
                <a:srgbClr val="2F5379"/>
              </a:solidFill>
              <a:prstDash val="solid"/>
              <a:miter lim="800000"/>
              <a:tailEnd type="oval" w="med" len="med"/>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sp>
          <p:nvSpPr>
            <p:cNvPr id="462" name="Shape 462"/>
            <p:cNvSpPr/>
            <p:nvPr/>
          </p:nvSpPr>
          <p:spPr>
            <a:xfrm>
              <a:off x="0" y="5942081"/>
              <a:ext cx="1008001" cy="1008001"/>
            </a:xfrm>
            <a:prstGeom prst="ellipse">
              <a:avLst/>
            </a:prstGeom>
            <a:noFill/>
            <a:ln w="76200" cap="flat">
              <a:solidFill>
                <a:srgbClr val="2F5379"/>
              </a:solidFill>
              <a:prstDash val="solid"/>
              <a:miter lim="8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63" name="Shape 463"/>
            <p:cNvSpPr/>
            <p:nvPr/>
          </p:nvSpPr>
          <p:spPr>
            <a:xfrm flipH="1">
              <a:off x="504000" y="5098403"/>
              <a:ext cx="1" cy="662851"/>
            </a:xfrm>
            <a:prstGeom prst="line">
              <a:avLst/>
            </a:prstGeom>
            <a:noFill/>
            <a:ln w="38100" cap="flat">
              <a:solidFill>
                <a:srgbClr val="2F5379"/>
              </a:solidFill>
              <a:prstDash val="solid"/>
              <a:miter lim="800000"/>
              <a:tailEnd type="oval" w="med" len="med"/>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sp>
          <p:nvSpPr>
            <p:cNvPr id="464" name="Shape 464"/>
            <p:cNvSpPr/>
            <p:nvPr/>
          </p:nvSpPr>
          <p:spPr>
            <a:xfrm>
              <a:off x="0" y="7883639"/>
              <a:ext cx="1008001" cy="1008001"/>
            </a:xfrm>
            <a:prstGeom prst="ellipse">
              <a:avLst/>
            </a:prstGeom>
            <a:noFill/>
            <a:ln w="76200" cap="flat">
              <a:solidFill>
                <a:srgbClr val="2F5379"/>
              </a:solidFill>
              <a:prstDash val="solid"/>
              <a:miter lim="8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65" name="Shape 465"/>
            <p:cNvSpPr/>
            <p:nvPr/>
          </p:nvSpPr>
          <p:spPr>
            <a:xfrm flipH="1">
              <a:off x="504000" y="7039961"/>
              <a:ext cx="1" cy="662851"/>
            </a:xfrm>
            <a:prstGeom prst="line">
              <a:avLst/>
            </a:prstGeom>
            <a:noFill/>
            <a:ln w="38100" cap="flat">
              <a:solidFill>
                <a:srgbClr val="2F5379"/>
              </a:solidFill>
              <a:prstDash val="solid"/>
              <a:miter lim="800000"/>
              <a:tailEnd type="oval" w="med" len="med"/>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sp>
          <p:nvSpPr>
            <p:cNvPr id="466" name="Shape 466"/>
            <p:cNvSpPr/>
            <p:nvPr/>
          </p:nvSpPr>
          <p:spPr>
            <a:xfrm>
              <a:off x="0" y="0"/>
              <a:ext cx="1008001" cy="1008001"/>
            </a:xfrm>
            <a:prstGeom prst="ellipse">
              <a:avLst/>
            </a:prstGeom>
            <a:noFill/>
            <a:ln w="76200" cap="flat">
              <a:solidFill>
                <a:srgbClr val="2F5379"/>
              </a:solidFill>
              <a:prstDash val="solid"/>
              <a:miter lim="8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68" name="Shape 468"/>
          <p:cNvSpPr/>
          <p:nvPr/>
        </p:nvSpPr>
        <p:spPr>
          <a:xfrm>
            <a:off x="4237723" y="2667898"/>
            <a:ext cx="3512109"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Quienes somos</a:t>
            </a:r>
          </a:p>
        </p:txBody>
      </p:sp>
      <p:sp>
        <p:nvSpPr>
          <p:cNvPr id="469" name="Shape 469"/>
          <p:cNvSpPr/>
          <p:nvPr/>
        </p:nvSpPr>
        <p:spPr>
          <a:xfrm>
            <a:off x="4237723" y="4712598"/>
            <a:ext cx="733384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Qué hacemos y nuestros clientes</a:t>
            </a:r>
          </a:p>
        </p:txBody>
      </p:sp>
      <p:sp>
        <p:nvSpPr>
          <p:cNvPr id="470" name="Shape 470"/>
          <p:cNvSpPr/>
          <p:nvPr/>
        </p:nvSpPr>
        <p:spPr>
          <a:xfrm>
            <a:off x="4237723" y="6617598"/>
            <a:ext cx="391627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Análisis situación</a:t>
            </a:r>
          </a:p>
        </p:txBody>
      </p:sp>
      <p:sp>
        <p:nvSpPr>
          <p:cNvPr id="471" name="Shape 471"/>
          <p:cNvSpPr/>
          <p:nvPr/>
        </p:nvSpPr>
        <p:spPr>
          <a:xfrm>
            <a:off x="4237723" y="8662298"/>
            <a:ext cx="6704737"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Plan de Marketing (propuesta)</a:t>
            </a:r>
          </a:p>
        </p:txBody>
      </p:sp>
      <p:sp>
        <p:nvSpPr>
          <p:cNvPr id="472" name="Shape 472"/>
          <p:cNvSpPr/>
          <p:nvPr/>
        </p:nvSpPr>
        <p:spPr>
          <a:xfrm>
            <a:off x="4237723" y="10579998"/>
            <a:ext cx="2918207"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Presupuesto</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445"/>
                                        </p:tgtEl>
                                        <p:attrNameLst>
                                          <p:attrName>style.visibility</p:attrName>
                                        </p:attrNameLst>
                                      </p:cBhvr>
                                      <p:to>
                                        <p:strVal val="visible"/>
                                      </p:to>
                                    </p:set>
                                    <p:animEffect filter="wipe(down)" transition="in">
                                      <p:cBhvr>
                                        <p:cTn id="7" dur="500"/>
                                        <p:tgtEl>
                                          <p:spTgt spid="445"/>
                                        </p:tgtEl>
                                      </p:cBhvr>
                                    </p:animEffect>
                                  </p:childTnLst>
                                </p:cTn>
                              </p:par>
                            </p:childTnLst>
                          </p:cTn>
                        </p:par>
                        <p:par>
                          <p:cTn id="8" fill="hold">
                            <p:stCondLst>
                              <p:cond delay="500"/>
                            </p:stCondLst>
                            <p:childTnLst>
                              <p:par>
                                <p:cTn id="9" presetClass="entr" nodeType="afterEffect" presetSubtype="4" presetID="22" grpId="2" fill="hold">
                                  <p:stCondLst>
                                    <p:cond delay="0"/>
                                  </p:stCondLst>
                                  <p:iterate type="el" backwards="0">
                                    <p:tmAbs val="0"/>
                                  </p:iterate>
                                  <p:childTnLst>
                                    <p:set>
                                      <p:cBhvr>
                                        <p:cTn id="10" fill="hold"/>
                                        <p:tgtEl>
                                          <p:spTgt spid="446"/>
                                        </p:tgtEl>
                                        <p:attrNameLst>
                                          <p:attrName>style.visibility</p:attrName>
                                        </p:attrNameLst>
                                      </p:cBhvr>
                                      <p:to>
                                        <p:strVal val="visible"/>
                                      </p:to>
                                    </p:set>
                                    <p:animEffect filter="wipe(down)" transition="in">
                                      <p:cBhvr>
                                        <p:cTn id="11" dur="500"/>
                                        <p:tgtEl>
                                          <p:spTgt spid="446"/>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468">
                                            <p:bg/>
                                          </p:spTgt>
                                        </p:tgtEl>
                                        <p:attrNameLst>
                                          <p:attrName>style.visibility</p:attrName>
                                        </p:attrNameLst>
                                      </p:cBhvr>
                                      <p:to>
                                        <p:strVal val="visible"/>
                                      </p:to>
                                    </p:set>
                                    <p:animEffect filter="dissolve" transition="in">
                                      <p:cBhvr>
                                        <p:cTn id="15" dur="500"/>
                                        <p:tgtEl>
                                          <p:spTgt spid="468">
                                            <p:bg/>
                                          </p:spTgt>
                                        </p:tgtEl>
                                      </p:cBhvr>
                                    </p:animEffect>
                                  </p:childTnLst>
                                </p:cTn>
                              </p:par>
                              <p:par>
                                <p:cTn id="16" presetClass="entr" nodeType="withEffect" presetSubtype="0" presetID="9" grpId="3" fill="hold">
                                  <p:stCondLst>
                                    <p:cond delay="0"/>
                                  </p:stCondLst>
                                  <p:iterate type="el" backwards="0">
                                    <p:tmAbs val="0"/>
                                  </p:iterate>
                                  <p:childTnLst>
                                    <p:set>
                                      <p:cBhvr>
                                        <p:cTn id="17" fill="hold"/>
                                        <p:tgtEl>
                                          <p:spTgt spid="468">
                                            <p:txEl>
                                              <p:pRg st="0" end="0"/>
                                            </p:txEl>
                                          </p:spTgt>
                                        </p:tgtEl>
                                        <p:attrNameLst>
                                          <p:attrName>style.visibility</p:attrName>
                                        </p:attrNameLst>
                                      </p:cBhvr>
                                      <p:to>
                                        <p:strVal val="visible"/>
                                      </p:to>
                                    </p:set>
                                    <p:animEffect filter="dissolve" transition="in">
                                      <p:cBhvr>
                                        <p:cTn id="18" dur="500"/>
                                        <p:tgtEl>
                                          <p:spTgt spid="468">
                                            <p:txEl>
                                              <p:pRg st="0" end="0"/>
                                            </p:txEl>
                                          </p:spTgt>
                                        </p:tgtEl>
                                      </p:cBhvr>
                                    </p:animEffect>
                                  </p:childTnLst>
                                </p:cTn>
                              </p:par>
                            </p:childTnLst>
                          </p:cTn>
                        </p:par>
                        <p:par>
                          <p:cTn id="19" fill="hold">
                            <p:stCondLst>
                              <p:cond delay="1500"/>
                            </p:stCondLst>
                            <p:childTnLst>
                              <p:par>
                                <p:cTn id="20" presetClass="entr" nodeType="afterEffect" presetID="9" grpId="4" fill="hold">
                                  <p:stCondLst>
                                    <p:cond delay="0"/>
                                  </p:stCondLst>
                                  <p:iterate type="el" backwards="0">
                                    <p:tmAbs val="0"/>
                                  </p:iterate>
                                  <p:childTnLst>
                                    <p:set>
                                      <p:cBhvr>
                                        <p:cTn id="21" fill="hold"/>
                                        <p:tgtEl>
                                          <p:spTgt spid="469">
                                            <p:bg/>
                                          </p:spTgt>
                                        </p:tgtEl>
                                        <p:attrNameLst>
                                          <p:attrName>style.visibility</p:attrName>
                                        </p:attrNameLst>
                                      </p:cBhvr>
                                      <p:to>
                                        <p:strVal val="visible"/>
                                      </p:to>
                                    </p:set>
                                    <p:animEffect filter="dissolve" transition="in">
                                      <p:cBhvr>
                                        <p:cTn id="22" dur="500"/>
                                        <p:tgtEl>
                                          <p:spTgt spid="469">
                                            <p:bg/>
                                          </p:spTgt>
                                        </p:tgtEl>
                                      </p:cBhvr>
                                    </p:animEffect>
                                  </p:childTnLst>
                                </p:cTn>
                              </p:par>
                              <p:par>
                                <p:cTn id="23" presetClass="entr" nodeType="withEffect" presetSubtype="0" presetID="9" grpId="4" fill="hold">
                                  <p:stCondLst>
                                    <p:cond delay="0"/>
                                  </p:stCondLst>
                                  <p:iterate type="el" backwards="0">
                                    <p:tmAbs val="0"/>
                                  </p:iterate>
                                  <p:childTnLst>
                                    <p:set>
                                      <p:cBhvr>
                                        <p:cTn id="24" fill="hold"/>
                                        <p:tgtEl>
                                          <p:spTgt spid="469">
                                            <p:txEl>
                                              <p:pRg st="0" end="0"/>
                                            </p:txEl>
                                          </p:spTgt>
                                        </p:tgtEl>
                                        <p:attrNameLst>
                                          <p:attrName>style.visibility</p:attrName>
                                        </p:attrNameLst>
                                      </p:cBhvr>
                                      <p:to>
                                        <p:strVal val="visible"/>
                                      </p:to>
                                    </p:set>
                                    <p:animEffect filter="dissolve" transition="in">
                                      <p:cBhvr>
                                        <p:cTn id="25" dur="500"/>
                                        <p:tgtEl>
                                          <p:spTgt spid="469">
                                            <p:txEl>
                                              <p:pRg st="0" end="0"/>
                                            </p:txEl>
                                          </p:spTgt>
                                        </p:tgtEl>
                                      </p:cBhvr>
                                    </p:animEffect>
                                  </p:childTnLst>
                                </p:cTn>
                              </p:par>
                            </p:childTnLst>
                          </p:cTn>
                        </p:par>
                        <p:par>
                          <p:cTn id="26" fill="hold">
                            <p:stCondLst>
                              <p:cond delay="2000"/>
                            </p:stCondLst>
                            <p:childTnLst>
                              <p:par>
                                <p:cTn id="27" presetClass="entr" nodeType="afterEffect" presetID="9" grpId="5" fill="hold">
                                  <p:stCondLst>
                                    <p:cond delay="0"/>
                                  </p:stCondLst>
                                  <p:iterate type="el" backwards="0">
                                    <p:tmAbs val="0"/>
                                  </p:iterate>
                                  <p:childTnLst>
                                    <p:set>
                                      <p:cBhvr>
                                        <p:cTn id="28" fill="hold"/>
                                        <p:tgtEl>
                                          <p:spTgt spid="470">
                                            <p:bg/>
                                          </p:spTgt>
                                        </p:tgtEl>
                                        <p:attrNameLst>
                                          <p:attrName>style.visibility</p:attrName>
                                        </p:attrNameLst>
                                      </p:cBhvr>
                                      <p:to>
                                        <p:strVal val="visible"/>
                                      </p:to>
                                    </p:set>
                                    <p:animEffect filter="dissolve" transition="in">
                                      <p:cBhvr>
                                        <p:cTn id="29" dur="500"/>
                                        <p:tgtEl>
                                          <p:spTgt spid="470">
                                            <p:bg/>
                                          </p:spTgt>
                                        </p:tgtEl>
                                      </p:cBhvr>
                                    </p:animEffect>
                                  </p:childTnLst>
                                </p:cTn>
                              </p:par>
                              <p:par>
                                <p:cTn id="30" presetClass="entr" nodeType="withEffect" presetSubtype="0" presetID="9" grpId="5" fill="hold">
                                  <p:stCondLst>
                                    <p:cond delay="0"/>
                                  </p:stCondLst>
                                  <p:iterate type="el" backwards="0">
                                    <p:tmAbs val="0"/>
                                  </p:iterate>
                                  <p:childTnLst>
                                    <p:set>
                                      <p:cBhvr>
                                        <p:cTn id="31" fill="hold"/>
                                        <p:tgtEl>
                                          <p:spTgt spid="470">
                                            <p:txEl>
                                              <p:pRg st="0" end="0"/>
                                            </p:txEl>
                                          </p:spTgt>
                                        </p:tgtEl>
                                        <p:attrNameLst>
                                          <p:attrName>style.visibility</p:attrName>
                                        </p:attrNameLst>
                                      </p:cBhvr>
                                      <p:to>
                                        <p:strVal val="visible"/>
                                      </p:to>
                                    </p:set>
                                    <p:animEffect filter="dissolve" transition="in">
                                      <p:cBhvr>
                                        <p:cTn id="32" dur="500"/>
                                        <p:tgtEl>
                                          <p:spTgt spid="470">
                                            <p:txEl>
                                              <p:pRg st="0" end="0"/>
                                            </p:txEl>
                                          </p:spTgt>
                                        </p:tgtEl>
                                      </p:cBhvr>
                                    </p:animEffect>
                                  </p:childTnLst>
                                </p:cTn>
                              </p:par>
                            </p:childTnLst>
                          </p:cTn>
                        </p:par>
                        <p:par>
                          <p:cTn id="33" fill="hold">
                            <p:stCondLst>
                              <p:cond delay="2500"/>
                            </p:stCondLst>
                            <p:childTnLst>
                              <p:par>
                                <p:cTn id="34" presetClass="entr" nodeType="afterEffect" presetID="9" grpId="6" fill="hold">
                                  <p:stCondLst>
                                    <p:cond delay="0"/>
                                  </p:stCondLst>
                                  <p:iterate type="el" backwards="0">
                                    <p:tmAbs val="0"/>
                                  </p:iterate>
                                  <p:childTnLst>
                                    <p:set>
                                      <p:cBhvr>
                                        <p:cTn id="35" fill="hold"/>
                                        <p:tgtEl>
                                          <p:spTgt spid="471">
                                            <p:bg/>
                                          </p:spTgt>
                                        </p:tgtEl>
                                        <p:attrNameLst>
                                          <p:attrName>style.visibility</p:attrName>
                                        </p:attrNameLst>
                                      </p:cBhvr>
                                      <p:to>
                                        <p:strVal val="visible"/>
                                      </p:to>
                                    </p:set>
                                    <p:animEffect filter="dissolve" transition="in">
                                      <p:cBhvr>
                                        <p:cTn id="36" dur="500"/>
                                        <p:tgtEl>
                                          <p:spTgt spid="471">
                                            <p:bg/>
                                          </p:spTgt>
                                        </p:tgtEl>
                                      </p:cBhvr>
                                    </p:animEffect>
                                  </p:childTnLst>
                                </p:cTn>
                              </p:par>
                              <p:par>
                                <p:cTn id="37" presetClass="entr" nodeType="withEffect" presetSubtype="0" presetID="9" grpId="6" fill="hold">
                                  <p:stCondLst>
                                    <p:cond delay="0"/>
                                  </p:stCondLst>
                                  <p:iterate type="el" backwards="0">
                                    <p:tmAbs val="0"/>
                                  </p:iterate>
                                  <p:childTnLst>
                                    <p:set>
                                      <p:cBhvr>
                                        <p:cTn id="38" fill="hold"/>
                                        <p:tgtEl>
                                          <p:spTgt spid="471">
                                            <p:txEl>
                                              <p:pRg st="0" end="0"/>
                                            </p:txEl>
                                          </p:spTgt>
                                        </p:tgtEl>
                                        <p:attrNameLst>
                                          <p:attrName>style.visibility</p:attrName>
                                        </p:attrNameLst>
                                      </p:cBhvr>
                                      <p:to>
                                        <p:strVal val="visible"/>
                                      </p:to>
                                    </p:set>
                                    <p:animEffect filter="dissolve" transition="in">
                                      <p:cBhvr>
                                        <p:cTn id="39" dur="500"/>
                                        <p:tgtEl>
                                          <p:spTgt spid="471">
                                            <p:txEl>
                                              <p:pRg st="0" end="0"/>
                                            </p:txEl>
                                          </p:spTgt>
                                        </p:tgtEl>
                                      </p:cBhvr>
                                    </p:animEffect>
                                  </p:childTnLst>
                                </p:cTn>
                              </p:par>
                            </p:childTnLst>
                          </p:cTn>
                        </p:par>
                        <p:par>
                          <p:cTn id="40" fill="hold">
                            <p:stCondLst>
                              <p:cond delay="3000"/>
                            </p:stCondLst>
                            <p:childTnLst>
                              <p:par>
                                <p:cTn id="41" presetClass="entr" nodeType="afterEffect" presetID="9" grpId="7" fill="hold">
                                  <p:stCondLst>
                                    <p:cond delay="0"/>
                                  </p:stCondLst>
                                  <p:iterate type="el" backwards="0">
                                    <p:tmAbs val="0"/>
                                  </p:iterate>
                                  <p:childTnLst>
                                    <p:set>
                                      <p:cBhvr>
                                        <p:cTn id="42" fill="hold"/>
                                        <p:tgtEl>
                                          <p:spTgt spid="472">
                                            <p:bg/>
                                          </p:spTgt>
                                        </p:tgtEl>
                                        <p:attrNameLst>
                                          <p:attrName>style.visibility</p:attrName>
                                        </p:attrNameLst>
                                      </p:cBhvr>
                                      <p:to>
                                        <p:strVal val="visible"/>
                                      </p:to>
                                    </p:set>
                                    <p:animEffect filter="dissolve" transition="in">
                                      <p:cBhvr>
                                        <p:cTn id="43" dur="500"/>
                                        <p:tgtEl>
                                          <p:spTgt spid="472">
                                            <p:bg/>
                                          </p:spTgt>
                                        </p:tgtEl>
                                      </p:cBhvr>
                                    </p:animEffect>
                                  </p:childTnLst>
                                </p:cTn>
                              </p:par>
                              <p:par>
                                <p:cTn id="44" presetClass="entr" nodeType="withEffect" presetSubtype="0" presetID="9" grpId="7" fill="hold">
                                  <p:stCondLst>
                                    <p:cond delay="0"/>
                                  </p:stCondLst>
                                  <p:iterate type="el" backwards="0">
                                    <p:tmAbs val="0"/>
                                  </p:iterate>
                                  <p:childTnLst>
                                    <p:set>
                                      <p:cBhvr>
                                        <p:cTn id="45" fill="hold"/>
                                        <p:tgtEl>
                                          <p:spTgt spid="472">
                                            <p:txEl>
                                              <p:pRg st="0" end="0"/>
                                            </p:txEl>
                                          </p:spTgt>
                                        </p:tgtEl>
                                        <p:attrNameLst>
                                          <p:attrName>style.visibility</p:attrName>
                                        </p:attrNameLst>
                                      </p:cBhvr>
                                      <p:to>
                                        <p:strVal val="visible"/>
                                      </p:to>
                                    </p:set>
                                    <p:animEffect filter="dissolve" transition="in">
                                      <p:cBhvr>
                                        <p:cTn id="46" dur="500"/>
                                        <p:tgtEl>
                                          <p:spTgt spid="472">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45" grpId="1"/>
      <p:bldP build="p" bldLvl="5" animBg="1" rev="0" advAuto="0" spid="469" grpId="4"/>
      <p:bldP build="p" bldLvl="5" animBg="1" rev="0" advAuto="0" spid="470" grpId="5"/>
      <p:bldP build="p" bldLvl="5" animBg="1" rev="0" advAuto="0" spid="471" grpId="6"/>
      <p:bldP build="p" bldLvl="5" animBg="1" rev="0" advAuto="0" spid="472" grpId="7"/>
      <p:bldP build="whole" bldLvl="1" animBg="1" rev="0" advAuto="0" spid="446" grpId="2"/>
      <p:bldP build="p" bldLvl="5" animBg="1" rev="0" advAuto="0" spid="468" grpId="3"/>
    </p:bldLst>
  </p:timing>
</p:sld>
</file>

<file path=ppt/slides/slide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pSp>
        <p:nvGrpSpPr>
          <p:cNvPr id="476" name="Group 476"/>
          <p:cNvGrpSpPr/>
          <p:nvPr/>
        </p:nvGrpSpPr>
        <p:grpSpPr>
          <a:xfrm>
            <a:off x="22844270" y="398919"/>
            <a:ext cx="1387044" cy="1387044"/>
            <a:chOff x="0" y="0"/>
            <a:chExt cx="1387043" cy="1387043"/>
          </a:xfrm>
        </p:grpSpPr>
        <p:sp>
          <p:nvSpPr>
            <p:cNvPr id="474" name="Shape 474"/>
            <p:cNvSpPr/>
            <p:nvPr/>
          </p:nvSpPr>
          <p:spPr>
            <a:xfrm>
              <a:off x="0" y="0"/>
              <a:ext cx="1387044" cy="1387044"/>
            </a:xfrm>
            <a:prstGeom prst="ellipse">
              <a:avLst/>
            </a:prstGeom>
            <a:solidFill>
              <a:srgbClr val="2F5379"/>
            </a:solidFill>
            <a:ln w="12700" cap="flat">
              <a:noFill/>
              <a:miter lim="4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75" name="Shape 475"/>
            <p:cNvSpPr/>
            <p:nvPr/>
          </p:nvSpPr>
          <p:spPr>
            <a:xfrm>
              <a:off x="340015" y="415394"/>
              <a:ext cx="707017" cy="511678"/>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pc="330" sz="2200">
                  <a:solidFill>
                    <a:srgbClr val="FFFFFF"/>
                  </a:solidFill>
                  <a:latin typeface="Raleway Bold"/>
                  <a:ea typeface="Raleway Bold"/>
                  <a:cs typeface="Raleway Bold"/>
                  <a:sym typeface="Raleway Bold"/>
                </a:defRPr>
              </a:lvl1pPr>
            </a:lstStyle>
            <a:p>
              <a:pPr>
                <a:defRPr spc="0">
                  <a:solidFill>
                    <a:srgbClr val="0A0A0A"/>
                  </a:solidFill>
                  <a:latin typeface="Calibri"/>
                  <a:ea typeface="Calibri"/>
                  <a:cs typeface="Calibri"/>
                  <a:sym typeface="Calibri"/>
                </a:defRPr>
              </a:pPr>
              <a:r>
                <a:rPr spc="330">
                  <a:solidFill>
                    <a:srgbClr val="FFFFFF"/>
                  </a:solidFill>
                  <a:latin typeface="Raleway Bold"/>
                  <a:ea typeface="Raleway Bold"/>
                  <a:cs typeface="Raleway Bold"/>
                  <a:sym typeface="Raleway Bold"/>
                </a:rPr>
                <a:t>VN</a:t>
              </a:r>
            </a:p>
          </p:txBody>
        </p:sp>
      </p:grpSp>
      <p:sp>
        <p:nvSpPr>
          <p:cNvPr id="477" name="Shape 477"/>
          <p:cNvSpPr/>
          <p:nvPr/>
        </p:nvSpPr>
        <p:spPr>
          <a:xfrm>
            <a:off x="332473"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478" name="Shape 47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477">
                                            <p:bg/>
                                          </p:spTgt>
                                        </p:tgtEl>
                                        <p:attrNameLst>
                                          <p:attrName>style.visibility</p:attrName>
                                        </p:attrNameLst>
                                      </p:cBhvr>
                                      <p:to>
                                        <p:strVal val="visible"/>
                                      </p:to>
                                    </p:set>
                                    <p:animEffect filter="dissolve" transition="in">
                                      <p:cBhvr>
                                        <p:cTn id="7" dur="500"/>
                                        <p:tgtEl>
                                          <p:spTgt spid="477">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477">
                                            <p:txEl>
                                              <p:pRg st="0" end="0"/>
                                            </p:txEl>
                                          </p:spTgt>
                                        </p:tgtEl>
                                        <p:attrNameLst>
                                          <p:attrName>style.visibility</p:attrName>
                                        </p:attrNameLst>
                                      </p:cBhvr>
                                      <p:to>
                                        <p:strVal val="visible"/>
                                      </p:to>
                                    </p:set>
                                    <p:animEffect filter="dissolve" transition="in">
                                      <p:cBhvr>
                                        <p:cTn id="10" dur="500"/>
                                        <p:tgtEl>
                                          <p:spTgt spid="477">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477" grpId="1"/>
    </p:bldLst>
  </p:timing>
</p:sld>
</file>

<file path=ppt/slides/slide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80" name="Shape 480"/>
          <p:cNvSpPr/>
          <p:nvPr/>
        </p:nvSpPr>
        <p:spPr>
          <a:xfrm>
            <a:off x="8713965" y="3379966"/>
            <a:ext cx="6956074" cy="6956073"/>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81" name="Shape 481"/>
          <p:cNvSpPr/>
          <p:nvPr/>
        </p:nvSpPr>
        <p:spPr>
          <a:xfrm>
            <a:off x="8481617" y="3147617"/>
            <a:ext cx="7420766" cy="7420766"/>
          </a:xfrm>
          <a:prstGeom prst="ellipse">
            <a:avLst/>
          </a:prstGeom>
          <a:ln w="381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481"/>
                                        </p:tgtEl>
                                        <p:attrNameLst>
                                          <p:attrName>style.visibility</p:attrName>
                                        </p:attrNameLst>
                                      </p:cBhvr>
                                      <p:to>
                                        <p:strVal val="visible"/>
                                      </p:to>
                                    </p:set>
                                    <p:animEffect filter="dissolve" transition="in">
                                      <p:cBhvr>
                                        <p:cTn id="7" dur="1000"/>
                                        <p:tgtEl>
                                          <p:spTgt spid="481"/>
                                        </p:tgtEl>
                                      </p:cBhvr>
                                    </p:animEffect>
                                  </p:childTnLst>
                                </p:cTn>
                              </p:par>
                            </p:childTnLst>
                          </p:cTn>
                        </p:par>
                        <p:par>
                          <p:cTn id="8" fill="hold">
                            <p:stCondLst>
                              <p:cond delay="1000"/>
                            </p:stCondLst>
                            <p:childTnLst>
                              <p:par>
                                <p:cTn id="9" presetClass="entr" nodeType="afterEffect" presetSubtype="16" presetID="23" grpId="2" fill="hold">
                                  <p:stCondLst>
                                    <p:cond delay="0"/>
                                  </p:stCondLst>
                                  <p:iterate type="el" backwards="0">
                                    <p:tmAbs val="0"/>
                                  </p:iterate>
                                  <p:childTnLst>
                                    <p:set>
                                      <p:cBhvr>
                                        <p:cTn id="10" fill="hold"/>
                                        <p:tgtEl>
                                          <p:spTgt spid="480"/>
                                        </p:tgtEl>
                                        <p:attrNameLst>
                                          <p:attrName>style.visibility</p:attrName>
                                        </p:attrNameLst>
                                      </p:cBhvr>
                                      <p:to>
                                        <p:strVal val="visible"/>
                                      </p:to>
                                    </p:set>
                                    <p:anim calcmode="lin" valueType="num">
                                      <p:cBhvr>
                                        <p:cTn id="11" dur="750" fill="hold"/>
                                        <p:tgtEl>
                                          <p:spTgt spid="480"/>
                                        </p:tgtEl>
                                        <p:attrNameLst>
                                          <p:attrName>ppt_w</p:attrName>
                                        </p:attrNameLst>
                                      </p:cBhvr>
                                      <p:tavLst>
                                        <p:tav tm="0">
                                          <p:val>
                                            <p:fltVal val="0"/>
                                          </p:val>
                                        </p:tav>
                                        <p:tav tm="100000">
                                          <p:val>
                                            <p:strVal val="#ppt_w"/>
                                          </p:val>
                                        </p:tav>
                                      </p:tavLst>
                                    </p:anim>
                                    <p:anim calcmode="lin" valueType="num">
                                      <p:cBhvr>
                                        <p:cTn id="12" dur="750" fill="hold"/>
                                        <p:tgtEl>
                                          <p:spTgt spid="4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81" grpId="1"/>
      <p:bldP build="whole" bldLvl="1" animBg="1" rev="0" advAuto="0" spid="480" grpId="2"/>
    </p:bldLst>
  </p:timing>
</p:sld>
</file>

<file path=ppt/slides/slide1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83" name="Shape 483"/>
          <p:cNvSpPr/>
          <p:nvPr/>
        </p:nvSpPr>
        <p:spPr>
          <a:xfrm>
            <a:off x="1617840" y="2998966"/>
            <a:ext cx="6956074" cy="6956073"/>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84" name="Shape 484"/>
          <p:cNvSpPr/>
          <p:nvPr/>
        </p:nvSpPr>
        <p:spPr>
          <a:xfrm>
            <a:off x="1385492" y="2766617"/>
            <a:ext cx="7420766" cy="7420766"/>
          </a:xfrm>
          <a:prstGeom prst="ellipse">
            <a:avLst/>
          </a:prstGeom>
          <a:ln w="381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85" name="Shape 485"/>
          <p:cNvSpPr/>
          <p:nvPr/>
        </p:nvSpPr>
        <p:spPr>
          <a:xfrm>
            <a:off x="8752844" y="6858000"/>
            <a:ext cx="9996612" cy="0"/>
          </a:xfrm>
          <a:prstGeom prst="line">
            <a:avLst/>
          </a:prstGeom>
          <a:ln w="76200">
            <a:solidFill>
              <a:srgbClr val="2F5379"/>
            </a:solidFill>
            <a:miter/>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484"/>
                                        </p:tgtEl>
                                        <p:attrNameLst>
                                          <p:attrName>style.visibility</p:attrName>
                                        </p:attrNameLst>
                                      </p:cBhvr>
                                      <p:to>
                                        <p:strVal val="visible"/>
                                      </p:to>
                                    </p:set>
                                    <p:animEffect filter="dissolve" transition="in">
                                      <p:cBhvr>
                                        <p:cTn id="7" dur="1000"/>
                                        <p:tgtEl>
                                          <p:spTgt spid="484"/>
                                        </p:tgtEl>
                                      </p:cBhvr>
                                    </p:animEffect>
                                  </p:childTnLst>
                                </p:cTn>
                              </p:par>
                            </p:childTnLst>
                          </p:cTn>
                        </p:par>
                        <p:par>
                          <p:cTn id="8" fill="hold">
                            <p:stCondLst>
                              <p:cond delay="1000"/>
                            </p:stCondLst>
                            <p:childTnLst>
                              <p:par>
                                <p:cTn id="9" presetClass="entr" nodeType="afterEffect" presetSubtype="16" presetID="23" grpId="2" fill="hold">
                                  <p:stCondLst>
                                    <p:cond delay="0"/>
                                  </p:stCondLst>
                                  <p:iterate type="el" backwards="0">
                                    <p:tmAbs val="0"/>
                                  </p:iterate>
                                  <p:childTnLst>
                                    <p:set>
                                      <p:cBhvr>
                                        <p:cTn id="10" fill="hold"/>
                                        <p:tgtEl>
                                          <p:spTgt spid="483"/>
                                        </p:tgtEl>
                                        <p:attrNameLst>
                                          <p:attrName>style.visibility</p:attrName>
                                        </p:attrNameLst>
                                      </p:cBhvr>
                                      <p:to>
                                        <p:strVal val="visible"/>
                                      </p:to>
                                    </p:set>
                                    <p:anim calcmode="lin" valueType="num">
                                      <p:cBhvr>
                                        <p:cTn id="11" dur="750" fill="hold"/>
                                        <p:tgtEl>
                                          <p:spTgt spid="483"/>
                                        </p:tgtEl>
                                        <p:attrNameLst>
                                          <p:attrName>ppt_w</p:attrName>
                                        </p:attrNameLst>
                                      </p:cBhvr>
                                      <p:tavLst>
                                        <p:tav tm="0">
                                          <p:val>
                                            <p:fltVal val="0"/>
                                          </p:val>
                                        </p:tav>
                                        <p:tav tm="100000">
                                          <p:val>
                                            <p:strVal val="#ppt_w"/>
                                          </p:val>
                                        </p:tav>
                                      </p:tavLst>
                                    </p:anim>
                                    <p:anim calcmode="lin" valueType="num">
                                      <p:cBhvr>
                                        <p:cTn id="12" dur="750" fill="hold"/>
                                        <p:tgtEl>
                                          <p:spTgt spid="483"/>
                                        </p:tgtEl>
                                        <p:attrNameLst>
                                          <p:attrName>ppt_h</p:attrName>
                                        </p:attrNameLst>
                                      </p:cBhvr>
                                      <p:tavLst>
                                        <p:tav tm="0">
                                          <p:val>
                                            <p:fltVal val="0"/>
                                          </p:val>
                                        </p:tav>
                                        <p:tav tm="100000">
                                          <p:val>
                                            <p:strVal val="#ppt_h"/>
                                          </p:val>
                                        </p:tav>
                                      </p:tavLst>
                                    </p:anim>
                                  </p:childTnLst>
                                </p:cTn>
                              </p:par>
                            </p:childTnLst>
                          </p:cTn>
                        </p:par>
                        <p:par>
                          <p:cTn id="13" fill="hold">
                            <p:stCondLst>
                              <p:cond delay="1750"/>
                            </p:stCondLst>
                            <p:childTnLst>
                              <p:par>
                                <p:cTn id="14" presetClass="entr" nodeType="afterEffect" presetSubtype="1" presetID="22" grpId="3" fill="hold">
                                  <p:stCondLst>
                                    <p:cond delay="0"/>
                                  </p:stCondLst>
                                  <p:iterate type="el" backwards="0">
                                    <p:tmAbs val="0"/>
                                  </p:iterate>
                                  <p:childTnLst>
                                    <p:set>
                                      <p:cBhvr>
                                        <p:cTn id="15" fill="hold"/>
                                        <p:tgtEl>
                                          <p:spTgt spid="485"/>
                                        </p:tgtEl>
                                        <p:attrNameLst>
                                          <p:attrName>style.visibility</p:attrName>
                                        </p:attrNameLst>
                                      </p:cBhvr>
                                      <p:to>
                                        <p:strVal val="visible"/>
                                      </p:to>
                                    </p:set>
                                    <p:animEffect filter="wipe(up)" transition="in">
                                      <p:cBhvr>
                                        <p:cTn id="16" dur="500"/>
                                        <p:tgtEl>
                                          <p:spTgt spid="48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84" grpId="1"/>
      <p:bldP build="whole" bldLvl="1" animBg="1" rev="0" advAuto="0" spid="483" grpId="2"/>
      <p:bldP build="whole" bldLvl="1" animBg="1" rev="0" advAuto="0" spid="485" grpId="3"/>
    </p:bldLst>
  </p:timing>
</p:sld>
</file>

<file path=ppt/slides/slide1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87" name="Shape 487"/>
          <p:cNvSpPr/>
          <p:nvPr/>
        </p:nvSpPr>
        <p:spPr>
          <a:xfrm>
            <a:off x="6790756" y="1432059"/>
            <a:ext cx="10802488" cy="10851882"/>
          </a:xfrm>
          <a:prstGeom prst="ellipse">
            <a:avLst/>
          </a:prstGeom>
          <a:solidFill>
            <a:srgbClr val="144973"/>
          </a:solidFill>
          <a:ln w="12700">
            <a:miter lim="400000"/>
          </a:ln>
        </p:spPr>
        <p:txBody>
          <a:bodyPr lIns="0" tIns="0" rIns="0" bIns="0"/>
          <a:lstStyle/>
          <a:p>
            <a:pPr algn="l" defTabSz="457200">
              <a:defRPr sz="1200">
                <a:latin typeface="Helvetica"/>
                <a:ea typeface="Helvetica"/>
                <a:cs typeface="Helvetica"/>
                <a:sym typeface="Helvetica"/>
              </a:defRPr>
            </a:pPr>
          </a:p>
        </p:txBody>
      </p:sp>
      <p:sp>
        <p:nvSpPr>
          <p:cNvPr id="488" name="Shape 488"/>
          <p:cNvSpPr/>
          <p:nvPr/>
        </p:nvSpPr>
        <p:spPr>
          <a:xfrm>
            <a:off x="8778445" y="3458692"/>
            <a:ext cx="6832217" cy="6832220"/>
          </a:xfrm>
          <a:prstGeom prst="ellipse">
            <a:avLst/>
          </a:prstGeom>
          <a:solidFill>
            <a:srgbClr val="397ECA"/>
          </a:solidFill>
          <a:ln w="12700">
            <a:miter lim="400000"/>
          </a:ln>
        </p:spPr>
        <p:txBody>
          <a:bodyPr lIns="0" tIns="0" rIns="0" bIns="0"/>
          <a:lstStyle/>
          <a:p>
            <a:pPr algn="l" defTabSz="457200">
              <a:defRPr sz="1200">
                <a:latin typeface="Raleway ExtraBold"/>
                <a:ea typeface="Raleway ExtraBold"/>
                <a:cs typeface="Raleway ExtraBold"/>
                <a:sym typeface="Raleway ExtraBold"/>
              </a:defRPr>
            </a:pPr>
          </a:p>
        </p:txBody>
      </p:sp>
      <p:sp>
        <p:nvSpPr>
          <p:cNvPr id="489" name="Shape 489"/>
          <p:cNvSpPr/>
          <p:nvPr/>
        </p:nvSpPr>
        <p:spPr>
          <a:xfrm>
            <a:off x="6901377" y="6135251"/>
            <a:ext cx="10554430" cy="910988"/>
          </a:xfrm>
          <a:prstGeom prst="rect">
            <a:avLst/>
          </a:prstGeom>
          <a:ln w="12700"/>
          <a:extLst>
            <a:ext uri="{C572A759-6A51-4108-AA02-DFA0A04FC94B}">
              <ma14:wrappingTextBoxFlag xmlns:ma14="http://schemas.microsoft.com/office/mac/drawingml/2011/main" val="1"/>
            </a:ext>
          </a:extLst>
        </p:spPr>
        <p:txBody>
          <a:bodyPr lIns="38100" tIns="38100" rIns="38100" bIns="38100"/>
          <a:lstStyle>
            <a:lvl1pPr defTabSz="914400">
              <a:buClr>
                <a:srgbClr val="7FC3E8"/>
              </a:buClr>
              <a:buFont typeface="Helvetica"/>
              <a:defRPr sz="5400">
                <a:uFill>
                  <a:solidFill>
                    <a:srgbClr val="7FC3E8"/>
                  </a:solidFill>
                </a:uFill>
                <a:latin typeface="Raleway Regular"/>
                <a:ea typeface="Raleway Regular"/>
                <a:cs typeface="Raleway Regular"/>
                <a:sym typeface="Raleway Regular"/>
              </a:defRPr>
            </a:lvl1pPr>
          </a:lstStyle>
          <a:p>
            <a:pPr>
              <a:defRPr sz="1800">
                <a:uFill>
                  <a:solidFill>
                    <a:srgbClr val="000000"/>
                  </a:solidFill>
                </a:uFill>
              </a:defRPr>
            </a:pPr>
            <a:r>
              <a:rPr sz="5400">
                <a:uFill>
                  <a:solidFill>
                    <a:srgbClr val="7FC3E8"/>
                  </a:solidFill>
                </a:uFill>
              </a:rPr>
              <a:t>Nombre empresa</a:t>
            </a:r>
          </a:p>
        </p:txBody>
      </p:sp>
      <p:sp>
        <p:nvSpPr>
          <p:cNvPr id="490" name="Shape 490"/>
          <p:cNvSpPr/>
          <p:nvPr/>
        </p:nvSpPr>
        <p:spPr>
          <a:xfrm>
            <a:off x="10840916" y="5272315"/>
            <a:ext cx="3003341" cy="806874"/>
          </a:xfrm>
          <a:prstGeom prst="rect">
            <a:avLst/>
          </a:prstGeom>
          <a:ln w="12700"/>
          <a:extLst>
            <a:ext uri="{C572A759-6A51-4108-AA02-DFA0A04FC94B}">
              <ma14:wrappingTextBoxFlag xmlns:ma14="http://schemas.microsoft.com/office/mac/drawingml/2011/main" val="1"/>
            </a:ext>
          </a:extLst>
        </p:spPr>
        <p:txBody>
          <a:bodyPr lIns="38100" tIns="38100" rIns="38100" bIns="38100"/>
          <a:lstStyle>
            <a:lvl1pPr defTabSz="914400">
              <a:buClr>
                <a:srgbClr val="FFFFFF"/>
              </a:buClr>
              <a:buFont typeface="Helvetica"/>
              <a:defRPr sz="4800">
                <a:solidFill>
                  <a:srgbClr val="FFFFFF"/>
                </a:solidFill>
                <a:uFill>
                  <a:solidFill>
                    <a:srgbClr val="FFFFFF"/>
                  </a:solidFill>
                </a:uFill>
                <a:latin typeface="Raleway Bold"/>
                <a:ea typeface="Raleway Bold"/>
                <a:cs typeface="Raleway Bold"/>
                <a:sym typeface="Raleway Bold"/>
              </a:defRPr>
            </a:lvl1pPr>
          </a:lstStyle>
          <a:p>
            <a:pPr>
              <a:defRPr sz="1800">
                <a:solidFill>
                  <a:srgbClr val="000000"/>
                </a:solidFill>
                <a:uFill>
                  <a:solidFill>
                    <a:srgbClr val="000000"/>
                  </a:solidFill>
                </a:uFill>
              </a:defRPr>
            </a:pPr>
            <a:r>
              <a:rPr sz="4800">
                <a:solidFill>
                  <a:srgbClr val="FFFFFF"/>
                </a:solidFill>
                <a:uFill>
                  <a:solidFill>
                    <a:srgbClr val="FFFFFF"/>
                  </a:solidFill>
                </a:uFill>
              </a:rPr>
              <a:t>Texto</a:t>
            </a:r>
          </a:p>
        </p:txBody>
      </p:sp>
      <p:sp>
        <p:nvSpPr>
          <p:cNvPr id="491" name="Shape 491"/>
          <p:cNvSpPr/>
          <p:nvPr/>
        </p:nvSpPr>
        <p:spPr>
          <a:xfrm>
            <a:off x="11131967" y="7110238"/>
            <a:ext cx="2093250" cy="1"/>
          </a:xfrm>
          <a:prstGeom prst="line">
            <a:avLst/>
          </a:prstGeom>
          <a:ln w="15875">
            <a:solidFill>
              <a:srgbClr val="FFFFFF"/>
            </a:solidFill>
            <a:prstDash val="sysDash"/>
            <a:miter lim="400000"/>
          </a:ln>
        </p:spPr>
        <p:txBody>
          <a:bodyPr lIns="0" tIns="0" rIns="0" bIns="0"/>
          <a:lstStyle/>
          <a:p>
            <a:pPr algn="l" defTabSz="457200">
              <a:defRPr sz="1200">
                <a:latin typeface="Helvetica"/>
                <a:ea typeface="Helvetica"/>
                <a:cs typeface="Helvetica"/>
                <a:sym typeface="Helvetica"/>
              </a:defRPr>
            </a:pPr>
          </a:p>
        </p:txBody>
      </p:sp>
      <p:sp>
        <p:nvSpPr>
          <p:cNvPr id="492" name="Shape 492"/>
          <p:cNvSpPr/>
          <p:nvPr/>
        </p:nvSpPr>
        <p:spPr>
          <a:xfrm>
            <a:off x="9739439" y="7515816"/>
            <a:ext cx="4905122" cy="8286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buClr>
                <a:srgbClr val="7FC3E8"/>
              </a:buClr>
              <a:buFont typeface="Helvetica"/>
              <a:defRPr sz="4600">
                <a:uFill>
                  <a:solidFill>
                    <a:srgbClr val="7FC3E8"/>
                  </a:solidFill>
                </a:uFill>
                <a:latin typeface="Raleway Regular"/>
                <a:ea typeface="Raleway Regular"/>
                <a:cs typeface="Raleway Regular"/>
                <a:sym typeface="Raleway Regular"/>
              </a:defRPr>
            </a:lvl1pPr>
          </a:lstStyle>
          <a:p>
            <a:pPr>
              <a:defRPr>
                <a:uFill>
                  <a:solidFill>
                    <a:srgbClr val="000000"/>
                  </a:solidFill>
                </a:uFill>
              </a:defRPr>
            </a:pPr>
            <a:r>
              <a:rPr>
                <a:uFill>
                  <a:solidFill>
                    <a:srgbClr val="7FC3E8"/>
                  </a:solidFill>
                </a:uFill>
              </a:rPr>
              <a:t>Nombre empresa</a:t>
            </a:r>
          </a:p>
        </p:txBody>
      </p:sp>
    </p:spTree>
  </p:cSld>
  <p:clrMapOvr>
    <a:masterClrMapping/>
  </p:clrMapOvr>
  <p:transition xmlns:p14="http://schemas.microsoft.com/office/powerpoint/2010/main" spd="med" advClick="1" p14:dur="1000"/>
</p:sld>
</file>

<file path=ppt/slides/slide12.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grpSp>
        <p:nvGrpSpPr>
          <p:cNvPr id="499" name="Group 499"/>
          <p:cNvGrpSpPr/>
          <p:nvPr/>
        </p:nvGrpSpPr>
        <p:grpSpPr>
          <a:xfrm>
            <a:off x="613476" y="1134032"/>
            <a:ext cx="10802488" cy="10851883"/>
            <a:chOff x="0" y="0"/>
            <a:chExt cx="10802486" cy="10851881"/>
          </a:xfrm>
        </p:grpSpPr>
        <p:sp>
          <p:nvSpPr>
            <p:cNvPr id="494" name="Shape 494"/>
            <p:cNvSpPr/>
            <p:nvPr/>
          </p:nvSpPr>
          <p:spPr>
            <a:xfrm>
              <a:off x="0" y="0"/>
              <a:ext cx="10802487" cy="10851882"/>
            </a:xfrm>
            <a:prstGeom prst="ellipse">
              <a:avLst/>
            </a:prstGeom>
            <a:solidFill>
              <a:srgbClr val="397ECA">
                <a:alpha val="66007"/>
              </a:srgbClr>
            </a:solidFill>
            <a:ln w="12700" cap="flat">
              <a:noFill/>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495" name="Shape 495"/>
            <p:cNvSpPr/>
            <p:nvPr/>
          </p:nvSpPr>
          <p:spPr>
            <a:xfrm>
              <a:off x="1987688" y="2026633"/>
              <a:ext cx="6832217" cy="6832220"/>
            </a:xfrm>
            <a:prstGeom prst="ellipse">
              <a:avLst/>
            </a:prstGeom>
            <a:solidFill>
              <a:srgbClr val="B4E6F1"/>
            </a:solidFill>
            <a:ln w="12700" cap="flat">
              <a:noFill/>
              <a:miter lim="400000"/>
            </a:ln>
            <a:effectLst/>
          </p:spPr>
          <p:txBody>
            <a:bodyPr wrap="square" lIns="0" tIns="0" rIns="0" bIns="0" numCol="1" anchor="t">
              <a:noAutofit/>
            </a:bodyPr>
            <a:lstStyle/>
            <a:p>
              <a:pPr algn="l" defTabSz="457200">
                <a:defRPr sz="1200">
                  <a:latin typeface="Raleway ExtraBold"/>
                  <a:ea typeface="Raleway ExtraBold"/>
                  <a:cs typeface="Raleway ExtraBold"/>
                  <a:sym typeface="Raleway ExtraBold"/>
                </a:defRPr>
              </a:pPr>
            </a:p>
          </p:txBody>
        </p:sp>
        <p:sp>
          <p:nvSpPr>
            <p:cNvPr id="496" name="Shape 496"/>
            <p:cNvSpPr/>
            <p:nvPr/>
          </p:nvSpPr>
          <p:spPr>
            <a:xfrm>
              <a:off x="117127" y="4623334"/>
              <a:ext cx="10554430" cy="910988"/>
            </a:xfrm>
            <a:prstGeom prst="rect">
              <a:avLst/>
            </a:prstGeom>
            <a:noFill/>
            <a:ln w="12700" cap="flat">
              <a:noFill/>
              <a:round/>
            </a:ln>
            <a:effectLst/>
            <a:extLst>
              <a:ext uri="{C572A759-6A51-4108-AA02-DFA0A04FC94B}">
                <ma14:wrappingTextBoxFlag xmlns:ma14="http://schemas.microsoft.com/office/mac/drawingml/2011/main" val="1"/>
              </a:ext>
            </a:extLst>
          </p:spPr>
          <p:txBody>
            <a:bodyPr wrap="square" lIns="38100" tIns="38100" rIns="38100" bIns="38100" numCol="1" anchor="t">
              <a:noAutofit/>
            </a:bodyPr>
            <a:lstStyle>
              <a:lvl1pPr defTabSz="914400">
                <a:buClr>
                  <a:srgbClr val="7FC3E8"/>
                </a:buClr>
                <a:buFont typeface="Helvetica"/>
                <a:defRPr sz="5400">
                  <a:uFill>
                    <a:solidFill>
                      <a:srgbClr val="7FC3E8"/>
                    </a:solidFill>
                  </a:uFill>
                  <a:latin typeface="Raleway Regular"/>
                  <a:ea typeface="Raleway Regular"/>
                  <a:cs typeface="Raleway Regular"/>
                  <a:sym typeface="Raleway Regular"/>
                </a:defRPr>
              </a:lvl1pPr>
            </a:lstStyle>
            <a:p>
              <a:pPr>
                <a:defRPr sz="1800">
                  <a:uFill>
                    <a:solidFill>
                      <a:srgbClr val="000000"/>
                    </a:solidFill>
                  </a:uFill>
                </a:defRPr>
              </a:pPr>
              <a:r>
                <a:rPr sz="5400">
                  <a:uFill>
                    <a:solidFill>
                      <a:srgbClr val="7FC3E8"/>
                    </a:solidFill>
                  </a:uFill>
                </a:rPr>
                <a:t>Tu empresa</a:t>
              </a:r>
            </a:p>
          </p:txBody>
        </p:sp>
        <p:sp>
          <p:nvSpPr>
            <p:cNvPr id="497" name="Shape 497"/>
            <p:cNvSpPr/>
            <p:nvPr/>
          </p:nvSpPr>
          <p:spPr>
            <a:xfrm>
              <a:off x="4050160" y="3840255"/>
              <a:ext cx="3003341" cy="806875"/>
            </a:xfrm>
            <a:prstGeom prst="rect">
              <a:avLst/>
            </a:prstGeom>
            <a:noFill/>
            <a:ln w="12700" cap="flat">
              <a:noFill/>
              <a:round/>
            </a:ln>
            <a:effectLst/>
            <a:extLst>
              <a:ext uri="{C572A759-6A51-4108-AA02-DFA0A04FC94B}">
                <ma14:wrappingTextBoxFlag xmlns:ma14="http://schemas.microsoft.com/office/mac/drawingml/2011/main" val="1"/>
              </a:ext>
            </a:extLst>
          </p:spPr>
          <p:txBody>
            <a:bodyPr wrap="square" lIns="38100" tIns="38100" rIns="38100" bIns="38100" numCol="1" anchor="t">
              <a:noAutofit/>
            </a:bodyPr>
            <a:lstStyle/>
            <a:p>
              <a:pPr algn="l" defTabSz="914400">
                <a:buClr>
                  <a:srgbClr val="FFFFFF"/>
                </a:buClr>
                <a:buFont typeface="Helvetica"/>
                <a:defRPr sz="1800">
                  <a:uFill>
                    <a:solidFill>
                      <a:srgbClr val="000000"/>
                    </a:solidFill>
                  </a:uFill>
                  <a:latin typeface="Raleway Bold"/>
                  <a:ea typeface="Raleway Bold"/>
                  <a:cs typeface="Raleway Bold"/>
                  <a:sym typeface="Raleway Bold"/>
                </a:defRPr>
              </a:pPr>
              <a:r>
                <a:t>         </a:t>
              </a:r>
              <a:r>
                <a:rPr sz="4800">
                  <a:solidFill>
                    <a:srgbClr val="FFFFFF"/>
                  </a:solidFill>
                  <a:uFill>
                    <a:solidFill>
                      <a:srgbClr val="FFFFFF"/>
                    </a:solidFill>
                  </a:uFill>
                </a:rPr>
                <a:t>Texto</a:t>
              </a:r>
            </a:p>
          </p:txBody>
        </p:sp>
        <p:sp>
          <p:nvSpPr>
            <p:cNvPr id="498" name="Shape 498"/>
            <p:cNvSpPr/>
            <p:nvPr/>
          </p:nvSpPr>
          <p:spPr>
            <a:xfrm>
              <a:off x="4341210" y="5678178"/>
              <a:ext cx="2093250" cy="1"/>
            </a:xfrm>
            <a:prstGeom prst="line">
              <a:avLst/>
            </a:prstGeom>
            <a:noFill/>
            <a:ln w="15875" cap="flat">
              <a:solidFill>
                <a:srgbClr val="FFFFFF"/>
              </a:solidFill>
              <a:prstDash val="sysDash"/>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500" name="Shape 500"/>
          <p:cNvSpPr/>
          <p:nvPr/>
        </p:nvSpPr>
        <p:spPr>
          <a:xfrm>
            <a:off x="4631245" y="7217789"/>
            <a:ext cx="2766950" cy="8286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buClr>
                <a:srgbClr val="7FC3E8"/>
              </a:buClr>
              <a:buFont typeface="Helvetica"/>
              <a:defRPr sz="4600">
                <a:uFill>
                  <a:solidFill>
                    <a:srgbClr val="7FC3E8"/>
                  </a:solidFill>
                </a:uFill>
                <a:latin typeface="Raleway Regular"/>
                <a:ea typeface="Raleway Regular"/>
                <a:cs typeface="Raleway Regular"/>
                <a:sym typeface="Raleway Regular"/>
              </a:defRPr>
            </a:lvl1pPr>
          </a:lstStyle>
          <a:p>
            <a:pPr>
              <a:defRPr>
                <a:uFill>
                  <a:solidFill>
                    <a:srgbClr val="000000"/>
                  </a:solidFill>
                </a:uFill>
              </a:defRPr>
            </a:pPr>
            <a:r>
              <a:rPr>
                <a:uFill>
                  <a:solidFill>
                    <a:srgbClr val="7FC3E8"/>
                  </a:solidFill>
                </a:uFill>
              </a:rPr>
              <a:t>Más texto</a:t>
            </a:r>
          </a:p>
        </p:txBody>
      </p:sp>
    </p:spTree>
  </p:cSld>
  <p:clrMapOvr>
    <a:masterClrMapping/>
  </p:clrMapOvr>
  <p:transition xmlns:p14="http://schemas.microsoft.com/office/powerpoint/2010/main" spd="med" advClick="1" p14:dur="1000"/>
</p:sld>
</file>

<file path=ppt/slides/slide13.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sp>
        <p:nvSpPr>
          <p:cNvPr id="502" name="Shape 502"/>
          <p:cNvSpPr/>
          <p:nvPr/>
        </p:nvSpPr>
        <p:spPr>
          <a:xfrm>
            <a:off x="9818722" y="5895391"/>
            <a:ext cx="4733957" cy="2011586"/>
          </a:xfrm>
          <a:prstGeom prst="rect">
            <a:avLst/>
          </a:prstGeom>
          <a:ln w="12700">
            <a:miter lim="400000"/>
          </a:ln>
          <a:extLst>
            <a:ext uri="{C572A759-6A51-4108-AA02-DFA0A04FC94B}">
              <ma14:wrappingTextBoxFlag xmlns:ma14="http://schemas.microsoft.com/office/mac/drawingml/2011/main" val="1"/>
            </a:ext>
          </a:extLst>
        </p:spPr>
        <p:txBody>
          <a:bodyPr wrap="none" lIns="91392" tIns="91392" rIns="91392" bIns="91392">
            <a:spAutoFit/>
          </a:bodyPr>
          <a:lstStyle>
            <a:lvl1pPr defTabSz="1828800">
              <a:defRPr b="1" sz="12000">
                <a:solidFill>
                  <a:srgbClr val="FFFFFF"/>
                </a:solidFill>
                <a:latin typeface="Montserrat"/>
                <a:ea typeface="Montserrat"/>
                <a:cs typeface="Montserrat"/>
                <a:sym typeface="Montserrat"/>
              </a:defRPr>
            </a:lvl1pPr>
          </a:lstStyle>
          <a:p>
            <a:pPr/>
            <a:r>
              <a:t>Título</a:t>
            </a:r>
          </a:p>
        </p:txBody>
      </p:sp>
      <p:sp>
        <p:nvSpPr>
          <p:cNvPr id="503" name="Shape 503"/>
          <p:cNvSpPr/>
          <p:nvPr/>
        </p:nvSpPr>
        <p:spPr>
          <a:xfrm>
            <a:off x="8233691" y="8386555"/>
            <a:ext cx="7903935" cy="665386"/>
          </a:xfrm>
          <a:prstGeom prst="rect">
            <a:avLst/>
          </a:prstGeom>
          <a:ln w="12700">
            <a:miter lim="400000"/>
          </a:ln>
          <a:extLst>
            <a:ext uri="{C572A759-6A51-4108-AA02-DFA0A04FC94B}">
              <ma14:wrappingTextBoxFlag xmlns:ma14="http://schemas.microsoft.com/office/mac/drawingml/2011/main" val="1"/>
            </a:ext>
          </a:extLst>
        </p:spPr>
        <p:txBody>
          <a:bodyPr lIns="91392" tIns="91392" rIns="91392" bIns="91392">
            <a:spAutoFit/>
          </a:bodyPr>
          <a:lstStyle>
            <a:lvl1pPr defTabSz="1828800">
              <a:defRPr sz="3200">
                <a:solidFill>
                  <a:srgbClr val="FFFFFF"/>
                </a:solidFill>
                <a:latin typeface="Montserrat"/>
                <a:ea typeface="Montserrat"/>
                <a:cs typeface="Montserrat"/>
                <a:sym typeface="Montserrat"/>
              </a:defRPr>
            </a:lvl1pPr>
          </a:lstStyle>
          <a:p>
            <a:pPr/>
            <a:r>
              <a:t>Texto</a:t>
            </a:r>
          </a:p>
        </p:txBody>
      </p:sp>
      <p:sp>
        <p:nvSpPr>
          <p:cNvPr id="504" name="Shape 504"/>
          <p:cNvSpPr/>
          <p:nvPr/>
        </p:nvSpPr>
        <p:spPr>
          <a:xfrm>
            <a:off x="8997987" y="5065355"/>
            <a:ext cx="1584983" cy="1"/>
          </a:xfrm>
          <a:prstGeom prst="line">
            <a:avLst/>
          </a:prstGeom>
          <a:ln w="3175">
            <a:solidFill>
              <a:srgbClr val="FFFFFF"/>
            </a:solidFill>
            <a:miter/>
            <a:headEnd type="oval"/>
          </a:ln>
        </p:spPr>
        <p:txBody>
          <a:bodyPr lIns="91392" tIns="91392" rIns="91392" bIns="91392"/>
          <a:lstStyle/>
          <a:p>
            <a:pPr algn="l" defTabSz="1828800">
              <a:defRPr sz="3600">
                <a:latin typeface="Helvetica"/>
                <a:ea typeface="Helvetica"/>
                <a:cs typeface="Helvetica"/>
                <a:sym typeface="Helvetica"/>
              </a:defRPr>
            </a:pPr>
          </a:p>
        </p:txBody>
      </p:sp>
      <p:sp>
        <p:nvSpPr>
          <p:cNvPr id="505" name="Shape 505"/>
          <p:cNvSpPr/>
          <p:nvPr/>
        </p:nvSpPr>
        <p:spPr>
          <a:xfrm>
            <a:off x="10582968" y="4696216"/>
            <a:ext cx="3200204" cy="728886"/>
          </a:xfrm>
          <a:prstGeom prst="rect">
            <a:avLst/>
          </a:prstGeom>
          <a:ln w="12700">
            <a:miter lim="400000"/>
          </a:ln>
          <a:extLst>
            <a:ext uri="{C572A759-6A51-4108-AA02-DFA0A04FC94B}">
              <ma14:wrappingTextBoxFlag xmlns:ma14="http://schemas.microsoft.com/office/mac/drawingml/2011/main" val="1"/>
            </a:ext>
          </a:extLst>
        </p:spPr>
        <p:txBody>
          <a:bodyPr wrap="none" lIns="91392" tIns="91392" rIns="91392" bIns="91392">
            <a:spAutoFit/>
          </a:bodyPr>
          <a:lstStyle>
            <a:lvl1pPr algn="l" defTabSz="1828800">
              <a:defRPr sz="3600">
                <a:solidFill>
                  <a:srgbClr val="FFFFFF"/>
                </a:solidFill>
                <a:latin typeface="Montserrat"/>
                <a:ea typeface="Montserrat"/>
                <a:cs typeface="Montserrat"/>
                <a:sym typeface="Montserrat"/>
              </a:defRPr>
            </a:lvl1pPr>
          </a:lstStyle>
          <a:p>
            <a:pPr/>
            <a:r>
              <a:t>Lorem ipsum</a:t>
            </a:r>
          </a:p>
        </p:txBody>
      </p:sp>
      <p:sp>
        <p:nvSpPr>
          <p:cNvPr id="506" name="Shape 506"/>
          <p:cNvSpPr/>
          <p:nvPr/>
        </p:nvSpPr>
        <p:spPr>
          <a:xfrm>
            <a:off x="13788330" y="5065355"/>
            <a:ext cx="1541465" cy="1"/>
          </a:xfrm>
          <a:prstGeom prst="line">
            <a:avLst/>
          </a:prstGeom>
          <a:ln w="3175">
            <a:solidFill>
              <a:srgbClr val="FFFFFF"/>
            </a:solidFill>
            <a:miter/>
            <a:tailEnd type="oval"/>
          </a:ln>
        </p:spPr>
        <p:txBody>
          <a:bodyPr lIns="91392" tIns="91392" rIns="91392" bIns="91392"/>
          <a:lstStyle/>
          <a:p>
            <a:pPr algn="l" defTabSz="1828800">
              <a:defRPr sz="36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502"/>
                                        </p:tgtEl>
                                        <p:attrNameLst>
                                          <p:attrName>style.visibility</p:attrName>
                                        </p:attrNameLst>
                                      </p:cBhvr>
                                      <p:to>
                                        <p:strVal val="visible"/>
                                      </p:to>
                                    </p:set>
                                    <p:anim calcmode="lin" valueType="num">
                                      <p:cBhvr>
                                        <p:cTn id="7" dur="1000" fill="hold"/>
                                        <p:tgtEl>
                                          <p:spTgt spid="502"/>
                                        </p:tgtEl>
                                        <p:attrNameLst>
                                          <p:attrName>ppt_x</p:attrName>
                                        </p:attrNameLst>
                                      </p:cBhvr>
                                      <p:tavLst>
                                        <p:tav tm="0">
                                          <p:val>
                                            <p:strVal val="0-#ppt_w/2"/>
                                          </p:val>
                                        </p:tav>
                                        <p:tav tm="100000">
                                          <p:val>
                                            <p:strVal val="#ppt_x"/>
                                          </p:val>
                                        </p:tav>
                                      </p:tavLst>
                                    </p:anim>
                                    <p:anim calcmode="lin" valueType="num">
                                      <p:cBhvr>
                                        <p:cTn id="8" dur="1000" fill="hold"/>
                                        <p:tgtEl>
                                          <p:spTgt spid="502"/>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Class="entr" nodeType="afterEffect" presetSubtype="2" presetID="2" grpId="2" fill="hold">
                                  <p:stCondLst>
                                    <p:cond delay="0"/>
                                  </p:stCondLst>
                                  <p:iterate type="el" backwards="0">
                                    <p:tmAbs val="0"/>
                                  </p:iterate>
                                  <p:childTnLst>
                                    <p:set>
                                      <p:cBhvr>
                                        <p:cTn id="11" fill="hold"/>
                                        <p:tgtEl>
                                          <p:spTgt spid="505"/>
                                        </p:tgtEl>
                                        <p:attrNameLst>
                                          <p:attrName>style.visibility</p:attrName>
                                        </p:attrNameLst>
                                      </p:cBhvr>
                                      <p:to>
                                        <p:strVal val="visible"/>
                                      </p:to>
                                    </p:set>
                                    <p:anim calcmode="lin" valueType="num">
                                      <p:cBhvr>
                                        <p:cTn id="12" dur="1000" fill="hold"/>
                                        <p:tgtEl>
                                          <p:spTgt spid="505"/>
                                        </p:tgtEl>
                                        <p:attrNameLst>
                                          <p:attrName>ppt_x</p:attrName>
                                        </p:attrNameLst>
                                      </p:cBhvr>
                                      <p:tavLst>
                                        <p:tav tm="0">
                                          <p:val>
                                            <p:strVal val="1+#ppt_w/2"/>
                                          </p:val>
                                        </p:tav>
                                        <p:tav tm="100000">
                                          <p:val>
                                            <p:strVal val="#ppt_x"/>
                                          </p:val>
                                        </p:tav>
                                      </p:tavLst>
                                    </p:anim>
                                    <p:anim calcmode="lin" valueType="num">
                                      <p:cBhvr>
                                        <p:cTn id="13" dur="1000" fill="hold"/>
                                        <p:tgtEl>
                                          <p:spTgt spid="505"/>
                                        </p:tgtEl>
                                        <p:attrNameLst>
                                          <p:attrName>ppt_y</p:attrName>
                                        </p:attrNameLst>
                                      </p:cBhvr>
                                      <p:tavLst>
                                        <p:tav tm="0">
                                          <p:val>
                                            <p:strVal val="#ppt_y"/>
                                          </p:val>
                                        </p:tav>
                                        <p:tav tm="100000">
                                          <p:val>
                                            <p:strVal val="#ppt_y"/>
                                          </p:val>
                                        </p:tav>
                                      </p:tavLst>
                                    </p:anim>
                                  </p:childTnLst>
                                </p:cTn>
                              </p:par>
                            </p:childTnLst>
                          </p:cTn>
                        </p:par>
                        <p:par>
                          <p:cTn id="14" fill="hold">
                            <p:stCondLst>
                              <p:cond delay="2000"/>
                            </p:stCondLst>
                            <p:childTnLst>
                              <p:par>
                                <p:cTn id="15" presetClass="entr" nodeType="afterEffect" presetSubtype="8" presetID="22" grpId="3" fill="hold">
                                  <p:stCondLst>
                                    <p:cond delay="500"/>
                                  </p:stCondLst>
                                  <p:iterate type="el" backwards="0">
                                    <p:tmAbs val="0"/>
                                  </p:iterate>
                                  <p:childTnLst>
                                    <p:set>
                                      <p:cBhvr>
                                        <p:cTn id="16" fill="hold"/>
                                        <p:tgtEl>
                                          <p:spTgt spid="503"/>
                                        </p:tgtEl>
                                        <p:attrNameLst>
                                          <p:attrName>style.visibility</p:attrName>
                                        </p:attrNameLst>
                                      </p:cBhvr>
                                      <p:to>
                                        <p:strVal val="visible"/>
                                      </p:to>
                                    </p:set>
                                    <p:animEffect filter="wipe(left)" transition="in">
                                      <p:cBhvr>
                                        <p:cTn id="17" dur="500"/>
                                        <p:tgtEl>
                                          <p:spTgt spid="503"/>
                                        </p:tgtEl>
                                      </p:cBhvr>
                                    </p:animEffect>
                                  </p:childTnLst>
                                </p:cTn>
                              </p:par>
                            </p:childTnLst>
                          </p:cTn>
                        </p:par>
                        <p:par>
                          <p:cTn id="18" fill="hold">
                            <p:stCondLst>
                              <p:cond delay="3000"/>
                            </p:stCondLst>
                            <p:childTnLst>
                              <p:par>
                                <p:cTn id="19" presetClass="entr" nodeType="afterEffect" presetSubtype="8" presetID="22" grpId="4" fill="hold">
                                  <p:stCondLst>
                                    <p:cond delay="500"/>
                                  </p:stCondLst>
                                  <p:iterate type="el" backwards="0">
                                    <p:tmAbs val="0"/>
                                  </p:iterate>
                                  <p:childTnLst>
                                    <p:set>
                                      <p:cBhvr>
                                        <p:cTn id="20" fill="hold"/>
                                        <p:tgtEl>
                                          <p:spTgt spid="506"/>
                                        </p:tgtEl>
                                        <p:attrNameLst>
                                          <p:attrName>style.visibility</p:attrName>
                                        </p:attrNameLst>
                                      </p:cBhvr>
                                      <p:to>
                                        <p:strVal val="visible"/>
                                      </p:to>
                                    </p:set>
                                    <p:animEffect filter="wipe(left)" transition="in">
                                      <p:cBhvr>
                                        <p:cTn id="21" dur="500"/>
                                        <p:tgtEl>
                                          <p:spTgt spid="506"/>
                                        </p:tgtEl>
                                      </p:cBhvr>
                                    </p:animEffect>
                                  </p:childTnLst>
                                </p:cTn>
                              </p:par>
                            </p:childTnLst>
                          </p:cTn>
                        </p:par>
                        <p:par>
                          <p:cTn id="22" fill="hold">
                            <p:stCondLst>
                              <p:cond delay="4000"/>
                            </p:stCondLst>
                            <p:childTnLst>
                              <p:par>
                                <p:cTn id="23" presetClass="entr" nodeType="afterEffect" presetSubtype="2" presetID="22" grpId="5" fill="hold">
                                  <p:stCondLst>
                                    <p:cond delay="500"/>
                                  </p:stCondLst>
                                  <p:iterate type="el" backwards="0">
                                    <p:tmAbs val="0"/>
                                  </p:iterate>
                                  <p:childTnLst>
                                    <p:set>
                                      <p:cBhvr>
                                        <p:cTn id="24" fill="hold"/>
                                        <p:tgtEl>
                                          <p:spTgt spid="504"/>
                                        </p:tgtEl>
                                        <p:attrNameLst>
                                          <p:attrName>style.visibility</p:attrName>
                                        </p:attrNameLst>
                                      </p:cBhvr>
                                      <p:to>
                                        <p:strVal val="visible"/>
                                      </p:to>
                                    </p:set>
                                    <p:animEffect filter="wipe(right)" transition="in">
                                      <p:cBhvr>
                                        <p:cTn id="25" dur="500"/>
                                        <p:tgtEl>
                                          <p:spTgt spid="50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04" grpId="5"/>
      <p:bldP build="whole" bldLvl="1" animBg="1" rev="0" advAuto="0" spid="506" grpId="4"/>
      <p:bldP build="whole" bldLvl="1" animBg="1" rev="0" advAuto="0" spid="505" grpId="2"/>
      <p:bldP build="whole" bldLvl="1" animBg="1" rev="0" advAuto="0" spid="502" grpId="1"/>
      <p:bldP build="whole" bldLvl="1" animBg="1" rev="0" advAuto="0" spid="503" grpId="3"/>
    </p:bldLst>
  </p:timing>
</p:sld>
</file>

<file path=ppt/slides/slide14.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sp>
        <p:nvSpPr>
          <p:cNvPr id="508" name="Shape 508"/>
          <p:cNvSpPr/>
          <p:nvPr/>
        </p:nvSpPr>
        <p:spPr>
          <a:xfrm>
            <a:off x="1368213" y="-41487"/>
            <a:ext cx="7226301" cy="8445501"/>
          </a:xfrm>
          <a:prstGeom prst="rect">
            <a:avLst/>
          </a:prstGeom>
          <a:solidFill>
            <a:srgbClr val="FAB947">
              <a:alpha val="95000"/>
            </a:srgbClr>
          </a:solidFill>
          <a:ln w="25400">
            <a:solidFill>
              <a:srgbClr val="000000">
                <a:alpha val="0"/>
              </a:srgbClr>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Roboto Regular"/>
                <a:ea typeface="Roboto Regular"/>
                <a:cs typeface="Roboto Regular"/>
                <a:sym typeface="Roboto Regular"/>
              </a:defRPr>
            </a:pPr>
          </a:p>
        </p:txBody>
      </p:sp>
      <p:sp>
        <p:nvSpPr>
          <p:cNvPr id="509" name="Shape 509"/>
          <p:cNvSpPr/>
          <p:nvPr/>
        </p:nvSpPr>
        <p:spPr>
          <a:xfrm>
            <a:off x="3291768" y="3262162"/>
            <a:ext cx="3379191" cy="8286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buClr>
                <a:srgbClr val="7FC3E8"/>
              </a:buClr>
              <a:buFont typeface="Helvetica"/>
              <a:defRPr sz="4600">
                <a:uFill>
                  <a:solidFill>
                    <a:srgbClr val="7FC3E8"/>
                  </a:solidFill>
                </a:uFill>
                <a:latin typeface="Raleway SemiBold"/>
                <a:ea typeface="Raleway SemiBold"/>
                <a:cs typeface="Raleway SemiBold"/>
                <a:sym typeface="Raleway SemiBold"/>
              </a:defRPr>
            </a:lvl1pPr>
          </a:lstStyle>
          <a:p>
            <a:pPr>
              <a:defRPr>
                <a:uFill>
                  <a:solidFill>
                    <a:srgbClr val="000000"/>
                  </a:solidFill>
                </a:uFill>
              </a:defRPr>
            </a:pPr>
            <a:r>
              <a:rPr>
                <a:uFill>
                  <a:solidFill>
                    <a:srgbClr val="7FC3E8"/>
                  </a:solidFill>
                </a:uFill>
              </a:rPr>
              <a:t>Tu empresa</a:t>
            </a:r>
          </a:p>
        </p:txBody>
      </p:sp>
      <p:sp>
        <p:nvSpPr>
          <p:cNvPr id="510" name="Shape 510"/>
          <p:cNvSpPr/>
          <p:nvPr/>
        </p:nvSpPr>
        <p:spPr>
          <a:xfrm>
            <a:off x="3954153" y="4546600"/>
            <a:ext cx="2054421" cy="1"/>
          </a:xfrm>
          <a:prstGeom prst="line">
            <a:avLst/>
          </a:prstGeom>
          <a:ln w="25400">
            <a:solidFill>
              <a:srgbClr val="FFFFFF"/>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sp>
        <p:nvSpPr>
          <p:cNvPr id="511" name="Shape 511"/>
          <p:cNvSpPr/>
          <p:nvPr/>
        </p:nvSpPr>
        <p:spPr>
          <a:xfrm>
            <a:off x="4027593" y="5002362"/>
            <a:ext cx="190754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buClr>
                <a:srgbClr val="7FC3E8"/>
              </a:buClr>
              <a:buFont typeface="Helvetica"/>
              <a:defRPr sz="2500">
                <a:uFill>
                  <a:solidFill>
                    <a:srgbClr val="7FC3E8"/>
                  </a:solidFill>
                </a:uFill>
                <a:latin typeface="Raleway SemiBold"/>
                <a:ea typeface="Raleway SemiBold"/>
                <a:cs typeface="Raleway SemiBold"/>
                <a:sym typeface="Raleway SemiBold"/>
              </a:defRPr>
            </a:lvl1pPr>
          </a:lstStyle>
          <a:p>
            <a:pPr>
              <a:defRPr>
                <a:uFill>
                  <a:solidFill>
                    <a:srgbClr val="000000"/>
                  </a:solidFill>
                </a:uFill>
              </a:defRPr>
            </a:pPr>
            <a:r>
              <a:rPr>
                <a:uFill>
                  <a:solidFill>
                    <a:srgbClr val="7FC3E8"/>
                  </a:solidFill>
                </a:uFill>
              </a:rPr>
              <a:t>Tu empresa</a:t>
            </a:r>
          </a:p>
        </p:txBody>
      </p:sp>
    </p:spTree>
  </p:cSld>
  <p:clrMapOvr>
    <a:masterClrMapping/>
  </p:clrMapOvr>
  <p:transition xmlns:p14="http://schemas.microsoft.com/office/powerpoint/2010/main" spd="med" advClick="1" p14:dur="1000"/>
</p:sld>
</file>

<file path=ppt/slides/slide1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13" name="Shape 513"/>
          <p:cNvSpPr/>
          <p:nvPr/>
        </p:nvSpPr>
        <p:spPr>
          <a:xfrm>
            <a:off x="-203201" y="-95674"/>
            <a:ext cx="13970425" cy="14185266"/>
          </a:xfrm>
          <a:prstGeom prst="rect">
            <a:avLst/>
          </a:prstGeom>
          <a:solidFill>
            <a:srgbClr val="2F5379">
              <a:alpha val="95000"/>
            </a:srgbClr>
          </a:solidFill>
          <a:ln w="25400">
            <a:solidFill>
              <a:srgbClr val="000000">
                <a:alpha val="0"/>
              </a:srgbClr>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Roboto Regular"/>
                <a:ea typeface="Roboto Regular"/>
                <a:cs typeface="Roboto Regular"/>
                <a:sym typeface="Roboto Regular"/>
              </a:defRPr>
            </a:pPr>
          </a:p>
        </p:txBody>
      </p:sp>
      <p:sp>
        <p:nvSpPr>
          <p:cNvPr id="514" name="Shape 514"/>
          <p:cNvSpPr/>
          <p:nvPr/>
        </p:nvSpPr>
        <p:spPr>
          <a:xfrm>
            <a:off x="15222642" y="6443662"/>
            <a:ext cx="1648792" cy="8286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algn="l" defTabSz="914400">
              <a:buClr>
                <a:srgbClr val="7FC3E8"/>
              </a:buClr>
              <a:buFont typeface="Helvetica"/>
              <a:defRPr sz="4600">
                <a:uFill>
                  <a:solidFill>
                    <a:srgbClr val="7FC3E8"/>
                  </a:solidFill>
                </a:uFill>
                <a:latin typeface="Raleway SemiBold"/>
                <a:ea typeface="Raleway SemiBold"/>
                <a:cs typeface="Raleway SemiBold"/>
                <a:sym typeface="Raleway SemiBold"/>
              </a:defRPr>
            </a:lvl1pPr>
          </a:lstStyle>
          <a:p>
            <a:pPr>
              <a:defRPr>
                <a:uFill>
                  <a:solidFill>
                    <a:srgbClr val="000000"/>
                  </a:solidFill>
                </a:uFill>
              </a:defRPr>
            </a:pPr>
            <a:r>
              <a:rPr>
                <a:uFill>
                  <a:solidFill>
                    <a:srgbClr val="7FC3E8"/>
                  </a:solidFill>
                </a:uFill>
              </a:rPr>
              <a:t>Texto</a:t>
            </a:r>
          </a:p>
        </p:txBody>
      </p:sp>
      <p:sp>
        <p:nvSpPr>
          <p:cNvPr id="515" name="Shape 515"/>
          <p:cNvSpPr/>
          <p:nvPr/>
        </p:nvSpPr>
        <p:spPr>
          <a:xfrm>
            <a:off x="15325513" y="9445668"/>
            <a:ext cx="190754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buClr>
                <a:srgbClr val="7FC3E8"/>
              </a:buClr>
              <a:buFont typeface="Helvetica"/>
              <a:defRPr sz="2500">
                <a:uFill>
                  <a:solidFill>
                    <a:srgbClr val="7FC3E8"/>
                  </a:solidFill>
                </a:uFill>
                <a:latin typeface="Raleway SemiBold"/>
                <a:ea typeface="Raleway SemiBold"/>
                <a:cs typeface="Raleway SemiBold"/>
                <a:sym typeface="Raleway SemiBold"/>
              </a:defRPr>
            </a:lvl1pPr>
          </a:lstStyle>
          <a:p>
            <a:pPr>
              <a:defRPr>
                <a:uFill>
                  <a:solidFill>
                    <a:srgbClr val="000000"/>
                  </a:solidFill>
                </a:uFill>
              </a:defRPr>
            </a:pPr>
            <a:r>
              <a:rPr>
                <a:uFill>
                  <a:solidFill>
                    <a:srgbClr val="7FC3E8"/>
                  </a:solidFill>
                </a:uFill>
              </a:rPr>
              <a:t>Tu empresa</a:t>
            </a:r>
          </a:p>
        </p:txBody>
      </p:sp>
      <p:sp>
        <p:nvSpPr>
          <p:cNvPr id="516" name="Shape 516"/>
          <p:cNvSpPr/>
          <p:nvPr/>
        </p:nvSpPr>
        <p:spPr>
          <a:xfrm>
            <a:off x="14645639" y="1451081"/>
            <a:ext cx="3628655" cy="3628655"/>
          </a:xfrm>
          <a:prstGeom prst="ellipse">
            <a:avLst/>
          </a:prstGeom>
          <a:solidFill>
            <a:srgbClr val="FAB947"/>
          </a:solidFill>
          <a:ln w="12700">
            <a:miter lim="400000"/>
          </a:ln>
        </p:spPr>
        <p:txBody>
          <a:bodyPr lIns="71437" tIns="71437" rIns="71437" bIns="71437" anchor="ctr"/>
          <a:lstStyle/>
          <a:p>
            <a:pPr>
              <a:defRPr sz="3200">
                <a:solidFill>
                  <a:srgbClr val="FFFFFF"/>
                </a:solidFill>
              </a:defRPr>
            </a:pPr>
          </a:p>
        </p:txBody>
      </p:sp>
      <p:sp>
        <p:nvSpPr>
          <p:cNvPr id="517" name="Shape 517"/>
          <p:cNvSpPr/>
          <p:nvPr/>
        </p:nvSpPr>
        <p:spPr>
          <a:xfrm>
            <a:off x="15001499" y="2939018"/>
            <a:ext cx="2916937"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SemiBold"/>
                <a:ea typeface="Raleway SemiBold"/>
                <a:cs typeface="Raleway SemiBold"/>
                <a:sym typeface="Raleway SemiBold"/>
              </a:defRPr>
            </a:lvl1pPr>
          </a:lstStyle>
          <a:p>
            <a:pPr>
              <a:defRPr b="1" sz="3600">
                <a:latin typeface="Calibri"/>
                <a:ea typeface="Calibri"/>
                <a:cs typeface="Calibri"/>
                <a:sym typeface="Calibri"/>
              </a:defRPr>
            </a:pPr>
            <a:r>
              <a:rPr b="0" sz="3200">
                <a:latin typeface="Raleway SemiBold"/>
                <a:ea typeface="Raleway SemiBold"/>
                <a:cs typeface="Raleway SemiBold"/>
                <a:sym typeface="Raleway SemiBold"/>
              </a:rPr>
              <a:t>Icono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517"/>
                                        </p:tgtEl>
                                        <p:attrNameLst>
                                          <p:attrName>style.visibility</p:attrName>
                                        </p:attrNameLst>
                                      </p:cBhvr>
                                      <p:to>
                                        <p:strVal val="visible"/>
                                      </p:to>
                                    </p:set>
                                    <p:animEffect filter="wipe(left)" transition="in">
                                      <p:cBhvr>
                                        <p:cTn id="7" dur="500"/>
                                        <p:tgtEl>
                                          <p:spTgt spid="5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17" grpId="1"/>
    </p:bldLst>
  </p:timing>
</p:sld>
</file>

<file path=ppt/slides/slide1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19" name="Shape 519"/>
          <p:cNvSpPr/>
          <p:nvPr/>
        </p:nvSpPr>
        <p:spPr>
          <a:xfrm>
            <a:off x="7193694" y="6858000"/>
            <a:ext cx="9996613" cy="0"/>
          </a:xfrm>
          <a:prstGeom prst="line">
            <a:avLst/>
          </a:prstGeom>
          <a:ln w="1143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520" name="Shape 520"/>
          <p:cNvSpPr/>
          <p:nvPr/>
        </p:nvSpPr>
        <p:spPr>
          <a:xfrm>
            <a:off x="11051337" y="7097023"/>
            <a:ext cx="2287728"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r>
              <a:t>Subtítulo </a:t>
            </a:r>
          </a:p>
        </p:txBody>
      </p:sp>
      <p:sp>
        <p:nvSpPr>
          <p:cNvPr id="521" name="Shape 521"/>
          <p:cNvSpPr/>
          <p:nvPr/>
        </p:nvSpPr>
        <p:spPr>
          <a:xfrm>
            <a:off x="10977498" y="5547096"/>
            <a:ext cx="2429003" cy="10718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000">
                <a:solidFill>
                  <a:srgbClr val="FFFFFF"/>
                </a:solidFill>
                <a:latin typeface="Raleway Heavy"/>
                <a:ea typeface="Raleway Heavy"/>
                <a:cs typeface="Raleway Heavy"/>
                <a:sym typeface="Raleway Heavy"/>
              </a:defRPr>
            </a:lvl1pPr>
          </a:lstStyle>
          <a:p>
            <a:pPr/>
            <a: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519"/>
                                        </p:tgtEl>
                                        <p:attrNameLst>
                                          <p:attrName>style.visibility</p:attrName>
                                        </p:attrNameLst>
                                      </p:cBhvr>
                                      <p:to>
                                        <p:strVal val="visible"/>
                                      </p:to>
                                    </p:set>
                                    <p:animEffect filter="wipe(up)" transition="in">
                                      <p:cBhvr>
                                        <p:cTn id="7" dur="500"/>
                                        <p:tgtEl>
                                          <p:spTgt spid="519"/>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520">
                                            <p:bg/>
                                          </p:spTgt>
                                        </p:tgtEl>
                                        <p:attrNameLst>
                                          <p:attrName>style.visibility</p:attrName>
                                        </p:attrNameLst>
                                      </p:cBhvr>
                                      <p:to>
                                        <p:strVal val="visible"/>
                                      </p:to>
                                    </p:set>
                                    <p:animEffect filter="dissolve" transition="in">
                                      <p:cBhvr>
                                        <p:cTn id="11" dur="500"/>
                                        <p:tgtEl>
                                          <p:spTgt spid="520">
                                            <p:bg/>
                                          </p:spTgt>
                                        </p:tgtEl>
                                      </p:cBhvr>
                                    </p:animEffect>
                                  </p:childTnLst>
                                </p:cTn>
                              </p:par>
                              <p:par>
                                <p:cTn id="12" presetClass="entr" nodeType="withEffect" presetSubtype="0" presetID="9" grpId="2" fill="hold">
                                  <p:stCondLst>
                                    <p:cond delay="0"/>
                                  </p:stCondLst>
                                  <p:iterate type="el" backwards="0">
                                    <p:tmAbs val="0"/>
                                  </p:iterate>
                                  <p:childTnLst>
                                    <p:set>
                                      <p:cBhvr>
                                        <p:cTn id="13" fill="hold"/>
                                        <p:tgtEl>
                                          <p:spTgt spid="520">
                                            <p:txEl>
                                              <p:pRg st="0" end="0"/>
                                            </p:txEl>
                                          </p:spTgt>
                                        </p:tgtEl>
                                        <p:attrNameLst>
                                          <p:attrName>style.visibility</p:attrName>
                                        </p:attrNameLst>
                                      </p:cBhvr>
                                      <p:to>
                                        <p:strVal val="visible"/>
                                      </p:to>
                                    </p:set>
                                    <p:animEffect filter="dissolve" transition="in">
                                      <p:cBhvr>
                                        <p:cTn id="14" dur="500"/>
                                        <p:tgtEl>
                                          <p:spTgt spid="520">
                                            <p:txEl>
                                              <p:pRg st="0" end="0"/>
                                            </p:txEl>
                                          </p:spTgt>
                                        </p:tgtEl>
                                      </p:cBhvr>
                                    </p:animEffect>
                                  </p:childTnLst>
                                </p:cTn>
                              </p:par>
                            </p:childTnLst>
                          </p:cTn>
                        </p:par>
                        <p:par>
                          <p:cTn id="15" fill="hold">
                            <p:stCondLst>
                              <p:cond delay="1000"/>
                            </p:stCondLst>
                            <p:childTnLst>
                              <p:par>
                                <p:cTn id="16" presetClass="entr" nodeType="afterEffect" presetID="9" grpId="3" fill="hold">
                                  <p:stCondLst>
                                    <p:cond delay="0"/>
                                  </p:stCondLst>
                                  <p:iterate type="el" backwards="0">
                                    <p:tmAbs val="0"/>
                                  </p:iterate>
                                  <p:childTnLst>
                                    <p:set>
                                      <p:cBhvr>
                                        <p:cTn id="17" fill="hold"/>
                                        <p:tgtEl>
                                          <p:spTgt spid="521">
                                            <p:bg/>
                                          </p:spTgt>
                                        </p:tgtEl>
                                        <p:attrNameLst>
                                          <p:attrName>style.visibility</p:attrName>
                                        </p:attrNameLst>
                                      </p:cBhvr>
                                      <p:to>
                                        <p:strVal val="visible"/>
                                      </p:to>
                                    </p:set>
                                    <p:animEffect filter="dissolve" transition="in">
                                      <p:cBhvr>
                                        <p:cTn id="18" dur="500"/>
                                        <p:tgtEl>
                                          <p:spTgt spid="521">
                                            <p:bg/>
                                          </p:spTgt>
                                        </p:tgtEl>
                                      </p:cBhvr>
                                    </p:animEffect>
                                  </p:childTnLst>
                                </p:cTn>
                              </p:par>
                              <p:par>
                                <p:cTn id="19" presetClass="entr" nodeType="withEffect" presetSubtype="0" presetID="9" grpId="3" fill="hold">
                                  <p:stCondLst>
                                    <p:cond delay="0"/>
                                  </p:stCondLst>
                                  <p:iterate type="el" backwards="0">
                                    <p:tmAbs val="0"/>
                                  </p:iterate>
                                  <p:childTnLst>
                                    <p:set>
                                      <p:cBhvr>
                                        <p:cTn id="20" fill="hold"/>
                                        <p:tgtEl>
                                          <p:spTgt spid="521">
                                            <p:txEl>
                                              <p:pRg st="0" end="0"/>
                                            </p:txEl>
                                          </p:spTgt>
                                        </p:tgtEl>
                                        <p:attrNameLst>
                                          <p:attrName>style.visibility</p:attrName>
                                        </p:attrNameLst>
                                      </p:cBhvr>
                                      <p:to>
                                        <p:strVal val="visible"/>
                                      </p:to>
                                    </p:set>
                                    <p:animEffect filter="dissolve" transition="in">
                                      <p:cBhvr>
                                        <p:cTn id="21" dur="500"/>
                                        <p:tgtEl>
                                          <p:spTgt spid="521">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520" grpId="2"/>
      <p:bldP build="p" bldLvl="5" animBg="1" rev="0" advAuto="0" spid="521" grpId="3"/>
      <p:bldP build="whole" bldLvl="1" animBg="1" rev="0" advAuto="0" spid="519" grpId="1"/>
    </p:bldLst>
  </p:timing>
</p:sld>
</file>

<file path=ppt/slides/slide1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23" name="Shape 523"/>
          <p:cNvSpPr/>
          <p:nvPr/>
        </p:nvSpPr>
        <p:spPr>
          <a:xfrm>
            <a:off x="9399675" y="2094853"/>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sp>
        <p:nvSpPr>
          <p:cNvPr id="524" name="Shape 524"/>
          <p:cNvSpPr/>
          <p:nvPr/>
        </p:nvSpPr>
        <p:spPr>
          <a:xfrm>
            <a:off x="9428847" y="3829378"/>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SemiBold"/>
                <a:ea typeface="Raleway SemiBold"/>
                <a:cs typeface="Raleway SemiBold"/>
                <a:sym typeface="Raleway SemiBold"/>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524">
                                            <p:bg/>
                                          </p:spTgt>
                                        </p:tgtEl>
                                        <p:attrNameLst>
                                          <p:attrName>style.visibility</p:attrName>
                                        </p:attrNameLst>
                                      </p:cBhvr>
                                      <p:to>
                                        <p:strVal val="visible"/>
                                      </p:to>
                                    </p:set>
                                    <p:animEffect filter="dissolve" transition="in">
                                      <p:cBhvr>
                                        <p:cTn id="7" dur="500"/>
                                        <p:tgtEl>
                                          <p:spTgt spid="524">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524">
                                            <p:txEl>
                                              <p:pRg st="0" end="0"/>
                                            </p:txEl>
                                          </p:spTgt>
                                        </p:tgtEl>
                                        <p:attrNameLst>
                                          <p:attrName>style.visibility</p:attrName>
                                        </p:attrNameLst>
                                      </p:cBhvr>
                                      <p:to>
                                        <p:strVal val="visible"/>
                                      </p:to>
                                    </p:set>
                                    <p:animEffect filter="dissolve" transition="in">
                                      <p:cBhvr>
                                        <p:cTn id="10" dur="500"/>
                                        <p:tgtEl>
                                          <p:spTgt spid="524">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524" grpId="1"/>
    </p:bldLst>
  </p:timing>
</p:sld>
</file>

<file path=ppt/slides/slide1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26" name="Shape 526"/>
          <p:cNvSpPr/>
          <p:nvPr/>
        </p:nvSpPr>
        <p:spPr>
          <a:xfrm>
            <a:off x="7278516" y="7747401"/>
            <a:ext cx="9996613" cy="1"/>
          </a:xfrm>
          <a:prstGeom prst="line">
            <a:avLst/>
          </a:prstGeom>
          <a:ln w="1143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527" name="Shape 527"/>
          <p:cNvSpPr/>
          <p:nvPr/>
        </p:nvSpPr>
        <p:spPr>
          <a:xfrm>
            <a:off x="11569356" y="7986424"/>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r>
              <a:t>Texto</a:t>
            </a:r>
          </a:p>
        </p:txBody>
      </p:sp>
      <p:sp>
        <p:nvSpPr>
          <p:cNvPr id="528" name="Shape 528"/>
          <p:cNvSpPr/>
          <p:nvPr/>
        </p:nvSpPr>
        <p:spPr>
          <a:xfrm>
            <a:off x="11062321" y="6245997"/>
            <a:ext cx="2429003" cy="10718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000">
                <a:solidFill>
                  <a:srgbClr val="FFFFFF"/>
                </a:solidFill>
                <a:latin typeface="Raleway Heavy"/>
                <a:ea typeface="Raleway Heavy"/>
                <a:cs typeface="Raleway Heavy"/>
                <a:sym typeface="Raleway Heavy"/>
              </a:defRPr>
            </a:lvl1pPr>
          </a:lstStyle>
          <a:p>
            <a:pPr/>
            <a:r>
              <a:t>Título</a:t>
            </a:r>
          </a:p>
        </p:txBody>
      </p:sp>
      <p:pic>
        <p:nvPicPr>
          <p:cNvPr id="529" name="pasted-image.pdf"/>
          <p:cNvPicPr>
            <a:picLocks noChangeAspect="1"/>
          </p:cNvPicPr>
          <p:nvPr/>
        </p:nvPicPr>
        <p:blipFill>
          <a:blip r:embed="rId2">
            <a:extLst/>
          </a:blip>
          <a:stretch>
            <a:fillRect/>
          </a:stretch>
        </p:blipFill>
        <p:spPr>
          <a:xfrm>
            <a:off x="11479910" y="5013295"/>
            <a:ext cx="1593825" cy="1060786"/>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526"/>
                                        </p:tgtEl>
                                        <p:attrNameLst>
                                          <p:attrName>style.visibility</p:attrName>
                                        </p:attrNameLst>
                                      </p:cBhvr>
                                      <p:to>
                                        <p:strVal val="visible"/>
                                      </p:to>
                                    </p:set>
                                    <p:animEffect filter="wipe(up)" transition="in">
                                      <p:cBhvr>
                                        <p:cTn id="7" dur="500"/>
                                        <p:tgtEl>
                                          <p:spTgt spid="526"/>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527">
                                            <p:bg/>
                                          </p:spTgt>
                                        </p:tgtEl>
                                        <p:attrNameLst>
                                          <p:attrName>style.visibility</p:attrName>
                                        </p:attrNameLst>
                                      </p:cBhvr>
                                      <p:to>
                                        <p:strVal val="visible"/>
                                      </p:to>
                                    </p:set>
                                    <p:animEffect filter="dissolve" transition="in">
                                      <p:cBhvr>
                                        <p:cTn id="11" dur="500"/>
                                        <p:tgtEl>
                                          <p:spTgt spid="527">
                                            <p:bg/>
                                          </p:spTgt>
                                        </p:tgtEl>
                                      </p:cBhvr>
                                    </p:animEffect>
                                  </p:childTnLst>
                                </p:cTn>
                              </p:par>
                              <p:par>
                                <p:cTn id="12" presetClass="entr" nodeType="withEffect" presetSubtype="0" presetID="9" grpId="2" fill="hold">
                                  <p:stCondLst>
                                    <p:cond delay="0"/>
                                  </p:stCondLst>
                                  <p:iterate type="el" backwards="0">
                                    <p:tmAbs val="0"/>
                                  </p:iterate>
                                  <p:childTnLst>
                                    <p:set>
                                      <p:cBhvr>
                                        <p:cTn id="13" fill="hold"/>
                                        <p:tgtEl>
                                          <p:spTgt spid="527">
                                            <p:txEl>
                                              <p:pRg st="0" end="0"/>
                                            </p:txEl>
                                          </p:spTgt>
                                        </p:tgtEl>
                                        <p:attrNameLst>
                                          <p:attrName>style.visibility</p:attrName>
                                        </p:attrNameLst>
                                      </p:cBhvr>
                                      <p:to>
                                        <p:strVal val="visible"/>
                                      </p:to>
                                    </p:set>
                                    <p:animEffect filter="dissolve" transition="in">
                                      <p:cBhvr>
                                        <p:cTn id="14" dur="500"/>
                                        <p:tgtEl>
                                          <p:spTgt spid="527">
                                            <p:txEl>
                                              <p:pRg st="0" end="0"/>
                                            </p:txEl>
                                          </p:spTgt>
                                        </p:tgtEl>
                                      </p:cBhvr>
                                    </p:animEffect>
                                  </p:childTnLst>
                                </p:cTn>
                              </p:par>
                            </p:childTnLst>
                          </p:cTn>
                        </p:par>
                        <p:par>
                          <p:cTn id="15" fill="hold">
                            <p:stCondLst>
                              <p:cond delay="1000"/>
                            </p:stCondLst>
                            <p:childTnLst>
                              <p:par>
                                <p:cTn id="16" presetClass="entr" nodeType="afterEffect" presetID="9" grpId="3" fill="hold">
                                  <p:stCondLst>
                                    <p:cond delay="0"/>
                                  </p:stCondLst>
                                  <p:iterate type="el" backwards="0">
                                    <p:tmAbs val="0"/>
                                  </p:iterate>
                                  <p:childTnLst>
                                    <p:set>
                                      <p:cBhvr>
                                        <p:cTn id="17" fill="hold"/>
                                        <p:tgtEl>
                                          <p:spTgt spid="528">
                                            <p:bg/>
                                          </p:spTgt>
                                        </p:tgtEl>
                                        <p:attrNameLst>
                                          <p:attrName>style.visibility</p:attrName>
                                        </p:attrNameLst>
                                      </p:cBhvr>
                                      <p:to>
                                        <p:strVal val="visible"/>
                                      </p:to>
                                    </p:set>
                                    <p:animEffect filter="dissolve" transition="in">
                                      <p:cBhvr>
                                        <p:cTn id="18" dur="500"/>
                                        <p:tgtEl>
                                          <p:spTgt spid="528">
                                            <p:bg/>
                                          </p:spTgt>
                                        </p:tgtEl>
                                      </p:cBhvr>
                                    </p:animEffect>
                                  </p:childTnLst>
                                </p:cTn>
                              </p:par>
                              <p:par>
                                <p:cTn id="19" presetClass="entr" nodeType="withEffect" presetSubtype="0" presetID="9" grpId="3" fill="hold">
                                  <p:stCondLst>
                                    <p:cond delay="0"/>
                                  </p:stCondLst>
                                  <p:iterate type="el" backwards="0">
                                    <p:tmAbs val="0"/>
                                  </p:iterate>
                                  <p:childTnLst>
                                    <p:set>
                                      <p:cBhvr>
                                        <p:cTn id="20" fill="hold"/>
                                        <p:tgtEl>
                                          <p:spTgt spid="528">
                                            <p:txEl>
                                              <p:pRg st="0" end="0"/>
                                            </p:txEl>
                                          </p:spTgt>
                                        </p:tgtEl>
                                        <p:attrNameLst>
                                          <p:attrName>style.visibility</p:attrName>
                                        </p:attrNameLst>
                                      </p:cBhvr>
                                      <p:to>
                                        <p:strVal val="visible"/>
                                      </p:to>
                                    </p:set>
                                    <p:animEffect filter="dissolve" transition="in">
                                      <p:cBhvr>
                                        <p:cTn id="21" dur="500"/>
                                        <p:tgtEl>
                                          <p:spTgt spid="528">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528" grpId="3"/>
      <p:bldP build="p" bldLvl="5" animBg="1" rev="0" advAuto="0" spid="527" grpId="2"/>
      <p:bldP build="whole" bldLvl="1" animBg="1" rev="0" advAuto="0" spid="526" grpId="1"/>
    </p:bldLst>
  </p:timing>
</p:sld>
</file>

<file path=ppt/slides/slide1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31" name="Shape 531"/>
          <p:cNvSpPr/>
          <p:nvPr/>
        </p:nvSpPr>
        <p:spPr>
          <a:xfrm>
            <a:off x="9469524" y="5852207"/>
            <a:ext cx="5185062" cy="2011586"/>
          </a:xfrm>
          <a:prstGeom prst="rect">
            <a:avLst/>
          </a:prstGeom>
          <a:solidFill>
            <a:srgbClr val="3BC7E2"/>
          </a:solidFill>
          <a:ln w="12700">
            <a:miter lim="400000"/>
          </a:ln>
          <a:extLst>
            <a:ext uri="{C572A759-6A51-4108-AA02-DFA0A04FC94B}">
              <ma14:wrappingTextBoxFlag xmlns:ma14="http://schemas.microsoft.com/office/mac/drawingml/2011/main" val="1"/>
            </a:ext>
          </a:extLst>
        </p:spPr>
        <p:txBody>
          <a:bodyPr wrap="none" lIns="91392" tIns="91392" rIns="91392" bIns="91392">
            <a:spAutoFit/>
          </a:bodyPr>
          <a:lstStyle>
            <a:lvl1pPr defTabSz="1828800">
              <a:defRPr sz="12000">
                <a:solidFill>
                  <a:srgbClr val="FFFFFF"/>
                </a:solidFill>
                <a:latin typeface="Montserrat"/>
                <a:ea typeface="Montserrat"/>
                <a:cs typeface="Montserrat"/>
                <a:sym typeface="Montserrat"/>
              </a:defRPr>
            </a:lvl1pPr>
          </a:lstStyle>
          <a:p>
            <a:pPr/>
            <a:r>
              <a:t>TEXTO</a:t>
            </a:r>
          </a:p>
        </p:txBody>
      </p:sp>
      <p:sp>
        <p:nvSpPr>
          <p:cNvPr id="532" name="Shape 532"/>
          <p:cNvSpPr/>
          <p:nvPr/>
        </p:nvSpPr>
        <p:spPr>
          <a:xfrm>
            <a:off x="9480364" y="8256930"/>
            <a:ext cx="2274476" cy="944786"/>
          </a:xfrm>
          <a:prstGeom prst="rect">
            <a:avLst/>
          </a:prstGeom>
          <a:solidFill>
            <a:srgbClr val="B3E6F1"/>
          </a:solidFill>
          <a:ln w="12700">
            <a:miter lim="400000"/>
          </a:ln>
          <a:extLst>
            <a:ext uri="{C572A759-6A51-4108-AA02-DFA0A04FC94B}">
              <ma14:wrappingTextBoxFlag xmlns:ma14="http://schemas.microsoft.com/office/mac/drawingml/2011/main" val="1"/>
            </a:ext>
          </a:extLst>
        </p:spPr>
        <p:txBody>
          <a:bodyPr wrap="none" lIns="91392" tIns="91392" rIns="91392" bIns="91392">
            <a:spAutoFit/>
          </a:bodyPr>
          <a:lstStyle>
            <a:lvl1pPr defTabSz="1828800">
              <a:defRPr>
                <a:solidFill>
                  <a:srgbClr val="FFFFFF"/>
                </a:solidFill>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531"/>
                                        </p:tgtEl>
                                        <p:attrNameLst>
                                          <p:attrName>style.visibility</p:attrName>
                                        </p:attrNameLst>
                                      </p:cBhvr>
                                      <p:to>
                                        <p:strVal val="visible"/>
                                      </p:to>
                                    </p:set>
                                    <p:animEffect filter="wipe(left)" transition="in">
                                      <p:cBhvr>
                                        <p:cTn id="7" dur="500"/>
                                        <p:tgtEl>
                                          <p:spTgt spid="531"/>
                                        </p:tgtEl>
                                      </p:cBhvr>
                                    </p:animEffect>
                                  </p:childTnLst>
                                </p:cTn>
                              </p:par>
                            </p:childTnLst>
                          </p:cTn>
                        </p:par>
                        <p:par>
                          <p:cTn id="8" fill="hold">
                            <p:stCondLst>
                              <p:cond delay="500"/>
                            </p:stCondLst>
                            <p:childTnLst>
                              <p:par>
                                <p:cTn id="9" presetClass="entr" nodeType="afterEffect" presetSubtype="8" presetID="22" grpId="2" fill="hold">
                                  <p:stCondLst>
                                    <p:cond delay="0"/>
                                  </p:stCondLst>
                                  <p:iterate type="el" backwards="0">
                                    <p:tmAbs val="0"/>
                                  </p:iterate>
                                  <p:childTnLst>
                                    <p:set>
                                      <p:cBhvr>
                                        <p:cTn id="10" fill="hold"/>
                                        <p:tgtEl>
                                          <p:spTgt spid="532"/>
                                        </p:tgtEl>
                                        <p:attrNameLst>
                                          <p:attrName>style.visibility</p:attrName>
                                        </p:attrNameLst>
                                      </p:cBhvr>
                                      <p:to>
                                        <p:strVal val="visible"/>
                                      </p:to>
                                    </p:set>
                                    <p:animEffect filter="wipe(left)" transition="in">
                                      <p:cBhvr>
                                        <p:cTn id="11" dur="500"/>
                                        <p:tgtEl>
                                          <p:spTgt spid="5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31" grpId="1"/>
      <p:bldP build="whole" bldLvl="1" animBg="1" rev="0" advAuto="0" spid="532" grpId="2"/>
    </p:bldLst>
  </p:timing>
</p:sld>
</file>

<file path=ppt/slides/slide2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34" name="Shape 534"/>
          <p:cNvSpPr/>
          <p:nvPr/>
        </p:nvSpPr>
        <p:spPr>
          <a:xfrm flipH="1">
            <a:off x="-3799" y="-27783"/>
            <a:ext cx="24391598" cy="137715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11"/>
                </a:moveTo>
                <a:lnTo>
                  <a:pt x="21600" y="21600"/>
                </a:lnTo>
                <a:lnTo>
                  <a:pt x="0" y="21600"/>
                </a:lnTo>
                <a:lnTo>
                  <a:pt x="0" y="0"/>
                </a:lnTo>
                <a:lnTo>
                  <a:pt x="21600" y="14411"/>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2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36" name="Shape 536"/>
          <p:cNvSpPr/>
          <p:nvPr/>
        </p:nvSpPr>
        <p:spPr>
          <a:xfrm flipH="1">
            <a:off x="19939000" y="9017000"/>
            <a:ext cx="4445000" cy="4737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0" y="0"/>
                </a:lnTo>
                <a:close/>
              </a:path>
            </a:pathLst>
          </a:custGeom>
          <a:solidFill>
            <a:srgbClr val="144973"/>
          </a:solidFill>
          <a:ln w="25400">
            <a:solidFill>
              <a:srgbClr val="000000">
                <a:alpha val="0"/>
              </a:srgbClr>
            </a:solidFill>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537" name="Shape 537"/>
          <p:cNvSpPr/>
          <p:nvPr/>
        </p:nvSpPr>
        <p:spPr>
          <a:xfrm flipH="1" rot="10800000">
            <a:off x="-12700" y="-12700"/>
            <a:ext cx="4445000" cy="4737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0" y="0"/>
                </a:lnTo>
                <a:close/>
              </a:path>
            </a:pathLst>
          </a:custGeom>
          <a:solidFill>
            <a:srgbClr val="144973"/>
          </a:solidFill>
          <a:ln w="25400">
            <a:solidFill>
              <a:srgbClr val="000000">
                <a:alpha val="0"/>
              </a:srgbClr>
            </a:solidFill>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538" name="Shape 538"/>
          <p:cNvSpPr/>
          <p:nvPr/>
        </p:nvSpPr>
        <p:spPr>
          <a:xfrm>
            <a:off x="-54536" y="6286500"/>
            <a:ext cx="24493072" cy="11430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lnSpc>
                <a:spcPct val="90000"/>
              </a:lnSpc>
              <a:defRPr spc="-140" sz="7000">
                <a:solidFill>
                  <a:srgbClr val="144973"/>
                </a:solidFill>
                <a:latin typeface="Raleway Heavy"/>
                <a:ea typeface="Raleway Heavy"/>
                <a:cs typeface="Raleway Heavy"/>
                <a:sym typeface="Raleway Heavy"/>
              </a:defRPr>
            </a:lvl1pPr>
          </a:lstStyle>
          <a:p>
            <a:pPr/>
            <a: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2" presetID="2" grpId="1" fill="hold">
                                  <p:stCondLst>
                                    <p:cond delay="0"/>
                                  </p:stCondLst>
                                  <p:iterate type="el" backwards="0">
                                    <p:tmAbs val="0"/>
                                  </p:iterate>
                                  <p:childTnLst>
                                    <p:set>
                                      <p:cBhvr>
                                        <p:cTn id="6" fill="hold"/>
                                        <p:tgtEl>
                                          <p:spTgt spid="536"/>
                                        </p:tgtEl>
                                        <p:attrNameLst>
                                          <p:attrName>style.visibility</p:attrName>
                                        </p:attrNameLst>
                                      </p:cBhvr>
                                      <p:to>
                                        <p:strVal val="visible"/>
                                      </p:to>
                                    </p:set>
                                    <p:anim calcmode="lin" valueType="num">
                                      <p:cBhvr>
                                        <p:cTn id="7" dur="500" fill="hold"/>
                                        <p:tgtEl>
                                          <p:spTgt spid="536"/>
                                        </p:tgtEl>
                                        <p:attrNameLst>
                                          <p:attrName>ppt_x</p:attrName>
                                        </p:attrNameLst>
                                      </p:cBhvr>
                                      <p:tavLst>
                                        <p:tav tm="0">
                                          <p:val>
                                            <p:strVal val="1+#ppt_w/2"/>
                                          </p:val>
                                        </p:tav>
                                        <p:tav tm="100000">
                                          <p:val>
                                            <p:strVal val="#ppt_x"/>
                                          </p:val>
                                        </p:tav>
                                      </p:tavLst>
                                    </p:anim>
                                    <p:anim calcmode="lin" valueType="num">
                                      <p:cBhvr>
                                        <p:cTn id="8" dur="500" fill="hold"/>
                                        <p:tgtEl>
                                          <p:spTgt spid="53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Class="entr" nodeType="afterEffect" presetSubtype="8" presetID="2" grpId="2" fill="hold">
                                  <p:stCondLst>
                                    <p:cond delay="0"/>
                                  </p:stCondLst>
                                  <p:iterate type="el" backwards="0">
                                    <p:tmAbs val="0"/>
                                  </p:iterate>
                                  <p:childTnLst>
                                    <p:set>
                                      <p:cBhvr>
                                        <p:cTn id="11" fill="hold"/>
                                        <p:tgtEl>
                                          <p:spTgt spid="537"/>
                                        </p:tgtEl>
                                        <p:attrNameLst>
                                          <p:attrName>style.visibility</p:attrName>
                                        </p:attrNameLst>
                                      </p:cBhvr>
                                      <p:to>
                                        <p:strVal val="visible"/>
                                      </p:to>
                                    </p:set>
                                    <p:anim calcmode="lin" valueType="num">
                                      <p:cBhvr>
                                        <p:cTn id="12" dur="500" fill="hold"/>
                                        <p:tgtEl>
                                          <p:spTgt spid="537"/>
                                        </p:tgtEl>
                                        <p:attrNameLst>
                                          <p:attrName>ppt_x</p:attrName>
                                        </p:attrNameLst>
                                      </p:cBhvr>
                                      <p:tavLst>
                                        <p:tav tm="0">
                                          <p:val>
                                            <p:strVal val="0-#ppt_w/2"/>
                                          </p:val>
                                        </p:tav>
                                        <p:tav tm="100000">
                                          <p:val>
                                            <p:strVal val="#ppt_x"/>
                                          </p:val>
                                        </p:tav>
                                      </p:tavLst>
                                    </p:anim>
                                    <p:anim calcmode="lin" valueType="num">
                                      <p:cBhvr>
                                        <p:cTn id="13" dur="500" fill="hold"/>
                                        <p:tgtEl>
                                          <p:spTgt spid="5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37" grpId="2"/>
      <p:bldP build="whole" bldLvl="1" animBg="1" rev="0" advAuto="0" spid="536" grpId="1"/>
    </p:bldLst>
  </p:timing>
</p:sld>
</file>

<file path=ppt/slides/slide2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40" name="Shape 540"/>
          <p:cNvSpPr/>
          <p:nvPr/>
        </p:nvSpPr>
        <p:spPr>
          <a:xfrm>
            <a:off x="-6350" y="9753600"/>
            <a:ext cx="24390350" cy="39624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287"/>
                </a:moveTo>
                <a:lnTo>
                  <a:pt x="0" y="0"/>
                </a:lnTo>
                <a:lnTo>
                  <a:pt x="0" y="21600"/>
                </a:lnTo>
                <a:lnTo>
                  <a:pt x="21600" y="21600"/>
                </a:lnTo>
                <a:lnTo>
                  <a:pt x="21600" y="162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2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42" name="Shape 542"/>
          <p:cNvSpPr/>
          <p:nvPr/>
        </p:nvSpPr>
        <p:spPr>
          <a:xfrm>
            <a:off x="12259596" y="-2"/>
            <a:ext cx="12153901" cy="13712826"/>
          </a:xfrm>
          <a:prstGeom prst="rect">
            <a:avLst/>
          </a:prstGeom>
          <a:solidFill>
            <a:srgbClr val="2F5379"/>
          </a:solidFill>
          <a:ln w="12700">
            <a:miter lim="400000"/>
          </a:ln>
        </p:spPr>
        <p:txBody>
          <a:bodyPr lIns="45719" rIns="45719"/>
          <a:lstStyle/>
          <a:p>
            <a:pPr defTabSz="914400">
              <a:defRPr sz="5600">
                <a:latin typeface="Gill Sans"/>
                <a:ea typeface="Gill Sans"/>
                <a:cs typeface="Gill Sans"/>
                <a:sym typeface="Gill Sans"/>
              </a:defRPr>
            </a:pPr>
          </a:p>
        </p:txBody>
      </p:sp>
      <p:grpSp>
        <p:nvGrpSpPr>
          <p:cNvPr id="545" name="Group 545"/>
          <p:cNvGrpSpPr/>
          <p:nvPr/>
        </p:nvGrpSpPr>
        <p:grpSpPr>
          <a:xfrm>
            <a:off x="825500" y="1638300"/>
            <a:ext cx="17526000" cy="7124700"/>
            <a:chOff x="0" y="0"/>
            <a:chExt cx="17526000" cy="7124700"/>
          </a:xfrm>
        </p:grpSpPr>
        <p:sp>
          <p:nvSpPr>
            <p:cNvPr id="543" name="Shape 543"/>
            <p:cNvSpPr/>
            <p:nvPr/>
          </p:nvSpPr>
          <p:spPr>
            <a:xfrm>
              <a:off x="11391900" y="0"/>
              <a:ext cx="6134100" cy="7124700"/>
            </a:xfrm>
            <a:prstGeom prst="rect">
              <a:avLst/>
            </a:prstGeom>
            <a:solidFill>
              <a:srgbClr val="49A3DF">
                <a:alpha val="50000"/>
              </a:srgbClr>
            </a:solidFill>
            <a:ln w="25400" cap="flat">
              <a:solidFill>
                <a:srgbClr val="49A3DF">
                  <a:alpha val="5000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544" name="Shape 544"/>
            <p:cNvSpPr/>
            <p:nvPr/>
          </p:nvSpPr>
          <p:spPr>
            <a:xfrm>
              <a:off x="0" y="0"/>
              <a:ext cx="11366500" cy="7124700"/>
            </a:xfrm>
            <a:prstGeom prst="rect">
              <a:avLst/>
            </a:prstGeom>
            <a:solidFill>
              <a:srgbClr val="49A3DF">
                <a:alpha val="70000"/>
              </a:srgbClr>
            </a:solidFill>
            <a:ln w="25400" cap="flat">
              <a:solidFill>
                <a:srgbClr val="49A3DF">
                  <a:alpha val="7000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sp>
        <p:nvSpPr>
          <p:cNvPr id="546" name="Shape 546"/>
          <p:cNvSpPr/>
          <p:nvPr/>
        </p:nvSpPr>
        <p:spPr>
          <a:xfrm>
            <a:off x="1485900" y="9183687"/>
            <a:ext cx="8521701" cy="787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defRPr sz="5600">
                <a:solidFill>
                  <a:srgbClr val="2F5379"/>
                </a:solidFill>
                <a:latin typeface="Raleway Regular"/>
                <a:ea typeface="Raleway Regular"/>
                <a:cs typeface="Raleway Regular"/>
                <a:sym typeface="Raleway Regular"/>
              </a:defRPr>
            </a:pPr>
            <a:r>
              <a:rPr sz="2700">
                <a:latin typeface="Raleway SemiBold"/>
                <a:ea typeface="Raleway SemiBold"/>
                <a:cs typeface="Raleway SemiBold"/>
                <a:sym typeface="Raleway SemiBold"/>
              </a:rPr>
              <a:t>Descripción.</a:t>
            </a:r>
            <a:r>
              <a:rPr sz="2700"/>
              <a:t> </a:t>
            </a:r>
            <a:r>
              <a:rPr sz="2700"/>
              <a:t>de lo que hablarás. Esta diapositiva es ideal para dividir contenido</a:t>
            </a:r>
          </a:p>
        </p:txBody>
      </p:sp>
      <p:sp>
        <p:nvSpPr>
          <p:cNvPr id="547" name="Shape 547"/>
          <p:cNvSpPr/>
          <p:nvPr/>
        </p:nvSpPr>
        <p:spPr>
          <a:xfrm>
            <a:off x="1677987" y="2883535"/>
            <a:ext cx="8521702" cy="3326130"/>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lnSpc>
                <a:spcPct val="70000"/>
              </a:lnSpc>
              <a:spcBef>
                <a:spcPts val="600"/>
              </a:spcBef>
              <a:defRPr sz="5600">
                <a:solidFill>
                  <a:srgbClr val="2F5379"/>
                </a:solidFill>
                <a:latin typeface="Raleway ExtraBold"/>
                <a:ea typeface="Raleway ExtraBold"/>
                <a:cs typeface="Raleway ExtraBold"/>
                <a:sym typeface="Raleway ExtraBold"/>
              </a:defRPr>
            </a:pPr>
            <a:r>
              <a:rPr sz="7200"/>
              <a:t>TÍTULO</a:t>
            </a:r>
            <a:endParaRPr sz="7200"/>
          </a:p>
          <a:p>
            <a:pPr algn="l" defTabSz="914400">
              <a:lnSpc>
                <a:spcPct val="70000"/>
              </a:lnSpc>
              <a:spcBef>
                <a:spcPts val="600"/>
              </a:spcBef>
              <a:defRPr sz="5600">
                <a:solidFill>
                  <a:srgbClr val="2F5379"/>
                </a:solidFill>
                <a:latin typeface="Raleway ExtraBold"/>
                <a:ea typeface="Raleway ExtraBold"/>
                <a:cs typeface="Raleway ExtraBold"/>
                <a:sym typeface="Raleway ExtraBold"/>
              </a:defRPr>
            </a:pPr>
            <a:r>
              <a:rPr sz="9600"/>
              <a:t>+TÍTULO</a:t>
            </a:r>
            <a:endParaRPr sz="9600"/>
          </a:p>
          <a:p>
            <a:pPr algn="l" defTabSz="914400">
              <a:lnSpc>
                <a:spcPct val="70000"/>
              </a:lnSpc>
              <a:spcBef>
                <a:spcPts val="600"/>
              </a:spcBef>
              <a:defRPr sz="5600">
                <a:solidFill>
                  <a:srgbClr val="2F5379"/>
                </a:solidFill>
                <a:latin typeface="Raleway ExtraBold"/>
                <a:ea typeface="Raleway ExtraBold"/>
                <a:cs typeface="Raleway ExtraBold"/>
                <a:sym typeface="Raleway ExtraBold"/>
              </a:defRPr>
            </a:pPr>
            <a:r>
              <a:rPr sz="9600"/>
              <a:t>+ TÍTULO</a:t>
            </a:r>
          </a:p>
        </p:txBody>
      </p:sp>
      <p:sp>
        <p:nvSpPr>
          <p:cNvPr id="548" name="Shape 548"/>
          <p:cNvSpPr/>
          <p:nvPr/>
        </p:nvSpPr>
        <p:spPr>
          <a:xfrm>
            <a:off x="1676400" y="7328535"/>
            <a:ext cx="8521701" cy="3937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sz="2700">
                <a:solidFill>
                  <a:srgbClr val="2F5379"/>
                </a:solidFill>
                <a:latin typeface="Raleway SemiBold"/>
                <a:ea typeface="Raleway SemiBold"/>
                <a:cs typeface="Raleway SemiBold"/>
                <a:sym typeface="Raleway SemiBold"/>
              </a:defRPr>
            </a:lvl1pPr>
          </a:lstStyle>
          <a:p>
            <a:pPr>
              <a:defRPr sz="5600"/>
            </a:pPr>
            <a:r>
              <a:rPr sz="2700"/>
              <a:t>SUBTÍTULO</a:t>
            </a:r>
          </a:p>
        </p:txBody>
      </p:sp>
      <p:sp>
        <p:nvSpPr>
          <p:cNvPr id="549" name="Shape 549"/>
          <p:cNvSpPr/>
          <p:nvPr/>
        </p:nvSpPr>
        <p:spPr>
          <a:xfrm>
            <a:off x="1676400" y="6562725"/>
            <a:ext cx="1330325" cy="0"/>
          </a:xfrm>
          <a:prstGeom prst="line">
            <a:avLst/>
          </a:prstGeom>
          <a:ln w="25400" cap="rnd">
            <a:solidFill>
              <a:srgbClr val="000000"/>
            </a:solidFill>
            <a:prstDash val="sysDot"/>
            <a:miter/>
          </a:ln>
        </p:spPr>
        <p:txBody>
          <a:bodyPr lIns="45719" rIns="45719"/>
          <a:lstStyle/>
          <a:p>
            <a:pPr algn="l" defTabSz="457200">
              <a:defRPr sz="12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542"/>
                                        </p:tgtEl>
                                        <p:attrNameLst>
                                          <p:attrName>style.visibility</p:attrName>
                                        </p:attrNameLst>
                                      </p:cBhvr>
                                      <p:to>
                                        <p:strVal val="visible"/>
                                      </p:to>
                                    </p:set>
                                    <p:anim calcmode="lin" valueType="num">
                                      <p:cBhvr>
                                        <p:cTn id="7" dur="1000" fill="hold"/>
                                        <p:tgtEl>
                                          <p:spTgt spid="542"/>
                                        </p:tgtEl>
                                        <p:attrNameLst>
                                          <p:attrName>ppt_x</p:attrName>
                                        </p:attrNameLst>
                                      </p:cBhvr>
                                      <p:tavLst>
                                        <p:tav tm="0">
                                          <p:val>
                                            <p:strVal val="0-#ppt_w/2"/>
                                          </p:val>
                                        </p:tav>
                                        <p:tav tm="100000">
                                          <p:val>
                                            <p:strVal val="#ppt_x"/>
                                          </p:val>
                                        </p:tav>
                                      </p:tavLst>
                                    </p:anim>
                                    <p:anim calcmode="lin" valueType="num">
                                      <p:cBhvr>
                                        <p:cTn id="8" dur="1000" fill="hold"/>
                                        <p:tgtEl>
                                          <p:spTgt spid="542"/>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Class="entr" nodeType="afterEffect" presetSubtype="2" presetID="2" grpId="2" fill="hold">
                                  <p:stCondLst>
                                    <p:cond delay="0"/>
                                  </p:stCondLst>
                                  <p:iterate type="el" backwards="0">
                                    <p:tmAbs val="0"/>
                                  </p:iterate>
                                  <p:childTnLst>
                                    <p:set>
                                      <p:cBhvr>
                                        <p:cTn id="11" fill="hold"/>
                                        <p:tgtEl>
                                          <p:spTgt spid="545"/>
                                        </p:tgtEl>
                                        <p:attrNameLst>
                                          <p:attrName>style.visibility</p:attrName>
                                        </p:attrNameLst>
                                      </p:cBhvr>
                                      <p:to>
                                        <p:strVal val="visible"/>
                                      </p:to>
                                    </p:set>
                                    <p:anim calcmode="lin" valueType="num">
                                      <p:cBhvr>
                                        <p:cTn id="12" dur="1000" fill="hold"/>
                                        <p:tgtEl>
                                          <p:spTgt spid="545"/>
                                        </p:tgtEl>
                                        <p:attrNameLst>
                                          <p:attrName>ppt_x</p:attrName>
                                        </p:attrNameLst>
                                      </p:cBhvr>
                                      <p:tavLst>
                                        <p:tav tm="0">
                                          <p:val>
                                            <p:strVal val="1+#ppt_w/2"/>
                                          </p:val>
                                        </p:tav>
                                        <p:tav tm="100000">
                                          <p:val>
                                            <p:strVal val="#ppt_x"/>
                                          </p:val>
                                        </p:tav>
                                      </p:tavLst>
                                    </p:anim>
                                    <p:anim calcmode="lin" valueType="num">
                                      <p:cBhvr>
                                        <p:cTn id="13" dur="1000" fill="hold"/>
                                        <p:tgtEl>
                                          <p:spTgt spid="5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42" grpId="1"/>
      <p:bldP build="whole" bldLvl="1" animBg="1" rev="0" advAuto="0" spid="545" grpId="2"/>
    </p:bldLst>
  </p:timing>
</p:sld>
</file>

<file path=ppt/slides/slide2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51" name="Shape 551"/>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SOBRE LA EMPRESA</a:t>
            </a:r>
          </a:p>
          <a:p>
            <a:pPr>
              <a:defRPr sz="10000">
                <a:solidFill>
                  <a:srgbClr val="FFFFFF"/>
                </a:solidFill>
                <a:latin typeface="Raleway ExtraBold"/>
                <a:ea typeface="Raleway ExtraBold"/>
                <a:cs typeface="Raleway ExtraBold"/>
                <a:sym typeface="Raleway ExtraBold"/>
              </a:defRPr>
            </a:pPr>
            <a:r>
              <a:t>Quienes somos, clientes, equipo</a:t>
            </a:r>
          </a:p>
        </p:txBody>
      </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53" name="Shape 553"/>
          <p:cNvSpPr/>
          <p:nvPr/>
        </p:nvSpPr>
        <p:spPr>
          <a:xfrm>
            <a:off x="9399675" y="2094853"/>
            <a:ext cx="1031494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Quienes somos / Acerca empresa</a:t>
            </a:r>
          </a:p>
        </p:txBody>
      </p:sp>
      <p:sp>
        <p:nvSpPr>
          <p:cNvPr id="554" name="Shape 554"/>
          <p:cNvSpPr/>
          <p:nvPr/>
        </p:nvSpPr>
        <p:spPr>
          <a:xfrm>
            <a:off x="9428847" y="3829378"/>
            <a:ext cx="2873402" cy="3510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p>
            <a:pPr algn="l" defTabSz="914400">
              <a:defRPr sz="3600">
                <a:solidFill>
                  <a:srgbClr val="0A0A0A"/>
                </a:solidFill>
                <a:latin typeface="Raleway SemiBold"/>
                <a:ea typeface="Raleway SemiBold"/>
                <a:cs typeface="Raleway SemiBold"/>
                <a:sym typeface="Raleway SemiBold"/>
              </a:defRPr>
            </a:pPr>
            <a:r>
              <a:t>Descripción</a:t>
            </a:r>
          </a:p>
          <a:p>
            <a:pPr algn="l" defTabSz="914400">
              <a:defRPr sz="3700">
                <a:solidFill>
                  <a:srgbClr val="0A0A0A"/>
                </a:solidFill>
                <a:latin typeface="Raleway SemiBold"/>
                <a:ea typeface="Raleway SemiBold"/>
                <a:cs typeface="Raleway SemiBold"/>
                <a:sym typeface="Raleway SemiBold"/>
              </a:defRPr>
            </a:pPr>
          </a:p>
          <a:p>
            <a:pPr marL="342900" indent="-342900" algn="l" defTabSz="914400">
              <a:buClr>
                <a:srgbClr val="2F5379"/>
              </a:buClr>
              <a:buSzPct val="100000"/>
              <a:buFont typeface="Wingdings"/>
              <a:buChar char="★"/>
              <a:defRPr sz="3700">
                <a:solidFill>
                  <a:srgbClr val="0A0A0A"/>
                </a:solidFill>
                <a:latin typeface="Raleway Regular"/>
                <a:ea typeface="Raleway Regular"/>
                <a:cs typeface="Raleway Regular"/>
                <a:sym typeface="Raleway Regular"/>
              </a:defRPr>
            </a:pPr>
            <a:r>
              <a:rPr>
                <a:solidFill>
                  <a:srgbClr val="6C6C6C"/>
                </a:solidFill>
              </a:rPr>
              <a:t>Bullet</a:t>
            </a:r>
            <a:endParaRPr>
              <a:solidFill>
                <a:srgbClr val="6C6C6C"/>
              </a:solidFill>
            </a:endParaRPr>
          </a:p>
          <a:p>
            <a:pPr marL="342900" indent="-342900" algn="l" defTabSz="914400">
              <a:buClr>
                <a:srgbClr val="2F5379"/>
              </a:buClr>
              <a:buSzPct val="100000"/>
              <a:buFont typeface="Wingdings"/>
              <a:buChar char="★"/>
              <a:defRPr sz="3700">
                <a:solidFill>
                  <a:srgbClr val="0A0A0A"/>
                </a:solidFill>
                <a:latin typeface="Raleway Regular"/>
                <a:ea typeface="Raleway Regular"/>
                <a:cs typeface="Raleway Regular"/>
                <a:sym typeface="Raleway Regular"/>
              </a:defRPr>
            </a:pPr>
            <a:r>
              <a:rPr>
                <a:solidFill>
                  <a:srgbClr val="6C6C6C"/>
                </a:solidFill>
              </a:rPr>
              <a:t>Bullet</a:t>
            </a:r>
            <a:endParaRPr>
              <a:solidFill>
                <a:srgbClr val="6C6C6C"/>
              </a:solidFill>
            </a:endParaRPr>
          </a:p>
          <a:p>
            <a:pPr marL="342900" indent="-342900" algn="l" defTabSz="914400">
              <a:buClr>
                <a:srgbClr val="2F5379"/>
              </a:buClr>
              <a:buSzPct val="100000"/>
              <a:buFont typeface="Wingdings"/>
              <a:buChar char="★"/>
              <a:defRPr sz="3700">
                <a:solidFill>
                  <a:srgbClr val="0A0A0A"/>
                </a:solidFill>
                <a:latin typeface="Raleway Regular"/>
                <a:ea typeface="Raleway Regular"/>
                <a:cs typeface="Raleway Regular"/>
                <a:sym typeface="Raleway Regular"/>
              </a:defRPr>
            </a:pPr>
            <a:r>
              <a:rPr>
                <a:solidFill>
                  <a:srgbClr val="6C6C6C"/>
                </a:solidFill>
              </a:rPr>
              <a:t>Bullet</a:t>
            </a:r>
            <a:endParaRPr>
              <a:solidFill>
                <a:srgbClr val="6C6C6C"/>
              </a:solidFill>
            </a:endParaRPr>
          </a:p>
          <a:p>
            <a:pPr marL="342900" indent="-342900" algn="l" defTabSz="914400">
              <a:buClr>
                <a:srgbClr val="2F5379"/>
              </a:buClr>
              <a:buSzPct val="100000"/>
              <a:buFont typeface="Wingdings"/>
              <a:buChar char="★"/>
              <a:defRPr sz="3700">
                <a:solidFill>
                  <a:srgbClr val="0A0A0A"/>
                </a:solidFill>
                <a:latin typeface="Raleway Regular"/>
                <a:ea typeface="Raleway Regular"/>
                <a:cs typeface="Raleway Regular"/>
                <a:sym typeface="Raleway Regular"/>
              </a:defRPr>
            </a:pPr>
            <a:r>
              <a:rPr>
                <a:solidFill>
                  <a:srgbClr val="6C6C6C"/>
                </a:solidFill>
              </a:rPr>
              <a:t>Bullet</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554">
                                            <p:bg/>
                                          </p:spTgt>
                                        </p:tgtEl>
                                        <p:attrNameLst>
                                          <p:attrName>style.visibility</p:attrName>
                                        </p:attrNameLst>
                                      </p:cBhvr>
                                      <p:to>
                                        <p:strVal val="visible"/>
                                      </p:to>
                                    </p:set>
                                    <p:animEffect filter="dissolve" transition="in">
                                      <p:cBhvr>
                                        <p:cTn id="7" dur="500"/>
                                        <p:tgtEl>
                                          <p:spTgt spid="554">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554">
                                            <p:txEl>
                                              <p:pRg st="0" end="0"/>
                                            </p:txEl>
                                          </p:spTgt>
                                        </p:tgtEl>
                                        <p:attrNameLst>
                                          <p:attrName>style.visibility</p:attrName>
                                        </p:attrNameLst>
                                      </p:cBhvr>
                                      <p:to>
                                        <p:strVal val="visible"/>
                                      </p:to>
                                    </p:set>
                                    <p:animEffect filter="dissolve" transition="in">
                                      <p:cBhvr>
                                        <p:cTn id="10" dur="500"/>
                                        <p:tgtEl>
                                          <p:spTgt spid="554">
                                            <p:txEl>
                                              <p:pRg st="0" end="0"/>
                                            </p:txEl>
                                          </p:spTgt>
                                        </p:tgtEl>
                                      </p:cBhvr>
                                    </p:animEffect>
                                  </p:childTnLst>
                                </p:cTn>
                              </p:par>
                            </p:childTnLst>
                          </p:cTn>
                        </p:par>
                        <p:par>
                          <p:cTn id="11" fill="hold">
                            <p:stCondLst>
                              <p:cond delay="500"/>
                            </p:stCondLst>
                            <p:childTnLst>
                              <p:par>
                                <p:cTn id="12" presetClass="entr" nodeType="afterEffect" presetID="9" grpId="1" fill="hold">
                                  <p:stCondLst>
                                    <p:cond delay="0"/>
                                  </p:stCondLst>
                                  <p:iterate type="el" backwards="0">
                                    <p:tmAbs val="0"/>
                                  </p:iterate>
                                  <p:childTnLst>
                                    <p:set>
                                      <p:cBhvr>
                                        <p:cTn id="13" fill="hold"/>
                                        <p:tgtEl>
                                          <p:spTgt spid="554">
                                            <p:txEl>
                                              <p:pRg st="1" end="1"/>
                                            </p:txEl>
                                          </p:spTgt>
                                        </p:tgtEl>
                                        <p:attrNameLst>
                                          <p:attrName>style.visibility</p:attrName>
                                        </p:attrNameLst>
                                      </p:cBhvr>
                                      <p:to>
                                        <p:strVal val="visible"/>
                                      </p:to>
                                    </p:set>
                                    <p:animEffect filter="dissolve" transition="in">
                                      <p:cBhvr>
                                        <p:cTn id="14" dur="500"/>
                                        <p:tgtEl>
                                          <p:spTgt spid="554">
                                            <p:txEl>
                                              <p:pRg st="1" end="1"/>
                                            </p:txEl>
                                          </p:spTgt>
                                        </p:tgtEl>
                                      </p:cBhvr>
                                    </p:animEffect>
                                  </p:childTnLst>
                                </p:cTn>
                              </p:par>
                            </p:childTnLst>
                          </p:cTn>
                        </p:par>
                        <p:par>
                          <p:cTn id="15" fill="hold">
                            <p:stCondLst>
                              <p:cond delay="1000"/>
                            </p:stCondLst>
                            <p:childTnLst>
                              <p:par>
                                <p:cTn id="16" presetClass="entr" nodeType="afterEffect" presetID="9" grpId="1" fill="hold">
                                  <p:stCondLst>
                                    <p:cond delay="0"/>
                                  </p:stCondLst>
                                  <p:iterate type="el" backwards="0">
                                    <p:tmAbs val="0"/>
                                  </p:iterate>
                                  <p:childTnLst>
                                    <p:set>
                                      <p:cBhvr>
                                        <p:cTn id="17" fill="hold"/>
                                        <p:tgtEl>
                                          <p:spTgt spid="554">
                                            <p:txEl>
                                              <p:pRg st="2" end="2"/>
                                            </p:txEl>
                                          </p:spTgt>
                                        </p:tgtEl>
                                        <p:attrNameLst>
                                          <p:attrName>style.visibility</p:attrName>
                                        </p:attrNameLst>
                                      </p:cBhvr>
                                      <p:to>
                                        <p:strVal val="visible"/>
                                      </p:to>
                                    </p:set>
                                    <p:animEffect filter="dissolve" transition="in">
                                      <p:cBhvr>
                                        <p:cTn id="18" dur="500"/>
                                        <p:tgtEl>
                                          <p:spTgt spid="554">
                                            <p:txEl>
                                              <p:pRg st="2" end="2"/>
                                            </p:txEl>
                                          </p:spTgt>
                                        </p:tgtEl>
                                      </p:cBhvr>
                                    </p:animEffect>
                                  </p:childTnLst>
                                </p:cTn>
                              </p:par>
                            </p:childTnLst>
                          </p:cTn>
                        </p:par>
                        <p:par>
                          <p:cTn id="19" fill="hold">
                            <p:stCondLst>
                              <p:cond delay="1500"/>
                            </p:stCondLst>
                            <p:childTnLst>
                              <p:par>
                                <p:cTn id="20" presetClass="entr" nodeType="afterEffect" presetID="9" grpId="1" fill="hold">
                                  <p:stCondLst>
                                    <p:cond delay="0"/>
                                  </p:stCondLst>
                                  <p:iterate type="el" backwards="0">
                                    <p:tmAbs val="0"/>
                                  </p:iterate>
                                  <p:childTnLst>
                                    <p:set>
                                      <p:cBhvr>
                                        <p:cTn id="21" fill="hold"/>
                                        <p:tgtEl>
                                          <p:spTgt spid="554">
                                            <p:txEl>
                                              <p:pRg st="3" end="3"/>
                                            </p:txEl>
                                          </p:spTgt>
                                        </p:tgtEl>
                                        <p:attrNameLst>
                                          <p:attrName>style.visibility</p:attrName>
                                        </p:attrNameLst>
                                      </p:cBhvr>
                                      <p:to>
                                        <p:strVal val="visible"/>
                                      </p:to>
                                    </p:set>
                                    <p:animEffect filter="dissolve" transition="in">
                                      <p:cBhvr>
                                        <p:cTn id="22" dur="500"/>
                                        <p:tgtEl>
                                          <p:spTgt spid="554">
                                            <p:txEl>
                                              <p:pRg st="3" end="3"/>
                                            </p:txEl>
                                          </p:spTgt>
                                        </p:tgtEl>
                                      </p:cBhvr>
                                    </p:animEffect>
                                  </p:childTnLst>
                                </p:cTn>
                              </p:par>
                            </p:childTnLst>
                          </p:cTn>
                        </p:par>
                        <p:par>
                          <p:cTn id="23" fill="hold">
                            <p:stCondLst>
                              <p:cond delay="2000"/>
                            </p:stCondLst>
                            <p:childTnLst>
                              <p:par>
                                <p:cTn id="24" presetClass="entr" nodeType="afterEffect" presetID="9" grpId="1" fill="hold">
                                  <p:stCondLst>
                                    <p:cond delay="0"/>
                                  </p:stCondLst>
                                  <p:iterate type="el" backwards="0">
                                    <p:tmAbs val="0"/>
                                  </p:iterate>
                                  <p:childTnLst>
                                    <p:set>
                                      <p:cBhvr>
                                        <p:cTn id="25" fill="hold"/>
                                        <p:tgtEl>
                                          <p:spTgt spid="554">
                                            <p:txEl>
                                              <p:pRg st="4" end="4"/>
                                            </p:txEl>
                                          </p:spTgt>
                                        </p:tgtEl>
                                        <p:attrNameLst>
                                          <p:attrName>style.visibility</p:attrName>
                                        </p:attrNameLst>
                                      </p:cBhvr>
                                      <p:to>
                                        <p:strVal val="visible"/>
                                      </p:to>
                                    </p:set>
                                    <p:animEffect filter="dissolve" transition="in">
                                      <p:cBhvr>
                                        <p:cTn id="26" dur="500"/>
                                        <p:tgtEl>
                                          <p:spTgt spid="554">
                                            <p:txEl>
                                              <p:pRg st="4" end="4"/>
                                            </p:txEl>
                                          </p:spTgt>
                                        </p:tgtEl>
                                      </p:cBhvr>
                                    </p:animEffect>
                                  </p:childTnLst>
                                </p:cTn>
                              </p:par>
                            </p:childTnLst>
                          </p:cTn>
                        </p:par>
                        <p:par>
                          <p:cTn id="27" fill="hold">
                            <p:stCondLst>
                              <p:cond delay="2500"/>
                            </p:stCondLst>
                            <p:childTnLst>
                              <p:par>
                                <p:cTn id="28" presetClass="entr" nodeType="afterEffect" presetID="9" grpId="1" fill="hold">
                                  <p:stCondLst>
                                    <p:cond delay="0"/>
                                  </p:stCondLst>
                                  <p:iterate type="el" backwards="0">
                                    <p:tmAbs val="0"/>
                                  </p:iterate>
                                  <p:childTnLst>
                                    <p:set>
                                      <p:cBhvr>
                                        <p:cTn id="29" fill="hold"/>
                                        <p:tgtEl>
                                          <p:spTgt spid="554">
                                            <p:txEl>
                                              <p:pRg st="5" end="5"/>
                                            </p:txEl>
                                          </p:spTgt>
                                        </p:tgtEl>
                                        <p:attrNameLst>
                                          <p:attrName>style.visibility</p:attrName>
                                        </p:attrNameLst>
                                      </p:cBhvr>
                                      <p:to>
                                        <p:strVal val="visible"/>
                                      </p:to>
                                    </p:set>
                                    <p:animEffect filter="dissolve" transition="in">
                                      <p:cBhvr>
                                        <p:cTn id="30" dur="500"/>
                                        <p:tgtEl>
                                          <p:spTgt spid="554">
                                            <p:txEl>
                                              <p:pRg st="5" end="5"/>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554" grpId="1"/>
    </p:bldLst>
  </p:timing>
</p:sld>
</file>

<file path=ppt/slides/slide2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56" name="Shape 55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Servicios</a:t>
            </a:r>
          </a:p>
        </p:txBody>
      </p:sp>
      <p:sp>
        <p:nvSpPr>
          <p:cNvPr id="557" name="Shape 55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558" name="Shape 558"/>
          <p:cNvSpPr/>
          <p:nvPr/>
        </p:nvSpPr>
        <p:spPr>
          <a:xfrm>
            <a:off x="1207186" y="3484963"/>
            <a:ext cx="6215345" cy="6218769"/>
          </a:xfrm>
          <a:prstGeom prst="ellipse">
            <a:avLst/>
          </a:prstGeom>
          <a:solidFill>
            <a:srgbClr val="144973"/>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sp>
        <p:nvSpPr>
          <p:cNvPr id="559" name="Shape 559"/>
          <p:cNvSpPr/>
          <p:nvPr/>
        </p:nvSpPr>
        <p:spPr>
          <a:xfrm>
            <a:off x="6469903" y="3484963"/>
            <a:ext cx="6215345" cy="6218769"/>
          </a:xfrm>
          <a:prstGeom prst="ellipse">
            <a:avLst/>
          </a:prstGeom>
          <a:solidFill>
            <a:srgbClr val="397ECA"/>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sp>
        <p:nvSpPr>
          <p:cNvPr id="560" name="Shape 560"/>
          <p:cNvSpPr/>
          <p:nvPr/>
        </p:nvSpPr>
        <p:spPr>
          <a:xfrm>
            <a:off x="11766494" y="3484963"/>
            <a:ext cx="6215345" cy="6218769"/>
          </a:xfrm>
          <a:prstGeom prst="ellipse">
            <a:avLst/>
          </a:prstGeom>
          <a:solidFill>
            <a:srgbClr val="029FDC"/>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sp>
        <p:nvSpPr>
          <p:cNvPr id="561" name="Shape 561"/>
          <p:cNvSpPr/>
          <p:nvPr/>
        </p:nvSpPr>
        <p:spPr>
          <a:xfrm>
            <a:off x="16961470" y="3484963"/>
            <a:ext cx="6215345" cy="6218769"/>
          </a:xfrm>
          <a:prstGeom prst="ellipse">
            <a:avLst/>
          </a:prstGeom>
          <a:solidFill>
            <a:srgbClr val="66B3E0"/>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sp>
        <p:nvSpPr>
          <p:cNvPr id="562" name="Shape 562"/>
          <p:cNvSpPr/>
          <p:nvPr/>
        </p:nvSpPr>
        <p:spPr>
          <a:xfrm>
            <a:off x="1969287" y="5965697"/>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563" name="Shape 563"/>
          <p:cNvSpPr/>
          <p:nvPr/>
        </p:nvSpPr>
        <p:spPr>
          <a:xfrm>
            <a:off x="7270110" y="6130798"/>
            <a:ext cx="4509087"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564" name="Shape 564"/>
          <p:cNvSpPr/>
          <p:nvPr/>
        </p:nvSpPr>
        <p:spPr>
          <a:xfrm>
            <a:off x="12761457" y="6130798"/>
            <a:ext cx="4212717"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565" name="Shape 565"/>
          <p:cNvSpPr/>
          <p:nvPr/>
        </p:nvSpPr>
        <p:spPr>
          <a:xfrm>
            <a:off x="17900648" y="6130798"/>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566" name="Shape 566"/>
          <p:cNvSpPr/>
          <p:nvPr/>
        </p:nvSpPr>
        <p:spPr>
          <a:xfrm>
            <a:off x="3478747" y="4284077"/>
            <a:ext cx="1672223" cy="1672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7569"/>
                </a:moveTo>
                <a:cubicBezTo>
                  <a:pt x="21274" y="7569"/>
                  <a:pt x="21379" y="7618"/>
                  <a:pt x="21468" y="7728"/>
                </a:cubicBezTo>
                <a:cubicBezTo>
                  <a:pt x="21554" y="7834"/>
                  <a:pt x="21600" y="7958"/>
                  <a:pt x="21600" y="8105"/>
                </a:cubicBezTo>
                <a:lnTo>
                  <a:pt x="21600" y="13495"/>
                </a:lnTo>
                <a:cubicBezTo>
                  <a:pt x="21600" y="13642"/>
                  <a:pt x="21557" y="13769"/>
                  <a:pt x="21473" y="13872"/>
                </a:cubicBezTo>
                <a:cubicBezTo>
                  <a:pt x="21389" y="13979"/>
                  <a:pt x="21281" y="14033"/>
                  <a:pt x="21151" y="14033"/>
                </a:cubicBezTo>
                <a:lnTo>
                  <a:pt x="19807" y="14033"/>
                </a:lnTo>
                <a:lnTo>
                  <a:pt x="19807" y="19985"/>
                </a:lnTo>
                <a:cubicBezTo>
                  <a:pt x="19807" y="20420"/>
                  <a:pt x="19675" y="20797"/>
                  <a:pt x="19411" y="21116"/>
                </a:cubicBezTo>
                <a:cubicBezTo>
                  <a:pt x="19145" y="21439"/>
                  <a:pt x="18826" y="21600"/>
                  <a:pt x="18451" y="21600"/>
                </a:cubicBezTo>
                <a:lnTo>
                  <a:pt x="3146" y="21600"/>
                </a:lnTo>
                <a:cubicBezTo>
                  <a:pt x="2772" y="21600"/>
                  <a:pt x="2455" y="21439"/>
                  <a:pt x="2198" y="21116"/>
                </a:cubicBezTo>
                <a:cubicBezTo>
                  <a:pt x="1942" y="20797"/>
                  <a:pt x="1814" y="20420"/>
                  <a:pt x="1814" y="19985"/>
                </a:cubicBezTo>
                <a:lnTo>
                  <a:pt x="1814" y="14033"/>
                </a:lnTo>
                <a:lnTo>
                  <a:pt x="446" y="14033"/>
                </a:lnTo>
                <a:cubicBezTo>
                  <a:pt x="324" y="14033"/>
                  <a:pt x="218" y="13982"/>
                  <a:pt x="132" y="13881"/>
                </a:cubicBezTo>
                <a:cubicBezTo>
                  <a:pt x="43" y="13780"/>
                  <a:pt x="0" y="13650"/>
                  <a:pt x="0" y="13495"/>
                </a:cubicBezTo>
                <a:lnTo>
                  <a:pt x="0" y="8105"/>
                </a:lnTo>
                <a:cubicBezTo>
                  <a:pt x="0" y="7958"/>
                  <a:pt x="43" y="7834"/>
                  <a:pt x="132" y="7728"/>
                </a:cubicBezTo>
                <a:cubicBezTo>
                  <a:pt x="218" y="7618"/>
                  <a:pt x="324" y="7569"/>
                  <a:pt x="446" y="7569"/>
                </a:cubicBezTo>
                <a:lnTo>
                  <a:pt x="6638" y="7569"/>
                </a:lnTo>
                <a:cubicBezTo>
                  <a:pt x="6204" y="7569"/>
                  <a:pt x="5791" y="7469"/>
                  <a:pt x="5405" y="7270"/>
                </a:cubicBezTo>
                <a:cubicBezTo>
                  <a:pt x="5018" y="7074"/>
                  <a:pt x="4682" y="6804"/>
                  <a:pt x="4399" y="6467"/>
                </a:cubicBezTo>
                <a:cubicBezTo>
                  <a:pt x="4116" y="6127"/>
                  <a:pt x="3893" y="5724"/>
                  <a:pt x="3727" y="5266"/>
                </a:cubicBezTo>
                <a:cubicBezTo>
                  <a:pt x="3562" y="4808"/>
                  <a:pt x="3480" y="4316"/>
                  <a:pt x="3480" y="3789"/>
                </a:cubicBezTo>
                <a:cubicBezTo>
                  <a:pt x="3480" y="3268"/>
                  <a:pt x="3562" y="2776"/>
                  <a:pt x="3727" y="2312"/>
                </a:cubicBezTo>
                <a:cubicBezTo>
                  <a:pt x="3893" y="1846"/>
                  <a:pt x="4116" y="1445"/>
                  <a:pt x="4399" y="1103"/>
                </a:cubicBezTo>
                <a:cubicBezTo>
                  <a:pt x="4682" y="766"/>
                  <a:pt x="5016" y="495"/>
                  <a:pt x="5400" y="297"/>
                </a:cubicBezTo>
                <a:cubicBezTo>
                  <a:pt x="5782" y="101"/>
                  <a:pt x="6194" y="0"/>
                  <a:pt x="6638" y="0"/>
                </a:cubicBezTo>
                <a:cubicBezTo>
                  <a:pt x="7106" y="0"/>
                  <a:pt x="7550" y="112"/>
                  <a:pt x="7968" y="337"/>
                </a:cubicBezTo>
                <a:cubicBezTo>
                  <a:pt x="8386" y="561"/>
                  <a:pt x="8724" y="884"/>
                  <a:pt x="8986" y="1296"/>
                </a:cubicBezTo>
                <a:lnTo>
                  <a:pt x="10800" y="4094"/>
                </a:lnTo>
                <a:lnTo>
                  <a:pt x="12614" y="1296"/>
                </a:lnTo>
                <a:cubicBezTo>
                  <a:pt x="12883" y="884"/>
                  <a:pt x="13224" y="561"/>
                  <a:pt x="13637" y="337"/>
                </a:cubicBezTo>
                <a:cubicBezTo>
                  <a:pt x="14050" y="112"/>
                  <a:pt x="14494" y="0"/>
                  <a:pt x="14971" y="0"/>
                </a:cubicBezTo>
                <a:cubicBezTo>
                  <a:pt x="15406" y="0"/>
                  <a:pt x="15816" y="101"/>
                  <a:pt x="16200" y="297"/>
                </a:cubicBezTo>
                <a:cubicBezTo>
                  <a:pt x="16582" y="495"/>
                  <a:pt x="16915" y="766"/>
                  <a:pt x="17198" y="1103"/>
                </a:cubicBezTo>
                <a:cubicBezTo>
                  <a:pt x="17482" y="1445"/>
                  <a:pt x="17705" y="1846"/>
                  <a:pt x="17870" y="2303"/>
                </a:cubicBezTo>
                <a:cubicBezTo>
                  <a:pt x="18036" y="2761"/>
                  <a:pt x="18118" y="3259"/>
                  <a:pt x="18118" y="3789"/>
                </a:cubicBezTo>
                <a:cubicBezTo>
                  <a:pt x="18118" y="4316"/>
                  <a:pt x="18036" y="4808"/>
                  <a:pt x="17870" y="5266"/>
                </a:cubicBezTo>
                <a:cubicBezTo>
                  <a:pt x="17705" y="5724"/>
                  <a:pt x="17482" y="6127"/>
                  <a:pt x="17198" y="6467"/>
                </a:cubicBezTo>
                <a:cubicBezTo>
                  <a:pt x="16915" y="6804"/>
                  <a:pt x="16582" y="7074"/>
                  <a:pt x="16200" y="7270"/>
                </a:cubicBezTo>
                <a:cubicBezTo>
                  <a:pt x="15816" y="7469"/>
                  <a:pt x="15406" y="7569"/>
                  <a:pt x="14971" y="7569"/>
                </a:cubicBezTo>
                <a:lnTo>
                  <a:pt x="21151" y="7569"/>
                </a:lnTo>
                <a:close/>
                <a:moveTo>
                  <a:pt x="5294" y="3789"/>
                </a:moveTo>
                <a:cubicBezTo>
                  <a:pt x="5294" y="4244"/>
                  <a:pt x="5424" y="4621"/>
                  <a:pt x="5681" y="4929"/>
                </a:cubicBezTo>
                <a:cubicBezTo>
                  <a:pt x="5938" y="5234"/>
                  <a:pt x="6257" y="5390"/>
                  <a:pt x="6638" y="5390"/>
                </a:cubicBezTo>
                <a:lnTo>
                  <a:pt x="9362" y="5390"/>
                </a:lnTo>
                <a:lnTo>
                  <a:pt x="7630" y="2689"/>
                </a:lnTo>
                <a:cubicBezTo>
                  <a:pt x="7550" y="2597"/>
                  <a:pt x="7430" y="2485"/>
                  <a:pt x="7260" y="2349"/>
                </a:cubicBezTo>
                <a:cubicBezTo>
                  <a:pt x="7092" y="2217"/>
                  <a:pt x="6886" y="2151"/>
                  <a:pt x="6638" y="2151"/>
                </a:cubicBezTo>
                <a:cubicBezTo>
                  <a:pt x="6264" y="2151"/>
                  <a:pt x="5947" y="2312"/>
                  <a:pt x="5686" y="2635"/>
                </a:cubicBezTo>
                <a:cubicBezTo>
                  <a:pt x="5426" y="2954"/>
                  <a:pt x="5294" y="3343"/>
                  <a:pt x="5294" y="3789"/>
                </a:cubicBezTo>
                <a:moveTo>
                  <a:pt x="13063" y="7569"/>
                </a:moveTo>
                <a:lnTo>
                  <a:pt x="8534" y="7569"/>
                </a:lnTo>
                <a:lnTo>
                  <a:pt x="8534" y="18554"/>
                </a:lnTo>
                <a:cubicBezTo>
                  <a:pt x="8534" y="18856"/>
                  <a:pt x="8628" y="19118"/>
                  <a:pt x="8810" y="19334"/>
                </a:cubicBezTo>
                <a:cubicBezTo>
                  <a:pt x="8995" y="19547"/>
                  <a:pt x="9209" y="19656"/>
                  <a:pt x="9456" y="19656"/>
                </a:cubicBezTo>
                <a:lnTo>
                  <a:pt x="12144" y="19656"/>
                </a:lnTo>
                <a:cubicBezTo>
                  <a:pt x="12396" y="19656"/>
                  <a:pt x="12612" y="19547"/>
                  <a:pt x="12792" y="19334"/>
                </a:cubicBezTo>
                <a:cubicBezTo>
                  <a:pt x="12972" y="19118"/>
                  <a:pt x="13063" y="18856"/>
                  <a:pt x="13063" y="18554"/>
                </a:cubicBezTo>
                <a:lnTo>
                  <a:pt x="13063" y="7569"/>
                </a:lnTo>
                <a:close/>
                <a:moveTo>
                  <a:pt x="12235" y="5390"/>
                </a:moveTo>
                <a:lnTo>
                  <a:pt x="14971" y="5390"/>
                </a:lnTo>
                <a:cubicBezTo>
                  <a:pt x="15346" y="5390"/>
                  <a:pt x="15660" y="5235"/>
                  <a:pt x="15917" y="4929"/>
                </a:cubicBezTo>
                <a:cubicBezTo>
                  <a:pt x="16174" y="4621"/>
                  <a:pt x="16303" y="4244"/>
                  <a:pt x="16303" y="3789"/>
                </a:cubicBezTo>
                <a:cubicBezTo>
                  <a:pt x="16303" y="3340"/>
                  <a:pt x="16174" y="2954"/>
                  <a:pt x="15917" y="2635"/>
                </a:cubicBezTo>
                <a:cubicBezTo>
                  <a:pt x="15660" y="2312"/>
                  <a:pt x="15346" y="2151"/>
                  <a:pt x="14971" y="2151"/>
                </a:cubicBezTo>
                <a:cubicBezTo>
                  <a:pt x="14717" y="2151"/>
                  <a:pt x="14508" y="2217"/>
                  <a:pt x="14342" y="2349"/>
                </a:cubicBezTo>
                <a:cubicBezTo>
                  <a:pt x="14179" y="2485"/>
                  <a:pt x="14059" y="2597"/>
                  <a:pt x="13982" y="2689"/>
                </a:cubicBezTo>
                <a:lnTo>
                  <a:pt x="12235" y="5390"/>
                </a:lnTo>
                <a:close/>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567" name="Shape 567"/>
          <p:cNvSpPr/>
          <p:nvPr/>
        </p:nvSpPr>
        <p:spPr>
          <a:xfrm>
            <a:off x="8688542" y="4411077"/>
            <a:ext cx="1672223" cy="1672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7569"/>
                </a:moveTo>
                <a:cubicBezTo>
                  <a:pt x="21274" y="7569"/>
                  <a:pt x="21379" y="7618"/>
                  <a:pt x="21468" y="7728"/>
                </a:cubicBezTo>
                <a:cubicBezTo>
                  <a:pt x="21554" y="7834"/>
                  <a:pt x="21600" y="7958"/>
                  <a:pt x="21600" y="8105"/>
                </a:cubicBezTo>
                <a:lnTo>
                  <a:pt x="21600" y="13495"/>
                </a:lnTo>
                <a:cubicBezTo>
                  <a:pt x="21600" y="13642"/>
                  <a:pt x="21557" y="13769"/>
                  <a:pt x="21473" y="13872"/>
                </a:cubicBezTo>
                <a:cubicBezTo>
                  <a:pt x="21389" y="13979"/>
                  <a:pt x="21281" y="14033"/>
                  <a:pt x="21151" y="14033"/>
                </a:cubicBezTo>
                <a:lnTo>
                  <a:pt x="19807" y="14033"/>
                </a:lnTo>
                <a:lnTo>
                  <a:pt x="19807" y="19985"/>
                </a:lnTo>
                <a:cubicBezTo>
                  <a:pt x="19807" y="20420"/>
                  <a:pt x="19675" y="20797"/>
                  <a:pt x="19411" y="21116"/>
                </a:cubicBezTo>
                <a:cubicBezTo>
                  <a:pt x="19145" y="21439"/>
                  <a:pt x="18826" y="21600"/>
                  <a:pt x="18451" y="21600"/>
                </a:cubicBezTo>
                <a:lnTo>
                  <a:pt x="3146" y="21600"/>
                </a:lnTo>
                <a:cubicBezTo>
                  <a:pt x="2772" y="21600"/>
                  <a:pt x="2455" y="21439"/>
                  <a:pt x="2198" y="21116"/>
                </a:cubicBezTo>
                <a:cubicBezTo>
                  <a:pt x="1942" y="20797"/>
                  <a:pt x="1814" y="20420"/>
                  <a:pt x="1814" y="19985"/>
                </a:cubicBezTo>
                <a:lnTo>
                  <a:pt x="1814" y="14033"/>
                </a:lnTo>
                <a:lnTo>
                  <a:pt x="446" y="14033"/>
                </a:lnTo>
                <a:cubicBezTo>
                  <a:pt x="324" y="14033"/>
                  <a:pt x="218" y="13982"/>
                  <a:pt x="132" y="13881"/>
                </a:cubicBezTo>
                <a:cubicBezTo>
                  <a:pt x="43" y="13780"/>
                  <a:pt x="0" y="13650"/>
                  <a:pt x="0" y="13495"/>
                </a:cubicBezTo>
                <a:lnTo>
                  <a:pt x="0" y="8105"/>
                </a:lnTo>
                <a:cubicBezTo>
                  <a:pt x="0" y="7958"/>
                  <a:pt x="43" y="7834"/>
                  <a:pt x="132" y="7728"/>
                </a:cubicBezTo>
                <a:cubicBezTo>
                  <a:pt x="218" y="7618"/>
                  <a:pt x="324" y="7569"/>
                  <a:pt x="446" y="7569"/>
                </a:cubicBezTo>
                <a:lnTo>
                  <a:pt x="6638" y="7569"/>
                </a:lnTo>
                <a:cubicBezTo>
                  <a:pt x="6204" y="7569"/>
                  <a:pt x="5791" y="7469"/>
                  <a:pt x="5405" y="7270"/>
                </a:cubicBezTo>
                <a:cubicBezTo>
                  <a:pt x="5018" y="7074"/>
                  <a:pt x="4682" y="6804"/>
                  <a:pt x="4399" y="6467"/>
                </a:cubicBezTo>
                <a:cubicBezTo>
                  <a:pt x="4116" y="6127"/>
                  <a:pt x="3893" y="5724"/>
                  <a:pt x="3727" y="5266"/>
                </a:cubicBezTo>
                <a:cubicBezTo>
                  <a:pt x="3562" y="4808"/>
                  <a:pt x="3480" y="4316"/>
                  <a:pt x="3480" y="3789"/>
                </a:cubicBezTo>
                <a:cubicBezTo>
                  <a:pt x="3480" y="3268"/>
                  <a:pt x="3562" y="2776"/>
                  <a:pt x="3727" y="2312"/>
                </a:cubicBezTo>
                <a:cubicBezTo>
                  <a:pt x="3893" y="1846"/>
                  <a:pt x="4116" y="1445"/>
                  <a:pt x="4399" y="1103"/>
                </a:cubicBezTo>
                <a:cubicBezTo>
                  <a:pt x="4682" y="766"/>
                  <a:pt x="5016" y="495"/>
                  <a:pt x="5400" y="297"/>
                </a:cubicBezTo>
                <a:cubicBezTo>
                  <a:pt x="5782" y="101"/>
                  <a:pt x="6194" y="0"/>
                  <a:pt x="6638" y="0"/>
                </a:cubicBezTo>
                <a:cubicBezTo>
                  <a:pt x="7106" y="0"/>
                  <a:pt x="7550" y="112"/>
                  <a:pt x="7968" y="337"/>
                </a:cubicBezTo>
                <a:cubicBezTo>
                  <a:pt x="8386" y="561"/>
                  <a:pt x="8724" y="884"/>
                  <a:pt x="8986" y="1296"/>
                </a:cubicBezTo>
                <a:lnTo>
                  <a:pt x="10800" y="4094"/>
                </a:lnTo>
                <a:lnTo>
                  <a:pt x="12614" y="1296"/>
                </a:lnTo>
                <a:cubicBezTo>
                  <a:pt x="12883" y="884"/>
                  <a:pt x="13224" y="561"/>
                  <a:pt x="13637" y="337"/>
                </a:cubicBezTo>
                <a:cubicBezTo>
                  <a:pt x="14050" y="112"/>
                  <a:pt x="14494" y="0"/>
                  <a:pt x="14971" y="0"/>
                </a:cubicBezTo>
                <a:cubicBezTo>
                  <a:pt x="15406" y="0"/>
                  <a:pt x="15816" y="101"/>
                  <a:pt x="16200" y="297"/>
                </a:cubicBezTo>
                <a:cubicBezTo>
                  <a:pt x="16582" y="495"/>
                  <a:pt x="16915" y="766"/>
                  <a:pt x="17198" y="1103"/>
                </a:cubicBezTo>
                <a:cubicBezTo>
                  <a:pt x="17482" y="1445"/>
                  <a:pt x="17705" y="1846"/>
                  <a:pt x="17870" y="2303"/>
                </a:cubicBezTo>
                <a:cubicBezTo>
                  <a:pt x="18036" y="2761"/>
                  <a:pt x="18118" y="3259"/>
                  <a:pt x="18118" y="3789"/>
                </a:cubicBezTo>
                <a:cubicBezTo>
                  <a:pt x="18118" y="4316"/>
                  <a:pt x="18036" y="4808"/>
                  <a:pt x="17870" y="5266"/>
                </a:cubicBezTo>
                <a:cubicBezTo>
                  <a:pt x="17705" y="5724"/>
                  <a:pt x="17482" y="6127"/>
                  <a:pt x="17198" y="6467"/>
                </a:cubicBezTo>
                <a:cubicBezTo>
                  <a:pt x="16915" y="6804"/>
                  <a:pt x="16582" y="7074"/>
                  <a:pt x="16200" y="7270"/>
                </a:cubicBezTo>
                <a:cubicBezTo>
                  <a:pt x="15816" y="7469"/>
                  <a:pt x="15406" y="7569"/>
                  <a:pt x="14971" y="7569"/>
                </a:cubicBezTo>
                <a:lnTo>
                  <a:pt x="21151" y="7569"/>
                </a:lnTo>
                <a:close/>
                <a:moveTo>
                  <a:pt x="5294" y="3789"/>
                </a:moveTo>
                <a:cubicBezTo>
                  <a:pt x="5294" y="4244"/>
                  <a:pt x="5424" y="4621"/>
                  <a:pt x="5681" y="4929"/>
                </a:cubicBezTo>
                <a:cubicBezTo>
                  <a:pt x="5938" y="5234"/>
                  <a:pt x="6257" y="5390"/>
                  <a:pt x="6638" y="5390"/>
                </a:cubicBezTo>
                <a:lnTo>
                  <a:pt x="9362" y="5390"/>
                </a:lnTo>
                <a:lnTo>
                  <a:pt x="7630" y="2689"/>
                </a:lnTo>
                <a:cubicBezTo>
                  <a:pt x="7550" y="2597"/>
                  <a:pt x="7430" y="2485"/>
                  <a:pt x="7260" y="2349"/>
                </a:cubicBezTo>
                <a:cubicBezTo>
                  <a:pt x="7092" y="2217"/>
                  <a:pt x="6886" y="2151"/>
                  <a:pt x="6638" y="2151"/>
                </a:cubicBezTo>
                <a:cubicBezTo>
                  <a:pt x="6264" y="2151"/>
                  <a:pt x="5947" y="2312"/>
                  <a:pt x="5686" y="2635"/>
                </a:cubicBezTo>
                <a:cubicBezTo>
                  <a:pt x="5426" y="2954"/>
                  <a:pt x="5294" y="3343"/>
                  <a:pt x="5294" y="3789"/>
                </a:cubicBezTo>
                <a:moveTo>
                  <a:pt x="13063" y="7569"/>
                </a:moveTo>
                <a:lnTo>
                  <a:pt x="8534" y="7569"/>
                </a:lnTo>
                <a:lnTo>
                  <a:pt x="8534" y="18554"/>
                </a:lnTo>
                <a:cubicBezTo>
                  <a:pt x="8534" y="18856"/>
                  <a:pt x="8628" y="19118"/>
                  <a:pt x="8810" y="19334"/>
                </a:cubicBezTo>
                <a:cubicBezTo>
                  <a:pt x="8995" y="19547"/>
                  <a:pt x="9209" y="19656"/>
                  <a:pt x="9456" y="19656"/>
                </a:cubicBezTo>
                <a:lnTo>
                  <a:pt x="12144" y="19656"/>
                </a:lnTo>
                <a:cubicBezTo>
                  <a:pt x="12396" y="19656"/>
                  <a:pt x="12612" y="19547"/>
                  <a:pt x="12792" y="19334"/>
                </a:cubicBezTo>
                <a:cubicBezTo>
                  <a:pt x="12972" y="19118"/>
                  <a:pt x="13063" y="18856"/>
                  <a:pt x="13063" y="18554"/>
                </a:cubicBezTo>
                <a:lnTo>
                  <a:pt x="13063" y="7569"/>
                </a:lnTo>
                <a:close/>
                <a:moveTo>
                  <a:pt x="12235" y="5390"/>
                </a:moveTo>
                <a:lnTo>
                  <a:pt x="14971" y="5390"/>
                </a:lnTo>
                <a:cubicBezTo>
                  <a:pt x="15346" y="5390"/>
                  <a:pt x="15660" y="5235"/>
                  <a:pt x="15917" y="4929"/>
                </a:cubicBezTo>
                <a:cubicBezTo>
                  <a:pt x="16174" y="4621"/>
                  <a:pt x="16303" y="4244"/>
                  <a:pt x="16303" y="3789"/>
                </a:cubicBezTo>
                <a:cubicBezTo>
                  <a:pt x="16303" y="3340"/>
                  <a:pt x="16174" y="2954"/>
                  <a:pt x="15917" y="2635"/>
                </a:cubicBezTo>
                <a:cubicBezTo>
                  <a:pt x="15660" y="2312"/>
                  <a:pt x="15346" y="2151"/>
                  <a:pt x="14971" y="2151"/>
                </a:cubicBezTo>
                <a:cubicBezTo>
                  <a:pt x="14717" y="2151"/>
                  <a:pt x="14508" y="2217"/>
                  <a:pt x="14342" y="2349"/>
                </a:cubicBezTo>
                <a:cubicBezTo>
                  <a:pt x="14179" y="2485"/>
                  <a:pt x="14059" y="2597"/>
                  <a:pt x="13982" y="2689"/>
                </a:cubicBezTo>
                <a:lnTo>
                  <a:pt x="12235" y="5390"/>
                </a:lnTo>
                <a:close/>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568" name="Shape 568"/>
          <p:cNvSpPr/>
          <p:nvPr/>
        </p:nvSpPr>
        <p:spPr>
          <a:xfrm>
            <a:off x="14038054" y="4411077"/>
            <a:ext cx="1672224" cy="1672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7569"/>
                </a:moveTo>
                <a:cubicBezTo>
                  <a:pt x="21274" y="7569"/>
                  <a:pt x="21379" y="7618"/>
                  <a:pt x="21468" y="7728"/>
                </a:cubicBezTo>
                <a:cubicBezTo>
                  <a:pt x="21554" y="7834"/>
                  <a:pt x="21600" y="7958"/>
                  <a:pt x="21600" y="8105"/>
                </a:cubicBezTo>
                <a:lnTo>
                  <a:pt x="21600" y="13495"/>
                </a:lnTo>
                <a:cubicBezTo>
                  <a:pt x="21600" y="13642"/>
                  <a:pt x="21557" y="13769"/>
                  <a:pt x="21473" y="13872"/>
                </a:cubicBezTo>
                <a:cubicBezTo>
                  <a:pt x="21389" y="13979"/>
                  <a:pt x="21281" y="14033"/>
                  <a:pt x="21151" y="14033"/>
                </a:cubicBezTo>
                <a:lnTo>
                  <a:pt x="19807" y="14033"/>
                </a:lnTo>
                <a:lnTo>
                  <a:pt x="19807" y="19985"/>
                </a:lnTo>
                <a:cubicBezTo>
                  <a:pt x="19807" y="20420"/>
                  <a:pt x="19675" y="20797"/>
                  <a:pt x="19411" y="21116"/>
                </a:cubicBezTo>
                <a:cubicBezTo>
                  <a:pt x="19145" y="21439"/>
                  <a:pt x="18826" y="21600"/>
                  <a:pt x="18451" y="21600"/>
                </a:cubicBezTo>
                <a:lnTo>
                  <a:pt x="3146" y="21600"/>
                </a:lnTo>
                <a:cubicBezTo>
                  <a:pt x="2772" y="21600"/>
                  <a:pt x="2455" y="21439"/>
                  <a:pt x="2198" y="21116"/>
                </a:cubicBezTo>
                <a:cubicBezTo>
                  <a:pt x="1942" y="20797"/>
                  <a:pt x="1814" y="20420"/>
                  <a:pt x="1814" y="19985"/>
                </a:cubicBezTo>
                <a:lnTo>
                  <a:pt x="1814" y="14033"/>
                </a:lnTo>
                <a:lnTo>
                  <a:pt x="446" y="14033"/>
                </a:lnTo>
                <a:cubicBezTo>
                  <a:pt x="324" y="14033"/>
                  <a:pt x="218" y="13982"/>
                  <a:pt x="132" y="13881"/>
                </a:cubicBezTo>
                <a:cubicBezTo>
                  <a:pt x="43" y="13780"/>
                  <a:pt x="0" y="13650"/>
                  <a:pt x="0" y="13495"/>
                </a:cubicBezTo>
                <a:lnTo>
                  <a:pt x="0" y="8105"/>
                </a:lnTo>
                <a:cubicBezTo>
                  <a:pt x="0" y="7958"/>
                  <a:pt x="43" y="7834"/>
                  <a:pt x="132" y="7728"/>
                </a:cubicBezTo>
                <a:cubicBezTo>
                  <a:pt x="218" y="7618"/>
                  <a:pt x="324" y="7569"/>
                  <a:pt x="446" y="7569"/>
                </a:cubicBezTo>
                <a:lnTo>
                  <a:pt x="6638" y="7569"/>
                </a:lnTo>
                <a:cubicBezTo>
                  <a:pt x="6204" y="7569"/>
                  <a:pt x="5791" y="7469"/>
                  <a:pt x="5405" y="7270"/>
                </a:cubicBezTo>
                <a:cubicBezTo>
                  <a:pt x="5018" y="7074"/>
                  <a:pt x="4682" y="6804"/>
                  <a:pt x="4399" y="6467"/>
                </a:cubicBezTo>
                <a:cubicBezTo>
                  <a:pt x="4116" y="6127"/>
                  <a:pt x="3893" y="5724"/>
                  <a:pt x="3727" y="5266"/>
                </a:cubicBezTo>
                <a:cubicBezTo>
                  <a:pt x="3562" y="4808"/>
                  <a:pt x="3480" y="4316"/>
                  <a:pt x="3480" y="3789"/>
                </a:cubicBezTo>
                <a:cubicBezTo>
                  <a:pt x="3480" y="3268"/>
                  <a:pt x="3562" y="2776"/>
                  <a:pt x="3727" y="2312"/>
                </a:cubicBezTo>
                <a:cubicBezTo>
                  <a:pt x="3893" y="1846"/>
                  <a:pt x="4116" y="1445"/>
                  <a:pt x="4399" y="1103"/>
                </a:cubicBezTo>
                <a:cubicBezTo>
                  <a:pt x="4682" y="766"/>
                  <a:pt x="5016" y="495"/>
                  <a:pt x="5400" y="297"/>
                </a:cubicBezTo>
                <a:cubicBezTo>
                  <a:pt x="5782" y="101"/>
                  <a:pt x="6194" y="0"/>
                  <a:pt x="6638" y="0"/>
                </a:cubicBezTo>
                <a:cubicBezTo>
                  <a:pt x="7106" y="0"/>
                  <a:pt x="7550" y="112"/>
                  <a:pt x="7968" y="337"/>
                </a:cubicBezTo>
                <a:cubicBezTo>
                  <a:pt x="8386" y="561"/>
                  <a:pt x="8724" y="884"/>
                  <a:pt x="8986" y="1296"/>
                </a:cubicBezTo>
                <a:lnTo>
                  <a:pt x="10800" y="4094"/>
                </a:lnTo>
                <a:lnTo>
                  <a:pt x="12614" y="1296"/>
                </a:lnTo>
                <a:cubicBezTo>
                  <a:pt x="12883" y="884"/>
                  <a:pt x="13224" y="561"/>
                  <a:pt x="13637" y="337"/>
                </a:cubicBezTo>
                <a:cubicBezTo>
                  <a:pt x="14050" y="112"/>
                  <a:pt x="14494" y="0"/>
                  <a:pt x="14971" y="0"/>
                </a:cubicBezTo>
                <a:cubicBezTo>
                  <a:pt x="15406" y="0"/>
                  <a:pt x="15816" y="101"/>
                  <a:pt x="16200" y="297"/>
                </a:cubicBezTo>
                <a:cubicBezTo>
                  <a:pt x="16582" y="495"/>
                  <a:pt x="16915" y="766"/>
                  <a:pt x="17198" y="1103"/>
                </a:cubicBezTo>
                <a:cubicBezTo>
                  <a:pt x="17482" y="1445"/>
                  <a:pt x="17705" y="1846"/>
                  <a:pt x="17870" y="2303"/>
                </a:cubicBezTo>
                <a:cubicBezTo>
                  <a:pt x="18036" y="2761"/>
                  <a:pt x="18118" y="3259"/>
                  <a:pt x="18118" y="3789"/>
                </a:cubicBezTo>
                <a:cubicBezTo>
                  <a:pt x="18118" y="4316"/>
                  <a:pt x="18036" y="4808"/>
                  <a:pt x="17870" y="5266"/>
                </a:cubicBezTo>
                <a:cubicBezTo>
                  <a:pt x="17705" y="5724"/>
                  <a:pt x="17482" y="6127"/>
                  <a:pt x="17198" y="6467"/>
                </a:cubicBezTo>
                <a:cubicBezTo>
                  <a:pt x="16915" y="6804"/>
                  <a:pt x="16582" y="7074"/>
                  <a:pt x="16200" y="7270"/>
                </a:cubicBezTo>
                <a:cubicBezTo>
                  <a:pt x="15816" y="7469"/>
                  <a:pt x="15406" y="7569"/>
                  <a:pt x="14971" y="7569"/>
                </a:cubicBezTo>
                <a:lnTo>
                  <a:pt x="21151" y="7569"/>
                </a:lnTo>
                <a:close/>
                <a:moveTo>
                  <a:pt x="5294" y="3789"/>
                </a:moveTo>
                <a:cubicBezTo>
                  <a:pt x="5294" y="4244"/>
                  <a:pt x="5424" y="4621"/>
                  <a:pt x="5681" y="4929"/>
                </a:cubicBezTo>
                <a:cubicBezTo>
                  <a:pt x="5938" y="5234"/>
                  <a:pt x="6257" y="5390"/>
                  <a:pt x="6638" y="5390"/>
                </a:cubicBezTo>
                <a:lnTo>
                  <a:pt x="9362" y="5390"/>
                </a:lnTo>
                <a:lnTo>
                  <a:pt x="7630" y="2689"/>
                </a:lnTo>
                <a:cubicBezTo>
                  <a:pt x="7550" y="2597"/>
                  <a:pt x="7430" y="2485"/>
                  <a:pt x="7260" y="2349"/>
                </a:cubicBezTo>
                <a:cubicBezTo>
                  <a:pt x="7092" y="2217"/>
                  <a:pt x="6886" y="2151"/>
                  <a:pt x="6638" y="2151"/>
                </a:cubicBezTo>
                <a:cubicBezTo>
                  <a:pt x="6264" y="2151"/>
                  <a:pt x="5947" y="2312"/>
                  <a:pt x="5686" y="2635"/>
                </a:cubicBezTo>
                <a:cubicBezTo>
                  <a:pt x="5426" y="2954"/>
                  <a:pt x="5294" y="3343"/>
                  <a:pt x="5294" y="3789"/>
                </a:cubicBezTo>
                <a:moveTo>
                  <a:pt x="13063" y="7569"/>
                </a:moveTo>
                <a:lnTo>
                  <a:pt x="8534" y="7569"/>
                </a:lnTo>
                <a:lnTo>
                  <a:pt x="8534" y="18554"/>
                </a:lnTo>
                <a:cubicBezTo>
                  <a:pt x="8534" y="18856"/>
                  <a:pt x="8628" y="19118"/>
                  <a:pt x="8810" y="19334"/>
                </a:cubicBezTo>
                <a:cubicBezTo>
                  <a:pt x="8995" y="19547"/>
                  <a:pt x="9209" y="19656"/>
                  <a:pt x="9456" y="19656"/>
                </a:cubicBezTo>
                <a:lnTo>
                  <a:pt x="12144" y="19656"/>
                </a:lnTo>
                <a:cubicBezTo>
                  <a:pt x="12396" y="19656"/>
                  <a:pt x="12612" y="19547"/>
                  <a:pt x="12792" y="19334"/>
                </a:cubicBezTo>
                <a:cubicBezTo>
                  <a:pt x="12972" y="19118"/>
                  <a:pt x="13063" y="18856"/>
                  <a:pt x="13063" y="18554"/>
                </a:cubicBezTo>
                <a:lnTo>
                  <a:pt x="13063" y="7569"/>
                </a:lnTo>
                <a:close/>
                <a:moveTo>
                  <a:pt x="12235" y="5390"/>
                </a:moveTo>
                <a:lnTo>
                  <a:pt x="14971" y="5390"/>
                </a:lnTo>
                <a:cubicBezTo>
                  <a:pt x="15346" y="5390"/>
                  <a:pt x="15660" y="5235"/>
                  <a:pt x="15917" y="4929"/>
                </a:cubicBezTo>
                <a:cubicBezTo>
                  <a:pt x="16174" y="4621"/>
                  <a:pt x="16303" y="4244"/>
                  <a:pt x="16303" y="3789"/>
                </a:cubicBezTo>
                <a:cubicBezTo>
                  <a:pt x="16303" y="3340"/>
                  <a:pt x="16174" y="2954"/>
                  <a:pt x="15917" y="2635"/>
                </a:cubicBezTo>
                <a:cubicBezTo>
                  <a:pt x="15660" y="2312"/>
                  <a:pt x="15346" y="2151"/>
                  <a:pt x="14971" y="2151"/>
                </a:cubicBezTo>
                <a:cubicBezTo>
                  <a:pt x="14717" y="2151"/>
                  <a:pt x="14508" y="2217"/>
                  <a:pt x="14342" y="2349"/>
                </a:cubicBezTo>
                <a:cubicBezTo>
                  <a:pt x="14179" y="2485"/>
                  <a:pt x="14059" y="2597"/>
                  <a:pt x="13982" y="2689"/>
                </a:cubicBezTo>
                <a:lnTo>
                  <a:pt x="12235" y="5390"/>
                </a:lnTo>
                <a:close/>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569" name="Shape 569"/>
          <p:cNvSpPr/>
          <p:nvPr/>
        </p:nvSpPr>
        <p:spPr>
          <a:xfrm>
            <a:off x="19321197" y="4411077"/>
            <a:ext cx="1672223" cy="1672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7569"/>
                </a:moveTo>
                <a:cubicBezTo>
                  <a:pt x="21274" y="7569"/>
                  <a:pt x="21379" y="7618"/>
                  <a:pt x="21468" y="7728"/>
                </a:cubicBezTo>
                <a:cubicBezTo>
                  <a:pt x="21554" y="7834"/>
                  <a:pt x="21600" y="7958"/>
                  <a:pt x="21600" y="8105"/>
                </a:cubicBezTo>
                <a:lnTo>
                  <a:pt x="21600" y="13495"/>
                </a:lnTo>
                <a:cubicBezTo>
                  <a:pt x="21600" y="13642"/>
                  <a:pt x="21557" y="13769"/>
                  <a:pt x="21473" y="13872"/>
                </a:cubicBezTo>
                <a:cubicBezTo>
                  <a:pt x="21389" y="13979"/>
                  <a:pt x="21281" y="14033"/>
                  <a:pt x="21151" y="14033"/>
                </a:cubicBezTo>
                <a:lnTo>
                  <a:pt x="19807" y="14033"/>
                </a:lnTo>
                <a:lnTo>
                  <a:pt x="19807" y="19985"/>
                </a:lnTo>
                <a:cubicBezTo>
                  <a:pt x="19807" y="20420"/>
                  <a:pt x="19675" y="20797"/>
                  <a:pt x="19411" y="21116"/>
                </a:cubicBezTo>
                <a:cubicBezTo>
                  <a:pt x="19145" y="21439"/>
                  <a:pt x="18826" y="21600"/>
                  <a:pt x="18451" y="21600"/>
                </a:cubicBezTo>
                <a:lnTo>
                  <a:pt x="3146" y="21600"/>
                </a:lnTo>
                <a:cubicBezTo>
                  <a:pt x="2772" y="21600"/>
                  <a:pt x="2455" y="21439"/>
                  <a:pt x="2198" y="21116"/>
                </a:cubicBezTo>
                <a:cubicBezTo>
                  <a:pt x="1942" y="20797"/>
                  <a:pt x="1814" y="20420"/>
                  <a:pt x="1814" y="19985"/>
                </a:cubicBezTo>
                <a:lnTo>
                  <a:pt x="1814" y="14033"/>
                </a:lnTo>
                <a:lnTo>
                  <a:pt x="446" y="14033"/>
                </a:lnTo>
                <a:cubicBezTo>
                  <a:pt x="324" y="14033"/>
                  <a:pt x="218" y="13982"/>
                  <a:pt x="132" y="13881"/>
                </a:cubicBezTo>
                <a:cubicBezTo>
                  <a:pt x="43" y="13780"/>
                  <a:pt x="0" y="13650"/>
                  <a:pt x="0" y="13495"/>
                </a:cubicBezTo>
                <a:lnTo>
                  <a:pt x="0" y="8105"/>
                </a:lnTo>
                <a:cubicBezTo>
                  <a:pt x="0" y="7958"/>
                  <a:pt x="43" y="7834"/>
                  <a:pt x="132" y="7728"/>
                </a:cubicBezTo>
                <a:cubicBezTo>
                  <a:pt x="218" y="7618"/>
                  <a:pt x="324" y="7569"/>
                  <a:pt x="446" y="7569"/>
                </a:cubicBezTo>
                <a:lnTo>
                  <a:pt x="6638" y="7569"/>
                </a:lnTo>
                <a:cubicBezTo>
                  <a:pt x="6204" y="7569"/>
                  <a:pt x="5791" y="7469"/>
                  <a:pt x="5405" y="7270"/>
                </a:cubicBezTo>
                <a:cubicBezTo>
                  <a:pt x="5018" y="7074"/>
                  <a:pt x="4682" y="6804"/>
                  <a:pt x="4399" y="6467"/>
                </a:cubicBezTo>
                <a:cubicBezTo>
                  <a:pt x="4116" y="6127"/>
                  <a:pt x="3893" y="5724"/>
                  <a:pt x="3727" y="5266"/>
                </a:cubicBezTo>
                <a:cubicBezTo>
                  <a:pt x="3562" y="4808"/>
                  <a:pt x="3480" y="4316"/>
                  <a:pt x="3480" y="3789"/>
                </a:cubicBezTo>
                <a:cubicBezTo>
                  <a:pt x="3480" y="3268"/>
                  <a:pt x="3562" y="2776"/>
                  <a:pt x="3727" y="2312"/>
                </a:cubicBezTo>
                <a:cubicBezTo>
                  <a:pt x="3893" y="1846"/>
                  <a:pt x="4116" y="1445"/>
                  <a:pt x="4399" y="1103"/>
                </a:cubicBezTo>
                <a:cubicBezTo>
                  <a:pt x="4682" y="766"/>
                  <a:pt x="5016" y="495"/>
                  <a:pt x="5400" y="297"/>
                </a:cubicBezTo>
                <a:cubicBezTo>
                  <a:pt x="5782" y="101"/>
                  <a:pt x="6194" y="0"/>
                  <a:pt x="6638" y="0"/>
                </a:cubicBezTo>
                <a:cubicBezTo>
                  <a:pt x="7106" y="0"/>
                  <a:pt x="7550" y="112"/>
                  <a:pt x="7968" y="337"/>
                </a:cubicBezTo>
                <a:cubicBezTo>
                  <a:pt x="8386" y="561"/>
                  <a:pt x="8724" y="884"/>
                  <a:pt x="8986" y="1296"/>
                </a:cubicBezTo>
                <a:lnTo>
                  <a:pt x="10800" y="4094"/>
                </a:lnTo>
                <a:lnTo>
                  <a:pt x="12614" y="1296"/>
                </a:lnTo>
                <a:cubicBezTo>
                  <a:pt x="12883" y="884"/>
                  <a:pt x="13224" y="561"/>
                  <a:pt x="13637" y="337"/>
                </a:cubicBezTo>
                <a:cubicBezTo>
                  <a:pt x="14050" y="112"/>
                  <a:pt x="14494" y="0"/>
                  <a:pt x="14971" y="0"/>
                </a:cubicBezTo>
                <a:cubicBezTo>
                  <a:pt x="15406" y="0"/>
                  <a:pt x="15816" y="101"/>
                  <a:pt x="16200" y="297"/>
                </a:cubicBezTo>
                <a:cubicBezTo>
                  <a:pt x="16582" y="495"/>
                  <a:pt x="16915" y="766"/>
                  <a:pt x="17198" y="1103"/>
                </a:cubicBezTo>
                <a:cubicBezTo>
                  <a:pt x="17482" y="1445"/>
                  <a:pt x="17705" y="1846"/>
                  <a:pt x="17870" y="2303"/>
                </a:cubicBezTo>
                <a:cubicBezTo>
                  <a:pt x="18036" y="2761"/>
                  <a:pt x="18118" y="3259"/>
                  <a:pt x="18118" y="3789"/>
                </a:cubicBezTo>
                <a:cubicBezTo>
                  <a:pt x="18118" y="4316"/>
                  <a:pt x="18036" y="4808"/>
                  <a:pt x="17870" y="5266"/>
                </a:cubicBezTo>
                <a:cubicBezTo>
                  <a:pt x="17705" y="5724"/>
                  <a:pt x="17482" y="6127"/>
                  <a:pt x="17198" y="6467"/>
                </a:cubicBezTo>
                <a:cubicBezTo>
                  <a:pt x="16915" y="6804"/>
                  <a:pt x="16582" y="7074"/>
                  <a:pt x="16200" y="7270"/>
                </a:cubicBezTo>
                <a:cubicBezTo>
                  <a:pt x="15816" y="7469"/>
                  <a:pt x="15406" y="7569"/>
                  <a:pt x="14971" y="7569"/>
                </a:cubicBezTo>
                <a:lnTo>
                  <a:pt x="21151" y="7569"/>
                </a:lnTo>
                <a:close/>
                <a:moveTo>
                  <a:pt x="5294" y="3789"/>
                </a:moveTo>
                <a:cubicBezTo>
                  <a:pt x="5294" y="4244"/>
                  <a:pt x="5424" y="4621"/>
                  <a:pt x="5681" y="4929"/>
                </a:cubicBezTo>
                <a:cubicBezTo>
                  <a:pt x="5938" y="5234"/>
                  <a:pt x="6257" y="5390"/>
                  <a:pt x="6638" y="5390"/>
                </a:cubicBezTo>
                <a:lnTo>
                  <a:pt x="9362" y="5390"/>
                </a:lnTo>
                <a:lnTo>
                  <a:pt x="7630" y="2689"/>
                </a:lnTo>
                <a:cubicBezTo>
                  <a:pt x="7550" y="2597"/>
                  <a:pt x="7430" y="2485"/>
                  <a:pt x="7260" y="2349"/>
                </a:cubicBezTo>
                <a:cubicBezTo>
                  <a:pt x="7092" y="2217"/>
                  <a:pt x="6886" y="2151"/>
                  <a:pt x="6638" y="2151"/>
                </a:cubicBezTo>
                <a:cubicBezTo>
                  <a:pt x="6264" y="2151"/>
                  <a:pt x="5947" y="2312"/>
                  <a:pt x="5686" y="2635"/>
                </a:cubicBezTo>
                <a:cubicBezTo>
                  <a:pt x="5426" y="2954"/>
                  <a:pt x="5294" y="3343"/>
                  <a:pt x="5294" y="3789"/>
                </a:cubicBezTo>
                <a:moveTo>
                  <a:pt x="13063" y="7569"/>
                </a:moveTo>
                <a:lnTo>
                  <a:pt x="8534" y="7569"/>
                </a:lnTo>
                <a:lnTo>
                  <a:pt x="8534" y="18554"/>
                </a:lnTo>
                <a:cubicBezTo>
                  <a:pt x="8534" y="18856"/>
                  <a:pt x="8628" y="19118"/>
                  <a:pt x="8810" y="19334"/>
                </a:cubicBezTo>
                <a:cubicBezTo>
                  <a:pt x="8995" y="19547"/>
                  <a:pt x="9209" y="19656"/>
                  <a:pt x="9456" y="19656"/>
                </a:cubicBezTo>
                <a:lnTo>
                  <a:pt x="12144" y="19656"/>
                </a:lnTo>
                <a:cubicBezTo>
                  <a:pt x="12396" y="19656"/>
                  <a:pt x="12612" y="19547"/>
                  <a:pt x="12792" y="19334"/>
                </a:cubicBezTo>
                <a:cubicBezTo>
                  <a:pt x="12972" y="19118"/>
                  <a:pt x="13063" y="18856"/>
                  <a:pt x="13063" y="18554"/>
                </a:cubicBezTo>
                <a:lnTo>
                  <a:pt x="13063" y="7569"/>
                </a:lnTo>
                <a:close/>
                <a:moveTo>
                  <a:pt x="12235" y="5390"/>
                </a:moveTo>
                <a:lnTo>
                  <a:pt x="14971" y="5390"/>
                </a:lnTo>
                <a:cubicBezTo>
                  <a:pt x="15346" y="5390"/>
                  <a:pt x="15660" y="5235"/>
                  <a:pt x="15917" y="4929"/>
                </a:cubicBezTo>
                <a:cubicBezTo>
                  <a:pt x="16174" y="4621"/>
                  <a:pt x="16303" y="4244"/>
                  <a:pt x="16303" y="3789"/>
                </a:cubicBezTo>
                <a:cubicBezTo>
                  <a:pt x="16303" y="3340"/>
                  <a:pt x="16174" y="2954"/>
                  <a:pt x="15917" y="2635"/>
                </a:cubicBezTo>
                <a:cubicBezTo>
                  <a:pt x="15660" y="2312"/>
                  <a:pt x="15346" y="2151"/>
                  <a:pt x="14971" y="2151"/>
                </a:cubicBezTo>
                <a:cubicBezTo>
                  <a:pt x="14717" y="2151"/>
                  <a:pt x="14508" y="2217"/>
                  <a:pt x="14342" y="2349"/>
                </a:cubicBezTo>
                <a:cubicBezTo>
                  <a:pt x="14179" y="2485"/>
                  <a:pt x="14059" y="2597"/>
                  <a:pt x="13982" y="2689"/>
                </a:cubicBezTo>
                <a:lnTo>
                  <a:pt x="12235" y="5390"/>
                </a:lnTo>
                <a:close/>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558"/>
                                        </p:tgtEl>
                                        <p:attrNameLst>
                                          <p:attrName>style.visibility</p:attrName>
                                        </p:attrNameLst>
                                      </p:cBhvr>
                                      <p:to>
                                        <p:strVal val="visible"/>
                                      </p:to>
                                    </p:set>
                                    <p:anim calcmode="lin" valueType="num">
                                      <p:cBhvr>
                                        <p:cTn id="7" dur="500" fill="hold"/>
                                        <p:tgtEl>
                                          <p:spTgt spid="558"/>
                                        </p:tgtEl>
                                        <p:attrNameLst>
                                          <p:attrName>ppt_w</p:attrName>
                                        </p:attrNameLst>
                                      </p:cBhvr>
                                      <p:tavLst>
                                        <p:tav tm="0">
                                          <p:val>
                                            <p:fltVal val="0"/>
                                          </p:val>
                                        </p:tav>
                                        <p:tav tm="100000">
                                          <p:val>
                                            <p:strVal val="#ppt_w"/>
                                          </p:val>
                                        </p:tav>
                                      </p:tavLst>
                                    </p:anim>
                                    <p:anim calcmode="lin" valueType="num">
                                      <p:cBhvr>
                                        <p:cTn id="8" dur="500" fill="hold"/>
                                        <p:tgtEl>
                                          <p:spTgt spid="558"/>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562"/>
                                        </p:tgtEl>
                                        <p:attrNameLst>
                                          <p:attrName>style.visibility</p:attrName>
                                        </p:attrNameLst>
                                      </p:cBhvr>
                                      <p:to>
                                        <p:strVal val="visible"/>
                                      </p:to>
                                    </p:set>
                                    <p:anim calcmode="lin" valueType="num">
                                      <p:cBhvr>
                                        <p:cTn id="12" dur="500" fill="hold"/>
                                        <p:tgtEl>
                                          <p:spTgt spid="562"/>
                                        </p:tgtEl>
                                        <p:attrNameLst>
                                          <p:attrName>ppt_w</p:attrName>
                                        </p:attrNameLst>
                                      </p:cBhvr>
                                      <p:tavLst>
                                        <p:tav tm="0">
                                          <p:val>
                                            <p:fltVal val="0"/>
                                          </p:val>
                                        </p:tav>
                                        <p:tav tm="100000">
                                          <p:val>
                                            <p:strVal val="#ppt_w"/>
                                          </p:val>
                                        </p:tav>
                                      </p:tavLst>
                                    </p:anim>
                                    <p:anim calcmode="lin" valueType="num">
                                      <p:cBhvr>
                                        <p:cTn id="13" dur="500" fill="hold"/>
                                        <p:tgtEl>
                                          <p:spTgt spid="562"/>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559"/>
                                        </p:tgtEl>
                                        <p:attrNameLst>
                                          <p:attrName>style.visibility</p:attrName>
                                        </p:attrNameLst>
                                      </p:cBhvr>
                                      <p:to>
                                        <p:strVal val="visible"/>
                                      </p:to>
                                    </p:set>
                                    <p:anim calcmode="lin" valueType="num">
                                      <p:cBhvr>
                                        <p:cTn id="17" dur="500" fill="hold"/>
                                        <p:tgtEl>
                                          <p:spTgt spid="559"/>
                                        </p:tgtEl>
                                        <p:attrNameLst>
                                          <p:attrName>ppt_w</p:attrName>
                                        </p:attrNameLst>
                                      </p:cBhvr>
                                      <p:tavLst>
                                        <p:tav tm="0">
                                          <p:val>
                                            <p:fltVal val="0"/>
                                          </p:val>
                                        </p:tav>
                                        <p:tav tm="100000">
                                          <p:val>
                                            <p:strVal val="#ppt_w"/>
                                          </p:val>
                                        </p:tav>
                                      </p:tavLst>
                                    </p:anim>
                                    <p:anim calcmode="lin" valueType="num">
                                      <p:cBhvr>
                                        <p:cTn id="18" dur="500" fill="hold"/>
                                        <p:tgtEl>
                                          <p:spTgt spid="559"/>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563"/>
                                        </p:tgtEl>
                                        <p:attrNameLst>
                                          <p:attrName>style.visibility</p:attrName>
                                        </p:attrNameLst>
                                      </p:cBhvr>
                                      <p:to>
                                        <p:strVal val="visible"/>
                                      </p:to>
                                    </p:set>
                                    <p:anim calcmode="lin" valueType="num">
                                      <p:cBhvr>
                                        <p:cTn id="22" dur="500" fill="hold"/>
                                        <p:tgtEl>
                                          <p:spTgt spid="563"/>
                                        </p:tgtEl>
                                        <p:attrNameLst>
                                          <p:attrName>ppt_w</p:attrName>
                                        </p:attrNameLst>
                                      </p:cBhvr>
                                      <p:tavLst>
                                        <p:tav tm="0">
                                          <p:val>
                                            <p:fltVal val="0"/>
                                          </p:val>
                                        </p:tav>
                                        <p:tav tm="100000">
                                          <p:val>
                                            <p:strVal val="#ppt_w"/>
                                          </p:val>
                                        </p:tav>
                                      </p:tavLst>
                                    </p:anim>
                                    <p:anim calcmode="lin" valueType="num">
                                      <p:cBhvr>
                                        <p:cTn id="23" dur="500" fill="hold"/>
                                        <p:tgtEl>
                                          <p:spTgt spid="563"/>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560"/>
                                        </p:tgtEl>
                                        <p:attrNameLst>
                                          <p:attrName>style.visibility</p:attrName>
                                        </p:attrNameLst>
                                      </p:cBhvr>
                                      <p:to>
                                        <p:strVal val="visible"/>
                                      </p:to>
                                    </p:set>
                                    <p:anim calcmode="lin" valueType="num">
                                      <p:cBhvr>
                                        <p:cTn id="27" dur="500" fill="hold"/>
                                        <p:tgtEl>
                                          <p:spTgt spid="560"/>
                                        </p:tgtEl>
                                        <p:attrNameLst>
                                          <p:attrName>ppt_w</p:attrName>
                                        </p:attrNameLst>
                                      </p:cBhvr>
                                      <p:tavLst>
                                        <p:tav tm="0">
                                          <p:val>
                                            <p:fltVal val="0"/>
                                          </p:val>
                                        </p:tav>
                                        <p:tav tm="100000">
                                          <p:val>
                                            <p:strVal val="#ppt_w"/>
                                          </p:val>
                                        </p:tav>
                                      </p:tavLst>
                                    </p:anim>
                                    <p:anim calcmode="lin" valueType="num">
                                      <p:cBhvr>
                                        <p:cTn id="28" dur="500" fill="hold"/>
                                        <p:tgtEl>
                                          <p:spTgt spid="560"/>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564"/>
                                        </p:tgtEl>
                                        <p:attrNameLst>
                                          <p:attrName>style.visibility</p:attrName>
                                        </p:attrNameLst>
                                      </p:cBhvr>
                                      <p:to>
                                        <p:strVal val="visible"/>
                                      </p:to>
                                    </p:set>
                                    <p:anim calcmode="lin" valueType="num">
                                      <p:cBhvr>
                                        <p:cTn id="32" dur="500" fill="hold"/>
                                        <p:tgtEl>
                                          <p:spTgt spid="564"/>
                                        </p:tgtEl>
                                        <p:attrNameLst>
                                          <p:attrName>ppt_w</p:attrName>
                                        </p:attrNameLst>
                                      </p:cBhvr>
                                      <p:tavLst>
                                        <p:tav tm="0">
                                          <p:val>
                                            <p:fltVal val="0"/>
                                          </p:val>
                                        </p:tav>
                                        <p:tav tm="100000">
                                          <p:val>
                                            <p:strVal val="#ppt_w"/>
                                          </p:val>
                                        </p:tav>
                                      </p:tavLst>
                                    </p:anim>
                                    <p:anim calcmode="lin" valueType="num">
                                      <p:cBhvr>
                                        <p:cTn id="33" dur="500" fill="hold"/>
                                        <p:tgtEl>
                                          <p:spTgt spid="564"/>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561"/>
                                        </p:tgtEl>
                                        <p:attrNameLst>
                                          <p:attrName>style.visibility</p:attrName>
                                        </p:attrNameLst>
                                      </p:cBhvr>
                                      <p:to>
                                        <p:strVal val="visible"/>
                                      </p:to>
                                    </p:set>
                                    <p:anim calcmode="lin" valueType="num">
                                      <p:cBhvr>
                                        <p:cTn id="37" dur="500" fill="hold"/>
                                        <p:tgtEl>
                                          <p:spTgt spid="561"/>
                                        </p:tgtEl>
                                        <p:attrNameLst>
                                          <p:attrName>ppt_w</p:attrName>
                                        </p:attrNameLst>
                                      </p:cBhvr>
                                      <p:tavLst>
                                        <p:tav tm="0">
                                          <p:val>
                                            <p:fltVal val="0"/>
                                          </p:val>
                                        </p:tav>
                                        <p:tav tm="100000">
                                          <p:val>
                                            <p:strVal val="#ppt_w"/>
                                          </p:val>
                                        </p:tav>
                                      </p:tavLst>
                                    </p:anim>
                                    <p:anim calcmode="lin" valueType="num">
                                      <p:cBhvr>
                                        <p:cTn id="38" dur="500" fill="hold"/>
                                        <p:tgtEl>
                                          <p:spTgt spid="561"/>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565"/>
                                        </p:tgtEl>
                                        <p:attrNameLst>
                                          <p:attrName>style.visibility</p:attrName>
                                        </p:attrNameLst>
                                      </p:cBhvr>
                                      <p:to>
                                        <p:strVal val="visible"/>
                                      </p:to>
                                    </p:set>
                                    <p:anim calcmode="lin" valueType="num">
                                      <p:cBhvr>
                                        <p:cTn id="42" dur="500" fill="hold"/>
                                        <p:tgtEl>
                                          <p:spTgt spid="565"/>
                                        </p:tgtEl>
                                        <p:attrNameLst>
                                          <p:attrName>ppt_w</p:attrName>
                                        </p:attrNameLst>
                                      </p:cBhvr>
                                      <p:tavLst>
                                        <p:tav tm="0">
                                          <p:val>
                                            <p:fltVal val="0"/>
                                          </p:val>
                                        </p:tav>
                                        <p:tav tm="100000">
                                          <p:val>
                                            <p:strVal val="#ppt_w"/>
                                          </p:val>
                                        </p:tav>
                                      </p:tavLst>
                                    </p:anim>
                                    <p:anim calcmode="lin" valueType="num">
                                      <p:cBhvr>
                                        <p:cTn id="43" dur="500" fill="hold"/>
                                        <p:tgtEl>
                                          <p:spTgt spid="56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60" grpId="5"/>
      <p:bldP build="whole" bldLvl="1" animBg="1" rev="0" advAuto="0" spid="561" grpId="7"/>
      <p:bldP build="whole" bldLvl="1" animBg="1" rev="0" advAuto="0" spid="564" grpId="6"/>
      <p:bldP build="whole" bldLvl="1" animBg="1" rev="0" advAuto="0" spid="558" grpId="1"/>
      <p:bldP build="whole" bldLvl="1" animBg="1" rev="0" advAuto="0" spid="559" grpId="3"/>
      <p:bldP build="whole" bldLvl="1" animBg="1" rev="0" advAuto="0" spid="563" grpId="4"/>
      <p:bldP build="whole" bldLvl="1" animBg="1" rev="0" advAuto="0" spid="562" grpId="2"/>
      <p:bldP build="whole" bldLvl="1" animBg="1" rev="0" advAuto="0" spid="565" grpId="8"/>
    </p:bldLst>
  </p:timing>
</p:sld>
</file>

<file path=ppt/slides/slide2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71" name="Shape 571"/>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Servicios</a:t>
            </a:r>
          </a:p>
        </p:txBody>
      </p:sp>
      <p:sp>
        <p:nvSpPr>
          <p:cNvPr id="572" name="Shape 57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573" name="Shape 573"/>
          <p:cNvSpPr/>
          <p:nvPr/>
        </p:nvSpPr>
        <p:spPr>
          <a:xfrm>
            <a:off x="15672249" y="2997200"/>
            <a:ext cx="5842762" cy="5842000"/>
          </a:xfrm>
          <a:prstGeom prst="diamond">
            <a:avLst/>
          </a:prstGeom>
          <a:solidFill>
            <a:srgbClr val="8ACDF0">
              <a:alpha val="89803"/>
            </a:srgbClr>
          </a:solidFill>
          <a:ln w="25400">
            <a:solidFill>
              <a:srgbClr val="000000">
                <a:alpha val="0"/>
              </a:srgbClr>
            </a:solidFill>
            <a:miter/>
          </a:ln>
        </p:spPr>
        <p:txBody>
          <a:bodyPr lIns="45719" rIns="45719"/>
          <a:lstStyle/>
          <a:p>
            <a:pPr defTabSz="1219261">
              <a:defRPr sz="4800">
                <a:latin typeface="Calibri"/>
                <a:ea typeface="Calibri"/>
                <a:cs typeface="Calibri"/>
                <a:sym typeface="Calibri"/>
              </a:defRPr>
            </a:pPr>
          </a:p>
        </p:txBody>
      </p:sp>
      <p:sp>
        <p:nvSpPr>
          <p:cNvPr id="574" name="Shape 574"/>
          <p:cNvSpPr/>
          <p:nvPr/>
        </p:nvSpPr>
        <p:spPr>
          <a:xfrm>
            <a:off x="11315582" y="2997200"/>
            <a:ext cx="5842761" cy="5842000"/>
          </a:xfrm>
          <a:prstGeom prst="diamond">
            <a:avLst/>
          </a:prstGeom>
          <a:solidFill>
            <a:srgbClr val="3CABE9">
              <a:alpha val="89803"/>
            </a:srgbClr>
          </a:solidFill>
          <a:ln w="25400">
            <a:solidFill>
              <a:srgbClr val="000000">
                <a:alpha val="0"/>
              </a:srgbClr>
            </a:solidFill>
            <a:miter/>
          </a:ln>
        </p:spPr>
        <p:txBody>
          <a:bodyPr lIns="45719" rIns="45719"/>
          <a:lstStyle/>
          <a:p>
            <a:pPr defTabSz="1219261">
              <a:defRPr sz="4800">
                <a:latin typeface="Calibri"/>
                <a:ea typeface="Calibri"/>
                <a:cs typeface="Calibri"/>
                <a:sym typeface="Calibri"/>
              </a:defRPr>
            </a:pPr>
          </a:p>
        </p:txBody>
      </p:sp>
      <p:sp>
        <p:nvSpPr>
          <p:cNvPr id="575" name="Shape 575"/>
          <p:cNvSpPr/>
          <p:nvPr/>
        </p:nvSpPr>
        <p:spPr>
          <a:xfrm>
            <a:off x="7073228" y="2997200"/>
            <a:ext cx="5842762" cy="5842000"/>
          </a:xfrm>
          <a:prstGeom prst="diamond">
            <a:avLst/>
          </a:prstGeom>
          <a:solidFill>
            <a:srgbClr val="217EC1">
              <a:alpha val="89803"/>
            </a:srgbClr>
          </a:solidFill>
          <a:ln w="25400">
            <a:solidFill>
              <a:srgbClr val="000000">
                <a:alpha val="0"/>
              </a:srgbClr>
            </a:solidFill>
            <a:miter/>
          </a:ln>
        </p:spPr>
        <p:txBody>
          <a:bodyPr lIns="45719" rIns="45719"/>
          <a:lstStyle/>
          <a:p>
            <a:pPr defTabSz="1219261">
              <a:defRPr sz="4800">
                <a:latin typeface="Calibri"/>
                <a:ea typeface="Calibri"/>
                <a:cs typeface="Calibri"/>
                <a:sym typeface="Calibri"/>
              </a:defRPr>
            </a:pPr>
          </a:p>
        </p:txBody>
      </p:sp>
      <p:sp>
        <p:nvSpPr>
          <p:cNvPr id="576" name="Shape 576"/>
          <p:cNvSpPr/>
          <p:nvPr/>
        </p:nvSpPr>
        <p:spPr>
          <a:xfrm>
            <a:off x="2932489" y="2997200"/>
            <a:ext cx="5842762" cy="5842000"/>
          </a:xfrm>
          <a:prstGeom prst="diamond">
            <a:avLst/>
          </a:prstGeom>
          <a:solidFill>
            <a:srgbClr val="16527E">
              <a:alpha val="89803"/>
            </a:srgbClr>
          </a:solidFill>
          <a:ln w="25400">
            <a:solidFill>
              <a:srgbClr val="000000">
                <a:alpha val="0"/>
              </a:srgbClr>
            </a:solidFill>
            <a:miter/>
          </a:ln>
        </p:spPr>
        <p:txBody>
          <a:bodyPr lIns="45719" rIns="45719"/>
          <a:lstStyle/>
          <a:p>
            <a:pPr defTabSz="1219261">
              <a:defRPr sz="4800">
                <a:latin typeface="Calibri"/>
                <a:ea typeface="Calibri"/>
                <a:cs typeface="Calibri"/>
                <a:sym typeface="Calibri"/>
              </a:defRPr>
            </a:pPr>
          </a:p>
        </p:txBody>
      </p:sp>
      <p:sp>
        <p:nvSpPr>
          <p:cNvPr id="577" name="Shape 577"/>
          <p:cNvSpPr/>
          <p:nvPr/>
        </p:nvSpPr>
        <p:spPr>
          <a:xfrm>
            <a:off x="1723453" y="9752012"/>
            <a:ext cx="20020709" cy="14763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defRPr sz="3000">
                <a:solidFill>
                  <a:srgbClr val="53585F"/>
                </a:solidFill>
                <a:latin typeface="Raleway Medium"/>
                <a:ea typeface="Raleway Medium"/>
                <a:cs typeface="Raleway Medium"/>
                <a:sym typeface="Raleway Medium"/>
              </a:defRPr>
            </a:lvl1pPr>
          </a:lstStyle>
          <a:p>
            <a:pPr/>
            <a:r>
              <a:t>Jelly-o gingerbread oat cake pudding pastry biscuit tootsie roll. Bear claw apple pie wafer chocolate gummies wafer bear claw gummies gummies. Carrot cake candy tootsie roll lollipop muffin carrot cake biscuit danish. Dragée bonbon danish dragée chocolate wafer pie.</a:t>
            </a:r>
          </a:p>
        </p:txBody>
      </p:sp>
      <p:sp>
        <p:nvSpPr>
          <p:cNvPr id="578" name="Shape 578"/>
          <p:cNvSpPr/>
          <p:nvPr/>
        </p:nvSpPr>
        <p:spPr>
          <a:xfrm>
            <a:off x="3809400" y="69190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FFFFFF"/>
                </a:solidFill>
                <a:latin typeface="Raleway Bold"/>
                <a:ea typeface="Raleway Bold"/>
                <a:cs typeface="Raleway Bold"/>
                <a:sym typeface="Raleway Bold"/>
              </a:defRPr>
            </a:lvl1pPr>
          </a:lstStyle>
          <a:p>
            <a:pPr>
              <a:defRPr sz="2900"/>
            </a:pPr>
            <a:r>
              <a:rPr sz="3600"/>
              <a:t>Servicio</a:t>
            </a:r>
          </a:p>
        </p:txBody>
      </p:sp>
      <p:sp>
        <p:nvSpPr>
          <p:cNvPr id="579" name="Shape 579"/>
          <p:cNvSpPr/>
          <p:nvPr/>
        </p:nvSpPr>
        <p:spPr>
          <a:xfrm>
            <a:off x="7950139" y="69190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FFFFFF"/>
                </a:solidFill>
                <a:latin typeface="Raleway Bold"/>
                <a:ea typeface="Raleway Bold"/>
                <a:cs typeface="Raleway Bold"/>
                <a:sym typeface="Raleway Bold"/>
              </a:defRPr>
            </a:lvl1pPr>
          </a:lstStyle>
          <a:p>
            <a:pPr>
              <a:defRPr sz="2900"/>
            </a:pPr>
            <a:r>
              <a:rPr sz="3600"/>
              <a:t>Servicio</a:t>
            </a:r>
          </a:p>
        </p:txBody>
      </p:sp>
      <p:sp>
        <p:nvSpPr>
          <p:cNvPr id="580" name="Shape 580"/>
          <p:cNvSpPr/>
          <p:nvPr/>
        </p:nvSpPr>
        <p:spPr>
          <a:xfrm>
            <a:off x="12090879" y="69190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FFFFFF"/>
                </a:solidFill>
                <a:latin typeface="Raleway Bold"/>
                <a:ea typeface="Raleway Bold"/>
                <a:cs typeface="Raleway Bold"/>
                <a:sym typeface="Raleway Bold"/>
              </a:defRPr>
            </a:lvl1pPr>
          </a:lstStyle>
          <a:p>
            <a:pPr>
              <a:defRPr sz="2900"/>
            </a:pPr>
            <a:r>
              <a:rPr sz="3600"/>
              <a:t>Servicio</a:t>
            </a:r>
          </a:p>
        </p:txBody>
      </p:sp>
      <p:sp>
        <p:nvSpPr>
          <p:cNvPr id="581" name="Shape 581"/>
          <p:cNvSpPr/>
          <p:nvPr/>
        </p:nvSpPr>
        <p:spPr>
          <a:xfrm>
            <a:off x="16497239" y="69190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FFFFFF"/>
                </a:solidFill>
                <a:latin typeface="Raleway Bold"/>
                <a:ea typeface="Raleway Bold"/>
                <a:cs typeface="Raleway Bold"/>
                <a:sym typeface="Raleway Bold"/>
              </a:defRPr>
            </a:lvl1pPr>
          </a:lstStyle>
          <a:p>
            <a:pPr>
              <a:defRPr sz="2900"/>
            </a:pPr>
            <a:r>
              <a:rPr sz="3600"/>
              <a:t>Servicio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576"/>
                                        </p:tgtEl>
                                        <p:attrNameLst>
                                          <p:attrName>style.visibility</p:attrName>
                                        </p:attrNameLst>
                                      </p:cBhvr>
                                      <p:to>
                                        <p:strVal val="visible"/>
                                      </p:to>
                                    </p:set>
                                    <p:animEffect filter="dissolve" transition="in">
                                      <p:cBhvr>
                                        <p:cTn id="7" dur="500"/>
                                        <p:tgtEl>
                                          <p:spTgt spid="576"/>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575"/>
                                        </p:tgtEl>
                                        <p:attrNameLst>
                                          <p:attrName>style.visibility</p:attrName>
                                        </p:attrNameLst>
                                      </p:cBhvr>
                                      <p:to>
                                        <p:strVal val="visible"/>
                                      </p:to>
                                    </p:set>
                                    <p:animEffect filter="dissolve" transition="in">
                                      <p:cBhvr>
                                        <p:cTn id="11" dur="500"/>
                                        <p:tgtEl>
                                          <p:spTgt spid="575"/>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574"/>
                                        </p:tgtEl>
                                        <p:attrNameLst>
                                          <p:attrName>style.visibility</p:attrName>
                                        </p:attrNameLst>
                                      </p:cBhvr>
                                      <p:to>
                                        <p:strVal val="visible"/>
                                      </p:to>
                                    </p:set>
                                    <p:animEffect filter="dissolve" transition="in">
                                      <p:cBhvr>
                                        <p:cTn id="15" dur="500"/>
                                        <p:tgtEl>
                                          <p:spTgt spid="574"/>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573"/>
                                        </p:tgtEl>
                                        <p:attrNameLst>
                                          <p:attrName>style.visibility</p:attrName>
                                        </p:attrNameLst>
                                      </p:cBhvr>
                                      <p:to>
                                        <p:strVal val="visible"/>
                                      </p:to>
                                    </p:set>
                                    <p:animEffect filter="dissolve" transition="in">
                                      <p:cBhvr>
                                        <p:cTn id="19" dur="500"/>
                                        <p:tgtEl>
                                          <p:spTgt spid="5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74" grpId="3"/>
      <p:bldP build="whole" bldLvl="1" animBg="1" rev="0" advAuto="0" spid="575" grpId="2"/>
      <p:bldP build="whole" bldLvl="1" animBg="1" rev="0" advAuto="0" spid="573" grpId="4"/>
      <p:bldP build="whole" bldLvl="1" animBg="1" rev="0" advAuto="0" spid="576" grpId="1"/>
    </p:bldLst>
  </p:timing>
</p:sld>
</file>

<file path=ppt/slides/slide2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pSp>
        <p:nvGrpSpPr>
          <p:cNvPr id="585" name="Group 585"/>
          <p:cNvGrpSpPr/>
          <p:nvPr/>
        </p:nvGrpSpPr>
        <p:grpSpPr>
          <a:xfrm>
            <a:off x="10523947" y="5566361"/>
            <a:ext cx="2778829" cy="2778829"/>
            <a:chOff x="0" y="0"/>
            <a:chExt cx="2778828" cy="2778828"/>
          </a:xfrm>
        </p:grpSpPr>
        <p:sp>
          <p:nvSpPr>
            <p:cNvPr id="583" name="Shape 583"/>
            <p:cNvSpPr/>
            <p:nvPr/>
          </p:nvSpPr>
          <p:spPr>
            <a:xfrm>
              <a:off x="110681" y="980473"/>
              <a:ext cx="2557464" cy="81788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91439" tIns="91439" rIns="91439" bIns="91439" numCol="1" anchor="t">
              <a:spAutoFit/>
            </a:bodyPr>
            <a:lstStyle>
              <a:lvl1pPr defTabSz="914400">
                <a:defRPr sz="4300">
                  <a:solidFill>
                    <a:srgbClr val="6C6C6C"/>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6C6C6C"/>
                  </a:solidFill>
                  <a:latin typeface="Raleway Bold"/>
                  <a:ea typeface="Raleway Bold"/>
                  <a:cs typeface="Raleway Bold"/>
                  <a:sym typeface="Raleway Bold"/>
                </a:rPr>
                <a:t>Servicios</a:t>
              </a:r>
            </a:p>
          </p:txBody>
        </p:sp>
        <p:sp>
          <p:nvSpPr>
            <p:cNvPr id="584" name="Shape 584"/>
            <p:cNvSpPr/>
            <p:nvPr/>
          </p:nvSpPr>
          <p:spPr>
            <a:xfrm>
              <a:off x="-1" y="-1"/>
              <a:ext cx="2778829" cy="2778829"/>
            </a:xfrm>
            <a:prstGeom prst="ellipse">
              <a:avLst/>
            </a:prstGeom>
            <a:noFill/>
            <a:ln w="50800" cap="flat">
              <a:solidFill>
                <a:srgbClr val="2F5379"/>
              </a:solidFill>
              <a:prstDash val="solid"/>
              <a:miter lim="8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586" name="Shape 586"/>
          <p:cNvSpPr/>
          <p:nvPr/>
        </p:nvSpPr>
        <p:spPr>
          <a:xfrm>
            <a:off x="10956033" y="1356748"/>
            <a:ext cx="1914653" cy="1914654"/>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87" name="Shape 587"/>
          <p:cNvSpPr/>
          <p:nvPr/>
        </p:nvSpPr>
        <p:spPr>
          <a:xfrm flipV="1">
            <a:off x="11913359" y="3558271"/>
            <a:ext cx="1" cy="1775013"/>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588" name="Shape 588"/>
          <p:cNvSpPr/>
          <p:nvPr/>
        </p:nvSpPr>
        <p:spPr>
          <a:xfrm rot="10800000">
            <a:off x="10956033" y="10565018"/>
            <a:ext cx="1914653" cy="1914653"/>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89" name="Shape 589"/>
          <p:cNvSpPr/>
          <p:nvPr/>
        </p:nvSpPr>
        <p:spPr>
          <a:xfrm>
            <a:off x="11915899" y="8503137"/>
            <a:ext cx="1" cy="1775013"/>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590" name="Shape 590"/>
          <p:cNvSpPr/>
          <p:nvPr/>
        </p:nvSpPr>
        <p:spPr>
          <a:xfrm rot="5400000">
            <a:off x="15542238" y="6050527"/>
            <a:ext cx="1914654" cy="1914653"/>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91" name="Shape 591"/>
          <p:cNvSpPr/>
          <p:nvPr/>
        </p:nvSpPr>
        <p:spPr>
          <a:xfrm>
            <a:off x="13481628" y="7006583"/>
            <a:ext cx="1775013" cy="1"/>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592" name="Shape 592"/>
          <p:cNvSpPr/>
          <p:nvPr/>
        </p:nvSpPr>
        <p:spPr>
          <a:xfrm rot="16200000">
            <a:off x="6333969" y="6050527"/>
            <a:ext cx="1914653" cy="1914653"/>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93" name="Shape 593"/>
          <p:cNvSpPr/>
          <p:nvPr/>
        </p:nvSpPr>
        <p:spPr>
          <a:xfrm flipH="1">
            <a:off x="8536761" y="7009123"/>
            <a:ext cx="1775013" cy="1"/>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594" name="Shape 594"/>
          <p:cNvSpPr/>
          <p:nvPr/>
        </p:nvSpPr>
        <p:spPr>
          <a:xfrm rot="2700000">
            <a:off x="14229579" y="2776987"/>
            <a:ext cx="1914653" cy="1914653"/>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95" name="Shape 595"/>
          <p:cNvSpPr/>
          <p:nvPr/>
        </p:nvSpPr>
        <p:spPr>
          <a:xfrm flipV="1">
            <a:off x="13052374" y="4613193"/>
            <a:ext cx="1255124" cy="1255124"/>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596" name="Shape 596"/>
          <p:cNvSpPr/>
          <p:nvPr/>
        </p:nvSpPr>
        <p:spPr>
          <a:xfrm rot="13500000">
            <a:off x="7718347" y="9288216"/>
            <a:ext cx="1914653" cy="1914653"/>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97" name="Shape 597"/>
          <p:cNvSpPr/>
          <p:nvPr/>
        </p:nvSpPr>
        <p:spPr>
          <a:xfrm flipH="1">
            <a:off x="9557621" y="8111539"/>
            <a:ext cx="1255124" cy="1255124"/>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598" name="Shape 598"/>
          <p:cNvSpPr/>
          <p:nvPr/>
        </p:nvSpPr>
        <p:spPr>
          <a:xfrm rot="8100000">
            <a:off x="14211648" y="9377858"/>
            <a:ext cx="1914653" cy="1914653"/>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99" name="Shape 599"/>
          <p:cNvSpPr/>
          <p:nvPr/>
        </p:nvSpPr>
        <p:spPr>
          <a:xfrm>
            <a:off x="13036239" y="8199384"/>
            <a:ext cx="1255124" cy="1255124"/>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600" name="Shape 600"/>
          <p:cNvSpPr/>
          <p:nvPr/>
        </p:nvSpPr>
        <p:spPr>
          <a:xfrm rot="18900000">
            <a:off x="7700417" y="2866628"/>
            <a:ext cx="1914653" cy="1914654"/>
          </a:xfrm>
          <a:prstGeom prst="ellipse">
            <a:avLst/>
          </a:prstGeom>
          <a:ln w="508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01" name="Shape 601"/>
          <p:cNvSpPr/>
          <p:nvPr/>
        </p:nvSpPr>
        <p:spPr>
          <a:xfrm flipH="1" flipV="1">
            <a:off x="9537896" y="4704631"/>
            <a:ext cx="1255124" cy="1255124"/>
          </a:xfrm>
          <a:prstGeom prst="line">
            <a:avLst/>
          </a:prstGeom>
          <a:ln w="508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602" name="Shape 602"/>
          <p:cNvSpPr/>
          <p:nvPr/>
        </p:nvSpPr>
        <p:spPr>
          <a:xfrm>
            <a:off x="11399568" y="455199"/>
            <a:ext cx="1045513" cy="6146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3" name="Shape 603"/>
          <p:cNvSpPr/>
          <p:nvPr/>
        </p:nvSpPr>
        <p:spPr>
          <a:xfrm>
            <a:off x="16113748" y="3426301"/>
            <a:ext cx="1045514" cy="6146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4" name="Shape 604"/>
          <p:cNvSpPr/>
          <p:nvPr/>
        </p:nvSpPr>
        <p:spPr>
          <a:xfrm>
            <a:off x="17618103" y="6692337"/>
            <a:ext cx="1045513" cy="6146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5" name="Shape 605"/>
          <p:cNvSpPr/>
          <p:nvPr/>
        </p:nvSpPr>
        <p:spPr>
          <a:xfrm>
            <a:off x="16411378" y="10062268"/>
            <a:ext cx="1045514" cy="6146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6" name="Shape 606"/>
          <p:cNvSpPr/>
          <p:nvPr/>
        </p:nvSpPr>
        <p:spPr>
          <a:xfrm>
            <a:off x="4724495" y="3426301"/>
            <a:ext cx="2597317" cy="6146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7" name="Shape 607"/>
          <p:cNvSpPr/>
          <p:nvPr/>
        </p:nvSpPr>
        <p:spPr>
          <a:xfrm>
            <a:off x="4591199" y="6679607"/>
            <a:ext cx="1584411" cy="6146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8" name="Shape 608"/>
          <p:cNvSpPr/>
          <p:nvPr/>
        </p:nvSpPr>
        <p:spPr>
          <a:xfrm>
            <a:off x="5236463" y="10027406"/>
            <a:ext cx="2267547" cy="6146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09" name="Shape 609"/>
          <p:cNvSpPr/>
          <p:nvPr/>
        </p:nvSpPr>
        <p:spPr>
          <a:xfrm>
            <a:off x="10455778" y="12671521"/>
            <a:ext cx="2556603" cy="6146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6C6C6C"/>
                </a:solidFill>
                <a:latin typeface="Calibri Light"/>
                <a:ea typeface="Calibri Light"/>
                <a:cs typeface="Calibri Light"/>
                <a:sym typeface="Calibri Light"/>
              </a:defRPr>
            </a:lvl1pPr>
          </a:lstStyle>
          <a:p>
            <a:pPr>
              <a:defRPr sz="3600">
                <a:solidFill>
                  <a:srgbClr val="0A0A0A"/>
                </a:solidFill>
                <a:latin typeface="Calibri"/>
                <a:ea typeface="Calibri"/>
                <a:cs typeface="Calibri"/>
                <a:sym typeface="Calibri"/>
              </a:defRPr>
            </a:pPr>
            <a:r>
              <a:rPr sz="2800">
                <a:solidFill>
                  <a:srgbClr val="6C6C6C"/>
                </a:solidFill>
                <a:latin typeface="Calibri Light"/>
                <a:ea typeface="Calibri Light"/>
                <a:cs typeface="Calibri Light"/>
                <a:sym typeface="Calibri Light"/>
              </a:rPr>
              <a:t>Texto</a:t>
            </a:r>
          </a:p>
        </p:txBody>
      </p:sp>
      <p:sp>
        <p:nvSpPr>
          <p:cNvPr id="610" name="Shape 610"/>
          <p:cNvSpPr/>
          <p:nvPr/>
        </p:nvSpPr>
        <p:spPr>
          <a:xfrm>
            <a:off x="303300" y="385686"/>
            <a:ext cx="568007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Nuestros servicios</a:t>
            </a:r>
          </a:p>
        </p:txBody>
      </p:sp>
      <p:sp>
        <p:nvSpPr>
          <p:cNvPr id="611" name="Shape 61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585"/>
                                        </p:tgtEl>
                                        <p:attrNameLst>
                                          <p:attrName>style.visibility</p:attrName>
                                        </p:attrNameLst>
                                      </p:cBhvr>
                                      <p:to>
                                        <p:strVal val="visible"/>
                                      </p:to>
                                    </p:set>
                                    <p:anim calcmode="lin" valueType="num">
                                      <p:cBhvr>
                                        <p:cTn id="7" dur="500" fill="hold"/>
                                        <p:tgtEl>
                                          <p:spTgt spid="585"/>
                                        </p:tgtEl>
                                        <p:attrNameLst>
                                          <p:attrName>ppt_w</p:attrName>
                                        </p:attrNameLst>
                                      </p:cBhvr>
                                      <p:tavLst>
                                        <p:tav tm="0">
                                          <p:val>
                                            <p:fltVal val="0"/>
                                          </p:val>
                                        </p:tav>
                                        <p:tav tm="100000">
                                          <p:val>
                                            <p:strVal val="#ppt_w"/>
                                          </p:val>
                                        </p:tav>
                                      </p:tavLst>
                                    </p:anim>
                                    <p:anim calcmode="lin" valueType="num">
                                      <p:cBhvr>
                                        <p:cTn id="8" dur="500" fill="hold"/>
                                        <p:tgtEl>
                                          <p:spTgt spid="585"/>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4" presetID="22" grpId="2" fill="hold">
                                  <p:stCondLst>
                                    <p:cond delay="0"/>
                                  </p:stCondLst>
                                  <p:iterate type="el" backwards="0">
                                    <p:tmAbs val="0"/>
                                  </p:iterate>
                                  <p:childTnLst>
                                    <p:set>
                                      <p:cBhvr>
                                        <p:cTn id="11" fill="hold"/>
                                        <p:tgtEl>
                                          <p:spTgt spid="601"/>
                                        </p:tgtEl>
                                        <p:attrNameLst>
                                          <p:attrName>style.visibility</p:attrName>
                                        </p:attrNameLst>
                                      </p:cBhvr>
                                      <p:to>
                                        <p:strVal val="visible"/>
                                      </p:to>
                                    </p:set>
                                    <p:animEffect filter="wipe(down)" transition="in">
                                      <p:cBhvr>
                                        <p:cTn id="12" dur="500"/>
                                        <p:tgtEl>
                                          <p:spTgt spid="601"/>
                                        </p:tgtEl>
                                      </p:cBhvr>
                                    </p:animEffect>
                                  </p:childTnLst>
                                </p:cTn>
                              </p:par>
                            </p:childTnLst>
                          </p:cTn>
                        </p:par>
                        <p:par>
                          <p:cTn id="13" fill="hold">
                            <p:stCondLst>
                              <p:cond delay="1000"/>
                            </p:stCondLst>
                            <p:childTnLst>
                              <p:par>
                                <p:cTn id="14" presetClass="entr" nodeType="afterEffect" presetSubtype="4" presetID="22" grpId="3" fill="hold">
                                  <p:stCondLst>
                                    <p:cond delay="0"/>
                                  </p:stCondLst>
                                  <p:iterate type="el" backwards="0">
                                    <p:tmAbs val="0"/>
                                  </p:iterate>
                                  <p:childTnLst>
                                    <p:set>
                                      <p:cBhvr>
                                        <p:cTn id="15" fill="hold"/>
                                        <p:tgtEl>
                                          <p:spTgt spid="587"/>
                                        </p:tgtEl>
                                        <p:attrNameLst>
                                          <p:attrName>style.visibility</p:attrName>
                                        </p:attrNameLst>
                                      </p:cBhvr>
                                      <p:to>
                                        <p:strVal val="visible"/>
                                      </p:to>
                                    </p:set>
                                    <p:animEffect filter="wipe(down)" transition="in">
                                      <p:cBhvr>
                                        <p:cTn id="16" dur="500"/>
                                        <p:tgtEl>
                                          <p:spTgt spid="587"/>
                                        </p:tgtEl>
                                      </p:cBhvr>
                                    </p:animEffect>
                                  </p:childTnLst>
                                </p:cTn>
                              </p:par>
                            </p:childTnLst>
                          </p:cTn>
                        </p:par>
                        <p:par>
                          <p:cTn id="17" fill="hold">
                            <p:stCondLst>
                              <p:cond delay="1500"/>
                            </p:stCondLst>
                            <p:childTnLst>
                              <p:par>
                                <p:cTn id="18" presetClass="entr" nodeType="afterEffect" presetSubtype="4" presetID="22" grpId="4" fill="hold">
                                  <p:stCondLst>
                                    <p:cond delay="0"/>
                                  </p:stCondLst>
                                  <p:iterate type="el" backwards="0">
                                    <p:tmAbs val="0"/>
                                  </p:iterate>
                                  <p:childTnLst>
                                    <p:set>
                                      <p:cBhvr>
                                        <p:cTn id="19" fill="hold"/>
                                        <p:tgtEl>
                                          <p:spTgt spid="595"/>
                                        </p:tgtEl>
                                        <p:attrNameLst>
                                          <p:attrName>style.visibility</p:attrName>
                                        </p:attrNameLst>
                                      </p:cBhvr>
                                      <p:to>
                                        <p:strVal val="visible"/>
                                      </p:to>
                                    </p:set>
                                    <p:animEffect filter="wipe(down)" transition="in">
                                      <p:cBhvr>
                                        <p:cTn id="20" dur="500"/>
                                        <p:tgtEl>
                                          <p:spTgt spid="595"/>
                                        </p:tgtEl>
                                      </p:cBhvr>
                                    </p:animEffect>
                                  </p:childTnLst>
                                </p:cTn>
                              </p:par>
                            </p:childTnLst>
                          </p:cTn>
                        </p:par>
                        <p:par>
                          <p:cTn id="21" fill="hold">
                            <p:stCondLst>
                              <p:cond delay="2000"/>
                            </p:stCondLst>
                            <p:childTnLst>
                              <p:par>
                                <p:cTn id="22" presetClass="entr" nodeType="afterEffect" presetSubtype="8" presetID="22" grpId="5" fill="hold">
                                  <p:stCondLst>
                                    <p:cond delay="0"/>
                                  </p:stCondLst>
                                  <p:iterate type="el" backwards="0">
                                    <p:tmAbs val="0"/>
                                  </p:iterate>
                                  <p:childTnLst>
                                    <p:set>
                                      <p:cBhvr>
                                        <p:cTn id="23" fill="hold"/>
                                        <p:tgtEl>
                                          <p:spTgt spid="591"/>
                                        </p:tgtEl>
                                        <p:attrNameLst>
                                          <p:attrName>style.visibility</p:attrName>
                                        </p:attrNameLst>
                                      </p:cBhvr>
                                      <p:to>
                                        <p:strVal val="visible"/>
                                      </p:to>
                                    </p:set>
                                    <p:animEffect filter="wipe(left)" transition="in">
                                      <p:cBhvr>
                                        <p:cTn id="24" dur="500"/>
                                        <p:tgtEl>
                                          <p:spTgt spid="591"/>
                                        </p:tgtEl>
                                      </p:cBhvr>
                                    </p:animEffect>
                                  </p:childTnLst>
                                </p:cTn>
                              </p:par>
                            </p:childTnLst>
                          </p:cTn>
                        </p:par>
                        <p:par>
                          <p:cTn id="25" fill="hold">
                            <p:stCondLst>
                              <p:cond delay="2500"/>
                            </p:stCondLst>
                            <p:childTnLst>
                              <p:par>
                                <p:cTn id="26" presetClass="entr" nodeType="afterEffect" presetSubtype="1" presetID="22" grpId="6" fill="hold">
                                  <p:stCondLst>
                                    <p:cond delay="0"/>
                                  </p:stCondLst>
                                  <p:iterate type="el" backwards="0">
                                    <p:tmAbs val="0"/>
                                  </p:iterate>
                                  <p:childTnLst>
                                    <p:set>
                                      <p:cBhvr>
                                        <p:cTn id="27" fill="hold"/>
                                        <p:tgtEl>
                                          <p:spTgt spid="599"/>
                                        </p:tgtEl>
                                        <p:attrNameLst>
                                          <p:attrName>style.visibility</p:attrName>
                                        </p:attrNameLst>
                                      </p:cBhvr>
                                      <p:to>
                                        <p:strVal val="visible"/>
                                      </p:to>
                                    </p:set>
                                    <p:animEffect filter="wipe(up)" transition="in">
                                      <p:cBhvr>
                                        <p:cTn id="28" dur="500"/>
                                        <p:tgtEl>
                                          <p:spTgt spid="599"/>
                                        </p:tgtEl>
                                      </p:cBhvr>
                                    </p:animEffect>
                                  </p:childTnLst>
                                </p:cTn>
                              </p:par>
                            </p:childTnLst>
                          </p:cTn>
                        </p:par>
                        <p:par>
                          <p:cTn id="29" fill="hold">
                            <p:stCondLst>
                              <p:cond delay="3000"/>
                            </p:stCondLst>
                            <p:childTnLst>
                              <p:par>
                                <p:cTn id="30" presetClass="entr" nodeType="afterEffect" presetSubtype="1" presetID="22" grpId="7" fill="hold">
                                  <p:stCondLst>
                                    <p:cond delay="0"/>
                                  </p:stCondLst>
                                  <p:iterate type="el" backwards="0">
                                    <p:tmAbs val="0"/>
                                  </p:iterate>
                                  <p:childTnLst>
                                    <p:set>
                                      <p:cBhvr>
                                        <p:cTn id="31" fill="hold"/>
                                        <p:tgtEl>
                                          <p:spTgt spid="589"/>
                                        </p:tgtEl>
                                        <p:attrNameLst>
                                          <p:attrName>style.visibility</p:attrName>
                                        </p:attrNameLst>
                                      </p:cBhvr>
                                      <p:to>
                                        <p:strVal val="visible"/>
                                      </p:to>
                                    </p:set>
                                    <p:animEffect filter="wipe(up)" transition="in">
                                      <p:cBhvr>
                                        <p:cTn id="32" dur="500"/>
                                        <p:tgtEl>
                                          <p:spTgt spid="589"/>
                                        </p:tgtEl>
                                      </p:cBhvr>
                                    </p:animEffect>
                                  </p:childTnLst>
                                </p:cTn>
                              </p:par>
                            </p:childTnLst>
                          </p:cTn>
                        </p:par>
                        <p:par>
                          <p:cTn id="33" fill="hold">
                            <p:stCondLst>
                              <p:cond delay="3500"/>
                            </p:stCondLst>
                            <p:childTnLst>
                              <p:par>
                                <p:cTn id="34" presetClass="entr" nodeType="afterEffect" presetSubtype="1" presetID="22" grpId="8" fill="hold">
                                  <p:stCondLst>
                                    <p:cond delay="0"/>
                                  </p:stCondLst>
                                  <p:iterate type="el" backwards="0">
                                    <p:tmAbs val="0"/>
                                  </p:iterate>
                                  <p:childTnLst>
                                    <p:set>
                                      <p:cBhvr>
                                        <p:cTn id="35" fill="hold"/>
                                        <p:tgtEl>
                                          <p:spTgt spid="597"/>
                                        </p:tgtEl>
                                        <p:attrNameLst>
                                          <p:attrName>style.visibility</p:attrName>
                                        </p:attrNameLst>
                                      </p:cBhvr>
                                      <p:to>
                                        <p:strVal val="visible"/>
                                      </p:to>
                                    </p:set>
                                    <p:animEffect filter="wipe(up)" transition="in">
                                      <p:cBhvr>
                                        <p:cTn id="36" dur="500"/>
                                        <p:tgtEl>
                                          <p:spTgt spid="597"/>
                                        </p:tgtEl>
                                      </p:cBhvr>
                                    </p:animEffect>
                                  </p:childTnLst>
                                </p:cTn>
                              </p:par>
                            </p:childTnLst>
                          </p:cTn>
                        </p:par>
                        <p:par>
                          <p:cTn id="37" fill="hold">
                            <p:stCondLst>
                              <p:cond delay="4000"/>
                            </p:stCondLst>
                            <p:childTnLst>
                              <p:par>
                                <p:cTn id="38" presetClass="entr" nodeType="afterEffect" presetSubtype="2" presetID="22" grpId="9" fill="hold">
                                  <p:stCondLst>
                                    <p:cond delay="0"/>
                                  </p:stCondLst>
                                  <p:iterate type="el" backwards="0">
                                    <p:tmAbs val="0"/>
                                  </p:iterate>
                                  <p:childTnLst>
                                    <p:set>
                                      <p:cBhvr>
                                        <p:cTn id="39" fill="hold"/>
                                        <p:tgtEl>
                                          <p:spTgt spid="593"/>
                                        </p:tgtEl>
                                        <p:attrNameLst>
                                          <p:attrName>style.visibility</p:attrName>
                                        </p:attrNameLst>
                                      </p:cBhvr>
                                      <p:to>
                                        <p:strVal val="visible"/>
                                      </p:to>
                                    </p:set>
                                    <p:animEffect filter="wipe(right)" transition="in">
                                      <p:cBhvr>
                                        <p:cTn id="40" dur="500"/>
                                        <p:tgtEl>
                                          <p:spTgt spid="593"/>
                                        </p:tgtEl>
                                      </p:cBhvr>
                                    </p:animEffect>
                                  </p:childTnLst>
                                </p:cTn>
                              </p:par>
                            </p:childTnLst>
                          </p:cTn>
                        </p:par>
                        <p:par>
                          <p:cTn id="41" fill="hold">
                            <p:stCondLst>
                              <p:cond delay="4500"/>
                            </p:stCondLst>
                            <p:childTnLst>
                              <p:par>
                                <p:cTn id="42" presetClass="entr" nodeType="afterEffect" presetID="9" grpId="10" fill="hold">
                                  <p:stCondLst>
                                    <p:cond delay="0"/>
                                  </p:stCondLst>
                                  <p:iterate type="el" backwards="0">
                                    <p:tmAbs val="0"/>
                                  </p:iterate>
                                  <p:childTnLst>
                                    <p:set>
                                      <p:cBhvr>
                                        <p:cTn id="43" fill="hold"/>
                                        <p:tgtEl>
                                          <p:spTgt spid="586"/>
                                        </p:tgtEl>
                                        <p:attrNameLst>
                                          <p:attrName>style.visibility</p:attrName>
                                        </p:attrNameLst>
                                      </p:cBhvr>
                                      <p:to>
                                        <p:strVal val="visible"/>
                                      </p:to>
                                    </p:set>
                                    <p:animEffect filter="dissolve" transition="in">
                                      <p:cBhvr>
                                        <p:cTn id="44" dur="750"/>
                                        <p:tgtEl>
                                          <p:spTgt spid="586"/>
                                        </p:tgtEl>
                                      </p:cBhvr>
                                    </p:animEffect>
                                  </p:childTnLst>
                                </p:cTn>
                              </p:par>
                            </p:childTnLst>
                          </p:cTn>
                        </p:par>
                        <p:par>
                          <p:cTn id="45" fill="hold">
                            <p:stCondLst>
                              <p:cond delay="5250"/>
                            </p:stCondLst>
                            <p:childTnLst>
                              <p:par>
                                <p:cTn id="46" presetClass="entr" nodeType="afterEffect" presetID="9" grpId="11" fill="hold">
                                  <p:stCondLst>
                                    <p:cond delay="0"/>
                                  </p:stCondLst>
                                  <p:iterate type="el" backwards="0">
                                    <p:tmAbs val="0"/>
                                  </p:iterate>
                                  <p:childTnLst>
                                    <p:set>
                                      <p:cBhvr>
                                        <p:cTn id="47" fill="hold"/>
                                        <p:tgtEl>
                                          <p:spTgt spid="594"/>
                                        </p:tgtEl>
                                        <p:attrNameLst>
                                          <p:attrName>style.visibility</p:attrName>
                                        </p:attrNameLst>
                                      </p:cBhvr>
                                      <p:to>
                                        <p:strVal val="visible"/>
                                      </p:to>
                                    </p:set>
                                    <p:animEffect filter="dissolve" transition="in">
                                      <p:cBhvr>
                                        <p:cTn id="48" dur="750"/>
                                        <p:tgtEl>
                                          <p:spTgt spid="594"/>
                                        </p:tgtEl>
                                      </p:cBhvr>
                                    </p:animEffect>
                                  </p:childTnLst>
                                </p:cTn>
                              </p:par>
                            </p:childTnLst>
                          </p:cTn>
                        </p:par>
                        <p:par>
                          <p:cTn id="49" fill="hold">
                            <p:stCondLst>
                              <p:cond delay="6000"/>
                            </p:stCondLst>
                            <p:childTnLst>
                              <p:par>
                                <p:cTn id="50" presetClass="entr" nodeType="afterEffect" presetID="9" grpId="12" fill="hold">
                                  <p:stCondLst>
                                    <p:cond delay="0"/>
                                  </p:stCondLst>
                                  <p:iterate type="el" backwards="0">
                                    <p:tmAbs val="0"/>
                                  </p:iterate>
                                  <p:childTnLst>
                                    <p:set>
                                      <p:cBhvr>
                                        <p:cTn id="51" fill="hold"/>
                                        <p:tgtEl>
                                          <p:spTgt spid="590"/>
                                        </p:tgtEl>
                                        <p:attrNameLst>
                                          <p:attrName>style.visibility</p:attrName>
                                        </p:attrNameLst>
                                      </p:cBhvr>
                                      <p:to>
                                        <p:strVal val="visible"/>
                                      </p:to>
                                    </p:set>
                                    <p:animEffect filter="dissolve" transition="in">
                                      <p:cBhvr>
                                        <p:cTn id="52" dur="750"/>
                                        <p:tgtEl>
                                          <p:spTgt spid="590"/>
                                        </p:tgtEl>
                                      </p:cBhvr>
                                    </p:animEffect>
                                  </p:childTnLst>
                                </p:cTn>
                              </p:par>
                            </p:childTnLst>
                          </p:cTn>
                        </p:par>
                        <p:par>
                          <p:cTn id="53" fill="hold">
                            <p:stCondLst>
                              <p:cond delay="6750"/>
                            </p:stCondLst>
                            <p:childTnLst>
                              <p:par>
                                <p:cTn id="54" presetClass="entr" nodeType="afterEffect" presetID="9" grpId="13" fill="hold">
                                  <p:stCondLst>
                                    <p:cond delay="0"/>
                                  </p:stCondLst>
                                  <p:iterate type="el" backwards="0">
                                    <p:tmAbs val="0"/>
                                  </p:iterate>
                                  <p:childTnLst>
                                    <p:set>
                                      <p:cBhvr>
                                        <p:cTn id="55" fill="hold"/>
                                        <p:tgtEl>
                                          <p:spTgt spid="598"/>
                                        </p:tgtEl>
                                        <p:attrNameLst>
                                          <p:attrName>style.visibility</p:attrName>
                                        </p:attrNameLst>
                                      </p:cBhvr>
                                      <p:to>
                                        <p:strVal val="visible"/>
                                      </p:to>
                                    </p:set>
                                    <p:animEffect filter="dissolve" transition="in">
                                      <p:cBhvr>
                                        <p:cTn id="56" dur="750"/>
                                        <p:tgtEl>
                                          <p:spTgt spid="598"/>
                                        </p:tgtEl>
                                      </p:cBhvr>
                                    </p:animEffect>
                                  </p:childTnLst>
                                </p:cTn>
                              </p:par>
                            </p:childTnLst>
                          </p:cTn>
                        </p:par>
                        <p:par>
                          <p:cTn id="57" fill="hold">
                            <p:stCondLst>
                              <p:cond delay="7500"/>
                            </p:stCondLst>
                            <p:childTnLst>
                              <p:par>
                                <p:cTn id="58" presetClass="entr" nodeType="afterEffect" presetID="9" grpId="14" fill="hold">
                                  <p:stCondLst>
                                    <p:cond delay="0"/>
                                  </p:stCondLst>
                                  <p:iterate type="el" backwards="0">
                                    <p:tmAbs val="0"/>
                                  </p:iterate>
                                  <p:childTnLst>
                                    <p:set>
                                      <p:cBhvr>
                                        <p:cTn id="59" fill="hold"/>
                                        <p:tgtEl>
                                          <p:spTgt spid="588"/>
                                        </p:tgtEl>
                                        <p:attrNameLst>
                                          <p:attrName>style.visibility</p:attrName>
                                        </p:attrNameLst>
                                      </p:cBhvr>
                                      <p:to>
                                        <p:strVal val="visible"/>
                                      </p:to>
                                    </p:set>
                                    <p:animEffect filter="dissolve" transition="in">
                                      <p:cBhvr>
                                        <p:cTn id="60" dur="750"/>
                                        <p:tgtEl>
                                          <p:spTgt spid="588"/>
                                        </p:tgtEl>
                                      </p:cBhvr>
                                    </p:animEffect>
                                  </p:childTnLst>
                                </p:cTn>
                              </p:par>
                            </p:childTnLst>
                          </p:cTn>
                        </p:par>
                        <p:par>
                          <p:cTn id="61" fill="hold">
                            <p:stCondLst>
                              <p:cond delay="8250"/>
                            </p:stCondLst>
                            <p:childTnLst>
                              <p:par>
                                <p:cTn id="62" presetClass="entr" nodeType="afterEffect" presetID="9" grpId="15" fill="hold">
                                  <p:stCondLst>
                                    <p:cond delay="0"/>
                                  </p:stCondLst>
                                  <p:iterate type="el" backwards="0">
                                    <p:tmAbs val="0"/>
                                  </p:iterate>
                                  <p:childTnLst>
                                    <p:set>
                                      <p:cBhvr>
                                        <p:cTn id="63" fill="hold"/>
                                        <p:tgtEl>
                                          <p:spTgt spid="596"/>
                                        </p:tgtEl>
                                        <p:attrNameLst>
                                          <p:attrName>style.visibility</p:attrName>
                                        </p:attrNameLst>
                                      </p:cBhvr>
                                      <p:to>
                                        <p:strVal val="visible"/>
                                      </p:to>
                                    </p:set>
                                    <p:animEffect filter="dissolve" transition="in">
                                      <p:cBhvr>
                                        <p:cTn id="64" dur="750"/>
                                        <p:tgtEl>
                                          <p:spTgt spid="596"/>
                                        </p:tgtEl>
                                      </p:cBhvr>
                                    </p:animEffect>
                                  </p:childTnLst>
                                </p:cTn>
                              </p:par>
                            </p:childTnLst>
                          </p:cTn>
                        </p:par>
                        <p:par>
                          <p:cTn id="65" fill="hold">
                            <p:stCondLst>
                              <p:cond delay="9000"/>
                            </p:stCondLst>
                            <p:childTnLst>
                              <p:par>
                                <p:cTn id="66" presetClass="entr" nodeType="afterEffect" presetID="9" grpId="16" fill="hold">
                                  <p:stCondLst>
                                    <p:cond delay="0"/>
                                  </p:stCondLst>
                                  <p:iterate type="el" backwards="0">
                                    <p:tmAbs val="0"/>
                                  </p:iterate>
                                  <p:childTnLst>
                                    <p:set>
                                      <p:cBhvr>
                                        <p:cTn id="67" fill="hold"/>
                                        <p:tgtEl>
                                          <p:spTgt spid="592"/>
                                        </p:tgtEl>
                                        <p:attrNameLst>
                                          <p:attrName>style.visibility</p:attrName>
                                        </p:attrNameLst>
                                      </p:cBhvr>
                                      <p:to>
                                        <p:strVal val="visible"/>
                                      </p:to>
                                    </p:set>
                                    <p:animEffect filter="dissolve" transition="in">
                                      <p:cBhvr>
                                        <p:cTn id="68" dur="750"/>
                                        <p:tgtEl>
                                          <p:spTgt spid="592"/>
                                        </p:tgtEl>
                                      </p:cBhvr>
                                    </p:animEffect>
                                  </p:childTnLst>
                                </p:cTn>
                              </p:par>
                            </p:childTnLst>
                          </p:cTn>
                        </p:par>
                        <p:par>
                          <p:cTn id="69" fill="hold">
                            <p:stCondLst>
                              <p:cond delay="9750"/>
                            </p:stCondLst>
                            <p:childTnLst>
                              <p:par>
                                <p:cTn id="70" presetClass="entr" nodeType="afterEffect" presetID="9" grpId="17" fill="hold">
                                  <p:stCondLst>
                                    <p:cond delay="0"/>
                                  </p:stCondLst>
                                  <p:iterate type="el" backwards="0">
                                    <p:tmAbs val="0"/>
                                  </p:iterate>
                                  <p:childTnLst>
                                    <p:set>
                                      <p:cBhvr>
                                        <p:cTn id="71" fill="hold"/>
                                        <p:tgtEl>
                                          <p:spTgt spid="600"/>
                                        </p:tgtEl>
                                        <p:attrNameLst>
                                          <p:attrName>style.visibility</p:attrName>
                                        </p:attrNameLst>
                                      </p:cBhvr>
                                      <p:to>
                                        <p:strVal val="visible"/>
                                      </p:to>
                                    </p:set>
                                    <p:animEffect filter="dissolve" transition="in">
                                      <p:cBhvr>
                                        <p:cTn id="72" dur="750"/>
                                        <p:tgtEl>
                                          <p:spTgt spid="600"/>
                                        </p:tgtEl>
                                      </p:cBhvr>
                                    </p:animEffect>
                                  </p:childTnLst>
                                </p:cTn>
                              </p:par>
                            </p:childTnLst>
                          </p:cTn>
                        </p:par>
                        <p:par>
                          <p:cTn id="73" fill="hold">
                            <p:stCondLst>
                              <p:cond delay="10500"/>
                            </p:stCondLst>
                            <p:childTnLst>
                              <p:par>
                                <p:cTn id="74" presetClass="entr" nodeType="afterEffect" presetID="9" grpId="18" fill="hold">
                                  <p:stCondLst>
                                    <p:cond delay="0"/>
                                  </p:stCondLst>
                                  <p:iterate type="el" backwards="0">
                                    <p:tmAbs val="0"/>
                                  </p:iterate>
                                  <p:childTnLst>
                                    <p:set>
                                      <p:cBhvr>
                                        <p:cTn id="75" fill="hold"/>
                                        <p:tgtEl>
                                          <p:spTgt spid="602"/>
                                        </p:tgtEl>
                                        <p:attrNameLst>
                                          <p:attrName>style.visibility</p:attrName>
                                        </p:attrNameLst>
                                      </p:cBhvr>
                                      <p:to>
                                        <p:strVal val="visible"/>
                                      </p:to>
                                    </p:set>
                                    <p:animEffect filter="dissolve" transition="in">
                                      <p:cBhvr>
                                        <p:cTn id="76" dur="500"/>
                                        <p:tgtEl>
                                          <p:spTgt spid="602"/>
                                        </p:tgtEl>
                                      </p:cBhvr>
                                    </p:animEffect>
                                  </p:childTnLst>
                                </p:cTn>
                              </p:par>
                            </p:childTnLst>
                          </p:cTn>
                        </p:par>
                        <p:par>
                          <p:cTn id="77" fill="hold">
                            <p:stCondLst>
                              <p:cond delay="11000"/>
                            </p:stCondLst>
                            <p:childTnLst>
                              <p:par>
                                <p:cTn id="78" presetClass="entr" nodeType="afterEffect" presetID="9" grpId="19" fill="hold">
                                  <p:stCondLst>
                                    <p:cond delay="0"/>
                                  </p:stCondLst>
                                  <p:iterate type="el" backwards="0">
                                    <p:tmAbs val="0"/>
                                  </p:iterate>
                                  <p:childTnLst>
                                    <p:set>
                                      <p:cBhvr>
                                        <p:cTn id="79" fill="hold"/>
                                        <p:tgtEl>
                                          <p:spTgt spid="603"/>
                                        </p:tgtEl>
                                        <p:attrNameLst>
                                          <p:attrName>style.visibility</p:attrName>
                                        </p:attrNameLst>
                                      </p:cBhvr>
                                      <p:to>
                                        <p:strVal val="visible"/>
                                      </p:to>
                                    </p:set>
                                    <p:animEffect filter="dissolve" transition="in">
                                      <p:cBhvr>
                                        <p:cTn id="80" dur="500"/>
                                        <p:tgtEl>
                                          <p:spTgt spid="603"/>
                                        </p:tgtEl>
                                      </p:cBhvr>
                                    </p:animEffect>
                                  </p:childTnLst>
                                </p:cTn>
                              </p:par>
                            </p:childTnLst>
                          </p:cTn>
                        </p:par>
                        <p:par>
                          <p:cTn id="81" fill="hold">
                            <p:stCondLst>
                              <p:cond delay="11500"/>
                            </p:stCondLst>
                            <p:childTnLst>
                              <p:par>
                                <p:cTn id="82" presetClass="entr" nodeType="afterEffect" presetID="9" grpId="20" fill="hold">
                                  <p:stCondLst>
                                    <p:cond delay="0"/>
                                  </p:stCondLst>
                                  <p:iterate type="el" backwards="0">
                                    <p:tmAbs val="0"/>
                                  </p:iterate>
                                  <p:childTnLst>
                                    <p:set>
                                      <p:cBhvr>
                                        <p:cTn id="83" fill="hold"/>
                                        <p:tgtEl>
                                          <p:spTgt spid="604"/>
                                        </p:tgtEl>
                                        <p:attrNameLst>
                                          <p:attrName>style.visibility</p:attrName>
                                        </p:attrNameLst>
                                      </p:cBhvr>
                                      <p:to>
                                        <p:strVal val="visible"/>
                                      </p:to>
                                    </p:set>
                                    <p:animEffect filter="dissolve" transition="in">
                                      <p:cBhvr>
                                        <p:cTn id="84" dur="500"/>
                                        <p:tgtEl>
                                          <p:spTgt spid="604"/>
                                        </p:tgtEl>
                                      </p:cBhvr>
                                    </p:animEffect>
                                  </p:childTnLst>
                                </p:cTn>
                              </p:par>
                            </p:childTnLst>
                          </p:cTn>
                        </p:par>
                        <p:par>
                          <p:cTn id="85" fill="hold">
                            <p:stCondLst>
                              <p:cond delay="12000"/>
                            </p:stCondLst>
                            <p:childTnLst>
                              <p:par>
                                <p:cTn id="86" presetClass="entr" nodeType="afterEffect" presetID="9" grpId="21" fill="hold">
                                  <p:stCondLst>
                                    <p:cond delay="0"/>
                                  </p:stCondLst>
                                  <p:iterate type="el" backwards="0">
                                    <p:tmAbs val="0"/>
                                  </p:iterate>
                                  <p:childTnLst>
                                    <p:set>
                                      <p:cBhvr>
                                        <p:cTn id="87" fill="hold"/>
                                        <p:tgtEl>
                                          <p:spTgt spid="605"/>
                                        </p:tgtEl>
                                        <p:attrNameLst>
                                          <p:attrName>style.visibility</p:attrName>
                                        </p:attrNameLst>
                                      </p:cBhvr>
                                      <p:to>
                                        <p:strVal val="visible"/>
                                      </p:to>
                                    </p:set>
                                    <p:animEffect filter="dissolve" transition="in">
                                      <p:cBhvr>
                                        <p:cTn id="88" dur="500"/>
                                        <p:tgtEl>
                                          <p:spTgt spid="605"/>
                                        </p:tgtEl>
                                      </p:cBhvr>
                                    </p:animEffect>
                                  </p:childTnLst>
                                </p:cTn>
                              </p:par>
                            </p:childTnLst>
                          </p:cTn>
                        </p:par>
                        <p:par>
                          <p:cTn id="89" fill="hold">
                            <p:stCondLst>
                              <p:cond delay="12500"/>
                            </p:stCondLst>
                            <p:childTnLst>
                              <p:par>
                                <p:cTn id="90" presetClass="entr" nodeType="afterEffect" presetID="9" grpId="22" fill="hold">
                                  <p:stCondLst>
                                    <p:cond delay="0"/>
                                  </p:stCondLst>
                                  <p:iterate type="el" backwards="0">
                                    <p:tmAbs val="0"/>
                                  </p:iterate>
                                  <p:childTnLst>
                                    <p:set>
                                      <p:cBhvr>
                                        <p:cTn id="91" fill="hold"/>
                                        <p:tgtEl>
                                          <p:spTgt spid="609"/>
                                        </p:tgtEl>
                                        <p:attrNameLst>
                                          <p:attrName>style.visibility</p:attrName>
                                        </p:attrNameLst>
                                      </p:cBhvr>
                                      <p:to>
                                        <p:strVal val="visible"/>
                                      </p:to>
                                    </p:set>
                                    <p:animEffect filter="dissolve" transition="in">
                                      <p:cBhvr>
                                        <p:cTn id="92" dur="500"/>
                                        <p:tgtEl>
                                          <p:spTgt spid="609"/>
                                        </p:tgtEl>
                                      </p:cBhvr>
                                    </p:animEffect>
                                  </p:childTnLst>
                                </p:cTn>
                              </p:par>
                            </p:childTnLst>
                          </p:cTn>
                        </p:par>
                        <p:par>
                          <p:cTn id="93" fill="hold">
                            <p:stCondLst>
                              <p:cond delay="13000"/>
                            </p:stCondLst>
                            <p:childTnLst>
                              <p:par>
                                <p:cTn id="94" presetClass="entr" nodeType="afterEffect" presetID="9" grpId="23" fill="hold">
                                  <p:stCondLst>
                                    <p:cond delay="0"/>
                                  </p:stCondLst>
                                  <p:iterate type="el" backwards="0">
                                    <p:tmAbs val="0"/>
                                  </p:iterate>
                                  <p:childTnLst>
                                    <p:set>
                                      <p:cBhvr>
                                        <p:cTn id="95" fill="hold"/>
                                        <p:tgtEl>
                                          <p:spTgt spid="608"/>
                                        </p:tgtEl>
                                        <p:attrNameLst>
                                          <p:attrName>style.visibility</p:attrName>
                                        </p:attrNameLst>
                                      </p:cBhvr>
                                      <p:to>
                                        <p:strVal val="visible"/>
                                      </p:to>
                                    </p:set>
                                    <p:animEffect filter="dissolve" transition="in">
                                      <p:cBhvr>
                                        <p:cTn id="96" dur="500"/>
                                        <p:tgtEl>
                                          <p:spTgt spid="608"/>
                                        </p:tgtEl>
                                      </p:cBhvr>
                                    </p:animEffect>
                                  </p:childTnLst>
                                </p:cTn>
                              </p:par>
                            </p:childTnLst>
                          </p:cTn>
                        </p:par>
                        <p:par>
                          <p:cTn id="97" fill="hold">
                            <p:stCondLst>
                              <p:cond delay="13500"/>
                            </p:stCondLst>
                            <p:childTnLst>
                              <p:par>
                                <p:cTn id="98" presetClass="entr" nodeType="afterEffect" presetID="9" grpId="24" fill="hold">
                                  <p:stCondLst>
                                    <p:cond delay="0"/>
                                  </p:stCondLst>
                                  <p:iterate type="el" backwards="0">
                                    <p:tmAbs val="0"/>
                                  </p:iterate>
                                  <p:childTnLst>
                                    <p:set>
                                      <p:cBhvr>
                                        <p:cTn id="99" fill="hold"/>
                                        <p:tgtEl>
                                          <p:spTgt spid="607"/>
                                        </p:tgtEl>
                                        <p:attrNameLst>
                                          <p:attrName>style.visibility</p:attrName>
                                        </p:attrNameLst>
                                      </p:cBhvr>
                                      <p:to>
                                        <p:strVal val="visible"/>
                                      </p:to>
                                    </p:set>
                                    <p:animEffect filter="dissolve" transition="in">
                                      <p:cBhvr>
                                        <p:cTn id="100" dur="500"/>
                                        <p:tgtEl>
                                          <p:spTgt spid="607"/>
                                        </p:tgtEl>
                                      </p:cBhvr>
                                    </p:animEffect>
                                  </p:childTnLst>
                                </p:cTn>
                              </p:par>
                            </p:childTnLst>
                          </p:cTn>
                        </p:par>
                        <p:par>
                          <p:cTn id="101" fill="hold">
                            <p:stCondLst>
                              <p:cond delay="14000"/>
                            </p:stCondLst>
                            <p:childTnLst>
                              <p:par>
                                <p:cTn id="102" presetClass="entr" nodeType="afterEffect" presetID="9" grpId="25" fill="hold">
                                  <p:stCondLst>
                                    <p:cond delay="0"/>
                                  </p:stCondLst>
                                  <p:iterate type="el" backwards="0">
                                    <p:tmAbs val="0"/>
                                  </p:iterate>
                                  <p:childTnLst>
                                    <p:set>
                                      <p:cBhvr>
                                        <p:cTn id="103" fill="hold"/>
                                        <p:tgtEl>
                                          <p:spTgt spid="606"/>
                                        </p:tgtEl>
                                        <p:attrNameLst>
                                          <p:attrName>style.visibility</p:attrName>
                                        </p:attrNameLst>
                                      </p:cBhvr>
                                      <p:to>
                                        <p:strVal val="visible"/>
                                      </p:to>
                                    </p:set>
                                    <p:animEffect filter="dissolve" transition="in">
                                      <p:cBhvr>
                                        <p:cTn id="104" dur="500"/>
                                        <p:tgtEl>
                                          <p:spTgt spid="60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85" grpId="1"/>
      <p:bldP build="whole" bldLvl="1" animBg="1" rev="0" advAuto="0" spid="606" grpId="25"/>
      <p:bldP build="whole" bldLvl="1" animBg="1" rev="0" advAuto="0" spid="609" grpId="22"/>
      <p:bldP build="whole" bldLvl="1" animBg="1" rev="0" advAuto="0" spid="588" grpId="14"/>
      <p:bldP build="whole" bldLvl="1" animBg="1" rev="0" advAuto="0" spid="594" grpId="11"/>
      <p:bldP build="whole" bldLvl="1" animBg="1" rev="0" advAuto="0" spid="599" grpId="6"/>
      <p:bldP build="whole" bldLvl="1" animBg="1" rev="0" advAuto="0" spid="597" grpId="8"/>
      <p:bldP build="whole" bldLvl="1" animBg="1" rev="0" advAuto="0" spid="590" grpId="12"/>
      <p:bldP build="whole" bldLvl="1" animBg="1" rev="0" advAuto="0" spid="604" grpId="20"/>
      <p:bldP build="whole" bldLvl="1" animBg="1" rev="0" advAuto="0" spid="602" grpId="18"/>
      <p:bldP build="whole" bldLvl="1" animBg="1" rev="0" advAuto="0" spid="587" grpId="3"/>
      <p:bldP build="whole" bldLvl="1" animBg="1" rev="0" advAuto="0" spid="593" grpId="9"/>
      <p:bldP build="whole" bldLvl="1" animBg="1" rev="0" advAuto="0" spid="598" grpId="13"/>
      <p:bldP build="whole" bldLvl="1" animBg="1" rev="0" advAuto="0" spid="607" grpId="24"/>
      <p:bldP build="whole" bldLvl="1" animBg="1" rev="0" advAuto="0" spid="586" grpId="10"/>
      <p:bldP build="whole" bldLvl="1" animBg="1" rev="0" advAuto="0" spid="605" grpId="21"/>
      <p:bldP build="whole" bldLvl="1" animBg="1" rev="0" advAuto="0" spid="603" grpId="19"/>
      <p:bldP build="whole" bldLvl="1" animBg="1" rev="0" advAuto="0" spid="596" grpId="15"/>
      <p:bldP build="whole" bldLvl="1" animBg="1" rev="0" advAuto="0" spid="600" grpId="17"/>
      <p:bldP build="whole" bldLvl="1" animBg="1" rev="0" advAuto="0" spid="592" grpId="16"/>
      <p:bldP build="whole" bldLvl="1" animBg="1" rev="0" advAuto="0" spid="601" grpId="2"/>
      <p:bldP build="whole" bldLvl="1" animBg="1" rev="0" advAuto="0" spid="595" grpId="4"/>
      <p:bldP build="whole" bldLvl="1" animBg="1" rev="0" advAuto="0" spid="589" grpId="7"/>
      <p:bldP build="whole" bldLvl="1" animBg="1" rev="0" advAuto="0" spid="608" grpId="23"/>
      <p:bldP build="whole" bldLvl="1" animBg="1" rev="0" advAuto="0" spid="591" grpId="5"/>
    </p:bldLst>
  </p:timing>
</p:sld>
</file>

<file path=ppt/slides/slide2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3" name="Shape 613"/>
          <p:cNvSpPr/>
          <p:nvPr/>
        </p:nvSpPr>
        <p:spPr>
          <a:xfrm>
            <a:off x="11353800" y="5116512"/>
            <a:ext cx="1687513" cy="16895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6075"/>
                </a:moveTo>
                <a:lnTo>
                  <a:pt x="10125" y="6075"/>
                </a:lnTo>
                <a:lnTo>
                  <a:pt x="10125" y="7425"/>
                </a:lnTo>
                <a:lnTo>
                  <a:pt x="8775" y="7425"/>
                </a:lnTo>
                <a:lnTo>
                  <a:pt x="8775" y="6075"/>
                </a:lnTo>
                <a:lnTo>
                  <a:pt x="4050" y="6075"/>
                </a:lnTo>
                <a:cubicBezTo>
                  <a:pt x="3677" y="6075"/>
                  <a:pt x="3375" y="5773"/>
                  <a:pt x="3375" y="5400"/>
                </a:cubicBezTo>
                <a:cubicBezTo>
                  <a:pt x="3375" y="5027"/>
                  <a:pt x="3677" y="4725"/>
                  <a:pt x="4050" y="4725"/>
                </a:cubicBezTo>
                <a:lnTo>
                  <a:pt x="8775" y="4725"/>
                </a:lnTo>
                <a:lnTo>
                  <a:pt x="8775" y="3375"/>
                </a:lnTo>
                <a:lnTo>
                  <a:pt x="10125" y="3375"/>
                </a:lnTo>
                <a:lnTo>
                  <a:pt x="10125" y="4725"/>
                </a:lnTo>
                <a:lnTo>
                  <a:pt x="17550" y="4725"/>
                </a:lnTo>
                <a:cubicBezTo>
                  <a:pt x="17923" y="4725"/>
                  <a:pt x="18225" y="5027"/>
                  <a:pt x="18225" y="5400"/>
                </a:cubicBezTo>
                <a:cubicBezTo>
                  <a:pt x="18225" y="5773"/>
                  <a:pt x="17923" y="6075"/>
                  <a:pt x="17550" y="6075"/>
                </a:cubicBezTo>
                <a:close/>
                <a:moveTo>
                  <a:pt x="17550" y="11475"/>
                </a:moveTo>
                <a:lnTo>
                  <a:pt x="15525" y="11475"/>
                </a:lnTo>
                <a:lnTo>
                  <a:pt x="15525" y="12825"/>
                </a:lnTo>
                <a:lnTo>
                  <a:pt x="14175" y="12825"/>
                </a:lnTo>
                <a:lnTo>
                  <a:pt x="14175" y="11475"/>
                </a:lnTo>
                <a:lnTo>
                  <a:pt x="4050" y="11475"/>
                </a:lnTo>
                <a:cubicBezTo>
                  <a:pt x="3677" y="11475"/>
                  <a:pt x="3375" y="11173"/>
                  <a:pt x="3375" y="10800"/>
                </a:cubicBezTo>
                <a:cubicBezTo>
                  <a:pt x="3375" y="10427"/>
                  <a:pt x="3677" y="10125"/>
                  <a:pt x="4050" y="10125"/>
                </a:cubicBezTo>
                <a:lnTo>
                  <a:pt x="14175" y="10125"/>
                </a:lnTo>
                <a:lnTo>
                  <a:pt x="14175" y="8775"/>
                </a:lnTo>
                <a:lnTo>
                  <a:pt x="15525" y="8775"/>
                </a:lnTo>
                <a:lnTo>
                  <a:pt x="15525" y="10125"/>
                </a:lnTo>
                <a:lnTo>
                  <a:pt x="17550" y="10125"/>
                </a:lnTo>
                <a:cubicBezTo>
                  <a:pt x="17923" y="10125"/>
                  <a:pt x="18225" y="10427"/>
                  <a:pt x="18225" y="10800"/>
                </a:cubicBezTo>
                <a:cubicBezTo>
                  <a:pt x="18225" y="11173"/>
                  <a:pt x="17923" y="11475"/>
                  <a:pt x="17550" y="11475"/>
                </a:cubicBezTo>
                <a:close/>
                <a:moveTo>
                  <a:pt x="17550" y="16875"/>
                </a:moveTo>
                <a:lnTo>
                  <a:pt x="6750" y="16875"/>
                </a:lnTo>
                <a:lnTo>
                  <a:pt x="6750" y="18225"/>
                </a:lnTo>
                <a:lnTo>
                  <a:pt x="5400" y="18225"/>
                </a:lnTo>
                <a:lnTo>
                  <a:pt x="5400" y="16875"/>
                </a:lnTo>
                <a:lnTo>
                  <a:pt x="4050" y="16875"/>
                </a:lnTo>
                <a:cubicBezTo>
                  <a:pt x="3677" y="16875"/>
                  <a:pt x="3375" y="16573"/>
                  <a:pt x="3375" y="16200"/>
                </a:cubicBezTo>
                <a:cubicBezTo>
                  <a:pt x="3375" y="15828"/>
                  <a:pt x="3677" y="15525"/>
                  <a:pt x="4050" y="15525"/>
                </a:cubicBezTo>
                <a:lnTo>
                  <a:pt x="5400" y="15525"/>
                </a:lnTo>
                <a:lnTo>
                  <a:pt x="5400" y="14175"/>
                </a:lnTo>
                <a:lnTo>
                  <a:pt x="6750" y="14175"/>
                </a:lnTo>
                <a:lnTo>
                  <a:pt x="6750" y="15525"/>
                </a:lnTo>
                <a:lnTo>
                  <a:pt x="17550" y="15525"/>
                </a:lnTo>
                <a:cubicBezTo>
                  <a:pt x="17923" y="15525"/>
                  <a:pt x="18225" y="15828"/>
                  <a:pt x="18225" y="16200"/>
                </a:cubicBezTo>
                <a:cubicBezTo>
                  <a:pt x="18225" y="16573"/>
                  <a:pt x="17923" y="16875"/>
                  <a:pt x="17550" y="16875"/>
                </a:cubicBezTo>
                <a:close/>
                <a:moveTo>
                  <a:pt x="20250" y="2025"/>
                </a:moveTo>
                <a:cubicBezTo>
                  <a:pt x="20250" y="1652"/>
                  <a:pt x="19948" y="1350"/>
                  <a:pt x="19575" y="1350"/>
                </a:cubicBezTo>
                <a:lnTo>
                  <a:pt x="2025" y="1350"/>
                </a:lnTo>
                <a:cubicBezTo>
                  <a:pt x="1652" y="1350"/>
                  <a:pt x="1350" y="1652"/>
                  <a:pt x="1350" y="2025"/>
                </a:cubicBezTo>
                <a:lnTo>
                  <a:pt x="1350" y="19575"/>
                </a:lnTo>
                <a:cubicBezTo>
                  <a:pt x="1350" y="19948"/>
                  <a:pt x="1652" y="20250"/>
                  <a:pt x="2025" y="20250"/>
                </a:cubicBezTo>
                <a:lnTo>
                  <a:pt x="19575" y="20250"/>
                </a:lnTo>
                <a:cubicBezTo>
                  <a:pt x="19948" y="20250"/>
                  <a:pt x="20250" y="19948"/>
                  <a:pt x="20250" y="19575"/>
                </a:cubicBezTo>
                <a:cubicBezTo>
                  <a:pt x="20250" y="19575"/>
                  <a:pt x="20250" y="2025"/>
                  <a:pt x="20250" y="2025"/>
                </a:cubicBezTo>
                <a:close/>
                <a:moveTo>
                  <a:pt x="19575" y="21600"/>
                </a:moveTo>
                <a:lnTo>
                  <a:pt x="2025" y="21600"/>
                </a:lnTo>
                <a:cubicBezTo>
                  <a:pt x="907" y="21600"/>
                  <a:pt x="0" y="20693"/>
                  <a:pt x="0" y="19575"/>
                </a:cubicBezTo>
                <a:lnTo>
                  <a:pt x="0" y="2025"/>
                </a:lnTo>
                <a:cubicBezTo>
                  <a:pt x="0" y="907"/>
                  <a:pt x="907" y="0"/>
                  <a:pt x="2025" y="0"/>
                </a:cubicBezTo>
                <a:lnTo>
                  <a:pt x="19575" y="0"/>
                </a:lnTo>
                <a:cubicBezTo>
                  <a:pt x="20693" y="0"/>
                  <a:pt x="21600" y="907"/>
                  <a:pt x="21600" y="2025"/>
                </a:cubicBezTo>
                <a:lnTo>
                  <a:pt x="21600" y="19575"/>
                </a:lnTo>
                <a:cubicBezTo>
                  <a:pt x="21600" y="20693"/>
                  <a:pt x="20693" y="21600"/>
                  <a:pt x="19575" y="21600"/>
                </a:cubicBezTo>
                <a:close/>
              </a:path>
            </a:pathLst>
          </a:custGeom>
          <a:solidFill>
            <a:srgbClr val="49A3DF"/>
          </a:solidFill>
          <a:ln w="12700">
            <a:miter lim="400000"/>
          </a:ln>
        </p:spPr>
        <p:txBody>
          <a:bodyPr lIns="45719" rIns="45719"/>
          <a:lstStyle/>
          <a:p>
            <a:pPr defTabSz="914400">
              <a:defRPr sz="5600">
                <a:latin typeface="Gill Sans"/>
                <a:ea typeface="Gill Sans"/>
                <a:cs typeface="Gill Sans"/>
                <a:sym typeface="Gill Sans"/>
              </a:defRPr>
            </a:pPr>
          </a:p>
        </p:txBody>
      </p:sp>
      <p:sp>
        <p:nvSpPr>
          <p:cNvPr id="614" name="Shape 614"/>
          <p:cNvSpPr/>
          <p:nvPr/>
        </p:nvSpPr>
        <p:spPr>
          <a:xfrm>
            <a:off x="9359900" y="8451449"/>
            <a:ext cx="5791200" cy="2832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defTabSz="914400">
              <a:defRPr sz="5600">
                <a:latin typeface="Raleway Regular"/>
                <a:ea typeface="Raleway Regular"/>
                <a:cs typeface="Raleway Regular"/>
                <a:sym typeface="Raleway Regular"/>
              </a:defRPr>
            </a:pPr>
            <a:r>
              <a:rPr sz="3200">
                <a:solidFill>
                  <a:srgbClr val="FFFFFF"/>
                </a:solidFill>
                <a:latin typeface="Raleway SemiBold"/>
                <a:ea typeface="Raleway SemiBold"/>
                <a:cs typeface="Raleway SemiBold"/>
                <a:sym typeface="Raleway SemiBold"/>
              </a:rPr>
              <a:t>SERVICIO 2</a:t>
            </a:r>
            <a:endParaRPr sz="3200">
              <a:solidFill>
                <a:srgbClr val="FFFFFF"/>
              </a:solidFill>
              <a:latin typeface="Raleway SemiBold"/>
              <a:ea typeface="Raleway SemiBold"/>
              <a:cs typeface="Raleway SemiBold"/>
              <a:sym typeface="Raleway SemiBold"/>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r>
              <a:rPr sz="2700">
                <a:solidFill>
                  <a:srgbClr val="FFFFFF"/>
                </a:solidFill>
              </a:rPr>
              <a:t>Descripción del servicio que ofreces como empresa o freelance.</a:t>
            </a: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p:txBody>
      </p:sp>
      <p:sp>
        <p:nvSpPr>
          <p:cNvPr id="615" name="Shape 615"/>
          <p:cNvSpPr/>
          <p:nvPr/>
        </p:nvSpPr>
        <p:spPr>
          <a:xfrm>
            <a:off x="11201400" y="9079903"/>
            <a:ext cx="1981200" cy="1"/>
          </a:xfrm>
          <a:prstGeom prst="line">
            <a:avLst/>
          </a:prstGeom>
          <a:ln w="25400" cap="rnd">
            <a:solidFill>
              <a:srgbClr val="E8E8E8"/>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616" name="Shape 616"/>
          <p:cNvSpPr/>
          <p:nvPr/>
        </p:nvSpPr>
        <p:spPr>
          <a:xfrm>
            <a:off x="18364200" y="5114925"/>
            <a:ext cx="1687513" cy="1584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8563" y="7200"/>
                  <a:pt x="6750" y="9134"/>
                  <a:pt x="6750" y="11520"/>
                </a:cubicBezTo>
                <a:cubicBezTo>
                  <a:pt x="6750" y="13906"/>
                  <a:pt x="8563" y="15840"/>
                  <a:pt x="10800" y="15840"/>
                </a:cubicBezTo>
                <a:cubicBezTo>
                  <a:pt x="13037" y="15840"/>
                  <a:pt x="14850" y="13906"/>
                  <a:pt x="14850" y="11520"/>
                </a:cubicBezTo>
                <a:cubicBezTo>
                  <a:pt x="14850" y="9134"/>
                  <a:pt x="13037" y="7200"/>
                  <a:pt x="10800" y="7200"/>
                </a:cubicBezTo>
                <a:close/>
                <a:moveTo>
                  <a:pt x="10800" y="17280"/>
                </a:moveTo>
                <a:cubicBezTo>
                  <a:pt x="7818" y="17280"/>
                  <a:pt x="5400" y="14701"/>
                  <a:pt x="5400" y="11520"/>
                </a:cubicBezTo>
                <a:cubicBezTo>
                  <a:pt x="5400" y="8339"/>
                  <a:pt x="7818" y="5760"/>
                  <a:pt x="10800" y="5760"/>
                </a:cubicBezTo>
                <a:cubicBezTo>
                  <a:pt x="13782" y="5760"/>
                  <a:pt x="16200" y="8339"/>
                  <a:pt x="16200" y="11520"/>
                </a:cubicBezTo>
                <a:cubicBezTo>
                  <a:pt x="16200" y="14701"/>
                  <a:pt x="13782" y="17280"/>
                  <a:pt x="10800" y="17280"/>
                </a:cubicBezTo>
                <a:close/>
                <a:moveTo>
                  <a:pt x="20250" y="5040"/>
                </a:moveTo>
                <a:cubicBezTo>
                  <a:pt x="20250" y="4642"/>
                  <a:pt x="19948" y="4320"/>
                  <a:pt x="19575" y="4320"/>
                </a:cubicBezTo>
                <a:lnTo>
                  <a:pt x="16157" y="4320"/>
                </a:lnTo>
                <a:cubicBezTo>
                  <a:pt x="16171" y="4260"/>
                  <a:pt x="16200" y="4204"/>
                  <a:pt x="16200" y="4140"/>
                </a:cubicBezTo>
                <a:lnTo>
                  <a:pt x="15120" y="2340"/>
                </a:lnTo>
                <a:cubicBezTo>
                  <a:pt x="15120" y="2340"/>
                  <a:pt x="14636" y="1440"/>
                  <a:pt x="14040" y="1440"/>
                </a:cubicBezTo>
                <a:lnTo>
                  <a:pt x="7560" y="1440"/>
                </a:lnTo>
                <a:cubicBezTo>
                  <a:pt x="6963" y="1440"/>
                  <a:pt x="6480" y="2340"/>
                  <a:pt x="6480" y="2340"/>
                </a:cubicBezTo>
                <a:lnTo>
                  <a:pt x="5400" y="4140"/>
                </a:lnTo>
                <a:cubicBezTo>
                  <a:pt x="5400" y="4204"/>
                  <a:pt x="5428" y="4260"/>
                  <a:pt x="5443" y="4320"/>
                </a:cubicBezTo>
                <a:lnTo>
                  <a:pt x="2025" y="4320"/>
                </a:lnTo>
                <a:cubicBezTo>
                  <a:pt x="1652" y="4320"/>
                  <a:pt x="1350" y="4642"/>
                  <a:pt x="1350" y="5040"/>
                </a:cubicBezTo>
                <a:lnTo>
                  <a:pt x="1350" y="19440"/>
                </a:lnTo>
                <a:cubicBezTo>
                  <a:pt x="1350" y="19837"/>
                  <a:pt x="1652" y="20160"/>
                  <a:pt x="2025" y="20160"/>
                </a:cubicBezTo>
                <a:lnTo>
                  <a:pt x="19575" y="20160"/>
                </a:lnTo>
                <a:cubicBezTo>
                  <a:pt x="19948" y="20160"/>
                  <a:pt x="20250" y="19837"/>
                  <a:pt x="20250" y="19440"/>
                </a:cubicBezTo>
                <a:cubicBezTo>
                  <a:pt x="20250" y="19440"/>
                  <a:pt x="20250" y="5040"/>
                  <a:pt x="20250" y="5040"/>
                </a:cubicBezTo>
                <a:close/>
                <a:moveTo>
                  <a:pt x="20250" y="21600"/>
                </a:moveTo>
                <a:lnTo>
                  <a:pt x="1350" y="21600"/>
                </a:lnTo>
                <a:cubicBezTo>
                  <a:pt x="605" y="21600"/>
                  <a:pt x="0" y="20955"/>
                  <a:pt x="0" y="20160"/>
                </a:cubicBezTo>
                <a:lnTo>
                  <a:pt x="0" y="4320"/>
                </a:lnTo>
                <a:cubicBezTo>
                  <a:pt x="0" y="3525"/>
                  <a:pt x="605" y="2880"/>
                  <a:pt x="1350" y="2880"/>
                </a:cubicBezTo>
                <a:lnTo>
                  <a:pt x="4725" y="2880"/>
                </a:lnTo>
                <a:lnTo>
                  <a:pt x="5400" y="1440"/>
                </a:lnTo>
                <a:cubicBezTo>
                  <a:pt x="5400" y="1440"/>
                  <a:pt x="6004" y="0"/>
                  <a:pt x="6750" y="0"/>
                </a:cubicBezTo>
                <a:lnTo>
                  <a:pt x="14850" y="0"/>
                </a:lnTo>
                <a:cubicBezTo>
                  <a:pt x="15596" y="0"/>
                  <a:pt x="16200" y="1440"/>
                  <a:pt x="16200" y="1440"/>
                </a:cubicBezTo>
                <a:lnTo>
                  <a:pt x="16875" y="2880"/>
                </a:lnTo>
                <a:lnTo>
                  <a:pt x="20250" y="2880"/>
                </a:lnTo>
                <a:cubicBezTo>
                  <a:pt x="20995" y="2880"/>
                  <a:pt x="21600" y="3525"/>
                  <a:pt x="21600" y="4320"/>
                </a:cubicBezTo>
                <a:lnTo>
                  <a:pt x="21600" y="20160"/>
                </a:lnTo>
                <a:cubicBezTo>
                  <a:pt x="21600" y="20955"/>
                  <a:pt x="20995" y="21600"/>
                  <a:pt x="20250" y="21600"/>
                </a:cubicBezTo>
                <a:close/>
              </a:path>
            </a:pathLst>
          </a:custGeom>
          <a:solidFill>
            <a:srgbClr val="49A3DF"/>
          </a:solidFill>
          <a:ln w="12700">
            <a:miter lim="400000"/>
          </a:ln>
        </p:spPr>
        <p:txBody>
          <a:bodyPr lIns="45719" rIns="45719"/>
          <a:lstStyle/>
          <a:p>
            <a:pPr defTabSz="914400">
              <a:defRPr sz="5600">
                <a:latin typeface="Gill Sans"/>
                <a:ea typeface="Gill Sans"/>
                <a:cs typeface="Gill Sans"/>
                <a:sym typeface="Gill Sans"/>
              </a:defRPr>
            </a:pPr>
          </a:p>
        </p:txBody>
      </p:sp>
      <p:sp>
        <p:nvSpPr>
          <p:cNvPr id="617" name="Shape 617"/>
          <p:cNvSpPr/>
          <p:nvPr/>
        </p:nvSpPr>
        <p:spPr>
          <a:xfrm>
            <a:off x="16319500" y="8451449"/>
            <a:ext cx="5791200" cy="2832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defTabSz="914400">
              <a:defRPr sz="5600">
                <a:latin typeface="Raleway Regular"/>
                <a:ea typeface="Raleway Regular"/>
                <a:cs typeface="Raleway Regular"/>
                <a:sym typeface="Raleway Regular"/>
              </a:defRPr>
            </a:pPr>
            <a:r>
              <a:rPr sz="3200">
                <a:solidFill>
                  <a:srgbClr val="FFFFFF"/>
                </a:solidFill>
                <a:latin typeface="Raleway SemiBold"/>
                <a:ea typeface="Raleway SemiBold"/>
                <a:cs typeface="Raleway SemiBold"/>
                <a:sym typeface="Raleway SemiBold"/>
              </a:rPr>
              <a:t>SERVICIO 3</a:t>
            </a:r>
            <a:endParaRPr sz="3200">
              <a:solidFill>
                <a:srgbClr val="FFFFFF"/>
              </a:solidFill>
              <a:latin typeface="Raleway SemiBold"/>
              <a:ea typeface="Raleway SemiBold"/>
              <a:cs typeface="Raleway SemiBold"/>
              <a:sym typeface="Raleway SemiBold"/>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r>
              <a:rPr sz="2700">
                <a:solidFill>
                  <a:srgbClr val="FFFFFF"/>
                </a:solidFill>
              </a:rPr>
              <a:t>Descripción del servicio que ofreces como empresa o freelance.</a:t>
            </a: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p:txBody>
      </p:sp>
      <p:sp>
        <p:nvSpPr>
          <p:cNvPr id="618" name="Shape 618"/>
          <p:cNvSpPr/>
          <p:nvPr/>
        </p:nvSpPr>
        <p:spPr>
          <a:xfrm>
            <a:off x="18224500" y="9105309"/>
            <a:ext cx="1981200" cy="1"/>
          </a:xfrm>
          <a:prstGeom prst="line">
            <a:avLst/>
          </a:prstGeom>
          <a:ln w="25400" cap="rnd">
            <a:solidFill>
              <a:srgbClr val="E8E8E8"/>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619" name="Shape 619"/>
          <p:cNvSpPr/>
          <p:nvPr/>
        </p:nvSpPr>
        <p:spPr>
          <a:xfrm>
            <a:off x="4292600" y="5168900"/>
            <a:ext cx="1803400" cy="1689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10076"/>
                </a:moveTo>
                <a:lnTo>
                  <a:pt x="14175" y="10076"/>
                </a:lnTo>
                <a:cubicBezTo>
                  <a:pt x="14548" y="10076"/>
                  <a:pt x="14850" y="10398"/>
                  <a:pt x="14850" y="10795"/>
                </a:cubicBezTo>
                <a:cubicBezTo>
                  <a:pt x="14850" y="11193"/>
                  <a:pt x="14548" y="11515"/>
                  <a:pt x="14175" y="11515"/>
                </a:cubicBezTo>
                <a:lnTo>
                  <a:pt x="7425" y="11515"/>
                </a:lnTo>
                <a:cubicBezTo>
                  <a:pt x="7052" y="11515"/>
                  <a:pt x="6750" y="11193"/>
                  <a:pt x="6750" y="10795"/>
                </a:cubicBezTo>
                <a:cubicBezTo>
                  <a:pt x="6750" y="10398"/>
                  <a:pt x="7052" y="10076"/>
                  <a:pt x="7425" y="10076"/>
                </a:cubicBezTo>
                <a:close/>
                <a:moveTo>
                  <a:pt x="16875" y="7197"/>
                </a:moveTo>
                <a:lnTo>
                  <a:pt x="4725" y="7197"/>
                </a:lnTo>
                <a:cubicBezTo>
                  <a:pt x="4352" y="7197"/>
                  <a:pt x="4050" y="6875"/>
                  <a:pt x="4050" y="6477"/>
                </a:cubicBezTo>
                <a:cubicBezTo>
                  <a:pt x="4050" y="6080"/>
                  <a:pt x="4352" y="5758"/>
                  <a:pt x="4725" y="5758"/>
                </a:cubicBezTo>
                <a:lnTo>
                  <a:pt x="16875" y="5758"/>
                </a:lnTo>
                <a:cubicBezTo>
                  <a:pt x="17248" y="5758"/>
                  <a:pt x="17550" y="6080"/>
                  <a:pt x="17550" y="6477"/>
                </a:cubicBezTo>
                <a:cubicBezTo>
                  <a:pt x="17550" y="6875"/>
                  <a:pt x="17248" y="7197"/>
                  <a:pt x="16875" y="7197"/>
                </a:cubicBezTo>
                <a:close/>
                <a:moveTo>
                  <a:pt x="20250" y="2879"/>
                </a:moveTo>
                <a:cubicBezTo>
                  <a:pt x="20250" y="2084"/>
                  <a:pt x="19645" y="1439"/>
                  <a:pt x="18900" y="1439"/>
                </a:cubicBezTo>
                <a:lnTo>
                  <a:pt x="2700" y="1439"/>
                </a:lnTo>
                <a:cubicBezTo>
                  <a:pt x="1955" y="1439"/>
                  <a:pt x="1350" y="2084"/>
                  <a:pt x="1350" y="2879"/>
                </a:cubicBezTo>
                <a:lnTo>
                  <a:pt x="1350" y="15834"/>
                </a:lnTo>
                <a:cubicBezTo>
                  <a:pt x="1350" y="16629"/>
                  <a:pt x="1955" y="17273"/>
                  <a:pt x="2700" y="17273"/>
                </a:cubicBezTo>
                <a:lnTo>
                  <a:pt x="8767" y="17273"/>
                </a:lnTo>
                <a:lnTo>
                  <a:pt x="10800" y="19441"/>
                </a:lnTo>
                <a:lnTo>
                  <a:pt x="12833" y="17273"/>
                </a:lnTo>
                <a:lnTo>
                  <a:pt x="18900" y="17273"/>
                </a:lnTo>
                <a:cubicBezTo>
                  <a:pt x="19645" y="17273"/>
                  <a:pt x="20250" y="16629"/>
                  <a:pt x="20250" y="15834"/>
                </a:cubicBezTo>
                <a:cubicBezTo>
                  <a:pt x="20250" y="15834"/>
                  <a:pt x="20250" y="2879"/>
                  <a:pt x="20250" y="2879"/>
                </a:cubicBezTo>
                <a:close/>
                <a:moveTo>
                  <a:pt x="19575" y="18712"/>
                </a:moveTo>
                <a:lnTo>
                  <a:pt x="13508" y="18712"/>
                </a:lnTo>
                <a:lnTo>
                  <a:pt x="10800" y="21600"/>
                </a:lnTo>
                <a:lnTo>
                  <a:pt x="8091" y="18712"/>
                </a:lnTo>
                <a:lnTo>
                  <a:pt x="2025" y="18712"/>
                </a:lnTo>
                <a:cubicBezTo>
                  <a:pt x="907" y="18712"/>
                  <a:pt x="0" y="17746"/>
                  <a:pt x="0" y="16553"/>
                </a:cubicBezTo>
                <a:lnTo>
                  <a:pt x="0" y="2159"/>
                </a:lnTo>
                <a:cubicBezTo>
                  <a:pt x="0" y="967"/>
                  <a:pt x="907" y="0"/>
                  <a:pt x="2025" y="0"/>
                </a:cubicBezTo>
                <a:lnTo>
                  <a:pt x="19575" y="0"/>
                </a:lnTo>
                <a:cubicBezTo>
                  <a:pt x="20693" y="0"/>
                  <a:pt x="21600" y="967"/>
                  <a:pt x="21600" y="2159"/>
                </a:cubicBezTo>
                <a:lnTo>
                  <a:pt x="21600" y="16553"/>
                </a:lnTo>
                <a:cubicBezTo>
                  <a:pt x="21600" y="17746"/>
                  <a:pt x="20693" y="18712"/>
                  <a:pt x="19575" y="18712"/>
                </a:cubicBezTo>
                <a:close/>
              </a:path>
            </a:pathLst>
          </a:custGeom>
          <a:solidFill>
            <a:srgbClr val="49A3DF"/>
          </a:solidFill>
          <a:ln w="12700">
            <a:miter lim="400000"/>
          </a:ln>
        </p:spPr>
        <p:txBody>
          <a:bodyPr lIns="45719" rIns="45719"/>
          <a:lstStyle/>
          <a:p>
            <a:pPr defTabSz="914400">
              <a:defRPr sz="5600">
                <a:latin typeface="Gill Sans"/>
                <a:ea typeface="Gill Sans"/>
                <a:cs typeface="Gill Sans"/>
                <a:sym typeface="Gill Sans"/>
              </a:defRPr>
            </a:pPr>
          </a:p>
        </p:txBody>
      </p:sp>
      <p:sp>
        <p:nvSpPr>
          <p:cNvPr id="620" name="Shape 620"/>
          <p:cNvSpPr/>
          <p:nvPr/>
        </p:nvSpPr>
        <p:spPr>
          <a:xfrm>
            <a:off x="2298700" y="8451849"/>
            <a:ext cx="5791200" cy="2832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defTabSz="914400">
              <a:defRPr sz="5600">
                <a:latin typeface="Raleway Regular"/>
                <a:ea typeface="Raleway Regular"/>
                <a:cs typeface="Raleway Regular"/>
                <a:sym typeface="Raleway Regular"/>
              </a:defRPr>
            </a:pPr>
            <a:r>
              <a:rPr sz="3200">
                <a:solidFill>
                  <a:srgbClr val="FFFFFF"/>
                </a:solidFill>
                <a:latin typeface="Raleway SemiBold"/>
                <a:ea typeface="Raleway SemiBold"/>
                <a:cs typeface="Raleway SemiBold"/>
                <a:sym typeface="Raleway SemiBold"/>
              </a:rPr>
              <a:t>SERVICIO 1</a:t>
            </a:r>
            <a:endParaRPr sz="3200">
              <a:solidFill>
                <a:srgbClr val="FFFFFF"/>
              </a:solidFill>
              <a:latin typeface="Raleway SemiBold"/>
              <a:ea typeface="Raleway SemiBold"/>
              <a:cs typeface="Raleway SemiBold"/>
              <a:sym typeface="Raleway SemiBold"/>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r>
              <a:rPr sz="2700">
                <a:solidFill>
                  <a:srgbClr val="FFFFFF"/>
                </a:solidFill>
              </a:rPr>
              <a:t>Descripción del servicio que ofreces como empresa o freelance.</a:t>
            </a: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p:txBody>
      </p:sp>
      <p:sp>
        <p:nvSpPr>
          <p:cNvPr id="621" name="Shape 621"/>
          <p:cNvSpPr/>
          <p:nvPr/>
        </p:nvSpPr>
        <p:spPr>
          <a:xfrm>
            <a:off x="4203700" y="9080500"/>
            <a:ext cx="1981200" cy="0"/>
          </a:xfrm>
          <a:prstGeom prst="line">
            <a:avLst/>
          </a:prstGeom>
          <a:ln w="25400" cap="rnd">
            <a:solidFill>
              <a:srgbClr val="E8E8E8"/>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622" name="Shape 622"/>
          <p:cNvSpPr/>
          <p:nvPr/>
        </p:nvSpPr>
        <p:spPr>
          <a:xfrm>
            <a:off x="6961188" y="908050"/>
            <a:ext cx="10452101" cy="952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6400">
                <a:latin typeface="Raleway Heavy"/>
                <a:ea typeface="Raleway Heavy"/>
                <a:cs typeface="Raleway Heavy"/>
                <a:sym typeface="Raleway Heavy"/>
              </a:defRPr>
            </a:lvl1pPr>
          </a:lstStyle>
          <a:p>
            <a:pPr>
              <a:defRPr sz="5600"/>
            </a:pPr>
            <a:r>
              <a:rPr sz="6400"/>
              <a:t>SERVICIOS</a:t>
            </a:r>
          </a:p>
        </p:txBody>
      </p:sp>
      <p:sp>
        <p:nvSpPr>
          <p:cNvPr id="623" name="Shape 623"/>
          <p:cNvSpPr/>
          <p:nvPr/>
        </p:nvSpPr>
        <p:spPr>
          <a:xfrm>
            <a:off x="11263695" y="2057399"/>
            <a:ext cx="1859789" cy="5334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3600">
                <a:latin typeface="Raleway Regular"/>
                <a:ea typeface="Raleway Regular"/>
                <a:cs typeface="Raleway Regular"/>
                <a:sym typeface="Raleway Regular"/>
              </a:defRPr>
            </a:lvl1pPr>
          </a:lstStyle>
          <a:p>
            <a:pPr>
              <a:defRPr sz="5600"/>
            </a:pPr>
            <a:r>
              <a:rPr sz="3600"/>
              <a:t>subtítulo</a:t>
            </a:r>
          </a:p>
        </p:txBody>
      </p:sp>
    </p:spTree>
  </p:cSld>
  <p:clrMapOvr>
    <a:masterClrMapping/>
  </p:clrMapOvr>
  <p:transition xmlns:p14="http://schemas.microsoft.com/office/powerpoint/2010/main" spd="med" advClick="1" p14:dur="1000"/>
</p:sld>
</file>

<file path=ppt/slides/slide3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25" name="Shape 625"/>
          <p:cNvSpPr/>
          <p:nvPr/>
        </p:nvSpPr>
        <p:spPr>
          <a:xfrm>
            <a:off x="303300" y="385686"/>
            <a:ext cx="568007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Nuestros servicios</a:t>
            </a:r>
          </a:p>
        </p:txBody>
      </p:sp>
      <p:sp>
        <p:nvSpPr>
          <p:cNvPr id="626" name="Shape 626"/>
          <p:cNvSpPr/>
          <p:nvPr/>
        </p:nvSpPr>
        <p:spPr>
          <a:xfrm>
            <a:off x="3200186" y="3320194"/>
            <a:ext cx="1847657" cy="184765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27" name="Shape 627"/>
          <p:cNvSpPr/>
          <p:nvPr/>
        </p:nvSpPr>
        <p:spPr>
          <a:xfrm>
            <a:off x="5299224" y="3604608"/>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28" name="Shape 628"/>
          <p:cNvSpPr/>
          <p:nvPr/>
        </p:nvSpPr>
        <p:spPr>
          <a:xfrm>
            <a:off x="5299222" y="4115468"/>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29" name="Shape 629"/>
          <p:cNvSpPr/>
          <p:nvPr/>
        </p:nvSpPr>
        <p:spPr>
          <a:xfrm>
            <a:off x="3200186" y="5935468"/>
            <a:ext cx="1847657" cy="184765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30" name="Shape 630"/>
          <p:cNvSpPr/>
          <p:nvPr/>
        </p:nvSpPr>
        <p:spPr>
          <a:xfrm>
            <a:off x="3200186" y="8548149"/>
            <a:ext cx="1847657" cy="184765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31" name="Shape 631"/>
          <p:cNvSpPr/>
          <p:nvPr/>
        </p:nvSpPr>
        <p:spPr>
          <a:xfrm>
            <a:off x="12896636" y="3320194"/>
            <a:ext cx="1847657" cy="184765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32" name="Shape 632"/>
          <p:cNvSpPr/>
          <p:nvPr/>
        </p:nvSpPr>
        <p:spPr>
          <a:xfrm>
            <a:off x="12896636" y="5935468"/>
            <a:ext cx="1847657" cy="184765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33" name="Shape 633"/>
          <p:cNvSpPr/>
          <p:nvPr/>
        </p:nvSpPr>
        <p:spPr>
          <a:xfrm>
            <a:off x="12896636" y="8548149"/>
            <a:ext cx="1847657" cy="184765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34" name="Shape 634"/>
          <p:cNvSpPr/>
          <p:nvPr/>
        </p:nvSpPr>
        <p:spPr>
          <a:xfrm>
            <a:off x="5299224" y="6284308"/>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35" name="Shape 635"/>
          <p:cNvSpPr/>
          <p:nvPr/>
        </p:nvSpPr>
        <p:spPr>
          <a:xfrm>
            <a:off x="5299222" y="6795168"/>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36" name="Shape 636"/>
          <p:cNvSpPr/>
          <p:nvPr/>
        </p:nvSpPr>
        <p:spPr>
          <a:xfrm>
            <a:off x="5299224" y="8964007"/>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37" name="Shape 637"/>
          <p:cNvSpPr/>
          <p:nvPr/>
        </p:nvSpPr>
        <p:spPr>
          <a:xfrm>
            <a:off x="5299222" y="9474868"/>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38" name="Shape 638"/>
          <p:cNvSpPr/>
          <p:nvPr/>
        </p:nvSpPr>
        <p:spPr>
          <a:xfrm>
            <a:off x="15090923" y="3604608"/>
            <a:ext cx="1682193"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39" name="Shape 639"/>
          <p:cNvSpPr/>
          <p:nvPr/>
        </p:nvSpPr>
        <p:spPr>
          <a:xfrm>
            <a:off x="15090920" y="4115468"/>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40" name="Shape 640"/>
          <p:cNvSpPr/>
          <p:nvPr/>
        </p:nvSpPr>
        <p:spPr>
          <a:xfrm>
            <a:off x="15090923" y="6284308"/>
            <a:ext cx="1682193"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41" name="Shape 641"/>
          <p:cNvSpPr/>
          <p:nvPr/>
        </p:nvSpPr>
        <p:spPr>
          <a:xfrm>
            <a:off x="15090920" y="6795168"/>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42" name="Shape 642"/>
          <p:cNvSpPr/>
          <p:nvPr/>
        </p:nvSpPr>
        <p:spPr>
          <a:xfrm>
            <a:off x="15090923" y="8964007"/>
            <a:ext cx="1682193"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43" name="Shape 643"/>
          <p:cNvSpPr/>
          <p:nvPr/>
        </p:nvSpPr>
        <p:spPr>
          <a:xfrm>
            <a:off x="15090920" y="9474868"/>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44" name="Shape 64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626"/>
                                        </p:tgtEl>
                                        <p:attrNameLst>
                                          <p:attrName>style.visibility</p:attrName>
                                        </p:attrNameLst>
                                      </p:cBhvr>
                                      <p:to>
                                        <p:strVal val="visible"/>
                                      </p:to>
                                    </p:set>
                                    <p:animEffect filter="dissolve" transition="in">
                                      <p:cBhvr>
                                        <p:cTn id="7" dur="500"/>
                                        <p:tgtEl>
                                          <p:spTgt spid="626"/>
                                        </p:tgtEl>
                                      </p:cBhvr>
                                    </p:animEffect>
                                  </p:childTnLst>
                                </p:cTn>
                              </p:par>
                            </p:childTnLst>
                          </p:cTn>
                        </p:par>
                        <p:par>
                          <p:cTn id="8" fill="hold">
                            <p:stCondLst>
                              <p:cond delay="500"/>
                            </p:stCondLst>
                            <p:childTnLst>
                              <p:par>
                                <p:cTn id="9" presetClass="entr" nodeType="afterEffect" presetSubtype="8" presetID="22" grpId="2" fill="hold">
                                  <p:stCondLst>
                                    <p:cond delay="0"/>
                                  </p:stCondLst>
                                  <p:iterate type="el" backwards="0">
                                    <p:tmAbs val="0"/>
                                  </p:iterate>
                                  <p:childTnLst>
                                    <p:set>
                                      <p:cBhvr>
                                        <p:cTn id="10" fill="hold"/>
                                        <p:tgtEl>
                                          <p:spTgt spid="627"/>
                                        </p:tgtEl>
                                        <p:attrNameLst>
                                          <p:attrName>style.visibility</p:attrName>
                                        </p:attrNameLst>
                                      </p:cBhvr>
                                      <p:to>
                                        <p:strVal val="visible"/>
                                      </p:to>
                                    </p:set>
                                    <p:animEffect filter="wipe(left)" transition="in">
                                      <p:cBhvr>
                                        <p:cTn id="11" dur="500"/>
                                        <p:tgtEl>
                                          <p:spTgt spid="627"/>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628"/>
                                        </p:tgtEl>
                                        <p:attrNameLst>
                                          <p:attrName>style.visibility</p:attrName>
                                        </p:attrNameLst>
                                      </p:cBhvr>
                                      <p:to>
                                        <p:strVal val="visible"/>
                                      </p:to>
                                    </p:set>
                                    <p:animEffect filter="dissolve" transition="in">
                                      <p:cBhvr>
                                        <p:cTn id="15" dur="500"/>
                                        <p:tgtEl>
                                          <p:spTgt spid="628"/>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629"/>
                                        </p:tgtEl>
                                        <p:attrNameLst>
                                          <p:attrName>style.visibility</p:attrName>
                                        </p:attrNameLst>
                                      </p:cBhvr>
                                      <p:to>
                                        <p:strVal val="visible"/>
                                      </p:to>
                                    </p:set>
                                    <p:animEffect filter="dissolve" transition="in">
                                      <p:cBhvr>
                                        <p:cTn id="19" dur="500"/>
                                        <p:tgtEl>
                                          <p:spTgt spid="629"/>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630"/>
                                        </p:tgtEl>
                                        <p:attrNameLst>
                                          <p:attrName>style.visibility</p:attrName>
                                        </p:attrNameLst>
                                      </p:cBhvr>
                                      <p:to>
                                        <p:strVal val="visible"/>
                                      </p:to>
                                    </p:set>
                                    <p:animEffect filter="dissolve" transition="in">
                                      <p:cBhvr>
                                        <p:cTn id="23" dur="500"/>
                                        <p:tgtEl>
                                          <p:spTgt spid="630"/>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631"/>
                                        </p:tgtEl>
                                        <p:attrNameLst>
                                          <p:attrName>style.visibility</p:attrName>
                                        </p:attrNameLst>
                                      </p:cBhvr>
                                      <p:to>
                                        <p:strVal val="visible"/>
                                      </p:to>
                                    </p:set>
                                    <p:animEffect filter="dissolve" transition="in">
                                      <p:cBhvr>
                                        <p:cTn id="27" dur="500"/>
                                        <p:tgtEl>
                                          <p:spTgt spid="631"/>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632"/>
                                        </p:tgtEl>
                                        <p:attrNameLst>
                                          <p:attrName>style.visibility</p:attrName>
                                        </p:attrNameLst>
                                      </p:cBhvr>
                                      <p:to>
                                        <p:strVal val="visible"/>
                                      </p:to>
                                    </p:set>
                                    <p:animEffect filter="dissolve" transition="in">
                                      <p:cBhvr>
                                        <p:cTn id="31" dur="500"/>
                                        <p:tgtEl>
                                          <p:spTgt spid="632"/>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633"/>
                                        </p:tgtEl>
                                        <p:attrNameLst>
                                          <p:attrName>style.visibility</p:attrName>
                                        </p:attrNameLst>
                                      </p:cBhvr>
                                      <p:to>
                                        <p:strVal val="visible"/>
                                      </p:to>
                                    </p:set>
                                    <p:animEffect filter="dissolve" transition="in">
                                      <p:cBhvr>
                                        <p:cTn id="35" dur="500"/>
                                        <p:tgtEl>
                                          <p:spTgt spid="633"/>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634"/>
                                        </p:tgtEl>
                                        <p:attrNameLst>
                                          <p:attrName>style.visibility</p:attrName>
                                        </p:attrNameLst>
                                      </p:cBhvr>
                                      <p:to>
                                        <p:strVal val="visible"/>
                                      </p:to>
                                    </p:set>
                                    <p:animEffect filter="wipe(left)" transition="in">
                                      <p:cBhvr>
                                        <p:cTn id="39" dur="500"/>
                                        <p:tgtEl>
                                          <p:spTgt spid="634"/>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635"/>
                                        </p:tgtEl>
                                        <p:attrNameLst>
                                          <p:attrName>style.visibility</p:attrName>
                                        </p:attrNameLst>
                                      </p:cBhvr>
                                      <p:to>
                                        <p:strVal val="visible"/>
                                      </p:to>
                                    </p:set>
                                    <p:animEffect filter="dissolve" transition="in">
                                      <p:cBhvr>
                                        <p:cTn id="43" dur="500"/>
                                        <p:tgtEl>
                                          <p:spTgt spid="635"/>
                                        </p:tgtEl>
                                      </p:cBhvr>
                                    </p:animEffect>
                                  </p:childTnLst>
                                </p:cTn>
                              </p:par>
                            </p:childTnLst>
                          </p:cTn>
                        </p:par>
                        <p:par>
                          <p:cTn id="44" fill="hold">
                            <p:stCondLst>
                              <p:cond delay="5000"/>
                            </p:stCondLst>
                            <p:childTnLst>
                              <p:par>
                                <p:cTn id="45" presetClass="entr" nodeType="afterEffect" presetSubtype="8" presetID="22" grpId="11" fill="hold">
                                  <p:stCondLst>
                                    <p:cond delay="0"/>
                                  </p:stCondLst>
                                  <p:iterate type="el" backwards="0">
                                    <p:tmAbs val="0"/>
                                  </p:iterate>
                                  <p:childTnLst>
                                    <p:set>
                                      <p:cBhvr>
                                        <p:cTn id="46" fill="hold"/>
                                        <p:tgtEl>
                                          <p:spTgt spid="636"/>
                                        </p:tgtEl>
                                        <p:attrNameLst>
                                          <p:attrName>style.visibility</p:attrName>
                                        </p:attrNameLst>
                                      </p:cBhvr>
                                      <p:to>
                                        <p:strVal val="visible"/>
                                      </p:to>
                                    </p:set>
                                    <p:animEffect filter="wipe(left)" transition="in">
                                      <p:cBhvr>
                                        <p:cTn id="47" dur="500"/>
                                        <p:tgtEl>
                                          <p:spTgt spid="636"/>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637"/>
                                        </p:tgtEl>
                                        <p:attrNameLst>
                                          <p:attrName>style.visibility</p:attrName>
                                        </p:attrNameLst>
                                      </p:cBhvr>
                                      <p:to>
                                        <p:strVal val="visible"/>
                                      </p:to>
                                    </p:set>
                                    <p:animEffect filter="dissolve" transition="in">
                                      <p:cBhvr>
                                        <p:cTn id="51" dur="500"/>
                                        <p:tgtEl>
                                          <p:spTgt spid="637"/>
                                        </p:tgtEl>
                                      </p:cBhvr>
                                    </p:animEffect>
                                  </p:childTnLst>
                                </p:cTn>
                              </p:par>
                            </p:childTnLst>
                          </p:cTn>
                        </p:par>
                        <p:par>
                          <p:cTn id="52" fill="hold">
                            <p:stCondLst>
                              <p:cond delay="6000"/>
                            </p:stCondLst>
                            <p:childTnLst>
                              <p:par>
                                <p:cTn id="53" presetClass="entr" nodeType="afterEffect" presetSubtype="8" presetID="22" grpId="13" fill="hold">
                                  <p:stCondLst>
                                    <p:cond delay="0"/>
                                  </p:stCondLst>
                                  <p:iterate type="el" backwards="0">
                                    <p:tmAbs val="0"/>
                                  </p:iterate>
                                  <p:childTnLst>
                                    <p:set>
                                      <p:cBhvr>
                                        <p:cTn id="54" fill="hold"/>
                                        <p:tgtEl>
                                          <p:spTgt spid="638"/>
                                        </p:tgtEl>
                                        <p:attrNameLst>
                                          <p:attrName>style.visibility</p:attrName>
                                        </p:attrNameLst>
                                      </p:cBhvr>
                                      <p:to>
                                        <p:strVal val="visible"/>
                                      </p:to>
                                    </p:set>
                                    <p:animEffect filter="wipe(left)" transition="in">
                                      <p:cBhvr>
                                        <p:cTn id="55" dur="500"/>
                                        <p:tgtEl>
                                          <p:spTgt spid="638"/>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639"/>
                                        </p:tgtEl>
                                        <p:attrNameLst>
                                          <p:attrName>style.visibility</p:attrName>
                                        </p:attrNameLst>
                                      </p:cBhvr>
                                      <p:to>
                                        <p:strVal val="visible"/>
                                      </p:to>
                                    </p:set>
                                    <p:animEffect filter="dissolve" transition="in">
                                      <p:cBhvr>
                                        <p:cTn id="59" dur="500"/>
                                        <p:tgtEl>
                                          <p:spTgt spid="639"/>
                                        </p:tgtEl>
                                      </p:cBhvr>
                                    </p:animEffect>
                                  </p:childTnLst>
                                </p:cTn>
                              </p:par>
                            </p:childTnLst>
                          </p:cTn>
                        </p:par>
                        <p:par>
                          <p:cTn id="60" fill="hold">
                            <p:stCondLst>
                              <p:cond delay="7000"/>
                            </p:stCondLst>
                            <p:childTnLst>
                              <p:par>
                                <p:cTn id="61" presetClass="entr" nodeType="afterEffect" presetSubtype="8" presetID="22" grpId="15" fill="hold">
                                  <p:stCondLst>
                                    <p:cond delay="0"/>
                                  </p:stCondLst>
                                  <p:iterate type="el" backwards="0">
                                    <p:tmAbs val="0"/>
                                  </p:iterate>
                                  <p:childTnLst>
                                    <p:set>
                                      <p:cBhvr>
                                        <p:cTn id="62" fill="hold"/>
                                        <p:tgtEl>
                                          <p:spTgt spid="640"/>
                                        </p:tgtEl>
                                        <p:attrNameLst>
                                          <p:attrName>style.visibility</p:attrName>
                                        </p:attrNameLst>
                                      </p:cBhvr>
                                      <p:to>
                                        <p:strVal val="visible"/>
                                      </p:to>
                                    </p:set>
                                    <p:animEffect filter="wipe(left)" transition="in">
                                      <p:cBhvr>
                                        <p:cTn id="63" dur="500"/>
                                        <p:tgtEl>
                                          <p:spTgt spid="640"/>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641"/>
                                        </p:tgtEl>
                                        <p:attrNameLst>
                                          <p:attrName>style.visibility</p:attrName>
                                        </p:attrNameLst>
                                      </p:cBhvr>
                                      <p:to>
                                        <p:strVal val="visible"/>
                                      </p:to>
                                    </p:set>
                                    <p:animEffect filter="dissolve" transition="in">
                                      <p:cBhvr>
                                        <p:cTn id="67" dur="500"/>
                                        <p:tgtEl>
                                          <p:spTgt spid="641"/>
                                        </p:tgtEl>
                                      </p:cBhvr>
                                    </p:animEffect>
                                  </p:childTnLst>
                                </p:cTn>
                              </p:par>
                            </p:childTnLst>
                          </p:cTn>
                        </p:par>
                        <p:par>
                          <p:cTn id="68" fill="hold">
                            <p:stCondLst>
                              <p:cond delay="8000"/>
                            </p:stCondLst>
                            <p:childTnLst>
                              <p:par>
                                <p:cTn id="69" presetClass="entr" nodeType="afterEffect" presetSubtype="8" presetID="22" grpId="17" fill="hold">
                                  <p:stCondLst>
                                    <p:cond delay="0"/>
                                  </p:stCondLst>
                                  <p:iterate type="el" backwards="0">
                                    <p:tmAbs val="0"/>
                                  </p:iterate>
                                  <p:childTnLst>
                                    <p:set>
                                      <p:cBhvr>
                                        <p:cTn id="70" fill="hold"/>
                                        <p:tgtEl>
                                          <p:spTgt spid="642"/>
                                        </p:tgtEl>
                                        <p:attrNameLst>
                                          <p:attrName>style.visibility</p:attrName>
                                        </p:attrNameLst>
                                      </p:cBhvr>
                                      <p:to>
                                        <p:strVal val="visible"/>
                                      </p:to>
                                    </p:set>
                                    <p:animEffect filter="wipe(left)" transition="in">
                                      <p:cBhvr>
                                        <p:cTn id="71" dur="500"/>
                                        <p:tgtEl>
                                          <p:spTgt spid="642"/>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643"/>
                                        </p:tgtEl>
                                        <p:attrNameLst>
                                          <p:attrName>style.visibility</p:attrName>
                                        </p:attrNameLst>
                                      </p:cBhvr>
                                      <p:to>
                                        <p:strVal val="visible"/>
                                      </p:to>
                                    </p:set>
                                    <p:animEffect filter="dissolve" transition="in">
                                      <p:cBhvr>
                                        <p:cTn id="75" dur="500"/>
                                        <p:tgtEl>
                                          <p:spTgt spid="64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26" grpId="1"/>
      <p:bldP build="whole" bldLvl="1" animBg="1" rev="0" advAuto="0" spid="631" grpId="6"/>
      <p:bldP build="whole" bldLvl="1" animBg="1" rev="0" advAuto="0" spid="629" grpId="4"/>
      <p:bldP build="whole" bldLvl="1" animBg="1" rev="0" advAuto="0" spid="640" grpId="15"/>
      <p:bldP build="whole" bldLvl="1" animBg="1" rev="0" advAuto="0" spid="643" grpId="18"/>
      <p:bldP build="whole" bldLvl="1" animBg="1" rev="0" advAuto="0" spid="639" grpId="14"/>
      <p:bldP build="whole" bldLvl="1" animBg="1" rev="0" advAuto="0" spid="642" grpId="17"/>
      <p:bldP build="whole" bldLvl="1" animBg="1" rev="0" advAuto="0" spid="627" grpId="2"/>
      <p:bldP build="whole" bldLvl="1" animBg="1" rev="0" advAuto="0" spid="637" grpId="12"/>
      <p:bldP build="whole" bldLvl="1" animBg="1" rev="0" advAuto="0" spid="638" grpId="13"/>
      <p:bldP build="whole" bldLvl="1" animBg="1" rev="0" advAuto="0" spid="633" grpId="8"/>
      <p:bldP build="whole" bldLvl="1" animBg="1" rev="0" advAuto="0" spid="628" grpId="3"/>
      <p:bldP build="whole" bldLvl="1" animBg="1" rev="0" advAuto="0" spid="636" grpId="11"/>
      <p:bldP build="whole" bldLvl="1" animBg="1" rev="0" advAuto="0" spid="630" grpId="5"/>
      <p:bldP build="whole" bldLvl="1" animBg="1" rev="0" advAuto="0" spid="635" grpId="10"/>
      <p:bldP build="whole" bldLvl="1" animBg="1" rev="0" advAuto="0" spid="632" grpId="7"/>
      <p:bldP build="whole" bldLvl="1" animBg="1" rev="0" advAuto="0" spid="634" grpId="9"/>
      <p:bldP build="whole" bldLvl="1" animBg="1" rev="0" advAuto="0" spid="641" grpId="16"/>
    </p:bldLst>
  </p:timing>
</p:sld>
</file>

<file path=ppt/slides/slide3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46" name="Shape 646"/>
          <p:cNvSpPr/>
          <p:nvPr/>
        </p:nvSpPr>
        <p:spPr>
          <a:xfrm>
            <a:off x="303300" y="385686"/>
            <a:ext cx="568007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Nuestros servicios</a:t>
            </a:r>
          </a:p>
        </p:txBody>
      </p:sp>
      <p:sp>
        <p:nvSpPr>
          <p:cNvPr id="647" name="Shape 647"/>
          <p:cNvSpPr/>
          <p:nvPr/>
        </p:nvSpPr>
        <p:spPr>
          <a:xfrm>
            <a:off x="4862410" y="39178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48" name="Shape 648"/>
          <p:cNvSpPr/>
          <p:nvPr/>
        </p:nvSpPr>
        <p:spPr>
          <a:xfrm>
            <a:off x="4862407" y="4428713"/>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49" name="Shape 649"/>
          <p:cNvSpPr/>
          <p:nvPr/>
        </p:nvSpPr>
        <p:spPr>
          <a:xfrm>
            <a:off x="2546387" y="35243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50" name="Shape 650"/>
          <p:cNvSpPr/>
          <p:nvPr/>
        </p:nvSpPr>
        <p:spPr>
          <a:xfrm>
            <a:off x="4862410" y="63435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51" name="Shape 651"/>
          <p:cNvSpPr/>
          <p:nvPr/>
        </p:nvSpPr>
        <p:spPr>
          <a:xfrm>
            <a:off x="4862407" y="6854414"/>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52" name="Shape 652"/>
          <p:cNvSpPr/>
          <p:nvPr/>
        </p:nvSpPr>
        <p:spPr>
          <a:xfrm>
            <a:off x="2546387" y="59500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53" name="Shape 653"/>
          <p:cNvSpPr/>
          <p:nvPr/>
        </p:nvSpPr>
        <p:spPr>
          <a:xfrm>
            <a:off x="4862410" y="87692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54" name="Shape 654"/>
          <p:cNvSpPr/>
          <p:nvPr/>
        </p:nvSpPr>
        <p:spPr>
          <a:xfrm>
            <a:off x="4862407" y="9280114"/>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55" name="Shape 655"/>
          <p:cNvSpPr/>
          <p:nvPr/>
        </p:nvSpPr>
        <p:spPr>
          <a:xfrm>
            <a:off x="2546387" y="83757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56" name="Shape 656"/>
          <p:cNvSpPr/>
          <p:nvPr/>
        </p:nvSpPr>
        <p:spPr>
          <a:xfrm>
            <a:off x="11352110" y="39178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57" name="Shape 657"/>
          <p:cNvSpPr/>
          <p:nvPr/>
        </p:nvSpPr>
        <p:spPr>
          <a:xfrm>
            <a:off x="11352107" y="4428713"/>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58" name="Shape 658"/>
          <p:cNvSpPr/>
          <p:nvPr/>
        </p:nvSpPr>
        <p:spPr>
          <a:xfrm>
            <a:off x="9036087" y="35243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59" name="Shape 659"/>
          <p:cNvSpPr/>
          <p:nvPr/>
        </p:nvSpPr>
        <p:spPr>
          <a:xfrm>
            <a:off x="11352110" y="63435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60" name="Shape 660"/>
          <p:cNvSpPr/>
          <p:nvPr/>
        </p:nvSpPr>
        <p:spPr>
          <a:xfrm>
            <a:off x="11352107" y="6854414"/>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61" name="Shape 661"/>
          <p:cNvSpPr/>
          <p:nvPr/>
        </p:nvSpPr>
        <p:spPr>
          <a:xfrm>
            <a:off x="9036087" y="59500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62" name="Shape 662"/>
          <p:cNvSpPr/>
          <p:nvPr/>
        </p:nvSpPr>
        <p:spPr>
          <a:xfrm>
            <a:off x="11352110" y="87692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63" name="Shape 663"/>
          <p:cNvSpPr/>
          <p:nvPr/>
        </p:nvSpPr>
        <p:spPr>
          <a:xfrm>
            <a:off x="11352107" y="9280114"/>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64" name="Shape 664"/>
          <p:cNvSpPr/>
          <p:nvPr/>
        </p:nvSpPr>
        <p:spPr>
          <a:xfrm>
            <a:off x="9036087" y="83757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65" name="Shape 665"/>
          <p:cNvSpPr/>
          <p:nvPr/>
        </p:nvSpPr>
        <p:spPr>
          <a:xfrm>
            <a:off x="17206810" y="39178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66" name="Shape 666"/>
          <p:cNvSpPr/>
          <p:nvPr/>
        </p:nvSpPr>
        <p:spPr>
          <a:xfrm>
            <a:off x="17206807" y="4428713"/>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67" name="Shape 667"/>
          <p:cNvSpPr/>
          <p:nvPr/>
        </p:nvSpPr>
        <p:spPr>
          <a:xfrm>
            <a:off x="14890787" y="35243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68" name="Shape 668"/>
          <p:cNvSpPr/>
          <p:nvPr/>
        </p:nvSpPr>
        <p:spPr>
          <a:xfrm>
            <a:off x="17206810" y="63435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69" name="Shape 669"/>
          <p:cNvSpPr/>
          <p:nvPr/>
        </p:nvSpPr>
        <p:spPr>
          <a:xfrm>
            <a:off x="17206807" y="6854414"/>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70" name="Shape 670"/>
          <p:cNvSpPr/>
          <p:nvPr/>
        </p:nvSpPr>
        <p:spPr>
          <a:xfrm>
            <a:off x="14890787" y="59500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71" name="Shape 671"/>
          <p:cNvSpPr/>
          <p:nvPr/>
        </p:nvSpPr>
        <p:spPr>
          <a:xfrm>
            <a:off x="17206810" y="8769253"/>
            <a:ext cx="168219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Servicio</a:t>
            </a:r>
          </a:p>
        </p:txBody>
      </p:sp>
      <p:sp>
        <p:nvSpPr>
          <p:cNvPr id="672" name="Shape 672"/>
          <p:cNvSpPr/>
          <p:nvPr/>
        </p:nvSpPr>
        <p:spPr>
          <a:xfrm>
            <a:off x="17206807" y="9280114"/>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73" name="Shape 673"/>
          <p:cNvSpPr/>
          <p:nvPr/>
        </p:nvSpPr>
        <p:spPr>
          <a:xfrm>
            <a:off x="14890787" y="8375777"/>
            <a:ext cx="1888576" cy="1815846"/>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74" name="Shape 67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647"/>
                                        </p:tgtEl>
                                        <p:attrNameLst>
                                          <p:attrName>style.visibility</p:attrName>
                                        </p:attrNameLst>
                                      </p:cBhvr>
                                      <p:to>
                                        <p:strVal val="visible"/>
                                      </p:to>
                                    </p:set>
                                    <p:animEffect filter="wipe(left)" transition="in">
                                      <p:cBhvr>
                                        <p:cTn id="7" dur="500"/>
                                        <p:tgtEl>
                                          <p:spTgt spid="647"/>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648"/>
                                        </p:tgtEl>
                                        <p:attrNameLst>
                                          <p:attrName>style.visibility</p:attrName>
                                        </p:attrNameLst>
                                      </p:cBhvr>
                                      <p:to>
                                        <p:strVal val="visible"/>
                                      </p:to>
                                    </p:set>
                                    <p:animEffect filter="dissolve" transition="in">
                                      <p:cBhvr>
                                        <p:cTn id="11" dur="500"/>
                                        <p:tgtEl>
                                          <p:spTgt spid="648"/>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649"/>
                                        </p:tgtEl>
                                        <p:attrNameLst>
                                          <p:attrName>style.visibility</p:attrName>
                                        </p:attrNameLst>
                                      </p:cBhvr>
                                      <p:to>
                                        <p:strVal val="visible"/>
                                      </p:to>
                                    </p:set>
                                    <p:animEffect filter="dissolve" transition="in">
                                      <p:cBhvr>
                                        <p:cTn id="15" dur="500"/>
                                        <p:tgtEl>
                                          <p:spTgt spid="649"/>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650"/>
                                        </p:tgtEl>
                                        <p:attrNameLst>
                                          <p:attrName>style.visibility</p:attrName>
                                        </p:attrNameLst>
                                      </p:cBhvr>
                                      <p:to>
                                        <p:strVal val="visible"/>
                                      </p:to>
                                    </p:set>
                                    <p:animEffect filter="wipe(left)" transition="in">
                                      <p:cBhvr>
                                        <p:cTn id="19" dur="500"/>
                                        <p:tgtEl>
                                          <p:spTgt spid="650"/>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651"/>
                                        </p:tgtEl>
                                        <p:attrNameLst>
                                          <p:attrName>style.visibility</p:attrName>
                                        </p:attrNameLst>
                                      </p:cBhvr>
                                      <p:to>
                                        <p:strVal val="visible"/>
                                      </p:to>
                                    </p:set>
                                    <p:animEffect filter="dissolve" transition="in">
                                      <p:cBhvr>
                                        <p:cTn id="23" dur="500"/>
                                        <p:tgtEl>
                                          <p:spTgt spid="651"/>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652"/>
                                        </p:tgtEl>
                                        <p:attrNameLst>
                                          <p:attrName>style.visibility</p:attrName>
                                        </p:attrNameLst>
                                      </p:cBhvr>
                                      <p:to>
                                        <p:strVal val="visible"/>
                                      </p:to>
                                    </p:set>
                                    <p:animEffect filter="dissolve" transition="in">
                                      <p:cBhvr>
                                        <p:cTn id="27" dur="500"/>
                                        <p:tgtEl>
                                          <p:spTgt spid="652"/>
                                        </p:tgtEl>
                                      </p:cBhvr>
                                    </p:animEffect>
                                  </p:childTnLst>
                                </p:cTn>
                              </p:par>
                            </p:childTnLst>
                          </p:cTn>
                        </p:par>
                        <p:par>
                          <p:cTn id="28" fill="hold">
                            <p:stCondLst>
                              <p:cond delay="3000"/>
                            </p:stCondLst>
                            <p:childTnLst>
                              <p:par>
                                <p:cTn id="29" presetClass="entr" nodeType="afterEffect" presetSubtype="8" presetID="22" grpId="7" fill="hold">
                                  <p:stCondLst>
                                    <p:cond delay="0"/>
                                  </p:stCondLst>
                                  <p:iterate type="el" backwards="0">
                                    <p:tmAbs val="0"/>
                                  </p:iterate>
                                  <p:childTnLst>
                                    <p:set>
                                      <p:cBhvr>
                                        <p:cTn id="30" fill="hold"/>
                                        <p:tgtEl>
                                          <p:spTgt spid="653"/>
                                        </p:tgtEl>
                                        <p:attrNameLst>
                                          <p:attrName>style.visibility</p:attrName>
                                        </p:attrNameLst>
                                      </p:cBhvr>
                                      <p:to>
                                        <p:strVal val="visible"/>
                                      </p:to>
                                    </p:set>
                                    <p:animEffect filter="wipe(left)" transition="in">
                                      <p:cBhvr>
                                        <p:cTn id="31" dur="500"/>
                                        <p:tgtEl>
                                          <p:spTgt spid="653"/>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654"/>
                                        </p:tgtEl>
                                        <p:attrNameLst>
                                          <p:attrName>style.visibility</p:attrName>
                                        </p:attrNameLst>
                                      </p:cBhvr>
                                      <p:to>
                                        <p:strVal val="visible"/>
                                      </p:to>
                                    </p:set>
                                    <p:animEffect filter="dissolve" transition="in">
                                      <p:cBhvr>
                                        <p:cTn id="35" dur="500"/>
                                        <p:tgtEl>
                                          <p:spTgt spid="654"/>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655"/>
                                        </p:tgtEl>
                                        <p:attrNameLst>
                                          <p:attrName>style.visibility</p:attrName>
                                        </p:attrNameLst>
                                      </p:cBhvr>
                                      <p:to>
                                        <p:strVal val="visible"/>
                                      </p:to>
                                    </p:set>
                                    <p:animEffect filter="dissolve" transition="in">
                                      <p:cBhvr>
                                        <p:cTn id="39" dur="500"/>
                                        <p:tgtEl>
                                          <p:spTgt spid="655"/>
                                        </p:tgtEl>
                                      </p:cBhvr>
                                    </p:animEffect>
                                  </p:childTnLst>
                                </p:cTn>
                              </p:par>
                            </p:childTnLst>
                          </p:cTn>
                        </p:par>
                        <p:par>
                          <p:cTn id="40" fill="hold">
                            <p:stCondLst>
                              <p:cond delay="4500"/>
                            </p:stCondLst>
                            <p:childTnLst>
                              <p:par>
                                <p:cTn id="41" presetClass="entr" nodeType="afterEffect" presetSubtype="8" presetID="22" grpId="10" fill="hold">
                                  <p:stCondLst>
                                    <p:cond delay="0"/>
                                  </p:stCondLst>
                                  <p:iterate type="el" backwards="0">
                                    <p:tmAbs val="0"/>
                                  </p:iterate>
                                  <p:childTnLst>
                                    <p:set>
                                      <p:cBhvr>
                                        <p:cTn id="42" fill="hold"/>
                                        <p:tgtEl>
                                          <p:spTgt spid="656"/>
                                        </p:tgtEl>
                                        <p:attrNameLst>
                                          <p:attrName>style.visibility</p:attrName>
                                        </p:attrNameLst>
                                      </p:cBhvr>
                                      <p:to>
                                        <p:strVal val="visible"/>
                                      </p:to>
                                    </p:set>
                                    <p:animEffect filter="wipe(left)" transition="in">
                                      <p:cBhvr>
                                        <p:cTn id="43" dur="500"/>
                                        <p:tgtEl>
                                          <p:spTgt spid="656"/>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657"/>
                                        </p:tgtEl>
                                        <p:attrNameLst>
                                          <p:attrName>style.visibility</p:attrName>
                                        </p:attrNameLst>
                                      </p:cBhvr>
                                      <p:to>
                                        <p:strVal val="visible"/>
                                      </p:to>
                                    </p:set>
                                    <p:animEffect filter="dissolve" transition="in">
                                      <p:cBhvr>
                                        <p:cTn id="47" dur="500"/>
                                        <p:tgtEl>
                                          <p:spTgt spid="657"/>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658"/>
                                        </p:tgtEl>
                                        <p:attrNameLst>
                                          <p:attrName>style.visibility</p:attrName>
                                        </p:attrNameLst>
                                      </p:cBhvr>
                                      <p:to>
                                        <p:strVal val="visible"/>
                                      </p:to>
                                    </p:set>
                                    <p:animEffect filter="dissolve" transition="in">
                                      <p:cBhvr>
                                        <p:cTn id="51" dur="500"/>
                                        <p:tgtEl>
                                          <p:spTgt spid="658"/>
                                        </p:tgtEl>
                                      </p:cBhvr>
                                    </p:animEffect>
                                  </p:childTnLst>
                                </p:cTn>
                              </p:par>
                            </p:childTnLst>
                          </p:cTn>
                        </p:par>
                        <p:par>
                          <p:cTn id="52" fill="hold">
                            <p:stCondLst>
                              <p:cond delay="6000"/>
                            </p:stCondLst>
                            <p:childTnLst>
                              <p:par>
                                <p:cTn id="53" presetClass="entr" nodeType="afterEffect" presetSubtype="8" presetID="22" grpId="13" fill="hold">
                                  <p:stCondLst>
                                    <p:cond delay="0"/>
                                  </p:stCondLst>
                                  <p:iterate type="el" backwards="0">
                                    <p:tmAbs val="0"/>
                                  </p:iterate>
                                  <p:childTnLst>
                                    <p:set>
                                      <p:cBhvr>
                                        <p:cTn id="54" fill="hold"/>
                                        <p:tgtEl>
                                          <p:spTgt spid="659"/>
                                        </p:tgtEl>
                                        <p:attrNameLst>
                                          <p:attrName>style.visibility</p:attrName>
                                        </p:attrNameLst>
                                      </p:cBhvr>
                                      <p:to>
                                        <p:strVal val="visible"/>
                                      </p:to>
                                    </p:set>
                                    <p:animEffect filter="wipe(left)" transition="in">
                                      <p:cBhvr>
                                        <p:cTn id="55" dur="500"/>
                                        <p:tgtEl>
                                          <p:spTgt spid="65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660"/>
                                        </p:tgtEl>
                                        <p:attrNameLst>
                                          <p:attrName>style.visibility</p:attrName>
                                        </p:attrNameLst>
                                      </p:cBhvr>
                                      <p:to>
                                        <p:strVal val="visible"/>
                                      </p:to>
                                    </p:set>
                                    <p:animEffect filter="dissolve" transition="in">
                                      <p:cBhvr>
                                        <p:cTn id="59" dur="500"/>
                                        <p:tgtEl>
                                          <p:spTgt spid="660"/>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661"/>
                                        </p:tgtEl>
                                        <p:attrNameLst>
                                          <p:attrName>style.visibility</p:attrName>
                                        </p:attrNameLst>
                                      </p:cBhvr>
                                      <p:to>
                                        <p:strVal val="visible"/>
                                      </p:to>
                                    </p:set>
                                    <p:animEffect filter="dissolve" transition="in">
                                      <p:cBhvr>
                                        <p:cTn id="63" dur="500"/>
                                        <p:tgtEl>
                                          <p:spTgt spid="661"/>
                                        </p:tgtEl>
                                      </p:cBhvr>
                                    </p:animEffect>
                                  </p:childTnLst>
                                </p:cTn>
                              </p:par>
                            </p:childTnLst>
                          </p:cTn>
                        </p:par>
                        <p:par>
                          <p:cTn id="64" fill="hold">
                            <p:stCondLst>
                              <p:cond delay="7500"/>
                            </p:stCondLst>
                            <p:childTnLst>
                              <p:par>
                                <p:cTn id="65" presetClass="entr" nodeType="afterEffect" presetSubtype="8" presetID="22" grpId="16" fill="hold">
                                  <p:stCondLst>
                                    <p:cond delay="0"/>
                                  </p:stCondLst>
                                  <p:iterate type="el" backwards="0">
                                    <p:tmAbs val="0"/>
                                  </p:iterate>
                                  <p:childTnLst>
                                    <p:set>
                                      <p:cBhvr>
                                        <p:cTn id="66" fill="hold"/>
                                        <p:tgtEl>
                                          <p:spTgt spid="662"/>
                                        </p:tgtEl>
                                        <p:attrNameLst>
                                          <p:attrName>style.visibility</p:attrName>
                                        </p:attrNameLst>
                                      </p:cBhvr>
                                      <p:to>
                                        <p:strVal val="visible"/>
                                      </p:to>
                                    </p:set>
                                    <p:animEffect filter="wipe(left)" transition="in">
                                      <p:cBhvr>
                                        <p:cTn id="67" dur="500"/>
                                        <p:tgtEl>
                                          <p:spTgt spid="662"/>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663"/>
                                        </p:tgtEl>
                                        <p:attrNameLst>
                                          <p:attrName>style.visibility</p:attrName>
                                        </p:attrNameLst>
                                      </p:cBhvr>
                                      <p:to>
                                        <p:strVal val="visible"/>
                                      </p:to>
                                    </p:set>
                                    <p:animEffect filter="dissolve" transition="in">
                                      <p:cBhvr>
                                        <p:cTn id="71" dur="500"/>
                                        <p:tgtEl>
                                          <p:spTgt spid="663"/>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664"/>
                                        </p:tgtEl>
                                        <p:attrNameLst>
                                          <p:attrName>style.visibility</p:attrName>
                                        </p:attrNameLst>
                                      </p:cBhvr>
                                      <p:to>
                                        <p:strVal val="visible"/>
                                      </p:to>
                                    </p:set>
                                    <p:animEffect filter="dissolve" transition="in">
                                      <p:cBhvr>
                                        <p:cTn id="75" dur="500"/>
                                        <p:tgtEl>
                                          <p:spTgt spid="664"/>
                                        </p:tgtEl>
                                      </p:cBhvr>
                                    </p:animEffect>
                                  </p:childTnLst>
                                </p:cTn>
                              </p:par>
                            </p:childTnLst>
                          </p:cTn>
                        </p:par>
                        <p:par>
                          <p:cTn id="76" fill="hold">
                            <p:stCondLst>
                              <p:cond delay="9000"/>
                            </p:stCondLst>
                            <p:childTnLst>
                              <p:par>
                                <p:cTn id="77" presetClass="entr" nodeType="afterEffect" presetSubtype="8" presetID="22" grpId="19" fill="hold">
                                  <p:stCondLst>
                                    <p:cond delay="0"/>
                                  </p:stCondLst>
                                  <p:iterate type="el" backwards="0">
                                    <p:tmAbs val="0"/>
                                  </p:iterate>
                                  <p:childTnLst>
                                    <p:set>
                                      <p:cBhvr>
                                        <p:cTn id="78" fill="hold"/>
                                        <p:tgtEl>
                                          <p:spTgt spid="665"/>
                                        </p:tgtEl>
                                        <p:attrNameLst>
                                          <p:attrName>style.visibility</p:attrName>
                                        </p:attrNameLst>
                                      </p:cBhvr>
                                      <p:to>
                                        <p:strVal val="visible"/>
                                      </p:to>
                                    </p:set>
                                    <p:animEffect filter="wipe(left)" transition="in">
                                      <p:cBhvr>
                                        <p:cTn id="79" dur="500"/>
                                        <p:tgtEl>
                                          <p:spTgt spid="665"/>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666"/>
                                        </p:tgtEl>
                                        <p:attrNameLst>
                                          <p:attrName>style.visibility</p:attrName>
                                        </p:attrNameLst>
                                      </p:cBhvr>
                                      <p:to>
                                        <p:strVal val="visible"/>
                                      </p:to>
                                    </p:set>
                                    <p:animEffect filter="dissolve" transition="in">
                                      <p:cBhvr>
                                        <p:cTn id="83" dur="500"/>
                                        <p:tgtEl>
                                          <p:spTgt spid="666"/>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667"/>
                                        </p:tgtEl>
                                        <p:attrNameLst>
                                          <p:attrName>style.visibility</p:attrName>
                                        </p:attrNameLst>
                                      </p:cBhvr>
                                      <p:to>
                                        <p:strVal val="visible"/>
                                      </p:to>
                                    </p:set>
                                    <p:animEffect filter="dissolve" transition="in">
                                      <p:cBhvr>
                                        <p:cTn id="87" dur="500"/>
                                        <p:tgtEl>
                                          <p:spTgt spid="667"/>
                                        </p:tgtEl>
                                      </p:cBhvr>
                                    </p:animEffect>
                                  </p:childTnLst>
                                </p:cTn>
                              </p:par>
                            </p:childTnLst>
                          </p:cTn>
                        </p:par>
                        <p:par>
                          <p:cTn id="88" fill="hold">
                            <p:stCondLst>
                              <p:cond delay="10500"/>
                            </p:stCondLst>
                            <p:childTnLst>
                              <p:par>
                                <p:cTn id="89" presetClass="entr" nodeType="afterEffect" presetSubtype="8" presetID="22" grpId="22" fill="hold">
                                  <p:stCondLst>
                                    <p:cond delay="0"/>
                                  </p:stCondLst>
                                  <p:iterate type="el" backwards="0">
                                    <p:tmAbs val="0"/>
                                  </p:iterate>
                                  <p:childTnLst>
                                    <p:set>
                                      <p:cBhvr>
                                        <p:cTn id="90" fill="hold"/>
                                        <p:tgtEl>
                                          <p:spTgt spid="668"/>
                                        </p:tgtEl>
                                        <p:attrNameLst>
                                          <p:attrName>style.visibility</p:attrName>
                                        </p:attrNameLst>
                                      </p:cBhvr>
                                      <p:to>
                                        <p:strVal val="visible"/>
                                      </p:to>
                                    </p:set>
                                    <p:animEffect filter="wipe(left)" transition="in">
                                      <p:cBhvr>
                                        <p:cTn id="91" dur="500"/>
                                        <p:tgtEl>
                                          <p:spTgt spid="668"/>
                                        </p:tgtEl>
                                      </p:cBhvr>
                                    </p:animEffect>
                                  </p:childTnLst>
                                </p:cTn>
                              </p:par>
                            </p:childTnLst>
                          </p:cTn>
                        </p:par>
                        <p:par>
                          <p:cTn id="92" fill="hold">
                            <p:stCondLst>
                              <p:cond delay="11000"/>
                            </p:stCondLst>
                            <p:childTnLst>
                              <p:par>
                                <p:cTn id="93" presetClass="entr" nodeType="afterEffect" presetID="9" grpId="23" fill="hold">
                                  <p:stCondLst>
                                    <p:cond delay="0"/>
                                  </p:stCondLst>
                                  <p:iterate type="el" backwards="0">
                                    <p:tmAbs val="0"/>
                                  </p:iterate>
                                  <p:childTnLst>
                                    <p:set>
                                      <p:cBhvr>
                                        <p:cTn id="94" fill="hold"/>
                                        <p:tgtEl>
                                          <p:spTgt spid="669"/>
                                        </p:tgtEl>
                                        <p:attrNameLst>
                                          <p:attrName>style.visibility</p:attrName>
                                        </p:attrNameLst>
                                      </p:cBhvr>
                                      <p:to>
                                        <p:strVal val="visible"/>
                                      </p:to>
                                    </p:set>
                                    <p:animEffect filter="dissolve" transition="in">
                                      <p:cBhvr>
                                        <p:cTn id="95" dur="500"/>
                                        <p:tgtEl>
                                          <p:spTgt spid="669"/>
                                        </p:tgtEl>
                                      </p:cBhvr>
                                    </p:animEffect>
                                  </p:childTnLst>
                                </p:cTn>
                              </p:par>
                            </p:childTnLst>
                          </p:cTn>
                        </p:par>
                        <p:par>
                          <p:cTn id="96" fill="hold">
                            <p:stCondLst>
                              <p:cond delay="11500"/>
                            </p:stCondLst>
                            <p:childTnLst>
                              <p:par>
                                <p:cTn id="97" presetClass="entr" nodeType="afterEffect" presetID="9" grpId="24" fill="hold">
                                  <p:stCondLst>
                                    <p:cond delay="0"/>
                                  </p:stCondLst>
                                  <p:iterate type="el" backwards="0">
                                    <p:tmAbs val="0"/>
                                  </p:iterate>
                                  <p:childTnLst>
                                    <p:set>
                                      <p:cBhvr>
                                        <p:cTn id="98" fill="hold"/>
                                        <p:tgtEl>
                                          <p:spTgt spid="670"/>
                                        </p:tgtEl>
                                        <p:attrNameLst>
                                          <p:attrName>style.visibility</p:attrName>
                                        </p:attrNameLst>
                                      </p:cBhvr>
                                      <p:to>
                                        <p:strVal val="visible"/>
                                      </p:to>
                                    </p:set>
                                    <p:animEffect filter="dissolve" transition="in">
                                      <p:cBhvr>
                                        <p:cTn id="99" dur="500"/>
                                        <p:tgtEl>
                                          <p:spTgt spid="670"/>
                                        </p:tgtEl>
                                      </p:cBhvr>
                                    </p:animEffect>
                                  </p:childTnLst>
                                </p:cTn>
                              </p:par>
                            </p:childTnLst>
                          </p:cTn>
                        </p:par>
                        <p:par>
                          <p:cTn id="100" fill="hold">
                            <p:stCondLst>
                              <p:cond delay="12000"/>
                            </p:stCondLst>
                            <p:childTnLst>
                              <p:par>
                                <p:cTn id="101" presetClass="entr" nodeType="afterEffect" presetSubtype="8" presetID="22" grpId="25" fill="hold">
                                  <p:stCondLst>
                                    <p:cond delay="0"/>
                                  </p:stCondLst>
                                  <p:iterate type="el" backwards="0">
                                    <p:tmAbs val="0"/>
                                  </p:iterate>
                                  <p:childTnLst>
                                    <p:set>
                                      <p:cBhvr>
                                        <p:cTn id="102" fill="hold"/>
                                        <p:tgtEl>
                                          <p:spTgt spid="671"/>
                                        </p:tgtEl>
                                        <p:attrNameLst>
                                          <p:attrName>style.visibility</p:attrName>
                                        </p:attrNameLst>
                                      </p:cBhvr>
                                      <p:to>
                                        <p:strVal val="visible"/>
                                      </p:to>
                                    </p:set>
                                    <p:animEffect filter="wipe(left)" transition="in">
                                      <p:cBhvr>
                                        <p:cTn id="103" dur="500"/>
                                        <p:tgtEl>
                                          <p:spTgt spid="671"/>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672"/>
                                        </p:tgtEl>
                                        <p:attrNameLst>
                                          <p:attrName>style.visibility</p:attrName>
                                        </p:attrNameLst>
                                      </p:cBhvr>
                                      <p:to>
                                        <p:strVal val="visible"/>
                                      </p:to>
                                    </p:set>
                                    <p:animEffect filter="dissolve" transition="in">
                                      <p:cBhvr>
                                        <p:cTn id="107" dur="500"/>
                                        <p:tgtEl>
                                          <p:spTgt spid="672"/>
                                        </p:tgtEl>
                                      </p:cBhvr>
                                    </p:animEffect>
                                  </p:childTnLst>
                                </p:cTn>
                              </p:par>
                            </p:childTnLst>
                          </p:cTn>
                        </p:par>
                        <p:par>
                          <p:cTn id="108" fill="hold">
                            <p:stCondLst>
                              <p:cond delay="13000"/>
                            </p:stCondLst>
                            <p:childTnLst>
                              <p:par>
                                <p:cTn id="109" presetClass="entr" nodeType="afterEffect" presetID="9" grpId="27" fill="hold">
                                  <p:stCondLst>
                                    <p:cond delay="0"/>
                                  </p:stCondLst>
                                  <p:iterate type="el" backwards="0">
                                    <p:tmAbs val="0"/>
                                  </p:iterate>
                                  <p:childTnLst>
                                    <p:set>
                                      <p:cBhvr>
                                        <p:cTn id="110" fill="hold"/>
                                        <p:tgtEl>
                                          <p:spTgt spid="673"/>
                                        </p:tgtEl>
                                        <p:attrNameLst>
                                          <p:attrName>style.visibility</p:attrName>
                                        </p:attrNameLst>
                                      </p:cBhvr>
                                      <p:to>
                                        <p:strVal val="visible"/>
                                      </p:to>
                                    </p:set>
                                    <p:animEffect filter="dissolve" transition="in">
                                      <p:cBhvr>
                                        <p:cTn id="111" dur="500"/>
                                        <p:tgtEl>
                                          <p:spTgt spid="6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57" grpId="11"/>
      <p:bldP build="whole" bldLvl="1" animBg="1" rev="0" advAuto="0" spid="659" grpId="13"/>
      <p:bldP build="whole" bldLvl="1" animBg="1" rev="0" advAuto="0" spid="670" grpId="24"/>
      <p:bldP build="whole" bldLvl="1" animBg="1" rev="0" advAuto="0" spid="671" grpId="25"/>
      <p:bldP build="whole" bldLvl="1" animBg="1" rev="0" advAuto="0" spid="666" grpId="20"/>
      <p:bldP build="whole" bldLvl="1" animBg="1" rev="0" advAuto="0" spid="652" grpId="6"/>
      <p:bldP build="whole" bldLvl="1" animBg="1" rev="0" advAuto="0" spid="656" grpId="10"/>
      <p:bldP build="whole" bldLvl="1" animBg="1" rev="0" advAuto="0" spid="667" grpId="21"/>
      <p:bldP build="whole" bldLvl="1" animBg="1" rev="0" advAuto="0" spid="665" grpId="19"/>
      <p:bldP build="whole" bldLvl="1" animBg="1" rev="0" advAuto="0" spid="669" grpId="23"/>
      <p:bldP build="whole" bldLvl="1" animBg="1" rev="0" advAuto="0" spid="672" grpId="26"/>
      <p:bldP build="whole" bldLvl="1" animBg="1" rev="0" advAuto="0" spid="673" grpId="27"/>
      <p:bldP build="whole" bldLvl="1" animBg="1" rev="0" advAuto="0" spid="647" grpId="1"/>
      <p:bldP build="whole" bldLvl="1" animBg="1" rev="0" advAuto="0" spid="668" grpId="22"/>
      <p:bldP build="whole" bldLvl="1" animBg="1" rev="0" advAuto="0" spid="650" grpId="4"/>
      <p:bldP build="whole" bldLvl="1" animBg="1" rev="0" advAuto="0" spid="664" grpId="18"/>
      <p:bldP build="whole" bldLvl="1" animBg="1" rev="0" advAuto="0" spid="648" grpId="2"/>
      <p:bldP build="whole" bldLvl="1" animBg="1" rev="0" advAuto="0" spid="649" grpId="3"/>
      <p:bldP build="whole" bldLvl="1" animBg="1" rev="0" advAuto="0" spid="651" grpId="5"/>
      <p:bldP build="whole" bldLvl="1" animBg="1" rev="0" advAuto="0" spid="660" grpId="14"/>
      <p:bldP build="whole" bldLvl="1" animBg="1" rev="0" advAuto="0" spid="661" grpId="15"/>
      <p:bldP build="whole" bldLvl="1" animBg="1" rev="0" advAuto="0" spid="663" grpId="17"/>
      <p:bldP build="whole" bldLvl="1" animBg="1" rev="0" advAuto="0" spid="662" grpId="16"/>
      <p:bldP build="whole" bldLvl="1" animBg="1" rev="0" advAuto="0" spid="658" grpId="12"/>
      <p:bldP build="whole" bldLvl="1" animBg="1" rev="0" advAuto="0" spid="654" grpId="8"/>
      <p:bldP build="whole" bldLvl="1" animBg="1" rev="0" advAuto="0" spid="655" grpId="9"/>
      <p:bldP build="whole" bldLvl="1" animBg="1" rev="0" advAuto="0" spid="653" grpId="7"/>
    </p:bldLst>
  </p:timing>
</p:sld>
</file>

<file path=ppt/slides/slide3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76" name="Shape 676"/>
          <p:cNvSpPr/>
          <p:nvPr/>
        </p:nvSpPr>
        <p:spPr>
          <a:xfrm>
            <a:off x="303300" y="385686"/>
            <a:ext cx="568007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Nuestros servicios</a:t>
            </a:r>
          </a:p>
        </p:txBody>
      </p:sp>
      <p:sp>
        <p:nvSpPr>
          <p:cNvPr id="677" name="Shape 67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678" name="Shape 678"/>
          <p:cNvSpPr/>
          <p:nvPr/>
        </p:nvSpPr>
        <p:spPr>
          <a:xfrm>
            <a:off x="0" y="3587624"/>
            <a:ext cx="24384000" cy="5292159"/>
          </a:xfrm>
          <a:prstGeom prst="rect">
            <a:avLst/>
          </a:prstGeom>
          <a:solidFill>
            <a:srgbClr val="E9EBEF"/>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79" name="Shape 679"/>
          <p:cNvSpPr/>
          <p:nvPr/>
        </p:nvSpPr>
        <p:spPr>
          <a:xfrm rot="1061526">
            <a:off x="2427421" y="5903984"/>
            <a:ext cx="3810001" cy="3810001"/>
          </a:xfrm>
          <a:prstGeom prst="rect">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80" name="Shape 680"/>
          <p:cNvSpPr/>
          <p:nvPr/>
        </p:nvSpPr>
        <p:spPr>
          <a:xfrm rot="20410908">
            <a:off x="5630614" y="5668706"/>
            <a:ext cx="3810001" cy="3810001"/>
          </a:xfrm>
          <a:prstGeom prst="rect">
            <a:avLst/>
          </a:prstGeom>
          <a:solidFill>
            <a:srgbClr val="6388BF"/>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81" name="Shape 681"/>
          <p:cNvSpPr/>
          <p:nvPr/>
        </p:nvSpPr>
        <p:spPr>
          <a:xfrm>
            <a:off x="8711430" y="5577842"/>
            <a:ext cx="3810001" cy="3810001"/>
          </a:xfrm>
          <a:prstGeom prst="rect">
            <a:avLst/>
          </a:prstGeom>
          <a:solidFill>
            <a:srgbClr val="3BC7E2"/>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82" name="Shape 682"/>
          <p:cNvSpPr/>
          <p:nvPr/>
        </p:nvSpPr>
        <p:spPr>
          <a:xfrm rot="874655">
            <a:off x="12002330" y="5768542"/>
            <a:ext cx="3810001" cy="3810001"/>
          </a:xfrm>
          <a:prstGeom prst="rect">
            <a:avLst/>
          </a:prstGeom>
          <a:solidFill>
            <a:srgbClr val="82D1F1"/>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83" name="Shape 683"/>
          <p:cNvSpPr/>
          <p:nvPr/>
        </p:nvSpPr>
        <p:spPr>
          <a:xfrm rot="20857386">
            <a:off x="15055974" y="5577842"/>
            <a:ext cx="3810001" cy="3810001"/>
          </a:xfrm>
          <a:prstGeom prst="rect">
            <a:avLst/>
          </a:prstGeom>
          <a:solidFill>
            <a:srgbClr val="00C3D2"/>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84" name="Shape 684"/>
          <p:cNvSpPr/>
          <p:nvPr/>
        </p:nvSpPr>
        <p:spPr>
          <a:xfrm rot="20336506">
            <a:off x="18146580" y="5605436"/>
            <a:ext cx="3810001" cy="3810001"/>
          </a:xfrm>
          <a:prstGeom prst="rect">
            <a:avLst/>
          </a:prstGeom>
          <a:solidFill>
            <a:srgbClr val="B3E6F1"/>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685" name="Shape 685"/>
          <p:cNvSpPr/>
          <p:nvPr/>
        </p:nvSpPr>
        <p:spPr>
          <a:xfrm>
            <a:off x="-44450" y="8845017"/>
            <a:ext cx="24965432" cy="4429534"/>
          </a:xfrm>
          <a:prstGeom prst="rect">
            <a:avLst/>
          </a:prstGeom>
          <a:solidFill>
            <a:srgbClr val="FFFFFF"/>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3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87" name="Shape 68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Equipo </a:t>
            </a:r>
          </a:p>
        </p:txBody>
      </p:sp>
      <p:pic>
        <p:nvPicPr>
          <p:cNvPr id="688" name="RR.png"/>
          <p:cNvPicPr>
            <a:picLocks noChangeAspect="1"/>
          </p:cNvPicPr>
          <p:nvPr/>
        </p:nvPicPr>
        <p:blipFill>
          <a:blip r:embed="rId2">
            <a:extLst/>
          </a:blip>
          <a:srcRect l="0" t="6564" r="0" b="0"/>
          <a:stretch>
            <a:fillRect/>
          </a:stretch>
        </p:blipFill>
        <p:spPr>
          <a:xfrm>
            <a:off x="1166322" y="2112431"/>
            <a:ext cx="4889501" cy="4497312"/>
          </a:xfrm>
          <a:prstGeom prst="rect">
            <a:avLst/>
          </a:prstGeom>
          <a:ln w="12700">
            <a:miter lim="400000"/>
          </a:ln>
        </p:spPr>
      </p:pic>
      <p:sp>
        <p:nvSpPr>
          <p:cNvPr id="689" name="Shape 689"/>
          <p:cNvSpPr/>
          <p:nvPr/>
        </p:nvSpPr>
        <p:spPr>
          <a:xfrm>
            <a:off x="1183130" y="5587732"/>
            <a:ext cx="4874401"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90" name="Shape 690"/>
          <p:cNvSpPr/>
          <p:nvPr/>
        </p:nvSpPr>
        <p:spPr>
          <a:xfrm>
            <a:off x="2858274" y="5747554"/>
            <a:ext cx="15497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691" name="Shape 691"/>
          <p:cNvSpPr/>
          <p:nvPr/>
        </p:nvSpPr>
        <p:spPr>
          <a:xfrm>
            <a:off x="3178873" y="6216365"/>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692" name="RR.png"/>
          <p:cNvPicPr>
            <a:picLocks noChangeAspect="1"/>
          </p:cNvPicPr>
          <p:nvPr/>
        </p:nvPicPr>
        <p:blipFill>
          <a:blip r:embed="rId2">
            <a:extLst/>
          </a:blip>
          <a:srcRect l="0" t="6564" r="0" b="0"/>
          <a:stretch>
            <a:fillRect/>
          </a:stretch>
        </p:blipFill>
        <p:spPr>
          <a:xfrm>
            <a:off x="6513022" y="2112431"/>
            <a:ext cx="4889501" cy="4497312"/>
          </a:xfrm>
          <a:prstGeom prst="rect">
            <a:avLst/>
          </a:prstGeom>
          <a:ln w="12700">
            <a:miter lim="400000"/>
          </a:ln>
        </p:spPr>
      </p:pic>
      <p:sp>
        <p:nvSpPr>
          <p:cNvPr id="693" name="Shape 693"/>
          <p:cNvSpPr/>
          <p:nvPr/>
        </p:nvSpPr>
        <p:spPr>
          <a:xfrm>
            <a:off x="6529830" y="5587732"/>
            <a:ext cx="4874401"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94" name="Shape 694"/>
          <p:cNvSpPr/>
          <p:nvPr/>
        </p:nvSpPr>
        <p:spPr>
          <a:xfrm>
            <a:off x="8204973" y="5747554"/>
            <a:ext cx="15497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695" name="Shape 695"/>
          <p:cNvSpPr/>
          <p:nvPr/>
        </p:nvSpPr>
        <p:spPr>
          <a:xfrm>
            <a:off x="8525573" y="62163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696" name="RR.png"/>
          <p:cNvPicPr>
            <a:picLocks noChangeAspect="1"/>
          </p:cNvPicPr>
          <p:nvPr/>
        </p:nvPicPr>
        <p:blipFill>
          <a:blip r:embed="rId2">
            <a:extLst/>
          </a:blip>
          <a:srcRect l="0" t="6564" r="0" b="0"/>
          <a:stretch>
            <a:fillRect/>
          </a:stretch>
        </p:blipFill>
        <p:spPr>
          <a:xfrm>
            <a:off x="1166322" y="7459132"/>
            <a:ext cx="4889501" cy="4497311"/>
          </a:xfrm>
          <a:prstGeom prst="rect">
            <a:avLst/>
          </a:prstGeom>
          <a:ln w="12700">
            <a:miter lim="400000"/>
          </a:ln>
        </p:spPr>
      </p:pic>
      <p:sp>
        <p:nvSpPr>
          <p:cNvPr id="697" name="Shape 697"/>
          <p:cNvSpPr/>
          <p:nvPr/>
        </p:nvSpPr>
        <p:spPr>
          <a:xfrm>
            <a:off x="1183130" y="10934432"/>
            <a:ext cx="4874401"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98" name="Shape 698"/>
          <p:cNvSpPr/>
          <p:nvPr/>
        </p:nvSpPr>
        <p:spPr>
          <a:xfrm>
            <a:off x="2858273" y="11094254"/>
            <a:ext cx="15497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699" name="Shape 699"/>
          <p:cNvSpPr/>
          <p:nvPr/>
        </p:nvSpPr>
        <p:spPr>
          <a:xfrm>
            <a:off x="3178873" y="115630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700" name="RR.png"/>
          <p:cNvPicPr>
            <a:picLocks noChangeAspect="1"/>
          </p:cNvPicPr>
          <p:nvPr/>
        </p:nvPicPr>
        <p:blipFill>
          <a:blip r:embed="rId2">
            <a:extLst/>
          </a:blip>
          <a:srcRect l="0" t="6564" r="0" b="0"/>
          <a:stretch>
            <a:fillRect/>
          </a:stretch>
        </p:blipFill>
        <p:spPr>
          <a:xfrm>
            <a:off x="6513022" y="7459132"/>
            <a:ext cx="4889501" cy="4497311"/>
          </a:xfrm>
          <a:prstGeom prst="rect">
            <a:avLst/>
          </a:prstGeom>
          <a:ln w="12700">
            <a:miter lim="400000"/>
          </a:ln>
        </p:spPr>
      </p:pic>
      <p:sp>
        <p:nvSpPr>
          <p:cNvPr id="701" name="Shape 701"/>
          <p:cNvSpPr/>
          <p:nvPr/>
        </p:nvSpPr>
        <p:spPr>
          <a:xfrm>
            <a:off x="6529830" y="10934432"/>
            <a:ext cx="4874401"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02" name="Shape 702"/>
          <p:cNvSpPr/>
          <p:nvPr/>
        </p:nvSpPr>
        <p:spPr>
          <a:xfrm>
            <a:off x="8204973" y="11094254"/>
            <a:ext cx="15497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703" name="Shape 703"/>
          <p:cNvSpPr/>
          <p:nvPr/>
        </p:nvSpPr>
        <p:spPr>
          <a:xfrm>
            <a:off x="8525573" y="115630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704" name="RR.png"/>
          <p:cNvPicPr>
            <a:picLocks noChangeAspect="1"/>
          </p:cNvPicPr>
          <p:nvPr/>
        </p:nvPicPr>
        <p:blipFill>
          <a:blip r:embed="rId2">
            <a:extLst/>
          </a:blip>
          <a:srcRect l="0" t="6564" r="0" b="0"/>
          <a:stretch>
            <a:fillRect/>
          </a:stretch>
        </p:blipFill>
        <p:spPr>
          <a:xfrm>
            <a:off x="11974022" y="2112431"/>
            <a:ext cx="4889501" cy="4497312"/>
          </a:xfrm>
          <a:prstGeom prst="rect">
            <a:avLst/>
          </a:prstGeom>
          <a:ln w="12700">
            <a:miter lim="400000"/>
          </a:ln>
        </p:spPr>
      </p:pic>
      <p:sp>
        <p:nvSpPr>
          <p:cNvPr id="705" name="Shape 705"/>
          <p:cNvSpPr/>
          <p:nvPr/>
        </p:nvSpPr>
        <p:spPr>
          <a:xfrm>
            <a:off x="11990830" y="5587732"/>
            <a:ext cx="4874401"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06" name="Shape 706"/>
          <p:cNvSpPr/>
          <p:nvPr/>
        </p:nvSpPr>
        <p:spPr>
          <a:xfrm>
            <a:off x="13665974" y="5747554"/>
            <a:ext cx="15497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707" name="Shape 707"/>
          <p:cNvSpPr/>
          <p:nvPr/>
        </p:nvSpPr>
        <p:spPr>
          <a:xfrm>
            <a:off x="13986573" y="62163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708" name="RR.png"/>
          <p:cNvPicPr>
            <a:picLocks noChangeAspect="1"/>
          </p:cNvPicPr>
          <p:nvPr/>
        </p:nvPicPr>
        <p:blipFill>
          <a:blip r:embed="rId2">
            <a:extLst/>
          </a:blip>
          <a:srcRect l="0" t="6564" r="0" b="0"/>
          <a:stretch>
            <a:fillRect/>
          </a:stretch>
        </p:blipFill>
        <p:spPr>
          <a:xfrm>
            <a:off x="17320722" y="2112431"/>
            <a:ext cx="4889501" cy="4497312"/>
          </a:xfrm>
          <a:prstGeom prst="rect">
            <a:avLst/>
          </a:prstGeom>
          <a:ln w="12700">
            <a:miter lim="400000"/>
          </a:ln>
        </p:spPr>
      </p:pic>
      <p:sp>
        <p:nvSpPr>
          <p:cNvPr id="709" name="Shape 709"/>
          <p:cNvSpPr/>
          <p:nvPr/>
        </p:nvSpPr>
        <p:spPr>
          <a:xfrm>
            <a:off x="17337530" y="5587732"/>
            <a:ext cx="4874402"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10" name="Shape 710"/>
          <p:cNvSpPr/>
          <p:nvPr/>
        </p:nvSpPr>
        <p:spPr>
          <a:xfrm>
            <a:off x="19012673" y="5747554"/>
            <a:ext cx="15497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711" name="Shape 711"/>
          <p:cNvSpPr/>
          <p:nvPr/>
        </p:nvSpPr>
        <p:spPr>
          <a:xfrm>
            <a:off x="19333273" y="62163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712" name="RR.png"/>
          <p:cNvPicPr>
            <a:picLocks noChangeAspect="1"/>
          </p:cNvPicPr>
          <p:nvPr/>
        </p:nvPicPr>
        <p:blipFill>
          <a:blip r:embed="rId2">
            <a:extLst/>
          </a:blip>
          <a:srcRect l="0" t="6564" r="0" b="0"/>
          <a:stretch>
            <a:fillRect/>
          </a:stretch>
        </p:blipFill>
        <p:spPr>
          <a:xfrm>
            <a:off x="11974022" y="7459132"/>
            <a:ext cx="4889501" cy="4497311"/>
          </a:xfrm>
          <a:prstGeom prst="rect">
            <a:avLst/>
          </a:prstGeom>
          <a:ln w="12700">
            <a:miter lim="400000"/>
          </a:ln>
        </p:spPr>
      </p:pic>
      <p:sp>
        <p:nvSpPr>
          <p:cNvPr id="713" name="Shape 713"/>
          <p:cNvSpPr/>
          <p:nvPr/>
        </p:nvSpPr>
        <p:spPr>
          <a:xfrm>
            <a:off x="11990830" y="10934431"/>
            <a:ext cx="4874401"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14" name="Shape 714"/>
          <p:cNvSpPr/>
          <p:nvPr/>
        </p:nvSpPr>
        <p:spPr>
          <a:xfrm>
            <a:off x="13665974" y="11094254"/>
            <a:ext cx="15497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715" name="Shape 715"/>
          <p:cNvSpPr/>
          <p:nvPr/>
        </p:nvSpPr>
        <p:spPr>
          <a:xfrm>
            <a:off x="13986573" y="115630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pic>
        <p:nvPicPr>
          <p:cNvPr id="716" name="RR.png"/>
          <p:cNvPicPr>
            <a:picLocks noChangeAspect="1"/>
          </p:cNvPicPr>
          <p:nvPr/>
        </p:nvPicPr>
        <p:blipFill>
          <a:blip r:embed="rId2">
            <a:extLst/>
          </a:blip>
          <a:srcRect l="0" t="6564" r="0" b="0"/>
          <a:stretch>
            <a:fillRect/>
          </a:stretch>
        </p:blipFill>
        <p:spPr>
          <a:xfrm>
            <a:off x="17320722" y="7459132"/>
            <a:ext cx="4889501" cy="4497311"/>
          </a:xfrm>
          <a:prstGeom prst="rect">
            <a:avLst/>
          </a:prstGeom>
          <a:ln w="12700">
            <a:miter lim="400000"/>
          </a:ln>
        </p:spPr>
      </p:pic>
      <p:sp>
        <p:nvSpPr>
          <p:cNvPr id="717" name="Shape 717"/>
          <p:cNvSpPr/>
          <p:nvPr/>
        </p:nvSpPr>
        <p:spPr>
          <a:xfrm>
            <a:off x="17337530" y="10934431"/>
            <a:ext cx="4874402" cy="134245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18" name="Shape 718"/>
          <p:cNvSpPr/>
          <p:nvPr/>
        </p:nvSpPr>
        <p:spPr>
          <a:xfrm>
            <a:off x="19012673" y="11094254"/>
            <a:ext cx="15497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Nombre</a:t>
            </a:r>
          </a:p>
        </p:txBody>
      </p:sp>
      <p:sp>
        <p:nvSpPr>
          <p:cNvPr id="719" name="Shape 719"/>
          <p:cNvSpPr/>
          <p:nvPr/>
        </p:nvSpPr>
        <p:spPr>
          <a:xfrm>
            <a:off x="19333273" y="11563066"/>
            <a:ext cx="908319" cy="5511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400">
                <a:solidFill>
                  <a:srgbClr val="FFFFFF"/>
                </a:solidFill>
                <a:latin typeface="Calibri"/>
                <a:ea typeface="Calibri"/>
                <a:cs typeface="Calibri"/>
                <a:sym typeface="Calibri"/>
              </a:defRPr>
            </a:lvl1pPr>
          </a:lstStyle>
          <a:p>
            <a:pPr>
              <a:defRPr sz="3600"/>
            </a:pPr>
            <a:r>
              <a:rPr sz="2400"/>
              <a:t>Cargo</a:t>
            </a:r>
          </a:p>
        </p:txBody>
      </p:sp>
      <p:sp>
        <p:nvSpPr>
          <p:cNvPr id="720" name="Shape 72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3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22" name="Shape 72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Equipo </a:t>
            </a:r>
          </a:p>
        </p:txBody>
      </p:sp>
      <p:pic>
        <p:nvPicPr>
          <p:cNvPr id="723" name="RR.png"/>
          <p:cNvPicPr>
            <a:picLocks noChangeAspect="1"/>
          </p:cNvPicPr>
          <p:nvPr/>
        </p:nvPicPr>
        <p:blipFill>
          <a:blip r:embed="rId2">
            <a:extLst/>
          </a:blip>
          <a:srcRect l="0" t="6564" r="0" b="0"/>
          <a:stretch>
            <a:fillRect/>
          </a:stretch>
        </p:blipFill>
        <p:spPr>
          <a:xfrm>
            <a:off x="2451847" y="2089650"/>
            <a:ext cx="3885479" cy="3573823"/>
          </a:xfrm>
          <a:prstGeom prst="rect">
            <a:avLst/>
          </a:prstGeom>
          <a:ln w="12700">
            <a:miter lim="400000"/>
          </a:ln>
        </p:spPr>
      </p:pic>
      <p:sp>
        <p:nvSpPr>
          <p:cNvPr id="724" name="Shape 724"/>
          <p:cNvSpPr/>
          <p:nvPr/>
        </p:nvSpPr>
        <p:spPr>
          <a:xfrm>
            <a:off x="2469005" y="5609455"/>
            <a:ext cx="3851155" cy="244524"/>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25" name="Shape 725"/>
          <p:cNvSpPr/>
          <p:nvPr/>
        </p:nvSpPr>
        <p:spPr>
          <a:xfrm>
            <a:off x="2446235" y="58735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26" name="Shape 726"/>
          <p:cNvSpPr/>
          <p:nvPr/>
        </p:nvSpPr>
        <p:spPr>
          <a:xfrm>
            <a:off x="2446233" y="62573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27" name="RR.png"/>
          <p:cNvPicPr>
            <a:picLocks noChangeAspect="1"/>
          </p:cNvPicPr>
          <p:nvPr/>
        </p:nvPicPr>
        <p:blipFill>
          <a:blip r:embed="rId2">
            <a:extLst/>
          </a:blip>
          <a:srcRect l="0" t="6564" r="0" b="0"/>
          <a:stretch>
            <a:fillRect/>
          </a:stretch>
        </p:blipFill>
        <p:spPr>
          <a:xfrm>
            <a:off x="7163547" y="2089650"/>
            <a:ext cx="3885479" cy="3573823"/>
          </a:xfrm>
          <a:prstGeom prst="rect">
            <a:avLst/>
          </a:prstGeom>
          <a:ln w="12700">
            <a:miter lim="400000"/>
          </a:ln>
        </p:spPr>
      </p:pic>
      <p:sp>
        <p:nvSpPr>
          <p:cNvPr id="728" name="Shape 728"/>
          <p:cNvSpPr/>
          <p:nvPr/>
        </p:nvSpPr>
        <p:spPr>
          <a:xfrm>
            <a:off x="7180705" y="5609455"/>
            <a:ext cx="3851155" cy="244524"/>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29" name="Shape 729"/>
          <p:cNvSpPr/>
          <p:nvPr/>
        </p:nvSpPr>
        <p:spPr>
          <a:xfrm>
            <a:off x="7157935" y="58735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30" name="Shape 730"/>
          <p:cNvSpPr/>
          <p:nvPr/>
        </p:nvSpPr>
        <p:spPr>
          <a:xfrm>
            <a:off x="7157932" y="62573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31" name="RR.png"/>
          <p:cNvPicPr>
            <a:picLocks noChangeAspect="1"/>
          </p:cNvPicPr>
          <p:nvPr/>
        </p:nvPicPr>
        <p:blipFill>
          <a:blip r:embed="rId2">
            <a:extLst/>
          </a:blip>
          <a:srcRect l="0" t="6564" r="0" b="0"/>
          <a:stretch>
            <a:fillRect/>
          </a:stretch>
        </p:blipFill>
        <p:spPr>
          <a:xfrm>
            <a:off x="11875247" y="2089650"/>
            <a:ext cx="3885479" cy="3573823"/>
          </a:xfrm>
          <a:prstGeom prst="rect">
            <a:avLst/>
          </a:prstGeom>
          <a:ln w="12700">
            <a:miter lim="400000"/>
          </a:ln>
        </p:spPr>
      </p:pic>
      <p:sp>
        <p:nvSpPr>
          <p:cNvPr id="732" name="Shape 732"/>
          <p:cNvSpPr/>
          <p:nvPr/>
        </p:nvSpPr>
        <p:spPr>
          <a:xfrm>
            <a:off x="11892405" y="5609455"/>
            <a:ext cx="3851155" cy="244524"/>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33" name="Shape 733"/>
          <p:cNvSpPr/>
          <p:nvPr/>
        </p:nvSpPr>
        <p:spPr>
          <a:xfrm>
            <a:off x="11869635" y="58735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34" name="Shape 734"/>
          <p:cNvSpPr/>
          <p:nvPr/>
        </p:nvSpPr>
        <p:spPr>
          <a:xfrm>
            <a:off x="11869632" y="62573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35" name="RR.png"/>
          <p:cNvPicPr>
            <a:picLocks noChangeAspect="1"/>
          </p:cNvPicPr>
          <p:nvPr/>
        </p:nvPicPr>
        <p:blipFill>
          <a:blip r:embed="rId2">
            <a:extLst/>
          </a:blip>
          <a:srcRect l="0" t="6564" r="0" b="0"/>
          <a:stretch>
            <a:fillRect/>
          </a:stretch>
        </p:blipFill>
        <p:spPr>
          <a:xfrm>
            <a:off x="16586947" y="2089650"/>
            <a:ext cx="3885479" cy="3573823"/>
          </a:xfrm>
          <a:prstGeom prst="rect">
            <a:avLst/>
          </a:prstGeom>
          <a:ln w="12700">
            <a:miter lim="400000"/>
          </a:ln>
        </p:spPr>
      </p:pic>
      <p:sp>
        <p:nvSpPr>
          <p:cNvPr id="736" name="Shape 736"/>
          <p:cNvSpPr/>
          <p:nvPr/>
        </p:nvSpPr>
        <p:spPr>
          <a:xfrm>
            <a:off x="16604105" y="5609455"/>
            <a:ext cx="3851155" cy="244524"/>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37" name="Shape 737"/>
          <p:cNvSpPr/>
          <p:nvPr/>
        </p:nvSpPr>
        <p:spPr>
          <a:xfrm>
            <a:off x="16581335" y="58735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38" name="Shape 738"/>
          <p:cNvSpPr/>
          <p:nvPr/>
        </p:nvSpPr>
        <p:spPr>
          <a:xfrm>
            <a:off x="16581332" y="62573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39" name="RR.png"/>
          <p:cNvPicPr>
            <a:picLocks noChangeAspect="1"/>
          </p:cNvPicPr>
          <p:nvPr/>
        </p:nvPicPr>
        <p:blipFill>
          <a:blip r:embed="rId2">
            <a:extLst/>
          </a:blip>
          <a:srcRect l="0" t="6564" r="0" b="0"/>
          <a:stretch>
            <a:fillRect/>
          </a:stretch>
        </p:blipFill>
        <p:spPr>
          <a:xfrm>
            <a:off x="2451847" y="7690350"/>
            <a:ext cx="3885479" cy="3573823"/>
          </a:xfrm>
          <a:prstGeom prst="rect">
            <a:avLst/>
          </a:prstGeom>
          <a:ln w="12700">
            <a:miter lim="400000"/>
          </a:ln>
        </p:spPr>
      </p:pic>
      <p:sp>
        <p:nvSpPr>
          <p:cNvPr id="740" name="Shape 740"/>
          <p:cNvSpPr/>
          <p:nvPr/>
        </p:nvSpPr>
        <p:spPr>
          <a:xfrm>
            <a:off x="2469005" y="11210156"/>
            <a:ext cx="3851155" cy="24452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41" name="Shape 741"/>
          <p:cNvSpPr/>
          <p:nvPr/>
        </p:nvSpPr>
        <p:spPr>
          <a:xfrm>
            <a:off x="2446235" y="114742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42" name="Shape 742"/>
          <p:cNvSpPr/>
          <p:nvPr/>
        </p:nvSpPr>
        <p:spPr>
          <a:xfrm>
            <a:off x="2446233" y="118580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43" name="RR.png"/>
          <p:cNvPicPr>
            <a:picLocks noChangeAspect="1"/>
          </p:cNvPicPr>
          <p:nvPr/>
        </p:nvPicPr>
        <p:blipFill>
          <a:blip r:embed="rId2">
            <a:extLst/>
          </a:blip>
          <a:srcRect l="0" t="6564" r="0" b="0"/>
          <a:stretch>
            <a:fillRect/>
          </a:stretch>
        </p:blipFill>
        <p:spPr>
          <a:xfrm>
            <a:off x="7163547" y="7690350"/>
            <a:ext cx="3885479" cy="3573823"/>
          </a:xfrm>
          <a:prstGeom prst="rect">
            <a:avLst/>
          </a:prstGeom>
          <a:ln w="12700">
            <a:miter lim="400000"/>
          </a:ln>
        </p:spPr>
      </p:pic>
      <p:sp>
        <p:nvSpPr>
          <p:cNvPr id="744" name="Shape 744"/>
          <p:cNvSpPr/>
          <p:nvPr/>
        </p:nvSpPr>
        <p:spPr>
          <a:xfrm>
            <a:off x="7180705" y="11210156"/>
            <a:ext cx="3851155" cy="24452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45" name="Shape 745"/>
          <p:cNvSpPr/>
          <p:nvPr/>
        </p:nvSpPr>
        <p:spPr>
          <a:xfrm>
            <a:off x="7157935" y="114742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46" name="Shape 746"/>
          <p:cNvSpPr/>
          <p:nvPr/>
        </p:nvSpPr>
        <p:spPr>
          <a:xfrm>
            <a:off x="7157932" y="118580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47" name="RR.png"/>
          <p:cNvPicPr>
            <a:picLocks noChangeAspect="1"/>
          </p:cNvPicPr>
          <p:nvPr/>
        </p:nvPicPr>
        <p:blipFill>
          <a:blip r:embed="rId2">
            <a:extLst/>
          </a:blip>
          <a:srcRect l="0" t="6564" r="0" b="0"/>
          <a:stretch>
            <a:fillRect/>
          </a:stretch>
        </p:blipFill>
        <p:spPr>
          <a:xfrm>
            <a:off x="11875247" y="7690350"/>
            <a:ext cx="3885479" cy="3573823"/>
          </a:xfrm>
          <a:prstGeom prst="rect">
            <a:avLst/>
          </a:prstGeom>
          <a:ln w="12700">
            <a:miter lim="400000"/>
          </a:ln>
        </p:spPr>
      </p:pic>
      <p:sp>
        <p:nvSpPr>
          <p:cNvPr id="748" name="Shape 748"/>
          <p:cNvSpPr/>
          <p:nvPr/>
        </p:nvSpPr>
        <p:spPr>
          <a:xfrm>
            <a:off x="11892405" y="11210156"/>
            <a:ext cx="3851155" cy="24452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49" name="Shape 749"/>
          <p:cNvSpPr/>
          <p:nvPr/>
        </p:nvSpPr>
        <p:spPr>
          <a:xfrm>
            <a:off x="11869635" y="114742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50" name="Shape 750"/>
          <p:cNvSpPr/>
          <p:nvPr/>
        </p:nvSpPr>
        <p:spPr>
          <a:xfrm>
            <a:off x="11869632" y="118580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pic>
        <p:nvPicPr>
          <p:cNvPr id="751" name="RR.png"/>
          <p:cNvPicPr>
            <a:picLocks noChangeAspect="1"/>
          </p:cNvPicPr>
          <p:nvPr/>
        </p:nvPicPr>
        <p:blipFill>
          <a:blip r:embed="rId2">
            <a:extLst/>
          </a:blip>
          <a:srcRect l="0" t="6564" r="0" b="0"/>
          <a:stretch>
            <a:fillRect/>
          </a:stretch>
        </p:blipFill>
        <p:spPr>
          <a:xfrm>
            <a:off x="16586947" y="7690350"/>
            <a:ext cx="3885479" cy="3573823"/>
          </a:xfrm>
          <a:prstGeom prst="rect">
            <a:avLst/>
          </a:prstGeom>
          <a:ln w="12700">
            <a:miter lim="400000"/>
          </a:ln>
        </p:spPr>
      </p:pic>
      <p:sp>
        <p:nvSpPr>
          <p:cNvPr id="752" name="Shape 752"/>
          <p:cNvSpPr/>
          <p:nvPr/>
        </p:nvSpPr>
        <p:spPr>
          <a:xfrm>
            <a:off x="16604105" y="11210156"/>
            <a:ext cx="3851155" cy="244523"/>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753" name="Shape 753"/>
          <p:cNvSpPr/>
          <p:nvPr/>
        </p:nvSpPr>
        <p:spPr>
          <a:xfrm>
            <a:off x="16581335" y="11474230"/>
            <a:ext cx="1743152"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3200">
                <a:latin typeface="Raleway Regular"/>
                <a:ea typeface="Raleway Regular"/>
                <a:cs typeface="Raleway Regular"/>
                <a:sym typeface="Raleway Regular"/>
              </a:rPr>
              <a:t>Nombre</a:t>
            </a:r>
          </a:p>
        </p:txBody>
      </p:sp>
      <p:sp>
        <p:nvSpPr>
          <p:cNvPr id="754" name="Shape 754"/>
          <p:cNvSpPr/>
          <p:nvPr/>
        </p:nvSpPr>
        <p:spPr>
          <a:xfrm>
            <a:off x="16581332" y="11858090"/>
            <a:ext cx="60928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Cargo</a:t>
            </a:r>
          </a:p>
        </p:txBody>
      </p:sp>
      <p:sp>
        <p:nvSpPr>
          <p:cNvPr id="755" name="Shape 75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725"/>
                                        </p:tgtEl>
                                        <p:attrNameLst>
                                          <p:attrName>style.visibility</p:attrName>
                                        </p:attrNameLst>
                                      </p:cBhvr>
                                      <p:to>
                                        <p:strVal val="visible"/>
                                      </p:to>
                                    </p:set>
                                    <p:animEffect filter="wipe(left)" transition="in">
                                      <p:cBhvr>
                                        <p:cTn id="7" dur="500"/>
                                        <p:tgtEl>
                                          <p:spTgt spid="725"/>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726"/>
                                        </p:tgtEl>
                                        <p:attrNameLst>
                                          <p:attrName>style.visibility</p:attrName>
                                        </p:attrNameLst>
                                      </p:cBhvr>
                                      <p:to>
                                        <p:strVal val="visible"/>
                                      </p:to>
                                    </p:set>
                                    <p:animEffect filter="dissolve" transition="in">
                                      <p:cBhvr>
                                        <p:cTn id="11" dur="500"/>
                                        <p:tgtEl>
                                          <p:spTgt spid="726"/>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729"/>
                                        </p:tgtEl>
                                        <p:attrNameLst>
                                          <p:attrName>style.visibility</p:attrName>
                                        </p:attrNameLst>
                                      </p:cBhvr>
                                      <p:to>
                                        <p:strVal val="visible"/>
                                      </p:to>
                                    </p:set>
                                    <p:animEffect filter="wipe(left)" transition="in">
                                      <p:cBhvr>
                                        <p:cTn id="15" dur="500"/>
                                        <p:tgtEl>
                                          <p:spTgt spid="729"/>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730"/>
                                        </p:tgtEl>
                                        <p:attrNameLst>
                                          <p:attrName>style.visibility</p:attrName>
                                        </p:attrNameLst>
                                      </p:cBhvr>
                                      <p:to>
                                        <p:strVal val="visible"/>
                                      </p:to>
                                    </p:set>
                                    <p:animEffect filter="dissolve" transition="in">
                                      <p:cBhvr>
                                        <p:cTn id="19" dur="500"/>
                                        <p:tgtEl>
                                          <p:spTgt spid="730"/>
                                        </p:tgtEl>
                                      </p:cBhvr>
                                    </p:animEffect>
                                  </p:childTnLst>
                                </p:cTn>
                              </p:par>
                            </p:childTnLst>
                          </p:cTn>
                        </p:par>
                        <p:par>
                          <p:cTn id="20" fill="hold">
                            <p:stCondLst>
                              <p:cond delay="2000"/>
                            </p:stCondLst>
                            <p:childTnLst>
                              <p:par>
                                <p:cTn id="21" presetClass="entr" nodeType="afterEffect" presetSubtype="8" presetID="22" grpId="5" fill="hold">
                                  <p:stCondLst>
                                    <p:cond delay="0"/>
                                  </p:stCondLst>
                                  <p:iterate type="el" backwards="0">
                                    <p:tmAbs val="0"/>
                                  </p:iterate>
                                  <p:childTnLst>
                                    <p:set>
                                      <p:cBhvr>
                                        <p:cTn id="22" fill="hold"/>
                                        <p:tgtEl>
                                          <p:spTgt spid="733"/>
                                        </p:tgtEl>
                                        <p:attrNameLst>
                                          <p:attrName>style.visibility</p:attrName>
                                        </p:attrNameLst>
                                      </p:cBhvr>
                                      <p:to>
                                        <p:strVal val="visible"/>
                                      </p:to>
                                    </p:set>
                                    <p:animEffect filter="wipe(left)" transition="in">
                                      <p:cBhvr>
                                        <p:cTn id="23" dur="500"/>
                                        <p:tgtEl>
                                          <p:spTgt spid="733"/>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734"/>
                                        </p:tgtEl>
                                        <p:attrNameLst>
                                          <p:attrName>style.visibility</p:attrName>
                                        </p:attrNameLst>
                                      </p:cBhvr>
                                      <p:to>
                                        <p:strVal val="visible"/>
                                      </p:to>
                                    </p:set>
                                    <p:animEffect filter="dissolve" transition="in">
                                      <p:cBhvr>
                                        <p:cTn id="27" dur="500"/>
                                        <p:tgtEl>
                                          <p:spTgt spid="734"/>
                                        </p:tgtEl>
                                      </p:cBhvr>
                                    </p:animEffect>
                                  </p:childTnLst>
                                </p:cTn>
                              </p:par>
                            </p:childTnLst>
                          </p:cTn>
                        </p:par>
                        <p:par>
                          <p:cTn id="28" fill="hold">
                            <p:stCondLst>
                              <p:cond delay="3000"/>
                            </p:stCondLst>
                            <p:childTnLst>
                              <p:par>
                                <p:cTn id="29" presetClass="entr" nodeType="afterEffect" presetSubtype="8" presetID="22" grpId="7" fill="hold">
                                  <p:stCondLst>
                                    <p:cond delay="0"/>
                                  </p:stCondLst>
                                  <p:iterate type="el" backwards="0">
                                    <p:tmAbs val="0"/>
                                  </p:iterate>
                                  <p:childTnLst>
                                    <p:set>
                                      <p:cBhvr>
                                        <p:cTn id="30" fill="hold"/>
                                        <p:tgtEl>
                                          <p:spTgt spid="737"/>
                                        </p:tgtEl>
                                        <p:attrNameLst>
                                          <p:attrName>style.visibility</p:attrName>
                                        </p:attrNameLst>
                                      </p:cBhvr>
                                      <p:to>
                                        <p:strVal val="visible"/>
                                      </p:to>
                                    </p:set>
                                    <p:animEffect filter="wipe(left)" transition="in">
                                      <p:cBhvr>
                                        <p:cTn id="31" dur="500"/>
                                        <p:tgtEl>
                                          <p:spTgt spid="737"/>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738"/>
                                        </p:tgtEl>
                                        <p:attrNameLst>
                                          <p:attrName>style.visibility</p:attrName>
                                        </p:attrNameLst>
                                      </p:cBhvr>
                                      <p:to>
                                        <p:strVal val="visible"/>
                                      </p:to>
                                    </p:set>
                                    <p:animEffect filter="dissolve" transition="in">
                                      <p:cBhvr>
                                        <p:cTn id="35" dur="500"/>
                                        <p:tgtEl>
                                          <p:spTgt spid="738"/>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741"/>
                                        </p:tgtEl>
                                        <p:attrNameLst>
                                          <p:attrName>style.visibility</p:attrName>
                                        </p:attrNameLst>
                                      </p:cBhvr>
                                      <p:to>
                                        <p:strVal val="visible"/>
                                      </p:to>
                                    </p:set>
                                    <p:animEffect filter="wipe(left)" transition="in">
                                      <p:cBhvr>
                                        <p:cTn id="39" dur="500"/>
                                        <p:tgtEl>
                                          <p:spTgt spid="741"/>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742"/>
                                        </p:tgtEl>
                                        <p:attrNameLst>
                                          <p:attrName>style.visibility</p:attrName>
                                        </p:attrNameLst>
                                      </p:cBhvr>
                                      <p:to>
                                        <p:strVal val="visible"/>
                                      </p:to>
                                    </p:set>
                                    <p:animEffect filter="dissolve" transition="in">
                                      <p:cBhvr>
                                        <p:cTn id="43" dur="500"/>
                                        <p:tgtEl>
                                          <p:spTgt spid="742"/>
                                        </p:tgtEl>
                                      </p:cBhvr>
                                    </p:animEffect>
                                  </p:childTnLst>
                                </p:cTn>
                              </p:par>
                            </p:childTnLst>
                          </p:cTn>
                        </p:par>
                        <p:par>
                          <p:cTn id="44" fill="hold">
                            <p:stCondLst>
                              <p:cond delay="5000"/>
                            </p:stCondLst>
                            <p:childTnLst>
                              <p:par>
                                <p:cTn id="45" presetClass="entr" nodeType="afterEffect" presetSubtype="8" presetID="22" grpId="11" fill="hold">
                                  <p:stCondLst>
                                    <p:cond delay="0"/>
                                  </p:stCondLst>
                                  <p:iterate type="el" backwards="0">
                                    <p:tmAbs val="0"/>
                                  </p:iterate>
                                  <p:childTnLst>
                                    <p:set>
                                      <p:cBhvr>
                                        <p:cTn id="46" fill="hold"/>
                                        <p:tgtEl>
                                          <p:spTgt spid="745"/>
                                        </p:tgtEl>
                                        <p:attrNameLst>
                                          <p:attrName>style.visibility</p:attrName>
                                        </p:attrNameLst>
                                      </p:cBhvr>
                                      <p:to>
                                        <p:strVal val="visible"/>
                                      </p:to>
                                    </p:set>
                                    <p:animEffect filter="wipe(left)" transition="in">
                                      <p:cBhvr>
                                        <p:cTn id="47" dur="500"/>
                                        <p:tgtEl>
                                          <p:spTgt spid="745"/>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746"/>
                                        </p:tgtEl>
                                        <p:attrNameLst>
                                          <p:attrName>style.visibility</p:attrName>
                                        </p:attrNameLst>
                                      </p:cBhvr>
                                      <p:to>
                                        <p:strVal val="visible"/>
                                      </p:to>
                                    </p:set>
                                    <p:animEffect filter="dissolve" transition="in">
                                      <p:cBhvr>
                                        <p:cTn id="51" dur="500"/>
                                        <p:tgtEl>
                                          <p:spTgt spid="746"/>
                                        </p:tgtEl>
                                      </p:cBhvr>
                                    </p:animEffect>
                                  </p:childTnLst>
                                </p:cTn>
                              </p:par>
                            </p:childTnLst>
                          </p:cTn>
                        </p:par>
                        <p:par>
                          <p:cTn id="52" fill="hold">
                            <p:stCondLst>
                              <p:cond delay="6000"/>
                            </p:stCondLst>
                            <p:childTnLst>
                              <p:par>
                                <p:cTn id="53" presetClass="entr" nodeType="afterEffect" presetSubtype="8" presetID="22" grpId="13" fill="hold">
                                  <p:stCondLst>
                                    <p:cond delay="0"/>
                                  </p:stCondLst>
                                  <p:iterate type="el" backwards="0">
                                    <p:tmAbs val="0"/>
                                  </p:iterate>
                                  <p:childTnLst>
                                    <p:set>
                                      <p:cBhvr>
                                        <p:cTn id="54" fill="hold"/>
                                        <p:tgtEl>
                                          <p:spTgt spid="749"/>
                                        </p:tgtEl>
                                        <p:attrNameLst>
                                          <p:attrName>style.visibility</p:attrName>
                                        </p:attrNameLst>
                                      </p:cBhvr>
                                      <p:to>
                                        <p:strVal val="visible"/>
                                      </p:to>
                                    </p:set>
                                    <p:animEffect filter="wipe(left)" transition="in">
                                      <p:cBhvr>
                                        <p:cTn id="55" dur="500"/>
                                        <p:tgtEl>
                                          <p:spTgt spid="74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750"/>
                                        </p:tgtEl>
                                        <p:attrNameLst>
                                          <p:attrName>style.visibility</p:attrName>
                                        </p:attrNameLst>
                                      </p:cBhvr>
                                      <p:to>
                                        <p:strVal val="visible"/>
                                      </p:to>
                                    </p:set>
                                    <p:animEffect filter="dissolve" transition="in">
                                      <p:cBhvr>
                                        <p:cTn id="59" dur="500"/>
                                        <p:tgtEl>
                                          <p:spTgt spid="750"/>
                                        </p:tgtEl>
                                      </p:cBhvr>
                                    </p:animEffect>
                                  </p:childTnLst>
                                </p:cTn>
                              </p:par>
                            </p:childTnLst>
                          </p:cTn>
                        </p:par>
                        <p:par>
                          <p:cTn id="60" fill="hold">
                            <p:stCondLst>
                              <p:cond delay="7000"/>
                            </p:stCondLst>
                            <p:childTnLst>
                              <p:par>
                                <p:cTn id="61" presetClass="entr" nodeType="afterEffect" presetSubtype="8" presetID="22" grpId="15" fill="hold">
                                  <p:stCondLst>
                                    <p:cond delay="0"/>
                                  </p:stCondLst>
                                  <p:iterate type="el" backwards="0">
                                    <p:tmAbs val="0"/>
                                  </p:iterate>
                                  <p:childTnLst>
                                    <p:set>
                                      <p:cBhvr>
                                        <p:cTn id="62" fill="hold"/>
                                        <p:tgtEl>
                                          <p:spTgt spid="753"/>
                                        </p:tgtEl>
                                        <p:attrNameLst>
                                          <p:attrName>style.visibility</p:attrName>
                                        </p:attrNameLst>
                                      </p:cBhvr>
                                      <p:to>
                                        <p:strVal val="visible"/>
                                      </p:to>
                                    </p:set>
                                    <p:animEffect filter="wipe(left)" transition="in">
                                      <p:cBhvr>
                                        <p:cTn id="63" dur="500"/>
                                        <p:tgtEl>
                                          <p:spTgt spid="753"/>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754"/>
                                        </p:tgtEl>
                                        <p:attrNameLst>
                                          <p:attrName>style.visibility</p:attrName>
                                        </p:attrNameLst>
                                      </p:cBhvr>
                                      <p:to>
                                        <p:strVal val="visible"/>
                                      </p:to>
                                    </p:set>
                                    <p:animEffect filter="dissolve" transition="in">
                                      <p:cBhvr>
                                        <p:cTn id="67" dur="500"/>
                                        <p:tgtEl>
                                          <p:spTgt spid="7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29" grpId="3"/>
      <p:bldP build="whole" bldLvl="1" animBg="1" rev="0" advAuto="0" spid="733" grpId="5"/>
      <p:bldP build="whole" bldLvl="1" animBg="1" rev="0" advAuto="0" spid="726" grpId="2"/>
      <p:bldP build="whole" bldLvl="1" animBg="1" rev="0" advAuto="0" spid="738" grpId="8"/>
      <p:bldP build="whole" bldLvl="1" animBg="1" rev="0" advAuto="0" spid="741" grpId="9"/>
      <p:bldP build="whole" bldLvl="1" animBg="1" rev="0" advAuto="0" spid="753" grpId="15"/>
      <p:bldP build="whole" bldLvl="1" animBg="1" rev="0" advAuto="0" spid="734" grpId="6"/>
      <p:bldP build="whole" bldLvl="1" animBg="1" rev="0" advAuto="0" spid="737" grpId="7"/>
      <p:bldP build="whole" bldLvl="1" animBg="1" rev="0" advAuto="0" spid="745" grpId="11"/>
      <p:bldP build="whole" bldLvl="1" animBg="1" rev="0" advAuto="0" spid="730" grpId="4"/>
      <p:bldP build="whole" bldLvl="1" animBg="1" rev="0" advAuto="0" spid="750" grpId="14"/>
      <p:bldP build="whole" bldLvl="1" animBg="1" rev="0" advAuto="0" spid="754" grpId="16"/>
      <p:bldP build="whole" bldLvl="1" animBg="1" rev="0" advAuto="0" spid="725" grpId="1"/>
      <p:bldP build="whole" bldLvl="1" animBg="1" rev="0" advAuto="0" spid="746" grpId="12"/>
      <p:bldP build="whole" bldLvl="1" animBg="1" rev="0" advAuto="0" spid="742" grpId="10"/>
      <p:bldP build="whole" bldLvl="1" animBg="1" rev="0" advAuto="0" spid="749" grpId="13"/>
    </p:bldLst>
  </p:timing>
</p:sld>
</file>

<file path=ppt/slides/slide3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57" name="Shape 75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Qué ofrecemos</a:t>
            </a:r>
          </a:p>
        </p:txBody>
      </p:sp>
      <p:sp>
        <p:nvSpPr>
          <p:cNvPr id="758" name="Shape 75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759" name="Shape 759"/>
          <p:cNvSpPr/>
          <p:nvPr/>
        </p:nvSpPr>
        <p:spPr>
          <a:xfrm>
            <a:off x="827048" y="3378431"/>
            <a:ext cx="11364953" cy="3480743"/>
          </a:xfrm>
          <a:prstGeom prst="rect">
            <a:avLst/>
          </a:prstGeom>
          <a:solidFill>
            <a:srgbClr val="144973"/>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760" name="Shape 760"/>
          <p:cNvSpPr/>
          <p:nvPr/>
        </p:nvSpPr>
        <p:spPr>
          <a:xfrm>
            <a:off x="12192000" y="3385953"/>
            <a:ext cx="11364953" cy="3480743"/>
          </a:xfrm>
          <a:prstGeom prst="rect">
            <a:avLst/>
          </a:prstGeom>
          <a:solidFill>
            <a:srgbClr val="029FDC"/>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761" name="Shape 761"/>
          <p:cNvSpPr/>
          <p:nvPr/>
        </p:nvSpPr>
        <p:spPr>
          <a:xfrm>
            <a:off x="827048" y="6859173"/>
            <a:ext cx="11364953" cy="3480743"/>
          </a:xfrm>
          <a:prstGeom prst="rect">
            <a:avLst/>
          </a:prstGeom>
          <a:solidFill>
            <a:srgbClr val="029FDC"/>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762" name="Shape 762"/>
          <p:cNvSpPr/>
          <p:nvPr/>
        </p:nvSpPr>
        <p:spPr>
          <a:xfrm>
            <a:off x="12192000" y="6859173"/>
            <a:ext cx="11364953" cy="3480743"/>
          </a:xfrm>
          <a:prstGeom prst="rect">
            <a:avLst/>
          </a:prstGeom>
          <a:solidFill>
            <a:srgbClr val="144973"/>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763" name="Shape 763"/>
          <p:cNvSpPr/>
          <p:nvPr/>
        </p:nvSpPr>
        <p:spPr>
          <a:xfrm>
            <a:off x="8710802" y="3376082"/>
            <a:ext cx="6964742" cy="6963835"/>
          </a:xfrm>
          <a:prstGeom prst="ellipse">
            <a:avLst/>
          </a:prstGeom>
          <a:solidFill>
            <a:srgbClr val="217EC1">
              <a:alpha val="38000"/>
            </a:srgbClr>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764" name="Shape 764"/>
          <p:cNvSpPr/>
          <p:nvPr/>
        </p:nvSpPr>
        <p:spPr>
          <a:xfrm>
            <a:off x="1230308" y="3703635"/>
            <a:ext cx="7555763" cy="268479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nchor="ctr">
            <a:spAutoFit/>
          </a:bodyPr>
          <a:lstStyle>
            <a:lvl1pPr algn="l" defTabSz="457200">
              <a:lnSpc>
                <a:spcPct val="130000"/>
              </a:lnSpc>
              <a:defRPr sz="2700">
                <a:solidFill>
                  <a:srgbClr val="FFFFFF"/>
                </a:solidFill>
                <a:latin typeface="Raleway SemiBold"/>
                <a:ea typeface="Raleway SemiBold"/>
                <a:cs typeface="Raleway SemiBold"/>
                <a:sym typeface="Raleway SemiBold"/>
              </a:defRPr>
            </a:lvl1pPr>
          </a:lstStyle>
          <a:p>
            <a:pPr>
              <a:defRPr sz="2900">
                <a:solidFill>
                  <a:srgbClr val="C7C7C7"/>
                </a:solidFill>
              </a:defRPr>
            </a:pPr>
            <a:r>
              <a:rPr sz="2700">
                <a:solidFill>
                  <a:srgbClr val="FFFFFF"/>
                </a:solidFill>
              </a:rPr>
              <a:t>Jelly-o gingerbread oat cake pudding pastry biscuit tootsie roll. Bear claw apple pie wafer chocolate gummies wafer bear claw gummies gummies. Carrot cake candy tootsie roll lollipop</a:t>
            </a:r>
          </a:p>
        </p:txBody>
      </p:sp>
      <p:sp>
        <p:nvSpPr>
          <p:cNvPr id="765" name="Shape 765"/>
          <p:cNvSpPr/>
          <p:nvPr/>
        </p:nvSpPr>
        <p:spPr>
          <a:xfrm>
            <a:off x="1230308" y="7240821"/>
            <a:ext cx="7555763" cy="268479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nchor="ctr">
            <a:spAutoFit/>
          </a:bodyPr>
          <a:lstStyle>
            <a:lvl1pPr algn="l" defTabSz="457200">
              <a:lnSpc>
                <a:spcPct val="130000"/>
              </a:lnSpc>
              <a:defRPr sz="2700">
                <a:solidFill>
                  <a:srgbClr val="FFFFFF"/>
                </a:solidFill>
                <a:latin typeface="Raleway SemiBold"/>
                <a:ea typeface="Raleway SemiBold"/>
                <a:cs typeface="Raleway SemiBold"/>
                <a:sym typeface="Raleway SemiBold"/>
              </a:defRPr>
            </a:lvl1pPr>
          </a:lstStyle>
          <a:p>
            <a:pPr>
              <a:defRPr sz="2900">
                <a:solidFill>
                  <a:srgbClr val="C7C7C7"/>
                </a:solidFill>
              </a:defRPr>
            </a:pPr>
            <a:r>
              <a:rPr sz="2700">
                <a:solidFill>
                  <a:srgbClr val="FFFFFF"/>
                </a:solidFill>
              </a:rPr>
              <a:t>Jelly-o gingerbread oat cake pudding pastry biscuit tootsie roll. Bear claw apple pie wafer chocolate gummies wafer bear claw gummies gummies. Carrot cake candy tootsie roll lollipop</a:t>
            </a:r>
          </a:p>
        </p:txBody>
      </p:sp>
      <p:sp>
        <p:nvSpPr>
          <p:cNvPr id="766" name="Shape 766"/>
          <p:cNvSpPr/>
          <p:nvPr/>
        </p:nvSpPr>
        <p:spPr>
          <a:xfrm>
            <a:off x="15514578" y="3703635"/>
            <a:ext cx="7555763" cy="268479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nchor="ctr">
            <a:spAutoFit/>
          </a:bodyPr>
          <a:lstStyle>
            <a:lvl1pPr algn="r" defTabSz="457200">
              <a:lnSpc>
                <a:spcPct val="130000"/>
              </a:lnSpc>
              <a:defRPr sz="2700">
                <a:solidFill>
                  <a:srgbClr val="FFFFFF"/>
                </a:solidFill>
                <a:latin typeface="Raleway SemiBold"/>
                <a:ea typeface="Raleway SemiBold"/>
                <a:cs typeface="Raleway SemiBold"/>
                <a:sym typeface="Raleway SemiBold"/>
              </a:defRPr>
            </a:lvl1pPr>
          </a:lstStyle>
          <a:p>
            <a:pPr>
              <a:defRPr sz="2900">
                <a:solidFill>
                  <a:srgbClr val="C7C7C7"/>
                </a:solidFill>
              </a:defRPr>
            </a:pPr>
            <a:r>
              <a:rPr sz="2700">
                <a:solidFill>
                  <a:srgbClr val="FFFFFF"/>
                </a:solidFill>
              </a:rPr>
              <a:t>Jelly-o gingerbread oat cake pudding pastry biscuit tootsie roll. Bear claw apple pie wafer chocolate gummies wafer bear claw gummies gummies. Carrot cake candy tootsie roll lollipop</a:t>
            </a:r>
          </a:p>
        </p:txBody>
      </p:sp>
      <p:sp>
        <p:nvSpPr>
          <p:cNvPr id="767" name="Shape 767"/>
          <p:cNvSpPr/>
          <p:nvPr/>
        </p:nvSpPr>
        <p:spPr>
          <a:xfrm>
            <a:off x="15514578" y="7240821"/>
            <a:ext cx="7555763" cy="268479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nchor="ctr">
            <a:spAutoFit/>
          </a:bodyPr>
          <a:lstStyle>
            <a:lvl1pPr algn="r" defTabSz="457200">
              <a:lnSpc>
                <a:spcPct val="130000"/>
              </a:lnSpc>
              <a:defRPr sz="2700">
                <a:solidFill>
                  <a:srgbClr val="FFFFFF"/>
                </a:solidFill>
                <a:latin typeface="Raleway SemiBold"/>
                <a:ea typeface="Raleway SemiBold"/>
                <a:cs typeface="Raleway SemiBold"/>
                <a:sym typeface="Raleway SemiBold"/>
              </a:defRPr>
            </a:lvl1pPr>
          </a:lstStyle>
          <a:p>
            <a:pPr>
              <a:defRPr sz="2900">
                <a:solidFill>
                  <a:srgbClr val="C7C7C7"/>
                </a:solidFill>
              </a:defRPr>
            </a:pPr>
            <a:r>
              <a:rPr sz="2700">
                <a:solidFill>
                  <a:srgbClr val="FFFFFF"/>
                </a:solidFill>
              </a:rPr>
              <a:t>Jelly-o gingerbread oat cake pudding pastry biscuit tootsie roll. Bear claw apple pie wafer chocolate gummies wafer bear claw gummies gummies. Carrot cake candy tootsie roll lollipop</a:t>
            </a:r>
          </a:p>
        </p:txBody>
      </p:sp>
      <p:sp>
        <p:nvSpPr>
          <p:cNvPr id="768" name="Shape 768"/>
          <p:cNvSpPr/>
          <p:nvPr/>
        </p:nvSpPr>
        <p:spPr>
          <a:xfrm flipV="1">
            <a:off x="12193173" y="3376083"/>
            <a:ext cx="1" cy="6963834"/>
          </a:xfrm>
          <a:prstGeom prst="line">
            <a:avLst/>
          </a:prstGeom>
          <a:ln w="38100">
            <a:solidFill>
              <a:srgbClr val="FFFFFF"/>
            </a:solidFill>
            <a:bevel/>
          </a:ln>
        </p:spPr>
        <p:txBody>
          <a:bodyPr lIns="45719" rIns="45719"/>
          <a:lstStyle/>
          <a:p>
            <a:pPr algn="l" defTabSz="457200">
              <a:defRPr sz="1200">
                <a:latin typeface="Helvetica"/>
                <a:ea typeface="Helvetica"/>
                <a:cs typeface="Helvetica"/>
                <a:sym typeface="Helvetica"/>
              </a:defRPr>
            </a:pPr>
          </a:p>
        </p:txBody>
      </p:sp>
      <p:sp>
        <p:nvSpPr>
          <p:cNvPr id="769" name="Shape 769"/>
          <p:cNvSpPr/>
          <p:nvPr/>
        </p:nvSpPr>
        <p:spPr>
          <a:xfrm>
            <a:off x="8710802" y="6859174"/>
            <a:ext cx="6964742" cy="1"/>
          </a:xfrm>
          <a:prstGeom prst="line">
            <a:avLst/>
          </a:prstGeom>
          <a:ln w="38100">
            <a:solidFill>
              <a:srgbClr val="FFFFFF"/>
            </a:solidFill>
            <a:bevel/>
          </a:ln>
        </p:spPr>
        <p:txBody>
          <a:bodyPr lIns="45719" rIns="45719"/>
          <a:lstStyle/>
          <a:p>
            <a:pPr algn="l" defTabSz="457200">
              <a:defRPr sz="1200">
                <a:latin typeface="Helvetica"/>
                <a:ea typeface="Helvetica"/>
                <a:cs typeface="Helvetica"/>
                <a:sym typeface="Helvetica"/>
              </a:defRPr>
            </a:pPr>
          </a:p>
        </p:txBody>
      </p:sp>
      <p:sp>
        <p:nvSpPr>
          <p:cNvPr id="770" name="Shape 770"/>
          <p:cNvSpPr/>
          <p:nvPr/>
        </p:nvSpPr>
        <p:spPr>
          <a:xfrm>
            <a:off x="10355712" y="4656895"/>
            <a:ext cx="1093614" cy="1458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583"/>
                </a:moveTo>
                <a:cubicBezTo>
                  <a:pt x="21600" y="6828"/>
                  <a:pt x="21309" y="7046"/>
                  <a:pt x="20982" y="7046"/>
                </a:cubicBezTo>
                <a:cubicBezTo>
                  <a:pt x="7927" y="11126"/>
                  <a:pt x="7927" y="11126"/>
                  <a:pt x="7927" y="11126"/>
                </a:cubicBezTo>
                <a:lnTo>
                  <a:pt x="7600" y="11126"/>
                </a:lnTo>
                <a:cubicBezTo>
                  <a:pt x="7600" y="11126"/>
                  <a:pt x="7309" y="11126"/>
                  <a:pt x="7309" y="10909"/>
                </a:cubicBezTo>
                <a:cubicBezTo>
                  <a:pt x="7018" y="10909"/>
                  <a:pt x="7018" y="10691"/>
                  <a:pt x="7018" y="10446"/>
                </a:cubicBezTo>
                <a:cubicBezTo>
                  <a:pt x="7018" y="3183"/>
                  <a:pt x="7018" y="3183"/>
                  <a:pt x="7018" y="3183"/>
                </a:cubicBezTo>
                <a:cubicBezTo>
                  <a:pt x="7018" y="2938"/>
                  <a:pt x="7018" y="2938"/>
                  <a:pt x="7309" y="2720"/>
                </a:cubicBezTo>
                <a:cubicBezTo>
                  <a:pt x="7309" y="2720"/>
                  <a:pt x="7600" y="2720"/>
                  <a:pt x="7927" y="2720"/>
                </a:cubicBezTo>
                <a:cubicBezTo>
                  <a:pt x="20982" y="5903"/>
                  <a:pt x="20982" y="5903"/>
                  <a:pt x="20982" y="5903"/>
                </a:cubicBezTo>
                <a:cubicBezTo>
                  <a:pt x="21309" y="6121"/>
                  <a:pt x="21600" y="6366"/>
                  <a:pt x="21600" y="6583"/>
                </a:cubicBezTo>
                <a:close/>
                <a:moveTo>
                  <a:pt x="9127" y="19560"/>
                </a:moveTo>
                <a:cubicBezTo>
                  <a:pt x="9127" y="20675"/>
                  <a:pt x="7018" y="21600"/>
                  <a:pt x="4582" y="21600"/>
                </a:cubicBezTo>
                <a:cubicBezTo>
                  <a:pt x="2145" y="21600"/>
                  <a:pt x="0" y="20675"/>
                  <a:pt x="0" y="19560"/>
                </a:cubicBezTo>
                <a:cubicBezTo>
                  <a:pt x="0" y="18635"/>
                  <a:pt x="1527" y="17955"/>
                  <a:pt x="3345" y="17737"/>
                </a:cubicBezTo>
                <a:cubicBezTo>
                  <a:pt x="3345" y="2503"/>
                  <a:pt x="3345" y="2503"/>
                  <a:pt x="3345" y="2503"/>
                </a:cubicBezTo>
                <a:lnTo>
                  <a:pt x="3673" y="2258"/>
                </a:lnTo>
                <a:cubicBezTo>
                  <a:pt x="3055" y="2040"/>
                  <a:pt x="2727" y="1823"/>
                  <a:pt x="2727" y="1143"/>
                </a:cubicBezTo>
                <a:cubicBezTo>
                  <a:pt x="2727" y="435"/>
                  <a:pt x="3345" y="0"/>
                  <a:pt x="4582" y="0"/>
                </a:cubicBezTo>
                <a:cubicBezTo>
                  <a:pt x="5164" y="0"/>
                  <a:pt x="5164" y="0"/>
                  <a:pt x="5164" y="0"/>
                </a:cubicBezTo>
                <a:cubicBezTo>
                  <a:pt x="6109" y="0"/>
                  <a:pt x="7018" y="435"/>
                  <a:pt x="7018" y="1143"/>
                </a:cubicBezTo>
                <a:cubicBezTo>
                  <a:pt x="7018" y="1823"/>
                  <a:pt x="6400" y="2258"/>
                  <a:pt x="5782" y="2503"/>
                </a:cubicBezTo>
                <a:cubicBezTo>
                  <a:pt x="5782" y="17737"/>
                  <a:pt x="5782" y="17737"/>
                  <a:pt x="5782" y="17737"/>
                </a:cubicBezTo>
                <a:cubicBezTo>
                  <a:pt x="7600" y="17955"/>
                  <a:pt x="9127" y="18635"/>
                  <a:pt x="9127" y="19560"/>
                </a:cubicBezTo>
                <a:close/>
                <a:moveTo>
                  <a:pt x="8218" y="19560"/>
                </a:moveTo>
                <a:cubicBezTo>
                  <a:pt x="8218" y="19097"/>
                  <a:pt x="7309" y="18417"/>
                  <a:pt x="5782" y="18417"/>
                </a:cubicBezTo>
                <a:cubicBezTo>
                  <a:pt x="5782" y="19560"/>
                  <a:pt x="5782" y="19560"/>
                  <a:pt x="5782" y="19560"/>
                </a:cubicBezTo>
                <a:cubicBezTo>
                  <a:pt x="5782" y="20022"/>
                  <a:pt x="5164" y="20457"/>
                  <a:pt x="4582" y="20457"/>
                </a:cubicBezTo>
                <a:cubicBezTo>
                  <a:pt x="3964" y="20457"/>
                  <a:pt x="3345" y="20022"/>
                  <a:pt x="3345" y="19560"/>
                </a:cubicBezTo>
                <a:cubicBezTo>
                  <a:pt x="3345" y="18417"/>
                  <a:pt x="3345" y="18417"/>
                  <a:pt x="3345" y="18417"/>
                </a:cubicBezTo>
                <a:cubicBezTo>
                  <a:pt x="2145" y="18417"/>
                  <a:pt x="909" y="19097"/>
                  <a:pt x="909" y="19560"/>
                </a:cubicBezTo>
                <a:cubicBezTo>
                  <a:pt x="909" y="20457"/>
                  <a:pt x="2727" y="21138"/>
                  <a:pt x="4582" y="21138"/>
                </a:cubicBezTo>
                <a:cubicBezTo>
                  <a:pt x="6691" y="21138"/>
                  <a:pt x="8218" y="20457"/>
                  <a:pt x="8218" y="19560"/>
                </a:cubicBezTo>
                <a:close/>
              </a:path>
            </a:pathLst>
          </a:custGeom>
          <a:solidFill>
            <a:srgbClr val="FFFFFF"/>
          </a:solidFill>
          <a:ln w="12700">
            <a:miter lim="400000"/>
          </a:ln>
        </p:spPr>
        <p:txBody>
          <a:bodyPr lIns="45719" rIns="45719" anchor="ctr"/>
          <a:lstStyle/>
          <a:p>
            <a:pPr algn="l" defTabSz="1219261">
              <a:defRPr sz="4800">
                <a:latin typeface="Calibri"/>
                <a:ea typeface="Calibri"/>
                <a:cs typeface="Calibri"/>
                <a:sym typeface="Calibri"/>
              </a:defRPr>
            </a:pPr>
          </a:p>
        </p:txBody>
      </p:sp>
      <p:grpSp>
        <p:nvGrpSpPr>
          <p:cNvPr id="776" name="Group 776"/>
          <p:cNvGrpSpPr/>
          <p:nvPr/>
        </p:nvGrpSpPr>
        <p:grpSpPr>
          <a:xfrm>
            <a:off x="13051367" y="7552495"/>
            <a:ext cx="1228596" cy="1309842"/>
            <a:chOff x="0" y="0"/>
            <a:chExt cx="1228595" cy="1309840"/>
          </a:xfrm>
        </p:grpSpPr>
        <p:sp>
          <p:nvSpPr>
            <p:cNvPr id="771" name="Shape 771"/>
            <p:cNvSpPr/>
            <p:nvPr/>
          </p:nvSpPr>
          <p:spPr>
            <a:xfrm>
              <a:off x="737156" y="491438"/>
              <a:ext cx="491440" cy="8184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77" y="0"/>
                    <a:pt x="0" y="2872"/>
                    <a:pt x="0" y="6492"/>
                  </a:cubicBezTo>
                  <a:cubicBezTo>
                    <a:pt x="0" y="8365"/>
                    <a:pt x="1454" y="10113"/>
                    <a:pt x="3531" y="11237"/>
                  </a:cubicBezTo>
                  <a:cubicBezTo>
                    <a:pt x="3531" y="21600"/>
                    <a:pt x="3531" y="21600"/>
                    <a:pt x="3531" y="21600"/>
                  </a:cubicBezTo>
                  <a:cubicBezTo>
                    <a:pt x="10800" y="17355"/>
                    <a:pt x="10800" y="17355"/>
                    <a:pt x="10800" y="17355"/>
                  </a:cubicBezTo>
                  <a:cubicBezTo>
                    <a:pt x="18069" y="21600"/>
                    <a:pt x="18069" y="21600"/>
                    <a:pt x="18069" y="21600"/>
                  </a:cubicBezTo>
                  <a:cubicBezTo>
                    <a:pt x="18069" y="11237"/>
                    <a:pt x="18069" y="11237"/>
                    <a:pt x="18069" y="11237"/>
                  </a:cubicBezTo>
                  <a:cubicBezTo>
                    <a:pt x="20146" y="10113"/>
                    <a:pt x="21600" y="8365"/>
                    <a:pt x="21600" y="6492"/>
                  </a:cubicBezTo>
                  <a:cubicBezTo>
                    <a:pt x="21600" y="2872"/>
                    <a:pt x="16823" y="0"/>
                    <a:pt x="10800" y="0"/>
                  </a:cubicBezTo>
                  <a:close/>
                  <a:moveTo>
                    <a:pt x="10800" y="10862"/>
                  </a:moveTo>
                  <a:cubicBezTo>
                    <a:pt x="6854" y="10862"/>
                    <a:pt x="3531" y="8865"/>
                    <a:pt x="3531" y="6492"/>
                  </a:cubicBezTo>
                  <a:cubicBezTo>
                    <a:pt x="3531" y="4120"/>
                    <a:pt x="6854" y="2123"/>
                    <a:pt x="10800" y="2123"/>
                  </a:cubicBezTo>
                  <a:cubicBezTo>
                    <a:pt x="14746" y="2123"/>
                    <a:pt x="18069" y="4120"/>
                    <a:pt x="18069" y="6492"/>
                  </a:cubicBezTo>
                  <a:cubicBezTo>
                    <a:pt x="18069" y="8865"/>
                    <a:pt x="14746" y="10862"/>
                    <a:pt x="10800" y="10862"/>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72" name="Shape 772"/>
            <p:cNvSpPr/>
            <p:nvPr/>
          </p:nvSpPr>
          <p:spPr>
            <a:xfrm>
              <a:off x="-1" y="-1"/>
              <a:ext cx="1064124" cy="13098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142" y="18953"/>
                  </a:moveTo>
                  <a:lnTo>
                    <a:pt x="3339" y="18953"/>
                  </a:lnTo>
                  <a:lnTo>
                    <a:pt x="3339" y="2745"/>
                  </a:lnTo>
                  <a:lnTo>
                    <a:pt x="12550" y="2745"/>
                  </a:lnTo>
                  <a:lnTo>
                    <a:pt x="17578" y="6797"/>
                  </a:lnTo>
                  <a:lnTo>
                    <a:pt x="21600" y="6797"/>
                  </a:lnTo>
                  <a:lnTo>
                    <a:pt x="21600" y="6176"/>
                  </a:lnTo>
                  <a:lnTo>
                    <a:pt x="13998" y="0"/>
                  </a:lnTo>
                  <a:lnTo>
                    <a:pt x="0" y="0"/>
                  </a:lnTo>
                  <a:lnTo>
                    <a:pt x="0" y="21600"/>
                  </a:lnTo>
                  <a:lnTo>
                    <a:pt x="14279" y="21600"/>
                  </a:lnTo>
                  <a:lnTo>
                    <a:pt x="11222" y="18953"/>
                  </a:lnTo>
                  <a:lnTo>
                    <a:pt x="11142" y="18953"/>
                  </a:ln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73" name="Shape 773"/>
            <p:cNvSpPr/>
            <p:nvPr/>
          </p:nvSpPr>
          <p:spPr>
            <a:xfrm>
              <a:off x="245718" y="412174"/>
              <a:ext cx="412174" cy="79265"/>
            </a:xfrm>
            <a:prstGeom prst="rect">
              <a:avLst/>
            </a:pr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74" name="Shape 774"/>
            <p:cNvSpPr/>
            <p:nvPr/>
          </p:nvSpPr>
          <p:spPr>
            <a:xfrm>
              <a:off x="245718" y="572683"/>
              <a:ext cx="412174" cy="85209"/>
            </a:xfrm>
            <a:prstGeom prst="rect">
              <a:avLst/>
            </a:pr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75" name="Shape 775"/>
            <p:cNvSpPr/>
            <p:nvPr/>
          </p:nvSpPr>
          <p:spPr>
            <a:xfrm>
              <a:off x="245718" y="737157"/>
              <a:ext cx="412174" cy="81246"/>
            </a:xfrm>
            <a:prstGeom prst="rect">
              <a:avLst/>
            </a:pr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grpSp>
      <p:grpSp>
        <p:nvGrpSpPr>
          <p:cNvPr id="782" name="Group 782"/>
          <p:cNvGrpSpPr/>
          <p:nvPr/>
        </p:nvGrpSpPr>
        <p:grpSpPr>
          <a:xfrm>
            <a:off x="12860318" y="4902533"/>
            <a:ext cx="1310900" cy="1310896"/>
            <a:chOff x="0" y="0"/>
            <a:chExt cx="1310898" cy="1310894"/>
          </a:xfrm>
        </p:grpSpPr>
        <p:sp>
          <p:nvSpPr>
            <p:cNvPr id="777" name="Shape 777"/>
            <p:cNvSpPr/>
            <p:nvPr/>
          </p:nvSpPr>
          <p:spPr>
            <a:xfrm>
              <a:off x="389716" y="0"/>
              <a:ext cx="921183" cy="922663"/>
            </a:xfrm>
            <a:custGeom>
              <a:avLst/>
              <a:gdLst/>
              <a:ahLst/>
              <a:cxnLst>
                <a:cxn ang="0">
                  <a:pos x="wd2" y="hd2"/>
                </a:cxn>
                <a:cxn ang="5400000">
                  <a:pos x="wd2" y="hd2"/>
                </a:cxn>
                <a:cxn ang="10800000">
                  <a:pos x="wd2" y="hd2"/>
                </a:cxn>
                <a:cxn ang="16200000">
                  <a:pos x="wd2" y="hd2"/>
                </a:cxn>
              </a:cxnLst>
              <a:rect l="0" t="0" r="r" b="b"/>
              <a:pathLst>
                <a:path w="21421" h="21413" fill="norm" stroke="1" extrusionOk="0">
                  <a:moveTo>
                    <a:pt x="14924" y="2174"/>
                  </a:moveTo>
                  <a:cubicBezTo>
                    <a:pt x="12951" y="2819"/>
                    <a:pt x="10094" y="4585"/>
                    <a:pt x="8631" y="6045"/>
                  </a:cubicBezTo>
                  <a:cubicBezTo>
                    <a:pt x="535" y="14128"/>
                    <a:pt x="535" y="14128"/>
                    <a:pt x="535" y="14128"/>
                  </a:cubicBezTo>
                  <a:cubicBezTo>
                    <a:pt x="-179" y="14875"/>
                    <a:pt x="-179" y="16064"/>
                    <a:pt x="535" y="16811"/>
                  </a:cubicBezTo>
                  <a:cubicBezTo>
                    <a:pt x="4583" y="20853"/>
                    <a:pt x="4583" y="20853"/>
                    <a:pt x="4583" y="20853"/>
                  </a:cubicBezTo>
                  <a:cubicBezTo>
                    <a:pt x="5332" y="21600"/>
                    <a:pt x="6556" y="21600"/>
                    <a:pt x="7270" y="20853"/>
                  </a:cubicBezTo>
                  <a:cubicBezTo>
                    <a:pt x="15366" y="12770"/>
                    <a:pt x="15366" y="12770"/>
                    <a:pt x="15366" y="12770"/>
                  </a:cubicBezTo>
                  <a:cubicBezTo>
                    <a:pt x="16829" y="11309"/>
                    <a:pt x="18598" y="8457"/>
                    <a:pt x="19244" y="6487"/>
                  </a:cubicBezTo>
                  <a:cubicBezTo>
                    <a:pt x="21421" y="0"/>
                    <a:pt x="21421" y="0"/>
                    <a:pt x="21421" y="0"/>
                  </a:cubicBezTo>
                  <a:lnTo>
                    <a:pt x="14924" y="2174"/>
                  </a:lnTo>
                  <a:close/>
                  <a:moveTo>
                    <a:pt x="9311" y="16132"/>
                  </a:moveTo>
                  <a:cubicBezTo>
                    <a:pt x="8189" y="17253"/>
                    <a:pt x="6386" y="17253"/>
                    <a:pt x="5264" y="16132"/>
                  </a:cubicBezTo>
                  <a:cubicBezTo>
                    <a:pt x="4141" y="15011"/>
                    <a:pt x="4141" y="13211"/>
                    <a:pt x="5264" y="12091"/>
                  </a:cubicBezTo>
                  <a:cubicBezTo>
                    <a:pt x="6386" y="11004"/>
                    <a:pt x="8189" y="11004"/>
                    <a:pt x="9311" y="12091"/>
                  </a:cubicBezTo>
                  <a:cubicBezTo>
                    <a:pt x="10400" y="13211"/>
                    <a:pt x="10400" y="15011"/>
                    <a:pt x="9311" y="16132"/>
                  </a:cubicBezTo>
                  <a:close/>
                  <a:moveTo>
                    <a:pt x="14686" y="10766"/>
                  </a:moveTo>
                  <a:cubicBezTo>
                    <a:pt x="13563" y="11887"/>
                    <a:pt x="11761" y="11887"/>
                    <a:pt x="10638" y="10766"/>
                  </a:cubicBezTo>
                  <a:cubicBezTo>
                    <a:pt x="9515" y="9645"/>
                    <a:pt x="9515" y="7845"/>
                    <a:pt x="10638" y="6725"/>
                  </a:cubicBezTo>
                  <a:cubicBezTo>
                    <a:pt x="11761" y="5604"/>
                    <a:pt x="13563" y="5604"/>
                    <a:pt x="14686" y="6725"/>
                  </a:cubicBezTo>
                  <a:cubicBezTo>
                    <a:pt x="15808" y="7845"/>
                    <a:pt x="15808" y="9645"/>
                    <a:pt x="14686" y="10766"/>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78" name="Shape 778"/>
            <p:cNvSpPr/>
            <p:nvPr/>
          </p:nvSpPr>
          <p:spPr>
            <a:xfrm>
              <a:off x="41994" y="387285"/>
              <a:ext cx="429535" cy="361327"/>
            </a:xfrm>
            <a:custGeom>
              <a:avLst/>
              <a:gdLst/>
              <a:ahLst/>
              <a:cxnLst>
                <a:cxn ang="0">
                  <a:pos x="wd2" y="hd2"/>
                </a:cxn>
                <a:cxn ang="5400000">
                  <a:pos x="wd2" y="hd2"/>
                </a:cxn>
                <a:cxn ang="10800000">
                  <a:pos x="wd2" y="hd2"/>
                </a:cxn>
                <a:cxn ang="16200000">
                  <a:pos x="wd2" y="hd2"/>
                </a:cxn>
              </a:cxnLst>
              <a:rect l="0" t="0" r="r" b="b"/>
              <a:pathLst>
                <a:path w="21203" h="20265" fill="norm" stroke="1" extrusionOk="0">
                  <a:moveTo>
                    <a:pt x="6899" y="18910"/>
                  </a:moveTo>
                  <a:cubicBezTo>
                    <a:pt x="21203" y="2649"/>
                    <a:pt x="21203" y="2649"/>
                    <a:pt x="21203" y="2649"/>
                  </a:cubicBezTo>
                  <a:cubicBezTo>
                    <a:pt x="18024" y="-883"/>
                    <a:pt x="12895" y="-883"/>
                    <a:pt x="9789" y="2649"/>
                  </a:cubicBezTo>
                  <a:cubicBezTo>
                    <a:pt x="1192" y="12422"/>
                    <a:pt x="1192" y="12422"/>
                    <a:pt x="1192" y="12422"/>
                  </a:cubicBezTo>
                  <a:cubicBezTo>
                    <a:pt x="-397" y="14229"/>
                    <a:pt x="-397" y="17103"/>
                    <a:pt x="1192" y="18910"/>
                  </a:cubicBezTo>
                  <a:cubicBezTo>
                    <a:pt x="2709" y="20717"/>
                    <a:pt x="5310" y="20717"/>
                    <a:pt x="6899" y="18910"/>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79" name="Shape 779"/>
            <p:cNvSpPr/>
            <p:nvPr/>
          </p:nvSpPr>
          <p:spPr>
            <a:xfrm>
              <a:off x="562884" y="839985"/>
              <a:ext cx="361633" cy="428928"/>
            </a:xfrm>
            <a:custGeom>
              <a:avLst/>
              <a:gdLst/>
              <a:ahLst/>
              <a:cxnLst>
                <a:cxn ang="0">
                  <a:pos x="wd2" y="hd2"/>
                </a:cxn>
                <a:cxn ang="5400000">
                  <a:pos x="wd2" y="hd2"/>
                </a:cxn>
                <a:cxn ang="10800000">
                  <a:pos x="wd2" y="hd2"/>
                </a:cxn>
                <a:cxn ang="16200000">
                  <a:pos x="wd2" y="hd2"/>
                </a:cxn>
              </a:cxnLst>
              <a:rect l="0" t="0" r="r" b="b"/>
              <a:pathLst>
                <a:path w="20250" h="21203" fill="norm" stroke="1" extrusionOk="0">
                  <a:moveTo>
                    <a:pt x="1350" y="14304"/>
                  </a:moveTo>
                  <a:cubicBezTo>
                    <a:pt x="-450" y="15893"/>
                    <a:pt x="-450" y="18494"/>
                    <a:pt x="1350" y="20011"/>
                  </a:cubicBezTo>
                  <a:cubicBezTo>
                    <a:pt x="3150" y="21600"/>
                    <a:pt x="6095" y="21600"/>
                    <a:pt x="7814" y="20011"/>
                  </a:cubicBezTo>
                  <a:cubicBezTo>
                    <a:pt x="17550" y="11486"/>
                    <a:pt x="17550" y="11486"/>
                    <a:pt x="17550" y="11486"/>
                  </a:cubicBezTo>
                  <a:cubicBezTo>
                    <a:pt x="21150" y="8308"/>
                    <a:pt x="21150" y="3179"/>
                    <a:pt x="17550" y="0"/>
                  </a:cubicBezTo>
                  <a:lnTo>
                    <a:pt x="1350" y="1430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80" name="Shape 780"/>
            <p:cNvSpPr/>
            <p:nvPr/>
          </p:nvSpPr>
          <p:spPr>
            <a:xfrm>
              <a:off x="314464" y="782587"/>
              <a:ext cx="213846" cy="214451"/>
            </a:xfrm>
            <a:custGeom>
              <a:avLst/>
              <a:gdLst/>
              <a:ahLst/>
              <a:cxnLst>
                <a:cxn ang="0">
                  <a:pos x="wd2" y="hd2"/>
                </a:cxn>
                <a:cxn ang="5400000">
                  <a:pos x="wd2" y="hd2"/>
                </a:cxn>
                <a:cxn ang="10800000">
                  <a:pos x="wd2" y="hd2"/>
                </a:cxn>
                <a:cxn ang="16200000">
                  <a:pos x="wd2" y="hd2"/>
                </a:cxn>
              </a:cxnLst>
              <a:rect l="0" t="0" r="r" b="b"/>
              <a:pathLst>
                <a:path w="21201" h="21201" fill="norm" stroke="1" extrusionOk="0">
                  <a:moveTo>
                    <a:pt x="1196" y="2754"/>
                  </a:moveTo>
                  <a:cubicBezTo>
                    <a:pt x="-399" y="4349"/>
                    <a:pt x="-399" y="6958"/>
                    <a:pt x="1196" y="8553"/>
                  </a:cubicBezTo>
                  <a:cubicBezTo>
                    <a:pt x="12648" y="20005"/>
                    <a:pt x="12648" y="20005"/>
                    <a:pt x="12648" y="20005"/>
                  </a:cubicBezTo>
                  <a:cubicBezTo>
                    <a:pt x="14243" y="21600"/>
                    <a:pt x="16852" y="21600"/>
                    <a:pt x="18447" y="20005"/>
                  </a:cubicBezTo>
                  <a:cubicBezTo>
                    <a:pt x="21201" y="17106"/>
                    <a:pt x="21201" y="17106"/>
                    <a:pt x="21201" y="17106"/>
                  </a:cubicBezTo>
                  <a:cubicBezTo>
                    <a:pt x="4095" y="0"/>
                    <a:pt x="4095" y="0"/>
                    <a:pt x="4095" y="0"/>
                  </a:cubicBezTo>
                  <a:lnTo>
                    <a:pt x="1196" y="275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sp>
          <p:nvSpPr>
            <p:cNvPr id="781" name="Shape 781"/>
            <p:cNvSpPr/>
            <p:nvPr/>
          </p:nvSpPr>
          <p:spPr>
            <a:xfrm>
              <a:off x="0" y="966767"/>
              <a:ext cx="344129" cy="344128"/>
            </a:xfrm>
            <a:custGeom>
              <a:avLst/>
              <a:gdLst/>
              <a:ahLst/>
              <a:cxnLst>
                <a:cxn ang="0">
                  <a:pos x="wd2" y="hd2"/>
                </a:cxn>
                <a:cxn ang="5400000">
                  <a:pos x="wd2" y="hd2"/>
                </a:cxn>
                <a:cxn ang="10800000">
                  <a:pos x="wd2" y="hd2"/>
                </a:cxn>
                <a:cxn ang="16200000">
                  <a:pos x="wd2" y="hd2"/>
                </a:cxn>
              </a:cxnLst>
              <a:rect l="0" t="0" r="r" b="b"/>
              <a:pathLst>
                <a:path w="18138" h="18138" fill="norm" stroke="1" extrusionOk="0">
                  <a:moveTo>
                    <a:pt x="0" y="18138"/>
                  </a:moveTo>
                  <a:cubicBezTo>
                    <a:pt x="8640" y="13818"/>
                    <a:pt x="21600" y="5178"/>
                    <a:pt x="17280" y="858"/>
                  </a:cubicBezTo>
                  <a:cubicBezTo>
                    <a:pt x="12960" y="-3462"/>
                    <a:pt x="4320" y="9498"/>
                    <a:pt x="0" y="18138"/>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1219261">
                <a:defRPr sz="4800">
                  <a:latin typeface="Calibri"/>
                  <a:ea typeface="Calibri"/>
                  <a:cs typeface="Calibri"/>
                  <a:sym typeface="Calibri"/>
                </a:defRPr>
              </a:pPr>
            </a:p>
          </p:txBody>
        </p:sp>
      </p:grpSp>
      <p:sp>
        <p:nvSpPr>
          <p:cNvPr id="783" name="Shape 783"/>
          <p:cNvSpPr/>
          <p:nvPr/>
        </p:nvSpPr>
        <p:spPr>
          <a:xfrm>
            <a:off x="10079566" y="7512810"/>
            <a:ext cx="1168659" cy="1332101"/>
          </a:xfrm>
          <a:custGeom>
            <a:avLst/>
            <a:gdLst/>
            <a:ahLst/>
            <a:cxnLst>
              <a:cxn ang="0">
                <a:pos x="wd2" y="hd2"/>
              </a:cxn>
              <a:cxn ang="5400000">
                <a:pos x="wd2" y="hd2"/>
              </a:cxn>
              <a:cxn ang="10800000">
                <a:pos x="wd2" y="hd2"/>
              </a:cxn>
              <a:cxn ang="16200000">
                <a:pos x="wd2" y="hd2"/>
              </a:cxn>
            </a:cxnLst>
            <a:rect l="0" t="0" r="r" b="b"/>
            <a:pathLst>
              <a:path w="21600" h="20861" fill="norm" stroke="1" extrusionOk="0">
                <a:moveTo>
                  <a:pt x="15674" y="7583"/>
                </a:moveTo>
                <a:cubicBezTo>
                  <a:pt x="15674" y="7162"/>
                  <a:pt x="20658" y="3422"/>
                  <a:pt x="17668" y="103"/>
                </a:cubicBezTo>
                <a:cubicBezTo>
                  <a:pt x="17169" y="-739"/>
                  <a:pt x="14732" y="3843"/>
                  <a:pt x="11298" y="5526"/>
                </a:cubicBezTo>
                <a:cubicBezTo>
                  <a:pt x="9360" y="6742"/>
                  <a:pt x="5428" y="8799"/>
                  <a:pt x="5428" y="10061"/>
                </a:cubicBezTo>
                <a:cubicBezTo>
                  <a:pt x="5428" y="17962"/>
                  <a:pt x="5428" y="17962"/>
                  <a:pt x="5428" y="17962"/>
                </a:cubicBezTo>
                <a:cubicBezTo>
                  <a:pt x="5428" y="19599"/>
                  <a:pt x="11797" y="20861"/>
                  <a:pt x="17169" y="20861"/>
                </a:cubicBezTo>
                <a:cubicBezTo>
                  <a:pt x="19108" y="20861"/>
                  <a:pt x="21600" y="10903"/>
                  <a:pt x="21600" y="9640"/>
                </a:cubicBezTo>
                <a:cubicBezTo>
                  <a:pt x="21600" y="8004"/>
                  <a:pt x="16172" y="8004"/>
                  <a:pt x="15674" y="7583"/>
                </a:cubicBezTo>
                <a:close/>
                <a:moveTo>
                  <a:pt x="3932" y="7583"/>
                </a:moveTo>
                <a:cubicBezTo>
                  <a:pt x="2991" y="7583"/>
                  <a:pt x="0" y="8004"/>
                  <a:pt x="0" y="11277"/>
                </a:cubicBezTo>
                <a:cubicBezTo>
                  <a:pt x="0" y="16653"/>
                  <a:pt x="0" y="16653"/>
                  <a:pt x="0" y="16653"/>
                </a:cubicBezTo>
                <a:cubicBezTo>
                  <a:pt x="0" y="20019"/>
                  <a:pt x="2991" y="20440"/>
                  <a:pt x="3932" y="20440"/>
                </a:cubicBezTo>
                <a:cubicBezTo>
                  <a:pt x="4929" y="20440"/>
                  <a:pt x="2437" y="19599"/>
                  <a:pt x="2437" y="17962"/>
                </a:cubicBezTo>
                <a:cubicBezTo>
                  <a:pt x="2437" y="10482"/>
                  <a:pt x="2437" y="10482"/>
                  <a:pt x="2437" y="10482"/>
                </a:cubicBezTo>
                <a:cubicBezTo>
                  <a:pt x="2437" y="8425"/>
                  <a:pt x="4929" y="7583"/>
                  <a:pt x="3932" y="7583"/>
                </a:cubicBezTo>
                <a:close/>
              </a:path>
            </a:pathLst>
          </a:custGeom>
          <a:solidFill>
            <a:srgbClr val="FFFFFF"/>
          </a:solidFill>
          <a:ln w="12700">
            <a:miter lim="400000"/>
          </a:ln>
        </p:spPr>
        <p:txBody>
          <a:bodyPr lIns="45719" rIns="45719" anchor="ctr"/>
          <a:lstStyle/>
          <a:p>
            <a:pPr algn="l" defTabSz="1219261">
              <a:defRPr sz="4800">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759"/>
                                        </p:tgtEl>
                                        <p:attrNameLst>
                                          <p:attrName>style.visibility</p:attrName>
                                        </p:attrNameLst>
                                      </p:cBhvr>
                                      <p:to>
                                        <p:strVal val="visible"/>
                                      </p:to>
                                    </p:set>
                                    <p:anim calcmode="lin" valueType="num">
                                      <p:cBhvr>
                                        <p:cTn id="7" dur="500" fill="hold"/>
                                        <p:tgtEl>
                                          <p:spTgt spid="759"/>
                                        </p:tgtEl>
                                        <p:attrNameLst>
                                          <p:attrName>ppt_w</p:attrName>
                                        </p:attrNameLst>
                                      </p:cBhvr>
                                      <p:tavLst>
                                        <p:tav tm="0">
                                          <p:val>
                                            <p:fltVal val="0"/>
                                          </p:val>
                                        </p:tav>
                                        <p:tav tm="100000">
                                          <p:val>
                                            <p:strVal val="#ppt_w"/>
                                          </p:val>
                                        </p:tav>
                                      </p:tavLst>
                                    </p:anim>
                                    <p:anim calcmode="lin" valueType="num">
                                      <p:cBhvr>
                                        <p:cTn id="8" dur="500" fill="hold"/>
                                        <p:tgtEl>
                                          <p:spTgt spid="759"/>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ID="9" grpId="2" fill="hold">
                                  <p:stCondLst>
                                    <p:cond delay="0"/>
                                  </p:stCondLst>
                                  <p:iterate type="el" backwards="0">
                                    <p:tmAbs val="0"/>
                                  </p:iterate>
                                  <p:childTnLst>
                                    <p:set>
                                      <p:cBhvr>
                                        <p:cTn id="11" fill="hold"/>
                                        <p:tgtEl>
                                          <p:spTgt spid="764"/>
                                        </p:tgtEl>
                                        <p:attrNameLst>
                                          <p:attrName>style.visibility</p:attrName>
                                        </p:attrNameLst>
                                      </p:cBhvr>
                                      <p:to>
                                        <p:strVal val="visible"/>
                                      </p:to>
                                    </p:set>
                                    <p:animEffect filter="dissolve" transition="in">
                                      <p:cBhvr>
                                        <p:cTn id="12" dur="500"/>
                                        <p:tgtEl>
                                          <p:spTgt spid="764"/>
                                        </p:tgtEl>
                                      </p:cBhvr>
                                    </p:animEffect>
                                  </p:childTnLst>
                                </p:cTn>
                              </p:par>
                            </p:childTnLst>
                          </p:cTn>
                        </p:par>
                        <p:par>
                          <p:cTn id="13" fill="hold">
                            <p:stCondLst>
                              <p:cond delay="1000"/>
                            </p:stCondLst>
                            <p:childTnLst>
                              <p:par>
                                <p:cTn id="14" presetClass="entr" nodeType="afterEffect" presetID="9" grpId="3" fill="hold">
                                  <p:stCondLst>
                                    <p:cond delay="0"/>
                                  </p:stCondLst>
                                  <p:iterate type="el" backwards="0">
                                    <p:tmAbs val="0"/>
                                  </p:iterate>
                                  <p:childTnLst>
                                    <p:set>
                                      <p:cBhvr>
                                        <p:cTn id="15" fill="hold"/>
                                        <p:tgtEl>
                                          <p:spTgt spid="763"/>
                                        </p:tgtEl>
                                        <p:attrNameLst>
                                          <p:attrName>style.visibility</p:attrName>
                                        </p:attrNameLst>
                                      </p:cBhvr>
                                      <p:to>
                                        <p:strVal val="visible"/>
                                      </p:to>
                                    </p:set>
                                    <p:animEffect filter="dissolve" transition="in">
                                      <p:cBhvr>
                                        <p:cTn id="16" dur="500"/>
                                        <p:tgtEl>
                                          <p:spTgt spid="763"/>
                                        </p:tgtEl>
                                      </p:cBhvr>
                                    </p:animEffect>
                                  </p:childTnLst>
                                </p:cTn>
                              </p:par>
                            </p:childTnLst>
                          </p:cTn>
                        </p:par>
                        <p:par>
                          <p:cTn id="17" fill="hold">
                            <p:stCondLst>
                              <p:cond delay="1500"/>
                            </p:stCondLst>
                            <p:childTnLst>
                              <p:par>
                                <p:cTn id="18" presetClass="entr" nodeType="afterEffect" presetSubtype="16" presetID="23" grpId="4" fill="hold">
                                  <p:stCondLst>
                                    <p:cond delay="0"/>
                                  </p:stCondLst>
                                  <p:iterate type="el" backwards="0">
                                    <p:tmAbs val="0"/>
                                  </p:iterate>
                                  <p:childTnLst>
                                    <p:set>
                                      <p:cBhvr>
                                        <p:cTn id="19" fill="hold"/>
                                        <p:tgtEl>
                                          <p:spTgt spid="770"/>
                                        </p:tgtEl>
                                        <p:attrNameLst>
                                          <p:attrName>style.visibility</p:attrName>
                                        </p:attrNameLst>
                                      </p:cBhvr>
                                      <p:to>
                                        <p:strVal val="visible"/>
                                      </p:to>
                                    </p:set>
                                    <p:anim calcmode="lin" valueType="num">
                                      <p:cBhvr>
                                        <p:cTn id="20" dur="500" fill="hold"/>
                                        <p:tgtEl>
                                          <p:spTgt spid="770"/>
                                        </p:tgtEl>
                                        <p:attrNameLst>
                                          <p:attrName>ppt_w</p:attrName>
                                        </p:attrNameLst>
                                      </p:cBhvr>
                                      <p:tavLst>
                                        <p:tav tm="0">
                                          <p:val>
                                            <p:fltVal val="0"/>
                                          </p:val>
                                        </p:tav>
                                        <p:tav tm="100000">
                                          <p:val>
                                            <p:strVal val="#ppt_w"/>
                                          </p:val>
                                        </p:tav>
                                      </p:tavLst>
                                    </p:anim>
                                    <p:anim calcmode="lin" valueType="num">
                                      <p:cBhvr>
                                        <p:cTn id="21" dur="500" fill="hold"/>
                                        <p:tgtEl>
                                          <p:spTgt spid="770"/>
                                        </p:tgtEl>
                                        <p:attrNameLst>
                                          <p:attrName>ppt_h</p:attrName>
                                        </p:attrNameLst>
                                      </p:cBhvr>
                                      <p:tavLst>
                                        <p:tav tm="0">
                                          <p:val>
                                            <p:fltVal val="0"/>
                                          </p:val>
                                        </p:tav>
                                        <p:tav tm="100000">
                                          <p:val>
                                            <p:strVal val="#ppt_h"/>
                                          </p:val>
                                        </p:tav>
                                      </p:tavLst>
                                    </p:anim>
                                  </p:childTnLst>
                                </p:cTn>
                              </p:par>
                            </p:childTnLst>
                          </p:cTn>
                        </p:par>
                        <p:par>
                          <p:cTn id="22" fill="hold">
                            <p:stCondLst>
                              <p:cond delay="2000"/>
                            </p:stCondLst>
                            <p:childTnLst>
                              <p:par>
                                <p:cTn id="23" presetClass="entr" nodeType="afterEffect" presetSubtype="16" presetID="23" grpId="5" fill="hold">
                                  <p:stCondLst>
                                    <p:cond delay="0"/>
                                  </p:stCondLst>
                                  <p:iterate type="el" backwards="0">
                                    <p:tmAbs val="0"/>
                                  </p:iterate>
                                  <p:childTnLst>
                                    <p:set>
                                      <p:cBhvr>
                                        <p:cTn id="24" fill="hold"/>
                                        <p:tgtEl>
                                          <p:spTgt spid="761"/>
                                        </p:tgtEl>
                                        <p:attrNameLst>
                                          <p:attrName>style.visibility</p:attrName>
                                        </p:attrNameLst>
                                      </p:cBhvr>
                                      <p:to>
                                        <p:strVal val="visible"/>
                                      </p:to>
                                    </p:set>
                                    <p:anim calcmode="lin" valueType="num">
                                      <p:cBhvr>
                                        <p:cTn id="25" dur="500" fill="hold"/>
                                        <p:tgtEl>
                                          <p:spTgt spid="761"/>
                                        </p:tgtEl>
                                        <p:attrNameLst>
                                          <p:attrName>ppt_w</p:attrName>
                                        </p:attrNameLst>
                                      </p:cBhvr>
                                      <p:tavLst>
                                        <p:tav tm="0">
                                          <p:val>
                                            <p:fltVal val="0"/>
                                          </p:val>
                                        </p:tav>
                                        <p:tav tm="100000">
                                          <p:val>
                                            <p:strVal val="#ppt_w"/>
                                          </p:val>
                                        </p:tav>
                                      </p:tavLst>
                                    </p:anim>
                                    <p:anim calcmode="lin" valueType="num">
                                      <p:cBhvr>
                                        <p:cTn id="26" dur="500" fill="hold"/>
                                        <p:tgtEl>
                                          <p:spTgt spid="761"/>
                                        </p:tgtEl>
                                        <p:attrNameLst>
                                          <p:attrName>ppt_h</p:attrName>
                                        </p:attrNameLst>
                                      </p:cBhvr>
                                      <p:tavLst>
                                        <p:tav tm="0">
                                          <p:val>
                                            <p:fltVal val="0"/>
                                          </p:val>
                                        </p:tav>
                                        <p:tav tm="100000">
                                          <p:val>
                                            <p:strVal val="#ppt_h"/>
                                          </p:val>
                                        </p:tav>
                                      </p:tavLst>
                                    </p:anim>
                                  </p:childTnLst>
                                </p:cTn>
                              </p:par>
                            </p:childTnLst>
                          </p:cTn>
                        </p:par>
                        <p:par>
                          <p:cTn id="27" fill="hold">
                            <p:stCondLst>
                              <p:cond delay="2500"/>
                            </p:stCondLst>
                            <p:childTnLst>
                              <p:par>
                                <p:cTn id="28" presetClass="entr" nodeType="afterEffect" presetID="9" grpId="6" fill="hold">
                                  <p:stCondLst>
                                    <p:cond delay="0"/>
                                  </p:stCondLst>
                                  <p:iterate type="el" backwards="0">
                                    <p:tmAbs val="0"/>
                                  </p:iterate>
                                  <p:childTnLst>
                                    <p:set>
                                      <p:cBhvr>
                                        <p:cTn id="29" fill="hold"/>
                                        <p:tgtEl>
                                          <p:spTgt spid="765"/>
                                        </p:tgtEl>
                                        <p:attrNameLst>
                                          <p:attrName>style.visibility</p:attrName>
                                        </p:attrNameLst>
                                      </p:cBhvr>
                                      <p:to>
                                        <p:strVal val="visible"/>
                                      </p:to>
                                    </p:set>
                                    <p:animEffect filter="dissolve" transition="in">
                                      <p:cBhvr>
                                        <p:cTn id="30" dur="500"/>
                                        <p:tgtEl>
                                          <p:spTgt spid="765"/>
                                        </p:tgtEl>
                                      </p:cBhvr>
                                    </p:animEffect>
                                  </p:childTnLst>
                                </p:cTn>
                              </p:par>
                            </p:childTnLst>
                          </p:cTn>
                        </p:par>
                        <p:par>
                          <p:cTn id="31" fill="hold">
                            <p:stCondLst>
                              <p:cond delay="3000"/>
                            </p:stCondLst>
                            <p:childTnLst>
                              <p:par>
                                <p:cTn id="32" presetClass="entr" nodeType="afterEffect" presetSubtype="16" presetID="23" grpId="7" fill="hold">
                                  <p:stCondLst>
                                    <p:cond delay="0"/>
                                  </p:stCondLst>
                                  <p:iterate type="el" backwards="0">
                                    <p:tmAbs val="0"/>
                                  </p:iterate>
                                  <p:childTnLst>
                                    <p:set>
                                      <p:cBhvr>
                                        <p:cTn id="33" fill="hold"/>
                                        <p:tgtEl>
                                          <p:spTgt spid="783"/>
                                        </p:tgtEl>
                                        <p:attrNameLst>
                                          <p:attrName>style.visibility</p:attrName>
                                        </p:attrNameLst>
                                      </p:cBhvr>
                                      <p:to>
                                        <p:strVal val="visible"/>
                                      </p:to>
                                    </p:set>
                                    <p:anim calcmode="lin" valueType="num">
                                      <p:cBhvr>
                                        <p:cTn id="34" dur="500" fill="hold"/>
                                        <p:tgtEl>
                                          <p:spTgt spid="783"/>
                                        </p:tgtEl>
                                        <p:attrNameLst>
                                          <p:attrName>ppt_w</p:attrName>
                                        </p:attrNameLst>
                                      </p:cBhvr>
                                      <p:tavLst>
                                        <p:tav tm="0">
                                          <p:val>
                                            <p:fltVal val="0"/>
                                          </p:val>
                                        </p:tav>
                                        <p:tav tm="100000">
                                          <p:val>
                                            <p:strVal val="#ppt_w"/>
                                          </p:val>
                                        </p:tav>
                                      </p:tavLst>
                                    </p:anim>
                                    <p:anim calcmode="lin" valueType="num">
                                      <p:cBhvr>
                                        <p:cTn id="35" dur="500" fill="hold"/>
                                        <p:tgtEl>
                                          <p:spTgt spid="783"/>
                                        </p:tgtEl>
                                        <p:attrNameLst>
                                          <p:attrName>ppt_h</p:attrName>
                                        </p:attrNameLst>
                                      </p:cBhvr>
                                      <p:tavLst>
                                        <p:tav tm="0">
                                          <p:val>
                                            <p:fltVal val="0"/>
                                          </p:val>
                                        </p:tav>
                                        <p:tav tm="100000">
                                          <p:val>
                                            <p:strVal val="#ppt_h"/>
                                          </p:val>
                                        </p:tav>
                                      </p:tavLst>
                                    </p:anim>
                                  </p:childTnLst>
                                </p:cTn>
                              </p:par>
                            </p:childTnLst>
                          </p:cTn>
                        </p:par>
                        <p:par>
                          <p:cTn id="36" fill="hold">
                            <p:stCondLst>
                              <p:cond delay="3500"/>
                            </p:stCondLst>
                            <p:childTnLst>
                              <p:par>
                                <p:cTn id="37" presetClass="entr" nodeType="afterEffect" presetID="9" grpId="8" fill="hold">
                                  <p:stCondLst>
                                    <p:cond delay="0"/>
                                  </p:stCondLst>
                                  <p:iterate type="el" backwards="0">
                                    <p:tmAbs val="0"/>
                                  </p:iterate>
                                  <p:childTnLst>
                                    <p:set>
                                      <p:cBhvr>
                                        <p:cTn id="38" fill="hold"/>
                                        <p:tgtEl>
                                          <p:spTgt spid="760"/>
                                        </p:tgtEl>
                                        <p:attrNameLst>
                                          <p:attrName>style.visibility</p:attrName>
                                        </p:attrNameLst>
                                      </p:cBhvr>
                                      <p:to>
                                        <p:strVal val="visible"/>
                                      </p:to>
                                    </p:set>
                                    <p:animEffect filter="dissolve" transition="in">
                                      <p:cBhvr>
                                        <p:cTn id="39" dur="500"/>
                                        <p:tgtEl>
                                          <p:spTgt spid="760"/>
                                        </p:tgtEl>
                                      </p:cBhvr>
                                    </p:animEffect>
                                  </p:childTnLst>
                                </p:cTn>
                              </p:par>
                            </p:childTnLst>
                          </p:cTn>
                        </p:par>
                        <p:par>
                          <p:cTn id="40" fill="hold">
                            <p:stCondLst>
                              <p:cond delay="4000"/>
                            </p:stCondLst>
                            <p:childTnLst>
                              <p:par>
                                <p:cTn id="41" presetClass="entr" nodeType="afterEffect" presetSubtype="16" presetID="23" grpId="9" fill="hold">
                                  <p:stCondLst>
                                    <p:cond delay="0"/>
                                  </p:stCondLst>
                                  <p:iterate type="el" backwards="0">
                                    <p:tmAbs val="0"/>
                                  </p:iterate>
                                  <p:childTnLst>
                                    <p:set>
                                      <p:cBhvr>
                                        <p:cTn id="42" fill="hold"/>
                                        <p:tgtEl>
                                          <p:spTgt spid="782"/>
                                        </p:tgtEl>
                                        <p:attrNameLst>
                                          <p:attrName>style.visibility</p:attrName>
                                        </p:attrNameLst>
                                      </p:cBhvr>
                                      <p:to>
                                        <p:strVal val="visible"/>
                                      </p:to>
                                    </p:set>
                                    <p:anim calcmode="lin" valueType="num">
                                      <p:cBhvr>
                                        <p:cTn id="43" dur="500" fill="hold"/>
                                        <p:tgtEl>
                                          <p:spTgt spid="782"/>
                                        </p:tgtEl>
                                        <p:attrNameLst>
                                          <p:attrName>ppt_w</p:attrName>
                                        </p:attrNameLst>
                                      </p:cBhvr>
                                      <p:tavLst>
                                        <p:tav tm="0">
                                          <p:val>
                                            <p:fltVal val="0"/>
                                          </p:val>
                                        </p:tav>
                                        <p:tav tm="100000">
                                          <p:val>
                                            <p:strVal val="#ppt_w"/>
                                          </p:val>
                                        </p:tav>
                                      </p:tavLst>
                                    </p:anim>
                                    <p:anim calcmode="lin" valueType="num">
                                      <p:cBhvr>
                                        <p:cTn id="44" dur="500" fill="hold"/>
                                        <p:tgtEl>
                                          <p:spTgt spid="782"/>
                                        </p:tgtEl>
                                        <p:attrNameLst>
                                          <p:attrName>ppt_h</p:attrName>
                                        </p:attrNameLst>
                                      </p:cBhvr>
                                      <p:tavLst>
                                        <p:tav tm="0">
                                          <p:val>
                                            <p:fltVal val="0"/>
                                          </p:val>
                                        </p:tav>
                                        <p:tav tm="100000">
                                          <p:val>
                                            <p:strVal val="#ppt_h"/>
                                          </p:val>
                                        </p:tav>
                                      </p:tavLst>
                                    </p:anim>
                                  </p:childTnLst>
                                </p:cTn>
                              </p:par>
                            </p:childTnLst>
                          </p:cTn>
                        </p:par>
                        <p:par>
                          <p:cTn id="45" fill="hold">
                            <p:stCondLst>
                              <p:cond delay="4500"/>
                            </p:stCondLst>
                            <p:childTnLst>
                              <p:par>
                                <p:cTn id="46" presetClass="entr" nodeType="afterEffect" presetSubtype="16" presetID="23" grpId="10" fill="hold">
                                  <p:stCondLst>
                                    <p:cond delay="0"/>
                                  </p:stCondLst>
                                  <p:iterate type="el" backwards="0">
                                    <p:tmAbs val="0"/>
                                  </p:iterate>
                                  <p:childTnLst>
                                    <p:set>
                                      <p:cBhvr>
                                        <p:cTn id="47" fill="hold"/>
                                        <p:tgtEl>
                                          <p:spTgt spid="762"/>
                                        </p:tgtEl>
                                        <p:attrNameLst>
                                          <p:attrName>style.visibility</p:attrName>
                                        </p:attrNameLst>
                                      </p:cBhvr>
                                      <p:to>
                                        <p:strVal val="visible"/>
                                      </p:to>
                                    </p:set>
                                    <p:anim calcmode="lin" valueType="num">
                                      <p:cBhvr>
                                        <p:cTn id="48" dur="500" fill="hold"/>
                                        <p:tgtEl>
                                          <p:spTgt spid="762"/>
                                        </p:tgtEl>
                                        <p:attrNameLst>
                                          <p:attrName>ppt_w</p:attrName>
                                        </p:attrNameLst>
                                      </p:cBhvr>
                                      <p:tavLst>
                                        <p:tav tm="0">
                                          <p:val>
                                            <p:fltVal val="0"/>
                                          </p:val>
                                        </p:tav>
                                        <p:tav tm="100000">
                                          <p:val>
                                            <p:strVal val="#ppt_w"/>
                                          </p:val>
                                        </p:tav>
                                      </p:tavLst>
                                    </p:anim>
                                    <p:anim calcmode="lin" valueType="num">
                                      <p:cBhvr>
                                        <p:cTn id="49" dur="500" fill="hold"/>
                                        <p:tgtEl>
                                          <p:spTgt spid="762"/>
                                        </p:tgtEl>
                                        <p:attrNameLst>
                                          <p:attrName>ppt_h</p:attrName>
                                        </p:attrNameLst>
                                      </p:cBhvr>
                                      <p:tavLst>
                                        <p:tav tm="0">
                                          <p:val>
                                            <p:fltVal val="0"/>
                                          </p:val>
                                        </p:tav>
                                        <p:tav tm="100000">
                                          <p:val>
                                            <p:strVal val="#ppt_h"/>
                                          </p:val>
                                        </p:tav>
                                      </p:tavLst>
                                    </p:anim>
                                  </p:childTnLst>
                                </p:cTn>
                              </p:par>
                            </p:childTnLst>
                          </p:cTn>
                        </p:par>
                        <p:par>
                          <p:cTn id="50" fill="hold">
                            <p:stCondLst>
                              <p:cond delay="5000"/>
                            </p:stCondLst>
                            <p:childTnLst>
                              <p:par>
                                <p:cTn id="51" presetClass="entr" nodeType="afterEffect" presetID="9" grpId="11" fill="hold">
                                  <p:stCondLst>
                                    <p:cond delay="0"/>
                                  </p:stCondLst>
                                  <p:iterate type="el" backwards="0">
                                    <p:tmAbs val="0"/>
                                  </p:iterate>
                                  <p:childTnLst>
                                    <p:set>
                                      <p:cBhvr>
                                        <p:cTn id="52" fill="hold"/>
                                        <p:tgtEl>
                                          <p:spTgt spid="767"/>
                                        </p:tgtEl>
                                        <p:attrNameLst>
                                          <p:attrName>style.visibility</p:attrName>
                                        </p:attrNameLst>
                                      </p:cBhvr>
                                      <p:to>
                                        <p:strVal val="visible"/>
                                      </p:to>
                                    </p:set>
                                    <p:animEffect filter="dissolve" transition="in">
                                      <p:cBhvr>
                                        <p:cTn id="53" dur="500"/>
                                        <p:tgtEl>
                                          <p:spTgt spid="767"/>
                                        </p:tgtEl>
                                      </p:cBhvr>
                                    </p:animEffect>
                                  </p:childTnLst>
                                </p:cTn>
                              </p:par>
                            </p:childTnLst>
                          </p:cTn>
                        </p:par>
                        <p:par>
                          <p:cTn id="54" fill="hold">
                            <p:stCondLst>
                              <p:cond delay="5500"/>
                            </p:stCondLst>
                            <p:childTnLst>
                              <p:par>
                                <p:cTn id="55" presetClass="entr" nodeType="afterEffect" presetSubtype="16" presetID="23" grpId="12" fill="hold">
                                  <p:stCondLst>
                                    <p:cond delay="0"/>
                                  </p:stCondLst>
                                  <p:iterate type="el" backwards="0">
                                    <p:tmAbs val="0"/>
                                  </p:iterate>
                                  <p:childTnLst>
                                    <p:set>
                                      <p:cBhvr>
                                        <p:cTn id="56" fill="hold"/>
                                        <p:tgtEl>
                                          <p:spTgt spid="776"/>
                                        </p:tgtEl>
                                        <p:attrNameLst>
                                          <p:attrName>style.visibility</p:attrName>
                                        </p:attrNameLst>
                                      </p:cBhvr>
                                      <p:to>
                                        <p:strVal val="visible"/>
                                      </p:to>
                                    </p:set>
                                    <p:anim calcmode="lin" valueType="num">
                                      <p:cBhvr>
                                        <p:cTn id="57" dur="500" fill="hold"/>
                                        <p:tgtEl>
                                          <p:spTgt spid="776"/>
                                        </p:tgtEl>
                                        <p:attrNameLst>
                                          <p:attrName>ppt_w</p:attrName>
                                        </p:attrNameLst>
                                      </p:cBhvr>
                                      <p:tavLst>
                                        <p:tav tm="0">
                                          <p:val>
                                            <p:fltVal val="0"/>
                                          </p:val>
                                        </p:tav>
                                        <p:tav tm="100000">
                                          <p:val>
                                            <p:strVal val="#ppt_w"/>
                                          </p:val>
                                        </p:tav>
                                      </p:tavLst>
                                    </p:anim>
                                    <p:anim calcmode="lin" valueType="num">
                                      <p:cBhvr>
                                        <p:cTn id="58" dur="500" fill="hold"/>
                                        <p:tgtEl>
                                          <p:spTgt spid="77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64" grpId="2"/>
      <p:bldP build="whole" bldLvl="1" animBg="1" rev="0" advAuto="0" spid="762" grpId="10"/>
      <p:bldP build="whole" bldLvl="1" animBg="1" rev="0" advAuto="0" spid="763" grpId="3"/>
      <p:bldP build="whole" bldLvl="1" animBg="1" rev="0" advAuto="0" spid="765" grpId="6"/>
      <p:bldP build="whole" bldLvl="1" animBg="1" rev="0" advAuto="0" spid="760" grpId="8"/>
      <p:bldP build="whole" bldLvl="1" animBg="1" rev="0" advAuto="0" spid="770" grpId="4"/>
      <p:bldP build="whole" bldLvl="1" animBg="1" rev="0" advAuto="0" spid="767" grpId="11"/>
      <p:bldP build="whole" bldLvl="1" animBg="1" rev="0" advAuto="0" spid="759" grpId="1"/>
      <p:bldP build="whole" bldLvl="1" animBg="1" rev="0" advAuto="0" spid="782" grpId="9"/>
      <p:bldP build="whole" bldLvl="1" animBg="1" rev="0" advAuto="0" spid="776" grpId="12"/>
      <p:bldP build="whole" bldLvl="1" animBg="1" rev="0" advAuto="0" spid="783" grpId="7"/>
      <p:bldP build="whole" bldLvl="1" animBg="1" rev="0" advAuto="0" spid="761" grpId="5"/>
    </p:bldLst>
  </p:timing>
</p:sld>
</file>

<file path=ppt/slides/slide3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85" name="Shape 78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Premios</a:t>
            </a:r>
          </a:p>
        </p:txBody>
      </p:sp>
      <p:sp>
        <p:nvSpPr>
          <p:cNvPr id="786" name="Shape 78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787" name="Shape 787"/>
          <p:cNvSpPr/>
          <p:nvPr/>
        </p:nvSpPr>
        <p:spPr>
          <a:xfrm>
            <a:off x="8014165" y="3530600"/>
            <a:ext cx="3383439" cy="34583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rgbClr val="397ECA"/>
          </a:solidFill>
          <a:ln w="12700">
            <a:miter lim="400000"/>
          </a:ln>
        </p:spPr>
        <p:txBody>
          <a:bodyPr lIns="45719" rIns="45719" anchor="ctr"/>
          <a:lstStyle/>
          <a:p>
            <a:pPr algn="l" defTabSz="1219261">
              <a:defRPr sz="3200">
                <a:solidFill>
                  <a:srgbClr val="FFFFFF"/>
                </a:solidFill>
              </a:defRPr>
            </a:pPr>
          </a:p>
        </p:txBody>
      </p:sp>
      <p:sp>
        <p:nvSpPr>
          <p:cNvPr id="788" name="Shape 788"/>
          <p:cNvSpPr/>
          <p:nvPr/>
        </p:nvSpPr>
        <p:spPr>
          <a:xfrm>
            <a:off x="3452422" y="3530600"/>
            <a:ext cx="3383440" cy="34583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rgbClr val="144973"/>
          </a:solidFill>
          <a:ln w="12700">
            <a:miter lim="400000"/>
          </a:ln>
        </p:spPr>
        <p:txBody>
          <a:bodyPr lIns="45719" rIns="45719" anchor="ctr"/>
          <a:lstStyle/>
          <a:p>
            <a:pPr algn="l" defTabSz="1219261">
              <a:defRPr sz="3200">
                <a:solidFill>
                  <a:srgbClr val="FFFFFF"/>
                </a:solidFill>
              </a:defRPr>
            </a:pPr>
          </a:p>
        </p:txBody>
      </p:sp>
      <p:sp>
        <p:nvSpPr>
          <p:cNvPr id="789" name="Shape 789"/>
          <p:cNvSpPr/>
          <p:nvPr/>
        </p:nvSpPr>
        <p:spPr>
          <a:xfrm>
            <a:off x="17020928" y="3530600"/>
            <a:ext cx="3383439" cy="34583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rgbClr val="66B3E0"/>
          </a:solidFill>
          <a:ln w="12700">
            <a:miter lim="400000"/>
          </a:ln>
        </p:spPr>
        <p:txBody>
          <a:bodyPr lIns="45719" rIns="45719" anchor="ctr"/>
          <a:lstStyle/>
          <a:p>
            <a:pPr algn="l" defTabSz="1219261">
              <a:defRPr sz="3200">
                <a:solidFill>
                  <a:srgbClr val="FFFFFF"/>
                </a:solidFill>
              </a:defRPr>
            </a:pPr>
          </a:p>
        </p:txBody>
      </p:sp>
      <p:sp>
        <p:nvSpPr>
          <p:cNvPr id="790" name="Shape 790"/>
          <p:cNvSpPr/>
          <p:nvPr/>
        </p:nvSpPr>
        <p:spPr>
          <a:xfrm>
            <a:off x="12490398" y="3530600"/>
            <a:ext cx="3383439" cy="34583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rgbClr val="029FDC"/>
          </a:solidFill>
          <a:ln w="12700">
            <a:miter lim="400000"/>
          </a:ln>
        </p:spPr>
        <p:txBody>
          <a:bodyPr lIns="45719" rIns="45719" anchor="ctr"/>
          <a:lstStyle/>
          <a:p>
            <a:pPr algn="l" defTabSz="1219261">
              <a:defRPr sz="3200">
                <a:solidFill>
                  <a:srgbClr val="FFFFFF"/>
                </a:solidFill>
              </a:defRPr>
            </a:pPr>
          </a:p>
        </p:txBody>
      </p:sp>
      <p:sp>
        <p:nvSpPr>
          <p:cNvPr id="791" name="Shape 791"/>
          <p:cNvSpPr/>
          <p:nvPr/>
        </p:nvSpPr>
        <p:spPr>
          <a:xfrm>
            <a:off x="4242389" y="4368800"/>
            <a:ext cx="1803635" cy="850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defRPr sz="5600">
                <a:solidFill>
                  <a:srgbClr val="FFFFFF"/>
                </a:solidFill>
                <a:latin typeface="Helvetica"/>
                <a:ea typeface="Helvetica"/>
                <a:cs typeface="Helvetica"/>
                <a:sym typeface="Helvetica"/>
              </a:defRPr>
            </a:lvl1pPr>
          </a:lstStyle>
          <a:p>
            <a:pPr>
              <a:defRPr sz="4800">
                <a:solidFill>
                  <a:srgbClr val="000000"/>
                </a:solidFill>
                <a:latin typeface="Calibri"/>
                <a:ea typeface="Calibri"/>
                <a:cs typeface="Calibri"/>
                <a:sym typeface="Calibri"/>
              </a:defRPr>
            </a:pPr>
            <a:r>
              <a:rPr sz="5600">
                <a:solidFill>
                  <a:srgbClr val="FFFFFF"/>
                </a:solidFill>
                <a:latin typeface="Helvetica"/>
                <a:ea typeface="Helvetica"/>
                <a:cs typeface="Helvetica"/>
                <a:sym typeface="Helvetica"/>
              </a:rPr>
              <a:t>1</a:t>
            </a:r>
          </a:p>
        </p:txBody>
      </p:sp>
      <p:sp>
        <p:nvSpPr>
          <p:cNvPr id="792" name="Shape 792"/>
          <p:cNvSpPr/>
          <p:nvPr/>
        </p:nvSpPr>
        <p:spPr>
          <a:xfrm>
            <a:off x="8804064" y="4368800"/>
            <a:ext cx="1803636" cy="850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defRPr sz="5600">
                <a:solidFill>
                  <a:srgbClr val="FFFFFF"/>
                </a:solidFill>
                <a:latin typeface="Helvetica"/>
                <a:ea typeface="Helvetica"/>
                <a:cs typeface="Helvetica"/>
                <a:sym typeface="Helvetica"/>
              </a:defRPr>
            </a:lvl1pPr>
          </a:lstStyle>
          <a:p>
            <a:pPr>
              <a:defRPr sz="4800">
                <a:solidFill>
                  <a:srgbClr val="000000"/>
                </a:solidFill>
                <a:latin typeface="Calibri"/>
                <a:ea typeface="Calibri"/>
                <a:cs typeface="Calibri"/>
                <a:sym typeface="Calibri"/>
              </a:defRPr>
            </a:pPr>
            <a:r>
              <a:rPr sz="5600">
                <a:solidFill>
                  <a:srgbClr val="FFFFFF"/>
                </a:solidFill>
                <a:latin typeface="Helvetica"/>
                <a:ea typeface="Helvetica"/>
                <a:cs typeface="Helvetica"/>
                <a:sym typeface="Helvetica"/>
              </a:rPr>
              <a:t>2</a:t>
            </a:r>
          </a:p>
        </p:txBody>
      </p:sp>
      <p:sp>
        <p:nvSpPr>
          <p:cNvPr id="793" name="Shape 793"/>
          <p:cNvSpPr/>
          <p:nvPr/>
        </p:nvSpPr>
        <p:spPr>
          <a:xfrm>
            <a:off x="13264725" y="4368800"/>
            <a:ext cx="1803636" cy="850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defRPr sz="5600">
                <a:solidFill>
                  <a:srgbClr val="FFFFFF"/>
                </a:solidFill>
                <a:latin typeface="Helvetica"/>
                <a:ea typeface="Helvetica"/>
                <a:cs typeface="Helvetica"/>
                <a:sym typeface="Helvetica"/>
              </a:defRPr>
            </a:lvl1pPr>
          </a:lstStyle>
          <a:p>
            <a:pPr>
              <a:defRPr sz="4800">
                <a:solidFill>
                  <a:srgbClr val="000000"/>
                </a:solidFill>
                <a:latin typeface="Calibri"/>
                <a:ea typeface="Calibri"/>
                <a:cs typeface="Calibri"/>
                <a:sym typeface="Calibri"/>
              </a:defRPr>
            </a:pPr>
            <a:r>
              <a:rPr sz="5600">
                <a:solidFill>
                  <a:srgbClr val="FFFFFF"/>
                </a:solidFill>
                <a:latin typeface="Helvetica"/>
                <a:ea typeface="Helvetica"/>
                <a:cs typeface="Helvetica"/>
                <a:sym typeface="Helvetica"/>
              </a:rPr>
              <a:t>3</a:t>
            </a:r>
          </a:p>
        </p:txBody>
      </p:sp>
      <p:sp>
        <p:nvSpPr>
          <p:cNvPr id="794" name="Shape 794"/>
          <p:cNvSpPr/>
          <p:nvPr/>
        </p:nvSpPr>
        <p:spPr>
          <a:xfrm>
            <a:off x="17826400" y="4368800"/>
            <a:ext cx="1803636" cy="850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defRPr sz="5600">
                <a:solidFill>
                  <a:srgbClr val="FFFFFF"/>
                </a:solidFill>
                <a:latin typeface="Helvetica"/>
                <a:ea typeface="Helvetica"/>
                <a:cs typeface="Helvetica"/>
                <a:sym typeface="Helvetica"/>
              </a:defRPr>
            </a:lvl1pPr>
          </a:lstStyle>
          <a:p>
            <a:pPr>
              <a:defRPr sz="4800">
                <a:solidFill>
                  <a:srgbClr val="000000"/>
                </a:solidFill>
                <a:latin typeface="Calibri"/>
                <a:ea typeface="Calibri"/>
                <a:cs typeface="Calibri"/>
                <a:sym typeface="Calibri"/>
              </a:defRPr>
            </a:pPr>
            <a:r>
              <a:rPr sz="5600">
                <a:solidFill>
                  <a:srgbClr val="FFFFFF"/>
                </a:solidFill>
                <a:latin typeface="Helvetica"/>
                <a:ea typeface="Helvetica"/>
                <a:cs typeface="Helvetica"/>
                <a:sym typeface="Helvetica"/>
              </a:rPr>
              <a:t>4</a:t>
            </a:r>
          </a:p>
        </p:txBody>
      </p:sp>
      <p:sp>
        <p:nvSpPr>
          <p:cNvPr id="795" name="Shape 795"/>
          <p:cNvSpPr/>
          <p:nvPr/>
        </p:nvSpPr>
        <p:spPr>
          <a:xfrm>
            <a:off x="3052221" y="79604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43B4E3"/>
                </a:solidFill>
                <a:latin typeface="Raleway Bold"/>
                <a:ea typeface="Raleway Bold"/>
                <a:cs typeface="Raleway Bold"/>
                <a:sym typeface="Raleway Bold"/>
              </a:defRPr>
            </a:lvl1pPr>
          </a:lstStyle>
          <a:p>
            <a:pPr>
              <a:defRPr sz="2900">
                <a:solidFill>
                  <a:srgbClr val="C7C7C7"/>
                </a:solidFill>
              </a:defRPr>
            </a:pPr>
            <a:r>
              <a:rPr sz="3600">
                <a:solidFill>
                  <a:srgbClr val="43B4E3"/>
                </a:solidFill>
              </a:rPr>
              <a:t>Premio X</a:t>
            </a:r>
          </a:p>
        </p:txBody>
      </p:sp>
      <p:sp>
        <p:nvSpPr>
          <p:cNvPr id="796" name="Shape 796"/>
          <p:cNvSpPr/>
          <p:nvPr/>
        </p:nvSpPr>
        <p:spPr>
          <a:xfrm>
            <a:off x="3052221" y="8789075"/>
            <a:ext cx="4088940" cy="160020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lvl1pPr defTabSz="457200">
              <a:lnSpc>
                <a:spcPct val="130000"/>
              </a:lnSpc>
              <a:defRPr sz="2800">
                <a:solidFill>
                  <a:srgbClr val="797979"/>
                </a:solidFill>
                <a:latin typeface="Raleway Regular"/>
                <a:ea typeface="Raleway Regular"/>
                <a:cs typeface="Raleway Regular"/>
                <a:sym typeface="Raleway Regular"/>
              </a:defRPr>
            </a:lvl1pPr>
          </a:lstStyle>
          <a:p>
            <a:pPr>
              <a:defRPr sz="2900">
                <a:solidFill>
                  <a:srgbClr val="C7C7C7"/>
                </a:solidFill>
              </a:defRPr>
            </a:pPr>
            <a:r>
              <a:rPr sz="2800">
                <a:solidFill>
                  <a:srgbClr val="797979"/>
                </a:solidFill>
              </a:rPr>
              <a:t>Jelly-o gingerbread oat cake pudding pastry biscuit tootsie roll. </a:t>
            </a:r>
          </a:p>
        </p:txBody>
      </p:sp>
      <p:sp>
        <p:nvSpPr>
          <p:cNvPr id="797" name="Shape 797"/>
          <p:cNvSpPr/>
          <p:nvPr/>
        </p:nvSpPr>
        <p:spPr>
          <a:xfrm>
            <a:off x="7683800" y="79604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43B4E3"/>
                </a:solidFill>
                <a:latin typeface="Raleway Bold"/>
                <a:ea typeface="Raleway Bold"/>
                <a:cs typeface="Raleway Bold"/>
                <a:sym typeface="Raleway Bold"/>
              </a:defRPr>
            </a:lvl1pPr>
          </a:lstStyle>
          <a:p>
            <a:pPr>
              <a:defRPr sz="2900">
                <a:solidFill>
                  <a:srgbClr val="C7C7C7"/>
                </a:solidFill>
              </a:defRPr>
            </a:pPr>
            <a:r>
              <a:rPr sz="3600">
                <a:solidFill>
                  <a:srgbClr val="43B4E3"/>
                </a:solidFill>
              </a:rPr>
              <a:t>Premio X</a:t>
            </a:r>
          </a:p>
        </p:txBody>
      </p:sp>
      <p:sp>
        <p:nvSpPr>
          <p:cNvPr id="798" name="Shape 798"/>
          <p:cNvSpPr/>
          <p:nvPr/>
        </p:nvSpPr>
        <p:spPr>
          <a:xfrm>
            <a:off x="7683800" y="8789075"/>
            <a:ext cx="4088940" cy="160020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lvl1pPr defTabSz="457200">
              <a:lnSpc>
                <a:spcPct val="130000"/>
              </a:lnSpc>
              <a:defRPr sz="2800">
                <a:solidFill>
                  <a:srgbClr val="797979"/>
                </a:solidFill>
                <a:latin typeface="Raleway Regular"/>
                <a:ea typeface="Raleway Regular"/>
                <a:cs typeface="Raleway Regular"/>
                <a:sym typeface="Raleway Regular"/>
              </a:defRPr>
            </a:lvl1pPr>
          </a:lstStyle>
          <a:p>
            <a:pPr>
              <a:defRPr sz="2900">
                <a:solidFill>
                  <a:srgbClr val="C7C7C7"/>
                </a:solidFill>
              </a:defRPr>
            </a:pPr>
            <a:r>
              <a:rPr sz="2800">
                <a:solidFill>
                  <a:srgbClr val="797979"/>
                </a:solidFill>
              </a:rPr>
              <a:t>Jelly-o gingerbread oat cake pudding pastry biscuit tootsie roll. </a:t>
            </a:r>
          </a:p>
        </p:txBody>
      </p:sp>
      <p:sp>
        <p:nvSpPr>
          <p:cNvPr id="799" name="Shape 799"/>
          <p:cNvSpPr/>
          <p:nvPr/>
        </p:nvSpPr>
        <p:spPr>
          <a:xfrm>
            <a:off x="12055633" y="79604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43B4E3"/>
                </a:solidFill>
                <a:latin typeface="Raleway Bold"/>
                <a:ea typeface="Raleway Bold"/>
                <a:cs typeface="Raleway Bold"/>
                <a:sym typeface="Raleway Bold"/>
              </a:defRPr>
            </a:lvl1pPr>
          </a:lstStyle>
          <a:p>
            <a:pPr>
              <a:defRPr sz="2900">
                <a:solidFill>
                  <a:srgbClr val="C7C7C7"/>
                </a:solidFill>
              </a:defRPr>
            </a:pPr>
            <a:r>
              <a:rPr sz="3600">
                <a:solidFill>
                  <a:srgbClr val="43B4E3"/>
                </a:solidFill>
              </a:rPr>
              <a:t>Premio X</a:t>
            </a:r>
          </a:p>
        </p:txBody>
      </p:sp>
      <p:sp>
        <p:nvSpPr>
          <p:cNvPr id="800" name="Shape 800"/>
          <p:cNvSpPr/>
          <p:nvPr/>
        </p:nvSpPr>
        <p:spPr>
          <a:xfrm>
            <a:off x="12055633" y="8789075"/>
            <a:ext cx="4088940" cy="160020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lvl1pPr defTabSz="457200">
              <a:lnSpc>
                <a:spcPct val="130000"/>
              </a:lnSpc>
              <a:defRPr sz="2800">
                <a:solidFill>
                  <a:srgbClr val="797979"/>
                </a:solidFill>
                <a:latin typeface="Raleway Regular"/>
                <a:ea typeface="Raleway Regular"/>
                <a:cs typeface="Raleway Regular"/>
                <a:sym typeface="Raleway Regular"/>
              </a:defRPr>
            </a:lvl1pPr>
          </a:lstStyle>
          <a:p>
            <a:pPr>
              <a:defRPr sz="2900">
                <a:solidFill>
                  <a:srgbClr val="C7C7C7"/>
                </a:solidFill>
              </a:defRPr>
            </a:pPr>
            <a:r>
              <a:rPr sz="2800">
                <a:solidFill>
                  <a:srgbClr val="797979"/>
                </a:solidFill>
              </a:rPr>
              <a:t>Jelly-o gingerbread oat cake pudding pastry biscuit tootsie roll. </a:t>
            </a:r>
          </a:p>
        </p:txBody>
      </p:sp>
      <p:sp>
        <p:nvSpPr>
          <p:cNvPr id="801" name="Shape 801"/>
          <p:cNvSpPr/>
          <p:nvPr/>
        </p:nvSpPr>
        <p:spPr>
          <a:xfrm>
            <a:off x="16687212" y="7960498"/>
            <a:ext cx="408894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600">
                <a:solidFill>
                  <a:srgbClr val="43B4E3"/>
                </a:solidFill>
                <a:latin typeface="Raleway Bold"/>
                <a:ea typeface="Raleway Bold"/>
                <a:cs typeface="Raleway Bold"/>
                <a:sym typeface="Raleway Bold"/>
              </a:defRPr>
            </a:lvl1pPr>
          </a:lstStyle>
          <a:p>
            <a:pPr>
              <a:defRPr sz="2900">
                <a:solidFill>
                  <a:srgbClr val="C7C7C7"/>
                </a:solidFill>
              </a:defRPr>
            </a:pPr>
            <a:r>
              <a:rPr sz="3600">
                <a:solidFill>
                  <a:srgbClr val="43B4E3"/>
                </a:solidFill>
              </a:rPr>
              <a:t>Premio X</a:t>
            </a:r>
          </a:p>
        </p:txBody>
      </p:sp>
      <p:sp>
        <p:nvSpPr>
          <p:cNvPr id="802" name="Shape 802"/>
          <p:cNvSpPr/>
          <p:nvPr/>
        </p:nvSpPr>
        <p:spPr>
          <a:xfrm>
            <a:off x="16687212" y="8789075"/>
            <a:ext cx="4088940" cy="160020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lvl1pPr defTabSz="457200">
              <a:lnSpc>
                <a:spcPct val="130000"/>
              </a:lnSpc>
              <a:defRPr sz="2800">
                <a:solidFill>
                  <a:srgbClr val="797979"/>
                </a:solidFill>
                <a:latin typeface="Raleway Regular"/>
                <a:ea typeface="Raleway Regular"/>
                <a:cs typeface="Raleway Regular"/>
                <a:sym typeface="Raleway Regular"/>
              </a:defRPr>
            </a:lvl1pPr>
          </a:lstStyle>
          <a:p>
            <a:pPr>
              <a:defRPr sz="2900">
                <a:solidFill>
                  <a:srgbClr val="C7C7C7"/>
                </a:solidFill>
              </a:defRPr>
            </a:pPr>
            <a:r>
              <a:rPr sz="2800">
                <a:solidFill>
                  <a:srgbClr val="797979"/>
                </a:solidFill>
              </a:rPr>
              <a:t>Jelly-o gingerbread oat cake pudding pastry biscuit tootsie roll. </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788"/>
                                        </p:tgtEl>
                                        <p:attrNameLst>
                                          <p:attrName>style.visibility</p:attrName>
                                        </p:attrNameLst>
                                      </p:cBhvr>
                                      <p:to>
                                        <p:strVal val="visible"/>
                                      </p:to>
                                    </p:set>
                                    <p:animEffect filter="dissolve" transition="in">
                                      <p:cBhvr>
                                        <p:cTn id="7" dur="500"/>
                                        <p:tgtEl>
                                          <p:spTgt spid="788"/>
                                        </p:tgtEl>
                                      </p:cBhvr>
                                    </p:animEffect>
                                  </p:childTnLst>
                                </p:cTn>
                              </p:par>
                            </p:childTnLst>
                          </p:cTn>
                        </p:par>
                        <p:par>
                          <p:cTn id="8" fill="hold">
                            <p:stCondLst>
                              <p:cond delay="500"/>
                            </p:stCondLst>
                            <p:childTnLst>
                              <p:par>
                                <p:cTn id="9" presetClass="entr" nodeType="afterEffect" presetSubtype="16" presetID="23" grpId="2" fill="hold">
                                  <p:stCondLst>
                                    <p:cond delay="0"/>
                                  </p:stCondLst>
                                  <p:iterate type="el" backwards="0">
                                    <p:tmAbs val="0"/>
                                  </p:iterate>
                                  <p:childTnLst>
                                    <p:set>
                                      <p:cBhvr>
                                        <p:cTn id="10" fill="hold"/>
                                        <p:tgtEl>
                                          <p:spTgt spid="791"/>
                                        </p:tgtEl>
                                        <p:attrNameLst>
                                          <p:attrName>style.visibility</p:attrName>
                                        </p:attrNameLst>
                                      </p:cBhvr>
                                      <p:to>
                                        <p:strVal val="visible"/>
                                      </p:to>
                                    </p:set>
                                    <p:anim calcmode="lin" valueType="num">
                                      <p:cBhvr>
                                        <p:cTn id="11" dur="500" fill="hold"/>
                                        <p:tgtEl>
                                          <p:spTgt spid="791"/>
                                        </p:tgtEl>
                                        <p:attrNameLst>
                                          <p:attrName>ppt_w</p:attrName>
                                        </p:attrNameLst>
                                      </p:cBhvr>
                                      <p:tavLst>
                                        <p:tav tm="0">
                                          <p:val>
                                            <p:fltVal val="0"/>
                                          </p:val>
                                        </p:tav>
                                        <p:tav tm="100000">
                                          <p:val>
                                            <p:strVal val="#ppt_w"/>
                                          </p:val>
                                        </p:tav>
                                      </p:tavLst>
                                    </p:anim>
                                    <p:anim calcmode="lin" valueType="num">
                                      <p:cBhvr>
                                        <p:cTn id="12" dur="500" fill="hold"/>
                                        <p:tgtEl>
                                          <p:spTgt spid="791"/>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Class="entr" nodeType="afterEffect" presetID="9" grpId="3" fill="hold">
                                  <p:stCondLst>
                                    <p:cond delay="0"/>
                                  </p:stCondLst>
                                  <p:iterate type="el" backwards="0">
                                    <p:tmAbs val="0"/>
                                  </p:iterate>
                                  <p:childTnLst>
                                    <p:set>
                                      <p:cBhvr>
                                        <p:cTn id="15" fill="hold"/>
                                        <p:tgtEl>
                                          <p:spTgt spid="787"/>
                                        </p:tgtEl>
                                        <p:attrNameLst>
                                          <p:attrName>style.visibility</p:attrName>
                                        </p:attrNameLst>
                                      </p:cBhvr>
                                      <p:to>
                                        <p:strVal val="visible"/>
                                      </p:to>
                                    </p:set>
                                    <p:animEffect filter="dissolve" transition="in">
                                      <p:cBhvr>
                                        <p:cTn id="16" dur="500"/>
                                        <p:tgtEl>
                                          <p:spTgt spid="787"/>
                                        </p:tgtEl>
                                      </p:cBhvr>
                                    </p:animEffect>
                                  </p:childTnLst>
                                </p:cTn>
                              </p:par>
                            </p:childTnLst>
                          </p:cTn>
                        </p:par>
                        <p:par>
                          <p:cTn id="17" fill="hold">
                            <p:stCondLst>
                              <p:cond delay="1500"/>
                            </p:stCondLst>
                            <p:childTnLst>
                              <p:par>
                                <p:cTn id="18" presetClass="entr" nodeType="afterEffect" presetSubtype="16" presetID="23" grpId="4" fill="hold">
                                  <p:stCondLst>
                                    <p:cond delay="0"/>
                                  </p:stCondLst>
                                  <p:iterate type="el" backwards="0">
                                    <p:tmAbs val="0"/>
                                  </p:iterate>
                                  <p:childTnLst>
                                    <p:set>
                                      <p:cBhvr>
                                        <p:cTn id="19" fill="hold"/>
                                        <p:tgtEl>
                                          <p:spTgt spid="792"/>
                                        </p:tgtEl>
                                        <p:attrNameLst>
                                          <p:attrName>style.visibility</p:attrName>
                                        </p:attrNameLst>
                                      </p:cBhvr>
                                      <p:to>
                                        <p:strVal val="visible"/>
                                      </p:to>
                                    </p:set>
                                    <p:anim calcmode="lin" valueType="num">
                                      <p:cBhvr>
                                        <p:cTn id="20" dur="500" fill="hold"/>
                                        <p:tgtEl>
                                          <p:spTgt spid="792"/>
                                        </p:tgtEl>
                                        <p:attrNameLst>
                                          <p:attrName>ppt_w</p:attrName>
                                        </p:attrNameLst>
                                      </p:cBhvr>
                                      <p:tavLst>
                                        <p:tav tm="0">
                                          <p:val>
                                            <p:fltVal val="0"/>
                                          </p:val>
                                        </p:tav>
                                        <p:tav tm="100000">
                                          <p:val>
                                            <p:strVal val="#ppt_w"/>
                                          </p:val>
                                        </p:tav>
                                      </p:tavLst>
                                    </p:anim>
                                    <p:anim calcmode="lin" valueType="num">
                                      <p:cBhvr>
                                        <p:cTn id="21" dur="500" fill="hold"/>
                                        <p:tgtEl>
                                          <p:spTgt spid="792"/>
                                        </p:tgtEl>
                                        <p:attrNameLst>
                                          <p:attrName>ppt_h</p:attrName>
                                        </p:attrNameLst>
                                      </p:cBhvr>
                                      <p:tavLst>
                                        <p:tav tm="0">
                                          <p:val>
                                            <p:fltVal val="0"/>
                                          </p:val>
                                        </p:tav>
                                        <p:tav tm="100000">
                                          <p:val>
                                            <p:strVal val="#ppt_h"/>
                                          </p:val>
                                        </p:tav>
                                      </p:tavLst>
                                    </p:anim>
                                  </p:childTnLst>
                                </p:cTn>
                              </p:par>
                            </p:childTnLst>
                          </p:cTn>
                        </p:par>
                        <p:par>
                          <p:cTn id="22" fill="hold">
                            <p:stCondLst>
                              <p:cond delay="2000"/>
                            </p:stCondLst>
                            <p:childTnLst>
                              <p:par>
                                <p:cTn id="23" presetClass="entr" nodeType="afterEffect" presetID="9" grpId="5" fill="hold">
                                  <p:stCondLst>
                                    <p:cond delay="0"/>
                                  </p:stCondLst>
                                  <p:iterate type="el" backwards="0">
                                    <p:tmAbs val="0"/>
                                  </p:iterate>
                                  <p:childTnLst>
                                    <p:set>
                                      <p:cBhvr>
                                        <p:cTn id="24" fill="hold"/>
                                        <p:tgtEl>
                                          <p:spTgt spid="790"/>
                                        </p:tgtEl>
                                        <p:attrNameLst>
                                          <p:attrName>style.visibility</p:attrName>
                                        </p:attrNameLst>
                                      </p:cBhvr>
                                      <p:to>
                                        <p:strVal val="visible"/>
                                      </p:to>
                                    </p:set>
                                    <p:animEffect filter="dissolve" transition="in">
                                      <p:cBhvr>
                                        <p:cTn id="25" dur="500"/>
                                        <p:tgtEl>
                                          <p:spTgt spid="790"/>
                                        </p:tgtEl>
                                      </p:cBhvr>
                                    </p:animEffect>
                                  </p:childTnLst>
                                </p:cTn>
                              </p:par>
                            </p:childTnLst>
                          </p:cTn>
                        </p:par>
                        <p:par>
                          <p:cTn id="26" fill="hold">
                            <p:stCondLst>
                              <p:cond delay="2500"/>
                            </p:stCondLst>
                            <p:childTnLst>
                              <p:par>
                                <p:cTn id="27" presetClass="entr" nodeType="afterEffect" presetSubtype="16" presetID="23" grpId="6" fill="hold">
                                  <p:stCondLst>
                                    <p:cond delay="0"/>
                                  </p:stCondLst>
                                  <p:iterate type="el" backwards="0">
                                    <p:tmAbs val="0"/>
                                  </p:iterate>
                                  <p:childTnLst>
                                    <p:set>
                                      <p:cBhvr>
                                        <p:cTn id="28" fill="hold"/>
                                        <p:tgtEl>
                                          <p:spTgt spid="793"/>
                                        </p:tgtEl>
                                        <p:attrNameLst>
                                          <p:attrName>style.visibility</p:attrName>
                                        </p:attrNameLst>
                                      </p:cBhvr>
                                      <p:to>
                                        <p:strVal val="visible"/>
                                      </p:to>
                                    </p:set>
                                    <p:anim calcmode="lin" valueType="num">
                                      <p:cBhvr>
                                        <p:cTn id="29" dur="500" fill="hold"/>
                                        <p:tgtEl>
                                          <p:spTgt spid="793"/>
                                        </p:tgtEl>
                                        <p:attrNameLst>
                                          <p:attrName>ppt_w</p:attrName>
                                        </p:attrNameLst>
                                      </p:cBhvr>
                                      <p:tavLst>
                                        <p:tav tm="0">
                                          <p:val>
                                            <p:fltVal val="0"/>
                                          </p:val>
                                        </p:tav>
                                        <p:tav tm="100000">
                                          <p:val>
                                            <p:strVal val="#ppt_w"/>
                                          </p:val>
                                        </p:tav>
                                      </p:tavLst>
                                    </p:anim>
                                    <p:anim calcmode="lin" valueType="num">
                                      <p:cBhvr>
                                        <p:cTn id="30" dur="500" fill="hold"/>
                                        <p:tgtEl>
                                          <p:spTgt spid="793"/>
                                        </p:tgtEl>
                                        <p:attrNameLst>
                                          <p:attrName>ppt_h</p:attrName>
                                        </p:attrNameLst>
                                      </p:cBhvr>
                                      <p:tavLst>
                                        <p:tav tm="0">
                                          <p:val>
                                            <p:fltVal val="0"/>
                                          </p:val>
                                        </p:tav>
                                        <p:tav tm="100000">
                                          <p:val>
                                            <p:strVal val="#ppt_h"/>
                                          </p:val>
                                        </p:tav>
                                      </p:tavLst>
                                    </p:anim>
                                  </p:childTnLst>
                                </p:cTn>
                              </p:par>
                            </p:childTnLst>
                          </p:cTn>
                        </p:par>
                        <p:par>
                          <p:cTn id="31" fill="hold">
                            <p:stCondLst>
                              <p:cond delay="3000"/>
                            </p:stCondLst>
                            <p:childTnLst>
                              <p:par>
                                <p:cTn id="32" presetClass="entr" nodeType="afterEffect" presetID="9" grpId="7" fill="hold">
                                  <p:stCondLst>
                                    <p:cond delay="0"/>
                                  </p:stCondLst>
                                  <p:iterate type="el" backwards="0">
                                    <p:tmAbs val="0"/>
                                  </p:iterate>
                                  <p:childTnLst>
                                    <p:set>
                                      <p:cBhvr>
                                        <p:cTn id="33" fill="hold"/>
                                        <p:tgtEl>
                                          <p:spTgt spid="789"/>
                                        </p:tgtEl>
                                        <p:attrNameLst>
                                          <p:attrName>style.visibility</p:attrName>
                                        </p:attrNameLst>
                                      </p:cBhvr>
                                      <p:to>
                                        <p:strVal val="visible"/>
                                      </p:to>
                                    </p:set>
                                    <p:animEffect filter="dissolve" transition="in">
                                      <p:cBhvr>
                                        <p:cTn id="34" dur="500"/>
                                        <p:tgtEl>
                                          <p:spTgt spid="789"/>
                                        </p:tgtEl>
                                      </p:cBhvr>
                                    </p:animEffect>
                                  </p:childTnLst>
                                </p:cTn>
                              </p:par>
                            </p:childTnLst>
                          </p:cTn>
                        </p:par>
                        <p:par>
                          <p:cTn id="35" fill="hold">
                            <p:stCondLst>
                              <p:cond delay="3500"/>
                            </p:stCondLst>
                            <p:childTnLst>
                              <p:par>
                                <p:cTn id="36" presetClass="entr" nodeType="afterEffect" presetSubtype="16" presetID="23" grpId="8" fill="hold">
                                  <p:stCondLst>
                                    <p:cond delay="0"/>
                                  </p:stCondLst>
                                  <p:iterate type="el" backwards="0">
                                    <p:tmAbs val="0"/>
                                  </p:iterate>
                                  <p:childTnLst>
                                    <p:set>
                                      <p:cBhvr>
                                        <p:cTn id="37" fill="hold"/>
                                        <p:tgtEl>
                                          <p:spTgt spid="794"/>
                                        </p:tgtEl>
                                        <p:attrNameLst>
                                          <p:attrName>style.visibility</p:attrName>
                                        </p:attrNameLst>
                                      </p:cBhvr>
                                      <p:to>
                                        <p:strVal val="visible"/>
                                      </p:to>
                                    </p:set>
                                    <p:anim calcmode="lin" valueType="num">
                                      <p:cBhvr>
                                        <p:cTn id="38" dur="500" fill="hold"/>
                                        <p:tgtEl>
                                          <p:spTgt spid="794"/>
                                        </p:tgtEl>
                                        <p:attrNameLst>
                                          <p:attrName>ppt_w</p:attrName>
                                        </p:attrNameLst>
                                      </p:cBhvr>
                                      <p:tavLst>
                                        <p:tav tm="0">
                                          <p:val>
                                            <p:fltVal val="0"/>
                                          </p:val>
                                        </p:tav>
                                        <p:tav tm="100000">
                                          <p:val>
                                            <p:strVal val="#ppt_w"/>
                                          </p:val>
                                        </p:tav>
                                      </p:tavLst>
                                    </p:anim>
                                    <p:anim calcmode="lin" valueType="num">
                                      <p:cBhvr>
                                        <p:cTn id="39" dur="500" fill="hold"/>
                                        <p:tgtEl>
                                          <p:spTgt spid="79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88" grpId="1"/>
      <p:bldP build="whole" bldLvl="1" animBg="1" rev="0" advAuto="0" spid="792" grpId="4"/>
      <p:bldP build="whole" bldLvl="1" animBg="1" rev="0" advAuto="0" spid="787" grpId="3"/>
      <p:bldP build="whole" bldLvl="1" animBg="1" rev="0" advAuto="0" spid="790" grpId="5"/>
      <p:bldP build="whole" bldLvl="1" animBg="1" rev="0" advAuto="0" spid="794" grpId="8"/>
      <p:bldP build="whole" bldLvl="1" animBg="1" rev="0" advAuto="0" spid="791" grpId="2"/>
      <p:bldP build="whole" bldLvl="1" animBg="1" rev="0" advAuto="0" spid="793" grpId="6"/>
      <p:bldP build="whole" bldLvl="1" animBg="1" rev="0" advAuto="0" spid="789" grpId="7"/>
    </p:bldLst>
  </p:timing>
</p:sld>
</file>

<file path=ppt/slides/slide3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04" name="Shape 804"/>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Clientes</a:t>
            </a:r>
          </a:p>
        </p:txBody>
      </p:sp>
      <p:sp>
        <p:nvSpPr>
          <p:cNvPr id="805" name="Shape 80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806" name="Shape 806"/>
          <p:cNvSpPr/>
          <p:nvPr/>
        </p:nvSpPr>
        <p:spPr>
          <a:xfrm>
            <a:off x="9885989" y="2163588"/>
            <a:ext cx="4289522" cy="3824638"/>
          </a:xfrm>
          <a:prstGeom prst="rect">
            <a:avLst/>
          </a:prstGeom>
          <a:solidFill>
            <a:srgbClr val="16527E"/>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807" name="Shape 807"/>
          <p:cNvSpPr/>
          <p:nvPr/>
        </p:nvSpPr>
        <p:spPr>
          <a:xfrm>
            <a:off x="14223186" y="2163588"/>
            <a:ext cx="4289522" cy="3824638"/>
          </a:xfrm>
          <a:prstGeom prst="rect">
            <a:avLst/>
          </a:prstGeom>
          <a:blipFill>
            <a:blip r:embed="rId2"/>
            <a:stretch>
              <a:fillRect/>
            </a:stretch>
          </a:blip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808" name="Shape 808"/>
          <p:cNvSpPr/>
          <p:nvPr/>
        </p:nvSpPr>
        <p:spPr>
          <a:xfrm>
            <a:off x="18560377" y="2163588"/>
            <a:ext cx="4289522" cy="3824638"/>
          </a:xfrm>
          <a:prstGeom prst="rect">
            <a:avLst/>
          </a:prstGeom>
          <a:solidFill>
            <a:srgbClr val="16527E"/>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809" name="Shape 809"/>
          <p:cNvSpPr/>
          <p:nvPr/>
        </p:nvSpPr>
        <p:spPr>
          <a:xfrm>
            <a:off x="1333301" y="2159806"/>
            <a:ext cx="8505014" cy="7063551"/>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0" name="Shape 810"/>
          <p:cNvSpPr/>
          <p:nvPr/>
        </p:nvSpPr>
        <p:spPr>
          <a:xfrm>
            <a:off x="9885989" y="6023384"/>
            <a:ext cx="4289522" cy="3196268"/>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1" name="Shape 811"/>
          <p:cNvSpPr/>
          <p:nvPr/>
        </p:nvSpPr>
        <p:spPr>
          <a:xfrm>
            <a:off x="14223182" y="6023384"/>
            <a:ext cx="4289523" cy="3196268"/>
          </a:xfrm>
          <a:prstGeom prst="rect">
            <a:avLst/>
          </a:prstGeom>
          <a:solidFill>
            <a:srgbClr val="144973"/>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2" name="Shape 812"/>
          <p:cNvSpPr/>
          <p:nvPr/>
        </p:nvSpPr>
        <p:spPr>
          <a:xfrm>
            <a:off x="18560377" y="6023384"/>
            <a:ext cx="4289522" cy="3196268"/>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3" name="Shape 813"/>
          <p:cNvSpPr/>
          <p:nvPr/>
        </p:nvSpPr>
        <p:spPr>
          <a:xfrm>
            <a:off x="1351589" y="9254811"/>
            <a:ext cx="8505014" cy="3196268"/>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4" name="Shape 814"/>
          <p:cNvSpPr/>
          <p:nvPr/>
        </p:nvSpPr>
        <p:spPr>
          <a:xfrm>
            <a:off x="9885989" y="9254811"/>
            <a:ext cx="4289522" cy="3196268"/>
          </a:xfrm>
          <a:prstGeom prst="rect">
            <a:avLst/>
          </a:prstGeom>
          <a:solidFill>
            <a:srgbClr val="144973"/>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5" name="Shape 815"/>
          <p:cNvSpPr/>
          <p:nvPr/>
        </p:nvSpPr>
        <p:spPr>
          <a:xfrm>
            <a:off x="14223182" y="9254811"/>
            <a:ext cx="4289523" cy="3196268"/>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6" name="Shape 816"/>
          <p:cNvSpPr/>
          <p:nvPr/>
        </p:nvSpPr>
        <p:spPr>
          <a:xfrm>
            <a:off x="18560377" y="9254811"/>
            <a:ext cx="4289522" cy="3196268"/>
          </a:xfrm>
          <a:prstGeom prst="rect">
            <a:avLst/>
          </a:prstGeom>
          <a:solidFill>
            <a:srgbClr val="144973"/>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817" name="Shape 817"/>
          <p:cNvSpPr/>
          <p:nvPr/>
        </p:nvSpPr>
        <p:spPr>
          <a:xfrm>
            <a:off x="13999384" y="6342176"/>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818" name="Shape 818"/>
          <p:cNvSpPr/>
          <p:nvPr/>
        </p:nvSpPr>
        <p:spPr>
          <a:xfrm>
            <a:off x="9774089" y="2969730"/>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819" name="Shape 819"/>
          <p:cNvSpPr/>
          <p:nvPr/>
        </p:nvSpPr>
        <p:spPr>
          <a:xfrm>
            <a:off x="18448477" y="2969730"/>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820" name="Shape 820"/>
          <p:cNvSpPr/>
          <p:nvPr/>
        </p:nvSpPr>
        <p:spPr>
          <a:xfrm>
            <a:off x="9774089" y="9714621"/>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
        <p:nvSpPr>
          <p:cNvPr id="821" name="Shape 821"/>
          <p:cNvSpPr/>
          <p:nvPr/>
        </p:nvSpPr>
        <p:spPr>
          <a:xfrm>
            <a:off x="18448477" y="9714621"/>
            <a:ext cx="4513322" cy="2212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defTabSz="1218984">
              <a:defRPr sz="4800">
                <a:latin typeface="Raleway Regular"/>
                <a:ea typeface="Raleway Regular"/>
                <a:cs typeface="Raleway Regular"/>
                <a:sym typeface="Raleway Regular"/>
              </a:defRPr>
            </a:pPr>
            <a:r>
              <a:rPr>
                <a:solidFill>
                  <a:srgbClr val="FFFFFF"/>
                </a:solidFill>
              </a:rPr>
              <a:t>Título</a:t>
            </a:r>
            <a:endParaRPr>
              <a:solidFill>
                <a:srgbClr val="FFFFFF"/>
              </a:solidFill>
            </a:endParaRPr>
          </a:p>
          <a:p>
            <a:pPr defTabSz="1218984">
              <a:defRPr sz="4800">
                <a:latin typeface="Raleway Regular"/>
                <a:ea typeface="Raleway Regular"/>
                <a:cs typeface="Raleway Regular"/>
                <a:sym typeface="Raleway Regular"/>
              </a:defRPr>
            </a:pPr>
            <a:r>
              <a:rPr sz="2800">
                <a:solidFill>
                  <a:srgbClr val="FFFFFF"/>
                </a:solidFill>
              </a:rPr>
              <a:t>Jelly-o gingerbread oat cake pudding pastry biscuit tootsie roll. </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806"/>
                                        </p:tgtEl>
                                        <p:attrNameLst>
                                          <p:attrName>style.visibility</p:attrName>
                                        </p:attrNameLst>
                                      </p:cBhvr>
                                      <p:to>
                                        <p:strVal val="visible"/>
                                      </p:to>
                                    </p:set>
                                    <p:anim calcmode="lin" valueType="num">
                                      <p:cBhvr>
                                        <p:cTn id="7" dur="500" fill="hold"/>
                                        <p:tgtEl>
                                          <p:spTgt spid="806"/>
                                        </p:tgtEl>
                                        <p:attrNameLst>
                                          <p:attrName>ppt_w</p:attrName>
                                        </p:attrNameLst>
                                      </p:cBhvr>
                                      <p:tavLst>
                                        <p:tav tm="0">
                                          <p:val>
                                            <p:fltVal val="0"/>
                                          </p:val>
                                        </p:tav>
                                        <p:tav tm="100000">
                                          <p:val>
                                            <p:strVal val="#ppt_w"/>
                                          </p:val>
                                        </p:tav>
                                      </p:tavLst>
                                    </p:anim>
                                    <p:anim calcmode="lin" valueType="num">
                                      <p:cBhvr>
                                        <p:cTn id="8" dur="500" fill="hold"/>
                                        <p:tgtEl>
                                          <p:spTgt spid="806"/>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807"/>
                                        </p:tgtEl>
                                        <p:attrNameLst>
                                          <p:attrName>style.visibility</p:attrName>
                                        </p:attrNameLst>
                                      </p:cBhvr>
                                      <p:to>
                                        <p:strVal val="visible"/>
                                      </p:to>
                                    </p:set>
                                    <p:anim calcmode="lin" valueType="num">
                                      <p:cBhvr>
                                        <p:cTn id="12" dur="500" fill="hold"/>
                                        <p:tgtEl>
                                          <p:spTgt spid="807"/>
                                        </p:tgtEl>
                                        <p:attrNameLst>
                                          <p:attrName>ppt_w</p:attrName>
                                        </p:attrNameLst>
                                      </p:cBhvr>
                                      <p:tavLst>
                                        <p:tav tm="0">
                                          <p:val>
                                            <p:fltVal val="0"/>
                                          </p:val>
                                        </p:tav>
                                        <p:tav tm="100000">
                                          <p:val>
                                            <p:strVal val="#ppt_w"/>
                                          </p:val>
                                        </p:tav>
                                      </p:tavLst>
                                    </p:anim>
                                    <p:anim calcmode="lin" valueType="num">
                                      <p:cBhvr>
                                        <p:cTn id="13" dur="500" fill="hold"/>
                                        <p:tgtEl>
                                          <p:spTgt spid="807"/>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808"/>
                                        </p:tgtEl>
                                        <p:attrNameLst>
                                          <p:attrName>style.visibility</p:attrName>
                                        </p:attrNameLst>
                                      </p:cBhvr>
                                      <p:to>
                                        <p:strVal val="visible"/>
                                      </p:to>
                                    </p:set>
                                    <p:anim calcmode="lin" valueType="num">
                                      <p:cBhvr>
                                        <p:cTn id="17" dur="500" fill="hold"/>
                                        <p:tgtEl>
                                          <p:spTgt spid="808"/>
                                        </p:tgtEl>
                                        <p:attrNameLst>
                                          <p:attrName>ppt_w</p:attrName>
                                        </p:attrNameLst>
                                      </p:cBhvr>
                                      <p:tavLst>
                                        <p:tav tm="0">
                                          <p:val>
                                            <p:fltVal val="0"/>
                                          </p:val>
                                        </p:tav>
                                        <p:tav tm="100000">
                                          <p:val>
                                            <p:strVal val="#ppt_w"/>
                                          </p:val>
                                        </p:tav>
                                      </p:tavLst>
                                    </p:anim>
                                    <p:anim calcmode="lin" valueType="num">
                                      <p:cBhvr>
                                        <p:cTn id="18" dur="500" fill="hold"/>
                                        <p:tgtEl>
                                          <p:spTgt spid="808"/>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817"/>
                                        </p:tgtEl>
                                        <p:attrNameLst>
                                          <p:attrName>style.visibility</p:attrName>
                                        </p:attrNameLst>
                                      </p:cBhvr>
                                      <p:to>
                                        <p:strVal val="visible"/>
                                      </p:to>
                                    </p:set>
                                    <p:anim calcmode="lin" valueType="num">
                                      <p:cBhvr>
                                        <p:cTn id="22" dur="500" fill="hold"/>
                                        <p:tgtEl>
                                          <p:spTgt spid="817"/>
                                        </p:tgtEl>
                                        <p:attrNameLst>
                                          <p:attrName>ppt_w</p:attrName>
                                        </p:attrNameLst>
                                      </p:cBhvr>
                                      <p:tavLst>
                                        <p:tav tm="0">
                                          <p:val>
                                            <p:fltVal val="0"/>
                                          </p:val>
                                        </p:tav>
                                        <p:tav tm="100000">
                                          <p:val>
                                            <p:strVal val="#ppt_w"/>
                                          </p:val>
                                        </p:tav>
                                      </p:tavLst>
                                    </p:anim>
                                    <p:anim calcmode="lin" valueType="num">
                                      <p:cBhvr>
                                        <p:cTn id="23" dur="500" fill="hold"/>
                                        <p:tgtEl>
                                          <p:spTgt spid="817"/>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818"/>
                                        </p:tgtEl>
                                        <p:attrNameLst>
                                          <p:attrName>style.visibility</p:attrName>
                                        </p:attrNameLst>
                                      </p:cBhvr>
                                      <p:to>
                                        <p:strVal val="visible"/>
                                      </p:to>
                                    </p:set>
                                    <p:anim calcmode="lin" valueType="num">
                                      <p:cBhvr>
                                        <p:cTn id="27" dur="500" fill="hold"/>
                                        <p:tgtEl>
                                          <p:spTgt spid="818"/>
                                        </p:tgtEl>
                                        <p:attrNameLst>
                                          <p:attrName>ppt_w</p:attrName>
                                        </p:attrNameLst>
                                      </p:cBhvr>
                                      <p:tavLst>
                                        <p:tav tm="0">
                                          <p:val>
                                            <p:fltVal val="0"/>
                                          </p:val>
                                        </p:tav>
                                        <p:tav tm="100000">
                                          <p:val>
                                            <p:strVal val="#ppt_w"/>
                                          </p:val>
                                        </p:tav>
                                      </p:tavLst>
                                    </p:anim>
                                    <p:anim calcmode="lin" valueType="num">
                                      <p:cBhvr>
                                        <p:cTn id="28" dur="500" fill="hold"/>
                                        <p:tgtEl>
                                          <p:spTgt spid="818"/>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819"/>
                                        </p:tgtEl>
                                        <p:attrNameLst>
                                          <p:attrName>style.visibility</p:attrName>
                                        </p:attrNameLst>
                                      </p:cBhvr>
                                      <p:to>
                                        <p:strVal val="visible"/>
                                      </p:to>
                                    </p:set>
                                    <p:anim calcmode="lin" valueType="num">
                                      <p:cBhvr>
                                        <p:cTn id="32" dur="500" fill="hold"/>
                                        <p:tgtEl>
                                          <p:spTgt spid="819"/>
                                        </p:tgtEl>
                                        <p:attrNameLst>
                                          <p:attrName>ppt_w</p:attrName>
                                        </p:attrNameLst>
                                      </p:cBhvr>
                                      <p:tavLst>
                                        <p:tav tm="0">
                                          <p:val>
                                            <p:fltVal val="0"/>
                                          </p:val>
                                        </p:tav>
                                        <p:tav tm="100000">
                                          <p:val>
                                            <p:strVal val="#ppt_w"/>
                                          </p:val>
                                        </p:tav>
                                      </p:tavLst>
                                    </p:anim>
                                    <p:anim calcmode="lin" valueType="num">
                                      <p:cBhvr>
                                        <p:cTn id="33" dur="500" fill="hold"/>
                                        <p:tgtEl>
                                          <p:spTgt spid="819"/>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820"/>
                                        </p:tgtEl>
                                        <p:attrNameLst>
                                          <p:attrName>style.visibility</p:attrName>
                                        </p:attrNameLst>
                                      </p:cBhvr>
                                      <p:to>
                                        <p:strVal val="visible"/>
                                      </p:to>
                                    </p:set>
                                    <p:anim calcmode="lin" valueType="num">
                                      <p:cBhvr>
                                        <p:cTn id="37" dur="500" fill="hold"/>
                                        <p:tgtEl>
                                          <p:spTgt spid="820"/>
                                        </p:tgtEl>
                                        <p:attrNameLst>
                                          <p:attrName>ppt_w</p:attrName>
                                        </p:attrNameLst>
                                      </p:cBhvr>
                                      <p:tavLst>
                                        <p:tav tm="0">
                                          <p:val>
                                            <p:fltVal val="0"/>
                                          </p:val>
                                        </p:tav>
                                        <p:tav tm="100000">
                                          <p:val>
                                            <p:strVal val="#ppt_w"/>
                                          </p:val>
                                        </p:tav>
                                      </p:tavLst>
                                    </p:anim>
                                    <p:anim calcmode="lin" valueType="num">
                                      <p:cBhvr>
                                        <p:cTn id="38" dur="500" fill="hold"/>
                                        <p:tgtEl>
                                          <p:spTgt spid="820"/>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821"/>
                                        </p:tgtEl>
                                        <p:attrNameLst>
                                          <p:attrName>style.visibility</p:attrName>
                                        </p:attrNameLst>
                                      </p:cBhvr>
                                      <p:to>
                                        <p:strVal val="visible"/>
                                      </p:to>
                                    </p:set>
                                    <p:anim calcmode="lin" valueType="num">
                                      <p:cBhvr>
                                        <p:cTn id="42" dur="500" fill="hold"/>
                                        <p:tgtEl>
                                          <p:spTgt spid="821"/>
                                        </p:tgtEl>
                                        <p:attrNameLst>
                                          <p:attrName>ppt_w</p:attrName>
                                        </p:attrNameLst>
                                      </p:cBhvr>
                                      <p:tavLst>
                                        <p:tav tm="0">
                                          <p:val>
                                            <p:fltVal val="0"/>
                                          </p:val>
                                        </p:tav>
                                        <p:tav tm="100000">
                                          <p:val>
                                            <p:strVal val="#ppt_w"/>
                                          </p:val>
                                        </p:tav>
                                      </p:tavLst>
                                    </p:anim>
                                    <p:anim calcmode="lin" valueType="num">
                                      <p:cBhvr>
                                        <p:cTn id="43" dur="500" fill="hold"/>
                                        <p:tgtEl>
                                          <p:spTgt spid="8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06" grpId="1"/>
      <p:bldP build="whole" bldLvl="1" animBg="1" rev="0" advAuto="0" spid="820" grpId="7"/>
      <p:bldP build="whole" bldLvl="1" animBg="1" rev="0" advAuto="0" spid="817" grpId="4"/>
      <p:bldP build="whole" bldLvl="1" animBg="1" rev="0" advAuto="0" spid="819" grpId="6"/>
      <p:bldP build="whole" bldLvl="1" animBg="1" rev="0" advAuto="0" spid="807" grpId="2"/>
      <p:bldP build="whole" bldLvl="1" animBg="1" rev="0" advAuto="0" spid="808" grpId="3"/>
      <p:bldP build="whole" bldLvl="1" animBg="1" rev="0" advAuto="0" spid="821" grpId="8"/>
      <p:bldP build="whole" bldLvl="1" animBg="1" rev="0" advAuto="0" spid="818" grpId="5"/>
    </p:bldLst>
  </p:timing>
</p:sld>
</file>

<file path=ppt/slides/slide3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23" name="Shape 823"/>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SLIDES ANÁLISIS SITUACIÓN</a:t>
            </a:r>
          </a:p>
        </p:txBody>
      </p:sp>
    </p:spTree>
  </p:cSld>
  <p:clrMapOvr>
    <a:masterClrMapping/>
  </p:clrMapOvr>
  <p:transition xmlns:p14="http://schemas.microsoft.com/office/powerpoint/2010/main" spd="med" advClick="1" p14:dur="1000"/>
</p:sld>
</file>

<file path=ppt/slides/slide3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25" name="Shape 825"/>
          <p:cNvSpPr/>
          <p:nvPr>
            <p:ph type="body" idx="1"/>
          </p:nvPr>
        </p:nvSpPr>
        <p:spPr>
          <a:xfrm>
            <a:off x="-38100" y="3109367"/>
            <a:ext cx="24555450" cy="10603457"/>
          </a:xfrm>
          <a:prstGeom prst="rect">
            <a:avLst/>
          </a:prstGeom>
        </p:spPr>
        <p:txBody>
          <a:bodyPr>
            <a:normAutofit fontScale="100000" lnSpcReduction="0"/>
          </a:bodyPr>
          <a:lstStyle/>
          <a:p>
            <a:pPr/>
          </a:p>
        </p:txBody>
      </p:sp>
      <p:sp>
        <p:nvSpPr>
          <p:cNvPr id="826" name="Shape 826"/>
          <p:cNvSpPr/>
          <p:nvPr/>
        </p:nvSpPr>
        <p:spPr>
          <a:xfrm>
            <a:off x="-12336" y="3113583"/>
            <a:ext cx="24529686" cy="10599241"/>
          </a:xfrm>
          <a:prstGeom prst="rect">
            <a:avLst/>
          </a:prstGeom>
          <a:solidFill>
            <a:srgbClr val="2F5379"/>
          </a:solidFill>
          <a:ln w="12700">
            <a:miter lim="400000"/>
          </a:ln>
        </p:spPr>
        <p:txBody>
          <a:bodyPr lIns="45719" rIns="45719"/>
          <a:lstStyle/>
          <a:p>
            <a:pPr defTabSz="914400">
              <a:defRPr sz="5600">
                <a:latin typeface="Gill Sans"/>
                <a:ea typeface="Gill Sans"/>
                <a:cs typeface="Gill Sans"/>
                <a:sym typeface="Gill Sans"/>
              </a:defRPr>
            </a:pPr>
          </a:p>
        </p:txBody>
      </p:sp>
      <p:sp>
        <p:nvSpPr>
          <p:cNvPr id="827" name="Shape 827"/>
          <p:cNvSpPr/>
          <p:nvPr/>
        </p:nvSpPr>
        <p:spPr>
          <a:xfrm>
            <a:off x="6961188" y="908050"/>
            <a:ext cx="10452101" cy="952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6400">
                <a:latin typeface="Raleway Heavy"/>
                <a:ea typeface="Raleway Heavy"/>
                <a:cs typeface="Raleway Heavy"/>
                <a:sym typeface="Raleway Heavy"/>
              </a:defRPr>
            </a:lvl1pPr>
          </a:lstStyle>
          <a:p>
            <a:pPr>
              <a:defRPr sz="5600"/>
            </a:pPr>
            <a:r>
              <a:rPr sz="6400"/>
              <a:t>título</a:t>
            </a:r>
          </a:p>
        </p:txBody>
      </p:sp>
      <p:sp>
        <p:nvSpPr>
          <p:cNvPr id="828" name="Shape 828"/>
          <p:cNvSpPr/>
          <p:nvPr/>
        </p:nvSpPr>
        <p:spPr>
          <a:xfrm>
            <a:off x="11263695" y="2057399"/>
            <a:ext cx="1859789" cy="5334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3600">
                <a:latin typeface="Raleway Regular"/>
                <a:ea typeface="Raleway Regular"/>
                <a:cs typeface="Raleway Regular"/>
                <a:sym typeface="Raleway Regular"/>
              </a:defRPr>
            </a:lvl1pPr>
          </a:lstStyle>
          <a:p>
            <a:pPr>
              <a:defRPr sz="5600"/>
            </a:pPr>
            <a:r>
              <a:rPr sz="3600"/>
              <a:t>subtítulo</a:t>
            </a:r>
          </a:p>
        </p:txBody>
      </p:sp>
      <p:grpSp>
        <p:nvGrpSpPr>
          <p:cNvPr id="832" name="Group 832"/>
          <p:cNvGrpSpPr/>
          <p:nvPr/>
        </p:nvGrpSpPr>
        <p:grpSpPr>
          <a:xfrm>
            <a:off x="2298700" y="5168900"/>
            <a:ext cx="5791200" cy="5791200"/>
            <a:chOff x="0" y="0"/>
            <a:chExt cx="5791200" cy="5791199"/>
          </a:xfrm>
        </p:grpSpPr>
        <p:sp>
          <p:nvSpPr>
            <p:cNvPr id="829" name="Shape 829"/>
            <p:cNvSpPr/>
            <p:nvPr/>
          </p:nvSpPr>
          <p:spPr>
            <a:xfrm>
              <a:off x="1993900" y="0"/>
              <a:ext cx="1803400" cy="1689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10076"/>
                  </a:moveTo>
                  <a:lnTo>
                    <a:pt x="14175" y="10076"/>
                  </a:lnTo>
                  <a:cubicBezTo>
                    <a:pt x="14548" y="10076"/>
                    <a:pt x="14850" y="10398"/>
                    <a:pt x="14850" y="10795"/>
                  </a:cubicBezTo>
                  <a:cubicBezTo>
                    <a:pt x="14850" y="11193"/>
                    <a:pt x="14548" y="11515"/>
                    <a:pt x="14175" y="11515"/>
                  </a:cubicBezTo>
                  <a:lnTo>
                    <a:pt x="7425" y="11515"/>
                  </a:lnTo>
                  <a:cubicBezTo>
                    <a:pt x="7052" y="11515"/>
                    <a:pt x="6750" y="11193"/>
                    <a:pt x="6750" y="10795"/>
                  </a:cubicBezTo>
                  <a:cubicBezTo>
                    <a:pt x="6750" y="10398"/>
                    <a:pt x="7052" y="10076"/>
                    <a:pt x="7425" y="10076"/>
                  </a:cubicBezTo>
                  <a:close/>
                  <a:moveTo>
                    <a:pt x="16875" y="7197"/>
                  </a:moveTo>
                  <a:lnTo>
                    <a:pt x="4725" y="7197"/>
                  </a:lnTo>
                  <a:cubicBezTo>
                    <a:pt x="4352" y="7197"/>
                    <a:pt x="4050" y="6875"/>
                    <a:pt x="4050" y="6477"/>
                  </a:cubicBezTo>
                  <a:cubicBezTo>
                    <a:pt x="4050" y="6080"/>
                    <a:pt x="4352" y="5758"/>
                    <a:pt x="4725" y="5758"/>
                  </a:cubicBezTo>
                  <a:lnTo>
                    <a:pt x="16875" y="5758"/>
                  </a:lnTo>
                  <a:cubicBezTo>
                    <a:pt x="17248" y="5758"/>
                    <a:pt x="17550" y="6080"/>
                    <a:pt x="17550" y="6477"/>
                  </a:cubicBezTo>
                  <a:cubicBezTo>
                    <a:pt x="17550" y="6875"/>
                    <a:pt x="17248" y="7197"/>
                    <a:pt x="16875" y="7197"/>
                  </a:cubicBezTo>
                  <a:close/>
                  <a:moveTo>
                    <a:pt x="20250" y="2879"/>
                  </a:moveTo>
                  <a:cubicBezTo>
                    <a:pt x="20250" y="2084"/>
                    <a:pt x="19645" y="1439"/>
                    <a:pt x="18900" y="1439"/>
                  </a:cubicBezTo>
                  <a:lnTo>
                    <a:pt x="2700" y="1439"/>
                  </a:lnTo>
                  <a:cubicBezTo>
                    <a:pt x="1955" y="1439"/>
                    <a:pt x="1350" y="2084"/>
                    <a:pt x="1350" y="2879"/>
                  </a:cubicBezTo>
                  <a:lnTo>
                    <a:pt x="1350" y="15834"/>
                  </a:lnTo>
                  <a:cubicBezTo>
                    <a:pt x="1350" y="16629"/>
                    <a:pt x="1955" y="17273"/>
                    <a:pt x="2700" y="17273"/>
                  </a:cubicBezTo>
                  <a:lnTo>
                    <a:pt x="8767" y="17273"/>
                  </a:lnTo>
                  <a:lnTo>
                    <a:pt x="10800" y="19441"/>
                  </a:lnTo>
                  <a:lnTo>
                    <a:pt x="12833" y="17273"/>
                  </a:lnTo>
                  <a:lnTo>
                    <a:pt x="18900" y="17273"/>
                  </a:lnTo>
                  <a:cubicBezTo>
                    <a:pt x="19645" y="17273"/>
                    <a:pt x="20250" y="16629"/>
                    <a:pt x="20250" y="15834"/>
                  </a:cubicBezTo>
                  <a:cubicBezTo>
                    <a:pt x="20250" y="15834"/>
                    <a:pt x="20250" y="2879"/>
                    <a:pt x="20250" y="2879"/>
                  </a:cubicBezTo>
                  <a:close/>
                  <a:moveTo>
                    <a:pt x="19575" y="18712"/>
                  </a:moveTo>
                  <a:lnTo>
                    <a:pt x="13508" y="18712"/>
                  </a:lnTo>
                  <a:lnTo>
                    <a:pt x="10800" y="21600"/>
                  </a:lnTo>
                  <a:lnTo>
                    <a:pt x="8091" y="18712"/>
                  </a:lnTo>
                  <a:lnTo>
                    <a:pt x="2025" y="18712"/>
                  </a:lnTo>
                  <a:cubicBezTo>
                    <a:pt x="907" y="18712"/>
                    <a:pt x="0" y="17746"/>
                    <a:pt x="0" y="16553"/>
                  </a:cubicBezTo>
                  <a:lnTo>
                    <a:pt x="0" y="2159"/>
                  </a:lnTo>
                  <a:cubicBezTo>
                    <a:pt x="0" y="967"/>
                    <a:pt x="907" y="0"/>
                    <a:pt x="2025" y="0"/>
                  </a:cubicBezTo>
                  <a:lnTo>
                    <a:pt x="19575" y="0"/>
                  </a:lnTo>
                  <a:cubicBezTo>
                    <a:pt x="20693" y="0"/>
                    <a:pt x="21600" y="967"/>
                    <a:pt x="21600" y="2159"/>
                  </a:cubicBezTo>
                  <a:lnTo>
                    <a:pt x="21600" y="16553"/>
                  </a:lnTo>
                  <a:cubicBezTo>
                    <a:pt x="21600" y="17746"/>
                    <a:pt x="20693" y="18712"/>
                    <a:pt x="19575" y="18712"/>
                  </a:cubicBezTo>
                  <a:close/>
                </a:path>
              </a:pathLst>
            </a:custGeom>
            <a:solidFill>
              <a:srgbClr val="49A3D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830" name="Shape 830"/>
            <p:cNvSpPr/>
            <p:nvPr/>
          </p:nvSpPr>
          <p:spPr>
            <a:xfrm>
              <a:off x="0" y="3352799"/>
              <a:ext cx="5791200" cy="2438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p>
              <a:pPr defTabSz="914400">
                <a:defRPr sz="5600">
                  <a:latin typeface="Raleway ExtraBold"/>
                  <a:ea typeface="Raleway ExtraBold"/>
                  <a:cs typeface="Raleway ExtraBold"/>
                  <a:sym typeface="Raleway ExtraBold"/>
                </a:defRPr>
              </a:pPr>
              <a:r>
                <a:rPr sz="3200">
                  <a:solidFill>
                    <a:srgbClr val="FFFFFF"/>
                  </a:solidFill>
                </a:rPr>
                <a:t>TÍTULO</a:t>
              </a:r>
              <a:endParaRPr sz="32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r>
                <a:rPr sz="2700">
                  <a:solidFill>
                    <a:srgbClr val="FFFFFF"/>
                  </a:solidFill>
                </a:rPr>
                <a:t>TEXTO</a:t>
              </a: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a:p>
              <a:pPr defTabSz="914400">
                <a:defRPr sz="5600">
                  <a:latin typeface="Raleway Regular"/>
                  <a:ea typeface="Raleway Regular"/>
                  <a:cs typeface="Raleway Regular"/>
                  <a:sym typeface="Raleway Regular"/>
                </a:defRPr>
              </a:pPr>
              <a:endParaRPr sz="2700">
                <a:solidFill>
                  <a:srgbClr val="FFFFFF"/>
                </a:solidFill>
              </a:endParaRPr>
            </a:p>
          </p:txBody>
        </p:sp>
        <p:sp>
          <p:nvSpPr>
            <p:cNvPr id="831" name="Shape 831"/>
            <p:cNvSpPr/>
            <p:nvPr/>
          </p:nvSpPr>
          <p:spPr>
            <a:xfrm>
              <a:off x="1905000" y="3911600"/>
              <a:ext cx="1981200" cy="0"/>
            </a:xfrm>
            <a:prstGeom prst="line">
              <a:avLst/>
            </a:prstGeom>
            <a:noFill/>
            <a:ln w="25400" cap="rnd">
              <a:solidFill>
                <a:srgbClr val="E8E8E8"/>
              </a:solidFill>
              <a:prstDash val="sysDot"/>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grpSp>
      <p:sp>
        <p:nvSpPr>
          <p:cNvPr id="833" name="Shape 833"/>
          <p:cNvSpPr/>
          <p:nvPr/>
        </p:nvSpPr>
        <p:spPr>
          <a:xfrm>
            <a:off x="11498263" y="5353050"/>
            <a:ext cx="2933701" cy="60325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86"/>
                </a:moveTo>
                <a:cubicBezTo>
                  <a:pt x="0" y="21486"/>
                  <a:pt x="4099" y="19373"/>
                  <a:pt x="7024" y="13575"/>
                </a:cubicBezTo>
                <a:cubicBezTo>
                  <a:pt x="9950" y="7777"/>
                  <a:pt x="10824" y="0"/>
                  <a:pt x="10824" y="0"/>
                </a:cubicBezTo>
                <a:cubicBezTo>
                  <a:pt x="10824" y="0"/>
                  <a:pt x="13170" y="9697"/>
                  <a:pt x="15029" y="13573"/>
                </a:cubicBezTo>
                <a:cubicBezTo>
                  <a:pt x="17316" y="18341"/>
                  <a:pt x="21600" y="21600"/>
                  <a:pt x="21600" y="21600"/>
                </a:cubicBezTo>
                <a:lnTo>
                  <a:pt x="0" y="21486"/>
                </a:lnTo>
                <a:close/>
              </a:path>
            </a:pathLst>
          </a:custGeom>
          <a:gradFill>
            <a:gsLst>
              <a:gs pos="0">
                <a:srgbClr val="49A3DF"/>
              </a:gs>
              <a:gs pos="74611">
                <a:srgbClr val="526ACA"/>
              </a:gs>
              <a:gs pos="100000">
                <a:srgbClr val="526ACA"/>
              </a:gs>
            </a:gsLst>
            <a:lin ang="5400000"/>
          </a:gradFill>
          <a:ln w="25400">
            <a:solidFill>
              <a:srgbClr val="000000">
                <a:alpha val="0"/>
              </a:srgbClr>
            </a:solidFill>
            <a:miter/>
          </a:ln>
        </p:spPr>
        <p:txBody>
          <a:bodyPr lIns="45719" rIns="45719"/>
          <a:lstStyle/>
          <a:p>
            <a:pPr defTabSz="914400">
              <a:defRPr sz="5600">
                <a:latin typeface="Gill Sans"/>
                <a:ea typeface="Gill Sans"/>
                <a:cs typeface="Gill Sans"/>
                <a:sym typeface="Gill Sans"/>
              </a:defRPr>
            </a:pPr>
          </a:p>
        </p:txBody>
      </p:sp>
      <p:sp>
        <p:nvSpPr>
          <p:cNvPr id="834" name="Shape 834"/>
          <p:cNvSpPr/>
          <p:nvPr/>
        </p:nvSpPr>
        <p:spPr>
          <a:xfrm>
            <a:off x="12992100" y="7391400"/>
            <a:ext cx="2933700" cy="40005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86"/>
                </a:moveTo>
                <a:cubicBezTo>
                  <a:pt x="0" y="21486"/>
                  <a:pt x="4099" y="19373"/>
                  <a:pt x="7024" y="13575"/>
                </a:cubicBezTo>
                <a:cubicBezTo>
                  <a:pt x="9950" y="7777"/>
                  <a:pt x="10824" y="0"/>
                  <a:pt x="10824" y="0"/>
                </a:cubicBezTo>
                <a:cubicBezTo>
                  <a:pt x="10824" y="0"/>
                  <a:pt x="13170" y="9697"/>
                  <a:pt x="15029" y="13573"/>
                </a:cubicBezTo>
                <a:cubicBezTo>
                  <a:pt x="17316" y="18341"/>
                  <a:pt x="21600" y="21600"/>
                  <a:pt x="21600" y="21600"/>
                </a:cubicBezTo>
                <a:lnTo>
                  <a:pt x="0" y="21486"/>
                </a:lnTo>
                <a:close/>
              </a:path>
            </a:pathLst>
          </a:custGeom>
          <a:solidFill>
            <a:srgbClr val="53B8E6">
              <a:alpha val="89804"/>
            </a:srgbClr>
          </a:solidFill>
          <a:ln w="25400">
            <a:solidFill>
              <a:srgbClr val="000000">
                <a:alpha val="0"/>
              </a:srgbClr>
            </a:solidFill>
            <a:miter/>
          </a:ln>
        </p:spPr>
        <p:txBody>
          <a:bodyPr lIns="45719" rIns="45719"/>
          <a:lstStyle/>
          <a:p>
            <a:pPr defTabSz="914400">
              <a:defRPr sz="5600">
                <a:latin typeface="Gill Sans"/>
                <a:ea typeface="Gill Sans"/>
                <a:cs typeface="Gill Sans"/>
                <a:sym typeface="Gill Sans"/>
              </a:defRPr>
            </a:pPr>
          </a:p>
        </p:txBody>
      </p:sp>
      <p:sp>
        <p:nvSpPr>
          <p:cNvPr id="835" name="Shape 835"/>
          <p:cNvSpPr/>
          <p:nvPr/>
        </p:nvSpPr>
        <p:spPr>
          <a:xfrm>
            <a:off x="9728200" y="9766300"/>
            <a:ext cx="2933700" cy="16256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86"/>
                </a:moveTo>
                <a:cubicBezTo>
                  <a:pt x="0" y="21486"/>
                  <a:pt x="4099" y="19373"/>
                  <a:pt x="7024" y="13575"/>
                </a:cubicBezTo>
                <a:cubicBezTo>
                  <a:pt x="9950" y="7777"/>
                  <a:pt x="10824" y="0"/>
                  <a:pt x="10824" y="0"/>
                </a:cubicBezTo>
                <a:cubicBezTo>
                  <a:pt x="10824" y="0"/>
                  <a:pt x="13170" y="9697"/>
                  <a:pt x="15029" y="13573"/>
                </a:cubicBezTo>
                <a:cubicBezTo>
                  <a:pt x="17316" y="18341"/>
                  <a:pt x="21600" y="21600"/>
                  <a:pt x="21600" y="21600"/>
                </a:cubicBezTo>
                <a:lnTo>
                  <a:pt x="0" y="21486"/>
                </a:lnTo>
                <a:close/>
              </a:path>
            </a:pathLst>
          </a:custGeom>
          <a:solidFill>
            <a:srgbClr val="67C3DC">
              <a:alpha val="89804"/>
            </a:srgbClr>
          </a:solidFill>
          <a:ln w="25400">
            <a:solidFill>
              <a:srgbClr val="000000">
                <a:alpha val="0"/>
              </a:srgbClr>
            </a:solidFill>
            <a:miter/>
          </a:ln>
        </p:spPr>
        <p:txBody>
          <a:bodyPr lIns="45719" rIns="45719"/>
          <a:lstStyle/>
          <a:p>
            <a:pPr defTabSz="914400">
              <a:defRPr sz="5600">
                <a:latin typeface="Gill Sans"/>
                <a:ea typeface="Gill Sans"/>
                <a:cs typeface="Gill Sans"/>
                <a:sym typeface="Gill Sans"/>
              </a:defRPr>
            </a:pPr>
          </a:p>
        </p:txBody>
      </p:sp>
      <p:sp>
        <p:nvSpPr>
          <p:cNvPr id="836" name="Shape 836"/>
          <p:cNvSpPr/>
          <p:nvPr/>
        </p:nvSpPr>
        <p:spPr>
          <a:xfrm>
            <a:off x="14757400" y="9525000"/>
            <a:ext cx="2933700" cy="18669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86"/>
                </a:moveTo>
                <a:cubicBezTo>
                  <a:pt x="0" y="21486"/>
                  <a:pt x="4099" y="19373"/>
                  <a:pt x="7024" y="13575"/>
                </a:cubicBezTo>
                <a:cubicBezTo>
                  <a:pt x="9950" y="7777"/>
                  <a:pt x="10824" y="0"/>
                  <a:pt x="10824" y="0"/>
                </a:cubicBezTo>
                <a:cubicBezTo>
                  <a:pt x="10824" y="0"/>
                  <a:pt x="13170" y="9697"/>
                  <a:pt x="15029" y="13573"/>
                </a:cubicBezTo>
                <a:cubicBezTo>
                  <a:pt x="17316" y="18341"/>
                  <a:pt x="21600" y="21600"/>
                  <a:pt x="21600" y="21600"/>
                </a:cubicBezTo>
                <a:lnTo>
                  <a:pt x="0" y="21486"/>
                </a:lnTo>
                <a:close/>
              </a:path>
            </a:pathLst>
          </a:custGeom>
          <a:solidFill>
            <a:srgbClr val="67C3DC">
              <a:alpha val="90000"/>
            </a:srgbClr>
          </a:solidFill>
          <a:ln w="25400">
            <a:solidFill>
              <a:srgbClr val="000000">
                <a:alpha val="0"/>
              </a:srgbClr>
            </a:solidFill>
            <a:miter/>
          </a:ln>
        </p:spPr>
        <p:txBody>
          <a:bodyPr lIns="45719" rIns="45719"/>
          <a:lstStyle/>
          <a:p>
            <a:pPr defTabSz="914400">
              <a:defRPr sz="5600">
                <a:latin typeface="Gill Sans"/>
                <a:ea typeface="Gill Sans"/>
                <a:cs typeface="Gill Sans"/>
                <a:sym typeface="Gill Sans"/>
              </a:defRPr>
            </a:pPr>
          </a:p>
        </p:txBody>
      </p:sp>
      <p:sp>
        <p:nvSpPr>
          <p:cNvPr id="837" name="Shape 837"/>
          <p:cNvSpPr/>
          <p:nvPr/>
        </p:nvSpPr>
        <p:spPr>
          <a:xfrm>
            <a:off x="16484600" y="6108700"/>
            <a:ext cx="2933700" cy="52832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86"/>
                </a:moveTo>
                <a:cubicBezTo>
                  <a:pt x="0" y="21486"/>
                  <a:pt x="4099" y="19373"/>
                  <a:pt x="7024" y="13575"/>
                </a:cubicBezTo>
                <a:cubicBezTo>
                  <a:pt x="9950" y="7777"/>
                  <a:pt x="10824" y="0"/>
                  <a:pt x="10824" y="0"/>
                </a:cubicBezTo>
                <a:cubicBezTo>
                  <a:pt x="10824" y="0"/>
                  <a:pt x="13170" y="9697"/>
                  <a:pt x="15029" y="13573"/>
                </a:cubicBezTo>
                <a:cubicBezTo>
                  <a:pt x="17316" y="18341"/>
                  <a:pt x="21600" y="21600"/>
                  <a:pt x="21600" y="21600"/>
                </a:cubicBezTo>
                <a:lnTo>
                  <a:pt x="0" y="21486"/>
                </a:lnTo>
                <a:close/>
              </a:path>
            </a:pathLst>
          </a:custGeom>
          <a:gradFill>
            <a:gsLst>
              <a:gs pos="0">
                <a:srgbClr val="49A3DF"/>
              </a:gs>
              <a:gs pos="74611">
                <a:srgbClr val="526ACA"/>
              </a:gs>
              <a:gs pos="100000">
                <a:srgbClr val="526ACA"/>
              </a:gs>
            </a:gsLst>
            <a:lin ang="5400000"/>
          </a:gradFill>
          <a:ln w="25400">
            <a:solidFill>
              <a:srgbClr val="000000">
                <a:alpha val="0"/>
              </a:srgbClr>
            </a:solidFill>
            <a:miter/>
          </a:ln>
        </p:spPr>
        <p:txBody>
          <a:bodyPr lIns="45719" rIns="45719"/>
          <a:lstStyle/>
          <a:p>
            <a:pPr defTabSz="914400">
              <a:defRPr sz="5600">
                <a:latin typeface="Gill Sans"/>
                <a:ea typeface="Gill Sans"/>
                <a:cs typeface="Gill Sans"/>
                <a:sym typeface="Gill Sans"/>
              </a:defRPr>
            </a:pPr>
          </a:p>
        </p:txBody>
      </p:sp>
      <p:sp>
        <p:nvSpPr>
          <p:cNvPr id="838" name="Shape 838"/>
          <p:cNvSpPr/>
          <p:nvPr/>
        </p:nvSpPr>
        <p:spPr>
          <a:xfrm>
            <a:off x="18275300" y="8610600"/>
            <a:ext cx="2933700" cy="27813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86"/>
                </a:moveTo>
                <a:cubicBezTo>
                  <a:pt x="0" y="21486"/>
                  <a:pt x="4099" y="19373"/>
                  <a:pt x="7024" y="13575"/>
                </a:cubicBezTo>
                <a:cubicBezTo>
                  <a:pt x="9950" y="7777"/>
                  <a:pt x="10824" y="0"/>
                  <a:pt x="10824" y="0"/>
                </a:cubicBezTo>
                <a:cubicBezTo>
                  <a:pt x="10824" y="0"/>
                  <a:pt x="13170" y="9697"/>
                  <a:pt x="15029" y="13573"/>
                </a:cubicBezTo>
                <a:cubicBezTo>
                  <a:pt x="17316" y="18341"/>
                  <a:pt x="21600" y="21600"/>
                  <a:pt x="21600" y="21600"/>
                </a:cubicBezTo>
                <a:lnTo>
                  <a:pt x="0" y="21486"/>
                </a:lnTo>
                <a:close/>
              </a:path>
            </a:pathLst>
          </a:custGeom>
          <a:solidFill>
            <a:srgbClr val="53B8E6">
              <a:alpha val="90000"/>
            </a:srgbClr>
          </a:solidFill>
          <a:ln w="25400">
            <a:solidFill>
              <a:srgbClr val="000000">
                <a:alpha val="0"/>
              </a:srgbClr>
            </a:solidFill>
            <a:miter/>
          </a:ln>
        </p:spPr>
        <p:txBody>
          <a:bodyPr lIns="45719" rIns="45719"/>
          <a:lstStyle/>
          <a:p>
            <a:pPr defTabSz="914400">
              <a:defRPr sz="5600">
                <a:latin typeface="Gill Sans"/>
                <a:ea typeface="Gill Sans"/>
                <a:cs typeface="Gill Sans"/>
                <a:sym typeface="Gill Sans"/>
              </a:defRPr>
            </a:pPr>
          </a:p>
        </p:txBody>
      </p:sp>
      <p:sp>
        <p:nvSpPr>
          <p:cNvPr id="839" name="Shape 839"/>
          <p:cNvSpPr/>
          <p:nvPr/>
        </p:nvSpPr>
        <p:spPr>
          <a:xfrm flipV="1">
            <a:off x="8721725" y="11388724"/>
            <a:ext cx="13379450" cy="1589"/>
          </a:xfrm>
          <a:prstGeom prst="line">
            <a:avLst/>
          </a:prstGeom>
          <a:ln w="63500">
            <a:solidFill>
              <a:srgbClr val="FFFFFF"/>
            </a:solidFill>
            <a:miter/>
          </a:ln>
        </p:spPr>
        <p:txBody>
          <a:bodyPr lIns="45719" rIns="45719"/>
          <a:lstStyle/>
          <a:p>
            <a:pPr algn="l" defTabSz="457200">
              <a:defRPr sz="1200">
                <a:latin typeface="Helvetica"/>
                <a:ea typeface="Helvetica"/>
                <a:cs typeface="Helvetica"/>
                <a:sym typeface="Helvetica"/>
              </a:defRPr>
            </a:pPr>
          </a:p>
        </p:txBody>
      </p:sp>
      <p:sp>
        <p:nvSpPr>
          <p:cNvPr id="840" name="Shape 840"/>
          <p:cNvSpPr/>
          <p:nvPr/>
        </p:nvSpPr>
        <p:spPr>
          <a:xfrm>
            <a:off x="12547600" y="4705349"/>
            <a:ext cx="1104900"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3200">
                <a:solidFill>
                  <a:srgbClr val="E8E8E8"/>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200">
                <a:solidFill>
                  <a:srgbClr val="E8E8E8"/>
                </a:solidFill>
                <a:latin typeface="Raleway SemiBold"/>
                <a:ea typeface="Raleway SemiBold"/>
                <a:cs typeface="Raleway SemiBold"/>
                <a:sym typeface="Raleway SemiBold"/>
              </a:rPr>
              <a:t>%</a:t>
            </a:r>
          </a:p>
        </p:txBody>
      </p:sp>
      <p:sp>
        <p:nvSpPr>
          <p:cNvPr id="841" name="Shape 841"/>
          <p:cNvSpPr/>
          <p:nvPr/>
        </p:nvSpPr>
        <p:spPr>
          <a:xfrm>
            <a:off x="17386300" y="5524499"/>
            <a:ext cx="1104900"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3200">
                <a:solidFill>
                  <a:srgbClr val="E8E8E8"/>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200">
                <a:solidFill>
                  <a:srgbClr val="E8E8E8"/>
                </a:solidFill>
                <a:latin typeface="Raleway SemiBold"/>
                <a:ea typeface="Raleway SemiBold"/>
                <a:cs typeface="Raleway SemiBold"/>
                <a:sym typeface="Raleway SemiBold"/>
              </a:rPr>
              <a:t>%</a:t>
            </a:r>
          </a:p>
        </p:txBody>
      </p:sp>
      <p:sp>
        <p:nvSpPr>
          <p:cNvPr id="842" name="Shape 842"/>
          <p:cNvSpPr/>
          <p:nvPr/>
        </p:nvSpPr>
        <p:spPr>
          <a:xfrm>
            <a:off x="10629900" y="9105899"/>
            <a:ext cx="1104900"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3200">
                <a:solidFill>
                  <a:srgbClr val="E8E8E8"/>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200">
                <a:solidFill>
                  <a:srgbClr val="E8E8E8"/>
                </a:solidFill>
                <a:latin typeface="Raleway SemiBold"/>
                <a:ea typeface="Raleway SemiBold"/>
                <a:cs typeface="Raleway SemiBold"/>
                <a:sym typeface="Raleway SemiBold"/>
              </a:rPr>
              <a:t>%</a:t>
            </a:r>
          </a:p>
        </p:txBody>
      </p:sp>
      <p:sp>
        <p:nvSpPr>
          <p:cNvPr id="843" name="Shape 843"/>
          <p:cNvSpPr/>
          <p:nvPr/>
        </p:nvSpPr>
        <p:spPr>
          <a:xfrm>
            <a:off x="13893800" y="6794499"/>
            <a:ext cx="1104900"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3200">
                <a:solidFill>
                  <a:srgbClr val="E8E8E8"/>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200">
                <a:solidFill>
                  <a:srgbClr val="E8E8E8"/>
                </a:solidFill>
                <a:latin typeface="Raleway SemiBold"/>
                <a:ea typeface="Raleway SemiBold"/>
                <a:cs typeface="Raleway SemiBold"/>
                <a:sym typeface="Raleway SemiBold"/>
              </a:rPr>
              <a:t>%</a:t>
            </a:r>
          </a:p>
        </p:txBody>
      </p:sp>
      <p:sp>
        <p:nvSpPr>
          <p:cNvPr id="844" name="Shape 844"/>
          <p:cNvSpPr/>
          <p:nvPr/>
        </p:nvSpPr>
        <p:spPr>
          <a:xfrm>
            <a:off x="15671800" y="8902699"/>
            <a:ext cx="1104900"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3200">
                <a:solidFill>
                  <a:srgbClr val="E8E8E8"/>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200">
                <a:solidFill>
                  <a:srgbClr val="E8E8E8"/>
                </a:solidFill>
                <a:latin typeface="Raleway SemiBold"/>
                <a:ea typeface="Raleway SemiBold"/>
                <a:cs typeface="Raleway SemiBold"/>
                <a:sym typeface="Raleway SemiBold"/>
              </a:rPr>
              <a:t>%</a:t>
            </a:r>
          </a:p>
        </p:txBody>
      </p:sp>
      <p:sp>
        <p:nvSpPr>
          <p:cNvPr id="845" name="Shape 845"/>
          <p:cNvSpPr/>
          <p:nvPr/>
        </p:nvSpPr>
        <p:spPr>
          <a:xfrm>
            <a:off x="19177000" y="8102599"/>
            <a:ext cx="1104900"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3200">
                <a:solidFill>
                  <a:srgbClr val="E8E8E8"/>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200">
                <a:solidFill>
                  <a:srgbClr val="E8E8E8"/>
                </a:solidFill>
                <a:latin typeface="Raleway SemiBold"/>
                <a:ea typeface="Raleway SemiBold"/>
                <a:cs typeface="Raleway SemiBold"/>
                <a:sym typeface="Raleway SemiBold"/>
              </a:rPr>
              <a:t>%</a:t>
            </a:r>
          </a:p>
        </p:txBody>
      </p:sp>
      <p:sp>
        <p:nvSpPr>
          <p:cNvPr id="846" name="Shape 846"/>
          <p:cNvSpPr/>
          <p:nvPr/>
        </p:nvSpPr>
        <p:spPr>
          <a:xfrm>
            <a:off x="17981613" y="10064749"/>
            <a:ext cx="1" cy="1990727"/>
          </a:xfrm>
          <a:prstGeom prst="line">
            <a:avLst/>
          </a:prstGeom>
          <a:ln w="25400">
            <a:solidFill>
              <a:srgbClr val="E8E8E8"/>
            </a:solidFill>
            <a:miter/>
            <a:headEnd type="oval"/>
            <a:tailEnd type="oval"/>
          </a:ln>
        </p:spPr>
        <p:txBody>
          <a:bodyPr lIns="45719" rIns="45719"/>
          <a:lstStyle/>
          <a:p>
            <a:pPr algn="l" defTabSz="457200">
              <a:defRPr sz="1200">
                <a:latin typeface="Helvetica"/>
                <a:ea typeface="Helvetica"/>
                <a:cs typeface="Helvetica"/>
                <a:sym typeface="Helvetica"/>
              </a:defRPr>
            </a:pPr>
          </a:p>
        </p:txBody>
      </p:sp>
      <p:sp>
        <p:nvSpPr>
          <p:cNvPr id="847" name="Shape 847"/>
          <p:cNvSpPr/>
          <p:nvPr/>
        </p:nvSpPr>
        <p:spPr>
          <a:xfrm>
            <a:off x="17555267" y="12280106"/>
            <a:ext cx="838404" cy="3937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2700">
                <a:solidFill>
                  <a:srgbClr val="E8E8E8"/>
                </a:solidFill>
                <a:latin typeface="Raleway SemiBold"/>
                <a:ea typeface="Raleway SemiBold"/>
                <a:cs typeface="Raleway SemiBold"/>
                <a:sym typeface="Raleway SemiBold"/>
              </a:defRPr>
            </a:lvl1pPr>
          </a:lstStyle>
          <a:p>
            <a:pPr>
              <a:defRPr sz="5600">
                <a:solidFill>
                  <a:srgbClr val="000000"/>
                </a:solidFill>
              </a:defRPr>
            </a:pPr>
            <a:r>
              <a:rPr sz="2700">
                <a:solidFill>
                  <a:srgbClr val="E8E8E8"/>
                </a:solidFill>
              </a:rPr>
              <a:t>texto</a:t>
            </a:r>
          </a:p>
        </p:txBody>
      </p:sp>
      <p:sp>
        <p:nvSpPr>
          <p:cNvPr id="848" name="Shape 848"/>
          <p:cNvSpPr/>
          <p:nvPr/>
        </p:nvSpPr>
        <p:spPr>
          <a:xfrm>
            <a:off x="12977812" y="10064749"/>
            <a:ext cx="1" cy="1990727"/>
          </a:xfrm>
          <a:prstGeom prst="line">
            <a:avLst/>
          </a:prstGeom>
          <a:ln w="25400">
            <a:solidFill>
              <a:srgbClr val="C6C6C6"/>
            </a:solidFill>
            <a:miter/>
            <a:headEnd type="oval"/>
            <a:tailEnd type="oval"/>
          </a:ln>
        </p:spPr>
        <p:txBody>
          <a:bodyPr lIns="45719" rIns="45719"/>
          <a:lstStyle/>
          <a:p>
            <a:pPr algn="l" defTabSz="457200">
              <a:defRPr sz="1200">
                <a:latin typeface="Helvetica"/>
                <a:ea typeface="Helvetica"/>
                <a:cs typeface="Helvetica"/>
                <a:sym typeface="Helvetica"/>
              </a:defRPr>
            </a:pPr>
          </a:p>
        </p:txBody>
      </p:sp>
      <p:sp>
        <p:nvSpPr>
          <p:cNvPr id="849" name="Shape 849"/>
          <p:cNvSpPr/>
          <p:nvPr/>
        </p:nvSpPr>
        <p:spPr>
          <a:xfrm>
            <a:off x="12554642" y="12286456"/>
            <a:ext cx="838404" cy="3937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2700">
                <a:solidFill>
                  <a:srgbClr val="E8E8E8"/>
                </a:solidFill>
                <a:latin typeface="Raleway SemiBold"/>
                <a:ea typeface="Raleway SemiBold"/>
                <a:cs typeface="Raleway SemiBold"/>
                <a:sym typeface="Raleway SemiBold"/>
              </a:defRPr>
            </a:lvl1pPr>
          </a:lstStyle>
          <a:p>
            <a:pPr>
              <a:defRPr sz="5600">
                <a:solidFill>
                  <a:srgbClr val="000000"/>
                </a:solidFill>
              </a:defRPr>
            </a:pPr>
            <a:r>
              <a:rPr sz="2700">
                <a:solidFill>
                  <a:srgbClr val="E8E8E8"/>
                </a:solidFill>
              </a:rP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Subtype="1" presetID="2" grpId="1" fill="hold">
                                  <p:stCondLst>
                                    <p:cond delay="0"/>
                                  </p:stCondLst>
                                  <p:iterate type="el" backwards="0">
                                    <p:tmAbs val="0"/>
                                  </p:iterate>
                                  <p:childTnLst>
                                    <p:set>
                                      <p:cBhvr>
                                        <p:cTn id="6" fill="hold"/>
                                        <p:tgtEl>
                                          <p:spTgt spid="832"/>
                                        </p:tgtEl>
                                        <p:attrNameLst>
                                          <p:attrName>style.visibility</p:attrName>
                                        </p:attrNameLst>
                                      </p:cBhvr>
                                      <p:to>
                                        <p:strVal val="visible"/>
                                      </p:to>
                                    </p:set>
                                    <p:anim calcmode="lin" valueType="num">
                                      <p:cBhvr>
                                        <p:cTn id="7" dur="500" fill="hold"/>
                                        <p:tgtEl>
                                          <p:spTgt spid="832"/>
                                        </p:tgtEl>
                                        <p:attrNameLst>
                                          <p:attrName>ppt_x</p:attrName>
                                        </p:attrNameLst>
                                      </p:cBhvr>
                                      <p:tavLst>
                                        <p:tav tm="0">
                                          <p:val>
                                            <p:strVal val="#ppt_x"/>
                                          </p:val>
                                        </p:tav>
                                        <p:tav tm="100000">
                                          <p:val>
                                            <p:strVal val="#ppt_x"/>
                                          </p:val>
                                        </p:tav>
                                      </p:tavLst>
                                    </p:anim>
                                    <p:anim calcmode="lin" valueType="num">
                                      <p:cBhvr>
                                        <p:cTn id="8" dur="500" fill="hold"/>
                                        <p:tgtEl>
                                          <p:spTgt spid="8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Class="entr" nodeType="afterEffect" presetSubtype="10" presetID="19" grpId="2" fill="hold">
                                  <p:stCondLst>
                                    <p:cond delay="0"/>
                                  </p:stCondLst>
                                  <p:iterate type="el" backwards="0">
                                    <p:tmAbs val="0"/>
                                  </p:iterate>
                                  <p:childTnLst>
                                    <p:set>
                                      <p:cBhvr>
                                        <p:cTn id="11" fill="hold"/>
                                        <p:tgtEl>
                                          <p:spTgt spid="839"/>
                                        </p:tgtEl>
                                        <p:attrNameLst>
                                          <p:attrName>style.visibility</p:attrName>
                                        </p:attrNameLst>
                                      </p:cBhvr>
                                      <p:to>
                                        <p:strVal val="visible"/>
                                      </p:to>
                                    </p:set>
                                    <p:anim calcmode="lin" valueType="num">
                                      <p:cBhvr>
                                        <p:cTn id="12" dur="750" fill="hold"/>
                                        <p:tgtEl>
                                          <p:spTgt spid="839"/>
                                        </p:tgtEl>
                                        <p:attrNameLst>
                                          <p:attrName>ppt_w</p:attrName>
                                        </p:attrNameLst>
                                      </p:cBhvr>
                                      <p:tavLst>
                                        <p:tav tm="0" fmla="#ppt_w*sin(2.5*pi*$)">
                                          <p:val>
                                            <p:fltVal val="0"/>
                                          </p:val>
                                        </p:tav>
                                        <p:tav tm="100000">
                                          <p:val>
                                            <p:fltVal val="1"/>
                                          </p:val>
                                        </p:tav>
                                      </p:tavLst>
                                    </p:anim>
                                    <p:anim calcmode="lin" valueType="num">
                                      <p:cBhvr>
                                        <p:cTn id="13" dur="750" fill="hold"/>
                                        <p:tgtEl>
                                          <p:spTgt spid="839"/>
                                        </p:tgtEl>
                                        <p:attrNameLst>
                                          <p:attrName>ppt_h</p:attrName>
                                        </p:attrNameLst>
                                      </p:cBhvr>
                                      <p:tavLst>
                                        <p:tav tm="0">
                                          <p:val>
                                            <p:strVal val="#ppt_h"/>
                                          </p:val>
                                        </p:tav>
                                        <p:tav tm="100000">
                                          <p:val>
                                            <p:strVal val="#ppt_h"/>
                                          </p:val>
                                        </p:tav>
                                      </p:tavLst>
                                    </p:anim>
                                  </p:childTnLst>
                                </p:cTn>
                              </p:par>
                            </p:childTnLst>
                          </p:cTn>
                        </p:par>
                        <p:par>
                          <p:cTn id="14" fill="hold">
                            <p:stCondLst>
                              <p:cond delay="1250"/>
                            </p:stCondLst>
                            <p:childTnLst>
                              <p:par>
                                <p:cTn id="15" presetClass="entr" nodeType="afterEffect" presetSubtype="4" presetID="22" grpId="3" fill="hold">
                                  <p:stCondLst>
                                    <p:cond delay="0"/>
                                  </p:stCondLst>
                                  <p:iterate type="el" backwards="0">
                                    <p:tmAbs val="0"/>
                                  </p:iterate>
                                  <p:childTnLst>
                                    <p:set>
                                      <p:cBhvr>
                                        <p:cTn id="16" fill="hold"/>
                                        <p:tgtEl>
                                          <p:spTgt spid="835"/>
                                        </p:tgtEl>
                                        <p:attrNameLst>
                                          <p:attrName>style.visibility</p:attrName>
                                        </p:attrNameLst>
                                      </p:cBhvr>
                                      <p:to>
                                        <p:strVal val="visible"/>
                                      </p:to>
                                    </p:set>
                                    <p:animEffect filter="wipe(down)" transition="in">
                                      <p:cBhvr>
                                        <p:cTn id="17" dur="500"/>
                                        <p:tgtEl>
                                          <p:spTgt spid="835"/>
                                        </p:tgtEl>
                                      </p:cBhvr>
                                    </p:animEffect>
                                  </p:childTnLst>
                                </p:cTn>
                              </p:par>
                            </p:childTnLst>
                          </p:cTn>
                        </p:par>
                        <p:par>
                          <p:cTn id="18" fill="hold">
                            <p:stCondLst>
                              <p:cond delay="1750"/>
                            </p:stCondLst>
                            <p:childTnLst>
                              <p:par>
                                <p:cTn id="19" presetClass="entr" nodeType="afterEffect" presetSubtype="16" presetID="23" grpId="4" fill="hold">
                                  <p:stCondLst>
                                    <p:cond delay="250"/>
                                  </p:stCondLst>
                                  <p:iterate type="el" backwards="0">
                                    <p:tmAbs val="0"/>
                                  </p:iterate>
                                  <p:childTnLst>
                                    <p:set>
                                      <p:cBhvr>
                                        <p:cTn id="20" fill="hold"/>
                                        <p:tgtEl>
                                          <p:spTgt spid="842"/>
                                        </p:tgtEl>
                                        <p:attrNameLst>
                                          <p:attrName>style.visibility</p:attrName>
                                        </p:attrNameLst>
                                      </p:cBhvr>
                                      <p:to>
                                        <p:strVal val="visible"/>
                                      </p:to>
                                    </p:set>
                                    <p:anim calcmode="lin" valueType="num">
                                      <p:cBhvr>
                                        <p:cTn id="21" dur="500" fill="hold"/>
                                        <p:tgtEl>
                                          <p:spTgt spid="842"/>
                                        </p:tgtEl>
                                        <p:attrNameLst>
                                          <p:attrName>ppt_w</p:attrName>
                                        </p:attrNameLst>
                                      </p:cBhvr>
                                      <p:tavLst>
                                        <p:tav tm="0">
                                          <p:val>
                                            <p:fltVal val="0"/>
                                          </p:val>
                                        </p:tav>
                                        <p:tav tm="100000">
                                          <p:val>
                                            <p:strVal val="#ppt_w"/>
                                          </p:val>
                                        </p:tav>
                                      </p:tavLst>
                                    </p:anim>
                                    <p:anim calcmode="lin" valueType="num">
                                      <p:cBhvr>
                                        <p:cTn id="22" dur="500" fill="hold"/>
                                        <p:tgtEl>
                                          <p:spTgt spid="842"/>
                                        </p:tgtEl>
                                        <p:attrNameLst>
                                          <p:attrName>ppt_h</p:attrName>
                                        </p:attrNameLst>
                                      </p:cBhvr>
                                      <p:tavLst>
                                        <p:tav tm="0">
                                          <p:val>
                                            <p:fltVal val="0"/>
                                          </p:val>
                                        </p:tav>
                                        <p:tav tm="100000">
                                          <p:val>
                                            <p:strVal val="#ppt_h"/>
                                          </p:val>
                                        </p:tav>
                                      </p:tavLst>
                                    </p:anim>
                                  </p:childTnLst>
                                </p:cTn>
                              </p:par>
                            </p:childTnLst>
                          </p:cTn>
                        </p:par>
                        <p:par>
                          <p:cTn id="23" fill="hold">
                            <p:stCondLst>
                              <p:cond delay="2500"/>
                            </p:stCondLst>
                            <p:childTnLst>
                              <p:par>
                                <p:cTn id="24" presetClass="entr" nodeType="afterEffect" presetSubtype="4" presetID="22" grpId="5" fill="hold">
                                  <p:stCondLst>
                                    <p:cond delay="0"/>
                                  </p:stCondLst>
                                  <p:iterate type="el" backwards="0">
                                    <p:tmAbs val="0"/>
                                  </p:iterate>
                                  <p:childTnLst>
                                    <p:set>
                                      <p:cBhvr>
                                        <p:cTn id="25" fill="hold"/>
                                        <p:tgtEl>
                                          <p:spTgt spid="833"/>
                                        </p:tgtEl>
                                        <p:attrNameLst>
                                          <p:attrName>style.visibility</p:attrName>
                                        </p:attrNameLst>
                                      </p:cBhvr>
                                      <p:to>
                                        <p:strVal val="visible"/>
                                      </p:to>
                                    </p:set>
                                    <p:animEffect filter="wipe(down)" transition="in">
                                      <p:cBhvr>
                                        <p:cTn id="26" dur="500"/>
                                        <p:tgtEl>
                                          <p:spTgt spid="833"/>
                                        </p:tgtEl>
                                      </p:cBhvr>
                                    </p:animEffect>
                                  </p:childTnLst>
                                </p:cTn>
                              </p:par>
                            </p:childTnLst>
                          </p:cTn>
                        </p:par>
                        <p:par>
                          <p:cTn id="27" fill="hold">
                            <p:stCondLst>
                              <p:cond delay="3000"/>
                            </p:stCondLst>
                            <p:childTnLst>
                              <p:par>
                                <p:cTn id="28" presetClass="entr" nodeType="afterEffect" presetSubtype="16" presetID="23" grpId="6" fill="hold">
                                  <p:stCondLst>
                                    <p:cond delay="500"/>
                                  </p:stCondLst>
                                  <p:iterate type="el" backwards="0">
                                    <p:tmAbs val="0"/>
                                  </p:iterate>
                                  <p:childTnLst>
                                    <p:set>
                                      <p:cBhvr>
                                        <p:cTn id="29" fill="hold"/>
                                        <p:tgtEl>
                                          <p:spTgt spid="840"/>
                                        </p:tgtEl>
                                        <p:attrNameLst>
                                          <p:attrName>style.visibility</p:attrName>
                                        </p:attrNameLst>
                                      </p:cBhvr>
                                      <p:to>
                                        <p:strVal val="visible"/>
                                      </p:to>
                                    </p:set>
                                    <p:anim calcmode="lin" valueType="num">
                                      <p:cBhvr>
                                        <p:cTn id="30" dur="500" fill="hold"/>
                                        <p:tgtEl>
                                          <p:spTgt spid="840"/>
                                        </p:tgtEl>
                                        <p:attrNameLst>
                                          <p:attrName>ppt_w</p:attrName>
                                        </p:attrNameLst>
                                      </p:cBhvr>
                                      <p:tavLst>
                                        <p:tav tm="0">
                                          <p:val>
                                            <p:fltVal val="0"/>
                                          </p:val>
                                        </p:tav>
                                        <p:tav tm="100000">
                                          <p:val>
                                            <p:strVal val="#ppt_w"/>
                                          </p:val>
                                        </p:tav>
                                      </p:tavLst>
                                    </p:anim>
                                    <p:anim calcmode="lin" valueType="num">
                                      <p:cBhvr>
                                        <p:cTn id="31" dur="500" fill="hold"/>
                                        <p:tgtEl>
                                          <p:spTgt spid="840"/>
                                        </p:tgtEl>
                                        <p:attrNameLst>
                                          <p:attrName>ppt_h</p:attrName>
                                        </p:attrNameLst>
                                      </p:cBhvr>
                                      <p:tavLst>
                                        <p:tav tm="0">
                                          <p:val>
                                            <p:fltVal val="0"/>
                                          </p:val>
                                        </p:tav>
                                        <p:tav tm="100000">
                                          <p:val>
                                            <p:strVal val="#ppt_h"/>
                                          </p:val>
                                        </p:tav>
                                      </p:tavLst>
                                    </p:anim>
                                  </p:childTnLst>
                                </p:cTn>
                              </p:par>
                            </p:childTnLst>
                          </p:cTn>
                        </p:par>
                        <p:par>
                          <p:cTn id="32" fill="hold">
                            <p:stCondLst>
                              <p:cond delay="4000"/>
                            </p:stCondLst>
                            <p:childTnLst>
                              <p:par>
                                <p:cTn id="33" presetClass="entr" nodeType="afterEffect" presetSubtype="4" presetID="22" grpId="7" fill="hold">
                                  <p:stCondLst>
                                    <p:cond delay="0"/>
                                  </p:stCondLst>
                                  <p:iterate type="el" backwards="0">
                                    <p:tmAbs val="0"/>
                                  </p:iterate>
                                  <p:childTnLst>
                                    <p:set>
                                      <p:cBhvr>
                                        <p:cTn id="34" fill="hold"/>
                                        <p:tgtEl>
                                          <p:spTgt spid="834"/>
                                        </p:tgtEl>
                                        <p:attrNameLst>
                                          <p:attrName>style.visibility</p:attrName>
                                        </p:attrNameLst>
                                      </p:cBhvr>
                                      <p:to>
                                        <p:strVal val="visible"/>
                                      </p:to>
                                    </p:set>
                                    <p:animEffect filter="wipe(down)" transition="in">
                                      <p:cBhvr>
                                        <p:cTn id="35" dur="500"/>
                                        <p:tgtEl>
                                          <p:spTgt spid="834"/>
                                        </p:tgtEl>
                                      </p:cBhvr>
                                    </p:animEffect>
                                  </p:childTnLst>
                                </p:cTn>
                              </p:par>
                            </p:childTnLst>
                          </p:cTn>
                        </p:par>
                        <p:par>
                          <p:cTn id="36" fill="hold">
                            <p:stCondLst>
                              <p:cond delay="4500"/>
                            </p:stCondLst>
                            <p:childTnLst>
                              <p:par>
                                <p:cTn id="37" presetClass="entr" nodeType="afterEffect" presetSubtype="16" presetID="23" grpId="8" fill="hold">
                                  <p:stCondLst>
                                    <p:cond delay="0"/>
                                  </p:stCondLst>
                                  <p:iterate type="el" backwards="0">
                                    <p:tmAbs val="0"/>
                                  </p:iterate>
                                  <p:childTnLst>
                                    <p:set>
                                      <p:cBhvr>
                                        <p:cTn id="38" fill="hold"/>
                                        <p:tgtEl>
                                          <p:spTgt spid="843"/>
                                        </p:tgtEl>
                                        <p:attrNameLst>
                                          <p:attrName>style.visibility</p:attrName>
                                        </p:attrNameLst>
                                      </p:cBhvr>
                                      <p:to>
                                        <p:strVal val="visible"/>
                                      </p:to>
                                    </p:set>
                                    <p:anim calcmode="lin" valueType="num">
                                      <p:cBhvr>
                                        <p:cTn id="39" dur="500" fill="hold"/>
                                        <p:tgtEl>
                                          <p:spTgt spid="843"/>
                                        </p:tgtEl>
                                        <p:attrNameLst>
                                          <p:attrName>ppt_w</p:attrName>
                                        </p:attrNameLst>
                                      </p:cBhvr>
                                      <p:tavLst>
                                        <p:tav tm="0">
                                          <p:val>
                                            <p:fltVal val="0"/>
                                          </p:val>
                                        </p:tav>
                                        <p:tav tm="100000">
                                          <p:val>
                                            <p:strVal val="#ppt_w"/>
                                          </p:val>
                                        </p:tav>
                                      </p:tavLst>
                                    </p:anim>
                                    <p:anim calcmode="lin" valueType="num">
                                      <p:cBhvr>
                                        <p:cTn id="40" dur="500" fill="hold"/>
                                        <p:tgtEl>
                                          <p:spTgt spid="843"/>
                                        </p:tgtEl>
                                        <p:attrNameLst>
                                          <p:attrName>ppt_h</p:attrName>
                                        </p:attrNameLst>
                                      </p:cBhvr>
                                      <p:tavLst>
                                        <p:tav tm="0">
                                          <p:val>
                                            <p:fltVal val="0"/>
                                          </p:val>
                                        </p:tav>
                                        <p:tav tm="100000">
                                          <p:val>
                                            <p:strVal val="#ppt_h"/>
                                          </p:val>
                                        </p:tav>
                                      </p:tavLst>
                                    </p:anim>
                                  </p:childTnLst>
                                </p:cTn>
                              </p:par>
                            </p:childTnLst>
                          </p:cTn>
                        </p:par>
                        <p:par>
                          <p:cTn id="41" fill="hold">
                            <p:stCondLst>
                              <p:cond delay="5000"/>
                            </p:stCondLst>
                            <p:childTnLst>
                              <p:par>
                                <p:cTn id="42" presetClass="entr" nodeType="afterEffect" presetSubtype="4" presetID="22" grpId="9" fill="hold">
                                  <p:stCondLst>
                                    <p:cond delay="0"/>
                                  </p:stCondLst>
                                  <p:iterate type="el" backwards="0">
                                    <p:tmAbs val="0"/>
                                  </p:iterate>
                                  <p:childTnLst>
                                    <p:set>
                                      <p:cBhvr>
                                        <p:cTn id="43" fill="hold"/>
                                        <p:tgtEl>
                                          <p:spTgt spid="836"/>
                                        </p:tgtEl>
                                        <p:attrNameLst>
                                          <p:attrName>style.visibility</p:attrName>
                                        </p:attrNameLst>
                                      </p:cBhvr>
                                      <p:to>
                                        <p:strVal val="visible"/>
                                      </p:to>
                                    </p:set>
                                    <p:animEffect filter="wipe(down)" transition="in">
                                      <p:cBhvr>
                                        <p:cTn id="44" dur="500"/>
                                        <p:tgtEl>
                                          <p:spTgt spid="836"/>
                                        </p:tgtEl>
                                      </p:cBhvr>
                                    </p:animEffect>
                                  </p:childTnLst>
                                </p:cTn>
                              </p:par>
                            </p:childTnLst>
                          </p:cTn>
                        </p:par>
                        <p:par>
                          <p:cTn id="45" fill="hold">
                            <p:stCondLst>
                              <p:cond delay="5500"/>
                            </p:stCondLst>
                            <p:childTnLst>
                              <p:par>
                                <p:cTn id="46" presetClass="entr" nodeType="afterEffect" presetSubtype="16" presetID="23" grpId="10" fill="hold">
                                  <p:stCondLst>
                                    <p:cond delay="0"/>
                                  </p:stCondLst>
                                  <p:iterate type="el" backwards="0">
                                    <p:tmAbs val="0"/>
                                  </p:iterate>
                                  <p:childTnLst>
                                    <p:set>
                                      <p:cBhvr>
                                        <p:cTn id="47" fill="hold"/>
                                        <p:tgtEl>
                                          <p:spTgt spid="844"/>
                                        </p:tgtEl>
                                        <p:attrNameLst>
                                          <p:attrName>style.visibility</p:attrName>
                                        </p:attrNameLst>
                                      </p:cBhvr>
                                      <p:to>
                                        <p:strVal val="visible"/>
                                      </p:to>
                                    </p:set>
                                    <p:anim calcmode="lin" valueType="num">
                                      <p:cBhvr>
                                        <p:cTn id="48" dur="500" fill="hold"/>
                                        <p:tgtEl>
                                          <p:spTgt spid="844"/>
                                        </p:tgtEl>
                                        <p:attrNameLst>
                                          <p:attrName>ppt_w</p:attrName>
                                        </p:attrNameLst>
                                      </p:cBhvr>
                                      <p:tavLst>
                                        <p:tav tm="0">
                                          <p:val>
                                            <p:fltVal val="0"/>
                                          </p:val>
                                        </p:tav>
                                        <p:tav tm="100000">
                                          <p:val>
                                            <p:strVal val="#ppt_w"/>
                                          </p:val>
                                        </p:tav>
                                      </p:tavLst>
                                    </p:anim>
                                    <p:anim calcmode="lin" valueType="num">
                                      <p:cBhvr>
                                        <p:cTn id="49" dur="500" fill="hold"/>
                                        <p:tgtEl>
                                          <p:spTgt spid="844"/>
                                        </p:tgtEl>
                                        <p:attrNameLst>
                                          <p:attrName>ppt_h</p:attrName>
                                        </p:attrNameLst>
                                      </p:cBhvr>
                                      <p:tavLst>
                                        <p:tav tm="0">
                                          <p:val>
                                            <p:fltVal val="0"/>
                                          </p:val>
                                        </p:tav>
                                        <p:tav tm="100000">
                                          <p:val>
                                            <p:strVal val="#ppt_h"/>
                                          </p:val>
                                        </p:tav>
                                      </p:tavLst>
                                    </p:anim>
                                  </p:childTnLst>
                                </p:cTn>
                              </p:par>
                            </p:childTnLst>
                          </p:cTn>
                        </p:par>
                        <p:par>
                          <p:cTn id="50" fill="hold">
                            <p:stCondLst>
                              <p:cond delay="6000"/>
                            </p:stCondLst>
                            <p:childTnLst>
                              <p:par>
                                <p:cTn id="51" presetClass="entr" nodeType="afterEffect" presetSubtype="4" presetID="22" grpId="11" fill="hold">
                                  <p:stCondLst>
                                    <p:cond delay="0"/>
                                  </p:stCondLst>
                                  <p:iterate type="el" backwards="0">
                                    <p:tmAbs val="0"/>
                                  </p:iterate>
                                  <p:childTnLst>
                                    <p:set>
                                      <p:cBhvr>
                                        <p:cTn id="52" fill="hold"/>
                                        <p:tgtEl>
                                          <p:spTgt spid="837"/>
                                        </p:tgtEl>
                                        <p:attrNameLst>
                                          <p:attrName>style.visibility</p:attrName>
                                        </p:attrNameLst>
                                      </p:cBhvr>
                                      <p:to>
                                        <p:strVal val="visible"/>
                                      </p:to>
                                    </p:set>
                                    <p:animEffect filter="wipe(down)" transition="in">
                                      <p:cBhvr>
                                        <p:cTn id="53" dur="500"/>
                                        <p:tgtEl>
                                          <p:spTgt spid="837"/>
                                        </p:tgtEl>
                                      </p:cBhvr>
                                    </p:animEffect>
                                  </p:childTnLst>
                                </p:cTn>
                              </p:par>
                            </p:childTnLst>
                          </p:cTn>
                        </p:par>
                        <p:par>
                          <p:cTn id="54" fill="hold">
                            <p:stCondLst>
                              <p:cond delay="6500"/>
                            </p:stCondLst>
                            <p:childTnLst>
                              <p:par>
                                <p:cTn id="55" presetClass="entr" nodeType="afterEffect" presetSubtype="16" presetID="23" grpId="12" fill="hold">
                                  <p:stCondLst>
                                    <p:cond delay="0"/>
                                  </p:stCondLst>
                                  <p:iterate type="el" backwards="0">
                                    <p:tmAbs val="0"/>
                                  </p:iterate>
                                  <p:childTnLst>
                                    <p:set>
                                      <p:cBhvr>
                                        <p:cTn id="56" fill="hold"/>
                                        <p:tgtEl>
                                          <p:spTgt spid="841"/>
                                        </p:tgtEl>
                                        <p:attrNameLst>
                                          <p:attrName>style.visibility</p:attrName>
                                        </p:attrNameLst>
                                      </p:cBhvr>
                                      <p:to>
                                        <p:strVal val="visible"/>
                                      </p:to>
                                    </p:set>
                                    <p:anim calcmode="lin" valueType="num">
                                      <p:cBhvr>
                                        <p:cTn id="57" dur="500" fill="hold"/>
                                        <p:tgtEl>
                                          <p:spTgt spid="841"/>
                                        </p:tgtEl>
                                        <p:attrNameLst>
                                          <p:attrName>ppt_w</p:attrName>
                                        </p:attrNameLst>
                                      </p:cBhvr>
                                      <p:tavLst>
                                        <p:tav tm="0">
                                          <p:val>
                                            <p:fltVal val="0"/>
                                          </p:val>
                                        </p:tav>
                                        <p:tav tm="100000">
                                          <p:val>
                                            <p:strVal val="#ppt_w"/>
                                          </p:val>
                                        </p:tav>
                                      </p:tavLst>
                                    </p:anim>
                                    <p:anim calcmode="lin" valueType="num">
                                      <p:cBhvr>
                                        <p:cTn id="58" dur="500" fill="hold"/>
                                        <p:tgtEl>
                                          <p:spTgt spid="841"/>
                                        </p:tgtEl>
                                        <p:attrNameLst>
                                          <p:attrName>ppt_h</p:attrName>
                                        </p:attrNameLst>
                                      </p:cBhvr>
                                      <p:tavLst>
                                        <p:tav tm="0">
                                          <p:val>
                                            <p:fltVal val="0"/>
                                          </p:val>
                                        </p:tav>
                                        <p:tav tm="100000">
                                          <p:val>
                                            <p:strVal val="#ppt_h"/>
                                          </p:val>
                                        </p:tav>
                                      </p:tavLst>
                                    </p:anim>
                                  </p:childTnLst>
                                </p:cTn>
                              </p:par>
                            </p:childTnLst>
                          </p:cTn>
                        </p:par>
                        <p:par>
                          <p:cTn id="59" fill="hold">
                            <p:stCondLst>
                              <p:cond delay="7000"/>
                            </p:stCondLst>
                            <p:childTnLst>
                              <p:par>
                                <p:cTn id="60" presetClass="entr" nodeType="afterEffect" presetSubtype="4" presetID="22" grpId="13" fill="hold">
                                  <p:stCondLst>
                                    <p:cond delay="0"/>
                                  </p:stCondLst>
                                  <p:iterate type="el" backwards="0">
                                    <p:tmAbs val="0"/>
                                  </p:iterate>
                                  <p:childTnLst>
                                    <p:set>
                                      <p:cBhvr>
                                        <p:cTn id="61" fill="hold"/>
                                        <p:tgtEl>
                                          <p:spTgt spid="838"/>
                                        </p:tgtEl>
                                        <p:attrNameLst>
                                          <p:attrName>style.visibility</p:attrName>
                                        </p:attrNameLst>
                                      </p:cBhvr>
                                      <p:to>
                                        <p:strVal val="visible"/>
                                      </p:to>
                                    </p:set>
                                    <p:animEffect filter="wipe(down)" transition="in">
                                      <p:cBhvr>
                                        <p:cTn id="62" dur="500"/>
                                        <p:tgtEl>
                                          <p:spTgt spid="838"/>
                                        </p:tgtEl>
                                      </p:cBhvr>
                                    </p:animEffect>
                                  </p:childTnLst>
                                </p:cTn>
                              </p:par>
                            </p:childTnLst>
                          </p:cTn>
                        </p:par>
                        <p:par>
                          <p:cTn id="63" fill="hold">
                            <p:stCondLst>
                              <p:cond delay="7500"/>
                            </p:stCondLst>
                            <p:childTnLst>
                              <p:par>
                                <p:cTn id="64" presetClass="entr" nodeType="afterEffect" presetSubtype="16" presetID="23" grpId="14" fill="hold">
                                  <p:stCondLst>
                                    <p:cond delay="0"/>
                                  </p:stCondLst>
                                  <p:iterate type="el" backwards="0">
                                    <p:tmAbs val="0"/>
                                  </p:iterate>
                                  <p:childTnLst>
                                    <p:set>
                                      <p:cBhvr>
                                        <p:cTn id="65" fill="hold"/>
                                        <p:tgtEl>
                                          <p:spTgt spid="845"/>
                                        </p:tgtEl>
                                        <p:attrNameLst>
                                          <p:attrName>style.visibility</p:attrName>
                                        </p:attrNameLst>
                                      </p:cBhvr>
                                      <p:to>
                                        <p:strVal val="visible"/>
                                      </p:to>
                                    </p:set>
                                    <p:anim calcmode="lin" valueType="num">
                                      <p:cBhvr>
                                        <p:cTn id="66" dur="500" fill="hold"/>
                                        <p:tgtEl>
                                          <p:spTgt spid="845"/>
                                        </p:tgtEl>
                                        <p:attrNameLst>
                                          <p:attrName>ppt_w</p:attrName>
                                        </p:attrNameLst>
                                      </p:cBhvr>
                                      <p:tavLst>
                                        <p:tav tm="0">
                                          <p:val>
                                            <p:fltVal val="0"/>
                                          </p:val>
                                        </p:tav>
                                        <p:tav tm="100000">
                                          <p:val>
                                            <p:strVal val="#ppt_w"/>
                                          </p:val>
                                        </p:tav>
                                      </p:tavLst>
                                    </p:anim>
                                    <p:anim calcmode="lin" valueType="num">
                                      <p:cBhvr>
                                        <p:cTn id="67" dur="500" fill="hold"/>
                                        <p:tgtEl>
                                          <p:spTgt spid="84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45" grpId="14"/>
      <p:bldP build="whole" bldLvl="1" animBg="1" rev="0" advAuto="0" spid="838" grpId="13"/>
      <p:bldP build="whole" bldLvl="1" animBg="1" rev="0" advAuto="0" spid="844" grpId="10"/>
      <p:bldP build="whole" bldLvl="1" animBg="1" rev="0" advAuto="0" spid="842" grpId="4"/>
      <p:bldP build="whole" bldLvl="1" animBg="1" rev="0" advAuto="0" spid="833" grpId="5"/>
      <p:bldP build="whole" bldLvl="1" animBg="1" rev="0" advAuto="0" spid="836" grpId="9"/>
      <p:bldP build="whole" bldLvl="1" animBg="1" rev="0" advAuto="0" spid="841" grpId="12"/>
      <p:bldP build="whole" bldLvl="1" animBg="1" rev="0" advAuto="0" spid="832" grpId="1"/>
      <p:bldP build="whole" bldLvl="1" animBg="1" rev="0" advAuto="0" spid="840" grpId="6"/>
      <p:bldP build="whole" bldLvl="1" animBg="1" rev="0" advAuto="0" spid="834" grpId="7"/>
      <p:bldP build="whole" bldLvl="1" animBg="1" rev="0" advAuto="0" spid="843" grpId="8"/>
      <p:bldP build="whole" bldLvl="1" animBg="1" rev="0" advAuto="0" spid="839" grpId="2"/>
      <p:bldP build="whole" bldLvl="1" animBg="1" rev="0" advAuto="0" spid="837" grpId="11"/>
      <p:bldP build="whole" bldLvl="1" animBg="1" rev="0" advAuto="0" spid="835" grpId="3"/>
    </p:bldLst>
  </p:timing>
</p:sld>
</file>

<file path=ppt/slides/slide4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51" name="Shape 851"/>
          <p:cNvSpPr/>
          <p:nvPr/>
        </p:nvSpPr>
        <p:spPr>
          <a:xfrm>
            <a:off x="-12335" y="-2"/>
            <a:ext cx="12153901" cy="13712826"/>
          </a:xfrm>
          <a:prstGeom prst="rect">
            <a:avLst/>
          </a:prstGeom>
          <a:solidFill>
            <a:srgbClr val="2F5379"/>
          </a:solidFill>
          <a:ln w="12700">
            <a:miter lim="400000"/>
          </a:ln>
        </p:spPr>
        <p:txBody>
          <a:bodyPr lIns="45719" rIns="45719"/>
          <a:lstStyle/>
          <a:p>
            <a:pPr defTabSz="914400">
              <a:defRPr sz="5600">
                <a:latin typeface="Gill Sans"/>
                <a:ea typeface="Gill Sans"/>
                <a:cs typeface="Gill Sans"/>
                <a:sym typeface="Gill Sans"/>
              </a:defRPr>
            </a:pPr>
          </a:p>
        </p:txBody>
      </p:sp>
      <p:sp>
        <p:nvSpPr>
          <p:cNvPr id="852" name="Shape 852"/>
          <p:cNvSpPr/>
          <p:nvPr/>
        </p:nvSpPr>
        <p:spPr>
          <a:xfrm>
            <a:off x="-114300" y="1638300"/>
            <a:ext cx="12268200" cy="7124700"/>
          </a:xfrm>
          <a:prstGeom prst="rect">
            <a:avLst/>
          </a:prstGeom>
          <a:solidFill>
            <a:srgbClr val="49A3DF">
              <a:alpha val="79999"/>
            </a:srgbClr>
          </a:solidFill>
          <a:ln w="25400">
            <a:solidFill>
              <a:srgbClr val="49A3DF">
                <a:alpha val="0"/>
              </a:srgbClr>
            </a:solidFill>
            <a:miter/>
          </a:ln>
        </p:spPr>
        <p:txBody>
          <a:bodyPr lIns="45719" rIns="45719"/>
          <a:lstStyle/>
          <a:p>
            <a:pPr defTabSz="914400">
              <a:defRPr sz="5600">
                <a:latin typeface="Gill Sans"/>
                <a:ea typeface="Gill Sans"/>
                <a:cs typeface="Gill Sans"/>
                <a:sym typeface="Gill Sans"/>
              </a:defRPr>
            </a:pPr>
          </a:p>
        </p:txBody>
      </p:sp>
      <p:sp>
        <p:nvSpPr>
          <p:cNvPr id="853" name="Shape 853"/>
          <p:cNvSpPr/>
          <p:nvPr/>
        </p:nvSpPr>
        <p:spPr>
          <a:xfrm>
            <a:off x="12928600" y="2971800"/>
            <a:ext cx="8953500" cy="12192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defRPr sz="5600">
                <a:latin typeface="Gill Sans"/>
                <a:ea typeface="Gill Sans"/>
                <a:cs typeface="Gill Sans"/>
                <a:sym typeface="Gill Sans"/>
              </a:defRPr>
            </a:pPr>
            <a:r>
              <a:rPr b="1" sz="2700">
                <a:solidFill>
                  <a:srgbClr val="262626"/>
                </a:solidFill>
                <a:latin typeface="Source Sans Pro Bold"/>
                <a:ea typeface="Source Sans Pro Bold"/>
                <a:cs typeface="Source Sans Pro Bold"/>
                <a:sym typeface="Source Sans Pro Bold"/>
              </a:rPr>
              <a:t>Subtítulo</a:t>
            </a:r>
            <a:endParaRPr b="1" sz="2700">
              <a:solidFill>
                <a:srgbClr val="262626"/>
              </a:solidFill>
              <a:latin typeface="Source Sans Pro Bold"/>
              <a:ea typeface="Source Sans Pro Bold"/>
              <a:cs typeface="Source Sans Pro Bold"/>
              <a:sym typeface="Source Sans Pro Bold"/>
            </a:endParaRPr>
          </a:p>
          <a:p>
            <a:pPr algn="l" defTabSz="914400">
              <a:defRPr sz="5600">
                <a:latin typeface="Gill Sans"/>
                <a:ea typeface="Gill Sans"/>
                <a:cs typeface="Gill Sans"/>
                <a:sym typeface="Gill Sans"/>
              </a:defRPr>
            </a:pPr>
            <a:r>
              <a:rPr sz="2700">
                <a:solidFill>
                  <a:srgbClr val="262626"/>
                </a:solidFill>
                <a:latin typeface="Source Sans Pro"/>
                <a:ea typeface="Source Sans Pro"/>
                <a:cs typeface="Source Sans Pro"/>
                <a:sym typeface="Source Sans Pro"/>
              </a:rPr>
              <a:t>Descripción. Ideal para comparar a una marca con la competencia.</a:t>
            </a:r>
          </a:p>
        </p:txBody>
      </p:sp>
      <p:graphicFrame>
        <p:nvGraphicFramePr>
          <p:cNvPr id="854" name="Chart 854"/>
          <p:cNvGraphicFramePr/>
          <p:nvPr/>
        </p:nvGraphicFramePr>
        <p:xfrm>
          <a:off x="12981884" y="5371486"/>
          <a:ext cx="9926685" cy="6900051"/>
        </p:xfrm>
        <a:graphic xmlns:a="http://schemas.openxmlformats.org/drawingml/2006/main">
          <a:graphicData uri="http://schemas.openxmlformats.org/drawingml/2006/chart">
            <c:chart xmlns:c="http://schemas.openxmlformats.org/drawingml/2006/chart" r:id="rId2"/>
          </a:graphicData>
        </a:graphic>
      </p:graphicFrame>
      <p:sp>
        <p:nvSpPr>
          <p:cNvPr id="855" name="Shape 855"/>
          <p:cNvSpPr/>
          <p:nvPr/>
        </p:nvSpPr>
        <p:spPr>
          <a:xfrm>
            <a:off x="1392237" y="3169285"/>
            <a:ext cx="8521702" cy="3326130"/>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lnSpc>
                <a:spcPct val="70000"/>
              </a:lnSpc>
              <a:spcBef>
                <a:spcPts val="600"/>
              </a:spcBef>
              <a:defRPr sz="5600">
                <a:solidFill>
                  <a:srgbClr val="FFFFFF"/>
                </a:solidFill>
                <a:latin typeface="Raleway ExtraBold"/>
                <a:ea typeface="Raleway ExtraBold"/>
                <a:cs typeface="Raleway ExtraBold"/>
                <a:sym typeface="Raleway ExtraBold"/>
              </a:defRPr>
            </a:pPr>
            <a:r>
              <a:rPr sz="7200"/>
              <a:t>TÍTULO</a:t>
            </a:r>
            <a:endParaRPr sz="7200"/>
          </a:p>
          <a:p>
            <a:pPr algn="l" defTabSz="914400">
              <a:lnSpc>
                <a:spcPct val="70000"/>
              </a:lnSpc>
              <a:spcBef>
                <a:spcPts val="600"/>
              </a:spcBef>
              <a:defRPr sz="5600">
                <a:solidFill>
                  <a:srgbClr val="FFFFFF"/>
                </a:solidFill>
                <a:latin typeface="Raleway ExtraBold"/>
                <a:ea typeface="Raleway ExtraBold"/>
                <a:cs typeface="Raleway ExtraBold"/>
                <a:sym typeface="Raleway ExtraBold"/>
              </a:defRPr>
            </a:pPr>
            <a:r>
              <a:rPr sz="9600"/>
              <a:t>+TÍTULO</a:t>
            </a:r>
            <a:endParaRPr sz="9600"/>
          </a:p>
          <a:p>
            <a:pPr algn="l" defTabSz="914400">
              <a:lnSpc>
                <a:spcPct val="70000"/>
              </a:lnSpc>
              <a:spcBef>
                <a:spcPts val="600"/>
              </a:spcBef>
              <a:defRPr sz="5600">
                <a:solidFill>
                  <a:srgbClr val="FFFFFF"/>
                </a:solidFill>
                <a:latin typeface="Raleway ExtraBold"/>
                <a:ea typeface="Raleway ExtraBold"/>
                <a:cs typeface="Raleway ExtraBold"/>
                <a:sym typeface="Raleway ExtraBold"/>
              </a:defRPr>
            </a:pPr>
            <a:r>
              <a:rPr sz="9600"/>
              <a:t>+ TÍTULO</a:t>
            </a:r>
          </a:p>
        </p:txBody>
      </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851"/>
                                        </p:tgtEl>
                                        <p:attrNameLst>
                                          <p:attrName>style.visibility</p:attrName>
                                        </p:attrNameLst>
                                      </p:cBhvr>
                                      <p:to>
                                        <p:strVal val="visible"/>
                                      </p:to>
                                    </p:set>
                                    <p:anim calcmode="lin" valueType="num">
                                      <p:cBhvr>
                                        <p:cTn id="7" dur="750" fill="hold"/>
                                        <p:tgtEl>
                                          <p:spTgt spid="851"/>
                                        </p:tgtEl>
                                        <p:attrNameLst>
                                          <p:attrName>ppt_x</p:attrName>
                                        </p:attrNameLst>
                                      </p:cBhvr>
                                      <p:tavLst>
                                        <p:tav tm="0">
                                          <p:val>
                                            <p:strVal val="0-#ppt_w/2"/>
                                          </p:val>
                                        </p:tav>
                                        <p:tav tm="100000">
                                          <p:val>
                                            <p:strVal val="#ppt_x"/>
                                          </p:val>
                                        </p:tav>
                                      </p:tavLst>
                                    </p:anim>
                                    <p:anim calcmode="lin" valueType="num">
                                      <p:cBhvr>
                                        <p:cTn id="8" dur="750" fill="hold"/>
                                        <p:tgtEl>
                                          <p:spTgt spid="851"/>
                                        </p:tgtEl>
                                        <p:attrNameLst>
                                          <p:attrName>ppt_y</p:attrName>
                                        </p:attrNameLst>
                                      </p:cBhvr>
                                      <p:tavLst>
                                        <p:tav tm="0">
                                          <p:val>
                                            <p:strVal val="#ppt_y"/>
                                          </p:val>
                                        </p:tav>
                                        <p:tav tm="100000">
                                          <p:val>
                                            <p:strVal val="#ppt_y"/>
                                          </p:val>
                                        </p:tav>
                                      </p:tavLst>
                                    </p:anim>
                                  </p:childTnLst>
                                </p:cTn>
                              </p:par>
                            </p:childTnLst>
                          </p:cTn>
                        </p:par>
                        <p:par>
                          <p:cTn id="9" fill="hold">
                            <p:stCondLst>
                              <p:cond delay="750"/>
                            </p:stCondLst>
                            <p:childTnLst>
                              <p:par>
                                <p:cTn id="10" presetClass="entr" nodeType="afterEffect" presetSubtype="2" presetID="2" grpId="2" fill="hold">
                                  <p:stCondLst>
                                    <p:cond delay="0"/>
                                  </p:stCondLst>
                                  <p:iterate type="el" backwards="0">
                                    <p:tmAbs val="0"/>
                                  </p:iterate>
                                  <p:childTnLst>
                                    <p:set>
                                      <p:cBhvr>
                                        <p:cTn id="11" fill="hold"/>
                                        <p:tgtEl>
                                          <p:spTgt spid="852"/>
                                        </p:tgtEl>
                                        <p:attrNameLst>
                                          <p:attrName>style.visibility</p:attrName>
                                        </p:attrNameLst>
                                      </p:cBhvr>
                                      <p:to>
                                        <p:strVal val="visible"/>
                                      </p:to>
                                    </p:set>
                                    <p:anim calcmode="lin" valueType="num">
                                      <p:cBhvr>
                                        <p:cTn id="12" dur="750" fill="hold"/>
                                        <p:tgtEl>
                                          <p:spTgt spid="852"/>
                                        </p:tgtEl>
                                        <p:attrNameLst>
                                          <p:attrName>ppt_x</p:attrName>
                                        </p:attrNameLst>
                                      </p:cBhvr>
                                      <p:tavLst>
                                        <p:tav tm="0">
                                          <p:val>
                                            <p:strVal val="1+#ppt_w/2"/>
                                          </p:val>
                                        </p:tav>
                                        <p:tav tm="100000">
                                          <p:val>
                                            <p:strVal val="#ppt_x"/>
                                          </p:val>
                                        </p:tav>
                                      </p:tavLst>
                                    </p:anim>
                                    <p:anim calcmode="lin" valueType="num">
                                      <p:cBhvr>
                                        <p:cTn id="13" dur="750" fill="hold"/>
                                        <p:tgtEl>
                                          <p:spTgt spid="852"/>
                                        </p:tgtEl>
                                        <p:attrNameLst>
                                          <p:attrName>ppt_y</p:attrName>
                                        </p:attrNameLst>
                                      </p:cBhvr>
                                      <p:tavLst>
                                        <p:tav tm="0">
                                          <p:val>
                                            <p:strVal val="#ppt_y"/>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Class="entr" nodeType="clickEffect" presetSubtype="10" presetID="19" grpId="3" fill="hold">
                                  <p:stCondLst>
                                    <p:cond delay="0"/>
                                  </p:stCondLst>
                                  <p:iterate type="el" backwards="0">
                                    <p:tmAbs val="0"/>
                                  </p:iterate>
                                  <p:childTnLst>
                                    <p:set>
                                      <p:cBhvr>
                                        <p:cTn id="17" fill="hold"/>
                                        <p:tgtEl>
                                          <p:spTgt spid="853"/>
                                        </p:tgtEl>
                                        <p:attrNameLst>
                                          <p:attrName>style.visibility</p:attrName>
                                        </p:attrNameLst>
                                      </p:cBhvr>
                                      <p:to>
                                        <p:strVal val="visible"/>
                                      </p:to>
                                    </p:set>
                                    <p:anim calcmode="lin" valueType="num">
                                      <p:cBhvr>
                                        <p:cTn id="18" dur="500" fill="hold"/>
                                        <p:tgtEl>
                                          <p:spTgt spid="853"/>
                                        </p:tgtEl>
                                        <p:attrNameLst>
                                          <p:attrName>ppt_w</p:attrName>
                                        </p:attrNameLst>
                                      </p:cBhvr>
                                      <p:tavLst>
                                        <p:tav tm="0" fmla="#ppt_w*sin(2.5*pi*$)">
                                          <p:val>
                                            <p:fltVal val="0"/>
                                          </p:val>
                                        </p:tav>
                                        <p:tav tm="100000">
                                          <p:val>
                                            <p:fltVal val="1"/>
                                          </p:val>
                                        </p:tav>
                                      </p:tavLst>
                                    </p:anim>
                                    <p:anim calcmode="lin" valueType="num">
                                      <p:cBhvr>
                                        <p:cTn id="19" dur="500" fill="hold"/>
                                        <p:tgtEl>
                                          <p:spTgt spid="853"/>
                                        </p:tgtEl>
                                        <p:attrNameLst>
                                          <p:attrName>ppt_h</p:attrName>
                                        </p:attrNameLst>
                                      </p:cBhvr>
                                      <p:tavLst>
                                        <p:tav tm="0">
                                          <p:val>
                                            <p:strVal val="#ppt_h"/>
                                          </p:val>
                                        </p:tav>
                                        <p:tav tm="100000">
                                          <p:val>
                                            <p:strVal val="#ppt_h"/>
                                          </p:val>
                                        </p:tav>
                                      </p:tavLst>
                                    </p:anim>
                                  </p:childTnLst>
                                </p:cTn>
                              </p:par>
                            </p:childTnLst>
                          </p:cTn>
                        </p:par>
                      </p:childTnLst>
                    </p:cTn>
                  </p:par>
                  <p:par>
                    <p:cTn id="20" fill="hold">
                      <p:stCondLst>
                        <p:cond delay="indefinite"/>
                      </p:stCondLst>
                      <p:childTnLst>
                        <p:par>
                          <p:cTn id="21" fill="hold">
                            <p:stCondLst>
                              <p:cond delay="0"/>
                            </p:stCondLst>
                            <p:childTnLst>
                              <p:par>
                                <p:cTn id="22" presetClass="entr" nodeType="clickEffect" presetSubtype="10" presetID="19" grpId="4" fill="hold">
                                  <p:stCondLst>
                                    <p:cond delay="0"/>
                                  </p:stCondLst>
                                  <p:iterate type="el" backwards="0">
                                    <p:tmAbs val="0"/>
                                  </p:iterate>
                                  <p:childTnLst>
                                    <p:set>
                                      <p:cBhvr>
                                        <p:cTn id="23" fill="hold"/>
                                        <p:tgtEl>
                                          <p:spTgt spid="854"/>
                                        </p:tgtEl>
                                        <p:attrNameLst>
                                          <p:attrName>style.visibility</p:attrName>
                                        </p:attrNameLst>
                                      </p:cBhvr>
                                      <p:to>
                                        <p:strVal val="visible"/>
                                      </p:to>
                                    </p:set>
                                    <p:anim calcmode="lin" valueType="num">
                                      <p:cBhvr>
                                        <p:cTn id="24" dur="500" fill="hold"/>
                                        <p:tgtEl>
                                          <p:spTgt spid="854"/>
                                        </p:tgtEl>
                                        <p:attrNameLst>
                                          <p:attrName>ppt_w</p:attrName>
                                        </p:attrNameLst>
                                      </p:cBhvr>
                                      <p:tavLst>
                                        <p:tav tm="0" fmla="#ppt_w*sin(2.5*pi*$)">
                                          <p:val>
                                            <p:fltVal val="0"/>
                                          </p:val>
                                        </p:tav>
                                        <p:tav tm="100000">
                                          <p:val>
                                            <p:fltVal val="1"/>
                                          </p:val>
                                        </p:tav>
                                      </p:tavLst>
                                    </p:anim>
                                    <p:anim calcmode="lin" valueType="num">
                                      <p:cBhvr>
                                        <p:cTn id="25" dur="500" fill="hold"/>
                                        <p:tgtEl>
                                          <p:spTgt spid="85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53" grpId="3"/>
      <p:bldP build="whole" bldLvl="1" animBg="1" rev="0" advAuto="0" spid="851" grpId="1"/>
      <p:bldP build="whole" bldLvl="1" animBg="1" rev="0" advAuto="0" spid="852" grpId="2"/>
      <p:bldP build="whole" bldLvl="1" animBg="1" rev="0" advAuto="0" spid="854" grpId="4"/>
    </p:bldLst>
  </p:timing>
</p:sld>
</file>

<file path=ppt/slides/slide4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57" name="Shape 85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Análisis marca</a:t>
            </a:r>
          </a:p>
        </p:txBody>
      </p:sp>
      <p:grpSp>
        <p:nvGrpSpPr>
          <p:cNvPr id="861" name="Group 861"/>
          <p:cNvGrpSpPr/>
          <p:nvPr/>
        </p:nvGrpSpPr>
        <p:grpSpPr>
          <a:xfrm>
            <a:off x="9273650" y="4372306"/>
            <a:ext cx="5173167" cy="7464092"/>
            <a:chOff x="-550366" y="-266700"/>
            <a:chExt cx="5173166" cy="7464090"/>
          </a:xfrm>
        </p:grpSpPr>
        <p:graphicFrame>
          <p:nvGraphicFramePr>
            <p:cNvPr id="858" name="Chart 858"/>
            <p:cNvGraphicFramePr/>
            <p:nvPr/>
          </p:nvGraphicFramePr>
          <p:xfrm>
            <a:off x="-550367" y="-266700"/>
            <a:ext cx="5173167" cy="6041529"/>
          </p:xfrm>
          <a:graphic xmlns:a="http://schemas.openxmlformats.org/drawingml/2006/main">
            <a:graphicData uri="http://schemas.openxmlformats.org/drawingml/2006/chart">
              <c:chart xmlns:c="http://schemas.openxmlformats.org/drawingml/2006/chart" r:id="rId2"/>
            </a:graphicData>
          </a:graphic>
        </p:graphicFrame>
        <p:sp>
          <p:nvSpPr>
            <p:cNvPr id="859" name="Shape 859"/>
            <p:cNvSpPr/>
            <p:nvPr/>
          </p:nvSpPr>
          <p:spPr>
            <a:xfrm>
              <a:off x="69282" y="6625890"/>
              <a:ext cx="4038601" cy="571501"/>
            </a:xfrm>
            <a:prstGeom prst="rect">
              <a:avLst/>
            </a:prstGeom>
            <a:noFill/>
            <a:ln w="9525" cap="flat">
              <a:noFill/>
              <a:round/>
            </a:ln>
            <a:effectLst/>
            <a:extLst>
              <a:ext uri="{C572A759-6A51-4108-AA02-DFA0A04FC94B}">
                <ma14:wrappingTextBoxFlag xmlns:ma14="http://schemas.microsoft.com/office/mac/drawingml/2011/main" val="1"/>
              </a:ext>
            </a:extLst>
          </p:spPr>
          <p:txBody>
            <a:bodyPr wrap="square" lIns="50800" tIns="50800" rIns="50800" bIns="50800" numCol="1" anchor="ctr">
              <a:spAutoFit/>
            </a:bodyPr>
            <a:lstStyle>
              <a:lvl1pPr defTabSz="914400">
                <a:buClr>
                  <a:srgbClr val="FFFFFF"/>
                </a:buClr>
                <a:buFont typeface="Helvetica"/>
                <a:defRPr sz="32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Facebook</a:t>
              </a:r>
            </a:p>
          </p:txBody>
        </p:sp>
        <p:sp>
          <p:nvSpPr>
            <p:cNvPr id="860" name="Shape 860"/>
            <p:cNvSpPr/>
            <p:nvPr/>
          </p:nvSpPr>
          <p:spPr>
            <a:xfrm>
              <a:off x="1758834" y="847145"/>
              <a:ext cx="1702232" cy="1893225"/>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866" name="Group 866"/>
          <p:cNvGrpSpPr/>
          <p:nvPr/>
        </p:nvGrpSpPr>
        <p:grpSpPr>
          <a:xfrm>
            <a:off x="17093674" y="3428805"/>
            <a:ext cx="5182465" cy="8407595"/>
            <a:chOff x="-508288" y="0"/>
            <a:chExt cx="5182464" cy="8407594"/>
          </a:xfrm>
        </p:grpSpPr>
        <p:graphicFrame>
          <p:nvGraphicFramePr>
            <p:cNvPr id="862" name="Chart 862"/>
            <p:cNvGraphicFramePr/>
            <p:nvPr/>
          </p:nvGraphicFramePr>
          <p:xfrm>
            <a:off x="-508289" y="943513"/>
            <a:ext cx="5173168" cy="6041530"/>
          </p:xfrm>
          <a:graphic xmlns:a="http://schemas.openxmlformats.org/drawingml/2006/main">
            <a:graphicData uri="http://schemas.openxmlformats.org/drawingml/2006/chart">
              <c:chart xmlns:c="http://schemas.openxmlformats.org/drawingml/2006/chart" r:id="rId3"/>
            </a:graphicData>
          </a:graphic>
        </p:graphicFrame>
        <p:sp>
          <p:nvSpPr>
            <p:cNvPr id="863" name="Shape 863"/>
            <p:cNvSpPr/>
            <p:nvPr/>
          </p:nvSpPr>
          <p:spPr>
            <a:xfrm>
              <a:off x="0" y="7836094"/>
              <a:ext cx="4038600" cy="571501"/>
            </a:xfrm>
            <a:prstGeom prst="rect">
              <a:avLst/>
            </a:prstGeom>
            <a:noFill/>
            <a:ln w="9525" cap="flat">
              <a:noFill/>
              <a:round/>
            </a:ln>
            <a:effectLst/>
            <a:extLst>
              <a:ext uri="{C572A759-6A51-4108-AA02-DFA0A04FC94B}">
                <ma14:wrappingTextBoxFlag xmlns:ma14="http://schemas.microsoft.com/office/mac/drawingml/2011/main" val="1"/>
              </a:ext>
            </a:extLst>
          </p:spPr>
          <p:txBody>
            <a:bodyPr wrap="square" lIns="50800" tIns="50800" rIns="50800" bIns="50800" numCol="1" anchor="ctr">
              <a:spAutoFit/>
            </a:bodyPr>
            <a:lstStyle>
              <a:lvl1pPr defTabSz="914400">
                <a:buClr>
                  <a:srgbClr val="FFFFFF"/>
                </a:buClr>
                <a:buFont typeface="Helvetica"/>
                <a:defRPr sz="32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Youtube</a:t>
              </a:r>
            </a:p>
          </p:txBody>
        </p:sp>
        <p:sp>
          <p:nvSpPr>
            <p:cNvPr id="864" name="Shape 864"/>
            <p:cNvSpPr/>
            <p:nvPr/>
          </p:nvSpPr>
          <p:spPr>
            <a:xfrm>
              <a:off x="2971945" y="-1"/>
              <a:ext cx="1702232" cy="1893210"/>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65" name="Shape 865"/>
            <p:cNvSpPr/>
            <p:nvPr/>
          </p:nvSpPr>
          <p:spPr>
            <a:xfrm>
              <a:off x="3475273" y="505019"/>
              <a:ext cx="685800" cy="6858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193" y="11575"/>
                  </a:moveTo>
                  <a:lnTo>
                    <a:pt x="7725" y="15135"/>
                  </a:lnTo>
                  <a:cubicBezTo>
                    <a:pt x="6830" y="15562"/>
                    <a:pt x="6098" y="15105"/>
                    <a:pt x="6098" y="14121"/>
                  </a:cubicBezTo>
                  <a:lnTo>
                    <a:pt x="6098" y="12590"/>
                  </a:lnTo>
                  <a:cubicBezTo>
                    <a:pt x="6098" y="11605"/>
                    <a:pt x="6098" y="9994"/>
                    <a:pt x="6098" y="9009"/>
                  </a:cubicBezTo>
                  <a:lnTo>
                    <a:pt x="6098" y="7478"/>
                  </a:lnTo>
                  <a:cubicBezTo>
                    <a:pt x="6098" y="6493"/>
                    <a:pt x="6830" y="6037"/>
                    <a:pt x="7725" y="6464"/>
                  </a:cubicBezTo>
                  <a:lnTo>
                    <a:pt x="15193" y="10024"/>
                  </a:lnTo>
                  <a:cubicBezTo>
                    <a:pt x="16088" y="10451"/>
                    <a:pt x="16088" y="11149"/>
                    <a:pt x="15193" y="11575"/>
                  </a:cubicBezTo>
                  <a:close/>
                  <a:moveTo>
                    <a:pt x="15119" y="0"/>
                  </a:moveTo>
                  <a:lnTo>
                    <a:pt x="6479" y="0"/>
                  </a:lnTo>
                  <a:cubicBezTo>
                    <a:pt x="2900" y="0"/>
                    <a:pt x="0" y="2900"/>
                    <a:pt x="0" y="6479"/>
                  </a:cubicBezTo>
                  <a:lnTo>
                    <a:pt x="0" y="15119"/>
                  </a:lnTo>
                  <a:cubicBezTo>
                    <a:pt x="0" y="18698"/>
                    <a:pt x="2900" y="21600"/>
                    <a:pt x="6479" y="21600"/>
                  </a:cubicBezTo>
                  <a:lnTo>
                    <a:pt x="15119" y="21600"/>
                  </a:lnTo>
                  <a:cubicBezTo>
                    <a:pt x="18698" y="21600"/>
                    <a:pt x="21600" y="18698"/>
                    <a:pt x="21600" y="15119"/>
                  </a:cubicBezTo>
                  <a:lnTo>
                    <a:pt x="21600" y="6479"/>
                  </a:lnTo>
                  <a:cubicBezTo>
                    <a:pt x="21600" y="2900"/>
                    <a:pt x="18698" y="0"/>
                    <a:pt x="15119" y="0"/>
                  </a:cubicBezTo>
                  <a:close/>
                </a:path>
              </a:pathLst>
            </a:custGeom>
            <a:solidFill>
              <a:srgbClr val="F35463"/>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870" name="Group 870"/>
          <p:cNvGrpSpPr/>
          <p:nvPr/>
        </p:nvGrpSpPr>
        <p:grpSpPr>
          <a:xfrm>
            <a:off x="1367901" y="3427129"/>
            <a:ext cx="5210947" cy="8409283"/>
            <a:chOff x="-550366" y="0"/>
            <a:chExt cx="5210945" cy="8409282"/>
          </a:xfrm>
        </p:grpSpPr>
        <p:graphicFrame>
          <p:nvGraphicFramePr>
            <p:cNvPr id="867" name="Chart 867"/>
            <p:cNvGraphicFramePr/>
            <p:nvPr/>
          </p:nvGraphicFramePr>
          <p:xfrm>
            <a:off x="-550367" y="945256"/>
            <a:ext cx="5173167" cy="6041530"/>
          </p:xfrm>
          <a:graphic xmlns:a="http://schemas.openxmlformats.org/drawingml/2006/main">
            <a:graphicData uri="http://schemas.openxmlformats.org/drawingml/2006/chart">
              <c:chart xmlns:c="http://schemas.openxmlformats.org/drawingml/2006/chart" r:id="rId4"/>
            </a:graphicData>
          </a:graphic>
        </p:graphicFrame>
        <p:sp>
          <p:nvSpPr>
            <p:cNvPr id="868" name="Shape 868"/>
            <p:cNvSpPr/>
            <p:nvPr/>
          </p:nvSpPr>
          <p:spPr>
            <a:xfrm>
              <a:off x="88331" y="7837782"/>
              <a:ext cx="4038601" cy="571501"/>
            </a:xfrm>
            <a:prstGeom prst="rect">
              <a:avLst/>
            </a:prstGeom>
            <a:noFill/>
            <a:ln w="9525" cap="flat">
              <a:noFill/>
              <a:round/>
            </a:ln>
            <a:effectLst/>
            <a:extLst>
              <a:ext uri="{C572A759-6A51-4108-AA02-DFA0A04FC94B}">
                <ma14:wrappingTextBoxFlag xmlns:ma14="http://schemas.microsoft.com/office/mac/drawingml/2011/main" val="1"/>
              </a:ext>
            </a:extLst>
          </p:spPr>
          <p:txBody>
            <a:bodyPr wrap="square" lIns="50800" tIns="50800" rIns="50800" bIns="50800" numCol="1" anchor="ctr">
              <a:spAutoFit/>
            </a:bodyPr>
            <a:lstStyle>
              <a:lvl1pPr defTabSz="914400">
                <a:buClr>
                  <a:srgbClr val="FFFFFF"/>
                </a:buClr>
                <a:buFont typeface="Helvetica"/>
                <a:defRPr sz="32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Twitter</a:t>
              </a:r>
            </a:p>
          </p:txBody>
        </p:sp>
        <p:sp>
          <p:nvSpPr>
            <p:cNvPr id="869" name="Shape 869"/>
            <p:cNvSpPr/>
            <p:nvPr/>
          </p:nvSpPr>
          <p:spPr>
            <a:xfrm>
              <a:off x="2958348" y="-1"/>
              <a:ext cx="1702232" cy="1893126"/>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pic>
        <p:nvPicPr>
          <p:cNvPr id="871" name="pasted-image.pdf"/>
          <p:cNvPicPr>
            <a:picLocks noChangeAspect="1"/>
          </p:cNvPicPr>
          <p:nvPr/>
        </p:nvPicPr>
        <p:blipFill>
          <a:blip r:embed="rId5">
            <a:extLst/>
          </a:blip>
          <a:stretch>
            <a:fillRect/>
          </a:stretch>
        </p:blipFill>
        <p:spPr>
          <a:xfrm>
            <a:off x="5351648" y="3995727"/>
            <a:ext cx="774329" cy="533420"/>
          </a:xfrm>
          <a:prstGeom prst="rect">
            <a:avLst/>
          </a:prstGeom>
          <a:ln w="12700">
            <a:miter lim="400000"/>
          </a:ln>
        </p:spPr>
      </p:pic>
      <p:pic>
        <p:nvPicPr>
          <p:cNvPr id="872" name="pasted-image.pdf"/>
          <p:cNvPicPr>
            <a:picLocks noChangeAspect="1"/>
          </p:cNvPicPr>
          <p:nvPr/>
        </p:nvPicPr>
        <p:blipFill>
          <a:blip r:embed="rId6">
            <a:extLst/>
          </a:blip>
          <a:stretch>
            <a:fillRect/>
          </a:stretch>
        </p:blipFill>
        <p:spPr>
          <a:xfrm>
            <a:off x="12299279" y="5955093"/>
            <a:ext cx="309316" cy="662813"/>
          </a:xfrm>
          <a:prstGeom prst="rect">
            <a:avLst/>
          </a:prstGeom>
          <a:ln w="12700">
            <a:miter lim="400000"/>
          </a:ln>
        </p:spPr>
      </p:pic>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Subtype="4" presetID="2" grpId="1" fill="hold">
                                  <p:stCondLst>
                                    <p:cond delay="0"/>
                                  </p:stCondLst>
                                  <p:iterate type="el" backwards="0">
                                    <p:tmAbs val="0"/>
                                  </p:iterate>
                                  <p:childTnLst>
                                    <p:set>
                                      <p:cBhvr>
                                        <p:cTn id="6" fill="hold"/>
                                        <p:tgtEl>
                                          <p:spTgt spid="870"/>
                                        </p:tgtEl>
                                        <p:attrNameLst>
                                          <p:attrName>style.visibility</p:attrName>
                                        </p:attrNameLst>
                                      </p:cBhvr>
                                      <p:to>
                                        <p:strVal val="visible"/>
                                      </p:to>
                                    </p:set>
                                    <p:anim calcmode="lin" valueType="num">
                                      <p:cBhvr>
                                        <p:cTn id="7" dur="1000" fill="hold"/>
                                        <p:tgtEl>
                                          <p:spTgt spid="870"/>
                                        </p:tgtEl>
                                        <p:attrNameLst>
                                          <p:attrName>ppt_x</p:attrName>
                                        </p:attrNameLst>
                                      </p:cBhvr>
                                      <p:tavLst>
                                        <p:tav tm="0">
                                          <p:val>
                                            <p:strVal val="#ppt_x"/>
                                          </p:val>
                                        </p:tav>
                                        <p:tav tm="100000">
                                          <p:val>
                                            <p:strVal val="#ppt_x"/>
                                          </p:val>
                                        </p:tav>
                                      </p:tavLst>
                                    </p:anim>
                                    <p:anim calcmode="lin" valueType="num">
                                      <p:cBhvr>
                                        <p:cTn id="8" dur="1000" fill="hold"/>
                                        <p:tgtEl>
                                          <p:spTgt spid="87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Class="entr" nodeType="clickEffect" presetSubtype="4" presetID="2" grpId="2" fill="hold">
                                  <p:stCondLst>
                                    <p:cond delay="0"/>
                                  </p:stCondLst>
                                  <p:iterate type="el" backwards="0">
                                    <p:tmAbs val="0"/>
                                  </p:iterate>
                                  <p:childTnLst>
                                    <p:set>
                                      <p:cBhvr>
                                        <p:cTn id="12" fill="hold"/>
                                        <p:tgtEl>
                                          <p:spTgt spid="861"/>
                                        </p:tgtEl>
                                        <p:attrNameLst>
                                          <p:attrName>style.visibility</p:attrName>
                                        </p:attrNameLst>
                                      </p:cBhvr>
                                      <p:to>
                                        <p:strVal val="visible"/>
                                      </p:to>
                                    </p:set>
                                    <p:anim calcmode="lin" valueType="num">
                                      <p:cBhvr>
                                        <p:cTn id="13" dur="1000" fill="hold"/>
                                        <p:tgtEl>
                                          <p:spTgt spid="861"/>
                                        </p:tgtEl>
                                        <p:attrNameLst>
                                          <p:attrName>ppt_x</p:attrName>
                                        </p:attrNameLst>
                                      </p:cBhvr>
                                      <p:tavLst>
                                        <p:tav tm="0">
                                          <p:val>
                                            <p:strVal val="#ppt_x"/>
                                          </p:val>
                                        </p:tav>
                                        <p:tav tm="100000">
                                          <p:val>
                                            <p:strVal val="#ppt_x"/>
                                          </p:val>
                                        </p:tav>
                                      </p:tavLst>
                                    </p:anim>
                                    <p:anim calcmode="lin" valueType="num">
                                      <p:cBhvr>
                                        <p:cTn id="14" dur="1000" fill="hold"/>
                                        <p:tgtEl>
                                          <p:spTgt spid="86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Class="entr" nodeType="clickEffect" presetSubtype="4" presetID="2" grpId="3" fill="hold">
                                  <p:stCondLst>
                                    <p:cond delay="0"/>
                                  </p:stCondLst>
                                  <p:iterate type="el" backwards="0">
                                    <p:tmAbs val="0"/>
                                  </p:iterate>
                                  <p:childTnLst>
                                    <p:set>
                                      <p:cBhvr>
                                        <p:cTn id="18" fill="hold"/>
                                        <p:tgtEl>
                                          <p:spTgt spid="866"/>
                                        </p:tgtEl>
                                        <p:attrNameLst>
                                          <p:attrName>style.visibility</p:attrName>
                                        </p:attrNameLst>
                                      </p:cBhvr>
                                      <p:to>
                                        <p:strVal val="visible"/>
                                      </p:to>
                                    </p:set>
                                    <p:anim calcmode="lin" valueType="num">
                                      <p:cBhvr>
                                        <p:cTn id="19" dur="1000" fill="hold"/>
                                        <p:tgtEl>
                                          <p:spTgt spid="866"/>
                                        </p:tgtEl>
                                        <p:attrNameLst>
                                          <p:attrName>ppt_x</p:attrName>
                                        </p:attrNameLst>
                                      </p:cBhvr>
                                      <p:tavLst>
                                        <p:tav tm="0">
                                          <p:val>
                                            <p:strVal val="#ppt_x"/>
                                          </p:val>
                                        </p:tav>
                                        <p:tav tm="100000">
                                          <p:val>
                                            <p:strVal val="#ppt_x"/>
                                          </p:val>
                                        </p:tav>
                                      </p:tavLst>
                                    </p:anim>
                                    <p:anim calcmode="lin" valueType="num">
                                      <p:cBhvr>
                                        <p:cTn id="20" dur="1000" fill="hold"/>
                                        <p:tgtEl>
                                          <p:spTgt spid="8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70" grpId="1"/>
      <p:bldP build="whole" bldLvl="1" animBg="1" rev="0" advAuto="0" spid="866" grpId="3"/>
      <p:bldP build="whole" bldLvl="1" animBg="1" rev="0" advAuto="0" spid="861" grpId="2"/>
    </p:bldLst>
  </p:timing>
</p:sld>
</file>

<file path=ppt/slides/slide4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74" name="Shape 874"/>
          <p:cNvSpPr/>
          <p:nvPr/>
        </p:nvSpPr>
        <p:spPr>
          <a:xfrm>
            <a:off x="303300" y="385686"/>
            <a:ext cx="536003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Análisis marca v2</a:t>
            </a:r>
          </a:p>
        </p:txBody>
      </p:sp>
      <p:graphicFrame>
        <p:nvGraphicFramePr>
          <p:cNvPr id="875" name="Chart 875"/>
          <p:cNvGraphicFramePr/>
          <p:nvPr/>
        </p:nvGraphicFramePr>
        <p:xfrm>
          <a:off x="1239676" y="1825310"/>
          <a:ext cx="21099204" cy="8402220"/>
        </p:xfrm>
        <a:graphic xmlns:a="http://schemas.openxmlformats.org/drawingml/2006/main">
          <a:graphicData uri="http://schemas.openxmlformats.org/drawingml/2006/chart">
            <c:chart xmlns:c="http://schemas.openxmlformats.org/drawingml/2006/chart" r:id="rId2"/>
          </a:graphicData>
        </a:graphic>
      </p:graphicFrame>
      <p:sp>
        <p:nvSpPr>
          <p:cNvPr id="876" name="Shape 876"/>
          <p:cNvSpPr/>
          <p:nvPr/>
        </p:nvSpPr>
        <p:spPr>
          <a:xfrm>
            <a:off x="2719795" y="10680072"/>
            <a:ext cx="4613771" cy="883574"/>
          </a:xfrm>
          <a:prstGeom prst="rect">
            <a:avLst/>
          </a:prstGeom>
          <a:extLst>
            <a:ext uri="{C572A759-6A51-4108-AA02-DFA0A04FC94B}">
              <ma14:wrappingTextBoxFlag xmlns:ma14="http://schemas.microsoft.com/office/mac/drawingml/2011/main" val="1"/>
            </a:ext>
          </a:extLst>
        </p:spPr>
        <p:txBody>
          <a:bodyPr lIns="27093" tIns="27093" rIns="27093" bIns="27093" anchor="ctr"/>
          <a:lstStyle>
            <a:lvl1pPr defTabSz="487680">
              <a:buClr>
                <a:srgbClr val="FFFFFF"/>
              </a:buClr>
              <a:buFont typeface="Helvetica"/>
              <a:defRPr sz="36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Twitter</a:t>
            </a:r>
          </a:p>
        </p:txBody>
      </p:sp>
      <p:grpSp>
        <p:nvGrpSpPr>
          <p:cNvPr id="879" name="Group 879"/>
          <p:cNvGrpSpPr/>
          <p:nvPr/>
        </p:nvGrpSpPr>
        <p:grpSpPr>
          <a:xfrm>
            <a:off x="3983254" y="6627948"/>
            <a:ext cx="2086853" cy="2320880"/>
            <a:chOff x="0" y="0"/>
            <a:chExt cx="2086851" cy="2320878"/>
          </a:xfrm>
        </p:grpSpPr>
        <p:sp>
          <p:nvSpPr>
            <p:cNvPr id="877" name="Shape 877"/>
            <p:cNvSpPr/>
            <p:nvPr/>
          </p:nvSpPr>
          <p:spPr>
            <a:xfrm>
              <a:off x="0" y="-1"/>
              <a:ext cx="2086852" cy="2320880"/>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3175" cap="flat">
              <a:solidFill>
                <a:srgbClr val="000000">
                  <a:alpha val="0"/>
                </a:srgbClr>
              </a:solidFill>
              <a:prstDash val="solid"/>
              <a:miter lim="400000"/>
            </a:ln>
            <a:effectLst/>
          </p:spPr>
          <p:txBody>
            <a:bodyPr wrap="square" lIns="0" tIns="0" rIns="0" bIns="0" numCol="1" anchor="t">
              <a:noAutofit/>
            </a:bodyPr>
            <a:lstStyle/>
            <a:p>
              <a:pPr algn="l" defTabSz="457200">
                <a:defRPr sz="600">
                  <a:latin typeface="Helvetica"/>
                  <a:ea typeface="Helvetica"/>
                  <a:cs typeface="Helvetica"/>
                  <a:sym typeface="Helvetica"/>
                </a:defRPr>
              </a:pPr>
            </a:p>
          </p:txBody>
        </p:sp>
        <p:pic>
          <p:nvPicPr>
            <p:cNvPr id="878" name="pasted-image.pdf"/>
            <p:cNvPicPr>
              <a:picLocks noChangeAspect="1"/>
            </p:cNvPicPr>
            <p:nvPr/>
          </p:nvPicPr>
          <p:blipFill>
            <a:blip r:embed="rId3">
              <a:extLst/>
            </a:blip>
            <a:stretch>
              <a:fillRect/>
            </a:stretch>
          </p:blipFill>
          <p:spPr>
            <a:xfrm>
              <a:off x="452009" y="666071"/>
              <a:ext cx="1191354" cy="820700"/>
            </a:xfrm>
            <a:prstGeom prst="rect">
              <a:avLst/>
            </a:prstGeom>
            <a:ln w="12700" cap="flat">
              <a:noFill/>
              <a:miter lim="400000"/>
            </a:ln>
            <a:effectLst/>
          </p:spPr>
        </p:pic>
      </p:grpSp>
      <p:grpSp>
        <p:nvGrpSpPr>
          <p:cNvPr id="882" name="Group 882"/>
          <p:cNvGrpSpPr/>
          <p:nvPr/>
        </p:nvGrpSpPr>
        <p:grpSpPr>
          <a:xfrm>
            <a:off x="8609098" y="6627887"/>
            <a:ext cx="2086853" cy="2321001"/>
            <a:chOff x="0" y="0"/>
            <a:chExt cx="2086851" cy="2321000"/>
          </a:xfrm>
        </p:grpSpPr>
        <p:sp>
          <p:nvSpPr>
            <p:cNvPr id="880" name="Shape 880"/>
            <p:cNvSpPr/>
            <p:nvPr/>
          </p:nvSpPr>
          <p:spPr>
            <a:xfrm>
              <a:off x="0" y="0"/>
              <a:ext cx="2086852" cy="2321001"/>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3175" cap="flat">
              <a:solidFill>
                <a:srgbClr val="000000">
                  <a:alpha val="0"/>
                </a:srgbClr>
              </a:solidFill>
              <a:prstDash val="solid"/>
              <a:miter lim="400000"/>
            </a:ln>
            <a:effectLst/>
          </p:spPr>
          <p:txBody>
            <a:bodyPr wrap="square" lIns="0" tIns="0" rIns="0" bIns="0" numCol="1" anchor="t">
              <a:noAutofit/>
            </a:bodyPr>
            <a:lstStyle/>
            <a:p>
              <a:pPr algn="l" defTabSz="457200">
                <a:defRPr sz="600">
                  <a:latin typeface="Helvetica"/>
                  <a:ea typeface="Helvetica"/>
                  <a:cs typeface="Helvetica"/>
                  <a:sym typeface="Helvetica"/>
                </a:defRPr>
              </a:pPr>
            </a:p>
          </p:txBody>
        </p:sp>
        <p:pic>
          <p:nvPicPr>
            <p:cNvPr id="881" name="pasted-image.pdf"/>
            <p:cNvPicPr>
              <a:picLocks noChangeAspect="1"/>
            </p:cNvPicPr>
            <p:nvPr/>
          </p:nvPicPr>
          <p:blipFill>
            <a:blip r:embed="rId4">
              <a:extLst/>
            </a:blip>
            <a:stretch>
              <a:fillRect/>
            </a:stretch>
          </p:blipFill>
          <p:spPr>
            <a:xfrm>
              <a:off x="853823" y="753571"/>
              <a:ext cx="379206" cy="812576"/>
            </a:xfrm>
            <a:prstGeom prst="rect">
              <a:avLst/>
            </a:prstGeom>
            <a:ln w="12700" cap="flat">
              <a:noFill/>
              <a:miter lim="400000"/>
            </a:ln>
            <a:effectLst/>
          </p:spPr>
        </p:pic>
      </p:grpSp>
      <p:sp>
        <p:nvSpPr>
          <p:cNvPr id="883" name="Shape 883"/>
          <p:cNvSpPr/>
          <p:nvPr/>
        </p:nvSpPr>
        <p:spPr>
          <a:xfrm>
            <a:off x="7481329" y="10680072"/>
            <a:ext cx="4613771" cy="883574"/>
          </a:xfrm>
          <a:prstGeom prst="rect">
            <a:avLst/>
          </a:prstGeom>
          <a:extLst>
            <a:ext uri="{C572A759-6A51-4108-AA02-DFA0A04FC94B}">
              <ma14:wrappingTextBoxFlag xmlns:ma14="http://schemas.microsoft.com/office/mac/drawingml/2011/main" val="1"/>
            </a:ext>
          </a:extLst>
        </p:spPr>
        <p:txBody>
          <a:bodyPr lIns="27093" tIns="27093" rIns="27093" bIns="27093" anchor="ctr"/>
          <a:lstStyle>
            <a:lvl1pPr defTabSz="487680">
              <a:buClr>
                <a:srgbClr val="FFFFFF"/>
              </a:buClr>
              <a:buFont typeface="Helvetica"/>
              <a:defRPr sz="36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Facebook</a:t>
            </a:r>
          </a:p>
        </p:txBody>
      </p:sp>
      <p:sp>
        <p:nvSpPr>
          <p:cNvPr id="884" name="Shape 884"/>
          <p:cNvSpPr/>
          <p:nvPr/>
        </p:nvSpPr>
        <p:spPr>
          <a:xfrm>
            <a:off x="11857070" y="10680072"/>
            <a:ext cx="4613770" cy="883574"/>
          </a:xfrm>
          <a:prstGeom prst="rect">
            <a:avLst/>
          </a:prstGeom>
          <a:extLst>
            <a:ext uri="{C572A759-6A51-4108-AA02-DFA0A04FC94B}">
              <ma14:wrappingTextBoxFlag xmlns:ma14="http://schemas.microsoft.com/office/mac/drawingml/2011/main" val="1"/>
            </a:ext>
          </a:extLst>
        </p:spPr>
        <p:txBody>
          <a:bodyPr lIns="27093" tIns="27093" rIns="27093" bIns="27093" anchor="ctr"/>
          <a:lstStyle>
            <a:lvl1pPr defTabSz="487680">
              <a:buClr>
                <a:srgbClr val="FFFFFF"/>
              </a:buClr>
              <a:buFont typeface="Helvetica"/>
              <a:defRPr sz="36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Google+</a:t>
            </a:r>
          </a:p>
        </p:txBody>
      </p:sp>
      <p:sp>
        <p:nvSpPr>
          <p:cNvPr id="885" name="Shape 885"/>
          <p:cNvSpPr/>
          <p:nvPr/>
        </p:nvSpPr>
        <p:spPr>
          <a:xfrm>
            <a:off x="16461638" y="10680072"/>
            <a:ext cx="4613771" cy="883574"/>
          </a:xfrm>
          <a:prstGeom prst="rect">
            <a:avLst/>
          </a:prstGeom>
          <a:extLst>
            <a:ext uri="{C572A759-6A51-4108-AA02-DFA0A04FC94B}">
              <ma14:wrappingTextBoxFlag xmlns:ma14="http://schemas.microsoft.com/office/mac/drawingml/2011/main" val="1"/>
            </a:ext>
          </a:extLst>
        </p:spPr>
        <p:txBody>
          <a:bodyPr lIns="27093" tIns="27093" rIns="27093" bIns="27093" anchor="ctr"/>
          <a:lstStyle>
            <a:lvl1pPr defTabSz="487680">
              <a:buClr>
                <a:srgbClr val="FFFFFF"/>
              </a:buClr>
              <a:buFont typeface="Helvetica"/>
              <a:defRPr sz="3600">
                <a:solidFill>
                  <a:srgbClr val="FFFFFF"/>
                </a:solidFill>
                <a:uFill>
                  <a:solidFill>
                    <a:srgbClr val="FFFFFF"/>
                  </a:solidFill>
                </a:uFill>
                <a:latin typeface="Raleway Heavy"/>
                <a:ea typeface="Raleway Heavy"/>
                <a:cs typeface="Raleway Heavy"/>
                <a:sym typeface="Raleway Heavy"/>
              </a:defRPr>
            </a:lvl1pPr>
          </a:lstStyle>
          <a:p>
            <a:pPr>
              <a:defRPr>
                <a:solidFill>
                  <a:srgbClr val="000000"/>
                </a:solidFill>
                <a:uFill>
                  <a:solidFill>
                    <a:srgbClr val="000000"/>
                  </a:solidFill>
                </a:uFill>
              </a:defRPr>
            </a:pPr>
            <a:r>
              <a:rPr>
                <a:solidFill>
                  <a:srgbClr val="FFFFFF"/>
                </a:solidFill>
                <a:uFill>
                  <a:solidFill>
                    <a:srgbClr val="FFFFFF"/>
                  </a:solidFill>
                </a:uFill>
              </a:rPr>
              <a:t>Instagram</a:t>
            </a:r>
          </a:p>
        </p:txBody>
      </p:sp>
      <p:grpSp>
        <p:nvGrpSpPr>
          <p:cNvPr id="888" name="Group 888"/>
          <p:cNvGrpSpPr/>
          <p:nvPr/>
        </p:nvGrpSpPr>
        <p:grpSpPr>
          <a:xfrm>
            <a:off x="13234942" y="6627948"/>
            <a:ext cx="2086853" cy="2320880"/>
            <a:chOff x="0" y="0"/>
            <a:chExt cx="2086851" cy="2320878"/>
          </a:xfrm>
        </p:grpSpPr>
        <p:sp>
          <p:nvSpPr>
            <p:cNvPr id="886" name="Shape 886"/>
            <p:cNvSpPr/>
            <p:nvPr/>
          </p:nvSpPr>
          <p:spPr>
            <a:xfrm>
              <a:off x="0" y="-1"/>
              <a:ext cx="2086852" cy="2320880"/>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3175" cap="flat">
              <a:solidFill>
                <a:srgbClr val="000000">
                  <a:alpha val="0"/>
                </a:srgbClr>
              </a:solidFill>
              <a:prstDash val="solid"/>
              <a:miter lim="400000"/>
            </a:ln>
            <a:effectLst/>
          </p:spPr>
          <p:txBody>
            <a:bodyPr wrap="square" lIns="0" tIns="0" rIns="0" bIns="0" numCol="1" anchor="t">
              <a:noAutofit/>
            </a:bodyPr>
            <a:lstStyle/>
            <a:p>
              <a:pPr algn="l" defTabSz="457200">
                <a:defRPr sz="600">
                  <a:latin typeface="Helvetica"/>
                  <a:ea typeface="Helvetica"/>
                  <a:cs typeface="Helvetica"/>
                  <a:sym typeface="Helvetica"/>
                </a:defRPr>
              </a:pPr>
            </a:p>
          </p:txBody>
        </p:sp>
        <p:pic>
          <p:nvPicPr>
            <p:cNvPr id="887" name="pasted-image.pdf"/>
            <p:cNvPicPr>
              <a:picLocks noChangeAspect="1"/>
            </p:cNvPicPr>
            <p:nvPr/>
          </p:nvPicPr>
          <p:blipFill>
            <a:blip r:embed="rId5">
              <a:extLst/>
            </a:blip>
            <a:stretch>
              <a:fillRect/>
            </a:stretch>
          </p:blipFill>
          <p:spPr>
            <a:xfrm>
              <a:off x="560950" y="553840"/>
              <a:ext cx="1059953" cy="1066498"/>
            </a:xfrm>
            <a:prstGeom prst="rect">
              <a:avLst/>
            </a:prstGeom>
            <a:ln w="12700" cap="flat">
              <a:noFill/>
              <a:miter lim="400000"/>
            </a:ln>
            <a:effectLst/>
          </p:spPr>
        </p:pic>
      </p:grpSp>
      <p:grpSp>
        <p:nvGrpSpPr>
          <p:cNvPr id="891" name="Group 891"/>
          <p:cNvGrpSpPr/>
          <p:nvPr/>
        </p:nvGrpSpPr>
        <p:grpSpPr>
          <a:xfrm>
            <a:off x="17725097" y="6627948"/>
            <a:ext cx="2086853" cy="2320880"/>
            <a:chOff x="0" y="0"/>
            <a:chExt cx="2086851" cy="2320878"/>
          </a:xfrm>
        </p:grpSpPr>
        <p:sp>
          <p:nvSpPr>
            <p:cNvPr id="889" name="Shape 889"/>
            <p:cNvSpPr/>
            <p:nvPr/>
          </p:nvSpPr>
          <p:spPr>
            <a:xfrm>
              <a:off x="0" y="-1"/>
              <a:ext cx="2086852" cy="2320880"/>
            </a:xfrm>
            <a:custGeom>
              <a:avLst/>
              <a:gdLst/>
              <a:ahLst/>
              <a:cxnLst>
                <a:cxn ang="0">
                  <a:pos x="wd2" y="hd2"/>
                </a:cxn>
                <a:cxn ang="5400000">
                  <a:pos x="wd2" y="hd2"/>
                </a:cxn>
                <a:cxn ang="10800000">
                  <a:pos x="wd2" y="hd2"/>
                </a:cxn>
                <a:cxn ang="16200000">
                  <a:pos x="wd2" y="hd2"/>
                </a:cxn>
              </a:cxnLst>
              <a:rect l="0" t="0" r="r" b="b"/>
              <a:pathLst>
                <a:path w="19623" h="20664" fill="norm" stroke="1" extrusionOk="0">
                  <a:moveTo>
                    <a:pt x="9300" y="20664"/>
                  </a:moveTo>
                  <a:lnTo>
                    <a:pt x="7532" y="18323"/>
                  </a:lnTo>
                  <a:cubicBezTo>
                    <a:pt x="2263" y="17130"/>
                    <a:pt x="-988" y="12119"/>
                    <a:pt x="271" y="7131"/>
                  </a:cubicBezTo>
                  <a:cubicBezTo>
                    <a:pt x="1531" y="2142"/>
                    <a:pt x="6823" y="-936"/>
                    <a:pt x="12092" y="256"/>
                  </a:cubicBezTo>
                  <a:cubicBezTo>
                    <a:pt x="17361" y="1449"/>
                    <a:pt x="20612" y="6459"/>
                    <a:pt x="19353" y="11448"/>
                  </a:cubicBezTo>
                  <a:cubicBezTo>
                    <a:pt x="18423" y="15131"/>
                    <a:pt x="15226" y="17910"/>
                    <a:pt x="11272" y="18473"/>
                  </a:cubicBezTo>
                  <a:close/>
                </a:path>
              </a:pathLst>
            </a:custGeom>
            <a:solidFill>
              <a:srgbClr val="FFFFFF"/>
            </a:solidFill>
            <a:ln w="3175" cap="flat">
              <a:solidFill>
                <a:srgbClr val="000000">
                  <a:alpha val="0"/>
                </a:srgbClr>
              </a:solidFill>
              <a:prstDash val="solid"/>
              <a:miter lim="400000"/>
            </a:ln>
            <a:effectLst/>
          </p:spPr>
          <p:txBody>
            <a:bodyPr wrap="square" lIns="0" tIns="0" rIns="0" bIns="0" numCol="1" anchor="t">
              <a:noAutofit/>
            </a:bodyPr>
            <a:lstStyle/>
            <a:p>
              <a:pPr algn="l" defTabSz="457200">
                <a:defRPr sz="600">
                  <a:latin typeface="Helvetica"/>
                  <a:ea typeface="Helvetica"/>
                  <a:cs typeface="Helvetica"/>
                  <a:sym typeface="Helvetica"/>
                </a:defRPr>
              </a:pPr>
            </a:p>
          </p:txBody>
        </p:sp>
        <p:pic>
          <p:nvPicPr>
            <p:cNvPr id="890" name="pasted-image.pdf"/>
            <p:cNvPicPr>
              <a:picLocks noChangeAspect="1"/>
            </p:cNvPicPr>
            <p:nvPr/>
          </p:nvPicPr>
          <p:blipFill>
            <a:blip r:embed="rId6">
              <a:extLst/>
            </a:blip>
            <a:stretch>
              <a:fillRect/>
            </a:stretch>
          </p:blipFill>
          <p:spPr>
            <a:xfrm>
              <a:off x="551951" y="580005"/>
              <a:ext cx="900890" cy="903037"/>
            </a:xfrm>
            <a:prstGeom prst="rect">
              <a:avLst/>
            </a:prstGeom>
            <a:ln w="12700" cap="flat">
              <a:noFill/>
              <a:miter lim="400000"/>
            </a:ln>
            <a:effectLst/>
          </p:spPr>
        </p:pic>
      </p:grpSp>
    </p:spTree>
  </p:cSld>
  <p:clrMapOvr>
    <a:masterClrMapping/>
  </p:clrMapOvr>
  <p:transition xmlns:p14="http://schemas.microsoft.com/office/powerpoint/2010/main" spd="med" advClick="1" p14:dur="1000"/>
</p:sld>
</file>

<file path=ppt/slides/slide4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93" name="Shape 893"/>
          <p:cNvSpPr/>
          <p:nvPr/>
        </p:nvSpPr>
        <p:spPr>
          <a:xfrm>
            <a:off x="6961188" y="908050"/>
            <a:ext cx="10452101" cy="952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6400">
                <a:latin typeface="Raleway Heavy"/>
                <a:ea typeface="Raleway Heavy"/>
                <a:cs typeface="Raleway Heavy"/>
                <a:sym typeface="Raleway Heavy"/>
              </a:defRPr>
            </a:lvl1pPr>
          </a:lstStyle>
          <a:p>
            <a:pPr>
              <a:defRPr sz="5600"/>
            </a:pPr>
            <a:r>
              <a:rPr sz="6400"/>
              <a:t>título</a:t>
            </a:r>
          </a:p>
        </p:txBody>
      </p:sp>
      <p:sp>
        <p:nvSpPr>
          <p:cNvPr id="894" name="Shape 894"/>
          <p:cNvSpPr/>
          <p:nvPr/>
        </p:nvSpPr>
        <p:spPr>
          <a:xfrm>
            <a:off x="11263695" y="2057399"/>
            <a:ext cx="1859789" cy="5334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3600">
                <a:latin typeface="Raleway Regular"/>
                <a:ea typeface="Raleway Regular"/>
                <a:cs typeface="Raleway Regular"/>
                <a:sym typeface="Raleway Regular"/>
              </a:defRPr>
            </a:lvl1pPr>
          </a:lstStyle>
          <a:p>
            <a:pPr>
              <a:defRPr sz="5600"/>
            </a:pPr>
            <a:r>
              <a:rPr sz="3600"/>
              <a:t>subtítulo</a:t>
            </a:r>
          </a:p>
        </p:txBody>
      </p:sp>
      <p:grpSp>
        <p:nvGrpSpPr>
          <p:cNvPr id="902" name="Group 902"/>
          <p:cNvGrpSpPr/>
          <p:nvPr/>
        </p:nvGrpSpPr>
        <p:grpSpPr>
          <a:xfrm>
            <a:off x="2361406" y="5672137"/>
            <a:ext cx="5624513" cy="2738387"/>
            <a:chOff x="0" y="0"/>
            <a:chExt cx="5624512" cy="2738386"/>
          </a:xfrm>
        </p:grpSpPr>
        <p:sp>
          <p:nvSpPr>
            <p:cNvPr id="895" name="Shape 895"/>
            <p:cNvSpPr/>
            <p:nvPr/>
          </p:nvSpPr>
          <p:spPr>
            <a:xfrm>
              <a:off x="0" y="0"/>
              <a:ext cx="5624513" cy="27383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40" y="0"/>
                  </a:moveTo>
                  <a:lnTo>
                    <a:pt x="21596" y="9241"/>
                  </a:lnTo>
                  <a:lnTo>
                    <a:pt x="21600" y="21600"/>
                  </a:lnTo>
                  <a:lnTo>
                    <a:pt x="0" y="21515"/>
                  </a:lnTo>
                  <a:lnTo>
                    <a:pt x="9" y="9241"/>
                  </a:lnTo>
                  <a:lnTo>
                    <a:pt x="10740" y="0"/>
                  </a:lnTo>
                  <a:close/>
                </a:path>
              </a:pathLst>
            </a:custGeom>
            <a:solidFill>
              <a:srgbClr val="49A3DF"/>
            </a:solidFill>
            <a:ln w="25400" cap="flat">
              <a:solidFill>
                <a:srgbClr val="000000">
                  <a:alpha val="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896" name="Shape 896"/>
            <p:cNvSpPr/>
            <p:nvPr/>
          </p:nvSpPr>
          <p:spPr>
            <a:xfrm>
              <a:off x="1523999" y="940744"/>
              <a:ext cx="2905125" cy="1485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lvl1pPr defTabSz="914400">
                <a:lnSpc>
                  <a:spcPct val="70000"/>
                </a:lnSpc>
                <a:defRPr sz="10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20%</a:t>
              </a:r>
            </a:p>
          </p:txBody>
        </p:sp>
        <p:grpSp>
          <p:nvGrpSpPr>
            <p:cNvPr id="901" name="Group 901"/>
            <p:cNvGrpSpPr/>
            <p:nvPr/>
          </p:nvGrpSpPr>
          <p:grpSpPr>
            <a:xfrm>
              <a:off x="900112" y="1437494"/>
              <a:ext cx="614363" cy="676654"/>
              <a:chOff x="36494" y="0"/>
              <a:chExt cx="614362" cy="676653"/>
            </a:xfrm>
          </p:grpSpPr>
          <p:sp>
            <p:nvSpPr>
              <p:cNvPr id="897" name="Shape 897"/>
              <p:cNvSpPr/>
              <p:nvPr/>
            </p:nvSpPr>
            <p:spPr>
              <a:xfrm>
                <a:off x="46043" y="0"/>
                <a:ext cx="595264" cy="358230"/>
              </a:xfrm>
              <a:prstGeom prst="triangle">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nvGrpSpPr>
              <p:cNvPr id="900" name="Group 900"/>
              <p:cNvGrpSpPr/>
              <p:nvPr/>
            </p:nvGrpSpPr>
            <p:grpSpPr>
              <a:xfrm>
                <a:off x="36494" y="512665"/>
                <a:ext cx="614363" cy="163989"/>
                <a:chOff x="0" y="0"/>
                <a:chExt cx="614362" cy="163988"/>
              </a:xfrm>
            </p:grpSpPr>
            <p:sp>
              <p:nvSpPr>
                <p:cNvPr id="898" name="Shape 898"/>
                <p:cNvSpPr/>
                <p:nvPr/>
              </p:nvSpPr>
              <p:spPr>
                <a:xfrm>
                  <a:off x="-1" y="-1"/>
                  <a:ext cx="614364" cy="19106"/>
                </a:xfrm>
                <a:prstGeom prst="rect">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899" name="Shape 899"/>
                <p:cNvSpPr/>
                <p:nvPr/>
              </p:nvSpPr>
              <p:spPr>
                <a:xfrm>
                  <a:off x="-1" y="143291"/>
                  <a:ext cx="614364" cy="20698"/>
                </a:xfrm>
                <a:prstGeom prst="rect">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grpSp>
      </p:grpSp>
      <p:grpSp>
        <p:nvGrpSpPr>
          <p:cNvPr id="905" name="Group 905"/>
          <p:cNvGrpSpPr/>
          <p:nvPr/>
        </p:nvGrpSpPr>
        <p:grpSpPr>
          <a:xfrm>
            <a:off x="2350293" y="8516937"/>
            <a:ext cx="5637214" cy="2019301"/>
            <a:chOff x="0" y="0"/>
            <a:chExt cx="5637212" cy="2019300"/>
          </a:xfrm>
        </p:grpSpPr>
        <p:sp>
          <p:nvSpPr>
            <p:cNvPr id="903" name="Shape 903"/>
            <p:cNvSpPr/>
            <p:nvPr/>
          </p:nvSpPr>
          <p:spPr>
            <a:xfrm flipH="1" rot="10800000">
              <a:off x="11112" y="-1"/>
              <a:ext cx="5626101" cy="20193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40" y="0"/>
                  </a:moveTo>
                  <a:lnTo>
                    <a:pt x="21596" y="9241"/>
                  </a:lnTo>
                  <a:lnTo>
                    <a:pt x="21600" y="21600"/>
                  </a:lnTo>
                  <a:lnTo>
                    <a:pt x="0" y="21515"/>
                  </a:lnTo>
                  <a:lnTo>
                    <a:pt x="9" y="9241"/>
                  </a:lnTo>
                  <a:lnTo>
                    <a:pt x="10740" y="0"/>
                  </a:lnTo>
                  <a:close/>
                </a:path>
              </a:pathLst>
            </a:custGeom>
            <a:solidFill>
              <a:srgbClr val="404040"/>
            </a:solidFill>
            <a:ln w="25400" cap="flat">
              <a:solidFill>
                <a:srgbClr val="000000">
                  <a:alpha val="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04" name="Shape 904"/>
            <p:cNvSpPr/>
            <p:nvPr/>
          </p:nvSpPr>
          <p:spPr>
            <a:xfrm>
              <a:off x="0" y="407987"/>
              <a:ext cx="5473701"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lvl1pPr defTabSz="914400">
                <a:lnSpc>
                  <a:spcPct val="70000"/>
                </a:lnSpc>
                <a:defRPr sz="3600">
                  <a:solidFill>
                    <a:srgbClr val="FFFFFF"/>
                  </a:solidFill>
                  <a:latin typeface="Raleway SemiBold"/>
                  <a:ea typeface="Raleway SemiBold"/>
                  <a:cs typeface="Raleway SemiBold"/>
                  <a:sym typeface="Raleway SemiBold"/>
                </a:defRPr>
              </a:lvl1pPr>
            </a:lstStyle>
            <a:p>
              <a:pPr>
                <a:defRPr sz="5600">
                  <a:solidFill>
                    <a:srgbClr val="000000"/>
                  </a:solidFill>
                  <a:latin typeface="Raleway Regular"/>
                  <a:ea typeface="Raleway Regular"/>
                  <a:cs typeface="Raleway Regular"/>
                  <a:sym typeface="Raleway Regular"/>
                </a:defRPr>
              </a:pPr>
              <a:r>
                <a:rPr sz="3600">
                  <a:solidFill>
                    <a:srgbClr val="FFFFFF"/>
                  </a:solidFill>
                  <a:latin typeface="Raleway SemiBold"/>
                  <a:ea typeface="Raleway SemiBold"/>
                  <a:cs typeface="Raleway SemiBold"/>
                  <a:sym typeface="Raleway SemiBold"/>
                </a:rPr>
                <a:t>Descripción</a:t>
              </a:r>
            </a:p>
          </p:txBody>
        </p:sp>
      </p:grpSp>
      <p:grpSp>
        <p:nvGrpSpPr>
          <p:cNvPr id="913" name="Group 913"/>
          <p:cNvGrpSpPr/>
          <p:nvPr/>
        </p:nvGrpSpPr>
        <p:grpSpPr>
          <a:xfrm>
            <a:off x="9384507" y="5678487"/>
            <a:ext cx="5624513" cy="2736851"/>
            <a:chOff x="0" y="0"/>
            <a:chExt cx="5624512" cy="2736850"/>
          </a:xfrm>
        </p:grpSpPr>
        <p:sp>
          <p:nvSpPr>
            <p:cNvPr id="906" name="Shape 906"/>
            <p:cNvSpPr/>
            <p:nvPr/>
          </p:nvSpPr>
          <p:spPr>
            <a:xfrm>
              <a:off x="0" y="0"/>
              <a:ext cx="5624513" cy="2736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40" y="0"/>
                  </a:moveTo>
                  <a:lnTo>
                    <a:pt x="21596" y="9241"/>
                  </a:lnTo>
                  <a:lnTo>
                    <a:pt x="21600" y="21600"/>
                  </a:lnTo>
                  <a:lnTo>
                    <a:pt x="0" y="21515"/>
                  </a:lnTo>
                  <a:lnTo>
                    <a:pt x="9" y="9241"/>
                  </a:lnTo>
                  <a:lnTo>
                    <a:pt x="10740" y="0"/>
                  </a:lnTo>
                  <a:close/>
                </a:path>
              </a:pathLst>
            </a:custGeom>
            <a:solidFill>
              <a:srgbClr val="2DC1CF"/>
            </a:solidFill>
            <a:ln w="25400" cap="flat">
              <a:solidFill>
                <a:srgbClr val="000000">
                  <a:alpha val="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07" name="Shape 907"/>
            <p:cNvSpPr/>
            <p:nvPr/>
          </p:nvSpPr>
          <p:spPr>
            <a:xfrm>
              <a:off x="1523999" y="939800"/>
              <a:ext cx="2905125" cy="1485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lvl1pPr defTabSz="914400">
                <a:lnSpc>
                  <a:spcPct val="70000"/>
                </a:lnSpc>
                <a:defRPr sz="10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30%</a:t>
              </a:r>
            </a:p>
          </p:txBody>
        </p:sp>
        <p:grpSp>
          <p:nvGrpSpPr>
            <p:cNvPr id="912" name="Group 912"/>
            <p:cNvGrpSpPr/>
            <p:nvPr/>
          </p:nvGrpSpPr>
          <p:grpSpPr>
            <a:xfrm>
              <a:off x="900112" y="1436687"/>
              <a:ext cx="614363" cy="676276"/>
              <a:chOff x="36493" y="0"/>
              <a:chExt cx="614362" cy="676274"/>
            </a:xfrm>
          </p:grpSpPr>
          <p:sp>
            <p:nvSpPr>
              <p:cNvPr id="908" name="Shape 908"/>
              <p:cNvSpPr/>
              <p:nvPr/>
            </p:nvSpPr>
            <p:spPr>
              <a:xfrm>
                <a:off x="46043" y="0"/>
                <a:ext cx="595264" cy="358028"/>
              </a:xfrm>
              <a:prstGeom prst="triangle">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nvGrpSpPr>
              <p:cNvPr id="911" name="Group 911"/>
              <p:cNvGrpSpPr/>
              <p:nvPr/>
            </p:nvGrpSpPr>
            <p:grpSpPr>
              <a:xfrm>
                <a:off x="36493" y="512377"/>
                <a:ext cx="614363" cy="163898"/>
                <a:chOff x="0" y="0"/>
                <a:chExt cx="614362" cy="163897"/>
              </a:xfrm>
            </p:grpSpPr>
            <p:sp>
              <p:nvSpPr>
                <p:cNvPr id="909" name="Shape 909"/>
                <p:cNvSpPr/>
                <p:nvPr/>
              </p:nvSpPr>
              <p:spPr>
                <a:xfrm>
                  <a:off x="-1" y="0"/>
                  <a:ext cx="614364" cy="19095"/>
                </a:xfrm>
                <a:prstGeom prst="rect">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10" name="Shape 910"/>
                <p:cNvSpPr/>
                <p:nvPr/>
              </p:nvSpPr>
              <p:spPr>
                <a:xfrm>
                  <a:off x="-1" y="143211"/>
                  <a:ext cx="614364" cy="20687"/>
                </a:xfrm>
                <a:prstGeom prst="rect">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grpSp>
      </p:grpSp>
      <p:grpSp>
        <p:nvGrpSpPr>
          <p:cNvPr id="916" name="Group 916"/>
          <p:cNvGrpSpPr/>
          <p:nvPr/>
        </p:nvGrpSpPr>
        <p:grpSpPr>
          <a:xfrm>
            <a:off x="9373393" y="8521700"/>
            <a:ext cx="5637214" cy="2020888"/>
            <a:chOff x="0" y="0"/>
            <a:chExt cx="5637212" cy="2020887"/>
          </a:xfrm>
        </p:grpSpPr>
        <p:sp>
          <p:nvSpPr>
            <p:cNvPr id="914" name="Shape 914"/>
            <p:cNvSpPr/>
            <p:nvPr/>
          </p:nvSpPr>
          <p:spPr>
            <a:xfrm flipH="1" rot="10800000">
              <a:off x="11112" y="0"/>
              <a:ext cx="5626101" cy="20208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40" y="0"/>
                  </a:moveTo>
                  <a:lnTo>
                    <a:pt x="21596" y="9241"/>
                  </a:lnTo>
                  <a:lnTo>
                    <a:pt x="21600" y="21600"/>
                  </a:lnTo>
                  <a:lnTo>
                    <a:pt x="0" y="21515"/>
                  </a:lnTo>
                  <a:lnTo>
                    <a:pt x="9" y="9241"/>
                  </a:lnTo>
                  <a:lnTo>
                    <a:pt x="10740" y="0"/>
                  </a:lnTo>
                  <a:close/>
                </a:path>
              </a:pathLst>
            </a:custGeom>
            <a:solidFill>
              <a:srgbClr val="404040"/>
            </a:solidFill>
            <a:ln w="25400" cap="flat">
              <a:solidFill>
                <a:srgbClr val="000000">
                  <a:alpha val="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15" name="Shape 915"/>
            <p:cNvSpPr/>
            <p:nvPr/>
          </p:nvSpPr>
          <p:spPr>
            <a:xfrm>
              <a:off x="0" y="402167"/>
              <a:ext cx="5473701" cy="5461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lvl1pPr defTabSz="914400">
                <a:lnSpc>
                  <a:spcPct val="70000"/>
                </a:lnSpc>
                <a:defRPr sz="3600">
                  <a:solidFill>
                    <a:srgbClr val="FFFFFF"/>
                  </a:solidFill>
                  <a:latin typeface="Gill Sans SemiBold"/>
                  <a:ea typeface="Gill Sans SemiBold"/>
                  <a:cs typeface="Gill Sans SemiBold"/>
                  <a:sym typeface="Gill Sans SemiBold"/>
                </a:defRPr>
              </a:lvl1pPr>
            </a:lstStyle>
            <a:p>
              <a:pPr>
                <a:defRPr sz="5600">
                  <a:solidFill>
                    <a:srgbClr val="000000"/>
                  </a:solidFill>
                  <a:latin typeface="Gill Sans"/>
                  <a:ea typeface="Gill Sans"/>
                  <a:cs typeface="Gill Sans"/>
                  <a:sym typeface="Gill Sans"/>
                </a:defRPr>
              </a:pPr>
              <a:r>
                <a:rPr sz="3600">
                  <a:solidFill>
                    <a:srgbClr val="FFFFFF"/>
                  </a:solidFill>
                  <a:latin typeface="Gill Sans SemiBold"/>
                  <a:ea typeface="Gill Sans SemiBold"/>
                  <a:cs typeface="Gill Sans SemiBold"/>
                  <a:sym typeface="Gill Sans SemiBold"/>
                </a:rPr>
                <a:t>Descripción</a:t>
              </a:r>
            </a:p>
          </p:txBody>
        </p:sp>
      </p:grpSp>
      <p:grpSp>
        <p:nvGrpSpPr>
          <p:cNvPr id="924" name="Group 924"/>
          <p:cNvGrpSpPr/>
          <p:nvPr/>
        </p:nvGrpSpPr>
        <p:grpSpPr>
          <a:xfrm>
            <a:off x="16407606" y="5678487"/>
            <a:ext cx="5624513" cy="2736851"/>
            <a:chOff x="0" y="0"/>
            <a:chExt cx="5624512" cy="2736850"/>
          </a:xfrm>
        </p:grpSpPr>
        <p:sp>
          <p:nvSpPr>
            <p:cNvPr id="917" name="Shape 917"/>
            <p:cNvSpPr/>
            <p:nvPr/>
          </p:nvSpPr>
          <p:spPr>
            <a:xfrm>
              <a:off x="0" y="0"/>
              <a:ext cx="5624513" cy="2736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40" y="0"/>
                  </a:moveTo>
                  <a:lnTo>
                    <a:pt x="21596" y="9241"/>
                  </a:lnTo>
                  <a:lnTo>
                    <a:pt x="21600" y="21600"/>
                  </a:lnTo>
                  <a:lnTo>
                    <a:pt x="0" y="21515"/>
                  </a:lnTo>
                  <a:lnTo>
                    <a:pt x="9" y="9241"/>
                  </a:lnTo>
                  <a:lnTo>
                    <a:pt x="10740" y="0"/>
                  </a:lnTo>
                  <a:close/>
                </a:path>
              </a:pathLst>
            </a:custGeom>
            <a:solidFill>
              <a:srgbClr val="67C3DC"/>
            </a:solidFill>
            <a:ln w="25400" cap="flat">
              <a:solidFill>
                <a:srgbClr val="000000">
                  <a:alpha val="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18" name="Shape 918"/>
            <p:cNvSpPr/>
            <p:nvPr/>
          </p:nvSpPr>
          <p:spPr>
            <a:xfrm>
              <a:off x="1523999" y="939800"/>
              <a:ext cx="2905125" cy="1485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lvl1pPr defTabSz="914400">
                <a:lnSpc>
                  <a:spcPct val="70000"/>
                </a:lnSpc>
                <a:defRPr sz="10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40%</a:t>
              </a:r>
            </a:p>
          </p:txBody>
        </p:sp>
        <p:grpSp>
          <p:nvGrpSpPr>
            <p:cNvPr id="923" name="Group 923"/>
            <p:cNvGrpSpPr/>
            <p:nvPr/>
          </p:nvGrpSpPr>
          <p:grpSpPr>
            <a:xfrm>
              <a:off x="900112" y="1436687"/>
              <a:ext cx="614363" cy="676276"/>
              <a:chOff x="36493" y="0"/>
              <a:chExt cx="614362" cy="676274"/>
            </a:xfrm>
          </p:grpSpPr>
          <p:sp>
            <p:nvSpPr>
              <p:cNvPr id="919" name="Shape 919"/>
              <p:cNvSpPr/>
              <p:nvPr/>
            </p:nvSpPr>
            <p:spPr>
              <a:xfrm>
                <a:off x="46043" y="0"/>
                <a:ext cx="595264" cy="358028"/>
              </a:xfrm>
              <a:prstGeom prst="triangle">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nvGrpSpPr>
              <p:cNvPr id="922" name="Group 922"/>
              <p:cNvGrpSpPr/>
              <p:nvPr/>
            </p:nvGrpSpPr>
            <p:grpSpPr>
              <a:xfrm>
                <a:off x="36493" y="512377"/>
                <a:ext cx="614363" cy="163898"/>
                <a:chOff x="0" y="0"/>
                <a:chExt cx="614362" cy="163897"/>
              </a:xfrm>
            </p:grpSpPr>
            <p:sp>
              <p:nvSpPr>
                <p:cNvPr id="920" name="Shape 920"/>
                <p:cNvSpPr/>
                <p:nvPr/>
              </p:nvSpPr>
              <p:spPr>
                <a:xfrm>
                  <a:off x="-1" y="0"/>
                  <a:ext cx="614364" cy="19095"/>
                </a:xfrm>
                <a:prstGeom prst="rect">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21" name="Shape 921"/>
                <p:cNvSpPr/>
                <p:nvPr/>
              </p:nvSpPr>
              <p:spPr>
                <a:xfrm>
                  <a:off x="-1" y="143211"/>
                  <a:ext cx="614364" cy="20687"/>
                </a:xfrm>
                <a:prstGeom prst="rect">
                  <a:avLst/>
                </a:pr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grpSp>
      </p:grpSp>
      <p:grpSp>
        <p:nvGrpSpPr>
          <p:cNvPr id="927" name="Group 927"/>
          <p:cNvGrpSpPr/>
          <p:nvPr/>
        </p:nvGrpSpPr>
        <p:grpSpPr>
          <a:xfrm>
            <a:off x="16396493" y="8521700"/>
            <a:ext cx="5637214" cy="2020888"/>
            <a:chOff x="0" y="0"/>
            <a:chExt cx="5637212" cy="2020887"/>
          </a:xfrm>
        </p:grpSpPr>
        <p:sp>
          <p:nvSpPr>
            <p:cNvPr id="925" name="Shape 925"/>
            <p:cNvSpPr/>
            <p:nvPr/>
          </p:nvSpPr>
          <p:spPr>
            <a:xfrm flipH="1" rot="10800000">
              <a:off x="11112" y="0"/>
              <a:ext cx="5626101" cy="20208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40" y="0"/>
                  </a:moveTo>
                  <a:lnTo>
                    <a:pt x="21596" y="9241"/>
                  </a:lnTo>
                  <a:lnTo>
                    <a:pt x="21600" y="21600"/>
                  </a:lnTo>
                  <a:lnTo>
                    <a:pt x="0" y="21515"/>
                  </a:lnTo>
                  <a:lnTo>
                    <a:pt x="9" y="9241"/>
                  </a:lnTo>
                  <a:lnTo>
                    <a:pt x="10740" y="0"/>
                  </a:lnTo>
                  <a:close/>
                </a:path>
              </a:pathLst>
            </a:custGeom>
            <a:solidFill>
              <a:srgbClr val="404040"/>
            </a:solidFill>
            <a:ln w="25400" cap="flat">
              <a:solidFill>
                <a:srgbClr val="000000">
                  <a:alpha val="0"/>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926" name="Shape 926"/>
            <p:cNvSpPr/>
            <p:nvPr/>
          </p:nvSpPr>
          <p:spPr>
            <a:xfrm>
              <a:off x="0" y="402167"/>
              <a:ext cx="5473701" cy="5461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lvl1pPr defTabSz="914400">
                <a:lnSpc>
                  <a:spcPct val="70000"/>
                </a:lnSpc>
                <a:defRPr sz="3600">
                  <a:solidFill>
                    <a:srgbClr val="FFFFFF"/>
                  </a:solidFill>
                  <a:latin typeface="Gill Sans SemiBold"/>
                  <a:ea typeface="Gill Sans SemiBold"/>
                  <a:cs typeface="Gill Sans SemiBold"/>
                  <a:sym typeface="Gill Sans SemiBold"/>
                </a:defRPr>
              </a:lvl1pPr>
            </a:lstStyle>
            <a:p>
              <a:pPr>
                <a:defRPr sz="5600">
                  <a:solidFill>
                    <a:srgbClr val="000000"/>
                  </a:solidFill>
                  <a:latin typeface="Gill Sans"/>
                  <a:ea typeface="Gill Sans"/>
                  <a:cs typeface="Gill Sans"/>
                  <a:sym typeface="Gill Sans"/>
                </a:defRPr>
              </a:pPr>
              <a:r>
                <a:rPr sz="3600">
                  <a:solidFill>
                    <a:srgbClr val="FFFFFF"/>
                  </a:solidFill>
                  <a:latin typeface="Gill Sans SemiBold"/>
                  <a:ea typeface="Gill Sans SemiBold"/>
                  <a:cs typeface="Gill Sans SemiBold"/>
                  <a:sym typeface="Gill Sans SemiBold"/>
                </a:rPr>
                <a:t>Descripción</a:t>
              </a: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Subtype="4" presetID="2" grpId="1" fill="hold">
                                  <p:stCondLst>
                                    <p:cond delay="0"/>
                                  </p:stCondLst>
                                  <p:iterate type="el" backwards="0">
                                    <p:tmAbs val="0"/>
                                  </p:iterate>
                                  <p:childTnLst>
                                    <p:set>
                                      <p:cBhvr>
                                        <p:cTn id="6" fill="hold"/>
                                        <p:tgtEl>
                                          <p:spTgt spid="902"/>
                                        </p:tgtEl>
                                        <p:attrNameLst>
                                          <p:attrName>style.visibility</p:attrName>
                                        </p:attrNameLst>
                                      </p:cBhvr>
                                      <p:to>
                                        <p:strVal val="visible"/>
                                      </p:to>
                                    </p:set>
                                    <p:anim calcmode="lin" valueType="num">
                                      <p:cBhvr>
                                        <p:cTn id="7" dur="500" fill="hold"/>
                                        <p:tgtEl>
                                          <p:spTgt spid="902"/>
                                        </p:tgtEl>
                                        <p:attrNameLst>
                                          <p:attrName>ppt_x</p:attrName>
                                        </p:attrNameLst>
                                      </p:cBhvr>
                                      <p:tavLst>
                                        <p:tav tm="0">
                                          <p:val>
                                            <p:strVal val="#ppt_x"/>
                                          </p:val>
                                        </p:tav>
                                        <p:tav tm="100000">
                                          <p:val>
                                            <p:strVal val="#ppt_x"/>
                                          </p:val>
                                        </p:tav>
                                      </p:tavLst>
                                    </p:anim>
                                    <p:anim calcmode="lin" valueType="num">
                                      <p:cBhvr>
                                        <p:cTn id="8" dur="500" fill="hold"/>
                                        <p:tgtEl>
                                          <p:spTgt spid="90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Class="entr" nodeType="afterEffect" presetSubtype="1" presetID="2" grpId="2" fill="hold">
                                  <p:stCondLst>
                                    <p:cond delay="0"/>
                                  </p:stCondLst>
                                  <p:iterate type="el" backwards="0">
                                    <p:tmAbs val="0"/>
                                  </p:iterate>
                                  <p:childTnLst>
                                    <p:set>
                                      <p:cBhvr>
                                        <p:cTn id="11" fill="hold"/>
                                        <p:tgtEl>
                                          <p:spTgt spid="905"/>
                                        </p:tgtEl>
                                        <p:attrNameLst>
                                          <p:attrName>style.visibility</p:attrName>
                                        </p:attrNameLst>
                                      </p:cBhvr>
                                      <p:to>
                                        <p:strVal val="visible"/>
                                      </p:to>
                                    </p:set>
                                    <p:anim calcmode="lin" valueType="num">
                                      <p:cBhvr>
                                        <p:cTn id="12" dur="500" fill="hold"/>
                                        <p:tgtEl>
                                          <p:spTgt spid="905"/>
                                        </p:tgtEl>
                                        <p:attrNameLst>
                                          <p:attrName>ppt_x</p:attrName>
                                        </p:attrNameLst>
                                      </p:cBhvr>
                                      <p:tavLst>
                                        <p:tav tm="0">
                                          <p:val>
                                            <p:strVal val="#ppt_x"/>
                                          </p:val>
                                        </p:tav>
                                        <p:tav tm="100000">
                                          <p:val>
                                            <p:strVal val="#ppt_x"/>
                                          </p:val>
                                        </p:tav>
                                      </p:tavLst>
                                    </p:anim>
                                    <p:anim calcmode="lin" valueType="num">
                                      <p:cBhvr>
                                        <p:cTn id="13" dur="500" fill="hold"/>
                                        <p:tgtEl>
                                          <p:spTgt spid="905"/>
                                        </p:tgtEl>
                                        <p:attrNameLst>
                                          <p:attrName>ppt_y</p:attrName>
                                        </p:attrNameLst>
                                      </p:cBhvr>
                                      <p:tavLst>
                                        <p:tav tm="0">
                                          <p:val>
                                            <p:strVal val="0-#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Class="entr" nodeType="clickEffect" presetSubtype="4" presetID="2" grpId="3" fill="hold">
                                  <p:stCondLst>
                                    <p:cond delay="0"/>
                                  </p:stCondLst>
                                  <p:iterate type="el" backwards="0">
                                    <p:tmAbs val="0"/>
                                  </p:iterate>
                                  <p:childTnLst>
                                    <p:set>
                                      <p:cBhvr>
                                        <p:cTn id="17" fill="hold"/>
                                        <p:tgtEl>
                                          <p:spTgt spid="913"/>
                                        </p:tgtEl>
                                        <p:attrNameLst>
                                          <p:attrName>style.visibility</p:attrName>
                                        </p:attrNameLst>
                                      </p:cBhvr>
                                      <p:to>
                                        <p:strVal val="visible"/>
                                      </p:to>
                                    </p:set>
                                    <p:anim calcmode="lin" valueType="num">
                                      <p:cBhvr>
                                        <p:cTn id="18" dur="500" fill="hold"/>
                                        <p:tgtEl>
                                          <p:spTgt spid="913"/>
                                        </p:tgtEl>
                                        <p:attrNameLst>
                                          <p:attrName>ppt_x</p:attrName>
                                        </p:attrNameLst>
                                      </p:cBhvr>
                                      <p:tavLst>
                                        <p:tav tm="0">
                                          <p:val>
                                            <p:strVal val="#ppt_x"/>
                                          </p:val>
                                        </p:tav>
                                        <p:tav tm="100000">
                                          <p:val>
                                            <p:strVal val="#ppt_x"/>
                                          </p:val>
                                        </p:tav>
                                      </p:tavLst>
                                    </p:anim>
                                    <p:anim calcmode="lin" valueType="num">
                                      <p:cBhvr>
                                        <p:cTn id="19" dur="500" fill="hold"/>
                                        <p:tgtEl>
                                          <p:spTgt spid="913"/>
                                        </p:tgtEl>
                                        <p:attrNameLst>
                                          <p:attrName>ppt_y</p:attrName>
                                        </p:attrNameLst>
                                      </p:cBhvr>
                                      <p:tavLst>
                                        <p:tav tm="0">
                                          <p:val>
                                            <p:strVal val="1+#ppt_h/2"/>
                                          </p:val>
                                        </p:tav>
                                        <p:tav tm="100000">
                                          <p:val>
                                            <p:strVal val="#ppt_y"/>
                                          </p:val>
                                        </p:tav>
                                      </p:tavLst>
                                    </p:anim>
                                  </p:childTnLst>
                                </p:cTn>
                              </p:par>
                            </p:childTnLst>
                          </p:cTn>
                        </p:par>
                        <p:par>
                          <p:cTn id="20" fill="hold">
                            <p:stCondLst>
                              <p:cond delay="500"/>
                            </p:stCondLst>
                            <p:childTnLst>
                              <p:par>
                                <p:cTn id="21" presetClass="entr" nodeType="afterEffect" presetSubtype="1" presetID="2" grpId="4" fill="hold">
                                  <p:stCondLst>
                                    <p:cond delay="0"/>
                                  </p:stCondLst>
                                  <p:iterate type="el" backwards="0">
                                    <p:tmAbs val="0"/>
                                  </p:iterate>
                                  <p:childTnLst>
                                    <p:set>
                                      <p:cBhvr>
                                        <p:cTn id="22" fill="hold"/>
                                        <p:tgtEl>
                                          <p:spTgt spid="916"/>
                                        </p:tgtEl>
                                        <p:attrNameLst>
                                          <p:attrName>style.visibility</p:attrName>
                                        </p:attrNameLst>
                                      </p:cBhvr>
                                      <p:to>
                                        <p:strVal val="visible"/>
                                      </p:to>
                                    </p:set>
                                    <p:anim calcmode="lin" valueType="num">
                                      <p:cBhvr>
                                        <p:cTn id="23" dur="500" fill="hold"/>
                                        <p:tgtEl>
                                          <p:spTgt spid="916"/>
                                        </p:tgtEl>
                                        <p:attrNameLst>
                                          <p:attrName>ppt_x</p:attrName>
                                        </p:attrNameLst>
                                      </p:cBhvr>
                                      <p:tavLst>
                                        <p:tav tm="0">
                                          <p:val>
                                            <p:strVal val="#ppt_x"/>
                                          </p:val>
                                        </p:tav>
                                        <p:tav tm="100000">
                                          <p:val>
                                            <p:strVal val="#ppt_x"/>
                                          </p:val>
                                        </p:tav>
                                      </p:tavLst>
                                    </p:anim>
                                    <p:anim calcmode="lin" valueType="num">
                                      <p:cBhvr>
                                        <p:cTn id="24" dur="500" fill="hold"/>
                                        <p:tgtEl>
                                          <p:spTgt spid="916"/>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Class="entr" nodeType="clickEffect" presetSubtype="4" presetID="2" grpId="5" fill="hold">
                                  <p:stCondLst>
                                    <p:cond delay="0"/>
                                  </p:stCondLst>
                                  <p:iterate type="el" backwards="0">
                                    <p:tmAbs val="0"/>
                                  </p:iterate>
                                  <p:childTnLst>
                                    <p:set>
                                      <p:cBhvr>
                                        <p:cTn id="28" fill="hold"/>
                                        <p:tgtEl>
                                          <p:spTgt spid="924"/>
                                        </p:tgtEl>
                                        <p:attrNameLst>
                                          <p:attrName>style.visibility</p:attrName>
                                        </p:attrNameLst>
                                      </p:cBhvr>
                                      <p:to>
                                        <p:strVal val="visible"/>
                                      </p:to>
                                    </p:set>
                                    <p:anim calcmode="lin" valueType="num">
                                      <p:cBhvr>
                                        <p:cTn id="29" dur="500" fill="hold"/>
                                        <p:tgtEl>
                                          <p:spTgt spid="924"/>
                                        </p:tgtEl>
                                        <p:attrNameLst>
                                          <p:attrName>ppt_x</p:attrName>
                                        </p:attrNameLst>
                                      </p:cBhvr>
                                      <p:tavLst>
                                        <p:tav tm="0">
                                          <p:val>
                                            <p:strVal val="#ppt_x"/>
                                          </p:val>
                                        </p:tav>
                                        <p:tav tm="100000">
                                          <p:val>
                                            <p:strVal val="#ppt_x"/>
                                          </p:val>
                                        </p:tav>
                                      </p:tavLst>
                                    </p:anim>
                                    <p:anim calcmode="lin" valueType="num">
                                      <p:cBhvr>
                                        <p:cTn id="30" dur="500" fill="hold"/>
                                        <p:tgtEl>
                                          <p:spTgt spid="924"/>
                                        </p:tgtEl>
                                        <p:attrNameLst>
                                          <p:attrName>ppt_y</p:attrName>
                                        </p:attrNameLst>
                                      </p:cBhvr>
                                      <p:tavLst>
                                        <p:tav tm="0">
                                          <p:val>
                                            <p:strVal val="1+#ppt_h/2"/>
                                          </p:val>
                                        </p:tav>
                                        <p:tav tm="100000">
                                          <p:val>
                                            <p:strVal val="#ppt_y"/>
                                          </p:val>
                                        </p:tav>
                                      </p:tavLst>
                                    </p:anim>
                                  </p:childTnLst>
                                </p:cTn>
                              </p:par>
                            </p:childTnLst>
                          </p:cTn>
                        </p:par>
                        <p:par>
                          <p:cTn id="31" fill="hold">
                            <p:stCondLst>
                              <p:cond delay="500"/>
                            </p:stCondLst>
                            <p:childTnLst>
                              <p:par>
                                <p:cTn id="32" presetClass="entr" nodeType="afterEffect" presetSubtype="1" presetID="2" grpId="6" fill="hold">
                                  <p:stCondLst>
                                    <p:cond delay="0"/>
                                  </p:stCondLst>
                                  <p:iterate type="el" backwards="0">
                                    <p:tmAbs val="0"/>
                                  </p:iterate>
                                  <p:childTnLst>
                                    <p:set>
                                      <p:cBhvr>
                                        <p:cTn id="33" fill="hold"/>
                                        <p:tgtEl>
                                          <p:spTgt spid="927"/>
                                        </p:tgtEl>
                                        <p:attrNameLst>
                                          <p:attrName>style.visibility</p:attrName>
                                        </p:attrNameLst>
                                      </p:cBhvr>
                                      <p:to>
                                        <p:strVal val="visible"/>
                                      </p:to>
                                    </p:set>
                                    <p:anim calcmode="lin" valueType="num">
                                      <p:cBhvr>
                                        <p:cTn id="34" dur="500" fill="hold"/>
                                        <p:tgtEl>
                                          <p:spTgt spid="927"/>
                                        </p:tgtEl>
                                        <p:attrNameLst>
                                          <p:attrName>ppt_x</p:attrName>
                                        </p:attrNameLst>
                                      </p:cBhvr>
                                      <p:tavLst>
                                        <p:tav tm="0">
                                          <p:val>
                                            <p:strVal val="#ppt_x"/>
                                          </p:val>
                                        </p:tav>
                                        <p:tav tm="100000">
                                          <p:val>
                                            <p:strVal val="#ppt_x"/>
                                          </p:val>
                                        </p:tav>
                                      </p:tavLst>
                                    </p:anim>
                                    <p:anim calcmode="lin" valueType="num">
                                      <p:cBhvr>
                                        <p:cTn id="35" dur="500" fill="hold"/>
                                        <p:tgtEl>
                                          <p:spTgt spid="92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05" grpId="2"/>
      <p:bldP build="whole" bldLvl="1" animBg="1" rev="0" advAuto="0" spid="902" grpId="1"/>
      <p:bldP build="whole" bldLvl="1" animBg="1" rev="0" advAuto="0" spid="913" grpId="3"/>
      <p:bldP build="whole" bldLvl="1" animBg="1" rev="0" advAuto="0" spid="916" grpId="4"/>
      <p:bldP build="whole" bldLvl="1" animBg="1" rev="0" advAuto="0" spid="924" grpId="5"/>
      <p:bldP build="whole" bldLvl="1" animBg="1" rev="0" advAuto="0" spid="927" grpId="6"/>
    </p:bldLst>
  </p:timing>
</p:sld>
</file>

<file path=ppt/slides/slide4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29" name="Shape 92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Dafo</a:t>
            </a:r>
          </a:p>
        </p:txBody>
      </p:sp>
      <p:sp>
        <p:nvSpPr>
          <p:cNvPr id="930" name="Shape 930"/>
          <p:cNvSpPr/>
          <p:nvPr/>
        </p:nvSpPr>
        <p:spPr>
          <a:xfrm>
            <a:off x="12192000" y="2924175"/>
            <a:ext cx="9782810" cy="4369023"/>
          </a:xfrm>
          <a:prstGeom prst="rect">
            <a:avLst/>
          </a:prstGeom>
          <a:solidFill>
            <a:srgbClr val="2DC1C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931" name="Shape 931"/>
          <p:cNvSpPr/>
          <p:nvPr/>
        </p:nvSpPr>
        <p:spPr>
          <a:xfrm>
            <a:off x="2409190" y="2924175"/>
            <a:ext cx="9782810" cy="4369023"/>
          </a:xfrm>
          <a:prstGeom prst="rect">
            <a:avLst/>
          </a:prstGeom>
          <a:solidFill>
            <a:srgbClr val="2F537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932" name="Shape 932"/>
          <p:cNvSpPr/>
          <p:nvPr/>
        </p:nvSpPr>
        <p:spPr>
          <a:xfrm>
            <a:off x="12192000" y="7293196"/>
            <a:ext cx="9782810" cy="4369023"/>
          </a:xfrm>
          <a:prstGeom prst="rect">
            <a:avLst/>
          </a:prstGeom>
          <a:solidFill>
            <a:srgbClr val="52A7F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933" name="Shape 933"/>
          <p:cNvSpPr/>
          <p:nvPr/>
        </p:nvSpPr>
        <p:spPr>
          <a:xfrm>
            <a:off x="2409190" y="7293196"/>
            <a:ext cx="9782810" cy="4369023"/>
          </a:xfrm>
          <a:prstGeom prst="rect">
            <a:avLst/>
          </a:prstGeom>
          <a:solidFill>
            <a:srgbClr val="47D39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934" name="Shape 934"/>
          <p:cNvSpPr/>
          <p:nvPr/>
        </p:nvSpPr>
        <p:spPr>
          <a:xfrm>
            <a:off x="9922516" y="4656387"/>
            <a:ext cx="4702007" cy="4821321"/>
          </a:xfrm>
          <a:prstGeom prst="ellipse">
            <a:avLst/>
          </a:prstGeom>
          <a:solidFill>
            <a:srgbClr val="F0C424"/>
          </a:solidFill>
          <a:ln w="76200">
            <a:solidFill>
              <a:srgbClr val="FFFFFF"/>
            </a:solidFill>
            <a:bevel/>
          </a:ln>
        </p:spPr>
        <p:txBody>
          <a:bodyPr lIns="45719" rIns="45719" anchor="ctr"/>
          <a:lstStyle/>
          <a:p>
            <a:pPr defTabSz="914400">
              <a:defRPr sz="1800">
                <a:solidFill>
                  <a:srgbClr val="FFFFFF"/>
                </a:solidFill>
                <a:latin typeface="Calibri"/>
                <a:ea typeface="Calibri"/>
                <a:cs typeface="Calibri"/>
                <a:sym typeface="Calibri"/>
              </a:defRPr>
            </a:pPr>
          </a:p>
        </p:txBody>
      </p:sp>
      <p:sp>
        <p:nvSpPr>
          <p:cNvPr id="935" name="Shape 935"/>
          <p:cNvSpPr/>
          <p:nvPr/>
        </p:nvSpPr>
        <p:spPr>
          <a:xfrm>
            <a:off x="2789105" y="7926861"/>
            <a:ext cx="7133413" cy="2444121"/>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algn="l" defTabSz="914400">
              <a:defRPr sz="2500">
                <a:solidFill>
                  <a:srgbClr val="FFFFFF"/>
                </a:solidFill>
                <a:latin typeface="Raleway Regular"/>
                <a:ea typeface="Raleway Regular"/>
                <a:cs typeface="Raleway Regular"/>
                <a:sym typeface="Raleway Regular"/>
              </a:defRPr>
            </a:lvl1pPr>
          </a:lstStyle>
          <a:p>
            <a:pPr>
              <a:defRPr>
                <a:solidFill>
                  <a:srgbClr val="000000"/>
                </a:solidFill>
              </a:defRPr>
            </a:pPr>
            <a:r>
              <a:rPr>
                <a:solidFill>
                  <a:srgbClr val="FFFFFF"/>
                </a:solidFill>
              </a:rPr>
              <a:t>Descripción</a:t>
            </a:r>
          </a:p>
        </p:txBody>
      </p:sp>
      <p:sp>
        <p:nvSpPr>
          <p:cNvPr id="936" name="Shape 936"/>
          <p:cNvSpPr/>
          <p:nvPr/>
        </p:nvSpPr>
        <p:spPr>
          <a:xfrm>
            <a:off x="2789105" y="4289161"/>
            <a:ext cx="7133413" cy="2444121"/>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algn="l" defTabSz="914400">
              <a:defRPr sz="2500">
                <a:solidFill>
                  <a:srgbClr val="FFFFFF"/>
                </a:solidFill>
                <a:latin typeface="Raleway Regular"/>
                <a:ea typeface="Raleway Regular"/>
                <a:cs typeface="Raleway Regular"/>
                <a:sym typeface="Raleway Regular"/>
              </a:defRPr>
            </a:lvl1pPr>
          </a:lstStyle>
          <a:p>
            <a:pPr>
              <a:defRPr>
                <a:solidFill>
                  <a:srgbClr val="000000"/>
                </a:solidFill>
              </a:defRPr>
            </a:pPr>
            <a:r>
              <a:rPr>
                <a:solidFill>
                  <a:srgbClr val="FFFFFF"/>
                </a:solidFill>
              </a:rPr>
              <a:t>Descripción</a:t>
            </a:r>
          </a:p>
        </p:txBody>
      </p:sp>
      <p:sp>
        <p:nvSpPr>
          <p:cNvPr id="937" name="Shape 937"/>
          <p:cNvSpPr/>
          <p:nvPr/>
        </p:nvSpPr>
        <p:spPr>
          <a:xfrm>
            <a:off x="14376511" y="7926861"/>
            <a:ext cx="7133413" cy="2444121"/>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algn="r" defTabSz="914400">
              <a:defRPr sz="2500">
                <a:solidFill>
                  <a:srgbClr val="FFFFFF"/>
                </a:solidFill>
                <a:latin typeface="Raleway Regular"/>
                <a:ea typeface="Raleway Regular"/>
                <a:cs typeface="Raleway Regular"/>
                <a:sym typeface="Raleway Regular"/>
              </a:defRPr>
            </a:lvl1pPr>
          </a:lstStyle>
          <a:p>
            <a:pPr>
              <a:defRPr>
                <a:solidFill>
                  <a:srgbClr val="000000"/>
                </a:solidFill>
              </a:defRPr>
            </a:pPr>
            <a:r>
              <a:rPr>
                <a:solidFill>
                  <a:srgbClr val="FFFFFF"/>
                </a:solidFill>
              </a:rPr>
              <a:t>Descripción</a:t>
            </a:r>
          </a:p>
        </p:txBody>
      </p:sp>
      <p:sp>
        <p:nvSpPr>
          <p:cNvPr id="938" name="Shape 938"/>
          <p:cNvSpPr/>
          <p:nvPr/>
        </p:nvSpPr>
        <p:spPr>
          <a:xfrm>
            <a:off x="15136341" y="4289161"/>
            <a:ext cx="6373583" cy="2444121"/>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algn="r" defTabSz="914400">
              <a:defRPr sz="2500">
                <a:solidFill>
                  <a:srgbClr val="FFFFFF"/>
                </a:solidFill>
                <a:latin typeface="Raleway Regular"/>
                <a:ea typeface="Raleway Regular"/>
                <a:cs typeface="Raleway Regular"/>
                <a:sym typeface="Raleway Regular"/>
              </a:defRPr>
            </a:lvl1pPr>
          </a:lstStyle>
          <a:p>
            <a:pPr>
              <a:defRPr>
                <a:solidFill>
                  <a:srgbClr val="000000"/>
                </a:solidFill>
              </a:defRPr>
            </a:pPr>
            <a:r>
              <a:rPr>
                <a:solidFill>
                  <a:srgbClr val="FFFFFF"/>
                </a:solidFill>
              </a:rPr>
              <a:t>Descripción</a:t>
            </a:r>
          </a:p>
        </p:txBody>
      </p:sp>
      <p:sp>
        <p:nvSpPr>
          <p:cNvPr id="939" name="Shape 939"/>
          <p:cNvSpPr/>
          <p:nvPr/>
        </p:nvSpPr>
        <p:spPr>
          <a:xfrm>
            <a:off x="18555575" y="2924175"/>
            <a:ext cx="3419236" cy="949788"/>
          </a:xfrm>
          <a:prstGeom prst="rect">
            <a:avLst/>
          </a:prstGeom>
          <a:solidFill>
            <a:srgbClr val="4BACC6"/>
          </a:solidFill>
          <a:ln w="12700">
            <a:miter lim="400000"/>
          </a:ln>
        </p:spPr>
        <p:txBody>
          <a:bodyPr lIns="45719" rIns="45719" anchor="ctr"/>
          <a:lstStyle/>
          <a:p>
            <a:pPr defTabSz="914400">
              <a:defRPr sz="2500">
                <a:solidFill>
                  <a:srgbClr val="FFFFFF"/>
                </a:solidFill>
                <a:latin typeface="Raleway ExtraBold"/>
                <a:ea typeface="Raleway ExtraBold"/>
                <a:cs typeface="Raleway ExtraBold"/>
                <a:sym typeface="Raleway ExtraBold"/>
              </a:defRPr>
            </a:pPr>
          </a:p>
        </p:txBody>
      </p:sp>
      <p:sp>
        <p:nvSpPr>
          <p:cNvPr id="940" name="Shape 940"/>
          <p:cNvSpPr/>
          <p:nvPr/>
        </p:nvSpPr>
        <p:spPr>
          <a:xfrm>
            <a:off x="18555575" y="2984328"/>
            <a:ext cx="3419236" cy="829482"/>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500">
                <a:solidFill>
                  <a:srgbClr val="FFFFFF"/>
                </a:solidFill>
                <a:latin typeface="Raleway ExtraBold"/>
                <a:ea typeface="Raleway ExtraBold"/>
                <a:cs typeface="Raleway ExtraBold"/>
                <a:sym typeface="Raleway ExtraBold"/>
              </a:defRPr>
            </a:lvl1pPr>
          </a:lstStyle>
          <a:p>
            <a:pPr/>
            <a:r>
              <a:t>Amenazas</a:t>
            </a:r>
          </a:p>
        </p:txBody>
      </p:sp>
      <p:sp>
        <p:nvSpPr>
          <p:cNvPr id="941" name="Shape 941"/>
          <p:cNvSpPr/>
          <p:nvPr/>
        </p:nvSpPr>
        <p:spPr>
          <a:xfrm>
            <a:off x="2409190" y="2924175"/>
            <a:ext cx="3419235" cy="949788"/>
          </a:xfrm>
          <a:prstGeom prst="rect">
            <a:avLst/>
          </a:prstGeom>
          <a:solidFill>
            <a:srgbClr val="0F7FB7"/>
          </a:solidFill>
          <a:ln w="12700">
            <a:miter lim="400000"/>
          </a:ln>
        </p:spPr>
        <p:txBody>
          <a:bodyPr lIns="45719" rIns="45719" anchor="ctr"/>
          <a:lstStyle/>
          <a:p>
            <a:pPr defTabSz="914400">
              <a:defRPr sz="2500">
                <a:solidFill>
                  <a:srgbClr val="FFFFFF"/>
                </a:solidFill>
                <a:latin typeface="Raleway ExtraBold"/>
                <a:ea typeface="Raleway ExtraBold"/>
                <a:cs typeface="Raleway ExtraBold"/>
                <a:sym typeface="Raleway ExtraBold"/>
              </a:defRPr>
            </a:pPr>
          </a:p>
        </p:txBody>
      </p:sp>
      <p:sp>
        <p:nvSpPr>
          <p:cNvPr id="942" name="Shape 942"/>
          <p:cNvSpPr/>
          <p:nvPr/>
        </p:nvSpPr>
        <p:spPr>
          <a:xfrm>
            <a:off x="2409190" y="2984328"/>
            <a:ext cx="3419235" cy="829482"/>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500">
                <a:solidFill>
                  <a:srgbClr val="FFFFFF"/>
                </a:solidFill>
                <a:latin typeface="Raleway ExtraBold"/>
                <a:ea typeface="Raleway ExtraBold"/>
                <a:cs typeface="Raleway ExtraBold"/>
                <a:sym typeface="Raleway ExtraBold"/>
              </a:defRPr>
            </a:lvl1pPr>
          </a:lstStyle>
          <a:p>
            <a:pPr/>
            <a:r>
              <a:t>Debilidades</a:t>
            </a:r>
          </a:p>
        </p:txBody>
      </p:sp>
      <p:sp>
        <p:nvSpPr>
          <p:cNvPr id="943" name="Shape 943"/>
          <p:cNvSpPr/>
          <p:nvPr/>
        </p:nvSpPr>
        <p:spPr>
          <a:xfrm>
            <a:off x="18555575" y="10712431"/>
            <a:ext cx="3419236" cy="949788"/>
          </a:xfrm>
          <a:prstGeom prst="rect">
            <a:avLst/>
          </a:prstGeom>
          <a:solidFill>
            <a:srgbClr val="558ED5"/>
          </a:solidFill>
          <a:ln w="12700">
            <a:miter lim="400000"/>
          </a:ln>
        </p:spPr>
        <p:txBody>
          <a:bodyPr lIns="45719" rIns="45719" anchor="ctr"/>
          <a:lstStyle/>
          <a:p>
            <a:pPr defTabSz="914400">
              <a:defRPr sz="2500">
                <a:solidFill>
                  <a:srgbClr val="FFFFFF"/>
                </a:solidFill>
                <a:latin typeface="Raleway ExtraBold"/>
                <a:ea typeface="Raleway ExtraBold"/>
                <a:cs typeface="Raleway ExtraBold"/>
                <a:sym typeface="Raleway ExtraBold"/>
              </a:defRPr>
            </a:pPr>
          </a:p>
        </p:txBody>
      </p:sp>
      <p:sp>
        <p:nvSpPr>
          <p:cNvPr id="944" name="Shape 944"/>
          <p:cNvSpPr/>
          <p:nvPr/>
        </p:nvSpPr>
        <p:spPr>
          <a:xfrm>
            <a:off x="18555575" y="10772585"/>
            <a:ext cx="3419236" cy="829482"/>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500">
                <a:solidFill>
                  <a:srgbClr val="FFFFFF"/>
                </a:solidFill>
                <a:latin typeface="Raleway ExtraBold"/>
                <a:ea typeface="Raleway ExtraBold"/>
                <a:cs typeface="Raleway ExtraBold"/>
                <a:sym typeface="Raleway ExtraBold"/>
              </a:defRPr>
            </a:lvl1pPr>
          </a:lstStyle>
          <a:p>
            <a:pPr/>
            <a:r>
              <a:t>Oportunidades</a:t>
            </a:r>
          </a:p>
        </p:txBody>
      </p:sp>
      <p:sp>
        <p:nvSpPr>
          <p:cNvPr id="945" name="Shape 945"/>
          <p:cNvSpPr/>
          <p:nvPr/>
        </p:nvSpPr>
        <p:spPr>
          <a:xfrm>
            <a:off x="2409190" y="10712431"/>
            <a:ext cx="3419235" cy="949788"/>
          </a:xfrm>
          <a:prstGeom prst="rect">
            <a:avLst/>
          </a:prstGeom>
          <a:solidFill>
            <a:srgbClr val="46C1A4"/>
          </a:solidFill>
          <a:ln w="12700">
            <a:miter lim="400000"/>
          </a:ln>
        </p:spPr>
        <p:txBody>
          <a:bodyPr lIns="45719" rIns="45719" anchor="ctr"/>
          <a:lstStyle/>
          <a:p>
            <a:pPr defTabSz="914400">
              <a:defRPr sz="2500">
                <a:solidFill>
                  <a:srgbClr val="FFFFFF"/>
                </a:solidFill>
                <a:latin typeface="Raleway ExtraBold"/>
                <a:ea typeface="Raleway ExtraBold"/>
                <a:cs typeface="Raleway ExtraBold"/>
                <a:sym typeface="Raleway ExtraBold"/>
              </a:defRPr>
            </a:pPr>
          </a:p>
        </p:txBody>
      </p:sp>
      <p:sp>
        <p:nvSpPr>
          <p:cNvPr id="946" name="Shape 946"/>
          <p:cNvSpPr/>
          <p:nvPr/>
        </p:nvSpPr>
        <p:spPr>
          <a:xfrm>
            <a:off x="2409190" y="10804244"/>
            <a:ext cx="3419235" cy="766163"/>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500">
                <a:solidFill>
                  <a:srgbClr val="FFFFFF"/>
                </a:solidFill>
                <a:latin typeface="Raleway ExtraBold"/>
                <a:ea typeface="Raleway ExtraBold"/>
                <a:cs typeface="Raleway ExtraBold"/>
                <a:sym typeface="Raleway ExtraBold"/>
              </a:defRPr>
            </a:lvl1pPr>
          </a:lstStyle>
          <a:p>
            <a:pPr/>
            <a:r>
              <a:t>Fortalezas</a:t>
            </a:r>
          </a:p>
        </p:txBody>
      </p:sp>
      <p:sp>
        <p:nvSpPr>
          <p:cNvPr id="947" name="Shape 94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49" name="Shape 94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DAFO</a:t>
            </a:r>
          </a:p>
        </p:txBody>
      </p:sp>
      <p:sp>
        <p:nvSpPr>
          <p:cNvPr id="950" name="Shape 950"/>
          <p:cNvSpPr/>
          <p:nvPr/>
        </p:nvSpPr>
        <p:spPr>
          <a:xfrm>
            <a:off x="3177236" y="7170618"/>
            <a:ext cx="8528383" cy="4379441"/>
          </a:xfrm>
          <a:prstGeom prst="rect">
            <a:avLst/>
          </a:prstGeom>
          <a:solidFill>
            <a:srgbClr val="2DC1CF"/>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51" name="Shape 951"/>
          <p:cNvSpPr/>
          <p:nvPr/>
        </p:nvSpPr>
        <p:spPr>
          <a:xfrm>
            <a:off x="11705620" y="7170618"/>
            <a:ext cx="8528383" cy="4379441"/>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52" name="Shape 952"/>
          <p:cNvSpPr/>
          <p:nvPr/>
        </p:nvSpPr>
        <p:spPr>
          <a:xfrm flipH="1" rot="16200000">
            <a:off x="11266372" y="9190172"/>
            <a:ext cx="633867" cy="358924"/>
          </a:xfrm>
          <a:prstGeom prst="triangle">
            <a:avLst/>
          </a:prstGeom>
          <a:solidFill>
            <a:srgbClr val="2F5379"/>
          </a:solidFill>
          <a:ln w="12700">
            <a:miter lim="400000"/>
            <a:tailEnd type="triangle"/>
          </a:ln>
        </p:spPr>
        <p:txBody>
          <a:bodyPr tIns="91439" bIns="91439" anchor="ctr"/>
          <a:lstStyle/>
          <a:p>
            <a:pPr defTabSz="914400">
              <a:defRPr sz="3600">
                <a:solidFill>
                  <a:srgbClr val="F2F2F2"/>
                </a:solidFill>
                <a:latin typeface="Calibri"/>
                <a:ea typeface="Calibri"/>
                <a:cs typeface="Calibri"/>
                <a:sym typeface="Calibri"/>
              </a:defRPr>
            </a:pPr>
          </a:p>
        </p:txBody>
      </p:sp>
      <p:sp>
        <p:nvSpPr>
          <p:cNvPr id="953" name="Shape 953"/>
          <p:cNvSpPr/>
          <p:nvPr/>
        </p:nvSpPr>
        <p:spPr>
          <a:xfrm>
            <a:off x="11705620" y="2791176"/>
            <a:ext cx="8528383" cy="4379442"/>
          </a:xfrm>
          <a:prstGeom prst="rect">
            <a:avLst/>
          </a:prstGeom>
          <a:solidFill>
            <a:srgbClr val="2DC1CF"/>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54" name="Shape 954"/>
          <p:cNvSpPr/>
          <p:nvPr/>
        </p:nvSpPr>
        <p:spPr>
          <a:xfrm rot="10800000">
            <a:off x="15652878" y="7169569"/>
            <a:ext cx="633867" cy="380320"/>
          </a:xfrm>
          <a:prstGeom prst="triangle">
            <a:avLst/>
          </a:prstGeom>
          <a:solidFill>
            <a:srgbClr val="B7B7B7"/>
          </a:solidFill>
          <a:ln w="12700">
            <a:miter lim="400000"/>
            <a:tailEnd type="triangle"/>
          </a:ln>
        </p:spPr>
        <p:txBody>
          <a:bodyPr tIns="91439" bIns="91439" anchor="ctr"/>
          <a:lstStyle/>
          <a:p>
            <a:pPr defTabSz="914400">
              <a:defRPr sz="3600">
                <a:solidFill>
                  <a:srgbClr val="F2F2F2"/>
                </a:solidFill>
                <a:latin typeface="Calibri"/>
                <a:ea typeface="Calibri"/>
                <a:cs typeface="Calibri"/>
                <a:sym typeface="Calibri"/>
              </a:defRPr>
            </a:pPr>
          </a:p>
        </p:txBody>
      </p:sp>
      <p:sp>
        <p:nvSpPr>
          <p:cNvPr id="955" name="Shape 955"/>
          <p:cNvSpPr/>
          <p:nvPr/>
        </p:nvSpPr>
        <p:spPr>
          <a:xfrm>
            <a:off x="11686151" y="3125568"/>
            <a:ext cx="8547849" cy="888548"/>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Amenazas</a:t>
            </a:r>
          </a:p>
        </p:txBody>
      </p:sp>
      <p:sp>
        <p:nvSpPr>
          <p:cNvPr id="956" name="Shape 956"/>
          <p:cNvSpPr/>
          <p:nvPr/>
        </p:nvSpPr>
        <p:spPr>
          <a:xfrm>
            <a:off x="11686151" y="7530510"/>
            <a:ext cx="8547849" cy="888549"/>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40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Oportunidades</a:t>
            </a:r>
          </a:p>
        </p:txBody>
      </p:sp>
      <p:sp>
        <p:nvSpPr>
          <p:cNvPr id="957" name="Shape 957"/>
          <p:cNvSpPr/>
          <p:nvPr/>
        </p:nvSpPr>
        <p:spPr>
          <a:xfrm>
            <a:off x="3205299" y="7530510"/>
            <a:ext cx="8500316" cy="888549"/>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Fortalezas</a:t>
            </a:r>
          </a:p>
        </p:txBody>
      </p:sp>
      <p:sp>
        <p:nvSpPr>
          <p:cNvPr id="958" name="Shape 958"/>
          <p:cNvSpPr/>
          <p:nvPr/>
        </p:nvSpPr>
        <p:spPr>
          <a:xfrm>
            <a:off x="3177236" y="2791176"/>
            <a:ext cx="8528383" cy="4379442"/>
          </a:xfrm>
          <a:prstGeom prst="rect">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59" name="Shape 959"/>
          <p:cNvSpPr/>
          <p:nvPr/>
        </p:nvSpPr>
        <p:spPr>
          <a:xfrm flipH="1" rot="5400000">
            <a:off x="11558966" y="4678075"/>
            <a:ext cx="633867" cy="358923"/>
          </a:xfrm>
          <a:prstGeom prst="triangle">
            <a:avLst/>
          </a:prstGeom>
          <a:solidFill>
            <a:srgbClr val="2F5379"/>
          </a:solidFill>
          <a:ln w="12700">
            <a:miter lim="400000"/>
            <a:tailEnd type="triangle"/>
          </a:ln>
        </p:spPr>
        <p:txBody>
          <a:bodyPr tIns="91439" bIns="91439" anchor="ctr"/>
          <a:lstStyle/>
          <a:p>
            <a:pPr defTabSz="914400">
              <a:defRPr sz="3600">
                <a:solidFill>
                  <a:srgbClr val="F2F2F2"/>
                </a:solidFill>
                <a:latin typeface="Calibri"/>
                <a:ea typeface="Calibri"/>
                <a:cs typeface="Calibri"/>
                <a:sym typeface="Calibri"/>
              </a:defRPr>
            </a:pPr>
          </a:p>
        </p:txBody>
      </p:sp>
      <p:sp>
        <p:nvSpPr>
          <p:cNvPr id="960" name="Shape 960"/>
          <p:cNvSpPr/>
          <p:nvPr/>
        </p:nvSpPr>
        <p:spPr>
          <a:xfrm flipH="1">
            <a:off x="7124494" y="6827180"/>
            <a:ext cx="633867" cy="358924"/>
          </a:xfrm>
          <a:prstGeom prst="triangle">
            <a:avLst/>
          </a:prstGeom>
          <a:solidFill>
            <a:srgbClr val="B7B7B7"/>
          </a:solidFill>
          <a:ln w="12700">
            <a:miter lim="400000"/>
            <a:tailEnd type="triangle"/>
          </a:ln>
        </p:spPr>
        <p:txBody>
          <a:bodyPr tIns="91439" bIns="91439" anchor="ctr"/>
          <a:lstStyle/>
          <a:p>
            <a:pPr defTabSz="914400">
              <a:defRPr sz="3600">
                <a:solidFill>
                  <a:srgbClr val="F2F2F2"/>
                </a:solidFill>
                <a:latin typeface="Calibri"/>
                <a:ea typeface="Calibri"/>
                <a:cs typeface="Calibri"/>
                <a:sym typeface="Calibri"/>
              </a:defRPr>
            </a:pPr>
          </a:p>
        </p:txBody>
      </p:sp>
      <p:sp>
        <p:nvSpPr>
          <p:cNvPr id="961" name="Shape 961"/>
          <p:cNvSpPr/>
          <p:nvPr/>
        </p:nvSpPr>
        <p:spPr>
          <a:xfrm>
            <a:off x="3205297" y="3125568"/>
            <a:ext cx="8448309" cy="888548"/>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40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Debilidades</a:t>
            </a:r>
          </a:p>
        </p:txBody>
      </p:sp>
      <p:sp>
        <p:nvSpPr>
          <p:cNvPr id="962" name="Shape 962"/>
          <p:cNvSpPr/>
          <p:nvPr/>
        </p:nvSpPr>
        <p:spPr>
          <a:xfrm>
            <a:off x="3174426" y="4103314"/>
            <a:ext cx="8511726" cy="2740896"/>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Calibri"/>
                <a:ea typeface="Calibri"/>
                <a:cs typeface="Calibri"/>
                <a:sym typeface="Calibri"/>
              </a:defRPr>
            </a:lvl1pPr>
          </a:lstStyle>
          <a:p>
            <a:pPr>
              <a:defRPr sz="3600"/>
            </a:pPr>
            <a:r>
              <a:rPr sz="2800"/>
              <a:t>Descripción</a:t>
            </a:r>
          </a:p>
        </p:txBody>
      </p:sp>
      <p:sp>
        <p:nvSpPr>
          <p:cNvPr id="963" name="Shape 963"/>
          <p:cNvSpPr/>
          <p:nvPr/>
        </p:nvSpPr>
        <p:spPr>
          <a:xfrm>
            <a:off x="11732108" y="4103314"/>
            <a:ext cx="8511727" cy="2740896"/>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0A0A0A"/>
                </a:solidFill>
                <a:latin typeface="Calibri"/>
                <a:ea typeface="Calibri"/>
                <a:cs typeface="Calibri"/>
                <a:sym typeface="Calibri"/>
              </a:defRPr>
            </a:lvl1pPr>
          </a:lstStyle>
          <a:p>
            <a:pPr>
              <a:defRPr sz="3600"/>
            </a:pPr>
            <a:r>
              <a:rPr sz="2800"/>
              <a:t>Descripción</a:t>
            </a:r>
          </a:p>
        </p:txBody>
      </p:sp>
      <p:sp>
        <p:nvSpPr>
          <p:cNvPr id="964" name="Shape 964"/>
          <p:cNvSpPr/>
          <p:nvPr/>
        </p:nvSpPr>
        <p:spPr>
          <a:xfrm>
            <a:off x="3204173" y="8405845"/>
            <a:ext cx="8511727" cy="2740896"/>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0A0A0A"/>
                </a:solidFill>
                <a:latin typeface="Calibri"/>
                <a:ea typeface="Calibri"/>
                <a:cs typeface="Calibri"/>
                <a:sym typeface="Calibri"/>
              </a:defRPr>
            </a:lvl1pPr>
          </a:lstStyle>
          <a:p>
            <a:pPr>
              <a:defRPr sz="3600"/>
            </a:pPr>
            <a:r>
              <a:rPr sz="2800"/>
              <a:t>Descripción</a:t>
            </a:r>
          </a:p>
        </p:txBody>
      </p:sp>
      <p:sp>
        <p:nvSpPr>
          <p:cNvPr id="965" name="Shape 965"/>
          <p:cNvSpPr/>
          <p:nvPr/>
        </p:nvSpPr>
        <p:spPr>
          <a:xfrm>
            <a:off x="11707730" y="8405845"/>
            <a:ext cx="8511726" cy="2740896"/>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Calibri"/>
                <a:ea typeface="Calibri"/>
                <a:cs typeface="Calibri"/>
                <a:sym typeface="Calibri"/>
              </a:defRPr>
            </a:lvl1pPr>
          </a:lstStyle>
          <a:p>
            <a:pPr>
              <a:defRPr sz="3600"/>
            </a:pPr>
            <a:r>
              <a:rPr sz="2800"/>
              <a:t>Descripción</a:t>
            </a:r>
          </a:p>
        </p:txBody>
      </p:sp>
      <p:sp>
        <p:nvSpPr>
          <p:cNvPr id="966" name="Shape 96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4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68" name="Shape 968"/>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PARA PROPUESTA</a:t>
            </a:r>
          </a:p>
          <a:p>
            <a:pPr>
              <a:defRPr sz="10000">
                <a:solidFill>
                  <a:srgbClr val="FFFFFF"/>
                </a:solidFill>
                <a:latin typeface="Raleway ExtraBold"/>
                <a:ea typeface="Raleway ExtraBold"/>
                <a:cs typeface="Raleway ExtraBold"/>
                <a:sym typeface="Raleway ExtraBold"/>
              </a:defRPr>
            </a:pPr>
            <a:r>
              <a:t>textos, estategias, planes, público, etc…</a:t>
            </a:r>
          </a:p>
        </p:txBody>
      </p:sp>
    </p:spTree>
  </p:cSld>
  <p:clrMapOvr>
    <a:masterClrMapping/>
  </p:clrMapOvr>
  <p:transition xmlns:p14="http://schemas.microsoft.com/office/powerpoint/2010/main" spd="med" advClick="1" p14:dur="1000"/>
</p:sld>
</file>

<file path=ppt/slides/slide4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70" name="Shape 970"/>
          <p:cNvSpPr/>
          <p:nvPr/>
        </p:nvSpPr>
        <p:spPr>
          <a:xfrm>
            <a:off x="4387949" y="11198248"/>
            <a:ext cx="2952002"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1" name="Shape 971"/>
          <p:cNvSpPr/>
          <p:nvPr/>
        </p:nvSpPr>
        <p:spPr>
          <a:xfrm>
            <a:off x="7516000" y="11198248"/>
            <a:ext cx="2952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2" name="Shape 972"/>
          <p:cNvSpPr/>
          <p:nvPr/>
        </p:nvSpPr>
        <p:spPr>
          <a:xfrm>
            <a:off x="10673361" y="11198248"/>
            <a:ext cx="2952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3" name="Shape 973"/>
          <p:cNvSpPr/>
          <p:nvPr/>
        </p:nvSpPr>
        <p:spPr>
          <a:xfrm>
            <a:off x="13801411" y="11198248"/>
            <a:ext cx="2952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4" name="Shape 974"/>
          <p:cNvSpPr/>
          <p:nvPr/>
        </p:nvSpPr>
        <p:spPr>
          <a:xfrm flipH="1">
            <a:off x="20128971" y="11200789"/>
            <a:ext cx="2376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5" name="Shape 975"/>
          <p:cNvSpPr/>
          <p:nvPr/>
        </p:nvSpPr>
        <p:spPr>
          <a:xfrm flipH="1">
            <a:off x="16958321" y="11200788"/>
            <a:ext cx="2952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6" name="Shape 976"/>
          <p:cNvSpPr/>
          <p:nvPr/>
        </p:nvSpPr>
        <p:spPr>
          <a:xfrm flipH="1">
            <a:off x="1830459" y="11200788"/>
            <a:ext cx="2376002"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977" name="Shape 977"/>
          <p:cNvSpPr/>
          <p:nvPr/>
        </p:nvSpPr>
        <p:spPr>
          <a:xfrm>
            <a:off x="1873378" y="8523493"/>
            <a:ext cx="489270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Presencia en redes sociales</a:t>
            </a:r>
          </a:p>
        </p:txBody>
      </p:sp>
      <p:sp>
        <p:nvSpPr>
          <p:cNvPr id="978" name="Shape 978"/>
          <p:cNvSpPr/>
          <p:nvPr/>
        </p:nvSpPr>
        <p:spPr>
          <a:xfrm>
            <a:off x="2482107" y="8974038"/>
            <a:ext cx="3675243"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X</a:t>
            </a:r>
          </a:p>
        </p:txBody>
      </p:sp>
      <p:sp>
        <p:nvSpPr>
          <p:cNvPr id="979" name="Shape 979"/>
          <p:cNvSpPr/>
          <p:nvPr/>
        </p:nvSpPr>
        <p:spPr>
          <a:xfrm>
            <a:off x="4211728" y="11090247"/>
            <a:ext cx="216001" cy="216001"/>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0" name="Shape 980"/>
          <p:cNvSpPr/>
          <p:nvPr/>
        </p:nvSpPr>
        <p:spPr>
          <a:xfrm>
            <a:off x="7332247" y="11090247"/>
            <a:ext cx="216001" cy="216001"/>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1" name="Shape 981"/>
          <p:cNvSpPr/>
          <p:nvPr/>
        </p:nvSpPr>
        <p:spPr>
          <a:xfrm>
            <a:off x="10483156" y="11090247"/>
            <a:ext cx="216001" cy="216001"/>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2" name="Shape 982"/>
          <p:cNvSpPr/>
          <p:nvPr/>
        </p:nvSpPr>
        <p:spPr>
          <a:xfrm>
            <a:off x="13626385" y="11090247"/>
            <a:ext cx="216001" cy="216001"/>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3" name="Shape 983"/>
          <p:cNvSpPr/>
          <p:nvPr/>
        </p:nvSpPr>
        <p:spPr>
          <a:xfrm>
            <a:off x="16722540" y="11090247"/>
            <a:ext cx="216001" cy="216001"/>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4" name="Shape 984"/>
          <p:cNvSpPr/>
          <p:nvPr/>
        </p:nvSpPr>
        <p:spPr>
          <a:xfrm rot="10800000">
            <a:off x="19901244" y="11090250"/>
            <a:ext cx="216001" cy="216001"/>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5" name="Shape 985"/>
          <p:cNvSpPr/>
          <p:nvPr/>
        </p:nvSpPr>
        <p:spPr>
          <a:xfrm flipV="1">
            <a:off x="4319728" y="10248899"/>
            <a:ext cx="1" cy="720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986" name="Shape 986"/>
          <p:cNvSpPr/>
          <p:nvPr/>
        </p:nvSpPr>
        <p:spPr>
          <a:xfrm flipV="1">
            <a:off x="4319728" y="7761493"/>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987" name="Shape 987"/>
          <p:cNvSpPr/>
          <p:nvPr/>
        </p:nvSpPr>
        <p:spPr>
          <a:xfrm>
            <a:off x="3790950" y="6591300"/>
            <a:ext cx="1080000" cy="1080000"/>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88" name="Shape 988"/>
          <p:cNvSpPr/>
          <p:nvPr/>
        </p:nvSpPr>
        <p:spPr>
          <a:xfrm>
            <a:off x="5623814" y="5951744"/>
            <a:ext cx="3672638"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Contenidos en vídeo</a:t>
            </a:r>
          </a:p>
        </p:txBody>
      </p:sp>
      <p:sp>
        <p:nvSpPr>
          <p:cNvPr id="989" name="Shape 989"/>
          <p:cNvSpPr/>
          <p:nvPr/>
        </p:nvSpPr>
        <p:spPr>
          <a:xfrm>
            <a:off x="5622506" y="6402287"/>
            <a:ext cx="3675242"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878787"/>
                </a:solidFill>
                <a:latin typeface="Calibri"/>
                <a:ea typeface="Calibri"/>
                <a:cs typeface="Calibri"/>
                <a:sym typeface="Calibri"/>
              </a:defRPr>
            </a:lvl1pPr>
          </a:lstStyle>
          <a:p>
            <a:pPr/>
            <a:r>
              <a:t>X</a:t>
            </a:r>
          </a:p>
        </p:txBody>
      </p:sp>
      <p:sp>
        <p:nvSpPr>
          <p:cNvPr id="990" name="Shape 990"/>
          <p:cNvSpPr/>
          <p:nvPr/>
        </p:nvSpPr>
        <p:spPr>
          <a:xfrm flipV="1">
            <a:off x="7460126" y="7677150"/>
            <a:ext cx="1" cy="331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991" name="Shape 991"/>
          <p:cNvSpPr/>
          <p:nvPr/>
        </p:nvSpPr>
        <p:spPr>
          <a:xfrm flipV="1">
            <a:off x="7440248" y="5170693"/>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992" name="Shape 992"/>
          <p:cNvSpPr/>
          <p:nvPr/>
        </p:nvSpPr>
        <p:spPr>
          <a:xfrm>
            <a:off x="6920125" y="4000500"/>
            <a:ext cx="1080001" cy="1080000"/>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993" name="Shape 993"/>
          <p:cNvSpPr/>
          <p:nvPr/>
        </p:nvSpPr>
        <p:spPr>
          <a:xfrm>
            <a:off x="9024930" y="8521051"/>
            <a:ext cx="3166619"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Publicidad online</a:t>
            </a:r>
          </a:p>
        </p:txBody>
      </p:sp>
      <p:sp>
        <p:nvSpPr>
          <p:cNvPr id="994" name="Shape 994"/>
          <p:cNvSpPr/>
          <p:nvPr/>
        </p:nvSpPr>
        <p:spPr>
          <a:xfrm>
            <a:off x="8155327" y="8923559"/>
            <a:ext cx="492826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X</a:t>
            </a:r>
          </a:p>
        </p:txBody>
      </p:sp>
      <p:sp>
        <p:nvSpPr>
          <p:cNvPr id="995" name="Shape 995"/>
          <p:cNvSpPr/>
          <p:nvPr/>
        </p:nvSpPr>
        <p:spPr>
          <a:xfrm flipV="1">
            <a:off x="10608236" y="10206701"/>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996" name="Shape 996"/>
          <p:cNvSpPr/>
          <p:nvPr/>
        </p:nvSpPr>
        <p:spPr>
          <a:xfrm flipV="1">
            <a:off x="10608235" y="7838564"/>
            <a:ext cx="1" cy="648001"/>
          </a:xfrm>
          <a:prstGeom prst="line">
            <a:avLst/>
          </a:prstGeom>
          <a:ln w="38100" cap="rnd">
            <a:solidFill>
              <a:srgbClr val="878787"/>
            </a:solidFill>
            <a:prstDash val="sysDot"/>
            <a:tailEnd type="triangle"/>
          </a:ln>
        </p:spPr>
        <p:txBody>
          <a:bodyPr tIns="91439" bIns="91439"/>
          <a:lstStyle/>
          <a:p>
            <a:pPr algn="l" defTabSz="457200">
              <a:defRPr sz="2400">
                <a:latin typeface="Helvetica"/>
                <a:ea typeface="Helvetica"/>
                <a:cs typeface="Helvetica"/>
                <a:sym typeface="Helvetica"/>
              </a:defRPr>
            </a:pPr>
          </a:p>
        </p:txBody>
      </p:sp>
      <p:sp>
        <p:nvSpPr>
          <p:cNvPr id="997" name="Shape 997"/>
          <p:cNvSpPr/>
          <p:nvPr/>
        </p:nvSpPr>
        <p:spPr>
          <a:xfrm>
            <a:off x="12107232" y="6307106"/>
            <a:ext cx="3243073"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Optimización web</a:t>
            </a:r>
          </a:p>
        </p:txBody>
      </p:sp>
      <p:sp>
        <p:nvSpPr>
          <p:cNvPr id="998" name="Shape 998"/>
          <p:cNvSpPr/>
          <p:nvPr/>
        </p:nvSpPr>
        <p:spPr>
          <a:xfrm>
            <a:off x="11431409" y="6760867"/>
            <a:ext cx="4624023"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878787"/>
                </a:solidFill>
                <a:latin typeface="Calibri"/>
                <a:ea typeface="Calibri"/>
                <a:cs typeface="Calibri"/>
                <a:sym typeface="Calibri"/>
              </a:defRPr>
            </a:lvl1pPr>
          </a:lstStyle>
          <a:p>
            <a:pPr/>
            <a:r>
              <a:t>X</a:t>
            </a:r>
          </a:p>
        </p:txBody>
      </p:sp>
      <p:sp>
        <p:nvSpPr>
          <p:cNvPr id="999" name="Shape 999"/>
          <p:cNvSpPr/>
          <p:nvPr/>
        </p:nvSpPr>
        <p:spPr>
          <a:xfrm flipV="1">
            <a:off x="13728756" y="8032511"/>
            <a:ext cx="1" cy="295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1000" name="Shape 1000"/>
          <p:cNvSpPr/>
          <p:nvPr/>
        </p:nvSpPr>
        <p:spPr>
          <a:xfrm flipV="1">
            <a:off x="13728755" y="5526055"/>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1001" name="Shape 1001"/>
          <p:cNvSpPr/>
          <p:nvPr/>
        </p:nvSpPr>
        <p:spPr>
          <a:xfrm>
            <a:off x="10079457" y="6628614"/>
            <a:ext cx="1080001" cy="1080000"/>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02" name="Shape 1002"/>
          <p:cNvSpPr/>
          <p:nvPr/>
        </p:nvSpPr>
        <p:spPr>
          <a:xfrm>
            <a:off x="13188756" y="4355862"/>
            <a:ext cx="1080001" cy="1080000"/>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03" name="Shape 1003"/>
          <p:cNvSpPr/>
          <p:nvPr/>
        </p:nvSpPr>
        <p:spPr>
          <a:xfrm>
            <a:off x="15619909" y="8474743"/>
            <a:ext cx="245115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Lead magnet</a:t>
            </a:r>
          </a:p>
        </p:txBody>
      </p:sp>
      <p:sp>
        <p:nvSpPr>
          <p:cNvPr id="1004" name="Shape 1004"/>
          <p:cNvSpPr/>
          <p:nvPr/>
        </p:nvSpPr>
        <p:spPr>
          <a:xfrm>
            <a:off x="15007856" y="8925287"/>
            <a:ext cx="3675242"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X</a:t>
            </a:r>
          </a:p>
        </p:txBody>
      </p:sp>
      <p:sp>
        <p:nvSpPr>
          <p:cNvPr id="1005" name="Shape 1005"/>
          <p:cNvSpPr/>
          <p:nvPr/>
        </p:nvSpPr>
        <p:spPr>
          <a:xfrm flipV="1">
            <a:off x="16845475" y="10200150"/>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1006" name="Shape 1006"/>
          <p:cNvSpPr/>
          <p:nvPr/>
        </p:nvSpPr>
        <p:spPr>
          <a:xfrm flipV="1">
            <a:off x="16845475" y="7712743"/>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1007" name="Shape 1007"/>
          <p:cNvSpPr/>
          <p:nvPr/>
        </p:nvSpPr>
        <p:spPr>
          <a:xfrm>
            <a:off x="18264566" y="5922871"/>
            <a:ext cx="348239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Estrategia de venta</a:t>
            </a:r>
          </a:p>
        </p:txBody>
      </p:sp>
      <p:sp>
        <p:nvSpPr>
          <p:cNvPr id="1008" name="Shape 1008"/>
          <p:cNvSpPr/>
          <p:nvPr/>
        </p:nvSpPr>
        <p:spPr>
          <a:xfrm>
            <a:off x="17657965" y="6402287"/>
            <a:ext cx="482354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X</a:t>
            </a:r>
          </a:p>
        </p:txBody>
      </p:sp>
      <p:sp>
        <p:nvSpPr>
          <p:cNvPr id="1009" name="Shape 1009"/>
          <p:cNvSpPr/>
          <p:nvPr/>
        </p:nvSpPr>
        <p:spPr>
          <a:xfrm flipV="1">
            <a:off x="20005752" y="7648278"/>
            <a:ext cx="1" cy="331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1010" name="Shape 1010"/>
          <p:cNvSpPr/>
          <p:nvPr/>
        </p:nvSpPr>
        <p:spPr>
          <a:xfrm flipV="1">
            <a:off x="20005751" y="5141821"/>
            <a:ext cx="1" cy="792001"/>
          </a:xfrm>
          <a:prstGeom prst="line">
            <a:avLst/>
          </a:prstGeom>
          <a:ln w="38100" cap="rnd">
            <a:solidFill>
              <a:srgbClr val="878787"/>
            </a:solidFill>
            <a:prstDash val="sysDot"/>
          </a:ln>
        </p:spPr>
        <p:txBody>
          <a:bodyPr tIns="91439" bIns="91439"/>
          <a:lstStyle/>
          <a:p>
            <a:pPr algn="l" defTabSz="457200">
              <a:defRPr sz="2400">
                <a:latin typeface="Helvetica"/>
                <a:ea typeface="Helvetica"/>
                <a:cs typeface="Helvetica"/>
                <a:sym typeface="Helvetica"/>
              </a:defRPr>
            </a:pPr>
          </a:p>
        </p:txBody>
      </p:sp>
      <p:sp>
        <p:nvSpPr>
          <p:cNvPr id="1011" name="Shape 1011"/>
          <p:cNvSpPr/>
          <p:nvPr/>
        </p:nvSpPr>
        <p:spPr>
          <a:xfrm>
            <a:off x="16316698" y="6542550"/>
            <a:ext cx="1080001" cy="1080001"/>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12" name="Shape 1012"/>
          <p:cNvSpPr/>
          <p:nvPr/>
        </p:nvSpPr>
        <p:spPr>
          <a:xfrm>
            <a:off x="19465751" y="4051139"/>
            <a:ext cx="1080001" cy="1080001"/>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13" name="Shape 1013"/>
          <p:cNvSpPr/>
          <p:nvPr/>
        </p:nvSpPr>
        <p:spPr>
          <a:xfrm>
            <a:off x="303300" y="385686"/>
            <a:ext cx="652843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Resumen Estrategias</a:t>
            </a:r>
          </a:p>
        </p:txBody>
      </p:sp>
      <p:sp>
        <p:nvSpPr>
          <p:cNvPr id="1014" name="Shape 101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15" name="Shape 1015"/>
          <p:cNvSpPr/>
          <p:nvPr/>
        </p:nvSpPr>
        <p:spPr>
          <a:xfrm>
            <a:off x="7138920" y="4253279"/>
            <a:ext cx="601981" cy="601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016" name="Shape 1016"/>
          <p:cNvSpPr/>
          <p:nvPr/>
        </p:nvSpPr>
        <p:spPr>
          <a:xfrm>
            <a:off x="4029939" y="6822988"/>
            <a:ext cx="601981" cy="601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017" name="Shape 1017"/>
          <p:cNvSpPr/>
          <p:nvPr/>
        </p:nvSpPr>
        <p:spPr>
          <a:xfrm>
            <a:off x="10307249" y="6822988"/>
            <a:ext cx="601981" cy="601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018" name="Shape 1018"/>
          <p:cNvSpPr/>
          <p:nvPr/>
        </p:nvSpPr>
        <p:spPr>
          <a:xfrm>
            <a:off x="16544495" y="6822988"/>
            <a:ext cx="601981" cy="601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019" name="Shape 1019"/>
          <p:cNvSpPr/>
          <p:nvPr/>
        </p:nvSpPr>
        <p:spPr>
          <a:xfrm>
            <a:off x="19717946" y="4290150"/>
            <a:ext cx="601981" cy="601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020" name="Shape 1020"/>
          <p:cNvSpPr/>
          <p:nvPr/>
        </p:nvSpPr>
        <p:spPr>
          <a:xfrm>
            <a:off x="13433469" y="4541773"/>
            <a:ext cx="601981" cy="601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976"/>
                                        </p:tgtEl>
                                        <p:attrNameLst>
                                          <p:attrName>style.visibility</p:attrName>
                                        </p:attrNameLst>
                                      </p:cBhvr>
                                      <p:to>
                                        <p:strVal val="visible"/>
                                      </p:to>
                                    </p:set>
                                    <p:animEffect filter="wipe(left)" transition="in">
                                      <p:cBhvr>
                                        <p:cTn id="7" dur="500"/>
                                        <p:tgtEl>
                                          <p:spTgt spid="976"/>
                                        </p:tgtEl>
                                      </p:cBhvr>
                                    </p:animEffect>
                                  </p:childTnLst>
                                </p:cTn>
                              </p:par>
                            </p:childTnLst>
                          </p:cTn>
                        </p:par>
                        <p:par>
                          <p:cTn id="8" fill="hold">
                            <p:stCondLst>
                              <p:cond delay="500"/>
                            </p:stCondLst>
                            <p:childTnLst>
                              <p:par>
                                <p:cTn id="9" presetClass="entr" nodeType="afterEffect" presetSubtype="16" presetID="23" grpId="2" fill="hold">
                                  <p:stCondLst>
                                    <p:cond delay="0"/>
                                  </p:stCondLst>
                                  <p:iterate type="el" backwards="0">
                                    <p:tmAbs val="0"/>
                                  </p:iterate>
                                  <p:childTnLst>
                                    <p:set>
                                      <p:cBhvr>
                                        <p:cTn id="10" fill="hold"/>
                                        <p:tgtEl>
                                          <p:spTgt spid="979"/>
                                        </p:tgtEl>
                                        <p:attrNameLst>
                                          <p:attrName>style.visibility</p:attrName>
                                        </p:attrNameLst>
                                      </p:cBhvr>
                                      <p:to>
                                        <p:strVal val="visible"/>
                                      </p:to>
                                    </p:set>
                                    <p:anim calcmode="lin" valueType="num">
                                      <p:cBhvr>
                                        <p:cTn id="11" dur="500" fill="hold"/>
                                        <p:tgtEl>
                                          <p:spTgt spid="979"/>
                                        </p:tgtEl>
                                        <p:attrNameLst>
                                          <p:attrName>ppt_w</p:attrName>
                                        </p:attrNameLst>
                                      </p:cBhvr>
                                      <p:tavLst>
                                        <p:tav tm="0">
                                          <p:val>
                                            <p:fltVal val="0"/>
                                          </p:val>
                                        </p:tav>
                                        <p:tav tm="100000">
                                          <p:val>
                                            <p:strVal val="#ppt_w"/>
                                          </p:val>
                                        </p:tav>
                                      </p:tavLst>
                                    </p:anim>
                                    <p:anim calcmode="lin" valueType="num">
                                      <p:cBhvr>
                                        <p:cTn id="12" dur="500" fill="hold"/>
                                        <p:tgtEl>
                                          <p:spTgt spid="979"/>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Class="entr" nodeType="afterEffect" presetSubtype="4" presetID="22" grpId="3" fill="hold">
                                  <p:stCondLst>
                                    <p:cond delay="0"/>
                                  </p:stCondLst>
                                  <p:iterate type="el" backwards="0">
                                    <p:tmAbs val="0"/>
                                  </p:iterate>
                                  <p:childTnLst>
                                    <p:set>
                                      <p:cBhvr>
                                        <p:cTn id="15" fill="hold"/>
                                        <p:tgtEl>
                                          <p:spTgt spid="985"/>
                                        </p:tgtEl>
                                        <p:attrNameLst>
                                          <p:attrName>style.visibility</p:attrName>
                                        </p:attrNameLst>
                                      </p:cBhvr>
                                      <p:to>
                                        <p:strVal val="visible"/>
                                      </p:to>
                                    </p:set>
                                    <p:animEffect filter="wipe(down)" transition="in">
                                      <p:cBhvr>
                                        <p:cTn id="16" dur="500"/>
                                        <p:tgtEl>
                                          <p:spTgt spid="985"/>
                                        </p:tgtEl>
                                      </p:cBhvr>
                                    </p:animEffect>
                                  </p:childTnLst>
                                </p:cTn>
                              </p:par>
                            </p:childTnLst>
                          </p:cTn>
                        </p:par>
                        <p:par>
                          <p:cTn id="17" fill="hold">
                            <p:stCondLst>
                              <p:cond delay="1500"/>
                            </p:stCondLst>
                            <p:childTnLst>
                              <p:par>
                                <p:cTn id="18" presetClass="entr" nodeType="afterEffect" presetID="9" grpId="4" fill="hold">
                                  <p:stCondLst>
                                    <p:cond delay="0"/>
                                  </p:stCondLst>
                                  <p:iterate type="el" backwards="0">
                                    <p:tmAbs val="0"/>
                                  </p:iterate>
                                  <p:childTnLst>
                                    <p:set>
                                      <p:cBhvr>
                                        <p:cTn id="19" fill="hold"/>
                                        <p:tgtEl>
                                          <p:spTgt spid="978"/>
                                        </p:tgtEl>
                                        <p:attrNameLst>
                                          <p:attrName>style.visibility</p:attrName>
                                        </p:attrNameLst>
                                      </p:cBhvr>
                                      <p:to>
                                        <p:strVal val="visible"/>
                                      </p:to>
                                    </p:set>
                                    <p:animEffect filter="dissolve" transition="in">
                                      <p:cBhvr>
                                        <p:cTn id="20" dur="500"/>
                                        <p:tgtEl>
                                          <p:spTgt spid="978"/>
                                        </p:tgtEl>
                                      </p:cBhvr>
                                    </p:animEffect>
                                  </p:childTnLst>
                                </p:cTn>
                              </p:par>
                            </p:childTnLst>
                          </p:cTn>
                        </p:par>
                        <p:par>
                          <p:cTn id="21" fill="hold">
                            <p:stCondLst>
                              <p:cond delay="2000"/>
                            </p:stCondLst>
                            <p:childTnLst>
                              <p:par>
                                <p:cTn id="22" presetClass="entr" nodeType="afterEffect" presetID="9" grpId="5" fill="hold">
                                  <p:stCondLst>
                                    <p:cond delay="0"/>
                                  </p:stCondLst>
                                  <p:iterate type="el" backwards="0">
                                    <p:tmAbs val="0"/>
                                  </p:iterate>
                                  <p:childTnLst>
                                    <p:set>
                                      <p:cBhvr>
                                        <p:cTn id="23" fill="hold"/>
                                        <p:tgtEl>
                                          <p:spTgt spid="977"/>
                                        </p:tgtEl>
                                        <p:attrNameLst>
                                          <p:attrName>style.visibility</p:attrName>
                                        </p:attrNameLst>
                                      </p:cBhvr>
                                      <p:to>
                                        <p:strVal val="visible"/>
                                      </p:to>
                                    </p:set>
                                    <p:animEffect filter="dissolve" transition="in">
                                      <p:cBhvr>
                                        <p:cTn id="24" dur="500"/>
                                        <p:tgtEl>
                                          <p:spTgt spid="977"/>
                                        </p:tgtEl>
                                      </p:cBhvr>
                                    </p:animEffect>
                                  </p:childTnLst>
                                </p:cTn>
                              </p:par>
                            </p:childTnLst>
                          </p:cTn>
                        </p:par>
                        <p:par>
                          <p:cTn id="25" fill="hold">
                            <p:stCondLst>
                              <p:cond delay="2500"/>
                            </p:stCondLst>
                            <p:childTnLst>
                              <p:par>
                                <p:cTn id="26" presetClass="entr" nodeType="afterEffect" presetSubtype="4" presetID="22" grpId="6" fill="hold">
                                  <p:stCondLst>
                                    <p:cond delay="0"/>
                                  </p:stCondLst>
                                  <p:iterate type="el" backwards="0">
                                    <p:tmAbs val="0"/>
                                  </p:iterate>
                                  <p:childTnLst>
                                    <p:set>
                                      <p:cBhvr>
                                        <p:cTn id="27" fill="hold"/>
                                        <p:tgtEl>
                                          <p:spTgt spid="986"/>
                                        </p:tgtEl>
                                        <p:attrNameLst>
                                          <p:attrName>style.visibility</p:attrName>
                                        </p:attrNameLst>
                                      </p:cBhvr>
                                      <p:to>
                                        <p:strVal val="visible"/>
                                      </p:to>
                                    </p:set>
                                    <p:animEffect filter="wipe(down)" transition="in">
                                      <p:cBhvr>
                                        <p:cTn id="28" dur="500"/>
                                        <p:tgtEl>
                                          <p:spTgt spid="986"/>
                                        </p:tgtEl>
                                      </p:cBhvr>
                                    </p:animEffect>
                                  </p:childTnLst>
                                </p:cTn>
                              </p:par>
                            </p:childTnLst>
                          </p:cTn>
                        </p:par>
                        <p:par>
                          <p:cTn id="29" fill="hold">
                            <p:stCondLst>
                              <p:cond delay="3000"/>
                            </p:stCondLst>
                            <p:childTnLst>
                              <p:par>
                                <p:cTn id="30" presetClass="entr" nodeType="afterEffect" presetSubtype="8" presetID="22" grpId="7" fill="hold">
                                  <p:stCondLst>
                                    <p:cond delay="0"/>
                                  </p:stCondLst>
                                  <p:iterate type="el" backwards="0">
                                    <p:tmAbs val="0"/>
                                  </p:iterate>
                                  <p:childTnLst>
                                    <p:set>
                                      <p:cBhvr>
                                        <p:cTn id="31" fill="hold"/>
                                        <p:tgtEl>
                                          <p:spTgt spid="970"/>
                                        </p:tgtEl>
                                        <p:attrNameLst>
                                          <p:attrName>style.visibility</p:attrName>
                                        </p:attrNameLst>
                                      </p:cBhvr>
                                      <p:to>
                                        <p:strVal val="visible"/>
                                      </p:to>
                                    </p:set>
                                    <p:animEffect filter="wipe(left)" transition="in">
                                      <p:cBhvr>
                                        <p:cTn id="32" dur="500"/>
                                        <p:tgtEl>
                                          <p:spTgt spid="970"/>
                                        </p:tgtEl>
                                      </p:cBhvr>
                                    </p:animEffect>
                                  </p:childTnLst>
                                </p:cTn>
                              </p:par>
                            </p:childTnLst>
                          </p:cTn>
                        </p:par>
                        <p:par>
                          <p:cTn id="33" fill="hold">
                            <p:stCondLst>
                              <p:cond delay="3500"/>
                            </p:stCondLst>
                            <p:childTnLst>
                              <p:par>
                                <p:cTn id="34" presetClass="entr" nodeType="afterEffect" presetSubtype="16" presetID="23" grpId="8" fill="hold">
                                  <p:stCondLst>
                                    <p:cond delay="0"/>
                                  </p:stCondLst>
                                  <p:iterate type="el" backwards="0">
                                    <p:tmAbs val="0"/>
                                  </p:iterate>
                                  <p:childTnLst>
                                    <p:set>
                                      <p:cBhvr>
                                        <p:cTn id="35" fill="hold"/>
                                        <p:tgtEl>
                                          <p:spTgt spid="980"/>
                                        </p:tgtEl>
                                        <p:attrNameLst>
                                          <p:attrName>style.visibility</p:attrName>
                                        </p:attrNameLst>
                                      </p:cBhvr>
                                      <p:to>
                                        <p:strVal val="visible"/>
                                      </p:to>
                                    </p:set>
                                    <p:anim calcmode="lin" valueType="num">
                                      <p:cBhvr>
                                        <p:cTn id="36" dur="500" fill="hold"/>
                                        <p:tgtEl>
                                          <p:spTgt spid="980"/>
                                        </p:tgtEl>
                                        <p:attrNameLst>
                                          <p:attrName>ppt_w</p:attrName>
                                        </p:attrNameLst>
                                      </p:cBhvr>
                                      <p:tavLst>
                                        <p:tav tm="0">
                                          <p:val>
                                            <p:fltVal val="0"/>
                                          </p:val>
                                        </p:tav>
                                        <p:tav tm="100000">
                                          <p:val>
                                            <p:strVal val="#ppt_w"/>
                                          </p:val>
                                        </p:tav>
                                      </p:tavLst>
                                    </p:anim>
                                    <p:anim calcmode="lin" valueType="num">
                                      <p:cBhvr>
                                        <p:cTn id="37" dur="500" fill="hold"/>
                                        <p:tgtEl>
                                          <p:spTgt spid="980"/>
                                        </p:tgtEl>
                                        <p:attrNameLst>
                                          <p:attrName>ppt_h</p:attrName>
                                        </p:attrNameLst>
                                      </p:cBhvr>
                                      <p:tavLst>
                                        <p:tav tm="0">
                                          <p:val>
                                            <p:fltVal val="0"/>
                                          </p:val>
                                        </p:tav>
                                        <p:tav tm="100000">
                                          <p:val>
                                            <p:strVal val="#ppt_h"/>
                                          </p:val>
                                        </p:tav>
                                      </p:tavLst>
                                    </p:anim>
                                  </p:childTnLst>
                                </p:cTn>
                              </p:par>
                            </p:childTnLst>
                          </p:cTn>
                        </p:par>
                        <p:par>
                          <p:cTn id="38" fill="hold">
                            <p:stCondLst>
                              <p:cond delay="4000"/>
                            </p:stCondLst>
                            <p:childTnLst>
                              <p:par>
                                <p:cTn id="39" presetClass="entr" nodeType="afterEffect" presetSubtype="4" presetID="22" grpId="9" fill="hold">
                                  <p:stCondLst>
                                    <p:cond delay="0"/>
                                  </p:stCondLst>
                                  <p:iterate type="el" backwards="0">
                                    <p:tmAbs val="0"/>
                                  </p:iterate>
                                  <p:childTnLst>
                                    <p:set>
                                      <p:cBhvr>
                                        <p:cTn id="40" fill="hold"/>
                                        <p:tgtEl>
                                          <p:spTgt spid="990"/>
                                        </p:tgtEl>
                                        <p:attrNameLst>
                                          <p:attrName>style.visibility</p:attrName>
                                        </p:attrNameLst>
                                      </p:cBhvr>
                                      <p:to>
                                        <p:strVal val="visible"/>
                                      </p:to>
                                    </p:set>
                                    <p:animEffect filter="wipe(down)" transition="in">
                                      <p:cBhvr>
                                        <p:cTn id="41" dur="500"/>
                                        <p:tgtEl>
                                          <p:spTgt spid="990"/>
                                        </p:tgtEl>
                                      </p:cBhvr>
                                    </p:animEffect>
                                  </p:childTnLst>
                                </p:cTn>
                              </p:par>
                            </p:childTnLst>
                          </p:cTn>
                        </p:par>
                        <p:par>
                          <p:cTn id="42" fill="hold">
                            <p:stCondLst>
                              <p:cond delay="4500"/>
                            </p:stCondLst>
                            <p:childTnLst>
                              <p:par>
                                <p:cTn id="43" presetClass="entr" nodeType="afterEffect" presetID="9" grpId="10" fill="hold">
                                  <p:stCondLst>
                                    <p:cond delay="0"/>
                                  </p:stCondLst>
                                  <p:iterate type="el" backwards="0">
                                    <p:tmAbs val="0"/>
                                  </p:iterate>
                                  <p:childTnLst>
                                    <p:set>
                                      <p:cBhvr>
                                        <p:cTn id="44" fill="hold"/>
                                        <p:tgtEl>
                                          <p:spTgt spid="989"/>
                                        </p:tgtEl>
                                        <p:attrNameLst>
                                          <p:attrName>style.visibility</p:attrName>
                                        </p:attrNameLst>
                                      </p:cBhvr>
                                      <p:to>
                                        <p:strVal val="visible"/>
                                      </p:to>
                                    </p:set>
                                    <p:animEffect filter="dissolve" transition="in">
                                      <p:cBhvr>
                                        <p:cTn id="45" dur="500"/>
                                        <p:tgtEl>
                                          <p:spTgt spid="989"/>
                                        </p:tgtEl>
                                      </p:cBhvr>
                                    </p:animEffect>
                                  </p:childTnLst>
                                </p:cTn>
                              </p:par>
                            </p:childTnLst>
                          </p:cTn>
                        </p:par>
                        <p:par>
                          <p:cTn id="46" fill="hold">
                            <p:stCondLst>
                              <p:cond delay="5000"/>
                            </p:stCondLst>
                            <p:childTnLst>
                              <p:par>
                                <p:cTn id="47" presetClass="entr" nodeType="afterEffect" presetID="9" grpId="11" fill="hold">
                                  <p:stCondLst>
                                    <p:cond delay="0"/>
                                  </p:stCondLst>
                                  <p:iterate type="el" backwards="0">
                                    <p:tmAbs val="0"/>
                                  </p:iterate>
                                  <p:childTnLst>
                                    <p:set>
                                      <p:cBhvr>
                                        <p:cTn id="48" fill="hold"/>
                                        <p:tgtEl>
                                          <p:spTgt spid="988"/>
                                        </p:tgtEl>
                                        <p:attrNameLst>
                                          <p:attrName>style.visibility</p:attrName>
                                        </p:attrNameLst>
                                      </p:cBhvr>
                                      <p:to>
                                        <p:strVal val="visible"/>
                                      </p:to>
                                    </p:set>
                                    <p:animEffect filter="dissolve" transition="in">
                                      <p:cBhvr>
                                        <p:cTn id="49" dur="500"/>
                                        <p:tgtEl>
                                          <p:spTgt spid="988"/>
                                        </p:tgtEl>
                                      </p:cBhvr>
                                    </p:animEffect>
                                  </p:childTnLst>
                                </p:cTn>
                              </p:par>
                            </p:childTnLst>
                          </p:cTn>
                        </p:par>
                        <p:par>
                          <p:cTn id="50" fill="hold">
                            <p:stCondLst>
                              <p:cond delay="5500"/>
                            </p:stCondLst>
                            <p:childTnLst>
                              <p:par>
                                <p:cTn id="51" presetClass="entr" nodeType="afterEffect" presetSubtype="4" presetID="22" grpId="12" fill="hold">
                                  <p:stCondLst>
                                    <p:cond delay="0"/>
                                  </p:stCondLst>
                                  <p:iterate type="el" backwards="0">
                                    <p:tmAbs val="0"/>
                                  </p:iterate>
                                  <p:childTnLst>
                                    <p:set>
                                      <p:cBhvr>
                                        <p:cTn id="52" fill="hold"/>
                                        <p:tgtEl>
                                          <p:spTgt spid="991"/>
                                        </p:tgtEl>
                                        <p:attrNameLst>
                                          <p:attrName>style.visibility</p:attrName>
                                        </p:attrNameLst>
                                      </p:cBhvr>
                                      <p:to>
                                        <p:strVal val="visible"/>
                                      </p:to>
                                    </p:set>
                                    <p:animEffect filter="wipe(down)" transition="in">
                                      <p:cBhvr>
                                        <p:cTn id="53" dur="500"/>
                                        <p:tgtEl>
                                          <p:spTgt spid="991"/>
                                        </p:tgtEl>
                                      </p:cBhvr>
                                    </p:animEffect>
                                  </p:childTnLst>
                                </p:cTn>
                              </p:par>
                            </p:childTnLst>
                          </p:cTn>
                        </p:par>
                        <p:par>
                          <p:cTn id="54" fill="hold">
                            <p:stCondLst>
                              <p:cond delay="6000"/>
                            </p:stCondLst>
                            <p:childTnLst>
                              <p:par>
                                <p:cTn id="55" presetClass="entr" nodeType="afterEffect" presetSubtype="8" presetID="22" grpId="13" fill="hold">
                                  <p:stCondLst>
                                    <p:cond delay="0"/>
                                  </p:stCondLst>
                                  <p:iterate type="el" backwards="0">
                                    <p:tmAbs val="0"/>
                                  </p:iterate>
                                  <p:childTnLst>
                                    <p:set>
                                      <p:cBhvr>
                                        <p:cTn id="56" fill="hold"/>
                                        <p:tgtEl>
                                          <p:spTgt spid="971"/>
                                        </p:tgtEl>
                                        <p:attrNameLst>
                                          <p:attrName>style.visibility</p:attrName>
                                        </p:attrNameLst>
                                      </p:cBhvr>
                                      <p:to>
                                        <p:strVal val="visible"/>
                                      </p:to>
                                    </p:set>
                                    <p:animEffect filter="wipe(left)" transition="in">
                                      <p:cBhvr>
                                        <p:cTn id="57" dur="500"/>
                                        <p:tgtEl>
                                          <p:spTgt spid="971"/>
                                        </p:tgtEl>
                                      </p:cBhvr>
                                    </p:animEffect>
                                  </p:childTnLst>
                                </p:cTn>
                              </p:par>
                            </p:childTnLst>
                          </p:cTn>
                        </p:par>
                        <p:par>
                          <p:cTn id="58" fill="hold">
                            <p:stCondLst>
                              <p:cond delay="6500"/>
                            </p:stCondLst>
                            <p:childTnLst>
                              <p:par>
                                <p:cTn id="59" presetClass="entr" nodeType="afterEffect" presetSubtype="16" presetID="23" grpId="14" fill="hold">
                                  <p:stCondLst>
                                    <p:cond delay="0"/>
                                  </p:stCondLst>
                                  <p:iterate type="el" backwards="0">
                                    <p:tmAbs val="0"/>
                                  </p:iterate>
                                  <p:childTnLst>
                                    <p:set>
                                      <p:cBhvr>
                                        <p:cTn id="60" fill="hold"/>
                                        <p:tgtEl>
                                          <p:spTgt spid="981"/>
                                        </p:tgtEl>
                                        <p:attrNameLst>
                                          <p:attrName>style.visibility</p:attrName>
                                        </p:attrNameLst>
                                      </p:cBhvr>
                                      <p:to>
                                        <p:strVal val="visible"/>
                                      </p:to>
                                    </p:set>
                                    <p:anim calcmode="lin" valueType="num">
                                      <p:cBhvr>
                                        <p:cTn id="61" dur="500" fill="hold"/>
                                        <p:tgtEl>
                                          <p:spTgt spid="981"/>
                                        </p:tgtEl>
                                        <p:attrNameLst>
                                          <p:attrName>ppt_w</p:attrName>
                                        </p:attrNameLst>
                                      </p:cBhvr>
                                      <p:tavLst>
                                        <p:tav tm="0">
                                          <p:val>
                                            <p:fltVal val="0"/>
                                          </p:val>
                                        </p:tav>
                                        <p:tav tm="100000">
                                          <p:val>
                                            <p:strVal val="#ppt_w"/>
                                          </p:val>
                                        </p:tav>
                                      </p:tavLst>
                                    </p:anim>
                                    <p:anim calcmode="lin" valueType="num">
                                      <p:cBhvr>
                                        <p:cTn id="62" dur="500" fill="hold"/>
                                        <p:tgtEl>
                                          <p:spTgt spid="981"/>
                                        </p:tgtEl>
                                        <p:attrNameLst>
                                          <p:attrName>ppt_h</p:attrName>
                                        </p:attrNameLst>
                                      </p:cBhvr>
                                      <p:tavLst>
                                        <p:tav tm="0">
                                          <p:val>
                                            <p:fltVal val="0"/>
                                          </p:val>
                                        </p:tav>
                                        <p:tav tm="100000">
                                          <p:val>
                                            <p:strVal val="#ppt_h"/>
                                          </p:val>
                                        </p:tav>
                                      </p:tavLst>
                                    </p:anim>
                                  </p:childTnLst>
                                </p:cTn>
                              </p:par>
                            </p:childTnLst>
                          </p:cTn>
                        </p:par>
                        <p:par>
                          <p:cTn id="63" fill="hold">
                            <p:stCondLst>
                              <p:cond delay="7000"/>
                            </p:stCondLst>
                            <p:childTnLst>
                              <p:par>
                                <p:cTn id="64" presetClass="entr" nodeType="afterEffect" presetSubtype="4" presetID="22" grpId="15" fill="hold">
                                  <p:stCondLst>
                                    <p:cond delay="0"/>
                                  </p:stCondLst>
                                  <p:iterate type="el" backwards="0">
                                    <p:tmAbs val="0"/>
                                  </p:iterate>
                                  <p:childTnLst>
                                    <p:set>
                                      <p:cBhvr>
                                        <p:cTn id="65" fill="hold"/>
                                        <p:tgtEl>
                                          <p:spTgt spid="995"/>
                                        </p:tgtEl>
                                        <p:attrNameLst>
                                          <p:attrName>style.visibility</p:attrName>
                                        </p:attrNameLst>
                                      </p:cBhvr>
                                      <p:to>
                                        <p:strVal val="visible"/>
                                      </p:to>
                                    </p:set>
                                    <p:animEffect filter="wipe(down)" transition="in">
                                      <p:cBhvr>
                                        <p:cTn id="66" dur="500"/>
                                        <p:tgtEl>
                                          <p:spTgt spid="995"/>
                                        </p:tgtEl>
                                      </p:cBhvr>
                                    </p:animEffect>
                                  </p:childTnLst>
                                </p:cTn>
                              </p:par>
                            </p:childTnLst>
                          </p:cTn>
                        </p:par>
                        <p:par>
                          <p:cTn id="67" fill="hold">
                            <p:stCondLst>
                              <p:cond delay="7500"/>
                            </p:stCondLst>
                            <p:childTnLst>
                              <p:par>
                                <p:cTn id="68" presetClass="entr" nodeType="afterEffect" presetID="9" grpId="16" fill="hold">
                                  <p:stCondLst>
                                    <p:cond delay="0"/>
                                  </p:stCondLst>
                                  <p:iterate type="el" backwards="0">
                                    <p:tmAbs val="0"/>
                                  </p:iterate>
                                  <p:childTnLst>
                                    <p:set>
                                      <p:cBhvr>
                                        <p:cTn id="69" fill="hold"/>
                                        <p:tgtEl>
                                          <p:spTgt spid="994"/>
                                        </p:tgtEl>
                                        <p:attrNameLst>
                                          <p:attrName>style.visibility</p:attrName>
                                        </p:attrNameLst>
                                      </p:cBhvr>
                                      <p:to>
                                        <p:strVal val="visible"/>
                                      </p:to>
                                    </p:set>
                                    <p:animEffect filter="dissolve" transition="in">
                                      <p:cBhvr>
                                        <p:cTn id="70" dur="500"/>
                                        <p:tgtEl>
                                          <p:spTgt spid="994"/>
                                        </p:tgtEl>
                                      </p:cBhvr>
                                    </p:animEffect>
                                  </p:childTnLst>
                                </p:cTn>
                              </p:par>
                            </p:childTnLst>
                          </p:cTn>
                        </p:par>
                        <p:par>
                          <p:cTn id="71" fill="hold">
                            <p:stCondLst>
                              <p:cond delay="8000"/>
                            </p:stCondLst>
                            <p:childTnLst>
                              <p:par>
                                <p:cTn id="72" presetClass="entr" nodeType="afterEffect" presetID="9" grpId="17" fill="hold">
                                  <p:stCondLst>
                                    <p:cond delay="0"/>
                                  </p:stCondLst>
                                  <p:iterate type="el" backwards="0">
                                    <p:tmAbs val="0"/>
                                  </p:iterate>
                                  <p:childTnLst>
                                    <p:set>
                                      <p:cBhvr>
                                        <p:cTn id="73" fill="hold"/>
                                        <p:tgtEl>
                                          <p:spTgt spid="993"/>
                                        </p:tgtEl>
                                        <p:attrNameLst>
                                          <p:attrName>style.visibility</p:attrName>
                                        </p:attrNameLst>
                                      </p:cBhvr>
                                      <p:to>
                                        <p:strVal val="visible"/>
                                      </p:to>
                                    </p:set>
                                    <p:animEffect filter="dissolve" transition="in">
                                      <p:cBhvr>
                                        <p:cTn id="74" dur="500"/>
                                        <p:tgtEl>
                                          <p:spTgt spid="993"/>
                                        </p:tgtEl>
                                      </p:cBhvr>
                                    </p:animEffect>
                                  </p:childTnLst>
                                </p:cTn>
                              </p:par>
                            </p:childTnLst>
                          </p:cTn>
                        </p:par>
                        <p:par>
                          <p:cTn id="75" fill="hold">
                            <p:stCondLst>
                              <p:cond delay="8500"/>
                            </p:stCondLst>
                            <p:childTnLst>
                              <p:par>
                                <p:cTn id="76" presetClass="entr" nodeType="afterEffect" presetSubtype="4" presetID="22" grpId="18" fill="hold">
                                  <p:stCondLst>
                                    <p:cond delay="0"/>
                                  </p:stCondLst>
                                  <p:iterate type="el" backwards="0">
                                    <p:tmAbs val="0"/>
                                  </p:iterate>
                                  <p:childTnLst>
                                    <p:set>
                                      <p:cBhvr>
                                        <p:cTn id="77" fill="hold"/>
                                        <p:tgtEl>
                                          <p:spTgt spid="996"/>
                                        </p:tgtEl>
                                        <p:attrNameLst>
                                          <p:attrName>style.visibility</p:attrName>
                                        </p:attrNameLst>
                                      </p:cBhvr>
                                      <p:to>
                                        <p:strVal val="visible"/>
                                      </p:to>
                                    </p:set>
                                    <p:animEffect filter="wipe(down)" transition="in">
                                      <p:cBhvr>
                                        <p:cTn id="78" dur="500"/>
                                        <p:tgtEl>
                                          <p:spTgt spid="996"/>
                                        </p:tgtEl>
                                      </p:cBhvr>
                                    </p:animEffect>
                                  </p:childTnLst>
                                </p:cTn>
                              </p:par>
                            </p:childTnLst>
                          </p:cTn>
                        </p:par>
                        <p:par>
                          <p:cTn id="79" fill="hold">
                            <p:stCondLst>
                              <p:cond delay="9000"/>
                            </p:stCondLst>
                            <p:childTnLst>
                              <p:par>
                                <p:cTn id="80" presetClass="entr" nodeType="afterEffect" presetSubtype="8" presetID="22" grpId="19" fill="hold">
                                  <p:stCondLst>
                                    <p:cond delay="0"/>
                                  </p:stCondLst>
                                  <p:iterate type="el" backwards="0">
                                    <p:tmAbs val="0"/>
                                  </p:iterate>
                                  <p:childTnLst>
                                    <p:set>
                                      <p:cBhvr>
                                        <p:cTn id="81" fill="hold"/>
                                        <p:tgtEl>
                                          <p:spTgt spid="972"/>
                                        </p:tgtEl>
                                        <p:attrNameLst>
                                          <p:attrName>style.visibility</p:attrName>
                                        </p:attrNameLst>
                                      </p:cBhvr>
                                      <p:to>
                                        <p:strVal val="visible"/>
                                      </p:to>
                                    </p:set>
                                    <p:animEffect filter="wipe(left)" transition="in">
                                      <p:cBhvr>
                                        <p:cTn id="82" dur="500"/>
                                        <p:tgtEl>
                                          <p:spTgt spid="972"/>
                                        </p:tgtEl>
                                      </p:cBhvr>
                                    </p:animEffect>
                                  </p:childTnLst>
                                </p:cTn>
                              </p:par>
                            </p:childTnLst>
                          </p:cTn>
                        </p:par>
                        <p:par>
                          <p:cTn id="83" fill="hold">
                            <p:stCondLst>
                              <p:cond delay="9500"/>
                            </p:stCondLst>
                            <p:childTnLst>
                              <p:par>
                                <p:cTn id="84" presetClass="entr" nodeType="afterEffect" presetSubtype="16" presetID="23" grpId="20" fill="hold">
                                  <p:stCondLst>
                                    <p:cond delay="0"/>
                                  </p:stCondLst>
                                  <p:iterate type="el" backwards="0">
                                    <p:tmAbs val="0"/>
                                  </p:iterate>
                                  <p:childTnLst>
                                    <p:set>
                                      <p:cBhvr>
                                        <p:cTn id="85" fill="hold"/>
                                        <p:tgtEl>
                                          <p:spTgt spid="982"/>
                                        </p:tgtEl>
                                        <p:attrNameLst>
                                          <p:attrName>style.visibility</p:attrName>
                                        </p:attrNameLst>
                                      </p:cBhvr>
                                      <p:to>
                                        <p:strVal val="visible"/>
                                      </p:to>
                                    </p:set>
                                    <p:anim calcmode="lin" valueType="num">
                                      <p:cBhvr>
                                        <p:cTn id="86" dur="500" fill="hold"/>
                                        <p:tgtEl>
                                          <p:spTgt spid="982"/>
                                        </p:tgtEl>
                                        <p:attrNameLst>
                                          <p:attrName>ppt_w</p:attrName>
                                        </p:attrNameLst>
                                      </p:cBhvr>
                                      <p:tavLst>
                                        <p:tav tm="0">
                                          <p:val>
                                            <p:fltVal val="0"/>
                                          </p:val>
                                        </p:tav>
                                        <p:tav tm="100000">
                                          <p:val>
                                            <p:strVal val="#ppt_w"/>
                                          </p:val>
                                        </p:tav>
                                      </p:tavLst>
                                    </p:anim>
                                    <p:anim calcmode="lin" valueType="num">
                                      <p:cBhvr>
                                        <p:cTn id="87" dur="500" fill="hold"/>
                                        <p:tgtEl>
                                          <p:spTgt spid="982"/>
                                        </p:tgtEl>
                                        <p:attrNameLst>
                                          <p:attrName>ppt_h</p:attrName>
                                        </p:attrNameLst>
                                      </p:cBhvr>
                                      <p:tavLst>
                                        <p:tav tm="0">
                                          <p:val>
                                            <p:fltVal val="0"/>
                                          </p:val>
                                        </p:tav>
                                        <p:tav tm="100000">
                                          <p:val>
                                            <p:strVal val="#ppt_h"/>
                                          </p:val>
                                        </p:tav>
                                      </p:tavLst>
                                    </p:anim>
                                  </p:childTnLst>
                                </p:cTn>
                              </p:par>
                            </p:childTnLst>
                          </p:cTn>
                        </p:par>
                        <p:par>
                          <p:cTn id="88" fill="hold">
                            <p:stCondLst>
                              <p:cond delay="10000"/>
                            </p:stCondLst>
                            <p:childTnLst>
                              <p:par>
                                <p:cTn id="89" presetClass="entr" nodeType="afterEffect" presetSubtype="4" presetID="22" grpId="21" fill="hold">
                                  <p:stCondLst>
                                    <p:cond delay="0"/>
                                  </p:stCondLst>
                                  <p:iterate type="el" backwards="0">
                                    <p:tmAbs val="0"/>
                                  </p:iterate>
                                  <p:childTnLst>
                                    <p:set>
                                      <p:cBhvr>
                                        <p:cTn id="90" fill="hold"/>
                                        <p:tgtEl>
                                          <p:spTgt spid="999"/>
                                        </p:tgtEl>
                                        <p:attrNameLst>
                                          <p:attrName>style.visibility</p:attrName>
                                        </p:attrNameLst>
                                      </p:cBhvr>
                                      <p:to>
                                        <p:strVal val="visible"/>
                                      </p:to>
                                    </p:set>
                                    <p:animEffect filter="wipe(down)" transition="in">
                                      <p:cBhvr>
                                        <p:cTn id="91" dur="500"/>
                                        <p:tgtEl>
                                          <p:spTgt spid="999"/>
                                        </p:tgtEl>
                                      </p:cBhvr>
                                    </p:animEffect>
                                  </p:childTnLst>
                                </p:cTn>
                              </p:par>
                            </p:childTnLst>
                          </p:cTn>
                        </p:par>
                        <p:par>
                          <p:cTn id="92" fill="hold">
                            <p:stCondLst>
                              <p:cond delay="10500"/>
                            </p:stCondLst>
                            <p:childTnLst>
                              <p:par>
                                <p:cTn id="93" presetClass="entr" nodeType="afterEffect" presetID="9" grpId="22" fill="hold">
                                  <p:stCondLst>
                                    <p:cond delay="0"/>
                                  </p:stCondLst>
                                  <p:iterate type="el" backwards="0">
                                    <p:tmAbs val="0"/>
                                  </p:iterate>
                                  <p:childTnLst>
                                    <p:set>
                                      <p:cBhvr>
                                        <p:cTn id="94" fill="hold"/>
                                        <p:tgtEl>
                                          <p:spTgt spid="998"/>
                                        </p:tgtEl>
                                        <p:attrNameLst>
                                          <p:attrName>style.visibility</p:attrName>
                                        </p:attrNameLst>
                                      </p:cBhvr>
                                      <p:to>
                                        <p:strVal val="visible"/>
                                      </p:to>
                                    </p:set>
                                    <p:animEffect filter="dissolve" transition="in">
                                      <p:cBhvr>
                                        <p:cTn id="95" dur="500"/>
                                        <p:tgtEl>
                                          <p:spTgt spid="998"/>
                                        </p:tgtEl>
                                      </p:cBhvr>
                                    </p:animEffect>
                                  </p:childTnLst>
                                </p:cTn>
                              </p:par>
                            </p:childTnLst>
                          </p:cTn>
                        </p:par>
                        <p:par>
                          <p:cTn id="96" fill="hold">
                            <p:stCondLst>
                              <p:cond delay="11000"/>
                            </p:stCondLst>
                            <p:childTnLst>
                              <p:par>
                                <p:cTn id="97" presetClass="entr" nodeType="afterEffect" presetID="9" grpId="23" fill="hold">
                                  <p:stCondLst>
                                    <p:cond delay="0"/>
                                  </p:stCondLst>
                                  <p:iterate type="el" backwards="0">
                                    <p:tmAbs val="0"/>
                                  </p:iterate>
                                  <p:childTnLst>
                                    <p:set>
                                      <p:cBhvr>
                                        <p:cTn id="98" fill="hold"/>
                                        <p:tgtEl>
                                          <p:spTgt spid="997"/>
                                        </p:tgtEl>
                                        <p:attrNameLst>
                                          <p:attrName>style.visibility</p:attrName>
                                        </p:attrNameLst>
                                      </p:cBhvr>
                                      <p:to>
                                        <p:strVal val="visible"/>
                                      </p:to>
                                    </p:set>
                                    <p:animEffect filter="dissolve" transition="in">
                                      <p:cBhvr>
                                        <p:cTn id="99" dur="500"/>
                                        <p:tgtEl>
                                          <p:spTgt spid="997"/>
                                        </p:tgtEl>
                                      </p:cBhvr>
                                    </p:animEffect>
                                  </p:childTnLst>
                                </p:cTn>
                              </p:par>
                            </p:childTnLst>
                          </p:cTn>
                        </p:par>
                        <p:par>
                          <p:cTn id="100" fill="hold">
                            <p:stCondLst>
                              <p:cond delay="11500"/>
                            </p:stCondLst>
                            <p:childTnLst>
                              <p:par>
                                <p:cTn id="101" presetClass="entr" nodeType="afterEffect" presetSubtype="4" presetID="22" grpId="24" fill="hold">
                                  <p:stCondLst>
                                    <p:cond delay="0"/>
                                  </p:stCondLst>
                                  <p:iterate type="el" backwards="0">
                                    <p:tmAbs val="0"/>
                                  </p:iterate>
                                  <p:childTnLst>
                                    <p:set>
                                      <p:cBhvr>
                                        <p:cTn id="102" fill="hold"/>
                                        <p:tgtEl>
                                          <p:spTgt spid="1000"/>
                                        </p:tgtEl>
                                        <p:attrNameLst>
                                          <p:attrName>style.visibility</p:attrName>
                                        </p:attrNameLst>
                                      </p:cBhvr>
                                      <p:to>
                                        <p:strVal val="visible"/>
                                      </p:to>
                                    </p:set>
                                    <p:animEffect filter="wipe(down)" transition="in">
                                      <p:cBhvr>
                                        <p:cTn id="103" dur="500"/>
                                        <p:tgtEl>
                                          <p:spTgt spid="1000"/>
                                        </p:tgtEl>
                                      </p:cBhvr>
                                    </p:animEffect>
                                  </p:childTnLst>
                                </p:cTn>
                              </p:par>
                            </p:childTnLst>
                          </p:cTn>
                        </p:par>
                        <p:par>
                          <p:cTn id="104" fill="hold">
                            <p:stCondLst>
                              <p:cond delay="12000"/>
                            </p:stCondLst>
                            <p:childTnLst>
                              <p:par>
                                <p:cTn id="105" presetClass="entr" nodeType="afterEffect" presetSubtype="8" presetID="22" grpId="25" fill="hold">
                                  <p:stCondLst>
                                    <p:cond delay="0"/>
                                  </p:stCondLst>
                                  <p:iterate type="el" backwards="0">
                                    <p:tmAbs val="0"/>
                                  </p:iterate>
                                  <p:childTnLst>
                                    <p:set>
                                      <p:cBhvr>
                                        <p:cTn id="106" fill="hold"/>
                                        <p:tgtEl>
                                          <p:spTgt spid="973"/>
                                        </p:tgtEl>
                                        <p:attrNameLst>
                                          <p:attrName>style.visibility</p:attrName>
                                        </p:attrNameLst>
                                      </p:cBhvr>
                                      <p:to>
                                        <p:strVal val="visible"/>
                                      </p:to>
                                    </p:set>
                                    <p:animEffect filter="wipe(left)" transition="in">
                                      <p:cBhvr>
                                        <p:cTn id="107" dur="500"/>
                                        <p:tgtEl>
                                          <p:spTgt spid="973"/>
                                        </p:tgtEl>
                                      </p:cBhvr>
                                    </p:animEffect>
                                  </p:childTnLst>
                                </p:cTn>
                              </p:par>
                            </p:childTnLst>
                          </p:cTn>
                        </p:par>
                        <p:par>
                          <p:cTn id="108" fill="hold">
                            <p:stCondLst>
                              <p:cond delay="12500"/>
                            </p:stCondLst>
                            <p:childTnLst>
                              <p:par>
                                <p:cTn id="109" presetClass="entr" nodeType="afterEffect" presetSubtype="16" presetID="23" grpId="26" fill="hold">
                                  <p:stCondLst>
                                    <p:cond delay="0"/>
                                  </p:stCondLst>
                                  <p:iterate type="el" backwards="0">
                                    <p:tmAbs val="0"/>
                                  </p:iterate>
                                  <p:childTnLst>
                                    <p:set>
                                      <p:cBhvr>
                                        <p:cTn id="110" fill="hold"/>
                                        <p:tgtEl>
                                          <p:spTgt spid="983"/>
                                        </p:tgtEl>
                                        <p:attrNameLst>
                                          <p:attrName>style.visibility</p:attrName>
                                        </p:attrNameLst>
                                      </p:cBhvr>
                                      <p:to>
                                        <p:strVal val="visible"/>
                                      </p:to>
                                    </p:set>
                                    <p:anim calcmode="lin" valueType="num">
                                      <p:cBhvr>
                                        <p:cTn id="111" dur="500" fill="hold"/>
                                        <p:tgtEl>
                                          <p:spTgt spid="983"/>
                                        </p:tgtEl>
                                        <p:attrNameLst>
                                          <p:attrName>ppt_w</p:attrName>
                                        </p:attrNameLst>
                                      </p:cBhvr>
                                      <p:tavLst>
                                        <p:tav tm="0">
                                          <p:val>
                                            <p:fltVal val="0"/>
                                          </p:val>
                                        </p:tav>
                                        <p:tav tm="100000">
                                          <p:val>
                                            <p:strVal val="#ppt_w"/>
                                          </p:val>
                                        </p:tav>
                                      </p:tavLst>
                                    </p:anim>
                                    <p:anim calcmode="lin" valueType="num">
                                      <p:cBhvr>
                                        <p:cTn id="112" dur="500" fill="hold"/>
                                        <p:tgtEl>
                                          <p:spTgt spid="983"/>
                                        </p:tgtEl>
                                        <p:attrNameLst>
                                          <p:attrName>ppt_h</p:attrName>
                                        </p:attrNameLst>
                                      </p:cBhvr>
                                      <p:tavLst>
                                        <p:tav tm="0">
                                          <p:val>
                                            <p:fltVal val="0"/>
                                          </p:val>
                                        </p:tav>
                                        <p:tav tm="100000">
                                          <p:val>
                                            <p:strVal val="#ppt_h"/>
                                          </p:val>
                                        </p:tav>
                                      </p:tavLst>
                                    </p:anim>
                                  </p:childTnLst>
                                </p:cTn>
                              </p:par>
                            </p:childTnLst>
                          </p:cTn>
                        </p:par>
                        <p:par>
                          <p:cTn id="113" fill="hold">
                            <p:stCondLst>
                              <p:cond delay="13000"/>
                            </p:stCondLst>
                            <p:childTnLst>
                              <p:par>
                                <p:cTn id="114" presetClass="entr" nodeType="afterEffect" presetSubtype="4" presetID="22" grpId="27" fill="hold">
                                  <p:stCondLst>
                                    <p:cond delay="0"/>
                                  </p:stCondLst>
                                  <p:iterate type="el" backwards="0">
                                    <p:tmAbs val="0"/>
                                  </p:iterate>
                                  <p:childTnLst>
                                    <p:set>
                                      <p:cBhvr>
                                        <p:cTn id="115" fill="hold"/>
                                        <p:tgtEl>
                                          <p:spTgt spid="1005"/>
                                        </p:tgtEl>
                                        <p:attrNameLst>
                                          <p:attrName>style.visibility</p:attrName>
                                        </p:attrNameLst>
                                      </p:cBhvr>
                                      <p:to>
                                        <p:strVal val="visible"/>
                                      </p:to>
                                    </p:set>
                                    <p:animEffect filter="wipe(down)" transition="in">
                                      <p:cBhvr>
                                        <p:cTn id="116" dur="500"/>
                                        <p:tgtEl>
                                          <p:spTgt spid="1005"/>
                                        </p:tgtEl>
                                      </p:cBhvr>
                                    </p:animEffect>
                                  </p:childTnLst>
                                </p:cTn>
                              </p:par>
                            </p:childTnLst>
                          </p:cTn>
                        </p:par>
                        <p:par>
                          <p:cTn id="117" fill="hold">
                            <p:stCondLst>
                              <p:cond delay="13500"/>
                            </p:stCondLst>
                            <p:childTnLst>
                              <p:par>
                                <p:cTn id="118" presetClass="entr" nodeType="afterEffect" presetID="9" grpId="28" fill="hold">
                                  <p:stCondLst>
                                    <p:cond delay="0"/>
                                  </p:stCondLst>
                                  <p:iterate type="el" backwards="0">
                                    <p:tmAbs val="0"/>
                                  </p:iterate>
                                  <p:childTnLst>
                                    <p:set>
                                      <p:cBhvr>
                                        <p:cTn id="119" fill="hold"/>
                                        <p:tgtEl>
                                          <p:spTgt spid="1004"/>
                                        </p:tgtEl>
                                        <p:attrNameLst>
                                          <p:attrName>style.visibility</p:attrName>
                                        </p:attrNameLst>
                                      </p:cBhvr>
                                      <p:to>
                                        <p:strVal val="visible"/>
                                      </p:to>
                                    </p:set>
                                    <p:animEffect filter="dissolve" transition="in">
                                      <p:cBhvr>
                                        <p:cTn id="120" dur="500"/>
                                        <p:tgtEl>
                                          <p:spTgt spid="1004"/>
                                        </p:tgtEl>
                                      </p:cBhvr>
                                    </p:animEffect>
                                  </p:childTnLst>
                                </p:cTn>
                              </p:par>
                            </p:childTnLst>
                          </p:cTn>
                        </p:par>
                        <p:par>
                          <p:cTn id="121" fill="hold">
                            <p:stCondLst>
                              <p:cond delay="14000"/>
                            </p:stCondLst>
                            <p:childTnLst>
                              <p:par>
                                <p:cTn id="122" presetClass="entr" nodeType="afterEffect" presetID="9" grpId="29" fill="hold">
                                  <p:stCondLst>
                                    <p:cond delay="0"/>
                                  </p:stCondLst>
                                  <p:iterate type="el" backwards="0">
                                    <p:tmAbs val="0"/>
                                  </p:iterate>
                                  <p:childTnLst>
                                    <p:set>
                                      <p:cBhvr>
                                        <p:cTn id="123" fill="hold"/>
                                        <p:tgtEl>
                                          <p:spTgt spid="1003"/>
                                        </p:tgtEl>
                                        <p:attrNameLst>
                                          <p:attrName>style.visibility</p:attrName>
                                        </p:attrNameLst>
                                      </p:cBhvr>
                                      <p:to>
                                        <p:strVal val="visible"/>
                                      </p:to>
                                    </p:set>
                                    <p:animEffect filter="dissolve" transition="in">
                                      <p:cBhvr>
                                        <p:cTn id="124" dur="500"/>
                                        <p:tgtEl>
                                          <p:spTgt spid="1003"/>
                                        </p:tgtEl>
                                      </p:cBhvr>
                                    </p:animEffect>
                                  </p:childTnLst>
                                </p:cTn>
                              </p:par>
                            </p:childTnLst>
                          </p:cTn>
                        </p:par>
                        <p:par>
                          <p:cTn id="125" fill="hold">
                            <p:stCondLst>
                              <p:cond delay="14500"/>
                            </p:stCondLst>
                            <p:childTnLst>
                              <p:par>
                                <p:cTn id="126" presetClass="entr" nodeType="afterEffect" presetSubtype="4" presetID="22" grpId="30" fill="hold">
                                  <p:stCondLst>
                                    <p:cond delay="0"/>
                                  </p:stCondLst>
                                  <p:iterate type="el" backwards="0">
                                    <p:tmAbs val="0"/>
                                  </p:iterate>
                                  <p:childTnLst>
                                    <p:set>
                                      <p:cBhvr>
                                        <p:cTn id="127" fill="hold"/>
                                        <p:tgtEl>
                                          <p:spTgt spid="1006"/>
                                        </p:tgtEl>
                                        <p:attrNameLst>
                                          <p:attrName>style.visibility</p:attrName>
                                        </p:attrNameLst>
                                      </p:cBhvr>
                                      <p:to>
                                        <p:strVal val="visible"/>
                                      </p:to>
                                    </p:set>
                                    <p:animEffect filter="wipe(down)" transition="in">
                                      <p:cBhvr>
                                        <p:cTn id="128" dur="500"/>
                                        <p:tgtEl>
                                          <p:spTgt spid="1006"/>
                                        </p:tgtEl>
                                      </p:cBhvr>
                                    </p:animEffect>
                                  </p:childTnLst>
                                </p:cTn>
                              </p:par>
                            </p:childTnLst>
                          </p:cTn>
                        </p:par>
                        <p:par>
                          <p:cTn id="129" fill="hold">
                            <p:stCondLst>
                              <p:cond delay="15000"/>
                            </p:stCondLst>
                            <p:childTnLst>
                              <p:par>
                                <p:cTn id="130" presetClass="entr" nodeType="afterEffect" presetSubtype="8" presetID="22" grpId="31" fill="hold">
                                  <p:stCondLst>
                                    <p:cond delay="0"/>
                                  </p:stCondLst>
                                  <p:iterate type="el" backwards="0">
                                    <p:tmAbs val="0"/>
                                  </p:iterate>
                                  <p:childTnLst>
                                    <p:set>
                                      <p:cBhvr>
                                        <p:cTn id="131" fill="hold"/>
                                        <p:tgtEl>
                                          <p:spTgt spid="975"/>
                                        </p:tgtEl>
                                        <p:attrNameLst>
                                          <p:attrName>style.visibility</p:attrName>
                                        </p:attrNameLst>
                                      </p:cBhvr>
                                      <p:to>
                                        <p:strVal val="visible"/>
                                      </p:to>
                                    </p:set>
                                    <p:animEffect filter="wipe(left)" transition="in">
                                      <p:cBhvr>
                                        <p:cTn id="132" dur="500"/>
                                        <p:tgtEl>
                                          <p:spTgt spid="975"/>
                                        </p:tgtEl>
                                      </p:cBhvr>
                                    </p:animEffect>
                                  </p:childTnLst>
                                </p:cTn>
                              </p:par>
                            </p:childTnLst>
                          </p:cTn>
                        </p:par>
                        <p:par>
                          <p:cTn id="133" fill="hold">
                            <p:stCondLst>
                              <p:cond delay="15500"/>
                            </p:stCondLst>
                            <p:childTnLst>
                              <p:par>
                                <p:cTn id="134" presetClass="entr" nodeType="afterEffect" presetSubtype="16" presetID="23" grpId="32" fill="hold">
                                  <p:stCondLst>
                                    <p:cond delay="0"/>
                                  </p:stCondLst>
                                  <p:iterate type="el" backwards="0">
                                    <p:tmAbs val="0"/>
                                  </p:iterate>
                                  <p:childTnLst>
                                    <p:set>
                                      <p:cBhvr>
                                        <p:cTn id="135" fill="hold"/>
                                        <p:tgtEl>
                                          <p:spTgt spid="984"/>
                                        </p:tgtEl>
                                        <p:attrNameLst>
                                          <p:attrName>style.visibility</p:attrName>
                                        </p:attrNameLst>
                                      </p:cBhvr>
                                      <p:to>
                                        <p:strVal val="visible"/>
                                      </p:to>
                                    </p:set>
                                    <p:anim calcmode="lin" valueType="num">
                                      <p:cBhvr>
                                        <p:cTn id="136" dur="500" fill="hold"/>
                                        <p:tgtEl>
                                          <p:spTgt spid="984"/>
                                        </p:tgtEl>
                                        <p:attrNameLst>
                                          <p:attrName>ppt_w</p:attrName>
                                        </p:attrNameLst>
                                      </p:cBhvr>
                                      <p:tavLst>
                                        <p:tav tm="0">
                                          <p:val>
                                            <p:fltVal val="0"/>
                                          </p:val>
                                        </p:tav>
                                        <p:tav tm="100000">
                                          <p:val>
                                            <p:strVal val="#ppt_w"/>
                                          </p:val>
                                        </p:tav>
                                      </p:tavLst>
                                    </p:anim>
                                    <p:anim calcmode="lin" valueType="num">
                                      <p:cBhvr>
                                        <p:cTn id="137" dur="500" fill="hold"/>
                                        <p:tgtEl>
                                          <p:spTgt spid="984"/>
                                        </p:tgtEl>
                                        <p:attrNameLst>
                                          <p:attrName>ppt_h</p:attrName>
                                        </p:attrNameLst>
                                      </p:cBhvr>
                                      <p:tavLst>
                                        <p:tav tm="0">
                                          <p:val>
                                            <p:fltVal val="0"/>
                                          </p:val>
                                        </p:tav>
                                        <p:tav tm="100000">
                                          <p:val>
                                            <p:strVal val="#ppt_h"/>
                                          </p:val>
                                        </p:tav>
                                      </p:tavLst>
                                    </p:anim>
                                  </p:childTnLst>
                                </p:cTn>
                              </p:par>
                            </p:childTnLst>
                          </p:cTn>
                        </p:par>
                        <p:par>
                          <p:cTn id="138" fill="hold">
                            <p:stCondLst>
                              <p:cond delay="16000"/>
                            </p:stCondLst>
                            <p:childTnLst>
                              <p:par>
                                <p:cTn id="139" presetClass="entr" nodeType="afterEffect" presetSubtype="4" presetID="22" grpId="33" fill="hold">
                                  <p:stCondLst>
                                    <p:cond delay="0"/>
                                  </p:stCondLst>
                                  <p:iterate type="el" backwards="0">
                                    <p:tmAbs val="0"/>
                                  </p:iterate>
                                  <p:childTnLst>
                                    <p:set>
                                      <p:cBhvr>
                                        <p:cTn id="140" fill="hold"/>
                                        <p:tgtEl>
                                          <p:spTgt spid="1009"/>
                                        </p:tgtEl>
                                        <p:attrNameLst>
                                          <p:attrName>style.visibility</p:attrName>
                                        </p:attrNameLst>
                                      </p:cBhvr>
                                      <p:to>
                                        <p:strVal val="visible"/>
                                      </p:to>
                                    </p:set>
                                    <p:animEffect filter="wipe(down)" transition="in">
                                      <p:cBhvr>
                                        <p:cTn id="141" dur="500"/>
                                        <p:tgtEl>
                                          <p:spTgt spid="1009"/>
                                        </p:tgtEl>
                                      </p:cBhvr>
                                    </p:animEffect>
                                  </p:childTnLst>
                                </p:cTn>
                              </p:par>
                            </p:childTnLst>
                          </p:cTn>
                        </p:par>
                        <p:par>
                          <p:cTn id="142" fill="hold">
                            <p:stCondLst>
                              <p:cond delay="16500"/>
                            </p:stCondLst>
                            <p:childTnLst>
                              <p:par>
                                <p:cTn id="143" presetClass="entr" nodeType="afterEffect" presetID="9" grpId="34" fill="hold">
                                  <p:stCondLst>
                                    <p:cond delay="0"/>
                                  </p:stCondLst>
                                  <p:iterate type="el" backwards="0">
                                    <p:tmAbs val="0"/>
                                  </p:iterate>
                                  <p:childTnLst>
                                    <p:set>
                                      <p:cBhvr>
                                        <p:cTn id="144" fill="hold"/>
                                        <p:tgtEl>
                                          <p:spTgt spid="1008"/>
                                        </p:tgtEl>
                                        <p:attrNameLst>
                                          <p:attrName>style.visibility</p:attrName>
                                        </p:attrNameLst>
                                      </p:cBhvr>
                                      <p:to>
                                        <p:strVal val="visible"/>
                                      </p:to>
                                    </p:set>
                                    <p:animEffect filter="dissolve" transition="in">
                                      <p:cBhvr>
                                        <p:cTn id="145" dur="500"/>
                                        <p:tgtEl>
                                          <p:spTgt spid="1008"/>
                                        </p:tgtEl>
                                      </p:cBhvr>
                                    </p:animEffect>
                                  </p:childTnLst>
                                </p:cTn>
                              </p:par>
                            </p:childTnLst>
                          </p:cTn>
                        </p:par>
                        <p:par>
                          <p:cTn id="146" fill="hold">
                            <p:stCondLst>
                              <p:cond delay="17000"/>
                            </p:stCondLst>
                            <p:childTnLst>
                              <p:par>
                                <p:cTn id="147" presetClass="entr" nodeType="afterEffect" presetID="9" grpId="35" fill="hold">
                                  <p:stCondLst>
                                    <p:cond delay="0"/>
                                  </p:stCondLst>
                                  <p:iterate type="el" backwards="0">
                                    <p:tmAbs val="0"/>
                                  </p:iterate>
                                  <p:childTnLst>
                                    <p:set>
                                      <p:cBhvr>
                                        <p:cTn id="148" fill="hold"/>
                                        <p:tgtEl>
                                          <p:spTgt spid="1007"/>
                                        </p:tgtEl>
                                        <p:attrNameLst>
                                          <p:attrName>style.visibility</p:attrName>
                                        </p:attrNameLst>
                                      </p:cBhvr>
                                      <p:to>
                                        <p:strVal val="visible"/>
                                      </p:to>
                                    </p:set>
                                    <p:animEffect filter="dissolve" transition="in">
                                      <p:cBhvr>
                                        <p:cTn id="149" dur="500"/>
                                        <p:tgtEl>
                                          <p:spTgt spid="1007"/>
                                        </p:tgtEl>
                                      </p:cBhvr>
                                    </p:animEffect>
                                  </p:childTnLst>
                                </p:cTn>
                              </p:par>
                            </p:childTnLst>
                          </p:cTn>
                        </p:par>
                        <p:par>
                          <p:cTn id="150" fill="hold">
                            <p:stCondLst>
                              <p:cond delay="17500"/>
                            </p:stCondLst>
                            <p:childTnLst>
                              <p:par>
                                <p:cTn id="151" presetClass="entr" nodeType="afterEffect" presetSubtype="4" presetID="22" grpId="36" fill="hold">
                                  <p:stCondLst>
                                    <p:cond delay="0"/>
                                  </p:stCondLst>
                                  <p:iterate type="el" backwards="0">
                                    <p:tmAbs val="0"/>
                                  </p:iterate>
                                  <p:childTnLst>
                                    <p:set>
                                      <p:cBhvr>
                                        <p:cTn id="152" fill="hold"/>
                                        <p:tgtEl>
                                          <p:spTgt spid="1010"/>
                                        </p:tgtEl>
                                        <p:attrNameLst>
                                          <p:attrName>style.visibility</p:attrName>
                                        </p:attrNameLst>
                                      </p:cBhvr>
                                      <p:to>
                                        <p:strVal val="visible"/>
                                      </p:to>
                                    </p:set>
                                    <p:animEffect filter="wipe(down)" transition="in">
                                      <p:cBhvr>
                                        <p:cTn id="153" dur="500"/>
                                        <p:tgtEl>
                                          <p:spTgt spid="1010"/>
                                        </p:tgtEl>
                                      </p:cBhvr>
                                    </p:animEffect>
                                  </p:childTnLst>
                                </p:cTn>
                              </p:par>
                            </p:childTnLst>
                          </p:cTn>
                        </p:par>
                        <p:par>
                          <p:cTn id="154" fill="hold">
                            <p:stCondLst>
                              <p:cond delay="18000"/>
                            </p:stCondLst>
                            <p:childTnLst>
                              <p:par>
                                <p:cTn id="155" presetClass="entr" nodeType="afterEffect" presetSubtype="8" presetID="22" grpId="37" fill="hold">
                                  <p:stCondLst>
                                    <p:cond delay="0"/>
                                  </p:stCondLst>
                                  <p:iterate type="el" backwards="0">
                                    <p:tmAbs val="0"/>
                                  </p:iterate>
                                  <p:childTnLst>
                                    <p:set>
                                      <p:cBhvr>
                                        <p:cTn id="156" fill="hold"/>
                                        <p:tgtEl>
                                          <p:spTgt spid="974"/>
                                        </p:tgtEl>
                                        <p:attrNameLst>
                                          <p:attrName>style.visibility</p:attrName>
                                        </p:attrNameLst>
                                      </p:cBhvr>
                                      <p:to>
                                        <p:strVal val="visible"/>
                                      </p:to>
                                    </p:set>
                                    <p:animEffect filter="wipe(left)" transition="in">
                                      <p:cBhvr>
                                        <p:cTn id="157" dur="500"/>
                                        <p:tgtEl>
                                          <p:spTgt spid="9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76" grpId="1"/>
      <p:bldP build="whole" bldLvl="1" animBg="1" rev="0" advAuto="0" spid="991" grpId="12"/>
      <p:bldP build="whole" bldLvl="1" animBg="1" rev="0" advAuto="0" spid="981" grpId="14"/>
      <p:bldP build="whole" bldLvl="1" animBg="1" rev="0" advAuto="0" spid="973" grpId="25"/>
      <p:bldP build="whole" bldLvl="1" animBg="1" rev="0" advAuto="0" spid="1008" grpId="34"/>
      <p:bldP build="whole" bldLvl="1" animBg="1" rev="0" advAuto="0" spid="980" grpId="8"/>
      <p:bldP build="whole" bldLvl="1" animBg="1" rev="0" advAuto="0" spid="1005" grpId="27"/>
      <p:bldP build="whole" bldLvl="1" animBg="1" rev="0" advAuto="0" spid="982" grpId="20"/>
      <p:bldP build="whole" bldLvl="1" animBg="1" rev="0" advAuto="0" spid="1009" grpId="33"/>
      <p:bldP build="whole" bldLvl="1" animBg="1" rev="0" advAuto="0" spid="1007" grpId="35"/>
      <p:bldP build="whole" bldLvl="1" animBg="1" rev="0" advAuto="0" spid="983" grpId="26"/>
      <p:bldP build="whole" bldLvl="1" animBg="1" rev="0" advAuto="0" spid="986" grpId="6"/>
      <p:bldP build="whole" bldLvl="1" animBg="1" rev="0" advAuto="0" spid="975" grpId="31"/>
      <p:bldP build="whole" bldLvl="1" animBg="1" rev="0" advAuto="0" spid="977" grpId="5"/>
      <p:bldP build="whole" bldLvl="1" animBg="1" rev="0" advAuto="0" spid="984" grpId="32"/>
      <p:bldP build="whole" bldLvl="1" animBg="1" rev="0" advAuto="0" spid="993" grpId="17"/>
      <p:bldP build="whole" bldLvl="1" animBg="1" rev="0" advAuto="0" spid="990" grpId="9"/>
      <p:bldP build="whole" bldLvl="1" animBg="1" rev="0" advAuto="0" spid="1004" grpId="28"/>
      <p:bldP build="whole" bldLvl="1" animBg="1" rev="0" advAuto="0" spid="998" grpId="22"/>
      <p:bldP build="whole" bldLvl="1" animBg="1" rev="0" advAuto="0" spid="970" grpId="7"/>
      <p:bldP build="whole" bldLvl="1" animBg="1" rev="0" advAuto="0" spid="972" grpId="19"/>
      <p:bldP build="whole" bldLvl="1" animBg="1" rev="0" advAuto="0" spid="995" grpId="15"/>
      <p:bldP build="whole" bldLvl="1" animBg="1" rev="0" advAuto="0" spid="985" grpId="3"/>
      <p:bldP build="whole" bldLvl="1" animBg="1" rev="0" advAuto="0" spid="994" grpId="16"/>
      <p:bldP build="whole" bldLvl="1" animBg="1" rev="0" advAuto="0" spid="999" grpId="21"/>
      <p:bldP build="whole" bldLvl="1" animBg="1" rev="0" advAuto="0" spid="1003" grpId="29"/>
      <p:bldP build="whole" bldLvl="1" animBg="1" rev="0" advAuto="0" spid="974" grpId="37"/>
      <p:bldP build="whole" bldLvl="1" animBg="1" rev="0" advAuto="0" spid="1010" grpId="36"/>
      <p:bldP build="whole" bldLvl="1" animBg="1" rev="0" advAuto="0" spid="1000" grpId="24"/>
      <p:bldP build="whole" bldLvl="1" animBg="1" rev="0" advAuto="0" spid="1006" grpId="30"/>
      <p:bldP build="whole" bldLvl="1" animBg="1" rev="0" advAuto="0" spid="989" grpId="10"/>
      <p:bldP build="whole" bldLvl="1" animBg="1" rev="0" advAuto="0" spid="988" grpId="11"/>
      <p:bldP build="whole" bldLvl="1" animBg="1" rev="0" advAuto="0" spid="978" grpId="4"/>
      <p:bldP build="whole" bldLvl="1" animBg="1" rev="0" advAuto="0" spid="971" grpId="13"/>
      <p:bldP build="whole" bldLvl="1" animBg="1" rev="0" advAuto="0" spid="997" grpId="23"/>
      <p:bldP build="whole" bldLvl="1" animBg="1" rev="0" advAuto="0" spid="996" grpId="18"/>
      <p:bldP build="whole" bldLvl="1" animBg="1" rev="0" advAuto="0" spid="979" grpId="2"/>
    </p:bldLst>
  </p:timing>
</p:sld>
</file>

<file path=ppt/slides/slide4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22" name="Shape 1022"/>
          <p:cNvSpPr/>
          <p:nvPr/>
        </p:nvSpPr>
        <p:spPr>
          <a:xfrm>
            <a:off x="6697326" y="454456"/>
            <a:ext cx="4873603"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Datos:</a:t>
            </a:r>
          </a:p>
        </p:txBody>
      </p:sp>
      <p:sp>
        <p:nvSpPr>
          <p:cNvPr id="1023" name="Shape 1023"/>
          <p:cNvSpPr/>
          <p:nvPr/>
        </p:nvSpPr>
        <p:spPr>
          <a:xfrm>
            <a:off x="6838725" y="4115164"/>
            <a:ext cx="1008001" cy="1008001"/>
          </a:xfrm>
          <a:prstGeom prst="ellipse">
            <a:avLst/>
          </a:prstGeom>
          <a:ln w="38100">
            <a:solidFill>
              <a:srgbClr val="144973"/>
            </a:solidFill>
            <a:miter/>
            <a:tailEnd type="triangle"/>
          </a:ln>
        </p:spPr>
        <p:txBody>
          <a:bodyPr tIns="91439" bIns="91439" anchor="ctr"/>
          <a:lstStyle/>
          <a:p>
            <a:pPr defTabSz="914400">
              <a:defRPr b="1" sz="4000">
                <a:solidFill>
                  <a:srgbClr val="0A0A0A"/>
                </a:solidFill>
                <a:latin typeface="Calibri"/>
                <a:ea typeface="Calibri"/>
                <a:cs typeface="Calibri"/>
                <a:sym typeface="Calibri"/>
              </a:defRPr>
            </a:pPr>
          </a:p>
        </p:txBody>
      </p:sp>
      <p:sp>
        <p:nvSpPr>
          <p:cNvPr id="1024" name="Shape 1024"/>
          <p:cNvSpPr/>
          <p:nvPr/>
        </p:nvSpPr>
        <p:spPr>
          <a:xfrm>
            <a:off x="6986343" y="4216574"/>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1</a:t>
            </a:r>
          </a:p>
        </p:txBody>
      </p:sp>
      <p:sp>
        <p:nvSpPr>
          <p:cNvPr id="1025" name="Shape 1025"/>
          <p:cNvSpPr/>
          <p:nvPr/>
        </p:nvSpPr>
        <p:spPr>
          <a:xfrm>
            <a:off x="8019538" y="4075604"/>
            <a:ext cx="6187208"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26" name="Shape 1026"/>
          <p:cNvSpPr/>
          <p:nvPr/>
        </p:nvSpPr>
        <p:spPr>
          <a:xfrm>
            <a:off x="6838725" y="5813742"/>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27" name="Shape 1027"/>
          <p:cNvSpPr/>
          <p:nvPr/>
        </p:nvSpPr>
        <p:spPr>
          <a:xfrm>
            <a:off x="6986343" y="5915152"/>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2</a:t>
            </a:r>
          </a:p>
        </p:txBody>
      </p:sp>
      <p:sp>
        <p:nvSpPr>
          <p:cNvPr id="1028" name="Shape 1028"/>
          <p:cNvSpPr/>
          <p:nvPr/>
        </p:nvSpPr>
        <p:spPr>
          <a:xfrm>
            <a:off x="8019538" y="5774182"/>
            <a:ext cx="535051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29" name="Shape 1029"/>
          <p:cNvSpPr/>
          <p:nvPr/>
        </p:nvSpPr>
        <p:spPr>
          <a:xfrm>
            <a:off x="6838725" y="7370362"/>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30" name="Shape 1030"/>
          <p:cNvSpPr/>
          <p:nvPr/>
        </p:nvSpPr>
        <p:spPr>
          <a:xfrm>
            <a:off x="6986343" y="7471772"/>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3</a:t>
            </a:r>
          </a:p>
        </p:txBody>
      </p:sp>
      <p:sp>
        <p:nvSpPr>
          <p:cNvPr id="1031" name="Shape 1031"/>
          <p:cNvSpPr/>
          <p:nvPr/>
        </p:nvSpPr>
        <p:spPr>
          <a:xfrm>
            <a:off x="8019538" y="7330802"/>
            <a:ext cx="535051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32" name="Shape 1032"/>
          <p:cNvSpPr/>
          <p:nvPr/>
        </p:nvSpPr>
        <p:spPr>
          <a:xfrm>
            <a:off x="6838725" y="9068941"/>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33" name="Shape 1033"/>
          <p:cNvSpPr/>
          <p:nvPr/>
        </p:nvSpPr>
        <p:spPr>
          <a:xfrm>
            <a:off x="6986343" y="9170351"/>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4</a:t>
            </a:r>
          </a:p>
        </p:txBody>
      </p:sp>
      <p:sp>
        <p:nvSpPr>
          <p:cNvPr id="1034" name="Shape 1034"/>
          <p:cNvSpPr/>
          <p:nvPr/>
        </p:nvSpPr>
        <p:spPr>
          <a:xfrm>
            <a:off x="8019538" y="9029380"/>
            <a:ext cx="5168573"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35" name="Shape 1035"/>
          <p:cNvSpPr/>
          <p:nvPr/>
        </p:nvSpPr>
        <p:spPr>
          <a:xfrm>
            <a:off x="-1" y="0"/>
            <a:ext cx="5552945" cy="13716000"/>
          </a:xfrm>
          <a:prstGeom prst="rect">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36" name="Shape 1036"/>
          <p:cNvSpPr/>
          <p:nvPr/>
        </p:nvSpPr>
        <p:spPr>
          <a:xfrm>
            <a:off x="688908" y="4429008"/>
            <a:ext cx="4175127"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Título</a:t>
            </a:r>
          </a:p>
        </p:txBody>
      </p:sp>
      <p:sp>
        <p:nvSpPr>
          <p:cNvPr id="1037" name="Shape 1037"/>
          <p:cNvSpPr/>
          <p:nvPr/>
        </p:nvSpPr>
        <p:spPr>
          <a:xfrm>
            <a:off x="796470" y="5169442"/>
            <a:ext cx="3960001" cy="1"/>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038" name="Shape 1038"/>
          <p:cNvSpPr/>
          <p:nvPr/>
        </p:nvSpPr>
        <p:spPr>
          <a:xfrm>
            <a:off x="14379559" y="4115164"/>
            <a:ext cx="1008001" cy="1008001"/>
          </a:xfrm>
          <a:prstGeom prst="ellipse">
            <a:avLst/>
          </a:prstGeom>
          <a:ln w="38100">
            <a:solidFill>
              <a:srgbClr val="144973"/>
            </a:solidFill>
            <a:miter/>
            <a:tailEnd type="triangle"/>
          </a:ln>
        </p:spPr>
        <p:txBody>
          <a:bodyPr tIns="91439" bIns="91439" anchor="ctr"/>
          <a:lstStyle/>
          <a:p>
            <a:pPr defTabSz="914400">
              <a:defRPr b="1" sz="4000">
                <a:solidFill>
                  <a:srgbClr val="0A0A0A"/>
                </a:solidFill>
                <a:latin typeface="Calibri"/>
                <a:ea typeface="Calibri"/>
                <a:cs typeface="Calibri"/>
                <a:sym typeface="Calibri"/>
              </a:defRPr>
            </a:pPr>
          </a:p>
        </p:txBody>
      </p:sp>
      <p:sp>
        <p:nvSpPr>
          <p:cNvPr id="1039" name="Shape 1039"/>
          <p:cNvSpPr/>
          <p:nvPr/>
        </p:nvSpPr>
        <p:spPr>
          <a:xfrm>
            <a:off x="14527176" y="4216574"/>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5</a:t>
            </a:r>
          </a:p>
        </p:txBody>
      </p:sp>
      <p:sp>
        <p:nvSpPr>
          <p:cNvPr id="1040" name="Shape 1040"/>
          <p:cNvSpPr/>
          <p:nvPr/>
        </p:nvSpPr>
        <p:spPr>
          <a:xfrm>
            <a:off x="15560372" y="4075604"/>
            <a:ext cx="6187208"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41" name="Shape 1041"/>
          <p:cNvSpPr/>
          <p:nvPr/>
        </p:nvSpPr>
        <p:spPr>
          <a:xfrm>
            <a:off x="14379559" y="5813742"/>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42" name="Shape 1042"/>
          <p:cNvSpPr/>
          <p:nvPr/>
        </p:nvSpPr>
        <p:spPr>
          <a:xfrm>
            <a:off x="14527176" y="5915152"/>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6</a:t>
            </a:r>
          </a:p>
        </p:txBody>
      </p:sp>
      <p:sp>
        <p:nvSpPr>
          <p:cNvPr id="1043" name="Shape 1043"/>
          <p:cNvSpPr/>
          <p:nvPr/>
        </p:nvSpPr>
        <p:spPr>
          <a:xfrm>
            <a:off x="15560372" y="5774182"/>
            <a:ext cx="535051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44" name="Shape 1044"/>
          <p:cNvSpPr/>
          <p:nvPr/>
        </p:nvSpPr>
        <p:spPr>
          <a:xfrm>
            <a:off x="14379559" y="7370362"/>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45" name="Shape 1045"/>
          <p:cNvSpPr/>
          <p:nvPr/>
        </p:nvSpPr>
        <p:spPr>
          <a:xfrm>
            <a:off x="14527176" y="7471772"/>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7</a:t>
            </a:r>
          </a:p>
        </p:txBody>
      </p:sp>
      <p:sp>
        <p:nvSpPr>
          <p:cNvPr id="1046" name="Shape 1046"/>
          <p:cNvSpPr/>
          <p:nvPr/>
        </p:nvSpPr>
        <p:spPr>
          <a:xfrm>
            <a:off x="15560372" y="7330802"/>
            <a:ext cx="535051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47" name="Shape 1047"/>
          <p:cNvSpPr/>
          <p:nvPr/>
        </p:nvSpPr>
        <p:spPr>
          <a:xfrm>
            <a:off x="14379559" y="9068941"/>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48" name="Shape 1048"/>
          <p:cNvSpPr/>
          <p:nvPr/>
        </p:nvSpPr>
        <p:spPr>
          <a:xfrm>
            <a:off x="14527176" y="9170351"/>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8</a:t>
            </a:r>
          </a:p>
        </p:txBody>
      </p:sp>
      <p:sp>
        <p:nvSpPr>
          <p:cNvPr id="1049" name="Shape 1049"/>
          <p:cNvSpPr/>
          <p:nvPr/>
        </p:nvSpPr>
        <p:spPr>
          <a:xfrm>
            <a:off x="15560372" y="9029380"/>
            <a:ext cx="5168573"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050" name="Shape 1050"/>
          <p:cNvSpPr/>
          <p:nvPr/>
        </p:nvSpPr>
        <p:spPr>
          <a:xfrm>
            <a:off x="1940629" y="5544560"/>
            <a:ext cx="1671686" cy="36350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937"/>
                </a:moveTo>
                <a:cubicBezTo>
                  <a:pt x="14400" y="6937"/>
                  <a:pt x="14400" y="6937"/>
                  <a:pt x="14400" y="6937"/>
                </a:cubicBezTo>
                <a:cubicBezTo>
                  <a:pt x="14400" y="4730"/>
                  <a:pt x="14400" y="4730"/>
                  <a:pt x="14400" y="4730"/>
                </a:cubicBezTo>
                <a:cubicBezTo>
                  <a:pt x="14400" y="3942"/>
                  <a:pt x="15429" y="3784"/>
                  <a:pt x="16457" y="3784"/>
                </a:cubicBezTo>
                <a:cubicBezTo>
                  <a:pt x="17143" y="3784"/>
                  <a:pt x="21600" y="3784"/>
                  <a:pt x="21600" y="3784"/>
                </a:cubicBezTo>
                <a:cubicBezTo>
                  <a:pt x="21600" y="0"/>
                  <a:pt x="21600" y="0"/>
                  <a:pt x="21600" y="0"/>
                </a:cubicBezTo>
                <a:cubicBezTo>
                  <a:pt x="14400" y="0"/>
                  <a:pt x="14400" y="0"/>
                  <a:pt x="14400" y="0"/>
                </a:cubicBezTo>
                <a:cubicBezTo>
                  <a:pt x="6514" y="0"/>
                  <a:pt x="4457" y="2838"/>
                  <a:pt x="4457" y="4572"/>
                </a:cubicBezTo>
                <a:cubicBezTo>
                  <a:pt x="4457" y="6937"/>
                  <a:pt x="4457" y="6937"/>
                  <a:pt x="4457" y="6937"/>
                </a:cubicBezTo>
                <a:cubicBezTo>
                  <a:pt x="0" y="6937"/>
                  <a:pt x="0" y="6937"/>
                  <a:pt x="0" y="6937"/>
                </a:cubicBezTo>
                <a:cubicBezTo>
                  <a:pt x="0" y="10721"/>
                  <a:pt x="0" y="10721"/>
                  <a:pt x="0" y="10721"/>
                </a:cubicBezTo>
                <a:cubicBezTo>
                  <a:pt x="4457" y="10721"/>
                  <a:pt x="4457" y="10721"/>
                  <a:pt x="4457" y="10721"/>
                </a:cubicBezTo>
                <a:cubicBezTo>
                  <a:pt x="4457" y="15609"/>
                  <a:pt x="4457" y="21600"/>
                  <a:pt x="4457" y="21600"/>
                </a:cubicBezTo>
                <a:cubicBezTo>
                  <a:pt x="14400" y="21600"/>
                  <a:pt x="14400" y="21600"/>
                  <a:pt x="14400" y="21600"/>
                </a:cubicBezTo>
                <a:cubicBezTo>
                  <a:pt x="14400" y="21600"/>
                  <a:pt x="14400" y="15609"/>
                  <a:pt x="14400" y="10721"/>
                </a:cubicBezTo>
                <a:cubicBezTo>
                  <a:pt x="20914" y="10721"/>
                  <a:pt x="20914" y="10721"/>
                  <a:pt x="20914" y="10721"/>
                </a:cubicBezTo>
                <a:lnTo>
                  <a:pt x="21600" y="6937"/>
                </a:ln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25"/>
                                        </p:tgtEl>
                                        <p:attrNameLst>
                                          <p:attrName>style.visibility</p:attrName>
                                        </p:attrNameLst>
                                      </p:cBhvr>
                                      <p:to>
                                        <p:strVal val="visible"/>
                                      </p:to>
                                    </p:set>
                                    <p:animEffect filter="dissolve" transition="in">
                                      <p:cBhvr>
                                        <p:cTn id="7" dur="500"/>
                                        <p:tgtEl>
                                          <p:spTgt spid="1025"/>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1028"/>
                                        </p:tgtEl>
                                        <p:attrNameLst>
                                          <p:attrName>style.visibility</p:attrName>
                                        </p:attrNameLst>
                                      </p:cBhvr>
                                      <p:to>
                                        <p:strVal val="visible"/>
                                      </p:to>
                                    </p:set>
                                    <p:animEffect filter="dissolve" transition="in">
                                      <p:cBhvr>
                                        <p:cTn id="11" dur="500"/>
                                        <p:tgtEl>
                                          <p:spTgt spid="1028"/>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1031"/>
                                        </p:tgtEl>
                                        <p:attrNameLst>
                                          <p:attrName>style.visibility</p:attrName>
                                        </p:attrNameLst>
                                      </p:cBhvr>
                                      <p:to>
                                        <p:strVal val="visible"/>
                                      </p:to>
                                    </p:set>
                                    <p:animEffect filter="dissolve" transition="in">
                                      <p:cBhvr>
                                        <p:cTn id="15" dur="500"/>
                                        <p:tgtEl>
                                          <p:spTgt spid="1031"/>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1034"/>
                                        </p:tgtEl>
                                        <p:attrNameLst>
                                          <p:attrName>style.visibility</p:attrName>
                                        </p:attrNameLst>
                                      </p:cBhvr>
                                      <p:to>
                                        <p:strVal val="visible"/>
                                      </p:to>
                                    </p:set>
                                    <p:animEffect filter="dissolve" transition="in">
                                      <p:cBhvr>
                                        <p:cTn id="19" dur="500"/>
                                        <p:tgtEl>
                                          <p:spTgt spid="1034"/>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1036"/>
                                        </p:tgtEl>
                                        <p:attrNameLst>
                                          <p:attrName>style.visibility</p:attrName>
                                        </p:attrNameLst>
                                      </p:cBhvr>
                                      <p:to>
                                        <p:strVal val="visible"/>
                                      </p:to>
                                    </p:set>
                                    <p:animEffect filter="dissolve" transition="in">
                                      <p:cBhvr>
                                        <p:cTn id="23" dur="500"/>
                                        <p:tgtEl>
                                          <p:spTgt spid="1036"/>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1037"/>
                                        </p:tgtEl>
                                        <p:attrNameLst>
                                          <p:attrName>style.visibility</p:attrName>
                                        </p:attrNameLst>
                                      </p:cBhvr>
                                      <p:to>
                                        <p:strVal val="visible"/>
                                      </p:to>
                                    </p:set>
                                    <p:animEffect filter="dissolve" transition="in">
                                      <p:cBhvr>
                                        <p:cTn id="27" dur="500"/>
                                        <p:tgtEl>
                                          <p:spTgt spid="1037"/>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040"/>
                                        </p:tgtEl>
                                        <p:attrNameLst>
                                          <p:attrName>style.visibility</p:attrName>
                                        </p:attrNameLst>
                                      </p:cBhvr>
                                      <p:to>
                                        <p:strVal val="visible"/>
                                      </p:to>
                                    </p:set>
                                    <p:animEffect filter="dissolve" transition="in">
                                      <p:cBhvr>
                                        <p:cTn id="31" dur="500"/>
                                        <p:tgtEl>
                                          <p:spTgt spid="1040"/>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1043"/>
                                        </p:tgtEl>
                                        <p:attrNameLst>
                                          <p:attrName>style.visibility</p:attrName>
                                        </p:attrNameLst>
                                      </p:cBhvr>
                                      <p:to>
                                        <p:strVal val="visible"/>
                                      </p:to>
                                    </p:set>
                                    <p:animEffect filter="dissolve" transition="in">
                                      <p:cBhvr>
                                        <p:cTn id="35" dur="500"/>
                                        <p:tgtEl>
                                          <p:spTgt spid="1043"/>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1046"/>
                                        </p:tgtEl>
                                        <p:attrNameLst>
                                          <p:attrName>style.visibility</p:attrName>
                                        </p:attrNameLst>
                                      </p:cBhvr>
                                      <p:to>
                                        <p:strVal val="visible"/>
                                      </p:to>
                                    </p:set>
                                    <p:animEffect filter="dissolve" transition="in">
                                      <p:cBhvr>
                                        <p:cTn id="39" dur="500"/>
                                        <p:tgtEl>
                                          <p:spTgt spid="1046"/>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1049"/>
                                        </p:tgtEl>
                                        <p:attrNameLst>
                                          <p:attrName>style.visibility</p:attrName>
                                        </p:attrNameLst>
                                      </p:cBhvr>
                                      <p:to>
                                        <p:strVal val="visible"/>
                                      </p:to>
                                    </p:set>
                                    <p:animEffect filter="dissolve" transition="in">
                                      <p:cBhvr>
                                        <p:cTn id="43" dur="500"/>
                                        <p:tgtEl>
                                          <p:spTgt spid="10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31" grpId="3"/>
      <p:bldP build="whole" bldLvl="1" animBg="1" rev="0" advAuto="0" spid="1028" grpId="2"/>
      <p:bldP build="whole" bldLvl="1" animBg="1" rev="0" advAuto="0" spid="1025" grpId="1"/>
      <p:bldP build="whole" bldLvl="1" animBg="1" rev="0" advAuto="0" spid="1036" grpId="5"/>
      <p:bldP build="whole" bldLvl="1" animBg="1" rev="0" advAuto="0" spid="1043" grpId="8"/>
      <p:bldP build="whole" bldLvl="1" animBg="1" rev="0" advAuto="0" spid="1040" grpId="7"/>
      <p:bldP build="whole" bldLvl="1" animBg="1" rev="0" advAuto="0" spid="1046" grpId="9"/>
      <p:bldP build="whole" bldLvl="1" animBg="1" rev="0" advAuto="0" spid="1037" grpId="6"/>
      <p:bldP build="whole" bldLvl="1" animBg="1" rev="0" advAuto="0" spid="1034" grpId="4"/>
      <p:bldP build="whole" bldLvl="1" animBg="1" rev="0" advAuto="0" spid="1049" grpId="10"/>
    </p:bldLst>
  </p:timing>
</p:sld>
</file>

<file path=ppt/slides/slide4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2" name="Shape 1052"/>
          <p:cNvSpPr/>
          <p:nvPr/>
        </p:nvSpPr>
        <p:spPr>
          <a:xfrm rot="5400000">
            <a:off x="5509360" y="7823232"/>
            <a:ext cx="467667" cy="403161"/>
          </a:xfrm>
          <a:prstGeom prst="triangl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53" name="Shape 1053"/>
          <p:cNvSpPr/>
          <p:nvPr/>
        </p:nvSpPr>
        <p:spPr>
          <a:xfrm>
            <a:off x="5076796" y="8001000"/>
            <a:ext cx="2412559" cy="0"/>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054" name="Shape 1054"/>
          <p:cNvSpPr/>
          <p:nvPr/>
        </p:nvSpPr>
        <p:spPr>
          <a:xfrm>
            <a:off x="5879513" y="9315057"/>
            <a:ext cx="3592688"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055" name="Shape 1055"/>
          <p:cNvSpPr/>
          <p:nvPr/>
        </p:nvSpPr>
        <p:spPr>
          <a:xfrm>
            <a:off x="7564284" y="8001000"/>
            <a:ext cx="2727955" cy="0"/>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056" name="Shape 1056"/>
          <p:cNvSpPr/>
          <p:nvPr/>
        </p:nvSpPr>
        <p:spPr>
          <a:xfrm>
            <a:off x="10375033" y="8001000"/>
            <a:ext cx="2629168" cy="0"/>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057" name="Shape 1057"/>
          <p:cNvSpPr/>
          <p:nvPr/>
        </p:nvSpPr>
        <p:spPr>
          <a:xfrm>
            <a:off x="12997054" y="8001000"/>
            <a:ext cx="2629169" cy="0"/>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058" name="Shape 1058"/>
          <p:cNvSpPr/>
          <p:nvPr/>
        </p:nvSpPr>
        <p:spPr>
          <a:xfrm>
            <a:off x="15800271" y="8001000"/>
            <a:ext cx="2629168" cy="0"/>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059" name="Shape 1059"/>
          <p:cNvSpPr/>
          <p:nvPr/>
        </p:nvSpPr>
        <p:spPr>
          <a:xfrm>
            <a:off x="5949219" y="2022476"/>
            <a:ext cx="14479722"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060" name="Shape 1060"/>
          <p:cNvSpPr/>
          <p:nvPr/>
        </p:nvSpPr>
        <p:spPr>
          <a:xfrm>
            <a:off x="18603487" y="8001000"/>
            <a:ext cx="2629169" cy="0"/>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grpSp>
        <p:nvGrpSpPr>
          <p:cNvPr id="1074" name="Group 1074"/>
          <p:cNvGrpSpPr/>
          <p:nvPr/>
        </p:nvGrpSpPr>
        <p:grpSpPr>
          <a:xfrm>
            <a:off x="7228864" y="8351701"/>
            <a:ext cx="887377" cy="887379"/>
            <a:chOff x="0" y="0"/>
            <a:chExt cx="887375" cy="887378"/>
          </a:xfrm>
        </p:grpSpPr>
        <p:sp>
          <p:nvSpPr>
            <p:cNvPr id="1061" name="Shape 1061"/>
            <p:cNvSpPr/>
            <p:nvPr/>
          </p:nvSpPr>
          <p:spPr>
            <a:xfrm>
              <a:off x="0" y="0"/>
              <a:ext cx="887376" cy="887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4725" y="0"/>
                    <a:pt x="4725" y="0"/>
                    <a:pt x="4725" y="0"/>
                  </a:cubicBezTo>
                  <a:cubicBezTo>
                    <a:pt x="3544" y="0"/>
                    <a:pt x="2700" y="844"/>
                    <a:pt x="2700" y="2025"/>
                  </a:cubicBezTo>
                  <a:cubicBezTo>
                    <a:pt x="2700" y="3375"/>
                    <a:pt x="2700" y="3375"/>
                    <a:pt x="2700" y="3375"/>
                  </a:cubicBezTo>
                  <a:cubicBezTo>
                    <a:pt x="2025" y="3375"/>
                    <a:pt x="2025" y="3375"/>
                    <a:pt x="2025" y="3375"/>
                  </a:cubicBezTo>
                  <a:cubicBezTo>
                    <a:pt x="844" y="3375"/>
                    <a:pt x="0" y="4219"/>
                    <a:pt x="0" y="5400"/>
                  </a:cubicBezTo>
                  <a:cubicBezTo>
                    <a:pt x="0" y="18900"/>
                    <a:pt x="0" y="18900"/>
                    <a:pt x="0" y="18900"/>
                  </a:cubicBezTo>
                  <a:cubicBezTo>
                    <a:pt x="0" y="20419"/>
                    <a:pt x="1181" y="21600"/>
                    <a:pt x="2700" y="21600"/>
                  </a:cubicBezTo>
                  <a:cubicBezTo>
                    <a:pt x="18900" y="21600"/>
                    <a:pt x="18900" y="21600"/>
                    <a:pt x="18900" y="21600"/>
                  </a:cubicBezTo>
                  <a:cubicBezTo>
                    <a:pt x="20419" y="21600"/>
                    <a:pt x="21600" y="20419"/>
                    <a:pt x="21600" y="18900"/>
                  </a:cubicBezTo>
                  <a:cubicBezTo>
                    <a:pt x="21600" y="2025"/>
                    <a:pt x="21600" y="2025"/>
                    <a:pt x="21600" y="2025"/>
                  </a:cubicBezTo>
                  <a:cubicBezTo>
                    <a:pt x="21600" y="844"/>
                    <a:pt x="20756" y="0"/>
                    <a:pt x="19575" y="0"/>
                  </a:cubicBezTo>
                  <a:close/>
                  <a:moveTo>
                    <a:pt x="20250" y="18900"/>
                  </a:moveTo>
                  <a:cubicBezTo>
                    <a:pt x="20250" y="19575"/>
                    <a:pt x="19575" y="20250"/>
                    <a:pt x="18900" y="20250"/>
                  </a:cubicBezTo>
                  <a:cubicBezTo>
                    <a:pt x="2700" y="20250"/>
                    <a:pt x="2700" y="20250"/>
                    <a:pt x="2700" y="20250"/>
                  </a:cubicBezTo>
                  <a:cubicBezTo>
                    <a:pt x="2025" y="20250"/>
                    <a:pt x="1350" y="19575"/>
                    <a:pt x="1350" y="18900"/>
                  </a:cubicBezTo>
                  <a:cubicBezTo>
                    <a:pt x="1350" y="5400"/>
                    <a:pt x="1350" y="5400"/>
                    <a:pt x="1350" y="5400"/>
                  </a:cubicBezTo>
                  <a:cubicBezTo>
                    <a:pt x="1350" y="5063"/>
                    <a:pt x="1687" y="4725"/>
                    <a:pt x="2025" y="4725"/>
                  </a:cubicBezTo>
                  <a:cubicBezTo>
                    <a:pt x="2700" y="4725"/>
                    <a:pt x="2700" y="4725"/>
                    <a:pt x="2700" y="4725"/>
                  </a:cubicBezTo>
                  <a:cubicBezTo>
                    <a:pt x="2700" y="18225"/>
                    <a:pt x="2700" y="18225"/>
                    <a:pt x="2700" y="18225"/>
                  </a:cubicBezTo>
                  <a:cubicBezTo>
                    <a:pt x="2700" y="18562"/>
                    <a:pt x="3037" y="18900"/>
                    <a:pt x="3375" y="18900"/>
                  </a:cubicBezTo>
                  <a:cubicBezTo>
                    <a:pt x="3712" y="18900"/>
                    <a:pt x="4050" y="18562"/>
                    <a:pt x="4050" y="18225"/>
                  </a:cubicBezTo>
                  <a:cubicBezTo>
                    <a:pt x="4050" y="2025"/>
                    <a:pt x="4050" y="2025"/>
                    <a:pt x="4050" y="2025"/>
                  </a:cubicBezTo>
                  <a:cubicBezTo>
                    <a:pt x="4050" y="1688"/>
                    <a:pt x="4387" y="1350"/>
                    <a:pt x="4725" y="1350"/>
                  </a:cubicBezTo>
                  <a:cubicBezTo>
                    <a:pt x="19575" y="1350"/>
                    <a:pt x="19575" y="1350"/>
                    <a:pt x="19575" y="1350"/>
                  </a:cubicBezTo>
                  <a:cubicBezTo>
                    <a:pt x="19912" y="1350"/>
                    <a:pt x="20250" y="1688"/>
                    <a:pt x="20250" y="2025"/>
                  </a:cubicBezTo>
                  <a:lnTo>
                    <a:pt x="20250" y="189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2" name="Shape 1062"/>
            <p:cNvSpPr/>
            <p:nvPr/>
          </p:nvSpPr>
          <p:spPr>
            <a:xfrm>
              <a:off x="525532" y="333125"/>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cubicBezTo>
                    <a:pt x="20400" y="21600"/>
                    <a:pt x="20400" y="21600"/>
                    <a:pt x="20400" y="21600"/>
                  </a:cubicBezTo>
                  <a:cubicBezTo>
                    <a:pt x="21000" y="21600"/>
                    <a:pt x="21600" y="16200"/>
                    <a:pt x="21600" y="10800"/>
                  </a:cubicBezTo>
                  <a:cubicBezTo>
                    <a:pt x="21600" y="5400"/>
                    <a:pt x="21000" y="0"/>
                    <a:pt x="20400" y="0"/>
                  </a:cubicBezTo>
                  <a:cubicBezTo>
                    <a:pt x="1200" y="0"/>
                    <a:pt x="1200" y="0"/>
                    <a:pt x="1200" y="0"/>
                  </a:cubicBezTo>
                  <a:cubicBezTo>
                    <a:pt x="600" y="0"/>
                    <a:pt x="0" y="5400"/>
                    <a:pt x="0" y="10800"/>
                  </a:cubicBezTo>
                  <a:cubicBezTo>
                    <a:pt x="0" y="16200"/>
                    <a:pt x="600" y="21600"/>
                    <a:pt x="12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3" name="Shape 1063"/>
            <p:cNvSpPr/>
            <p:nvPr/>
          </p:nvSpPr>
          <p:spPr>
            <a:xfrm>
              <a:off x="525532" y="249843"/>
              <a:ext cx="249845" cy="258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cubicBezTo>
                    <a:pt x="20400" y="21600"/>
                    <a:pt x="20400" y="21600"/>
                    <a:pt x="20400" y="21600"/>
                  </a:cubicBezTo>
                  <a:cubicBezTo>
                    <a:pt x="21000" y="21600"/>
                    <a:pt x="21600" y="16200"/>
                    <a:pt x="21600" y="10800"/>
                  </a:cubicBezTo>
                  <a:cubicBezTo>
                    <a:pt x="21600" y="5400"/>
                    <a:pt x="21000" y="0"/>
                    <a:pt x="20400" y="0"/>
                  </a:cubicBezTo>
                  <a:cubicBezTo>
                    <a:pt x="1200" y="0"/>
                    <a:pt x="1200" y="0"/>
                    <a:pt x="1200" y="0"/>
                  </a:cubicBezTo>
                  <a:cubicBezTo>
                    <a:pt x="600" y="0"/>
                    <a:pt x="0" y="5400"/>
                    <a:pt x="0" y="10800"/>
                  </a:cubicBezTo>
                  <a:cubicBezTo>
                    <a:pt x="0" y="16200"/>
                    <a:pt x="600" y="21600"/>
                    <a:pt x="12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4" name="Shape 1064"/>
            <p:cNvSpPr/>
            <p:nvPr/>
          </p:nvSpPr>
          <p:spPr>
            <a:xfrm>
              <a:off x="525532" y="166562"/>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cubicBezTo>
                    <a:pt x="20400" y="21600"/>
                    <a:pt x="20400" y="21600"/>
                    <a:pt x="20400" y="21600"/>
                  </a:cubicBezTo>
                  <a:cubicBezTo>
                    <a:pt x="21000" y="21600"/>
                    <a:pt x="21600" y="16200"/>
                    <a:pt x="21600" y="10800"/>
                  </a:cubicBezTo>
                  <a:cubicBezTo>
                    <a:pt x="21600" y="5400"/>
                    <a:pt x="21000" y="0"/>
                    <a:pt x="20400" y="0"/>
                  </a:cubicBezTo>
                  <a:cubicBezTo>
                    <a:pt x="1200" y="0"/>
                    <a:pt x="1200" y="0"/>
                    <a:pt x="1200" y="0"/>
                  </a:cubicBezTo>
                  <a:cubicBezTo>
                    <a:pt x="600" y="0"/>
                    <a:pt x="0" y="5400"/>
                    <a:pt x="0" y="10800"/>
                  </a:cubicBezTo>
                  <a:cubicBezTo>
                    <a:pt x="0" y="16200"/>
                    <a:pt x="600" y="21600"/>
                    <a:pt x="12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5" name="Shape 1065"/>
            <p:cNvSpPr/>
            <p:nvPr/>
          </p:nvSpPr>
          <p:spPr>
            <a:xfrm>
              <a:off x="221125" y="749531"/>
              <a:ext cx="249844"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6" name="Shape 1066"/>
            <p:cNvSpPr/>
            <p:nvPr/>
          </p:nvSpPr>
          <p:spPr>
            <a:xfrm>
              <a:off x="221125" y="666250"/>
              <a:ext cx="249844"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7" name="Shape 1067"/>
            <p:cNvSpPr/>
            <p:nvPr/>
          </p:nvSpPr>
          <p:spPr>
            <a:xfrm>
              <a:off x="221125" y="582968"/>
              <a:ext cx="249844"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8" name="Shape 1068"/>
            <p:cNvSpPr/>
            <p:nvPr/>
          </p:nvSpPr>
          <p:spPr>
            <a:xfrm>
              <a:off x="525532" y="749531"/>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69" name="Shape 1069"/>
            <p:cNvSpPr/>
            <p:nvPr/>
          </p:nvSpPr>
          <p:spPr>
            <a:xfrm>
              <a:off x="525532" y="666250"/>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70" name="Shape 1070"/>
            <p:cNvSpPr/>
            <p:nvPr/>
          </p:nvSpPr>
          <p:spPr>
            <a:xfrm>
              <a:off x="525532" y="582968"/>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71" name="Shape 1071"/>
            <p:cNvSpPr/>
            <p:nvPr/>
          </p:nvSpPr>
          <p:spPr>
            <a:xfrm>
              <a:off x="221125" y="416405"/>
              <a:ext cx="554252"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0" y="0"/>
                  </a:moveTo>
                  <a:cubicBezTo>
                    <a:pt x="540" y="0"/>
                    <a:pt x="540" y="0"/>
                    <a:pt x="540" y="0"/>
                  </a:cubicBezTo>
                  <a:cubicBezTo>
                    <a:pt x="270" y="0"/>
                    <a:pt x="0" y="5400"/>
                    <a:pt x="0" y="10800"/>
                  </a:cubicBezTo>
                  <a:cubicBezTo>
                    <a:pt x="0" y="16200"/>
                    <a:pt x="270" y="21600"/>
                    <a:pt x="540" y="21600"/>
                  </a:cubicBezTo>
                  <a:cubicBezTo>
                    <a:pt x="21060" y="21600"/>
                    <a:pt x="21060" y="21600"/>
                    <a:pt x="21060" y="21600"/>
                  </a:cubicBezTo>
                  <a:cubicBezTo>
                    <a:pt x="21330" y="21600"/>
                    <a:pt x="21600" y="16200"/>
                    <a:pt x="21600" y="10800"/>
                  </a:cubicBezTo>
                  <a:cubicBezTo>
                    <a:pt x="21600" y="5400"/>
                    <a:pt x="21330" y="0"/>
                    <a:pt x="2106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72" name="Shape 1072"/>
            <p:cNvSpPr/>
            <p:nvPr/>
          </p:nvSpPr>
          <p:spPr>
            <a:xfrm>
              <a:off x="221125" y="499688"/>
              <a:ext cx="554252" cy="258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0" y="0"/>
                  </a:moveTo>
                  <a:cubicBezTo>
                    <a:pt x="540" y="0"/>
                    <a:pt x="540" y="0"/>
                    <a:pt x="540" y="0"/>
                  </a:cubicBezTo>
                  <a:cubicBezTo>
                    <a:pt x="270" y="0"/>
                    <a:pt x="0" y="5400"/>
                    <a:pt x="0" y="10800"/>
                  </a:cubicBezTo>
                  <a:cubicBezTo>
                    <a:pt x="0" y="16200"/>
                    <a:pt x="270" y="21600"/>
                    <a:pt x="540" y="21600"/>
                  </a:cubicBezTo>
                  <a:cubicBezTo>
                    <a:pt x="21060" y="21600"/>
                    <a:pt x="21060" y="21600"/>
                    <a:pt x="21060" y="21600"/>
                  </a:cubicBezTo>
                  <a:cubicBezTo>
                    <a:pt x="21330" y="21600"/>
                    <a:pt x="21600" y="16200"/>
                    <a:pt x="21600" y="10800"/>
                  </a:cubicBezTo>
                  <a:cubicBezTo>
                    <a:pt x="21600" y="5400"/>
                    <a:pt x="21330" y="0"/>
                    <a:pt x="2106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73" name="Shape 1073"/>
            <p:cNvSpPr/>
            <p:nvPr/>
          </p:nvSpPr>
          <p:spPr>
            <a:xfrm>
              <a:off x="221125" y="109127"/>
              <a:ext cx="249844" cy="2498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00" y="21600"/>
                  </a:moveTo>
                  <a:cubicBezTo>
                    <a:pt x="19200" y="21600"/>
                    <a:pt x="19200" y="21600"/>
                    <a:pt x="19200" y="21600"/>
                  </a:cubicBezTo>
                  <a:cubicBezTo>
                    <a:pt x="20400" y="21600"/>
                    <a:pt x="21600" y="20400"/>
                    <a:pt x="21600" y="19200"/>
                  </a:cubicBezTo>
                  <a:cubicBezTo>
                    <a:pt x="21600" y="2400"/>
                    <a:pt x="21600" y="2400"/>
                    <a:pt x="21600" y="2400"/>
                  </a:cubicBezTo>
                  <a:cubicBezTo>
                    <a:pt x="21600" y="1200"/>
                    <a:pt x="20400" y="0"/>
                    <a:pt x="19200" y="0"/>
                  </a:cubicBezTo>
                  <a:cubicBezTo>
                    <a:pt x="2400" y="0"/>
                    <a:pt x="2400" y="0"/>
                    <a:pt x="2400" y="0"/>
                  </a:cubicBezTo>
                  <a:cubicBezTo>
                    <a:pt x="1200" y="0"/>
                    <a:pt x="0" y="1200"/>
                    <a:pt x="0" y="2400"/>
                  </a:cubicBezTo>
                  <a:cubicBezTo>
                    <a:pt x="0" y="19200"/>
                    <a:pt x="0" y="19200"/>
                    <a:pt x="0" y="19200"/>
                  </a:cubicBezTo>
                  <a:cubicBezTo>
                    <a:pt x="0" y="20400"/>
                    <a:pt x="1200" y="21600"/>
                    <a:pt x="2400" y="21600"/>
                  </a:cubicBezTo>
                  <a:close/>
                  <a:moveTo>
                    <a:pt x="4800" y="4800"/>
                  </a:moveTo>
                  <a:cubicBezTo>
                    <a:pt x="16800" y="4800"/>
                    <a:pt x="16800" y="4800"/>
                    <a:pt x="16800" y="4800"/>
                  </a:cubicBezTo>
                  <a:cubicBezTo>
                    <a:pt x="16800" y="16800"/>
                    <a:pt x="16800" y="16800"/>
                    <a:pt x="16800" y="16800"/>
                  </a:cubicBezTo>
                  <a:cubicBezTo>
                    <a:pt x="4800" y="16800"/>
                    <a:pt x="4800" y="16800"/>
                    <a:pt x="4800" y="16800"/>
                  </a:cubicBezTo>
                  <a:lnTo>
                    <a:pt x="4800" y="48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075" name="Shape 1075"/>
          <p:cNvSpPr/>
          <p:nvPr/>
        </p:nvSpPr>
        <p:spPr>
          <a:xfrm>
            <a:off x="7909393" y="6184719"/>
            <a:ext cx="4737577" cy="957580"/>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grpSp>
        <p:nvGrpSpPr>
          <p:cNvPr id="1078" name="Group 1078"/>
          <p:cNvGrpSpPr/>
          <p:nvPr/>
        </p:nvGrpSpPr>
        <p:grpSpPr>
          <a:xfrm>
            <a:off x="9839001" y="5177430"/>
            <a:ext cx="878360" cy="855981"/>
            <a:chOff x="0" y="0"/>
            <a:chExt cx="878359" cy="855980"/>
          </a:xfrm>
        </p:grpSpPr>
        <p:sp>
          <p:nvSpPr>
            <p:cNvPr id="1076" name="Shape 1076"/>
            <p:cNvSpPr/>
            <p:nvPr/>
          </p:nvSpPr>
          <p:spPr>
            <a:xfrm>
              <a:off x="274135" y="343785"/>
              <a:ext cx="351172" cy="330653"/>
            </a:xfrm>
            <a:custGeom>
              <a:avLst/>
              <a:gdLst/>
              <a:ahLst/>
              <a:cxnLst>
                <a:cxn ang="0">
                  <a:pos x="wd2" y="hd2"/>
                </a:cxn>
                <a:cxn ang="5400000">
                  <a:pos x="wd2" y="hd2"/>
                </a:cxn>
                <a:cxn ang="10800000">
                  <a:pos x="wd2" y="hd2"/>
                </a:cxn>
                <a:cxn ang="16200000">
                  <a:pos x="wd2" y="hd2"/>
                </a:cxn>
              </a:cxnLst>
              <a:rect l="0" t="0" r="r" b="b"/>
              <a:pathLst>
                <a:path w="21185" h="20590" fill="norm" stroke="1" extrusionOk="0">
                  <a:moveTo>
                    <a:pt x="3323" y="20264"/>
                  </a:moveTo>
                  <a:cubicBezTo>
                    <a:pt x="19938" y="11957"/>
                    <a:pt x="19938" y="11957"/>
                    <a:pt x="19938" y="11957"/>
                  </a:cubicBezTo>
                  <a:cubicBezTo>
                    <a:pt x="21600" y="11126"/>
                    <a:pt x="21600" y="9464"/>
                    <a:pt x="19938" y="8633"/>
                  </a:cubicBezTo>
                  <a:cubicBezTo>
                    <a:pt x="3323" y="326"/>
                    <a:pt x="3323" y="326"/>
                    <a:pt x="3323" y="326"/>
                  </a:cubicBezTo>
                  <a:cubicBezTo>
                    <a:pt x="1662" y="-505"/>
                    <a:pt x="0" y="326"/>
                    <a:pt x="0" y="1987"/>
                  </a:cubicBezTo>
                  <a:cubicBezTo>
                    <a:pt x="0" y="18603"/>
                    <a:pt x="0" y="18603"/>
                    <a:pt x="0" y="18603"/>
                  </a:cubicBezTo>
                  <a:cubicBezTo>
                    <a:pt x="0" y="20264"/>
                    <a:pt x="1662" y="21095"/>
                    <a:pt x="3323" y="2026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77" name="Shape 1077"/>
            <p:cNvSpPr/>
            <p:nvPr/>
          </p:nvSpPr>
          <p:spPr>
            <a:xfrm>
              <a:off x="0" y="0"/>
              <a:ext cx="878360" cy="855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1012" y="0"/>
                    <a:pt x="0" y="1013"/>
                    <a:pt x="0" y="2025"/>
                  </a:cubicBezTo>
                  <a:cubicBezTo>
                    <a:pt x="0" y="19575"/>
                    <a:pt x="0" y="19575"/>
                    <a:pt x="0" y="19575"/>
                  </a:cubicBezTo>
                  <a:cubicBezTo>
                    <a:pt x="0" y="20587"/>
                    <a:pt x="1012" y="21600"/>
                    <a:pt x="2025" y="21600"/>
                  </a:cubicBezTo>
                  <a:cubicBezTo>
                    <a:pt x="19575" y="21600"/>
                    <a:pt x="19575" y="21600"/>
                    <a:pt x="19575" y="21600"/>
                  </a:cubicBezTo>
                  <a:cubicBezTo>
                    <a:pt x="20588" y="21600"/>
                    <a:pt x="21600" y="20587"/>
                    <a:pt x="21600" y="19575"/>
                  </a:cubicBezTo>
                  <a:cubicBezTo>
                    <a:pt x="21600" y="2025"/>
                    <a:pt x="21600" y="2025"/>
                    <a:pt x="21600" y="2025"/>
                  </a:cubicBezTo>
                  <a:cubicBezTo>
                    <a:pt x="21600" y="1013"/>
                    <a:pt x="20588" y="0"/>
                    <a:pt x="19575" y="0"/>
                  </a:cubicBezTo>
                  <a:close/>
                  <a:moveTo>
                    <a:pt x="13500" y="1350"/>
                  </a:moveTo>
                  <a:cubicBezTo>
                    <a:pt x="14850" y="4050"/>
                    <a:pt x="14850" y="4050"/>
                    <a:pt x="14850" y="4050"/>
                  </a:cubicBezTo>
                  <a:cubicBezTo>
                    <a:pt x="12150" y="4050"/>
                    <a:pt x="12150" y="4050"/>
                    <a:pt x="12150" y="4050"/>
                  </a:cubicBezTo>
                  <a:cubicBezTo>
                    <a:pt x="10800" y="1350"/>
                    <a:pt x="10800" y="1350"/>
                    <a:pt x="10800" y="1350"/>
                  </a:cubicBezTo>
                  <a:lnTo>
                    <a:pt x="13500" y="1350"/>
                  </a:lnTo>
                  <a:close/>
                  <a:moveTo>
                    <a:pt x="8100" y="1350"/>
                  </a:moveTo>
                  <a:cubicBezTo>
                    <a:pt x="9450" y="4050"/>
                    <a:pt x="9450" y="4050"/>
                    <a:pt x="9450" y="4050"/>
                  </a:cubicBezTo>
                  <a:cubicBezTo>
                    <a:pt x="6750" y="4050"/>
                    <a:pt x="6750" y="4050"/>
                    <a:pt x="6750" y="4050"/>
                  </a:cubicBezTo>
                  <a:cubicBezTo>
                    <a:pt x="5400" y="1350"/>
                    <a:pt x="5400" y="1350"/>
                    <a:pt x="5400" y="1350"/>
                  </a:cubicBezTo>
                  <a:lnTo>
                    <a:pt x="8100" y="1350"/>
                  </a:lnTo>
                  <a:close/>
                  <a:moveTo>
                    <a:pt x="1350" y="2025"/>
                  </a:moveTo>
                  <a:cubicBezTo>
                    <a:pt x="1350" y="1688"/>
                    <a:pt x="1687" y="1350"/>
                    <a:pt x="2025" y="1350"/>
                  </a:cubicBezTo>
                  <a:cubicBezTo>
                    <a:pt x="2700" y="1350"/>
                    <a:pt x="2700" y="1350"/>
                    <a:pt x="2700" y="1350"/>
                  </a:cubicBezTo>
                  <a:cubicBezTo>
                    <a:pt x="4050" y="4050"/>
                    <a:pt x="4050" y="4050"/>
                    <a:pt x="4050" y="4050"/>
                  </a:cubicBezTo>
                  <a:cubicBezTo>
                    <a:pt x="1350" y="4050"/>
                    <a:pt x="1350" y="4050"/>
                    <a:pt x="1350" y="4050"/>
                  </a:cubicBezTo>
                  <a:lnTo>
                    <a:pt x="1350" y="2025"/>
                  </a:lnTo>
                  <a:close/>
                  <a:moveTo>
                    <a:pt x="20250" y="19575"/>
                  </a:moveTo>
                  <a:cubicBezTo>
                    <a:pt x="20250" y="19912"/>
                    <a:pt x="19912" y="20250"/>
                    <a:pt x="19575" y="20250"/>
                  </a:cubicBezTo>
                  <a:cubicBezTo>
                    <a:pt x="2025" y="20250"/>
                    <a:pt x="2025" y="20250"/>
                    <a:pt x="2025" y="20250"/>
                  </a:cubicBezTo>
                  <a:cubicBezTo>
                    <a:pt x="1687" y="20250"/>
                    <a:pt x="1350" y="19912"/>
                    <a:pt x="1350" y="19575"/>
                  </a:cubicBezTo>
                  <a:cubicBezTo>
                    <a:pt x="1350" y="5400"/>
                    <a:pt x="1350" y="5400"/>
                    <a:pt x="1350" y="5400"/>
                  </a:cubicBezTo>
                  <a:cubicBezTo>
                    <a:pt x="20250" y="5400"/>
                    <a:pt x="20250" y="5400"/>
                    <a:pt x="20250" y="5400"/>
                  </a:cubicBezTo>
                  <a:lnTo>
                    <a:pt x="20250" y="19575"/>
                  </a:lnTo>
                  <a:close/>
                  <a:moveTo>
                    <a:pt x="17550" y="4050"/>
                  </a:moveTo>
                  <a:cubicBezTo>
                    <a:pt x="16200" y="1350"/>
                    <a:pt x="16200" y="1350"/>
                    <a:pt x="16200" y="1350"/>
                  </a:cubicBezTo>
                  <a:cubicBezTo>
                    <a:pt x="18900" y="1350"/>
                    <a:pt x="18900" y="1350"/>
                    <a:pt x="18900" y="1350"/>
                  </a:cubicBezTo>
                  <a:cubicBezTo>
                    <a:pt x="20250" y="4050"/>
                    <a:pt x="20250" y="4050"/>
                    <a:pt x="20250" y="4050"/>
                  </a:cubicBezTo>
                  <a:lnTo>
                    <a:pt x="17550" y="40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079" name="Shape 1079"/>
          <p:cNvSpPr/>
          <p:nvPr/>
        </p:nvSpPr>
        <p:spPr>
          <a:xfrm>
            <a:off x="10841623" y="9290241"/>
            <a:ext cx="4175127"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grpSp>
        <p:nvGrpSpPr>
          <p:cNvPr id="1082" name="Group 1082"/>
          <p:cNvGrpSpPr/>
          <p:nvPr/>
        </p:nvGrpSpPr>
        <p:grpSpPr>
          <a:xfrm>
            <a:off x="12615122" y="8351701"/>
            <a:ext cx="617432" cy="887379"/>
            <a:chOff x="0" y="0"/>
            <a:chExt cx="617431" cy="887378"/>
          </a:xfrm>
        </p:grpSpPr>
        <p:sp>
          <p:nvSpPr>
            <p:cNvPr id="1080" name="Shape 1080"/>
            <p:cNvSpPr/>
            <p:nvPr/>
          </p:nvSpPr>
          <p:spPr>
            <a:xfrm>
              <a:off x="0" y="0"/>
              <a:ext cx="617432" cy="887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81" name="Shape 1081"/>
            <p:cNvSpPr/>
            <p:nvPr/>
          </p:nvSpPr>
          <p:spPr>
            <a:xfrm>
              <a:off x="137845" y="137845"/>
              <a:ext cx="183794" cy="1809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086" name="Group 1086"/>
          <p:cNvGrpSpPr/>
          <p:nvPr/>
        </p:nvGrpSpPr>
        <p:grpSpPr>
          <a:xfrm>
            <a:off x="15227413" y="5191201"/>
            <a:ext cx="948803" cy="1012833"/>
            <a:chOff x="0" y="0"/>
            <a:chExt cx="948802" cy="1012832"/>
          </a:xfrm>
        </p:grpSpPr>
        <p:sp>
          <p:nvSpPr>
            <p:cNvPr id="1083" name="Shape 1083"/>
            <p:cNvSpPr/>
            <p:nvPr/>
          </p:nvSpPr>
          <p:spPr>
            <a:xfrm>
              <a:off x="0" y="0"/>
              <a:ext cx="948803" cy="101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0"/>
                  </a:moveTo>
                  <a:cubicBezTo>
                    <a:pt x="2880" y="0"/>
                    <a:pt x="2880" y="0"/>
                    <a:pt x="2880" y="0"/>
                  </a:cubicBezTo>
                  <a:cubicBezTo>
                    <a:pt x="1252" y="0"/>
                    <a:pt x="0" y="1233"/>
                    <a:pt x="0" y="2700"/>
                  </a:cubicBezTo>
                  <a:cubicBezTo>
                    <a:pt x="0" y="18900"/>
                    <a:pt x="0" y="18900"/>
                    <a:pt x="0" y="18900"/>
                  </a:cubicBezTo>
                  <a:cubicBezTo>
                    <a:pt x="0" y="20426"/>
                    <a:pt x="1252" y="21600"/>
                    <a:pt x="2880" y="21600"/>
                  </a:cubicBezTo>
                  <a:cubicBezTo>
                    <a:pt x="18720" y="21600"/>
                    <a:pt x="18720" y="21600"/>
                    <a:pt x="18720" y="21600"/>
                  </a:cubicBezTo>
                  <a:cubicBezTo>
                    <a:pt x="20285" y="21600"/>
                    <a:pt x="21600" y="20426"/>
                    <a:pt x="21600" y="18900"/>
                  </a:cubicBezTo>
                  <a:cubicBezTo>
                    <a:pt x="21600" y="2700"/>
                    <a:pt x="21600" y="2700"/>
                    <a:pt x="21600" y="2700"/>
                  </a:cubicBezTo>
                  <a:cubicBezTo>
                    <a:pt x="21600" y="1233"/>
                    <a:pt x="20285" y="0"/>
                    <a:pt x="18720" y="0"/>
                  </a:cubicBezTo>
                  <a:close/>
                  <a:moveTo>
                    <a:pt x="20160" y="18900"/>
                  </a:moveTo>
                  <a:cubicBezTo>
                    <a:pt x="20160" y="19663"/>
                    <a:pt x="19534" y="20250"/>
                    <a:pt x="18720" y="20250"/>
                  </a:cubicBezTo>
                  <a:cubicBezTo>
                    <a:pt x="2880" y="20250"/>
                    <a:pt x="2880" y="20250"/>
                    <a:pt x="2880" y="20250"/>
                  </a:cubicBezTo>
                  <a:cubicBezTo>
                    <a:pt x="2066" y="20250"/>
                    <a:pt x="1440" y="19663"/>
                    <a:pt x="1440" y="18900"/>
                  </a:cubicBezTo>
                  <a:cubicBezTo>
                    <a:pt x="1440" y="2700"/>
                    <a:pt x="1440" y="2700"/>
                    <a:pt x="1440" y="2700"/>
                  </a:cubicBezTo>
                  <a:cubicBezTo>
                    <a:pt x="1440" y="1937"/>
                    <a:pt x="2066" y="1350"/>
                    <a:pt x="2880" y="1350"/>
                  </a:cubicBezTo>
                  <a:cubicBezTo>
                    <a:pt x="18720" y="1350"/>
                    <a:pt x="18720" y="1350"/>
                    <a:pt x="18720" y="1350"/>
                  </a:cubicBezTo>
                  <a:cubicBezTo>
                    <a:pt x="19534" y="1350"/>
                    <a:pt x="20160" y="1937"/>
                    <a:pt x="20160" y="2700"/>
                  </a:cubicBezTo>
                  <a:lnTo>
                    <a:pt x="20160" y="189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84" name="Shape 1084"/>
            <p:cNvSpPr/>
            <p:nvPr/>
          </p:nvSpPr>
          <p:spPr>
            <a:xfrm>
              <a:off x="125730" y="126895"/>
              <a:ext cx="696178" cy="633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5" y="0"/>
                  </a:moveTo>
                  <a:cubicBezTo>
                    <a:pt x="939" y="0"/>
                    <a:pt x="939" y="0"/>
                    <a:pt x="939" y="0"/>
                  </a:cubicBezTo>
                  <a:cubicBezTo>
                    <a:pt x="427" y="0"/>
                    <a:pt x="0" y="470"/>
                    <a:pt x="0" y="1033"/>
                  </a:cubicBezTo>
                  <a:cubicBezTo>
                    <a:pt x="0" y="20567"/>
                    <a:pt x="0" y="20567"/>
                    <a:pt x="0" y="20567"/>
                  </a:cubicBezTo>
                  <a:cubicBezTo>
                    <a:pt x="0" y="21130"/>
                    <a:pt x="427" y="21600"/>
                    <a:pt x="939" y="21600"/>
                  </a:cubicBezTo>
                  <a:cubicBezTo>
                    <a:pt x="20575" y="21600"/>
                    <a:pt x="20575" y="21600"/>
                    <a:pt x="20575" y="21600"/>
                  </a:cubicBezTo>
                  <a:cubicBezTo>
                    <a:pt x="21173" y="21600"/>
                    <a:pt x="21600" y="21130"/>
                    <a:pt x="21600" y="20567"/>
                  </a:cubicBezTo>
                  <a:cubicBezTo>
                    <a:pt x="21600" y="1033"/>
                    <a:pt x="21600" y="1033"/>
                    <a:pt x="21600" y="1033"/>
                  </a:cubicBezTo>
                  <a:cubicBezTo>
                    <a:pt x="21600" y="470"/>
                    <a:pt x="21173" y="0"/>
                    <a:pt x="20575" y="0"/>
                  </a:cubicBezTo>
                  <a:close/>
                  <a:moveTo>
                    <a:pt x="20575" y="1033"/>
                  </a:moveTo>
                  <a:cubicBezTo>
                    <a:pt x="20575" y="16059"/>
                    <a:pt x="20575" y="16059"/>
                    <a:pt x="20575" y="16059"/>
                  </a:cubicBezTo>
                  <a:cubicBezTo>
                    <a:pt x="17417" y="12209"/>
                    <a:pt x="17417" y="12209"/>
                    <a:pt x="17417" y="12209"/>
                  </a:cubicBezTo>
                  <a:cubicBezTo>
                    <a:pt x="17246" y="12021"/>
                    <a:pt x="16990" y="11927"/>
                    <a:pt x="16648" y="11927"/>
                  </a:cubicBezTo>
                  <a:cubicBezTo>
                    <a:pt x="16392" y="11927"/>
                    <a:pt x="16136" y="12021"/>
                    <a:pt x="15965" y="12209"/>
                  </a:cubicBezTo>
                  <a:cubicBezTo>
                    <a:pt x="13404" y="15402"/>
                    <a:pt x="13404" y="15402"/>
                    <a:pt x="13404" y="15402"/>
                  </a:cubicBezTo>
                  <a:cubicBezTo>
                    <a:pt x="5635" y="5729"/>
                    <a:pt x="5635" y="5729"/>
                    <a:pt x="5635" y="5729"/>
                  </a:cubicBezTo>
                  <a:cubicBezTo>
                    <a:pt x="5464" y="5541"/>
                    <a:pt x="5208" y="5353"/>
                    <a:pt x="4866" y="5353"/>
                  </a:cubicBezTo>
                  <a:cubicBezTo>
                    <a:pt x="4610" y="5353"/>
                    <a:pt x="4354" y="5541"/>
                    <a:pt x="4183" y="5729"/>
                  </a:cubicBezTo>
                  <a:cubicBezTo>
                    <a:pt x="939" y="9861"/>
                    <a:pt x="939" y="9861"/>
                    <a:pt x="939" y="9861"/>
                  </a:cubicBezTo>
                  <a:cubicBezTo>
                    <a:pt x="939" y="1033"/>
                    <a:pt x="939" y="1033"/>
                    <a:pt x="939" y="1033"/>
                  </a:cubicBezTo>
                  <a:lnTo>
                    <a:pt x="20575" y="1033"/>
                  </a:lnTo>
                  <a:close/>
                  <a:moveTo>
                    <a:pt x="939" y="11457"/>
                  </a:moveTo>
                  <a:cubicBezTo>
                    <a:pt x="4866" y="6480"/>
                    <a:pt x="4866" y="6480"/>
                    <a:pt x="4866" y="6480"/>
                  </a:cubicBezTo>
                  <a:cubicBezTo>
                    <a:pt x="12806" y="16341"/>
                    <a:pt x="12806" y="16341"/>
                    <a:pt x="12806" y="16341"/>
                  </a:cubicBezTo>
                  <a:cubicBezTo>
                    <a:pt x="13404" y="17092"/>
                    <a:pt x="13404" y="17092"/>
                    <a:pt x="13404" y="17092"/>
                  </a:cubicBezTo>
                  <a:cubicBezTo>
                    <a:pt x="16136" y="20567"/>
                    <a:pt x="16136" y="20567"/>
                    <a:pt x="16136" y="20567"/>
                  </a:cubicBezTo>
                  <a:cubicBezTo>
                    <a:pt x="939" y="20567"/>
                    <a:pt x="939" y="20567"/>
                    <a:pt x="939" y="20567"/>
                  </a:cubicBezTo>
                  <a:lnTo>
                    <a:pt x="939" y="11457"/>
                  </a:lnTo>
                  <a:close/>
                  <a:moveTo>
                    <a:pt x="17417" y="20567"/>
                  </a:moveTo>
                  <a:cubicBezTo>
                    <a:pt x="14087" y="16247"/>
                    <a:pt x="14087" y="16247"/>
                    <a:pt x="14087" y="16247"/>
                  </a:cubicBezTo>
                  <a:cubicBezTo>
                    <a:pt x="16648" y="12960"/>
                    <a:pt x="16648" y="12960"/>
                    <a:pt x="16648" y="12960"/>
                  </a:cubicBezTo>
                  <a:cubicBezTo>
                    <a:pt x="20575" y="17656"/>
                    <a:pt x="20575" y="17656"/>
                    <a:pt x="20575" y="17656"/>
                  </a:cubicBezTo>
                  <a:cubicBezTo>
                    <a:pt x="20575" y="20567"/>
                    <a:pt x="20575" y="20567"/>
                    <a:pt x="20575" y="20567"/>
                  </a:cubicBezTo>
                  <a:lnTo>
                    <a:pt x="17417" y="20567"/>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85" name="Shape 1085"/>
            <p:cNvSpPr/>
            <p:nvPr/>
          </p:nvSpPr>
          <p:spPr>
            <a:xfrm>
              <a:off x="506415" y="220029"/>
              <a:ext cx="189762" cy="1932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43" y="21600"/>
                  </a:moveTo>
                  <a:cubicBezTo>
                    <a:pt x="16591" y="21600"/>
                    <a:pt x="21600" y="16663"/>
                    <a:pt x="21600" y="10800"/>
                  </a:cubicBezTo>
                  <a:cubicBezTo>
                    <a:pt x="21600" y="4937"/>
                    <a:pt x="16591" y="0"/>
                    <a:pt x="10643" y="0"/>
                  </a:cubicBezTo>
                  <a:cubicBezTo>
                    <a:pt x="4696" y="0"/>
                    <a:pt x="0" y="4937"/>
                    <a:pt x="0" y="10800"/>
                  </a:cubicBezTo>
                  <a:cubicBezTo>
                    <a:pt x="0" y="16663"/>
                    <a:pt x="4696" y="21600"/>
                    <a:pt x="10643" y="21600"/>
                  </a:cubicBezTo>
                  <a:close/>
                  <a:moveTo>
                    <a:pt x="10643" y="3703"/>
                  </a:moveTo>
                  <a:cubicBezTo>
                    <a:pt x="14713" y="3703"/>
                    <a:pt x="17843" y="6789"/>
                    <a:pt x="17843" y="10800"/>
                  </a:cubicBezTo>
                  <a:cubicBezTo>
                    <a:pt x="17843" y="14811"/>
                    <a:pt x="14713" y="17897"/>
                    <a:pt x="10643" y="17897"/>
                  </a:cubicBezTo>
                  <a:cubicBezTo>
                    <a:pt x="6887" y="17897"/>
                    <a:pt x="3443" y="14811"/>
                    <a:pt x="3443" y="10800"/>
                  </a:cubicBezTo>
                  <a:cubicBezTo>
                    <a:pt x="3443" y="6789"/>
                    <a:pt x="6887" y="3703"/>
                    <a:pt x="10643" y="370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087" name="Shape 1087"/>
          <p:cNvSpPr/>
          <p:nvPr/>
        </p:nvSpPr>
        <p:spPr>
          <a:xfrm>
            <a:off x="12950398" y="6315709"/>
            <a:ext cx="5502832"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088" name="Shape 1088"/>
          <p:cNvSpPr/>
          <p:nvPr/>
        </p:nvSpPr>
        <p:spPr>
          <a:xfrm>
            <a:off x="18008995" y="8409154"/>
            <a:ext cx="767763" cy="7724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112"/>
                </a:moveTo>
                <a:lnTo>
                  <a:pt x="14510" y="0"/>
                </a:lnTo>
                <a:lnTo>
                  <a:pt x="2054" y="12380"/>
                </a:lnTo>
                <a:lnTo>
                  <a:pt x="0" y="21600"/>
                </a:lnTo>
                <a:lnTo>
                  <a:pt x="9210" y="19427"/>
                </a:lnTo>
                <a:lnTo>
                  <a:pt x="21600" y="7112"/>
                </a:lnTo>
                <a:close/>
                <a:moveTo>
                  <a:pt x="8547" y="18110"/>
                </a:moveTo>
                <a:lnTo>
                  <a:pt x="7421" y="16990"/>
                </a:lnTo>
                <a:lnTo>
                  <a:pt x="18552" y="5993"/>
                </a:lnTo>
                <a:lnTo>
                  <a:pt x="19679" y="7112"/>
                </a:lnTo>
                <a:lnTo>
                  <a:pt x="8547" y="18110"/>
                </a:lnTo>
                <a:close/>
                <a:moveTo>
                  <a:pt x="4439" y="19098"/>
                </a:moveTo>
                <a:lnTo>
                  <a:pt x="2452" y="17122"/>
                </a:lnTo>
                <a:lnTo>
                  <a:pt x="3180" y="13698"/>
                </a:lnTo>
                <a:lnTo>
                  <a:pt x="6957" y="17451"/>
                </a:lnTo>
                <a:lnTo>
                  <a:pt x="7885" y="18307"/>
                </a:lnTo>
                <a:lnTo>
                  <a:pt x="4439" y="19098"/>
                </a:lnTo>
                <a:close/>
                <a:moveTo>
                  <a:pt x="18022" y="5466"/>
                </a:moveTo>
                <a:lnTo>
                  <a:pt x="6957" y="16463"/>
                </a:lnTo>
                <a:lnTo>
                  <a:pt x="5301" y="14883"/>
                </a:lnTo>
                <a:lnTo>
                  <a:pt x="16432" y="3885"/>
                </a:lnTo>
                <a:lnTo>
                  <a:pt x="18022" y="5466"/>
                </a:lnTo>
                <a:close/>
                <a:moveTo>
                  <a:pt x="14510" y="1976"/>
                </a:moveTo>
                <a:lnTo>
                  <a:pt x="15902" y="3359"/>
                </a:lnTo>
                <a:lnTo>
                  <a:pt x="4837" y="14356"/>
                </a:lnTo>
                <a:lnTo>
                  <a:pt x="3445" y="12973"/>
                </a:lnTo>
                <a:lnTo>
                  <a:pt x="14510" y="1976"/>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089" name="Shape 1089"/>
          <p:cNvSpPr/>
          <p:nvPr/>
        </p:nvSpPr>
        <p:spPr>
          <a:xfrm>
            <a:off x="16125825" y="9315057"/>
            <a:ext cx="4175127"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090" name="Shape 1090"/>
          <p:cNvSpPr/>
          <p:nvPr/>
        </p:nvSpPr>
        <p:spPr>
          <a:xfrm>
            <a:off x="18756659" y="6315709"/>
            <a:ext cx="5223622"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grpSp>
        <p:nvGrpSpPr>
          <p:cNvPr id="1095" name="Group 1095"/>
          <p:cNvGrpSpPr/>
          <p:nvPr/>
        </p:nvGrpSpPr>
        <p:grpSpPr>
          <a:xfrm>
            <a:off x="20902431" y="5284168"/>
            <a:ext cx="1124481" cy="1021081"/>
            <a:chOff x="0" y="0"/>
            <a:chExt cx="1124480" cy="1021080"/>
          </a:xfrm>
        </p:grpSpPr>
        <p:sp>
          <p:nvSpPr>
            <p:cNvPr id="1091" name="Shape 1091"/>
            <p:cNvSpPr/>
            <p:nvPr/>
          </p:nvSpPr>
          <p:spPr>
            <a:xfrm>
              <a:off x="0" y="0"/>
              <a:ext cx="1124481" cy="10210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87" y="21600"/>
                  </a:moveTo>
                  <a:cubicBezTo>
                    <a:pt x="16691" y="21600"/>
                    <a:pt x="16691" y="21600"/>
                    <a:pt x="16495" y="21600"/>
                  </a:cubicBezTo>
                  <a:cubicBezTo>
                    <a:pt x="13942" y="19837"/>
                    <a:pt x="13942" y="19837"/>
                    <a:pt x="13942" y="19837"/>
                  </a:cubicBezTo>
                  <a:cubicBezTo>
                    <a:pt x="12764" y="20057"/>
                    <a:pt x="11585" y="20278"/>
                    <a:pt x="10211" y="20278"/>
                  </a:cubicBezTo>
                  <a:cubicBezTo>
                    <a:pt x="4124" y="20278"/>
                    <a:pt x="0" y="16090"/>
                    <a:pt x="0" y="10139"/>
                  </a:cubicBezTo>
                  <a:cubicBezTo>
                    <a:pt x="0" y="4188"/>
                    <a:pt x="4320" y="0"/>
                    <a:pt x="10211" y="0"/>
                  </a:cubicBezTo>
                  <a:cubicBezTo>
                    <a:pt x="16691" y="0"/>
                    <a:pt x="21600" y="4408"/>
                    <a:pt x="21600" y="10139"/>
                  </a:cubicBezTo>
                  <a:cubicBezTo>
                    <a:pt x="21600" y="13224"/>
                    <a:pt x="20225" y="15869"/>
                    <a:pt x="17673" y="17853"/>
                  </a:cubicBezTo>
                  <a:cubicBezTo>
                    <a:pt x="17673" y="20498"/>
                    <a:pt x="17673" y="20498"/>
                    <a:pt x="17673" y="20498"/>
                  </a:cubicBezTo>
                  <a:cubicBezTo>
                    <a:pt x="17673" y="20718"/>
                    <a:pt x="17673" y="20718"/>
                    <a:pt x="17673" y="20718"/>
                  </a:cubicBezTo>
                  <a:cubicBezTo>
                    <a:pt x="17673" y="21159"/>
                    <a:pt x="17280" y="21600"/>
                    <a:pt x="16887" y="21600"/>
                  </a:cubicBezTo>
                  <a:cubicBezTo>
                    <a:pt x="16887" y="21600"/>
                    <a:pt x="16887" y="21600"/>
                    <a:pt x="16887" y="21600"/>
                  </a:cubicBezTo>
                  <a:close/>
                  <a:moveTo>
                    <a:pt x="13942" y="17853"/>
                  </a:moveTo>
                  <a:cubicBezTo>
                    <a:pt x="14138" y="17853"/>
                    <a:pt x="14335" y="18073"/>
                    <a:pt x="14335" y="18073"/>
                  </a:cubicBezTo>
                  <a:cubicBezTo>
                    <a:pt x="16102" y="19176"/>
                    <a:pt x="16102" y="19176"/>
                    <a:pt x="16102" y="19176"/>
                  </a:cubicBezTo>
                  <a:cubicBezTo>
                    <a:pt x="16102" y="17412"/>
                    <a:pt x="16102" y="17412"/>
                    <a:pt x="16102" y="17412"/>
                  </a:cubicBezTo>
                  <a:cubicBezTo>
                    <a:pt x="16102" y="17192"/>
                    <a:pt x="16298" y="16751"/>
                    <a:pt x="16495" y="16751"/>
                  </a:cubicBezTo>
                  <a:cubicBezTo>
                    <a:pt x="18851" y="14988"/>
                    <a:pt x="20029" y="12784"/>
                    <a:pt x="20029" y="10139"/>
                  </a:cubicBezTo>
                  <a:cubicBezTo>
                    <a:pt x="20029" y="5510"/>
                    <a:pt x="15709" y="1763"/>
                    <a:pt x="10211" y="1763"/>
                  </a:cubicBezTo>
                  <a:cubicBezTo>
                    <a:pt x="5105" y="1763"/>
                    <a:pt x="1571" y="5290"/>
                    <a:pt x="1571" y="10139"/>
                  </a:cubicBezTo>
                  <a:cubicBezTo>
                    <a:pt x="1571" y="14988"/>
                    <a:pt x="5105" y="18514"/>
                    <a:pt x="10211" y="18514"/>
                  </a:cubicBezTo>
                  <a:cubicBezTo>
                    <a:pt x="11389" y="18514"/>
                    <a:pt x="12567" y="18294"/>
                    <a:pt x="13745" y="18073"/>
                  </a:cubicBezTo>
                  <a:cubicBezTo>
                    <a:pt x="13745" y="18073"/>
                    <a:pt x="13942" y="17853"/>
                    <a:pt x="13942" y="1785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92" name="Shape 1092"/>
            <p:cNvSpPr/>
            <p:nvPr/>
          </p:nvSpPr>
          <p:spPr>
            <a:xfrm>
              <a:off x="224034" y="396368"/>
              <a:ext cx="176644" cy="185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800"/>
                    <a:pt x="0" y="10800"/>
                  </a:cubicBezTo>
                  <a:cubicBezTo>
                    <a:pt x="0" y="4800"/>
                    <a:pt x="5082" y="0"/>
                    <a:pt x="11435" y="0"/>
                  </a:cubicBezTo>
                  <a:cubicBezTo>
                    <a:pt x="16518" y="0"/>
                    <a:pt x="21600" y="4800"/>
                    <a:pt x="21600" y="10800"/>
                  </a:cubicBezTo>
                  <a:cubicBezTo>
                    <a:pt x="21600" y="16800"/>
                    <a:pt x="16518" y="21600"/>
                    <a:pt x="11435" y="21600"/>
                  </a:cubicBezTo>
                  <a:close/>
                  <a:moveTo>
                    <a:pt x="11435" y="4800"/>
                  </a:moveTo>
                  <a:cubicBezTo>
                    <a:pt x="7624" y="4800"/>
                    <a:pt x="5082" y="7200"/>
                    <a:pt x="5082" y="10800"/>
                  </a:cubicBezTo>
                  <a:cubicBezTo>
                    <a:pt x="5082" y="14400"/>
                    <a:pt x="7624" y="16800"/>
                    <a:pt x="11435" y="16800"/>
                  </a:cubicBezTo>
                  <a:cubicBezTo>
                    <a:pt x="13976" y="16800"/>
                    <a:pt x="16518" y="14400"/>
                    <a:pt x="16518" y="10800"/>
                  </a:cubicBezTo>
                  <a:cubicBezTo>
                    <a:pt x="16518" y="7200"/>
                    <a:pt x="13976" y="4800"/>
                    <a:pt x="11435" y="4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93" name="Shape 1093"/>
            <p:cNvSpPr/>
            <p:nvPr/>
          </p:nvSpPr>
          <p:spPr>
            <a:xfrm>
              <a:off x="460991" y="396368"/>
              <a:ext cx="185262" cy="185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4800"/>
                  </a:moveTo>
                  <a:cubicBezTo>
                    <a:pt x="7200" y="4800"/>
                    <a:pt x="4800" y="7200"/>
                    <a:pt x="4800" y="10800"/>
                  </a:cubicBezTo>
                  <a:cubicBezTo>
                    <a:pt x="4800" y="14400"/>
                    <a:pt x="7200" y="16800"/>
                    <a:pt x="10800" y="16800"/>
                  </a:cubicBezTo>
                  <a:cubicBezTo>
                    <a:pt x="13200" y="16800"/>
                    <a:pt x="16800" y="14400"/>
                    <a:pt x="16800" y="10800"/>
                  </a:cubicBezTo>
                  <a:cubicBezTo>
                    <a:pt x="16800" y="7200"/>
                    <a:pt x="13200" y="4800"/>
                    <a:pt x="10800" y="4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094" name="Shape 1094"/>
            <p:cNvSpPr/>
            <p:nvPr/>
          </p:nvSpPr>
          <p:spPr>
            <a:xfrm>
              <a:off x="697952" y="396368"/>
              <a:ext cx="180952" cy="185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4800"/>
                  </a:moveTo>
                  <a:cubicBezTo>
                    <a:pt x="7200" y="4800"/>
                    <a:pt x="4800" y="7200"/>
                    <a:pt x="4800" y="10800"/>
                  </a:cubicBezTo>
                  <a:cubicBezTo>
                    <a:pt x="4800" y="14400"/>
                    <a:pt x="7200" y="16800"/>
                    <a:pt x="10800" y="16800"/>
                  </a:cubicBezTo>
                  <a:cubicBezTo>
                    <a:pt x="13200" y="16800"/>
                    <a:pt x="16800" y="14400"/>
                    <a:pt x="16800" y="10800"/>
                  </a:cubicBezTo>
                  <a:cubicBezTo>
                    <a:pt x="16800" y="7200"/>
                    <a:pt x="13200" y="4800"/>
                    <a:pt x="10800" y="4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096" name="Shape 1096"/>
          <p:cNvSpPr/>
          <p:nvPr/>
        </p:nvSpPr>
        <p:spPr>
          <a:xfrm>
            <a:off x="5884526" y="725390"/>
            <a:ext cx="781050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de contenidos </a:t>
            </a:r>
          </a:p>
        </p:txBody>
      </p:sp>
      <p:sp>
        <p:nvSpPr>
          <p:cNvPr id="1097" name="Shape 1097"/>
          <p:cNvSpPr/>
          <p:nvPr/>
        </p:nvSpPr>
        <p:spPr>
          <a:xfrm>
            <a:off x="-1" y="0"/>
            <a:ext cx="5552945" cy="13716000"/>
          </a:xfrm>
          <a:prstGeom prst="rect">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098" name="Shape 1098"/>
          <p:cNvSpPr/>
          <p:nvPr/>
        </p:nvSpPr>
        <p:spPr>
          <a:xfrm>
            <a:off x="688908" y="4429008"/>
            <a:ext cx="4175127"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Red Social</a:t>
            </a:r>
          </a:p>
        </p:txBody>
      </p:sp>
      <p:sp>
        <p:nvSpPr>
          <p:cNvPr id="1099" name="Shape 1099"/>
          <p:cNvSpPr/>
          <p:nvPr/>
        </p:nvSpPr>
        <p:spPr>
          <a:xfrm>
            <a:off x="796470" y="5169442"/>
            <a:ext cx="3960001" cy="1"/>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100" name="Shape 1100"/>
          <p:cNvSpPr/>
          <p:nvPr/>
        </p:nvSpPr>
        <p:spPr>
          <a:xfrm>
            <a:off x="1350576" y="5957987"/>
            <a:ext cx="2851791" cy="28639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55" y="0"/>
                </a:moveTo>
                <a:cubicBezTo>
                  <a:pt x="4145" y="0"/>
                  <a:pt x="4145" y="0"/>
                  <a:pt x="4145" y="0"/>
                </a:cubicBezTo>
                <a:cubicBezTo>
                  <a:pt x="1855" y="0"/>
                  <a:pt x="0" y="1855"/>
                  <a:pt x="0" y="4145"/>
                </a:cubicBezTo>
                <a:cubicBezTo>
                  <a:pt x="0" y="8509"/>
                  <a:pt x="0" y="8509"/>
                  <a:pt x="0" y="8509"/>
                </a:cubicBezTo>
                <a:cubicBezTo>
                  <a:pt x="0" y="17345"/>
                  <a:pt x="0" y="17345"/>
                  <a:pt x="0" y="17345"/>
                </a:cubicBezTo>
                <a:cubicBezTo>
                  <a:pt x="0" y="19745"/>
                  <a:pt x="1855" y="21600"/>
                  <a:pt x="4145" y="21600"/>
                </a:cubicBezTo>
                <a:cubicBezTo>
                  <a:pt x="17455" y="21600"/>
                  <a:pt x="17455" y="21600"/>
                  <a:pt x="17455" y="21600"/>
                </a:cubicBezTo>
                <a:cubicBezTo>
                  <a:pt x="19745" y="21600"/>
                  <a:pt x="21600" y="19745"/>
                  <a:pt x="21600" y="17345"/>
                </a:cubicBezTo>
                <a:cubicBezTo>
                  <a:pt x="21600" y="8509"/>
                  <a:pt x="21600" y="8509"/>
                  <a:pt x="21600" y="8509"/>
                </a:cubicBezTo>
                <a:cubicBezTo>
                  <a:pt x="21600" y="4145"/>
                  <a:pt x="21600" y="4145"/>
                  <a:pt x="21600" y="4145"/>
                </a:cubicBezTo>
                <a:cubicBezTo>
                  <a:pt x="21600" y="1855"/>
                  <a:pt x="19745" y="0"/>
                  <a:pt x="17455" y="0"/>
                </a:cubicBezTo>
                <a:close/>
                <a:moveTo>
                  <a:pt x="18655" y="2400"/>
                </a:moveTo>
                <a:cubicBezTo>
                  <a:pt x="19091" y="2400"/>
                  <a:pt x="19091" y="2400"/>
                  <a:pt x="19091" y="2400"/>
                </a:cubicBezTo>
                <a:cubicBezTo>
                  <a:pt x="19091" y="2945"/>
                  <a:pt x="19091" y="2945"/>
                  <a:pt x="19091" y="2945"/>
                </a:cubicBezTo>
                <a:cubicBezTo>
                  <a:pt x="19091" y="6109"/>
                  <a:pt x="19091" y="6109"/>
                  <a:pt x="19091" y="6109"/>
                </a:cubicBezTo>
                <a:cubicBezTo>
                  <a:pt x="15491" y="6109"/>
                  <a:pt x="15491" y="6109"/>
                  <a:pt x="15491" y="6109"/>
                </a:cubicBezTo>
                <a:cubicBezTo>
                  <a:pt x="15491" y="2400"/>
                  <a:pt x="15491" y="2400"/>
                  <a:pt x="15491" y="2400"/>
                </a:cubicBezTo>
                <a:lnTo>
                  <a:pt x="18655" y="2400"/>
                </a:lnTo>
                <a:close/>
                <a:moveTo>
                  <a:pt x="7745" y="8509"/>
                </a:moveTo>
                <a:cubicBezTo>
                  <a:pt x="8400" y="7636"/>
                  <a:pt x="9491" y="6982"/>
                  <a:pt x="10800" y="6982"/>
                </a:cubicBezTo>
                <a:cubicBezTo>
                  <a:pt x="12109" y="6982"/>
                  <a:pt x="13200" y="7636"/>
                  <a:pt x="13855" y="8509"/>
                </a:cubicBezTo>
                <a:cubicBezTo>
                  <a:pt x="14400" y="9164"/>
                  <a:pt x="14618" y="9927"/>
                  <a:pt x="14618" y="10800"/>
                </a:cubicBezTo>
                <a:cubicBezTo>
                  <a:pt x="14618" y="12873"/>
                  <a:pt x="12873" y="14618"/>
                  <a:pt x="10800" y="14618"/>
                </a:cubicBezTo>
                <a:cubicBezTo>
                  <a:pt x="8727" y="14618"/>
                  <a:pt x="6982" y="12873"/>
                  <a:pt x="6982" y="10800"/>
                </a:cubicBezTo>
                <a:cubicBezTo>
                  <a:pt x="6982" y="9927"/>
                  <a:pt x="7309" y="9164"/>
                  <a:pt x="7745" y="8509"/>
                </a:cubicBezTo>
                <a:close/>
                <a:moveTo>
                  <a:pt x="19527" y="17345"/>
                </a:moveTo>
                <a:cubicBezTo>
                  <a:pt x="19527" y="18545"/>
                  <a:pt x="18545" y="19418"/>
                  <a:pt x="17455" y="19418"/>
                </a:cubicBezTo>
                <a:cubicBezTo>
                  <a:pt x="4145" y="19418"/>
                  <a:pt x="4145" y="19418"/>
                  <a:pt x="4145" y="19418"/>
                </a:cubicBezTo>
                <a:cubicBezTo>
                  <a:pt x="3055" y="19418"/>
                  <a:pt x="2073" y="18545"/>
                  <a:pt x="2073" y="17345"/>
                </a:cubicBezTo>
                <a:cubicBezTo>
                  <a:pt x="2073" y="8509"/>
                  <a:pt x="2073" y="8509"/>
                  <a:pt x="2073" y="8509"/>
                </a:cubicBezTo>
                <a:cubicBezTo>
                  <a:pt x="5345" y="8509"/>
                  <a:pt x="5345" y="8509"/>
                  <a:pt x="5345" y="8509"/>
                </a:cubicBezTo>
                <a:cubicBezTo>
                  <a:pt x="5018" y="9273"/>
                  <a:pt x="4909" y="9927"/>
                  <a:pt x="4909" y="10800"/>
                </a:cubicBezTo>
                <a:cubicBezTo>
                  <a:pt x="4909" y="14073"/>
                  <a:pt x="7527" y="16691"/>
                  <a:pt x="10800" y="16691"/>
                </a:cubicBezTo>
                <a:cubicBezTo>
                  <a:pt x="14073" y="16691"/>
                  <a:pt x="16691" y="14073"/>
                  <a:pt x="16691" y="10800"/>
                </a:cubicBezTo>
                <a:cubicBezTo>
                  <a:pt x="16691" y="9927"/>
                  <a:pt x="16582" y="9273"/>
                  <a:pt x="16255" y="8509"/>
                </a:cubicBezTo>
                <a:cubicBezTo>
                  <a:pt x="19527" y="8509"/>
                  <a:pt x="19527" y="8509"/>
                  <a:pt x="19527" y="8509"/>
                </a:cubicBezTo>
                <a:lnTo>
                  <a:pt x="19527" y="17345"/>
                </a:ln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53"/>
                                        </p:tgtEl>
                                        <p:attrNameLst>
                                          <p:attrName>style.visibility</p:attrName>
                                        </p:attrNameLst>
                                      </p:cBhvr>
                                      <p:to>
                                        <p:strVal val="visible"/>
                                      </p:to>
                                    </p:set>
                                    <p:animEffect filter="wipe(left)" transition="in">
                                      <p:cBhvr>
                                        <p:cTn id="7" dur="500"/>
                                        <p:tgtEl>
                                          <p:spTgt spid="1053"/>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1054"/>
                                        </p:tgtEl>
                                        <p:attrNameLst>
                                          <p:attrName>style.visibility</p:attrName>
                                        </p:attrNameLst>
                                      </p:cBhvr>
                                      <p:to>
                                        <p:strVal val="visible"/>
                                      </p:to>
                                    </p:set>
                                    <p:animEffect filter="dissolve" transition="in">
                                      <p:cBhvr>
                                        <p:cTn id="11" dur="500"/>
                                        <p:tgtEl>
                                          <p:spTgt spid="1054"/>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1055"/>
                                        </p:tgtEl>
                                        <p:attrNameLst>
                                          <p:attrName>style.visibility</p:attrName>
                                        </p:attrNameLst>
                                      </p:cBhvr>
                                      <p:to>
                                        <p:strVal val="visible"/>
                                      </p:to>
                                    </p:set>
                                    <p:animEffect filter="wipe(left)" transition="in">
                                      <p:cBhvr>
                                        <p:cTn id="15" dur="500"/>
                                        <p:tgtEl>
                                          <p:spTgt spid="1055"/>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1056"/>
                                        </p:tgtEl>
                                        <p:attrNameLst>
                                          <p:attrName>style.visibility</p:attrName>
                                        </p:attrNameLst>
                                      </p:cBhvr>
                                      <p:to>
                                        <p:strVal val="visible"/>
                                      </p:to>
                                    </p:set>
                                    <p:animEffect filter="wipe(left)" transition="in">
                                      <p:cBhvr>
                                        <p:cTn id="19" dur="500"/>
                                        <p:tgtEl>
                                          <p:spTgt spid="1056"/>
                                        </p:tgtEl>
                                      </p:cBhvr>
                                    </p:animEffect>
                                  </p:childTnLst>
                                </p:cTn>
                              </p:par>
                            </p:childTnLst>
                          </p:cTn>
                        </p:par>
                        <p:par>
                          <p:cTn id="20" fill="hold">
                            <p:stCondLst>
                              <p:cond delay="2000"/>
                            </p:stCondLst>
                            <p:childTnLst>
                              <p:par>
                                <p:cTn id="21" presetClass="entr" nodeType="afterEffect" presetSubtype="8" presetID="22" grpId="5" fill="hold">
                                  <p:stCondLst>
                                    <p:cond delay="0"/>
                                  </p:stCondLst>
                                  <p:iterate type="el" backwards="0">
                                    <p:tmAbs val="0"/>
                                  </p:iterate>
                                  <p:childTnLst>
                                    <p:set>
                                      <p:cBhvr>
                                        <p:cTn id="22" fill="hold"/>
                                        <p:tgtEl>
                                          <p:spTgt spid="1057"/>
                                        </p:tgtEl>
                                        <p:attrNameLst>
                                          <p:attrName>style.visibility</p:attrName>
                                        </p:attrNameLst>
                                      </p:cBhvr>
                                      <p:to>
                                        <p:strVal val="visible"/>
                                      </p:to>
                                    </p:set>
                                    <p:animEffect filter="wipe(left)" transition="in">
                                      <p:cBhvr>
                                        <p:cTn id="23" dur="500"/>
                                        <p:tgtEl>
                                          <p:spTgt spid="1057"/>
                                        </p:tgtEl>
                                      </p:cBhvr>
                                    </p:animEffect>
                                  </p:childTnLst>
                                </p:cTn>
                              </p:par>
                            </p:childTnLst>
                          </p:cTn>
                        </p:par>
                        <p:par>
                          <p:cTn id="24" fill="hold">
                            <p:stCondLst>
                              <p:cond delay="2500"/>
                            </p:stCondLst>
                            <p:childTnLst>
                              <p:par>
                                <p:cTn id="25" presetClass="entr" nodeType="afterEffect" presetSubtype="8" presetID="22" grpId="6" fill="hold">
                                  <p:stCondLst>
                                    <p:cond delay="0"/>
                                  </p:stCondLst>
                                  <p:iterate type="el" backwards="0">
                                    <p:tmAbs val="0"/>
                                  </p:iterate>
                                  <p:childTnLst>
                                    <p:set>
                                      <p:cBhvr>
                                        <p:cTn id="26" fill="hold"/>
                                        <p:tgtEl>
                                          <p:spTgt spid="1058"/>
                                        </p:tgtEl>
                                        <p:attrNameLst>
                                          <p:attrName>style.visibility</p:attrName>
                                        </p:attrNameLst>
                                      </p:cBhvr>
                                      <p:to>
                                        <p:strVal val="visible"/>
                                      </p:to>
                                    </p:set>
                                    <p:animEffect filter="wipe(left)" transition="in">
                                      <p:cBhvr>
                                        <p:cTn id="27" dur="500"/>
                                        <p:tgtEl>
                                          <p:spTgt spid="1058"/>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059"/>
                                        </p:tgtEl>
                                        <p:attrNameLst>
                                          <p:attrName>style.visibility</p:attrName>
                                        </p:attrNameLst>
                                      </p:cBhvr>
                                      <p:to>
                                        <p:strVal val="visible"/>
                                      </p:to>
                                    </p:set>
                                    <p:animEffect filter="dissolve" transition="in">
                                      <p:cBhvr>
                                        <p:cTn id="31" dur="500"/>
                                        <p:tgtEl>
                                          <p:spTgt spid="1059"/>
                                        </p:tgtEl>
                                      </p:cBhvr>
                                    </p:animEffect>
                                  </p:childTnLst>
                                </p:cTn>
                              </p:par>
                            </p:childTnLst>
                          </p:cTn>
                        </p:par>
                        <p:par>
                          <p:cTn id="32" fill="hold">
                            <p:stCondLst>
                              <p:cond delay="3500"/>
                            </p:stCondLst>
                            <p:childTnLst>
                              <p:par>
                                <p:cTn id="33" presetClass="entr" nodeType="afterEffect" presetSubtype="8" presetID="22" grpId="8" fill="hold">
                                  <p:stCondLst>
                                    <p:cond delay="0"/>
                                  </p:stCondLst>
                                  <p:iterate type="el" backwards="0">
                                    <p:tmAbs val="0"/>
                                  </p:iterate>
                                  <p:childTnLst>
                                    <p:set>
                                      <p:cBhvr>
                                        <p:cTn id="34" fill="hold"/>
                                        <p:tgtEl>
                                          <p:spTgt spid="1060"/>
                                        </p:tgtEl>
                                        <p:attrNameLst>
                                          <p:attrName>style.visibility</p:attrName>
                                        </p:attrNameLst>
                                      </p:cBhvr>
                                      <p:to>
                                        <p:strVal val="visible"/>
                                      </p:to>
                                    </p:set>
                                    <p:animEffect filter="wipe(left)" transition="in">
                                      <p:cBhvr>
                                        <p:cTn id="35" dur="500"/>
                                        <p:tgtEl>
                                          <p:spTgt spid="1060"/>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1075"/>
                                        </p:tgtEl>
                                        <p:attrNameLst>
                                          <p:attrName>style.visibility</p:attrName>
                                        </p:attrNameLst>
                                      </p:cBhvr>
                                      <p:to>
                                        <p:strVal val="visible"/>
                                      </p:to>
                                    </p:set>
                                    <p:animEffect filter="dissolve" transition="in">
                                      <p:cBhvr>
                                        <p:cTn id="39" dur="500"/>
                                        <p:tgtEl>
                                          <p:spTgt spid="1075"/>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1079"/>
                                        </p:tgtEl>
                                        <p:attrNameLst>
                                          <p:attrName>style.visibility</p:attrName>
                                        </p:attrNameLst>
                                      </p:cBhvr>
                                      <p:to>
                                        <p:strVal val="visible"/>
                                      </p:to>
                                    </p:set>
                                    <p:animEffect filter="dissolve" transition="in">
                                      <p:cBhvr>
                                        <p:cTn id="43" dur="500"/>
                                        <p:tgtEl>
                                          <p:spTgt spid="1079"/>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1087"/>
                                        </p:tgtEl>
                                        <p:attrNameLst>
                                          <p:attrName>style.visibility</p:attrName>
                                        </p:attrNameLst>
                                      </p:cBhvr>
                                      <p:to>
                                        <p:strVal val="visible"/>
                                      </p:to>
                                    </p:set>
                                    <p:animEffect filter="dissolve" transition="in">
                                      <p:cBhvr>
                                        <p:cTn id="47" dur="500"/>
                                        <p:tgtEl>
                                          <p:spTgt spid="1087"/>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1088"/>
                                        </p:tgtEl>
                                        <p:attrNameLst>
                                          <p:attrName>style.visibility</p:attrName>
                                        </p:attrNameLst>
                                      </p:cBhvr>
                                      <p:to>
                                        <p:strVal val="visible"/>
                                      </p:to>
                                    </p:set>
                                    <p:animEffect filter="dissolve" transition="in">
                                      <p:cBhvr>
                                        <p:cTn id="51" dur="500"/>
                                        <p:tgtEl>
                                          <p:spTgt spid="1088"/>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1089"/>
                                        </p:tgtEl>
                                        <p:attrNameLst>
                                          <p:attrName>style.visibility</p:attrName>
                                        </p:attrNameLst>
                                      </p:cBhvr>
                                      <p:to>
                                        <p:strVal val="visible"/>
                                      </p:to>
                                    </p:set>
                                    <p:animEffect filter="dissolve" transition="in">
                                      <p:cBhvr>
                                        <p:cTn id="55" dur="500"/>
                                        <p:tgtEl>
                                          <p:spTgt spid="108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1090"/>
                                        </p:tgtEl>
                                        <p:attrNameLst>
                                          <p:attrName>style.visibility</p:attrName>
                                        </p:attrNameLst>
                                      </p:cBhvr>
                                      <p:to>
                                        <p:strVal val="visible"/>
                                      </p:to>
                                    </p:set>
                                    <p:animEffect filter="dissolve" transition="in">
                                      <p:cBhvr>
                                        <p:cTn id="59" dur="500"/>
                                        <p:tgtEl>
                                          <p:spTgt spid="10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87" grpId="11"/>
      <p:bldP build="whole" bldLvl="1" animBg="1" rev="0" advAuto="0" spid="1060" grpId="8"/>
      <p:bldP build="whole" bldLvl="1" animBg="1" rev="0" advAuto="0" spid="1079" grpId="10"/>
      <p:bldP build="whole" bldLvl="1" animBg="1" rev="0" advAuto="0" spid="1059" grpId="7"/>
      <p:bldP build="whole" bldLvl="1" animBg="1" rev="0" advAuto="0" spid="1058" grpId="6"/>
      <p:bldP build="whole" bldLvl="1" animBg="1" rev="0" advAuto="0" spid="1053" grpId="1"/>
      <p:bldP build="whole" bldLvl="1" animBg="1" rev="0" advAuto="0" spid="1056" grpId="4"/>
      <p:bldP build="whole" bldLvl="1" animBg="1" rev="0" advAuto="0" spid="1089" grpId="13"/>
      <p:bldP build="whole" bldLvl="1" animBg="1" rev="0" advAuto="0" spid="1054" grpId="2"/>
      <p:bldP build="whole" bldLvl="1" animBg="1" rev="0" advAuto="0" spid="1075" grpId="9"/>
      <p:bldP build="whole" bldLvl="1" animBg="1" rev="0" advAuto="0" spid="1088" grpId="12"/>
      <p:bldP build="whole" bldLvl="1" animBg="1" rev="0" advAuto="0" spid="1090" grpId="14"/>
      <p:bldP build="whole" bldLvl="1" animBg="1" rev="0" advAuto="0" spid="1057" grpId="5"/>
      <p:bldP build="whole" bldLvl="1" animBg="1" rev="0" advAuto="0" spid="1055" grpId="3"/>
    </p:bldLst>
  </p:timing>
</p:sld>
</file>

<file path=ppt/slides/slide5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102" name="Shape 1102"/>
          <p:cNvSpPr/>
          <p:nvPr/>
        </p:nvSpPr>
        <p:spPr>
          <a:xfrm>
            <a:off x="18473458" y="0"/>
            <a:ext cx="6047240" cy="13716001"/>
          </a:xfrm>
          <a:prstGeom prst="rect">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103" name="Shape 1103"/>
          <p:cNvSpPr/>
          <p:nvPr/>
        </p:nvSpPr>
        <p:spPr>
          <a:xfrm>
            <a:off x="19517845" y="4632605"/>
            <a:ext cx="4175128"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Red Social</a:t>
            </a:r>
          </a:p>
        </p:txBody>
      </p:sp>
      <p:sp>
        <p:nvSpPr>
          <p:cNvPr id="1104" name="Shape 1104"/>
          <p:cNvSpPr/>
          <p:nvPr/>
        </p:nvSpPr>
        <p:spPr>
          <a:xfrm>
            <a:off x="19562325" y="5420534"/>
            <a:ext cx="3960001" cy="1"/>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105" name="Shape 1105"/>
          <p:cNvSpPr/>
          <p:nvPr/>
        </p:nvSpPr>
        <p:spPr>
          <a:xfrm>
            <a:off x="20168465" y="6094880"/>
            <a:ext cx="2747724" cy="22315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439"/>
                </a:moveTo>
                <a:cubicBezTo>
                  <a:pt x="20894" y="2961"/>
                  <a:pt x="20047" y="3135"/>
                  <a:pt x="19059" y="3310"/>
                </a:cubicBezTo>
                <a:cubicBezTo>
                  <a:pt x="20047" y="2613"/>
                  <a:pt x="20753" y="1568"/>
                  <a:pt x="21035" y="348"/>
                </a:cubicBezTo>
                <a:cubicBezTo>
                  <a:pt x="20188" y="871"/>
                  <a:pt x="19200" y="1394"/>
                  <a:pt x="18212" y="1568"/>
                </a:cubicBezTo>
                <a:cubicBezTo>
                  <a:pt x="17506" y="523"/>
                  <a:pt x="16235" y="0"/>
                  <a:pt x="14965" y="0"/>
                </a:cubicBezTo>
                <a:cubicBezTo>
                  <a:pt x="12565" y="0"/>
                  <a:pt x="10588" y="2439"/>
                  <a:pt x="10588" y="5400"/>
                </a:cubicBezTo>
                <a:cubicBezTo>
                  <a:pt x="10588" y="5748"/>
                  <a:pt x="10588" y="6271"/>
                  <a:pt x="10729" y="6619"/>
                </a:cubicBezTo>
                <a:cubicBezTo>
                  <a:pt x="7059" y="6445"/>
                  <a:pt x="3671" y="4181"/>
                  <a:pt x="1553" y="871"/>
                </a:cubicBezTo>
                <a:cubicBezTo>
                  <a:pt x="1129" y="1742"/>
                  <a:pt x="988" y="2613"/>
                  <a:pt x="988" y="3658"/>
                </a:cubicBezTo>
                <a:cubicBezTo>
                  <a:pt x="988" y="5574"/>
                  <a:pt x="1694" y="7316"/>
                  <a:pt x="2965" y="8187"/>
                </a:cubicBezTo>
                <a:cubicBezTo>
                  <a:pt x="2259" y="8187"/>
                  <a:pt x="1553" y="8013"/>
                  <a:pt x="847" y="7490"/>
                </a:cubicBezTo>
                <a:cubicBezTo>
                  <a:pt x="847" y="7490"/>
                  <a:pt x="847" y="7665"/>
                  <a:pt x="847" y="7665"/>
                </a:cubicBezTo>
                <a:cubicBezTo>
                  <a:pt x="847" y="10277"/>
                  <a:pt x="2400" y="12542"/>
                  <a:pt x="4518" y="12890"/>
                </a:cubicBezTo>
                <a:cubicBezTo>
                  <a:pt x="4094" y="13065"/>
                  <a:pt x="3671" y="13239"/>
                  <a:pt x="3247" y="13239"/>
                </a:cubicBezTo>
                <a:cubicBezTo>
                  <a:pt x="2965" y="13239"/>
                  <a:pt x="2682" y="13065"/>
                  <a:pt x="2400" y="13065"/>
                </a:cubicBezTo>
                <a:cubicBezTo>
                  <a:pt x="2965" y="15155"/>
                  <a:pt x="4659" y="16897"/>
                  <a:pt x="6635" y="16897"/>
                </a:cubicBezTo>
                <a:cubicBezTo>
                  <a:pt x="5082" y="18290"/>
                  <a:pt x="3247" y="19161"/>
                  <a:pt x="1129" y="19161"/>
                </a:cubicBezTo>
                <a:cubicBezTo>
                  <a:pt x="706" y="19161"/>
                  <a:pt x="424" y="19161"/>
                  <a:pt x="0" y="19161"/>
                </a:cubicBezTo>
                <a:cubicBezTo>
                  <a:pt x="1976" y="20729"/>
                  <a:pt x="4376" y="21600"/>
                  <a:pt x="6776" y="21600"/>
                </a:cubicBezTo>
                <a:cubicBezTo>
                  <a:pt x="14965" y="21600"/>
                  <a:pt x="19482" y="13239"/>
                  <a:pt x="19482" y="6097"/>
                </a:cubicBezTo>
                <a:cubicBezTo>
                  <a:pt x="19482" y="5748"/>
                  <a:pt x="19482" y="5574"/>
                  <a:pt x="19482" y="5400"/>
                </a:cubicBezTo>
                <a:cubicBezTo>
                  <a:pt x="20329" y="4529"/>
                  <a:pt x="21035" y="3658"/>
                  <a:pt x="21600" y="2439"/>
                </a:cubicBez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106" name="Shape 1106"/>
          <p:cNvSpPr/>
          <p:nvPr/>
        </p:nvSpPr>
        <p:spPr>
          <a:xfrm>
            <a:off x="11043051" y="-632560"/>
            <a:ext cx="1" cy="2037792"/>
          </a:xfrm>
          <a:prstGeom prst="line">
            <a:avLst/>
          </a:prstGeom>
          <a:ln w="38100" cap="rnd">
            <a:solidFill>
              <a:srgbClr val="144973"/>
            </a:solidFill>
            <a:prstDash val="sysDot"/>
            <a:headEnd type="oval"/>
            <a:tailEnd type="oval"/>
          </a:ln>
        </p:spPr>
        <p:txBody>
          <a:bodyPr tIns="91439" bIns="91439"/>
          <a:lstStyle/>
          <a:p>
            <a:pPr algn="l" defTabSz="457200">
              <a:defRPr sz="2400">
                <a:latin typeface="Helvetica"/>
                <a:ea typeface="Helvetica"/>
                <a:cs typeface="Helvetica"/>
                <a:sym typeface="Helvetica"/>
              </a:defRPr>
            </a:pPr>
          </a:p>
        </p:txBody>
      </p:sp>
      <p:sp>
        <p:nvSpPr>
          <p:cNvPr id="1107" name="Shape 1107"/>
          <p:cNvSpPr/>
          <p:nvPr/>
        </p:nvSpPr>
        <p:spPr>
          <a:xfrm>
            <a:off x="11043051" y="1377687"/>
            <a:ext cx="1" cy="1919527"/>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08" name="Shape 1108"/>
          <p:cNvSpPr/>
          <p:nvPr/>
        </p:nvSpPr>
        <p:spPr>
          <a:xfrm>
            <a:off x="11043051" y="3208296"/>
            <a:ext cx="1" cy="1919528"/>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09" name="Shape 1109"/>
          <p:cNvSpPr/>
          <p:nvPr/>
        </p:nvSpPr>
        <p:spPr>
          <a:xfrm>
            <a:off x="11043052" y="5124409"/>
            <a:ext cx="1" cy="1773311"/>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10" name="Shape 1110"/>
          <p:cNvSpPr/>
          <p:nvPr/>
        </p:nvSpPr>
        <p:spPr>
          <a:xfrm>
            <a:off x="11043052" y="6930889"/>
            <a:ext cx="1" cy="1773311"/>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grpSp>
        <p:nvGrpSpPr>
          <p:cNvPr id="1119" name="Group 1119"/>
          <p:cNvGrpSpPr/>
          <p:nvPr/>
        </p:nvGrpSpPr>
        <p:grpSpPr>
          <a:xfrm>
            <a:off x="11609577" y="952591"/>
            <a:ext cx="683241" cy="902227"/>
            <a:chOff x="0" y="0"/>
            <a:chExt cx="683240" cy="902226"/>
          </a:xfrm>
        </p:grpSpPr>
        <p:sp>
          <p:nvSpPr>
            <p:cNvPr id="1111" name="Shape 1111"/>
            <p:cNvSpPr/>
            <p:nvPr/>
          </p:nvSpPr>
          <p:spPr>
            <a:xfrm>
              <a:off x="113872" y="619003"/>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5" y="0"/>
                  </a:moveTo>
                  <a:cubicBezTo>
                    <a:pt x="338" y="0"/>
                    <a:pt x="0" y="5400"/>
                    <a:pt x="0" y="10800"/>
                  </a:cubicBezTo>
                  <a:cubicBezTo>
                    <a:pt x="0" y="16200"/>
                    <a:pt x="338" y="21600"/>
                    <a:pt x="675" y="21600"/>
                  </a:cubicBezTo>
                  <a:cubicBezTo>
                    <a:pt x="20925" y="21600"/>
                    <a:pt x="20925" y="21600"/>
                    <a:pt x="20925" y="21600"/>
                  </a:cubicBezTo>
                  <a:cubicBezTo>
                    <a:pt x="21600" y="21600"/>
                    <a:pt x="21600" y="16200"/>
                    <a:pt x="21600" y="10800"/>
                  </a:cubicBezTo>
                  <a:cubicBezTo>
                    <a:pt x="21600" y="5400"/>
                    <a:pt x="21600" y="0"/>
                    <a:pt x="20925" y="0"/>
                  </a:cubicBezTo>
                  <a:lnTo>
                    <a:pt x="675" y="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2" name="Shape 1112"/>
            <p:cNvSpPr/>
            <p:nvPr/>
          </p:nvSpPr>
          <p:spPr>
            <a:xfrm>
              <a:off x="113872" y="703677"/>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0"/>
                  </a:moveTo>
                  <a:cubicBezTo>
                    <a:pt x="675" y="0"/>
                    <a:pt x="675" y="0"/>
                    <a:pt x="675" y="0"/>
                  </a:cubicBezTo>
                  <a:cubicBezTo>
                    <a:pt x="338" y="0"/>
                    <a:pt x="0" y="5400"/>
                    <a:pt x="0" y="10800"/>
                  </a:cubicBezTo>
                  <a:cubicBezTo>
                    <a:pt x="0" y="16200"/>
                    <a:pt x="338" y="21600"/>
                    <a:pt x="675" y="21600"/>
                  </a:cubicBezTo>
                  <a:cubicBezTo>
                    <a:pt x="20925" y="21600"/>
                    <a:pt x="20925" y="21600"/>
                    <a:pt x="20925" y="21600"/>
                  </a:cubicBezTo>
                  <a:cubicBezTo>
                    <a:pt x="21600" y="21600"/>
                    <a:pt x="21600" y="16200"/>
                    <a:pt x="21600" y="10800"/>
                  </a:cubicBezTo>
                  <a:cubicBezTo>
                    <a:pt x="21600" y="5400"/>
                    <a:pt x="21600" y="0"/>
                    <a:pt x="20925"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3" name="Shape 1113"/>
            <p:cNvSpPr/>
            <p:nvPr/>
          </p:nvSpPr>
          <p:spPr>
            <a:xfrm>
              <a:off x="0" y="0"/>
              <a:ext cx="683241" cy="9022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50" y="338"/>
                  </a:moveTo>
                  <a:cubicBezTo>
                    <a:pt x="16200" y="169"/>
                    <a:pt x="15750" y="0"/>
                    <a:pt x="15300" y="0"/>
                  </a:cubicBezTo>
                  <a:cubicBezTo>
                    <a:pt x="2700" y="0"/>
                    <a:pt x="2700" y="0"/>
                    <a:pt x="2700" y="0"/>
                  </a:cubicBezTo>
                  <a:cubicBezTo>
                    <a:pt x="1125" y="0"/>
                    <a:pt x="0" y="844"/>
                    <a:pt x="0" y="2025"/>
                  </a:cubicBezTo>
                  <a:cubicBezTo>
                    <a:pt x="0" y="19575"/>
                    <a:pt x="0" y="19575"/>
                    <a:pt x="0" y="19575"/>
                  </a:cubicBezTo>
                  <a:cubicBezTo>
                    <a:pt x="0" y="20587"/>
                    <a:pt x="1125" y="21600"/>
                    <a:pt x="2700" y="21600"/>
                  </a:cubicBezTo>
                  <a:cubicBezTo>
                    <a:pt x="18900" y="21600"/>
                    <a:pt x="18900" y="21600"/>
                    <a:pt x="18900" y="21600"/>
                  </a:cubicBezTo>
                  <a:cubicBezTo>
                    <a:pt x="20250" y="21600"/>
                    <a:pt x="21600" y="20587"/>
                    <a:pt x="21600" y="19575"/>
                  </a:cubicBezTo>
                  <a:cubicBezTo>
                    <a:pt x="21600" y="5400"/>
                    <a:pt x="21600" y="5400"/>
                    <a:pt x="21600" y="5400"/>
                  </a:cubicBezTo>
                  <a:cubicBezTo>
                    <a:pt x="21600" y="4725"/>
                    <a:pt x="21600" y="4387"/>
                    <a:pt x="16650" y="338"/>
                  </a:cubicBezTo>
                  <a:close/>
                  <a:moveTo>
                    <a:pt x="16200" y="2025"/>
                  </a:moveTo>
                  <a:cubicBezTo>
                    <a:pt x="17100" y="2869"/>
                    <a:pt x="18450" y="3881"/>
                    <a:pt x="19125" y="4725"/>
                  </a:cubicBezTo>
                  <a:cubicBezTo>
                    <a:pt x="16200" y="4725"/>
                    <a:pt x="16200" y="4725"/>
                    <a:pt x="16200" y="4725"/>
                  </a:cubicBezTo>
                  <a:lnTo>
                    <a:pt x="16200" y="2025"/>
                  </a:lnTo>
                  <a:close/>
                  <a:moveTo>
                    <a:pt x="19800" y="19575"/>
                  </a:moveTo>
                  <a:cubicBezTo>
                    <a:pt x="19800" y="19912"/>
                    <a:pt x="19350" y="20250"/>
                    <a:pt x="18900" y="20250"/>
                  </a:cubicBezTo>
                  <a:cubicBezTo>
                    <a:pt x="2700" y="20250"/>
                    <a:pt x="2700" y="20250"/>
                    <a:pt x="2700" y="20250"/>
                  </a:cubicBezTo>
                  <a:cubicBezTo>
                    <a:pt x="2250" y="20250"/>
                    <a:pt x="1800" y="19912"/>
                    <a:pt x="1800" y="19575"/>
                  </a:cubicBezTo>
                  <a:cubicBezTo>
                    <a:pt x="1800" y="2025"/>
                    <a:pt x="1800" y="2025"/>
                    <a:pt x="1800" y="2025"/>
                  </a:cubicBezTo>
                  <a:cubicBezTo>
                    <a:pt x="1800" y="1519"/>
                    <a:pt x="2250" y="1350"/>
                    <a:pt x="2700" y="1350"/>
                  </a:cubicBezTo>
                  <a:cubicBezTo>
                    <a:pt x="14400" y="1350"/>
                    <a:pt x="14400" y="1350"/>
                    <a:pt x="14400" y="1350"/>
                  </a:cubicBezTo>
                  <a:cubicBezTo>
                    <a:pt x="14400" y="6075"/>
                    <a:pt x="14400" y="6075"/>
                    <a:pt x="14400" y="6075"/>
                  </a:cubicBezTo>
                  <a:cubicBezTo>
                    <a:pt x="19800" y="6075"/>
                    <a:pt x="19800" y="6075"/>
                    <a:pt x="19800" y="6075"/>
                  </a:cubicBezTo>
                  <a:lnTo>
                    <a:pt x="19800" y="19575"/>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4" name="Shape 1114"/>
            <p:cNvSpPr/>
            <p:nvPr/>
          </p:nvSpPr>
          <p:spPr>
            <a:xfrm>
              <a:off x="113872" y="140151"/>
              <a:ext cx="286144" cy="583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 y="21600"/>
                  </a:moveTo>
                  <a:cubicBezTo>
                    <a:pt x="19440" y="21600"/>
                    <a:pt x="19440" y="21600"/>
                    <a:pt x="19440" y="21600"/>
                  </a:cubicBezTo>
                  <a:cubicBezTo>
                    <a:pt x="20520" y="21600"/>
                    <a:pt x="21600" y="16200"/>
                    <a:pt x="21600" y="10800"/>
                  </a:cubicBezTo>
                  <a:cubicBezTo>
                    <a:pt x="21600" y="2700"/>
                    <a:pt x="20520" y="0"/>
                    <a:pt x="19440" y="0"/>
                  </a:cubicBezTo>
                  <a:cubicBezTo>
                    <a:pt x="2160" y="0"/>
                    <a:pt x="2160" y="0"/>
                    <a:pt x="2160" y="0"/>
                  </a:cubicBezTo>
                  <a:cubicBezTo>
                    <a:pt x="1080" y="0"/>
                    <a:pt x="0" y="2700"/>
                    <a:pt x="0" y="10800"/>
                  </a:cubicBezTo>
                  <a:cubicBezTo>
                    <a:pt x="0" y="16200"/>
                    <a:pt x="1080" y="21600"/>
                    <a:pt x="216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5" name="Shape 1115"/>
            <p:cNvSpPr/>
            <p:nvPr/>
          </p:nvSpPr>
          <p:spPr>
            <a:xfrm>
              <a:off x="113872" y="280303"/>
              <a:ext cx="28614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 y="21600"/>
                  </a:moveTo>
                  <a:cubicBezTo>
                    <a:pt x="20520" y="21600"/>
                    <a:pt x="20520" y="21600"/>
                    <a:pt x="20520" y="21600"/>
                  </a:cubicBezTo>
                  <a:cubicBezTo>
                    <a:pt x="21060" y="21600"/>
                    <a:pt x="21600" y="16200"/>
                    <a:pt x="21600" y="10800"/>
                  </a:cubicBezTo>
                  <a:cubicBezTo>
                    <a:pt x="21600" y="5400"/>
                    <a:pt x="21060" y="0"/>
                    <a:pt x="20520" y="0"/>
                  </a:cubicBezTo>
                  <a:cubicBezTo>
                    <a:pt x="1080" y="0"/>
                    <a:pt x="1080" y="0"/>
                    <a:pt x="1080" y="0"/>
                  </a:cubicBezTo>
                  <a:cubicBezTo>
                    <a:pt x="540" y="0"/>
                    <a:pt x="0" y="5400"/>
                    <a:pt x="0" y="10800"/>
                  </a:cubicBezTo>
                  <a:cubicBezTo>
                    <a:pt x="0" y="16200"/>
                    <a:pt x="540" y="21600"/>
                    <a:pt x="108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6" name="Shape 1116"/>
            <p:cNvSpPr/>
            <p:nvPr/>
          </p:nvSpPr>
          <p:spPr>
            <a:xfrm>
              <a:off x="113872" y="364977"/>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200"/>
                    <a:pt x="338" y="21600"/>
                    <a:pt x="675" y="21600"/>
                  </a:cubicBezTo>
                  <a:cubicBezTo>
                    <a:pt x="20925" y="21600"/>
                    <a:pt x="20925" y="21600"/>
                    <a:pt x="20925" y="21600"/>
                  </a:cubicBezTo>
                  <a:cubicBezTo>
                    <a:pt x="21262" y="21600"/>
                    <a:pt x="21600" y="16200"/>
                    <a:pt x="21600" y="10800"/>
                  </a:cubicBezTo>
                  <a:cubicBezTo>
                    <a:pt x="21600" y="5400"/>
                    <a:pt x="21262" y="0"/>
                    <a:pt x="20925" y="0"/>
                  </a:cubicBezTo>
                  <a:cubicBezTo>
                    <a:pt x="675" y="0"/>
                    <a:pt x="675" y="0"/>
                    <a:pt x="675" y="0"/>
                  </a:cubicBezTo>
                  <a:cubicBezTo>
                    <a:pt x="338" y="0"/>
                    <a:pt x="0" y="5400"/>
                    <a:pt x="0" y="10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7" name="Shape 1117"/>
            <p:cNvSpPr/>
            <p:nvPr/>
          </p:nvSpPr>
          <p:spPr>
            <a:xfrm>
              <a:off x="113872" y="534327"/>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21600"/>
                  </a:moveTo>
                  <a:cubicBezTo>
                    <a:pt x="21262" y="21600"/>
                    <a:pt x="21600" y="16200"/>
                    <a:pt x="21600" y="10800"/>
                  </a:cubicBezTo>
                  <a:cubicBezTo>
                    <a:pt x="21600" y="5400"/>
                    <a:pt x="21262" y="0"/>
                    <a:pt x="20925" y="0"/>
                  </a:cubicBezTo>
                  <a:cubicBezTo>
                    <a:pt x="675" y="0"/>
                    <a:pt x="675" y="0"/>
                    <a:pt x="675" y="0"/>
                  </a:cubicBezTo>
                  <a:cubicBezTo>
                    <a:pt x="338" y="0"/>
                    <a:pt x="0" y="5400"/>
                    <a:pt x="0" y="10800"/>
                  </a:cubicBezTo>
                  <a:cubicBezTo>
                    <a:pt x="0" y="16200"/>
                    <a:pt x="338" y="21600"/>
                    <a:pt x="675" y="21600"/>
                  </a:cubicBezTo>
                  <a:lnTo>
                    <a:pt x="20925"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18" name="Shape 1118"/>
            <p:cNvSpPr/>
            <p:nvPr/>
          </p:nvSpPr>
          <p:spPr>
            <a:xfrm>
              <a:off x="113872" y="449653"/>
              <a:ext cx="429217"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 y="21600"/>
                  </a:moveTo>
                  <a:cubicBezTo>
                    <a:pt x="20880" y="21600"/>
                    <a:pt x="20880" y="21600"/>
                    <a:pt x="20880" y="21600"/>
                  </a:cubicBezTo>
                  <a:cubicBezTo>
                    <a:pt x="21240" y="21600"/>
                    <a:pt x="21600" y="16200"/>
                    <a:pt x="21600" y="10800"/>
                  </a:cubicBezTo>
                  <a:cubicBezTo>
                    <a:pt x="21600" y="5400"/>
                    <a:pt x="21240" y="0"/>
                    <a:pt x="20880" y="0"/>
                  </a:cubicBezTo>
                  <a:cubicBezTo>
                    <a:pt x="720" y="0"/>
                    <a:pt x="720" y="0"/>
                    <a:pt x="720" y="0"/>
                  </a:cubicBezTo>
                  <a:cubicBezTo>
                    <a:pt x="360" y="0"/>
                    <a:pt x="0" y="5400"/>
                    <a:pt x="0" y="10800"/>
                  </a:cubicBezTo>
                  <a:cubicBezTo>
                    <a:pt x="0" y="16200"/>
                    <a:pt x="360" y="21600"/>
                    <a:pt x="72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20" name="Shape 1120"/>
          <p:cNvSpPr/>
          <p:nvPr/>
        </p:nvSpPr>
        <p:spPr>
          <a:xfrm>
            <a:off x="952722" y="6576059"/>
            <a:ext cx="8976336"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La estrategia de contenidos propuesta para Twitter es la siguiente:</a:t>
            </a:r>
          </a:p>
        </p:txBody>
      </p:sp>
      <p:sp>
        <p:nvSpPr>
          <p:cNvPr id="1121" name="Shape 1121"/>
          <p:cNvSpPr/>
          <p:nvPr/>
        </p:nvSpPr>
        <p:spPr>
          <a:xfrm>
            <a:off x="11043052" y="8724915"/>
            <a:ext cx="1" cy="1773311"/>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22" name="Shape 1122"/>
          <p:cNvSpPr/>
          <p:nvPr/>
        </p:nvSpPr>
        <p:spPr>
          <a:xfrm>
            <a:off x="11043052" y="10616897"/>
            <a:ext cx="1" cy="1773311"/>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23" name="Shape 1123"/>
          <p:cNvSpPr/>
          <p:nvPr/>
        </p:nvSpPr>
        <p:spPr>
          <a:xfrm>
            <a:off x="12589682" y="11659345"/>
            <a:ext cx="4737576"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24" name="Shape 1124"/>
          <p:cNvSpPr/>
          <p:nvPr/>
        </p:nvSpPr>
        <p:spPr>
          <a:xfrm>
            <a:off x="12507844" y="9794642"/>
            <a:ext cx="5754844"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25" name="Shape 1125"/>
          <p:cNvSpPr/>
          <p:nvPr/>
        </p:nvSpPr>
        <p:spPr>
          <a:xfrm>
            <a:off x="11554997" y="9972413"/>
            <a:ext cx="791960" cy="964708"/>
          </a:xfrm>
          <a:custGeom>
            <a:avLst/>
            <a:gdLst/>
            <a:ahLst/>
            <a:cxnLst>
              <a:cxn ang="0">
                <a:pos x="wd2" y="hd2"/>
              </a:cxn>
              <a:cxn ang="5400000">
                <a:pos x="wd2" y="hd2"/>
              </a:cxn>
              <a:cxn ang="10800000">
                <a:pos x="wd2" y="hd2"/>
              </a:cxn>
              <a:cxn ang="16200000">
                <a:pos x="wd2" y="hd2"/>
              </a:cxn>
            </a:cxnLst>
            <a:rect l="0" t="0" r="r" b="b"/>
            <a:pathLst>
              <a:path w="21442" h="21600" fill="norm" stroke="1" extrusionOk="0">
                <a:moveTo>
                  <a:pt x="15398" y="21600"/>
                </a:moveTo>
                <a:cubicBezTo>
                  <a:pt x="7699" y="21600"/>
                  <a:pt x="0" y="10800"/>
                  <a:pt x="0" y="5760"/>
                </a:cubicBezTo>
                <a:cubicBezTo>
                  <a:pt x="0" y="1260"/>
                  <a:pt x="3850" y="0"/>
                  <a:pt x="6202" y="0"/>
                </a:cubicBezTo>
                <a:cubicBezTo>
                  <a:pt x="6416" y="0"/>
                  <a:pt x="6630" y="0"/>
                  <a:pt x="6844" y="0"/>
                </a:cubicBezTo>
                <a:cubicBezTo>
                  <a:pt x="9410" y="360"/>
                  <a:pt x="10907" y="3780"/>
                  <a:pt x="10907" y="5040"/>
                </a:cubicBezTo>
                <a:cubicBezTo>
                  <a:pt x="10907" y="6480"/>
                  <a:pt x="9624" y="7020"/>
                  <a:pt x="8341" y="7560"/>
                </a:cubicBezTo>
                <a:cubicBezTo>
                  <a:pt x="7699" y="7740"/>
                  <a:pt x="7699" y="7740"/>
                  <a:pt x="7699" y="7740"/>
                </a:cubicBezTo>
                <a:cubicBezTo>
                  <a:pt x="7485" y="7920"/>
                  <a:pt x="7057" y="8280"/>
                  <a:pt x="7271" y="8280"/>
                </a:cubicBezTo>
                <a:cubicBezTo>
                  <a:pt x="7699" y="10620"/>
                  <a:pt x="8982" y="12420"/>
                  <a:pt x="11762" y="14400"/>
                </a:cubicBezTo>
                <a:cubicBezTo>
                  <a:pt x="11976" y="14580"/>
                  <a:pt x="12190" y="14580"/>
                  <a:pt x="12404" y="14580"/>
                </a:cubicBezTo>
                <a:cubicBezTo>
                  <a:pt x="12618" y="14580"/>
                  <a:pt x="13046" y="14400"/>
                  <a:pt x="13473" y="14220"/>
                </a:cubicBezTo>
                <a:cubicBezTo>
                  <a:pt x="13687" y="14040"/>
                  <a:pt x="13901" y="14040"/>
                  <a:pt x="13901" y="13860"/>
                </a:cubicBezTo>
                <a:cubicBezTo>
                  <a:pt x="14115" y="13860"/>
                  <a:pt x="14115" y="13860"/>
                  <a:pt x="14115" y="13860"/>
                </a:cubicBezTo>
                <a:cubicBezTo>
                  <a:pt x="14756" y="13680"/>
                  <a:pt x="15184" y="13500"/>
                  <a:pt x="15826" y="13500"/>
                </a:cubicBezTo>
                <a:cubicBezTo>
                  <a:pt x="16040" y="13500"/>
                  <a:pt x="16040" y="13500"/>
                  <a:pt x="16253" y="13500"/>
                </a:cubicBezTo>
                <a:cubicBezTo>
                  <a:pt x="17750" y="13500"/>
                  <a:pt x="20745" y="15480"/>
                  <a:pt x="21386" y="17460"/>
                </a:cubicBezTo>
                <a:cubicBezTo>
                  <a:pt x="21600" y="18180"/>
                  <a:pt x="21172" y="19080"/>
                  <a:pt x="20531" y="19800"/>
                </a:cubicBezTo>
                <a:cubicBezTo>
                  <a:pt x="19889" y="20520"/>
                  <a:pt x="18392" y="21600"/>
                  <a:pt x="15398" y="21600"/>
                </a:cubicBezTo>
                <a:close/>
                <a:moveTo>
                  <a:pt x="6202" y="1440"/>
                </a:moveTo>
                <a:cubicBezTo>
                  <a:pt x="5347" y="1440"/>
                  <a:pt x="1711" y="1620"/>
                  <a:pt x="1711" y="5760"/>
                </a:cubicBezTo>
                <a:cubicBezTo>
                  <a:pt x="1711" y="10080"/>
                  <a:pt x="8982" y="20160"/>
                  <a:pt x="15398" y="20160"/>
                </a:cubicBezTo>
                <a:cubicBezTo>
                  <a:pt x="17750" y="20160"/>
                  <a:pt x="18820" y="19440"/>
                  <a:pt x="19248" y="18900"/>
                </a:cubicBezTo>
                <a:cubicBezTo>
                  <a:pt x="19675" y="18360"/>
                  <a:pt x="19675" y="18000"/>
                  <a:pt x="19675" y="17820"/>
                </a:cubicBezTo>
                <a:cubicBezTo>
                  <a:pt x="19248" y="16380"/>
                  <a:pt x="16895" y="14940"/>
                  <a:pt x="16040" y="14940"/>
                </a:cubicBezTo>
                <a:cubicBezTo>
                  <a:pt x="16040" y="14940"/>
                  <a:pt x="15826" y="14940"/>
                  <a:pt x="15826" y="14940"/>
                </a:cubicBezTo>
                <a:cubicBezTo>
                  <a:pt x="15612" y="14940"/>
                  <a:pt x="15398" y="14940"/>
                  <a:pt x="14756" y="15120"/>
                </a:cubicBezTo>
                <a:cubicBezTo>
                  <a:pt x="14756" y="15300"/>
                  <a:pt x="14756" y="15300"/>
                  <a:pt x="14756" y="15300"/>
                </a:cubicBezTo>
                <a:cubicBezTo>
                  <a:pt x="14543" y="15300"/>
                  <a:pt x="14543" y="15300"/>
                  <a:pt x="14329" y="15480"/>
                </a:cubicBezTo>
                <a:cubicBezTo>
                  <a:pt x="13901" y="15660"/>
                  <a:pt x="13046" y="16020"/>
                  <a:pt x="12404" y="16020"/>
                </a:cubicBezTo>
                <a:cubicBezTo>
                  <a:pt x="11762" y="16020"/>
                  <a:pt x="11121" y="15840"/>
                  <a:pt x="10693" y="15480"/>
                </a:cubicBezTo>
                <a:cubicBezTo>
                  <a:pt x="7699" y="13320"/>
                  <a:pt x="5988" y="11160"/>
                  <a:pt x="5560" y="8640"/>
                </a:cubicBezTo>
                <a:cubicBezTo>
                  <a:pt x="5133" y="7560"/>
                  <a:pt x="6202" y="6840"/>
                  <a:pt x="7057" y="6480"/>
                </a:cubicBezTo>
                <a:cubicBezTo>
                  <a:pt x="7485" y="6300"/>
                  <a:pt x="7485" y="6300"/>
                  <a:pt x="7485" y="6300"/>
                </a:cubicBezTo>
                <a:cubicBezTo>
                  <a:pt x="8768" y="5760"/>
                  <a:pt x="9196" y="5580"/>
                  <a:pt x="9196" y="5040"/>
                </a:cubicBezTo>
                <a:cubicBezTo>
                  <a:pt x="9196" y="4140"/>
                  <a:pt x="7913" y="1620"/>
                  <a:pt x="6630" y="1440"/>
                </a:cubicBezTo>
                <a:cubicBezTo>
                  <a:pt x="6416" y="1440"/>
                  <a:pt x="6416" y="1440"/>
                  <a:pt x="6202" y="1440"/>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1128" name="Group 1128"/>
          <p:cNvGrpSpPr/>
          <p:nvPr/>
        </p:nvGrpSpPr>
        <p:grpSpPr>
          <a:xfrm>
            <a:off x="11512018" y="11894295"/>
            <a:ext cx="878360" cy="855981"/>
            <a:chOff x="0" y="0"/>
            <a:chExt cx="878359" cy="855980"/>
          </a:xfrm>
        </p:grpSpPr>
        <p:sp>
          <p:nvSpPr>
            <p:cNvPr id="1126" name="Shape 1126"/>
            <p:cNvSpPr/>
            <p:nvPr/>
          </p:nvSpPr>
          <p:spPr>
            <a:xfrm>
              <a:off x="274135" y="343785"/>
              <a:ext cx="351172" cy="330653"/>
            </a:xfrm>
            <a:custGeom>
              <a:avLst/>
              <a:gdLst/>
              <a:ahLst/>
              <a:cxnLst>
                <a:cxn ang="0">
                  <a:pos x="wd2" y="hd2"/>
                </a:cxn>
                <a:cxn ang="5400000">
                  <a:pos x="wd2" y="hd2"/>
                </a:cxn>
                <a:cxn ang="10800000">
                  <a:pos x="wd2" y="hd2"/>
                </a:cxn>
                <a:cxn ang="16200000">
                  <a:pos x="wd2" y="hd2"/>
                </a:cxn>
              </a:cxnLst>
              <a:rect l="0" t="0" r="r" b="b"/>
              <a:pathLst>
                <a:path w="21185" h="20590" fill="norm" stroke="1" extrusionOk="0">
                  <a:moveTo>
                    <a:pt x="3323" y="20264"/>
                  </a:moveTo>
                  <a:cubicBezTo>
                    <a:pt x="19938" y="11957"/>
                    <a:pt x="19938" y="11957"/>
                    <a:pt x="19938" y="11957"/>
                  </a:cubicBezTo>
                  <a:cubicBezTo>
                    <a:pt x="21600" y="11126"/>
                    <a:pt x="21600" y="9464"/>
                    <a:pt x="19938" y="8633"/>
                  </a:cubicBezTo>
                  <a:cubicBezTo>
                    <a:pt x="3323" y="326"/>
                    <a:pt x="3323" y="326"/>
                    <a:pt x="3323" y="326"/>
                  </a:cubicBezTo>
                  <a:cubicBezTo>
                    <a:pt x="1662" y="-505"/>
                    <a:pt x="0" y="326"/>
                    <a:pt x="0" y="1987"/>
                  </a:cubicBezTo>
                  <a:cubicBezTo>
                    <a:pt x="0" y="18603"/>
                    <a:pt x="0" y="18603"/>
                    <a:pt x="0" y="18603"/>
                  </a:cubicBezTo>
                  <a:cubicBezTo>
                    <a:pt x="0" y="20264"/>
                    <a:pt x="1662" y="21095"/>
                    <a:pt x="3323" y="2026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27" name="Shape 1127"/>
            <p:cNvSpPr/>
            <p:nvPr/>
          </p:nvSpPr>
          <p:spPr>
            <a:xfrm>
              <a:off x="0" y="0"/>
              <a:ext cx="878360" cy="855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1012" y="0"/>
                    <a:pt x="0" y="1013"/>
                    <a:pt x="0" y="2025"/>
                  </a:cubicBezTo>
                  <a:cubicBezTo>
                    <a:pt x="0" y="19575"/>
                    <a:pt x="0" y="19575"/>
                    <a:pt x="0" y="19575"/>
                  </a:cubicBezTo>
                  <a:cubicBezTo>
                    <a:pt x="0" y="20587"/>
                    <a:pt x="1012" y="21600"/>
                    <a:pt x="2025" y="21600"/>
                  </a:cubicBezTo>
                  <a:cubicBezTo>
                    <a:pt x="19575" y="21600"/>
                    <a:pt x="19575" y="21600"/>
                    <a:pt x="19575" y="21600"/>
                  </a:cubicBezTo>
                  <a:cubicBezTo>
                    <a:pt x="20588" y="21600"/>
                    <a:pt x="21600" y="20587"/>
                    <a:pt x="21600" y="19575"/>
                  </a:cubicBezTo>
                  <a:cubicBezTo>
                    <a:pt x="21600" y="2025"/>
                    <a:pt x="21600" y="2025"/>
                    <a:pt x="21600" y="2025"/>
                  </a:cubicBezTo>
                  <a:cubicBezTo>
                    <a:pt x="21600" y="1013"/>
                    <a:pt x="20588" y="0"/>
                    <a:pt x="19575" y="0"/>
                  </a:cubicBezTo>
                  <a:close/>
                  <a:moveTo>
                    <a:pt x="13500" y="1350"/>
                  </a:moveTo>
                  <a:cubicBezTo>
                    <a:pt x="14850" y="4050"/>
                    <a:pt x="14850" y="4050"/>
                    <a:pt x="14850" y="4050"/>
                  </a:cubicBezTo>
                  <a:cubicBezTo>
                    <a:pt x="12150" y="4050"/>
                    <a:pt x="12150" y="4050"/>
                    <a:pt x="12150" y="4050"/>
                  </a:cubicBezTo>
                  <a:cubicBezTo>
                    <a:pt x="10800" y="1350"/>
                    <a:pt x="10800" y="1350"/>
                    <a:pt x="10800" y="1350"/>
                  </a:cubicBezTo>
                  <a:lnTo>
                    <a:pt x="13500" y="1350"/>
                  </a:lnTo>
                  <a:close/>
                  <a:moveTo>
                    <a:pt x="8100" y="1350"/>
                  </a:moveTo>
                  <a:cubicBezTo>
                    <a:pt x="9450" y="4050"/>
                    <a:pt x="9450" y="4050"/>
                    <a:pt x="9450" y="4050"/>
                  </a:cubicBezTo>
                  <a:cubicBezTo>
                    <a:pt x="6750" y="4050"/>
                    <a:pt x="6750" y="4050"/>
                    <a:pt x="6750" y="4050"/>
                  </a:cubicBezTo>
                  <a:cubicBezTo>
                    <a:pt x="5400" y="1350"/>
                    <a:pt x="5400" y="1350"/>
                    <a:pt x="5400" y="1350"/>
                  </a:cubicBezTo>
                  <a:lnTo>
                    <a:pt x="8100" y="1350"/>
                  </a:lnTo>
                  <a:close/>
                  <a:moveTo>
                    <a:pt x="1350" y="2025"/>
                  </a:moveTo>
                  <a:cubicBezTo>
                    <a:pt x="1350" y="1688"/>
                    <a:pt x="1687" y="1350"/>
                    <a:pt x="2025" y="1350"/>
                  </a:cubicBezTo>
                  <a:cubicBezTo>
                    <a:pt x="2700" y="1350"/>
                    <a:pt x="2700" y="1350"/>
                    <a:pt x="2700" y="1350"/>
                  </a:cubicBezTo>
                  <a:cubicBezTo>
                    <a:pt x="4050" y="4050"/>
                    <a:pt x="4050" y="4050"/>
                    <a:pt x="4050" y="4050"/>
                  </a:cubicBezTo>
                  <a:cubicBezTo>
                    <a:pt x="1350" y="4050"/>
                    <a:pt x="1350" y="4050"/>
                    <a:pt x="1350" y="4050"/>
                  </a:cubicBezTo>
                  <a:lnTo>
                    <a:pt x="1350" y="2025"/>
                  </a:lnTo>
                  <a:close/>
                  <a:moveTo>
                    <a:pt x="20250" y="19575"/>
                  </a:moveTo>
                  <a:cubicBezTo>
                    <a:pt x="20250" y="19912"/>
                    <a:pt x="19912" y="20250"/>
                    <a:pt x="19575" y="20250"/>
                  </a:cubicBezTo>
                  <a:cubicBezTo>
                    <a:pt x="2025" y="20250"/>
                    <a:pt x="2025" y="20250"/>
                    <a:pt x="2025" y="20250"/>
                  </a:cubicBezTo>
                  <a:cubicBezTo>
                    <a:pt x="1687" y="20250"/>
                    <a:pt x="1350" y="19912"/>
                    <a:pt x="1350" y="19575"/>
                  </a:cubicBezTo>
                  <a:cubicBezTo>
                    <a:pt x="1350" y="5400"/>
                    <a:pt x="1350" y="5400"/>
                    <a:pt x="1350" y="5400"/>
                  </a:cubicBezTo>
                  <a:cubicBezTo>
                    <a:pt x="20250" y="5400"/>
                    <a:pt x="20250" y="5400"/>
                    <a:pt x="20250" y="5400"/>
                  </a:cubicBezTo>
                  <a:lnTo>
                    <a:pt x="20250" y="19575"/>
                  </a:lnTo>
                  <a:close/>
                  <a:moveTo>
                    <a:pt x="17550" y="4050"/>
                  </a:moveTo>
                  <a:cubicBezTo>
                    <a:pt x="16200" y="1350"/>
                    <a:pt x="16200" y="1350"/>
                    <a:pt x="16200" y="1350"/>
                  </a:cubicBezTo>
                  <a:cubicBezTo>
                    <a:pt x="18900" y="1350"/>
                    <a:pt x="18900" y="1350"/>
                    <a:pt x="18900" y="1350"/>
                  </a:cubicBezTo>
                  <a:cubicBezTo>
                    <a:pt x="20250" y="4050"/>
                    <a:pt x="20250" y="4050"/>
                    <a:pt x="20250" y="4050"/>
                  </a:cubicBezTo>
                  <a:lnTo>
                    <a:pt x="17550" y="40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29" name="Shape 1129"/>
          <p:cNvSpPr/>
          <p:nvPr/>
        </p:nvSpPr>
        <p:spPr>
          <a:xfrm>
            <a:off x="12507844" y="7929938"/>
            <a:ext cx="5754844"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30" name="Shape 1130"/>
          <p:cNvSpPr/>
          <p:nvPr/>
        </p:nvSpPr>
        <p:spPr>
          <a:xfrm rot="2700000">
            <a:off x="11581492" y="8160092"/>
            <a:ext cx="630956" cy="940013"/>
          </a:xfrm>
          <a:custGeom>
            <a:avLst/>
            <a:gdLst/>
            <a:ahLst/>
            <a:cxnLst>
              <a:cxn ang="0">
                <a:pos x="wd2" y="hd2"/>
              </a:cxn>
              <a:cxn ang="5400000">
                <a:pos x="wd2" y="hd2"/>
              </a:cxn>
              <a:cxn ang="10800000">
                <a:pos x="wd2" y="hd2"/>
              </a:cxn>
              <a:cxn ang="16200000">
                <a:pos x="wd2" y="hd2"/>
              </a:cxn>
            </a:cxnLst>
            <a:rect l="0" t="0" r="r" b="b"/>
            <a:pathLst>
              <a:path w="21490" h="21600" fill="norm" stroke="1" extrusionOk="0">
                <a:moveTo>
                  <a:pt x="21391" y="9649"/>
                </a:moveTo>
                <a:cubicBezTo>
                  <a:pt x="16386" y="4072"/>
                  <a:pt x="16386" y="4072"/>
                  <a:pt x="16386" y="4072"/>
                </a:cubicBezTo>
                <a:cubicBezTo>
                  <a:pt x="18757" y="797"/>
                  <a:pt x="18757" y="797"/>
                  <a:pt x="18757" y="797"/>
                </a:cubicBezTo>
                <a:cubicBezTo>
                  <a:pt x="18889" y="620"/>
                  <a:pt x="18889" y="443"/>
                  <a:pt x="18757" y="266"/>
                </a:cubicBezTo>
                <a:cubicBezTo>
                  <a:pt x="18625" y="89"/>
                  <a:pt x="18362" y="0"/>
                  <a:pt x="18099" y="0"/>
                </a:cubicBezTo>
                <a:cubicBezTo>
                  <a:pt x="2821" y="0"/>
                  <a:pt x="2821" y="0"/>
                  <a:pt x="2821" y="0"/>
                </a:cubicBezTo>
                <a:cubicBezTo>
                  <a:pt x="2557" y="0"/>
                  <a:pt x="2294" y="89"/>
                  <a:pt x="2162" y="266"/>
                </a:cubicBezTo>
                <a:cubicBezTo>
                  <a:pt x="2030" y="443"/>
                  <a:pt x="2030" y="620"/>
                  <a:pt x="2162" y="797"/>
                </a:cubicBezTo>
                <a:cubicBezTo>
                  <a:pt x="5060" y="4072"/>
                  <a:pt x="5060" y="4072"/>
                  <a:pt x="5060" y="4072"/>
                </a:cubicBezTo>
                <a:cubicBezTo>
                  <a:pt x="186" y="9649"/>
                  <a:pt x="186" y="9649"/>
                  <a:pt x="186" y="9649"/>
                </a:cubicBezTo>
                <a:cubicBezTo>
                  <a:pt x="55" y="9826"/>
                  <a:pt x="-77" y="10003"/>
                  <a:pt x="55" y="10092"/>
                </a:cubicBezTo>
                <a:cubicBezTo>
                  <a:pt x="7957" y="21334"/>
                  <a:pt x="7957" y="21334"/>
                  <a:pt x="7957" y="21334"/>
                </a:cubicBezTo>
                <a:cubicBezTo>
                  <a:pt x="8089" y="21511"/>
                  <a:pt x="8352" y="21600"/>
                  <a:pt x="8616" y="21600"/>
                </a:cubicBezTo>
                <a:cubicBezTo>
                  <a:pt x="12830" y="21600"/>
                  <a:pt x="12830" y="21600"/>
                  <a:pt x="12830" y="21600"/>
                </a:cubicBezTo>
                <a:cubicBezTo>
                  <a:pt x="13094" y="21600"/>
                  <a:pt x="13357" y="21511"/>
                  <a:pt x="13489" y="21334"/>
                </a:cubicBezTo>
                <a:cubicBezTo>
                  <a:pt x="21391" y="10092"/>
                  <a:pt x="21391" y="10092"/>
                  <a:pt x="21391" y="10092"/>
                </a:cubicBezTo>
                <a:cubicBezTo>
                  <a:pt x="21523" y="10003"/>
                  <a:pt x="21523" y="9826"/>
                  <a:pt x="21391" y="9649"/>
                </a:cubicBezTo>
                <a:close/>
                <a:moveTo>
                  <a:pt x="16782" y="1062"/>
                </a:moveTo>
                <a:cubicBezTo>
                  <a:pt x="14938" y="3541"/>
                  <a:pt x="14938" y="3541"/>
                  <a:pt x="14938" y="3541"/>
                </a:cubicBezTo>
                <a:cubicBezTo>
                  <a:pt x="6377" y="3541"/>
                  <a:pt x="6377" y="3541"/>
                  <a:pt x="6377" y="3541"/>
                </a:cubicBezTo>
                <a:cubicBezTo>
                  <a:pt x="4269" y="1062"/>
                  <a:pt x="4269" y="1062"/>
                  <a:pt x="4269" y="1062"/>
                </a:cubicBezTo>
                <a:lnTo>
                  <a:pt x="16782" y="1062"/>
                </a:lnTo>
                <a:close/>
                <a:moveTo>
                  <a:pt x="10723" y="10623"/>
                </a:moveTo>
                <a:cubicBezTo>
                  <a:pt x="9669" y="10623"/>
                  <a:pt x="8879" y="10092"/>
                  <a:pt x="8879" y="9384"/>
                </a:cubicBezTo>
                <a:cubicBezTo>
                  <a:pt x="8879" y="8675"/>
                  <a:pt x="9669" y="8144"/>
                  <a:pt x="10723" y="8144"/>
                </a:cubicBezTo>
                <a:cubicBezTo>
                  <a:pt x="11777" y="8144"/>
                  <a:pt x="12567" y="8675"/>
                  <a:pt x="12567" y="9384"/>
                </a:cubicBezTo>
                <a:cubicBezTo>
                  <a:pt x="12567" y="10092"/>
                  <a:pt x="11777" y="10623"/>
                  <a:pt x="10723" y="10623"/>
                </a:cubicBezTo>
                <a:close/>
                <a:moveTo>
                  <a:pt x="12303" y="20538"/>
                </a:moveTo>
                <a:cubicBezTo>
                  <a:pt x="11513" y="20538"/>
                  <a:pt x="11513" y="20538"/>
                  <a:pt x="11513" y="20538"/>
                </a:cubicBezTo>
                <a:cubicBezTo>
                  <a:pt x="11513" y="11597"/>
                  <a:pt x="11513" y="11597"/>
                  <a:pt x="11513" y="11597"/>
                </a:cubicBezTo>
                <a:cubicBezTo>
                  <a:pt x="12962" y="11420"/>
                  <a:pt x="14147" y="10446"/>
                  <a:pt x="14147" y="9384"/>
                </a:cubicBezTo>
                <a:cubicBezTo>
                  <a:pt x="14147" y="8144"/>
                  <a:pt x="12567" y="7082"/>
                  <a:pt x="10723" y="7082"/>
                </a:cubicBezTo>
                <a:cubicBezTo>
                  <a:pt x="8879" y="7082"/>
                  <a:pt x="7299" y="8144"/>
                  <a:pt x="7299" y="9384"/>
                </a:cubicBezTo>
                <a:cubicBezTo>
                  <a:pt x="7299" y="10446"/>
                  <a:pt x="8484" y="11420"/>
                  <a:pt x="9933" y="11597"/>
                </a:cubicBezTo>
                <a:cubicBezTo>
                  <a:pt x="9933" y="20538"/>
                  <a:pt x="9933" y="20538"/>
                  <a:pt x="9933" y="20538"/>
                </a:cubicBezTo>
                <a:cubicBezTo>
                  <a:pt x="9143" y="20538"/>
                  <a:pt x="9143" y="20538"/>
                  <a:pt x="9143" y="20538"/>
                </a:cubicBezTo>
                <a:cubicBezTo>
                  <a:pt x="1635" y="9915"/>
                  <a:pt x="1635" y="9915"/>
                  <a:pt x="1635" y="9915"/>
                </a:cubicBezTo>
                <a:cubicBezTo>
                  <a:pt x="6377" y="4603"/>
                  <a:pt x="6377" y="4603"/>
                  <a:pt x="6377" y="4603"/>
                </a:cubicBezTo>
                <a:cubicBezTo>
                  <a:pt x="15069" y="4603"/>
                  <a:pt x="15069" y="4603"/>
                  <a:pt x="15069" y="4603"/>
                </a:cubicBezTo>
                <a:cubicBezTo>
                  <a:pt x="19811" y="9915"/>
                  <a:pt x="19811" y="9915"/>
                  <a:pt x="19811" y="9915"/>
                </a:cubicBezTo>
                <a:lnTo>
                  <a:pt x="12303" y="20538"/>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131" name="Shape 1131"/>
          <p:cNvSpPr/>
          <p:nvPr/>
        </p:nvSpPr>
        <p:spPr>
          <a:xfrm>
            <a:off x="12557994" y="6169659"/>
            <a:ext cx="5552945"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grpSp>
        <p:nvGrpSpPr>
          <p:cNvPr id="1134" name="Group 1134"/>
          <p:cNvGrpSpPr/>
          <p:nvPr/>
        </p:nvGrpSpPr>
        <p:grpSpPr>
          <a:xfrm>
            <a:off x="11642482" y="6211110"/>
            <a:ext cx="617432" cy="887379"/>
            <a:chOff x="0" y="0"/>
            <a:chExt cx="617431" cy="887378"/>
          </a:xfrm>
        </p:grpSpPr>
        <p:sp>
          <p:nvSpPr>
            <p:cNvPr id="1132" name="Shape 1132"/>
            <p:cNvSpPr/>
            <p:nvPr/>
          </p:nvSpPr>
          <p:spPr>
            <a:xfrm>
              <a:off x="0" y="0"/>
              <a:ext cx="617432" cy="887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33" name="Shape 1133"/>
            <p:cNvSpPr/>
            <p:nvPr/>
          </p:nvSpPr>
          <p:spPr>
            <a:xfrm>
              <a:off x="137845" y="137845"/>
              <a:ext cx="183794" cy="1809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139" name="Group 1139"/>
          <p:cNvGrpSpPr/>
          <p:nvPr/>
        </p:nvGrpSpPr>
        <p:grpSpPr>
          <a:xfrm>
            <a:off x="11473865" y="4557306"/>
            <a:ext cx="954665" cy="866880"/>
            <a:chOff x="0" y="0"/>
            <a:chExt cx="954664" cy="866879"/>
          </a:xfrm>
        </p:grpSpPr>
        <p:sp>
          <p:nvSpPr>
            <p:cNvPr id="1135" name="Shape 1135"/>
            <p:cNvSpPr/>
            <p:nvPr/>
          </p:nvSpPr>
          <p:spPr>
            <a:xfrm>
              <a:off x="0" y="0"/>
              <a:ext cx="954665" cy="8668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87" y="21600"/>
                  </a:moveTo>
                  <a:cubicBezTo>
                    <a:pt x="16691" y="21600"/>
                    <a:pt x="16691" y="21600"/>
                    <a:pt x="16495" y="21600"/>
                  </a:cubicBezTo>
                  <a:cubicBezTo>
                    <a:pt x="13942" y="19837"/>
                    <a:pt x="13942" y="19837"/>
                    <a:pt x="13942" y="19837"/>
                  </a:cubicBezTo>
                  <a:cubicBezTo>
                    <a:pt x="12764" y="20057"/>
                    <a:pt x="11585" y="20278"/>
                    <a:pt x="10211" y="20278"/>
                  </a:cubicBezTo>
                  <a:cubicBezTo>
                    <a:pt x="4124" y="20278"/>
                    <a:pt x="0" y="16090"/>
                    <a:pt x="0" y="10139"/>
                  </a:cubicBezTo>
                  <a:cubicBezTo>
                    <a:pt x="0" y="4188"/>
                    <a:pt x="4320" y="0"/>
                    <a:pt x="10211" y="0"/>
                  </a:cubicBezTo>
                  <a:cubicBezTo>
                    <a:pt x="16691" y="0"/>
                    <a:pt x="21600" y="4408"/>
                    <a:pt x="21600" y="10139"/>
                  </a:cubicBezTo>
                  <a:cubicBezTo>
                    <a:pt x="21600" y="13224"/>
                    <a:pt x="20225" y="15869"/>
                    <a:pt x="17673" y="17853"/>
                  </a:cubicBezTo>
                  <a:cubicBezTo>
                    <a:pt x="17673" y="20498"/>
                    <a:pt x="17673" y="20498"/>
                    <a:pt x="17673" y="20498"/>
                  </a:cubicBezTo>
                  <a:cubicBezTo>
                    <a:pt x="17673" y="20718"/>
                    <a:pt x="17673" y="20718"/>
                    <a:pt x="17673" y="20718"/>
                  </a:cubicBezTo>
                  <a:cubicBezTo>
                    <a:pt x="17673" y="21159"/>
                    <a:pt x="17280" y="21600"/>
                    <a:pt x="16887" y="21600"/>
                  </a:cubicBezTo>
                  <a:cubicBezTo>
                    <a:pt x="16887" y="21600"/>
                    <a:pt x="16887" y="21600"/>
                    <a:pt x="16887" y="21600"/>
                  </a:cubicBezTo>
                  <a:close/>
                  <a:moveTo>
                    <a:pt x="13942" y="17853"/>
                  </a:moveTo>
                  <a:cubicBezTo>
                    <a:pt x="14138" y="17853"/>
                    <a:pt x="14335" y="18073"/>
                    <a:pt x="14335" y="18073"/>
                  </a:cubicBezTo>
                  <a:cubicBezTo>
                    <a:pt x="16102" y="19176"/>
                    <a:pt x="16102" y="19176"/>
                    <a:pt x="16102" y="19176"/>
                  </a:cubicBezTo>
                  <a:cubicBezTo>
                    <a:pt x="16102" y="17412"/>
                    <a:pt x="16102" y="17412"/>
                    <a:pt x="16102" y="17412"/>
                  </a:cubicBezTo>
                  <a:cubicBezTo>
                    <a:pt x="16102" y="17192"/>
                    <a:pt x="16298" y="16751"/>
                    <a:pt x="16495" y="16751"/>
                  </a:cubicBezTo>
                  <a:cubicBezTo>
                    <a:pt x="18851" y="14988"/>
                    <a:pt x="20029" y="12784"/>
                    <a:pt x="20029" y="10139"/>
                  </a:cubicBezTo>
                  <a:cubicBezTo>
                    <a:pt x="20029" y="5510"/>
                    <a:pt x="15709" y="1763"/>
                    <a:pt x="10211" y="1763"/>
                  </a:cubicBezTo>
                  <a:cubicBezTo>
                    <a:pt x="5105" y="1763"/>
                    <a:pt x="1571" y="5290"/>
                    <a:pt x="1571" y="10139"/>
                  </a:cubicBezTo>
                  <a:cubicBezTo>
                    <a:pt x="1571" y="14988"/>
                    <a:pt x="5105" y="18514"/>
                    <a:pt x="10211" y="18514"/>
                  </a:cubicBezTo>
                  <a:cubicBezTo>
                    <a:pt x="11389" y="18514"/>
                    <a:pt x="12567" y="18294"/>
                    <a:pt x="13745" y="18073"/>
                  </a:cubicBezTo>
                  <a:cubicBezTo>
                    <a:pt x="13745" y="18073"/>
                    <a:pt x="13942" y="17853"/>
                    <a:pt x="13942" y="1785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36" name="Shape 1136"/>
            <p:cNvSpPr/>
            <p:nvPr/>
          </p:nvSpPr>
          <p:spPr>
            <a:xfrm>
              <a:off x="190201" y="336509"/>
              <a:ext cx="149968" cy="1572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800"/>
                    <a:pt x="0" y="10800"/>
                  </a:cubicBezTo>
                  <a:cubicBezTo>
                    <a:pt x="0" y="4800"/>
                    <a:pt x="5082" y="0"/>
                    <a:pt x="11435" y="0"/>
                  </a:cubicBezTo>
                  <a:cubicBezTo>
                    <a:pt x="16518" y="0"/>
                    <a:pt x="21600" y="4800"/>
                    <a:pt x="21600" y="10800"/>
                  </a:cubicBezTo>
                  <a:cubicBezTo>
                    <a:pt x="21600" y="16800"/>
                    <a:pt x="16518" y="21600"/>
                    <a:pt x="11435" y="21600"/>
                  </a:cubicBezTo>
                  <a:close/>
                  <a:moveTo>
                    <a:pt x="11435" y="4800"/>
                  </a:moveTo>
                  <a:cubicBezTo>
                    <a:pt x="7624" y="4800"/>
                    <a:pt x="5082" y="7200"/>
                    <a:pt x="5082" y="10800"/>
                  </a:cubicBezTo>
                  <a:cubicBezTo>
                    <a:pt x="5082" y="14400"/>
                    <a:pt x="7624" y="16800"/>
                    <a:pt x="11435" y="16800"/>
                  </a:cubicBezTo>
                  <a:cubicBezTo>
                    <a:pt x="13976" y="16800"/>
                    <a:pt x="16518" y="14400"/>
                    <a:pt x="16518" y="10800"/>
                  </a:cubicBezTo>
                  <a:cubicBezTo>
                    <a:pt x="16518" y="7200"/>
                    <a:pt x="13976" y="4800"/>
                    <a:pt x="11435" y="4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37" name="Shape 1137"/>
            <p:cNvSpPr/>
            <p:nvPr/>
          </p:nvSpPr>
          <p:spPr>
            <a:xfrm>
              <a:off x="391374" y="336509"/>
              <a:ext cx="157283" cy="1572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4800"/>
                  </a:moveTo>
                  <a:cubicBezTo>
                    <a:pt x="7200" y="4800"/>
                    <a:pt x="4800" y="7200"/>
                    <a:pt x="4800" y="10800"/>
                  </a:cubicBezTo>
                  <a:cubicBezTo>
                    <a:pt x="4800" y="14400"/>
                    <a:pt x="7200" y="16800"/>
                    <a:pt x="10800" y="16800"/>
                  </a:cubicBezTo>
                  <a:cubicBezTo>
                    <a:pt x="13200" y="16800"/>
                    <a:pt x="16800" y="14400"/>
                    <a:pt x="16800" y="10800"/>
                  </a:cubicBezTo>
                  <a:cubicBezTo>
                    <a:pt x="16800" y="7200"/>
                    <a:pt x="13200" y="4800"/>
                    <a:pt x="10800" y="4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38" name="Shape 1138"/>
            <p:cNvSpPr/>
            <p:nvPr/>
          </p:nvSpPr>
          <p:spPr>
            <a:xfrm>
              <a:off x="592549" y="336509"/>
              <a:ext cx="153625" cy="1572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4800"/>
                  </a:moveTo>
                  <a:cubicBezTo>
                    <a:pt x="7200" y="4800"/>
                    <a:pt x="4800" y="7200"/>
                    <a:pt x="4800" y="10800"/>
                  </a:cubicBezTo>
                  <a:cubicBezTo>
                    <a:pt x="4800" y="14400"/>
                    <a:pt x="7200" y="16800"/>
                    <a:pt x="10800" y="16800"/>
                  </a:cubicBezTo>
                  <a:cubicBezTo>
                    <a:pt x="13200" y="16800"/>
                    <a:pt x="16800" y="14400"/>
                    <a:pt x="16800" y="10800"/>
                  </a:cubicBezTo>
                  <a:cubicBezTo>
                    <a:pt x="16800" y="7200"/>
                    <a:pt x="13200" y="4800"/>
                    <a:pt x="10800" y="4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40" name="Shape 1140"/>
          <p:cNvSpPr/>
          <p:nvPr/>
        </p:nvSpPr>
        <p:spPr>
          <a:xfrm>
            <a:off x="12557994" y="4425503"/>
            <a:ext cx="5552945"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41" name="Shape 1141"/>
          <p:cNvSpPr/>
          <p:nvPr/>
        </p:nvSpPr>
        <p:spPr>
          <a:xfrm>
            <a:off x="12505716" y="942864"/>
            <a:ext cx="6047240"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grpSp>
        <p:nvGrpSpPr>
          <p:cNvPr id="1144" name="Group 1144"/>
          <p:cNvGrpSpPr/>
          <p:nvPr/>
        </p:nvGrpSpPr>
        <p:grpSpPr>
          <a:xfrm>
            <a:off x="11461835" y="2778072"/>
            <a:ext cx="978725" cy="855981"/>
            <a:chOff x="0" y="0"/>
            <a:chExt cx="978724" cy="855980"/>
          </a:xfrm>
        </p:grpSpPr>
        <p:sp>
          <p:nvSpPr>
            <p:cNvPr id="1142" name="Shape 1142"/>
            <p:cNvSpPr/>
            <p:nvPr/>
          </p:nvSpPr>
          <p:spPr>
            <a:xfrm>
              <a:off x="0" y="0"/>
              <a:ext cx="978725" cy="855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729"/>
                  </a:moveTo>
                  <a:cubicBezTo>
                    <a:pt x="18900" y="1157"/>
                    <a:pt x="18900" y="1157"/>
                    <a:pt x="18900" y="1157"/>
                  </a:cubicBezTo>
                  <a:cubicBezTo>
                    <a:pt x="18731" y="386"/>
                    <a:pt x="18225" y="0"/>
                    <a:pt x="17550" y="0"/>
                  </a:cubicBezTo>
                  <a:cubicBezTo>
                    <a:pt x="10800" y="0"/>
                    <a:pt x="10800" y="0"/>
                    <a:pt x="10800" y="0"/>
                  </a:cubicBezTo>
                  <a:cubicBezTo>
                    <a:pt x="4050" y="0"/>
                    <a:pt x="4050" y="0"/>
                    <a:pt x="4050" y="0"/>
                  </a:cubicBezTo>
                  <a:cubicBezTo>
                    <a:pt x="3375" y="0"/>
                    <a:pt x="2869" y="386"/>
                    <a:pt x="2700" y="1157"/>
                  </a:cubicBezTo>
                  <a:cubicBezTo>
                    <a:pt x="0" y="12729"/>
                    <a:pt x="0" y="12729"/>
                    <a:pt x="0" y="12729"/>
                  </a:cubicBezTo>
                  <a:cubicBezTo>
                    <a:pt x="0" y="12921"/>
                    <a:pt x="0" y="12921"/>
                    <a:pt x="0" y="13114"/>
                  </a:cubicBezTo>
                  <a:cubicBezTo>
                    <a:pt x="0" y="18514"/>
                    <a:pt x="0" y="18514"/>
                    <a:pt x="0" y="18514"/>
                  </a:cubicBezTo>
                  <a:cubicBezTo>
                    <a:pt x="0" y="20250"/>
                    <a:pt x="1181" y="21600"/>
                    <a:pt x="2700" y="21600"/>
                  </a:cubicBezTo>
                  <a:cubicBezTo>
                    <a:pt x="18900" y="21600"/>
                    <a:pt x="18900" y="21600"/>
                    <a:pt x="18900" y="21600"/>
                  </a:cubicBezTo>
                  <a:cubicBezTo>
                    <a:pt x="20419" y="21600"/>
                    <a:pt x="21600" y="20250"/>
                    <a:pt x="21600" y="18514"/>
                  </a:cubicBezTo>
                  <a:cubicBezTo>
                    <a:pt x="21600" y="13114"/>
                    <a:pt x="21600" y="13114"/>
                    <a:pt x="21600" y="13114"/>
                  </a:cubicBezTo>
                  <a:cubicBezTo>
                    <a:pt x="21600" y="12921"/>
                    <a:pt x="21600" y="12921"/>
                    <a:pt x="21600" y="12729"/>
                  </a:cubicBezTo>
                  <a:close/>
                  <a:moveTo>
                    <a:pt x="20250" y="18514"/>
                  </a:moveTo>
                  <a:cubicBezTo>
                    <a:pt x="20250" y="19286"/>
                    <a:pt x="19575" y="20057"/>
                    <a:pt x="18900" y="20057"/>
                  </a:cubicBezTo>
                  <a:cubicBezTo>
                    <a:pt x="2700" y="20057"/>
                    <a:pt x="2700" y="20057"/>
                    <a:pt x="2700" y="20057"/>
                  </a:cubicBezTo>
                  <a:cubicBezTo>
                    <a:pt x="2025" y="20057"/>
                    <a:pt x="1350" y="19286"/>
                    <a:pt x="1350" y="18514"/>
                  </a:cubicBezTo>
                  <a:cubicBezTo>
                    <a:pt x="1350" y="13114"/>
                    <a:pt x="1350" y="13114"/>
                    <a:pt x="1350" y="13114"/>
                  </a:cubicBezTo>
                  <a:cubicBezTo>
                    <a:pt x="4050" y="1543"/>
                    <a:pt x="4050" y="1543"/>
                    <a:pt x="4050" y="1543"/>
                  </a:cubicBezTo>
                  <a:cubicBezTo>
                    <a:pt x="17550" y="1543"/>
                    <a:pt x="17550" y="1543"/>
                    <a:pt x="17550" y="1543"/>
                  </a:cubicBezTo>
                  <a:cubicBezTo>
                    <a:pt x="20250" y="13114"/>
                    <a:pt x="20250" y="13114"/>
                    <a:pt x="20250" y="13114"/>
                  </a:cubicBezTo>
                  <a:lnTo>
                    <a:pt x="20250" y="18514"/>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43" name="Shape 1143"/>
            <p:cNvSpPr/>
            <p:nvPr/>
          </p:nvSpPr>
          <p:spPr>
            <a:xfrm>
              <a:off x="113055" y="122744"/>
              <a:ext cx="749386" cy="549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33" y="0"/>
                  </a:moveTo>
                  <a:cubicBezTo>
                    <a:pt x="3967" y="0"/>
                    <a:pt x="3967" y="0"/>
                    <a:pt x="3967" y="0"/>
                  </a:cubicBezTo>
                  <a:cubicBezTo>
                    <a:pt x="3527" y="0"/>
                    <a:pt x="3306" y="300"/>
                    <a:pt x="3086" y="900"/>
                  </a:cubicBezTo>
                  <a:cubicBezTo>
                    <a:pt x="0" y="15300"/>
                    <a:pt x="0" y="15300"/>
                    <a:pt x="0" y="15300"/>
                  </a:cubicBezTo>
                  <a:cubicBezTo>
                    <a:pt x="0" y="15600"/>
                    <a:pt x="0" y="15900"/>
                    <a:pt x="220" y="16200"/>
                  </a:cubicBezTo>
                  <a:cubicBezTo>
                    <a:pt x="441" y="16500"/>
                    <a:pt x="661" y="16800"/>
                    <a:pt x="882" y="16800"/>
                  </a:cubicBezTo>
                  <a:cubicBezTo>
                    <a:pt x="3527" y="16800"/>
                    <a:pt x="3527" y="16800"/>
                    <a:pt x="3527" y="16800"/>
                  </a:cubicBezTo>
                  <a:cubicBezTo>
                    <a:pt x="4408" y="16800"/>
                    <a:pt x="4408" y="16800"/>
                    <a:pt x="4408" y="16800"/>
                  </a:cubicBezTo>
                  <a:cubicBezTo>
                    <a:pt x="5069" y="16800"/>
                    <a:pt x="5069" y="16800"/>
                    <a:pt x="5069" y="16800"/>
                  </a:cubicBezTo>
                  <a:cubicBezTo>
                    <a:pt x="6171" y="20400"/>
                    <a:pt x="6171" y="20400"/>
                    <a:pt x="6171" y="20400"/>
                  </a:cubicBezTo>
                  <a:cubicBezTo>
                    <a:pt x="6612" y="21000"/>
                    <a:pt x="7053" y="21600"/>
                    <a:pt x="7714" y="21600"/>
                  </a:cubicBezTo>
                  <a:cubicBezTo>
                    <a:pt x="13886" y="21600"/>
                    <a:pt x="13886" y="21600"/>
                    <a:pt x="13886" y="21600"/>
                  </a:cubicBezTo>
                  <a:cubicBezTo>
                    <a:pt x="14547" y="21600"/>
                    <a:pt x="14988" y="21000"/>
                    <a:pt x="15429" y="20400"/>
                  </a:cubicBezTo>
                  <a:cubicBezTo>
                    <a:pt x="16531" y="16800"/>
                    <a:pt x="16531" y="16800"/>
                    <a:pt x="16531" y="16800"/>
                  </a:cubicBezTo>
                  <a:cubicBezTo>
                    <a:pt x="17192" y="16800"/>
                    <a:pt x="17192" y="16800"/>
                    <a:pt x="17192" y="16800"/>
                  </a:cubicBezTo>
                  <a:cubicBezTo>
                    <a:pt x="18073" y="16800"/>
                    <a:pt x="18073" y="16800"/>
                    <a:pt x="18073" y="16800"/>
                  </a:cubicBezTo>
                  <a:cubicBezTo>
                    <a:pt x="20718" y="16800"/>
                    <a:pt x="20718" y="16800"/>
                    <a:pt x="20718" y="16800"/>
                  </a:cubicBezTo>
                  <a:cubicBezTo>
                    <a:pt x="20939" y="16800"/>
                    <a:pt x="21159" y="16500"/>
                    <a:pt x="21380" y="16200"/>
                  </a:cubicBezTo>
                  <a:cubicBezTo>
                    <a:pt x="21600" y="15900"/>
                    <a:pt x="21600" y="15600"/>
                    <a:pt x="21600" y="15300"/>
                  </a:cubicBezTo>
                  <a:cubicBezTo>
                    <a:pt x="18514" y="900"/>
                    <a:pt x="18514" y="900"/>
                    <a:pt x="18514" y="900"/>
                  </a:cubicBezTo>
                  <a:cubicBezTo>
                    <a:pt x="18294" y="300"/>
                    <a:pt x="18073" y="0"/>
                    <a:pt x="17633" y="0"/>
                  </a:cubicBezTo>
                  <a:close/>
                  <a:moveTo>
                    <a:pt x="18073" y="14400"/>
                  </a:moveTo>
                  <a:cubicBezTo>
                    <a:pt x="16531" y="14400"/>
                    <a:pt x="16531" y="14400"/>
                    <a:pt x="16531" y="14400"/>
                  </a:cubicBezTo>
                  <a:cubicBezTo>
                    <a:pt x="15869" y="14400"/>
                    <a:pt x="15429" y="15000"/>
                    <a:pt x="14988" y="15600"/>
                  </a:cubicBezTo>
                  <a:cubicBezTo>
                    <a:pt x="13886" y="19200"/>
                    <a:pt x="13886" y="19200"/>
                    <a:pt x="13886" y="19200"/>
                  </a:cubicBezTo>
                  <a:cubicBezTo>
                    <a:pt x="7714" y="19200"/>
                    <a:pt x="7714" y="19200"/>
                    <a:pt x="7714" y="19200"/>
                  </a:cubicBezTo>
                  <a:cubicBezTo>
                    <a:pt x="6612" y="15600"/>
                    <a:pt x="6612" y="15600"/>
                    <a:pt x="6612" y="15600"/>
                  </a:cubicBezTo>
                  <a:cubicBezTo>
                    <a:pt x="6171" y="15000"/>
                    <a:pt x="5731" y="14400"/>
                    <a:pt x="5069" y="14400"/>
                  </a:cubicBezTo>
                  <a:cubicBezTo>
                    <a:pt x="3527" y="14400"/>
                    <a:pt x="3527" y="14400"/>
                    <a:pt x="3527" y="14400"/>
                  </a:cubicBezTo>
                  <a:cubicBezTo>
                    <a:pt x="1322" y="14400"/>
                    <a:pt x="1322" y="14400"/>
                    <a:pt x="1322" y="14400"/>
                  </a:cubicBezTo>
                  <a:cubicBezTo>
                    <a:pt x="3967" y="1200"/>
                    <a:pt x="3967" y="1200"/>
                    <a:pt x="3967" y="1200"/>
                  </a:cubicBezTo>
                  <a:cubicBezTo>
                    <a:pt x="17633" y="1200"/>
                    <a:pt x="17633" y="1200"/>
                    <a:pt x="17633" y="1200"/>
                  </a:cubicBezTo>
                  <a:cubicBezTo>
                    <a:pt x="20278" y="14400"/>
                    <a:pt x="20278" y="14400"/>
                    <a:pt x="20278" y="14400"/>
                  </a:cubicBezTo>
                  <a:lnTo>
                    <a:pt x="18073" y="144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45" name="Shape 1145"/>
          <p:cNvSpPr/>
          <p:nvPr/>
        </p:nvSpPr>
        <p:spPr>
          <a:xfrm>
            <a:off x="12557994" y="2681346"/>
            <a:ext cx="5552945" cy="944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rPr b="0">
                <a:latin typeface="Raleway SemiBold"/>
                <a:ea typeface="Raleway SemiBold"/>
                <a:cs typeface="Raleway SemiBold"/>
                <a:sym typeface="Raleway SemiBold"/>
              </a:rP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46" name="Shape 1146"/>
          <p:cNvSpPr/>
          <p:nvPr/>
        </p:nvSpPr>
        <p:spPr>
          <a:xfrm>
            <a:off x="1007726" y="5339286"/>
            <a:ext cx="781050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de contenidos </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103"/>
                                        </p:tgtEl>
                                        <p:attrNameLst>
                                          <p:attrName>style.visibility</p:attrName>
                                        </p:attrNameLst>
                                      </p:cBhvr>
                                      <p:to>
                                        <p:strVal val="visible"/>
                                      </p:to>
                                    </p:set>
                                    <p:animEffect filter="dissolve" transition="in">
                                      <p:cBhvr>
                                        <p:cTn id="7" dur="500"/>
                                        <p:tgtEl>
                                          <p:spTgt spid="1103"/>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1104"/>
                                        </p:tgtEl>
                                        <p:attrNameLst>
                                          <p:attrName>style.visibility</p:attrName>
                                        </p:attrNameLst>
                                      </p:cBhvr>
                                      <p:to>
                                        <p:strVal val="visible"/>
                                      </p:to>
                                    </p:set>
                                    <p:animEffect filter="dissolve" transition="in">
                                      <p:cBhvr>
                                        <p:cTn id="11" dur="500"/>
                                        <p:tgtEl>
                                          <p:spTgt spid="1104"/>
                                        </p:tgtEl>
                                      </p:cBhvr>
                                    </p:animEffect>
                                  </p:childTnLst>
                                </p:cTn>
                              </p:par>
                            </p:childTnLst>
                          </p:cTn>
                        </p:par>
                        <p:par>
                          <p:cTn id="12" fill="hold">
                            <p:stCondLst>
                              <p:cond delay="1000"/>
                            </p:stCondLst>
                            <p:childTnLst>
                              <p:par>
                                <p:cTn id="13" presetClass="entr" nodeType="afterEffect" presetSubtype="1" presetID="22" grpId="3" fill="hold">
                                  <p:stCondLst>
                                    <p:cond delay="0"/>
                                  </p:stCondLst>
                                  <p:iterate type="el" backwards="0">
                                    <p:tmAbs val="0"/>
                                  </p:iterate>
                                  <p:childTnLst>
                                    <p:set>
                                      <p:cBhvr>
                                        <p:cTn id="14" fill="hold"/>
                                        <p:tgtEl>
                                          <p:spTgt spid="1106"/>
                                        </p:tgtEl>
                                        <p:attrNameLst>
                                          <p:attrName>style.visibility</p:attrName>
                                        </p:attrNameLst>
                                      </p:cBhvr>
                                      <p:to>
                                        <p:strVal val="visible"/>
                                      </p:to>
                                    </p:set>
                                    <p:animEffect filter="wipe(up)" transition="in">
                                      <p:cBhvr>
                                        <p:cTn id="15" dur="500"/>
                                        <p:tgtEl>
                                          <p:spTgt spid="1106"/>
                                        </p:tgtEl>
                                      </p:cBhvr>
                                    </p:animEffect>
                                  </p:childTnLst>
                                </p:cTn>
                              </p:par>
                            </p:childTnLst>
                          </p:cTn>
                        </p:par>
                        <p:par>
                          <p:cTn id="16" fill="hold">
                            <p:stCondLst>
                              <p:cond delay="1500"/>
                            </p:stCondLst>
                            <p:childTnLst>
                              <p:par>
                                <p:cTn id="17" presetClass="entr" nodeType="afterEffect" presetSubtype="1" presetID="22" grpId="4" fill="hold">
                                  <p:stCondLst>
                                    <p:cond delay="0"/>
                                  </p:stCondLst>
                                  <p:iterate type="el" backwards="0">
                                    <p:tmAbs val="0"/>
                                  </p:iterate>
                                  <p:childTnLst>
                                    <p:set>
                                      <p:cBhvr>
                                        <p:cTn id="18" fill="hold"/>
                                        <p:tgtEl>
                                          <p:spTgt spid="1107"/>
                                        </p:tgtEl>
                                        <p:attrNameLst>
                                          <p:attrName>style.visibility</p:attrName>
                                        </p:attrNameLst>
                                      </p:cBhvr>
                                      <p:to>
                                        <p:strVal val="visible"/>
                                      </p:to>
                                    </p:set>
                                    <p:animEffect filter="wipe(up)" transition="in">
                                      <p:cBhvr>
                                        <p:cTn id="19" dur="500"/>
                                        <p:tgtEl>
                                          <p:spTgt spid="1107"/>
                                        </p:tgtEl>
                                      </p:cBhvr>
                                    </p:animEffect>
                                  </p:childTnLst>
                                </p:cTn>
                              </p:par>
                            </p:childTnLst>
                          </p:cTn>
                        </p:par>
                        <p:par>
                          <p:cTn id="20" fill="hold">
                            <p:stCondLst>
                              <p:cond delay="2000"/>
                            </p:stCondLst>
                            <p:childTnLst>
                              <p:par>
                                <p:cTn id="21" presetClass="entr" nodeType="afterEffect" presetSubtype="1" presetID="22" grpId="5" fill="hold">
                                  <p:stCondLst>
                                    <p:cond delay="0"/>
                                  </p:stCondLst>
                                  <p:iterate type="el" backwards="0">
                                    <p:tmAbs val="0"/>
                                  </p:iterate>
                                  <p:childTnLst>
                                    <p:set>
                                      <p:cBhvr>
                                        <p:cTn id="22" fill="hold"/>
                                        <p:tgtEl>
                                          <p:spTgt spid="1108"/>
                                        </p:tgtEl>
                                        <p:attrNameLst>
                                          <p:attrName>style.visibility</p:attrName>
                                        </p:attrNameLst>
                                      </p:cBhvr>
                                      <p:to>
                                        <p:strVal val="visible"/>
                                      </p:to>
                                    </p:set>
                                    <p:animEffect filter="wipe(up)" transition="in">
                                      <p:cBhvr>
                                        <p:cTn id="23" dur="500"/>
                                        <p:tgtEl>
                                          <p:spTgt spid="1108"/>
                                        </p:tgtEl>
                                      </p:cBhvr>
                                    </p:animEffect>
                                  </p:childTnLst>
                                </p:cTn>
                              </p:par>
                            </p:childTnLst>
                          </p:cTn>
                        </p:par>
                        <p:par>
                          <p:cTn id="24" fill="hold">
                            <p:stCondLst>
                              <p:cond delay="2500"/>
                            </p:stCondLst>
                            <p:childTnLst>
                              <p:par>
                                <p:cTn id="25" presetClass="entr" nodeType="afterEffect" presetSubtype="1" presetID="22" grpId="6" fill="hold">
                                  <p:stCondLst>
                                    <p:cond delay="0"/>
                                  </p:stCondLst>
                                  <p:iterate type="el" backwards="0">
                                    <p:tmAbs val="0"/>
                                  </p:iterate>
                                  <p:childTnLst>
                                    <p:set>
                                      <p:cBhvr>
                                        <p:cTn id="26" fill="hold"/>
                                        <p:tgtEl>
                                          <p:spTgt spid="1109"/>
                                        </p:tgtEl>
                                        <p:attrNameLst>
                                          <p:attrName>style.visibility</p:attrName>
                                        </p:attrNameLst>
                                      </p:cBhvr>
                                      <p:to>
                                        <p:strVal val="visible"/>
                                      </p:to>
                                    </p:set>
                                    <p:animEffect filter="wipe(up)" transition="in">
                                      <p:cBhvr>
                                        <p:cTn id="27" dur="500"/>
                                        <p:tgtEl>
                                          <p:spTgt spid="1109"/>
                                        </p:tgtEl>
                                      </p:cBhvr>
                                    </p:animEffect>
                                  </p:childTnLst>
                                </p:cTn>
                              </p:par>
                            </p:childTnLst>
                          </p:cTn>
                        </p:par>
                        <p:par>
                          <p:cTn id="28" fill="hold">
                            <p:stCondLst>
                              <p:cond delay="3000"/>
                            </p:stCondLst>
                            <p:childTnLst>
                              <p:par>
                                <p:cTn id="29" presetClass="entr" nodeType="afterEffect" presetSubtype="1" presetID="22" grpId="7" fill="hold">
                                  <p:stCondLst>
                                    <p:cond delay="0"/>
                                  </p:stCondLst>
                                  <p:iterate type="el" backwards="0">
                                    <p:tmAbs val="0"/>
                                  </p:iterate>
                                  <p:childTnLst>
                                    <p:set>
                                      <p:cBhvr>
                                        <p:cTn id="30" fill="hold"/>
                                        <p:tgtEl>
                                          <p:spTgt spid="1110"/>
                                        </p:tgtEl>
                                        <p:attrNameLst>
                                          <p:attrName>style.visibility</p:attrName>
                                        </p:attrNameLst>
                                      </p:cBhvr>
                                      <p:to>
                                        <p:strVal val="visible"/>
                                      </p:to>
                                    </p:set>
                                    <p:animEffect filter="wipe(up)" transition="in">
                                      <p:cBhvr>
                                        <p:cTn id="31" dur="500"/>
                                        <p:tgtEl>
                                          <p:spTgt spid="1110"/>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1120"/>
                                        </p:tgtEl>
                                        <p:attrNameLst>
                                          <p:attrName>style.visibility</p:attrName>
                                        </p:attrNameLst>
                                      </p:cBhvr>
                                      <p:to>
                                        <p:strVal val="visible"/>
                                      </p:to>
                                    </p:set>
                                    <p:animEffect filter="dissolve" transition="in">
                                      <p:cBhvr>
                                        <p:cTn id="35" dur="500"/>
                                        <p:tgtEl>
                                          <p:spTgt spid="1120"/>
                                        </p:tgtEl>
                                      </p:cBhvr>
                                    </p:animEffect>
                                  </p:childTnLst>
                                </p:cTn>
                              </p:par>
                            </p:childTnLst>
                          </p:cTn>
                        </p:par>
                        <p:par>
                          <p:cTn id="36" fill="hold">
                            <p:stCondLst>
                              <p:cond delay="4000"/>
                            </p:stCondLst>
                            <p:childTnLst>
                              <p:par>
                                <p:cTn id="37" presetClass="entr" nodeType="afterEffect" presetSubtype="1" presetID="22" grpId="9" fill="hold">
                                  <p:stCondLst>
                                    <p:cond delay="0"/>
                                  </p:stCondLst>
                                  <p:iterate type="el" backwards="0">
                                    <p:tmAbs val="0"/>
                                  </p:iterate>
                                  <p:childTnLst>
                                    <p:set>
                                      <p:cBhvr>
                                        <p:cTn id="38" fill="hold"/>
                                        <p:tgtEl>
                                          <p:spTgt spid="1121"/>
                                        </p:tgtEl>
                                        <p:attrNameLst>
                                          <p:attrName>style.visibility</p:attrName>
                                        </p:attrNameLst>
                                      </p:cBhvr>
                                      <p:to>
                                        <p:strVal val="visible"/>
                                      </p:to>
                                    </p:set>
                                    <p:animEffect filter="wipe(up)" transition="in">
                                      <p:cBhvr>
                                        <p:cTn id="39" dur="500"/>
                                        <p:tgtEl>
                                          <p:spTgt spid="1121"/>
                                        </p:tgtEl>
                                      </p:cBhvr>
                                    </p:animEffect>
                                  </p:childTnLst>
                                </p:cTn>
                              </p:par>
                            </p:childTnLst>
                          </p:cTn>
                        </p:par>
                        <p:par>
                          <p:cTn id="40" fill="hold">
                            <p:stCondLst>
                              <p:cond delay="4500"/>
                            </p:stCondLst>
                            <p:childTnLst>
                              <p:par>
                                <p:cTn id="41" presetClass="entr" nodeType="afterEffect" presetSubtype="1" presetID="22" grpId="10" fill="hold">
                                  <p:stCondLst>
                                    <p:cond delay="0"/>
                                  </p:stCondLst>
                                  <p:iterate type="el" backwards="0">
                                    <p:tmAbs val="0"/>
                                  </p:iterate>
                                  <p:childTnLst>
                                    <p:set>
                                      <p:cBhvr>
                                        <p:cTn id="42" fill="hold"/>
                                        <p:tgtEl>
                                          <p:spTgt spid="1122"/>
                                        </p:tgtEl>
                                        <p:attrNameLst>
                                          <p:attrName>style.visibility</p:attrName>
                                        </p:attrNameLst>
                                      </p:cBhvr>
                                      <p:to>
                                        <p:strVal val="visible"/>
                                      </p:to>
                                    </p:set>
                                    <p:animEffect filter="wipe(up)" transition="in">
                                      <p:cBhvr>
                                        <p:cTn id="43" dur="500"/>
                                        <p:tgtEl>
                                          <p:spTgt spid="1122"/>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1123"/>
                                        </p:tgtEl>
                                        <p:attrNameLst>
                                          <p:attrName>style.visibility</p:attrName>
                                        </p:attrNameLst>
                                      </p:cBhvr>
                                      <p:to>
                                        <p:strVal val="visible"/>
                                      </p:to>
                                    </p:set>
                                    <p:animEffect filter="dissolve" transition="in">
                                      <p:cBhvr>
                                        <p:cTn id="47" dur="500"/>
                                        <p:tgtEl>
                                          <p:spTgt spid="1123"/>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1124"/>
                                        </p:tgtEl>
                                        <p:attrNameLst>
                                          <p:attrName>style.visibility</p:attrName>
                                        </p:attrNameLst>
                                      </p:cBhvr>
                                      <p:to>
                                        <p:strVal val="visible"/>
                                      </p:to>
                                    </p:set>
                                    <p:animEffect filter="dissolve" transition="in">
                                      <p:cBhvr>
                                        <p:cTn id="51" dur="500"/>
                                        <p:tgtEl>
                                          <p:spTgt spid="1124"/>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1129"/>
                                        </p:tgtEl>
                                        <p:attrNameLst>
                                          <p:attrName>style.visibility</p:attrName>
                                        </p:attrNameLst>
                                      </p:cBhvr>
                                      <p:to>
                                        <p:strVal val="visible"/>
                                      </p:to>
                                    </p:set>
                                    <p:animEffect filter="dissolve" transition="in">
                                      <p:cBhvr>
                                        <p:cTn id="55" dur="500"/>
                                        <p:tgtEl>
                                          <p:spTgt spid="112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1131"/>
                                        </p:tgtEl>
                                        <p:attrNameLst>
                                          <p:attrName>style.visibility</p:attrName>
                                        </p:attrNameLst>
                                      </p:cBhvr>
                                      <p:to>
                                        <p:strVal val="visible"/>
                                      </p:to>
                                    </p:set>
                                    <p:animEffect filter="dissolve" transition="in">
                                      <p:cBhvr>
                                        <p:cTn id="59" dur="500"/>
                                        <p:tgtEl>
                                          <p:spTgt spid="1131"/>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1140"/>
                                        </p:tgtEl>
                                        <p:attrNameLst>
                                          <p:attrName>style.visibility</p:attrName>
                                        </p:attrNameLst>
                                      </p:cBhvr>
                                      <p:to>
                                        <p:strVal val="visible"/>
                                      </p:to>
                                    </p:set>
                                    <p:animEffect filter="dissolve" transition="in">
                                      <p:cBhvr>
                                        <p:cTn id="63" dur="500"/>
                                        <p:tgtEl>
                                          <p:spTgt spid="1140"/>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1141"/>
                                        </p:tgtEl>
                                        <p:attrNameLst>
                                          <p:attrName>style.visibility</p:attrName>
                                        </p:attrNameLst>
                                      </p:cBhvr>
                                      <p:to>
                                        <p:strVal val="visible"/>
                                      </p:to>
                                    </p:set>
                                    <p:animEffect filter="dissolve" transition="in">
                                      <p:cBhvr>
                                        <p:cTn id="67" dur="500"/>
                                        <p:tgtEl>
                                          <p:spTgt spid="1141"/>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1145"/>
                                        </p:tgtEl>
                                        <p:attrNameLst>
                                          <p:attrName>style.visibility</p:attrName>
                                        </p:attrNameLst>
                                      </p:cBhvr>
                                      <p:to>
                                        <p:strVal val="visible"/>
                                      </p:to>
                                    </p:set>
                                    <p:animEffect filter="dissolve" transition="in">
                                      <p:cBhvr>
                                        <p:cTn id="71" dur="500"/>
                                        <p:tgtEl>
                                          <p:spTgt spid="11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106" grpId="3"/>
      <p:bldP build="whole" bldLvl="1" animBg="1" rev="0" advAuto="0" spid="1120" grpId="8"/>
      <p:bldP build="whole" bldLvl="1" animBg="1" rev="0" advAuto="0" spid="1109" grpId="6"/>
      <p:bldP build="whole" bldLvl="1" animBg="1" rev="0" advAuto="0" spid="1131" grpId="14"/>
      <p:bldP build="whole" bldLvl="1" animBg="1" rev="0" advAuto="0" spid="1107" grpId="4"/>
      <p:bldP build="whole" bldLvl="1" animBg="1" rev="0" advAuto="0" spid="1122" grpId="10"/>
      <p:bldP build="whole" bldLvl="1" animBg="1" rev="0" advAuto="0" spid="1110" grpId="7"/>
      <p:bldP build="whole" bldLvl="1" animBg="1" rev="0" advAuto="0" spid="1108" grpId="5"/>
      <p:bldP build="whole" bldLvl="1" animBg="1" rev="0" advAuto="0" spid="1121" grpId="9"/>
      <p:bldP build="whole" bldLvl="1" animBg="1" rev="0" advAuto="0" spid="1129" grpId="13"/>
      <p:bldP build="whole" bldLvl="1" animBg="1" rev="0" advAuto="0" spid="1103" grpId="1"/>
      <p:bldP build="whole" bldLvl="1" animBg="1" rev="0" advAuto="0" spid="1123" grpId="11"/>
      <p:bldP build="whole" bldLvl="1" animBg="1" rev="0" advAuto="0" spid="1140" grpId="15"/>
      <p:bldP build="whole" bldLvl="1" animBg="1" rev="0" advAuto="0" spid="1104" grpId="2"/>
      <p:bldP build="whole" bldLvl="1" animBg="1" rev="0" advAuto="0" spid="1145" grpId="17"/>
      <p:bldP build="whole" bldLvl="1" animBg="1" rev="0" advAuto="0" spid="1124" grpId="12"/>
      <p:bldP build="whole" bldLvl="1" animBg="1" rev="0" advAuto="0" spid="1141" grpId="16"/>
    </p:bldLst>
  </p:timing>
</p:sld>
</file>

<file path=ppt/slides/slide5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148" name="Shape 1148"/>
          <p:cNvSpPr/>
          <p:nvPr/>
        </p:nvSpPr>
        <p:spPr>
          <a:xfrm>
            <a:off x="16049383" y="3902167"/>
            <a:ext cx="1" cy="1202046"/>
          </a:xfrm>
          <a:prstGeom prst="line">
            <a:avLst/>
          </a:prstGeom>
          <a:ln w="38100" cap="rnd">
            <a:solidFill>
              <a:srgbClr val="144973"/>
            </a:solidFill>
            <a:prstDash val="sysDot"/>
            <a:headEnd type="triangle" len="sm"/>
            <a:tailEnd type="oval"/>
          </a:ln>
        </p:spPr>
        <p:txBody>
          <a:bodyPr tIns="91439" bIns="91439"/>
          <a:lstStyle/>
          <a:p>
            <a:pPr algn="l" defTabSz="457200">
              <a:defRPr sz="2400">
                <a:latin typeface="Helvetica"/>
                <a:ea typeface="Helvetica"/>
                <a:cs typeface="Helvetica"/>
                <a:sym typeface="Helvetica"/>
              </a:defRPr>
            </a:pPr>
          </a:p>
        </p:txBody>
      </p:sp>
      <p:sp>
        <p:nvSpPr>
          <p:cNvPr id="1149" name="Shape 1149"/>
          <p:cNvSpPr/>
          <p:nvPr/>
        </p:nvSpPr>
        <p:spPr>
          <a:xfrm>
            <a:off x="16049383" y="5076668"/>
            <a:ext cx="1" cy="1919527"/>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50" name="Shape 1150"/>
          <p:cNvSpPr/>
          <p:nvPr/>
        </p:nvSpPr>
        <p:spPr>
          <a:xfrm>
            <a:off x="16049383" y="6907278"/>
            <a:ext cx="1" cy="1919527"/>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51" name="Shape 1151"/>
          <p:cNvSpPr/>
          <p:nvPr/>
        </p:nvSpPr>
        <p:spPr>
          <a:xfrm>
            <a:off x="16049383" y="8823390"/>
            <a:ext cx="1" cy="1773311"/>
          </a:xfrm>
          <a:prstGeom prst="line">
            <a:avLst/>
          </a:prstGeom>
          <a:ln w="38100" cap="rnd">
            <a:solidFill>
              <a:srgbClr val="144973"/>
            </a:solidFill>
            <a:prstDash val="sysDot"/>
            <a:tailEnd type="oval"/>
          </a:ln>
        </p:spPr>
        <p:txBody>
          <a:bodyPr tIns="91439" bIns="91439"/>
          <a:lstStyle/>
          <a:p>
            <a:pPr algn="l" defTabSz="457200">
              <a:defRPr sz="2400">
                <a:latin typeface="Helvetica"/>
                <a:ea typeface="Helvetica"/>
                <a:cs typeface="Helvetica"/>
                <a:sym typeface="Helvetica"/>
              </a:defRPr>
            </a:pPr>
          </a:p>
        </p:txBody>
      </p:sp>
      <p:sp>
        <p:nvSpPr>
          <p:cNvPr id="1152" name="Shape 1152"/>
          <p:cNvSpPr/>
          <p:nvPr/>
        </p:nvSpPr>
        <p:spPr>
          <a:xfrm>
            <a:off x="16049383" y="10629870"/>
            <a:ext cx="1" cy="1095038"/>
          </a:xfrm>
          <a:prstGeom prst="line">
            <a:avLst/>
          </a:prstGeom>
          <a:ln w="38100" cap="rnd">
            <a:solidFill>
              <a:srgbClr val="144973"/>
            </a:solidFill>
            <a:prstDash val="sysDot"/>
            <a:tailEnd type="triangle" len="sm"/>
          </a:ln>
        </p:spPr>
        <p:txBody>
          <a:bodyPr tIns="91439" bIns="91439"/>
          <a:lstStyle/>
          <a:p>
            <a:pPr algn="l" defTabSz="457200">
              <a:defRPr sz="2400">
                <a:latin typeface="Helvetica"/>
                <a:ea typeface="Helvetica"/>
                <a:cs typeface="Helvetica"/>
                <a:sym typeface="Helvetica"/>
              </a:defRPr>
            </a:pPr>
          </a:p>
        </p:txBody>
      </p:sp>
      <p:grpSp>
        <p:nvGrpSpPr>
          <p:cNvPr id="1161" name="Group 1161"/>
          <p:cNvGrpSpPr/>
          <p:nvPr/>
        </p:nvGrpSpPr>
        <p:grpSpPr>
          <a:xfrm>
            <a:off x="16615908" y="4651572"/>
            <a:ext cx="683241" cy="902227"/>
            <a:chOff x="0" y="0"/>
            <a:chExt cx="683240" cy="902226"/>
          </a:xfrm>
        </p:grpSpPr>
        <p:sp>
          <p:nvSpPr>
            <p:cNvPr id="1153" name="Shape 1153"/>
            <p:cNvSpPr/>
            <p:nvPr/>
          </p:nvSpPr>
          <p:spPr>
            <a:xfrm>
              <a:off x="113872" y="619003"/>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5" y="0"/>
                  </a:moveTo>
                  <a:cubicBezTo>
                    <a:pt x="338" y="0"/>
                    <a:pt x="0" y="5400"/>
                    <a:pt x="0" y="10800"/>
                  </a:cubicBezTo>
                  <a:cubicBezTo>
                    <a:pt x="0" y="16200"/>
                    <a:pt x="338" y="21600"/>
                    <a:pt x="675" y="21600"/>
                  </a:cubicBezTo>
                  <a:cubicBezTo>
                    <a:pt x="20925" y="21600"/>
                    <a:pt x="20925" y="21600"/>
                    <a:pt x="20925" y="21600"/>
                  </a:cubicBezTo>
                  <a:cubicBezTo>
                    <a:pt x="21600" y="21600"/>
                    <a:pt x="21600" y="16200"/>
                    <a:pt x="21600" y="10800"/>
                  </a:cubicBezTo>
                  <a:cubicBezTo>
                    <a:pt x="21600" y="5400"/>
                    <a:pt x="21600" y="0"/>
                    <a:pt x="20925" y="0"/>
                  </a:cubicBezTo>
                  <a:lnTo>
                    <a:pt x="675" y="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54" name="Shape 1154"/>
            <p:cNvSpPr/>
            <p:nvPr/>
          </p:nvSpPr>
          <p:spPr>
            <a:xfrm>
              <a:off x="113872" y="703677"/>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0"/>
                  </a:moveTo>
                  <a:cubicBezTo>
                    <a:pt x="675" y="0"/>
                    <a:pt x="675" y="0"/>
                    <a:pt x="675" y="0"/>
                  </a:cubicBezTo>
                  <a:cubicBezTo>
                    <a:pt x="338" y="0"/>
                    <a:pt x="0" y="5400"/>
                    <a:pt x="0" y="10800"/>
                  </a:cubicBezTo>
                  <a:cubicBezTo>
                    <a:pt x="0" y="16200"/>
                    <a:pt x="338" y="21600"/>
                    <a:pt x="675" y="21600"/>
                  </a:cubicBezTo>
                  <a:cubicBezTo>
                    <a:pt x="20925" y="21600"/>
                    <a:pt x="20925" y="21600"/>
                    <a:pt x="20925" y="21600"/>
                  </a:cubicBezTo>
                  <a:cubicBezTo>
                    <a:pt x="21600" y="21600"/>
                    <a:pt x="21600" y="16200"/>
                    <a:pt x="21600" y="10800"/>
                  </a:cubicBezTo>
                  <a:cubicBezTo>
                    <a:pt x="21600" y="5400"/>
                    <a:pt x="21600" y="0"/>
                    <a:pt x="20925"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55" name="Shape 1155"/>
            <p:cNvSpPr/>
            <p:nvPr/>
          </p:nvSpPr>
          <p:spPr>
            <a:xfrm>
              <a:off x="0" y="0"/>
              <a:ext cx="683241" cy="9022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50" y="338"/>
                  </a:moveTo>
                  <a:cubicBezTo>
                    <a:pt x="16200" y="169"/>
                    <a:pt x="15750" y="0"/>
                    <a:pt x="15300" y="0"/>
                  </a:cubicBezTo>
                  <a:cubicBezTo>
                    <a:pt x="2700" y="0"/>
                    <a:pt x="2700" y="0"/>
                    <a:pt x="2700" y="0"/>
                  </a:cubicBezTo>
                  <a:cubicBezTo>
                    <a:pt x="1125" y="0"/>
                    <a:pt x="0" y="844"/>
                    <a:pt x="0" y="2025"/>
                  </a:cubicBezTo>
                  <a:cubicBezTo>
                    <a:pt x="0" y="19575"/>
                    <a:pt x="0" y="19575"/>
                    <a:pt x="0" y="19575"/>
                  </a:cubicBezTo>
                  <a:cubicBezTo>
                    <a:pt x="0" y="20587"/>
                    <a:pt x="1125" y="21600"/>
                    <a:pt x="2700" y="21600"/>
                  </a:cubicBezTo>
                  <a:cubicBezTo>
                    <a:pt x="18900" y="21600"/>
                    <a:pt x="18900" y="21600"/>
                    <a:pt x="18900" y="21600"/>
                  </a:cubicBezTo>
                  <a:cubicBezTo>
                    <a:pt x="20250" y="21600"/>
                    <a:pt x="21600" y="20587"/>
                    <a:pt x="21600" y="19575"/>
                  </a:cubicBezTo>
                  <a:cubicBezTo>
                    <a:pt x="21600" y="5400"/>
                    <a:pt x="21600" y="5400"/>
                    <a:pt x="21600" y="5400"/>
                  </a:cubicBezTo>
                  <a:cubicBezTo>
                    <a:pt x="21600" y="4725"/>
                    <a:pt x="21600" y="4387"/>
                    <a:pt x="16650" y="338"/>
                  </a:cubicBezTo>
                  <a:close/>
                  <a:moveTo>
                    <a:pt x="16200" y="2025"/>
                  </a:moveTo>
                  <a:cubicBezTo>
                    <a:pt x="17100" y="2869"/>
                    <a:pt x="18450" y="3881"/>
                    <a:pt x="19125" y="4725"/>
                  </a:cubicBezTo>
                  <a:cubicBezTo>
                    <a:pt x="16200" y="4725"/>
                    <a:pt x="16200" y="4725"/>
                    <a:pt x="16200" y="4725"/>
                  </a:cubicBezTo>
                  <a:lnTo>
                    <a:pt x="16200" y="2025"/>
                  </a:lnTo>
                  <a:close/>
                  <a:moveTo>
                    <a:pt x="19800" y="19575"/>
                  </a:moveTo>
                  <a:cubicBezTo>
                    <a:pt x="19800" y="19912"/>
                    <a:pt x="19350" y="20250"/>
                    <a:pt x="18900" y="20250"/>
                  </a:cubicBezTo>
                  <a:cubicBezTo>
                    <a:pt x="2700" y="20250"/>
                    <a:pt x="2700" y="20250"/>
                    <a:pt x="2700" y="20250"/>
                  </a:cubicBezTo>
                  <a:cubicBezTo>
                    <a:pt x="2250" y="20250"/>
                    <a:pt x="1800" y="19912"/>
                    <a:pt x="1800" y="19575"/>
                  </a:cubicBezTo>
                  <a:cubicBezTo>
                    <a:pt x="1800" y="2025"/>
                    <a:pt x="1800" y="2025"/>
                    <a:pt x="1800" y="2025"/>
                  </a:cubicBezTo>
                  <a:cubicBezTo>
                    <a:pt x="1800" y="1519"/>
                    <a:pt x="2250" y="1350"/>
                    <a:pt x="2700" y="1350"/>
                  </a:cubicBezTo>
                  <a:cubicBezTo>
                    <a:pt x="14400" y="1350"/>
                    <a:pt x="14400" y="1350"/>
                    <a:pt x="14400" y="1350"/>
                  </a:cubicBezTo>
                  <a:cubicBezTo>
                    <a:pt x="14400" y="6075"/>
                    <a:pt x="14400" y="6075"/>
                    <a:pt x="14400" y="6075"/>
                  </a:cubicBezTo>
                  <a:cubicBezTo>
                    <a:pt x="19800" y="6075"/>
                    <a:pt x="19800" y="6075"/>
                    <a:pt x="19800" y="6075"/>
                  </a:cubicBezTo>
                  <a:lnTo>
                    <a:pt x="19800" y="19575"/>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56" name="Shape 1156"/>
            <p:cNvSpPr/>
            <p:nvPr/>
          </p:nvSpPr>
          <p:spPr>
            <a:xfrm>
              <a:off x="113872" y="140151"/>
              <a:ext cx="286144" cy="583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 y="21600"/>
                  </a:moveTo>
                  <a:cubicBezTo>
                    <a:pt x="19440" y="21600"/>
                    <a:pt x="19440" y="21600"/>
                    <a:pt x="19440" y="21600"/>
                  </a:cubicBezTo>
                  <a:cubicBezTo>
                    <a:pt x="20520" y="21600"/>
                    <a:pt x="21600" y="16200"/>
                    <a:pt x="21600" y="10800"/>
                  </a:cubicBezTo>
                  <a:cubicBezTo>
                    <a:pt x="21600" y="2700"/>
                    <a:pt x="20520" y="0"/>
                    <a:pt x="19440" y="0"/>
                  </a:cubicBezTo>
                  <a:cubicBezTo>
                    <a:pt x="2160" y="0"/>
                    <a:pt x="2160" y="0"/>
                    <a:pt x="2160" y="0"/>
                  </a:cubicBezTo>
                  <a:cubicBezTo>
                    <a:pt x="1080" y="0"/>
                    <a:pt x="0" y="2700"/>
                    <a:pt x="0" y="10800"/>
                  </a:cubicBezTo>
                  <a:cubicBezTo>
                    <a:pt x="0" y="16200"/>
                    <a:pt x="1080" y="21600"/>
                    <a:pt x="216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57" name="Shape 1157"/>
            <p:cNvSpPr/>
            <p:nvPr/>
          </p:nvSpPr>
          <p:spPr>
            <a:xfrm>
              <a:off x="113872" y="280303"/>
              <a:ext cx="28614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 y="21600"/>
                  </a:moveTo>
                  <a:cubicBezTo>
                    <a:pt x="20520" y="21600"/>
                    <a:pt x="20520" y="21600"/>
                    <a:pt x="20520" y="21600"/>
                  </a:cubicBezTo>
                  <a:cubicBezTo>
                    <a:pt x="21060" y="21600"/>
                    <a:pt x="21600" y="16200"/>
                    <a:pt x="21600" y="10800"/>
                  </a:cubicBezTo>
                  <a:cubicBezTo>
                    <a:pt x="21600" y="5400"/>
                    <a:pt x="21060" y="0"/>
                    <a:pt x="20520" y="0"/>
                  </a:cubicBezTo>
                  <a:cubicBezTo>
                    <a:pt x="1080" y="0"/>
                    <a:pt x="1080" y="0"/>
                    <a:pt x="1080" y="0"/>
                  </a:cubicBezTo>
                  <a:cubicBezTo>
                    <a:pt x="540" y="0"/>
                    <a:pt x="0" y="5400"/>
                    <a:pt x="0" y="10800"/>
                  </a:cubicBezTo>
                  <a:cubicBezTo>
                    <a:pt x="0" y="16200"/>
                    <a:pt x="540" y="21600"/>
                    <a:pt x="108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58" name="Shape 1158"/>
            <p:cNvSpPr/>
            <p:nvPr/>
          </p:nvSpPr>
          <p:spPr>
            <a:xfrm>
              <a:off x="113872" y="364977"/>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200"/>
                    <a:pt x="338" y="21600"/>
                    <a:pt x="675" y="21600"/>
                  </a:cubicBezTo>
                  <a:cubicBezTo>
                    <a:pt x="20925" y="21600"/>
                    <a:pt x="20925" y="21600"/>
                    <a:pt x="20925" y="21600"/>
                  </a:cubicBezTo>
                  <a:cubicBezTo>
                    <a:pt x="21262" y="21600"/>
                    <a:pt x="21600" y="16200"/>
                    <a:pt x="21600" y="10800"/>
                  </a:cubicBezTo>
                  <a:cubicBezTo>
                    <a:pt x="21600" y="5400"/>
                    <a:pt x="21262" y="0"/>
                    <a:pt x="20925" y="0"/>
                  </a:cubicBezTo>
                  <a:cubicBezTo>
                    <a:pt x="675" y="0"/>
                    <a:pt x="675" y="0"/>
                    <a:pt x="675" y="0"/>
                  </a:cubicBezTo>
                  <a:cubicBezTo>
                    <a:pt x="338" y="0"/>
                    <a:pt x="0" y="5400"/>
                    <a:pt x="0" y="10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59" name="Shape 1159"/>
            <p:cNvSpPr/>
            <p:nvPr/>
          </p:nvSpPr>
          <p:spPr>
            <a:xfrm>
              <a:off x="113872" y="534327"/>
              <a:ext cx="455494"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21600"/>
                  </a:moveTo>
                  <a:cubicBezTo>
                    <a:pt x="21262" y="21600"/>
                    <a:pt x="21600" y="16200"/>
                    <a:pt x="21600" y="10800"/>
                  </a:cubicBezTo>
                  <a:cubicBezTo>
                    <a:pt x="21600" y="5400"/>
                    <a:pt x="21262" y="0"/>
                    <a:pt x="20925" y="0"/>
                  </a:cubicBezTo>
                  <a:cubicBezTo>
                    <a:pt x="675" y="0"/>
                    <a:pt x="675" y="0"/>
                    <a:pt x="675" y="0"/>
                  </a:cubicBezTo>
                  <a:cubicBezTo>
                    <a:pt x="338" y="0"/>
                    <a:pt x="0" y="5400"/>
                    <a:pt x="0" y="10800"/>
                  </a:cubicBezTo>
                  <a:cubicBezTo>
                    <a:pt x="0" y="16200"/>
                    <a:pt x="338" y="21600"/>
                    <a:pt x="675" y="21600"/>
                  </a:cubicBezTo>
                  <a:lnTo>
                    <a:pt x="20925"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60" name="Shape 1160"/>
            <p:cNvSpPr/>
            <p:nvPr/>
          </p:nvSpPr>
          <p:spPr>
            <a:xfrm>
              <a:off x="113872" y="449653"/>
              <a:ext cx="429217" cy="29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 y="21600"/>
                  </a:moveTo>
                  <a:cubicBezTo>
                    <a:pt x="20880" y="21600"/>
                    <a:pt x="20880" y="21600"/>
                    <a:pt x="20880" y="21600"/>
                  </a:cubicBezTo>
                  <a:cubicBezTo>
                    <a:pt x="21240" y="21600"/>
                    <a:pt x="21600" y="16200"/>
                    <a:pt x="21600" y="10800"/>
                  </a:cubicBezTo>
                  <a:cubicBezTo>
                    <a:pt x="21600" y="5400"/>
                    <a:pt x="21240" y="0"/>
                    <a:pt x="20880" y="0"/>
                  </a:cubicBezTo>
                  <a:cubicBezTo>
                    <a:pt x="720" y="0"/>
                    <a:pt x="720" y="0"/>
                    <a:pt x="720" y="0"/>
                  </a:cubicBezTo>
                  <a:cubicBezTo>
                    <a:pt x="360" y="0"/>
                    <a:pt x="0" y="5400"/>
                    <a:pt x="0" y="10800"/>
                  </a:cubicBezTo>
                  <a:cubicBezTo>
                    <a:pt x="0" y="16200"/>
                    <a:pt x="360" y="21600"/>
                    <a:pt x="72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62" name="Shape 1162"/>
          <p:cNvSpPr/>
          <p:nvPr/>
        </p:nvSpPr>
        <p:spPr>
          <a:xfrm>
            <a:off x="17564326" y="9868641"/>
            <a:ext cx="5552944"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grpSp>
        <p:nvGrpSpPr>
          <p:cNvPr id="1165" name="Group 1165"/>
          <p:cNvGrpSpPr/>
          <p:nvPr/>
        </p:nvGrpSpPr>
        <p:grpSpPr>
          <a:xfrm>
            <a:off x="16648814" y="9910092"/>
            <a:ext cx="617432" cy="887379"/>
            <a:chOff x="0" y="0"/>
            <a:chExt cx="617431" cy="887378"/>
          </a:xfrm>
        </p:grpSpPr>
        <p:sp>
          <p:nvSpPr>
            <p:cNvPr id="1163" name="Shape 1163"/>
            <p:cNvSpPr/>
            <p:nvPr/>
          </p:nvSpPr>
          <p:spPr>
            <a:xfrm>
              <a:off x="0" y="0"/>
              <a:ext cx="617432" cy="887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64" name="Shape 1164"/>
            <p:cNvSpPr/>
            <p:nvPr/>
          </p:nvSpPr>
          <p:spPr>
            <a:xfrm>
              <a:off x="137845" y="137845"/>
              <a:ext cx="183794" cy="1809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66" name="Shape 1166"/>
          <p:cNvSpPr/>
          <p:nvPr/>
        </p:nvSpPr>
        <p:spPr>
          <a:xfrm>
            <a:off x="17512048" y="4641844"/>
            <a:ext cx="5919992"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67" name="Shape 1167"/>
          <p:cNvSpPr/>
          <p:nvPr/>
        </p:nvSpPr>
        <p:spPr>
          <a:xfrm>
            <a:off x="17564326" y="6380327"/>
            <a:ext cx="5552944"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68" name="Shape 1168"/>
          <p:cNvSpPr/>
          <p:nvPr/>
        </p:nvSpPr>
        <p:spPr>
          <a:xfrm>
            <a:off x="9129303" y="-2203"/>
            <a:ext cx="5552945" cy="13716001"/>
          </a:xfrm>
          <a:prstGeom prst="rect">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169" name="Shape 1169"/>
          <p:cNvSpPr/>
          <p:nvPr/>
        </p:nvSpPr>
        <p:spPr>
          <a:xfrm>
            <a:off x="9881294" y="5197311"/>
            <a:ext cx="4175127"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Red Social</a:t>
            </a:r>
          </a:p>
        </p:txBody>
      </p:sp>
      <p:sp>
        <p:nvSpPr>
          <p:cNvPr id="1170" name="Shape 1170"/>
          <p:cNvSpPr/>
          <p:nvPr/>
        </p:nvSpPr>
        <p:spPr>
          <a:xfrm>
            <a:off x="9988856" y="5937745"/>
            <a:ext cx="3960002" cy="1"/>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171" name="Shape 1171"/>
          <p:cNvSpPr/>
          <p:nvPr/>
        </p:nvSpPr>
        <p:spPr>
          <a:xfrm>
            <a:off x="11229443" y="6617138"/>
            <a:ext cx="1478831" cy="1897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11" y="0"/>
                </a:moveTo>
                <a:cubicBezTo>
                  <a:pt x="3872" y="0"/>
                  <a:pt x="0" y="4129"/>
                  <a:pt x="0" y="7782"/>
                </a:cubicBezTo>
                <a:cubicBezTo>
                  <a:pt x="0" y="9847"/>
                  <a:pt x="1019" y="11753"/>
                  <a:pt x="3260" y="12547"/>
                </a:cubicBezTo>
                <a:cubicBezTo>
                  <a:pt x="3668" y="12547"/>
                  <a:pt x="4075" y="12547"/>
                  <a:pt x="4075" y="12229"/>
                </a:cubicBezTo>
                <a:cubicBezTo>
                  <a:pt x="4279" y="11912"/>
                  <a:pt x="4483" y="11435"/>
                  <a:pt x="4483" y="11118"/>
                </a:cubicBezTo>
                <a:cubicBezTo>
                  <a:pt x="4483" y="10800"/>
                  <a:pt x="4483" y="10800"/>
                  <a:pt x="4279" y="10482"/>
                </a:cubicBezTo>
                <a:cubicBezTo>
                  <a:pt x="3668" y="9847"/>
                  <a:pt x="3260" y="9053"/>
                  <a:pt x="3260" y="8100"/>
                </a:cubicBezTo>
                <a:cubicBezTo>
                  <a:pt x="3260" y="4924"/>
                  <a:pt x="6113" y="2065"/>
                  <a:pt x="11004" y="2065"/>
                </a:cubicBezTo>
                <a:cubicBezTo>
                  <a:pt x="15283" y="2065"/>
                  <a:pt x="17728" y="4129"/>
                  <a:pt x="17728" y="6829"/>
                </a:cubicBezTo>
                <a:cubicBezTo>
                  <a:pt x="17728" y="10482"/>
                  <a:pt x="15691" y="13500"/>
                  <a:pt x="12634" y="13500"/>
                </a:cubicBezTo>
                <a:cubicBezTo>
                  <a:pt x="11004" y="13500"/>
                  <a:pt x="9781" y="12388"/>
                  <a:pt x="10189" y="11118"/>
                </a:cubicBezTo>
                <a:cubicBezTo>
                  <a:pt x="10596" y="9529"/>
                  <a:pt x="11615" y="7782"/>
                  <a:pt x="11615" y="6671"/>
                </a:cubicBezTo>
                <a:cubicBezTo>
                  <a:pt x="11615" y="5559"/>
                  <a:pt x="10800" y="4765"/>
                  <a:pt x="9374" y="4765"/>
                </a:cubicBezTo>
                <a:cubicBezTo>
                  <a:pt x="7743" y="4765"/>
                  <a:pt x="6317" y="6194"/>
                  <a:pt x="6317" y="7941"/>
                </a:cubicBezTo>
                <a:cubicBezTo>
                  <a:pt x="6317" y="9212"/>
                  <a:pt x="6725" y="10006"/>
                  <a:pt x="6725" y="10006"/>
                </a:cubicBezTo>
                <a:cubicBezTo>
                  <a:pt x="6725" y="10006"/>
                  <a:pt x="5094" y="15724"/>
                  <a:pt x="4687" y="16676"/>
                </a:cubicBezTo>
                <a:cubicBezTo>
                  <a:pt x="4075" y="18741"/>
                  <a:pt x="4687" y="21282"/>
                  <a:pt x="4687" y="21441"/>
                </a:cubicBezTo>
                <a:cubicBezTo>
                  <a:pt x="4687" y="21600"/>
                  <a:pt x="4891" y="21600"/>
                  <a:pt x="5094" y="21600"/>
                </a:cubicBezTo>
                <a:cubicBezTo>
                  <a:pt x="5298" y="21441"/>
                  <a:pt x="7336" y="19376"/>
                  <a:pt x="7947" y="17471"/>
                </a:cubicBezTo>
                <a:cubicBezTo>
                  <a:pt x="8151" y="16994"/>
                  <a:pt x="9170" y="14135"/>
                  <a:pt x="9170" y="14135"/>
                </a:cubicBezTo>
                <a:cubicBezTo>
                  <a:pt x="9577" y="14929"/>
                  <a:pt x="11208" y="15565"/>
                  <a:pt x="13042" y="15565"/>
                </a:cubicBezTo>
                <a:cubicBezTo>
                  <a:pt x="18136" y="15565"/>
                  <a:pt x="21600" y="11912"/>
                  <a:pt x="21600" y="7147"/>
                </a:cubicBezTo>
                <a:cubicBezTo>
                  <a:pt x="21600" y="3335"/>
                  <a:pt x="17525" y="0"/>
                  <a:pt x="11411" y="0"/>
                </a:cubicBez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1184" name="Group 1184"/>
          <p:cNvGrpSpPr/>
          <p:nvPr/>
        </p:nvGrpSpPr>
        <p:grpSpPr>
          <a:xfrm>
            <a:off x="16520190" y="6489346"/>
            <a:ext cx="878160" cy="1124663"/>
            <a:chOff x="0" y="0"/>
            <a:chExt cx="878159" cy="1124662"/>
          </a:xfrm>
        </p:grpSpPr>
        <p:sp>
          <p:nvSpPr>
            <p:cNvPr id="1172" name="Shape 1172"/>
            <p:cNvSpPr/>
            <p:nvPr/>
          </p:nvSpPr>
          <p:spPr>
            <a:xfrm>
              <a:off x="639361" y="552701"/>
              <a:ext cx="238799" cy="3139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77" y="21600"/>
                  </a:moveTo>
                  <a:cubicBezTo>
                    <a:pt x="2492" y="21600"/>
                    <a:pt x="2492" y="21600"/>
                    <a:pt x="2492" y="21600"/>
                  </a:cubicBezTo>
                  <a:cubicBezTo>
                    <a:pt x="1246" y="21600"/>
                    <a:pt x="0" y="20647"/>
                    <a:pt x="0" y="19694"/>
                  </a:cubicBezTo>
                  <a:cubicBezTo>
                    <a:pt x="0" y="18741"/>
                    <a:pt x="1246" y="17788"/>
                    <a:pt x="2492" y="17788"/>
                  </a:cubicBezTo>
                  <a:cubicBezTo>
                    <a:pt x="7477" y="17788"/>
                    <a:pt x="7477" y="17788"/>
                    <a:pt x="7477" y="17788"/>
                  </a:cubicBezTo>
                  <a:cubicBezTo>
                    <a:pt x="12877" y="17788"/>
                    <a:pt x="16615" y="14929"/>
                    <a:pt x="16615" y="10800"/>
                  </a:cubicBezTo>
                  <a:cubicBezTo>
                    <a:pt x="16615" y="6671"/>
                    <a:pt x="12877" y="3812"/>
                    <a:pt x="7477" y="3812"/>
                  </a:cubicBezTo>
                  <a:cubicBezTo>
                    <a:pt x="2492" y="3812"/>
                    <a:pt x="2492" y="3812"/>
                    <a:pt x="2492" y="3812"/>
                  </a:cubicBezTo>
                  <a:cubicBezTo>
                    <a:pt x="1246" y="3812"/>
                    <a:pt x="0" y="2859"/>
                    <a:pt x="0" y="1906"/>
                  </a:cubicBezTo>
                  <a:cubicBezTo>
                    <a:pt x="0" y="953"/>
                    <a:pt x="1246" y="0"/>
                    <a:pt x="2492" y="0"/>
                  </a:cubicBezTo>
                  <a:cubicBezTo>
                    <a:pt x="7477" y="0"/>
                    <a:pt x="7477" y="0"/>
                    <a:pt x="7477" y="0"/>
                  </a:cubicBezTo>
                  <a:cubicBezTo>
                    <a:pt x="15785" y="0"/>
                    <a:pt x="21600" y="4447"/>
                    <a:pt x="21600" y="10800"/>
                  </a:cubicBezTo>
                  <a:cubicBezTo>
                    <a:pt x="21600" y="17153"/>
                    <a:pt x="15785" y="21600"/>
                    <a:pt x="7477"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3" name="Shape 1173"/>
            <p:cNvSpPr/>
            <p:nvPr/>
          </p:nvSpPr>
          <p:spPr>
            <a:xfrm>
              <a:off x="53921" y="479521"/>
              <a:ext cx="641289" cy="6451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89" y="21600"/>
                  </a:moveTo>
                  <a:cubicBezTo>
                    <a:pt x="4011" y="21600"/>
                    <a:pt x="4011" y="21600"/>
                    <a:pt x="4011" y="21600"/>
                  </a:cubicBezTo>
                  <a:cubicBezTo>
                    <a:pt x="1851" y="21600"/>
                    <a:pt x="0" y="19749"/>
                    <a:pt x="0" y="17589"/>
                  </a:cubicBezTo>
                  <a:cubicBezTo>
                    <a:pt x="0" y="926"/>
                    <a:pt x="0" y="926"/>
                    <a:pt x="0" y="926"/>
                  </a:cubicBezTo>
                  <a:cubicBezTo>
                    <a:pt x="0" y="463"/>
                    <a:pt x="463" y="0"/>
                    <a:pt x="926" y="0"/>
                  </a:cubicBezTo>
                  <a:cubicBezTo>
                    <a:pt x="20674" y="0"/>
                    <a:pt x="20674" y="0"/>
                    <a:pt x="20674" y="0"/>
                  </a:cubicBezTo>
                  <a:cubicBezTo>
                    <a:pt x="21137" y="0"/>
                    <a:pt x="21600" y="463"/>
                    <a:pt x="21600" y="926"/>
                  </a:cubicBezTo>
                  <a:cubicBezTo>
                    <a:pt x="21600" y="17589"/>
                    <a:pt x="21600" y="17589"/>
                    <a:pt x="21600" y="17589"/>
                  </a:cubicBezTo>
                  <a:cubicBezTo>
                    <a:pt x="21600" y="19903"/>
                    <a:pt x="19903" y="21600"/>
                    <a:pt x="17589" y="21600"/>
                  </a:cubicBezTo>
                  <a:close/>
                  <a:moveTo>
                    <a:pt x="1851" y="1851"/>
                  </a:moveTo>
                  <a:cubicBezTo>
                    <a:pt x="1851" y="17589"/>
                    <a:pt x="1851" y="17589"/>
                    <a:pt x="1851" y="17589"/>
                  </a:cubicBezTo>
                  <a:cubicBezTo>
                    <a:pt x="1851" y="18823"/>
                    <a:pt x="2777" y="19749"/>
                    <a:pt x="4011" y="19749"/>
                  </a:cubicBezTo>
                  <a:cubicBezTo>
                    <a:pt x="17589" y="19749"/>
                    <a:pt x="17589" y="19749"/>
                    <a:pt x="17589" y="19749"/>
                  </a:cubicBezTo>
                  <a:cubicBezTo>
                    <a:pt x="18823" y="19749"/>
                    <a:pt x="19749" y="18823"/>
                    <a:pt x="19749" y="17589"/>
                  </a:cubicBezTo>
                  <a:cubicBezTo>
                    <a:pt x="19749" y="1851"/>
                    <a:pt x="19749" y="1851"/>
                    <a:pt x="19749" y="1851"/>
                  </a:cubicBezTo>
                  <a:lnTo>
                    <a:pt x="1851" y="185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4" name="Shape 1174"/>
            <p:cNvSpPr/>
            <p:nvPr/>
          </p:nvSpPr>
          <p:spPr>
            <a:xfrm>
              <a:off x="605063" y="2798"/>
              <a:ext cx="218951" cy="314958"/>
            </a:xfrm>
            <a:custGeom>
              <a:avLst/>
              <a:gdLst/>
              <a:ahLst/>
              <a:cxnLst>
                <a:cxn ang="0">
                  <a:pos x="wd2" y="hd2"/>
                </a:cxn>
                <a:cxn ang="5400000">
                  <a:pos x="wd2" y="hd2"/>
                </a:cxn>
                <a:cxn ang="10800000">
                  <a:pos x="wd2" y="hd2"/>
                </a:cxn>
                <a:cxn ang="16200000">
                  <a:pos x="wd2" y="hd2"/>
                </a:cxn>
              </a:cxnLst>
              <a:rect l="0" t="0" r="r" b="b"/>
              <a:pathLst>
                <a:path w="20637" h="21410" fill="norm" stroke="1" extrusionOk="0">
                  <a:moveTo>
                    <a:pt x="10584" y="21410"/>
                  </a:moveTo>
                  <a:cubicBezTo>
                    <a:pt x="10584" y="21410"/>
                    <a:pt x="10584" y="21410"/>
                    <a:pt x="10584" y="21410"/>
                  </a:cubicBezTo>
                  <a:cubicBezTo>
                    <a:pt x="8856" y="21410"/>
                    <a:pt x="7560" y="21097"/>
                    <a:pt x="5832" y="20784"/>
                  </a:cubicBezTo>
                  <a:cubicBezTo>
                    <a:pt x="3672" y="19845"/>
                    <a:pt x="1512" y="18593"/>
                    <a:pt x="648" y="17027"/>
                  </a:cubicBezTo>
                  <a:cubicBezTo>
                    <a:pt x="-216" y="15149"/>
                    <a:pt x="-216" y="13271"/>
                    <a:pt x="648" y="11393"/>
                  </a:cubicBezTo>
                  <a:cubicBezTo>
                    <a:pt x="1512" y="10453"/>
                    <a:pt x="2376" y="9827"/>
                    <a:pt x="3240" y="8888"/>
                  </a:cubicBezTo>
                  <a:cubicBezTo>
                    <a:pt x="5832" y="6697"/>
                    <a:pt x="6696" y="5445"/>
                    <a:pt x="4536" y="2940"/>
                  </a:cubicBezTo>
                  <a:cubicBezTo>
                    <a:pt x="4104" y="2314"/>
                    <a:pt x="4104" y="1375"/>
                    <a:pt x="4968" y="749"/>
                  </a:cubicBezTo>
                  <a:cubicBezTo>
                    <a:pt x="5400" y="123"/>
                    <a:pt x="6264" y="-190"/>
                    <a:pt x="7560" y="123"/>
                  </a:cubicBezTo>
                  <a:cubicBezTo>
                    <a:pt x="17496" y="1688"/>
                    <a:pt x="21384" y="8262"/>
                    <a:pt x="20520" y="13584"/>
                  </a:cubicBezTo>
                  <a:cubicBezTo>
                    <a:pt x="19656" y="18280"/>
                    <a:pt x="15768" y="21410"/>
                    <a:pt x="10584" y="21410"/>
                  </a:cubicBezTo>
                  <a:close/>
                  <a:moveTo>
                    <a:pt x="11016" y="5445"/>
                  </a:moveTo>
                  <a:cubicBezTo>
                    <a:pt x="11016" y="7949"/>
                    <a:pt x="8856" y="9827"/>
                    <a:pt x="7128" y="11080"/>
                  </a:cubicBezTo>
                  <a:cubicBezTo>
                    <a:pt x="6696" y="12019"/>
                    <a:pt x="5832" y="12645"/>
                    <a:pt x="5400" y="12958"/>
                  </a:cubicBezTo>
                  <a:cubicBezTo>
                    <a:pt x="4968" y="13897"/>
                    <a:pt x="4968" y="14836"/>
                    <a:pt x="5400" y="15462"/>
                  </a:cubicBezTo>
                  <a:cubicBezTo>
                    <a:pt x="5832" y="16401"/>
                    <a:pt x="6696" y="16714"/>
                    <a:pt x="7992" y="17340"/>
                  </a:cubicBezTo>
                  <a:cubicBezTo>
                    <a:pt x="8856" y="17653"/>
                    <a:pt x="9720" y="17653"/>
                    <a:pt x="10584" y="17653"/>
                  </a:cubicBezTo>
                  <a:cubicBezTo>
                    <a:pt x="10584" y="17653"/>
                    <a:pt x="10584" y="17653"/>
                    <a:pt x="10584" y="17653"/>
                  </a:cubicBezTo>
                  <a:cubicBezTo>
                    <a:pt x="13608" y="17653"/>
                    <a:pt x="14904" y="15149"/>
                    <a:pt x="15336" y="13271"/>
                  </a:cubicBezTo>
                  <a:cubicBezTo>
                    <a:pt x="15768" y="10453"/>
                    <a:pt x="14472" y="7323"/>
                    <a:pt x="11016" y="544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5" name="Shape 1175"/>
            <p:cNvSpPr/>
            <p:nvPr/>
          </p:nvSpPr>
          <p:spPr>
            <a:xfrm>
              <a:off x="509358" y="247460"/>
              <a:ext cx="182976" cy="287911"/>
            </a:xfrm>
            <a:custGeom>
              <a:avLst/>
              <a:gdLst/>
              <a:ahLst/>
              <a:cxnLst>
                <a:cxn ang="0">
                  <a:pos x="wd2" y="hd2"/>
                </a:cxn>
                <a:cxn ang="5400000">
                  <a:pos x="wd2" y="hd2"/>
                </a:cxn>
                <a:cxn ang="10800000">
                  <a:pos x="wd2" y="hd2"/>
                </a:cxn>
                <a:cxn ang="16200000">
                  <a:pos x="wd2" y="hd2"/>
                </a:cxn>
              </a:cxnLst>
              <a:rect l="0" t="0" r="r" b="b"/>
              <a:pathLst>
                <a:path w="20941" h="21386" fill="norm" stroke="1" extrusionOk="0">
                  <a:moveTo>
                    <a:pt x="3359" y="21386"/>
                  </a:moveTo>
                  <a:cubicBezTo>
                    <a:pt x="2832" y="21386"/>
                    <a:pt x="2305" y="21386"/>
                    <a:pt x="1778" y="21043"/>
                  </a:cubicBezTo>
                  <a:cubicBezTo>
                    <a:pt x="198" y="20700"/>
                    <a:pt x="-329" y="19329"/>
                    <a:pt x="198" y="18300"/>
                  </a:cubicBezTo>
                  <a:cubicBezTo>
                    <a:pt x="14949" y="1157"/>
                    <a:pt x="14949" y="1157"/>
                    <a:pt x="14949" y="1157"/>
                  </a:cubicBezTo>
                  <a:cubicBezTo>
                    <a:pt x="16003" y="129"/>
                    <a:pt x="17583" y="-214"/>
                    <a:pt x="19164" y="129"/>
                  </a:cubicBezTo>
                  <a:cubicBezTo>
                    <a:pt x="20744" y="815"/>
                    <a:pt x="21271" y="1843"/>
                    <a:pt x="20744" y="2872"/>
                  </a:cubicBezTo>
                  <a:cubicBezTo>
                    <a:pt x="5993" y="20357"/>
                    <a:pt x="5993" y="20357"/>
                    <a:pt x="5993" y="20357"/>
                  </a:cubicBezTo>
                  <a:cubicBezTo>
                    <a:pt x="5466" y="21043"/>
                    <a:pt x="4412" y="21386"/>
                    <a:pt x="3359" y="2138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6" name="Shape 1176"/>
            <p:cNvSpPr/>
            <p:nvPr/>
          </p:nvSpPr>
          <p:spPr>
            <a:xfrm>
              <a:off x="605645" y="261475"/>
              <a:ext cx="136234" cy="273895"/>
            </a:xfrm>
            <a:custGeom>
              <a:avLst/>
              <a:gdLst/>
              <a:ahLst/>
              <a:cxnLst>
                <a:cxn ang="0">
                  <a:pos x="wd2" y="hd2"/>
                </a:cxn>
                <a:cxn ang="5400000">
                  <a:pos x="wd2" y="hd2"/>
                </a:cxn>
                <a:cxn ang="10800000">
                  <a:pos x="wd2" y="hd2"/>
                </a:cxn>
                <a:cxn ang="16200000">
                  <a:pos x="wd2" y="hd2"/>
                </a:cxn>
              </a:cxnLst>
              <a:rect l="0" t="0" r="r" b="b"/>
              <a:pathLst>
                <a:path w="20649" h="21334" fill="norm" stroke="1" extrusionOk="0">
                  <a:moveTo>
                    <a:pt x="3746" y="21334"/>
                  </a:moveTo>
                  <a:cubicBezTo>
                    <a:pt x="3746" y="21334"/>
                    <a:pt x="3049" y="21334"/>
                    <a:pt x="2352" y="21334"/>
                  </a:cubicBezTo>
                  <a:cubicBezTo>
                    <a:pt x="262" y="20614"/>
                    <a:pt x="-435" y="19534"/>
                    <a:pt x="262" y="18454"/>
                  </a:cubicBezTo>
                  <a:cubicBezTo>
                    <a:pt x="12804" y="1534"/>
                    <a:pt x="12804" y="1534"/>
                    <a:pt x="12804" y="1534"/>
                  </a:cubicBezTo>
                  <a:cubicBezTo>
                    <a:pt x="13500" y="454"/>
                    <a:pt x="15591" y="-266"/>
                    <a:pt x="17681" y="94"/>
                  </a:cubicBezTo>
                  <a:cubicBezTo>
                    <a:pt x="19771" y="814"/>
                    <a:pt x="21165" y="1894"/>
                    <a:pt x="20468" y="2974"/>
                  </a:cubicBezTo>
                  <a:cubicBezTo>
                    <a:pt x="7926" y="19894"/>
                    <a:pt x="7926" y="19894"/>
                    <a:pt x="7926" y="19894"/>
                  </a:cubicBezTo>
                  <a:cubicBezTo>
                    <a:pt x="7230" y="20974"/>
                    <a:pt x="5836" y="21334"/>
                    <a:pt x="3746" y="2133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7" name="Shape 1177"/>
            <p:cNvSpPr/>
            <p:nvPr/>
          </p:nvSpPr>
          <p:spPr>
            <a:xfrm>
              <a:off x="0" y="186028"/>
              <a:ext cx="292720" cy="349343"/>
            </a:xfrm>
            <a:custGeom>
              <a:avLst/>
              <a:gdLst/>
              <a:ahLst/>
              <a:cxnLst>
                <a:cxn ang="0">
                  <a:pos x="wd2" y="hd2"/>
                </a:cxn>
                <a:cxn ang="5400000">
                  <a:pos x="wd2" y="hd2"/>
                </a:cxn>
                <a:cxn ang="10800000">
                  <a:pos x="wd2" y="hd2"/>
                </a:cxn>
                <a:cxn ang="16200000">
                  <a:pos x="wd2" y="hd2"/>
                </a:cxn>
              </a:cxnLst>
              <a:rect l="0" t="0" r="r" b="b"/>
              <a:pathLst>
                <a:path w="21600" h="21529" fill="norm" stroke="1" extrusionOk="0">
                  <a:moveTo>
                    <a:pt x="19575" y="21529"/>
                  </a:moveTo>
                  <a:cubicBezTo>
                    <a:pt x="19575" y="21529"/>
                    <a:pt x="19575" y="21529"/>
                    <a:pt x="19575" y="21529"/>
                  </a:cubicBezTo>
                  <a:cubicBezTo>
                    <a:pt x="8775" y="21529"/>
                    <a:pt x="8775" y="21529"/>
                    <a:pt x="8775" y="21529"/>
                  </a:cubicBezTo>
                  <a:cubicBezTo>
                    <a:pt x="8100" y="21529"/>
                    <a:pt x="7425" y="21245"/>
                    <a:pt x="7088" y="20676"/>
                  </a:cubicBezTo>
                  <a:cubicBezTo>
                    <a:pt x="1688" y="11582"/>
                    <a:pt x="1688" y="11582"/>
                    <a:pt x="1688" y="11582"/>
                  </a:cubicBezTo>
                  <a:cubicBezTo>
                    <a:pt x="1350" y="11297"/>
                    <a:pt x="1350" y="11013"/>
                    <a:pt x="1350" y="11013"/>
                  </a:cubicBezTo>
                  <a:cubicBezTo>
                    <a:pt x="0" y="1918"/>
                    <a:pt x="0" y="1918"/>
                    <a:pt x="0" y="1918"/>
                  </a:cubicBezTo>
                  <a:cubicBezTo>
                    <a:pt x="0" y="1066"/>
                    <a:pt x="338" y="497"/>
                    <a:pt x="1013" y="213"/>
                  </a:cubicBezTo>
                  <a:cubicBezTo>
                    <a:pt x="1688" y="-71"/>
                    <a:pt x="2363" y="-71"/>
                    <a:pt x="3038" y="213"/>
                  </a:cubicBezTo>
                  <a:cubicBezTo>
                    <a:pt x="12487" y="4761"/>
                    <a:pt x="12487" y="4761"/>
                    <a:pt x="12487" y="4761"/>
                  </a:cubicBezTo>
                  <a:cubicBezTo>
                    <a:pt x="12825" y="4761"/>
                    <a:pt x="13163" y="5045"/>
                    <a:pt x="13163" y="5329"/>
                  </a:cubicBezTo>
                  <a:cubicBezTo>
                    <a:pt x="21262" y="18971"/>
                    <a:pt x="21262" y="18971"/>
                    <a:pt x="21262" y="18971"/>
                  </a:cubicBezTo>
                  <a:cubicBezTo>
                    <a:pt x="21600" y="19255"/>
                    <a:pt x="21600" y="19540"/>
                    <a:pt x="21600" y="19824"/>
                  </a:cubicBezTo>
                  <a:cubicBezTo>
                    <a:pt x="21600" y="20676"/>
                    <a:pt x="20587" y="21529"/>
                    <a:pt x="19575" y="21529"/>
                  </a:cubicBezTo>
                  <a:close/>
                  <a:moveTo>
                    <a:pt x="10125" y="18118"/>
                  </a:moveTo>
                  <a:cubicBezTo>
                    <a:pt x="16200" y="18118"/>
                    <a:pt x="16200" y="18118"/>
                    <a:pt x="16200" y="18118"/>
                  </a:cubicBezTo>
                  <a:cubicBezTo>
                    <a:pt x="9788" y="7318"/>
                    <a:pt x="9788" y="7318"/>
                    <a:pt x="9788" y="7318"/>
                  </a:cubicBezTo>
                  <a:cubicBezTo>
                    <a:pt x="4388" y="4761"/>
                    <a:pt x="4388" y="4761"/>
                    <a:pt x="4388" y="4761"/>
                  </a:cubicBezTo>
                  <a:cubicBezTo>
                    <a:pt x="5400" y="10161"/>
                    <a:pt x="5400" y="10161"/>
                    <a:pt x="5400" y="10161"/>
                  </a:cubicBezTo>
                  <a:lnTo>
                    <a:pt x="10125" y="18118"/>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8" name="Shape 1178"/>
            <p:cNvSpPr/>
            <p:nvPr/>
          </p:nvSpPr>
          <p:spPr>
            <a:xfrm>
              <a:off x="17856" y="258600"/>
              <a:ext cx="164570" cy="128485"/>
            </a:xfrm>
            <a:custGeom>
              <a:avLst/>
              <a:gdLst/>
              <a:ahLst/>
              <a:cxnLst>
                <a:cxn ang="0">
                  <a:pos x="wd2" y="hd2"/>
                </a:cxn>
                <a:cxn ang="5400000">
                  <a:pos x="wd2" y="hd2"/>
                </a:cxn>
                <a:cxn ang="10800000">
                  <a:pos x="wd2" y="hd2"/>
                </a:cxn>
                <a:cxn ang="16200000">
                  <a:pos x="wd2" y="hd2"/>
                </a:cxn>
              </a:cxnLst>
              <a:rect l="0" t="0" r="r" b="b"/>
              <a:pathLst>
                <a:path w="20509" h="20885" fill="norm" stroke="1" extrusionOk="0">
                  <a:moveTo>
                    <a:pt x="3434" y="20885"/>
                  </a:moveTo>
                  <a:cubicBezTo>
                    <a:pt x="2297" y="20885"/>
                    <a:pt x="1160" y="20140"/>
                    <a:pt x="592" y="18651"/>
                  </a:cubicBezTo>
                  <a:cubicBezTo>
                    <a:pt x="-545" y="17161"/>
                    <a:pt x="23" y="14182"/>
                    <a:pt x="1729" y="12692"/>
                  </a:cubicBezTo>
                  <a:cubicBezTo>
                    <a:pt x="15371" y="775"/>
                    <a:pt x="15371" y="775"/>
                    <a:pt x="15371" y="775"/>
                  </a:cubicBezTo>
                  <a:cubicBezTo>
                    <a:pt x="16508" y="-715"/>
                    <a:pt x="18781" y="30"/>
                    <a:pt x="19918" y="2264"/>
                  </a:cubicBezTo>
                  <a:cubicBezTo>
                    <a:pt x="21055" y="3754"/>
                    <a:pt x="20487" y="6733"/>
                    <a:pt x="18781" y="8223"/>
                  </a:cubicBezTo>
                  <a:cubicBezTo>
                    <a:pt x="5139" y="20140"/>
                    <a:pt x="5139" y="20140"/>
                    <a:pt x="5139" y="20140"/>
                  </a:cubicBezTo>
                  <a:cubicBezTo>
                    <a:pt x="4571" y="20885"/>
                    <a:pt x="4002" y="20885"/>
                    <a:pt x="3434" y="2088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79" name="Shape 1179"/>
            <p:cNvSpPr/>
            <p:nvPr/>
          </p:nvSpPr>
          <p:spPr>
            <a:xfrm>
              <a:off x="273461" y="0"/>
              <a:ext cx="275389" cy="5353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21041"/>
                    <a:pt x="0" y="20483"/>
                  </a:cubicBezTo>
                  <a:cubicBezTo>
                    <a:pt x="0" y="1117"/>
                    <a:pt x="0" y="1117"/>
                    <a:pt x="0" y="1117"/>
                  </a:cubicBezTo>
                  <a:cubicBezTo>
                    <a:pt x="0" y="559"/>
                    <a:pt x="1080" y="0"/>
                    <a:pt x="2160" y="0"/>
                  </a:cubicBezTo>
                  <a:cubicBezTo>
                    <a:pt x="19440" y="0"/>
                    <a:pt x="19440" y="0"/>
                    <a:pt x="19440" y="0"/>
                  </a:cubicBezTo>
                  <a:cubicBezTo>
                    <a:pt x="20520" y="0"/>
                    <a:pt x="21600" y="559"/>
                    <a:pt x="21600" y="1117"/>
                  </a:cubicBezTo>
                  <a:cubicBezTo>
                    <a:pt x="21600" y="20483"/>
                    <a:pt x="21600" y="20483"/>
                    <a:pt x="21600" y="20483"/>
                  </a:cubicBezTo>
                  <a:cubicBezTo>
                    <a:pt x="21600" y="21041"/>
                    <a:pt x="20520" y="21600"/>
                    <a:pt x="19440" y="21600"/>
                  </a:cubicBezTo>
                  <a:close/>
                  <a:moveTo>
                    <a:pt x="4320" y="19366"/>
                  </a:moveTo>
                  <a:cubicBezTo>
                    <a:pt x="17280" y="19366"/>
                    <a:pt x="17280" y="19366"/>
                    <a:pt x="17280" y="19366"/>
                  </a:cubicBezTo>
                  <a:cubicBezTo>
                    <a:pt x="17280" y="2234"/>
                    <a:pt x="17280" y="2234"/>
                    <a:pt x="17280" y="2234"/>
                  </a:cubicBezTo>
                  <a:cubicBezTo>
                    <a:pt x="4320" y="2234"/>
                    <a:pt x="4320" y="2234"/>
                    <a:pt x="4320" y="2234"/>
                  </a:cubicBezTo>
                  <a:lnTo>
                    <a:pt x="4320" y="19366"/>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80" name="Shape 1180"/>
            <p:cNvSpPr/>
            <p:nvPr/>
          </p:nvSpPr>
          <p:spPr>
            <a:xfrm>
              <a:off x="383231" y="111695"/>
              <a:ext cx="165619"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81" name="Shape 1181"/>
            <p:cNvSpPr/>
            <p:nvPr/>
          </p:nvSpPr>
          <p:spPr>
            <a:xfrm>
              <a:off x="419822" y="184875"/>
              <a:ext cx="129028"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21600"/>
                  </a:moveTo>
                  <a:cubicBezTo>
                    <a:pt x="4629" y="21600"/>
                    <a:pt x="4629" y="21600"/>
                    <a:pt x="4629" y="21600"/>
                  </a:cubicBezTo>
                  <a:cubicBezTo>
                    <a:pt x="2314" y="21600"/>
                    <a:pt x="0" y="16200"/>
                    <a:pt x="0" y="10800"/>
                  </a:cubicBezTo>
                  <a:cubicBezTo>
                    <a:pt x="0" y="5400"/>
                    <a:pt x="2314" y="0"/>
                    <a:pt x="4629" y="0"/>
                  </a:cubicBezTo>
                  <a:cubicBezTo>
                    <a:pt x="16971" y="0"/>
                    <a:pt x="16971" y="0"/>
                    <a:pt x="16971" y="0"/>
                  </a:cubicBezTo>
                  <a:cubicBezTo>
                    <a:pt x="19286" y="0"/>
                    <a:pt x="21600" y="5400"/>
                    <a:pt x="21600" y="10800"/>
                  </a:cubicBezTo>
                  <a:cubicBezTo>
                    <a:pt x="21600" y="16200"/>
                    <a:pt x="19286" y="21600"/>
                    <a:pt x="16971"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82" name="Shape 1182"/>
            <p:cNvSpPr/>
            <p:nvPr/>
          </p:nvSpPr>
          <p:spPr>
            <a:xfrm>
              <a:off x="383231" y="258055"/>
              <a:ext cx="165619"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83" name="Shape 1183"/>
            <p:cNvSpPr/>
            <p:nvPr/>
          </p:nvSpPr>
          <p:spPr>
            <a:xfrm>
              <a:off x="419822" y="369751"/>
              <a:ext cx="129028"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21600"/>
                  </a:moveTo>
                  <a:cubicBezTo>
                    <a:pt x="4629" y="21600"/>
                    <a:pt x="4629" y="21600"/>
                    <a:pt x="4629" y="21600"/>
                  </a:cubicBezTo>
                  <a:cubicBezTo>
                    <a:pt x="2314" y="21600"/>
                    <a:pt x="0" y="16200"/>
                    <a:pt x="0" y="10800"/>
                  </a:cubicBezTo>
                  <a:cubicBezTo>
                    <a:pt x="0" y="5400"/>
                    <a:pt x="2314" y="0"/>
                    <a:pt x="4629" y="0"/>
                  </a:cubicBezTo>
                  <a:cubicBezTo>
                    <a:pt x="16971" y="0"/>
                    <a:pt x="16971" y="0"/>
                    <a:pt x="16971" y="0"/>
                  </a:cubicBezTo>
                  <a:cubicBezTo>
                    <a:pt x="19286" y="0"/>
                    <a:pt x="21600" y="5400"/>
                    <a:pt x="21600" y="10800"/>
                  </a:cubicBezTo>
                  <a:cubicBezTo>
                    <a:pt x="21600" y="16200"/>
                    <a:pt x="19286" y="21600"/>
                    <a:pt x="16971"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188" name="Group 1188"/>
          <p:cNvGrpSpPr/>
          <p:nvPr/>
        </p:nvGrpSpPr>
        <p:grpSpPr>
          <a:xfrm>
            <a:off x="16520190" y="8292615"/>
            <a:ext cx="948803" cy="1012833"/>
            <a:chOff x="0" y="0"/>
            <a:chExt cx="948802" cy="1012832"/>
          </a:xfrm>
        </p:grpSpPr>
        <p:sp>
          <p:nvSpPr>
            <p:cNvPr id="1185" name="Shape 1185"/>
            <p:cNvSpPr/>
            <p:nvPr/>
          </p:nvSpPr>
          <p:spPr>
            <a:xfrm>
              <a:off x="0" y="0"/>
              <a:ext cx="948803" cy="101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0"/>
                  </a:moveTo>
                  <a:cubicBezTo>
                    <a:pt x="2880" y="0"/>
                    <a:pt x="2880" y="0"/>
                    <a:pt x="2880" y="0"/>
                  </a:cubicBezTo>
                  <a:cubicBezTo>
                    <a:pt x="1252" y="0"/>
                    <a:pt x="0" y="1233"/>
                    <a:pt x="0" y="2700"/>
                  </a:cubicBezTo>
                  <a:cubicBezTo>
                    <a:pt x="0" y="18900"/>
                    <a:pt x="0" y="18900"/>
                    <a:pt x="0" y="18900"/>
                  </a:cubicBezTo>
                  <a:cubicBezTo>
                    <a:pt x="0" y="20426"/>
                    <a:pt x="1252" y="21600"/>
                    <a:pt x="2880" y="21600"/>
                  </a:cubicBezTo>
                  <a:cubicBezTo>
                    <a:pt x="18720" y="21600"/>
                    <a:pt x="18720" y="21600"/>
                    <a:pt x="18720" y="21600"/>
                  </a:cubicBezTo>
                  <a:cubicBezTo>
                    <a:pt x="20285" y="21600"/>
                    <a:pt x="21600" y="20426"/>
                    <a:pt x="21600" y="18900"/>
                  </a:cubicBezTo>
                  <a:cubicBezTo>
                    <a:pt x="21600" y="2700"/>
                    <a:pt x="21600" y="2700"/>
                    <a:pt x="21600" y="2700"/>
                  </a:cubicBezTo>
                  <a:cubicBezTo>
                    <a:pt x="21600" y="1233"/>
                    <a:pt x="20285" y="0"/>
                    <a:pt x="18720" y="0"/>
                  </a:cubicBezTo>
                  <a:close/>
                  <a:moveTo>
                    <a:pt x="20160" y="18900"/>
                  </a:moveTo>
                  <a:cubicBezTo>
                    <a:pt x="20160" y="19663"/>
                    <a:pt x="19534" y="20250"/>
                    <a:pt x="18720" y="20250"/>
                  </a:cubicBezTo>
                  <a:cubicBezTo>
                    <a:pt x="2880" y="20250"/>
                    <a:pt x="2880" y="20250"/>
                    <a:pt x="2880" y="20250"/>
                  </a:cubicBezTo>
                  <a:cubicBezTo>
                    <a:pt x="2066" y="20250"/>
                    <a:pt x="1440" y="19663"/>
                    <a:pt x="1440" y="18900"/>
                  </a:cubicBezTo>
                  <a:cubicBezTo>
                    <a:pt x="1440" y="2700"/>
                    <a:pt x="1440" y="2700"/>
                    <a:pt x="1440" y="2700"/>
                  </a:cubicBezTo>
                  <a:cubicBezTo>
                    <a:pt x="1440" y="1937"/>
                    <a:pt x="2066" y="1350"/>
                    <a:pt x="2880" y="1350"/>
                  </a:cubicBezTo>
                  <a:cubicBezTo>
                    <a:pt x="18720" y="1350"/>
                    <a:pt x="18720" y="1350"/>
                    <a:pt x="18720" y="1350"/>
                  </a:cubicBezTo>
                  <a:cubicBezTo>
                    <a:pt x="19534" y="1350"/>
                    <a:pt x="20160" y="1937"/>
                    <a:pt x="20160" y="2700"/>
                  </a:cubicBezTo>
                  <a:lnTo>
                    <a:pt x="20160" y="189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86" name="Shape 1186"/>
            <p:cNvSpPr/>
            <p:nvPr/>
          </p:nvSpPr>
          <p:spPr>
            <a:xfrm>
              <a:off x="125730" y="126895"/>
              <a:ext cx="696178" cy="633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5" y="0"/>
                  </a:moveTo>
                  <a:cubicBezTo>
                    <a:pt x="939" y="0"/>
                    <a:pt x="939" y="0"/>
                    <a:pt x="939" y="0"/>
                  </a:cubicBezTo>
                  <a:cubicBezTo>
                    <a:pt x="427" y="0"/>
                    <a:pt x="0" y="470"/>
                    <a:pt x="0" y="1033"/>
                  </a:cubicBezTo>
                  <a:cubicBezTo>
                    <a:pt x="0" y="20567"/>
                    <a:pt x="0" y="20567"/>
                    <a:pt x="0" y="20567"/>
                  </a:cubicBezTo>
                  <a:cubicBezTo>
                    <a:pt x="0" y="21130"/>
                    <a:pt x="427" y="21600"/>
                    <a:pt x="939" y="21600"/>
                  </a:cubicBezTo>
                  <a:cubicBezTo>
                    <a:pt x="20575" y="21600"/>
                    <a:pt x="20575" y="21600"/>
                    <a:pt x="20575" y="21600"/>
                  </a:cubicBezTo>
                  <a:cubicBezTo>
                    <a:pt x="21173" y="21600"/>
                    <a:pt x="21600" y="21130"/>
                    <a:pt x="21600" y="20567"/>
                  </a:cubicBezTo>
                  <a:cubicBezTo>
                    <a:pt x="21600" y="1033"/>
                    <a:pt x="21600" y="1033"/>
                    <a:pt x="21600" y="1033"/>
                  </a:cubicBezTo>
                  <a:cubicBezTo>
                    <a:pt x="21600" y="470"/>
                    <a:pt x="21173" y="0"/>
                    <a:pt x="20575" y="0"/>
                  </a:cubicBezTo>
                  <a:close/>
                  <a:moveTo>
                    <a:pt x="20575" y="1033"/>
                  </a:moveTo>
                  <a:cubicBezTo>
                    <a:pt x="20575" y="16059"/>
                    <a:pt x="20575" y="16059"/>
                    <a:pt x="20575" y="16059"/>
                  </a:cubicBezTo>
                  <a:cubicBezTo>
                    <a:pt x="17417" y="12209"/>
                    <a:pt x="17417" y="12209"/>
                    <a:pt x="17417" y="12209"/>
                  </a:cubicBezTo>
                  <a:cubicBezTo>
                    <a:pt x="17246" y="12021"/>
                    <a:pt x="16990" y="11927"/>
                    <a:pt x="16648" y="11927"/>
                  </a:cubicBezTo>
                  <a:cubicBezTo>
                    <a:pt x="16392" y="11927"/>
                    <a:pt x="16136" y="12021"/>
                    <a:pt x="15965" y="12209"/>
                  </a:cubicBezTo>
                  <a:cubicBezTo>
                    <a:pt x="13404" y="15402"/>
                    <a:pt x="13404" y="15402"/>
                    <a:pt x="13404" y="15402"/>
                  </a:cubicBezTo>
                  <a:cubicBezTo>
                    <a:pt x="5635" y="5729"/>
                    <a:pt x="5635" y="5729"/>
                    <a:pt x="5635" y="5729"/>
                  </a:cubicBezTo>
                  <a:cubicBezTo>
                    <a:pt x="5464" y="5541"/>
                    <a:pt x="5208" y="5353"/>
                    <a:pt x="4866" y="5353"/>
                  </a:cubicBezTo>
                  <a:cubicBezTo>
                    <a:pt x="4610" y="5353"/>
                    <a:pt x="4354" y="5541"/>
                    <a:pt x="4183" y="5729"/>
                  </a:cubicBezTo>
                  <a:cubicBezTo>
                    <a:pt x="939" y="9861"/>
                    <a:pt x="939" y="9861"/>
                    <a:pt x="939" y="9861"/>
                  </a:cubicBezTo>
                  <a:cubicBezTo>
                    <a:pt x="939" y="1033"/>
                    <a:pt x="939" y="1033"/>
                    <a:pt x="939" y="1033"/>
                  </a:cubicBezTo>
                  <a:lnTo>
                    <a:pt x="20575" y="1033"/>
                  </a:lnTo>
                  <a:close/>
                  <a:moveTo>
                    <a:pt x="939" y="11457"/>
                  </a:moveTo>
                  <a:cubicBezTo>
                    <a:pt x="4866" y="6480"/>
                    <a:pt x="4866" y="6480"/>
                    <a:pt x="4866" y="6480"/>
                  </a:cubicBezTo>
                  <a:cubicBezTo>
                    <a:pt x="12806" y="16341"/>
                    <a:pt x="12806" y="16341"/>
                    <a:pt x="12806" y="16341"/>
                  </a:cubicBezTo>
                  <a:cubicBezTo>
                    <a:pt x="13404" y="17092"/>
                    <a:pt x="13404" y="17092"/>
                    <a:pt x="13404" y="17092"/>
                  </a:cubicBezTo>
                  <a:cubicBezTo>
                    <a:pt x="16136" y="20567"/>
                    <a:pt x="16136" y="20567"/>
                    <a:pt x="16136" y="20567"/>
                  </a:cubicBezTo>
                  <a:cubicBezTo>
                    <a:pt x="939" y="20567"/>
                    <a:pt x="939" y="20567"/>
                    <a:pt x="939" y="20567"/>
                  </a:cubicBezTo>
                  <a:lnTo>
                    <a:pt x="939" y="11457"/>
                  </a:lnTo>
                  <a:close/>
                  <a:moveTo>
                    <a:pt x="17417" y="20567"/>
                  </a:moveTo>
                  <a:cubicBezTo>
                    <a:pt x="14087" y="16247"/>
                    <a:pt x="14087" y="16247"/>
                    <a:pt x="14087" y="16247"/>
                  </a:cubicBezTo>
                  <a:cubicBezTo>
                    <a:pt x="16648" y="12960"/>
                    <a:pt x="16648" y="12960"/>
                    <a:pt x="16648" y="12960"/>
                  </a:cubicBezTo>
                  <a:cubicBezTo>
                    <a:pt x="20575" y="17656"/>
                    <a:pt x="20575" y="17656"/>
                    <a:pt x="20575" y="17656"/>
                  </a:cubicBezTo>
                  <a:cubicBezTo>
                    <a:pt x="20575" y="20567"/>
                    <a:pt x="20575" y="20567"/>
                    <a:pt x="20575" y="20567"/>
                  </a:cubicBezTo>
                  <a:lnTo>
                    <a:pt x="17417" y="20567"/>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187" name="Shape 1187"/>
            <p:cNvSpPr/>
            <p:nvPr/>
          </p:nvSpPr>
          <p:spPr>
            <a:xfrm>
              <a:off x="506415" y="220029"/>
              <a:ext cx="189762" cy="1932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43" y="21600"/>
                  </a:moveTo>
                  <a:cubicBezTo>
                    <a:pt x="16591" y="21600"/>
                    <a:pt x="21600" y="16663"/>
                    <a:pt x="21600" y="10800"/>
                  </a:cubicBezTo>
                  <a:cubicBezTo>
                    <a:pt x="21600" y="4937"/>
                    <a:pt x="16591" y="0"/>
                    <a:pt x="10643" y="0"/>
                  </a:cubicBezTo>
                  <a:cubicBezTo>
                    <a:pt x="4696" y="0"/>
                    <a:pt x="0" y="4937"/>
                    <a:pt x="0" y="10800"/>
                  </a:cubicBezTo>
                  <a:cubicBezTo>
                    <a:pt x="0" y="16663"/>
                    <a:pt x="4696" y="21600"/>
                    <a:pt x="10643" y="21600"/>
                  </a:cubicBezTo>
                  <a:close/>
                  <a:moveTo>
                    <a:pt x="10643" y="3703"/>
                  </a:moveTo>
                  <a:cubicBezTo>
                    <a:pt x="14713" y="3703"/>
                    <a:pt x="17843" y="6789"/>
                    <a:pt x="17843" y="10800"/>
                  </a:cubicBezTo>
                  <a:cubicBezTo>
                    <a:pt x="17843" y="14811"/>
                    <a:pt x="14713" y="17897"/>
                    <a:pt x="10643" y="17897"/>
                  </a:cubicBezTo>
                  <a:cubicBezTo>
                    <a:pt x="6887" y="17897"/>
                    <a:pt x="3443" y="14811"/>
                    <a:pt x="3443" y="10800"/>
                  </a:cubicBezTo>
                  <a:cubicBezTo>
                    <a:pt x="3443" y="6789"/>
                    <a:pt x="6887" y="3703"/>
                    <a:pt x="10643" y="370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189" name="Shape 1189"/>
          <p:cNvSpPr/>
          <p:nvPr/>
        </p:nvSpPr>
        <p:spPr>
          <a:xfrm>
            <a:off x="17720628" y="8136091"/>
            <a:ext cx="5502832" cy="957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b="1" sz="2500">
                <a:solidFill>
                  <a:srgbClr val="0A0A0A"/>
                </a:solidFill>
                <a:latin typeface="Calibri"/>
                <a:ea typeface="Calibri"/>
                <a:cs typeface="Calibri"/>
                <a:sym typeface="Calibri"/>
              </a:defRPr>
            </a:pPr>
            <a:r>
              <a:t>Contenido</a:t>
            </a:r>
            <a:endParaRPr b="0">
              <a:latin typeface="Raleway SemiBold"/>
              <a:ea typeface="Raleway SemiBold"/>
              <a:cs typeface="Raleway SemiBold"/>
              <a:sym typeface="Raleway SemiBold"/>
            </a:endParaRPr>
          </a:p>
          <a:p>
            <a:pPr algn="l" defTabSz="914400">
              <a:defRPr sz="2500">
                <a:solidFill>
                  <a:srgbClr val="0A0A0A"/>
                </a:solidFill>
                <a:latin typeface="Calibri"/>
                <a:ea typeface="Calibri"/>
                <a:cs typeface="Calibri"/>
                <a:sym typeface="Calibri"/>
              </a:defRPr>
            </a:pPr>
            <a:r>
              <a:rPr>
                <a:solidFill>
                  <a:srgbClr val="878787"/>
                </a:solidFill>
                <a:latin typeface="Calibri Light"/>
                <a:ea typeface="Calibri Light"/>
                <a:cs typeface="Calibri Light"/>
                <a:sym typeface="Calibri Light"/>
              </a:rPr>
              <a:t>Descripción</a:t>
            </a:r>
          </a:p>
        </p:txBody>
      </p:sp>
      <p:sp>
        <p:nvSpPr>
          <p:cNvPr id="1190" name="Shape 1190"/>
          <p:cNvSpPr/>
          <p:nvPr/>
        </p:nvSpPr>
        <p:spPr>
          <a:xfrm>
            <a:off x="-76007" y="1738215"/>
            <a:ext cx="9206948" cy="8509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lnSpc>
                <a:spcPct val="90000"/>
              </a:lnSpc>
              <a:defRPr spc="-100">
                <a:solidFill>
                  <a:srgbClr val="144973"/>
                </a:solidFill>
                <a:latin typeface="Raleway Heavy"/>
                <a:ea typeface="Raleway Heavy"/>
                <a:cs typeface="Raleway Heavy"/>
                <a:sym typeface="Raleway Heavy"/>
              </a:defRPr>
            </a:lvl1pPr>
          </a:lstStyle>
          <a:p>
            <a:pPr/>
            <a:r>
              <a:t>Datos</a:t>
            </a:r>
          </a:p>
        </p:txBody>
      </p:sp>
      <p:sp>
        <p:nvSpPr>
          <p:cNvPr id="1191" name="Shape 1191"/>
          <p:cNvSpPr/>
          <p:nvPr/>
        </p:nvSpPr>
        <p:spPr>
          <a:xfrm>
            <a:off x="14675467" y="1738215"/>
            <a:ext cx="9903860" cy="8509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lnSpc>
                <a:spcPct val="90000"/>
              </a:lnSpc>
              <a:defRPr spc="-100">
                <a:solidFill>
                  <a:srgbClr val="144973"/>
                </a:solidFill>
                <a:latin typeface="Raleway Heavy"/>
                <a:ea typeface="Raleway Heavy"/>
                <a:cs typeface="Raleway Heavy"/>
                <a:sym typeface="Raleway Heavy"/>
              </a:defRPr>
            </a:lvl1pPr>
          </a:lstStyle>
          <a:p>
            <a:pPr/>
            <a:r>
              <a:t>Estrategia contenidos</a:t>
            </a:r>
          </a:p>
        </p:txBody>
      </p:sp>
      <p:sp>
        <p:nvSpPr>
          <p:cNvPr id="1192" name="Shape 1192"/>
          <p:cNvSpPr/>
          <p:nvPr/>
        </p:nvSpPr>
        <p:spPr>
          <a:xfrm>
            <a:off x="1463202" y="4413191"/>
            <a:ext cx="1008001" cy="1008001"/>
          </a:xfrm>
          <a:prstGeom prst="ellipse">
            <a:avLst/>
          </a:prstGeom>
          <a:ln w="38100">
            <a:solidFill>
              <a:srgbClr val="144973"/>
            </a:solidFill>
            <a:miter/>
            <a:tailEnd type="triangle"/>
          </a:ln>
        </p:spPr>
        <p:txBody>
          <a:bodyPr tIns="91439" bIns="91439" anchor="ctr"/>
          <a:lstStyle/>
          <a:p>
            <a:pPr defTabSz="914400">
              <a:defRPr b="1" sz="4000">
                <a:solidFill>
                  <a:srgbClr val="0A0A0A"/>
                </a:solidFill>
                <a:latin typeface="Calibri"/>
                <a:ea typeface="Calibri"/>
                <a:cs typeface="Calibri"/>
                <a:sym typeface="Calibri"/>
              </a:defRPr>
            </a:pPr>
          </a:p>
        </p:txBody>
      </p:sp>
      <p:sp>
        <p:nvSpPr>
          <p:cNvPr id="1193" name="Shape 1193"/>
          <p:cNvSpPr/>
          <p:nvPr/>
        </p:nvSpPr>
        <p:spPr>
          <a:xfrm>
            <a:off x="1610820" y="4514601"/>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1</a:t>
            </a:r>
          </a:p>
        </p:txBody>
      </p:sp>
      <p:sp>
        <p:nvSpPr>
          <p:cNvPr id="1194" name="Shape 1194"/>
          <p:cNvSpPr/>
          <p:nvPr/>
        </p:nvSpPr>
        <p:spPr>
          <a:xfrm>
            <a:off x="2644015" y="4373631"/>
            <a:ext cx="6187208"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195" name="Shape 1195"/>
          <p:cNvSpPr/>
          <p:nvPr/>
        </p:nvSpPr>
        <p:spPr>
          <a:xfrm>
            <a:off x="1463202" y="6111769"/>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196" name="Shape 1196"/>
          <p:cNvSpPr/>
          <p:nvPr/>
        </p:nvSpPr>
        <p:spPr>
          <a:xfrm>
            <a:off x="1610820" y="6213179"/>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2</a:t>
            </a:r>
          </a:p>
        </p:txBody>
      </p:sp>
      <p:sp>
        <p:nvSpPr>
          <p:cNvPr id="1197" name="Shape 1197"/>
          <p:cNvSpPr/>
          <p:nvPr/>
        </p:nvSpPr>
        <p:spPr>
          <a:xfrm>
            <a:off x="2644015" y="6072209"/>
            <a:ext cx="535051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198" name="Shape 1198"/>
          <p:cNvSpPr/>
          <p:nvPr/>
        </p:nvSpPr>
        <p:spPr>
          <a:xfrm>
            <a:off x="1463202" y="7668389"/>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199" name="Shape 1199"/>
          <p:cNvSpPr/>
          <p:nvPr/>
        </p:nvSpPr>
        <p:spPr>
          <a:xfrm>
            <a:off x="1610820" y="7769799"/>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3</a:t>
            </a:r>
          </a:p>
        </p:txBody>
      </p:sp>
      <p:sp>
        <p:nvSpPr>
          <p:cNvPr id="1200" name="Shape 1200"/>
          <p:cNvSpPr/>
          <p:nvPr/>
        </p:nvSpPr>
        <p:spPr>
          <a:xfrm>
            <a:off x="2644015" y="7628829"/>
            <a:ext cx="535051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
        <p:nvSpPr>
          <p:cNvPr id="1201" name="Shape 1201"/>
          <p:cNvSpPr/>
          <p:nvPr/>
        </p:nvSpPr>
        <p:spPr>
          <a:xfrm>
            <a:off x="1463202" y="9366967"/>
            <a:ext cx="1008001" cy="1008001"/>
          </a:xfrm>
          <a:prstGeom prst="ellipse">
            <a:avLst/>
          </a:prstGeom>
          <a:ln w="38100">
            <a:solidFill>
              <a:srgbClr val="144973"/>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202" name="Shape 1202"/>
          <p:cNvSpPr/>
          <p:nvPr/>
        </p:nvSpPr>
        <p:spPr>
          <a:xfrm>
            <a:off x="1610820" y="9468378"/>
            <a:ext cx="712765" cy="8051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b="1" sz="4000">
                <a:solidFill>
                  <a:srgbClr val="0A0A0A"/>
                </a:solidFill>
                <a:latin typeface="Calibri"/>
                <a:ea typeface="Calibri"/>
                <a:cs typeface="Calibri"/>
                <a:sym typeface="Calibri"/>
              </a:defRPr>
            </a:lvl1pPr>
          </a:lstStyle>
          <a:p>
            <a:pPr>
              <a:defRPr b="0" sz="3600">
                <a:solidFill>
                  <a:srgbClr val="FFFFFF"/>
                </a:solidFill>
              </a:defRPr>
            </a:pPr>
            <a:r>
              <a:rPr b="1" sz="4000">
                <a:solidFill>
                  <a:srgbClr val="0A0A0A"/>
                </a:solidFill>
              </a:rPr>
              <a:t>4</a:t>
            </a:r>
          </a:p>
        </p:txBody>
      </p:sp>
      <p:sp>
        <p:nvSpPr>
          <p:cNvPr id="1203" name="Shape 1203"/>
          <p:cNvSpPr/>
          <p:nvPr/>
        </p:nvSpPr>
        <p:spPr>
          <a:xfrm>
            <a:off x="2644015" y="9327407"/>
            <a:ext cx="5168573"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Calibri"/>
                <a:ea typeface="Calibri"/>
                <a:cs typeface="Calibri"/>
                <a:sym typeface="Calibri"/>
              </a:defRPr>
            </a:lvl1pPr>
          </a:lstStyle>
          <a:p>
            <a:pPr>
              <a:defRPr>
                <a:solidFill>
                  <a:srgbClr val="0A0A0A"/>
                </a:solidFill>
              </a:defRPr>
            </a:pPr>
            <a:r>
              <a:rPr>
                <a:solidFill>
                  <a:srgbClr val="878787"/>
                </a:solidFill>
              </a:rPr>
              <a:t>Texto</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1148"/>
                                        </p:tgtEl>
                                        <p:attrNameLst>
                                          <p:attrName>style.visibility</p:attrName>
                                        </p:attrNameLst>
                                      </p:cBhvr>
                                      <p:to>
                                        <p:strVal val="visible"/>
                                      </p:to>
                                    </p:set>
                                    <p:animEffect filter="wipe(up)" transition="in">
                                      <p:cBhvr>
                                        <p:cTn id="7" dur="500"/>
                                        <p:tgtEl>
                                          <p:spTgt spid="1148"/>
                                        </p:tgtEl>
                                      </p:cBhvr>
                                    </p:animEffect>
                                  </p:childTnLst>
                                </p:cTn>
                              </p:par>
                            </p:childTnLst>
                          </p:cTn>
                        </p:par>
                        <p:par>
                          <p:cTn id="8" fill="hold">
                            <p:stCondLst>
                              <p:cond delay="500"/>
                            </p:stCondLst>
                            <p:childTnLst>
                              <p:par>
                                <p:cTn id="9" presetClass="entr" nodeType="afterEffect" presetSubtype="1" presetID="22" grpId="2" fill="hold">
                                  <p:stCondLst>
                                    <p:cond delay="0"/>
                                  </p:stCondLst>
                                  <p:iterate type="el" backwards="0">
                                    <p:tmAbs val="0"/>
                                  </p:iterate>
                                  <p:childTnLst>
                                    <p:set>
                                      <p:cBhvr>
                                        <p:cTn id="10" fill="hold"/>
                                        <p:tgtEl>
                                          <p:spTgt spid="1149"/>
                                        </p:tgtEl>
                                        <p:attrNameLst>
                                          <p:attrName>style.visibility</p:attrName>
                                        </p:attrNameLst>
                                      </p:cBhvr>
                                      <p:to>
                                        <p:strVal val="visible"/>
                                      </p:to>
                                    </p:set>
                                    <p:animEffect filter="wipe(up)" transition="in">
                                      <p:cBhvr>
                                        <p:cTn id="11" dur="500"/>
                                        <p:tgtEl>
                                          <p:spTgt spid="1149"/>
                                        </p:tgtEl>
                                      </p:cBhvr>
                                    </p:animEffect>
                                  </p:childTnLst>
                                </p:cTn>
                              </p:par>
                            </p:childTnLst>
                          </p:cTn>
                        </p:par>
                        <p:par>
                          <p:cTn id="12" fill="hold">
                            <p:stCondLst>
                              <p:cond delay="1000"/>
                            </p:stCondLst>
                            <p:childTnLst>
                              <p:par>
                                <p:cTn id="13" presetClass="entr" nodeType="afterEffect" presetSubtype="1" presetID="22" grpId="3" fill="hold">
                                  <p:stCondLst>
                                    <p:cond delay="0"/>
                                  </p:stCondLst>
                                  <p:iterate type="el" backwards="0">
                                    <p:tmAbs val="0"/>
                                  </p:iterate>
                                  <p:childTnLst>
                                    <p:set>
                                      <p:cBhvr>
                                        <p:cTn id="14" fill="hold"/>
                                        <p:tgtEl>
                                          <p:spTgt spid="1150"/>
                                        </p:tgtEl>
                                        <p:attrNameLst>
                                          <p:attrName>style.visibility</p:attrName>
                                        </p:attrNameLst>
                                      </p:cBhvr>
                                      <p:to>
                                        <p:strVal val="visible"/>
                                      </p:to>
                                    </p:set>
                                    <p:animEffect filter="wipe(up)" transition="in">
                                      <p:cBhvr>
                                        <p:cTn id="15" dur="500"/>
                                        <p:tgtEl>
                                          <p:spTgt spid="1150"/>
                                        </p:tgtEl>
                                      </p:cBhvr>
                                    </p:animEffect>
                                  </p:childTnLst>
                                </p:cTn>
                              </p:par>
                            </p:childTnLst>
                          </p:cTn>
                        </p:par>
                        <p:par>
                          <p:cTn id="16" fill="hold">
                            <p:stCondLst>
                              <p:cond delay="1500"/>
                            </p:stCondLst>
                            <p:childTnLst>
                              <p:par>
                                <p:cTn id="17" presetClass="entr" nodeType="afterEffect" presetSubtype="1" presetID="22" grpId="4" fill="hold">
                                  <p:stCondLst>
                                    <p:cond delay="0"/>
                                  </p:stCondLst>
                                  <p:iterate type="el" backwards="0">
                                    <p:tmAbs val="0"/>
                                  </p:iterate>
                                  <p:childTnLst>
                                    <p:set>
                                      <p:cBhvr>
                                        <p:cTn id="18" fill="hold"/>
                                        <p:tgtEl>
                                          <p:spTgt spid="1151"/>
                                        </p:tgtEl>
                                        <p:attrNameLst>
                                          <p:attrName>style.visibility</p:attrName>
                                        </p:attrNameLst>
                                      </p:cBhvr>
                                      <p:to>
                                        <p:strVal val="visible"/>
                                      </p:to>
                                    </p:set>
                                    <p:animEffect filter="wipe(up)" transition="in">
                                      <p:cBhvr>
                                        <p:cTn id="19" dur="500"/>
                                        <p:tgtEl>
                                          <p:spTgt spid="1151"/>
                                        </p:tgtEl>
                                      </p:cBhvr>
                                    </p:animEffect>
                                  </p:childTnLst>
                                </p:cTn>
                              </p:par>
                            </p:childTnLst>
                          </p:cTn>
                        </p:par>
                        <p:par>
                          <p:cTn id="20" fill="hold">
                            <p:stCondLst>
                              <p:cond delay="2000"/>
                            </p:stCondLst>
                            <p:childTnLst>
                              <p:par>
                                <p:cTn id="21" presetClass="entr" nodeType="afterEffect" presetSubtype="1" presetID="22" grpId="5" fill="hold">
                                  <p:stCondLst>
                                    <p:cond delay="0"/>
                                  </p:stCondLst>
                                  <p:iterate type="el" backwards="0">
                                    <p:tmAbs val="0"/>
                                  </p:iterate>
                                  <p:childTnLst>
                                    <p:set>
                                      <p:cBhvr>
                                        <p:cTn id="22" fill="hold"/>
                                        <p:tgtEl>
                                          <p:spTgt spid="1152"/>
                                        </p:tgtEl>
                                        <p:attrNameLst>
                                          <p:attrName>style.visibility</p:attrName>
                                        </p:attrNameLst>
                                      </p:cBhvr>
                                      <p:to>
                                        <p:strVal val="visible"/>
                                      </p:to>
                                    </p:set>
                                    <p:animEffect filter="wipe(up)" transition="in">
                                      <p:cBhvr>
                                        <p:cTn id="23" dur="500"/>
                                        <p:tgtEl>
                                          <p:spTgt spid="1152"/>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1162"/>
                                        </p:tgtEl>
                                        <p:attrNameLst>
                                          <p:attrName>style.visibility</p:attrName>
                                        </p:attrNameLst>
                                      </p:cBhvr>
                                      <p:to>
                                        <p:strVal val="visible"/>
                                      </p:to>
                                    </p:set>
                                    <p:animEffect filter="dissolve" transition="in">
                                      <p:cBhvr>
                                        <p:cTn id="27" dur="500"/>
                                        <p:tgtEl>
                                          <p:spTgt spid="1162"/>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166"/>
                                        </p:tgtEl>
                                        <p:attrNameLst>
                                          <p:attrName>style.visibility</p:attrName>
                                        </p:attrNameLst>
                                      </p:cBhvr>
                                      <p:to>
                                        <p:strVal val="visible"/>
                                      </p:to>
                                    </p:set>
                                    <p:animEffect filter="dissolve" transition="in">
                                      <p:cBhvr>
                                        <p:cTn id="31" dur="500"/>
                                        <p:tgtEl>
                                          <p:spTgt spid="1166"/>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1167"/>
                                        </p:tgtEl>
                                        <p:attrNameLst>
                                          <p:attrName>style.visibility</p:attrName>
                                        </p:attrNameLst>
                                      </p:cBhvr>
                                      <p:to>
                                        <p:strVal val="visible"/>
                                      </p:to>
                                    </p:set>
                                    <p:animEffect filter="dissolve" transition="in">
                                      <p:cBhvr>
                                        <p:cTn id="35" dur="500"/>
                                        <p:tgtEl>
                                          <p:spTgt spid="1167"/>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1189"/>
                                        </p:tgtEl>
                                        <p:attrNameLst>
                                          <p:attrName>style.visibility</p:attrName>
                                        </p:attrNameLst>
                                      </p:cBhvr>
                                      <p:to>
                                        <p:strVal val="visible"/>
                                      </p:to>
                                    </p:set>
                                    <p:animEffect filter="dissolve" transition="in">
                                      <p:cBhvr>
                                        <p:cTn id="39" dur="500"/>
                                        <p:tgtEl>
                                          <p:spTgt spid="1189"/>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1194"/>
                                        </p:tgtEl>
                                        <p:attrNameLst>
                                          <p:attrName>style.visibility</p:attrName>
                                        </p:attrNameLst>
                                      </p:cBhvr>
                                      <p:to>
                                        <p:strVal val="visible"/>
                                      </p:to>
                                    </p:set>
                                    <p:animEffect filter="dissolve" transition="in">
                                      <p:cBhvr>
                                        <p:cTn id="43" dur="500"/>
                                        <p:tgtEl>
                                          <p:spTgt spid="1194"/>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1197"/>
                                        </p:tgtEl>
                                        <p:attrNameLst>
                                          <p:attrName>style.visibility</p:attrName>
                                        </p:attrNameLst>
                                      </p:cBhvr>
                                      <p:to>
                                        <p:strVal val="visible"/>
                                      </p:to>
                                    </p:set>
                                    <p:animEffect filter="dissolve" transition="in">
                                      <p:cBhvr>
                                        <p:cTn id="47" dur="500"/>
                                        <p:tgtEl>
                                          <p:spTgt spid="1197"/>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1200"/>
                                        </p:tgtEl>
                                        <p:attrNameLst>
                                          <p:attrName>style.visibility</p:attrName>
                                        </p:attrNameLst>
                                      </p:cBhvr>
                                      <p:to>
                                        <p:strVal val="visible"/>
                                      </p:to>
                                    </p:set>
                                    <p:animEffect filter="dissolve" transition="in">
                                      <p:cBhvr>
                                        <p:cTn id="51" dur="500"/>
                                        <p:tgtEl>
                                          <p:spTgt spid="1200"/>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1203"/>
                                        </p:tgtEl>
                                        <p:attrNameLst>
                                          <p:attrName>style.visibility</p:attrName>
                                        </p:attrNameLst>
                                      </p:cBhvr>
                                      <p:to>
                                        <p:strVal val="visible"/>
                                      </p:to>
                                    </p:set>
                                    <p:animEffect filter="dissolve" transition="in">
                                      <p:cBhvr>
                                        <p:cTn id="55" dur="500"/>
                                        <p:tgtEl>
                                          <p:spTgt spid="12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189" grpId="9"/>
      <p:bldP build="whole" bldLvl="1" animBg="1" rev="0" advAuto="0" spid="1162" grpId="6"/>
      <p:bldP build="whole" bldLvl="1" animBg="1" rev="0" advAuto="0" spid="1152" grpId="5"/>
      <p:bldP build="whole" bldLvl="1" animBg="1" rev="0" advAuto="0" spid="1194" grpId="10"/>
      <p:bldP build="whole" bldLvl="1" animBg="1" rev="0" advAuto="0" spid="1149" grpId="2"/>
      <p:bldP build="whole" bldLvl="1" animBg="1" rev="0" advAuto="0" spid="1150" grpId="3"/>
      <p:bldP build="whole" bldLvl="1" animBg="1" rev="0" advAuto="0" spid="1167" grpId="8"/>
      <p:bldP build="whole" bldLvl="1" animBg="1" rev="0" advAuto="0" spid="1151" grpId="4"/>
      <p:bldP build="whole" bldLvl="1" animBg="1" rev="0" advAuto="0" spid="1200" grpId="12"/>
      <p:bldP build="whole" bldLvl="1" animBg="1" rev="0" advAuto="0" spid="1197" grpId="11"/>
      <p:bldP build="whole" bldLvl="1" animBg="1" rev="0" advAuto="0" spid="1166" grpId="7"/>
      <p:bldP build="whole" bldLvl="1" animBg="1" rev="0" advAuto="0" spid="1148" grpId="1"/>
      <p:bldP build="whole" bldLvl="1" animBg="1" rev="0" advAuto="0" spid="1203" grpId="13"/>
    </p:bldLst>
  </p:timing>
</p:sld>
</file>

<file path=ppt/slides/slide5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205" name="Shape 1205"/>
          <p:cNvSpPr/>
          <p:nvPr/>
        </p:nvSpPr>
        <p:spPr>
          <a:xfrm>
            <a:off x="303300" y="385686"/>
            <a:ext cx="1324991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de contenidos o listado genérico</a:t>
            </a:r>
          </a:p>
        </p:txBody>
      </p:sp>
      <p:sp>
        <p:nvSpPr>
          <p:cNvPr id="1206" name="Shape 120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207" name="Shape 1207"/>
          <p:cNvSpPr/>
          <p:nvPr/>
        </p:nvSpPr>
        <p:spPr>
          <a:xfrm>
            <a:off x="2933700" y="4761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08" name="Shape 1208"/>
          <p:cNvSpPr/>
          <p:nvPr/>
        </p:nvSpPr>
        <p:spPr>
          <a:xfrm>
            <a:off x="2959100" y="5278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09" name="Shape 1209"/>
          <p:cNvSpPr/>
          <p:nvPr/>
        </p:nvSpPr>
        <p:spPr>
          <a:xfrm>
            <a:off x="2905125" y="3997642"/>
            <a:ext cx="714375" cy="7143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57" y="18802"/>
                </a:moveTo>
                <a:cubicBezTo>
                  <a:pt x="21518" y="18965"/>
                  <a:pt x="21600" y="19177"/>
                  <a:pt x="21600" y="19437"/>
                </a:cubicBezTo>
                <a:cubicBezTo>
                  <a:pt x="21600" y="19581"/>
                  <a:pt x="21518" y="19776"/>
                  <a:pt x="21357" y="20019"/>
                </a:cubicBezTo>
                <a:cubicBezTo>
                  <a:pt x="21193" y="20261"/>
                  <a:pt x="20990" y="20504"/>
                  <a:pt x="20747" y="20741"/>
                </a:cubicBezTo>
                <a:cubicBezTo>
                  <a:pt x="20504" y="20979"/>
                  <a:pt x="20261" y="21185"/>
                  <a:pt x="20023" y="21349"/>
                </a:cubicBezTo>
                <a:cubicBezTo>
                  <a:pt x="19783" y="21518"/>
                  <a:pt x="19594" y="21600"/>
                  <a:pt x="19447" y="21600"/>
                </a:cubicBezTo>
                <a:cubicBezTo>
                  <a:pt x="19190" y="21600"/>
                  <a:pt x="18975" y="21515"/>
                  <a:pt x="18811" y="21343"/>
                </a:cubicBezTo>
                <a:lnTo>
                  <a:pt x="13957" y="16503"/>
                </a:lnTo>
                <a:cubicBezTo>
                  <a:pt x="13217" y="16980"/>
                  <a:pt x="12429" y="17350"/>
                  <a:pt x="11590" y="17604"/>
                </a:cubicBezTo>
                <a:cubicBezTo>
                  <a:pt x="10751" y="17864"/>
                  <a:pt x="9892" y="17991"/>
                  <a:pt x="9007" y="17991"/>
                </a:cubicBezTo>
                <a:cubicBezTo>
                  <a:pt x="7770" y="17991"/>
                  <a:pt x="6609" y="17760"/>
                  <a:pt x="5518" y="17291"/>
                </a:cubicBezTo>
                <a:cubicBezTo>
                  <a:pt x="4427" y="16822"/>
                  <a:pt x="3470" y="16175"/>
                  <a:pt x="2645" y="15354"/>
                </a:cubicBezTo>
                <a:cubicBezTo>
                  <a:pt x="1817" y="14535"/>
                  <a:pt x="1173" y="13580"/>
                  <a:pt x="701" y="12487"/>
                </a:cubicBezTo>
                <a:cubicBezTo>
                  <a:pt x="232" y="11400"/>
                  <a:pt x="0" y="10237"/>
                  <a:pt x="0" y="9000"/>
                </a:cubicBezTo>
                <a:cubicBezTo>
                  <a:pt x="0" y="7769"/>
                  <a:pt x="232" y="6602"/>
                  <a:pt x="701" y="5515"/>
                </a:cubicBezTo>
                <a:cubicBezTo>
                  <a:pt x="1170" y="4422"/>
                  <a:pt x="1817" y="3468"/>
                  <a:pt x="2645" y="2646"/>
                </a:cubicBezTo>
                <a:cubicBezTo>
                  <a:pt x="3470" y="1827"/>
                  <a:pt x="4425" y="1180"/>
                  <a:pt x="5512" y="709"/>
                </a:cubicBezTo>
                <a:cubicBezTo>
                  <a:pt x="6600" y="237"/>
                  <a:pt x="7764" y="0"/>
                  <a:pt x="9007" y="0"/>
                </a:cubicBezTo>
                <a:cubicBezTo>
                  <a:pt x="10245" y="0"/>
                  <a:pt x="11403" y="237"/>
                  <a:pt x="12488" y="709"/>
                </a:cubicBezTo>
                <a:cubicBezTo>
                  <a:pt x="13573" y="1180"/>
                  <a:pt x="14531" y="1827"/>
                  <a:pt x="15359" y="2646"/>
                </a:cubicBezTo>
                <a:cubicBezTo>
                  <a:pt x="16184" y="3468"/>
                  <a:pt x="16831" y="4422"/>
                  <a:pt x="17300" y="5515"/>
                </a:cubicBezTo>
                <a:cubicBezTo>
                  <a:pt x="17769" y="6602"/>
                  <a:pt x="18003" y="7769"/>
                  <a:pt x="18003" y="9000"/>
                </a:cubicBezTo>
                <a:cubicBezTo>
                  <a:pt x="18003" y="9887"/>
                  <a:pt x="17873" y="10748"/>
                  <a:pt x="17616" y="11589"/>
                </a:cubicBezTo>
                <a:cubicBezTo>
                  <a:pt x="17359" y="12434"/>
                  <a:pt x="16992" y="13219"/>
                  <a:pt x="16514" y="13947"/>
                </a:cubicBezTo>
                <a:lnTo>
                  <a:pt x="21357" y="18802"/>
                </a:lnTo>
                <a:close/>
                <a:moveTo>
                  <a:pt x="3597" y="9000"/>
                </a:moveTo>
                <a:cubicBezTo>
                  <a:pt x="3597" y="9759"/>
                  <a:pt x="3741" y="10465"/>
                  <a:pt x="4029" y="11118"/>
                </a:cubicBezTo>
                <a:cubicBezTo>
                  <a:pt x="4317" y="11770"/>
                  <a:pt x="4707" y="12338"/>
                  <a:pt x="5193" y="12821"/>
                </a:cubicBezTo>
                <a:cubicBezTo>
                  <a:pt x="5679" y="13301"/>
                  <a:pt x="6253" y="13685"/>
                  <a:pt x="6908" y="13970"/>
                </a:cubicBezTo>
                <a:cubicBezTo>
                  <a:pt x="7566" y="14252"/>
                  <a:pt x="8264" y="14394"/>
                  <a:pt x="9004" y="14394"/>
                </a:cubicBezTo>
                <a:cubicBezTo>
                  <a:pt x="9745" y="14394"/>
                  <a:pt x="10440" y="14252"/>
                  <a:pt x="11092" y="13970"/>
                </a:cubicBezTo>
                <a:cubicBezTo>
                  <a:pt x="11745" y="13685"/>
                  <a:pt x="12319" y="13301"/>
                  <a:pt x="12802" y="12821"/>
                </a:cubicBezTo>
                <a:cubicBezTo>
                  <a:pt x="13291" y="12338"/>
                  <a:pt x="13678" y="11770"/>
                  <a:pt x="13966" y="11118"/>
                </a:cubicBezTo>
                <a:cubicBezTo>
                  <a:pt x="14254" y="10465"/>
                  <a:pt x="14398" y="9759"/>
                  <a:pt x="14398" y="9000"/>
                </a:cubicBezTo>
                <a:cubicBezTo>
                  <a:pt x="14398" y="8260"/>
                  <a:pt x="14254" y="7565"/>
                  <a:pt x="13966" y="6913"/>
                </a:cubicBezTo>
                <a:cubicBezTo>
                  <a:pt x="13675" y="6258"/>
                  <a:pt x="13291" y="5684"/>
                  <a:pt x="12802" y="5193"/>
                </a:cubicBezTo>
                <a:cubicBezTo>
                  <a:pt x="12316" y="4704"/>
                  <a:pt x="11745" y="4317"/>
                  <a:pt x="11092" y="4032"/>
                </a:cubicBezTo>
                <a:cubicBezTo>
                  <a:pt x="10440" y="3750"/>
                  <a:pt x="9742" y="3606"/>
                  <a:pt x="9004" y="3606"/>
                </a:cubicBezTo>
                <a:cubicBezTo>
                  <a:pt x="8267" y="3606"/>
                  <a:pt x="7566" y="3750"/>
                  <a:pt x="6908" y="4032"/>
                </a:cubicBezTo>
                <a:cubicBezTo>
                  <a:pt x="6253" y="4317"/>
                  <a:pt x="5676" y="4704"/>
                  <a:pt x="5193" y="5193"/>
                </a:cubicBezTo>
                <a:cubicBezTo>
                  <a:pt x="4707" y="5684"/>
                  <a:pt x="4317" y="6258"/>
                  <a:pt x="4029" y="6913"/>
                </a:cubicBezTo>
                <a:cubicBezTo>
                  <a:pt x="3741" y="7565"/>
                  <a:pt x="3597" y="8257"/>
                  <a:pt x="3597" y="9000"/>
                </a:cubicBezTo>
                <a:moveTo>
                  <a:pt x="9007" y="5591"/>
                </a:moveTo>
                <a:cubicBezTo>
                  <a:pt x="9185" y="5591"/>
                  <a:pt x="9344" y="5656"/>
                  <a:pt x="9473" y="5786"/>
                </a:cubicBezTo>
                <a:cubicBezTo>
                  <a:pt x="9603" y="5919"/>
                  <a:pt x="9668" y="6082"/>
                  <a:pt x="9668" y="6280"/>
                </a:cubicBezTo>
                <a:cubicBezTo>
                  <a:pt x="9668" y="6461"/>
                  <a:pt x="9603" y="6616"/>
                  <a:pt x="9473" y="6746"/>
                </a:cubicBezTo>
                <a:cubicBezTo>
                  <a:pt x="9344" y="6879"/>
                  <a:pt x="9185" y="6944"/>
                  <a:pt x="9007" y="6944"/>
                </a:cubicBezTo>
                <a:cubicBezTo>
                  <a:pt x="8439" y="6944"/>
                  <a:pt x="7953" y="7144"/>
                  <a:pt x="7552" y="7537"/>
                </a:cubicBezTo>
                <a:cubicBezTo>
                  <a:pt x="7151" y="7935"/>
                  <a:pt x="6950" y="8423"/>
                  <a:pt x="6950" y="8997"/>
                </a:cubicBezTo>
                <a:cubicBezTo>
                  <a:pt x="6950" y="9180"/>
                  <a:pt x="6885" y="9333"/>
                  <a:pt x="6755" y="9466"/>
                </a:cubicBezTo>
                <a:cubicBezTo>
                  <a:pt x="6623" y="9596"/>
                  <a:pt x="6467" y="9658"/>
                  <a:pt x="6289" y="9658"/>
                </a:cubicBezTo>
                <a:cubicBezTo>
                  <a:pt x="6080" y="9658"/>
                  <a:pt x="5914" y="9596"/>
                  <a:pt x="5786" y="9466"/>
                </a:cubicBezTo>
                <a:cubicBezTo>
                  <a:pt x="5659" y="9333"/>
                  <a:pt x="5600" y="9180"/>
                  <a:pt x="5600" y="8997"/>
                </a:cubicBezTo>
                <a:cubicBezTo>
                  <a:pt x="5600" y="8539"/>
                  <a:pt x="5685" y="8104"/>
                  <a:pt x="5863" y="7686"/>
                </a:cubicBezTo>
                <a:cubicBezTo>
                  <a:pt x="6038" y="7271"/>
                  <a:pt x="6281" y="6907"/>
                  <a:pt x="6597" y="6591"/>
                </a:cubicBezTo>
                <a:cubicBezTo>
                  <a:pt x="6905" y="6277"/>
                  <a:pt x="7264" y="6029"/>
                  <a:pt x="7677" y="5857"/>
                </a:cubicBezTo>
                <a:cubicBezTo>
                  <a:pt x="8086" y="5681"/>
                  <a:pt x="8530" y="5591"/>
                  <a:pt x="9007" y="5591"/>
                </a:cubicBezTo>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10" name="Shape 1210"/>
          <p:cNvSpPr/>
          <p:nvPr/>
        </p:nvSpPr>
        <p:spPr>
          <a:xfrm>
            <a:off x="8064500" y="4061142"/>
            <a:ext cx="714375" cy="595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3" y="3223"/>
                </a:moveTo>
                <a:cubicBezTo>
                  <a:pt x="20633" y="3223"/>
                  <a:pt x="20946" y="3385"/>
                  <a:pt x="21208" y="3714"/>
                </a:cubicBezTo>
                <a:cubicBezTo>
                  <a:pt x="21470" y="4043"/>
                  <a:pt x="21600" y="4428"/>
                  <a:pt x="21600" y="4865"/>
                </a:cubicBezTo>
                <a:lnTo>
                  <a:pt x="21600" y="19984"/>
                </a:lnTo>
                <a:cubicBezTo>
                  <a:pt x="21600" y="20422"/>
                  <a:pt x="21470" y="20804"/>
                  <a:pt x="21208" y="21121"/>
                </a:cubicBezTo>
                <a:cubicBezTo>
                  <a:pt x="20946" y="21441"/>
                  <a:pt x="20633" y="21600"/>
                  <a:pt x="20263" y="21600"/>
                </a:cubicBezTo>
                <a:lnTo>
                  <a:pt x="1349" y="21600"/>
                </a:lnTo>
                <a:cubicBezTo>
                  <a:pt x="982" y="21600"/>
                  <a:pt x="663" y="21441"/>
                  <a:pt x="399" y="21121"/>
                </a:cubicBezTo>
                <a:cubicBezTo>
                  <a:pt x="135" y="20804"/>
                  <a:pt x="0" y="20422"/>
                  <a:pt x="0" y="19984"/>
                </a:cubicBezTo>
                <a:lnTo>
                  <a:pt x="0" y="4865"/>
                </a:lnTo>
                <a:cubicBezTo>
                  <a:pt x="0" y="4428"/>
                  <a:pt x="135" y="4043"/>
                  <a:pt x="399" y="3714"/>
                </a:cubicBezTo>
                <a:cubicBezTo>
                  <a:pt x="663" y="3385"/>
                  <a:pt x="982" y="3223"/>
                  <a:pt x="1349" y="3223"/>
                </a:cubicBezTo>
                <a:lnTo>
                  <a:pt x="5638" y="3223"/>
                </a:lnTo>
                <a:lnTo>
                  <a:pt x="6319" y="1460"/>
                </a:lnTo>
                <a:cubicBezTo>
                  <a:pt x="6458" y="1058"/>
                  <a:pt x="6718" y="714"/>
                  <a:pt x="7090" y="426"/>
                </a:cubicBezTo>
                <a:cubicBezTo>
                  <a:pt x="7467" y="144"/>
                  <a:pt x="7839" y="0"/>
                  <a:pt x="8204" y="0"/>
                </a:cubicBezTo>
                <a:lnTo>
                  <a:pt x="13396" y="0"/>
                </a:lnTo>
                <a:cubicBezTo>
                  <a:pt x="13763" y="0"/>
                  <a:pt x="14136" y="144"/>
                  <a:pt x="14510" y="426"/>
                </a:cubicBezTo>
                <a:cubicBezTo>
                  <a:pt x="14885" y="714"/>
                  <a:pt x="15147" y="1058"/>
                  <a:pt x="15294" y="1460"/>
                </a:cubicBezTo>
                <a:lnTo>
                  <a:pt x="15962" y="3223"/>
                </a:lnTo>
                <a:lnTo>
                  <a:pt x="20263" y="3223"/>
                </a:lnTo>
                <a:close/>
                <a:moveTo>
                  <a:pt x="10806" y="19185"/>
                </a:moveTo>
                <a:cubicBezTo>
                  <a:pt x="11572" y="19185"/>
                  <a:pt x="12299" y="19003"/>
                  <a:pt x="12987" y="18650"/>
                </a:cubicBezTo>
                <a:cubicBezTo>
                  <a:pt x="13673" y="18295"/>
                  <a:pt x="14270" y="17810"/>
                  <a:pt x="14775" y="17196"/>
                </a:cubicBezTo>
                <a:cubicBezTo>
                  <a:pt x="15279" y="16582"/>
                  <a:pt x="15678" y="15862"/>
                  <a:pt x="15974" y="15048"/>
                </a:cubicBezTo>
                <a:cubicBezTo>
                  <a:pt x="16270" y="14235"/>
                  <a:pt x="16420" y="13356"/>
                  <a:pt x="16420" y="12422"/>
                </a:cubicBezTo>
                <a:cubicBezTo>
                  <a:pt x="16420" y="11499"/>
                  <a:pt x="16270" y="10624"/>
                  <a:pt x="15974" y="9795"/>
                </a:cubicBezTo>
                <a:cubicBezTo>
                  <a:pt x="15678" y="8967"/>
                  <a:pt x="15279" y="8250"/>
                  <a:pt x="14775" y="7645"/>
                </a:cubicBezTo>
                <a:cubicBezTo>
                  <a:pt x="14270" y="7036"/>
                  <a:pt x="13673" y="6558"/>
                  <a:pt x="12987" y="6199"/>
                </a:cubicBezTo>
                <a:cubicBezTo>
                  <a:pt x="12299" y="5844"/>
                  <a:pt x="11572" y="5667"/>
                  <a:pt x="10806" y="5667"/>
                </a:cubicBezTo>
                <a:cubicBezTo>
                  <a:pt x="10040" y="5667"/>
                  <a:pt x="9313" y="5847"/>
                  <a:pt x="8620" y="6199"/>
                </a:cubicBezTo>
                <a:cubicBezTo>
                  <a:pt x="7930" y="6558"/>
                  <a:pt x="7332" y="7036"/>
                  <a:pt x="6828" y="7645"/>
                </a:cubicBezTo>
                <a:cubicBezTo>
                  <a:pt x="6324" y="8250"/>
                  <a:pt x="5922" y="8964"/>
                  <a:pt x="5626" y="9789"/>
                </a:cubicBezTo>
                <a:cubicBezTo>
                  <a:pt x="5330" y="10612"/>
                  <a:pt x="5180" y="11491"/>
                  <a:pt x="5180" y="12422"/>
                </a:cubicBezTo>
                <a:cubicBezTo>
                  <a:pt x="5180" y="13356"/>
                  <a:pt x="5330" y="14235"/>
                  <a:pt x="5626" y="15048"/>
                </a:cubicBezTo>
                <a:cubicBezTo>
                  <a:pt x="5922" y="15862"/>
                  <a:pt x="6324" y="16582"/>
                  <a:pt x="6828" y="17196"/>
                </a:cubicBezTo>
                <a:cubicBezTo>
                  <a:pt x="7332" y="17810"/>
                  <a:pt x="7930" y="18295"/>
                  <a:pt x="8620" y="18650"/>
                </a:cubicBezTo>
                <a:cubicBezTo>
                  <a:pt x="9313" y="19006"/>
                  <a:pt x="10040" y="19185"/>
                  <a:pt x="10806" y="19185"/>
                </a:cubicBezTo>
                <a:moveTo>
                  <a:pt x="10806" y="7833"/>
                </a:moveTo>
                <a:cubicBezTo>
                  <a:pt x="11337" y="7833"/>
                  <a:pt x="11834" y="7953"/>
                  <a:pt x="12295" y="8191"/>
                </a:cubicBezTo>
                <a:cubicBezTo>
                  <a:pt x="12755" y="8432"/>
                  <a:pt x="13159" y="8755"/>
                  <a:pt x="13502" y="9169"/>
                </a:cubicBezTo>
                <a:cubicBezTo>
                  <a:pt x="13847" y="9584"/>
                  <a:pt x="14118" y="10069"/>
                  <a:pt x="14317" y="10624"/>
                </a:cubicBezTo>
                <a:cubicBezTo>
                  <a:pt x="14515" y="11185"/>
                  <a:pt x="14615" y="11781"/>
                  <a:pt x="14615" y="12422"/>
                </a:cubicBezTo>
                <a:cubicBezTo>
                  <a:pt x="14615" y="13056"/>
                  <a:pt x="14515" y="13650"/>
                  <a:pt x="14317" y="14205"/>
                </a:cubicBezTo>
                <a:cubicBezTo>
                  <a:pt x="14118" y="14757"/>
                  <a:pt x="13847" y="15245"/>
                  <a:pt x="13502" y="15668"/>
                </a:cubicBezTo>
                <a:cubicBezTo>
                  <a:pt x="13159" y="16091"/>
                  <a:pt x="12752" y="16420"/>
                  <a:pt x="12290" y="16661"/>
                </a:cubicBezTo>
                <a:cubicBezTo>
                  <a:pt x="11825" y="16899"/>
                  <a:pt x="11330" y="17017"/>
                  <a:pt x="10806" y="17017"/>
                </a:cubicBezTo>
                <a:cubicBezTo>
                  <a:pt x="10275" y="17017"/>
                  <a:pt x="9778" y="16899"/>
                  <a:pt x="9313" y="16661"/>
                </a:cubicBezTo>
                <a:cubicBezTo>
                  <a:pt x="8848" y="16420"/>
                  <a:pt x="8444" y="16091"/>
                  <a:pt x="8101" y="15668"/>
                </a:cubicBezTo>
                <a:cubicBezTo>
                  <a:pt x="7756" y="15245"/>
                  <a:pt x="7484" y="14755"/>
                  <a:pt x="7286" y="14199"/>
                </a:cubicBezTo>
                <a:cubicBezTo>
                  <a:pt x="7085" y="13641"/>
                  <a:pt x="6985" y="13045"/>
                  <a:pt x="6985" y="12422"/>
                </a:cubicBezTo>
                <a:cubicBezTo>
                  <a:pt x="6985" y="11781"/>
                  <a:pt x="7085" y="11185"/>
                  <a:pt x="7286" y="10624"/>
                </a:cubicBezTo>
                <a:cubicBezTo>
                  <a:pt x="7484" y="10068"/>
                  <a:pt x="7756" y="9584"/>
                  <a:pt x="8101" y="9169"/>
                </a:cubicBezTo>
                <a:cubicBezTo>
                  <a:pt x="8444" y="8755"/>
                  <a:pt x="8848" y="8432"/>
                  <a:pt x="9313" y="8191"/>
                </a:cubicBezTo>
                <a:cubicBezTo>
                  <a:pt x="9778" y="7953"/>
                  <a:pt x="10275" y="7833"/>
                  <a:pt x="10806" y="7833"/>
                </a:cubicBezTo>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11" name="Shape 1211"/>
          <p:cNvSpPr/>
          <p:nvPr/>
        </p:nvSpPr>
        <p:spPr>
          <a:xfrm>
            <a:off x="8102600" y="4761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12" name="Shape 1212"/>
          <p:cNvSpPr/>
          <p:nvPr/>
        </p:nvSpPr>
        <p:spPr>
          <a:xfrm>
            <a:off x="8115300" y="5278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13" name="Shape 1213"/>
          <p:cNvSpPr/>
          <p:nvPr/>
        </p:nvSpPr>
        <p:spPr>
          <a:xfrm>
            <a:off x="12726987" y="4069079"/>
            <a:ext cx="714376" cy="595314"/>
          </a:xfrm>
          <a:custGeom>
            <a:avLst/>
            <a:gdLst/>
            <a:ahLst/>
            <a:cxnLst>
              <a:cxn ang="0">
                <a:pos x="wd2" y="hd2"/>
              </a:cxn>
              <a:cxn ang="5400000">
                <a:pos x="wd2" y="hd2"/>
              </a:cxn>
              <a:cxn ang="10800000">
                <a:pos x="wd2" y="hd2"/>
              </a:cxn>
              <a:cxn ang="16200000">
                <a:pos x="wd2" y="hd2"/>
              </a:cxn>
            </a:cxnLst>
            <a:rect l="0" t="0" r="r" b="b"/>
            <a:pathLst>
              <a:path w="21600" h="21579" fill="norm" stroke="1" extrusionOk="0">
                <a:moveTo>
                  <a:pt x="21600" y="9391"/>
                </a:moveTo>
                <a:cubicBezTo>
                  <a:pt x="21600" y="9887"/>
                  <a:pt x="21473" y="10321"/>
                  <a:pt x="21218" y="10697"/>
                </a:cubicBezTo>
                <a:cubicBezTo>
                  <a:pt x="20963" y="11073"/>
                  <a:pt x="20648" y="11313"/>
                  <a:pt x="20263" y="11428"/>
                </a:cubicBezTo>
                <a:lnTo>
                  <a:pt x="20263" y="16611"/>
                </a:lnTo>
                <a:cubicBezTo>
                  <a:pt x="20263" y="17201"/>
                  <a:pt x="20087" y="17708"/>
                  <a:pt x="19730" y="18128"/>
                </a:cubicBezTo>
                <a:cubicBezTo>
                  <a:pt x="19375" y="18551"/>
                  <a:pt x="18951" y="18759"/>
                  <a:pt x="18459" y="18759"/>
                </a:cubicBezTo>
                <a:cubicBezTo>
                  <a:pt x="17928" y="18122"/>
                  <a:pt x="17286" y="17506"/>
                  <a:pt x="16537" y="16904"/>
                </a:cubicBezTo>
                <a:cubicBezTo>
                  <a:pt x="15786" y="16306"/>
                  <a:pt x="14980" y="15757"/>
                  <a:pt x="14116" y="15255"/>
                </a:cubicBezTo>
                <a:cubicBezTo>
                  <a:pt x="13254" y="14756"/>
                  <a:pt x="12363" y="14325"/>
                  <a:pt x="11450" y="13969"/>
                </a:cubicBezTo>
                <a:cubicBezTo>
                  <a:pt x="10537" y="13614"/>
                  <a:pt x="9648" y="13380"/>
                  <a:pt x="8789" y="13268"/>
                </a:cubicBezTo>
                <a:cubicBezTo>
                  <a:pt x="8453" y="13379"/>
                  <a:pt x="8179" y="13564"/>
                  <a:pt x="7969" y="13829"/>
                </a:cubicBezTo>
                <a:cubicBezTo>
                  <a:pt x="7758" y="14093"/>
                  <a:pt x="7614" y="14386"/>
                  <a:pt x="7535" y="14706"/>
                </a:cubicBezTo>
                <a:cubicBezTo>
                  <a:pt x="7457" y="15029"/>
                  <a:pt x="7450" y="15361"/>
                  <a:pt x="7511" y="15698"/>
                </a:cubicBezTo>
                <a:cubicBezTo>
                  <a:pt x="7575" y="16036"/>
                  <a:pt x="7719" y="16341"/>
                  <a:pt x="7947" y="16611"/>
                </a:cubicBezTo>
                <a:cubicBezTo>
                  <a:pt x="7751" y="16992"/>
                  <a:pt x="7660" y="17347"/>
                  <a:pt x="7677" y="17673"/>
                </a:cubicBezTo>
                <a:cubicBezTo>
                  <a:pt x="7692" y="17993"/>
                  <a:pt x="7773" y="18307"/>
                  <a:pt x="7917" y="18606"/>
                </a:cubicBezTo>
                <a:cubicBezTo>
                  <a:pt x="8059" y="18909"/>
                  <a:pt x="8255" y="19193"/>
                  <a:pt x="8498" y="19469"/>
                </a:cubicBezTo>
                <a:cubicBezTo>
                  <a:pt x="8737" y="19745"/>
                  <a:pt x="8997" y="20021"/>
                  <a:pt x="9271" y="20291"/>
                </a:cubicBezTo>
                <a:cubicBezTo>
                  <a:pt x="9114" y="20696"/>
                  <a:pt x="8843" y="21001"/>
                  <a:pt x="8456" y="21213"/>
                </a:cubicBezTo>
                <a:cubicBezTo>
                  <a:pt x="8069" y="21424"/>
                  <a:pt x="7655" y="21541"/>
                  <a:pt x="7212" y="21571"/>
                </a:cubicBezTo>
                <a:cubicBezTo>
                  <a:pt x="6772" y="21600"/>
                  <a:pt x="6341" y="21550"/>
                  <a:pt x="5917" y="21424"/>
                </a:cubicBezTo>
                <a:cubicBezTo>
                  <a:pt x="5496" y="21295"/>
                  <a:pt x="5163" y="21092"/>
                  <a:pt x="4923" y="20811"/>
                </a:cubicBezTo>
                <a:cubicBezTo>
                  <a:pt x="4781" y="20241"/>
                  <a:pt x="4625" y="19657"/>
                  <a:pt x="4453" y="19056"/>
                </a:cubicBezTo>
                <a:cubicBezTo>
                  <a:pt x="4282" y="18454"/>
                  <a:pt x="4140" y="17843"/>
                  <a:pt x="4032" y="17224"/>
                </a:cubicBezTo>
                <a:cubicBezTo>
                  <a:pt x="3922" y="16599"/>
                  <a:pt x="3868" y="15953"/>
                  <a:pt x="3868" y="15281"/>
                </a:cubicBezTo>
                <a:cubicBezTo>
                  <a:pt x="3868" y="14615"/>
                  <a:pt x="3961" y="13905"/>
                  <a:pt x="4150" y="13154"/>
                </a:cubicBezTo>
                <a:lnTo>
                  <a:pt x="1804" y="13154"/>
                </a:lnTo>
                <a:cubicBezTo>
                  <a:pt x="1312" y="13154"/>
                  <a:pt x="889" y="12945"/>
                  <a:pt x="534" y="12523"/>
                </a:cubicBezTo>
                <a:cubicBezTo>
                  <a:pt x="176" y="12100"/>
                  <a:pt x="0" y="11592"/>
                  <a:pt x="0" y="10991"/>
                </a:cubicBezTo>
                <a:lnTo>
                  <a:pt x="0" y="7774"/>
                </a:lnTo>
                <a:cubicBezTo>
                  <a:pt x="0" y="7184"/>
                  <a:pt x="176" y="6677"/>
                  <a:pt x="526" y="6245"/>
                </a:cubicBezTo>
                <a:cubicBezTo>
                  <a:pt x="879" y="5820"/>
                  <a:pt x="1305" y="5605"/>
                  <a:pt x="1804" y="5605"/>
                </a:cubicBezTo>
                <a:lnTo>
                  <a:pt x="7653" y="5605"/>
                </a:lnTo>
                <a:cubicBezTo>
                  <a:pt x="8551" y="5605"/>
                  <a:pt x="9509" y="5450"/>
                  <a:pt x="10525" y="5136"/>
                </a:cubicBezTo>
                <a:cubicBezTo>
                  <a:pt x="11541" y="4822"/>
                  <a:pt x="12537" y="4399"/>
                  <a:pt x="13511" y="3874"/>
                </a:cubicBezTo>
                <a:cubicBezTo>
                  <a:pt x="14488" y="3343"/>
                  <a:pt x="15409" y="2744"/>
                  <a:pt x="16273" y="2072"/>
                </a:cubicBezTo>
                <a:cubicBezTo>
                  <a:pt x="17135" y="1406"/>
                  <a:pt x="17864" y="713"/>
                  <a:pt x="18459" y="0"/>
                </a:cubicBezTo>
                <a:cubicBezTo>
                  <a:pt x="18951" y="0"/>
                  <a:pt x="19375" y="214"/>
                  <a:pt x="19730" y="634"/>
                </a:cubicBezTo>
                <a:cubicBezTo>
                  <a:pt x="20087" y="1057"/>
                  <a:pt x="20263" y="1567"/>
                  <a:pt x="20263" y="2166"/>
                </a:cubicBezTo>
                <a:lnTo>
                  <a:pt x="20263" y="7334"/>
                </a:lnTo>
                <a:cubicBezTo>
                  <a:pt x="20648" y="7446"/>
                  <a:pt x="20963" y="7692"/>
                  <a:pt x="21218" y="8071"/>
                </a:cubicBezTo>
                <a:cubicBezTo>
                  <a:pt x="21473" y="8455"/>
                  <a:pt x="21600" y="8895"/>
                  <a:pt x="21600" y="9391"/>
                </a:cubicBezTo>
                <a:moveTo>
                  <a:pt x="18459" y="2855"/>
                </a:moveTo>
                <a:cubicBezTo>
                  <a:pt x="17864" y="3407"/>
                  <a:pt x="17215" y="3941"/>
                  <a:pt x="16513" y="4452"/>
                </a:cubicBezTo>
                <a:cubicBezTo>
                  <a:pt x="15810" y="4963"/>
                  <a:pt x="15066" y="5423"/>
                  <a:pt x="14280" y="5834"/>
                </a:cubicBezTo>
                <a:cubicBezTo>
                  <a:pt x="13494" y="6245"/>
                  <a:pt x="12694" y="6609"/>
                  <a:pt x="11878" y="6923"/>
                </a:cubicBezTo>
                <a:cubicBezTo>
                  <a:pt x="11061" y="7237"/>
                  <a:pt x="10255" y="7463"/>
                  <a:pt x="9457" y="7604"/>
                </a:cubicBezTo>
                <a:lnTo>
                  <a:pt x="9457" y="11173"/>
                </a:lnTo>
                <a:cubicBezTo>
                  <a:pt x="10255" y="11325"/>
                  <a:pt x="11061" y="11554"/>
                  <a:pt x="11878" y="11862"/>
                </a:cubicBezTo>
                <a:cubicBezTo>
                  <a:pt x="12694" y="12170"/>
                  <a:pt x="13494" y="12537"/>
                  <a:pt x="14280" y="12957"/>
                </a:cubicBezTo>
                <a:cubicBezTo>
                  <a:pt x="15066" y="13379"/>
                  <a:pt x="15813" y="13843"/>
                  <a:pt x="16525" y="14348"/>
                </a:cubicBezTo>
                <a:cubicBezTo>
                  <a:pt x="17235" y="14856"/>
                  <a:pt x="17881" y="15381"/>
                  <a:pt x="18459" y="15921"/>
                </a:cubicBezTo>
                <a:lnTo>
                  <a:pt x="18459" y="2855"/>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14" name="Shape 1214"/>
          <p:cNvSpPr/>
          <p:nvPr/>
        </p:nvSpPr>
        <p:spPr>
          <a:xfrm>
            <a:off x="12827000" y="4761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15" name="Shape 1215"/>
          <p:cNvSpPr/>
          <p:nvPr/>
        </p:nvSpPr>
        <p:spPr>
          <a:xfrm>
            <a:off x="12839700" y="5278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16" name="Shape 1216"/>
          <p:cNvSpPr/>
          <p:nvPr/>
        </p:nvSpPr>
        <p:spPr>
          <a:xfrm>
            <a:off x="17243425" y="4746942"/>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17" name="Shape 1217"/>
          <p:cNvSpPr/>
          <p:nvPr/>
        </p:nvSpPr>
        <p:spPr>
          <a:xfrm>
            <a:off x="17243425" y="5277167"/>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18" name="Shape 1218"/>
          <p:cNvSpPr/>
          <p:nvPr/>
        </p:nvSpPr>
        <p:spPr>
          <a:xfrm>
            <a:off x="17243425" y="3989704"/>
            <a:ext cx="596900" cy="5969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29" y="11544"/>
                </a:moveTo>
                <a:cubicBezTo>
                  <a:pt x="21493" y="11931"/>
                  <a:pt x="21572" y="12338"/>
                  <a:pt x="21572" y="12758"/>
                </a:cubicBezTo>
                <a:cubicBezTo>
                  <a:pt x="21572" y="13464"/>
                  <a:pt x="21388" y="14105"/>
                  <a:pt x="21018" y="14679"/>
                </a:cubicBezTo>
                <a:cubicBezTo>
                  <a:pt x="21111" y="15215"/>
                  <a:pt x="21077" y="15746"/>
                  <a:pt x="20925" y="16285"/>
                </a:cubicBezTo>
                <a:cubicBezTo>
                  <a:pt x="20769" y="16819"/>
                  <a:pt x="20512" y="17288"/>
                  <a:pt x="20142" y="17697"/>
                </a:cubicBezTo>
                <a:cubicBezTo>
                  <a:pt x="20105" y="18451"/>
                  <a:pt x="19902" y="19081"/>
                  <a:pt x="19532" y="19581"/>
                </a:cubicBezTo>
                <a:cubicBezTo>
                  <a:pt x="19161" y="20081"/>
                  <a:pt x="18701" y="20482"/>
                  <a:pt x="18147" y="20784"/>
                </a:cubicBezTo>
                <a:cubicBezTo>
                  <a:pt x="17593" y="21089"/>
                  <a:pt x="16983" y="21298"/>
                  <a:pt x="16322" y="21419"/>
                </a:cubicBezTo>
                <a:cubicBezTo>
                  <a:pt x="15660" y="21541"/>
                  <a:pt x="15010" y="21600"/>
                  <a:pt x="14380" y="21600"/>
                </a:cubicBezTo>
                <a:cubicBezTo>
                  <a:pt x="13730" y="21600"/>
                  <a:pt x="13078" y="21555"/>
                  <a:pt x="12425" y="21462"/>
                </a:cubicBezTo>
                <a:cubicBezTo>
                  <a:pt x="11772" y="21363"/>
                  <a:pt x="11128" y="21236"/>
                  <a:pt x="10498" y="21075"/>
                </a:cubicBezTo>
                <a:cubicBezTo>
                  <a:pt x="9865" y="20894"/>
                  <a:pt x="9237" y="20702"/>
                  <a:pt x="8610" y="20493"/>
                </a:cubicBezTo>
                <a:cubicBezTo>
                  <a:pt x="7983" y="20287"/>
                  <a:pt x="7341" y="20182"/>
                  <a:pt x="6680" y="20182"/>
                </a:cubicBezTo>
                <a:lnTo>
                  <a:pt x="1608" y="20182"/>
                </a:lnTo>
                <a:cubicBezTo>
                  <a:pt x="1167" y="20182"/>
                  <a:pt x="786" y="20030"/>
                  <a:pt x="472" y="19714"/>
                </a:cubicBezTo>
                <a:cubicBezTo>
                  <a:pt x="158" y="19406"/>
                  <a:pt x="0" y="19025"/>
                  <a:pt x="0" y="18573"/>
                </a:cubicBezTo>
                <a:lnTo>
                  <a:pt x="0" y="9881"/>
                </a:lnTo>
                <a:cubicBezTo>
                  <a:pt x="0" y="9440"/>
                  <a:pt x="158" y="9065"/>
                  <a:pt x="472" y="8754"/>
                </a:cubicBezTo>
                <a:cubicBezTo>
                  <a:pt x="786" y="8441"/>
                  <a:pt x="1167" y="8285"/>
                  <a:pt x="1608" y="8285"/>
                </a:cubicBezTo>
                <a:lnTo>
                  <a:pt x="6316" y="8285"/>
                </a:lnTo>
                <a:cubicBezTo>
                  <a:pt x="6559" y="8161"/>
                  <a:pt x="6751" y="8023"/>
                  <a:pt x="6898" y="7873"/>
                </a:cubicBezTo>
                <a:cubicBezTo>
                  <a:pt x="7042" y="7723"/>
                  <a:pt x="7197" y="7548"/>
                  <a:pt x="7370" y="7342"/>
                </a:cubicBezTo>
                <a:cubicBezTo>
                  <a:pt x="7514" y="7161"/>
                  <a:pt x="7663" y="6986"/>
                  <a:pt x="7810" y="6820"/>
                </a:cubicBezTo>
                <a:cubicBezTo>
                  <a:pt x="7957" y="6653"/>
                  <a:pt x="8113" y="6484"/>
                  <a:pt x="8277" y="6311"/>
                </a:cubicBezTo>
                <a:cubicBezTo>
                  <a:pt x="8570" y="5998"/>
                  <a:pt x="8918" y="5690"/>
                  <a:pt x="9302" y="5385"/>
                </a:cubicBezTo>
                <a:cubicBezTo>
                  <a:pt x="9692" y="5086"/>
                  <a:pt x="9989" y="4750"/>
                  <a:pt x="10195" y="4380"/>
                </a:cubicBezTo>
                <a:cubicBezTo>
                  <a:pt x="10339" y="4117"/>
                  <a:pt x="10444" y="3826"/>
                  <a:pt x="10506" y="3507"/>
                </a:cubicBezTo>
                <a:cubicBezTo>
                  <a:pt x="10565" y="3188"/>
                  <a:pt x="10628" y="2866"/>
                  <a:pt x="10676" y="2539"/>
                </a:cubicBezTo>
                <a:cubicBezTo>
                  <a:pt x="10727" y="2217"/>
                  <a:pt x="10780" y="1900"/>
                  <a:pt x="10845" y="1593"/>
                </a:cubicBezTo>
                <a:cubicBezTo>
                  <a:pt x="10907" y="1288"/>
                  <a:pt x="11015" y="1017"/>
                  <a:pt x="11162" y="777"/>
                </a:cubicBezTo>
                <a:cubicBezTo>
                  <a:pt x="11311" y="537"/>
                  <a:pt x="11523" y="350"/>
                  <a:pt x="11800" y="209"/>
                </a:cubicBezTo>
                <a:cubicBezTo>
                  <a:pt x="12074" y="68"/>
                  <a:pt x="12442" y="0"/>
                  <a:pt x="12902" y="0"/>
                </a:cubicBezTo>
                <a:cubicBezTo>
                  <a:pt x="13451" y="0"/>
                  <a:pt x="13956" y="113"/>
                  <a:pt x="14411" y="345"/>
                </a:cubicBezTo>
                <a:cubicBezTo>
                  <a:pt x="14869" y="573"/>
                  <a:pt x="15251" y="881"/>
                  <a:pt x="15567" y="1271"/>
                </a:cubicBezTo>
                <a:cubicBezTo>
                  <a:pt x="15881" y="1658"/>
                  <a:pt x="16127" y="2101"/>
                  <a:pt x="16305" y="2601"/>
                </a:cubicBezTo>
                <a:cubicBezTo>
                  <a:pt x="16480" y="3104"/>
                  <a:pt x="16570" y="3609"/>
                  <a:pt x="16570" y="4123"/>
                </a:cubicBezTo>
                <a:cubicBezTo>
                  <a:pt x="16570" y="4654"/>
                  <a:pt x="16491" y="5162"/>
                  <a:pt x="16333" y="5645"/>
                </a:cubicBezTo>
                <a:cubicBezTo>
                  <a:pt x="16175" y="6125"/>
                  <a:pt x="15982" y="6611"/>
                  <a:pt x="15759" y="7097"/>
                </a:cubicBezTo>
                <a:cubicBezTo>
                  <a:pt x="16073" y="7080"/>
                  <a:pt x="16389" y="7057"/>
                  <a:pt x="16706" y="7035"/>
                </a:cubicBezTo>
                <a:cubicBezTo>
                  <a:pt x="17019" y="7012"/>
                  <a:pt x="17336" y="7001"/>
                  <a:pt x="17652" y="7001"/>
                </a:cubicBezTo>
                <a:cubicBezTo>
                  <a:pt x="18150" y="7001"/>
                  <a:pt x="18630" y="7049"/>
                  <a:pt x="19099" y="7145"/>
                </a:cubicBezTo>
                <a:cubicBezTo>
                  <a:pt x="19568" y="7238"/>
                  <a:pt x="19986" y="7396"/>
                  <a:pt x="20357" y="7616"/>
                </a:cubicBezTo>
                <a:cubicBezTo>
                  <a:pt x="20727" y="7839"/>
                  <a:pt x="21026" y="8144"/>
                  <a:pt x="21255" y="8528"/>
                </a:cubicBezTo>
                <a:cubicBezTo>
                  <a:pt x="21487" y="8918"/>
                  <a:pt x="21600" y="9409"/>
                  <a:pt x="21600" y="10002"/>
                </a:cubicBezTo>
                <a:cubicBezTo>
                  <a:pt x="21600" y="10265"/>
                  <a:pt x="21580" y="10519"/>
                  <a:pt x="21535" y="10773"/>
                </a:cubicBezTo>
                <a:cubicBezTo>
                  <a:pt x="21484" y="11030"/>
                  <a:pt x="21419" y="11284"/>
                  <a:pt x="21329" y="11544"/>
                </a:cubicBezTo>
                <a:moveTo>
                  <a:pt x="4258" y="18519"/>
                </a:moveTo>
                <a:cubicBezTo>
                  <a:pt x="4555" y="18519"/>
                  <a:pt x="4809" y="18417"/>
                  <a:pt x="5024" y="18214"/>
                </a:cubicBezTo>
                <a:cubicBezTo>
                  <a:pt x="5233" y="18014"/>
                  <a:pt x="5341" y="17759"/>
                  <a:pt x="5341" y="17454"/>
                </a:cubicBezTo>
                <a:cubicBezTo>
                  <a:pt x="5341" y="17155"/>
                  <a:pt x="5233" y="16901"/>
                  <a:pt x="5024" y="16686"/>
                </a:cubicBezTo>
                <a:cubicBezTo>
                  <a:pt x="4812" y="16477"/>
                  <a:pt x="4558" y="16373"/>
                  <a:pt x="4258" y="16373"/>
                </a:cubicBezTo>
                <a:cubicBezTo>
                  <a:pt x="3942" y="16373"/>
                  <a:pt x="3685" y="16477"/>
                  <a:pt x="3487" y="16686"/>
                </a:cubicBezTo>
                <a:cubicBezTo>
                  <a:pt x="3289" y="16901"/>
                  <a:pt x="3190" y="17155"/>
                  <a:pt x="3190" y="17454"/>
                </a:cubicBezTo>
                <a:cubicBezTo>
                  <a:pt x="3190" y="17768"/>
                  <a:pt x="3289" y="18025"/>
                  <a:pt x="3487" y="18223"/>
                </a:cubicBezTo>
                <a:cubicBezTo>
                  <a:pt x="3682" y="18420"/>
                  <a:pt x="3939" y="18519"/>
                  <a:pt x="4258" y="18519"/>
                </a:cubicBezTo>
                <a:moveTo>
                  <a:pt x="19164" y="14343"/>
                </a:moveTo>
                <a:cubicBezTo>
                  <a:pt x="19704" y="13902"/>
                  <a:pt x="19975" y="13346"/>
                  <a:pt x="19975" y="12679"/>
                </a:cubicBezTo>
                <a:cubicBezTo>
                  <a:pt x="19975" y="12473"/>
                  <a:pt x="19919" y="12281"/>
                  <a:pt x="19806" y="12098"/>
                </a:cubicBezTo>
                <a:cubicBezTo>
                  <a:pt x="19695" y="11920"/>
                  <a:pt x="19577" y="11762"/>
                  <a:pt x="19447" y="11623"/>
                </a:cubicBezTo>
                <a:cubicBezTo>
                  <a:pt x="19591" y="11363"/>
                  <a:pt x="19721" y="11106"/>
                  <a:pt x="19834" y="10849"/>
                </a:cubicBezTo>
                <a:cubicBezTo>
                  <a:pt x="19944" y="10592"/>
                  <a:pt x="20003" y="10313"/>
                  <a:pt x="20003" y="10002"/>
                </a:cubicBezTo>
                <a:cubicBezTo>
                  <a:pt x="20003" y="9689"/>
                  <a:pt x="19924" y="9440"/>
                  <a:pt x="19766" y="9251"/>
                </a:cubicBezTo>
                <a:cubicBezTo>
                  <a:pt x="19608" y="9070"/>
                  <a:pt x="19416" y="8929"/>
                  <a:pt x="19184" y="8833"/>
                </a:cubicBezTo>
                <a:cubicBezTo>
                  <a:pt x="18955" y="8740"/>
                  <a:pt x="18698" y="8683"/>
                  <a:pt x="18418" y="8664"/>
                </a:cubicBezTo>
                <a:cubicBezTo>
                  <a:pt x="18138" y="8644"/>
                  <a:pt x="17884" y="8635"/>
                  <a:pt x="17650" y="8635"/>
                </a:cubicBezTo>
                <a:cubicBezTo>
                  <a:pt x="17243" y="8635"/>
                  <a:pt x="16836" y="8650"/>
                  <a:pt x="16423" y="8678"/>
                </a:cubicBezTo>
                <a:cubicBezTo>
                  <a:pt x="16011" y="8706"/>
                  <a:pt x="15607" y="8720"/>
                  <a:pt x="15200" y="8720"/>
                </a:cubicBezTo>
                <a:cubicBezTo>
                  <a:pt x="14917" y="8720"/>
                  <a:pt x="14643" y="8706"/>
                  <a:pt x="14366" y="8678"/>
                </a:cubicBezTo>
                <a:cubicBezTo>
                  <a:pt x="14089" y="8650"/>
                  <a:pt x="13829" y="8585"/>
                  <a:pt x="13575" y="8475"/>
                </a:cubicBezTo>
                <a:cubicBezTo>
                  <a:pt x="13575" y="8105"/>
                  <a:pt x="13646" y="7754"/>
                  <a:pt x="13792" y="7421"/>
                </a:cubicBezTo>
                <a:cubicBezTo>
                  <a:pt x="13937" y="7088"/>
                  <a:pt x="14095" y="6752"/>
                  <a:pt x="14276" y="6413"/>
                </a:cubicBezTo>
                <a:cubicBezTo>
                  <a:pt x="14448" y="6074"/>
                  <a:pt x="14606" y="5721"/>
                  <a:pt x="14748" y="5351"/>
                </a:cubicBezTo>
                <a:cubicBezTo>
                  <a:pt x="14886" y="4984"/>
                  <a:pt x="14954" y="4575"/>
                  <a:pt x="14954" y="4123"/>
                </a:cubicBezTo>
                <a:cubicBezTo>
                  <a:pt x="14954" y="3824"/>
                  <a:pt x="14906" y="3530"/>
                  <a:pt x="14813" y="3236"/>
                </a:cubicBezTo>
                <a:cubicBezTo>
                  <a:pt x="14717" y="2945"/>
                  <a:pt x="14584" y="2677"/>
                  <a:pt x="14411" y="2440"/>
                </a:cubicBezTo>
                <a:cubicBezTo>
                  <a:pt x="14239" y="2200"/>
                  <a:pt x="14027" y="2002"/>
                  <a:pt x="13776" y="1844"/>
                </a:cubicBezTo>
                <a:cubicBezTo>
                  <a:pt x="13521" y="1689"/>
                  <a:pt x="13230" y="1607"/>
                  <a:pt x="12894" y="1607"/>
                </a:cubicBezTo>
                <a:lnTo>
                  <a:pt x="12744" y="1607"/>
                </a:lnTo>
                <a:cubicBezTo>
                  <a:pt x="12682" y="1607"/>
                  <a:pt x="12631" y="1618"/>
                  <a:pt x="12594" y="1635"/>
                </a:cubicBezTo>
                <a:cubicBezTo>
                  <a:pt x="12524" y="1672"/>
                  <a:pt x="12481" y="1706"/>
                  <a:pt x="12473" y="1742"/>
                </a:cubicBezTo>
                <a:cubicBezTo>
                  <a:pt x="12464" y="1779"/>
                  <a:pt x="12450" y="1838"/>
                  <a:pt x="12430" y="1920"/>
                </a:cubicBezTo>
                <a:cubicBezTo>
                  <a:pt x="12323" y="2451"/>
                  <a:pt x="12221" y="3007"/>
                  <a:pt x="12128" y="3586"/>
                </a:cubicBezTo>
                <a:cubicBezTo>
                  <a:pt x="12035" y="4168"/>
                  <a:pt x="11854" y="4699"/>
                  <a:pt x="11597" y="5176"/>
                </a:cubicBezTo>
                <a:cubicBezTo>
                  <a:pt x="11334" y="5636"/>
                  <a:pt x="11001" y="6035"/>
                  <a:pt x="10597" y="6368"/>
                </a:cubicBezTo>
                <a:cubicBezTo>
                  <a:pt x="10190" y="6701"/>
                  <a:pt x="9803" y="7051"/>
                  <a:pt x="9432" y="7421"/>
                </a:cubicBezTo>
                <a:cubicBezTo>
                  <a:pt x="9170" y="7701"/>
                  <a:pt x="8949" y="7955"/>
                  <a:pt x="8771" y="8183"/>
                </a:cubicBezTo>
                <a:cubicBezTo>
                  <a:pt x="8593" y="8412"/>
                  <a:pt x="8404" y="8632"/>
                  <a:pt x="8212" y="8833"/>
                </a:cubicBezTo>
                <a:cubicBezTo>
                  <a:pt x="8017" y="9036"/>
                  <a:pt x="7799" y="9223"/>
                  <a:pt x="7556" y="9401"/>
                </a:cubicBezTo>
                <a:cubicBezTo>
                  <a:pt x="7313" y="9576"/>
                  <a:pt x="7019" y="9737"/>
                  <a:pt x="6674" y="9881"/>
                </a:cubicBezTo>
                <a:lnTo>
                  <a:pt x="6646" y="9881"/>
                </a:lnTo>
                <a:lnTo>
                  <a:pt x="6646" y="18573"/>
                </a:lnTo>
                <a:cubicBezTo>
                  <a:pt x="7279" y="18573"/>
                  <a:pt x="7889" y="18649"/>
                  <a:pt x="8486" y="18796"/>
                </a:cubicBezTo>
                <a:cubicBezTo>
                  <a:pt x="9082" y="18946"/>
                  <a:pt x="9684" y="19104"/>
                  <a:pt x="10294" y="19270"/>
                </a:cubicBezTo>
                <a:cubicBezTo>
                  <a:pt x="10902" y="19440"/>
                  <a:pt x="11538" y="19592"/>
                  <a:pt x="12207" y="19742"/>
                </a:cubicBezTo>
                <a:cubicBezTo>
                  <a:pt x="12874" y="19892"/>
                  <a:pt x="13595" y="19965"/>
                  <a:pt x="14375" y="19965"/>
                </a:cubicBezTo>
                <a:cubicBezTo>
                  <a:pt x="14781" y="19965"/>
                  <a:pt x="15222" y="19940"/>
                  <a:pt x="15700" y="19886"/>
                </a:cubicBezTo>
                <a:cubicBezTo>
                  <a:pt x="16177" y="19830"/>
                  <a:pt x="16627" y="19711"/>
                  <a:pt x="17048" y="19527"/>
                </a:cubicBezTo>
                <a:cubicBezTo>
                  <a:pt x="17469" y="19344"/>
                  <a:pt x="17816" y="19087"/>
                  <a:pt x="18102" y="18762"/>
                </a:cubicBezTo>
                <a:cubicBezTo>
                  <a:pt x="18387" y="18440"/>
                  <a:pt x="18526" y="18011"/>
                  <a:pt x="18526" y="17477"/>
                </a:cubicBezTo>
                <a:cubicBezTo>
                  <a:pt x="18526" y="17387"/>
                  <a:pt x="18523" y="17305"/>
                  <a:pt x="18517" y="17226"/>
                </a:cubicBezTo>
                <a:cubicBezTo>
                  <a:pt x="18503" y="17152"/>
                  <a:pt x="18489" y="17071"/>
                  <a:pt x="18472" y="16980"/>
                </a:cubicBezTo>
                <a:cubicBezTo>
                  <a:pt x="18786" y="16836"/>
                  <a:pt x="19029" y="16596"/>
                  <a:pt x="19195" y="16263"/>
                </a:cubicBezTo>
                <a:cubicBezTo>
                  <a:pt x="19365" y="15930"/>
                  <a:pt x="19447" y="15594"/>
                  <a:pt x="19447" y="15263"/>
                </a:cubicBezTo>
                <a:cubicBezTo>
                  <a:pt x="19450" y="14913"/>
                  <a:pt x="19351" y="14605"/>
                  <a:pt x="19164" y="14343"/>
                </a:cubicBezTo>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19" name="Shape 1219"/>
          <p:cNvSpPr/>
          <p:nvPr/>
        </p:nvSpPr>
        <p:spPr>
          <a:xfrm>
            <a:off x="2933700" y="7923530"/>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20" name="Shape 1220"/>
          <p:cNvSpPr/>
          <p:nvPr/>
        </p:nvSpPr>
        <p:spPr>
          <a:xfrm>
            <a:off x="2959100" y="8441055"/>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21" name="Shape 1221"/>
          <p:cNvSpPr/>
          <p:nvPr/>
        </p:nvSpPr>
        <p:spPr>
          <a:xfrm>
            <a:off x="2892425" y="7158355"/>
            <a:ext cx="711200" cy="7112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80" y="0"/>
                  <a:pt x="0" y="4780"/>
                  <a:pt x="0" y="10800"/>
                </a:cubicBezTo>
                <a:cubicBezTo>
                  <a:pt x="0" y="16820"/>
                  <a:pt x="4780" y="21600"/>
                  <a:pt x="10800" y="21600"/>
                </a:cubicBezTo>
                <a:cubicBezTo>
                  <a:pt x="16643" y="21600"/>
                  <a:pt x="21600" y="16820"/>
                  <a:pt x="21600" y="10800"/>
                </a:cubicBezTo>
                <a:cubicBezTo>
                  <a:pt x="21600" y="4780"/>
                  <a:pt x="16643" y="0"/>
                  <a:pt x="10800" y="0"/>
                </a:cubicBezTo>
                <a:close/>
                <a:moveTo>
                  <a:pt x="11331" y="19298"/>
                </a:moveTo>
                <a:cubicBezTo>
                  <a:pt x="11331" y="18059"/>
                  <a:pt x="11331" y="18059"/>
                  <a:pt x="11331" y="18059"/>
                </a:cubicBezTo>
                <a:cubicBezTo>
                  <a:pt x="10092" y="18059"/>
                  <a:pt x="10092" y="18059"/>
                  <a:pt x="10092" y="18059"/>
                </a:cubicBezTo>
                <a:cubicBezTo>
                  <a:pt x="10092" y="19298"/>
                  <a:pt x="10092" y="19298"/>
                  <a:pt x="10092" y="19298"/>
                </a:cubicBezTo>
                <a:cubicBezTo>
                  <a:pt x="8144" y="19121"/>
                  <a:pt x="6551" y="18413"/>
                  <a:pt x="5134" y="17174"/>
                </a:cubicBezTo>
                <a:cubicBezTo>
                  <a:pt x="5134" y="17174"/>
                  <a:pt x="5134" y="17174"/>
                  <a:pt x="4957" y="17174"/>
                </a:cubicBezTo>
                <a:cubicBezTo>
                  <a:pt x="4957" y="16997"/>
                  <a:pt x="4780" y="16997"/>
                  <a:pt x="4780" y="16820"/>
                </a:cubicBezTo>
                <a:cubicBezTo>
                  <a:pt x="4603" y="16820"/>
                  <a:pt x="4426" y="16643"/>
                  <a:pt x="4426" y="16466"/>
                </a:cubicBezTo>
                <a:cubicBezTo>
                  <a:pt x="4426" y="16466"/>
                  <a:pt x="4426" y="16466"/>
                  <a:pt x="4249" y="16466"/>
                </a:cubicBezTo>
                <a:cubicBezTo>
                  <a:pt x="3187" y="15049"/>
                  <a:pt x="2302" y="13279"/>
                  <a:pt x="2302" y="11508"/>
                </a:cubicBezTo>
                <a:cubicBezTo>
                  <a:pt x="3541" y="11508"/>
                  <a:pt x="3541" y="11508"/>
                  <a:pt x="3541" y="11508"/>
                </a:cubicBezTo>
                <a:cubicBezTo>
                  <a:pt x="3541" y="10269"/>
                  <a:pt x="3541" y="10269"/>
                  <a:pt x="3541" y="10269"/>
                </a:cubicBezTo>
                <a:cubicBezTo>
                  <a:pt x="2302" y="10269"/>
                  <a:pt x="2302" y="10269"/>
                  <a:pt x="2302" y="10269"/>
                </a:cubicBezTo>
                <a:cubicBezTo>
                  <a:pt x="2656" y="6020"/>
                  <a:pt x="5843" y="2656"/>
                  <a:pt x="10092" y="2302"/>
                </a:cubicBezTo>
                <a:cubicBezTo>
                  <a:pt x="10092" y="3541"/>
                  <a:pt x="10092" y="3541"/>
                  <a:pt x="10092" y="3541"/>
                </a:cubicBezTo>
                <a:cubicBezTo>
                  <a:pt x="11331" y="3541"/>
                  <a:pt x="11331" y="3541"/>
                  <a:pt x="11331" y="3541"/>
                </a:cubicBezTo>
                <a:cubicBezTo>
                  <a:pt x="11331" y="2302"/>
                  <a:pt x="11331" y="2302"/>
                  <a:pt x="11331" y="2302"/>
                </a:cubicBezTo>
                <a:cubicBezTo>
                  <a:pt x="12570" y="2479"/>
                  <a:pt x="13633" y="2833"/>
                  <a:pt x="14695" y="3187"/>
                </a:cubicBezTo>
                <a:cubicBezTo>
                  <a:pt x="14695" y="3364"/>
                  <a:pt x="14695" y="3364"/>
                  <a:pt x="14695" y="3364"/>
                </a:cubicBezTo>
                <a:cubicBezTo>
                  <a:pt x="14872" y="3364"/>
                  <a:pt x="15049" y="3541"/>
                  <a:pt x="15226" y="3718"/>
                </a:cubicBezTo>
                <a:cubicBezTo>
                  <a:pt x="15403" y="3718"/>
                  <a:pt x="15403" y="3718"/>
                  <a:pt x="15403" y="3718"/>
                </a:cubicBezTo>
                <a:cubicBezTo>
                  <a:pt x="15580" y="3895"/>
                  <a:pt x="15757" y="3895"/>
                  <a:pt x="15934" y="4072"/>
                </a:cubicBezTo>
                <a:cubicBezTo>
                  <a:pt x="15934" y="4072"/>
                  <a:pt x="16111" y="4249"/>
                  <a:pt x="16111" y="4249"/>
                </a:cubicBezTo>
                <a:cubicBezTo>
                  <a:pt x="16289" y="4426"/>
                  <a:pt x="16289" y="4426"/>
                  <a:pt x="16466" y="4603"/>
                </a:cubicBezTo>
                <a:cubicBezTo>
                  <a:pt x="16643" y="4603"/>
                  <a:pt x="16643" y="4780"/>
                  <a:pt x="16643" y="4780"/>
                </a:cubicBezTo>
                <a:cubicBezTo>
                  <a:pt x="16820" y="4957"/>
                  <a:pt x="16997" y="4957"/>
                  <a:pt x="16997" y="5134"/>
                </a:cubicBezTo>
                <a:cubicBezTo>
                  <a:pt x="17174" y="5134"/>
                  <a:pt x="17174" y="5311"/>
                  <a:pt x="17351" y="5489"/>
                </a:cubicBezTo>
                <a:cubicBezTo>
                  <a:pt x="17351" y="5489"/>
                  <a:pt x="17351" y="5666"/>
                  <a:pt x="17528" y="5666"/>
                </a:cubicBezTo>
                <a:cubicBezTo>
                  <a:pt x="17528" y="5843"/>
                  <a:pt x="17705" y="6020"/>
                  <a:pt x="17882" y="6197"/>
                </a:cubicBezTo>
                <a:cubicBezTo>
                  <a:pt x="17882" y="6197"/>
                  <a:pt x="17882" y="6197"/>
                  <a:pt x="17882" y="6374"/>
                </a:cubicBezTo>
                <a:cubicBezTo>
                  <a:pt x="18059" y="6551"/>
                  <a:pt x="18236" y="6728"/>
                  <a:pt x="18236" y="6905"/>
                </a:cubicBezTo>
                <a:cubicBezTo>
                  <a:pt x="18236" y="6905"/>
                  <a:pt x="18236" y="6905"/>
                  <a:pt x="18236" y="6905"/>
                </a:cubicBezTo>
                <a:cubicBezTo>
                  <a:pt x="18767" y="7967"/>
                  <a:pt x="19121" y="9030"/>
                  <a:pt x="19121" y="10269"/>
                </a:cubicBezTo>
                <a:cubicBezTo>
                  <a:pt x="18059" y="10269"/>
                  <a:pt x="18059" y="10269"/>
                  <a:pt x="18059" y="10269"/>
                </a:cubicBezTo>
                <a:cubicBezTo>
                  <a:pt x="18059" y="11508"/>
                  <a:pt x="18059" y="11508"/>
                  <a:pt x="18059" y="11508"/>
                </a:cubicBezTo>
                <a:cubicBezTo>
                  <a:pt x="19121" y="11508"/>
                  <a:pt x="19121" y="11508"/>
                  <a:pt x="19121" y="11508"/>
                </a:cubicBezTo>
                <a:cubicBezTo>
                  <a:pt x="18944" y="15580"/>
                  <a:pt x="15580" y="18944"/>
                  <a:pt x="11331" y="19298"/>
                </a:cubicBez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22" name="Shape 1222"/>
          <p:cNvSpPr/>
          <p:nvPr/>
        </p:nvSpPr>
        <p:spPr>
          <a:xfrm>
            <a:off x="3149600" y="7339330"/>
            <a:ext cx="214313" cy="3048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12046"/>
                </a:moveTo>
                <a:cubicBezTo>
                  <a:pt x="5400" y="12046"/>
                  <a:pt x="5400" y="12046"/>
                  <a:pt x="5400" y="12046"/>
                </a:cubicBezTo>
                <a:cubicBezTo>
                  <a:pt x="0" y="21600"/>
                  <a:pt x="0" y="21600"/>
                  <a:pt x="0" y="21600"/>
                </a:cubicBezTo>
                <a:cubicBezTo>
                  <a:pt x="12000" y="14954"/>
                  <a:pt x="12000" y="14954"/>
                  <a:pt x="12000" y="14954"/>
                </a:cubicBezTo>
                <a:cubicBezTo>
                  <a:pt x="12000" y="14954"/>
                  <a:pt x="12000" y="14954"/>
                  <a:pt x="12000" y="14954"/>
                </a:cubicBezTo>
                <a:cubicBezTo>
                  <a:pt x="13200" y="14538"/>
                  <a:pt x="13200" y="13708"/>
                  <a:pt x="13200" y="13292"/>
                </a:cubicBezTo>
                <a:cubicBezTo>
                  <a:pt x="21600" y="0"/>
                  <a:pt x="21600" y="0"/>
                  <a:pt x="21600" y="0"/>
                </a:cubicBezTo>
                <a:cubicBezTo>
                  <a:pt x="6600" y="10385"/>
                  <a:pt x="6600" y="10385"/>
                  <a:pt x="6600" y="10385"/>
                </a:cubicBezTo>
                <a:cubicBezTo>
                  <a:pt x="6000" y="10800"/>
                  <a:pt x="5400" y="11215"/>
                  <a:pt x="5400" y="12046"/>
                </a:cubicBezTo>
                <a:close/>
                <a:moveTo>
                  <a:pt x="9600" y="11215"/>
                </a:moveTo>
                <a:cubicBezTo>
                  <a:pt x="10200" y="11215"/>
                  <a:pt x="11400" y="11631"/>
                  <a:pt x="11400" y="12462"/>
                </a:cubicBezTo>
                <a:cubicBezTo>
                  <a:pt x="11400" y="13292"/>
                  <a:pt x="10200" y="13708"/>
                  <a:pt x="9600" y="13708"/>
                </a:cubicBezTo>
                <a:cubicBezTo>
                  <a:pt x="8400" y="13708"/>
                  <a:pt x="7800" y="13292"/>
                  <a:pt x="7800" y="12462"/>
                </a:cubicBezTo>
                <a:cubicBezTo>
                  <a:pt x="7800" y="11631"/>
                  <a:pt x="8400" y="11215"/>
                  <a:pt x="9600" y="11215"/>
                </a:cubicBez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23" name="Shape 1223"/>
          <p:cNvSpPr/>
          <p:nvPr/>
        </p:nvSpPr>
        <p:spPr>
          <a:xfrm>
            <a:off x="3233737" y="7506017"/>
            <a:ext cx="19050" cy="20638"/>
          </a:xfrm>
          <a:prstGeom prst="ellipse">
            <a:avLst/>
          </a:prstGeom>
          <a:solidFill>
            <a:srgbClr val="3BB692"/>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24" name="Shape 1224"/>
          <p:cNvSpPr/>
          <p:nvPr/>
        </p:nvSpPr>
        <p:spPr>
          <a:xfrm>
            <a:off x="8102600" y="7923530"/>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25" name="Shape 1225"/>
          <p:cNvSpPr/>
          <p:nvPr/>
        </p:nvSpPr>
        <p:spPr>
          <a:xfrm>
            <a:off x="8115300" y="8441055"/>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grpSp>
        <p:nvGrpSpPr>
          <p:cNvPr id="1229" name="Group 1229"/>
          <p:cNvGrpSpPr/>
          <p:nvPr/>
        </p:nvGrpSpPr>
        <p:grpSpPr>
          <a:xfrm>
            <a:off x="8023225" y="7248838"/>
            <a:ext cx="889001" cy="596905"/>
            <a:chOff x="0" y="0"/>
            <a:chExt cx="889000" cy="596903"/>
          </a:xfrm>
        </p:grpSpPr>
        <p:sp>
          <p:nvSpPr>
            <p:cNvPr id="1226" name="Shape 1226"/>
            <p:cNvSpPr/>
            <p:nvPr/>
          </p:nvSpPr>
          <p:spPr>
            <a:xfrm>
              <a:off x="317500" y="412753"/>
              <a:ext cx="250833" cy="184151"/>
            </a:xfrm>
            <a:custGeom>
              <a:avLst/>
              <a:gdLst/>
              <a:ahLst/>
              <a:cxnLst>
                <a:cxn ang="0">
                  <a:pos x="wd2" y="hd2"/>
                </a:cxn>
                <a:cxn ang="5400000">
                  <a:pos x="wd2" y="hd2"/>
                </a:cxn>
                <a:cxn ang="10800000">
                  <a:pos x="wd2" y="hd2"/>
                </a:cxn>
                <a:cxn ang="16200000">
                  <a:pos x="wd2" y="hd2"/>
                </a:cxn>
              </a:cxnLst>
              <a:rect l="0" t="0" r="r" b="b"/>
              <a:pathLst>
                <a:path w="20978" h="19440" fill="norm" stroke="1" extrusionOk="0">
                  <a:moveTo>
                    <a:pt x="20321" y="5040"/>
                  </a:moveTo>
                  <a:cubicBezTo>
                    <a:pt x="14637" y="-1440"/>
                    <a:pt x="6679" y="-2160"/>
                    <a:pt x="426" y="5760"/>
                  </a:cubicBezTo>
                  <a:cubicBezTo>
                    <a:pt x="-142" y="5760"/>
                    <a:pt x="-142" y="6480"/>
                    <a:pt x="426" y="7200"/>
                  </a:cubicBezTo>
                  <a:cubicBezTo>
                    <a:pt x="10658" y="19440"/>
                    <a:pt x="10658" y="19440"/>
                    <a:pt x="10658" y="19440"/>
                  </a:cubicBezTo>
                  <a:cubicBezTo>
                    <a:pt x="20321" y="7200"/>
                    <a:pt x="20321" y="7200"/>
                    <a:pt x="20321" y="7200"/>
                  </a:cubicBezTo>
                  <a:cubicBezTo>
                    <a:pt x="21458" y="5760"/>
                    <a:pt x="20890" y="5760"/>
                    <a:pt x="20321" y="5040"/>
                  </a:cubicBez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1227" name="Shape 1227"/>
            <p:cNvSpPr/>
            <p:nvPr/>
          </p:nvSpPr>
          <p:spPr>
            <a:xfrm>
              <a:off x="144462" y="209549"/>
              <a:ext cx="592132" cy="220661"/>
            </a:xfrm>
            <a:custGeom>
              <a:avLst/>
              <a:gdLst/>
              <a:ahLst/>
              <a:cxnLst>
                <a:cxn ang="0">
                  <a:pos x="wd2" y="hd2"/>
                </a:cxn>
                <a:cxn ang="5400000">
                  <a:pos x="wd2" y="hd2"/>
                </a:cxn>
                <a:cxn ang="10800000">
                  <a:pos x="wd2" y="hd2"/>
                </a:cxn>
                <a:cxn ang="16200000">
                  <a:pos x="wd2" y="hd2"/>
                </a:cxn>
              </a:cxnLst>
              <a:rect l="0" t="0" r="r" b="b"/>
              <a:pathLst>
                <a:path w="21539" h="18209" fill="norm" stroke="1" extrusionOk="0">
                  <a:moveTo>
                    <a:pt x="21355" y="9485"/>
                  </a:moveTo>
                  <a:cubicBezTo>
                    <a:pt x="15464" y="-3253"/>
                    <a:pt x="5891" y="-3253"/>
                    <a:pt x="0" y="10039"/>
                  </a:cubicBezTo>
                  <a:cubicBezTo>
                    <a:pt x="0" y="10039"/>
                    <a:pt x="0" y="10593"/>
                    <a:pt x="0" y="11147"/>
                  </a:cubicBezTo>
                  <a:cubicBezTo>
                    <a:pt x="3191" y="17793"/>
                    <a:pt x="3191" y="17793"/>
                    <a:pt x="3191" y="17793"/>
                  </a:cubicBezTo>
                  <a:cubicBezTo>
                    <a:pt x="3191" y="18347"/>
                    <a:pt x="3436" y="18347"/>
                    <a:pt x="3682" y="17793"/>
                  </a:cubicBezTo>
                  <a:cubicBezTo>
                    <a:pt x="7609" y="8932"/>
                    <a:pt x="13991" y="8932"/>
                    <a:pt x="17918" y="17793"/>
                  </a:cubicBezTo>
                  <a:cubicBezTo>
                    <a:pt x="17918" y="18347"/>
                    <a:pt x="18164" y="18347"/>
                    <a:pt x="18409" y="17793"/>
                  </a:cubicBezTo>
                  <a:cubicBezTo>
                    <a:pt x="21355" y="11147"/>
                    <a:pt x="21355" y="11147"/>
                    <a:pt x="21355" y="11147"/>
                  </a:cubicBezTo>
                  <a:cubicBezTo>
                    <a:pt x="21355" y="11147"/>
                    <a:pt x="21355" y="11147"/>
                    <a:pt x="21355" y="11147"/>
                  </a:cubicBezTo>
                  <a:cubicBezTo>
                    <a:pt x="21600" y="10593"/>
                    <a:pt x="21600" y="10039"/>
                    <a:pt x="21355" y="10039"/>
                  </a:cubicBezTo>
                  <a:lnTo>
                    <a:pt x="21355" y="9485"/>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1228" name="Shape 1228"/>
            <p:cNvSpPr/>
            <p:nvPr/>
          </p:nvSpPr>
          <p:spPr>
            <a:xfrm>
              <a:off x="0" y="-1"/>
              <a:ext cx="889000" cy="280993"/>
            </a:xfrm>
            <a:custGeom>
              <a:avLst/>
              <a:gdLst/>
              <a:ahLst/>
              <a:cxnLst>
                <a:cxn ang="0">
                  <a:pos x="wd2" y="hd2"/>
                </a:cxn>
                <a:cxn ang="5400000">
                  <a:pos x="wd2" y="hd2"/>
                </a:cxn>
                <a:cxn ang="10800000">
                  <a:pos x="wd2" y="hd2"/>
                </a:cxn>
                <a:cxn ang="16200000">
                  <a:pos x="wd2" y="hd2"/>
                </a:cxn>
              </a:cxnLst>
              <a:rect l="0" t="0" r="r" b="b"/>
              <a:pathLst>
                <a:path w="21518" h="17788" fill="norm" stroke="1" extrusionOk="0">
                  <a:moveTo>
                    <a:pt x="21395" y="11435"/>
                  </a:moveTo>
                  <a:cubicBezTo>
                    <a:pt x="21395" y="11435"/>
                    <a:pt x="21395" y="11435"/>
                    <a:pt x="21395" y="11435"/>
                  </a:cubicBezTo>
                  <a:cubicBezTo>
                    <a:pt x="15504" y="-3812"/>
                    <a:pt x="5850" y="-3812"/>
                    <a:pt x="123" y="11435"/>
                  </a:cubicBezTo>
                  <a:cubicBezTo>
                    <a:pt x="-41" y="11859"/>
                    <a:pt x="-41" y="11859"/>
                    <a:pt x="123" y="12282"/>
                  </a:cubicBezTo>
                  <a:cubicBezTo>
                    <a:pt x="2086" y="17788"/>
                    <a:pt x="2086" y="17788"/>
                    <a:pt x="2086" y="17788"/>
                  </a:cubicBezTo>
                  <a:cubicBezTo>
                    <a:pt x="2250" y="17788"/>
                    <a:pt x="2414" y="17788"/>
                    <a:pt x="2577" y="17788"/>
                  </a:cubicBezTo>
                  <a:cubicBezTo>
                    <a:pt x="6995" y="5929"/>
                    <a:pt x="14359" y="5929"/>
                    <a:pt x="18941" y="17788"/>
                  </a:cubicBezTo>
                  <a:cubicBezTo>
                    <a:pt x="19104" y="17788"/>
                    <a:pt x="19268" y="17788"/>
                    <a:pt x="19268" y="17788"/>
                  </a:cubicBezTo>
                  <a:cubicBezTo>
                    <a:pt x="21395" y="12282"/>
                    <a:pt x="21395" y="12282"/>
                    <a:pt x="21395" y="12282"/>
                  </a:cubicBezTo>
                  <a:cubicBezTo>
                    <a:pt x="21395" y="12282"/>
                    <a:pt x="21395" y="12282"/>
                    <a:pt x="21395" y="12282"/>
                  </a:cubicBezTo>
                  <a:cubicBezTo>
                    <a:pt x="21559" y="11859"/>
                    <a:pt x="21559" y="11859"/>
                    <a:pt x="21395" y="11435"/>
                  </a:cubicBez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grpSp>
      <p:sp>
        <p:nvSpPr>
          <p:cNvPr id="1230" name="Shape 1230"/>
          <p:cNvSpPr/>
          <p:nvPr/>
        </p:nvSpPr>
        <p:spPr>
          <a:xfrm>
            <a:off x="12827000" y="7923530"/>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31" name="Shape 1231"/>
          <p:cNvSpPr/>
          <p:nvPr/>
        </p:nvSpPr>
        <p:spPr>
          <a:xfrm>
            <a:off x="12839700" y="8441055"/>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32" name="Shape 1232"/>
          <p:cNvSpPr/>
          <p:nvPr/>
        </p:nvSpPr>
        <p:spPr>
          <a:xfrm>
            <a:off x="12787312" y="7252017"/>
            <a:ext cx="609601" cy="5842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38" y="0"/>
                </a:moveTo>
                <a:cubicBezTo>
                  <a:pt x="1462" y="0"/>
                  <a:pt x="1462" y="0"/>
                  <a:pt x="1462" y="0"/>
                </a:cubicBezTo>
                <a:cubicBezTo>
                  <a:pt x="650" y="0"/>
                  <a:pt x="0" y="680"/>
                  <a:pt x="0" y="1531"/>
                </a:cubicBezTo>
                <a:cubicBezTo>
                  <a:pt x="0" y="15477"/>
                  <a:pt x="0" y="15477"/>
                  <a:pt x="0" y="15477"/>
                </a:cubicBezTo>
                <a:cubicBezTo>
                  <a:pt x="0" y="16328"/>
                  <a:pt x="650" y="17008"/>
                  <a:pt x="1462" y="17008"/>
                </a:cubicBezTo>
                <a:cubicBezTo>
                  <a:pt x="8608" y="17008"/>
                  <a:pt x="8608" y="17008"/>
                  <a:pt x="8608" y="17008"/>
                </a:cubicBezTo>
                <a:cubicBezTo>
                  <a:pt x="8608" y="17008"/>
                  <a:pt x="8932" y="20069"/>
                  <a:pt x="6334" y="20069"/>
                </a:cubicBezTo>
                <a:cubicBezTo>
                  <a:pt x="6334" y="21600"/>
                  <a:pt x="6334" y="21600"/>
                  <a:pt x="6334" y="21600"/>
                </a:cubicBezTo>
                <a:cubicBezTo>
                  <a:pt x="8608" y="21600"/>
                  <a:pt x="8608" y="21600"/>
                  <a:pt x="8608" y="21600"/>
                </a:cubicBezTo>
                <a:cubicBezTo>
                  <a:pt x="12992" y="21600"/>
                  <a:pt x="12992" y="21600"/>
                  <a:pt x="12992" y="21600"/>
                </a:cubicBezTo>
                <a:cubicBezTo>
                  <a:pt x="15104" y="21600"/>
                  <a:pt x="15104" y="21600"/>
                  <a:pt x="15104" y="21600"/>
                </a:cubicBezTo>
                <a:cubicBezTo>
                  <a:pt x="15104" y="20069"/>
                  <a:pt x="15104" y="20069"/>
                  <a:pt x="15104" y="20069"/>
                </a:cubicBezTo>
                <a:cubicBezTo>
                  <a:pt x="12505" y="20069"/>
                  <a:pt x="12992" y="17008"/>
                  <a:pt x="12992" y="17008"/>
                </a:cubicBezTo>
                <a:cubicBezTo>
                  <a:pt x="20138" y="17008"/>
                  <a:pt x="20138" y="17008"/>
                  <a:pt x="20138" y="17008"/>
                </a:cubicBezTo>
                <a:cubicBezTo>
                  <a:pt x="20950" y="17008"/>
                  <a:pt x="21600" y="16328"/>
                  <a:pt x="21600" y="15477"/>
                </a:cubicBezTo>
                <a:cubicBezTo>
                  <a:pt x="21600" y="1531"/>
                  <a:pt x="21600" y="1531"/>
                  <a:pt x="21600" y="1531"/>
                </a:cubicBezTo>
                <a:cubicBezTo>
                  <a:pt x="21600" y="680"/>
                  <a:pt x="20950" y="0"/>
                  <a:pt x="20138" y="0"/>
                </a:cubicBezTo>
                <a:close/>
                <a:moveTo>
                  <a:pt x="9582" y="15137"/>
                </a:moveTo>
                <a:cubicBezTo>
                  <a:pt x="9582" y="14457"/>
                  <a:pt x="10232" y="13946"/>
                  <a:pt x="10881" y="13946"/>
                </a:cubicBezTo>
                <a:cubicBezTo>
                  <a:pt x="11531" y="13946"/>
                  <a:pt x="12180" y="14457"/>
                  <a:pt x="12180" y="15137"/>
                </a:cubicBezTo>
                <a:cubicBezTo>
                  <a:pt x="12180" y="15817"/>
                  <a:pt x="11531" y="16498"/>
                  <a:pt x="10881" y="16498"/>
                </a:cubicBezTo>
                <a:cubicBezTo>
                  <a:pt x="10232" y="16498"/>
                  <a:pt x="9582" y="15817"/>
                  <a:pt x="9582" y="15137"/>
                </a:cubicBezTo>
                <a:close/>
                <a:moveTo>
                  <a:pt x="19976" y="13436"/>
                </a:moveTo>
                <a:cubicBezTo>
                  <a:pt x="1462" y="13436"/>
                  <a:pt x="1462" y="13436"/>
                  <a:pt x="1462" y="13436"/>
                </a:cubicBezTo>
                <a:cubicBezTo>
                  <a:pt x="1462" y="1701"/>
                  <a:pt x="1462" y="1701"/>
                  <a:pt x="1462" y="1701"/>
                </a:cubicBezTo>
                <a:cubicBezTo>
                  <a:pt x="19976" y="1701"/>
                  <a:pt x="19976" y="1701"/>
                  <a:pt x="19976" y="1701"/>
                </a:cubicBezTo>
                <a:lnTo>
                  <a:pt x="19976" y="13436"/>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233" name="Shape 1233"/>
          <p:cNvSpPr/>
          <p:nvPr/>
        </p:nvSpPr>
        <p:spPr>
          <a:xfrm>
            <a:off x="17243425" y="7909242"/>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234" name="Shape 1234"/>
          <p:cNvSpPr/>
          <p:nvPr/>
        </p:nvSpPr>
        <p:spPr>
          <a:xfrm>
            <a:off x="17243425" y="8439467"/>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235" name="Shape 1235"/>
          <p:cNvSpPr/>
          <p:nvPr/>
        </p:nvSpPr>
        <p:spPr>
          <a:xfrm>
            <a:off x="17198975" y="7201217"/>
            <a:ext cx="647700" cy="6477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13" y="13471"/>
                </a:moveTo>
                <a:cubicBezTo>
                  <a:pt x="18613" y="13471"/>
                  <a:pt x="21600" y="12077"/>
                  <a:pt x="21600" y="12077"/>
                </a:cubicBezTo>
                <a:cubicBezTo>
                  <a:pt x="21600" y="9755"/>
                  <a:pt x="21600" y="9755"/>
                  <a:pt x="21600" y="9755"/>
                </a:cubicBezTo>
                <a:cubicBezTo>
                  <a:pt x="21600" y="9523"/>
                  <a:pt x="18613" y="8361"/>
                  <a:pt x="18613" y="8361"/>
                </a:cubicBezTo>
                <a:cubicBezTo>
                  <a:pt x="18153" y="7200"/>
                  <a:pt x="18153" y="7200"/>
                  <a:pt x="18153" y="7200"/>
                </a:cubicBezTo>
                <a:cubicBezTo>
                  <a:pt x="18153" y="7200"/>
                  <a:pt x="19532" y="4181"/>
                  <a:pt x="19302" y="3948"/>
                </a:cubicBezTo>
                <a:cubicBezTo>
                  <a:pt x="17694" y="2323"/>
                  <a:pt x="17694" y="2323"/>
                  <a:pt x="17694" y="2323"/>
                </a:cubicBezTo>
                <a:cubicBezTo>
                  <a:pt x="17464" y="2323"/>
                  <a:pt x="14706" y="3716"/>
                  <a:pt x="14706" y="3716"/>
                </a:cubicBezTo>
                <a:cubicBezTo>
                  <a:pt x="13328" y="3019"/>
                  <a:pt x="13328" y="3019"/>
                  <a:pt x="13328" y="3019"/>
                </a:cubicBezTo>
                <a:cubicBezTo>
                  <a:pt x="13328" y="3019"/>
                  <a:pt x="12179" y="0"/>
                  <a:pt x="11949" y="0"/>
                </a:cubicBezTo>
                <a:cubicBezTo>
                  <a:pt x="9651" y="0"/>
                  <a:pt x="9651" y="0"/>
                  <a:pt x="9651" y="0"/>
                </a:cubicBezTo>
                <a:cubicBezTo>
                  <a:pt x="9421" y="0"/>
                  <a:pt x="8272" y="3019"/>
                  <a:pt x="8272" y="3019"/>
                </a:cubicBezTo>
                <a:cubicBezTo>
                  <a:pt x="6894" y="3716"/>
                  <a:pt x="6894" y="3716"/>
                  <a:pt x="6894" y="3716"/>
                </a:cubicBezTo>
                <a:cubicBezTo>
                  <a:pt x="6894" y="3716"/>
                  <a:pt x="3906" y="2323"/>
                  <a:pt x="3906" y="2555"/>
                </a:cubicBezTo>
                <a:cubicBezTo>
                  <a:pt x="2298" y="4181"/>
                  <a:pt x="2298" y="4181"/>
                  <a:pt x="2298" y="4181"/>
                </a:cubicBezTo>
                <a:cubicBezTo>
                  <a:pt x="2068" y="4181"/>
                  <a:pt x="3447" y="7200"/>
                  <a:pt x="3447" y="7200"/>
                </a:cubicBezTo>
                <a:cubicBezTo>
                  <a:pt x="2987" y="8361"/>
                  <a:pt x="2987" y="8361"/>
                  <a:pt x="2987" y="8361"/>
                </a:cubicBezTo>
                <a:cubicBezTo>
                  <a:pt x="2987" y="8361"/>
                  <a:pt x="0" y="9523"/>
                  <a:pt x="0" y="9755"/>
                </a:cubicBezTo>
                <a:cubicBezTo>
                  <a:pt x="0" y="12077"/>
                  <a:pt x="0" y="12077"/>
                  <a:pt x="0" y="12077"/>
                </a:cubicBezTo>
                <a:cubicBezTo>
                  <a:pt x="0" y="12310"/>
                  <a:pt x="2987" y="13471"/>
                  <a:pt x="2987" y="13471"/>
                </a:cubicBezTo>
                <a:cubicBezTo>
                  <a:pt x="3447" y="14632"/>
                  <a:pt x="3447" y="14632"/>
                  <a:pt x="3447" y="14632"/>
                </a:cubicBezTo>
                <a:cubicBezTo>
                  <a:pt x="3447" y="14632"/>
                  <a:pt x="2068" y="17652"/>
                  <a:pt x="2298" y="17652"/>
                </a:cubicBezTo>
                <a:cubicBezTo>
                  <a:pt x="3906" y="19510"/>
                  <a:pt x="3906" y="19510"/>
                  <a:pt x="3906" y="19510"/>
                </a:cubicBezTo>
                <a:cubicBezTo>
                  <a:pt x="4136" y="19510"/>
                  <a:pt x="6894" y="18116"/>
                  <a:pt x="6894" y="18116"/>
                </a:cubicBezTo>
                <a:cubicBezTo>
                  <a:pt x="8272" y="18813"/>
                  <a:pt x="8272" y="18813"/>
                  <a:pt x="8272" y="18813"/>
                </a:cubicBezTo>
                <a:cubicBezTo>
                  <a:pt x="8272" y="18813"/>
                  <a:pt x="9421" y="21600"/>
                  <a:pt x="9651" y="21600"/>
                </a:cubicBezTo>
                <a:cubicBezTo>
                  <a:pt x="11949" y="21600"/>
                  <a:pt x="11949" y="21600"/>
                  <a:pt x="11949" y="21600"/>
                </a:cubicBezTo>
                <a:cubicBezTo>
                  <a:pt x="12179" y="21600"/>
                  <a:pt x="13328" y="18813"/>
                  <a:pt x="13328" y="18813"/>
                </a:cubicBezTo>
                <a:cubicBezTo>
                  <a:pt x="14706" y="18116"/>
                  <a:pt x="14706" y="18116"/>
                  <a:pt x="14706" y="18116"/>
                </a:cubicBezTo>
                <a:cubicBezTo>
                  <a:pt x="14706" y="18116"/>
                  <a:pt x="17694" y="19510"/>
                  <a:pt x="17694" y="19277"/>
                </a:cubicBezTo>
                <a:cubicBezTo>
                  <a:pt x="19302" y="17652"/>
                  <a:pt x="19302" y="17652"/>
                  <a:pt x="19302" y="17652"/>
                </a:cubicBezTo>
                <a:cubicBezTo>
                  <a:pt x="19532" y="17652"/>
                  <a:pt x="18153" y="14632"/>
                  <a:pt x="18153" y="14632"/>
                </a:cubicBezTo>
                <a:lnTo>
                  <a:pt x="18613" y="13471"/>
                </a:lnTo>
                <a:close/>
                <a:moveTo>
                  <a:pt x="10800" y="14400"/>
                </a:moveTo>
                <a:cubicBezTo>
                  <a:pt x="8962" y="14400"/>
                  <a:pt x="7353" y="12774"/>
                  <a:pt x="7353" y="10916"/>
                </a:cubicBezTo>
                <a:cubicBezTo>
                  <a:pt x="7353" y="9058"/>
                  <a:pt x="8962" y="7432"/>
                  <a:pt x="10800" y="7432"/>
                </a:cubicBezTo>
                <a:cubicBezTo>
                  <a:pt x="12638" y="7432"/>
                  <a:pt x="14247" y="9058"/>
                  <a:pt x="14247" y="10916"/>
                </a:cubicBezTo>
                <a:cubicBezTo>
                  <a:pt x="14247" y="12774"/>
                  <a:pt x="12638" y="14400"/>
                  <a:pt x="10800" y="14400"/>
                </a:cubicBez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2" presetID="2" grpId="1" fill="hold">
                                  <p:stCondLst>
                                    <p:cond delay="100"/>
                                  </p:stCondLst>
                                  <p:iterate type="el" backwards="0">
                                    <p:tmAbs val="0"/>
                                  </p:iterate>
                                  <p:childTnLst>
                                    <p:set>
                                      <p:cBhvr>
                                        <p:cTn id="6" fill="hold"/>
                                        <p:tgtEl>
                                          <p:spTgt spid="1207"/>
                                        </p:tgtEl>
                                        <p:attrNameLst>
                                          <p:attrName>style.visibility</p:attrName>
                                        </p:attrNameLst>
                                      </p:cBhvr>
                                      <p:to>
                                        <p:strVal val="visible"/>
                                      </p:to>
                                    </p:set>
                                    <p:anim calcmode="lin" valueType="num">
                                      <p:cBhvr>
                                        <p:cTn id="7" dur="500" fill="hold"/>
                                        <p:tgtEl>
                                          <p:spTgt spid="1207"/>
                                        </p:tgtEl>
                                        <p:attrNameLst>
                                          <p:attrName>ppt_x</p:attrName>
                                        </p:attrNameLst>
                                      </p:cBhvr>
                                      <p:tavLst>
                                        <p:tav tm="0">
                                          <p:val>
                                            <p:strVal val="1+#ppt_w/2"/>
                                          </p:val>
                                        </p:tav>
                                        <p:tav tm="100000">
                                          <p:val>
                                            <p:strVal val="#ppt_x"/>
                                          </p:val>
                                        </p:tav>
                                      </p:tavLst>
                                    </p:anim>
                                    <p:anim calcmode="lin" valueType="num">
                                      <p:cBhvr>
                                        <p:cTn id="8" dur="500" fill="hold"/>
                                        <p:tgtEl>
                                          <p:spTgt spid="1207"/>
                                        </p:tgtEl>
                                        <p:attrNameLst>
                                          <p:attrName>ppt_y</p:attrName>
                                        </p:attrNameLst>
                                      </p:cBhvr>
                                      <p:tavLst>
                                        <p:tav tm="0">
                                          <p:val>
                                            <p:strVal val="#ppt_y"/>
                                          </p:val>
                                        </p:tav>
                                        <p:tav tm="100000">
                                          <p:val>
                                            <p:strVal val="#ppt_y"/>
                                          </p:val>
                                        </p:tav>
                                      </p:tavLst>
                                    </p:anim>
                                  </p:childTnLst>
                                </p:cTn>
                              </p:par>
                            </p:childTnLst>
                          </p:cTn>
                        </p:par>
                        <p:par>
                          <p:cTn id="9" fill="hold">
                            <p:stCondLst>
                              <p:cond delay="600"/>
                            </p:stCondLst>
                            <p:childTnLst>
                              <p:par>
                                <p:cTn id="10" presetClass="entr" nodeType="afterEffect" presetSubtype="2" presetID="2" grpId="2" fill="hold">
                                  <p:stCondLst>
                                    <p:cond delay="100"/>
                                  </p:stCondLst>
                                  <p:iterate type="el" backwards="0">
                                    <p:tmAbs val="0"/>
                                  </p:iterate>
                                  <p:childTnLst>
                                    <p:set>
                                      <p:cBhvr>
                                        <p:cTn id="11" fill="hold"/>
                                        <p:tgtEl>
                                          <p:spTgt spid="1208"/>
                                        </p:tgtEl>
                                        <p:attrNameLst>
                                          <p:attrName>style.visibility</p:attrName>
                                        </p:attrNameLst>
                                      </p:cBhvr>
                                      <p:to>
                                        <p:strVal val="visible"/>
                                      </p:to>
                                    </p:set>
                                    <p:anim calcmode="lin" valueType="num">
                                      <p:cBhvr>
                                        <p:cTn id="12" dur="500" fill="hold"/>
                                        <p:tgtEl>
                                          <p:spTgt spid="1208"/>
                                        </p:tgtEl>
                                        <p:attrNameLst>
                                          <p:attrName>ppt_x</p:attrName>
                                        </p:attrNameLst>
                                      </p:cBhvr>
                                      <p:tavLst>
                                        <p:tav tm="0">
                                          <p:val>
                                            <p:strVal val="1+#ppt_w/2"/>
                                          </p:val>
                                        </p:tav>
                                        <p:tav tm="100000">
                                          <p:val>
                                            <p:strVal val="#ppt_x"/>
                                          </p:val>
                                        </p:tav>
                                      </p:tavLst>
                                    </p:anim>
                                    <p:anim calcmode="lin" valueType="num">
                                      <p:cBhvr>
                                        <p:cTn id="13" dur="500" fill="hold"/>
                                        <p:tgtEl>
                                          <p:spTgt spid="1208"/>
                                        </p:tgtEl>
                                        <p:attrNameLst>
                                          <p:attrName>ppt_y</p:attrName>
                                        </p:attrNameLst>
                                      </p:cBhvr>
                                      <p:tavLst>
                                        <p:tav tm="0">
                                          <p:val>
                                            <p:strVal val="#ppt_y"/>
                                          </p:val>
                                        </p:tav>
                                        <p:tav tm="100000">
                                          <p:val>
                                            <p:strVal val="#ppt_y"/>
                                          </p:val>
                                        </p:tav>
                                      </p:tavLst>
                                    </p:anim>
                                  </p:childTnLst>
                                </p:cTn>
                              </p:par>
                            </p:childTnLst>
                          </p:cTn>
                        </p:par>
                        <p:par>
                          <p:cTn id="14" fill="hold">
                            <p:stCondLst>
                              <p:cond delay="1200"/>
                            </p:stCondLst>
                            <p:childTnLst>
                              <p:par>
                                <p:cTn id="15" presetClass="entr" nodeType="afterEffect" presetSubtype="2" presetID="2" grpId="3" fill="hold">
                                  <p:stCondLst>
                                    <p:cond delay="100"/>
                                  </p:stCondLst>
                                  <p:iterate type="el" backwards="0">
                                    <p:tmAbs val="0"/>
                                  </p:iterate>
                                  <p:childTnLst>
                                    <p:set>
                                      <p:cBhvr>
                                        <p:cTn id="16" fill="hold"/>
                                        <p:tgtEl>
                                          <p:spTgt spid="1209"/>
                                        </p:tgtEl>
                                        <p:attrNameLst>
                                          <p:attrName>style.visibility</p:attrName>
                                        </p:attrNameLst>
                                      </p:cBhvr>
                                      <p:to>
                                        <p:strVal val="visible"/>
                                      </p:to>
                                    </p:set>
                                    <p:anim calcmode="lin" valueType="num">
                                      <p:cBhvr>
                                        <p:cTn id="17" dur="500" fill="hold"/>
                                        <p:tgtEl>
                                          <p:spTgt spid="1209"/>
                                        </p:tgtEl>
                                        <p:attrNameLst>
                                          <p:attrName>ppt_x</p:attrName>
                                        </p:attrNameLst>
                                      </p:cBhvr>
                                      <p:tavLst>
                                        <p:tav tm="0">
                                          <p:val>
                                            <p:strVal val="1+#ppt_w/2"/>
                                          </p:val>
                                        </p:tav>
                                        <p:tav tm="100000">
                                          <p:val>
                                            <p:strVal val="#ppt_x"/>
                                          </p:val>
                                        </p:tav>
                                      </p:tavLst>
                                    </p:anim>
                                    <p:anim calcmode="lin" valueType="num">
                                      <p:cBhvr>
                                        <p:cTn id="18" dur="500" fill="hold"/>
                                        <p:tgtEl>
                                          <p:spTgt spid="1209"/>
                                        </p:tgtEl>
                                        <p:attrNameLst>
                                          <p:attrName>ppt_y</p:attrName>
                                        </p:attrNameLst>
                                      </p:cBhvr>
                                      <p:tavLst>
                                        <p:tav tm="0">
                                          <p:val>
                                            <p:strVal val="#ppt_y"/>
                                          </p:val>
                                        </p:tav>
                                        <p:tav tm="100000">
                                          <p:val>
                                            <p:strVal val="#ppt_y"/>
                                          </p:val>
                                        </p:tav>
                                      </p:tavLst>
                                    </p:anim>
                                  </p:childTnLst>
                                </p:cTn>
                              </p:par>
                            </p:childTnLst>
                          </p:cTn>
                        </p:par>
                        <p:par>
                          <p:cTn id="19" fill="hold">
                            <p:stCondLst>
                              <p:cond delay="1800"/>
                            </p:stCondLst>
                            <p:childTnLst>
                              <p:par>
                                <p:cTn id="20" presetClass="entr" nodeType="afterEffect" presetSubtype="2" presetID="2" grpId="4" fill="hold">
                                  <p:stCondLst>
                                    <p:cond delay="100"/>
                                  </p:stCondLst>
                                  <p:iterate type="el" backwards="0">
                                    <p:tmAbs val="0"/>
                                  </p:iterate>
                                  <p:childTnLst>
                                    <p:set>
                                      <p:cBhvr>
                                        <p:cTn id="21" fill="hold"/>
                                        <p:tgtEl>
                                          <p:spTgt spid="1210"/>
                                        </p:tgtEl>
                                        <p:attrNameLst>
                                          <p:attrName>style.visibility</p:attrName>
                                        </p:attrNameLst>
                                      </p:cBhvr>
                                      <p:to>
                                        <p:strVal val="visible"/>
                                      </p:to>
                                    </p:set>
                                    <p:anim calcmode="lin" valueType="num">
                                      <p:cBhvr>
                                        <p:cTn id="22" dur="500" fill="hold"/>
                                        <p:tgtEl>
                                          <p:spTgt spid="1210"/>
                                        </p:tgtEl>
                                        <p:attrNameLst>
                                          <p:attrName>ppt_x</p:attrName>
                                        </p:attrNameLst>
                                      </p:cBhvr>
                                      <p:tavLst>
                                        <p:tav tm="0">
                                          <p:val>
                                            <p:strVal val="1+#ppt_w/2"/>
                                          </p:val>
                                        </p:tav>
                                        <p:tav tm="100000">
                                          <p:val>
                                            <p:strVal val="#ppt_x"/>
                                          </p:val>
                                        </p:tav>
                                      </p:tavLst>
                                    </p:anim>
                                    <p:anim calcmode="lin" valueType="num">
                                      <p:cBhvr>
                                        <p:cTn id="23" dur="500" fill="hold"/>
                                        <p:tgtEl>
                                          <p:spTgt spid="1210"/>
                                        </p:tgtEl>
                                        <p:attrNameLst>
                                          <p:attrName>ppt_y</p:attrName>
                                        </p:attrNameLst>
                                      </p:cBhvr>
                                      <p:tavLst>
                                        <p:tav tm="0">
                                          <p:val>
                                            <p:strVal val="#ppt_y"/>
                                          </p:val>
                                        </p:tav>
                                        <p:tav tm="100000">
                                          <p:val>
                                            <p:strVal val="#ppt_y"/>
                                          </p:val>
                                        </p:tav>
                                      </p:tavLst>
                                    </p:anim>
                                  </p:childTnLst>
                                </p:cTn>
                              </p:par>
                            </p:childTnLst>
                          </p:cTn>
                        </p:par>
                        <p:par>
                          <p:cTn id="24" fill="hold">
                            <p:stCondLst>
                              <p:cond delay="2400"/>
                            </p:stCondLst>
                            <p:childTnLst>
                              <p:par>
                                <p:cTn id="25" presetClass="entr" nodeType="afterEffect" presetSubtype="2" presetID="2" grpId="5" fill="hold">
                                  <p:stCondLst>
                                    <p:cond delay="100"/>
                                  </p:stCondLst>
                                  <p:iterate type="el" backwards="0">
                                    <p:tmAbs val="0"/>
                                  </p:iterate>
                                  <p:childTnLst>
                                    <p:set>
                                      <p:cBhvr>
                                        <p:cTn id="26" fill="hold"/>
                                        <p:tgtEl>
                                          <p:spTgt spid="1211"/>
                                        </p:tgtEl>
                                        <p:attrNameLst>
                                          <p:attrName>style.visibility</p:attrName>
                                        </p:attrNameLst>
                                      </p:cBhvr>
                                      <p:to>
                                        <p:strVal val="visible"/>
                                      </p:to>
                                    </p:set>
                                    <p:anim calcmode="lin" valueType="num">
                                      <p:cBhvr>
                                        <p:cTn id="27" dur="500" fill="hold"/>
                                        <p:tgtEl>
                                          <p:spTgt spid="1211"/>
                                        </p:tgtEl>
                                        <p:attrNameLst>
                                          <p:attrName>ppt_x</p:attrName>
                                        </p:attrNameLst>
                                      </p:cBhvr>
                                      <p:tavLst>
                                        <p:tav tm="0">
                                          <p:val>
                                            <p:strVal val="1+#ppt_w/2"/>
                                          </p:val>
                                        </p:tav>
                                        <p:tav tm="100000">
                                          <p:val>
                                            <p:strVal val="#ppt_x"/>
                                          </p:val>
                                        </p:tav>
                                      </p:tavLst>
                                    </p:anim>
                                    <p:anim calcmode="lin" valueType="num">
                                      <p:cBhvr>
                                        <p:cTn id="28" dur="500" fill="hold"/>
                                        <p:tgtEl>
                                          <p:spTgt spid="1211"/>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Class="entr" nodeType="afterEffect" presetSubtype="2" presetID="2" grpId="6" fill="hold">
                                  <p:stCondLst>
                                    <p:cond delay="100"/>
                                  </p:stCondLst>
                                  <p:iterate type="el" backwards="0">
                                    <p:tmAbs val="0"/>
                                  </p:iterate>
                                  <p:childTnLst>
                                    <p:set>
                                      <p:cBhvr>
                                        <p:cTn id="31" fill="hold"/>
                                        <p:tgtEl>
                                          <p:spTgt spid="1212"/>
                                        </p:tgtEl>
                                        <p:attrNameLst>
                                          <p:attrName>style.visibility</p:attrName>
                                        </p:attrNameLst>
                                      </p:cBhvr>
                                      <p:to>
                                        <p:strVal val="visible"/>
                                      </p:to>
                                    </p:set>
                                    <p:anim calcmode="lin" valueType="num">
                                      <p:cBhvr>
                                        <p:cTn id="32" dur="500" fill="hold"/>
                                        <p:tgtEl>
                                          <p:spTgt spid="1212"/>
                                        </p:tgtEl>
                                        <p:attrNameLst>
                                          <p:attrName>ppt_x</p:attrName>
                                        </p:attrNameLst>
                                      </p:cBhvr>
                                      <p:tavLst>
                                        <p:tav tm="0">
                                          <p:val>
                                            <p:strVal val="1+#ppt_w/2"/>
                                          </p:val>
                                        </p:tav>
                                        <p:tav tm="100000">
                                          <p:val>
                                            <p:strVal val="#ppt_x"/>
                                          </p:val>
                                        </p:tav>
                                      </p:tavLst>
                                    </p:anim>
                                    <p:anim calcmode="lin" valueType="num">
                                      <p:cBhvr>
                                        <p:cTn id="33" dur="500" fill="hold"/>
                                        <p:tgtEl>
                                          <p:spTgt spid="1212"/>
                                        </p:tgtEl>
                                        <p:attrNameLst>
                                          <p:attrName>ppt_y</p:attrName>
                                        </p:attrNameLst>
                                      </p:cBhvr>
                                      <p:tavLst>
                                        <p:tav tm="0">
                                          <p:val>
                                            <p:strVal val="#ppt_y"/>
                                          </p:val>
                                        </p:tav>
                                        <p:tav tm="100000">
                                          <p:val>
                                            <p:strVal val="#ppt_y"/>
                                          </p:val>
                                        </p:tav>
                                      </p:tavLst>
                                    </p:anim>
                                  </p:childTnLst>
                                </p:cTn>
                              </p:par>
                            </p:childTnLst>
                          </p:cTn>
                        </p:par>
                        <p:par>
                          <p:cTn id="34" fill="hold">
                            <p:stCondLst>
                              <p:cond delay="3600"/>
                            </p:stCondLst>
                            <p:childTnLst>
                              <p:par>
                                <p:cTn id="35" presetClass="entr" nodeType="afterEffect" presetSubtype="2" presetID="2" grpId="7" fill="hold">
                                  <p:stCondLst>
                                    <p:cond delay="100"/>
                                  </p:stCondLst>
                                  <p:iterate type="el" backwards="0">
                                    <p:tmAbs val="0"/>
                                  </p:iterate>
                                  <p:childTnLst>
                                    <p:set>
                                      <p:cBhvr>
                                        <p:cTn id="36" fill="hold"/>
                                        <p:tgtEl>
                                          <p:spTgt spid="1213"/>
                                        </p:tgtEl>
                                        <p:attrNameLst>
                                          <p:attrName>style.visibility</p:attrName>
                                        </p:attrNameLst>
                                      </p:cBhvr>
                                      <p:to>
                                        <p:strVal val="visible"/>
                                      </p:to>
                                    </p:set>
                                    <p:anim calcmode="lin" valueType="num">
                                      <p:cBhvr>
                                        <p:cTn id="37" dur="500" fill="hold"/>
                                        <p:tgtEl>
                                          <p:spTgt spid="1213"/>
                                        </p:tgtEl>
                                        <p:attrNameLst>
                                          <p:attrName>ppt_x</p:attrName>
                                        </p:attrNameLst>
                                      </p:cBhvr>
                                      <p:tavLst>
                                        <p:tav tm="0">
                                          <p:val>
                                            <p:strVal val="1+#ppt_w/2"/>
                                          </p:val>
                                        </p:tav>
                                        <p:tav tm="100000">
                                          <p:val>
                                            <p:strVal val="#ppt_x"/>
                                          </p:val>
                                        </p:tav>
                                      </p:tavLst>
                                    </p:anim>
                                    <p:anim calcmode="lin" valueType="num">
                                      <p:cBhvr>
                                        <p:cTn id="38" dur="500" fill="hold"/>
                                        <p:tgtEl>
                                          <p:spTgt spid="1213"/>
                                        </p:tgtEl>
                                        <p:attrNameLst>
                                          <p:attrName>ppt_y</p:attrName>
                                        </p:attrNameLst>
                                      </p:cBhvr>
                                      <p:tavLst>
                                        <p:tav tm="0">
                                          <p:val>
                                            <p:strVal val="#ppt_y"/>
                                          </p:val>
                                        </p:tav>
                                        <p:tav tm="100000">
                                          <p:val>
                                            <p:strVal val="#ppt_y"/>
                                          </p:val>
                                        </p:tav>
                                      </p:tavLst>
                                    </p:anim>
                                  </p:childTnLst>
                                </p:cTn>
                              </p:par>
                            </p:childTnLst>
                          </p:cTn>
                        </p:par>
                        <p:par>
                          <p:cTn id="39" fill="hold">
                            <p:stCondLst>
                              <p:cond delay="4200"/>
                            </p:stCondLst>
                            <p:childTnLst>
                              <p:par>
                                <p:cTn id="40" presetClass="entr" nodeType="afterEffect" presetSubtype="2" presetID="2" grpId="8" fill="hold">
                                  <p:stCondLst>
                                    <p:cond delay="100"/>
                                  </p:stCondLst>
                                  <p:iterate type="el" backwards="0">
                                    <p:tmAbs val="0"/>
                                  </p:iterate>
                                  <p:childTnLst>
                                    <p:set>
                                      <p:cBhvr>
                                        <p:cTn id="41" fill="hold"/>
                                        <p:tgtEl>
                                          <p:spTgt spid="1214"/>
                                        </p:tgtEl>
                                        <p:attrNameLst>
                                          <p:attrName>style.visibility</p:attrName>
                                        </p:attrNameLst>
                                      </p:cBhvr>
                                      <p:to>
                                        <p:strVal val="visible"/>
                                      </p:to>
                                    </p:set>
                                    <p:anim calcmode="lin" valueType="num">
                                      <p:cBhvr>
                                        <p:cTn id="42" dur="500" fill="hold"/>
                                        <p:tgtEl>
                                          <p:spTgt spid="1214"/>
                                        </p:tgtEl>
                                        <p:attrNameLst>
                                          <p:attrName>ppt_x</p:attrName>
                                        </p:attrNameLst>
                                      </p:cBhvr>
                                      <p:tavLst>
                                        <p:tav tm="0">
                                          <p:val>
                                            <p:strVal val="1+#ppt_w/2"/>
                                          </p:val>
                                        </p:tav>
                                        <p:tav tm="100000">
                                          <p:val>
                                            <p:strVal val="#ppt_x"/>
                                          </p:val>
                                        </p:tav>
                                      </p:tavLst>
                                    </p:anim>
                                    <p:anim calcmode="lin" valueType="num">
                                      <p:cBhvr>
                                        <p:cTn id="43" dur="500" fill="hold"/>
                                        <p:tgtEl>
                                          <p:spTgt spid="1214"/>
                                        </p:tgtEl>
                                        <p:attrNameLst>
                                          <p:attrName>ppt_y</p:attrName>
                                        </p:attrNameLst>
                                      </p:cBhvr>
                                      <p:tavLst>
                                        <p:tav tm="0">
                                          <p:val>
                                            <p:strVal val="#ppt_y"/>
                                          </p:val>
                                        </p:tav>
                                        <p:tav tm="100000">
                                          <p:val>
                                            <p:strVal val="#ppt_y"/>
                                          </p:val>
                                        </p:tav>
                                      </p:tavLst>
                                    </p:anim>
                                  </p:childTnLst>
                                </p:cTn>
                              </p:par>
                            </p:childTnLst>
                          </p:cTn>
                        </p:par>
                        <p:par>
                          <p:cTn id="44" fill="hold">
                            <p:stCondLst>
                              <p:cond delay="4800"/>
                            </p:stCondLst>
                            <p:childTnLst>
                              <p:par>
                                <p:cTn id="45" presetClass="entr" nodeType="afterEffect" presetSubtype="2" presetID="2" grpId="9" fill="hold">
                                  <p:stCondLst>
                                    <p:cond delay="100"/>
                                  </p:stCondLst>
                                  <p:iterate type="el" backwards="0">
                                    <p:tmAbs val="0"/>
                                  </p:iterate>
                                  <p:childTnLst>
                                    <p:set>
                                      <p:cBhvr>
                                        <p:cTn id="46" fill="hold"/>
                                        <p:tgtEl>
                                          <p:spTgt spid="1215"/>
                                        </p:tgtEl>
                                        <p:attrNameLst>
                                          <p:attrName>style.visibility</p:attrName>
                                        </p:attrNameLst>
                                      </p:cBhvr>
                                      <p:to>
                                        <p:strVal val="visible"/>
                                      </p:to>
                                    </p:set>
                                    <p:anim calcmode="lin" valueType="num">
                                      <p:cBhvr>
                                        <p:cTn id="47" dur="500" fill="hold"/>
                                        <p:tgtEl>
                                          <p:spTgt spid="1215"/>
                                        </p:tgtEl>
                                        <p:attrNameLst>
                                          <p:attrName>ppt_x</p:attrName>
                                        </p:attrNameLst>
                                      </p:cBhvr>
                                      <p:tavLst>
                                        <p:tav tm="0">
                                          <p:val>
                                            <p:strVal val="1+#ppt_w/2"/>
                                          </p:val>
                                        </p:tav>
                                        <p:tav tm="100000">
                                          <p:val>
                                            <p:strVal val="#ppt_x"/>
                                          </p:val>
                                        </p:tav>
                                      </p:tavLst>
                                    </p:anim>
                                    <p:anim calcmode="lin" valueType="num">
                                      <p:cBhvr>
                                        <p:cTn id="48" dur="500" fill="hold"/>
                                        <p:tgtEl>
                                          <p:spTgt spid="1215"/>
                                        </p:tgtEl>
                                        <p:attrNameLst>
                                          <p:attrName>ppt_y</p:attrName>
                                        </p:attrNameLst>
                                      </p:cBhvr>
                                      <p:tavLst>
                                        <p:tav tm="0">
                                          <p:val>
                                            <p:strVal val="#ppt_y"/>
                                          </p:val>
                                        </p:tav>
                                        <p:tav tm="100000">
                                          <p:val>
                                            <p:strVal val="#ppt_y"/>
                                          </p:val>
                                        </p:tav>
                                      </p:tavLst>
                                    </p:anim>
                                  </p:childTnLst>
                                </p:cTn>
                              </p:par>
                            </p:childTnLst>
                          </p:cTn>
                        </p:par>
                        <p:par>
                          <p:cTn id="49" fill="hold">
                            <p:stCondLst>
                              <p:cond delay="5400"/>
                            </p:stCondLst>
                            <p:childTnLst>
                              <p:par>
                                <p:cTn id="50" presetClass="entr" nodeType="afterEffect" presetSubtype="2" presetID="2" grpId="10" fill="hold">
                                  <p:stCondLst>
                                    <p:cond delay="100"/>
                                  </p:stCondLst>
                                  <p:iterate type="el" backwards="0">
                                    <p:tmAbs val="0"/>
                                  </p:iterate>
                                  <p:childTnLst>
                                    <p:set>
                                      <p:cBhvr>
                                        <p:cTn id="51" fill="hold"/>
                                        <p:tgtEl>
                                          <p:spTgt spid="1216"/>
                                        </p:tgtEl>
                                        <p:attrNameLst>
                                          <p:attrName>style.visibility</p:attrName>
                                        </p:attrNameLst>
                                      </p:cBhvr>
                                      <p:to>
                                        <p:strVal val="visible"/>
                                      </p:to>
                                    </p:set>
                                    <p:anim calcmode="lin" valueType="num">
                                      <p:cBhvr>
                                        <p:cTn id="52" dur="500" fill="hold"/>
                                        <p:tgtEl>
                                          <p:spTgt spid="1216"/>
                                        </p:tgtEl>
                                        <p:attrNameLst>
                                          <p:attrName>ppt_x</p:attrName>
                                        </p:attrNameLst>
                                      </p:cBhvr>
                                      <p:tavLst>
                                        <p:tav tm="0">
                                          <p:val>
                                            <p:strVal val="1+#ppt_w/2"/>
                                          </p:val>
                                        </p:tav>
                                        <p:tav tm="100000">
                                          <p:val>
                                            <p:strVal val="#ppt_x"/>
                                          </p:val>
                                        </p:tav>
                                      </p:tavLst>
                                    </p:anim>
                                    <p:anim calcmode="lin" valueType="num">
                                      <p:cBhvr>
                                        <p:cTn id="53" dur="500" fill="hold"/>
                                        <p:tgtEl>
                                          <p:spTgt spid="1216"/>
                                        </p:tgtEl>
                                        <p:attrNameLst>
                                          <p:attrName>ppt_y</p:attrName>
                                        </p:attrNameLst>
                                      </p:cBhvr>
                                      <p:tavLst>
                                        <p:tav tm="0">
                                          <p:val>
                                            <p:strVal val="#ppt_y"/>
                                          </p:val>
                                        </p:tav>
                                        <p:tav tm="100000">
                                          <p:val>
                                            <p:strVal val="#ppt_y"/>
                                          </p:val>
                                        </p:tav>
                                      </p:tavLst>
                                    </p:anim>
                                  </p:childTnLst>
                                </p:cTn>
                              </p:par>
                            </p:childTnLst>
                          </p:cTn>
                        </p:par>
                        <p:par>
                          <p:cTn id="54" fill="hold">
                            <p:stCondLst>
                              <p:cond delay="6000"/>
                            </p:stCondLst>
                            <p:childTnLst>
                              <p:par>
                                <p:cTn id="55" presetClass="entr" nodeType="afterEffect" presetSubtype="2" presetID="2" grpId="11" fill="hold">
                                  <p:stCondLst>
                                    <p:cond delay="100"/>
                                  </p:stCondLst>
                                  <p:iterate type="el" backwards="0">
                                    <p:tmAbs val="0"/>
                                  </p:iterate>
                                  <p:childTnLst>
                                    <p:set>
                                      <p:cBhvr>
                                        <p:cTn id="56" fill="hold"/>
                                        <p:tgtEl>
                                          <p:spTgt spid="1217"/>
                                        </p:tgtEl>
                                        <p:attrNameLst>
                                          <p:attrName>style.visibility</p:attrName>
                                        </p:attrNameLst>
                                      </p:cBhvr>
                                      <p:to>
                                        <p:strVal val="visible"/>
                                      </p:to>
                                    </p:set>
                                    <p:anim calcmode="lin" valueType="num">
                                      <p:cBhvr>
                                        <p:cTn id="57" dur="500" fill="hold"/>
                                        <p:tgtEl>
                                          <p:spTgt spid="1217"/>
                                        </p:tgtEl>
                                        <p:attrNameLst>
                                          <p:attrName>ppt_x</p:attrName>
                                        </p:attrNameLst>
                                      </p:cBhvr>
                                      <p:tavLst>
                                        <p:tav tm="0">
                                          <p:val>
                                            <p:strVal val="1+#ppt_w/2"/>
                                          </p:val>
                                        </p:tav>
                                        <p:tav tm="100000">
                                          <p:val>
                                            <p:strVal val="#ppt_x"/>
                                          </p:val>
                                        </p:tav>
                                      </p:tavLst>
                                    </p:anim>
                                    <p:anim calcmode="lin" valueType="num">
                                      <p:cBhvr>
                                        <p:cTn id="58" dur="500" fill="hold"/>
                                        <p:tgtEl>
                                          <p:spTgt spid="1217"/>
                                        </p:tgtEl>
                                        <p:attrNameLst>
                                          <p:attrName>ppt_y</p:attrName>
                                        </p:attrNameLst>
                                      </p:cBhvr>
                                      <p:tavLst>
                                        <p:tav tm="0">
                                          <p:val>
                                            <p:strVal val="#ppt_y"/>
                                          </p:val>
                                        </p:tav>
                                        <p:tav tm="100000">
                                          <p:val>
                                            <p:strVal val="#ppt_y"/>
                                          </p:val>
                                        </p:tav>
                                      </p:tavLst>
                                    </p:anim>
                                  </p:childTnLst>
                                </p:cTn>
                              </p:par>
                            </p:childTnLst>
                          </p:cTn>
                        </p:par>
                        <p:par>
                          <p:cTn id="59" fill="hold">
                            <p:stCondLst>
                              <p:cond delay="6600"/>
                            </p:stCondLst>
                            <p:childTnLst>
                              <p:par>
                                <p:cTn id="60" presetClass="entr" nodeType="afterEffect" presetSubtype="2" presetID="2" grpId="12" fill="hold">
                                  <p:stCondLst>
                                    <p:cond delay="100"/>
                                  </p:stCondLst>
                                  <p:iterate type="el" backwards="0">
                                    <p:tmAbs val="0"/>
                                  </p:iterate>
                                  <p:childTnLst>
                                    <p:set>
                                      <p:cBhvr>
                                        <p:cTn id="61" fill="hold"/>
                                        <p:tgtEl>
                                          <p:spTgt spid="1218"/>
                                        </p:tgtEl>
                                        <p:attrNameLst>
                                          <p:attrName>style.visibility</p:attrName>
                                        </p:attrNameLst>
                                      </p:cBhvr>
                                      <p:to>
                                        <p:strVal val="visible"/>
                                      </p:to>
                                    </p:set>
                                    <p:anim calcmode="lin" valueType="num">
                                      <p:cBhvr>
                                        <p:cTn id="62" dur="500" fill="hold"/>
                                        <p:tgtEl>
                                          <p:spTgt spid="1218"/>
                                        </p:tgtEl>
                                        <p:attrNameLst>
                                          <p:attrName>ppt_x</p:attrName>
                                        </p:attrNameLst>
                                      </p:cBhvr>
                                      <p:tavLst>
                                        <p:tav tm="0">
                                          <p:val>
                                            <p:strVal val="1+#ppt_w/2"/>
                                          </p:val>
                                        </p:tav>
                                        <p:tav tm="100000">
                                          <p:val>
                                            <p:strVal val="#ppt_x"/>
                                          </p:val>
                                        </p:tav>
                                      </p:tavLst>
                                    </p:anim>
                                    <p:anim calcmode="lin" valueType="num">
                                      <p:cBhvr>
                                        <p:cTn id="63" dur="500" fill="hold"/>
                                        <p:tgtEl>
                                          <p:spTgt spid="1218"/>
                                        </p:tgtEl>
                                        <p:attrNameLst>
                                          <p:attrName>ppt_y</p:attrName>
                                        </p:attrNameLst>
                                      </p:cBhvr>
                                      <p:tavLst>
                                        <p:tav tm="0">
                                          <p:val>
                                            <p:strVal val="#ppt_y"/>
                                          </p:val>
                                        </p:tav>
                                        <p:tav tm="100000">
                                          <p:val>
                                            <p:strVal val="#ppt_y"/>
                                          </p:val>
                                        </p:tav>
                                      </p:tavLst>
                                    </p:anim>
                                  </p:childTnLst>
                                </p:cTn>
                              </p:par>
                            </p:childTnLst>
                          </p:cTn>
                        </p:par>
                        <p:par>
                          <p:cTn id="64" fill="hold">
                            <p:stCondLst>
                              <p:cond delay="7200"/>
                            </p:stCondLst>
                            <p:childTnLst>
                              <p:par>
                                <p:cTn id="65" presetClass="entr" nodeType="afterEffect" presetSubtype="2" presetID="2" grpId="13" fill="hold">
                                  <p:stCondLst>
                                    <p:cond delay="100"/>
                                  </p:stCondLst>
                                  <p:iterate type="el" backwards="0">
                                    <p:tmAbs val="0"/>
                                  </p:iterate>
                                  <p:childTnLst>
                                    <p:set>
                                      <p:cBhvr>
                                        <p:cTn id="66" fill="hold"/>
                                        <p:tgtEl>
                                          <p:spTgt spid="1219"/>
                                        </p:tgtEl>
                                        <p:attrNameLst>
                                          <p:attrName>style.visibility</p:attrName>
                                        </p:attrNameLst>
                                      </p:cBhvr>
                                      <p:to>
                                        <p:strVal val="visible"/>
                                      </p:to>
                                    </p:set>
                                    <p:anim calcmode="lin" valueType="num">
                                      <p:cBhvr>
                                        <p:cTn id="67" dur="500" fill="hold"/>
                                        <p:tgtEl>
                                          <p:spTgt spid="1219"/>
                                        </p:tgtEl>
                                        <p:attrNameLst>
                                          <p:attrName>ppt_x</p:attrName>
                                        </p:attrNameLst>
                                      </p:cBhvr>
                                      <p:tavLst>
                                        <p:tav tm="0">
                                          <p:val>
                                            <p:strVal val="1+#ppt_w/2"/>
                                          </p:val>
                                        </p:tav>
                                        <p:tav tm="100000">
                                          <p:val>
                                            <p:strVal val="#ppt_x"/>
                                          </p:val>
                                        </p:tav>
                                      </p:tavLst>
                                    </p:anim>
                                    <p:anim calcmode="lin" valueType="num">
                                      <p:cBhvr>
                                        <p:cTn id="68" dur="500" fill="hold"/>
                                        <p:tgtEl>
                                          <p:spTgt spid="1219"/>
                                        </p:tgtEl>
                                        <p:attrNameLst>
                                          <p:attrName>ppt_y</p:attrName>
                                        </p:attrNameLst>
                                      </p:cBhvr>
                                      <p:tavLst>
                                        <p:tav tm="0">
                                          <p:val>
                                            <p:strVal val="#ppt_y"/>
                                          </p:val>
                                        </p:tav>
                                        <p:tav tm="100000">
                                          <p:val>
                                            <p:strVal val="#ppt_y"/>
                                          </p:val>
                                        </p:tav>
                                      </p:tavLst>
                                    </p:anim>
                                  </p:childTnLst>
                                </p:cTn>
                              </p:par>
                            </p:childTnLst>
                          </p:cTn>
                        </p:par>
                        <p:par>
                          <p:cTn id="69" fill="hold">
                            <p:stCondLst>
                              <p:cond delay="7800"/>
                            </p:stCondLst>
                            <p:childTnLst>
                              <p:par>
                                <p:cTn id="70" presetClass="entr" nodeType="afterEffect" presetSubtype="2" presetID="2" grpId="14" fill="hold">
                                  <p:stCondLst>
                                    <p:cond delay="100"/>
                                  </p:stCondLst>
                                  <p:iterate type="el" backwards="0">
                                    <p:tmAbs val="0"/>
                                  </p:iterate>
                                  <p:childTnLst>
                                    <p:set>
                                      <p:cBhvr>
                                        <p:cTn id="71" fill="hold"/>
                                        <p:tgtEl>
                                          <p:spTgt spid="1220"/>
                                        </p:tgtEl>
                                        <p:attrNameLst>
                                          <p:attrName>style.visibility</p:attrName>
                                        </p:attrNameLst>
                                      </p:cBhvr>
                                      <p:to>
                                        <p:strVal val="visible"/>
                                      </p:to>
                                    </p:set>
                                    <p:anim calcmode="lin" valueType="num">
                                      <p:cBhvr>
                                        <p:cTn id="72" dur="500" fill="hold"/>
                                        <p:tgtEl>
                                          <p:spTgt spid="1220"/>
                                        </p:tgtEl>
                                        <p:attrNameLst>
                                          <p:attrName>ppt_x</p:attrName>
                                        </p:attrNameLst>
                                      </p:cBhvr>
                                      <p:tavLst>
                                        <p:tav tm="0">
                                          <p:val>
                                            <p:strVal val="1+#ppt_w/2"/>
                                          </p:val>
                                        </p:tav>
                                        <p:tav tm="100000">
                                          <p:val>
                                            <p:strVal val="#ppt_x"/>
                                          </p:val>
                                        </p:tav>
                                      </p:tavLst>
                                    </p:anim>
                                    <p:anim calcmode="lin" valueType="num">
                                      <p:cBhvr>
                                        <p:cTn id="73" dur="500" fill="hold"/>
                                        <p:tgtEl>
                                          <p:spTgt spid="1220"/>
                                        </p:tgtEl>
                                        <p:attrNameLst>
                                          <p:attrName>ppt_y</p:attrName>
                                        </p:attrNameLst>
                                      </p:cBhvr>
                                      <p:tavLst>
                                        <p:tav tm="0">
                                          <p:val>
                                            <p:strVal val="#ppt_y"/>
                                          </p:val>
                                        </p:tav>
                                        <p:tav tm="100000">
                                          <p:val>
                                            <p:strVal val="#ppt_y"/>
                                          </p:val>
                                        </p:tav>
                                      </p:tavLst>
                                    </p:anim>
                                  </p:childTnLst>
                                </p:cTn>
                              </p:par>
                            </p:childTnLst>
                          </p:cTn>
                        </p:par>
                        <p:par>
                          <p:cTn id="74" fill="hold">
                            <p:stCondLst>
                              <p:cond delay="8400"/>
                            </p:stCondLst>
                            <p:childTnLst>
                              <p:par>
                                <p:cTn id="75" presetClass="entr" nodeType="afterEffect" presetSubtype="4" presetID="2" grpId="15" fill="hold">
                                  <p:stCondLst>
                                    <p:cond delay="100"/>
                                  </p:stCondLst>
                                  <p:iterate type="el" backwards="0">
                                    <p:tmAbs val="0"/>
                                  </p:iterate>
                                  <p:childTnLst>
                                    <p:set>
                                      <p:cBhvr>
                                        <p:cTn id="76" fill="hold"/>
                                        <p:tgtEl>
                                          <p:spTgt spid="1221"/>
                                        </p:tgtEl>
                                        <p:attrNameLst>
                                          <p:attrName>style.visibility</p:attrName>
                                        </p:attrNameLst>
                                      </p:cBhvr>
                                      <p:to>
                                        <p:strVal val="visible"/>
                                      </p:to>
                                    </p:set>
                                    <p:anim calcmode="lin" valueType="num">
                                      <p:cBhvr>
                                        <p:cTn id="77" dur="500" fill="hold"/>
                                        <p:tgtEl>
                                          <p:spTgt spid="1221"/>
                                        </p:tgtEl>
                                        <p:attrNameLst>
                                          <p:attrName>ppt_x</p:attrName>
                                        </p:attrNameLst>
                                      </p:cBhvr>
                                      <p:tavLst>
                                        <p:tav tm="0">
                                          <p:val>
                                            <p:strVal val="#ppt_x"/>
                                          </p:val>
                                        </p:tav>
                                        <p:tav tm="100000">
                                          <p:val>
                                            <p:strVal val="#ppt_x"/>
                                          </p:val>
                                        </p:tav>
                                      </p:tavLst>
                                    </p:anim>
                                    <p:anim calcmode="lin" valueType="num">
                                      <p:cBhvr>
                                        <p:cTn id="78" dur="500" fill="hold"/>
                                        <p:tgtEl>
                                          <p:spTgt spid="1221"/>
                                        </p:tgtEl>
                                        <p:attrNameLst>
                                          <p:attrName>ppt_y</p:attrName>
                                        </p:attrNameLst>
                                      </p:cBhvr>
                                      <p:tavLst>
                                        <p:tav tm="0">
                                          <p:val>
                                            <p:strVal val="1+#ppt_h/2"/>
                                          </p:val>
                                        </p:tav>
                                        <p:tav tm="100000">
                                          <p:val>
                                            <p:strVal val="#ppt_y"/>
                                          </p:val>
                                        </p:tav>
                                      </p:tavLst>
                                    </p:anim>
                                  </p:childTnLst>
                                </p:cTn>
                              </p:par>
                            </p:childTnLst>
                          </p:cTn>
                        </p:par>
                        <p:par>
                          <p:cTn id="79" fill="hold">
                            <p:stCondLst>
                              <p:cond delay="9000"/>
                            </p:stCondLst>
                            <p:childTnLst>
                              <p:par>
                                <p:cTn id="80" presetClass="entr" nodeType="afterEffect" presetSubtype="4" presetID="2" grpId="16" fill="hold">
                                  <p:stCondLst>
                                    <p:cond delay="100"/>
                                  </p:stCondLst>
                                  <p:iterate type="el" backwards="0">
                                    <p:tmAbs val="0"/>
                                  </p:iterate>
                                  <p:childTnLst>
                                    <p:set>
                                      <p:cBhvr>
                                        <p:cTn id="81" fill="hold"/>
                                        <p:tgtEl>
                                          <p:spTgt spid="1222"/>
                                        </p:tgtEl>
                                        <p:attrNameLst>
                                          <p:attrName>style.visibility</p:attrName>
                                        </p:attrNameLst>
                                      </p:cBhvr>
                                      <p:to>
                                        <p:strVal val="visible"/>
                                      </p:to>
                                    </p:set>
                                    <p:anim calcmode="lin" valueType="num">
                                      <p:cBhvr>
                                        <p:cTn id="82" dur="500" fill="hold"/>
                                        <p:tgtEl>
                                          <p:spTgt spid="1222"/>
                                        </p:tgtEl>
                                        <p:attrNameLst>
                                          <p:attrName>ppt_x</p:attrName>
                                        </p:attrNameLst>
                                      </p:cBhvr>
                                      <p:tavLst>
                                        <p:tav tm="0">
                                          <p:val>
                                            <p:strVal val="#ppt_x"/>
                                          </p:val>
                                        </p:tav>
                                        <p:tav tm="100000">
                                          <p:val>
                                            <p:strVal val="#ppt_x"/>
                                          </p:val>
                                        </p:tav>
                                      </p:tavLst>
                                    </p:anim>
                                    <p:anim calcmode="lin" valueType="num">
                                      <p:cBhvr>
                                        <p:cTn id="83" dur="500" fill="hold"/>
                                        <p:tgtEl>
                                          <p:spTgt spid="1222"/>
                                        </p:tgtEl>
                                        <p:attrNameLst>
                                          <p:attrName>ppt_y</p:attrName>
                                        </p:attrNameLst>
                                      </p:cBhvr>
                                      <p:tavLst>
                                        <p:tav tm="0">
                                          <p:val>
                                            <p:strVal val="1+#ppt_h/2"/>
                                          </p:val>
                                        </p:tav>
                                        <p:tav tm="100000">
                                          <p:val>
                                            <p:strVal val="#ppt_y"/>
                                          </p:val>
                                        </p:tav>
                                      </p:tavLst>
                                    </p:anim>
                                  </p:childTnLst>
                                </p:cTn>
                              </p:par>
                            </p:childTnLst>
                          </p:cTn>
                        </p:par>
                        <p:par>
                          <p:cTn id="84" fill="hold">
                            <p:stCondLst>
                              <p:cond delay="9600"/>
                            </p:stCondLst>
                            <p:childTnLst>
                              <p:par>
                                <p:cTn id="85" presetClass="entr" nodeType="afterEffect" presetSubtype="4" presetID="2" grpId="17" fill="hold">
                                  <p:stCondLst>
                                    <p:cond delay="100"/>
                                  </p:stCondLst>
                                  <p:iterate type="el" backwards="0">
                                    <p:tmAbs val="0"/>
                                  </p:iterate>
                                  <p:childTnLst>
                                    <p:set>
                                      <p:cBhvr>
                                        <p:cTn id="86" fill="hold"/>
                                        <p:tgtEl>
                                          <p:spTgt spid="1223"/>
                                        </p:tgtEl>
                                        <p:attrNameLst>
                                          <p:attrName>style.visibility</p:attrName>
                                        </p:attrNameLst>
                                      </p:cBhvr>
                                      <p:to>
                                        <p:strVal val="visible"/>
                                      </p:to>
                                    </p:set>
                                    <p:anim calcmode="lin" valueType="num">
                                      <p:cBhvr>
                                        <p:cTn id="87" dur="500" fill="hold"/>
                                        <p:tgtEl>
                                          <p:spTgt spid="1223"/>
                                        </p:tgtEl>
                                        <p:attrNameLst>
                                          <p:attrName>ppt_x</p:attrName>
                                        </p:attrNameLst>
                                      </p:cBhvr>
                                      <p:tavLst>
                                        <p:tav tm="0">
                                          <p:val>
                                            <p:strVal val="#ppt_x"/>
                                          </p:val>
                                        </p:tav>
                                        <p:tav tm="100000">
                                          <p:val>
                                            <p:strVal val="#ppt_x"/>
                                          </p:val>
                                        </p:tav>
                                      </p:tavLst>
                                    </p:anim>
                                    <p:anim calcmode="lin" valueType="num">
                                      <p:cBhvr>
                                        <p:cTn id="88" dur="500" fill="hold"/>
                                        <p:tgtEl>
                                          <p:spTgt spid="1223"/>
                                        </p:tgtEl>
                                        <p:attrNameLst>
                                          <p:attrName>ppt_y</p:attrName>
                                        </p:attrNameLst>
                                      </p:cBhvr>
                                      <p:tavLst>
                                        <p:tav tm="0">
                                          <p:val>
                                            <p:strVal val="1+#ppt_h/2"/>
                                          </p:val>
                                        </p:tav>
                                        <p:tav tm="100000">
                                          <p:val>
                                            <p:strVal val="#ppt_y"/>
                                          </p:val>
                                        </p:tav>
                                      </p:tavLst>
                                    </p:anim>
                                  </p:childTnLst>
                                </p:cTn>
                              </p:par>
                            </p:childTnLst>
                          </p:cTn>
                        </p:par>
                        <p:par>
                          <p:cTn id="89" fill="hold">
                            <p:stCondLst>
                              <p:cond delay="10200"/>
                            </p:stCondLst>
                            <p:childTnLst>
                              <p:par>
                                <p:cTn id="90" presetClass="entr" nodeType="afterEffect" presetSubtype="2" presetID="2" grpId="18" fill="hold">
                                  <p:stCondLst>
                                    <p:cond delay="100"/>
                                  </p:stCondLst>
                                  <p:iterate type="el" backwards="0">
                                    <p:tmAbs val="0"/>
                                  </p:iterate>
                                  <p:childTnLst>
                                    <p:set>
                                      <p:cBhvr>
                                        <p:cTn id="91" fill="hold"/>
                                        <p:tgtEl>
                                          <p:spTgt spid="1224"/>
                                        </p:tgtEl>
                                        <p:attrNameLst>
                                          <p:attrName>style.visibility</p:attrName>
                                        </p:attrNameLst>
                                      </p:cBhvr>
                                      <p:to>
                                        <p:strVal val="visible"/>
                                      </p:to>
                                    </p:set>
                                    <p:anim calcmode="lin" valueType="num">
                                      <p:cBhvr>
                                        <p:cTn id="92" dur="500" fill="hold"/>
                                        <p:tgtEl>
                                          <p:spTgt spid="1224"/>
                                        </p:tgtEl>
                                        <p:attrNameLst>
                                          <p:attrName>ppt_x</p:attrName>
                                        </p:attrNameLst>
                                      </p:cBhvr>
                                      <p:tavLst>
                                        <p:tav tm="0">
                                          <p:val>
                                            <p:strVal val="1+#ppt_w/2"/>
                                          </p:val>
                                        </p:tav>
                                        <p:tav tm="100000">
                                          <p:val>
                                            <p:strVal val="#ppt_x"/>
                                          </p:val>
                                        </p:tav>
                                      </p:tavLst>
                                    </p:anim>
                                    <p:anim calcmode="lin" valueType="num">
                                      <p:cBhvr>
                                        <p:cTn id="93" dur="500" fill="hold"/>
                                        <p:tgtEl>
                                          <p:spTgt spid="1224"/>
                                        </p:tgtEl>
                                        <p:attrNameLst>
                                          <p:attrName>ppt_y</p:attrName>
                                        </p:attrNameLst>
                                      </p:cBhvr>
                                      <p:tavLst>
                                        <p:tav tm="0">
                                          <p:val>
                                            <p:strVal val="#ppt_y"/>
                                          </p:val>
                                        </p:tav>
                                        <p:tav tm="100000">
                                          <p:val>
                                            <p:strVal val="#ppt_y"/>
                                          </p:val>
                                        </p:tav>
                                      </p:tavLst>
                                    </p:anim>
                                  </p:childTnLst>
                                </p:cTn>
                              </p:par>
                            </p:childTnLst>
                          </p:cTn>
                        </p:par>
                        <p:par>
                          <p:cTn id="94" fill="hold">
                            <p:stCondLst>
                              <p:cond delay="10800"/>
                            </p:stCondLst>
                            <p:childTnLst>
                              <p:par>
                                <p:cTn id="95" presetClass="entr" nodeType="afterEffect" presetSubtype="2" presetID="2" grpId="19" fill="hold">
                                  <p:stCondLst>
                                    <p:cond delay="100"/>
                                  </p:stCondLst>
                                  <p:iterate type="el" backwards="0">
                                    <p:tmAbs val="0"/>
                                  </p:iterate>
                                  <p:childTnLst>
                                    <p:set>
                                      <p:cBhvr>
                                        <p:cTn id="96" fill="hold"/>
                                        <p:tgtEl>
                                          <p:spTgt spid="1225"/>
                                        </p:tgtEl>
                                        <p:attrNameLst>
                                          <p:attrName>style.visibility</p:attrName>
                                        </p:attrNameLst>
                                      </p:cBhvr>
                                      <p:to>
                                        <p:strVal val="visible"/>
                                      </p:to>
                                    </p:set>
                                    <p:anim calcmode="lin" valueType="num">
                                      <p:cBhvr>
                                        <p:cTn id="97" dur="500" fill="hold"/>
                                        <p:tgtEl>
                                          <p:spTgt spid="1225"/>
                                        </p:tgtEl>
                                        <p:attrNameLst>
                                          <p:attrName>ppt_x</p:attrName>
                                        </p:attrNameLst>
                                      </p:cBhvr>
                                      <p:tavLst>
                                        <p:tav tm="0">
                                          <p:val>
                                            <p:strVal val="1+#ppt_w/2"/>
                                          </p:val>
                                        </p:tav>
                                        <p:tav tm="100000">
                                          <p:val>
                                            <p:strVal val="#ppt_x"/>
                                          </p:val>
                                        </p:tav>
                                      </p:tavLst>
                                    </p:anim>
                                    <p:anim calcmode="lin" valueType="num">
                                      <p:cBhvr>
                                        <p:cTn id="98" dur="500" fill="hold"/>
                                        <p:tgtEl>
                                          <p:spTgt spid="1225"/>
                                        </p:tgtEl>
                                        <p:attrNameLst>
                                          <p:attrName>ppt_y</p:attrName>
                                        </p:attrNameLst>
                                      </p:cBhvr>
                                      <p:tavLst>
                                        <p:tav tm="0">
                                          <p:val>
                                            <p:strVal val="#ppt_y"/>
                                          </p:val>
                                        </p:tav>
                                        <p:tav tm="100000">
                                          <p:val>
                                            <p:strVal val="#ppt_y"/>
                                          </p:val>
                                        </p:tav>
                                      </p:tavLst>
                                    </p:anim>
                                  </p:childTnLst>
                                </p:cTn>
                              </p:par>
                            </p:childTnLst>
                          </p:cTn>
                        </p:par>
                        <p:par>
                          <p:cTn id="99" fill="hold">
                            <p:stCondLst>
                              <p:cond delay="11400"/>
                            </p:stCondLst>
                            <p:childTnLst>
                              <p:par>
                                <p:cTn id="100" presetClass="entr" nodeType="afterEffect" presetSubtype="2" presetID="2" grpId="20" fill="hold">
                                  <p:stCondLst>
                                    <p:cond delay="100"/>
                                  </p:stCondLst>
                                  <p:iterate type="el" backwards="0">
                                    <p:tmAbs val="0"/>
                                  </p:iterate>
                                  <p:childTnLst>
                                    <p:set>
                                      <p:cBhvr>
                                        <p:cTn id="101" fill="hold"/>
                                        <p:tgtEl>
                                          <p:spTgt spid="1230"/>
                                        </p:tgtEl>
                                        <p:attrNameLst>
                                          <p:attrName>style.visibility</p:attrName>
                                        </p:attrNameLst>
                                      </p:cBhvr>
                                      <p:to>
                                        <p:strVal val="visible"/>
                                      </p:to>
                                    </p:set>
                                    <p:anim calcmode="lin" valueType="num">
                                      <p:cBhvr>
                                        <p:cTn id="102" dur="500" fill="hold"/>
                                        <p:tgtEl>
                                          <p:spTgt spid="1230"/>
                                        </p:tgtEl>
                                        <p:attrNameLst>
                                          <p:attrName>ppt_x</p:attrName>
                                        </p:attrNameLst>
                                      </p:cBhvr>
                                      <p:tavLst>
                                        <p:tav tm="0">
                                          <p:val>
                                            <p:strVal val="1+#ppt_w/2"/>
                                          </p:val>
                                        </p:tav>
                                        <p:tav tm="100000">
                                          <p:val>
                                            <p:strVal val="#ppt_x"/>
                                          </p:val>
                                        </p:tav>
                                      </p:tavLst>
                                    </p:anim>
                                    <p:anim calcmode="lin" valueType="num">
                                      <p:cBhvr>
                                        <p:cTn id="103" dur="500" fill="hold"/>
                                        <p:tgtEl>
                                          <p:spTgt spid="1230"/>
                                        </p:tgtEl>
                                        <p:attrNameLst>
                                          <p:attrName>ppt_y</p:attrName>
                                        </p:attrNameLst>
                                      </p:cBhvr>
                                      <p:tavLst>
                                        <p:tav tm="0">
                                          <p:val>
                                            <p:strVal val="#ppt_y"/>
                                          </p:val>
                                        </p:tav>
                                        <p:tav tm="100000">
                                          <p:val>
                                            <p:strVal val="#ppt_y"/>
                                          </p:val>
                                        </p:tav>
                                      </p:tavLst>
                                    </p:anim>
                                  </p:childTnLst>
                                </p:cTn>
                              </p:par>
                            </p:childTnLst>
                          </p:cTn>
                        </p:par>
                        <p:par>
                          <p:cTn id="104" fill="hold">
                            <p:stCondLst>
                              <p:cond delay="12000"/>
                            </p:stCondLst>
                            <p:childTnLst>
                              <p:par>
                                <p:cTn id="105" presetClass="entr" nodeType="afterEffect" presetSubtype="2" presetID="2" grpId="21" fill="hold">
                                  <p:stCondLst>
                                    <p:cond delay="100"/>
                                  </p:stCondLst>
                                  <p:iterate type="el" backwards="0">
                                    <p:tmAbs val="0"/>
                                  </p:iterate>
                                  <p:childTnLst>
                                    <p:set>
                                      <p:cBhvr>
                                        <p:cTn id="106" fill="hold"/>
                                        <p:tgtEl>
                                          <p:spTgt spid="1231"/>
                                        </p:tgtEl>
                                        <p:attrNameLst>
                                          <p:attrName>style.visibility</p:attrName>
                                        </p:attrNameLst>
                                      </p:cBhvr>
                                      <p:to>
                                        <p:strVal val="visible"/>
                                      </p:to>
                                    </p:set>
                                    <p:anim calcmode="lin" valueType="num">
                                      <p:cBhvr>
                                        <p:cTn id="107" dur="500" fill="hold"/>
                                        <p:tgtEl>
                                          <p:spTgt spid="1231"/>
                                        </p:tgtEl>
                                        <p:attrNameLst>
                                          <p:attrName>ppt_x</p:attrName>
                                        </p:attrNameLst>
                                      </p:cBhvr>
                                      <p:tavLst>
                                        <p:tav tm="0">
                                          <p:val>
                                            <p:strVal val="1+#ppt_w/2"/>
                                          </p:val>
                                        </p:tav>
                                        <p:tav tm="100000">
                                          <p:val>
                                            <p:strVal val="#ppt_x"/>
                                          </p:val>
                                        </p:tav>
                                      </p:tavLst>
                                    </p:anim>
                                    <p:anim calcmode="lin" valueType="num">
                                      <p:cBhvr>
                                        <p:cTn id="108" dur="500" fill="hold"/>
                                        <p:tgtEl>
                                          <p:spTgt spid="1231"/>
                                        </p:tgtEl>
                                        <p:attrNameLst>
                                          <p:attrName>ppt_y</p:attrName>
                                        </p:attrNameLst>
                                      </p:cBhvr>
                                      <p:tavLst>
                                        <p:tav tm="0">
                                          <p:val>
                                            <p:strVal val="#ppt_y"/>
                                          </p:val>
                                        </p:tav>
                                        <p:tav tm="100000">
                                          <p:val>
                                            <p:strVal val="#ppt_y"/>
                                          </p:val>
                                        </p:tav>
                                      </p:tavLst>
                                    </p:anim>
                                  </p:childTnLst>
                                </p:cTn>
                              </p:par>
                            </p:childTnLst>
                          </p:cTn>
                        </p:par>
                        <p:par>
                          <p:cTn id="109" fill="hold">
                            <p:stCondLst>
                              <p:cond delay="12600"/>
                            </p:stCondLst>
                            <p:childTnLst>
                              <p:par>
                                <p:cTn id="110" presetClass="entr" nodeType="afterEffect" presetSubtype="2" presetID="2" grpId="22" fill="hold">
                                  <p:stCondLst>
                                    <p:cond delay="100"/>
                                  </p:stCondLst>
                                  <p:iterate type="el" backwards="0">
                                    <p:tmAbs val="0"/>
                                  </p:iterate>
                                  <p:childTnLst>
                                    <p:set>
                                      <p:cBhvr>
                                        <p:cTn id="111" fill="hold"/>
                                        <p:tgtEl>
                                          <p:spTgt spid="1232"/>
                                        </p:tgtEl>
                                        <p:attrNameLst>
                                          <p:attrName>style.visibility</p:attrName>
                                        </p:attrNameLst>
                                      </p:cBhvr>
                                      <p:to>
                                        <p:strVal val="visible"/>
                                      </p:to>
                                    </p:set>
                                    <p:anim calcmode="lin" valueType="num">
                                      <p:cBhvr>
                                        <p:cTn id="112" dur="500" fill="hold"/>
                                        <p:tgtEl>
                                          <p:spTgt spid="1232"/>
                                        </p:tgtEl>
                                        <p:attrNameLst>
                                          <p:attrName>ppt_x</p:attrName>
                                        </p:attrNameLst>
                                      </p:cBhvr>
                                      <p:tavLst>
                                        <p:tav tm="0">
                                          <p:val>
                                            <p:strVal val="1+#ppt_w/2"/>
                                          </p:val>
                                        </p:tav>
                                        <p:tav tm="100000">
                                          <p:val>
                                            <p:strVal val="#ppt_x"/>
                                          </p:val>
                                        </p:tav>
                                      </p:tavLst>
                                    </p:anim>
                                    <p:anim calcmode="lin" valueType="num">
                                      <p:cBhvr>
                                        <p:cTn id="113" dur="500" fill="hold"/>
                                        <p:tgtEl>
                                          <p:spTgt spid="1232"/>
                                        </p:tgtEl>
                                        <p:attrNameLst>
                                          <p:attrName>ppt_y</p:attrName>
                                        </p:attrNameLst>
                                      </p:cBhvr>
                                      <p:tavLst>
                                        <p:tav tm="0">
                                          <p:val>
                                            <p:strVal val="#ppt_y"/>
                                          </p:val>
                                        </p:tav>
                                        <p:tav tm="100000">
                                          <p:val>
                                            <p:strVal val="#ppt_y"/>
                                          </p:val>
                                        </p:tav>
                                      </p:tavLst>
                                    </p:anim>
                                  </p:childTnLst>
                                </p:cTn>
                              </p:par>
                            </p:childTnLst>
                          </p:cTn>
                        </p:par>
                        <p:par>
                          <p:cTn id="114" fill="hold">
                            <p:stCondLst>
                              <p:cond delay="13200"/>
                            </p:stCondLst>
                            <p:childTnLst>
                              <p:par>
                                <p:cTn id="115" presetClass="entr" nodeType="afterEffect" presetSubtype="2" presetID="2" grpId="23" fill="hold">
                                  <p:stCondLst>
                                    <p:cond delay="100"/>
                                  </p:stCondLst>
                                  <p:iterate type="el" backwards="0">
                                    <p:tmAbs val="0"/>
                                  </p:iterate>
                                  <p:childTnLst>
                                    <p:set>
                                      <p:cBhvr>
                                        <p:cTn id="116" fill="hold"/>
                                        <p:tgtEl>
                                          <p:spTgt spid="1233"/>
                                        </p:tgtEl>
                                        <p:attrNameLst>
                                          <p:attrName>style.visibility</p:attrName>
                                        </p:attrNameLst>
                                      </p:cBhvr>
                                      <p:to>
                                        <p:strVal val="visible"/>
                                      </p:to>
                                    </p:set>
                                    <p:anim calcmode="lin" valueType="num">
                                      <p:cBhvr>
                                        <p:cTn id="117" dur="500" fill="hold"/>
                                        <p:tgtEl>
                                          <p:spTgt spid="1233"/>
                                        </p:tgtEl>
                                        <p:attrNameLst>
                                          <p:attrName>ppt_x</p:attrName>
                                        </p:attrNameLst>
                                      </p:cBhvr>
                                      <p:tavLst>
                                        <p:tav tm="0">
                                          <p:val>
                                            <p:strVal val="1+#ppt_w/2"/>
                                          </p:val>
                                        </p:tav>
                                        <p:tav tm="100000">
                                          <p:val>
                                            <p:strVal val="#ppt_x"/>
                                          </p:val>
                                        </p:tav>
                                      </p:tavLst>
                                    </p:anim>
                                    <p:anim calcmode="lin" valueType="num">
                                      <p:cBhvr>
                                        <p:cTn id="118" dur="500" fill="hold"/>
                                        <p:tgtEl>
                                          <p:spTgt spid="1233"/>
                                        </p:tgtEl>
                                        <p:attrNameLst>
                                          <p:attrName>ppt_y</p:attrName>
                                        </p:attrNameLst>
                                      </p:cBhvr>
                                      <p:tavLst>
                                        <p:tav tm="0">
                                          <p:val>
                                            <p:strVal val="#ppt_y"/>
                                          </p:val>
                                        </p:tav>
                                        <p:tav tm="100000">
                                          <p:val>
                                            <p:strVal val="#ppt_y"/>
                                          </p:val>
                                        </p:tav>
                                      </p:tavLst>
                                    </p:anim>
                                  </p:childTnLst>
                                </p:cTn>
                              </p:par>
                            </p:childTnLst>
                          </p:cTn>
                        </p:par>
                        <p:par>
                          <p:cTn id="119" fill="hold">
                            <p:stCondLst>
                              <p:cond delay="13800"/>
                            </p:stCondLst>
                            <p:childTnLst>
                              <p:par>
                                <p:cTn id="120" presetClass="entr" nodeType="afterEffect" presetSubtype="2" presetID="2" grpId="24" fill="hold">
                                  <p:stCondLst>
                                    <p:cond delay="100"/>
                                  </p:stCondLst>
                                  <p:iterate type="el" backwards="0">
                                    <p:tmAbs val="0"/>
                                  </p:iterate>
                                  <p:childTnLst>
                                    <p:set>
                                      <p:cBhvr>
                                        <p:cTn id="121" fill="hold"/>
                                        <p:tgtEl>
                                          <p:spTgt spid="1234"/>
                                        </p:tgtEl>
                                        <p:attrNameLst>
                                          <p:attrName>style.visibility</p:attrName>
                                        </p:attrNameLst>
                                      </p:cBhvr>
                                      <p:to>
                                        <p:strVal val="visible"/>
                                      </p:to>
                                    </p:set>
                                    <p:anim calcmode="lin" valueType="num">
                                      <p:cBhvr>
                                        <p:cTn id="122" dur="500" fill="hold"/>
                                        <p:tgtEl>
                                          <p:spTgt spid="1234"/>
                                        </p:tgtEl>
                                        <p:attrNameLst>
                                          <p:attrName>ppt_x</p:attrName>
                                        </p:attrNameLst>
                                      </p:cBhvr>
                                      <p:tavLst>
                                        <p:tav tm="0">
                                          <p:val>
                                            <p:strVal val="1+#ppt_w/2"/>
                                          </p:val>
                                        </p:tav>
                                        <p:tav tm="100000">
                                          <p:val>
                                            <p:strVal val="#ppt_x"/>
                                          </p:val>
                                        </p:tav>
                                      </p:tavLst>
                                    </p:anim>
                                    <p:anim calcmode="lin" valueType="num">
                                      <p:cBhvr>
                                        <p:cTn id="123" dur="500" fill="hold"/>
                                        <p:tgtEl>
                                          <p:spTgt spid="1234"/>
                                        </p:tgtEl>
                                        <p:attrNameLst>
                                          <p:attrName>ppt_y</p:attrName>
                                        </p:attrNameLst>
                                      </p:cBhvr>
                                      <p:tavLst>
                                        <p:tav tm="0">
                                          <p:val>
                                            <p:strVal val="#ppt_y"/>
                                          </p:val>
                                        </p:tav>
                                        <p:tav tm="100000">
                                          <p:val>
                                            <p:strVal val="#ppt_y"/>
                                          </p:val>
                                        </p:tav>
                                      </p:tavLst>
                                    </p:anim>
                                  </p:childTnLst>
                                </p:cTn>
                              </p:par>
                            </p:childTnLst>
                          </p:cTn>
                        </p:par>
                        <p:par>
                          <p:cTn id="124" fill="hold">
                            <p:stCondLst>
                              <p:cond delay="14400"/>
                            </p:stCondLst>
                            <p:childTnLst>
                              <p:par>
                                <p:cTn id="125" presetClass="entr" nodeType="afterEffect" presetSubtype="2" presetID="2" grpId="25" fill="hold">
                                  <p:stCondLst>
                                    <p:cond delay="100"/>
                                  </p:stCondLst>
                                  <p:iterate type="el" backwards="0">
                                    <p:tmAbs val="0"/>
                                  </p:iterate>
                                  <p:childTnLst>
                                    <p:set>
                                      <p:cBhvr>
                                        <p:cTn id="126" fill="hold"/>
                                        <p:tgtEl>
                                          <p:spTgt spid="1235"/>
                                        </p:tgtEl>
                                        <p:attrNameLst>
                                          <p:attrName>style.visibility</p:attrName>
                                        </p:attrNameLst>
                                      </p:cBhvr>
                                      <p:to>
                                        <p:strVal val="visible"/>
                                      </p:to>
                                    </p:set>
                                    <p:anim calcmode="lin" valueType="num">
                                      <p:cBhvr>
                                        <p:cTn id="127" dur="500" fill="hold"/>
                                        <p:tgtEl>
                                          <p:spTgt spid="1235"/>
                                        </p:tgtEl>
                                        <p:attrNameLst>
                                          <p:attrName>ppt_x</p:attrName>
                                        </p:attrNameLst>
                                      </p:cBhvr>
                                      <p:tavLst>
                                        <p:tav tm="0">
                                          <p:val>
                                            <p:strVal val="1+#ppt_w/2"/>
                                          </p:val>
                                        </p:tav>
                                        <p:tav tm="100000">
                                          <p:val>
                                            <p:strVal val="#ppt_x"/>
                                          </p:val>
                                        </p:tav>
                                      </p:tavLst>
                                    </p:anim>
                                    <p:anim calcmode="lin" valueType="num">
                                      <p:cBhvr>
                                        <p:cTn id="128" dur="500" fill="hold"/>
                                        <p:tgtEl>
                                          <p:spTgt spid="12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222" grpId="16"/>
      <p:bldP build="whole" bldLvl="1" animBg="1" rev="0" advAuto="0" spid="1219" grpId="13"/>
      <p:bldP build="whole" bldLvl="1" animBg="1" rev="0" advAuto="0" spid="1230" grpId="20"/>
      <p:bldP build="whole" bldLvl="1" animBg="1" rev="0" advAuto="0" spid="1214" grpId="8"/>
      <p:bldP build="whole" bldLvl="1" animBg="1" rev="0" advAuto="0" spid="1224" grpId="18"/>
      <p:bldP build="whole" bldLvl="1" animBg="1" rev="0" advAuto="0" spid="1209" grpId="3"/>
      <p:bldP build="whole" bldLvl="1" animBg="1" rev="0" advAuto="0" spid="1215" grpId="9"/>
      <p:bldP build="whole" bldLvl="1" animBg="1" rev="0" advAuto="0" spid="1208" grpId="2"/>
      <p:bldP build="whole" bldLvl="1" animBg="1" rev="0" advAuto="0" spid="1213" grpId="7"/>
      <p:bldP build="whole" bldLvl="1" animBg="1" rev="0" advAuto="0" spid="1233" grpId="23"/>
      <p:bldP build="whole" bldLvl="1" animBg="1" rev="0" advAuto="0" spid="1235" grpId="25"/>
      <p:bldP build="whole" bldLvl="1" animBg="1" rev="0" advAuto="0" spid="1225" grpId="19"/>
      <p:bldP build="whole" bldLvl="1" animBg="1" rev="0" advAuto="0" spid="1207" grpId="1"/>
      <p:bldP build="whole" bldLvl="1" animBg="1" rev="0" advAuto="0" spid="1221" grpId="15"/>
      <p:bldP build="whole" bldLvl="1" animBg="1" rev="0" advAuto="0" spid="1220" grpId="14"/>
      <p:bldP build="whole" bldLvl="1" animBg="1" rev="0" advAuto="0" spid="1210" grpId="4"/>
      <p:bldP build="whole" bldLvl="1" animBg="1" rev="0" advAuto="0" spid="1218" grpId="12"/>
      <p:bldP build="whole" bldLvl="1" animBg="1" rev="0" advAuto="0" spid="1217" grpId="11"/>
      <p:bldP build="whole" bldLvl="1" animBg="1" rev="0" advAuto="0" spid="1234" grpId="24"/>
      <p:bldP build="whole" bldLvl="1" animBg="1" rev="0" advAuto="0" spid="1232" grpId="22"/>
      <p:bldP build="whole" bldLvl="1" animBg="1" rev="0" advAuto="0" spid="1212" grpId="6"/>
      <p:bldP build="whole" bldLvl="1" animBg="1" rev="0" advAuto="0" spid="1216" grpId="10"/>
      <p:bldP build="whole" bldLvl="1" animBg="1" rev="0" advAuto="0" spid="1223" grpId="17"/>
      <p:bldP build="whole" bldLvl="1" animBg="1" rev="0" advAuto="0" spid="1231" grpId="21"/>
      <p:bldP build="whole" bldLvl="1" animBg="1" rev="0" advAuto="0" spid="1211" grpId="5"/>
    </p:bldLst>
  </p:timing>
</p:sld>
</file>

<file path=ppt/slides/slide5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237" name="Shape 1237"/>
          <p:cNvSpPr/>
          <p:nvPr/>
        </p:nvSpPr>
        <p:spPr>
          <a:xfrm>
            <a:off x="303300" y="385686"/>
            <a:ext cx="62757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Detalles propuestas</a:t>
            </a:r>
          </a:p>
        </p:txBody>
      </p:sp>
      <p:sp>
        <p:nvSpPr>
          <p:cNvPr id="1238" name="Shape 1238"/>
          <p:cNvSpPr/>
          <p:nvPr/>
        </p:nvSpPr>
        <p:spPr>
          <a:xfrm>
            <a:off x="4190621" y="38675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r>
              <a:t>Texto</a:t>
            </a:r>
          </a:p>
        </p:txBody>
      </p:sp>
      <p:sp>
        <p:nvSpPr>
          <p:cNvPr id="1239" name="Shape 1239"/>
          <p:cNvSpPr/>
          <p:nvPr/>
        </p:nvSpPr>
        <p:spPr>
          <a:xfrm>
            <a:off x="4190622" y="4559394"/>
            <a:ext cx="4401034"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40" name="Shape 1240"/>
          <p:cNvSpPr/>
          <p:nvPr/>
        </p:nvSpPr>
        <p:spPr>
          <a:xfrm>
            <a:off x="4190621" y="4539095"/>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241" name="Shape 1241"/>
          <p:cNvSpPr/>
          <p:nvPr/>
        </p:nvSpPr>
        <p:spPr>
          <a:xfrm>
            <a:off x="4196109" y="6713580"/>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42" name="Shape 1242"/>
          <p:cNvSpPr/>
          <p:nvPr/>
        </p:nvSpPr>
        <p:spPr>
          <a:xfrm>
            <a:off x="4196110" y="7405417"/>
            <a:ext cx="4401034"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43" name="Shape 1243"/>
          <p:cNvSpPr/>
          <p:nvPr/>
        </p:nvSpPr>
        <p:spPr>
          <a:xfrm>
            <a:off x="4196109" y="7403782"/>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244" name="Shape 1244"/>
          <p:cNvSpPr/>
          <p:nvPr/>
        </p:nvSpPr>
        <p:spPr>
          <a:xfrm>
            <a:off x="10342599" y="38675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45" name="Shape 1245"/>
          <p:cNvSpPr/>
          <p:nvPr/>
        </p:nvSpPr>
        <p:spPr>
          <a:xfrm>
            <a:off x="10342601" y="4559394"/>
            <a:ext cx="4401033"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46" name="Shape 1246"/>
          <p:cNvSpPr/>
          <p:nvPr/>
        </p:nvSpPr>
        <p:spPr>
          <a:xfrm>
            <a:off x="10342599" y="4557757"/>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247" name="Shape 1247"/>
          <p:cNvSpPr/>
          <p:nvPr/>
        </p:nvSpPr>
        <p:spPr>
          <a:xfrm>
            <a:off x="10322473" y="6722909"/>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48" name="Shape 1248"/>
          <p:cNvSpPr/>
          <p:nvPr/>
        </p:nvSpPr>
        <p:spPr>
          <a:xfrm>
            <a:off x="10322473" y="7396085"/>
            <a:ext cx="4401033"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49" name="Shape 1249"/>
          <p:cNvSpPr/>
          <p:nvPr/>
        </p:nvSpPr>
        <p:spPr>
          <a:xfrm>
            <a:off x="10322473" y="7394450"/>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254" name="Group 1254"/>
          <p:cNvGrpSpPr/>
          <p:nvPr/>
        </p:nvGrpSpPr>
        <p:grpSpPr>
          <a:xfrm>
            <a:off x="9226655" y="6666079"/>
            <a:ext cx="963813" cy="965201"/>
            <a:chOff x="0" y="0"/>
            <a:chExt cx="963812" cy="965200"/>
          </a:xfrm>
        </p:grpSpPr>
        <p:sp>
          <p:nvSpPr>
            <p:cNvPr id="1250" name="Shape 1250"/>
            <p:cNvSpPr/>
            <p:nvPr/>
          </p:nvSpPr>
          <p:spPr>
            <a:xfrm>
              <a:off x="0" y="361950"/>
              <a:ext cx="963813" cy="603250"/>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51" name="Shape 1251"/>
            <p:cNvSpPr/>
            <p:nvPr/>
          </p:nvSpPr>
          <p:spPr>
            <a:xfrm>
              <a:off x="234218" y="136526"/>
              <a:ext cx="64966" cy="225425"/>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52" name="Shape 1252"/>
            <p:cNvSpPr/>
            <p:nvPr/>
          </p:nvSpPr>
          <p:spPr>
            <a:xfrm>
              <a:off x="597251" y="130176"/>
              <a:ext cx="70034" cy="225425"/>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53" name="Shape 1253"/>
            <p:cNvSpPr/>
            <p:nvPr/>
          </p:nvSpPr>
          <p:spPr>
            <a:xfrm>
              <a:off x="443768" y="0"/>
              <a:ext cx="65171" cy="225425"/>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257" name="Group 1257"/>
          <p:cNvGrpSpPr/>
          <p:nvPr/>
        </p:nvGrpSpPr>
        <p:grpSpPr>
          <a:xfrm>
            <a:off x="3061007" y="4023159"/>
            <a:ext cx="962025" cy="904875"/>
            <a:chOff x="0" y="0"/>
            <a:chExt cx="962024" cy="904874"/>
          </a:xfrm>
        </p:grpSpPr>
        <p:sp>
          <p:nvSpPr>
            <p:cNvPr id="1255" name="Shape 1255"/>
            <p:cNvSpPr/>
            <p:nvPr/>
          </p:nvSpPr>
          <p:spPr>
            <a:xfrm>
              <a:off x="120650" y="120650"/>
              <a:ext cx="723901" cy="482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900" y="0"/>
                    <a:pt x="900" y="0"/>
                    <a:pt x="900" y="0"/>
                  </a:cubicBezTo>
                  <a:cubicBezTo>
                    <a:pt x="450" y="0"/>
                    <a:pt x="0" y="675"/>
                    <a:pt x="0" y="1350"/>
                  </a:cubicBezTo>
                  <a:cubicBezTo>
                    <a:pt x="0" y="20250"/>
                    <a:pt x="0" y="20250"/>
                    <a:pt x="0" y="20250"/>
                  </a:cubicBezTo>
                  <a:cubicBezTo>
                    <a:pt x="0" y="20925"/>
                    <a:pt x="450" y="21600"/>
                    <a:pt x="900" y="21600"/>
                  </a:cubicBezTo>
                  <a:cubicBezTo>
                    <a:pt x="20700" y="21600"/>
                    <a:pt x="20700" y="21600"/>
                    <a:pt x="20700" y="21600"/>
                  </a:cubicBezTo>
                  <a:cubicBezTo>
                    <a:pt x="21150" y="21600"/>
                    <a:pt x="21600" y="20925"/>
                    <a:pt x="21600" y="20250"/>
                  </a:cubicBezTo>
                  <a:cubicBezTo>
                    <a:pt x="21600" y="1350"/>
                    <a:pt x="21600" y="1350"/>
                    <a:pt x="21600" y="1350"/>
                  </a:cubicBezTo>
                  <a:cubicBezTo>
                    <a:pt x="21600" y="675"/>
                    <a:pt x="21150" y="0"/>
                    <a:pt x="20700" y="0"/>
                  </a:cubicBezTo>
                  <a:close/>
                  <a:moveTo>
                    <a:pt x="20700" y="20250"/>
                  </a:moveTo>
                  <a:cubicBezTo>
                    <a:pt x="900" y="20250"/>
                    <a:pt x="900" y="20250"/>
                    <a:pt x="900" y="20250"/>
                  </a:cubicBezTo>
                  <a:cubicBezTo>
                    <a:pt x="900" y="1350"/>
                    <a:pt x="900" y="1350"/>
                    <a:pt x="900" y="1350"/>
                  </a:cubicBezTo>
                  <a:cubicBezTo>
                    <a:pt x="20700" y="1350"/>
                    <a:pt x="20700" y="1350"/>
                    <a:pt x="20700" y="1350"/>
                  </a:cubicBezTo>
                  <a:lnTo>
                    <a:pt x="20700" y="202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56" name="Shape 1256"/>
            <p:cNvSpPr/>
            <p:nvPr/>
          </p:nvSpPr>
          <p:spPr>
            <a:xfrm>
              <a:off x="0" y="0"/>
              <a:ext cx="962025" cy="90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844" y="0"/>
                    <a:pt x="0" y="900"/>
                    <a:pt x="0" y="2160"/>
                  </a:cubicBezTo>
                  <a:cubicBezTo>
                    <a:pt x="0" y="16560"/>
                    <a:pt x="0" y="16560"/>
                    <a:pt x="0" y="16560"/>
                  </a:cubicBezTo>
                  <a:cubicBezTo>
                    <a:pt x="0" y="17820"/>
                    <a:pt x="844" y="18720"/>
                    <a:pt x="2025" y="18720"/>
                  </a:cubicBezTo>
                  <a:cubicBezTo>
                    <a:pt x="8775" y="18720"/>
                    <a:pt x="8775" y="18720"/>
                    <a:pt x="8775" y="18720"/>
                  </a:cubicBezTo>
                  <a:cubicBezTo>
                    <a:pt x="8775" y="19620"/>
                    <a:pt x="8775" y="19620"/>
                    <a:pt x="8775" y="19620"/>
                  </a:cubicBezTo>
                  <a:cubicBezTo>
                    <a:pt x="4556" y="20160"/>
                    <a:pt x="4556" y="20160"/>
                    <a:pt x="4556" y="20160"/>
                  </a:cubicBezTo>
                  <a:cubicBezTo>
                    <a:pt x="4219" y="20340"/>
                    <a:pt x="4050" y="20520"/>
                    <a:pt x="4050" y="20880"/>
                  </a:cubicBezTo>
                  <a:cubicBezTo>
                    <a:pt x="4050" y="21240"/>
                    <a:pt x="4387" y="21600"/>
                    <a:pt x="4725" y="21600"/>
                  </a:cubicBezTo>
                  <a:cubicBezTo>
                    <a:pt x="16875" y="21600"/>
                    <a:pt x="16875" y="21600"/>
                    <a:pt x="16875" y="21600"/>
                  </a:cubicBezTo>
                  <a:cubicBezTo>
                    <a:pt x="17212" y="21600"/>
                    <a:pt x="17550" y="21240"/>
                    <a:pt x="17550" y="20880"/>
                  </a:cubicBezTo>
                  <a:cubicBezTo>
                    <a:pt x="17550" y="20520"/>
                    <a:pt x="17381" y="20340"/>
                    <a:pt x="17044" y="20160"/>
                  </a:cubicBezTo>
                  <a:cubicBezTo>
                    <a:pt x="12825" y="19620"/>
                    <a:pt x="12825" y="19620"/>
                    <a:pt x="12825" y="19620"/>
                  </a:cubicBezTo>
                  <a:cubicBezTo>
                    <a:pt x="12825" y="18720"/>
                    <a:pt x="12825" y="18720"/>
                    <a:pt x="12825" y="18720"/>
                  </a:cubicBezTo>
                  <a:cubicBezTo>
                    <a:pt x="19575" y="18720"/>
                    <a:pt x="19575" y="18720"/>
                    <a:pt x="19575" y="18720"/>
                  </a:cubicBezTo>
                  <a:cubicBezTo>
                    <a:pt x="20756" y="18720"/>
                    <a:pt x="21600" y="17820"/>
                    <a:pt x="21600" y="16560"/>
                  </a:cubicBezTo>
                  <a:cubicBezTo>
                    <a:pt x="21600" y="2160"/>
                    <a:pt x="21600" y="2160"/>
                    <a:pt x="21600" y="2160"/>
                  </a:cubicBezTo>
                  <a:cubicBezTo>
                    <a:pt x="21600" y="900"/>
                    <a:pt x="20756" y="0"/>
                    <a:pt x="19575" y="0"/>
                  </a:cubicBezTo>
                  <a:close/>
                  <a:moveTo>
                    <a:pt x="20250" y="16560"/>
                  </a:moveTo>
                  <a:cubicBezTo>
                    <a:pt x="20250" y="16920"/>
                    <a:pt x="19913" y="17280"/>
                    <a:pt x="19575" y="17280"/>
                  </a:cubicBezTo>
                  <a:cubicBezTo>
                    <a:pt x="13500" y="17280"/>
                    <a:pt x="13500" y="17280"/>
                    <a:pt x="13500" y="17280"/>
                  </a:cubicBezTo>
                  <a:cubicBezTo>
                    <a:pt x="8100" y="17280"/>
                    <a:pt x="8100" y="17280"/>
                    <a:pt x="8100" y="17280"/>
                  </a:cubicBezTo>
                  <a:cubicBezTo>
                    <a:pt x="2025" y="17280"/>
                    <a:pt x="2025" y="17280"/>
                    <a:pt x="2025" y="17280"/>
                  </a:cubicBezTo>
                  <a:cubicBezTo>
                    <a:pt x="1687" y="17280"/>
                    <a:pt x="1350" y="16920"/>
                    <a:pt x="1350" y="16560"/>
                  </a:cubicBezTo>
                  <a:cubicBezTo>
                    <a:pt x="1350" y="2160"/>
                    <a:pt x="1350" y="2160"/>
                    <a:pt x="1350" y="2160"/>
                  </a:cubicBezTo>
                  <a:cubicBezTo>
                    <a:pt x="1350" y="1800"/>
                    <a:pt x="1687" y="1440"/>
                    <a:pt x="2025" y="1440"/>
                  </a:cubicBezTo>
                  <a:cubicBezTo>
                    <a:pt x="19575" y="1440"/>
                    <a:pt x="19575" y="1440"/>
                    <a:pt x="19575" y="1440"/>
                  </a:cubicBezTo>
                  <a:cubicBezTo>
                    <a:pt x="19913" y="1440"/>
                    <a:pt x="20250" y="1800"/>
                    <a:pt x="20250" y="2160"/>
                  </a:cubicBezTo>
                  <a:lnTo>
                    <a:pt x="20250" y="165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258" name="Shape 1258"/>
          <p:cNvSpPr/>
          <p:nvPr/>
        </p:nvSpPr>
        <p:spPr>
          <a:xfrm>
            <a:off x="16451299" y="38675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59" name="Shape 1259"/>
          <p:cNvSpPr/>
          <p:nvPr/>
        </p:nvSpPr>
        <p:spPr>
          <a:xfrm>
            <a:off x="16451301" y="4559394"/>
            <a:ext cx="4401033"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60" name="Shape 1260"/>
          <p:cNvSpPr/>
          <p:nvPr/>
        </p:nvSpPr>
        <p:spPr>
          <a:xfrm>
            <a:off x="16451299" y="4557757"/>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261" name="Shape 1261"/>
          <p:cNvSpPr/>
          <p:nvPr/>
        </p:nvSpPr>
        <p:spPr>
          <a:xfrm>
            <a:off x="16431173" y="6722909"/>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62" name="Shape 1262"/>
          <p:cNvSpPr/>
          <p:nvPr/>
        </p:nvSpPr>
        <p:spPr>
          <a:xfrm>
            <a:off x="16431173" y="7396085"/>
            <a:ext cx="4401033"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63" name="Shape 1263"/>
          <p:cNvSpPr/>
          <p:nvPr/>
        </p:nvSpPr>
        <p:spPr>
          <a:xfrm>
            <a:off x="16431173" y="7394450"/>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268" name="Group 1268"/>
          <p:cNvGrpSpPr/>
          <p:nvPr/>
        </p:nvGrpSpPr>
        <p:grpSpPr>
          <a:xfrm>
            <a:off x="15335355" y="6666079"/>
            <a:ext cx="963813" cy="965201"/>
            <a:chOff x="0" y="0"/>
            <a:chExt cx="963812" cy="965200"/>
          </a:xfrm>
        </p:grpSpPr>
        <p:sp>
          <p:nvSpPr>
            <p:cNvPr id="1264" name="Shape 1264"/>
            <p:cNvSpPr/>
            <p:nvPr/>
          </p:nvSpPr>
          <p:spPr>
            <a:xfrm>
              <a:off x="0" y="361950"/>
              <a:ext cx="963813" cy="603250"/>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65" name="Shape 1265"/>
            <p:cNvSpPr/>
            <p:nvPr/>
          </p:nvSpPr>
          <p:spPr>
            <a:xfrm>
              <a:off x="234218" y="136526"/>
              <a:ext cx="64966" cy="225425"/>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66" name="Shape 1266"/>
            <p:cNvSpPr/>
            <p:nvPr/>
          </p:nvSpPr>
          <p:spPr>
            <a:xfrm>
              <a:off x="597251" y="130176"/>
              <a:ext cx="70034" cy="225425"/>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67" name="Shape 1267"/>
            <p:cNvSpPr/>
            <p:nvPr/>
          </p:nvSpPr>
          <p:spPr>
            <a:xfrm>
              <a:off x="443768" y="0"/>
              <a:ext cx="65171" cy="225425"/>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271" name="Group 1271"/>
          <p:cNvGrpSpPr/>
          <p:nvPr/>
        </p:nvGrpSpPr>
        <p:grpSpPr>
          <a:xfrm>
            <a:off x="15323171" y="4023159"/>
            <a:ext cx="962025" cy="904875"/>
            <a:chOff x="0" y="0"/>
            <a:chExt cx="962024" cy="904874"/>
          </a:xfrm>
        </p:grpSpPr>
        <p:sp>
          <p:nvSpPr>
            <p:cNvPr id="1269" name="Shape 1269"/>
            <p:cNvSpPr/>
            <p:nvPr/>
          </p:nvSpPr>
          <p:spPr>
            <a:xfrm>
              <a:off x="120650" y="120650"/>
              <a:ext cx="723901" cy="482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900" y="0"/>
                    <a:pt x="900" y="0"/>
                    <a:pt x="900" y="0"/>
                  </a:cubicBezTo>
                  <a:cubicBezTo>
                    <a:pt x="450" y="0"/>
                    <a:pt x="0" y="675"/>
                    <a:pt x="0" y="1350"/>
                  </a:cubicBezTo>
                  <a:cubicBezTo>
                    <a:pt x="0" y="20250"/>
                    <a:pt x="0" y="20250"/>
                    <a:pt x="0" y="20250"/>
                  </a:cubicBezTo>
                  <a:cubicBezTo>
                    <a:pt x="0" y="20925"/>
                    <a:pt x="450" y="21600"/>
                    <a:pt x="900" y="21600"/>
                  </a:cubicBezTo>
                  <a:cubicBezTo>
                    <a:pt x="20700" y="21600"/>
                    <a:pt x="20700" y="21600"/>
                    <a:pt x="20700" y="21600"/>
                  </a:cubicBezTo>
                  <a:cubicBezTo>
                    <a:pt x="21150" y="21600"/>
                    <a:pt x="21600" y="20925"/>
                    <a:pt x="21600" y="20250"/>
                  </a:cubicBezTo>
                  <a:cubicBezTo>
                    <a:pt x="21600" y="1350"/>
                    <a:pt x="21600" y="1350"/>
                    <a:pt x="21600" y="1350"/>
                  </a:cubicBezTo>
                  <a:cubicBezTo>
                    <a:pt x="21600" y="675"/>
                    <a:pt x="21150" y="0"/>
                    <a:pt x="20700" y="0"/>
                  </a:cubicBezTo>
                  <a:close/>
                  <a:moveTo>
                    <a:pt x="20700" y="20250"/>
                  </a:moveTo>
                  <a:cubicBezTo>
                    <a:pt x="900" y="20250"/>
                    <a:pt x="900" y="20250"/>
                    <a:pt x="900" y="20250"/>
                  </a:cubicBezTo>
                  <a:cubicBezTo>
                    <a:pt x="900" y="1350"/>
                    <a:pt x="900" y="1350"/>
                    <a:pt x="900" y="1350"/>
                  </a:cubicBezTo>
                  <a:cubicBezTo>
                    <a:pt x="20700" y="1350"/>
                    <a:pt x="20700" y="1350"/>
                    <a:pt x="20700" y="1350"/>
                  </a:cubicBezTo>
                  <a:lnTo>
                    <a:pt x="20700" y="202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70" name="Shape 1270"/>
            <p:cNvSpPr/>
            <p:nvPr/>
          </p:nvSpPr>
          <p:spPr>
            <a:xfrm>
              <a:off x="0" y="0"/>
              <a:ext cx="962025" cy="90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844" y="0"/>
                    <a:pt x="0" y="900"/>
                    <a:pt x="0" y="2160"/>
                  </a:cubicBezTo>
                  <a:cubicBezTo>
                    <a:pt x="0" y="16560"/>
                    <a:pt x="0" y="16560"/>
                    <a:pt x="0" y="16560"/>
                  </a:cubicBezTo>
                  <a:cubicBezTo>
                    <a:pt x="0" y="17820"/>
                    <a:pt x="844" y="18720"/>
                    <a:pt x="2025" y="18720"/>
                  </a:cubicBezTo>
                  <a:cubicBezTo>
                    <a:pt x="8775" y="18720"/>
                    <a:pt x="8775" y="18720"/>
                    <a:pt x="8775" y="18720"/>
                  </a:cubicBezTo>
                  <a:cubicBezTo>
                    <a:pt x="8775" y="19620"/>
                    <a:pt x="8775" y="19620"/>
                    <a:pt x="8775" y="19620"/>
                  </a:cubicBezTo>
                  <a:cubicBezTo>
                    <a:pt x="4556" y="20160"/>
                    <a:pt x="4556" y="20160"/>
                    <a:pt x="4556" y="20160"/>
                  </a:cubicBezTo>
                  <a:cubicBezTo>
                    <a:pt x="4219" y="20340"/>
                    <a:pt x="4050" y="20520"/>
                    <a:pt x="4050" y="20880"/>
                  </a:cubicBezTo>
                  <a:cubicBezTo>
                    <a:pt x="4050" y="21240"/>
                    <a:pt x="4387" y="21600"/>
                    <a:pt x="4725" y="21600"/>
                  </a:cubicBezTo>
                  <a:cubicBezTo>
                    <a:pt x="16875" y="21600"/>
                    <a:pt x="16875" y="21600"/>
                    <a:pt x="16875" y="21600"/>
                  </a:cubicBezTo>
                  <a:cubicBezTo>
                    <a:pt x="17212" y="21600"/>
                    <a:pt x="17550" y="21240"/>
                    <a:pt x="17550" y="20880"/>
                  </a:cubicBezTo>
                  <a:cubicBezTo>
                    <a:pt x="17550" y="20520"/>
                    <a:pt x="17381" y="20340"/>
                    <a:pt x="17044" y="20160"/>
                  </a:cubicBezTo>
                  <a:cubicBezTo>
                    <a:pt x="12825" y="19620"/>
                    <a:pt x="12825" y="19620"/>
                    <a:pt x="12825" y="19620"/>
                  </a:cubicBezTo>
                  <a:cubicBezTo>
                    <a:pt x="12825" y="18720"/>
                    <a:pt x="12825" y="18720"/>
                    <a:pt x="12825" y="18720"/>
                  </a:cubicBezTo>
                  <a:cubicBezTo>
                    <a:pt x="19575" y="18720"/>
                    <a:pt x="19575" y="18720"/>
                    <a:pt x="19575" y="18720"/>
                  </a:cubicBezTo>
                  <a:cubicBezTo>
                    <a:pt x="20756" y="18720"/>
                    <a:pt x="21600" y="17820"/>
                    <a:pt x="21600" y="16560"/>
                  </a:cubicBezTo>
                  <a:cubicBezTo>
                    <a:pt x="21600" y="2160"/>
                    <a:pt x="21600" y="2160"/>
                    <a:pt x="21600" y="2160"/>
                  </a:cubicBezTo>
                  <a:cubicBezTo>
                    <a:pt x="21600" y="900"/>
                    <a:pt x="20756" y="0"/>
                    <a:pt x="19575" y="0"/>
                  </a:cubicBezTo>
                  <a:close/>
                  <a:moveTo>
                    <a:pt x="20250" y="16560"/>
                  </a:moveTo>
                  <a:cubicBezTo>
                    <a:pt x="20250" y="16920"/>
                    <a:pt x="19913" y="17280"/>
                    <a:pt x="19575" y="17280"/>
                  </a:cubicBezTo>
                  <a:cubicBezTo>
                    <a:pt x="13500" y="17280"/>
                    <a:pt x="13500" y="17280"/>
                    <a:pt x="13500" y="17280"/>
                  </a:cubicBezTo>
                  <a:cubicBezTo>
                    <a:pt x="8100" y="17280"/>
                    <a:pt x="8100" y="17280"/>
                    <a:pt x="8100" y="17280"/>
                  </a:cubicBezTo>
                  <a:cubicBezTo>
                    <a:pt x="2025" y="17280"/>
                    <a:pt x="2025" y="17280"/>
                    <a:pt x="2025" y="17280"/>
                  </a:cubicBezTo>
                  <a:cubicBezTo>
                    <a:pt x="1687" y="17280"/>
                    <a:pt x="1350" y="16920"/>
                    <a:pt x="1350" y="16560"/>
                  </a:cubicBezTo>
                  <a:cubicBezTo>
                    <a:pt x="1350" y="2160"/>
                    <a:pt x="1350" y="2160"/>
                    <a:pt x="1350" y="2160"/>
                  </a:cubicBezTo>
                  <a:cubicBezTo>
                    <a:pt x="1350" y="1800"/>
                    <a:pt x="1687" y="1440"/>
                    <a:pt x="2025" y="1440"/>
                  </a:cubicBezTo>
                  <a:cubicBezTo>
                    <a:pt x="19575" y="1440"/>
                    <a:pt x="19575" y="1440"/>
                    <a:pt x="19575" y="1440"/>
                  </a:cubicBezTo>
                  <a:cubicBezTo>
                    <a:pt x="19913" y="1440"/>
                    <a:pt x="20250" y="1800"/>
                    <a:pt x="20250" y="2160"/>
                  </a:cubicBezTo>
                  <a:lnTo>
                    <a:pt x="20250" y="165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274" name="Group 1274"/>
          <p:cNvGrpSpPr/>
          <p:nvPr/>
        </p:nvGrpSpPr>
        <p:grpSpPr>
          <a:xfrm>
            <a:off x="9201771" y="4023159"/>
            <a:ext cx="962025" cy="904875"/>
            <a:chOff x="0" y="0"/>
            <a:chExt cx="962024" cy="904874"/>
          </a:xfrm>
        </p:grpSpPr>
        <p:sp>
          <p:nvSpPr>
            <p:cNvPr id="1272" name="Shape 1272"/>
            <p:cNvSpPr/>
            <p:nvPr/>
          </p:nvSpPr>
          <p:spPr>
            <a:xfrm>
              <a:off x="120650" y="120650"/>
              <a:ext cx="723901" cy="482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900" y="0"/>
                    <a:pt x="900" y="0"/>
                    <a:pt x="900" y="0"/>
                  </a:cubicBezTo>
                  <a:cubicBezTo>
                    <a:pt x="450" y="0"/>
                    <a:pt x="0" y="675"/>
                    <a:pt x="0" y="1350"/>
                  </a:cubicBezTo>
                  <a:cubicBezTo>
                    <a:pt x="0" y="20250"/>
                    <a:pt x="0" y="20250"/>
                    <a:pt x="0" y="20250"/>
                  </a:cubicBezTo>
                  <a:cubicBezTo>
                    <a:pt x="0" y="20925"/>
                    <a:pt x="450" y="21600"/>
                    <a:pt x="900" y="21600"/>
                  </a:cubicBezTo>
                  <a:cubicBezTo>
                    <a:pt x="20700" y="21600"/>
                    <a:pt x="20700" y="21600"/>
                    <a:pt x="20700" y="21600"/>
                  </a:cubicBezTo>
                  <a:cubicBezTo>
                    <a:pt x="21150" y="21600"/>
                    <a:pt x="21600" y="20925"/>
                    <a:pt x="21600" y="20250"/>
                  </a:cubicBezTo>
                  <a:cubicBezTo>
                    <a:pt x="21600" y="1350"/>
                    <a:pt x="21600" y="1350"/>
                    <a:pt x="21600" y="1350"/>
                  </a:cubicBezTo>
                  <a:cubicBezTo>
                    <a:pt x="21600" y="675"/>
                    <a:pt x="21150" y="0"/>
                    <a:pt x="20700" y="0"/>
                  </a:cubicBezTo>
                  <a:close/>
                  <a:moveTo>
                    <a:pt x="20700" y="20250"/>
                  </a:moveTo>
                  <a:cubicBezTo>
                    <a:pt x="900" y="20250"/>
                    <a:pt x="900" y="20250"/>
                    <a:pt x="900" y="20250"/>
                  </a:cubicBezTo>
                  <a:cubicBezTo>
                    <a:pt x="900" y="1350"/>
                    <a:pt x="900" y="1350"/>
                    <a:pt x="900" y="1350"/>
                  </a:cubicBezTo>
                  <a:cubicBezTo>
                    <a:pt x="20700" y="1350"/>
                    <a:pt x="20700" y="1350"/>
                    <a:pt x="20700" y="1350"/>
                  </a:cubicBezTo>
                  <a:lnTo>
                    <a:pt x="20700" y="202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73" name="Shape 1273"/>
            <p:cNvSpPr/>
            <p:nvPr/>
          </p:nvSpPr>
          <p:spPr>
            <a:xfrm>
              <a:off x="0" y="0"/>
              <a:ext cx="962025" cy="90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844" y="0"/>
                    <a:pt x="0" y="900"/>
                    <a:pt x="0" y="2160"/>
                  </a:cubicBezTo>
                  <a:cubicBezTo>
                    <a:pt x="0" y="16560"/>
                    <a:pt x="0" y="16560"/>
                    <a:pt x="0" y="16560"/>
                  </a:cubicBezTo>
                  <a:cubicBezTo>
                    <a:pt x="0" y="17820"/>
                    <a:pt x="844" y="18720"/>
                    <a:pt x="2025" y="18720"/>
                  </a:cubicBezTo>
                  <a:cubicBezTo>
                    <a:pt x="8775" y="18720"/>
                    <a:pt x="8775" y="18720"/>
                    <a:pt x="8775" y="18720"/>
                  </a:cubicBezTo>
                  <a:cubicBezTo>
                    <a:pt x="8775" y="19620"/>
                    <a:pt x="8775" y="19620"/>
                    <a:pt x="8775" y="19620"/>
                  </a:cubicBezTo>
                  <a:cubicBezTo>
                    <a:pt x="4556" y="20160"/>
                    <a:pt x="4556" y="20160"/>
                    <a:pt x="4556" y="20160"/>
                  </a:cubicBezTo>
                  <a:cubicBezTo>
                    <a:pt x="4219" y="20340"/>
                    <a:pt x="4050" y="20520"/>
                    <a:pt x="4050" y="20880"/>
                  </a:cubicBezTo>
                  <a:cubicBezTo>
                    <a:pt x="4050" y="21240"/>
                    <a:pt x="4387" y="21600"/>
                    <a:pt x="4725" y="21600"/>
                  </a:cubicBezTo>
                  <a:cubicBezTo>
                    <a:pt x="16875" y="21600"/>
                    <a:pt x="16875" y="21600"/>
                    <a:pt x="16875" y="21600"/>
                  </a:cubicBezTo>
                  <a:cubicBezTo>
                    <a:pt x="17212" y="21600"/>
                    <a:pt x="17550" y="21240"/>
                    <a:pt x="17550" y="20880"/>
                  </a:cubicBezTo>
                  <a:cubicBezTo>
                    <a:pt x="17550" y="20520"/>
                    <a:pt x="17381" y="20340"/>
                    <a:pt x="17044" y="20160"/>
                  </a:cubicBezTo>
                  <a:cubicBezTo>
                    <a:pt x="12825" y="19620"/>
                    <a:pt x="12825" y="19620"/>
                    <a:pt x="12825" y="19620"/>
                  </a:cubicBezTo>
                  <a:cubicBezTo>
                    <a:pt x="12825" y="18720"/>
                    <a:pt x="12825" y="18720"/>
                    <a:pt x="12825" y="18720"/>
                  </a:cubicBezTo>
                  <a:cubicBezTo>
                    <a:pt x="19575" y="18720"/>
                    <a:pt x="19575" y="18720"/>
                    <a:pt x="19575" y="18720"/>
                  </a:cubicBezTo>
                  <a:cubicBezTo>
                    <a:pt x="20756" y="18720"/>
                    <a:pt x="21600" y="17820"/>
                    <a:pt x="21600" y="16560"/>
                  </a:cubicBezTo>
                  <a:cubicBezTo>
                    <a:pt x="21600" y="2160"/>
                    <a:pt x="21600" y="2160"/>
                    <a:pt x="21600" y="2160"/>
                  </a:cubicBezTo>
                  <a:cubicBezTo>
                    <a:pt x="21600" y="900"/>
                    <a:pt x="20756" y="0"/>
                    <a:pt x="19575" y="0"/>
                  </a:cubicBezTo>
                  <a:close/>
                  <a:moveTo>
                    <a:pt x="20250" y="16560"/>
                  </a:moveTo>
                  <a:cubicBezTo>
                    <a:pt x="20250" y="16920"/>
                    <a:pt x="19913" y="17280"/>
                    <a:pt x="19575" y="17280"/>
                  </a:cubicBezTo>
                  <a:cubicBezTo>
                    <a:pt x="13500" y="17280"/>
                    <a:pt x="13500" y="17280"/>
                    <a:pt x="13500" y="17280"/>
                  </a:cubicBezTo>
                  <a:cubicBezTo>
                    <a:pt x="8100" y="17280"/>
                    <a:pt x="8100" y="17280"/>
                    <a:pt x="8100" y="17280"/>
                  </a:cubicBezTo>
                  <a:cubicBezTo>
                    <a:pt x="2025" y="17280"/>
                    <a:pt x="2025" y="17280"/>
                    <a:pt x="2025" y="17280"/>
                  </a:cubicBezTo>
                  <a:cubicBezTo>
                    <a:pt x="1687" y="17280"/>
                    <a:pt x="1350" y="16920"/>
                    <a:pt x="1350" y="16560"/>
                  </a:cubicBezTo>
                  <a:cubicBezTo>
                    <a:pt x="1350" y="2160"/>
                    <a:pt x="1350" y="2160"/>
                    <a:pt x="1350" y="2160"/>
                  </a:cubicBezTo>
                  <a:cubicBezTo>
                    <a:pt x="1350" y="1800"/>
                    <a:pt x="1687" y="1440"/>
                    <a:pt x="2025" y="1440"/>
                  </a:cubicBezTo>
                  <a:cubicBezTo>
                    <a:pt x="19575" y="1440"/>
                    <a:pt x="19575" y="1440"/>
                    <a:pt x="19575" y="1440"/>
                  </a:cubicBezTo>
                  <a:cubicBezTo>
                    <a:pt x="19913" y="1440"/>
                    <a:pt x="20250" y="1800"/>
                    <a:pt x="20250" y="2160"/>
                  </a:cubicBezTo>
                  <a:lnTo>
                    <a:pt x="20250" y="165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279" name="Group 1279"/>
          <p:cNvGrpSpPr/>
          <p:nvPr/>
        </p:nvGrpSpPr>
        <p:grpSpPr>
          <a:xfrm>
            <a:off x="3060113" y="6666079"/>
            <a:ext cx="963813" cy="965201"/>
            <a:chOff x="0" y="0"/>
            <a:chExt cx="963812" cy="965200"/>
          </a:xfrm>
        </p:grpSpPr>
        <p:sp>
          <p:nvSpPr>
            <p:cNvPr id="1275" name="Shape 1275"/>
            <p:cNvSpPr/>
            <p:nvPr/>
          </p:nvSpPr>
          <p:spPr>
            <a:xfrm>
              <a:off x="0" y="361950"/>
              <a:ext cx="963813" cy="603250"/>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76" name="Shape 1276"/>
            <p:cNvSpPr/>
            <p:nvPr/>
          </p:nvSpPr>
          <p:spPr>
            <a:xfrm>
              <a:off x="234218" y="136526"/>
              <a:ext cx="64966" cy="225425"/>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77" name="Shape 1277"/>
            <p:cNvSpPr/>
            <p:nvPr/>
          </p:nvSpPr>
          <p:spPr>
            <a:xfrm>
              <a:off x="597251" y="130176"/>
              <a:ext cx="70034" cy="225425"/>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78" name="Shape 1278"/>
            <p:cNvSpPr/>
            <p:nvPr/>
          </p:nvSpPr>
          <p:spPr>
            <a:xfrm>
              <a:off x="443768" y="0"/>
              <a:ext cx="65171" cy="225425"/>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280" name="Shape 1280"/>
          <p:cNvSpPr/>
          <p:nvPr/>
        </p:nvSpPr>
        <p:spPr>
          <a:xfrm>
            <a:off x="4196109" y="9393280"/>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81" name="Shape 1281"/>
          <p:cNvSpPr/>
          <p:nvPr/>
        </p:nvSpPr>
        <p:spPr>
          <a:xfrm>
            <a:off x="4196110" y="10085117"/>
            <a:ext cx="4401034"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82" name="Shape 1282"/>
          <p:cNvSpPr/>
          <p:nvPr/>
        </p:nvSpPr>
        <p:spPr>
          <a:xfrm>
            <a:off x="4196109" y="10083482"/>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283" name="Shape 1283"/>
          <p:cNvSpPr/>
          <p:nvPr/>
        </p:nvSpPr>
        <p:spPr>
          <a:xfrm>
            <a:off x="10322473" y="9402609"/>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84" name="Shape 1284"/>
          <p:cNvSpPr/>
          <p:nvPr/>
        </p:nvSpPr>
        <p:spPr>
          <a:xfrm>
            <a:off x="10322473" y="10075785"/>
            <a:ext cx="4401033"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85" name="Shape 1285"/>
          <p:cNvSpPr/>
          <p:nvPr/>
        </p:nvSpPr>
        <p:spPr>
          <a:xfrm>
            <a:off x="10322473" y="10074150"/>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290" name="Group 1290"/>
          <p:cNvGrpSpPr/>
          <p:nvPr/>
        </p:nvGrpSpPr>
        <p:grpSpPr>
          <a:xfrm>
            <a:off x="9226655" y="9345779"/>
            <a:ext cx="963813" cy="965201"/>
            <a:chOff x="0" y="0"/>
            <a:chExt cx="963812" cy="965200"/>
          </a:xfrm>
        </p:grpSpPr>
        <p:sp>
          <p:nvSpPr>
            <p:cNvPr id="1286" name="Shape 1286"/>
            <p:cNvSpPr/>
            <p:nvPr/>
          </p:nvSpPr>
          <p:spPr>
            <a:xfrm>
              <a:off x="0" y="361950"/>
              <a:ext cx="963813" cy="603250"/>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87" name="Shape 1287"/>
            <p:cNvSpPr/>
            <p:nvPr/>
          </p:nvSpPr>
          <p:spPr>
            <a:xfrm>
              <a:off x="234218" y="136526"/>
              <a:ext cx="64966" cy="225425"/>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88" name="Shape 1288"/>
            <p:cNvSpPr/>
            <p:nvPr/>
          </p:nvSpPr>
          <p:spPr>
            <a:xfrm>
              <a:off x="597251" y="130176"/>
              <a:ext cx="70034" cy="225425"/>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89" name="Shape 1289"/>
            <p:cNvSpPr/>
            <p:nvPr/>
          </p:nvSpPr>
          <p:spPr>
            <a:xfrm>
              <a:off x="443768" y="0"/>
              <a:ext cx="65171" cy="225425"/>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291" name="Shape 1291"/>
          <p:cNvSpPr/>
          <p:nvPr/>
        </p:nvSpPr>
        <p:spPr>
          <a:xfrm>
            <a:off x="16431173" y="9402609"/>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1292" name="Shape 1292"/>
          <p:cNvSpPr/>
          <p:nvPr/>
        </p:nvSpPr>
        <p:spPr>
          <a:xfrm>
            <a:off x="16431173" y="10075785"/>
            <a:ext cx="4401033"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500">
                <a:solidFill>
                  <a:srgbClr val="878787"/>
                </a:solidFill>
                <a:latin typeface="Raleway Medium"/>
                <a:ea typeface="Raleway Medium"/>
                <a:cs typeface="Raleway Medium"/>
                <a:sym typeface="Raleway Medium"/>
              </a:defRPr>
            </a:lvl1pPr>
          </a:lstStyle>
          <a:p>
            <a:pPr>
              <a:defRPr>
                <a:solidFill>
                  <a:srgbClr val="0A0A0A"/>
                </a:solidFill>
              </a:defRPr>
            </a:pPr>
            <a:r>
              <a:rPr>
                <a:solidFill>
                  <a:srgbClr val="878787"/>
                </a:solidFill>
              </a:rPr>
              <a:t>Descripción</a:t>
            </a:r>
          </a:p>
        </p:txBody>
      </p:sp>
      <p:sp>
        <p:nvSpPr>
          <p:cNvPr id="1293" name="Shape 1293"/>
          <p:cNvSpPr/>
          <p:nvPr/>
        </p:nvSpPr>
        <p:spPr>
          <a:xfrm>
            <a:off x="16431173" y="10074150"/>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298" name="Group 1298"/>
          <p:cNvGrpSpPr/>
          <p:nvPr/>
        </p:nvGrpSpPr>
        <p:grpSpPr>
          <a:xfrm>
            <a:off x="15335355" y="9345779"/>
            <a:ext cx="963813" cy="965201"/>
            <a:chOff x="0" y="0"/>
            <a:chExt cx="963812" cy="965200"/>
          </a:xfrm>
        </p:grpSpPr>
        <p:sp>
          <p:nvSpPr>
            <p:cNvPr id="1294" name="Shape 1294"/>
            <p:cNvSpPr/>
            <p:nvPr/>
          </p:nvSpPr>
          <p:spPr>
            <a:xfrm>
              <a:off x="0" y="361950"/>
              <a:ext cx="963813" cy="603250"/>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95" name="Shape 1295"/>
            <p:cNvSpPr/>
            <p:nvPr/>
          </p:nvSpPr>
          <p:spPr>
            <a:xfrm>
              <a:off x="234218" y="136526"/>
              <a:ext cx="64966" cy="225425"/>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96" name="Shape 1296"/>
            <p:cNvSpPr/>
            <p:nvPr/>
          </p:nvSpPr>
          <p:spPr>
            <a:xfrm>
              <a:off x="597251" y="130176"/>
              <a:ext cx="70034" cy="225425"/>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297" name="Shape 1297"/>
            <p:cNvSpPr/>
            <p:nvPr/>
          </p:nvSpPr>
          <p:spPr>
            <a:xfrm>
              <a:off x="443768" y="0"/>
              <a:ext cx="65171" cy="225425"/>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303" name="Group 1303"/>
          <p:cNvGrpSpPr/>
          <p:nvPr/>
        </p:nvGrpSpPr>
        <p:grpSpPr>
          <a:xfrm>
            <a:off x="3060113" y="9345779"/>
            <a:ext cx="963813" cy="965201"/>
            <a:chOff x="0" y="0"/>
            <a:chExt cx="963812" cy="965200"/>
          </a:xfrm>
        </p:grpSpPr>
        <p:sp>
          <p:nvSpPr>
            <p:cNvPr id="1299" name="Shape 1299"/>
            <p:cNvSpPr/>
            <p:nvPr/>
          </p:nvSpPr>
          <p:spPr>
            <a:xfrm>
              <a:off x="0" y="361950"/>
              <a:ext cx="963813" cy="603250"/>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300" name="Shape 1300"/>
            <p:cNvSpPr/>
            <p:nvPr/>
          </p:nvSpPr>
          <p:spPr>
            <a:xfrm>
              <a:off x="234218" y="136526"/>
              <a:ext cx="64966" cy="225425"/>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301" name="Shape 1301"/>
            <p:cNvSpPr/>
            <p:nvPr/>
          </p:nvSpPr>
          <p:spPr>
            <a:xfrm>
              <a:off x="597251" y="130176"/>
              <a:ext cx="70034" cy="225425"/>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302" name="Shape 1302"/>
            <p:cNvSpPr/>
            <p:nvPr/>
          </p:nvSpPr>
          <p:spPr>
            <a:xfrm>
              <a:off x="443768" y="0"/>
              <a:ext cx="65171" cy="225425"/>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304" name="Shape 130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238"/>
                                        </p:tgtEl>
                                        <p:attrNameLst>
                                          <p:attrName>style.visibility</p:attrName>
                                        </p:attrNameLst>
                                      </p:cBhvr>
                                      <p:to>
                                        <p:strVal val="visible"/>
                                      </p:to>
                                    </p:set>
                                    <p:animEffect filter="dissolve" transition="in">
                                      <p:cBhvr>
                                        <p:cTn id="7" dur="500"/>
                                        <p:tgtEl>
                                          <p:spTgt spid="1238"/>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1239"/>
                                        </p:tgtEl>
                                        <p:attrNameLst>
                                          <p:attrName>style.visibility</p:attrName>
                                        </p:attrNameLst>
                                      </p:cBhvr>
                                      <p:to>
                                        <p:strVal val="visible"/>
                                      </p:to>
                                    </p:set>
                                    <p:animEffect filter="dissolve" transition="in">
                                      <p:cBhvr>
                                        <p:cTn id="11" dur="500"/>
                                        <p:tgtEl>
                                          <p:spTgt spid="1239"/>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1244"/>
                                        </p:tgtEl>
                                        <p:attrNameLst>
                                          <p:attrName>style.visibility</p:attrName>
                                        </p:attrNameLst>
                                      </p:cBhvr>
                                      <p:to>
                                        <p:strVal val="visible"/>
                                      </p:to>
                                    </p:set>
                                    <p:animEffect filter="dissolve" transition="in">
                                      <p:cBhvr>
                                        <p:cTn id="15" dur="500"/>
                                        <p:tgtEl>
                                          <p:spTgt spid="1244"/>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1245"/>
                                        </p:tgtEl>
                                        <p:attrNameLst>
                                          <p:attrName>style.visibility</p:attrName>
                                        </p:attrNameLst>
                                      </p:cBhvr>
                                      <p:to>
                                        <p:strVal val="visible"/>
                                      </p:to>
                                    </p:set>
                                    <p:animEffect filter="dissolve" transition="in">
                                      <p:cBhvr>
                                        <p:cTn id="19" dur="500"/>
                                        <p:tgtEl>
                                          <p:spTgt spid="1245"/>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1241"/>
                                        </p:tgtEl>
                                        <p:attrNameLst>
                                          <p:attrName>style.visibility</p:attrName>
                                        </p:attrNameLst>
                                      </p:cBhvr>
                                      <p:to>
                                        <p:strVal val="visible"/>
                                      </p:to>
                                    </p:set>
                                    <p:animEffect filter="dissolve" transition="in">
                                      <p:cBhvr>
                                        <p:cTn id="23" dur="500"/>
                                        <p:tgtEl>
                                          <p:spTgt spid="1241"/>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1242"/>
                                        </p:tgtEl>
                                        <p:attrNameLst>
                                          <p:attrName>style.visibility</p:attrName>
                                        </p:attrNameLst>
                                      </p:cBhvr>
                                      <p:to>
                                        <p:strVal val="visible"/>
                                      </p:to>
                                    </p:set>
                                    <p:animEffect filter="dissolve" transition="in">
                                      <p:cBhvr>
                                        <p:cTn id="27" dur="500"/>
                                        <p:tgtEl>
                                          <p:spTgt spid="1242"/>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247"/>
                                        </p:tgtEl>
                                        <p:attrNameLst>
                                          <p:attrName>style.visibility</p:attrName>
                                        </p:attrNameLst>
                                      </p:cBhvr>
                                      <p:to>
                                        <p:strVal val="visible"/>
                                      </p:to>
                                    </p:set>
                                    <p:animEffect filter="dissolve" transition="in">
                                      <p:cBhvr>
                                        <p:cTn id="31" dur="500"/>
                                        <p:tgtEl>
                                          <p:spTgt spid="1247"/>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1248"/>
                                        </p:tgtEl>
                                        <p:attrNameLst>
                                          <p:attrName>style.visibility</p:attrName>
                                        </p:attrNameLst>
                                      </p:cBhvr>
                                      <p:to>
                                        <p:strVal val="visible"/>
                                      </p:to>
                                    </p:set>
                                    <p:animEffect filter="dissolve" transition="in">
                                      <p:cBhvr>
                                        <p:cTn id="35" dur="500"/>
                                        <p:tgtEl>
                                          <p:spTgt spid="1248"/>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1240"/>
                                        </p:tgtEl>
                                        <p:attrNameLst>
                                          <p:attrName>style.visibility</p:attrName>
                                        </p:attrNameLst>
                                      </p:cBhvr>
                                      <p:to>
                                        <p:strVal val="visible"/>
                                      </p:to>
                                    </p:set>
                                    <p:animEffect filter="wipe(left)" transition="in">
                                      <p:cBhvr>
                                        <p:cTn id="39" dur="500"/>
                                        <p:tgtEl>
                                          <p:spTgt spid="1240"/>
                                        </p:tgtEl>
                                      </p:cBhvr>
                                    </p:animEffect>
                                  </p:childTnLst>
                                </p:cTn>
                              </p:par>
                            </p:childTnLst>
                          </p:cTn>
                        </p:par>
                        <p:par>
                          <p:cTn id="40" fill="hold">
                            <p:stCondLst>
                              <p:cond delay="4500"/>
                            </p:stCondLst>
                            <p:childTnLst>
                              <p:par>
                                <p:cTn id="41" presetClass="entr" nodeType="afterEffect" presetSubtype="8" presetID="22" grpId="10" fill="hold">
                                  <p:stCondLst>
                                    <p:cond delay="0"/>
                                  </p:stCondLst>
                                  <p:iterate type="el" backwards="0">
                                    <p:tmAbs val="0"/>
                                  </p:iterate>
                                  <p:childTnLst>
                                    <p:set>
                                      <p:cBhvr>
                                        <p:cTn id="42" fill="hold"/>
                                        <p:tgtEl>
                                          <p:spTgt spid="1246"/>
                                        </p:tgtEl>
                                        <p:attrNameLst>
                                          <p:attrName>style.visibility</p:attrName>
                                        </p:attrNameLst>
                                      </p:cBhvr>
                                      <p:to>
                                        <p:strVal val="visible"/>
                                      </p:to>
                                    </p:set>
                                    <p:animEffect filter="wipe(left)" transition="in">
                                      <p:cBhvr>
                                        <p:cTn id="43" dur="500"/>
                                        <p:tgtEl>
                                          <p:spTgt spid="1246"/>
                                        </p:tgtEl>
                                      </p:cBhvr>
                                    </p:animEffect>
                                  </p:childTnLst>
                                </p:cTn>
                              </p:par>
                            </p:childTnLst>
                          </p:cTn>
                        </p:par>
                        <p:par>
                          <p:cTn id="44" fill="hold">
                            <p:stCondLst>
                              <p:cond delay="5000"/>
                            </p:stCondLst>
                            <p:childTnLst>
                              <p:par>
                                <p:cTn id="45" presetClass="entr" nodeType="afterEffect" presetSubtype="8" presetID="22" grpId="11" fill="hold">
                                  <p:stCondLst>
                                    <p:cond delay="0"/>
                                  </p:stCondLst>
                                  <p:iterate type="el" backwards="0">
                                    <p:tmAbs val="0"/>
                                  </p:iterate>
                                  <p:childTnLst>
                                    <p:set>
                                      <p:cBhvr>
                                        <p:cTn id="46" fill="hold"/>
                                        <p:tgtEl>
                                          <p:spTgt spid="1243"/>
                                        </p:tgtEl>
                                        <p:attrNameLst>
                                          <p:attrName>style.visibility</p:attrName>
                                        </p:attrNameLst>
                                      </p:cBhvr>
                                      <p:to>
                                        <p:strVal val="visible"/>
                                      </p:to>
                                    </p:set>
                                    <p:animEffect filter="wipe(left)" transition="in">
                                      <p:cBhvr>
                                        <p:cTn id="47" dur="500"/>
                                        <p:tgtEl>
                                          <p:spTgt spid="1243"/>
                                        </p:tgtEl>
                                      </p:cBhvr>
                                    </p:animEffect>
                                  </p:childTnLst>
                                </p:cTn>
                              </p:par>
                            </p:childTnLst>
                          </p:cTn>
                        </p:par>
                        <p:par>
                          <p:cTn id="48" fill="hold">
                            <p:stCondLst>
                              <p:cond delay="5500"/>
                            </p:stCondLst>
                            <p:childTnLst>
                              <p:par>
                                <p:cTn id="49" presetClass="entr" nodeType="afterEffect" presetSubtype="8" presetID="22" grpId="12" fill="hold">
                                  <p:stCondLst>
                                    <p:cond delay="0"/>
                                  </p:stCondLst>
                                  <p:iterate type="el" backwards="0">
                                    <p:tmAbs val="0"/>
                                  </p:iterate>
                                  <p:childTnLst>
                                    <p:set>
                                      <p:cBhvr>
                                        <p:cTn id="50" fill="hold"/>
                                        <p:tgtEl>
                                          <p:spTgt spid="1249"/>
                                        </p:tgtEl>
                                        <p:attrNameLst>
                                          <p:attrName>style.visibility</p:attrName>
                                        </p:attrNameLst>
                                      </p:cBhvr>
                                      <p:to>
                                        <p:strVal val="visible"/>
                                      </p:to>
                                    </p:set>
                                    <p:animEffect filter="wipe(left)" transition="in">
                                      <p:cBhvr>
                                        <p:cTn id="51" dur="500"/>
                                        <p:tgtEl>
                                          <p:spTgt spid="1249"/>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1258"/>
                                        </p:tgtEl>
                                        <p:attrNameLst>
                                          <p:attrName>style.visibility</p:attrName>
                                        </p:attrNameLst>
                                      </p:cBhvr>
                                      <p:to>
                                        <p:strVal val="visible"/>
                                      </p:to>
                                    </p:set>
                                    <p:animEffect filter="dissolve" transition="in">
                                      <p:cBhvr>
                                        <p:cTn id="55" dur="500"/>
                                        <p:tgtEl>
                                          <p:spTgt spid="1258"/>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1259"/>
                                        </p:tgtEl>
                                        <p:attrNameLst>
                                          <p:attrName>style.visibility</p:attrName>
                                        </p:attrNameLst>
                                      </p:cBhvr>
                                      <p:to>
                                        <p:strVal val="visible"/>
                                      </p:to>
                                    </p:set>
                                    <p:animEffect filter="dissolve" transition="in">
                                      <p:cBhvr>
                                        <p:cTn id="59" dur="500"/>
                                        <p:tgtEl>
                                          <p:spTgt spid="1259"/>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1261"/>
                                        </p:tgtEl>
                                        <p:attrNameLst>
                                          <p:attrName>style.visibility</p:attrName>
                                        </p:attrNameLst>
                                      </p:cBhvr>
                                      <p:to>
                                        <p:strVal val="visible"/>
                                      </p:to>
                                    </p:set>
                                    <p:animEffect filter="dissolve" transition="in">
                                      <p:cBhvr>
                                        <p:cTn id="63" dur="500"/>
                                        <p:tgtEl>
                                          <p:spTgt spid="1261"/>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1262"/>
                                        </p:tgtEl>
                                        <p:attrNameLst>
                                          <p:attrName>style.visibility</p:attrName>
                                        </p:attrNameLst>
                                      </p:cBhvr>
                                      <p:to>
                                        <p:strVal val="visible"/>
                                      </p:to>
                                    </p:set>
                                    <p:animEffect filter="dissolve" transition="in">
                                      <p:cBhvr>
                                        <p:cTn id="67" dur="500"/>
                                        <p:tgtEl>
                                          <p:spTgt spid="1262"/>
                                        </p:tgtEl>
                                      </p:cBhvr>
                                    </p:animEffect>
                                  </p:childTnLst>
                                </p:cTn>
                              </p:par>
                            </p:childTnLst>
                          </p:cTn>
                        </p:par>
                        <p:par>
                          <p:cTn id="68" fill="hold">
                            <p:stCondLst>
                              <p:cond delay="8000"/>
                            </p:stCondLst>
                            <p:childTnLst>
                              <p:par>
                                <p:cTn id="69" presetClass="entr" nodeType="afterEffect" presetSubtype="8" presetID="22" grpId="17" fill="hold">
                                  <p:stCondLst>
                                    <p:cond delay="0"/>
                                  </p:stCondLst>
                                  <p:iterate type="el" backwards="0">
                                    <p:tmAbs val="0"/>
                                  </p:iterate>
                                  <p:childTnLst>
                                    <p:set>
                                      <p:cBhvr>
                                        <p:cTn id="70" fill="hold"/>
                                        <p:tgtEl>
                                          <p:spTgt spid="1260"/>
                                        </p:tgtEl>
                                        <p:attrNameLst>
                                          <p:attrName>style.visibility</p:attrName>
                                        </p:attrNameLst>
                                      </p:cBhvr>
                                      <p:to>
                                        <p:strVal val="visible"/>
                                      </p:to>
                                    </p:set>
                                    <p:animEffect filter="wipe(left)" transition="in">
                                      <p:cBhvr>
                                        <p:cTn id="71" dur="500"/>
                                        <p:tgtEl>
                                          <p:spTgt spid="1260"/>
                                        </p:tgtEl>
                                      </p:cBhvr>
                                    </p:animEffect>
                                  </p:childTnLst>
                                </p:cTn>
                              </p:par>
                            </p:childTnLst>
                          </p:cTn>
                        </p:par>
                        <p:par>
                          <p:cTn id="72" fill="hold">
                            <p:stCondLst>
                              <p:cond delay="8500"/>
                            </p:stCondLst>
                            <p:childTnLst>
                              <p:par>
                                <p:cTn id="73" presetClass="entr" nodeType="afterEffect" presetSubtype="8" presetID="22" grpId="18" fill="hold">
                                  <p:stCondLst>
                                    <p:cond delay="0"/>
                                  </p:stCondLst>
                                  <p:iterate type="el" backwards="0">
                                    <p:tmAbs val="0"/>
                                  </p:iterate>
                                  <p:childTnLst>
                                    <p:set>
                                      <p:cBhvr>
                                        <p:cTn id="74" fill="hold"/>
                                        <p:tgtEl>
                                          <p:spTgt spid="1263"/>
                                        </p:tgtEl>
                                        <p:attrNameLst>
                                          <p:attrName>style.visibility</p:attrName>
                                        </p:attrNameLst>
                                      </p:cBhvr>
                                      <p:to>
                                        <p:strVal val="visible"/>
                                      </p:to>
                                    </p:set>
                                    <p:animEffect filter="wipe(left)" transition="in">
                                      <p:cBhvr>
                                        <p:cTn id="75" dur="500"/>
                                        <p:tgtEl>
                                          <p:spTgt spid="1263"/>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1280"/>
                                        </p:tgtEl>
                                        <p:attrNameLst>
                                          <p:attrName>style.visibility</p:attrName>
                                        </p:attrNameLst>
                                      </p:cBhvr>
                                      <p:to>
                                        <p:strVal val="visible"/>
                                      </p:to>
                                    </p:set>
                                    <p:animEffect filter="dissolve" transition="in">
                                      <p:cBhvr>
                                        <p:cTn id="79" dur="500"/>
                                        <p:tgtEl>
                                          <p:spTgt spid="1280"/>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1281"/>
                                        </p:tgtEl>
                                        <p:attrNameLst>
                                          <p:attrName>style.visibility</p:attrName>
                                        </p:attrNameLst>
                                      </p:cBhvr>
                                      <p:to>
                                        <p:strVal val="visible"/>
                                      </p:to>
                                    </p:set>
                                    <p:animEffect filter="dissolve" transition="in">
                                      <p:cBhvr>
                                        <p:cTn id="83" dur="500"/>
                                        <p:tgtEl>
                                          <p:spTgt spid="1281"/>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1283"/>
                                        </p:tgtEl>
                                        <p:attrNameLst>
                                          <p:attrName>style.visibility</p:attrName>
                                        </p:attrNameLst>
                                      </p:cBhvr>
                                      <p:to>
                                        <p:strVal val="visible"/>
                                      </p:to>
                                    </p:set>
                                    <p:animEffect filter="dissolve" transition="in">
                                      <p:cBhvr>
                                        <p:cTn id="87" dur="500"/>
                                        <p:tgtEl>
                                          <p:spTgt spid="1283"/>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1284"/>
                                        </p:tgtEl>
                                        <p:attrNameLst>
                                          <p:attrName>style.visibility</p:attrName>
                                        </p:attrNameLst>
                                      </p:cBhvr>
                                      <p:to>
                                        <p:strVal val="visible"/>
                                      </p:to>
                                    </p:set>
                                    <p:animEffect filter="dissolve" transition="in">
                                      <p:cBhvr>
                                        <p:cTn id="91" dur="500"/>
                                        <p:tgtEl>
                                          <p:spTgt spid="1284"/>
                                        </p:tgtEl>
                                      </p:cBhvr>
                                    </p:animEffect>
                                  </p:childTnLst>
                                </p:cTn>
                              </p:par>
                            </p:childTnLst>
                          </p:cTn>
                        </p:par>
                        <p:par>
                          <p:cTn id="92" fill="hold">
                            <p:stCondLst>
                              <p:cond delay="11000"/>
                            </p:stCondLst>
                            <p:childTnLst>
                              <p:par>
                                <p:cTn id="93" presetClass="entr" nodeType="afterEffect" presetSubtype="8" presetID="22" grpId="23" fill="hold">
                                  <p:stCondLst>
                                    <p:cond delay="0"/>
                                  </p:stCondLst>
                                  <p:iterate type="el" backwards="0">
                                    <p:tmAbs val="0"/>
                                  </p:iterate>
                                  <p:childTnLst>
                                    <p:set>
                                      <p:cBhvr>
                                        <p:cTn id="94" fill="hold"/>
                                        <p:tgtEl>
                                          <p:spTgt spid="1282"/>
                                        </p:tgtEl>
                                        <p:attrNameLst>
                                          <p:attrName>style.visibility</p:attrName>
                                        </p:attrNameLst>
                                      </p:cBhvr>
                                      <p:to>
                                        <p:strVal val="visible"/>
                                      </p:to>
                                    </p:set>
                                    <p:animEffect filter="wipe(left)" transition="in">
                                      <p:cBhvr>
                                        <p:cTn id="95" dur="500"/>
                                        <p:tgtEl>
                                          <p:spTgt spid="1282"/>
                                        </p:tgtEl>
                                      </p:cBhvr>
                                    </p:animEffect>
                                  </p:childTnLst>
                                </p:cTn>
                              </p:par>
                            </p:childTnLst>
                          </p:cTn>
                        </p:par>
                        <p:par>
                          <p:cTn id="96" fill="hold">
                            <p:stCondLst>
                              <p:cond delay="11500"/>
                            </p:stCondLst>
                            <p:childTnLst>
                              <p:par>
                                <p:cTn id="97" presetClass="entr" nodeType="afterEffect" presetSubtype="8" presetID="22" grpId="24" fill="hold">
                                  <p:stCondLst>
                                    <p:cond delay="0"/>
                                  </p:stCondLst>
                                  <p:iterate type="el" backwards="0">
                                    <p:tmAbs val="0"/>
                                  </p:iterate>
                                  <p:childTnLst>
                                    <p:set>
                                      <p:cBhvr>
                                        <p:cTn id="98" fill="hold"/>
                                        <p:tgtEl>
                                          <p:spTgt spid="1285"/>
                                        </p:tgtEl>
                                        <p:attrNameLst>
                                          <p:attrName>style.visibility</p:attrName>
                                        </p:attrNameLst>
                                      </p:cBhvr>
                                      <p:to>
                                        <p:strVal val="visible"/>
                                      </p:to>
                                    </p:set>
                                    <p:animEffect filter="wipe(left)" transition="in">
                                      <p:cBhvr>
                                        <p:cTn id="99" dur="500"/>
                                        <p:tgtEl>
                                          <p:spTgt spid="1285"/>
                                        </p:tgtEl>
                                      </p:cBhvr>
                                    </p:animEffect>
                                  </p:childTnLst>
                                </p:cTn>
                              </p:par>
                            </p:childTnLst>
                          </p:cTn>
                        </p:par>
                        <p:par>
                          <p:cTn id="100" fill="hold">
                            <p:stCondLst>
                              <p:cond delay="12000"/>
                            </p:stCondLst>
                            <p:childTnLst>
                              <p:par>
                                <p:cTn id="101" presetClass="entr" nodeType="afterEffect" presetID="9" grpId="25" fill="hold">
                                  <p:stCondLst>
                                    <p:cond delay="0"/>
                                  </p:stCondLst>
                                  <p:iterate type="el" backwards="0">
                                    <p:tmAbs val="0"/>
                                  </p:iterate>
                                  <p:childTnLst>
                                    <p:set>
                                      <p:cBhvr>
                                        <p:cTn id="102" fill="hold"/>
                                        <p:tgtEl>
                                          <p:spTgt spid="1291"/>
                                        </p:tgtEl>
                                        <p:attrNameLst>
                                          <p:attrName>style.visibility</p:attrName>
                                        </p:attrNameLst>
                                      </p:cBhvr>
                                      <p:to>
                                        <p:strVal val="visible"/>
                                      </p:to>
                                    </p:set>
                                    <p:animEffect filter="dissolve" transition="in">
                                      <p:cBhvr>
                                        <p:cTn id="103" dur="500"/>
                                        <p:tgtEl>
                                          <p:spTgt spid="1291"/>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1292"/>
                                        </p:tgtEl>
                                        <p:attrNameLst>
                                          <p:attrName>style.visibility</p:attrName>
                                        </p:attrNameLst>
                                      </p:cBhvr>
                                      <p:to>
                                        <p:strVal val="visible"/>
                                      </p:to>
                                    </p:set>
                                    <p:animEffect filter="dissolve" transition="in">
                                      <p:cBhvr>
                                        <p:cTn id="107" dur="500"/>
                                        <p:tgtEl>
                                          <p:spTgt spid="1292"/>
                                        </p:tgtEl>
                                      </p:cBhvr>
                                    </p:animEffect>
                                  </p:childTnLst>
                                </p:cTn>
                              </p:par>
                            </p:childTnLst>
                          </p:cTn>
                        </p:par>
                        <p:par>
                          <p:cTn id="108" fill="hold">
                            <p:stCondLst>
                              <p:cond delay="13000"/>
                            </p:stCondLst>
                            <p:childTnLst>
                              <p:par>
                                <p:cTn id="109" presetClass="entr" nodeType="afterEffect" presetSubtype="8" presetID="22" grpId="27" fill="hold">
                                  <p:stCondLst>
                                    <p:cond delay="0"/>
                                  </p:stCondLst>
                                  <p:iterate type="el" backwards="0">
                                    <p:tmAbs val="0"/>
                                  </p:iterate>
                                  <p:childTnLst>
                                    <p:set>
                                      <p:cBhvr>
                                        <p:cTn id="110" fill="hold"/>
                                        <p:tgtEl>
                                          <p:spTgt spid="1293"/>
                                        </p:tgtEl>
                                        <p:attrNameLst>
                                          <p:attrName>style.visibility</p:attrName>
                                        </p:attrNameLst>
                                      </p:cBhvr>
                                      <p:to>
                                        <p:strVal val="visible"/>
                                      </p:to>
                                    </p:set>
                                    <p:animEffect filter="wipe(left)" transition="in">
                                      <p:cBhvr>
                                        <p:cTn id="111" dur="500"/>
                                        <p:tgtEl>
                                          <p:spTgt spid="129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284" grpId="22"/>
      <p:bldP build="whole" bldLvl="1" animBg="1" rev="0" advAuto="0" spid="1261" grpId="15"/>
      <p:bldP build="whole" bldLvl="1" animBg="1" rev="0" advAuto="0" spid="1282" grpId="23"/>
      <p:bldP build="whole" bldLvl="1" animBg="1" rev="0" advAuto="0" spid="1241" grpId="5"/>
      <p:bldP build="whole" bldLvl="1" animBg="1" rev="0" advAuto="0" spid="1280" grpId="19"/>
      <p:bldP build="whole" bldLvl="1" animBg="1" rev="0" advAuto="0" spid="1263" grpId="18"/>
      <p:bldP build="whole" bldLvl="1" animBg="1" rev="0" advAuto="0" spid="1283" grpId="21"/>
      <p:bldP build="whole" bldLvl="1" animBg="1" rev="0" advAuto="0" spid="1293" grpId="27"/>
      <p:bldP build="whole" bldLvl="1" animBg="1" rev="0" advAuto="0" spid="1246" grpId="10"/>
      <p:bldP build="whole" bldLvl="1" animBg="1" rev="0" advAuto="0" spid="1259" grpId="14"/>
      <p:bldP build="whole" bldLvl="1" animBg="1" rev="0" advAuto="0" spid="1243" grpId="11"/>
      <p:bldP build="whole" bldLvl="1" animBg="1" rev="0" advAuto="0" spid="1247" grpId="7"/>
      <p:bldP build="whole" bldLvl="1" animBg="1" rev="0" advAuto="0" spid="1281" grpId="20"/>
      <p:bldP build="whole" bldLvl="1" animBg="1" rev="0" advAuto="0" spid="1285" grpId="24"/>
      <p:bldP build="whole" bldLvl="1" animBg="1" rev="0" advAuto="0" spid="1238" grpId="1"/>
      <p:bldP build="whole" bldLvl="1" animBg="1" rev="0" advAuto="0" spid="1245" grpId="4"/>
      <p:bldP build="whole" bldLvl="1" animBg="1" rev="0" advAuto="0" spid="1262" grpId="16"/>
      <p:bldP build="whole" bldLvl="1" animBg="1" rev="0" advAuto="0" spid="1291" grpId="25"/>
      <p:bldP build="whole" bldLvl="1" animBg="1" rev="0" advAuto="0" spid="1239" grpId="2"/>
      <p:bldP build="whole" bldLvl="1" animBg="1" rev="0" advAuto="0" spid="1242" grpId="6"/>
      <p:bldP build="whole" bldLvl="1" animBg="1" rev="0" advAuto="0" spid="1292" grpId="26"/>
      <p:bldP build="whole" bldLvl="1" animBg="1" rev="0" advAuto="0" spid="1240" grpId="9"/>
      <p:bldP build="whole" bldLvl="1" animBg="1" rev="0" advAuto="0" spid="1249" grpId="12"/>
      <p:bldP build="whole" bldLvl="1" animBg="1" rev="0" advAuto="0" spid="1244" grpId="3"/>
      <p:bldP build="whole" bldLvl="1" animBg="1" rev="0" advAuto="0" spid="1258" grpId="13"/>
      <p:bldP build="whole" bldLvl="1" animBg="1" rev="0" advAuto="0" spid="1248" grpId="8"/>
      <p:bldP build="whole" bldLvl="1" animBg="1" rev="0" advAuto="0" spid="1260" grpId="17"/>
    </p:bldLst>
  </p:timing>
</p:sld>
</file>

<file path=ppt/slides/slide5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306" name="Shape 130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Diapo genérica</a:t>
            </a:r>
          </a:p>
        </p:txBody>
      </p:sp>
      <p:sp>
        <p:nvSpPr>
          <p:cNvPr id="1307" name="Shape 1307"/>
          <p:cNvSpPr/>
          <p:nvPr/>
        </p:nvSpPr>
        <p:spPr>
          <a:xfrm>
            <a:off x="2920621" y="46803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r>
              <a:t>Texto</a:t>
            </a:r>
          </a:p>
        </p:txBody>
      </p:sp>
      <p:sp>
        <p:nvSpPr>
          <p:cNvPr id="1308" name="Shape 1308"/>
          <p:cNvSpPr/>
          <p:nvPr/>
        </p:nvSpPr>
        <p:spPr>
          <a:xfrm>
            <a:off x="2920622" y="5372194"/>
            <a:ext cx="4401034" cy="2468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p>
        </p:txBody>
      </p:sp>
      <p:sp>
        <p:nvSpPr>
          <p:cNvPr id="1309" name="Shape 1309"/>
          <p:cNvSpPr/>
          <p:nvPr/>
        </p:nvSpPr>
        <p:spPr>
          <a:xfrm>
            <a:off x="2920621" y="5351895"/>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312" name="Group 1312"/>
          <p:cNvGrpSpPr/>
          <p:nvPr/>
        </p:nvGrpSpPr>
        <p:grpSpPr>
          <a:xfrm>
            <a:off x="1791007" y="4835959"/>
            <a:ext cx="962025" cy="904875"/>
            <a:chOff x="0" y="0"/>
            <a:chExt cx="962024" cy="904874"/>
          </a:xfrm>
        </p:grpSpPr>
        <p:sp>
          <p:nvSpPr>
            <p:cNvPr id="1310" name="Shape 1310"/>
            <p:cNvSpPr/>
            <p:nvPr/>
          </p:nvSpPr>
          <p:spPr>
            <a:xfrm>
              <a:off x="120650" y="120650"/>
              <a:ext cx="723901" cy="482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900" y="0"/>
                    <a:pt x="900" y="0"/>
                    <a:pt x="900" y="0"/>
                  </a:cubicBezTo>
                  <a:cubicBezTo>
                    <a:pt x="450" y="0"/>
                    <a:pt x="0" y="675"/>
                    <a:pt x="0" y="1350"/>
                  </a:cubicBezTo>
                  <a:cubicBezTo>
                    <a:pt x="0" y="20250"/>
                    <a:pt x="0" y="20250"/>
                    <a:pt x="0" y="20250"/>
                  </a:cubicBezTo>
                  <a:cubicBezTo>
                    <a:pt x="0" y="20925"/>
                    <a:pt x="450" y="21600"/>
                    <a:pt x="900" y="21600"/>
                  </a:cubicBezTo>
                  <a:cubicBezTo>
                    <a:pt x="20700" y="21600"/>
                    <a:pt x="20700" y="21600"/>
                    <a:pt x="20700" y="21600"/>
                  </a:cubicBezTo>
                  <a:cubicBezTo>
                    <a:pt x="21150" y="21600"/>
                    <a:pt x="21600" y="20925"/>
                    <a:pt x="21600" y="20250"/>
                  </a:cubicBezTo>
                  <a:cubicBezTo>
                    <a:pt x="21600" y="1350"/>
                    <a:pt x="21600" y="1350"/>
                    <a:pt x="21600" y="1350"/>
                  </a:cubicBezTo>
                  <a:cubicBezTo>
                    <a:pt x="21600" y="675"/>
                    <a:pt x="21150" y="0"/>
                    <a:pt x="20700" y="0"/>
                  </a:cubicBezTo>
                  <a:close/>
                  <a:moveTo>
                    <a:pt x="20700" y="20250"/>
                  </a:moveTo>
                  <a:cubicBezTo>
                    <a:pt x="900" y="20250"/>
                    <a:pt x="900" y="20250"/>
                    <a:pt x="900" y="20250"/>
                  </a:cubicBezTo>
                  <a:cubicBezTo>
                    <a:pt x="900" y="1350"/>
                    <a:pt x="900" y="1350"/>
                    <a:pt x="900" y="1350"/>
                  </a:cubicBezTo>
                  <a:cubicBezTo>
                    <a:pt x="20700" y="1350"/>
                    <a:pt x="20700" y="1350"/>
                    <a:pt x="20700" y="1350"/>
                  </a:cubicBezTo>
                  <a:lnTo>
                    <a:pt x="20700" y="202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311" name="Shape 1311"/>
            <p:cNvSpPr/>
            <p:nvPr/>
          </p:nvSpPr>
          <p:spPr>
            <a:xfrm>
              <a:off x="0" y="0"/>
              <a:ext cx="962025" cy="90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844" y="0"/>
                    <a:pt x="0" y="900"/>
                    <a:pt x="0" y="2160"/>
                  </a:cubicBezTo>
                  <a:cubicBezTo>
                    <a:pt x="0" y="16560"/>
                    <a:pt x="0" y="16560"/>
                    <a:pt x="0" y="16560"/>
                  </a:cubicBezTo>
                  <a:cubicBezTo>
                    <a:pt x="0" y="17820"/>
                    <a:pt x="844" y="18720"/>
                    <a:pt x="2025" y="18720"/>
                  </a:cubicBezTo>
                  <a:cubicBezTo>
                    <a:pt x="8775" y="18720"/>
                    <a:pt x="8775" y="18720"/>
                    <a:pt x="8775" y="18720"/>
                  </a:cubicBezTo>
                  <a:cubicBezTo>
                    <a:pt x="8775" y="19620"/>
                    <a:pt x="8775" y="19620"/>
                    <a:pt x="8775" y="19620"/>
                  </a:cubicBezTo>
                  <a:cubicBezTo>
                    <a:pt x="4556" y="20160"/>
                    <a:pt x="4556" y="20160"/>
                    <a:pt x="4556" y="20160"/>
                  </a:cubicBezTo>
                  <a:cubicBezTo>
                    <a:pt x="4219" y="20340"/>
                    <a:pt x="4050" y="20520"/>
                    <a:pt x="4050" y="20880"/>
                  </a:cubicBezTo>
                  <a:cubicBezTo>
                    <a:pt x="4050" y="21240"/>
                    <a:pt x="4387" y="21600"/>
                    <a:pt x="4725" y="21600"/>
                  </a:cubicBezTo>
                  <a:cubicBezTo>
                    <a:pt x="16875" y="21600"/>
                    <a:pt x="16875" y="21600"/>
                    <a:pt x="16875" y="21600"/>
                  </a:cubicBezTo>
                  <a:cubicBezTo>
                    <a:pt x="17212" y="21600"/>
                    <a:pt x="17550" y="21240"/>
                    <a:pt x="17550" y="20880"/>
                  </a:cubicBezTo>
                  <a:cubicBezTo>
                    <a:pt x="17550" y="20520"/>
                    <a:pt x="17381" y="20340"/>
                    <a:pt x="17044" y="20160"/>
                  </a:cubicBezTo>
                  <a:cubicBezTo>
                    <a:pt x="12825" y="19620"/>
                    <a:pt x="12825" y="19620"/>
                    <a:pt x="12825" y="19620"/>
                  </a:cubicBezTo>
                  <a:cubicBezTo>
                    <a:pt x="12825" y="18720"/>
                    <a:pt x="12825" y="18720"/>
                    <a:pt x="12825" y="18720"/>
                  </a:cubicBezTo>
                  <a:cubicBezTo>
                    <a:pt x="19575" y="18720"/>
                    <a:pt x="19575" y="18720"/>
                    <a:pt x="19575" y="18720"/>
                  </a:cubicBezTo>
                  <a:cubicBezTo>
                    <a:pt x="20756" y="18720"/>
                    <a:pt x="21600" y="17820"/>
                    <a:pt x="21600" y="16560"/>
                  </a:cubicBezTo>
                  <a:cubicBezTo>
                    <a:pt x="21600" y="2160"/>
                    <a:pt x="21600" y="2160"/>
                    <a:pt x="21600" y="2160"/>
                  </a:cubicBezTo>
                  <a:cubicBezTo>
                    <a:pt x="21600" y="900"/>
                    <a:pt x="20756" y="0"/>
                    <a:pt x="19575" y="0"/>
                  </a:cubicBezTo>
                  <a:close/>
                  <a:moveTo>
                    <a:pt x="20250" y="16560"/>
                  </a:moveTo>
                  <a:cubicBezTo>
                    <a:pt x="20250" y="16920"/>
                    <a:pt x="19913" y="17280"/>
                    <a:pt x="19575" y="17280"/>
                  </a:cubicBezTo>
                  <a:cubicBezTo>
                    <a:pt x="13500" y="17280"/>
                    <a:pt x="13500" y="17280"/>
                    <a:pt x="13500" y="17280"/>
                  </a:cubicBezTo>
                  <a:cubicBezTo>
                    <a:pt x="8100" y="17280"/>
                    <a:pt x="8100" y="17280"/>
                    <a:pt x="8100" y="17280"/>
                  </a:cubicBezTo>
                  <a:cubicBezTo>
                    <a:pt x="2025" y="17280"/>
                    <a:pt x="2025" y="17280"/>
                    <a:pt x="2025" y="17280"/>
                  </a:cubicBezTo>
                  <a:cubicBezTo>
                    <a:pt x="1687" y="17280"/>
                    <a:pt x="1350" y="16920"/>
                    <a:pt x="1350" y="16560"/>
                  </a:cubicBezTo>
                  <a:cubicBezTo>
                    <a:pt x="1350" y="2160"/>
                    <a:pt x="1350" y="2160"/>
                    <a:pt x="1350" y="2160"/>
                  </a:cubicBezTo>
                  <a:cubicBezTo>
                    <a:pt x="1350" y="1800"/>
                    <a:pt x="1687" y="1440"/>
                    <a:pt x="2025" y="1440"/>
                  </a:cubicBezTo>
                  <a:cubicBezTo>
                    <a:pt x="19575" y="1440"/>
                    <a:pt x="19575" y="1440"/>
                    <a:pt x="19575" y="1440"/>
                  </a:cubicBezTo>
                  <a:cubicBezTo>
                    <a:pt x="19913" y="1440"/>
                    <a:pt x="20250" y="1800"/>
                    <a:pt x="20250" y="2160"/>
                  </a:cubicBezTo>
                  <a:lnTo>
                    <a:pt x="20250" y="165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313" name="Shape 131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314" name="Shape 1314"/>
          <p:cNvSpPr/>
          <p:nvPr/>
        </p:nvSpPr>
        <p:spPr>
          <a:xfrm>
            <a:off x="9054721" y="46803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r>
              <a:t>Texto</a:t>
            </a:r>
          </a:p>
        </p:txBody>
      </p:sp>
      <p:sp>
        <p:nvSpPr>
          <p:cNvPr id="1315" name="Shape 1315"/>
          <p:cNvSpPr/>
          <p:nvPr/>
        </p:nvSpPr>
        <p:spPr>
          <a:xfrm>
            <a:off x="9054723" y="5372194"/>
            <a:ext cx="4401033" cy="2468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p>
        </p:txBody>
      </p:sp>
      <p:sp>
        <p:nvSpPr>
          <p:cNvPr id="1316" name="Shape 1316"/>
          <p:cNvSpPr/>
          <p:nvPr/>
        </p:nvSpPr>
        <p:spPr>
          <a:xfrm>
            <a:off x="9054721" y="5351895"/>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319" name="Group 1319"/>
          <p:cNvGrpSpPr/>
          <p:nvPr/>
        </p:nvGrpSpPr>
        <p:grpSpPr>
          <a:xfrm>
            <a:off x="7925107" y="4835959"/>
            <a:ext cx="962025" cy="904875"/>
            <a:chOff x="0" y="0"/>
            <a:chExt cx="962024" cy="904874"/>
          </a:xfrm>
        </p:grpSpPr>
        <p:sp>
          <p:nvSpPr>
            <p:cNvPr id="1317" name="Shape 1317"/>
            <p:cNvSpPr/>
            <p:nvPr/>
          </p:nvSpPr>
          <p:spPr>
            <a:xfrm>
              <a:off x="120650" y="120650"/>
              <a:ext cx="723901" cy="482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900" y="0"/>
                    <a:pt x="900" y="0"/>
                    <a:pt x="900" y="0"/>
                  </a:cubicBezTo>
                  <a:cubicBezTo>
                    <a:pt x="450" y="0"/>
                    <a:pt x="0" y="675"/>
                    <a:pt x="0" y="1350"/>
                  </a:cubicBezTo>
                  <a:cubicBezTo>
                    <a:pt x="0" y="20250"/>
                    <a:pt x="0" y="20250"/>
                    <a:pt x="0" y="20250"/>
                  </a:cubicBezTo>
                  <a:cubicBezTo>
                    <a:pt x="0" y="20925"/>
                    <a:pt x="450" y="21600"/>
                    <a:pt x="900" y="21600"/>
                  </a:cubicBezTo>
                  <a:cubicBezTo>
                    <a:pt x="20700" y="21600"/>
                    <a:pt x="20700" y="21600"/>
                    <a:pt x="20700" y="21600"/>
                  </a:cubicBezTo>
                  <a:cubicBezTo>
                    <a:pt x="21150" y="21600"/>
                    <a:pt x="21600" y="20925"/>
                    <a:pt x="21600" y="20250"/>
                  </a:cubicBezTo>
                  <a:cubicBezTo>
                    <a:pt x="21600" y="1350"/>
                    <a:pt x="21600" y="1350"/>
                    <a:pt x="21600" y="1350"/>
                  </a:cubicBezTo>
                  <a:cubicBezTo>
                    <a:pt x="21600" y="675"/>
                    <a:pt x="21150" y="0"/>
                    <a:pt x="20700" y="0"/>
                  </a:cubicBezTo>
                  <a:close/>
                  <a:moveTo>
                    <a:pt x="20700" y="20250"/>
                  </a:moveTo>
                  <a:cubicBezTo>
                    <a:pt x="900" y="20250"/>
                    <a:pt x="900" y="20250"/>
                    <a:pt x="900" y="20250"/>
                  </a:cubicBezTo>
                  <a:cubicBezTo>
                    <a:pt x="900" y="1350"/>
                    <a:pt x="900" y="1350"/>
                    <a:pt x="900" y="1350"/>
                  </a:cubicBezTo>
                  <a:cubicBezTo>
                    <a:pt x="20700" y="1350"/>
                    <a:pt x="20700" y="1350"/>
                    <a:pt x="20700" y="1350"/>
                  </a:cubicBezTo>
                  <a:lnTo>
                    <a:pt x="20700" y="202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318" name="Shape 1318"/>
            <p:cNvSpPr/>
            <p:nvPr/>
          </p:nvSpPr>
          <p:spPr>
            <a:xfrm>
              <a:off x="0" y="0"/>
              <a:ext cx="962025" cy="90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844" y="0"/>
                    <a:pt x="0" y="900"/>
                    <a:pt x="0" y="2160"/>
                  </a:cubicBezTo>
                  <a:cubicBezTo>
                    <a:pt x="0" y="16560"/>
                    <a:pt x="0" y="16560"/>
                    <a:pt x="0" y="16560"/>
                  </a:cubicBezTo>
                  <a:cubicBezTo>
                    <a:pt x="0" y="17820"/>
                    <a:pt x="844" y="18720"/>
                    <a:pt x="2025" y="18720"/>
                  </a:cubicBezTo>
                  <a:cubicBezTo>
                    <a:pt x="8775" y="18720"/>
                    <a:pt x="8775" y="18720"/>
                    <a:pt x="8775" y="18720"/>
                  </a:cubicBezTo>
                  <a:cubicBezTo>
                    <a:pt x="8775" y="19620"/>
                    <a:pt x="8775" y="19620"/>
                    <a:pt x="8775" y="19620"/>
                  </a:cubicBezTo>
                  <a:cubicBezTo>
                    <a:pt x="4556" y="20160"/>
                    <a:pt x="4556" y="20160"/>
                    <a:pt x="4556" y="20160"/>
                  </a:cubicBezTo>
                  <a:cubicBezTo>
                    <a:pt x="4219" y="20340"/>
                    <a:pt x="4050" y="20520"/>
                    <a:pt x="4050" y="20880"/>
                  </a:cubicBezTo>
                  <a:cubicBezTo>
                    <a:pt x="4050" y="21240"/>
                    <a:pt x="4387" y="21600"/>
                    <a:pt x="4725" y="21600"/>
                  </a:cubicBezTo>
                  <a:cubicBezTo>
                    <a:pt x="16875" y="21600"/>
                    <a:pt x="16875" y="21600"/>
                    <a:pt x="16875" y="21600"/>
                  </a:cubicBezTo>
                  <a:cubicBezTo>
                    <a:pt x="17212" y="21600"/>
                    <a:pt x="17550" y="21240"/>
                    <a:pt x="17550" y="20880"/>
                  </a:cubicBezTo>
                  <a:cubicBezTo>
                    <a:pt x="17550" y="20520"/>
                    <a:pt x="17381" y="20340"/>
                    <a:pt x="17044" y="20160"/>
                  </a:cubicBezTo>
                  <a:cubicBezTo>
                    <a:pt x="12825" y="19620"/>
                    <a:pt x="12825" y="19620"/>
                    <a:pt x="12825" y="19620"/>
                  </a:cubicBezTo>
                  <a:cubicBezTo>
                    <a:pt x="12825" y="18720"/>
                    <a:pt x="12825" y="18720"/>
                    <a:pt x="12825" y="18720"/>
                  </a:cubicBezTo>
                  <a:cubicBezTo>
                    <a:pt x="19575" y="18720"/>
                    <a:pt x="19575" y="18720"/>
                    <a:pt x="19575" y="18720"/>
                  </a:cubicBezTo>
                  <a:cubicBezTo>
                    <a:pt x="20756" y="18720"/>
                    <a:pt x="21600" y="17820"/>
                    <a:pt x="21600" y="16560"/>
                  </a:cubicBezTo>
                  <a:cubicBezTo>
                    <a:pt x="21600" y="2160"/>
                    <a:pt x="21600" y="2160"/>
                    <a:pt x="21600" y="2160"/>
                  </a:cubicBezTo>
                  <a:cubicBezTo>
                    <a:pt x="21600" y="900"/>
                    <a:pt x="20756" y="0"/>
                    <a:pt x="19575" y="0"/>
                  </a:cubicBezTo>
                  <a:close/>
                  <a:moveTo>
                    <a:pt x="20250" y="16560"/>
                  </a:moveTo>
                  <a:cubicBezTo>
                    <a:pt x="20250" y="16920"/>
                    <a:pt x="19913" y="17280"/>
                    <a:pt x="19575" y="17280"/>
                  </a:cubicBezTo>
                  <a:cubicBezTo>
                    <a:pt x="13500" y="17280"/>
                    <a:pt x="13500" y="17280"/>
                    <a:pt x="13500" y="17280"/>
                  </a:cubicBezTo>
                  <a:cubicBezTo>
                    <a:pt x="8100" y="17280"/>
                    <a:pt x="8100" y="17280"/>
                    <a:pt x="8100" y="17280"/>
                  </a:cubicBezTo>
                  <a:cubicBezTo>
                    <a:pt x="2025" y="17280"/>
                    <a:pt x="2025" y="17280"/>
                    <a:pt x="2025" y="17280"/>
                  </a:cubicBezTo>
                  <a:cubicBezTo>
                    <a:pt x="1687" y="17280"/>
                    <a:pt x="1350" y="16920"/>
                    <a:pt x="1350" y="16560"/>
                  </a:cubicBezTo>
                  <a:cubicBezTo>
                    <a:pt x="1350" y="2160"/>
                    <a:pt x="1350" y="2160"/>
                    <a:pt x="1350" y="2160"/>
                  </a:cubicBezTo>
                  <a:cubicBezTo>
                    <a:pt x="1350" y="1800"/>
                    <a:pt x="1687" y="1440"/>
                    <a:pt x="2025" y="1440"/>
                  </a:cubicBezTo>
                  <a:cubicBezTo>
                    <a:pt x="19575" y="1440"/>
                    <a:pt x="19575" y="1440"/>
                    <a:pt x="19575" y="1440"/>
                  </a:cubicBezTo>
                  <a:cubicBezTo>
                    <a:pt x="19913" y="1440"/>
                    <a:pt x="20250" y="1800"/>
                    <a:pt x="20250" y="2160"/>
                  </a:cubicBezTo>
                  <a:lnTo>
                    <a:pt x="20250" y="165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320" name="Shape 1320"/>
          <p:cNvSpPr/>
          <p:nvPr/>
        </p:nvSpPr>
        <p:spPr>
          <a:xfrm>
            <a:off x="15188821" y="46803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r>
              <a:t>Texto</a:t>
            </a:r>
          </a:p>
        </p:txBody>
      </p:sp>
      <p:sp>
        <p:nvSpPr>
          <p:cNvPr id="1321" name="Shape 1321"/>
          <p:cNvSpPr/>
          <p:nvPr/>
        </p:nvSpPr>
        <p:spPr>
          <a:xfrm>
            <a:off x="15188823" y="5372194"/>
            <a:ext cx="4401033" cy="2468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endParaRPr>
              <a:solidFill>
                <a:srgbClr val="878787"/>
              </a:solidFill>
            </a:endParaRPr>
          </a:p>
          <a:p>
            <a:pPr algn="l" defTabSz="914400">
              <a:defRPr sz="2500">
                <a:solidFill>
                  <a:srgbClr val="0A0A0A"/>
                </a:solidFill>
                <a:latin typeface="Raleway Medium"/>
                <a:ea typeface="Raleway Medium"/>
                <a:cs typeface="Raleway Medium"/>
                <a:sym typeface="Raleway Medium"/>
              </a:defRPr>
            </a:pPr>
            <a:r>
              <a:rPr>
                <a:solidFill>
                  <a:srgbClr val="878787"/>
                </a:solidFill>
              </a:rPr>
              <a:t>Descripción</a:t>
            </a:r>
          </a:p>
        </p:txBody>
      </p:sp>
      <p:sp>
        <p:nvSpPr>
          <p:cNvPr id="1322" name="Shape 1322"/>
          <p:cNvSpPr/>
          <p:nvPr/>
        </p:nvSpPr>
        <p:spPr>
          <a:xfrm>
            <a:off x="15188821" y="5351895"/>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325" name="Group 1325"/>
          <p:cNvGrpSpPr/>
          <p:nvPr/>
        </p:nvGrpSpPr>
        <p:grpSpPr>
          <a:xfrm>
            <a:off x="14059206" y="4835959"/>
            <a:ext cx="962025" cy="904875"/>
            <a:chOff x="0" y="0"/>
            <a:chExt cx="962024" cy="904874"/>
          </a:xfrm>
        </p:grpSpPr>
        <p:sp>
          <p:nvSpPr>
            <p:cNvPr id="1323" name="Shape 1323"/>
            <p:cNvSpPr/>
            <p:nvPr/>
          </p:nvSpPr>
          <p:spPr>
            <a:xfrm>
              <a:off x="120650" y="120650"/>
              <a:ext cx="723901" cy="482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900" y="0"/>
                    <a:pt x="900" y="0"/>
                    <a:pt x="900" y="0"/>
                  </a:cubicBezTo>
                  <a:cubicBezTo>
                    <a:pt x="450" y="0"/>
                    <a:pt x="0" y="675"/>
                    <a:pt x="0" y="1350"/>
                  </a:cubicBezTo>
                  <a:cubicBezTo>
                    <a:pt x="0" y="20250"/>
                    <a:pt x="0" y="20250"/>
                    <a:pt x="0" y="20250"/>
                  </a:cubicBezTo>
                  <a:cubicBezTo>
                    <a:pt x="0" y="20925"/>
                    <a:pt x="450" y="21600"/>
                    <a:pt x="900" y="21600"/>
                  </a:cubicBezTo>
                  <a:cubicBezTo>
                    <a:pt x="20700" y="21600"/>
                    <a:pt x="20700" y="21600"/>
                    <a:pt x="20700" y="21600"/>
                  </a:cubicBezTo>
                  <a:cubicBezTo>
                    <a:pt x="21150" y="21600"/>
                    <a:pt x="21600" y="20925"/>
                    <a:pt x="21600" y="20250"/>
                  </a:cubicBezTo>
                  <a:cubicBezTo>
                    <a:pt x="21600" y="1350"/>
                    <a:pt x="21600" y="1350"/>
                    <a:pt x="21600" y="1350"/>
                  </a:cubicBezTo>
                  <a:cubicBezTo>
                    <a:pt x="21600" y="675"/>
                    <a:pt x="21150" y="0"/>
                    <a:pt x="20700" y="0"/>
                  </a:cubicBezTo>
                  <a:close/>
                  <a:moveTo>
                    <a:pt x="20700" y="20250"/>
                  </a:moveTo>
                  <a:cubicBezTo>
                    <a:pt x="900" y="20250"/>
                    <a:pt x="900" y="20250"/>
                    <a:pt x="900" y="20250"/>
                  </a:cubicBezTo>
                  <a:cubicBezTo>
                    <a:pt x="900" y="1350"/>
                    <a:pt x="900" y="1350"/>
                    <a:pt x="900" y="1350"/>
                  </a:cubicBezTo>
                  <a:cubicBezTo>
                    <a:pt x="20700" y="1350"/>
                    <a:pt x="20700" y="1350"/>
                    <a:pt x="20700" y="1350"/>
                  </a:cubicBezTo>
                  <a:lnTo>
                    <a:pt x="20700" y="202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324" name="Shape 1324"/>
            <p:cNvSpPr/>
            <p:nvPr/>
          </p:nvSpPr>
          <p:spPr>
            <a:xfrm>
              <a:off x="0" y="0"/>
              <a:ext cx="962025" cy="90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844" y="0"/>
                    <a:pt x="0" y="900"/>
                    <a:pt x="0" y="2160"/>
                  </a:cubicBezTo>
                  <a:cubicBezTo>
                    <a:pt x="0" y="16560"/>
                    <a:pt x="0" y="16560"/>
                    <a:pt x="0" y="16560"/>
                  </a:cubicBezTo>
                  <a:cubicBezTo>
                    <a:pt x="0" y="17820"/>
                    <a:pt x="844" y="18720"/>
                    <a:pt x="2025" y="18720"/>
                  </a:cubicBezTo>
                  <a:cubicBezTo>
                    <a:pt x="8775" y="18720"/>
                    <a:pt x="8775" y="18720"/>
                    <a:pt x="8775" y="18720"/>
                  </a:cubicBezTo>
                  <a:cubicBezTo>
                    <a:pt x="8775" y="19620"/>
                    <a:pt x="8775" y="19620"/>
                    <a:pt x="8775" y="19620"/>
                  </a:cubicBezTo>
                  <a:cubicBezTo>
                    <a:pt x="4556" y="20160"/>
                    <a:pt x="4556" y="20160"/>
                    <a:pt x="4556" y="20160"/>
                  </a:cubicBezTo>
                  <a:cubicBezTo>
                    <a:pt x="4219" y="20340"/>
                    <a:pt x="4050" y="20520"/>
                    <a:pt x="4050" y="20880"/>
                  </a:cubicBezTo>
                  <a:cubicBezTo>
                    <a:pt x="4050" y="21240"/>
                    <a:pt x="4387" y="21600"/>
                    <a:pt x="4725" y="21600"/>
                  </a:cubicBezTo>
                  <a:cubicBezTo>
                    <a:pt x="16875" y="21600"/>
                    <a:pt x="16875" y="21600"/>
                    <a:pt x="16875" y="21600"/>
                  </a:cubicBezTo>
                  <a:cubicBezTo>
                    <a:pt x="17212" y="21600"/>
                    <a:pt x="17550" y="21240"/>
                    <a:pt x="17550" y="20880"/>
                  </a:cubicBezTo>
                  <a:cubicBezTo>
                    <a:pt x="17550" y="20520"/>
                    <a:pt x="17381" y="20340"/>
                    <a:pt x="17044" y="20160"/>
                  </a:cubicBezTo>
                  <a:cubicBezTo>
                    <a:pt x="12825" y="19620"/>
                    <a:pt x="12825" y="19620"/>
                    <a:pt x="12825" y="19620"/>
                  </a:cubicBezTo>
                  <a:cubicBezTo>
                    <a:pt x="12825" y="18720"/>
                    <a:pt x="12825" y="18720"/>
                    <a:pt x="12825" y="18720"/>
                  </a:cubicBezTo>
                  <a:cubicBezTo>
                    <a:pt x="19575" y="18720"/>
                    <a:pt x="19575" y="18720"/>
                    <a:pt x="19575" y="18720"/>
                  </a:cubicBezTo>
                  <a:cubicBezTo>
                    <a:pt x="20756" y="18720"/>
                    <a:pt x="21600" y="17820"/>
                    <a:pt x="21600" y="16560"/>
                  </a:cubicBezTo>
                  <a:cubicBezTo>
                    <a:pt x="21600" y="2160"/>
                    <a:pt x="21600" y="2160"/>
                    <a:pt x="21600" y="2160"/>
                  </a:cubicBezTo>
                  <a:cubicBezTo>
                    <a:pt x="21600" y="900"/>
                    <a:pt x="20756" y="0"/>
                    <a:pt x="19575" y="0"/>
                  </a:cubicBezTo>
                  <a:close/>
                  <a:moveTo>
                    <a:pt x="20250" y="16560"/>
                  </a:moveTo>
                  <a:cubicBezTo>
                    <a:pt x="20250" y="16920"/>
                    <a:pt x="19913" y="17280"/>
                    <a:pt x="19575" y="17280"/>
                  </a:cubicBezTo>
                  <a:cubicBezTo>
                    <a:pt x="13500" y="17280"/>
                    <a:pt x="13500" y="17280"/>
                    <a:pt x="13500" y="17280"/>
                  </a:cubicBezTo>
                  <a:cubicBezTo>
                    <a:pt x="8100" y="17280"/>
                    <a:pt x="8100" y="17280"/>
                    <a:pt x="8100" y="17280"/>
                  </a:cubicBezTo>
                  <a:cubicBezTo>
                    <a:pt x="2025" y="17280"/>
                    <a:pt x="2025" y="17280"/>
                    <a:pt x="2025" y="17280"/>
                  </a:cubicBezTo>
                  <a:cubicBezTo>
                    <a:pt x="1687" y="17280"/>
                    <a:pt x="1350" y="16920"/>
                    <a:pt x="1350" y="16560"/>
                  </a:cubicBezTo>
                  <a:cubicBezTo>
                    <a:pt x="1350" y="2160"/>
                    <a:pt x="1350" y="2160"/>
                    <a:pt x="1350" y="2160"/>
                  </a:cubicBezTo>
                  <a:cubicBezTo>
                    <a:pt x="1350" y="1800"/>
                    <a:pt x="1687" y="1440"/>
                    <a:pt x="2025" y="1440"/>
                  </a:cubicBezTo>
                  <a:cubicBezTo>
                    <a:pt x="19575" y="1440"/>
                    <a:pt x="19575" y="1440"/>
                    <a:pt x="19575" y="1440"/>
                  </a:cubicBezTo>
                  <a:cubicBezTo>
                    <a:pt x="19913" y="1440"/>
                    <a:pt x="20250" y="1800"/>
                    <a:pt x="20250" y="2160"/>
                  </a:cubicBezTo>
                  <a:lnTo>
                    <a:pt x="20250" y="165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307"/>
                                        </p:tgtEl>
                                        <p:attrNameLst>
                                          <p:attrName>style.visibility</p:attrName>
                                        </p:attrNameLst>
                                      </p:cBhvr>
                                      <p:to>
                                        <p:strVal val="visible"/>
                                      </p:to>
                                    </p:set>
                                    <p:animEffect filter="dissolve" transition="in">
                                      <p:cBhvr>
                                        <p:cTn id="7" dur="500"/>
                                        <p:tgtEl>
                                          <p:spTgt spid="1307"/>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1308"/>
                                        </p:tgtEl>
                                        <p:attrNameLst>
                                          <p:attrName>style.visibility</p:attrName>
                                        </p:attrNameLst>
                                      </p:cBhvr>
                                      <p:to>
                                        <p:strVal val="visible"/>
                                      </p:to>
                                    </p:set>
                                    <p:animEffect filter="dissolve" transition="in">
                                      <p:cBhvr>
                                        <p:cTn id="11" dur="500"/>
                                        <p:tgtEl>
                                          <p:spTgt spid="1308"/>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1309"/>
                                        </p:tgtEl>
                                        <p:attrNameLst>
                                          <p:attrName>style.visibility</p:attrName>
                                        </p:attrNameLst>
                                      </p:cBhvr>
                                      <p:to>
                                        <p:strVal val="visible"/>
                                      </p:to>
                                    </p:set>
                                    <p:animEffect filter="wipe(left)" transition="in">
                                      <p:cBhvr>
                                        <p:cTn id="15" dur="500"/>
                                        <p:tgtEl>
                                          <p:spTgt spid="1309"/>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1314"/>
                                        </p:tgtEl>
                                        <p:attrNameLst>
                                          <p:attrName>style.visibility</p:attrName>
                                        </p:attrNameLst>
                                      </p:cBhvr>
                                      <p:to>
                                        <p:strVal val="visible"/>
                                      </p:to>
                                    </p:set>
                                    <p:animEffect filter="dissolve" transition="in">
                                      <p:cBhvr>
                                        <p:cTn id="19" dur="500"/>
                                        <p:tgtEl>
                                          <p:spTgt spid="1314"/>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1315"/>
                                        </p:tgtEl>
                                        <p:attrNameLst>
                                          <p:attrName>style.visibility</p:attrName>
                                        </p:attrNameLst>
                                      </p:cBhvr>
                                      <p:to>
                                        <p:strVal val="visible"/>
                                      </p:to>
                                    </p:set>
                                    <p:animEffect filter="dissolve" transition="in">
                                      <p:cBhvr>
                                        <p:cTn id="23" dur="500"/>
                                        <p:tgtEl>
                                          <p:spTgt spid="1315"/>
                                        </p:tgtEl>
                                      </p:cBhvr>
                                    </p:animEffect>
                                  </p:childTnLst>
                                </p:cTn>
                              </p:par>
                            </p:childTnLst>
                          </p:cTn>
                        </p:par>
                        <p:par>
                          <p:cTn id="24" fill="hold">
                            <p:stCondLst>
                              <p:cond delay="2500"/>
                            </p:stCondLst>
                            <p:childTnLst>
                              <p:par>
                                <p:cTn id="25" presetClass="entr" nodeType="afterEffect" presetSubtype="8" presetID="22" grpId="6" fill="hold">
                                  <p:stCondLst>
                                    <p:cond delay="0"/>
                                  </p:stCondLst>
                                  <p:iterate type="el" backwards="0">
                                    <p:tmAbs val="0"/>
                                  </p:iterate>
                                  <p:childTnLst>
                                    <p:set>
                                      <p:cBhvr>
                                        <p:cTn id="26" fill="hold"/>
                                        <p:tgtEl>
                                          <p:spTgt spid="1316"/>
                                        </p:tgtEl>
                                        <p:attrNameLst>
                                          <p:attrName>style.visibility</p:attrName>
                                        </p:attrNameLst>
                                      </p:cBhvr>
                                      <p:to>
                                        <p:strVal val="visible"/>
                                      </p:to>
                                    </p:set>
                                    <p:animEffect filter="wipe(left)" transition="in">
                                      <p:cBhvr>
                                        <p:cTn id="27" dur="500"/>
                                        <p:tgtEl>
                                          <p:spTgt spid="1316"/>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320"/>
                                        </p:tgtEl>
                                        <p:attrNameLst>
                                          <p:attrName>style.visibility</p:attrName>
                                        </p:attrNameLst>
                                      </p:cBhvr>
                                      <p:to>
                                        <p:strVal val="visible"/>
                                      </p:to>
                                    </p:set>
                                    <p:animEffect filter="dissolve" transition="in">
                                      <p:cBhvr>
                                        <p:cTn id="31" dur="500"/>
                                        <p:tgtEl>
                                          <p:spTgt spid="1320"/>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1321"/>
                                        </p:tgtEl>
                                        <p:attrNameLst>
                                          <p:attrName>style.visibility</p:attrName>
                                        </p:attrNameLst>
                                      </p:cBhvr>
                                      <p:to>
                                        <p:strVal val="visible"/>
                                      </p:to>
                                    </p:set>
                                    <p:animEffect filter="dissolve" transition="in">
                                      <p:cBhvr>
                                        <p:cTn id="35" dur="500"/>
                                        <p:tgtEl>
                                          <p:spTgt spid="1321"/>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1322"/>
                                        </p:tgtEl>
                                        <p:attrNameLst>
                                          <p:attrName>style.visibility</p:attrName>
                                        </p:attrNameLst>
                                      </p:cBhvr>
                                      <p:to>
                                        <p:strVal val="visible"/>
                                      </p:to>
                                    </p:set>
                                    <p:animEffect filter="wipe(left)" transition="in">
                                      <p:cBhvr>
                                        <p:cTn id="39" dur="500"/>
                                        <p:tgtEl>
                                          <p:spTgt spid="13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321" grpId="8"/>
      <p:bldP build="whole" bldLvl="1" animBg="1" rev="0" advAuto="0" spid="1322" grpId="9"/>
      <p:bldP build="whole" bldLvl="1" animBg="1" rev="0" advAuto="0" spid="1316" grpId="6"/>
      <p:bldP build="whole" bldLvl="1" animBg="1" rev="0" advAuto="0" spid="1314" grpId="4"/>
      <p:bldP build="whole" bldLvl="1" animBg="1" rev="0" advAuto="0" spid="1309" grpId="3"/>
      <p:bldP build="whole" bldLvl="1" animBg="1" rev="0" advAuto="0" spid="1320" grpId="7"/>
      <p:bldP build="whole" bldLvl="1" animBg="1" rev="0" advAuto="0" spid="1308" grpId="2"/>
      <p:bldP build="whole" bldLvl="1" animBg="1" rev="0" advAuto="0" spid="1315" grpId="5"/>
      <p:bldP build="whole" bldLvl="1" animBg="1" rev="0" advAuto="0" spid="1307" grpId="1"/>
    </p:bldLst>
  </p:timing>
</p:sld>
</file>

<file path=ppt/slides/slide5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327" name="Shape 1327"/>
          <p:cNvSpPr/>
          <p:nvPr/>
        </p:nvSpPr>
        <p:spPr>
          <a:xfrm>
            <a:off x="303300" y="819179"/>
            <a:ext cx="601980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 con detalle</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1328" name="Shape 132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329" name="Shape 1329"/>
          <p:cNvSpPr/>
          <p:nvPr/>
        </p:nvSpPr>
        <p:spPr>
          <a:xfrm rot="18454821">
            <a:off x="8541373" y="3635323"/>
            <a:ext cx="4189361" cy="4189360"/>
          </a:xfrm>
          <a:prstGeom prst="ellipse">
            <a:avLst/>
          </a:prstGeom>
          <a:solidFill>
            <a:srgbClr val="397ECA"/>
          </a:solidFill>
          <a:ln w="25400">
            <a:solidFill>
              <a:srgbClr val="000000">
                <a:alpha val="0"/>
              </a:srgbClr>
            </a:solidFill>
            <a:miter/>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30" name="Shape 1330"/>
          <p:cNvSpPr/>
          <p:nvPr/>
        </p:nvSpPr>
        <p:spPr>
          <a:xfrm>
            <a:off x="8720137" y="5484812"/>
            <a:ext cx="3819526"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200">
                <a:solidFill>
                  <a:srgbClr val="FFFFFF"/>
                </a:solidFill>
                <a:uFill>
                  <a:solidFill>
                    <a:srgbClr val="FFFFFF"/>
                  </a:solidFill>
                </a:uFill>
                <a:latin typeface="Raleway Bold"/>
                <a:ea typeface="Raleway Bold"/>
                <a:cs typeface="Raleway Bold"/>
                <a:sym typeface="Raleway Bold"/>
              </a:defRPr>
            </a:lvl1pPr>
          </a:lstStyle>
          <a:p>
            <a:pPr>
              <a:defRPr>
                <a:solidFill>
                  <a:srgbClr val="000000"/>
                </a:solidFill>
                <a:uFill>
                  <a:solidFill>
                    <a:srgbClr val="000000"/>
                  </a:solidFill>
                </a:uFill>
              </a:defRPr>
            </a:pPr>
            <a:r>
              <a:rPr>
                <a:solidFill>
                  <a:srgbClr val="FFFFFF"/>
                </a:solidFill>
                <a:uFill>
                  <a:solidFill>
                    <a:srgbClr val="FFFFFF"/>
                  </a:solidFill>
                </a:uFill>
              </a:rPr>
              <a:t>texto</a:t>
            </a:r>
          </a:p>
        </p:txBody>
      </p:sp>
      <p:sp>
        <p:nvSpPr>
          <p:cNvPr id="1331" name="Shape 1331"/>
          <p:cNvSpPr/>
          <p:nvPr/>
        </p:nvSpPr>
        <p:spPr>
          <a:xfrm rot="18454821">
            <a:off x="5172698" y="3654373"/>
            <a:ext cx="4190948" cy="4190948"/>
          </a:xfrm>
          <a:prstGeom prst="ellipse">
            <a:avLst/>
          </a:prstGeom>
          <a:solidFill>
            <a:srgbClr val="144973"/>
          </a:solidFill>
          <a:ln w="25400">
            <a:solidFill>
              <a:srgbClr val="000000">
                <a:alpha val="0"/>
              </a:srgbClr>
            </a:solidFill>
            <a:miter/>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32" name="Shape 1332"/>
          <p:cNvSpPr/>
          <p:nvPr/>
        </p:nvSpPr>
        <p:spPr>
          <a:xfrm rot="18454821">
            <a:off x="5171904" y="6649192"/>
            <a:ext cx="4190948" cy="4189360"/>
          </a:xfrm>
          <a:prstGeom prst="ellipse">
            <a:avLst/>
          </a:prstGeom>
          <a:solidFill>
            <a:srgbClr val="66B3E0"/>
          </a:solidFill>
          <a:ln w="25400">
            <a:solidFill>
              <a:srgbClr val="000000">
                <a:alpha val="0"/>
              </a:srgbClr>
            </a:solidFill>
            <a:miter/>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33" name="Shape 1333"/>
          <p:cNvSpPr/>
          <p:nvPr/>
        </p:nvSpPr>
        <p:spPr>
          <a:xfrm rot="18454821">
            <a:off x="8541373" y="6649986"/>
            <a:ext cx="4189361" cy="4189360"/>
          </a:xfrm>
          <a:prstGeom prst="ellipse">
            <a:avLst/>
          </a:prstGeom>
          <a:solidFill>
            <a:srgbClr val="029FDC"/>
          </a:solidFill>
          <a:ln w="25400">
            <a:solidFill>
              <a:srgbClr val="000000">
                <a:alpha val="0"/>
              </a:srgbClr>
            </a:solidFill>
            <a:miter/>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34" name="Shape 1334"/>
          <p:cNvSpPr/>
          <p:nvPr/>
        </p:nvSpPr>
        <p:spPr>
          <a:xfrm>
            <a:off x="5332412" y="5446712"/>
            <a:ext cx="3819526" cy="4699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200">
                <a:solidFill>
                  <a:srgbClr val="FFFFFF"/>
                </a:solidFill>
                <a:uFill>
                  <a:solidFill>
                    <a:srgbClr val="FFFFFF"/>
                  </a:solidFill>
                </a:uFill>
                <a:latin typeface="Raleway Bold"/>
                <a:ea typeface="Raleway Bold"/>
                <a:cs typeface="Raleway Bold"/>
                <a:sym typeface="Raleway Bold"/>
              </a:defRPr>
            </a:lvl1pPr>
          </a:lstStyle>
          <a:p>
            <a:pPr>
              <a:defRPr>
                <a:solidFill>
                  <a:srgbClr val="000000"/>
                </a:solidFill>
                <a:uFill>
                  <a:solidFill>
                    <a:srgbClr val="000000"/>
                  </a:solidFill>
                </a:uFill>
              </a:defRPr>
            </a:pPr>
            <a:r>
              <a:rPr>
                <a:solidFill>
                  <a:srgbClr val="FFFFFF"/>
                </a:solidFill>
                <a:uFill>
                  <a:solidFill>
                    <a:srgbClr val="FFFFFF"/>
                  </a:solidFill>
                </a:uFill>
              </a:rPr>
              <a:t>texto</a:t>
            </a:r>
          </a:p>
        </p:txBody>
      </p:sp>
      <p:sp>
        <p:nvSpPr>
          <p:cNvPr id="1335" name="Shape 1335"/>
          <p:cNvSpPr/>
          <p:nvPr/>
        </p:nvSpPr>
        <p:spPr>
          <a:xfrm>
            <a:off x="5351462" y="8499475"/>
            <a:ext cx="3819526" cy="469900"/>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200">
                <a:solidFill>
                  <a:srgbClr val="FFFFFF"/>
                </a:solidFill>
                <a:uFill>
                  <a:solidFill>
                    <a:srgbClr val="FFFFFF"/>
                  </a:solidFill>
                </a:uFill>
                <a:latin typeface="Raleway Bold"/>
                <a:ea typeface="Raleway Bold"/>
                <a:cs typeface="Raleway Bold"/>
                <a:sym typeface="Raleway Bold"/>
              </a:defRPr>
            </a:lvl1pPr>
          </a:lstStyle>
          <a:p>
            <a:pPr>
              <a:defRPr>
                <a:solidFill>
                  <a:srgbClr val="000000"/>
                </a:solidFill>
                <a:uFill>
                  <a:solidFill>
                    <a:srgbClr val="000000"/>
                  </a:solidFill>
                </a:uFill>
              </a:defRPr>
            </a:pPr>
            <a:r>
              <a:rPr>
                <a:solidFill>
                  <a:srgbClr val="FFFFFF"/>
                </a:solidFill>
                <a:uFill>
                  <a:solidFill>
                    <a:srgbClr val="FFFFFF"/>
                  </a:solidFill>
                </a:uFill>
              </a:rPr>
              <a:t>texto</a:t>
            </a:r>
          </a:p>
        </p:txBody>
      </p:sp>
      <p:sp>
        <p:nvSpPr>
          <p:cNvPr id="1336" name="Shape 1336"/>
          <p:cNvSpPr/>
          <p:nvPr/>
        </p:nvSpPr>
        <p:spPr>
          <a:xfrm>
            <a:off x="8720137" y="8499475"/>
            <a:ext cx="3819526" cy="469900"/>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457200">
              <a:defRPr sz="3200">
                <a:solidFill>
                  <a:srgbClr val="FFFFFF"/>
                </a:solidFill>
                <a:uFill>
                  <a:solidFill>
                    <a:srgbClr val="FFFFFF"/>
                  </a:solidFill>
                </a:uFill>
                <a:latin typeface="Raleway Bold"/>
                <a:ea typeface="Raleway Bold"/>
                <a:cs typeface="Raleway Bold"/>
                <a:sym typeface="Raleway Bold"/>
              </a:defRPr>
            </a:lvl1pPr>
          </a:lstStyle>
          <a:p>
            <a:pPr>
              <a:defRPr>
                <a:solidFill>
                  <a:srgbClr val="000000"/>
                </a:solidFill>
                <a:uFill>
                  <a:solidFill>
                    <a:srgbClr val="000000"/>
                  </a:solidFill>
                </a:uFill>
              </a:defRPr>
            </a:pPr>
            <a:r>
              <a:rPr>
                <a:solidFill>
                  <a:srgbClr val="FFFFFF"/>
                </a:solidFill>
                <a:uFill>
                  <a:solidFill>
                    <a:srgbClr val="FFFFFF"/>
                  </a:solidFill>
                </a:uFill>
              </a:rPr>
              <a:t>texto</a:t>
            </a:r>
          </a:p>
        </p:txBody>
      </p:sp>
      <p:sp>
        <p:nvSpPr>
          <p:cNvPr id="1337" name="Shape 1337"/>
          <p:cNvSpPr/>
          <p:nvPr/>
        </p:nvSpPr>
        <p:spPr>
          <a:xfrm rot="18454821">
            <a:off x="7923507" y="6248375"/>
            <a:ext cx="1978001" cy="1978001"/>
          </a:xfrm>
          <a:prstGeom prst="ellipse">
            <a:avLst/>
          </a:prstGeom>
          <a:solidFill>
            <a:srgbClr val="B4E6F1"/>
          </a:solidFill>
          <a:ln w="25400">
            <a:solidFill>
              <a:srgbClr val="000000">
                <a:alpha val="0"/>
              </a:srgbClr>
            </a:solidFill>
            <a:miter/>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38" name="Shape 1338"/>
          <p:cNvSpPr/>
          <p:nvPr/>
        </p:nvSpPr>
        <p:spPr>
          <a:xfrm>
            <a:off x="14782800" y="4292600"/>
            <a:ext cx="4737100" cy="3683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400">
                <a:solidFill>
                  <a:srgbClr val="2C2C2C"/>
                </a:solidFill>
                <a:uFill>
                  <a:solidFill>
                    <a:srgbClr val="2C2C2C"/>
                  </a:solidFill>
                </a:uFill>
                <a:latin typeface="Raleway SemiBold"/>
                <a:ea typeface="Raleway SemiBold"/>
                <a:cs typeface="Raleway SemiBold"/>
                <a:sym typeface="Raleway SemiBold"/>
              </a:defRPr>
            </a:lvl1pPr>
          </a:lstStyle>
          <a:p>
            <a:pPr>
              <a:defRPr sz="1800">
                <a:solidFill>
                  <a:srgbClr val="000000"/>
                </a:solidFill>
                <a:uFill>
                  <a:solidFill>
                    <a:srgbClr val="000000"/>
                  </a:solidFill>
                </a:uFill>
                <a:latin typeface="Raleway Regular"/>
                <a:ea typeface="Raleway Regular"/>
                <a:cs typeface="Raleway Regular"/>
                <a:sym typeface="Raleway Regular"/>
              </a:defRPr>
            </a:pPr>
            <a:r>
              <a:rPr sz="2400">
                <a:solidFill>
                  <a:srgbClr val="2C2C2C"/>
                </a:solidFill>
                <a:uFill>
                  <a:solidFill>
                    <a:srgbClr val="2C2C2C"/>
                  </a:solidFill>
                </a:uFill>
                <a:latin typeface="Raleway SemiBold"/>
                <a:ea typeface="Raleway SemiBold"/>
                <a:cs typeface="Raleway SemiBold"/>
                <a:sym typeface="Raleway SemiBold"/>
              </a:rPr>
              <a:t>Marketing</a:t>
            </a:r>
          </a:p>
        </p:txBody>
      </p:sp>
      <p:sp>
        <p:nvSpPr>
          <p:cNvPr id="1339" name="Shape 1339"/>
          <p:cNvSpPr/>
          <p:nvPr/>
        </p:nvSpPr>
        <p:spPr>
          <a:xfrm>
            <a:off x="14782800" y="5848350"/>
            <a:ext cx="4737100" cy="3683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400">
                <a:solidFill>
                  <a:srgbClr val="2C2C2C"/>
                </a:solidFill>
                <a:uFill>
                  <a:solidFill>
                    <a:srgbClr val="2C2C2C"/>
                  </a:solidFill>
                </a:uFill>
                <a:latin typeface="Raleway SemiBold"/>
                <a:ea typeface="Raleway SemiBold"/>
                <a:cs typeface="Raleway SemiBold"/>
                <a:sym typeface="Raleway SemiBold"/>
              </a:defRPr>
            </a:lvl1pPr>
          </a:lstStyle>
          <a:p>
            <a:pPr>
              <a:defRPr sz="1800">
                <a:solidFill>
                  <a:srgbClr val="000000"/>
                </a:solidFill>
                <a:uFill>
                  <a:solidFill>
                    <a:srgbClr val="000000"/>
                  </a:solidFill>
                </a:uFill>
                <a:latin typeface="Raleway Regular"/>
                <a:ea typeface="Raleway Regular"/>
                <a:cs typeface="Raleway Regular"/>
                <a:sym typeface="Raleway Regular"/>
              </a:defRPr>
            </a:pPr>
            <a:r>
              <a:rPr sz="2400">
                <a:solidFill>
                  <a:srgbClr val="2C2C2C"/>
                </a:solidFill>
                <a:uFill>
                  <a:solidFill>
                    <a:srgbClr val="2C2C2C"/>
                  </a:solidFill>
                </a:uFill>
                <a:latin typeface="Raleway SemiBold"/>
                <a:ea typeface="Raleway SemiBold"/>
                <a:cs typeface="Raleway SemiBold"/>
                <a:sym typeface="Raleway SemiBold"/>
              </a:rPr>
              <a:t>Research</a:t>
            </a:r>
          </a:p>
        </p:txBody>
      </p:sp>
      <p:sp>
        <p:nvSpPr>
          <p:cNvPr id="1340" name="Shape 1340"/>
          <p:cNvSpPr/>
          <p:nvPr/>
        </p:nvSpPr>
        <p:spPr>
          <a:xfrm>
            <a:off x="14833600" y="7543800"/>
            <a:ext cx="4737100" cy="3683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400">
                <a:solidFill>
                  <a:srgbClr val="2C2C2C"/>
                </a:solidFill>
                <a:uFill>
                  <a:solidFill>
                    <a:srgbClr val="2C2C2C"/>
                  </a:solidFill>
                </a:uFill>
                <a:latin typeface="Raleway SemiBold"/>
                <a:ea typeface="Raleway SemiBold"/>
                <a:cs typeface="Raleway SemiBold"/>
                <a:sym typeface="Raleway SemiBold"/>
              </a:defRPr>
            </a:lvl1pPr>
          </a:lstStyle>
          <a:p>
            <a:pPr>
              <a:defRPr sz="1800">
                <a:solidFill>
                  <a:srgbClr val="000000"/>
                </a:solidFill>
                <a:uFill>
                  <a:solidFill>
                    <a:srgbClr val="000000"/>
                  </a:solidFill>
                </a:uFill>
                <a:latin typeface="Raleway Regular"/>
                <a:ea typeface="Raleway Regular"/>
                <a:cs typeface="Raleway Regular"/>
                <a:sym typeface="Raleway Regular"/>
              </a:defRPr>
            </a:pPr>
            <a:r>
              <a:rPr sz="2400">
                <a:solidFill>
                  <a:srgbClr val="2C2C2C"/>
                </a:solidFill>
                <a:uFill>
                  <a:solidFill>
                    <a:srgbClr val="2C2C2C"/>
                  </a:solidFill>
                </a:uFill>
                <a:latin typeface="Raleway SemiBold"/>
                <a:ea typeface="Raleway SemiBold"/>
                <a:cs typeface="Raleway SemiBold"/>
                <a:sym typeface="Raleway SemiBold"/>
              </a:rPr>
              <a:t>Likes</a:t>
            </a:r>
          </a:p>
        </p:txBody>
      </p:sp>
      <p:sp>
        <p:nvSpPr>
          <p:cNvPr id="1341" name="Shape 1341"/>
          <p:cNvSpPr/>
          <p:nvPr/>
        </p:nvSpPr>
        <p:spPr>
          <a:xfrm>
            <a:off x="14808200" y="6402387"/>
            <a:ext cx="4927600"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spcBef>
                <a:spcPts val="1700"/>
              </a:spcBef>
              <a:defRPr sz="1800">
                <a:solidFill>
                  <a:srgbClr val="777C87"/>
                </a:solidFill>
                <a:uFill>
                  <a:solidFill>
                    <a:srgbClr val="777C87"/>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777C87"/>
                </a:solidFill>
                <a:uFill>
                  <a:solidFill>
                    <a:srgbClr val="777C87"/>
                  </a:solidFill>
                </a:uFill>
              </a:rPr>
              <a:t>Jelly-o gingerbread oat cake pudding pastry biscuit tootsie roll.</a:t>
            </a:r>
          </a:p>
        </p:txBody>
      </p:sp>
      <p:sp>
        <p:nvSpPr>
          <p:cNvPr id="1342" name="Shape 1342"/>
          <p:cNvSpPr/>
          <p:nvPr/>
        </p:nvSpPr>
        <p:spPr>
          <a:xfrm>
            <a:off x="14795500" y="4683125"/>
            <a:ext cx="3924300" cy="5334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spcBef>
                <a:spcPts val="1700"/>
              </a:spcBef>
              <a:defRPr sz="1800">
                <a:solidFill>
                  <a:srgbClr val="777C87"/>
                </a:solidFill>
                <a:uFill>
                  <a:solidFill>
                    <a:srgbClr val="777C87"/>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777C87"/>
                </a:solidFill>
                <a:uFill>
                  <a:solidFill>
                    <a:srgbClr val="777C87"/>
                  </a:solidFill>
                </a:uFill>
              </a:rPr>
              <a:t>Jelly-o gingerbread oat cake pudding pastry biscuit tootsie roll.</a:t>
            </a:r>
          </a:p>
        </p:txBody>
      </p:sp>
      <p:sp>
        <p:nvSpPr>
          <p:cNvPr id="1343" name="Shape 1343"/>
          <p:cNvSpPr/>
          <p:nvPr/>
        </p:nvSpPr>
        <p:spPr>
          <a:xfrm>
            <a:off x="14859000" y="8007350"/>
            <a:ext cx="4178300" cy="5334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spcBef>
                <a:spcPts val="1700"/>
              </a:spcBef>
              <a:defRPr sz="1800">
                <a:solidFill>
                  <a:srgbClr val="777C87"/>
                </a:solidFill>
                <a:uFill>
                  <a:solidFill>
                    <a:srgbClr val="777C87"/>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777C87"/>
                </a:solidFill>
                <a:uFill>
                  <a:solidFill>
                    <a:srgbClr val="777C87"/>
                  </a:solidFill>
                </a:uFill>
              </a:rPr>
              <a:t>Jelly-o gingerbread oat cake pudding pastry biscuit tootsie roll.</a:t>
            </a:r>
          </a:p>
        </p:txBody>
      </p:sp>
      <p:sp>
        <p:nvSpPr>
          <p:cNvPr id="1344" name="Shape 1344"/>
          <p:cNvSpPr/>
          <p:nvPr/>
        </p:nvSpPr>
        <p:spPr>
          <a:xfrm>
            <a:off x="14833600" y="9283700"/>
            <a:ext cx="4737100" cy="3683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400">
                <a:solidFill>
                  <a:srgbClr val="2C2C2C"/>
                </a:solidFill>
                <a:uFill>
                  <a:solidFill>
                    <a:srgbClr val="2C2C2C"/>
                  </a:solidFill>
                </a:uFill>
                <a:latin typeface="Raleway SemiBold"/>
                <a:ea typeface="Raleway SemiBold"/>
                <a:cs typeface="Raleway SemiBold"/>
                <a:sym typeface="Raleway SemiBold"/>
              </a:defRPr>
            </a:lvl1pPr>
          </a:lstStyle>
          <a:p>
            <a:pPr>
              <a:defRPr sz="1800">
                <a:solidFill>
                  <a:srgbClr val="000000"/>
                </a:solidFill>
                <a:uFill>
                  <a:solidFill>
                    <a:srgbClr val="000000"/>
                  </a:solidFill>
                </a:uFill>
                <a:latin typeface="Raleway Regular"/>
                <a:ea typeface="Raleway Regular"/>
                <a:cs typeface="Raleway Regular"/>
                <a:sym typeface="Raleway Regular"/>
              </a:defRPr>
            </a:pPr>
            <a:r>
              <a:rPr sz="2400">
                <a:solidFill>
                  <a:srgbClr val="2C2C2C"/>
                </a:solidFill>
                <a:uFill>
                  <a:solidFill>
                    <a:srgbClr val="2C2C2C"/>
                  </a:solidFill>
                </a:uFill>
                <a:latin typeface="Raleway SemiBold"/>
                <a:ea typeface="Raleway SemiBold"/>
                <a:cs typeface="Raleway SemiBold"/>
                <a:sym typeface="Raleway SemiBold"/>
              </a:rPr>
              <a:t>Shares</a:t>
            </a:r>
          </a:p>
        </p:txBody>
      </p:sp>
      <p:sp>
        <p:nvSpPr>
          <p:cNvPr id="1345" name="Shape 1345"/>
          <p:cNvSpPr/>
          <p:nvPr/>
        </p:nvSpPr>
        <p:spPr>
          <a:xfrm>
            <a:off x="14859000" y="9747250"/>
            <a:ext cx="4178300" cy="5334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spcBef>
                <a:spcPts val="1700"/>
              </a:spcBef>
              <a:defRPr sz="1800">
                <a:solidFill>
                  <a:srgbClr val="777C87"/>
                </a:solidFill>
                <a:uFill>
                  <a:solidFill>
                    <a:srgbClr val="777C87"/>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777C87"/>
                </a:solidFill>
                <a:uFill>
                  <a:solidFill>
                    <a:srgbClr val="777C87"/>
                  </a:solidFill>
                </a:uFill>
              </a:rPr>
              <a:t>Jelly-o gingerbread oat cake pudding pastry biscuit tootsie roll.</a:t>
            </a:r>
          </a:p>
        </p:txBody>
      </p:sp>
      <p:sp>
        <p:nvSpPr>
          <p:cNvPr id="1346" name="Shape 1346"/>
          <p:cNvSpPr/>
          <p:nvPr/>
        </p:nvSpPr>
        <p:spPr>
          <a:xfrm>
            <a:off x="14130331" y="9259881"/>
            <a:ext cx="469889" cy="469889"/>
          </a:xfrm>
          <a:prstGeom prst="ellipse">
            <a:avLst/>
          </a:prstGeom>
          <a:solidFill>
            <a:srgbClr val="66B3E0"/>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47" name="Shape 1347"/>
          <p:cNvSpPr/>
          <p:nvPr/>
        </p:nvSpPr>
        <p:spPr>
          <a:xfrm>
            <a:off x="14130331" y="7519981"/>
            <a:ext cx="469889" cy="469889"/>
          </a:xfrm>
          <a:prstGeom prst="ellipse">
            <a:avLst/>
          </a:pr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48" name="Shape 1348"/>
          <p:cNvSpPr/>
          <p:nvPr/>
        </p:nvSpPr>
        <p:spPr>
          <a:xfrm>
            <a:off x="14130331" y="5805481"/>
            <a:ext cx="469889" cy="469889"/>
          </a:xfrm>
          <a:prstGeom prst="ellipse">
            <a:avLst/>
          </a:pr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49" name="Shape 1349"/>
          <p:cNvSpPr/>
          <p:nvPr/>
        </p:nvSpPr>
        <p:spPr>
          <a:xfrm>
            <a:off x="14130331" y="4306881"/>
            <a:ext cx="469889" cy="469889"/>
          </a:xfrm>
          <a:prstGeom prst="ellipse">
            <a:avLst/>
          </a:pr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100"/>
                                  </p:stCondLst>
                                  <p:iterate type="el" backwards="0">
                                    <p:tmAbs val="0"/>
                                  </p:iterate>
                                  <p:childTnLst>
                                    <p:set>
                                      <p:cBhvr>
                                        <p:cTn id="6" fill="hold"/>
                                        <p:tgtEl>
                                          <p:spTgt spid="1329"/>
                                        </p:tgtEl>
                                        <p:attrNameLst>
                                          <p:attrName>style.visibility</p:attrName>
                                        </p:attrNameLst>
                                      </p:cBhvr>
                                      <p:to>
                                        <p:strVal val="visible"/>
                                      </p:to>
                                    </p:set>
                                    <p:anim calcmode="lin" valueType="num">
                                      <p:cBhvr>
                                        <p:cTn id="7" dur="750" fill="hold"/>
                                        <p:tgtEl>
                                          <p:spTgt spid="1329"/>
                                        </p:tgtEl>
                                        <p:attrNameLst>
                                          <p:attrName>ppt_w</p:attrName>
                                        </p:attrNameLst>
                                      </p:cBhvr>
                                      <p:tavLst>
                                        <p:tav tm="0">
                                          <p:val>
                                            <p:fltVal val="0"/>
                                          </p:val>
                                        </p:tav>
                                        <p:tav tm="100000">
                                          <p:val>
                                            <p:strVal val="#ppt_w"/>
                                          </p:val>
                                        </p:tav>
                                      </p:tavLst>
                                    </p:anim>
                                    <p:anim calcmode="lin" valueType="num">
                                      <p:cBhvr>
                                        <p:cTn id="8" dur="750" fill="hold"/>
                                        <p:tgtEl>
                                          <p:spTgt spid="1329"/>
                                        </p:tgtEl>
                                        <p:attrNameLst>
                                          <p:attrName>ppt_h</p:attrName>
                                        </p:attrNameLst>
                                      </p:cBhvr>
                                      <p:tavLst>
                                        <p:tav tm="0">
                                          <p:val>
                                            <p:fltVal val="0"/>
                                          </p:val>
                                        </p:tav>
                                        <p:tav tm="100000">
                                          <p:val>
                                            <p:strVal val="#ppt_h"/>
                                          </p:val>
                                        </p:tav>
                                      </p:tavLst>
                                    </p:anim>
                                  </p:childTnLst>
                                </p:cTn>
                              </p:par>
                            </p:childTnLst>
                          </p:cTn>
                        </p:par>
                        <p:par>
                          <p:cTn id="9" fill="hold">
                            <p:stCondLst>
                              <p:cond delay="850"/>
                            </p:stCondLst>
                            <p:childTnLst>
                              <p:par>
                                <p:cTn id="10" presetClass="entr" nodeType="afterEffect" presetSubtype="16" presetID="23" grpId="2" fill="hold">
                                  <p:stCondLst>
                                    <p:cond delay="100"/>
                                  </p:stCondLst>
                                  <p:iterate type="el" backwards="0">
                                    <p:tmAbs val="0"/>
                                  </p:iterate>
                                  <p:childTnLst>
                                    <p:set>
                                      <p:cBhvr>
                                        <p:cTn id="11" fill="hold"/>
                                        <p:tgtEl>
                                          <p:spTgt spid="1331"/>
                                        </p:tgtEl>
                                        <p:attrNameLst>
                                          <p:attrName>style.visibility</p:attrName>
                                        </p:attrNameLst>
                                      </p:cBhvr>
                                      <p:to>
                                        <p:strVal val="visible"/>
                                      </p:to>
                                    </p:set>
                                    <p:anim calcmode="lin" valueType="num">
                                      <p:cBhvr>
                                        <p:cTn id="12" dur="750" fill="hold"/>
                                        <p:tgtEl>
                                          <p:spTgt spid="1331"/>
                                        </p:tgtEl>
                                        <p:attrNameLst>
                                          <p:attrName>ppt_w</p:attrName>
                                        </p:attrNameLst>
                                      </p:cBhvr>
                                      <p:tavLst>
                                        <p:tav tm="0">
                                          <p:val>
                                            <p:fltVal val="0"/>
                                          </p:val>
                                        </p:tav>
                                        <p:tav tm="100000">
                                          <p:val>
                                            <p:strVal val="#ppt_w"/>
                                          </p:val>
                                        </p:tav>
                                      </p:tavLst>
                                    </p:anim>
                                    <p:anim calcmode="lin" valueType="num">
                                      <p:cBhvr>
                                        <p:cTn id="13" dur="750" fill="hold"/>
                                        <p:tgtEl>
                                          <p:spTgt spid="1331"/>
                                        </p:tgtEl>
                                        <p:attrNameLst>
                                          <p:attrName>ppt_h</p:attrName>
                                        </p:attrNameLst>
                                      </p:cBhvr>
                                      <p:tavLst>
                                        <p:tav tm="0">
                                          <p:val>
                                            <p:fltVal val="0"/>
                                          </p:val>
                                        </p:tav>
                                        <p:tav tm="100000">
                                          <p:val>
                                            <p:strVal val="#ppt_h"/>
                                          </p:val>
                                        </p:tav>
                                      </p:tavLst>
                                    </p:anim>
                                  </p:childTnLst>
                                </p:cTn>
                              </p:par>
                            </p:childTnLst>
                          </p:cTn>
                        </p:par>
                        <p:par>
                          <p:cTn id="14" fill="hold">
                            <p:stCondLst>
                              <p:cond delay="1700"/>
                            </p:stCondLst>
                            <p:childTnLst>
                              <p:par>
                                <p:cTn id="15" presetClass="entr" nodeType="afterEffect" presetSubtype="16" presetID="23" grpId="3" fill="hold">
                                  <p:stCondLst>
                                    <p:cond delay="100"/>
                                  </p:stCondLst>
                                  <p:iterate type="el" backwards="0">
                                    <p:tmAbs val="0"/>
                                  </p:iterate>
                                  <p:childTnLst>
                                    <p:set>
                                      <p:cBhvr>
                                        <p:cTn id="16" fill="hold"/>
                                        <p:tgtEl>
                                          <p:spTgt spid="1334"/>
                                        </p:tgtEl>
                                        <p:attrNameLst>
                                          <p:attrName>style.visibility</p:attrName>
                                        </p:attrNameLst>
                                      </p:cBhvr>
                                      <p:to>
                                        <p:strVal val="visible"/>
                                      </p:to>
                                    </p:set>
                                    <p:anim calcmode="lin" valueType="num">
                                      <p:cBhvr>
                                        <p:cTn id="17" dur="750" fill="hold"/>
                                        <p:tgtEl>
                                          <p:spTgt spid="1334"/>
                                        </p:tgtEl>
                                        <p:attrNameLst>
                                          <p:attrName>ppt_w</p:attrName>
                                        </p:attrNameLst>
                                      </p:cBhvr>
                                      <p:tavLst>
                                        <p:tav tm="0">
                                          <p:val>
                                            <p:fltVal val="0"/>
                                          </p:val>
                                        </p:tav>
                                        <p:tav tm="100000">
                                          <p:val>
                                            <p:strVal val="#ppt_w"/>
                                          </p:val>
                                        </p:tav>
                                      </p:tavLst>
                                    </p:anim>
                                    <p:anim calcmode="lin" valueType="num">
                                      <p:cBhvr>
                                        <p:cTn id="18" dur="750" fill="hold"/>
                                        <p:tgtEl>
                                          <p:spTgt spid="1334"/>
                                        </p:tgtEl>
                                        <p:attrNameLst>
                                          <p:attrName>ppt_h</p:attrName>
                                        </p:attrNameLst>
                                      </p:cBhvr>
                                      <p:tavLst>
                                        <p:tav tm="0">
                                          <p:val>
                                            <p:fltVal val="0"/>
                                          </p:val>
                                        </p:tav>
                                        <p:tav tm="100000">
                                          <p:val>
                                            <p:strVal val="#ppt_h"/>
                                          </p:val>
                                        </p:tav>
                                      </p:tavLst>
                                    </p:anim>
                                  </p:childTnLst>
                                </p:cTn>
                              </p:par>
                            </p:childTnLst>
                          </p:cTn>
                        </p:par>
                        <p:par>
                          <p:cTn id="19" fill="hold">
                            <p:stCondLst>
                              <p:cond delay="2550"/>
                            </p:stCondLst>
                            <p:childTnLst>
                              <p:par>
                                <p:cTn id="20" presetClass="entr" nodeType="afterEffect" presetSubtype="16" presetID="23" grpId="4" fill="hold">
                                  <p:stCondLst>
                                    <p:cond delay="100"/>
                                  </p:stCondLst>
                                  <p:iterate type="el" backwards="0">
                                    <p:tmAbs val="0"/>
                                  </p:iterate>
                                  <p:childTnLst>
                                    <p:set>
                                      <p:cBhvr>
                                        <p:cTn id="21" fill="hold"/>
                                        <p:tgtEl>
                                          <p:spTgt spid="1330"/>
                                        </p:tgtEl>
                                        <p:attrNameLst>
                                          <p:attrName>style.visibility</p:attrName>
                                        </p:attrNameLst>
                                      </p:cBhvr>
                                      <p:to>
                                        <p:strVal val="visible"/>
                                      </p:to>
                                    </p:set>
                                    <p:anim calcmode="lin" valueType="num">
                                      <p:cBhvr>
                                        <p:cTn id="22" dur="750" fill="hold"/>
                                        <p:tgtEl>
                                          <p:spTgt spid="1330"/>
                                        </p:tgtEl>
                                        <p:attrNameLst>
                                          <p:attrName>ppt_w</p:attrName>
                                        </p:attrNameLst>
                                      </p:cBhvr>
                                      <p:tavLst>
                                        <p:tav tm="0">
                                          <p:val>
                                            <p:fltVal val="0"/>
                                          </p:val>
                                        </p:tav>
                                        <p:tav tm="100000">
                                          <p:val>
                                            <p:strVal val="#ppt_w"/>
                                          </p:val>
                                        </p:tav>
                                      </p:tavLst>
                                    </p:anim>
                                    <p:anim calcmode="lin" valueType="num">
                                      <p:cBhvr>
                                        <p:cTn id="23" dur="750" fill="hold"/>
                                        <p:tgtEl>
                                          <p:spTgt spid="1330"/>
                                        </p:tgtEl>
                                        <p:attrNameLst>
                                          <p:attrName>ppt_h</p:attrName>
                                        </p:attrNameLst>
                                      </p:cBhvr>
                                      <p:tavLst>
                                        <p:tav tm="0">
                                          <p:val>
                                            <p:fltVal val="0"/>
                                          </p:val>
                                        </p:tav>
                                        <p:tav tm="100000">
                                          <p:val>
                                            <p:strVal val="#ppt_h"/>
                                          </p:val>
                                        </p:tav>
                                      </p:tavLst>
                                    </p:anim>
                                  </p:childTnLst>
                                </p:cTn>
                              </p:par>
                            </p:childTnLst>
                          </p:cTn>
                        </p:par>
                        <p:par>
                          <p:cTn id="24" fill="hold">
                            <p:stCondLst>
                              <p:cond delay="3400"/>
                            </p:stCondLst>
                            <p:childTnLst>
                              <p:par>
                                <p:cTn id="25" presetClass="entr" nodeType="afterEffect" presetSubtype="16" presetID="23" grpId="5" fill="hold">
                                  <p:stCondLst>
                                    <p:cond delay="100"/>
                                  </p:stCondLst>
                                  <p:iterate type="el" backwards="0">
                                    <p:tmAbs val="0"/>
                                  </p:iterate>
                                  <p:childTnLst>
                                    <p:set>
                                      <p:cBhvr>
                                        <p:cTn id="26" fill="hold"/>
                                        <p:tgtEl>
                                          <p:spTgt spid="1337"/>
                                        </p:tgtEl>
                                        <p:attrNameLst>
                                          <p:attrName>style.visibility</p:attrName>
                                        </p:attrNameLst>
                                      </p:cBhvr>
                                      <p:to>
                                        <p:strVal val="visible"/>
                                      </p:to>
                                    </p:set>
                                    <p:anim calcmode="lin" valueType="num">
                                      <p:cBhvr>
                                        <p:cTn id="27" dur="750" fill="hold"/>
                                        <p:tgtEl>
                                          <p:spTgt spid="1337"/>
                                        </p:tgtEl>
                                        <p:attrNameLst>
                                          <p:attrName>ppt_w</p:attrName>
                                        </p:attrNameLst>
                                      </p:cBhvr>
                                      <p:tavLst>
                                        <p:tav tm="0">
                                          <p:val>
                                            <p:fltVal val="0"/>
                                          </p:val>
                                        </p:tav>
                                        <p:tav tm="100000">
                                          <p:val>
                                            <p:strVal val="#ppt_w"/>
                                          </p:val>
                                        </p:tav>
                                      </p:tavLst>
                                    </p:anim>
                                    <p:anim calcmode="lin" valueType="num">
                                      <p:cBhvr>
                                        <p:cTn id="28" dur="750" fill="hold"/>
                                        <p:tgtEl>
                                          <p:spTgt spid="1337"/>
                                        </p:tgtEl>
                                        <p:attrNameLst>
                                          <p:attrName>ppt_h</p:attrName>
                                        </p:attrNameLst>
                                      </p:cBhvr>
                                      <p:tavLst>
                                        <p:tav tm="0">
                                          <p:val>
                                            <p:fltVal val="0"/>
                                          </p:val>
                                        </p:tav>
                                        <p:tav tm="100000">
                                          <p:val>
                                            <p:strVal val="#ppt_h"/>
                                          </p:val>
                                        </p:tav>
                                      </p:tavLst>
                                    </p:anim>
                                  </p:childTnLst>
                                </p:cTn>
                              </p:par>
                            </p:childTnLst>
                          </p:cTn>
                        </p:par>
                        <p:par>
                          <p:cTn id="29" fill="hold">
                            <p:stCondLst>
                              <p:cond delay="4250"/>
                            </p:stCondLst>
                            <p:childTnLst>
                              <p:par>
                                <p:cTn id="30" presetClass="entr" nodeType="afterEffect" presetSubtype="16" presetID="23" grpId="6" fill="hold">
                                  <p:stCondLst>
                                    <p:cond delay="100"/>
                                  </p:stCondLst>
                                  <p:iterate type="el" backwards="0">
                                    <p:tmAbs val="0"/>
                                  </p:iterate>
                                  <p:childTnLst>
                                    <p:set>
                                      <p:cBhvr>
                                        <p:cTn id="31" fill="hold"/>
                                        <p:tgtEl>
                                          <p:spTgt spid="1332"/>
                                        </p:tgtEl>
                                        <p:attrNameLst>
                                          <p:attrName>style.visibility</p:attrName>
                                        </p:attrNameLst>
                                      </p:cBhvr>
                                      <p:to>
                                        <p:strVal val="visible"/>
                                      </p:to>
                                    </p:set>
                                    <p:anim calcmode="lin" valueType="num">
                                      <p:cBhvr>
                                        <p:cTn id="32" dur="750" fill="hold"/>
                                        <p:tgtEl>
                                          <p:spTgt spid="1332"/>
                                        </p:tgtEl>
                                        <p:attrNameLst>
                                          <p:attrName>ppt_w</p:attrName>
                                        </p:attrNameLst>
                                      </p:cBhvr>
                                      <p:tavLst>
                                        <p:tav tm="0">
                                          <p:val>
                                            <p:fltVal val="0"/>
                                          </p:val>
                                        </p:tav>
                                        <p:tav tm="100000">
                                          <p:val>
                                            <p:strVal val="#ppt_w"/>
                                          </p:val>
                                        </p:tav>
                                      </p:tavLst>
                                    </p:anim>
                                    <p:anim calcmode="lin" valueType="num">
                                      <p:cBhvr>
                                        <p:cTn id="33" dur="750" fill="hold"/>
                                        <p:tgtEl>
                                          <p:spTgt spid="1332"/>
                                        </p:tgtEl>
                                        <p:attrNameLst>
                                          <p:attrName>ppt_h</p:attrName>
                                        </p:attrNameLst>
                                      </p:cBhvr>
                                      <p:tavLst>
                                        <p:tav tm="0">
                                          <p:val>
                                            <p:fltVal val="0"/>
                                          </p:val>
                                        </p:tav>
                                        <p:tav tm="100000">
                                          <p:val>
                                            <p:strVal val="#ppt_h"/>
                                          </p:val>
                                        </p:tav>
                                      </p:tavLst>
                                    </p:anim>
                                  </p:childTnLst>
                                </p:cTn>
                              </p:par>
                            </p:childTnLst>
                          </p:cTn>
                        </p:par>
                        <p:par>
                          <p:cTn id="34" fill="hold">
                            <p:stCondLst>
                              <p:cond delay="5100"/>
                            </p:stCondLst>
                            <p:childTnLst>
                              <p:par>
                                <p:cTn id="35" presetClass="entr" nodeType="afterEffect" presetSubtype="16" presetID="23" grpId="7" fill="hold">
                                  <p:stCondLst>
                                    <p:cond delay="100"/>
                                  </p:stCondLst>
                                  <p:iterate type="el" backwards="0">
                                    <p:tmAbs val="0"/>
                                  </p:iterate>
                                  <p:childTnLst>
                                    <p:set>
                                      <p:cBhvr>
                                        <p:cTn id="36" fill="hold"/>
                                        <p:tgtEl>
                                          <p:spTgt spid="1333"/>
                                        </p:tgtEl>
                                        <p:attrNameLst>
                                          <p:attrName>style.visibility</p:attrName>
                                        </p:attrNameLst>
                                      </p:cBhvr>
                                      <p:to>
                                        <p:strVal val="visible"/>
                                      </p:to>
                                    </p:set>
                                    <p:anim calcmode="lin" valueType="num">
                                      <p:cBhvr>
                                        <p:cTn id="37" dur="750" fill="hold"/>
                                        <p:tgtEl>
                                          <p:spTgt spid="1333"/>
                                        </p:tgtEl>
                                        <p:attrNameLst>
                                          <p:attrName>ppt_w</p:attrName>
                                        </p:attrNameLst>
                                      </p:cBhvr>
                                      <p:tavLst>
                                        <p:tav tm="0">
                                          <p:val>
                                            <p:fltVal val="0"/>
                                          </p:val>
                                        </p:tav>
                                        <p:tav tm="100000">
                                          <p:val>
                                            <p:strVal val="#ppt_w"/>
                                          </p:val>
                                        </p:tav>
                                      </p:tavLst>
                                    </p:anim>
                                    <p:anim calcmode="lin" valueType="num">
                                      <p:cBhvr>
                                        <p:cTn id="38" dur="750" fill="hold"/>
                                        <p:tgtEl>
                                          <p:spTgt spid="1333"/>
                                        </p:tgtEl>
                                        <p:attrNameLst>
                                          <p:attrName>ppt_h</p:attrName>
                                        </p:attrNameLst>
                                      </p:cBhvr>
                                      <p:tavLst>
                                        <p:tav tm="0">
                                          <p:val>
                                            <p:fltVal val="0"/>
                                          </p:val>
                                        </p:tav>
                                        <p:tav tm="100000">
                                          <p:val>
                                            <p:strVal val="#ppt_h"/>
                                          </p:val>
                                        </p:tav>
                                      </p:tavLst>
                                    </p:anim>
                                  </p:childTnLst>
                                </p:cTn>
                              </p:par>
                            </p:childTnLst>
                          </p:cTn>
                        </p:par>
                        <p:par>
                          <p:cTn id="39" fill="hold">
                            <p:stCondLst>
                              <p:cond delay="5950"/>
                            </p:stCondLst>
                            <p:childTnLst>
                              <p:par>
                                <p:cTn id="40" presetClass="entr" nodeType="afterEffect" presetSubtype="16" presetID="23" grpId="8" fill="hold">
                                  <p:stCondLst>
                                    <p:cond delay="100"/>
                                  </p:stCondLst>
                                  <p:iterate type="el" backwards="0">
                                    <p:tmAbs val="0"/>
                                  </p:iterate>
                                  <p:childTnLst>
                                    <p:set>
                                      <p:cBhvr>
                                        <p:cTn id="41" fill="hold"/>
                                        <p:tgtEl>
                                          <p:spTgt spid="1335"/>
                                        </p:tgtEl>
                                        <p:attrNameLst>
                                          <p:attrName>style.visibility</p:attrName>
                                        </p:attrNameLst>
                                      </p:cBhvr>
                                      <p:to>
                                        <p:strVal val="visible"/>
                                      </p:to>
                                    </p:set>
                                    <p:anim calcmode="lin" valueType="num">
                                      <p:cBhvr>
                                        <p:cTn id="42" dur="750" fill="hold"/>
                                        <p:tgtEl>
                                          <p:spTgt spid="1335"/>
                                        </p:tgtEl>
                                        <p:attrNameLst>
                                          <p:attrName>ppt_w</p:attrName>
                                        </p:attrNameLst>
                                      </p:cBhvr>
                                      <p:tavLst>
                                        <p:tav tm="0">
                                          <p:val>
                                            <p:fltVal val="0"/>
                                          </p:val>
                                        </p:tav>
                                        <p:tav tm="100000">
                                          <p:val>
                                            <p:strVal val="#ppt_w"/>
                                          </p:val>
                                        </p:tav>
                                      </p:tavLst>
                                    </p:anim>
                                    <p:anim calcmode="lin" valueType="num">
                                      <p:cBhvr>
                                        <p:cTn id="43" dur="750" fill="hold"/>
                                        <p:tgtEl>
                                          <p:spTgt spid="1335"/>
                                        </p:tgtEl>
                                        <p:attrNameLst>
                                          <p:attrName>ppt_h</p:attrName>
                                        </p:attrNameLst>
                                      </p:cBhvr>
                                      <p:tavLst>
                                        <p:tav tm="0">
                                          <p:val>
                                            <p:fltVal val="0"/>
                                          </p:val>
                                        </p:tav>
                                        <p:tav tm="100000">
                                          <p:val>
                                            <p:strVal val="#ppt_h"/>
                                          </p:val>
                                        </p:tav>
                                      </p:tavLst>
                                    </p:anim>
                                  </p:childTnLst>
                                </p:cTn>
                              </p:par>
                            </p:childTnLst>
                          </p:cTn>
                        </p:par>
                        <p:par>
                          <p:cTn id="44" fill="hold">
                            <p:stCondLst>
                              <p:cond delay="6800"/>
                            </p:stCondLst>
                            <p:childTnLst>
                              <p:par>
                                <p:cTn id="45" presetClass="entr" nodeType="afterEffect" presetSubtype="16" presetID="23" grpId="9" fill="hold">
                                  <p:stCondLst>
                                    <p:cond delay="100"/>
                                  </p:stCondLst>
                                  <p:iterate type="el" backwards="0">
                                    <p:tmAbs val="0"/>
                                  </p:iterate>
                                  <p:childTnLst>
                                    <p:set>
                                      <p:cBhvr>
                                        <p:cTn id="46" fill="hold"/>
                                        <p:tgtEl>
                                          <p:spTgt spid="1336"/>
                                        </p:tgtEl>
                                        <p:attrNameLst>
                                          <p:attrName>style.visibility</p:attrName>
                                        </p:attrNameLst>
                                      </p:cBhvr>
                                      <p:to>
                                        <p:strVal val="visible"/>
                                      </p:to>
                                    </p:set>
                                    <p:anim calcmode="lin" valueType="num">
                                      <p:cBhvr>
                                        <p:cTn id="47" dur="750" fill="hold"/>
                                        <p:tgtEl>
                                          <p:spTgt spid="1336"/>
                                        </p:tgtEl>
                                        <p:attrNameLst>
                                          <p:attrName>ppt_w</p:attrName>
                                        </p:attrNameLst>
                                      </p:cBhvr>
                                      <p:tavLst>
                                        <p:tav tm="0">
                                          <p:val>
                                            <p:fltVal val="0"/>
                                          </p:val>
                                        </p:tav>
                                        <p:tav tm="100000">
                                          <p:val>
                                            <p:strVal val="#ppt_w"/>
                                          </p:val>
                                        </p:tav>
                                      </p:tavLst>
                                    </p:anim>
                                    <p:anim calcmode="lin" valueType="num">
                                      <p:cBhvr>
                                        <p:cTn id="48" dur="750" fill="hold"/>
                                        <p:tgtEl>
                                          <p:spTgt spid="1336"/>
                                        </p:tgtEl>
                                        <p:attrNameLst>
                                          <p:attrName>ppt_h</p:attrName>
                                        </p:attrNameLst>
                                      </p:cBhvr>
                                      <p:tavLst>
                                        <p:tav tm="0">
                                          <p:val>
                                            <p:fltVal val="0"/>
                                          </p:val>
                                        </p:tav>
                                        <p:tav tm="100000">
                                          <p:val>
                                            <p:strVal val="#ppt_h"/>
                                          </p:val>
                                        </p:tav>
                                      </p:tavLst>
                                    </p:anim>
                                  </p:childTnLst>
                                </p:cTn>
                              </p:par>
                            </p:childTnLst>
                          </p:cTn>
                        </p:par>
                        <p:par>
                          <p:cTn id="49" fill="hold">
                            <p:stCondLst>
                              <p:cond delay="7650"/>
                            </p:stCondLst>
                            <p:childTnLst>
                              <p:par>
                                <p:cTn id="50" presetClass="entr" nodeType="afterEffect" presetSubtype="4" presetID="2" grpId="10" fill="hold">
                                  <p:stCondLst>
                                    <p:cond delay="100"/>
                                  </p:stCondLst>
                                  <p:iterate type="el" backwards="0">
                                    <p:tmAbs val="0"/>
                                  </p:iterate>
                                  <p:childTnLst>
                                    <p:set>
                                      <p:cBhvr>
                                        <p:cTn id="51" fill="hold"/>
                                        <p:tgtEl>
                                          <p:spTgt spid="1338"/>
                                        </p:tgtEl>
                                        <p:attrNameLst>
                                          <p:attrName>style.visibility</p:attrName>
                                        </p:attrNameLst>
                                      </p:cBhvr>
                                      <p:to>
                                        <p:strVal val="visible"/>
                                      </p:to>
                                    </p:set>
                                    <p:anim calcmode="lin" valueType="num">
                                      <p:cBhvr>
                                        <p:cTn id="52" dur="500" fill="hold"/>
                                        <p:tgtEl>
                                          <p:spTgt spid="1338"/>
                                        </p:tgtEl>
                                        <p:attrNameLst>
                                          <p:attrName>ppt_x</p:attrName>
                                        </p:attrNameLst>
                                      </p:cBhvr>
                                      <p:tavLst>
                                        <p:tav tm="0">
                                          <p:val>
                                            <p:strVal val="#ppt_x"/>
                                          </p:val>
                                        </p:tav>
                                        <p:tav tm="100000">
                                          <p:val>
                                            <p:strVal val="#ppt_x"/>
                                          </p:val>
                                        </p:tav>
                                      </p:tavLst>
                                    </p:anim>
                                    <p:anim calcmode="lin" valueType="num">
                                      <p:cBhvr>
                                        <p:cTn id="53" dur="500" fill="hold"/>
                                        <p:tgtEl>
                                          <p:spTgt spid="1338"/>
                                        </p:tgtEl>
                                        <p:attrNameLst>
                                          <p:attrName>ppt_y</p:attrName>
                                        </p:attrNameLst>
                                      </p:cBhvr>
                                      <p:tavLst>
                                        <p:tav tm="0">
                                          <p:val>
                                            <p:strVal val="1+#ppt_h/2"/>
                                          </p:val>
                                        </p:tav>
                                        <p:tav tm="100000">
                                          <p:val>
                                            <p:strVal val="#ppt_y"/>
                                          </p:val>
                                        </p:tav>
                                      </p:tavLst>
                                    </p:anim>
                                  </p:childTnLst>
                                </p:cTn>
                              </p:par>
                            </p:childTnLst>
                          </p:cTn>
                        </p:par>
                        <p:par>
                          <p:cTn id="54" fill="hold">
                            <p:stCondLst>
                              <p:cond delay="8250"/>
                            </p:stCondLst>
                            <p:childTnLst>
                              <p:par>
                                <p:cTn id="55" presetClass="entr" nodeType="afterEffect" presetSubtype="4" presetID="2" grpId="11" fill="hold">
                                  <p:stCondLst>
                                    <p:cond delay="100"/>
                                  </p:stCondLst>
                                  <p:iterate type="el" backwards="0">
                                    <p:tmAbs val="0"/>
                                  </p:iterate>
                                  <p:childTnLst>
                                    <p:set>
                                      <p:cBhvr>
                                        <p:cTn id="56" fill="hold"/>
                                        <p:tgtEl>
                                          <p:spTgt spid="1339"/>
                                        </p:tgtEl>
                                        <p:attrNameLst>
                                          <p:attrName>style.visibility</p:attrName>
                                        </p:attrNameLst>
                                      </p:cBhvr>
                                      <p:to>
                                        <p:strVal val="visible"/>
                                      </p:to>
                                    </p:set>
                                    <p:anim calcmode="lin" valueType="num">
                                      <p:cBhvr>
                                        <p:cTn id="57" dur="500" fill="hold"/>
                                        <p:tgtEl>
                                          <p:spTgt spid="1339"/>
                                        </p:tgtEl>
                                        <p:attrNameLst>
                                          <p:attrName>ppt_x</p:attrName>
                                        </p:attrNameLst>
                                      </p:cBhvr>
                                      <p:tavLst>
                                        <p:tav tm="0">
                                          <p:val>
                                            <p:strVal val="#ppt_x"/>
                                          </p:val>
                                        </p:tav>
                                        <p:tav tm="100000">
                                          <p:val>
                                            <p:strVal val="#ppt_x"/>
                                          </p:val>
                                        </p:tav>
                                      </p:tavLst>
                                    </p:anim>
                                    <p:anim calcmode="lin" valueType="num">
                                      <p:cBhvr>
                                        <p:cTn id="58" dur="500" fill="hold"/>
                                        <p:tgtEl>
                                          <p:spTgt spid="1339"/>
                                        </p:tgtEl>
                                        <p:attrNameLst>
                                          <p:attrName>ppt_y</p:attrName>
                                        </p:attrNameLst>
                                      </p:cBhvr>
                                      <p:tavLst>
                                        <p:tav tm="0">
                                          <p:val>
                                            <p:strVal val="1+#ppt_h/2"/>
                                          </p:val>
                                        </p:tav>
                                        <p:tav tm="100000">
                                          <p:val>
                                            <p:strVal val="#ppt_y"/>
                                          </p:val>
                                        </p:tav>
                                      </p:tavLst>
                                    </p:anim>
                                  </p:childTnLst>
                                </p:cTn>
                              </p:par>
                            </p:childTnLst>
                          </p:cTn>
                        </p:par>
                        <p:par>
                          <p:cTn id="59" fill="hold">
                            <p:stCondLst>
                              <p:cond delay="8850"/>
                            </p:stCondLst>
                            <p:childTnLst>
                              <p:par>
                                <p:cTn id="60" presetClass="entr" nodeType="afterEffect" presetSubtype="4" presetID="2" grpId="12" fill="hold">
                                  <p:stCondLst>
                                    <p:cond delay="100"/>
                                  </p:stCondLst>
                                  <p:iterate type="el" backwards="0">
                                    <p:tmAbs val="0"/>
                                  </p:iterate>
                                  <p:childTnLst>
                                    <p:set>
                                      <p:cBhvr>
                                        <p:cTn id="61" fill="hold"/>
                                        <p:tgtEl>
                                          <p:spTgt spid="1340"/>
                                        </p:tgtEl>
                                        <p:attrNameLst>
                                          <p:attrName>style.visibility</p:attrName>
                                        </p:attrNameLst>
                                      </p:cBhvr>
                                      <p:to>
                                        <p:strVal val="visible"/>
                                      </p:to>
                                    </p:set>
                                    <p:anim calcmode="lin" valueType="num">
                                      <p:cBhvr>
                                        <p:cTn id="62" dur="500" fill="hold"/>
                                        <p:tgtEl>
                                          <p:spTgt spid="1340"/>
                                        </p:tgtEl>
                                        <p:attrNameLst>
                                          <p:attrName>ppt_x</p:attrName>
                                        </p:attrNameLst>
                                      </p:cBhvr>
                                      <p:tavLst>
                                        <p:tav tm="0">
                                          <p:val>
                                            <p:strVal val="#ppt_x"/>
                                          </p:val>
                                        </p:tav>
                                        <p:tav tm="100000">
                                          <p:val>
                                            <p:strVal val="#ppt_x"/>
                                          </p:val>
                                        </p:tav>
                                      </p:tavLst>
                                    </p:anim>
                                    <p:anim calcmode="lin" valueType="num">
                                      <p:cBhvr>
                                        <p:cTn id="63" dur="500" fill="hold"/>
                                        <p:tgtEl>
                                          <p:spTgt spid="1340"/>
                                        </p:tgtEl>
                                        <p:attrNameLst>
                                          <p:attrName>ppt_y</p:attrName>
                                        </p:attrNameLst>
                                      </p:cBhvr>
                                      <p:tavLst>
                                        <p:tav tm="0">
                                          <p:val>
                                            <p:strVal val="1+#ppt_h/2"/>
                                          </p:val>
                                        </p:tav>
                                        <p:tav tm="100000">
                                          <p:val>
                                            <p:strVal val="#ppt_y"/>
                                          </p:val>
                                        </p:tav>
                                      </p:tavLst>
                                    </p:anim>
                                  </p:childTnLst>
                                </p:cTn>
                              </p:par>
                            </p:childTnLst>
                          </p:cTn>
                        </p:par>
                        <p:par>
                          <p:cTn id="64" fill="hold">
                            <p:stCondLst>
                              <p:cond delay="9450"/>
                            </p:stCondLst>
                            <p:childTnLst>
                              <p:par>
                                <p:cTn id="65" presetClass="entr" nodeType="afterEffect" presetSubtype="4" presetID="2" grpId="13" fill="hold">
                                  <p:stCondLst>
                                    <p:cond delay="100"/>
                                  </p:stCondLst>
                                  <p:iterate type="el" backwards="0">
                                    <p:tmAbs val="0"/>
                                  </p:iterate>
                                  <p:childTnLst>
                                    <p:set>
                                      <p:cBhvr>
                                        <p:cTn id="66" fill="hold"/>
                                        <p:tgtEl>
                                          <p:spTgt spid="1341"/>
                                        </p:tgtEl>
                                        <p:attrNameLst>
                                          <p:attrName>style.visibility</p:attrName>
                                        </p:attrNameLst>
                                      </p:cBhvr>
                                      <p:to>
                                        <p:strVal val="visible"/>
                                      </p:to>
                                    </p:set>
                                    <p:anim calcmode="lin" valueType="num">
                                      <p:cBhvr>
                                        <p:cTn id="67" dur="500" fill="hold"/>
                                        <p:tgtEl>
                                          <p:spTgt spid="1341"/>
                                        </p:tgtEl>
                                        <p:attrNameLst>
                                          <p:attrName>ppt_x</p:attrName>
                                        </p:attrNameLst>
                                      </p:cBhvr>
                                      <p:tavLst>
                                        <p:tav tm="0">
                                          <p:val>
                                            <p:strVal val="#ppt_x"/>
                                          </p:val>
                                        </p:tav>
                                        <p:tav tm="100000">
                                          <p:val>
                                            <p:strVal val="#ppt_x"/>
                                          </p:val>
                                        </p:tav>
                                      </p:tavLst>
                                    </p:anim>
                                    <p:anim calcmode="lin" valueType="num">
                                      <p:cBhvr>
                                        <p:cTn id="68" dur="500" fill="hold"/>
                                        <p:tgtEl>
                                          <p:spTgt spid="1341"/>
                                        </p:tgtEl>
                                        <p:attrNameLst>
                                          <p:attrName>ppt_y</p:attrName>
                                        </p:attrNameLst>
                                      </p:cBhvr>
                                      <p:tavLst>
                                        <p:tav tm="0">
                                          <p:val>
                                            <p:strVal val="1+#ppt_h/2"/>
                                          </p:val>
                                        </p:tav>
                                        <p:tav tm="100000">
                                          <p:val>
                                            <p:strVal val="#ppt_y"/>
                                          </p:val>
                                        </p:tav>
                                      </p:tavLst>
                                    </p:anim>
                                  </p:childTnLst>
                                </p:cTn>
                              </p:par>
                            </p:childTnLst>
                          </p:cTn>
                        </p:par>
                        <p:par>
                          <p:cTn id="69" fill="hold">
                            <p:stCondLst>
                              <p:cond delay="10050"/>
                            </p:stCondLst>
                            <p:childTnLst>
                              <p:par>
                                <p:cTn id="70" presetClass="entr" nodeType="afterEffect" presetSubtype="4" presetID="2" grpId="14" fill="hold">
                                  <p:stCondLst>
                                    <p:cond delay="100"/>
                                  </p:stCondLst>
                                  <p:iterate type="el" backwards="0">
                                    <p:tmAbs val="0"/>
                                  </p:iterate>
                                  <p:childTnLst>
                                    <p:set>
                                      <p:cBhvr>
                                        <p:cTn id="71" fill="hold"/>
                                        <p:tgtEl>
                                          <p:spTgt spid="1342"/>
                                        </p:tgtEl>
                                        <p:attrNameLst>
                                          <p:attrName>style.visibility</p:attrName>
                                        </p:attrNameLst>
                                      </p:cBhvr>
                                      <p:to>
                                        <p:strVal val="visible"/>
                                      </p:to>
                                    </p:set>
                                    <p:anim calcmode="lin" valueType="num">
                                      <p:cBhvr>
                                        <p:cTn id="72" dur="500" fill="hold"/>
                                        <p:tgtEl>
                                          <p:spTgt spid="1342"/>
                                        </p:tgtEl>
                                        <p:attrNameLst>
                                          <p:attrName>ppt_x</p:attrName>
                                        </p:attrNameLst>
                                      </p:cBhvr>
                                      <p:tavLst>
                                        <p:tav tm="0">
                                          <p:val>
                                            <p:strVal val="#ppt_x"/>
                                          </p:val>
                                        </p:tav>
                                        <p:tav tm="100000">
                                          <p:val>
                                            <p:strVal val="#ppt_x"/>
                                          </p:val>
                                        </p:tav>
                                      </p:tavLst>
                                    </p:anim>
                                    <p:anim calcmode="lin" valueType="num">
                                      <p:cBhvr>
                                        <p:cTn id="73" dur="500" fill="hold"/>
                                        <p:tgtEl>
                                          <p:spTgt spid="1342"/>
                                        </p:tgtEl>
                                        <p:attrNameLst>
                                          <p:attrName>ppt_y</p:attrName>
                                        </p:attrNameLst>
                                      </p:cBhvr>
                                      <p:tavLst>
                                        <p:tav tm="0">
                                          <p:val>
                                            <p:strVal val="1+#ppt_h/2"/>
                                          </p:val>
                                        </p:tav>
                                        <p:tav tm="100000">
                                          <p:val>
                                            <p:strVal val="#ppt_y"/>
                                          </p:val>
                                        </p:tav>
                                      </p:tavLst>
                                    </p:anim>
                                  </p:childTnLst>
                                </p:cTn>
                              </p:par>
                            </p:childTnLst>
                          </p:cTn>
                        </p:par>
                        <p:par>
                          <p:cTn id="74" fill="hold">
                            <p:stCondLst>
                              <p:cond delay="10650"/>
                            </p:stCondLst>
                            <p:childTnLst>
                              <p:par>
                                <p:cTn id="75" presetClass="entr" nodeType="afterEffect" presetSubtype="4" presetID="2" grpId="15" fill="hold">
                                  <p:stCondLst>
                                    <p:cond delay="100"/>
                                  </p:stCondLst>
                                  <p:iterate type="el" backwards="0">
                                    <p:tmAbs val="0"/>
                                  </p:iterate>
                                  <p:childTnLst>
                                    <p:set>
                                      <p:cBhvr>
                                        <p:cTn id="76" fill="hold"/>
                                        <p:tgtEl>
                                          <p:spTgt spid="1343"/>
                                        </p:tgtEl>
                                        <p:attrNameLst>
                                          <p:attrName>style.visibility</p:attrName>
                                        </p:attrNameLst>
                                      </p:cBhvr>
                                      <p:to>
                                        <p:strVal val="visible"/>
                                      </p:to>
                                    </p:set>
                                    <p:anim calcmode="lin" valueType="num">
                                      <p:cBhvr>
                                        <p:cTn id="77" dur="500" fill="hold"/>
                                        <p:tgtEl>
                                          <p:spTgt spid="1343"/>
                                        </p:tgtEl>
                                        <p:attrNameLst>
                                          <p:attrName>ppt_x</p:attrName>
                                        </p:attrNameLst>
                                      </p:cBhvr>
                                      <p:tavLst>
                                        <p:tav tm="0">
                                          <p:val>
                                            <p:strVal val="#ppt_x"/>
                                          </p:val>
                                        </p:tav>
                                        <p:tav tm="100000">
                                          <p:val>
                                            <p:strVal val="#ppt_x"/>
                                          </p:val>
                                        </p:tav>
                                      </p:tavLst>
                                    </p:anim>
                                    <p:anim calcmode="lin" valueType="num">
                                      <p:cBhvr>
                                        <p:cTn id="78" dur="500" fill="hold"/>
                                        <p:tgtEl>
                                          <p:spTgt spid="1343"/>
                                        </p:tgtEl>
                                        <p:attrNameLst>
                                          <p:attrName>ppt_y</p:attrName>
                                        </p:attrNameLst>
                                      </p:cBhvr>
                                      <p:tavLst>
                                        <p:tav tm="0">
                                          <p:val>
                                            <p:strVal val="1+#ppt_h/2"/>
                                          </p:val>
                                        </p:tav>
                                        <p:tav tm="100000">
                                          <p:val>
                                            <p:strVal val="#ppt_y"/>
                                          </p:val>
                                        </p:tav>
                                      </p:tavLst>
                                    </p:anim>
                                  </p:childTnLst>
                                </p:cTn>
                              </p:par>
                            </p:childTnLst>
                          </p:cTn>
                        </p:par>
                        <p:par>
                          <p:cTn id="79" fill="hold">
                            <p:stCondLst>
                              <p:cond delay="11250"/>
                            </p:stCondLst>
                            <p:childTnLst>
                              <p:par>
                                <p:cTn id="80" presetClass="entr" nodeType="afterEffect" presetSubtype="4" presetID="2" grpId="16" fill="hold">
                                  <p:stCondLst>
                                    <p:cond delay="100"/>
                                  </p:stCondLst>
                                  <p:iterate type="el" backwards="0">
                                    <p:tmAbs val="0"/>
                                  </p:iterate>
                                  <p:childTnLst>
                                    <p:set>
                                      <p:cBhvr>
                                        <p:cTn id="81" fill="hold"/>
                                        <p:tgtEl>
                                          <p:spTgt spid="1344"/>
                                        </p:tgtEl>
                                        <p:attrNameLst>
                                          <p:attrName>style.visibility</p:attrName>
                                        </p:attrNameLst>
                                      </p:cBhvr>
                                      <p:to>
                                        <p:strVal val="visible"/>
                                      </p:to>
                                    </p:set>
                                    <p:anim calcmode="lin" valueType="num">
                                      <p:cBhvr>
                                        <p:cTn id="82" dur="500" fill="hold"/>
                                        <p:tgtEl>
                                          <p:spTgt spid="1344"/>
                                        </p:tgtEl>
                                        <p:attrNameLst>
                                          <p:attrName>ppt_x</p:attrName>
                                        </p:attrNameLst>
                                      </p:cBhvr>
                                      <p:tavLst>
                                        <p:tav tm="0">
                                          <p:val>
                                            <p:strVal val="#ppt_x"/>
                                          </p:val>
                                        </p:tav>
                                        <p:tav tm="100000">
                                          <p:val>
                                            <p:strVal val="#ppt_x"/>
                                          </p:val>
                                        </p:tav>
                                      </p:tavLst>
                                    </p:anim>
                                    <p:anim calcmode="lin" valueType="num">
                                      <p:cBhvr>
                                        <p:cTn id="83" dur="500" fill="hold"/>
                                        <p:tgtEl>
                                          <p:spTgt spid="1344"/>
                                        </p:tgtEl>
                                        <p:attrNameLst>
                                          <p:attrName>ppt_y</p:attrName>
                                        </p:attrNameLst>
                                      </p:cBhvr>
                                      <p:tavLst>
                                        <p:tav tm="0">
                                          <p:val>
                                            <p:strVal val="1+#ppt_h/2"/>
                                          </p:val>
                                        </p:tav>
                                        <p:tav tm="100000">
                                          <p:val>
                                            <p:strVal val="#ppt_y"/>
                                          </p:val>
                                        </p:tav>
                                      </p:tavLst>
                                    </p:anim>
                                  </p:childTnLst>
                                </p:cTn>
                              </p:par>
                            </p:childTnLst>
                          </p:cTn>
                        </p:par>
                        <p:par>
                          <p:cTn id="84" fill="hold">
                            <p:stCondLst>
                              <p:cond delay="11850"/>
                            </p:stCondLst>
                            <p:childTnLst>
                              <p:par>
                                <p:cTn id="85" presetClass="entr" nodeType="afterEffect" presetSubtype="4" presetID="2" grpId="17" fill="hold">
                                  <p:stCondLst>
                                    <p:cond delay="100"/>
                                  </p:stCondLst>
                                  <p:iterate type="el" backwards="0">
                                    <p:tmAbs val="0"/>
                                  </p:iterate>
                                  <p:childTnLst>
                                    <p:set>
                                      <p:cBhvr>
                                        <p:cTn id="86" fill="hold"/>
                                        <p:tgtEl>
                                          <p:spTgt spid="1345"/>
                                        </p:tgtEl>
                                        <p:attrNameLst>
                                          <p:attrName>style.visibility</p:attrName>
                                        </p:attrNameLst>
                                      </p:cBhvr>
                                      <p:to>
                                        <p:strVal val="visible"/>
                                      </p:to>
                                    </p:set>
                                    <p:anim calcmode="lin" valueType="num">
                                      <p:cBhvr>
                                        <p:cTn id="87" dur="500" fill="hold"/>
                                        <p:tgtEl>
                                          <p:spTgt spid="1345"/>
                                        </p:tgtEl>
                                        <p:attrNameLst>
                                          <p:attrName>ppt_x</p:attrName>
                                        </p:attrNameLst>
                                      </p:cBhvr>
                                      <p:tavLst>
                                        <p:tav tm="0">
                                          <p:val>
                                            <p:strVal val="#ppt_x"/>
                                          </p:val>
                                        </p:tav>
                                        <p:tav tm="100000">
                                          <p:val>
                                            <p:strVal val="#ppt_x"/>
                                          </p:val>
                                        </p:tav>
                                      </p:tavLst>
                                    </p:anim>
                                    <p:anim calcmode="lin" valueType="num">
                                      <p:cBhvr>
                                        <p:cTn id="88" dur="500" fill="hold"/>
                                        <p:tgtEl>
                                          <p:spTgt spid="1345"/>
                                        </p:tgtEl>
                                        <p:attrNameLst>
                                          <p:attrName>ppt_y</p:attrName>
                                        </p:attrNameLst>
                                      </p:cBhvr>
                                      <p:tavLst>
                                        <p:tav tm="0">
                                          <p:val>
                                            <p:strVal val="1+#ppt_h/2"/>
                                          </p:val>
                                        </p:tav>
                                        <p:tav tm="100000">
                                          <p:val>
                                            <p:strVal val="#ppt_y"/>
                                          </p:val>
                                        </p:tav>
                                      </p:tavLst>
                                    </p:anim>
                                  </p:childTnLst>
                                </p:cTn>
                              </p:par>
                            </p:childTnLst>
                          </p:cTn>
                        </p:par>
                        <p:par>
                          <p:cTn id="89" fill="hold">
                            <p:stCondLst>
                              <p:cond delay="12450"/>
                            </p:stCondLst>
                            <p:childTnLst>
                              <p:par>
                                <p:cTn id="90" presetClass="entr" nodeType="afterEffect" presetSubtype="16" presetID="23" grpId="18" fill="hold">
                                  <p:stCondLst>
                                    <p:cond delay="100"/>
                                  </p:stCondLst>
                                  <p:iterate type="el" backwards="0">
                                    <p:tmAbs val="0"/>
                                  </p:iterate>
                                  <p:childTnLst>
                                    <p:set>
                                      <p:cBhvr>
                                        <p:cTn id="91" fill="hold"/>
                                        <p:tgtEl>
                                          <p:spTgt spid="1349"/>
                                        </p:tgtEl>
                                        <p:attrNameLst>
                                          <p:attrName>style.visibility</p:attrName>
                                        </p:attrNameLst>
                                      </p:cBhvr>
                                      <p:to>
                                        <p:strVal val="visible"/>
                                      </p:to>
                                    </p:set>
                                    <p:anim calcmode="lin" valueType="num">
                                      <p:cBhvr>
                                        <p:cTn id="92" dur="1000" fill="hold"/>
                                        <p:tgtEl>
                                          <p:spTgt spid="1349"/>
                                        </p:tgtEl>
                                        <p:attrNameLst>
                                          <p:attrName>ppt_w</p:attrName>
                                        </p:attrNameLst>
                                      </p:cBhvr>
                                      <p:tavLst>
                                        <p:tav tm="0">
                                          <p:val>
                                            <p:fltVal val="0"/>
                                          </p:val>
                                        </p:tav>
                                        <p:tav tm="100000">
                                          <p:val>
                                            <p:strVal val="#ppt_w"/>
                                          </p:val>
                                        </p:tav>
                                      </p:tavLst>
                                    </p:anim>
                                    <p:anim calcmode="lin" valueType="num">
                                      <p:cBhvr>
                                        <p:cTn id="93" dur="1000" fill="hold"/>
                                        <p:tgtEl>
                                          <p:spTgt spid="1349"/>
                                        </p:tgtEl>
                                        <p:attrNameLst>
                                          <p:attrName>ppt_h</p:attrName>
                                        </p:attrNameLst>
                                      </p:cBhvr>
                                      <p:tavLst>
                                        <p:tav tm="0">
                                          <p:val>
                                            <p:fltVal val="0"/>
                                          </p:val>
                                        </p:tav>
                                        <p:tav tm="100000">
                                          <p:val>
                                            <p:strVal val="#ppt_h"/>
                                          </p:val>
                                        </p:tav>
                                      </p:tavLst>
                                    </p:anim>
                                  </p:childTnLst>
                                </p:cTn>
                              </p:par>
                            </p:childTnLst>
                          </p:cTn>
                        </p:par>
                        <p:par>
                          <p:cTn id="94" fill="hold">
                            <p:stCondLst>
                              <p:cond delay="13550"/>
                            </p:stCondLst>
                            <p:childTnLst>
                              <p:par>
                                <p:cTn id="95" presetClass="entr" nodeType="afterEffect" presetSubtype="16" presetID="23" grpId="19" fill="hold">
                                  <p:stCondLst>
                                    <p:cond delay="100"/>
                                  </p:stCondLst>
                                  <p:iterate type="el" backwards="0">
                                    <p:tmAbs val="0"/>
                                  </p:iterate>
                                  <p:childTnLst>
                                    <p:set>
                                      <p:cBhvr>
                                        <p:cTn id="96" fill="hold"/>
                                        <p:tgtEl>
                                          <p:spTgt spid="1348"/>
                                        </p:tgtEl>
                                        <p:attrNameLst>
                                          <p:attrName>style.visibility</p:attrName>
                                        </p:attrNameLst>
                                      </p:cBhvr>
                                      <p:to>
                                        <p:strVal val="visible"/>
                                      </p:to>
                                    </p:set>
                                    <p:anim calcmode="lin" valueType="num">
                                      <p:cBhvr>
                                        <p:cTn id="97" dur="1000" fill="hold"/>
                                        <p:tgtEl>
                                          <p:spTgt spid="1348"/>
                                        </p:tgtEl>
                                        <p:attrNameLst>
                                          <p:attrName>ppt_w</p:attrName>
                                        </p:attrNameLst>
                                      </p:cBhvr>
                                      <p:tavLst>
                                        <p:tav tm="0">
                                          <p:val>
                                            <p:fltVal val="0"/>
                                          </p:val>
                                        </p:tav>
                                        <p:tav tm="100000">
                                          <p:val>
                                            <p:strVal val="#ppt_w"/>
                                          </p:val>
                                        </p:tav>
                                      </p:tavLst>
                                    </p:anim>
                                    <p:anim calcmode="lin" valueType="num">
                                      <p:cBhvr>
                                        <p:cTn id="98" dur="1000" fill="hold"/>
                                        <p:tgtEl>
                                          <p:spTgt spid="1348"/>
                                        </p:tgtEl>
                                        <p:attrNameLst>
                                          <p:attrName>ppt_h</p:attrName>
                                        </p:attrNameLst>
                                      </p:cBhvr>
                                      <p:tavLst>
                                        <p:tav tm="0">
                                          <p:val>
                                            <p:fltVal val="0"/>
                                          </p:val>
                                        </p:tav>
                                        <p:tav tm="100000">
                                          <p:val>
                                            <p:strVal val="#ppt_h"/>
                                          </p:val>
                                        </p:tav>
                                      </p:tavLst>
                                    </p:anim>
                                  </p:childTnLst>
                                </p:cTn>
                              </p:par>
                            </p:childTnLst>
                          </p:cTn>
                        </p:par>
                        <p:par>
                          <p:cTn id="99" fill="hold">
                            <p:stCondLst>
                              <p:cond delay="14650"/>
                            </p:stCondLst>
                            <p:childTnLst>
                              <p:par>
                                <p:cTn id="100" presetClass="entr" nodeType="afterEffect" presetSubtype="16" presetID="23" grpId="20" fill="hold">
                                  <p:stCondLst>
                                    <p:cond delay="100"/>
                                  </p:stCondLst>
                                  <p:iterate type="el" backwards="0">
                                    <p:tmAbs val="0"/>
                                  </p:iterate>
                                  <p:childTnLst>
                                    <p:set>
                                      <p:cBhvr>
                                        <p:cTn id="101" fill="hold"/>
                                        <p:tgtEl>
                                          <p:spTgt spid="1347"/>
                                        </p:tgtEl>
                                        <p:attrNameLst>
                                          <p:attrName>style.visibility</p:attrName>
                                        </p:attrNameLst>
                                      </p:cBhvr>
                                      <p:to>
                                        <p:strVal val="visible"/>
                                      </p:to>
                                    </p:set>
                                    <p:anim calcmode="lin" valueType="num">
                                      <p:cBhvr>
                                        <p:cTn id="102" dur="1000" fill="hold"/>
                                        <p:tgtEl>
                                          <p:spTgt spid="1347"/>
                                        </p:tgtEl>
                                        <p:attrNameLst>
                                          <p:attrName>ppt_w</p:attrName>
                                        </p:attrNameLst>
                                      </p:cBhvr>
                                      <p:tavLst>
                                        <p:tav tm="0">
                                          <p:val>
                                            <p:fltVal val="0"/>
                                          </p:val>
                                        </p:tav>
                                        <p:tav tm="100000">
                                          <p:val>
                                            <p:strVal val="#ppt_w"/>
                                          </p:val>
                                        </p:tav>
                                      </p:tavLst>
                                    </p:anim>
                                    <p:anim calcmode="lin" valueType="num">
                                      <p:cBhvr>
                                        <p:cTn id="103" dur="1000" fill="hold"/>
                                        <p:tgtEl>
                                          <p:spTgt spid="1347"/>
                                        </p:tgtEl>
                                        <p:attrNameLst>
                                          <p:attrName>ppt_h</p:attrName>
                                        </p:attrNameLst>
                                      </p:cBhvr>
                                      <p:tavLst>
                                        <p:tav tm="0">
                                          <p:val>
                                            <p:fltVal val="0"/>
                                          </p:val>
                                        </p:tav>
                                        <p:tav tm="100000">
                                          <p:val>
                                            <p:strVal val="#ppt_h"/>
                                          </p:val>
                                        </p:tav>
                                      </p:tavLst>
                                    </p:anim>
                                  </p:childTnLst>
                                </p:cTn>
                              </p:par>
                            </p:childTnLst>
                          </p:cTn>
                        </p:par>
                        <p:par>
                          <p:cTn id="104" fill="hold">
                            <p:stCondLst>
                              <p:cond delay="15750"/>
                            </p:stCondLst>
                            <p:childTnLst>
                              <p:par>
                                <p:cTn id="105" presetClass="entr" nodeType="afterEffect" presetSubtype="16" presetID="23" grpId="21" fill="hold">
                                  <p:stCondLst>
                                    <p:cond delay="100"/>
                                  </p:stCondLst>
                                  <p:iterate type="el" backwards="0">
                                    <p:tmAbs val="0"/>
                                  </p:iterate>
                                  <p:childTnLst>
                                    <p:set>
                                      <p:cBhvr>
                                        <p:cTn id="106" fill="hold"/>
                                        <p:tgtEl>
                                          <p:spTgt spid="1346"/>
                                        </p:tgtEl>
                                        <p:attrNameLst>
                                          <p:attrName>style.visibility</p:attrName>
                                        </p:attrNameLst>
                                      </p:cBhvr>
                                      <p:to>
                                        <p:strVal val="visible"/>
                                      </p:to>
                                    </p:set>
                                    <p:anim calcmode="lin" valueType="num">
                                      <p:cBhvr>
                                        <p:cTn id="107" dur="1000" fill="hold"/>
                                        <p:tgtEl>
                                          <p:spTgt spid="1346"/>
                                        </p:tgtEl>
                                        <p:attrNameLst>
                                          <p:attrName>ppt_w</p:attrName>
                                        </p:attrNameLst>
                                      </p:cBhvr>
                                      <p:tavLst>
                                        <p:tav tm="0">
                                          <p:val>
                                            <p:fltVal val="0"/>
                                          </p:val>
                                        </p:tav>
                                        <p:tav tm="100000">
                                          <p:val>
                                            <p:strVal val="#ppt_w"/>
                                          </p:val>
                                        </p:tav>
                                      </p:tavLst>
                                    </p:anim>
                                    <p:anim calcmode="lin" valueType="num">
                                      <p:cBhvr>
                                        <p:cTn id="108" dur="1000" fill="hold"/>
                                        <p:tgtEl>
                                          <p:spTgt spid="134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332" grpId="6"/>
      <p:bldP build="whole" bldLvl="1" animBg="1" rev="0" advAuto="0" spid="1329" grpId="1"/>
      <p:bldP build="whole" bldLvl="1" animBg="1" rev="0" advAuto="0" spid="1342" grpId="14"/>
      <p:bldP build="whole" bldLvl="1" animBg="1" rev="0" advAuto="0" spid="1335" grpId="8"/>
      <p:bldP build="whole" bldLvl="1" animBg="1" rev="0" advAuto="0" spid="1343" grpId="15"/>
      <p:bldP build="whole" bldLvl="1" animBg="1" rev="0" advAuto="0" spid="1345" grpId="17"/>
      <p:bldP build="whole" bldLvl="1" animBg="1" rev="0" advAuto="0" spid="1347" grpId="20"/>
      <p:bldP build="whole" bldLvl="1" animBg="1" rev="0" advAuto="0" spid="1344" grpId="16"/>
      <p:bldP build="whole" bldLvl="1" animBg="1" rev="0" advAuto="0" spid="1330" grpId="4"/>
      <p:bldP build="whole" bldLvl="1" animBg="1" rev="0" advAuto="0" spid="1337" grpId="5"/>
      <p:bldP build="whole" bldLvl="1" animBg="1" rev="0" advAuto="0" spid="1334" grpId="3"/>
      <p:bldP build="whole" bldLvl="1" animBg="1" rev="0" advAuto="0" spid="1346" grpId="21"/>
      <p:bldP build="whole" bldLvl="1" animBg="1" rev="0" advAuto="0" spid="1338" grpId="10"/>
      <p:bldP build="whole" bldLvl="1" animBg="1" rev="0" advAuto="0" spid="1349" grpId="18"/>
      <p:bldP build="whole" bldLvl="1" animBg="1" rev="0" advAuto="0" spid="1339" grpId="11"/>
      <p:bldP build="whole" bldLvl="1" animBg="1" rev="0" advAuto="0" spid="1331" grpId="2"/>
      <p:bldP build="whole" bldLvl="1" animBg="1" rev="0" advAuto="0" spid="1341" grpId="13"/>
      <p:bldP build="whole" bldLvl="1" animBg="1" rev="0" advAuto="0" spid="1333" grpId="7"/>
      <p:bldP build="whole" bldLvl="1" animBg="1" rev="0" advAuto="0" spid="1348" grpId="19"/>
      <p:bldP build="whole" bldLvl="1" animBg="1" rev="0" advAuto="0" spid="1340" grpId="12"/>
      <p:bldP build="whole" bldLvl="1" animBg="1" rev="0" advAuto="0" spid="1336" grpId="9"/>
    </p:bldLst>
  </p:timing>
</p:sld>
</file>

<file path=ppt/slides/slide5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351" name="Shape 1351"/>
          <p:cNvSpPr/>
          <p:nvPr/>
        </p:nvSpPr>
        <p:spPr>
          <a:xfrm>
            <a:off x="303300" y="819179"/>
            <a:ext cx="601980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 con detalle</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1352" name="Shape 135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353" name="Shape 1353"/>
          <p:cNvSpPr/>
          <p:nvPr/>
        </p:nvSpPr>
        <p:spPr>
          <a:xfrm>
            <a:off x="10909300" y="3364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354" name="Shape 1354"/>
          <p:cNvSpPr/>
          <p:nvPr/>
        </p:nvSpPr>
        <p:spPr>
          <a:xfrm>
            <a:off x="10934700" y="3881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355" name="Shape 1355"/>
          <p:cNvSpPr/>
          <p:nvPr/>
        </p:nvSpPr>
        <p:spPr>
          <a:xfrm>
            <a:off x="16052800" y="3364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356" name="Shape 1356"/>
          <p:cNvSpPr/>
          <p:nvPr/>
        </p:nvSpPr>
        <p:spPr>
          <a:xfrm>
            <a:off x="16078200" y="3881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357" name="Shape 1357"/>
          <p:cNvSpPr/>
          <p:nvPr/>
        </p:nvSpPr>
        <p:spPr>
          <a:xfrm>
            <a:off x="10909300" y="5956617"/>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358" name="Shape 1358"/>
          <p:cNvSpPr/>
          <p:nvPr/>
        </p:nvSpPr>
        <p:spPr>
          <a:xfrm>
            <a:off x="10934700" y="6474142"/>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359" name="Shape 1359"/>
          <p:cNvSpPr/>
          <p:nvPr/>
        </p:nvSpPr>
        <p:spPr>
          <a:xfrm>
            <a:off x="16052800" y="5956617"/>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360" name="Shape 1360"/>
          <p:cNvSpPr/>
          <p:nvPr/>
        </p:nvSpPr>
        <p:spPr>
          <a:xfrm>
            <a:off x="16078200" y="6474142"/>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361" name="Shape 1361"/>
          <p:cNvSpPr/>
          <p:nvPr/>
        </p:nvSpPr>
        <p:spPr>
          <a:xfrm>
            <a:off x="10909300" y="8549005"/>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362" name="Shape 1362"/>
          <p:cNvSpPr/>
          <p:nvPr/>
        </p:nvSpPr>
        <p:spPr>
          <a:xfrm>
            <a:off x="10934700" y="9066530"/>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363" name="Shape 1363"/>
          <p:cNvSpPr/>
          <p:nvPr/>
        </p:nvSpPr>
        <p:spPr>
          <a:xfrm>
            <a:off x="16052800" y="8549005"/>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1364" name="Shape 1364"/>
          <p:cNvSpPr/>
          <p:nvPr/>
        </p:nvSpPr>
        <p:spPr>
          <a:xfrm>
            <a:off x="16078200" y="9066530"/>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1365" name="Shape 1365"/>
          <p:cNvSpPr/>
          <p:nvPr/>
        </p:nvSpPr>
        <p:spPr>
          <a:xfrm rot="16200000">
            <a:off x="4264852" y="2437715"/>
            <a:ext cx="3101976" cy="60878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11925" y="21600"/>
                  <a:pt x="21600" y="16767"/>
                  <a:pt x="21600" y="10804"/>
                </a:cubicBezTo>
                <a:cubicBezTo>
                  <a:pt x="21600" y="4840"/>
                  <a:pt x="11925" y="0"/>
                  <a:pt x="0" y="0"/>
                </a:cubicBezTo>
              </a:path>
            </a:pathLst>
          </a:custGeom>
          <a:ln w="63500">
            <a:solidFill>
              <a:srgbClr val="144973"/>
            </a:solidFill>
            <a:miter/>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66" name="Shape 1366"/>
          <p:cNvSpPr/>
          <p:nvPr/>
        </p:nvSpPr>
        <p:spPr>
          <a:xfrm>
            <a:off x="5342645" y="3479794"/>
            <a:ext cx="909822" cy="914377"/>
          </a:xfrm>
          <a:prstGeom prst="ellipse">
            <a:avLst/>
          </a:prstGeom>
          <a:solidFill>
            <a:srgbClr val="FFFEFE"/>
          </a:solidFill>
          <a:ln w="63500">
            <a:solidFill>
              <a:srgbClr val="144973"/>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67" name="Shape 1367"/>
          <p:cNvSpPr/>
          <p:nvPr/>
        </p:nvSpPr>
        <p:spPr>
          <a:xfrm>
            <a:off x="7775247" y="4641844"/>
            <a:ext cx="909821" cy="914377"/>
          </a:xfrm>
          <a:prstGeom prst="ellipse">
            <a:avLst/>
          </a:prstGeom>
          <a:solidFill>
            <a:srgbClr val="FFFEFE"/>
          </a:solidFill>
          <a:ln w="63500">
            <a:solidFill>
              <a:srgbClr val="144973"/>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68" name="Shape 1368"/>
          <p:cNvSpPr/>
          <p:nvPr/>
        </p:nvSpPr>
        <p:spPr>
          <a:xfrm>
            <a:off x="2322535" y="6694481"/>
            <a:ext cx="909822" cy="915965"/>
          </a:xfrm>
          <a:prstGeom prst="ellipse">
            <a:avLst/>
          </a:prstGeom>
          <a:solidFill>
            <a:srgbClr val="FFFEFE"/>
          </a:solidFill>
          <a:ln w="63500">
            <a:solidFill>
              <a:srgbClr val="144973"/>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69" name="Shape 1369"/>
          <p:cNvSpPr/>
          <p:nvPr/>
        </p:nvSpPr>
        <p:spPr>
          <a:xfrm>
            <a:off x="8411979" y="6694481"/>
            <a:ext cx="909822" cy="915965"/>
          </a:xfrm>
          <a:prstGeom prst="ellipse">
            <a:avLst/>
          </a:prstGeom>
          <a:solidFill>
            <a:srgbClr val="FFFEFE"/>
          </a:solidFill>
          <a:ln w="63500">
            <a:solidFill>
              <a:srgbClr val="144973"/>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1370" name="Shape 1370"/>
          <p:cNvSpPr/>
          <p:nvPr/>
        </p:nvSpPr>
        <p:spPr>
          <a:xfrm>
            <a:off x="2965618" y="4641844"/>
            <a:ext cx="909822" cy="914377"/>
          </a:xfrm>
          <a:prstGeom prst="ellipse">
            <a:avLst/>
          </a:prstGeom>
          <a:solidFill>
            <a:srgbClr val="FFFEFE"/>
          </a:solidFill>
          <a:ln w="63500">
            <a:solidFill>
              <a:srgbClr val="144973"/>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grpSp>
        <p:nvGrpSpPr>
          <p:cNvPr id="1375" name="Group 1375"/>
          <p:cNvGrpSpPr/>
          <p:nvPr/>
        </p:nvGrpSpPr>
        <p:grpSpPr>
          <a:xfrm>
            <a:off x="4878979" y="4800605"/>
            <a:ext cx="1533924" cy="5435601"/>
            <a:chOff x="0" y="0"/>
            <a:chExt cx="1533922" cy="5435600"/>
          </a:xfrm>
        </p:grpSpPr>
        <p:sp>
          <p:nvSpPr>
            <p:cNvPr id="1371" name="Shape 1371"/>
            <p:cNvSpPr/>
            <p:nvPr/>
          </p:nvSpPr>
          <p:spPr>
            <a:xfrm>
              <a:off x="0" y="0"/>
              <a:ext cx="1533923" cy="5435600"/>
            </a:xfrm>
            <a:custGeom>
              <a:avLst/>
              <a:gdLst/>
              <a:ahLst/>
              <a:cxnLst>
                <a:cxn ang="0">
                  <a:pos x="wd2" y="hd2"/>
                </a:cxn>
                <a:cxn ang="5400000">
                  <a:pos x="wd2" y="hd2"/>
                </a:cxn>
                <a:cxn ang="10800000">
                  <a:pos x="wd2" y="hd2"/>
                </a:cxn>
                <a:cxn ang="16200000">
                  <a:pos x="wd2" y="hd2"/>
                </a:cxn>
              </a:cxnLst>
              <a:rect l="0" t="0" r="r" b="b"/>
              <a:pathLst>
                <a:path w="20968" h="21600" fill="norm" stroke="1" extrusionOk="0">
                  <a:moveTo>
                    <a:pt x="12347" y="0"/>
                  </a:moveTo>
                  <a:cubicBezTo>
                    <a:pt x="10928" y="0"/>
                    <a:pt x="8721" y="414"/>
                    <a:pt x="8721" y="1059"/>
                  </a:cubicBezTo>
                  <a:cubicBezTo>
                    <a:pt x="8721" y="1704"/>
                    <a:pt x="8879" y="1980"/>
                    <a:pt x="9036" y="2211"/>
                  </a:cubicBezTo>
                  <a:cubicBezTo>
                    <a:pt x="9194" y="2395"/>
                    <a:pt x="9509" y="2395"/>
                    <a:pt x="9509" y="2395"/>
                  </a:cubicBezTo>
                  <a:cubicBezTo>
                    <a:pt x="9509" y="2395"/>
                    <a:pt x="9352" y="2809"/>
                    <a:pt x="9824" y="2901"/>
                  </a:cubicBezTo>
                  <a:cubicBezTo>
                    <a:pt x="10298" y="3040"/>
                    <a:pt x="10455" y="3040"/>
                    <a:pt x="10455" y="3178"/>
                  </a:cubicBezTo>
                  <a:cubicBezTo>
                    <a:pt x="10455" y="3316"/>
                    <a:pt x="10140" y="3454"/>
                    <a:pt x="9667" y="3592"/>
                  </a:cubicBezTo>
                  <a:cubicBezTo>
                    <a:pt x="9352" y="3730"/>
                    <a:pt x="7617" y="3869"/>
                    <a:pt x="6671" y="3961"/>
                  </a:cubicBezTo>
                  <a:cubicBezTo>
                    <a:pt x="5568" y="4099"/>
                    <a:pt x="4937" y="4237"/>
                    <a:pt x="4306" y="4606"/>
                  </a:cubicBezTo>
                  <a:cubicBezTo>
                    <a:pt x="3833" y="4928"/>
                    <a:pt x="3045" y="5388"/>
                    <a:pt x="1941" y="5665"/>
                  </a:cubicBezTo>
                  <a:cubicBezTo>
                    <a:pt x="995" y="5987"/>
                    <a:pt x="-266" y="6448"/>
                    <a:pt x="49" y="6908"/>
                  </a:cubicBezTo>
                  <a:cubicBezTo>
                    <a:pt x="522" y="7323"/>
                    <a:pt x="2572" y="7691"/>
                    <a:pt x="3833" y="7507"/>
                  </a:cubicBezTo>
                  <a:cubicBezTo>
                    <a:pt x="4937" y="7323"/>
                    <a:pt x="5410" y="7277"/>
                    <a:pt x="5410" y="7277"/>
                  </a:cubicBezTo>
                  <a:cubicBezTo>
                    <a:pt x="5410" y="7277"/>
                    <a:pt x="4622" y="8290"/>
                    <a:pt x="4306" y="9257"/>
                  </a:cubicBezTo>
                  <a:cubicBezTo>
                    <a:pt x="3991" y="10270"/>
                    <a:pt x="3045" y="11238"/>
                    <a:pt x="3518" y="11284"/>
                  </a:cubicBezTo>
                  <a:cubicBezTo>
                    <a:pt x="4149" y="11376"/>
                    <a:pt x="4937" y="11514"/>
                    <a:pt x="4937" y="11514"/>
                  </a:cubicBezTo>
                  <a:cubicBezTo>
                    <a:pt x="4937" y="11514"/>
                    <a:pt x="5095" y="12896"/>
                    <a:pt x="5883" y="14093"/>
                  </a:cubicBezTo>
                  <a:cubicBezTo>
                    <a:pt x="6671" y="15290"/>
                    <a:pt x="6987" y="15843"/>
                    <a:pt x="7144" y="16580"/>
                  </a:cubicBezTo>
                  <a:cubicBezTo>
                    <a:pt x="7302" y="17317"/>
                    <a:pt x="7460" y="17823"/>
                    <a:pt x="7302" y="18146"/>
                  </a:cubicBezTo>
                  <a:cubicBezTo>
                    <a:pt x="7144" y="18422"/>
                    <a:pt x="5725" y="19021"/>
                    <a:pt x="4779" y="19159"/>
                  </a:cubicBezTo>
                  <a:cubicBezTo>
                    <a:pt x="3991" y="19251"/>
                    <a:pt x="2572" y="19251"/>
                    <a:pt x="1941" y="19343"/>
                  </a:cubicBezTo>
                  <a:cubicBezTo>
                    <a:pt x="1311" y="19389"/>
                    <a:pt x="838" y="19620"/>
                    <a:pt x="2257" y="19712"/>
                  </a:cubicBezTo>
                  <a:cubicBezTo>
                    <a:pt x="3676" y="19758"/>
                    <a:pt x="6198" y="19666"/>
                    <a:pt x="6829" y="19574"/>
                  </a:cubicBezTo>
                  <a:cubicBezTo>
                    <a:pt x="7460" y="19527"/>
                    <a:pt x="8563" y="19389"/>
                    <a:pt x="8563" y="19389"/>
                  </a:cubicBezTo>
                  <a:cubicBezTo>
                    <a:pt x="8563" y="19389"/>
                    <a:pt x="8248" y="19620"/>
                    <a:pt x="9667" y="19620"/>
                  </a:cubicBezTo>
                  <a:cubicBezTo>
                    <a:pt x="11243" y="19620"/>
                    <a:pt x="11401" y="19574"/>
                    <a:pt x="11559" y="19297"/>
                  </a:cubicBezTo>
                  <a:cubicBezTo>
                    <a:pt x="11559" y="19021"/>
                    <a:pt x="11559" y="18652"/>
                    <a:pt x="11716" y="18468"/>
                  </a:cubicBezTo>
                  <a:cubicBezTo>
                    <a:pt x="12032" y="18284"/>
                    <a:pt x="10928" y="17777"/>
                    <a:pt x="11401" y="17501"/>
                  </a:cubicBezTo>
                  <a:cubicBezTo>
                    <a:pt x="12032" y="17271"/>
                    <a:pt x="12505" y="16534"/>
                    <a:pt x="12032" y="16119"/>
                  </a:cubicBezTo>
                  <a:cubicBezTo>
                    <a:pt x="11559" y="15705"/>
                    <a:pt x="12189" y="15290"/>
                    <a:pt x="12032" y="15014"/>
                  </a:cubicBezTo>
                  <a:cubicBezTo>
                    <a:pt x="11874" y="14738"/>
                    <a:pt x="11716" y="14369"/>
                    <a:pt x="11716" y="13955"/>
                  </a:cubicBezTo>
                  <a:cubicBezTo>
                    <a:pt x="11716" y="13540"/>
                    <a:pt x="11716" y="13264"/>
                    <a:pt x="11716" y="13264"/>
                  </a:cubicBezTo>
                  <a:cubicBezTo>
                    <a:pt x="11716" y="13264"/>
                    <a:pt x="12662" y="14830"/>
                    <a:pt x="12978" y="15244"/>
                  </a:cubicBezTo>
                  <a:cubicBezTo>
                    <a:pt x="13293" y="15659"/>
                    <a:pt x="13766" y="17133"/>
                    <a:pt x="13766" y="17593"/>
                  </a:cubicBezTo>
                  <a:cubicBezTo>
                    <a:pt x="13766" y="18054"/>
                    <a:pt x="14870" y="18652"/>
                    <a:pt x="14870" y="19021"/>
                  </a:cubicBezTo>
                  <a:cubicBezTo>
                    <a:pt x="15027" y="19435"/>
                    <a:pt x="15027" y="19666"/>
                    <a:pt x="15343" y="19666"/>
                  </a:cubicBezTo>
                  <a:cubicBezTo>
                    <a:pt x="15816" y="19666"/>
                    <a:pt x="15027" y="20126"/>
                    <a:pt x="14712" y="20495"/>
                  </a:cubicBezTo>
                  <a:cubicBezTo>
                    <a:pt x="14554" y="20817"/>
                    <a:pt x="13608" y="21600"/>
                    <a:pt x="15185" y="21600"/>
                  </a:cubicBezTo>
                  <a:cubicBezTo>
                    <a:pt x="16919" y="21600"/>
                    <a:pt x="18654" y="21416"/>
                    <a:pt x="18654" y="20909"/>
                  </a:cubicBezTo>
                  <a:cubicBezTo>
                    <a:pt x="18811" y="20449"/>
                    <a:pt x="18496" y="19988"/>
                    <a:pt x="18969" y="19804"/>
                  </a:cubicBezTo>
                  <a:cubicBezTo>
                    <a:pt x="19442" y="19620"/>
                    <a:pt x="19442" y="19205"/>
                    <a:pt x="19442" y="18929"/>
                  </a:cubicBezTo>
                  <a:cubicBezTo>
                    <a:pt x="19284" y="18699"/>
                    <a:pt x="19600" y="18238"/>
                    <a:pt x="19442" y="17731"/>
                  </a:cubicBezTo>
                  <a:cubicBezTo>
                    <a:pt x="19127" y="17179"/>
                    <a:pt x="19127" y="16258"/>
                    <a:pt x="18811" y="15567"/>
                  </a:cubicBezTo>
                  <a:cubicBezTo>
                    <a:pt x="18338" y="14876"/>
                    <a:pt x="18181" y="13817"/>
                    <a:pt x="18023" y="12988"/>
                  </a:cubicBezTo>
                  <a:cubicBezTo>
                    <a:pt x="17708" y="12159"/>
                    <a:pt x="17550" y="11744"/>
                    <a:pt x="17865" y="11606"/>
                  </a:cubicBezTo>
                  <a:cubicBezTo>
                    <a:pt x="18181" y="11514"/>
                    <a:pt x="19757" y="11376"/>
                    <a:pt x="20230" y="11330"/>
                  </a:cubicBezTo>
                  <a:cubicBezTo>
                    <a:pt x="20703" y="11330"/>
                    <a:pt x="19757" y="10455"/>
                    <a:pt x="19284" y="9718"/>
                  </a:cubicBezTo>
                  <a:cubicBezTo>
                    <a:pt x="18969" y="9027"/>
                    <a:pt x="18496" y="8566"/>
                    <a:pt x="18181" y="8060"/>
                  </a:cubicBezTo>
                  <a:cubicBezTo>
                    <a:pt x="17708" y="7553"/>
                    <a:pt x="17708" y="7323"/>
                    <a:pt x="18496" y="6954"/>
                  </a:cubicBezTo>
                  <a:cubicBezTo>
                    <a:pt x="19127" y="6586"/>
                    <a:pt x="20073" y="6356"/>
                    <a:pt x="20388" y="5527"/>
                  </a:cubicBezTo>
                  <a:cubicBezTo>
                    <a:pt x="20861" y="4698"/>
                    <a:pt x="21334" y="4145"/>
                    <a:pt x="20546" y="3915"/>
                  </a:cubicBezTo>
                  <a:cubicBezTo>
                    <a:pt x="19757" y="3730"/>
                    <a:pt x="18338" y="3823"/>
                    <a:pt x="17235" y="3592"/>
                  </a:cubicBezTo>
                  <a:cubicBezTo>
                    <a:pt x="16131" y="3316"/>
                    <a:pt x="15973" y="3040"/>
                    <a:pt x="15500" y="2994"/>
                  </a:cubicBezTo>
                  <a:cubicBezTo>
                    <a:pt x="15027" y="2948"/>
                    <a:pt x="14870" y="2948"/>
                    <a:pt x="14870" y="2763"/>
                  </a:cubicBezTo>
                  <a:cubicBezTo>
                    <a:pt x="14870" y="2579"/>
                    <a:pt x="15027" y="2395"/>
                    <a:pt x="15027" y="2395"/>
                  </a:cubicBezTo>
                  <a:cubicBezTo>
                    <a:pt x="15027" y="2395"/>
                    <a:pt x="15816" y="2257"/>
                    <a:pt x="15973" y="2026"/>
                  </a:cubicBezTo>
                  <a:cubicBezTo>
                    <a:pt x="16131" y="1796"/>
                    <a:pt x="16289" y="1243"/>
                    <a:pt x="16131" y="875"/>
                  </a:cubicBezTo>
                  <a:cubicBezTo>
                    <a:pt x="15816" y="507"/>
                    <a:pt x="14712" y="0"/>
                    <a:pt x="12347" y="0"/>
                  </a:cubicBez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1372" name="Shape 1372"/>
            <p:cNvSpPr/>
            <p:nvPr/>
          </p:nvSpPr>
          <p:spPr>
            <a:xfrm>
              <a:off x="730437" y="708231"/>
              <a:ext cx="390615" cy="2985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71" y="9969"/>
                  </a:moveTo>
                  <a:cubicBezTo>
                    <a:pt x="635" y="10800"/>
                    <a:pt x="635" y="11631"/>
                    <a:pt x="0" y="12462"/>
                  </a:cubicBezTo>
                  <a:cubicBezTo>
                    <a:pt x="635" y="15785"/>
                    <a:pt x="635" y="19108"/>
                    <a:pt x="635" y="21600"/>
                  </a:cubicBezTo>
                  <a:cubicBezTo>
                    <a:pt x="4447" y="19108"/>
                    <a:pt x="2541" y="13292"/>
                    <a:pt x="5082" y="12462"/>
                  </a:cubicBezTo>
                  <a:cubicBezTo>
                    <a:pt x="8259" y="12462"/>
                    <a:pt x="8259" y="14123"/>
                    <a:pt x="8894" y="16615"/>
                  </a:cubicBezTo>
                  <a:cubicBezTo>
                    <a:pt x="9529" y="18277"/>
                    <a:pt x="9529" y="20769"/>
                    <a:pt x="9529" y="20769"/>
                  </a:cubicBezTo>
                  <a:cubicBezTo>
                    <a:pt x="9529" y="20769"/>
                    <a:pt x="19059" y="7477"/>
                    <a:pt x="21600" y="3323"/>
                  </a:cubicBezTo>
                  <a:cubicBezTo>
                    <a:pt x="20329" y="2492"/>
                    <a:pt x="19694" y="1662"/>
                    <a:pt x="19694" y="0"/>
                  </a:cubicBezTo>
                  <a:cubicBezTo>
                    <a:pt x="16518" y="4154"/>
                    <a:pt x="9529" y="11631"/>
                    <a:pt x="5718" y="11631"/>
                  </a:cubicBezTo>
                  <a:cubicBezTo>
                    <a:pt x="3812" y="11631"/>
                    <a:pt x="2541" y="10800"/>
                    <a:pt x="1271" y="9969"/>
                  </a:cubicBez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1373" name="Shape 1373"/>
            <p:cNvSpPr/>
            <p:nvPr/>
          </p:nvSpPr>
          <p:spPr>
            <a:xfrm>
              <a:off x="544658" y="1521269"/>
              <a:ext cx="161962" cy="230256"/>
            </a:xfrm>
            <a:custGeom>
              <a:avLst/>
              <a:gdLst/>
              <a:ahLst/>
              <a:cxnLst>
                <a:cxn ang="0">
                  <a:pos x="wd2" y="hd2"/>
                </a:cxn>
                <a:cxn ang="5400000">
                  <a:pos x="wd2" y="hd2"/>
                </a:cxn>
                <a:cxn ang="10800000">
                  <a:pos x="wd2" y="hd2"/>
                </a:cxn>
                <a:cxn ang="16200000">
                  <a:pos x="wd2" y="hd2"/>
                </a:cxn>
              </a:cxnLst>
              <a:rect l="0" t="0" r="r" b="b"/>
              <a:pathLst>
                <a:path w="20000" h="21600" fill="norm" stroke="1" extrusionOk="0">
                  <a:moveTo>
                    <a:pt x="8480" y="1080"/>
                  </a:moveTo>
                  <a:cubicBezTo>
                    <a:pt x="20000" y="0"/>
                    <a:pt x="20000" y="0"/>
                    <a:pt x="20000" y="0"/>
                  </a:cubicBezTo>
                  <a:cubicBezTo>
                    <a:pt x="20000" y="0"/>
                    <a:pt x="9920" y="5400"/>
                    <a:pt x="9920" y="11880"/>
                  </a:cubicBezTo>
                  <a:cubicBezTo>
                    <a:pt x="9920" y="17280"/>
                    <a:pt x="9920" y="19440"/>
                    <a:pt x="9920" y="19440"/>
                  </a:cubicBezTo>
                  <a:cubicBezTo>
                    <a:pt x="1280" y="21600"/>
                    <a:pt x="1280" y="21600"/>
                    <a:pt x="1280" y="21600"/>
                  </a:cubicBezTo>
                  <a:cubicBezTo>
                    <a:pt x="1280" y="21600"/>
                    <a:pt x="-1600" y="15120"/>
                    <a:pt x="1280" y="9720"/>
                  </a:cubicBezTo>
                  <a:cubicBezTo>
                    <a:pt x="4160" y="4320"/>
                    <a:pt x="7040" y="2160"/>
                    <a:pt x="8480" y="1080"/>
                  </a:cubicBez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1374" name="Shape 1374"/>
            <p:cNvSpPr/>
            <p:nvPr/>
          </p:nvSpPr>
          <p:spPr>
            <a:xfrm>
              <a:off x="546245" y="2073880"/>
              <a:ext cx="68279" cy="2000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0"/>
                  </a:moveTo>
                  <a:cubicBezTo>
                    <a:pt x="14400" y="0"/>
                    <a:pt x="18000" y="11435"/>
                    <a:pt x="18000" y="16518"/>
                  </a:cubicBezTo>
                  <a:cubicBezTo>
                    <a:pt x="21600" y="20329"/>
                    <a:pt x="21600" y="21600"/>
                    <a:pt x="21600" y="21600"/>
                  </a:cubicBezTo>
                  <a:cubicBezTo>
                    <a:pt x="0" y="20329"/>
                    <a:pt x="0" y="20329"/>
                    <a:pt x="0" y="20329"/>
                  </a:cubicBezTo>
                  <a:cubicBezTo>
                    <a:pt x="0" y="20329"/>
                    <a:pt x="3600" y="10165"/>
                    <a:pt x="14400" y="0"/>
                  </a:cubicBez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2" presetID="2" grpId="1" fill="hold">
                                  <p:stCondLst>
                                    <p:cond delay="100"/>
                                  </p:stCondLst>
                                  <p:iterate type="el" backwards="0">
                                    <p:tmAbs val="0"/>
                                  </p:iterate>
                                  <p:childTnLst>
                                    <p:set>
                                      <p:cBhvr>
                                        <p:cTn id="6" fill="hold"/>
                                        <p:tgtEl>
                                          <p:spTgt spid="1353"/>
                                        </p:tgtEl>
                                        <p:attrNameLst>
                                          <p:attrName>style.visibility</p:attrName>
                                        </p:attrNameLst>
                                      </p:cBhvr>
                                      <p:to>
                                        <p:strVal val="visible"/>
                                      </p:to>
                                    </p:set>
                                    <p:anim calcmode="lin" valueType="num">
                                      <p:cBhvr>
                                        <p:cTn id="7" dur="500" fill="hold"/>
                                        <p:tgtEl>
                                          <p:spTgt spid="1353"/>
                                        </p:tgtEl>
                                        <p:attrNameLst>
                                          <p:attrName>ppt_x</p:attrName>
                                        </p:attrNameLst>
                                      </p:cBhvr>
                                      <p:tavLst>
                                        <p:tav tm="0">
                                          <p:val>
                                            <p:strVal val="1+#ppt_w/2"/>
                                          </p:val>
                                        </p:tav>
                                        <p:tav tm="100000">
                                          <p:val>
                                            <p:strVal val="#ppt_x"/>
                                          </p:val>
                                        </p:tav>
                                      </p:tavLst>
                                    </p:anim>
                                    <p:anim calcmode="lin" valueType="num">
                                      <p:cBhvr>
                                        <p:cTn id="8" dur="500" fill="hold"/>
                                        <p:tgtEl>
                                          <p:spTgt spid="1353"/>
                                        </p:tgtEl>
                                        <p:attrNameLst>
                                          <p:attrName>ppt_y</p:attrName>
                                        </p:attrNameLst>
                                      </p:cBhvr>
                                      <p:tavLst>
                                        <p:tav tm="0">
                                          <p:val>
                                            <p:strVal val="#ppt_y"/>
                                          </p:val>
                                        </p:tav>
                                        <p:tav tm="100000">
                                          <p:val>
                                            <p:strVal val="#ppt_y"/>
                                          </p:val>
                                        </p:tav>
                                      </p:tavLst>
                                    </p:anim>
                                  </p:childTnLst>
                                </p:cTn>
                              </p:par>
                            </p:childTnLst>
                          </p:cTn>
                        </p:par>
                        <p:par>
                          <p:cTn id="9" fill="hold">
                            <p:stCondLst>
                              <p:cond delay="600"/>
                            </p:stCondLst>
                            <p:childTnLst>
                              <p:par>
                                <p:cTn id="10" presetClass="entr" nodeType="afterEffect" presetSubtype="2" presetID="2" grpId="2" fill="hold">
                                  <p:stCondLst>
                                    <p:cond delay="100"/>
                                  </p:stCondLst>
                                  <p:iterate type="el" backwards="0">
                                    <p:tmAbs val="0"/>
                                  </p:iterate>
                                  <p:childTnLst>
                                    <p:set>
                                      <p:cBhvr>
                                        <p:cTn id="11" fill="hold"/>
                                        <p:tgtEl>
                                          <p:spTgt spid="1354"/>
                                        </p:tgtEl>
                                        <p:attrNameLst>
                                          <p:attrName>style.visibility</p:attrName>
                                        </p:attrNameLst>
                                      </p:cBhvr>
                                      <p:to>
                                        <p:strVal val="visible"/>
                                      </p:to>
                                    </p:set>
                                    <p:anim calcmode="lin" valueType="num">
                                      <p:cBhvr>
                                        <p:cTn id="12" dur="500" fill="hold"/>
                                        <p:tgtEl>
                                          <p:spTgt spid="1354"/>
                                        </p:tgtEl>
                                        <p:attrNameLst>
                                          <p:attrName>ppt_x</p:attrName>
                                        </p:attrNameLst>
                                      </p:cBhvr>
                                      <p:tavLst>
                                        <p:tav tm="0">
                                          <p:val>
                                            <p:strVal val="1+#ppt_w/2"/>
                                          </p:val>
                                        </p:tav>
                                        <p:tav tm="100000">
                                          <p:val>
                                            <p:strVal val="#ppt_x"/>
                                          </p:val>
                                        </p:tav>
                                      </p:tavLst>
                                    </p:anim>
                                    <p:anim calcmode="lin" valueType="num">
                                      <p:cBhvr>
                                        <p:cTn id="13" dur="500" fill="hold"/>
                                        <p:tgtEl>
                                          <p:spTgt spid="1354"/>
                                        </p:tgtEl>
                                        <p:attrNameLst>
                                          <p:attrName>ppt_y</p:attrName>
                                        </p:attrNameLst>
                                      </p:cBhvr>
                                      <p:tavLst>
                                        <p:tav tm="0">
                                          <p:val>
                                            <p:strVal val="#ppt_y"/>
                                          </p:val>
                                        </p:tav>
                                        <p:tav tm="100000">
                                          <p:val>
                                            <p:strVal val="#ppt_y"/>
                                          </p:val>
                                        </p:tav>
                                      </p:tavLst>
                                    </p:anim>
                                  </p:childTnLst>
                                </p:cTn>
                              </p:par>
                            </p:childTnLst>
                          </p:cTn>
                        </p:par>
                        <p:par>
                          <p:cTn id="14" fill="hold">
                            <p:stCondLst>
                              <p:cond delay="1200"/>
                            </p:stCondLst>
                            <p:childTnLst>
                              <p:par>
                                <p:cTn id="15" presetClass="entr" nodeType="afterEffect" presetSubtype="2" presetID="2" grpId="3" fill="hold">
                                  <p:stCondLst>
                                    <p:cond delay="100"/>
                                  </p:stCondLst>
                                  <p:iterate type="el" backwards="0">
                                    <p:tmAbs val="0"/>
                                  </p:iterate>
                                  <p:childTnLst>
                                    <p:set>
                                      <p:cBhvr>
                                        <p:cTn id="16" fill="hold"/>
                                        <p:tgtEl>
                                          <p:spTgt spid="1355"/>
                                        </p:tgtEl>
                                        <p:attrNameLst>
                                          <p:attrName>style.visibility</p:attrName>
                                        </p:attrNameLst>
                                      </p:cBhvr>
                                      <p:to>
                                        <p:strVal val="visible"/>
                                      </p:to>
                                    </p:set>
                                    <p:anim calcmode="lin" valueType="num">
                                      <p:cBhvr>
                                        <p:cTn id="17" dur="500" fill="hold"/>
                                        <p:tgtEl>
                                          <p:spTgt spid="1355"/>
                                        </p:tgtEl>
                                        <p:attrNameLst>
                                          <p:attrName>ppt_x</p:attrName>
                                        </p:attrNameLst>
                                      </p:cBhvr>
                                      <p:tavLst>
                                        <p:tav tm="0">
                                          <p:val>
                                            <p:strVal val="1+#ppt_w/2"/>
                                          </p:val>
                                        </p:tav>
                                        <p:tav tm="100000">
                                          <p:val>
                                            <p:strVal val="#ppt_x"/>
                                          </p:val>
                                        </p:tav>
                                      </p:tavLst>
                                    </p:anim>
                                    <p:anim calcmode="lin" valueType="num">
                                      <p:cBhvr>
                                        <p:cTn id="18" dur="500" fill="hold"/>
                                        <p:tgtEl>
                                          <p:spTgt spid="1355"/>
                                        </p:tgtEl>
                                        <p:attrNameLst>
                                          <p:attrName>ppt_y</p:attrName>
                                        </p:attrNameLst>
                                      </p:cBhvr>
                                      <p:tavLst>
                                        <p:tav tm="0">
                                          <p:val>
                                            <p:strVal val="#ppt_y"/>
                                          </p:val>
                                        </p:tav>
                                        <p:tav tm="100000">
                                          <p:val>
                                            <p:strVal val="#ppt_y"/>
                                          </p:val>
                                        </p:tav>
                                      </p:tavLst>
                                    </p:anim>
                                  </p:childTnLst>
                                </p:cTn>
                              </p:par>
                            </p:childTnLst>
                          </p:cTn>
                        </p:par>
                        <p:par>
                          <p:cTn id="19" fill="hold">
                            <p:stCondLst>
                              <p:cond delay="1800"/>
                            </p:stCondLst>
                            <p:childTnLst>
                              <p:par>
                                <p:cTn id="20" presetClass="entr" nodeType="afterEffect" presetSubtype="2" presetID="2" grpId="4" fill="hold">
                                  <p:stCondLst>
                                    <p:cond delay="100"/>
                                  </p:stCondLst>
                                  <p:iterate type="el" backwards="0">
                                    <p:tmAbs val="0"/>
                                  </p:iterate>
                                  <p:childTnLst>
                                    <p:set>
                                      <p:cBhvr>
                                        <p:cTn id="21" fill="hold"/>
                                        <p:tgtEl>
                                          <p:spTgt spid="1356"/>
                                        </p:tgtEl>
                                        <p:attrNameLst>
                                          <p:attrName>style.visibility</p:attrName>
                                        </p:attrNameLst>
                                      </p:cBhvr>
                                      <p:to>
                                        <p:strVal val="visible"/>
                                      </p:to>
                                    </p:set>
                                    <p:anim calcmode="lin" valueType="num">
                                      <p:cBhvr>
                                        <p:cTn id="22" dur="500" fill="hold"/>
                                        <p:tgtEl>
                                          <p:spTgt spid="1356"/>
                                        </p:tgtEl>
                                        <p:attrNameLst>
                                          <p:attrName>ppt_x</p:attrName>
                                        </p:attrNameLst>
                                      </p:cBhvr>
                                      <p:tavLst>
                                        <p:tav tm="0">
                                          <p:val>
                                            <p:strVal val="1+#ppt_w/2"/>
                                          </p:val>
                                        </p:tav>
                                        <p:tav tm="100000">
                                          <p:val>
                                            <p:strVal val="#ppt_x"/>
                                          </p:val>
                                        </p:tav>
                                      </p:tavLst>
                                    </p:anim>
                                    <p:anim calcmode="lin" valueType="num">
                                      <p:cBhvr>
                                        <p:cTn id="23" dur="500" fill="hold"/>
                                        <p:tgtEl>
                                          <p:spTgt spid="1356"/>
                                        </p:tgtEl>
                                        <p:attrNameLst>
                                          <p:attrName>ppt_y</p:attrName>
                                        </p:attrNameLst>
                                      </p:cBhvr>
                                      <p:tavLst>
                                        <p:tav tm="0">
                                          <p:val>
                                            <p:strVal val="#ppt_y"/>
                                          </p:val>
                                        </p:tav>
                                        <p:tav tm="100000">
                                          <p:val>
                                            <p:strVal val="#ppt_y"/>
                                          </p:val>
                                        </p:tav>
                                      </p:tavLst>
                                    </p:anim>
                                  </p:childTnLst>
                                </p:cTn>
                              </p:par>
                            </p:childTnLst>
                          </p:cTn>
                        </p:par>
                        <p:par>
                          <p:cTn id="24" fill="hold">
                            <p:stCondLst>
                              <p:cond delay="2400"/>
                            </p:stCondLst>
                            <p:childTnLst>
                              <p:par>
                                <p:cTn id="25" presetClass="entr" nodeType="afterEffect" presetSubtype="2" presetID="2" grpId="5" fill="hold">
                                  <p:stCondLst>
                                    <p:cond delay="100"/>
                                  </p:stCondLst>
                                  <p:iterate type="el" backwards="0">
                                    <p:tmAbs val="0"/>
                                  </p:iterate>
                                  <p:childTnLst>
                                    <p:set>
                                      <p:cBhvr>
                                        <p:cTn id="26" fill="hold"/>
                                        <p:tgtEl>
                                          <p:spTgt spid="1357"/>
                                        </p:tgtEl>
                                        <p:attrNameLst>
                                          <p:attrName>style.visibility</p:attrName>
                                        </p:attrNameLst>
                                      </p:cBhvr>
                                      <p:to>
                                        <p:strVal val="visible"/>
                                      </p:to>
                                    </p:set>
                                    <p:anim calcmode="lin" valueType="num">
                                      <p:cBhvr>
                                        <p:cTn id="27" dur="500" fill="hold"/>
                                        <p:tgtEl>
                                          <p:spTgt spid="1357"/>
                                        </p:tgtEl>
                                        <p:attrNameLst>
                                          <p:attrName>ppt_x</p:attrName>
                                        </p:attrNameLst>
                                      </p:cBhvr>
                                      <p:tavLst>
                                        <p:tav tm="0">
                                          <p:val>
                                            <p:strVal val="1+#ppt_w/2"/>
                                          </p:val>
                                        </p:tav>
                                        <p:tav tm="100000">
                                          <p:val>
                                            <p:strVal val="#ppt_x"/>
                                          </p:val>
                                        </p:tav>
                                      </p:tavLst>
                                    </p:anim>
                                    <p:anim calcmode="lin" valueType="num">
                                      <p:cBhvr>
                                        <p:cTn id="28" dur="500" fill="hold"/>
                                        <p:tgtEl>
                                          <p:spTgt spid="1357"/>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Class="entr" nodeType="afterEffect" presetSubtype="2" presetID="2" grpId="6" fill="hold">
                                  <p:stCondLst>
                                    <p:cond delay="100"/>
                                  </p:stCondLst>
                                  <p:iterate type="el" backwards="0">
                                    <p:tmAbs val="0"/>
                                  </p:iterate>
                                  <p:childTnLst>
                                    <p:set>
                                      <p:cBhvr>
                                        <p:cTn id="31" fill="hold"/>
                                        <p:tgtEl>
                                          <p:spTgt spid="1358"/>
                                        </p:tgtEl>
                                        <p:attrNameLst>
                                          <p:attrName>style.visibility</p:attrName>
                                        </p:attrNameLst>
                                      </p:cBhvr>
                                      <p:to>
                                        <p:strVal val="visible"/>
                                      </p:to>
                                    </p:set>
                                    <p:anim calcmode="lin" valueType="num">
                                      <p:cBhvr>
                                        <p:cTn id="32" dur="500" fill="hold"/>
                                        <p:tgtEl>
                                          <p:spTgt spid="1358"/>
                                        </p:tgtEl>
                                        <p:attrNameLst>
                                          <p:attrName>ppt_x</p:attrName>
                                        </p:attrNameLst>
                                      </p:cBhvr>
                                      <p:tavLst>
                                        <p:tav tm="0">
                                          <p:val>
                                            <p:strVal val="1+#ppt_w/2"/>
                                          </p:val>
                                        </p:tav>
                                        <p:tav tm="100000">
                                          <p:val>
                                            <p:strVal val="#ppt_x"/>
                                          </p:val>
                                        </p:tav>
                                      </p:tavLst>
                                    </p:anim>
                                    <p:anim calcmode="lin" valueType="num">
                                      <p:cBhvr>
                                        <p:cTn id="33" dur="500" fill="hold"/>
                                        <p:tgtEl>
                                          <p:spTgt spid="1358"/>
                                        </p:tgtEl>
                                        <p:attrNameLst>
                                          <p:attrName>ppt_y</p:attrName>
                                        </p:attrNameLst>
                                      </p:cBhvr>
                                      <p:tavLst>
                                        <p:tav tm="0">
                                          <p:val>
                                            <p:strVal val="#ppt_y"/>
                                          </p:val>
                                        </p:tav>
                                        <p:tav tm="100000">
                                          <p:val>
                                            <p:strVal val="#ppt_y"/>
                                          </p:val>
                                        </p:tav>
                                      </p:tavLst>
                                    </p:anim>
                                  </p:childTnLst>
                                </p:cTn>
                              </p:par>
                            </p:childTnLst>
                          </p:cTn>
                        </p:par>
                        <p:par>
                          <p:cTn id="34" fill="hold">
                            <p:stCondLst>
                              <p:cond delay="3600"/>
                            </p:stCondLst>
                            <p:childTnLst>
                              <p:par>
                                <p:cTn id="35" presetClass="entr" nodeType="afterEffect" presetSubtype="2" presetID="2" grpId="7" fill="hold">
                                  <p:stCondLst>
                                    <p:cond delay="100"/>
                                  </p:stCondLst>
                                  <p:iterate type="el" backwards="0">
                                    <p:tmAbs val="0"/>
                                  </p:iterate>
                                  <p:childTnLst>
                                    <p:set>
                                      <p:cBhvr>
                                        <p:cTn id="36" fill="hold"/>
                                        <p:tgtEl>
                                          <p:spTgt spid="1359"/>
                                        </p:tgtEl>
                                        <p:attrNameLst>
                                          <p:attrName>style.visibility</p:attrName>
                                        </p:attrNameLst>
                                      </p:cBhvr>
                                      <p:to>
                                        <p:strVal val="visible"/>
                                      </p:to>
                                    </p:set>
                                    <p:anim calcmode="lin" valueType="num">
                                      <p:cBhvr>
                                        <p:cTn id="37" dur="500" fill="hold"/>
                                        <p:tgtEl>
                                          <p:spTgt spid="1359"/>
                                        </p:tgtEl>
                                        <p:attrNameLst>
                                          <p:attrName>ppt_x</p:attrName>
                                        </p:attrNameLst>
                                      </p:cBhvr>
                                      <p:tavLst>
                                        <p:tav tm="0">
                                          <p:val>
                                            <p:strVal val="1+#ppt_w/2"/>
                                          </p:val>
                                        </p:tav>
                                        <p:tav tm="100000">
                                          <p:val>
                                            <p:strVal val="#ppt_x"/>
                                          </p:val>
                                        </p:tav>
                                      </p:tavLst>
                                    </p:anim>
                                    <p:anim calcmode="lin" valueType="num">
                                      <p:cBhvr>
                                        <p:cTn id="38" dur="500" fill="hold"/>
                                        <p:tgtEl>
                                          <p:spTgt spid="1359"/>
                                        </p:tgtEl>
                                        <p:attrNameLst>
                                          <p:attrName>ppt_y</p:attrName>
                                        </p:attrNameLst>
                                      </p:cBhvr>
                                      <p:tavLst>
                                        <p:tav tm="0">
                                          <p:val>
                                            <p:strVal val="#ppt_y"/>
                                          </p:val>
                                        </p:tav>
                                        <p:tav tm="100000">
                                          <p:val>
                                            <p:strVal val="#ppt_y"/>
                                          </p:val>
                                        </p:tav>
                                      </p:tavLst>
                                    </p:anim>
                                  </p:childTnLst>
                                </p:cTn>
                              </p:par>
                            </p:childTnLst>
                          </p:cTn>
                        </p:par>
                        <p:par>
                          <p:cTn id="39" fill="hold">
                            <p:stCondLst>
                              <p:cond delay="4200"/>
                            </p:stCondLst>
                            <p:childTnLst>
                              <p:par>
                                <p:cTn id="40" presetClass="entr" nodeType="afterEffect" presetSubtype="2" presetID="2" grpId="8" fill="hold">
                                  <p:stCondLst>
                                    <p:cond delay="100"/>
                                  </p:stCondLst>
                                  <p:iterate type="el" backwards="0">
                                    <p:tmAbs val="0"/>
                                  </p:iterate>
                                  <p:childTnLst>
                                    <p:set>
                                      <p:cBhvr>
                                        <p:cTn id="41" fill="hold"/>
                                        <p:tgtEl>
                                          <p:spTgt spid="1360"/>
                                        </p:tgtEl>
                                        <p:attrNameLst>
                                          <p:attrName>style.visibility</p:attrName>
                                        </p:attrNameLst>
                                      </p:cBhvr>
                                      <p:to>
                                        <p:strVal val="visible"/>
                                      </p:to>
                                    </p:set>
                                    <p:anim calcmode="lin" valueType="num">
                                      <p:cBhvr>
                                        <p:cTn id="42" dur="500" fill="hold"/>
                                        <p:tgtEl>
                                          <p:spTgt spid="1360"/>
                                        </p:tgtEl>
                                        <p:attrNameLst>
                                          <p:attrName>ppt_x</p:attrName>
                                        </p:attrNameLst>
                                      </p:cBhvr>
                                      <p:tavLst>
                                        <p:tav tm="0">
                                          <p:val>
                                            <p:strVal val="1+#ppt_w/2"/>
                                          </p:val>
                                        </p:tav>
                                        <p:tav tm="100000">
                                          <p:val>
                                            <p:strVal val="#ppt_x"/>
                                          </p:val>
                                        </p:tav>
                                      </p:tavLst>
                                    </p:anim>
                                    <p:anim calcmode="lin" valueType="num">
                                      <p:cBhvr>
                                        <p:cTn id="43" dur="500" fill="hold"/>
                                        <p:tgtEl>
                                          <p:spTgt spid="1360"/>
                                        </p:tgtEl>
                                        <p:attrNameLst>
                                          <p:attrName>ppt_y</p:attrName>
                                        </p:attrNameLst>
                                      </p:cBhvr>
                                      <p:tavLst>
                                        <p:tav tm="0">
                                          <p:val>
                                            <p:strVal val="#ppt_y"/>
                                          </p:val>
                                        </p:tav>
                                        <p:tav tm="100000">
                                          <p:val>
                                            <p:strVal val="#ppt_y"/>
                                          </p:val>
                                        </p:tav>
                                      </p:tavLst>
                                    </p:anim>
                                  </p:childTnLst>
                                </p:cTn>
                              </p:par>
                            </p:childTnLst>
                          </p:cTn>
                        </p:par>
                        <p:par>
                          <p:cTn id="44" fill="hold">
                            <p:stCondLst>
                              <p:cond delay="4800"/>
                            </p:stCondLst>
                            <p:childTnLst>
                              <p:par>
                                <p:cTn id="45" presetClass="entr" nodeType="afterEffect" presetSubtype="2" presetID="2" grpId="9" fill="hold">
                                  <p:stCondLst>
                                    <p:cond delay="100"/>
                                  </p:stCondLst>
                                  <p:iterate type="el" backwards="0">
                                    <p:tmAbs val="0"/>
                                  </p:iterate>
                                  <p:childTnLst>
                                    <p:set>
                                      <p:cBhvr>
                                        <p:cTn id="46" fill="hold"/>
                                        <p:tgtEl>
                                          <p:spTgt spid="1361"/>
                                        </p:tgtEl>
                                        <p:attrNameLst>
                                          <p:attrName>style.visibility</p:attrName>
                                        </p:attrNameLst>
                                      </p:cBhvr>
                                      <p:to>
                                        <p:strVal val="visible"/>
                                      </p:to>
                                    </p:set>
                                    <p:anim calcmode="lin" valueType="num">
                                      <p:cBhvr>
                                        <p:cTn id="47" dur="500" fill="hold"/>
                                        <p:tgtEl>
                                          <p:spTgt spid="1361"/>
                                        </p:tgtEl>
                                        <p:attrNameLst>
                                          <p:attrName>ppt_x</p:attrName>
                                        </p:attrNameLst>
                                      </p:cBhvr>
                                      <p:tavLst>
                                        <p:tav tm="0">
                                          <p:val>
                                            <p:strVal val="1+#ppt_w/2"/>
                                          </p:val>
                                        </p:tav>
                                        <p:tav tm="100000">
                                          <p:val>
                                            <p:strVal val="#ppt_x"/>
                                          </p:val>
                                        </p:tav>
                                      </p:tavLst>
                                    </p:anim>
                                    <p:anim calcmode="lin" valueType="num">
                                      <p:cBhvr>
                                        <p:cTn id="48" dur="500" fill="hold"/>
                                        <p:tgtEl>
                                          <p:spTgt spid="1361"/>
                                        </p:tgtEl>
                                        <p:attrNameLst>
                                          <p:attrName>ppt_y</p:attrName>
                                        </p:attrNameLst>
                                      </p:cBhvr>
                                      <p:tavLst>
                                        <p:tav tm="0">
                                          <p:val>
                                            <p:strVal val="#ppt_y"/>
                                          </p:val>
                                        </p:tav>
                                        <p:tav tm="100000">
                                          <p:val>
                                            <p:strVal val="#ppt_y"/>
                                          </p:val>
                                        </p:tav>
                                      </p:tavLst>
                                    </p:anim>
                                  </p:childTnLst>
                                </p:cTn>
                              </p:par>
                            </p:childTnLst>
                          </p:cTn>
                        </p:par>
                        <p:par>
                          <p:cTn id="49" fill="hold">
                            <p:stCondLst>
                              <p:cond delay="5400"/>
                            </p:stCondLst>
                            <p:childTnLst>
                              <p:par>
                                <p:cTn id="50" presetClass="entr" nodeType="afterEffect" presetSubtype="2" presetID="2" grpId="10" fill="hold">
                                  <p:stCondLst>
                                    <p:cond delay="100"/>
                                  </p:stCondLst>
                                  <p:iterate type="el" backwards="0">
                                    <p:tmAbs val="0"/>
                                  </p:iterate>
                                  <p:childTnLst>
                                    <p:set>
                                      <p:cBhvr>
                                        <p:cTn id="51" fill="hold"/>
                                        <p:tgtEl>
                                          <p:spTgt spid="1362"/>
                                        </p:tgtEl>
                                        <p:attrNameLst>
                                          <p:attrName>style.visibility</p:attrName>
                                        </p:attrNameLst>
                                      </p:cBhvr>
                                      <p:to>
                                        <p:strVal val="visible"/>
                                      </p:to>
                                    </p:set>
                                    <p:anim calcmode="lin" valueType="num">
                                      <p:cBhvr>
                                        <p:cTn id="52" dur="500" fill="hold"/>
                                        <p:tgtEl>
                                          <p:spTgt spid="1362"/>
                                        </p:tgtEl>
                                        <p:attrNameLst>
                                          <p:attrName>ppt_x</p:attrName>
                                        </p:attrNameLst>
                                      </p:cBhvr>
                                      <p:tavLst>
                                        <p:tav tm="0">
                                          <p:val>
                                            <p:strVal val="1+#ppt_w/2"/>
                                          </p:val>
                                        </p:tav>
                                        <p:tav tm="100000">
                                          <p:val>
                                            <p:strVal val="#ppt_x"/>
                                          </p:val>
                                        </p:tav>
                                      </p:tavLst>
                                    </p:anim>
                                    <p:anim calcmode="lin" valueType="num">
                                      <p:cBhvr>
                                        <p:cTn id="53" dur="500" fill="hold"/>
                                        <p:tgtEl>
                                          <p:spTgt spid="1362"/>
                                        </p:tgtEl>
                                        <p:attrNameLst>
                                          <p:attrName>ppt_y</p:attrName>
                                        </p:attrNameLst>
                                      </p:cBhvr>
                                      <p:tavLst>
                                        <p:tav tm="0">
                                          <p:val>
                                            <p:strVal val="#ppt_y"/>
                                          </p:val>
                                        </p:tav>
                                        <p:tav tm="100000">
                                          <p:val>
                                            <p:strVal val="#ppt_y"/>
                                          </p:val>
                                        </p:tav>
                                      </p:tavLst>
                                    </p:anim>
                                  </p:childTnLst>
                                </p:cTn>
                              </p:par>
                            </p:childTnLst>
                          </p:cTn>
                        </p:par>
                        <p:par>
                          <p:cTn id="54" fill="hold">
                            <p:stCondLst>
                              <p:cond delay="6000"/>
                            </p:stCondLst>
                            <p:childTnLst>
                              <p:par>
                                <p:cTn id="55" presetClass="entr" nodeType="afterEffect" presetSubtype="2" presetID="2" grpId="11" fill="hold">
                                  <p:stCondLst>
                                    <p:cond delay="100"/>
                                  </p:stCondLst>
                                  <p:iterate type="el" backwards="0">
                                    <p:tmAbs val="0"/>
                                  </p:iterate>
                                  <p:childTnLst>
                                    <p:set>
                                      <p:cBhvr>
                                        <p:cTn id="56" fill="hold"/>
                                        <p:tgtEl>
                                          <p:spTgt spid="1363"/>
                                        </p:tgtEl>
                                        <p:attrNameLst>
                                          <p:attrName>style.visibility</p:attrName>
                                        </p:attrNameLst>
                                      </p:cBhvr>
                                      <p:to>
                                        <p:strVal val="visible"/>
                                      </p:to>
                                    </p:set>
                                    <p:anim calcmode="lin" valueType="num">
                                      <p:cBhvr>
                                        <p:cTn id="57" dur="500" fill="hold"/>
                                        <p:tgtEl>
                                          <p:spTgt spid="1363"/>
                                        </p:tgtEl>
                                        <p:attrNameLst>
                                          <p:attrName>ppt_x</p:attrName>
                                        </p:attrNameLst>
                                      </p:cBhvr>
                                      <p:tavLst>
                                        <p:tav tm="0">
                                          <p:val>
                                            <p:strVal val="1+#ppt_w/2"/>
                                          </p:val>
                                        </p:tav>
                                        <p:tav tm="100000">
                                          <p:val>
                                            <p:strVal val="#ppt_x"/>
                                          </p:val>
                                        </p:tav>
                                      </p:tavLst>
                                    </p:anim>
                                    <p:anim calcmode="lin" valueType="num">
                                      <p:cBhvr>
                                        <p:cTn id="58" dur="500" fill="hold"/>
                                        <p:tgtEl>
                                          <p:spTgt spid="1363"/>
                                        </p:tgtEl>
                                        <p:attrNameLst>
                                          <p:attrName>ppt_y</p:attrName>
                                        </p:attrNameLst>
                                      </p:cBhvr>
                                      <p:tavLst>
                                        <p:tav tm="0">
                                          <p:val>
                                            <p:strVal val="#ppt_y"/>
                                          </p:val>
                                        </p:tav>
                                        <p:tav tm="100000">
                                          <p:val>
                                            <p:strVal val="#ppt_y"/>
                                          </p:val>
                                        </p:tav>
                                      </p:tavLst>
                                    </p:anim>
                                  </p:childTnLst>
                                </p:cTn>
                              </p:par>
                            </p:childTnLst>
                          </p:cTn>
                        </p:par>
                        <p:par>
                          <p:cTn id="59" fill="hold">
                            <p:stCondLst>
                              <p:cond delay="6600"/>
                            </p:stCondLst>
                            <p:childTnLst>
                              <p:par>
                                <p:cTn id="60" presetClass="entr" nodeType="afterEffect" presetSubtype="2" presetID="2" grpId="12" fill="hold">
                                  <p:stCondLst>
                                    <p:cond delay="100"/>
                                  </p:stCondLst>
                                  <p:iterate type="el" backwards="0">
                                    <p:tmAbs val="0"/>
                                  </p:iterate>
                                  <p:childTnLst>
                                    <p:set>
                                      <p:cBhvr>
                                        <p:cTn id="61" fill="hold"/>
                                        <p:tgtEl>
                                          <p:spTgt spid="1364"/>
                                        </p:tgtEl>
                                        <p:attrNameLst>
                                          <p:attrName>style.visibility</p:attrName>
                                        </p:attrNameLst>
                                      </p:cBhvr>
                                      <p:to>
                                        <p:strVal val="visible"/>
                                      </p:to>
                                    </p:set>
                                    <p:anim calcmode="lin" valueType="num">
                                      <p:cBhvr>
                                        <p:cTn id="62" dur="500" fill="hold"/>
                                        <p:tgtEl>
                                          <p:spTgt spid="1364"/>
                                        </p:tgtEl>
                                        <p:attrNameLst>
                                          <p:attrName>ppt_x</p:attrName>
                                        </p:attrNameLst>
                                      </p:cBhvr>
                                      <p:tavLst>
                                        <p:tav tm="0">
                                          <p:val>
                                            <p:strVal val="1+#ppt_w/2"/>
                                          </p:val>
                                        </p:tav>
                                        <p:tav tm="100000">
                                          <p:val>
                                            <p:strVal val="#ppt_x"/>
                                          </p:val>
                                        </p:tav>
                                      </p:tavLst>
                                    </p:anim>
                                    <p:anim calcmode="lin" valueType="num">
                                      <p:cBhvr>
                                        <p:cTn id="63" dur="500" fill="hold"/>
                                        <p:tgtEl>
                                          <p:spTgt spid="13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361" grpId="9"/>
      <p:bldP build="whole" bldLvl="1" animBg="1" rev="0" advAuto="0" spid="1357" grpId="5"/>
      <p:bldP build="whole" bldLvl="1" animBg="1" rev="0" advAuto="0" spid="1360" grpId="8"/>
      <p:bldP build="whole" bldLvl="1" animBg="1" rev="0" advAuto="0" spid="1364" grpId="12"/>
      <p:bldP build="whole" bldLvl="1" animBg="1" rev="0" advAuto="0" spid="1355" grpId="3"/>
      <p:bldP build="whole" bldLvl="1" animBg="1" rev="0" advAuto="0" spid="1363" grpId="11"/>
      <p:bldP build="whole" bldLvl="1" animBg="1" rev="0" advAuto="0" spid="1353" grpId="1"/>
      <p:bldP build="whole" bldLvl="1" animBg="1" rev="0" advAuto="0" spid="1358" grpId="6"/>
      <p:bldP build="whole" bldLvl="1" animBg="1" rev="0" advAuto="0" spid="1359" grpId="7"/>
      <p:bldP build="whole" bldLvl="1" animBg="1" rev="0" advAuto="0" spid="1362" grpId="10"/>
      <p:bldP build="whole" bldLvl="1" animBg="1" rev="0" advAuto="0" spid="1356" grpId="4"/>
      <p:bldP build="whole" bldLvl="1" animBg="1" rev="0" advAuto="0" spid="1354" grpId="2"/>
    </p:bldLst>
  </p:timing>
</p:sld>
</file>

<file path=ppt/slides/slide5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377" name="Shape 1377"/>
          <p:cNvSpPr/>
          <p:nvPr/>
        </p:nvSpPr>
        <p:spPr>
          <a:xfrm>
            <a:off x="303300" y="385686"/>
            <a:ext cx="566229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Diapo información</a:t>
            </a:r>
          </a:p>
        </p:txBody>
      </p:sp>
      <p:sp>
        <p:nvSpPr>
          <p:cNvPr id="1378" name="Shape 137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379" name="Shape 1379"/>
          <p:cNvSpPr/>
          <p:nvPr/>
        </p:nvSpPr>
        <p:spPr>
          <a:xfrm>
            <a:off x="8674451" y="2629481"/>
            <a:ext cx="7035098" cy="4730497"/>
          </a:xfrm>
          <a:prstGeom prst="rect">
            <a:avLst/>
          </a:prstGeom>
          <a:solidFill>
            <a:srgbClr val="144973"/>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380" name="Shape 1380"/>
          <p:cNvSpPr/>
          <p:nvPr/>
        </p:nvSpPr>
        <p:spPr>
          <a:xfrm>
            <a:off x="9117569" y="3177319"/>
            <a:ext cx="6313708" cy="347219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nchor="ctr">
            <a:spAutoFit/>
          </a:bodyPr>
          <a:lstStyle/>
          <a:p>
            <a:pPr defTabSz="457200">
              <a:defRPr sz="2900">
                <a:solidFill>
                  <a:srgbClr val="C7C7C7"/>
                </a:solidFill>
                <a:latin typeface="Raleway Regular"/>
                <a:ea typeface="Raleway Regular"/>
                <a:cs typeface="Raleway Regular"/>
                <a:sym typeface="Raleway Regular"/>
              </a:defRPr>
            </a:pPr>
            <a:r>
              <a:rPr sz="5300">
                <a:solidFill>
                  <a:srgbClr val="FFFFFF"/>
                </a:solidFill>
              </a:rPr>
              <a:t>Título</a:t>
            </a:r>
            <a:endParaRPr sz="5300">
              <a:solidFill>
                <a:srgbClr val="FFFFFF"/>
              </a:solidFill>
            </a:endParaRPr>
          </a:p>
          <a:p>
            <a:pPr defTabSz="457200">
              <a:lnSpc>
                <a:spcPct val="130000"/>
              </a:lnSpc>
              <a:defRPr sz="2900">
                <a:solidFill>
                  <a:srgbClr val="C7C7C7"/>
                </a:solidFill>
                <a:latin typeface="Raleway Regular"/>
                <a:ea typeface="Raleway Regular"/>
                <a:cs typeface="Raleway Regular"/>
                <a:sym typeface="Raleway Regular"/>
              </a:defRPr>
            </a:pPr>
            <a:r>
              <a:rPr sz="2700">
                <a:solidFill>
                  <a:srgbClr val="FFFFFF"/>
                </a:solidFill>
              </a:rPr>
              <a:t>Jelly-o gingerbread oat cake pudding pastry biscuit tootsie roll. Bear claw apple pie wafer chocolate gummies wafer bear claw gummies gummies. Carrot cake candy tootsie roll lollipop</a:t>
            </a:r>
          </a:p>
        </p:txBody>
      </p:sp>
      <p:sp>
        <p:nvSpPr>
          <p:cNvPr id="1381" name="Shape 1381"/>
          <p:cNvSpPr/>
          <p:nvPr/>
        </p:nvSpPr>
        <p:spPr>
          <a:xfrm>
            <a:off x="1556740" y="8432841"/>
            <a:ext cx="21270520" cy="254890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nchor="ctr">
            <a:spAutoFit/>
          </a:bodyPr>
          <a:lstStyle>
            <a:lvl1pPr algn="just" defTabSz="457200">
              <a:lnSpc>
                <a:spcPct val="150000"/>
              </a:lnSpc>
              <a:defRPr sz="2800">
                <a:solidFill>
                  <a:srgbClr val="797979"/>
                </a:solidFill>
                <a:latin typeface="Raleway SemiBold"/>
                <a:ea typeface="Raleway SemiBold"/>
                <a:cs typeface="Raleway SemiBold"/>
                <a:sym typeface="Raleway SemiBold"/>
              </a:defRPr>
            </a:lvl1pPr>
          </a:lstStyle>
          <a:p>
            <a:pPr>
              <a:defRPr sz="2900">
                <a:solidFill>
                  <a:srgbClr val="C7C7C7"/>
                </a:solidFill>
              </a:defRPr>
            </a:pPr>
            <a:r>
              <a:rPr sz="2800">
                <a:solidFill>
                  <a:srgbClr val="797979"/>
                </a:solidFill>
              </a:rPr>
              <a:t>Caramels icing lollipop cake jelly beans chocolate dessert jelly beans cotton candy. Marzipan carrot cake brownie chocolate bar brownie. Dragée sweet soufflé candy. Croissant cheesecake brownie chocolate topping cake muffin muffin powder. Gummies cotton candy lemon drops. Pastry bear claw jelly-o dragée jelly beans fruitcake chocolate bar. Toffee croissant lollipop fruitcake carrot cake pie. Jelly tiramisu dessert marshmallow tart cheesecake cake chocolate cake.</a:t>
            </a:r>
          </a:p>
        </p:txBody>
      </p:sp>
      <p:sp>
        <p:nvSpPr>
          <p:cNvPr id="1382" name="Shape 1382"/>
          <p:cNvSpPr/>
          <p:nvPr/>
        </p:nvSpPr>
        <p:spPr>
          <a:xfrm>
            <a:off x="-12682" y="2641325"/>
            <a:ext cx="8508541" cy="4726020"/>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1383" name="Shape 1383"/>
          <p:cNvSpPr/>
          <p:nvPr/>
        </p:nvSpPr>
        <p:spPr>
          <a:xfrm>
            <a:off x="15888141" y="2631719"/>
            <a:ext cx="8508542" cy="4726021"/>
          </a:xfrm>
          <a:prstGeom prst="rect">
            <a:avLst/>
          </a:prstGeom>
          <a:blipFill>
            <a:blip r:embed="rId2"/>
            <a:stretch>
              <a:fillRect/>
            </a:stretch>
          </a:blip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1379"/>
                                        </p:tgtEl>
                                        <p:attrNameLst>
                                          <p:attrName>style.visibility</p:attrName>
                                        </p:attrNameLst>
                                      </p:cBhvr>
                                      <p:to>
                                        <p:strVal val="visible"/>
                                      </p:to>
                                    </p:set>
                                    <p:anim calcmode="lin" valueType="num">
                                      <p:cBhvr>
                                        <p:cTn id="7" dur="500" fill="hold"/>
                                        <p:tgtEl>
                                          <p:spTgt spid="1379"/>
                                        </p:tgtEl>
                                        <p:attrNameLst>
                                          <p:attrName>ppt_w</p:attrName>
                                        </p:attrNameLst>
                                      </p:cBhvr>
                                      <p:tavLst>
                                        <p:tav tm="0">
                                          <p:val>
                                            <p:fltVal val="0"/>
                                          </p:val>
                                        </p:tav>
                                        <p:tav tm="100000">
                                          <p:val>
                                            <p:strVal val="#ppt_w"/>
                                          </p:val>
                                        </p:tav>
                                      </p:tavLst>
                                    </p:anim>
                                    <p:anim calcmode="lin" valueType="num">
                                      <p:cBhvr>
                                        <p:cTn id="8" dur="500" fill="hold"/>
                                        <p:tgtEl>
                                          <p:spTgt spid="1379"/>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1380"/>
                                        </p:tgtEl>
                                        <p:attrNameLst>
                                          <p:attrName>style.visibility</p:attrName>
                                        </p:attrNameLst>
                                      </p:cBhvr>
                                      <p:to>
                                        <p:strVal val="visible"/>
                                      </p:to>
                                    </p:set>
                                    <p:anim calcmode="lin" valueType="num">
                                      <p:cBhvr>
                                        <p:cTn id="12" dur="500" fill="hold"/>
                                        <p:tgtEl>
                                          <p:spTgt spid="1380"/>
                                        </p:tgtEl>
                                        <p:attrNameLst>
                                          <p:attrName>ppt_w</p:attrName>
                                        </p:attrNameLst>
                                      </p:cBhvr>
                                      <p:tavLst>
                                        <p:tav tm="0">
                                          <p:val>
                                            <p:fltVal val="0"/>
                                          </p:val>
                                        </p:tav>
                                        <p:tav tm="100000">
                                          <p:val>
                                            <p:strVal val="#ppt_w"/>
                                          </p:val>
                                        </p:tav>
                                      </p:tavLst>
                                    </p:anim>
                                    <p:anim calcmode="lin" valueType="num">
                                      <p:cBhvr>
                                        <p:cTn id="13" dur="500" fill="hold"/>
                                        <p:tgtEl>
                                          <p:spTgt spid="1380"/>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ID="9" grpId="3" fill="hold">
                                  <p:stCondLst>
                                    <p:cond delay="0"/>
                                  </p:stCondLst>
                                  <p:iterate type="el" backwards="0">
                                    <p:tmAbs val="0"/>
                                  </p:iterate>
                                  <p:childTnLst>
                                    <p:set>
                                      <p:cBhvr>
                                        <p:cTn id="16" fill="hold"/>
                                        <p:tgtEl>
                                          <p:spTgt spid="1381"/>
                                        </p:tgtEl>
                                        <p:attrNameLst>
                                          <p:attrName>style.visibility</p:attrName>
                                        </p:attrNameLst>
                                      </p:cBhvr>
                                      <p:to>
                                        <p:strVal val="visible"/>
                                      </p:to>
                                    </p:set>
                                    <p:animEffect filter="dissolve" transition="in">
                                      <p:cBhvr>
                                        <p:cTn id="17" dur="500"/>
                                        <p:tgtEl>
                                          <p:spTgt spid="138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379" grpId="1"/>
      <p:bldP build="whole" bldLvl="1" animBg="1" rev="0" advAuto="0" spid="1380" grpId="2"/>
      <p:bldP build="whole" bldLvl="1" animBg="1" rev="0" advAuto="0" spid="1381" grpId="3"/>
    </p:bldLst>
  </p:timing>
</p:sld>
</file>

<file path=ppt/slides/slide5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385" name="Shape 138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Diapo objetivos</a:t>
            </a:r>
          </a:p>
        </p:txBody>
      </p:sp>
      <p:sp>
        <p:nvSpPr>
          <p:cNvPr id="1386" name="Shape 138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1404" name="Group 1404"/>
          <p:cNvGrpSpPr/>
          <p:nvPr/>
        </p:nvGrpSpPr>
        <p:grpSpPr>
          <a:xfrm>
            <a:off x="948519" y="3146023"/>
            <a:ext cx="6369376" cy="6315719"/>
            <a:chOff x="0" y="0"/>
            <a:chExt cx="6369374" cy="6315718"/>
          </a:xfrm>
        </p:grpSpPr>
        <p:grpSp>
          <p:nvGrpSpPr>
            <p:cNvPr id="1394" name="Group 1394"/>
            <p:cNvGrpSpPr/>
            <p:nvPr/>
          </p:nvGrpSpPr>
          <p:grpSpPr>
            <a:xfrm>
              <a:off x="1066334" y="1011214"/>
              <a:ext cx="5303041" cy="5304505"/>
              <a:chOff x="0" y="0"/>
              <a:chExt cx="5303040" cy="5304503"/>
            </a:xfrm>
          </p:grpSpPr>
          <p:sp>
            <p:nvSpPr>
              <p:cNvPr id="1387" name="Shape 1387"/>
              <p:cNvSpPr/>
              <p:nvPr/>
            </p:nvSpPr>
            <p:spPr>
              <a:xfrm>
                <a:off x="-1" y="0"/>
                <a:ext cx="5303042" cy="5304504"/>
              </a:xfrm>
              <a:prstGeom prst="ellipse">
                <a:avLst/>
              </a:pr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88" name="Shape 1388"/>
              <p:cNvSpPr/>
              <p:nvPr/>
            </p:nvSpPr>
            <p:spPr>
              <a:xfrm>
                <a:off x="141784" y="141784"/>
                <a:ext cx="5019473" cy="5020937"/>
              </a:xfrm>
              <a:prstGeom prst="ellipse">
                <a:avLst/>
              </a:prstGeom>
              <a:solidFill>
                <a:srgbClr val="D9EA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89" name="Shape 1389"/>
              <p:cNvSpPr/>
              <p:nvPr/>
            </p:nvSpPr>
            <p:spPr>
              <a:xfrm>
                <a:off x="549598" y="551060"/>
                <a:ext cx="4203847" cy="4203846"/>
              </a:xfrm>
              <a:prstGeom prst="ellipse">
                <a:avLst/>
              </a:pr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0" name="Shape 1390"/>
              <p:cNvSpPr/>
              <p:nvPr/>
            </p:nvSpPr>
            <p:spPr>
              <a:xfrm>
                <a:off x="825859" y="827321"/>
                <a:ext cx="3651322" cy="3651322"/>
              </a:xfrm>
              <a:prstGeom prst="ellipse">
                <a:avLst/>
              </a:prstGeom>
              <a:solidFill>
                <a:srgbClr val="D9EA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1" name="Shape 1391"/>
              <p:cNvSpPr/>
              <p:nvPr/>
            </p:nvSpPr>
            <p:spPr>
              <a:xfrm>
                <a:off x="1251213" y="1252675"/>
                <a:ext cx="2796232" cy="2800617"/>
              </a:xfrm>
              <a:prstGeom prst="ellipse">
                <a:avLst/>
              </a:pr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2" name="Shape 1392"/>
              <p:cNvSpPr/>
              <p:nvPr/>
            </p:nvSpPr>
            <p:spPr>
              <a:xfrm>
                <a:off x="1530398" y="1531859"/>
                <a:ext cx="2240785" cy="2240786"/>
              </a:xfrm>
              <a:prstGeom prst="ellipse">
                <a:avLst/>
              </a:prstGeom>
              <a:solidFill>
                <a:srgbClr val="D9EA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3" name="Shape 1393"/>
              <p:cNvSpPr/>
              <p:nvPr/>
            </p:nvSpPr>
            <p:spPr>
              <a:xfrm>
                <a:off x="2365028" y="2365027"/>
                <a:ext cx="572986" cy="574450"/>
              </a:xfrm>
              <a:prstGeom prst="ellipse">
                <a:avLst/>
              </a:prstGeom>
              <a:solidFill>
                <a:srgbClr val="F7BB0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grpSp>
          <p:nvGrpSpPr>
            <p:cNvPr id="1403" name="Group 1403"/>
            <p:cNvGrpSpPr/>
            <p:nvPr/>
          </p:nvGrpSpPr>
          <p:grpSpPr>
            <a:xfrm>
              <a:off x="-1" y="0"/>
              <a:ext cx="3755860" cy="3725589"/>
              <a:chOff x="0" y="0"/>
              <a:chExt cx="3755858" cy="3725588"/>
            </a:xfrm>
          </p:grpSpPr>
          <p:sp>
            <p:nvSpPr>
              <p:cNvPr id="1395" name="Shape 1395"/>
              <p:cNvSpPr/>
              <p:nvPr/>
            </p:nvSpPr>
            <p:spPr>
              <a:xfrm>
                <a:off x="983017" y="984904"/>
                <a:ext cx="1990835" cy="19703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63" y="19629"/>
                    </a:moveTo>
                    <a:cubicBezTo>
                      <a:pt x="21600" y="19629"/>
                      <a:pt x="21600" y="19629"/>
                      <a:pt x="21600" y="19629"/>
                    </a:cubicBezTo>
                    <a:cubicBezTo>
                      <a:pt x="1950" y="0"/>
                      <a:pt x="1950" y="0"/>
                      <a:pt x="1950" y="0"/>
                    </a:cubicBezTo>
                    <a:cubicBezTo>
                      <a:pt x="1762" y="455"/>
                      <a:pt x="1575" y="909"/>
                      <a:pt x="1387" y="1402"/>
                    </a:cubicBezTo>
                    <a:cubicBezTo>
                      <a:pt x="900" y="1592"/>
                      <a:pt x="450" y="1781"/>
                      <a:pt x="0" y="1971"/>
                    </a:cubicBezTo>
                    <a:cubicBezTo>
                      <a:pt x="19650" y="21600"/>
                      <a:pt x="19650" y="21600"/>
                      <a:pt x="19650" y="21600"/>
                    </a:cubicBezTo>
                    <a:cubicBezTo>
                      <a:pt x="19687" y="21562"/>
                      <a:pt x="19687" y="21562"/>
                      <a:pt x="19687" y="21562"/>
                    </a:cubicBezTo>
                    <a:lnTo>
                      <a:pt x="21563" y="19629"/>
                    </a:lnTo>
                    <a:close/>
                  </a:path>
                </a:pathLst>
              </a:custGeom>
              <a:solidFill>
                <a:srgbClr val="F2F2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6" name="Shape 1396"/>
              <p:cNvSpPr/>
              <p:nvPr/>
            </p:nvSpPr>
            <p:spPr>
              <a:xfrm>
                <a:off x="3067399" y="3044436"/>
                <a:ext cx="688460" cy="681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6404" y="0"/>
                      <a:pt x="6404" y="0"/>
                      <a:pt x="6404" y="0"/>
                    </a:cubicBezTo>
                    <a:cubicBezTo>
                      <a:pt x="6404" y="0"/>
                      <a:pt x="6295" y="0"/>
                      <a:pt x="6295" y="0"/>
                    </a:cubicBezTo>
                    <a:cubicBezTo>
                      <a:pt x="6187" y="219"/>
                      <a:pt x="6078" y="329"/>
                      <a:pt x="5970" y="439"/>
                    </a:cubicBezTo>
                    <a:cubicBezTo>
                      <a:pt x="543" y="6030"/>
                      <a:pt x="543" y="6030"/>
                      <a:pt x="543" y="6030"/>
                    </a:cubicBezTo>
                    <a:cubicBezTo>
                      <a:pt x="326" y="6140"/>
                      <a:pt x="217" y="6250"/>
                      <a:pt x="0" y="6359"/>
                    </a:cubicBezTo>
                    <a:cubicBezTo>
                      <a:pt x="109" y="6359"/>
                      <a:pt x="109" y="6469"/>
                      <a:pt x="109" y="6469"/>
                    </a:cubicBezTo>
                    <a:lnTo>
                      <a:pt x="21600" y="21600"/>
                    </a:lnTo>
                    <a:close/>
                  </a:path>
                </a:pathLst>
              </a:custGeom>
              <a:solidFill>
                <a:srgbClr val="F2F2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7" name="Shape 1397"/>
              <p:cNvSpPr/>
              <p:nvPr/>
            </p:nvSpPr>
            <p:spPr>
              <a:xfrm>
                <a:off x="2995713" y="2971949"/>
                <a:ext cx="275790" cy="276600"/>
              </a:xfrm>
              <a:custGeom>
                <a:avLst/>
                <a:gdLst/>
                <a:ahLst/>
                <a:cxnLst>
                  <a:cxn ang="0">
                    <a:pos x="wd2" y="hd2"/>
                  </a:cxn>
                  <a:cxn ang="5400000">
                    <a:pos x="wd2" y="hd2"/>
                  </a:cxn>
                  <a:cxn ang="10800000">
                    <a:pos x="wd2" y="hd2"/>
                  </a:cxn>
                  <a:cxn ang="16200000">
                    <a:pos x="wd2" y="hd2"/>
                  </a:cxn>
                </a:cxnLst>
                <a:rect l="0" t="0" r="r" b="b"/>
                <a:pathLst>
                  <a:path w="21007" h="20854" fill="norm" stroke="1" extrusionOk="0">
                    <a:moveTo>
                      <a:pt x="19954" y="6541"/>
                    </a:moveTo>
                    <a:cubicBezTo>
                      <a:pt x="20217" y="6280"/>
                      <a:pt x="20481" y="6020"/>
                      <a:pt x="20744" y="5500"/>
                    </a:cubicBezTo>
                    <a:cubicBezTo>
                      <a:pt x="21271" y="4198"/>
                      <a:pt x="21008" y="2637"/>
                      <a:pt x="19954" y="1336"/>
                    </a:cubicBezTo>
                    <a:cubicBezTo>
                      <a:pt x="19427" y="1075"/>
                      <a:pt x="19427" y="1075"/>
                      <a:pt x="19427" y="1075"/>
                    </a:cubicBezTo>
                    <a:cubicBezTo>
                      <a:pt x="18110" y="-486"/>
                      <a:pt x="15739" y="-226"/>
                      <a:pt x="14159" y="1075"/>
                    </a:cubicBezTo>
                    <a:cubicBezTo>
                      <a:pt x="988" y="14348"/>
                      <a:pt x="988" y="14348"/>
                      <a:pt x="988" y="14348"/>
                    </a:cubicBezTo>
                    <a:cubicBezTo>
                      <a:pt x="-329" y="15649"/>
                      <a:pt x="-329" y="17991"/>
                      <a:pt x="988" y="19553"/>
                    </a:cubicBezTo>
                    <a:cubicBezTo>
                      <a:pt x="1515" y="19813"/>
                      <a:pt x="1515" y="19813"/>
                      <a:pt x="1515" y="19813"/>
                    </a:cubicBezTo>
                    <a:cubicBezTo>
                      <a:pt x="2569" y="20854"/>
                      <a:pt x="4149" y="21114"/>
                      <a:pt x="5466" y="20594"/>
                    </a:cubicBezTo>
                    <a:cubicBezTo>
                      <a:pt x="5993" y="20333"/>
                      <a:pt x="6256" y="20073"/>
                      <a:pt x="6783" y="19813"/>
                    </a:cubicBezTo>
                    <a:lnTo>
                      <a:pt x="19954" y="6541"/>
                    </a:lnTo>
                    <a:close/>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8" name="Shape 1398"/>
              <p:cNvSpPr/>
              <p:nvPr/>
            </p:nvSpPr>
            <p:spPr>
              <a:xfrm>
                <a:off x="2920516" y="2899016"/>
                <a:ext cx="276172" cy="277036"/>
              </a:xfrm>
              <a:custGeom>
                <a:avLst/>
                <a:gdLst/>
                <a:ahLst/>
                <a:cxnLst>
                  <a:cxn ang="0">
                    <a:pos x="wd2" y="hd2"/>
                  </a:cxn>
                  <a:cxn ang="5400000">
                    <a:pos x="wd2" y="hd2"/>
                  </a:cxn>
                  <a:cxn ang="10800000">
                    <a:pos x="wd2" y="hd2"/>
                  </a:cxn>
                  <a:cxn ang="16200000">
                    <a:pos x="wd2" y="hd2"/>
                  </a:cxn>
                </a:cxnLst>
                <a:rect l="0" t="0" r="r" b="b"/>
                <a:pathLst>
                  <a:path w="21036" h="21102" fill="norm" stroke="1" extrusionOk="0">
                    <a:moveTo>
                      <a:pt x="19852" y="1412"/>
                    </a:moveTo>
                    <a:cubicBezTo>
                      <a:pt x="19588" y="1149"/>
                      <a:pt x="19588" y="1149"/>
                      <a:pt x="19588" y="1149"/>
                    </a:cubicBezTo>
                    <a:cubicBezTo>
                      <a:pt x="18534" y="95"/>
                      <a:pt x="17217" y="-168"/>
                      <a:pt x="16164" y="95"/>
                    </a:cubicBezTo>
                    <a:cubicBezTo>
                      <a:pt x="15900" y="886"/>
                      <a:pt x="15637" y="1412"/>
                      <a:pt x="15110" y="1939"/>
                    </a:cubicBezTo>
                    <a:cubicBezTo>
                      <a:pt x="1939" y="15110"/>
                      <a:pt x="1939" y="15110"/>
                      <a:pt x="1939" y="15110"/>
                    </a:cubicBezTo>
                    <a:cubicBezTo>
                      <a:pt x="1412" y="15637"/>
                      <a:pt x="622" y="16164"/>
                      <a:pt x="95" y="16164"/>
                    </a:cubicBezTo>
                    <a:cubicBezTo>
                      <a:pt x="-168" y="17481"/>
                      <a:pt x="95" y="18798"/>
                      <a:pt x="1149" y="19588"/>
                    </a:cubicBezTo>
                    <a:cubicBezTo>
                      <a:pt x="1412" y="20115"/>
                      <a:pt x="1412" y="20115"/>
                      <a:pt x="1412" y="20115"/>
                    </a:cubicBezTo>
                    <a:cubicBezTo>
                      <a:pt x="2993" y="21432"/>
                      <a:pt x="5364" y="21432"/>
                      <a:pt x="6681" y="20115"/>
                    </a:cubicBezTo>
                    <a:cubicBezTo>
                      <a:pt x="19852" y="6681"/>
                      <a:pt x="19852" y="6681"/>
                      <a:pt x="19852" y="6681"/>
                    </a:cubicBezTo>
                    <a:cubicBezTo>
                      <a:pt x="21432" y="5364"/>
                      <a:pt x="21432" y="2993"/>
                      <a:pt x="19852" y="1412"/>
                    </a:cubicBezTo>
                    <a:close/>
                  </a:path>
                </a:pathLst>
              </a:custGeom>
              <a:solidFill>
                <a:srgbClr val="14405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399" name="Shape 1399"/>
              <p:cNvSpPr/>
              <p:nvPr/>
            </p:nvSpPr>
            <p:spPr>
              <a:xfrm>
                <a:off x="2858291" y="2835754"/>
                <a:ext cx="275262" cy="276683"/>
              </a:xfrm>
              <a:custGeom>
                <a:avLst/>
                <a:gdLst/>
                <a:ahLst/>
                <a:cxnLst>
                  <a:cxn ang="0">
                    <a:pos x="wd2" y="hd2"/>
                  </a:cxn>
                  <a:cxn ang="5400000">
                    <a:pos x="wd2" y="hd2"/>
                  </a:cxn>
                  <a:cxn ang="10800000">
                    <a:pos x="wd2" y="hd2"/>
                  </a:cxn>
                  <a:cxn ang="16200000">
                    <a:pos x="wd2" y="hd2"/>
                  </a:cxn>
                </a:cxnLst>
                <a:rect l="0" t="0" r="r" b="b"/>
                <a:pathLst>
                  <a:path w="21076" h="21075" fill="norm" stroke="1" extrusionOk="0">
                    <a:moveTo>
                      <a:pt x="19954" y="6752"/>
                    </a:moveTo>
                    <a:cubicBezTo>
                      <a:pt x="20481" y="6225"/>
                      <a:pt x="20744" y="5699"/>
                      <a:pt x="21008" y="4908"/>
                    </a:cubicBezTo>
                    <a:cubicBezTo>
                      <a:pt x="21271" y="3591"/>
                      <a:pt x="20744" y="2538"/>
                      <a:pt x="19954" y="1484"/>
                    </a:cubicBezTo>
                    <a:cubicBezTo>
                      <a:pt x="19427" y="957"/>
                      <a:pt x="19427" y="957"/>
                      <a:pt x="19427" y="957"/>
                    </a:cubicBezTo>
                    <a:cubicBezTo>
                      <a:pt x="18110" y="-360"/>
                      <a:pt x="15739" y="-360"/>
                      <a:pt x="14159" y="1220"/>
                    </a:cubicBezTo>
                    <a:cubicBezTo>
                      <a:pt x="988" y="14391"/>
                      <a:pt x="988" y="14391"/>
                      <a:pt x="988" y="14391"/>
                    </a:cubicBezTo>
                    <a:cubicBezTo>
                      <a:pt x="-329" y="15972"/>
                      <a:pt x="-329" y="18342"/>
                      <a:pt x="988" y="19660"/>
                    </a:cubicBezTo>
                    <a:cubicBezTo>
                      <a:pt x="1515" y="20186"/>
                      <a:pt x="1515" y="20186"/>
                      <a:pt x="1515" y="20186"/>
                    </a:cubicBezTo>
                    <a:cubicBezTo>
                      <a:pt x="2305" y="20977"/>
                      <a:pt x="3622" y="21240"/>
                      <a:pt x="4939" y="20977"/>
                    </a:cubicBezTo>
                    <a:cubicBezTo>
                      <a:pt x="5466" y="20977"/>
                      <a:pt x="6256" y="20450"/>
                      <a:pt x="6783" y="19923"/>
                    </a:cubicBezTo>
                    <a:lnTo>
                      <a:pt x="19954" y="6752"/>
                    </a:lnTo>
                    <a:close/>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00" name="Shape 1400"/>
              <p:cNvSpPr/>
              <p:nvPr/>
            </p:nvSpPr>
            <p:spPr>
              <a:xfrm>
                <a:off x="2782463" y="2762259"/>
                <a:ext cx="276808" cy="277002"/>
              </a:xfrm>
              <a:custGeom>
                <a:avLst/>
                <a:gdLst/>
                <a:ahLst/>
                <a:cxnLst>
                  <a:cxn ang="0">
                    <a:pos x="wd2" y="hd2"/>
                  </a:cxn>
                  <a:cxn ang="5400000">
                    <a:pos x="wd2" y="hd2"/>
                  </a:cxn>
                  <a:cxn ang="10800000">
                    <a:pos x="wd2" y="hd2"/>
                  </a:cxn>
                  <a:cxn ang="16200000">
                    <a:pos x="wd2" y="hd2"/>
                  </a:cxn>
                </a:cxnLst>
                <a:rect l="0" t="0" r="r" b="b"/>
                <a:pathLst>
                  <a:path w="20764" h="20884" fill="norm" stroke="1" extrusionOk="0">
                    <a:moveTo>
                      <a:pt x="19593" y="1497"/>
                    </a:moveTo>
                    <a:cubicBezTo>
                      <a:pt x="19332" y="976"/>
                      <a:pt x="19332" y="976"/>
                      <a:pt x="19332" y="976"/>
                    </a:cubicBezTo>
                    <a:cubicBezTo>
                      <a:pt x="17771" y="-325"/>
                      <a:pt x="15689" y="-325"/>
                      <a:pt x="14388" y="976"/>
                    </a:cubicBezTo>
                    <a:cubicBezTo>
                      <a:pt x="14127" y="976"/>
                      <a:pt x="14127" y="976"/>
                      <a:pt x="14127" y="976"/>
                    </a:cubicBezTo>
                    <a:cubicBezTo>
                      <a:pt x="1115" y="14248"/>
                      <a:pt x="1115" y="14248"/>
                      <a:pt x="1115" y="14248"/>
                    </a:cubicBezTo>
                    <a:cubicBezTo>
                      <a:pt x="855" y="14509"/>
                      <a:pt x="855" y="14509"/>
                      <a:pt x="855" y="14509"/>
                    </a:cubicBezTo>
                    <a:cubicBezTo>
                      <a:pt x="-446" y="15810"/>
                      <a:pt x="-186" y="18152"/>
                      <a:pt x="1115" y="19453"/>
                    </a:cubicBezTo>
                    <a:cubicBezTo>
                      <a:pt x="1376" y="19714"/>
                      <a:pt x="1376" y="19714"/>
                      <a:pt x="1376" y="19714"/>
                    </a:cubicBezTo>
                    <a:cubicBezTo>
                      <a:pt x="2937" y="21275"/>
                      <a:pt x="5279" y="21275"/>
                      <a:pt x="6581" y="19714"/>
                    </a:cubicBezTo>
                    <a:cubicBezTo>
                      <a:pt x="19593" y="6702"/>
                      <a:pt x="19593" y="6702"/>
                      <a:pt x="19593" y="6702"/>
                    </a:cubicBezTo>
                    <a:cubicBezTo>
                      <a:pt x="21154" y="5140"/>
                      <a:pt x="21154" y="2798"/>
                      <a:pt x="19593" y="1497"/>
                    </a:cubicBezTo>
                    <a:close/>
                  </a:path>
                </a:pathLst>
              </a:custGeom>
              <a:solidFill>
                <a:srgbClr val="14405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01" name="Shape 1401"/>
              <p:cNvSpPr/>
              <p:nvPr/>
            </p:nvSpPr>
            <p:spPr>
              <a:xfrm>
                <a:off x="-1" y="412084"/>
                <a:ext cx="1110186" cy="882580"/>
              </a:xfrm>
              <a:custGeom>
                <a:avLst/>
                <a:gdLst/>
                <a:ahLst/>
                <a:cxnLst>
                  <a:cxn ang="0">
                    <a:pos x="wd2" y="hd2"/>
                  </a:cxn>
                  <a:cxn ang="5400000">
                    <a:pos x="wd2" y="hd2"/>
                  </a:cxn>
                  <a:cxn ang="10800000">
                    <a:pos x="wd2" y="hd2"/>
                  </a:cxn>
                  <a:cxn ang="16200000">
                    <a:pos x="wd2" y="hd2"/>
                  </a:cxn>
                </a:cxnLst>
                <a:rect l="0" t="0" r="r" b="b"/>
                <a:pathLst>
                  <a:path w="20354" h="15563" fill="norm" stroke="1" extrusionOk="0">
                    <a:moveTo>
                      <a:pt x="12816" y="5151"/>
                    </a:moveTo>
                    <a:cubicBezTo>
                      <a:pt x="4835" y="-1988"/>
                      <a:pt x="2301" y="-1500"/>
                      <a:pt x="464" y="5334"/>
                    </a:cubicBezTo>
                    <a:cubicBezTo>
                      <a:pt x="-1246" y="11436"/>
                      <a:pt x="1161" y="19612"/>
                      <a:pt x="18010" y="13266"/>
                    </a:cubicBezTo>
                    <a:cubicBezTo>
                      <a:pt x="18770" y="12961"/>
                      <a:pt x="19531" y="12656"/>
                      <a:pt x="20354" y="12351"/>
                    </a:cubicBezTo>
                    <a:cubicBezTo>
                      <a:pt x="17314" y="9483"/>
                      <a:pt x="14780" y="7104"/>
                      <a:pt x="12816" y="5151"/>
                    </a:cubicBezTo>
                    <a:close/>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02" name="Shape 1402"/>
              <p:cNvSpPr/>
              <p:nvPr/>
            </p:nvSpPr>
            <p:spPr>
              <a:xfrm>
                <a:off x="399209" y="-1"/>
                <a:ext cx="887851" cy="1112075"/>
              </a:xfrm>
              <a:custGeom>
                <a:avLst/>
                <a:gdLst/>
                <a:ahLst/>
                <a:cxnLst>
                  <a:cxn ang="0">
                    <a:pos x="wd2" y="hd2"/>
                  </a:cxn>
                  <a:cxn ang="5400000">
                    <a:pos x="wd2" y="hd2"/>
                  </a:cxn>
                  <a:cxn ang="10800000">
                    <a:pos x="wd2" y="hd2"/>
                  </a:cxn>
                  <a:cxn ang="16200000">
                    <a:pos x="wd2" y="hd2"/>
                  </a:cxn>
                </a:cxnLst>
                <a:rect l="0" t="0" r="r" b="b"/>
                <a:pathLst>
                  <a:path w="15582" h="20364" fill="norm" stroke="1" extrusionOk="0">
                    <a:moveTo>
                      <a:pt x="12494" y="20364"/>
                    </a:moveTo>
                    <a:cubicBezTo>
                      <a:pt x="12797" y="19541"/>
                      <a:pt x="13101" y="18780"/>
                      <a:pt x="13404" y="18020"/>
                    </a:cubicBezTo>
                    <a:cubicBezTo>
                      <a:pt x="19532" y="1044"/>
                      <a:pt x="11402" y="-1236"/>
                      <a:pt x="5334" y="474"/>
                    </a:cubicBezTo>
                    <a:cubicBezTo>
                      <a:pt x="-1461" y="2501"/>
                      <a:pt x="-2068" y="4718"/>
                      <a:pt x="5274" y="12890"/>
                    </a:cubicBezTo>
                    <a:cubicBezTo>
                      <a:pt x="7154" y="14916"/>
                      <a:pt x="9581" y="17387"/>
                      <a:pt x="12494" y="20364"/>
                    </a:cubicBezTo>
                    <a:close/>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grpSp>
      <p:sp>
        <p:nvSpPr>
          <p:cNvPr id="1405" name="Shape 1405"/>
          <p:cNvSpPr/>
          <p:nvPr/>
        </p:nvSpPr>
        <p:spPr>
          <a:xfrm>
            <a:off x="7943496" y="4775834"/>
            <a:ext cx="14327979" cy="41643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685800">
              <a:defRPr b="1" sz="2500">
                <a:latin typeface="Montserrat"/>
                <a:ea typeface="Montserrat"/>
                <a:cs typeface="Montserrat"/>
                <a:sym typeface="Montserrat"/>
              </a:defRPr>
            </a:pPr>
            <a:r>
              <a:rPr sz="2800"/>
              <a:t>Texto</a:t>
            </a:r>
            <a:endParaRPr sz="2800"/>
          </a:p>
          <a:p>
            <a:pPr algn="just" defTabSz="457200">
              <a:lnSpc>
                <a:spcPct val="150000"/>
              </a:lnSpc>
              <a:defRPr sz="2900">
                <a:solidFill>
                  <a:srgbClr val="C7C7C7"/>
                </a:solidFill>
                <a:latin typeface="Raleway SemiBold"/>
                <a:ea typeface="Raleway SemiBold"/>
                <a:cs typeface="Raleway SemiBold"/>
                <a:sym typeface="Raleway SemiBold"/>
              </a:defRPr>
            </a:pPr>
            <a:r>
              <a:rPr sz="2800">
                <a:solidFill>
                  <a:srgbClr val="797979"/>
                </a:solidFill>
              </a:rPr>
              <a:t>Caramels icing lollipop cake jelly beans chocolate dessert jelly beans cotton candy. Marzipan carrot cake brownie chocolate bar brownie. Dragée sweet soufflé candy. Croissant cheesecake brownie chocolate topping cake muffin muffin powder. Gummies cotton candy lemon drops. Pastry bear claw jelly-o dragée jelly beans fruitcake chocolate bar. Toffee croissant lollipop fruitcake carrot cake pie. Jelly tiramisu dessert marshmallow tart cheesecake cake chocolate cake.</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405"/>
                                        </p:tgtEl>
                                        <p:attrNameLst>
                                          <p:attrName>style.visibility</p:attrName>
                                        </p:attrNameLst>
                                      </p:cBhvr>
                                      <p:to>
                                        <p:strVal val="visible"/>
                                      </p:to>
                                    </p:set>
                                    <p:animEffect filter="dissolve" transition="in">
                                      <p:cBhvr>
                                        <p:cTn id="7" dur="500"/>
                                        <p:tgtEl>
                                          <p:spTgt spid="140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405" grpId="1"/>
    </p:bldLst>
  </p:timing>
</p:sld>
</file>

<file path=ppt/slides/slide5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407" name="Shape 140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Diapo objetivos</a:t>
            </a:r>
          </a:p>
        </p:txBody>
      </p:sp>
      <p:sp>
        <p:nvSpPr>
          <p:cNvPr id="1408" name="Shape 140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409" name="Shape 1409"/>
          <p:cNvSpPr/>
          <p:nvPr/>
        </p:nvSpPr>
        <p:spPr>
          <a:xfrm>
            <a:off x="7943496" y="4775834"/>
            <a:ext cx="14327979" cy="41643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685800">
              <a:defRPr b="1" sz="2500">
                <a:latin typeface="Montserrat"/>
                <a:ea typeface="Montserrat"/>
                <a:cs typeface="Montserrat"/>
                <a:sym typeface="Montserrat"/>
              </a:defRPr>
            </a:pPr>
            <a:r>
              <a:rPr sz="2800"/>
              <a:t>Texto</a:t>
            </a:r>
            <a:endParaRPr sz="2800"/>
          </a:p>
          <a:p>
            <a:pPr algn="just" defTabSz="457200">
              <a:lnSpc>
                <a:spcPct val="150000"/>
              </a:lnSpc>
              <a:defRPr sz="2900">
                <a:solidFill>
                  <a:srgbClr val="C7C7C7"/>
                </a:solidFill>
                <a:latin typeface="Raleway SemiBold"/>
                <a:ea typeface="Raleway SemiBold"/>
                <a:cs typeface="Raleway SemiBold"/>
                <a:sym typeface="Raleway SemiBold"/>
              </a:defRPr>
            </a:pPr>
            <a:r>
              <a:rPr sz="2800">
                <a:solidFill>
                  <a:srgbClr val="797979"/>
                </a:solidFill>
              </a:rPr>
              <a:t>Caramels icing lollipop cake jelly beans chocolate dessert jelly beans cotton candy. Marzipan carrot cake brownie chocolate bar brownie. Dragée sweet soufflé candy. Croissant cheesecake brownie chocolate topping cake muffin muffin powder. Gummies cotton candy lemon drops. Pastry bear claw jelly-o dragée jelly beans fruitcake chocolate bar. Toffee croissant lollipop fruitcake carrot cake pie. Jelly tiramisu dessert marshmallow tart cheesecake cake chocolate cake.</a:t>
            </a:r>
          </a:p>
        </p:txBody>
      </p:sp>
      <p:grpSp>
        <p:nvGrpSpPr>
          <p:cNvPr id="1430" name="Group 1430"/>
          <p:cNvGrpSpPr/>
          <p:nvPr/>
        </p:nvGrpSpPr>
        <p:grpSpPr>
          <a:xfrm>
            <a:off x="1820702" y="3708884"/>
            <a:ext cx="5191323" cy="5236397"/>
            <a:chOff x="0" y="0"/>
            <a:chExt cx="5191321" cy="5236396"/>
          </a:xfrm>
        </p:grpSpPr>
        <p:sp>
          <p:nvSpPr>
            <p:cNvPr id="1410" name="Shape 1410"/>
            <p:cNvSpPr/>
            <p:nvPr/>
          </p:nvSpPr>
          <p:spPr>
            <a:xfrm>
              <a:off x="0" y="1136931"/>
              <a:ext cx="4064407" cy="4064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9" y="0"/>
                    <a:pt x="0" y="4850"/>
                    <a:pt x="0" y="10793"/>
                  </a:cubicBezTo>
                  <a:cubicBezTo>
                    <a:pt x="0" y="16750"/>
                    <a:pt x="4839" y="21600"/>
                    <a:pt x="10800" y="21600"/>
                  </a:cubicBezTo>
                  <a:cubicBezTo>
                    <a:pt x="16761" y="21600"/>
                    <a:pt x="21600" y="16750"/>
                    <a:pt x="21600" y="10793"/>
                  </a:cubicBezTo>
                  <a:cubicBezTo>
                    <a:pt x="21600" y="4850"/>
                    <a:pt x="16761" y="0"/>
                    <a:pt x="10800" y="0"/>
                  </a:cubicBezTo>
                  <a:moveTo>
                    <a:pt x="10800" y="19301"/>
                  </a:moveTo>
                  <a:cubicBezTo>
                    <a:pt x="6115" y="19301"/>
                    <a:pt x="2300" y="15489"/>
                    <a:pt x="2300" y="10793"/>
                  </a:cubicBezTo>
                  <a:cubicBezTo>
                    <a:pt x="2300" y="6111"/>
                    <a:pt x="6115" y="2299"/>
                    <a:pt x="10800" y="2299"/>
                  </a:cubicBezTo>
                  <a:cubicBezTo>
                    <a:pt x="15485" y="2299"/>
                    <a:pt x="19300" y="6111"/>
                    <a:pt x="19300" y="10793"/>
                  </a:cubicBezTo>
                  <a:cubicBezTo>
                    <a:pt x="19300" y="15489"/>
                    <a:pt x="15485" y="19301"/>
                    <a:pt x="10800" y="19301"/>
                  </a:cubicBezTo>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1" name="Shape 1411"/>
            <p:cNvSpPr/>
            <p:nvPr/>
          </p:nvSpPr>
          <p:spPr>
            <a:xfrm>
              <a:off x="433236" y="1570168"/>
              <a:ext cx="3197936" cy="32004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8" y="0"/>
                    <a:pt x="0" y="4844"/>
                    <a:pt x="0" y="10791"/>
                  </a:cubicBezTo>
                  <a:cubicBezTo>
                    <a:pt x="0" y="16756"/>
                    <a:pt x="4848" y="21600"/>
                    <a:pt x="10800" y="21600"/>
                  </a:cubicBezTo>
                  <a:cubicBezTo>
                    <a:pt x="16752" y="21600"/>
                    <a:pt x="21600" y="16756"/>
                    <a:pt x="21600" y="10791"/>
                  </a:cubicBezTo>
                  <a:cubicBezTo>
                    <a:pt x="21600" y="4844"/>
                    <a:pt x="16752" y="0"/>
                    <a:pt x="10800" y="0"/>
                  </a:cubicBezTo>
                  <a:moveTo>
                    <a:pt x="10800" y="18680"/>
                  </a:moveTo>
                  <a:cubicBezTo>
                    <a:pt x="6451" y="18680"/>
                    <a:pt x="2905" y="15136"/>
                    <a:pt x="2905" y="10791"/>
                  </a:cubicBezTo>
                  <a:cubicBezTo>
                    <a:pt x="2905" y="6446"/>
                    <a:pt x="6451" y="2920"/>
                    <a:pt x="10800" y="2920"/>
                  </a:cubicBezTo>
                  <a:cubicBezTo>
                    <a:pt x="15149" y="2920"/>
                    <a:pt x="18695" y="6446"/>
                    <a:pt x="18695" y="10791"/>
                  </a:cubicBezTo>
                  <a:cubicBezTo>
                    <a:pt x="18695" y="15136"/>
                    <a:pt x="15149" y="18680"/>
                    <a:pt x="10800" y="18680"/>
                  </a:cubicBezTo>
                </a:path>
              </a:pathLst>
            </a:custGeom>
            <a:solidFill>
              <a:srgbClr val="F0F0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2" name="Shape 1412"/>
            <p:cNvSpPr/>
            <p:nvPr/>
          </p:nvSpPr>
          <p:spPr>
            <a:xfrm>
              <a:off x="863968" y="2003403"/>
              <a:ext cx="2336472" cy="2333965"/>
            </a:xfrm>
            <a:prstGeom prst="ellipse">
              <a:avLst/>
            </a:pr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3" name="Shape 1413"/>
            <p:cNvSpPr/>
            <p:nvPr/>
          </p:nvSpPr>
          <p:spPr>
            <a:xfrm>
              <a:off x="863968" y="2003403"/>
              <a:ext cx="2336472" cy="2333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788"/>
                  </a:moveTo>
                  <a:cubicBezTo>
                    <a:pt x="0" y="16743"/>
                    <a:pt x="4851" y="21600"/>
                    <a:pt x="10800" y="21600"/>
                  </a:cubicBezTo>
                  <a:cubicBezTo>
                    <a:pt x="16749" y="21600"/>
                    <a:pt x="21600" y="16743"/>
                    <a:pt x="21600" y="10788"/>
                  </a:cubicBezTo>
                  <a:cubicBezTo>
                    <a:pt x="21600" y="4833"/>
                    <a:pt x="16749" y="0"/>
                    <a:pt x="10800" y="0"/>
                  </a:cubicBezTo>
                  <a:cubicBezTo>
                    <a:pt x="0" y="10788"/>
                    <a:pt x="0" y="10788"/>
                    <a:pt x="0" y="10788"/>
                  </a:cubicBezTo>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4" name="Shape 1414"/>
            <p:cNvSpPr/>
            <p:nvPr/>
          </p:nvSpPr>
          <p:spPr>
            <a:xfrm>
              <a:off x="863968" y="3167882"/>
              <a:ext cx="2336472" cy="12045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0"/>
                    <a:pt x="24" y="284"/>
                    <a:pt x="49" y="758"/>
                  </a:cubicBezTo>
                  <a:cubicBezTo>
                    <a:pt x="49" y="995"/>
                    <a:pt x="73" y="1279"/>
                    <a:pt x="73" y="1658"/>
                  </a:cubicBezTo>
                  <a:cubicBezTo>
                    <a:pt x="98" y="1800"/>
                    <a:pt x="98" y="1989"/>
                    <a:pt x="122" y="2179"/>
                  </a:cubicBezTo>
                  <a:cubicBezTo>
                    <a:pt x="146" y="2416"/>
                    <a:pt x="146" y="2605"/>
                    <a:pt x="171" y="2842"/>
                  </a:cubicBezTo>
                  <a:cubicBezTo>
                    <a:pt x="244" y="3695"/>
                    <a:pt x="366" y="4784"/>
                    <a:pt x="585" y="5968"/>
                  </a:cubicBezTo>
                  <a:cubicBezTo>
                    <a:pt x="780" y="7105"/>
                    <a:pt x="1073" y="8432"/>
                    <a:pt x="1438" y="9711"/>
                  </a:cubicBezTo>
                  <a:cubicBezTo>
                    <a:pt x="1828" y="11037"/>
                    <a:pt x="2340" y="12363"/>
                    <a:pt x="2926" y="13642"/>
                  </a:cubicBezTo>
                  <a:cubicBezTo>
                    <a:pt x="3242" y="14305"/>
                    <a:pt x="3559" y="14921"/>
                    <a:pt x="3925" y="15489"/>
                  </a:cubicBezTo>
                  <a:cubicBezTo>
                    <a:pt x="4096" y="15774"/>
                    <a:pt x="4291" y="16058"/>
                    <a:pt x="4486" y="16342"/>
                  </a:cubicBezTo>
                  <a:cubicBezTo>
                    <a:pt x="4583" y="16484"/>
                    <a:pt x="4681" y="16626"/>
                    <a:pt x="4778" y="16721"/>
                  </a:cubicBezTo>
                  <a:cubicBezTo>
                    <a:pt x="4876" y="16863"/>
                    <a:pt x="4973" y="17005"/>
                    <a:pt x="5071" y="17147"/>
                  </a:cubicBezTo>
                  <a:cubicBezTo>
                    <a:pt x="5875" y="18142"/>
                    <a:pt x="6802" y="18947"/>
                    <a:pt x="7777" y="19516"/>
                  </a:cubicBezTo>
                  <a:cubicBezTo>
                    <a:pt x="8265" y="19800"/>
                    <a:pt x="8752" y="19989"/>
                    <a:pt x="9264" y="20132"/>
                  </a:cubicBezTo>
                  <a:cubicBezTo>
                    <a:pt x="9776" y="20274"/>
                    <a:pt x="10288" y="20368"/>
                    <a:pt x="10800" y="20368"/>
                  </a:cubicBezTo>
                  <a:cubicBezTo>
                    <a:pt x="11044" y="20368"/>
                    <a:pt x="11336" y="20368"/>
                    <a:pt x="11580" y="20321"/>
                  </a:cubicBezTo>
                  <a:cubicBezTo>
                    <a:pt x="11824" y="20274"/>
                    <a:pt x="12092" y="20226"/>
                    <a:pt x="12336" y="20132"/>
                  </a:cubicBezTo>
                  <a:cubicBezTo>
                    <a:pt x="12848" y="19989"/>
                    <a:pt x="13335" y="19800"/>
                    <a:pt x="13823" y="19516"/>
                  </a:cubicBezTo>
                  <a:cubicBezTo>
                    <a:pt x="14798" y="18947"/>
                    <a:pt x="15725" y="18142"/>
                    <a:pt x="16529" y="17147"/>
                  </a:cubicBezTo>
                  <a:cubicBezTo>
                    <a:pt x="16627" y="17005"/>
                    <a:pt x="16724" y="16863"/>
                    <a:pt x="16822" y="16721"/>
                  </a:cubicBezTo>
                  <a:cubicBezTo>
                    <a:pt x="16919" y="16626"/>
                    <a:pt x="17017" y="16484"/>
                    <a:pt x="17114" y="16342"/>
                  </a:cubicBezTo>
                  <a:cubicBezTo>
                    <a:pt x="17309" y="16058"/>
                    <a:pt x="17504" y="15774"/>
                    <a:pt x="17675" y="15489"/>
                  </a:cubicBezTo>
                  <a:cubicBezTo>
                    <a:pt x="18041" y="14921"/>
                    <a:pt x="18358" y="14305"/>
                    <a:pt x="18674" y="13642"/>
                  </a:cubicBezTo>
                  <a:cubicBezTo>
                    <a:pt x="19260" y="12363"/>
                    <a:pt x="19772" y="11037"/>
                    <a:pt x="20162" y="9711"/>
                  </a:cubicBezTo>
                  <a:cubicBezTo>
                    <a:pt x="20527" y="8432"/>
                    <a:pt x="20820" y="7105"/>
                    <a:pt x="21015" y="5968"/>
                  </a:cubicBezTo>
                  <a:cubicBezTo>
                    <a:pt x="21234" y="4784"/>
                    <a:pt x="21356" y="3695"/>
                    <a:pt x="21429" y="2842"/>
                  </a:cubicBezTo>
                  <a:cubicBezTo>
                    <a:pt x="21454" y="2605"/>
                    <a:pt x="21454" y="2416"/>
                    <a:pt x="21478" y="2179"/>
                  </a:cubicBezTo>
                  <a:cubicBezTo>
                    <a:pt x="21502" y="1989"/>
                    <a:pt x="21502" y="1800"/>
                    <a:pt x="21527" y="1658"/>
                  </a:cubicBezTo>
                  <a:cubicBezTo>
                    <a:pt x="21527" y="1279"/>
                    <a:pt x="21551" y="995"/>
                    <a:pt x="21551" y="758"/>
                  </a:cubicBezTo>
                  <a:cubicBezTo>
                    <a:pt x="21576" y="284"/>
                    <a:pt x="21600" y="0"/>
                    <a:pt x="21600" y="0"/>
                  </a:cubicBezTo>
                  <a:cubicBezTo>
                    <a:pt x="21600" y="0"/>
                    <a:pt x="21600" y="284"/>
                    <a:pt x="21600" y="758"/>
                  </a:cubicBezTo>
                  <a:cubicBezTo>
                    <a:pt x="21600" y="995"/>
                    <a:pt x="21600" y="1279"/>
                    <a:pt x="21600" y="1658"/>
                  </a:cubicBezTo>
                  <a:cubicBezTo>
                    <a:pt x="21600" y="1847"/>
                    <a:pt x="21576" y="2037"/>
                    <a:pt x="21576" y="2226"/>
                  </a:cubicBezTo>
                  <a:cubicBezTo>
                    <a:pt x="21576" y="2416"/>
                    <a:pt x="21551" y="2653"/>
                    <a:pt x="21551" y="2842"/>
                  </a:cubicBezTo>
                  <a:cubicBezTo>
                    <a:pt x="21502" y="3742"/>
                    <a:pt x="21429" y="4879"/>
                    <a:pt x="21259" y="6063"/>
                  </a:cubicBezTo>
                  <a:cubicBezTo>
                    <a:pt x="21088" y="7295"/>
                    <a:pt x="20844" y="8668"/>
                    <a:pt x="20479" y="10089"/>
                  </a:cubicBezTo>
                  <a:cubicBezTo>
                    <a:pt x="20113" y="11463"/>
                    <a:pt x="19625" y="12932"/>
                    <a:pt x="19016" y="14258"/>
                  </a:cubicBezTo>
                  <a:cubicBezTo>
                    <a:pt x="18723" y="14968"/>
                    <a:pt x="18382" y="15632"/>
                    <a:pt x="18016" y="16247"/>
                  </a:cubicBezTo>
                  <a:cubicBezTo>
                    <a:pt x="17651" y="16911"/>
                    <a:pt x="17260" y="17479"/>
                    <a:pt x="16822" y="18047"/>
                  </a:cubicBezTo>
                  <a:cubicBezTo>
                    <a:pt x="15993" y="19137"/>
                    <a:pt x="15042" y="20037"/>
                    <a:pt x="13994" y="20653"/>
                  </a:cubicBezTo>
                  <a:cubicBezTo>
                    <a:pt x="13482" y="20984"/>
                    <a:pt x="12970" y="21174"/>
                    <a:pt x="12433" y="21363"/>
                  </a:cubicBezTo>
                  <a:cubicBezTo>
                    <a:pt x="12165" y="21411"/>
                    <a:pt x="11897" y="21505"/>
                    <a:pt x="11605" y="21553"/>
                  </a:cubicBezTo>
                  <a:cubicBezTo>
                    <a:pt x="11336" y="21600"/>
                    <a:pt x="11093" y="21600"/>
                    <a:pt x="10800" y="21600"/>
                  </a:cubicBezTo>
                  <a:cubicBezTo>
                    <a:pt x="10264" y="21600"/>
                    <a:pt x="9703" y="21505"/>
                    <a:pt x="9167" y="21363"/>
                  </a:cubicBezTo>
                  <a:cubicBezTo>
                    <a:pt x="8630" y="21174"/>
                    <a:pt x="8118" y="20984"/>
                    <a:pt x="7606" y="20653"/>
                  </a:cubicBezTo>
                  <a:cubicBezTo>
                    <a:pt x="6558" y="20037"/>
                    <a:pt x="5607" y="19137"/>
                    <a:pt x="4778" y="18047"/>
                  </a:cubicBezTo>
                  <a:cubicBezTo>
                    <a:pt x="4340" y="17479"/>
                    <a:pt x="3949" y="16911"/>
                    <a:pt x="3584" y="16247"/>
                  </a:cubicBezTo>
                  <a:cubicBezTo>
                    <a:pt x="3218" y="15632"/>
                    <a:pt x="2877" y="14968"/>
                    <a:pt x="2584" y="14258"/>
                  </a:cubicBezTo>
                  <a:cubicBezTo>
                    <a:pt x="1975" y="12932"/>
                    <a:pt x="1487" y="11463"/>
                    <a:pt x="1121" y="10089"/>
                  </a:cubicBezTo>
                  <a:cubicBezTo>
                    <a:pt x="756" y="8668"/>
                    <a:pt x="512" y="7295"/>
                    <a:pt x="341" y="6063"/>
                  </a:cubicBezTo>
                  <a:cubicBezTo>
                    <a:pt x="171" y="4879"/>
                    <a:pt x="98" y="3742"/>
                    <a:pt x="49" y="2842"/>
                  </a:cubicBezTo>
                  <a:cubicBezTo>
                    <a:pt x="49" y="2653"/>
                    <a:pt x="24" y="2416"/>
                    <a:pt x="24" y="2226"/>
                  </a:cubicBezTo>
                  <a:cubicBezTo>
                    <a:pt x="24" y="2037"/>
                    <a:pt x="0" y="1847"/>
                    <a:pt x="0" y="1658"/>
                  </a:cubicBezTo>
                  <a:cubicBezTo>
                    <a:pt x="0" y="1279"/>
                    <a:pt x="0" y="995"/>
                    <a:pt x="0" y="758"/>
                  </a:cubicBezTo>
                  <a:cubicBezTo>
                    <a:pt x="0" y="284"/>
                    <a:pt x="0" y="0"/>
                    <a:pt x="0" y="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5" name="Shape 1415"/>
            <p:cNvSpPr/>
            <p:nvPr/>
          </p:nvSpPr>
          <p:spPr>
            <a:xfrm>
              <a:off x="1297204" y="2434135"/>
              <a:ext cx="1469999" cy="1469999"/>
            </a:xfrm>
            <a:prstGeom prst="ellipse">
              <a:avLst/>
            </a:prstGeom>
            <a:solidFill>
              <a:srgbClr val="EB1C2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6" name="Shape 1416"/>
            <p:cNvSpPr/>
            <p:nvPr/>
          </p:nvSpPr>
          <p:spPr>
            <a:xfrm>
              <a:off x="1297204" y="2434135"/>
              <a:ext cx="1469999" cy="14699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9" y="0"/>
                    <a:pt x="0" y="4809"/>
                    <a:pt x="0" y="10781"/>
                  </a:cubicBezTo>
                  <a:cubicBezTo>
                    <a:pt x="0" y="16753"/>
                    <a:pt x="4839" y="21600"/>
                    <a:pt x="10800" y="21600"/>
                  </a:cubicBezTo>
                  <a:cubicBezTo>
                    <a:pt x="16761" y="21600"/>
                    <a:pt x="21600" y="16753"/>
                    <a:pt x="21600" y="10781"/>
                  </a:cubicBezTo>
                  <a:cubicBezTo>
                    <a:pt x="21600" y="4809"/>
                    <a:pt x="16761" y="0"/>
                    <a:pt x="10800" y="0"/>
                  </a:cubicBezTo>
                  <a:moveTo>
                    <a:pt x="10800" y="16869"/>
                  </a:moveTo>
                  <a:cubicBezTo>
                    <a:pt x="7432" y="16869"/>
                    <a:pt x="4723" y="14154"/>
                    <a:pt x="4723" y="10781"/>
                  </a:cubicBezTo>
                  <a:cubicBezTo>
                    <a:pt x="4723" y="7446"/>
                    <a:pt x="7432" y="4731"/>
                    <a:pt x="10800" y="4731"/>
                  </a:cubicBezTo>
                  <a:cubicBezTo>
                    <a:pt x="14168" y="4731"/>
                    <a:pt x="16877" y="7446"/>
                    <a:pt x="16877" y="10781"/>
                  </a:cubicBezTo>
                  <a:cubicBezTo>
                    <a:pt x="16877" y="14154"/>
                    <a:pt x="14168" y="16869"/>
                    <a:pt x="10800" y="16869"/>
                  </a:cubicBezTo>
                </a:path>
              </a:pathLst>
            </a:custGeom>
            <a:solidFill>
              <a:srgbClr val="F0F0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7" name="Shape 1417"/>
            <p:cNvSpPr/>
            <p:nvPr/>
          </p:nvSpPr>
          <p:spPr>
            <a:xfrm>
              <a:off x="1617749" y="2757184"/>
              <a:ext cx="828909" cy="826407"/>
            </a:xfrm>
            <a:prstGeom prst="ellipse">
              <a:avLst/>
            </a:pr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8" name="Shape 1418"/>
            <p:cNvSpPr/>
            <p:nvPr/>
          </p:nvSpPr>
          <p:spPr>
            <a:xfrm>
              <a:off x="1615245" y="3167882"/>
              <a:ext cx="833919" cy="44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32" y="0"/>
                  </a:moveTo>
                  <a:cubicBezTo>
                    <a:pt x="21532" y="0"/>
                    <a:pt x="21532" y="254"/>
                    <a:pt x="21532" y="762"/>
                  </a:cubicBezTo>
                  <a:cubicBezTo>
                    <a:pt x="21600" y="1016"/>
                    <a:pt x="21600" y="1271"/>
                    <a:pt x="21600" y="1652"/>
                  </a:cubicBezTo>
                  <a:cubicBezTo>
                    <a:pt x="21600" y="1779"/>
                    <a:pt x="21600" y="1906"/>
                    <a:pt x="21600" y="2160"/>
                  </a:cubicBezTo>
                  <a:cubicBezTo>
                    <a:pt x="21600" y="2287"/>
                    <a:pt x="21600" y="2541"/>
                    <a:pt x="21600" y="2795"/>
                  </a:cubicBezTo>
                  <a:cubicBezTo>
                    <a:pt x="21600" y="3176"/>
                    <a:pt x="21600" y="3685"/>
                    <a:pt x="21532" y="4193"/>
                  </a:cubicBezTo>
                  <a:cubicBezTo>
                    <a:pt x="21532" y="4701"/>
                    <a:pt x="21463" y="5336"/>
                    <a:pt x="21395" y="5972"/>
                  </a:cubicBezTo>
                  <a:cubicBezTo>
                    <a:pt x="21327" y="6607"/>
                    <a:pt x="21258" y="7115"/>
                    <a:pt x="21122" y="7878"/>
                  </a:cubicBezTo>
                  <a:cubicBezTo>
                    <a:pt x="21053" y="8513"/>
                    <a:pt x="20848" y="9148"/>
                    <a:pt x="20711" y="9911"/>
                  </a:cubicBezTo>
                  <a:cubicBezTo>
                    <a:pt x="20506" y="10546"/>
                    <a:pt x="20301" y="11308"/>
                    <a:pt x="20096" y="12071"/>
                  </a:cubicBezTo>
                  <a:cubicBezTo>
                    <a:pt x="19823" y="12706"/>
                    <a:pt x="19618" y="13468"/>
                    <a:pt x="19276" y="14104"/>
                  </a:cubicBezTo>
                  <a:cubicBezTo>
                    <a:pt x="18729" y="15501"/>
                    <a:pt x="17909" y="16899"/>
                    <a:pt x="17089" y="18042"/>
                  </a:cubicBezTo>
                  <a:cubicBezTo>
                    <a:pt x="16200" y="19059"/>
                    <a:pt x="15243" y="20075"/>
                    <a:pt x="14149" y="20711"/>
                  </a:cubicBezTo>
                  <a:cubicBezTo>
                    <a:pt x="13056" y="21346"/>
                    <a:pt x="11962" y="21600"/>
                    <a:pt x="10800" y="21600"/>
                  </a:cubicBezTo>
                  <a:cubicBezTo>
                    <a:pt x="9980" y="21600"/>
                    <a:pt x="9980" y="21600"/>
                    <a:pt x="9980" y="21600"/>
                  </a:cubicBezTo>
                  <a:cubicBezTo>
                    <a:pt x="9706" y="21600"/>
                    <a:pt x="9433" y="21473"/>
                    <a:pt x="9091" y="21346"/>
                  </a:cubicBezTo>
                  <a:cubicBezTo>
                    <a:pt x="8544" y="21219"/>
                    <a:pt x="7997" y="20965"/>
                    <a:pt x="7451" y="20711"/>
                  </a:cubicBezTo>
                  <a:cubicBezTo>
                    <a:pt x="6357" y="20075"/>
                    <a:pt x="5400" y="19059"/>
                    <a:pt x="4511" y="18042"/>
                  </a:cubicBezTo>
                  <a:cubicBezTo>
                    <a:pt x="3691" y="16899"/>
                    <a:pt x="2871" y="15628"/>
                    <a:pt x="2324" y="14104"/>
                  </a:cubicBezTo>
                  <a:cubicBezTo>
                    <a:pt x="1982" y="13468"/>
                    <a:pt x="1709" y="12706"/>
                    <a:pt x="1504" y="12071"/>
                  </a:cubicBezTo>
                  <a:cubicBezTo>
                    <a:pt x="1230" y="11308"/>
                    <a:pt x="1094" y="10546"/>
                    <a:pt x="889" y="9911"/>
                  </a:cubicBezTo>
                  <a:cubicBezTo>
                    <a:pt x="752" y="9148"/>
                    <a:pt x="547" y="8513"/>
                    <a:pt x="478" y="7878"/>
                  </a:cubicBezTo>
                  <a:cubicBezTo>
                    <a:pt x="342" y="7115"/>
                    <a:pt x="273" y="6607"/>
                    <a:pt x="205" y="5972"/>
                  </a:cubicBezTo>
                  <a:cubicBezTo>
                    <a:pt x="137" y="5336"/>
                    <a:pt x="68" y="4701"/>
                    <a:pt x="68" y="4193"/>
                  </a:cubicBezTo>
                  <a:cubicBezTo>
                    <a:pt x="0" y="3685"/>
                    <a:pt x="0" y="3176"/>
                    <a:pt x="0" y="2795"/>
                  </a:cubicBezTo>
                  <a:cubicBezTo>
                    <a:pt x="0" y="2541"/>
                    <a:pt x="0" y="2414"/>
                    <a:pt x="0" y="2160"/>
                  </a:cubicBezTo>
                  <a:cubicBezTo>
                    <a:pt x="0" y="2033"/>
                    <a:pt x="0" y="1779"/>
                    <a:pt x="0" y="1652"/>
                  </a:cubicBezTo>
                  <a:cubicBezTo>
                    <a:pt x="0" y="1271"/>
                    <a:pt x="0" y="1016"/>
                    <a:pt x="68" y="762"/>
                  </a:cubicBezTo>
                  <a:cubicBezTo>
                    <a:pt x="68" y="254"/>
                    <a:pt x="68" y="0"/>
                    <a:pt x="68" y="0"/>
                  </a:cubicBezTo>
                  <a:cubicBezTo>
                    <a:pt x="68" y="0"/>
                    <a:pt x="68" y="254"/>
                    <a:pt x="137" y="762"/>
                  </a:cubicBezTo>
                  <a:cubicBezTo>
                    <a:pt x="205" y="1271"/>
                    <a:pt x="205" y="1906"/>
                    <a:pt x="342" y="2668"/>
                  </a:cubicBezTo>
                  <a:cubicBezTo>
                    <a:pt x="410" y="3049"/>
                    <a:pt x="478" y="3558"/>
                    <a:pt x="547" y="4066"/>
                  </a:cubicBezTo>
                  <a:cubicBezTo>
                    <a:pt x="684" y="4574"/>
                    <a:pt x="752" y="5082"/>
                    <a:pt x="820" y="5591"/>
                  </a:cubicBezTo>
                  <a:cubicBezTo>
                    <a:pt x="957" y="6099"/>
                    <a:pt x="1094" y="6607"/>
                    <a:pt x="1230" y="7242"/>
                  </a:cubicBezTo>
                  <a:cubicBezTo>
                    <a:pt x="1435" y="7878"/>
                    <a:pt x="1641" y="8386"/>
                    <a:pt x="1777" y="9021"/>
                  </a:cubicBezTo>
                  <a:cubicBezTo>
                    <a:pt x="2187" y="10165"/>
                    <a:pt x="2666" y="11435"/>
                    <a:pt x="3281" y="12452"/>
                  </a:cubicBezTo>
                  <a:cubicBezTo>
                    <a:pt x="3896" y="13595"/>
                    <a:pt x="4648" y="14612"/>
                    <a:pt x="5400" y="15501"/>
                  </a:cubicBezTo>
                  <a:cubicBezTo>
                    <a:pt x="6152" y="16391"/>
                    <a:pt x="7041" y="17026"/>
                    <a:pt x="7929" y="17661"/>
                  </a:cubicBezTo>
                  <a:cubicBezTo>
                    <a:pt x="8408" y="17788"/>
                    <a:pt x="8886" y="18042"/>
                    <a:pt x="9365" y="18169"/>
                  </a:cubicBezTo>
                  <a:cubicBezTo>
                    <a:pt x="9570" y="18169"/>
                    <a:pt x="9775" y="18296"/>
                    <a:pt x="10048" y="18296"/>
                  </a:cubicBezTo>
                  <a:cubicBezTo>
                    <a:pt x="10800" y="18296"/>
                    <a:pt x="10800" y="18296"/>
                    <a:pt x="10800" y="18296"/>
                  </a:cubicBezTo>
                  <a:cubicBezTo>
                    <a:pt x="11757" y="18296"/>
                    <a:pt x="12714" y="18042"/>
                    <a:pt x="13671" y="17661"/>
                  </a:cubicBezTo>
                  <a:cubicBezTo>
                    <a:pt x="14559" y="17026"/>
                    <a:pt x="15448" y="16391"/>
                    <a:pt x="16200" y="15501"/>
                  </a:cubicBezTo>
                  <a:cubicBezTo>
                    <a:pt x="16952" y="14612"/>
                    <a:pt x="17704" y="13595"/>
                    <a:pt x="18319" y="12452"/>
                  </a:cubicBezTo>
                  <a:cubicBezTo>
                    <a:pt x="18934" y="11435"/>
                    <a:pt x="19413" y="10165"/>
                    <a:pt x="19823" y="9021"/>
                  </a:cubicBezTo>
                  <a:cubicBezTo>
                    <a:pt x="19959" y="8386"/>
                    <a:pt x="20165" y="7878"/>
                    <a:pt x="20370" y="7242"/>
                  </a:cubicBezTo>
                  <a:cubicBezTo>
                    <a:pt x="20506" y="6607"/>
                    <a:pt x="20643" y="6099"/>
                    <a:pt x="20780" y="5591"/>
                  </a:cubicBezTo>
                  <a:cubicBezTo>
                    <a:pt x="20848" y="5082"/>
                    <a:pt x="20916" y="4574"/>
                    <a:pt x="21053" y="4066"/>
                  </a:cubicBezTo>
                  <a:cubicBezTo>
                    <a:pt x="21122" y="3558"/>
                    <a:pt x="21190" y="3049"/>
                    <a:pt x="21258" y="2668"/>
                  </a:cubicBezTo>
                  <a:cubicBezTo>
                    <a:pt x="21395" y="1906"/>
                    <a:pt x="21395" y="1144"/>
                    <a:pt x="21463" y="762"/>
                  </a:cubicBezTo>
                  <a:cubicBezTo>
                    <a:pt x="21532" y="254"/>
                    <a:pt x="21532" y="0"/>
                    <a:pt x="21532" y="0"/>
                  </a:cubicBezTo>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19" name="Shape 1419"/>
            <p:cNvSpPr/>
            <p:nvPr/>
          </p:nvSpPr>
          <p:spPr>
            <a:xfrm>
              <a:off x="0" y="3167882"/>
              <a:ext cx="4064407" cy="20685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0"/>
                    <a:pt x="0" y="276"/>
                    <a:pt x="14" y="771"/>
                  </a:cubicBezTo>
                  <a:cubicBezTo>
                    <a:pt x="28" y="882"/>
                    <a:pt x="28" y="1019"/>
                    <a:pt x="28" y="1157"/>
                  </a:cubicBezTo>
                  <a:cubicBezTo>
                    <a:pt x="42" y="1322"/>
                    <a:pt x="42" y="1488"/>
                    <a:pt x="56" y="1653"/>
                  </a:cubicBezTo>
                  <a:cubicBezTo>
                    <a:pt x="70" y="1818"/>
                    <a:pt x="70" y="2011"/>
                    <a:pt x="84" y="2232"/>
                  </a:cubicBezTo>
                  <a:cubicBezTo>
                    <a:pt x="98" y="2424"/>
                    <a:pt x="112" y="2645"/>
                    <a:pt x="140" y="2865"/>
                  </a:cubicBezTo>
                  <a:cubicBezTo>
                    <a:pt x="140" y="2976"/>
                    <a:pt x="154" y="3086"/>
                    <a:pt x="154" y="3196"/>
                  </a:cubicBezTo>
                  <a:cubicBezTo>
                    <a:pt x="168" y="3334"/>
                    <a:pt x="182" y="3444"/>
                    <a:pt x="196" y="3554"/>
                  </a:cubicBezTo>
                  <a:cubicBezTo>
                    <a:pt x="224" y="3802"/>
                    <a:pt x="238" y="4078"/>
                    <a:pt x="281" y="4326"/>
                  </a:cubicBezTo>
                  <a:cubicBezTo>
                    <a:pt x="309" y="4601"/>
                    <a:pt x="351" y="4877"/>
                    <a:pt x="379" y="5152"/>
                  </a:cubicBezTo>
                  <a:cubicBezTo>
                    <a:pt x="421" y="5455"/>
                    <a:pt x="463" y="5731"/>
                    <a:pt x="519" y="6034"/>
                  </a:cubicBezTo>
                  <a:cubicBezTo>
                    <a:pt x="715" y="7246"/>
                    <a:pt x="982" y="8568"/>
                    <a:pt x="1375" y="9918"/>
                  </a:cubicBezTo>
                  <a:cubicBezTo>
                    <a:pt x="1753" y="11268"/>
                    <a:pt x="2244" y="12646"/>
                    <a:pt x="2847" y="13941"/>
                  </a:cubicBezTo>
                  <a:cubicBezTo>
                    <a:pt x="3156" y="14602"/>
                    <a:pt x="3478" y="15236"/>
                    <a:pt x="3843" y="15842"/>
                  </a:cubicBezTo>
                  <a:cubicBezTo>
                    <a:pt x="4025" y="16145"/>
                    <a:pt x="4208" y="16420"/>
                    <a:pt x="4404" y="16723"/>
                  </a:cubicBezTo>
                  <a:cubicBezTo>
                    <a:pt x="4502" y="16861"/>
                    <a:pt x="4601" y="16999"/>
                    <a:pt x="4699" y="17137"/>
                  </a:cubicBezTo>
                  <a:cubicBezTo>
                    <a:pt x="4853" y="17330"/>
                    <a:pt x="4853" y="17330"/>
                    <a:pt x="4853" y="17330"/>
                  </a:cubicBezTo>
                  <a:cubicBezTo>
                    <a:pt x="5007" y="17522"/>
                    <a:pt x="5007" y="17522"/>
                    <a:pt x="5007" y="17522"/>
                  </a:cubicBezTo>
                  <a:cubicBezTo>
                    <a:pt x="5821" y="18569"/>
                    <a:pt x="6746" y="19396"/>
                    <a:pt x="7728" y="20002"/>
                  </a:cubicBezTo>
                  <a:cubicBezTo>
                    <a:pt x="8219" y="20278"/>
                    <a:pt x="8724" y="20498"/>
                    <a:pt x="9243" y="20663"/>
                  </a:cubicBezTo>
                  <a:cubicBezTo>
                    <a:pt x="9762" y="20801"/>
                    <a:pt x="10281" y="20856"/>
                    <a:pt x="10800" y="20884"/>
                  </a:cubicBezTo>
                  <a:cubicBezTo>
                    <a:pt x="11333" y="20856"/>
                    <a:pt x="11838" y="20801"/>
                    <a:pt x="12357" y="20663"/>
                  </a:cubicBezTo>
                  <a:cubicBezTo>
                    <a:pt x="12876" y="20498"/>
                    <a:pt x="13381" y="20278"/>
                    <a:pt x="13872" y="20002"/>
                  </a:cubicBezTo>
                  <a:cubicBezTo>
                    <a:pt x="14854" y="19396"/>
                    <a:pt x="15779" y="18569"/>
                    <a:pt x="16593" y="17522"/>
                  </a:cubicBezTo>
                  <a:cubicBezTo>
                    <a:pt x="16747" y="17330"/>
                    <a:pt x="16747" y="17330"/>
                    <a:pt x="16747" y="17330"/>
                  </a:cubicBezTo>
                  <a:cubicBezTo>
                    <a:pt x="16901" y="17137"/>
                    <a:pt x="16901" y="17137"/>
                    <a:pt x="16901" y="17137"/>
                  </a:cubicBezTo>
                  <a:cubicBezTo>
                    <a:pt x="16999" y="16999"/>
                    <a:pt x="17098" y="16861"/>
                    <a:pt x="17196" y="16723"/>
                  </a:cubicBezTo>
                  <a:cubicBezTo>
                    <a:pt x="17392" y="16420"/>
                    <a:pt x="17575" y="16145"/>
                    <a:pt x="17757" y="15842"/>
                  </a:cubicBezTo>
                  <a:cubicBezTo>
                    <a:pt x="18122" y="15236"/>
                    <a:pt x="18444" y="14602"/>
                    <a:pt x="18753" y="13941"/>
                  </a:cubicBezTo>
                  <a:cubicBezTo>
                    <a:pt x="19356" y="12646"/>
                    <a:pt x="19847" y="11268"/>
                    <a:pt x="20225" y="9918"/>
                  </a:cubicBezTo>
                  <a:cubicBezTo>
                    <a:pt x="20618" y="8568"/>
                    <a:pt x="20885" y="7246"/>
                    <a:pt x="21081" y="6034"/>
                  </a:cubicBezTo>
                  <a:cubicBezTo>
                    <a:pt x="21137" y="5731"/>
                    <a:pt x="21179" y="5455"/>
                    <a:pt x="21221" y="5152"/>
                  </a:cubicBezTo>
                  <a:cubicBezTo>
                    <a:pt x="21249" y="4877"/>
                    <a:pt x="21291" y="4601"/>
                    <a:pt x="21319" y="4326"/>
                  </a:cubicBezTo>
                  <a:cubicBezTo>
                    <a:pt x="21362" y="4078"/>
                    <a:pt x="21376" y="3802"/>
                    <a:pt x="21404" y="3554"/>
                  </a:cubicBezTo>
                  <a:cubicBezTo>
                    <a:pt x="21418" y="3444"/>
                    <a:pt x="21432" y="3334"/>
                    <a:pt x="21446" y="3196"/>
                  </a:cubicBezTo>
                  <a:cubicBezTo>
                    <a:pt x="21446" y="3086"/>
                    <a:pt x="21460" y="2976"/>
                    <a:pt x="21460" y="2865"/>
                  </a:cubicBezTo>
                  <a:cubicBezTo>
                    <a:pt x="21488" y="2645"/>
                    <a:pt x="21502" y="2424"/>
                    <a:pt x="21516" y="2232"/>
                  </a:cubicBezTo>
                  <a:cubicBezTo>
                    <a:pt x="21530" y="2011"/>
                    <a:pt x="21530" y="1818"/>
                    <a:pt x="21544" y="1653"/>
                  </a:cubicBezTo>
                  <a:cubicBezTo>
                    <a:pt x="21558" y="1488"/>
                    <a:pt x="21558" y="1322"/>
                    <a:pt x="21572" y="1157"/>
                  </a:cubicBezTo>
                  <a:cubicBezTo>
                    <a:pt x="21572" y="1019"/>
                    <a:pt x="21572" y="882"/>
                    <a:pt x="21586" y="771"/>
                  </a:cubicBezTo>
                  <a:cubicBezTo>
                    <a:pt x="21600" y="276"/>
                    <a:pt x="21600" y="0"/>
                    <a:pt x="21600" y="0"/>
                  </a:cubicBezTo>
                  <a:cubicBezTo>
                    <a:pt x="21600" y="0"/>
                    <a:pt x="21600" y="276"/>
                    <a:pt x="21600" y="771"/>
                  </a:cubicBezTo>
                  <a:cubicBezTo>
                    <a:pt x="21600" y="882"/>
                    <a:pt x="21600" y="1019"/>
                    <a:pt x="21600" y="1157"/>
                  </a:cubicBezTo>
                  <a:cubicBezTo>
                    <a:pt x="21600" y="1322"/>
                    <a:pt x="21600" y="1488"/>
                    <a:pt x="21586" y="1653"/>
                  </a:cubicBezTo>
                  <a:cubicBezTo>
                    <a:pt x="21586" y="1846"/>
                    <a:pt x="21586" y="2039"/>
                    <a:pt x="21572" y="2232"/>
                  </a:cubicBezTo>
                  <a:cubicBezTo>
                    <a:pt x="21558" y="2424"/>
                    <a:pt x="21544" y="2645"/>
                    <a:pt x="21544" y="2865"/>
                  </a:cubicBezTo>
                  <a:cubicBezTo>
                    <a:pt x="21530" y="3003"/>
                    <a:pt x="21530" y="3113"/>
                    <a:pt x="21516" y="3223"/>
                  </a:cubicBezTo>
                  <a:cubicBezTo>
                    <a:pt x="21502" y="3334"/>
                    <a:pt x="21502" y="3471"/>
                    <a:pt x="21488" y="3582"/>
                  </a:cubicBezTo>
                  <a:cubicBezTo>
                    <a:pt x="21474" y="3830"/>
                    <a:pt x="21446" y="4105"/>
                    <a:pt x="21418" y="4381"/>
                  </a:cubicBezTo>
                  <a:cubicBezTo>
                    <a:pt x="21390" y="4656"/>
                    <a:pt x="21362" y="4932"/>
                    <a:pt x="21334" y="5207"/>
                  </a:cubicBezTo>
                  <a:cubicBezTo>
                    <a:pt x="21305" y="5510"/>
                    <a:pt x="21249" y="5813"/>
                    <a:pt x="21221" y="6116"/>
                  </a:cubicBezTo>
                  <a:cubicBezTo>
                    <a:pt x="21039" y="7356"/>
                    <a:pt x="20786" y="8706"/>
                    <a:pt x="20422" y="10111"/>
                  </a:cubicBezTo>
                  <a:cubicBezTo>
                    <a:pt x="20057" y="11516"/>
                    <a:pt x="19566" y="12949"/>
                    <a:pt x="18963" y="14299"/>
                  </a:cubicBezTo>
                  <a:cubicBezTo>
                    <a:pt x="18655" y="14988"/>
                    <a:pt x="18318" y="15649"/>
                    <a:pt x="17953" y="16283"/>
                  </a:cubicBezTo>
                  <a:cubicBezTo>
                    <a:pt x="17771" y="16613"/>
                    <a:pt x="17575" y="16889"/>
                    <a:pt x="17392" y="17192"/>
                  </a:cubicBezTo>
                  <a:cubicBezTo>
                    <a:pt x="17294" y="17357"/>
                    <a:pt x="17182" y="17495"/>
                    <a:pt x="17084" y="17633"/>
                  </a:cubicBezTo>
                  <a:cubicBezTo>
                    <a:pt x="16929" y="17853"/>
                    <a:pt x="16929" y="17853"/>
                    <a:pt x="16929" y="17853"/>
                  </a:cubicBezTo>
                  <a:cubicBezTo>
                    <a:pt x="16775" y="18046"/>
                    <a:pt x="16775" y="18046"/>
                    <a:pt x="16775" y="18046"/>
                  </a:cubicBezTo>
                  <a:cubicBezTo>
                    <a:pt x="15934" y="19148"/>
                    <a:pt x="14980" y="20057"/>
                    <a:pt x="13970" y="20663"/>
                  </a:cubicBezTo>
                  <a:cubicBezTo>
                    <a:pt x="13465" y="20966"/>
                    <a:pt x="12946" y="21187"/>
                    <a:pt x="12413" y="21352"/>
                  </a:cubicBezTo>
                  <a:cubicBezTo>
                    <a:pt x="11880" y="21517"/>
                    <a:pt x="11333" y="21572"/>
                    <a:pt x="10800" y="21600"/>
                  </a:cubicBezTo>
                  <a:cubicBezTo>
                    <a:pt x="10393" y="21572"/>
                    <a:pt x="10393" y="21572"/>
                    <a:pt x="10393" y="21572"/>
                  </a:cubicBezTo>
                  <a:cubicBezTo>
                    <a:pt x="10267" y="21572"/>
                    <a:pt x="10127" y="21545"/>
                    <a:pt x="9986" y="21517"/>
                  </a:cubicBezTo>
                  <a:cubicBezTo>
                    <a:pt x="9860" y="21490"/>
                    <a:pt x="9720" y="21490"/>
                    <a:pt x="9594" y="21462"/>
                  </a:cubicBezTo>
                  <a:cubicBezTo>
                    <a:pt x="9187" y="21352"/>
                    <a:pt x="9187" y="21352"/>
                    <a:pt x="9187" y="21352"/>
                  </a:cubicBezTo>
                  <a:cubicBezTo>
                    <a:pt x="8654" y="21187"/>
                    <a:pt x="8135" y="20966"/>
                    <a:pt x="7630" y="20663"/>
                  </a:cubicBezTo>
                  <a:cubicBezTo>
                    <a:pt x="6620" y="20057"/>
                    <a:pt x="5666" y="19148"/>
                    <a:pt x="4825" y="18046"/>
                  </a:cubicBezTo>
                  <a:cubicBezTo>
                    <a:pt x="4671" y="17853"/>
                    <a:pt x="4671" y="17853"/>
                    <a:pt x="4671" y="17853"/>
                  </a:cubicBezTo>
                  <a:cubicBezTo>
                    <a:pt x="4516" y="17633"/>
                    <a:pt x="4516" y="17633"/>
                    <a:pt x="4516" y="17633"/>
                  </a:cubicBezTo>
                  <a:cubicBezTo>
                    <a:pt x="4418" y="17495"/>
                    <a:pt x="4306" y="17357"/>
                    <a:pt x="4208" y="17192"/>
                  </a:cubicBezTo>
                  <a:cubicBezTo>
                    <a:pt x="4025" y="16889"/>
                    <a:pt x="3829" y="16613"/>
                    <a:pt x="3647" y="16283"/>
                  </a:cubicBezTo>
                  <a:cubicBezTo>
                    <a:pt x="3282" y="15649"/>
                    <a:pt x="2945" y="14988"/>
                    <a:pt x="2637" y="14299"/>
                  </a:cubicBezTo>
                  <a:cubicBezTo>
                    <a:pt x="2034" y="12949"/>
                    <a:pt x="1543" y="11516"/>
                    <a:pt x="1178" y="10111"/>
                  </a:cubicBezTo>
                  <a:cubicBezTo>
                    <a:pt x="814" y="8706"/>
                    <a:pt x="561" y="7356"/>
                    <a:pt x="379" y="6116"/>
                  </a:cubicBezTo>
                  <a:cubicBezTo>
                    <a:pt x="351" y="5813"/>
                    <a:pt x="295" y="5510"/>
                    <a:pt x="266" y="5207"/>
                  </a:cubicBezTo>
                  <a:cubicBezTo>
                    <a:pt x="238" y="4932"/>
                    <a:pt x="210" y="4656"/>
                    <a:pt x="182" y="4381"/>
                  </a:cubicBezTo>
                  <a:cubicBezTo>
                    <a:pt x="154" y="4105"/>
                    <a:pt x="126" y="3830"/>
                    <a:pt x="112" y="3582"/>
                  </a:cubicBezTo>
                  <a:cubicBezTo>
                    <a:pt x="98" y="3471"/>
                    <a:pt x="98" y="3334"/>
                    <a:pt x="84" y="3223"/>
                  </a:cubicBezTo>
                  <a:cubicBezTo>
                    <a:pt x="70" y="3113"/>
                    <a:pt x="70" y="3003"/>
                    <a:pt x="56" y="2865"/>
                  </a:cubicBezTo>
                  <a:cubicBezTo>
                    <a:pt x="56" y="2645"/>
                    <a:pt x="42" y="2424"/>
                    <a:pt x="28" y="2232"/>
                  </a:cubicBezTo>
                  <a:cubicBezTo>
                    <a:pt x="14" y="2039"/>
                    <a:pt x="14" y="1846"/>
                    <a:pt x="14" y="1653"/>
                  </a:cubicBezTo>
                  <a:cubicBezTo>
                    <a:pt x="0" y="1488"/>
                    <a:pt x="0" y="1322"/>
                    <a:pt x="0" y="1157"/>
                  </a:cubicBezTo>
                  <a:cubicBezTo>
                    <a:pt x="0" y="1019"/>
                    <a:pt x="0" y="882"/>
                    <a:pt x="0" y="771"/>
                  </a:cubicBezTo>
                  <a:cubicBezTo>
                    <a:pt x="0" y="276"/>
                    <a:pt x="0" y="0"/>
                    <a:pt x="0" y="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0" name="Shape 1420"/>
            <p:cNvSpPr/>
            <p:nvPr/>
          </p:nvSpPr>
          <p:spPr>
            <a:xfrm>
              <a:off x="430731" y="1535108"/>
              <a:ext cx="3202944" cy="16327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82" y="21600"/>
                  </a:moveTo>
                  <a:cubicBezTo>
                    <a:pt x="21582" y="21600"/>
                    <a:pt x="21582" y="21356"/>
                    <a:pt x="21564" y="20867"/>
                  </a:cubicBezTo>
                  <a:cubicBezTo>
                    <a:pt x="21564" y="20623"/>
                    <a:pt x="21547" y="20344"/>
                    <a:pt x="21529" y="19995"/>
                  </a:cubicBezTo>
                  <a:cubicBezTo>
                    <a:pt x="21511" y="19820"/>
                    <a:pt x="21511" y="19611"/>
                    <a:pt x="21493" y="19402"/>
                  </a:cubicBezTo>
                  <a:cubicBezTo>
                    <a:pt x="21475" y="19227"/>
                    <a:pt x="21458" y="19018"/>
                    <a:pt x="21440" y="18774"/>
                  </a:cubicBezTo>
                  <a:cubicBezTo>
                    <a:pt x="21369" y="17901"/>
                    <a:pt x="21262" y="16819"/>
                    <a:pt x="21048" y="15633"/>
                  </a:cubicBezTo>
                  <a:cubicBezTo>
                    <a:pt x="20853" y="14412"/>
                    <a:pt x="20568" y="13121"/>
                    <a:pt x="20194" y="11760"/>
                  </a:cubicBezTo>
                  <a:cubicBezTo>
                    <a:pt x="19821" y="10434"/>
                    <a:pt x="19323" y="9073"/>
                    <a:pt x="18718" y="7747"/>
                  </a:cubicBezTo>
                  <a:cubicBezTo>
                    <a:pt x="18415" y="7119"/>
                    <a:pt x="18077" y="6490"/>
                    <a:pt x="17721" y="5897"/>
                  </a:cubicBezTo>
                  <a:cubicBezTo>
                    <a:pt x="17543" y="5583"/>
                    <a:pt x="17348" y="5304"/>
                    <a:pt x="17170" y="5025"/>
                  </a:cubicBezTo>
                  <a:cubicBezTo>
                    <a:pt x="17063" y="4885"/>
                    <a:pt x="16974" y="4746"/>
                    <a:pt x="16867" y="4606"/>
                  </a:cubicBezTo>
                  <a:cubicBezTo>
                    <a:pt x="16725" y="4432"/>
                    <a:pt x="16725" y="4432"/>
                    <a:pt x="16725" y="4432"/>
                  </a:cubicBezTo>
                  <a:cubicBezTo>
                    <a:pt x="16565" y="4222"/>
                    <a:pt x="16565" y="4222"/>
                    <a:pt x="16565" y="4222"/>
                  </a:cubicBezTo>
                  <a:cubicBezTo>
                    <a:pt x="15746" y="3175"/>
                    <a:pt x="14821" y="2373"/>
                    <a:pt x="13843" y="1780"/>
                  </a:cubicBezTo>
                  <a:cubicBezTo>
                    <a:pt x="13362" y="1500"/>
                    <a:pt x="12864" y="1291"/>
                    <a:pt x="12348" y="1117"/>
                  </a:cubicBezTo>
                  <a:cubicBezTo>
                    <a:pt x="11832" y="977"/>
                    <a:pt x="11316" y="907"/>
                    <a:pt x="10800" y="907"/>
                  </a:cubicBezTo>
                  <a:cubicBezTo>
                    <a:pt x="10266" y="942"/>
                    <a:pt x="9768" y="977"/>
                    <a:pt x="9252" y="1117"/>
                  </a:cubicBezTo>
                  <a:cubicBezTo>
                    <a:pt x="8736" y="1291"/>
                    <a:pt x="8238" y="1500"/>
                    <a:pt x="7757" y="1780"/>
                  </a:cubicBezTo>
                  <a:cubicBezTo>
                    <a:pt x="6779" y="2373"/>
                    <a:pt x="5854" y="3175"/>
                    <a:pt x="5035" y="4222"/>
                  </a:cubicBezTo>
                  <a:cubicBezTo>
                    <a:pt x="4875" y="4432"/>
                    <a:pt x="4875" y="4432"/>
                    <a:pt x="4875" y="4432"/>
                  </a:cubicBezTo>
                  <a:cubicBezTo>
                    <a:pt x="4733" y="4606"/>
                    <a:pt x="4733" y="4606"/>
                    <a:pt x="4733" y="4606"/>
                  </a:cubicBezTo>
                  <a:cubicBezTo>
                    <a:pt x="4626" y="4746"/>
                    <a:pt x="4537" y="4885"/>
                    <a:pt x="4430" y="5025"/>
                  </a:cubicBezTo>
                  <a:cubicBezTo>
                    <a:pt x="4252" y="5304"/>
                    <a:pt x="4057" y="5583"/>
                    <a:pt x="3879" y="5897"/>
                  </a:cubicBezTo>
                  <a:cubicBezTo>
                    <a:pt x="3523" y="6490"/>
                    <a:pt x="3185" y="7119"/>
                    <a:pt x="2882" y="7747"/>
                  </a:cubicBezTo>
                  <a:cubicBezTo>
                    <a:pt x="2277" y="9073"/>
                    <a:pt x="1779" y="10434"/>
                    <a:pt x="1406" y="11760"/>
                  </a:cubicBezTo>
                  <a:cubicBezTo>
                    <a:pt x="1032" y="13121"/>
                    <a:pt x="747" y="14412"/>
                    <a:pt x="552" y="15633"/>
                  </a:cubicBezTo>
                  <a:cubicBezTo>
                    <a:pt x="338" y="16819"/>
                    <a:pt x="231" y="17901"/>
                    <a:pt x="160" y="18774"/>
                  </a:cubicBezTo>
                  <a:cubicBezTo>
                    <a:pt x="142" y="19018"/>
                    <a:pt x="125" y="19227"/>
                    <a:pt x="107" y="19402"/>
                  </a:cubicBezTo>
                  <a:cubicBezTo>
                    <a:pt x="89" y="19611"/>
                    <a:pt x="89" y="19820"/>
                    <a:pt x="71" y="19995"/>
                  </a:cubicBezTo>
                  <a:cubicBezTo>
                    <a:pt x="53" y="20344"/>
                    <a:pt x="36" y="20623"/>
                    <a:pt x="36" y="20867"/>
                  </a:cubicBezTo>
                  <a:cubicBezTo>
                    <a:pt x="18" y="21356"/>
                    <a:pt x="18" y="21600"/>
                    <a:pt x="18" y="21600"/>
                  </a:cubicBezTo>
                  <a:cubicBezTo>
                    <a:pt x="18" y="21600"/>
                    <a:pt x="18" y="21356"/>
                    <a:pt x="0" y="20867"/>
                  </a:cubicBezTo>
                  <a:cubicBezTo>
                    <a:pt x="0" y="20623"/>
                    <a:pt x="18" y="20309"/>
                    <a:pt x="18" y="19960"/>
                  </a:cubicBezTo>
                  <a:cubicBezTo>
                    <a:pt x="18" y="19785"/>
                    <a:pt x="18" y="19611"/>
                    <a:pt x="36" y="19402"/>
                  </a:cubicBezTo>
                  <a:cubicBezTo>
                    <a:pt x="36" y="19192"/>
                    <a:pt x="53" y="18983"/>
                    <a:pt x="71" y="18774"/>
                  </a:cubicBezTo>
                  <a:cubicBezTo>
                    <a:pt x="125" y="17866"/>
                    <a:pt x="214" y="16750"/>
                    <a:pt x="374" y="15528"/>
                  </a:cubicBezTo>
                  <a:cubicBezTo>
                    <a:pt x="552" y="14272"/>
                    <a:pt x="801" y="12911"/>
                    <a:pt x="1174" y="11515"/>
                  </a:cubicBezTo>
                  <a:cubicBezTo>
                    <a:pt x="1530" y="10120"/>
                    <a:pt x="2028" y="8689"/>
                    <a:pt x="2633" y="7293"/>
                  </a:cubicBezTo>
                  <a:cubicBezTo>
                    <a:pt x="2936" y="6630"/>
                    <a:pt x="3256" y="5967"/>
                    <a:pt x="3630" y="5339"/>
                  </a:cubicBezTo>
                  <a:cubicBezTo>
                    <a:pt x="3986" y="4676"/>
                    <a:pt x="4395" y="4118"/>
                    <a:pt x="4804" y="3559"/>
                  </a:cubicBezTo>
                  <a:cubicBezTo>
                    <a:pt x="5658" y="2443"/>
                    <a:pt x="6601" y="1535"/>
                    <a:pt x="7615" y="942"/>
                  </a:cubicBezTo>
                  <a:cubicBezTo>
                    <a:pt x="8131" y="628"/>
                    <a:pt x="8647" y="419"/>
                    <a:pt x="9181" y="244"/>
                  </a:cubicBezTo>
                  <a:cubicBezTo>
                    <a:pt x="9715" y="70"/>
                    <a:pt x="10266" y="0"/>
                    <a:pt x="10800" y="0"/>
                  </a:cubicBezTo>
                  <a:cubicBezTo>
                    <a:pt x="11352" y="0"/>
                    <a:pt x="11885" y="70"/>
                    <a:pt x="12419" y="244"/>
                  </a:cubicBezTo>
                  <a:cubicBezTo>
                    <a:pt x="12953" y="419"/>
                    <a:pt x="13469" y="628"/>
                    <a:pt x="13985" y="942"/>
                  </a:cubicBezTo>
                  <a:cubicBezTo>
                    <a:pt x="14999" y="1535"/>
                    <a:pt x="15942" y="2443"/>
                    <a:pt x="16796" y="3559"/>
                  </a:cubicBezTo>
                  <a:cubicBezTo>
                    <a:pt x="16956" y="3769"/>
                    <a:pt x="16956" y="3769"/>
                    <a:pt x="16956" y="3769"/>
                  </a:cubicBezTo>
                  <a:cubicBezTo>
                    <a:pt x="17099" y="3978"/>
                    <a:pt x="17099" y="3978"/>
                    <a:pt x="17099" y="3978"/>
                  </a:cubicBezTo>
                  <a:cubicBezTo>
                    <a:pt x="17205" y="4118"/>
                    <a:pt x="17312" y="4257"/>
                    <a:pt x="17401" y="4397"/>
                  </a:cubicBezTo>
                  <a:cubicBezTo>
                    <a:pt x="17597" y="4711"/>
                    <a:pt x="17792" y="4990"/>
                    <a:pt x="17970" y="5339"/>
                  </a:cubicBezTo>
                  <a:cubicBezTo>
                    <a:pt x="18344" y="5967"/>
                    <a:pt x="18664" y="6630"/>
                    <a:pt x="18967" y="7293"/>
                  </a:cubicBezTo>
                  <a:cubicBezTo>
                    <a:pt x="19572" y="8689"/>
                    <a:pt x="20070" y="10120"/>
                    <a:pt x="20426" y="11515"/>
                  </a:cubicBezTo>
                  <a:cubicBezTo>
                    <a:pt x="20799" y="12911"/>
                    <a:pt x="21048" y="14307"/>
                    <a:pt x="21226" y="15528"/>
                  </a:cubicBezTo>
                  <a:cubicBezTo>
                    <a:pt x="21386" y="16750"/>
                    <a:pt x="21475" y="17866"/>
                    <a:pt x="21529" y="18774"/>
                  </a:cubicBezTo>
                  <a:cubicBezTo>
                    <a:pt x="21547" y="18983"/>
                    <a:pt x="21564" y="19192"/>
                    <a:pt x="21564" y="19402"/>
                  </a:cubicBezTo>
                  <a:cubicBezTo>
                    <a:pt x="21582" y="19611"/>
                    <a:pt x="21582" y="19785"/>
                    <a:pt x="21582" y="19960"/>
                  </a:cubicBezTo>
                  <a:cubicBezTo>
                    <a:pt x="21582" y="20309"/>
                    <a:pt x="21600" y="20623"/>
                    <a:pt x="21600" y="20867"/>
                  </a:cubicBezTo>
                  <a:cubicBezTo>
                    <a:pt x="21582" y="21356"/>
                    <a:pt x="21582" y="21600"/>
                    <a:pt x="21582" y="21600"/>
                  </a:cubicBezTo>
                </a:path>
              </a:pathLst>
            </a:custGeom>
            <a:solidFill>
              <a:srgbClr val="A5222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1" name="Shape 1421"/>
            <p:cNvSpPr/>
            <p:nvPr/>
          </p:nvSpPr>
          <p:spPr>
            <a:xfrm>
              <a:off x="430731" y="1535108"/>
              <a:ext cx="3202944" cy="16327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82" y="21600"/>
                  </a:moveTo>
                  <a:cubicBezTo>
                    <a:pt x="21582" y="21600"/>
                    <a:pt x="21582" y="21356"/>
                    <a:pt x="21564" y="20867"/>
                  </a:cubicBezTo>
                  <a:cubicBezTo>
                    <a:pt x="21564" y="20623"/>
                    <a:pt x="21547" y="20344"/>
                    <a:pt x="21529" y="19995"/>
                  </a:cubicBezTo>
                  <a:cubicBezTo>
                    <a:pt x="21511" y="19820"/>
                    <a:pt x="21511" y="19611"/>
                    <a:pt x="21493" y="19402"/>
                  </a:cubicBezTo>
                  <a:cubicBezTo>
                    <a:pt x="21475" y="19227"/>
                    <a:pt x="21458" y="19018"/>
                    <a:pt x="21440" y="18774"/>
                  </a:cubicBezTo>
                  <a:cubicBezTo>
                    <a:pt x="21369" y="17901"/>
                    <a:pt x="21262" y="16819"/>
                    <a:pt x="21048" y="15633"/>
                  </a:cubicBezTo>
                  <a:cubicBezTo>
                    <a:pt x="20853" y="14412"/>
                    <a:pt x="20568" y="13121"/>
                    <a:pt x="20194" y="11760"/>
                  </a:cubicBezTo>
                  <a:cubicBezTo>
                    <a:pt x="19821" y="10434"/>
                    <a:pt x="19323" y="9073"/>
                    <a:pt x="18718" y="7747"/>
                  </a:cubicBezTo>
                  <a:cubicBezTo>
                    <a:pt x="18415" y="7119"/>
                    <a:pt x="18077" y="6490"/>
                    <a:pt x="17721" y="5897"/>
                  </a:cubicBezTo>
                  <a:cubicBezTo>
                    <a:pt x="17543" y="5583"/>
                    <a:pt x="17348" y="5304"/>
                    <a:pt x="17170" y="5025"/>
                  </a:cubicBezTo>
                  <a:cubicBezTo>
                    <a:pt x="17063" y="4885"/>
                    <a:pt x="16974" y="4746"/>
                    <a:pt x="16867" y="4606"/>
                  </a:cubicBezTo>
                  <a:cubicBezTo>
                    <a:pt x="16725" y="4432"/>
                    <a:pt x="16725" y="4432"/>
                    <a:pt x="16725" y="4432"/>
                  </a:cubicBezTo>
                  <a:cubicBezTo>
                    <a:pt x="16565" y="4222"/>
                    <a:pt x="16565" y="4222"/>
                    <a:pt x="16565" y="4222"/>
                  </a:cubicBezTo>
                  <a:cubicBezTo>
                    <a:pt x="15746" y="3175"/>
                    <a:pt x="14821" y="2373"/>
                    <a:pt x="13843" y="1780"/>
                  </a:cubicBezTo>
                  <a:cubicBezTo>
                    <a:pt x="13362" y="1500"/>
                    <a:pt x="12864" y="1291"/>
                    <a:pt x="12348" y="1117"/>
                  </a:cubicBezTo>
                  <a:cubicBezTo>
                    <a:pt x="11832" y="977"/>
                    <a:pt x="11316" y="907"/>
                    <a:pt x="10800" y="907"/>
                  </a:cubicBezTo>
                  <a:cubicBezTo>
                    <a:pt x="10266" y="942"/>
                    <a:pt x="9768" y="977"/>
                    <a:pt x="9252" y="1117"/>
                  </a:cubicBezTo>
                  <a:cubicBezTo>
                    <a:pt x="8736" y="1291"/>
                    <a:pt x="8238" y="1500"/>
                    <a:pt x="7757" y="1780"/>
                  </a:cubicBezTo>
                  <a:cubicBezTo>
                    <a:pt x="6779" y="2373"/>
                    <a:pt x="5854" y="3175"/>
                    <a:pt x="5035" y="4222"/>
                  </a:cubicBezTo>
                  <a:cubicBezTo>
                    <a:pt x="4875" y="4432"/>
                    <a:pt x="4875" y="4432"/>
                    <a:pt x="4875" y="4432"/>
                  </a:cubicBezTo>
                  <a:cubicBezTo>
                    <a:pt x="4733" y="4606"/>
                    <a:pt x="4733" y="4606"/>
                    <a:pt x="4733" y="4606"/>
                  </a:cubicBezTo>
                  <a:cubicBezTo>
                    <a:pt x="4626" y="4746"/>
                    <a:pt x="4537" y="4885"/>
                    <a:pt x="4430" y="5025"/>
                  </a:cubicBezTo>
                  <a:cubicBezTo>
                    <a:pt x="4252" y="5304"/>
                    <a:pt x="4057" y="5583"/>
                    <a:pt x="3879" y="5897"/>
                  </a:cubicBezTo>
                  <a:cubicBezTo>
                    <a:pt x="3523" y="6490"/>
                    <a:pt x="3185" y="7119"/>
                    <a:pt x="2882" y="7747"/>
                  </a:cubicBezTo>
                  <a:cubicBezTo>
                    <a:pt x="2277" y="9073"/>
                    <a:pt x="1779" y="10434"/>
                    <a:pt x="1406" y="11760"/>
                  </a:cubicBezTo>
                  <a:cubicBezTo>
                    <a:pt x="1032" y="13121"/>
                    <a:pt x="747" y="14412"/>
                    <a:pt x="552" y="15633"/>
                  </a:cubicBezTo>
                  <a:cubicBezTo>
                    <a:pt x="338" y="16819"/>
                    <a:pt x="231" y="17901"/>
                    <a:pt x="160" y="18774"/>
                  </a:cubicBezTo>
                  <a:cubicBezTo>
                    <a:pt x="142" y="19018"/>
                    <a:pt x="125" y="19227"/>
                    <a:pt x="107" y="19402"/>
                  </a:cubicBezTo>
                  <a:cubicBezTo>
                    <a:pt x="89" y="19611"/>
                    <a:pt x="89" y="19820"/>
                    <a:pt x="71" y="19995"/>
                  </a:cubicBezTo>
                  <a:cubicBezTo>
                    <a:pt x="53" y="20344"/>
                    <a:pt x="36" y="20623"/>
                    <a:pt x="36" y="20867"/>
                  </a:cubicBezTo>
                  <a:cubicBezTo>
                    <a:pt x="18" y="21356"/>
                    <a:pt x="18" y="21600"/>
                    <a:pt x="18" y="21600"/>
                  </a:cubicBezTo>
                  <a:cubicBezTo>
                    <a:pt x="18" y="21600"/>
                    <a:pt x="18" y="21356"/>
                    <a:pt x="0" y="20867"/>
                  </a:cubicBezTo>
                  <a:cubicBezTo>
                    <a:pt x="0" y="20623"/>
                    <a:pt x="18" y="20309"/>
                    <a:pt x="18" y="19960"/>
                  </a:cubicBezTo>
                  <a:cubicBezTo>
                    <a:pt x="18" y="19785"/>
                    <a:pt x="18" y="19611"/>
                    <a:pt x="36" y="19402"/>
                  </a:cubicBezTo>
                  <a:cubicBezTo>
                    <a:pt x="36" y="19192"/>
                    <a:pt x="53" y="18983"/>
                    <a:pt x="71" y="18774"/>
                  </a:cubicBezTo>
                  <a:cubicBezTo>
                    <a:pt x="125" y="17866"/>
                    <a:pt x="214" y="16750"/>
                    <a:pt x="374" y="15528"/>
                  </a:cubicBezTo>
                  <a:cubicBezTo>
                    <a:pt x="552" y="14272"/>
                    <a:pt x="801" y="12911"/>
                    <a:pt x="1174" y="11515"/>
                  </a:cubicBezTo>
                  <a:cubicBezTo>
                    <a:pt x="1530" y="10120"/>
                    <a:pt x="2028" y="8689"/>
                    <a:pt x="2633" y="7293"/>
                  </a:cubicBezTo>
                  <a:cubicBezTo>
                    <a:pt x="2936" y="6630"/>
                    <a:pt x="3256" y="5967"/>
                    <a:pt x="3630" y="5339"/>
                  </a:cubicBezTo>
                  <a:cubicBezTo>
                    <a:pt x="3986" y="4676"/>
                    <a:pt x="4395" y="4118"/>
                    <a:pt x="4804" y="3559"/>
                  </a:cubicBezTo>
                  <a:cubicBezTo>
                    <a:pt x="5658" y="2443"/>
                    <a:pt x="6601" y="1535"/>
                    <a:pt x="7615" y="942"/>
                  </a:cubicBezTo>
                  <a:cubicBezTo>
                    <a:pt x="8131" y="628"/>
                    <a:pt x="8647" y="419"/>
                    <a:pt x="9181" y="244"/>
                  </a:cubicBezTo>
                  <a:cubicBezTo>
                    <a:pt x="9715" y="70"/>
                    <a:pt x="10266" y="0"/>
                    <a:pt x="10800" y="0"/>
                  </a:cubicBezTo>
                  <a:cubicBezTo>
                    <a:pt x="11352" y="0"/>
                    <a:pt x="11885" y="70"/>
                    <a:pt x="12419" y="244"/>
                  </a:cubicBezTo>
                  <a:cubicBezTo>
                    <a:pt x="12953" y="419"/>
                    <a:pt x="13469" y="628"/>
                    <a:pt x="13985" y="942"/>
                  </a:cubicBezTo>
                  <a:cubicBezTo>
                    <a:pt x="14999" y="1535"/>
                    <a:pt x="15942" y="2443"/>
                    <a:pt x="16796" y="3559"/>
                  </a:cubicBezTo>
                  <a:cubicBezTo>
                    <a:pt x="16956" y="3769"/>
                    <a:pt x="16956" y="3769"/>
                    <a:pt x="16956" y="3769"/>
                  </a:cubicBezTo>
                  <a:cubicBezTo>
                    <a:pt x="17099" y="3978"/>
                    <a:pt x="17099" y="3978"/>
                    <a:pt x="17099" y="3978"/>
                  </a:cubicBezTo>
                  <a:cubicBezTo>
                    <a:pt x="17205" y="4118"/>
                    <a:pt x="17312" y="4257"/>
                    <a:pt x="17401" y="4397"/>
                  </a:cubicBezTo>
                  <a:cubicBezTo>
                    <a:pt x="17597" y="4711"/>
                    <a:pt x="17792" y="4990"/>
                    <a:pt x="17970" y="5339"/>
                  </a:cubicBezTo>
                  <a:cubicBezTo>
                    <a:pt x="18344" y="5967"/>
                    <a:pt x="18664" y="6630"/>
                    <a:pt x="18967" y="7293"/>
                  </a:cubicBezTo>
                  <a:cubicBezTo>
                    <a:pt x="19572" y="8689"/>
                    <a:pt x="20070" y="10120"/>
                    <a:pt x="20426" y="11515"/>
                  </a:cubicBezTo>
                  <a:cubicBezTo>
                    <a:pt x="20799" y="12911"/>
                    <a:pt x="21048" y="14307"/>
                    <a:pt x="21226" y="15528"/>
                  </a:cubicBezTo>
                  <a:cubicBezTo>
                    <a:pt x="21386" y="16750"/>
                    <a:pt x="21475" y="17866"/>
                    <a:pt x="21529" y="18774"/>
                  </a:cubicBezTo>
                  <a:cubicBezTo>
                    <a:pt x="21547" y="18983"/>
                    <a:pt x="21564" y="19192"/>
                    <a:pt x="21564" y="19402"/>
                  </a:cubicBezTo>
                  <a:cubicBezTo>
                    <a:pt x="21582" y="19611"/>
                    <a:pt x="21582" y="19785"/>
                    <a:pt x="21582" y="19960"/>
                  </a:cubicBezTo>
                  <a:cubicBezTo>
                    <a:pt x="21582" y="20309"/>
                    <a:pt x="21600" y="20623"/>
                    <a:pt x="21600" y="20867"/>
                  </a:cubicBezTo>
                  <a:cubicBezTo>
                    <a:pt x="21582" y="21356"/>
                    <a:pt x="21582" y="21600"/>
                    <a:pt x="21582" y="2160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2" name="Shape 1422"/>
            <p:cNvSpPr/>
            <p:nvPr/>
          </p:nvSpPr>
          <p:spPr>
            <a:xfrm>
              <a:off x="1296164" y="2401580"/>
              <a:ext cx="1472081" cy="768808"/>
            </a:xfrm>
            <a:custGeom>
              <a:avLst/>
              <a:gdLst/>
              <a:ahLst/>
              <a:cxnLst>
                <a:cxn ang="0">
                  <a:pos x="wd2" y="hd2"/>
                </a:cxn>
                <a:cxn ang="5400000">
                  <a:pos x="wd2" y="hd2"/>
                </a:cxn>
                <a:cxn ang="10800000">
                  <a:pos x="wd2" y="hd2"/>
                </a:cxn>
                <a:cxn ang="16200000">
                  <a:pos x="wd2" y="hd2"/>
                </a:cxn>
              </a:cxnLst>
              <a:rect l="0" t="0" r="r" b="b"/>
              <a:pathLst>
                <a:path w="21557" h="21600" fill="norm" stroke="1" extrusionOk="0">
                  <a:moveTo>
                    <a:pt x="21540" y="21600"/>
                  </a:moveTo>
                  <a:cubicBezTo>
                    <a:pt x="21540" y="21600"/>
                    <a:pt x="21502" y="21304"/>
                    <a:pt x="21502" y="20860"/>
                  </a:cubicBezTo>
                  <a:cubicBezTo>
                    <a:pt x="21463" y="20638"/>
                    <a:pt x="21463" y="20342"/>
                    <a:pt x="21425" y="19973"/>
                  </a:cubicBezTo>
                  <a:cubicBezTo>
                    <a:pt x="21425" y="19825"/>
                    <a:pt x="21425" y="19603"/>
                    <a:pt x="21386" y="19455"/>
                  </a:cubicBezTo>
                  <a:cubicBezTo>
                    <a:pt x="21386" y="19233"/>
                    <a:pt x="21348" y="19011"/>
                    <a:pt x="21348" y="18789"/>
                  </a:cubicBezTo>
                  <a:cubicBezTo>
                    <a:pt x="21270" y="18419"/>
                    <a:pt x="21232" y="17901"/>
                    <a:pt x="21155" y="17384"/>
                  </a:cubicBezTo>
                  <a:cubicBezTo>
                    <a:pt x="21078" y="16940"/>
                    <a:pt x="21000" y="16348"/>
                    <a:pt x="20885" y="15756"/>
                  </a:cubicBezTo>
                  <a:cubicBezTo>
                    <a:pt x="20808" y="15238"/>
                    <a:pt x="20653" y="14647"/>
                    <a:pt x="20499" y="13981"/>
                  </a:cubicBezTo>
                  <a:cubicBezTo>
                    <a:pt x="20383" y="13389"/>
                    <a:pt x="20190" y="12797"/>
                    <a:pt x="19998" y="12132"/>
                  </a:cubicBezTo>
                  <a:cubicBezTo>
                    <a:pt x="19920" y="11762"/>
                    <a:pt x="19805" y="11466"/>
                    <a:pt x="19689" y="11170"/>
                  </a:cubicBezTo>
                  <a:cubicBezTo>
                    <a:pt x="19573" y="10874"/>
                    <a:pt x="19458" y="10504"/>
                    <a:pt x="19342" y="10208"/>
                  </a:cubicBezTo>
                  <a:cubicBezTo>
                    <a:pt x="19072" y="9616"/>
                    <a:pt x="18840" y="8951"/>
                    <a:pt x="18493" y="8359"/>
                  </a:cubicBezTo>
                  <a:cubicBezTo>
                    <a:pt x="17915" y="7101"/>
                    <a:pt x="17182" y="5992"/>
                    <a:pt x="16410" y="5030"/>
                  </a:cubicBezTo>
                  <a:cubicBezTo>
                    <a:pt x="15600" y="3995"/>
                    <a:pt x="14675" y="3329"/>
                    <a:pt x="13749" y="2737"/>
                  </a:cubicBezTo>
                  <a:cubicBezTo>
                    <a:pt x="13518" y="2589"/>
                    <a:pt x="13248" y="2515"/>
                    <a:pt x="13016" y="2367"/>
                  </a:cubicBezTo>
                  <a:cubicBezTo>
                    <a:pt x="12823" y="2293"/>
                    <a:pt x="12823" y="2293"/>
                    <a:pt x="12823" y="2293"/>
                  </a:cubicBezTo>
                  <a:cubicBezTo>
                    <a:pt x="12669" y="2219"/>
                    <a:pt x="12669" y="2219"/>
                    <a:pt x="12669" y="2219"/>
                  </a:cubicBezTo>
                  <a:cubicBezTo>
                    <a:pt x="12283" y="2145"/>
                    <a:pt x="12283" y="2145"/>
                    <a:pt x="12283" y="2145"/>
                  </a:cubicBezTo>
                  <a:cubicBezTo>
                    <a:pt x="12052" y="2071"/>
                    <a:pt x="11782" y="1997"/>
                    <a:pt x="11550" y="1997"/>
                  </a:cubicBezTo>
                  <a:cubicBezTo>
                    <a:pt x="10818" y="1923"/>
                    <a:pt x="10818" y="1923"/>
                    <a:pt x="10818" y="1923"/>
                  </a:cubicBezTo>
                  <a:cubicBezTo>
                    <a:pt x="10008" y="1997"/>
                    <a:pt x="10008" y="1997"/>
                    <a:pt x="10008" y="1997"/>
                  </a:cubicBezTo>
                  <a:cubicBezTo>
                    <a:pt x="9892" y="1997"/>
                    <a:pt x="9738" y="1997"/>
                    <a:pt x="9622" y="1997"/>
                  </a:cubicBezTo>
                  <a:cubicBezTo>
                    <a:pt x="9275" y="2145"/>
                    <a:pt x="9275" y="2145"/>
                    <a:pt x="9275" y="2145"/>
                  </a:cubicBezTo>
                  <a:cubicBezTo>
                    <a:pt x="8889" y="2219"/>
                    <a:pt x="8889" y="2219"/>
                    <a:pt x="8889" y="2219"/>
                  </a:cubicBezTo>
                  <a:cubicBezTo>
                    <a:pt x="8735" y="2293"/>
                    <a:pt x="8735" y="2293"/>
                    <a:pt x="8735" y="2293"/>
                  </a:cubicBezTo>
                  <a:cubicBezTo>
                    <a:pt x="8542" y="2367"/>
                    <a:pt x="8542" y="2367"/>
                    <a:pt x="8542" y="2367"/>
                  </a:cubicBezTo>
                  <a:cubicBezTo>
                    <a:pt x="8310" y="2515"/>
                    <a:pt x="8040" y="2589"/>
                    <a:pt x="7809" y="2737"/>
                  </a:cubicBezTo>
                  <a:cubicBezTo>
                    <a:pt x="6883" y="3329"/>
                    <a:pt x="5958" y="3995"/>
                    <a:pt x="5148" y="5030"/>
                  </a:cubicBezTo>
                  <a:cubicBezTo>
                    <a:pt x="4376" y="5992"/>
                    <a:pt x="3643" y="7101"/>
                    <a:pt x="3065" y="8359"/>
                  </a:cubicBezTo>
                  <a:cubicBezTo>
                    <a:pt x="2718" y="8951"/>
                    <a:pt x="2486" y="9616"/>
                    <a:pt x="2216" y="10208"/>
                  </a:cubicBezTo>
                  <a:cubicBezTo>
                    <a:pt x="2100" y="10504"/>
                    <a:pt x="1985" y="10874"/>
                    <a:pt x="1869" y="11170"/>
                  </a:cubicBezTo>
                  <a:cubicBezTo>
                    <a:pt x="1753" y="11466"/>
                    <a:pt x="1638" y="11762"/>
                    <a:pt x="1560" y="12132"/>
                  </a:cubicBezTo>
                  <a:cubicBezTo>
                    <a:pt x="1368" y="12797"/>
                    <a:pt x="1175" y="13389"/>
                    <a:pt x="1059" y="13981"/>
                  </a:cubicBezTo>
                  <a:cubicBezTo>
                    <a:pt x="905" y="14647"/>
                    <a:pt x="750" y="15238"/>
                    <a:pt x="673" y="15756"/>
                  </a:cubicBezTo>
                  <a:cubicBezTo>
                    <a:pt x="558" y="16348"/>
                    <a:pt x="480" y="16940"/>
                    <a:pt x="403" y="17384"/>
                  </a:cubicBezTo>
                  <a:cubicBezTo>
                    <a:pt x="326" y="17901"/>
                    <a:pt x="288" y="18419"/>
                    <a:pt x="249" y="18789"/>
                  </a:cubicBezTo>
                  <a:cubicBezTo>
                    <a:pt x="210" y="19011"/>
                    <a:pt x="172" y="19233"/>
                    <a:pt x="172" y="19455"/>
                  </a:cubicBezTo>
                  <a:cubicBezTo>
                    <a:pt x="133" y="19603"/>
                    <a:pt x="133" y="19825"/>
                    <a:pt x="133" y="19973"/>
                  </a:cubicBezTo>
                  <a:cubicBezTo>
                    <a:pt x="95" y="20342"/>
                    <a:pt x="95" y="20638"/>
                    <a:pt x="56" y="20860"/>
                  </a:cubicBezTo>
                  <a:cubicBezTo>
                    <a:pt x="56" y="21304"/>
                    <a:pt x="18" y="21600"/>
                    <a:pt x="18" y="21600"/>
                  </a:cubicBezTo>
                  <a:cubicBezTo>
                    <a:pt x="18" y="21600"/>
                    <a:pt x="18" y="21304"/>
                    <a:pt x="18" y="20860"/>
                  </a:cubicBezTo>
                  <a:cubicBezTo>
                    <a:pt x="18" y="20638"/>
                    <a:pt x="18" y="20342"/>
                    <a:pt x="18" y="19973"/>
                  </a:cubicBezTo>
                  <a:cubicBezTo>
                    <a:pt x="18" y="19825"/>
                    <a:pt x="-21" y="19603"/>
                    <a:pt x="18" y="19381"/>
                  </a:cubicBezTo>
                  <a:cubicBezTo>
                    <a:pt x="18" y="19233"/>
                    <a:pt x="18" y="19011"/>
                    <a:pt x="18" y="18789"/>
                  </a:cubicBezTo>
                  <a:cubicBezTo>
                    <a:pt x="56" y="18345"/>
                    <a:pt x="56" y="17827"/>
                    <a:pt x="95" y="17310"/>
                  </a:cubicBezTo>
                  <a:cubicBezTo>
                    <a:pt x="172" y="16792"/>
                    <a:pt x="210" y="16200"/>
                    <a:pt x="288" y="15534"/>
                  </a:cubicBezTo>
                  <a:cubicBezTo>
                    <a:pt x="365" y="14942"/>
                    <a:pt x="480" y="14351"/>
                    <a:pt x="596" y="13611"/>
                  </a:cubicBezTo>
                  <a:cubicBezTo>
                    <a:pt x="635" y="13315"/>
                    <a:pt x="712" y="12945"/>
                    <a:pt x="789" y="12649"/>
                  </a:cubicBezTo>
                  <a:cubicBezTo>
                    <a:pt x="866" y="12279"/>
                    <a:pt x="943" y="11910"/>
                    <a:pt x="1020" y="11614"/>
                  </a:cubicBezTo>
                  <a:cubicBezTo>
                    <a:pt x="1136" y="11244"/>
                    <a:pt x="1252" y="10874"/>
                    <a:pt x="1329" y="10504"/>
                  </a:cubicBezTo>
                  <a:cubicBezTo>
                    <a:pt x="1445" y="10208"/>
                    <a:pt x="1522" y="9838"/>
                    <a:pt x="1676" y="9468"/>
                  </a:cubicBezTo>
                  <a:cubicBezTo>
                    <a:pt x="1908" y="8803"/>
                    <a:pt x="2178" y="8063"/>
                    <a:pt x="2486" y="7397"/>
                  </a:cubicBezTo>
                  <a:cubicBezTo>
                    <a:pt x="3065" y="5992"/>
                    <a:pt x="3836" y="4734"/>
                    <a:pt x="4685" y="3551"/>
                  </a:cubicBezTo>
                  <a:cubicBezTo>
                    <a:pt x="4878" y="3329"/>
                    <a:pt x="5109" y="3033"/>
                    <a:pt x="5340" y="2811"/>
                  </a:cubicBezTo>
                  <a:cubicBezTo>
                    <a:pt x="5572" y="2515"/>
                    <a:pt x="5803" y="2293"/>
                    <a:pt x="6035" y="2071"/>
                  </a:cubicBezTo>
                  <a:cubicBezTo>
                    <a:pt x="6382" y="1701"/>
                    <a:pt x="6382" y="1701"/>
                    <a:pt x="6382" y="1701"/>
                  </a:cubicBezTo>
                  <a:cubicBezTo>
                    <a:pt x="6768" y="1479"/>
                    <a:pt x="6768" y="1479"/>
                    <a:pt x="6768" y="1479"/>
                  </a:cubicBezTo>
                  <a:cubicBezTo>
                    <a:pt x="7038" y="1258"/>
                    <a:pt x="7269" y="1110"/>
                    <a:pt x="7539" y="962"/>
                  </a:cubicBezTo>
                  <a:cubicBezTo>
                    <a:pt x="7809" y="814"/>
                    <a:pt x="8040" y="666"/>
                    <a:pt x="8310" y="518"/>
                  </a:cubicBezTo>
                  <a:cubicBezTo>
                    <a:pt x="8503" y="444"/>
                    <a:pt x="8503" y="444"/>
                    <a:pt x="8503" y="444"/>
                  </a:cubicBezTo>
                  <a:cubicBezTo>
                    <a:pt x="8735" y="370"/>
                    <a:pt x="8735" y="370"/>
                    <a:pt x="8735" y="370"/>
                  </a:cubicBezTo>
                  <a:cubicBezTo>
                    <a:pt x="9159" y="222"/>
                    <a:pt x="9159" y="222"/>
                    <a:pt x="9159" y="222"/>
                  </a:cubicBezTo>
                  <a:cubicBezTo>
                    <a:pt x="9545" y="148"/>
                    <a:pt x="9545" y="148"/>
                    <a:pt x="9545" y="148"/>
                  </a:cubicBezTo>
                  <a:cubicBezTo>
                    <a:pt x="9699" y="74"/>
                    <a:pt x="9815" y="74"/>
                    <a:pt x="9969" y="74"/>
                  </a:cubicBezTo>
                  <a:cubicBezTo>
                    <a:pt x="10740" y="0"/>
                    <a:pt x="10740" y="0"/>
                    <a:pt x="10740" y="0"/>
                  </a:cubicBezTo>
                  <a:cubicBezTo>
                    <a:pt x="11589" y="74"/>
                    <a:pt x="11589" y="74"/>
                    <a:pt x="11589" y="74"/>
                  </a:cubicBezTo>
                  <a:cubicBezTo>
                    <a:pt x="11898" y="74"/>
                    <a:pt x="12168" y="148"/>
                    <a:pt x="12438" y="222"/>
                  </a:cubicBezTo>
                  <a:cubicBezTo>
                    <a:pt x="12823" y="370"/>
                    <a:pt x="12823" y="370"/>
                    <a:pt x="12823" y="370"/>
                  </a:cubicBezTo>
                  <a:cubicBezTo>
                    <a:pt x="13055" y="444"/>
                    <a:pt x="13055" y="444"/>
                    <a:pt x="13055" y="444"/>
                  </a:cubicBezTo>
                  <a:cubicBezTo>
                    <a:pt x="13248" y="518"/>
                    <a:pt x="13248" y="518"/>
                    <a:pt x="13248" y="518"/>
                  </a:cubicBezTo>
                  <a:cubicBezTo>
                    <a:pt x="13518" y="666"/>
                    <a:pt x="13749" y="814"/>
                    <a:pt x="14019" y="962"/>
                  </a:cubicBezTo>
                  <a:cubicBezTo>
                    <a:pt x="14289" y="1110"/>
                    <a:pt x="14520" y="1258"/>
                    <a:pt x="14790" y="1479"/>
                  </a:cubicBezTo>
                  <a:cubicBezTo>
                    <a:pt x="15176" y="1701"/>
                    <a:pt x="15176" y="1701"/>
                    <a:pt x="15176" y="1701"/>
                  </a:cubicBezTo>
                  <a:cubicBezTo>
                    <a:pt x="15523" y="2071"/>
                    <a:pt x="15523" y="2071"/>
                    <a:pt x="15523" y="2071"/>
                  </a:cubicBezTo>
                  <a:cubicBezTo>
                    <a:pt x="15755" y="2293"/>
                    <a:pt x="15986" y="2515"/>
                    <a:pt x="16218" y="2811"/>
                  </a:cubicBezTo>
                  <a:cubicBezTo>
                    <a:pt x="16449" y="3033"/>
                    <a:pt x="16680" y="3329"/>
                    <a:pt x="16873" y="3551"/>
                  </a:cubicBezTo>
                  <a:cubicBezTo>
                    <a:pt x="17722" y="4734"/>
                    <a:pt x="18493" y="5992"/>
                    <a:pt x="19072" y="7397"/>
                  </a:cubicBezTo>
                  <a:cubicBezTo>
                    <a:pt x="19380" y="8063"/>
                    <a:pt x="19650" y="8803"/>
                    <a:pt x="19882" y="9468"/>
                  </a:cubicBezTo>
                  <a:cubicBezTo>
                    <a:pt x="20036" y="9838"/>
                    <a:pt x="20113" y="10208"/>
                    <a:pt x="20229" y="10504"/>
                  </a:cubicBezTo>
                  <a:cubicBezTo>
                    <a:pt x="20306" y="10874"/>
                    <a:pt x="20422" y="11244"/>
                    <a:pt x="20499" y="11614"/>
                  </a:cubicBezTo>
                  <a:cubicBezTo>
                    <a:pt x="20615" y="11910"/>
                    <a:pt x="20692" y="12279"/>
                    <a:pt x="20769" y="12649"/>
                  </a:cubicBezTo>
                  <a:cubicBezTo>
                    <a:pt x="20846" y="12945"/>
                    <a:pt x="20923" y="13315"/>
                    <a:pt x="20962" y="13611"/>
                  </a:cubicBezTo>
                  <a:cubicBezTo>
                    <a:pt x="21078" y="14351"/>
                    <a:pt x="21193" y="14942"/>
                    <a:pt x="21270" y="15534"/>
                  </a:cubicBezTo>
                  <a:cubicBezTo>
                    <a:pt x="21348" y="16200"/>
                    <a:pt x="21386" y="16792"/>
                    <a:pt x="21463" y="17310"/>
                  </a:cubicBezTo>
                  <a:cubicBezTo>
                    <a:pt x="21502" y="17827"/>
                    <a:pt x="21502" y="18345"/>
                    <a:pt x="21540" y="18789"/>
                  </a:cubicBezTo>
                  <a:cubicBezTo>
                    <a:pt x="21540" y="19011"/>
                    <a:pt x="21540" y="19233"/>
                    <a:pt x="21540" y="19381"/>
                  </a:cubicBezTo>
                  <a:cubicBezTo>
                    <a:pt x="21579" y="19603"/>
                    <a:pt x="21540" y="19825"/>
                    <a:pt x="21540" y="19973"/>
                  </a:cubicBezTo>
                  <a:cubicBezTo>
                    <a:pt x="21540" y="20342"/>
                    <a:pt x="21540" y="20638"/>
                    <a:pt x="21540" y="20860"/>
                  </a:cubicBezTo>
                  <a:cubicBezTo>
                    <a:pt x="21540" y="21304"/>
                    <a:pt x="21540" y="21600"/>
                    <a:pt x="21540" y="2160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3" name="Shape 1423"/>
            <p:cNvSpPr/>
            <p:nvPr/>
          </p:nvSpPr>
          <p:spPr>
            <a:xfrm>
              <a:off x="1929982" y="3105275"/>
              <a:ext cx="25388" cy="87650"/>
            </a:xfrm>
            <a:custGeom>
              <a:avLst/>
              <a:gdLst/>
              <a:ahLst/>
              <a:cxnLst>
                <a:cxn ang="0">
                  <a:pos x="wd2" y="hd2"/>
                </a:cxn>
                <a:cxn ang="5400000">
                  <a:pos x="wd2" y="hd2"/>
                </a:cxn>
                <a:cxn ang="10800000">
                  <a:pos x="wd2" y="hd2"/>
                </a:cxn>
                <a:cxn ang="16200000">
                  <a:pos x="wd2" y="hd2"/>
                </a:cxn>
              </a:cxnLst>
              <a:rect l="0" t="0" r="r" b="b"/>
              <a:pathLst>
                <a:path w="16200" h="21600" fill="norm" stroke="1" extrusionOk="0">
                  <a:moveTo>
                    <a:pt x="16200" y="0"/>
                  </a:moveTo>
                  <a:cubicBezTo>
                    <a:pt x="-5400" y="6545"/>
                    <a:pt x="-5400" y="14400"/>
                    <a:pt x="16200" y="21600"/>
                  </a:cubicBezTo>
                  <a:cubicBezTo>
                    <a:pt x="7560" y="18327"/>
                    <a:pt x="3240" y="14400"/>
                    <a:pt x="3240" y="10473"/>
                  </a:cubicBezTo>
                  <a:cubicBezTo>
                    <a:pt x="3240" y="7200"/>
                    <a:pt x="7560" y="3273"/>
                    <a:pt x="16200" y="0"/>
                  </a:cubicBezTo>
                </a:path>
              </a:pathLst>
            </a:custGeom>
            <a:solidFill>
              <a:srgbClr val="C5181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4" name="Shape 1424"/>
            <p:cNvSpPr/>
            <p:nvPr/>
          </p:nvSpPr>
          <p:spPr>
            <a:xfrm>
              <a:off x="3538341" y="4540213"/>
              <a:ext cx="25388" cy="30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5120" y="7855"/>
                    <a:pt x="8640" y="13745"/>
                    <a:pt x="0" y="21600"/>
                  </a:cubicBezTo>
                  <a:cubicBezTo>
                    <a:pt x="21600" y="1964"/>
                    <a:pt x="21600" y="1964"/>
                    <a:pt x="21600" y="1964"/>
                  </a:cubicBezTo>
                  <a:cubicBezTo>
                    <a:pt x="21600" y="0"/>
                    <a:pt x="21600" y="0"/>
                    <a:pt x="21600" y="0"/>
                  </a:cubicBezTo>
                </a:path>
              </a:pathLst>
            </a:custGeom>
            <a:solidFill>
              <a:srgbClr val="D6D6D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5" name="Shape 1425"/>
            <p:cNvSpPr/>
            <p:nvPr/>
          </p:nvSpPr>
          <p:spPr>
            <a:xfrm>
              <a:off x="1938173" y="533280"/>
              <a:ext cx="2722367" cy="2719748"/>
            </a:xfrm>
            <a:custGeom>
              <a:avLst/>
              <a:gdLst/>
              <a:ahLst/>
              <a:cxnLst>
                <a:cxn ang="0">
                  <a:pos x="wd2" y="hd2"/>
                </a:cxn>
                <a:cxn ang="5400000">
                  <a:pos x="wd2" y="hd2"/>
                </a:cxn>
                <a:cxn ang="10800000">
                  <a:pos x="wd2" y="hd2"/>
                </a:cxn>
                <a:cxn ang="16200000">
                  <a:pos x="wd2" y="hd2"/>
                </a:cxn>
              </a:cxnLst>
              <a:rect l="0" t="0" r="r" b="b"/>
              <a:pathLst>
                <a:path w="21444" h="21522" fill="norm" stroke="1" extrusionOk="0">
                  <a:moveTo>
                    <a:pt x="816" y="21522"/>
                  </a:moveTo>
                  <a:cubicBezTo>
                    <a:pt x="1024" y="21522"/>
                    <a:pt x="1232" y="21439"/>
                    <a:pt x="1398" y="21272"/>
                  </a:cubicBezTo>
                  <a:cubicBezTo>
                    <a:pt x="21210" y="1404"/>
                    <a:pt x="21210" y="1404"/>
                    <a:pt x="21210" y="1404"/>
                  </a:cubicBezTo>
                  <a:cubicBezTo>
                    <a:pt x="21522" y="1070"/>
                    <a:pt x="21522" y="548"/>
                    <a:pt x="21210" y="235"/>
                  </a:cubicBezTo>
                  <a:cubicBezTo>
                    <a:pt x="20898" y="-78"/>
                    <a:pt x="20379" y="-78"/>
                    <a:pt x="20046" y="235"/>
                  </a:cubicBezTo>
                  <a:cubicBezTo>
                    <a:pt x="234" y="20124"/>
                    <a:pt x="234" y="20124"/>
                    <a:pt x="234" y="20124"/>
                  </a:cubicBezTo>
                  <a:cubicBezTo>
                    <a:pt x="-78" y="20437"/>
                    <a:pt x="-78" y="20959"/>
                    <a:pt x="234" y="21272"/>
                  </a:cubicBezTo>
                  <a:cubicBezTo>
                    <a:pt x="400" y="21439"/>
                    <a:pt x="608" y="21522"/>
                    <a:pt x="816" y="21522"/>
                  </a:cubicBezTo>
                </a:path>
              </a:pathLst>
            </a:custGeom>
            <a:solidFill>
              <a:srgbClr val="40404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6" name="Shape 1426"/>
            <p:cNvSpPr/>
            <p:nvPr/>
          </p:nvSpPr>
          <p:spPr>
            <a:xfrm>
              <a:off x="3505417" y="0"/>
              <a:ext cx="977200" cy="1464990"/>
            </a:xfrm>
            <a:custGeom>
              <a:avLst/>
              <a:gdLst/>
              <a:ahLst/>
              <a:cxnLst>
                <a:cxn ang="0">
                  <a:pos x="wd2" y="hd2"/>
                </a:cxn>
                <a:cxn ang="5400000">
                  <a:pos x="wd2" y="hd2"/>
                </a:cxn>
                <a:cxn ang="10800000">
                  <a:pos x="wd2" y="hd2"/>
                </a:cxn>
                <a:cxn ang="16200000">
                  <a:pos x="wd2" y="hd2"/>
                </a:cxn>
              </a:cxnLst>
              <a:rect l="0" t="0" r="r" b="b"/>
              <a:pathLst>
                <a:path w="19069" h="21600" fill="norm" stroke="1" extrusionOk="0">
                  <a:moveTo>
                    <a:pt x="19018" y="8796"/>
                  </a:moveTo>
                  <a:cubicBezTo>
                    <a:pt x="19018" y="8796"/>
                    <a:pt x="13463" y="6032"/>
                    <a:pt x="19069" y="0"/>
                  </a:cubicBezTo>
                  <a:cubicBezTo>
                    <a:pt x="1943" y="12960"/>
                    <a:pt x="1943" y="12960"/>
                    <a:pt x="1943" y="12960"/>
                  </a:cubicBezTo>
                  <a:cubicBezTo>
                    <a:pt x="1943" y="12960"/>
                    <a:pt x="-2531" y="18097"/>
                    <a:pt x="2098" y="21600"/>
                  </a:cubicBezTo>
                  <a:lnTo>
                    <a:pt x="19018" y="8796"/>
                  </a:lnTo>
                  <a:close/>
                </a:path>
              </a:pathLst>
            </a:cu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7" name="Shape 1427"/>
            <p:cNvSpPr/>
            <p:nvPr/>
          </p:nvSpPr>
          <p:spPr>
            <a:xfrm>
              <a:off x="3523485" y="45076"/>
              <a:ext cx="914055" cy="13720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049" y="20108"/>
                  </a:moveTo>
                  <a:lnTo>
                    <a:pt x="5138" y="20141"/>
                  </a:lnTo>
                  <a:cubicBezTo>
                    <a:pt x="5201" y="20224"/>
                    <a:pt x="5263" y="20224"/>
                    <a:pt x="5263" y="20224"/>
                  </a:cubicBezTo>
                  <a:cubicBezTo>
                    <a:pt x="5263" y="20224"/>
                    <a:pt x="5217" y="20204"/>
                    <a:pt x="5130" y="20157"/>
                  </a:cubicBezTo>
                  <a:close/>
                  <a:moveTo>
                    <a:pt x="8304" y="17939"/>
                  </a:moveTo>
                  <a:lnTo>
                    <a:pt x="8393" y="17973"/>
                  </a:lnTo>
                  <a:cubicBezTo>
                    <a:pt x="8456" y="18014"/>
                    <a:pt x="8518" y="18056"/>
                    <a:pt x="8518" y="18056"/>
                  </a:cubicBezTo>
                  <a:cubicBezTo>
                    <a:pt x="8518" y="18056"/>
                    <a:pt x="8471" y="18035"/>
                    <a:pt x="8385" y="17989"/>
                  </a:cubicBezTo>
                  <a:close/>
                  <a:moveTo>
                    <a:pt x="11596" y="15782"/>
                  </a:moveTo>
                  <a:lnTo>
                    <a:pt x="11645" y="15805"/>
                  </a:lnTo>
                  <a:cubicBezTo>
                    <a:pt x="11707" y="15846"/>
                    <a:pt x="11770" y="15888"/>
                    <a:pt x="11770" y="15888"/>
                  </a:cubicBezTo>
                  <a:cubicBezTo>
                    <a:pt x="11770" y="15888"/>
                    <a:pt x="11723" y="15857"/>
                    <a:pt x="11637" y="15805"/>
                  </a:cubicBezTo>
                  <a:close/>
                  <a:moveTo>
                    <a:pt x="3196" y="12261"/>
                  </a:moveTo>
                  <a:cubicBezTo>
                    <a:pt x="3196" y="12261"/>
                    <a:pt x="3073" y="12427"/>
                    <a:pt x="2827" y="12676"/>
                  </a:cubicBezTo>
                  <a:cubicBezTo>
                    <a:pt x="2704" y="12800"/>
                    <a:pt x="2581" y="12925"/>
                    <a:pt x="2458" y="13091"/>
                  </a:cubicBezTo>
                  <a:cubicBezTo>
                    <a:pt x="2335" y="13298"/>
                    <a:pt x="2151" y="13464"/>
                    <a:pt x="1967" y="13714"/>
                  </a:cubicBezTo>
                  <a:cubicBezTo>
                    <a:pt x="1905" y="13797"/>
                    <a:pt x="1844" y="13921"/>
                    <a:pt x="1721" y="14046"/>
                  </a:cubicBezTo>
                  <a:cubicBezTo>
                    <a:pt x="1659" y="14170"/>
                    <a:pt x="1598" y="14295"/>
                    <a:pt x="1475" y="14419"/>
                  </a:cubicBezTo>
                  <a:cubicBezTo>
                    <a:pt x="1413" y="14544"/>
                    <a:pt x="1352" y="14668"/>
                    <a:pt x="1229" y="14793"/>
                  </a:cubicBezTo>
                  <a:cubicBezTo>
                    <a:pt x="1168" y="14959"/>
                    <a:pt x="1106" y="15083"/>
                    <a:pt x="1045" y="15208"/>
                  </a:cubicBezTo>
                  <a:cubicBezTo>
                    <a:pt x="860" y="15498"/>
                    <a:pt x="737" y="15830"/>
                    <a:pt x="615" y="16121"/>
                  </a:cubicBezTo>
                  <a:cubicBezTo>
                    <a:pt x="553" y="16412"/>
                    <a:pt x="430" y="16744"/>
                    <a:pt x="430" y="17076"/>
                  </a:cubicBezTo>
                  <a:cubicBezTo>
                    <a:pt x="369" y="17325"/>
                    <a:pt x="369" y="17325"/>
                    <a:pt x="369" y="17325"/>
                  </a:cubicBezTo>
                  <a:cubicBezTo>
                    <a:pt x="369" y="17532"/>
                    <a:pt x="369" y="17532"/>
                    <a:pt x="369" y="17532"/>
                  </a:cubicBezTo>
                  <a:cubicBezTo>
                    <a:pt x="369" y="17698"/>
                    <a:pt x="369" y="17864"/>
                    <a:pt x="369" y="18030"/>
                  </a:cubicBezTo>
                  <a:cubicBezTo>
                    <a:pt x="430" y="18321"/>
                    <a:pt x="492" y="18653"/>
                    <a:pt x="615" y="18944"/>
                  </a:cubicBezTo>
                  <a:cubicBezTo>
                    <a:pt x="676" y="19234"/>
                    <a:pt x="860" y="19483"/>
                    <a:pt x="983" y="19732"/>
                  </a:cubicBezTo>
                  <a:cubicBezTo>
                    <a:pt x="1168" y="20023"/>
                    <a:pt x="1352" y="20230"/>
                    <a:pt x="1536" y="20438"/>
                  </a:cubicBezTo>
                  <a:cubicBezTo>
                    <a:pt x="1905" y="20853"/>
                    <a:pt x="2274" y="21185"/>
                    <a:pt x="2581" y="21351"/>
                  </a:cubicBezTo>
                  <a:lnTo>
                    <a:pt x="2950" y="21600"/>
                  </a:lnTo>
                  <a:lnTo>
                    <a:pt x="2520" y="21392"/>
                  </a:lnTo>
                  <a:cubicBezTo>
                    <a:pt x="2212" y="21226"/>
                    <a:pt x="1782" y="20936"/>
                    <a:pt x="1352" y="20521"/>
                  </a:cubicBezTo>
                  <a:cubicBezTo>
                    <a:pt x="1106" y="20313"/>
                    <a:pt x="922" y="20106"/>
                    <a:pt x="737" y="19857"/>
                  </a:cubicBezTo>
                  <a:cubicBezTo>
                    <a:pt x="615" y="19691"/>
                    <a:pt x="553" y="19566"/>
                    <a:pt x="492" y="19442"/>
                  </a:cubicBezTo>
                  <a:cubicBezTo>
                    <a:pt x="369" y="19276"/>
                    <a:pt x="307" y="19151"/>
                    <a:pt x="246" y="18985"/>
                  </a:cubicBezTo>
                  <a:cubicBezTo>
                    <a:pt x="123" y="18694"/>
                    <a:pt x="61" y="18362"/>
                    <a:pt x="0" y="18030"/>
                  </a:cubicBezTo>
                  <a:cubicBezTo>
                    <a:pt x="0" y="17864"/>
                    <a:pt x="0" y="17698"/>
                    <a:pt x="0" y="17532"/>
                  </a:cubicBezTo>
                  <a:cubicBezTo>
                    <a:pt x="0" y="17283"/>
                    <a:pt x="0" y="17283"/>
                    <a:pt x="0" y="17283"/>
                  </a:cubicBezTo>
                  <a:cubicBezTo>
                    <a:pt x="0" y="17034"/>
                    <a:pt x="0" y="17034"/>
                    <a:pt x="0" y="17034"/>
                  </a:cubicBezTo>
                  <a:cubicBezTo>
                    <a:pt x="61" y="16702"/>
                    <a:pt x="184" y="16370"/>
                    <a:pt x="246" y="16079"/>
                  </a:cubicBezTo>
                  <a:cubicBezTo>
                    <a:pt x="369" y="15747"/>
                    <a:pt x="553" y="15457"/>
                    <a:pt x="676" y="15166"/>
                  </a:cubicBezTo>
                  <a:cubicBezTo>
                    <a:pt x="737" y="15000"/>
                    <a:pt x="860" y="14876"/>
                    <a:pt x="922" y="14710"/>
                  </a:cubicBezTo>
                  <a:cubicBezTo>
                    <a:pt x="1045" y="14585"/>
                    <a:pt x="1106" y="14461"/>
                    <a:pt x="1229" y="14336"/>
                  </a:cubicBezTo>
                  <a:cubicBezTo>
                    <a:pt x="1291" y="14212"/>
                    <a:pt x="1413" y="14087"/>
                    <a:pt x="1475" y="13963"/>
                  </a:cubicBezTo>
                  <a:cubicBezTo>
                    <a:pt x="1598" y="13838"/>
                    <a:pt x="1721" y="13714"/>
                    <a:pt x="1782" y="13631"/>
                  </a:cubicBezTo>
                  <a:cubicBezTo>
                    <a:pt x="1967" y="13423"/>
                    <a:pt x="2151" y="13215"/>
                    <a:pt x="2335" y="13049"/>
                  </a:cubicBezTo>
                  <a:cubicBezTo>
                    <a:pt x="2458" y="12883"/>
                    <a:pt x="2643" y="12759"/>
                    <a:pt x="2765" y="12634"/>
                  </a:cubicBezTo>
                  <a:cubicBezTo>
                    <a:pt x="3011" y="12385"/>
                    <a:pt x="3196" y="12261"/>
                    <a:pt x="3196" y="12261"/>
                  </a:cubicBezTo>
                  <a:close/>
                  <a:moveTo>
                    <a:pt x="16986" y="12198"/>
                  </a:moveTo>
                  <a:lnTo>
                    <a:pt x="17036" y="12217"/>
                  </a:lnTo>
                  <a:cubicBezTo>
                    <a:pt x="17098" y="12300"/>
                    <a:pt x="17159" y="12300"/>
                    <a:pt x="17159" y="12300"/>
                  </a:cubicBezTo>
                  <a:close/>
                  <a:moveTo>
                    <a:pt x="4261" y="11551"/>
                  </a:moveTo>
                  <a:cubicBezTo>
                    <a:pt x="4261" y="11551"/>
                    <a:pt x="4138" y="11676"/>
                    <a:pt x="3892" y="11925"/>
                  </a:cubicBezTo>
                  <a:cubicBezTo>
                    <a:pt x="3831" y="12049"/>
                    <a:pt x="3708" y="12215"/>
                    <a:pt x="3523" y="12381"/>
                  </a:cubicBezTo>
                  <a:cubicBezTo>
                    <a:pt x="3400" y="12548"/>
                    <a:pt x="3216" y="12755"/>
                    <a:pt x="3093" y="12963"/>
                  </a:cubicBezTo>
                  <a:cubicBezTo>
                    <a:pt x="2970" y="13087"/>
                    <a:pt x="2909" y="13212"/>
                    <a:pt x="2847" y="13336"/>
                  </a:cubicBezTo>
                  <a:cubicBezTo>
                    <a:pt x="2724" y="13419"/>
                    <a:pt x="2663" y="13544"/>
                    <a:pt x="2602" y="13669"/>
                  </a:cubicBezTo>
                  <a:cubicBezTo>
                    <a:pt x="2479" y="13835"/>
                    <a:pt x="2417" y="13959"/>
                    <a:pt x="2356" y="14084"/>
                  </a:cubicBezTo>
                  <a:cubicBezTo>
                    <a:pt x="2294" y="14208"/>
                    <a:pt x="2171" y="14374"/>
                    <a:pt x="2110" y="14499"/>
                  </a:cubicBezTo>
                  <a:cubicBezTo>
                    <a:pt x="1987" y="14789"/>
                    <a:pt x="1864" y="15080"/>
                    <a:pt x="1741" y="15412"/>
                  </a:cubicBezTo>
                  <a:cubicBezTo>
                    <a:pt x="1618" y="15703"/>
                    <a:pt x="1557" y="16035"/>
                    <a:pt x="1495" y="16326"/>
                  </a:cubicBezTo>
                  <a:cubicBezTo>
                    <a:pt x="1495" y="16575"/>
                    <a:pt x="1495" y="16575"/>
                    <a:pt x="1495" y="16575"/>
                  </a:cubicBezTo>
                  <a:cubicBezTo>
                    <a:pt x="1495" y="16824"/>
                    <a:pt x="1495" y="16824"/>
                    <a:pt x="1495" y="16824"/>
                  </a:cubicBezTo>
                  <a:cubicBezTo>
                    <a:pt x="1434" y="16990"/>
                    <a:pt x="1495" y="17156"/>
                    <a:pt x="1495" y="17280"/>
                  </a:cubicBezTo>
                  <a:cubicBezTo>
                    <a:pt x="1495" y="17613"/>
                    <a:pt x="1557" y="17903"/>
                    <a:pt x="1680" y="18194"/>
                  </a:cubicBezTo>
                  <a:cubicBezTo>
                    <a:pt x="1803" y="18484"/>
                    <a:pt x="1926" y="18775"/>
                    <a:pt x="2110" y="19024"/>
                  </a:cubicBezTo>
                  <a:cubicBezTo>
                    <a:pt x="2233" y="19273"/>
                    <a:pt x="2417" y="19522"/>
                    <a:pt x="2602" y="19730"/>
                  </a:cubicBezTo>
                  <a:cubicBezTo>
                    <a:pt x="2970" y="20145"/>
                    <a:pt x="3400" y="20436"/>
                    <a:pt x="3708" y="20643"/>
                  </a:cubicBezTo>
                  <a:cubicBezTo>
                    <a:pt x="3954" y="20851"/>
                    <a:pt x="4199" y="20934"/>
                    <a:pt x="4199" y="20934"/>
                  </a:cubicBezTo>
                  <a:cubicBezTo>
                    <a:pt x="4199" y="20934"/>
                    <a:pt x="4138" y="20934"/>
                    <a:pt x="4015" y="20892"/>
                  </a:cubicBezTo>
                  <a:cubicBezTo>
                    <a:pt x="3954" y="20851"/>
                    <a:pt x="3769" y="20768"/>
                    <a:pt x="3646" y="20685"/>
                  </a:cubicBezTo>
                  <a:cubicBezTo>
                    <a:pt x="3339" y="20519"/>
                    <a:pt x="2847" y="20228"/>
                    <a:pt x="2417" y="19813"/>
                  </a:cubicBezTo>
                  <a:cubicBezTo>
                    <a:pt x="2233" y="19605"/>
                    <a:pt x="1987" y="19356"/>
                    <a:pt x="1803" y="19107"/>
                  </a:cubicBezTo>
                  <a:cubicBezTo>
                    <a:pt x="1741" y="18983"/>
                    <a:pt x="1618" y="18858"/>
                    <a:pt x="1557" y="18692"/>
                  </a:cubicBezTo>
                  <a:cubicBezTo>
                    <a:pt x="1495" y="18567"/>
                    <a:pt x="1372" y="18401"/>
                    <a:pt x="1372" y="18277"/>
                  </a:cubicBezTo>
                  <a:cubicBezTo>
                    <a:pt x="1188" y="17986"/>
                    <a:pt x="1127" y="17654"/>
                    <a:pt x="1065" y="17322"/>
                  </a:cubicBezTo>
                  <a:cubicBezTo>
                    <a:pt x="1065" y="17156"/>
                    <a:pt x="1065" y="16990"/>
                    <a:pt x="1065" y="16824"/>
                  </a:cubicBezTo>
                  <a:cubicBezTo>
                    <a:pt x="1065" y="16575"/>
                    <a:pt x="1065" y="16575"/>
                    <a:pt x="1065" y="16575"/>
                  </a:cubicBezTo>
                  <a:cubicBezTo>
                    <a:pt x="1127" y="16326"/>
                    <a:pt x="1127" y="16326"/>
                    <a:pt x="1127" y="16326"/>
                  </a:cubicBezTo>
                  <a:cubicBezTo>
                    <a:pt x="1127" y="15993"/>
                    <a:pt x="1250" y="15661"/>
                    <a:pt x="1372" y="15329"/>
                  </a:cubicBezTo>
                  <a:cubicBezTo>
                    <a:pt x="1495" y="15039"/>
                    <a:pt x="1618" y="14706"/>
                    <a:pt x="1803" y="14416"/>
                  </a:cubicBezTo>
                  <a:cubicBezTo>
                    <a:pt x="1864" y="14291"/>
                    <a:pt x="1926" y="14125"/>
                    <a:pt x="2048" y="14001"/>
                  </a:cubicBezTo>
                  <a:cubicBezTo>
                    <a:pt x="2110" y="13876"/>
                    <a:pt x="2233" y="13710"/>
                    <a:pt x="2294" y="13585"/>
                  </a:cubicBezTo>
                  <a:cubicBezTo>
                    <a:pt x="2417" y="13461"/>
                    <a:pt x="2479" y="13336"/>
                    <a:pt x="2602" y="13253"/>
                  </a:cubicBezTo>
                  <a:cubicBezTo>
                    <a:pt x="2663" y="13129"/>
                    <a:pt x="2786" y="13004"/>
                    <a:pt x="2847" y="12921"/>
                  </a:cubicBezTo>
                  <a:cubicBezTo>
                    <a:pt x="3032" y="12672"/>
                    <a:pt x="3278" y="12506"/>
                    <a:pt x="3400" y="12340"/>
                  </a:cubicBezTo>
                  <a:cubicBezTo>
                    <a:pt x="3585" y="12174"/>
                    <a:pt x="3708" y="12008"/>
                    <a:pt x="3831" y="11925"/>
                  </a:cubicBezTo>
                  <a:cubicBezTo>
                    <a:pt x="4138" y="11676"/>
                    <a:pt x="4261" y="11551"/>
                    <a:pt x="4261" y="11551"/>
                  </a:cubicBezTo>
                  <a:close/>
                  <a:moveTo>
                    <a:pt x="5326" y="10842"/>
                  </a:moveTo>
                  <a:cubicBezTo>
                    <a:pt x="5326" y="10842"/>
                    <a:pt x="5201" y="10966"/>
                    <a:pt x="5013" y="11215"/>
                  </a:cubicBezTo>
                  <a:cubicBezTo>
                    <a:pt x="4888" y="11340"/>
                    <a:pt x="4763" y="11464"/>
                    <a:pt x="4638" y="11672"/>
                  </a:cubicBezTo>
                  <a:cubicBezTo>
                    <a:pt x="4450" y="11838"/>
                    <a:pt x="4325" y="12046"/>
                    <a:pt x="4137" y="12253"/>
                  </a:cubicBezTo>
                  <a:cubicBezTo>
                    <a:pt x="4074" y="12378"/>
                    <a:pt x="3949" y="12461"/>
                    <a:pt x="3886" y="12585"/>
                  </a:cubicBezTo>
                  <a:cubicBezTo>
                    <a:pt x="3824" y="12710"/>
                    <a:pt x="3699" y="12834"/>
                    <a:pt x="3636" y="12959"/>
                  </a:cubicBezTo>
                  <a:cubicBezTo>
                    <a:pt x="3573" y="13083"/>
                    <a:pt x="3448" y="13208"/>
                    <a:pt x="3386" y="13374"/>
                  </a:cubicBezTo>
                  <a:cubicBezTo>
                    <a:pt x="3323" y="13499"/>
                    <a:pt x="3198" y="13623"/>
                    <a:pt x="3135" y="13789"/>
                  </a:cubicBezTo>
                  <a:cubicBezTo>
                    <a:pt x="3010" y="14080"/>
                    <a:pt x="2885" y="14370"/>
                    <a:pt x="2760" y="14661"/>
                  </a:cubicBezTo>
                  <a:cubicBezTo>
                    <a:pt x="2697" y="14993"/>
                    <a:pt x="2572" y="15284"/>
                    <a:pt x="2572" y="15616"/>
                  </a:cubicBezTo>
                  <a:cubicBezTo>
                    <a:pt x="2509" y="15865"/>
                    <a:pt x="2509" y="15865"/>
                    <a:pt x="2509" y="15865"/>
                  </a:cubicBezTo>
                  <a:cubicBezTo>
                    <a:pt x="2509" y="16114"/>
                    <a:pt x="2509" y="16114"/>
                    <a:pt x="2509" y="16114"/>
                  </a:cubicBezTo>
                  <a:cubicBezTo>
                    <a:pt x="2509" y="16239"/>
                    <a:pt x="2509" y="16405"/>
                    <a:pt x="2509" y="16571"/>
                  </a:cubicBezTo>
                  <a:cubicBezTo>
                    <a:pt x="2572" y="16903"/>
                    <a:pt x="2635" y="17194"/>
                    <a:pt x="2760" y="17484"/>
                  </a:cubicBezTo>
                  <a:cubicBezTo>
                    <a:pt x="2822" y="17775"/>
                    <a:pt x="2948" y="18065"/>
                    <a:pt x="3135" y="18315"/>
                  </a:cubicBezTo>
                  <a:cubicBezTo>
                    <a:pt x="3323" y="18564"/>
                    <a:pt x="3511" y="18771"/>
                    <a:pt x="3699" y="18979"/>
                  </a:cubicBezTo>
                  <a:cubicBezTo>
                    <a:pt x="4074" y="19394"/>
                    <a:pt x="4450" y="19726"/>
                    <a:pt x="4763" y="19934"/>
                  </a:cubicBezTo>
                  <a:lnTo>
                    <a:pt x="5049" y="20108"/>
                  </a:lnTo>
                  <a:lnTo>
                    <a:pt x="4700" y="19975"/>
                  </a:lnTo>
                  <a:cubicBezTo>
                    <a:pt x="4387" y="19768"/>
                    <a:pt x="3949" y="19477"/>
                    <a:pt x="3511" y="19062"/>
                  </a:cubicBezTo>
                  <a:cubicBezTo>
                    <a:pt x="3260" y="18896"/>
                    <a:pt x="3073" y="18647"/>
                    <a:pt x="2885" y="18398"/>
                  </a:cubicBezTo>
                  <a:cubicBezTo>
                    <a:pt x="2760" y="18273"/>
                    <a:pt x="2697" y="18107"/>
                    <a:pt x="2572" y="17982"/>
                  </a:cubicBezTo>
                  <a:cubicBezTo>
                    <a:pt x="2509" y="17858"/>
                    <a:pt x="2447" y="17692"/>
                    <a:pt x="2384" y="17526"/>
                  </a:cubicBezTo>
                  <a:cubicBezTo>
                    <a:pt x="2259" y="17235"/>
                    <a:pt x="2196" y="16903"/>
                    <a:pt x="2134" y="16571"/>
                  </a:cubicBezTo>
                  <a:cubicBezTo>
                    <a:pt x="2134" y="16446"/>
                    <a:pt x="2071" y="16280"/>
                    <a:pt x="2071" y="16114"/>
                  </a:cubicBezTo>
                  <a:cubicBezTo>
                    <a:pt x="2134" y="15824"/>
                    <a:pt x="2134" y="15824"/>
                    <a:pt x="2134" y="15824"/>
                  </a:cubicBezTo>
                  <a:cubicBezTo>
                    <a:pt x="2134" y="15574"/>
                    <a:pt x="2134" y="15574"/>
                    <a:pt x="2134" y="15574"/>
                  </a:cubicBezTo>
                  <a:cubicBezTo>
                    <a:pt x="2196" y="15242"/>
                    <a:pt x="2259" y="14952"/>
                    <a:pt x="2384" y="14620"/>
                  </a:cubicBezTo>
                  <a:cubicBezTo>
                    <a:pt x="2509" y="14287"/>
                    <a:pt x="2635" y="13997"/>
                    <a:pt x="2822" y="13706"/>
                  </a:cubicBezTo>
                  <a:cubicBezTo>
                    <a:pt x="2885" y="13540"/>
                    <a:pt x="3010" y="13416"/>
                    <a:pt x="3073" y="13291"/>
                  </a:cubicBezTo>
                  <a:cubicBezTo>
                    <a:pt x="3198" y="13125"/>
                    <a:pt x="3260" y="13000"/>
                    <a:pt x="3386" y="12876"/>
                  </a:cubicBezTo>
                  <a:cubicBezTo>
                    <a:pt x="3448" y="12751"/>
                    <a:pt x="3573" y="12627"/>
                    <a:pt x="3636" y="12502"/>
                  </a:cubicBezTo>
                  <a:cubicBezTo>
                    <a:pt x="3761" y="12378"/>
                    <a:pt x="3824" y="12295"/>
                    <a:pt x="3949" y="12170"/>
                  </a:cubicBezTo>
                  <a:cubicBezTo>
                    <a:pt x="4137" y="11962"/>
                    <a:pt x="4325" y="11755"/>
                    <a:pt x="4512" y="11589"/>
                  </a:cubicBezTo>
                  <a:cubicBezTo>
                    <a:pt x="4638" y="11423"/>
                    <a:pt x="4825" y="11298"/>
                    <a:pt x="4950" y="11174"/>
                  </a:cubicBezTo>
                  <a:cubicBezTo>
                    <a:pt x="5201" y="10966"/>
                    <a:pt x="5326" y="10842"/>
                    <a:pt x="5326" y="10842"/>
                  </a:cubicBezTo>
                  <a:close/>
                  <a:moveTo>
                    <a:pt x="6450" y="10092"/>
                  </a:moveTo>
                  <a:cubicBezTo>
                    <a:pt x="6450" y="10092"/>
                    <a:pt x="6325" y="10258"/>
                    <a:pt x="6075" y="10508"/>
                  </a:cubicBezTo>
                  <a:cubicBezTo>
                    <a:pt x="5950" y="10632"/>
                    <a:pt x="5824" y="10757"/>
                    <a:pt x="5699" y="10923"/>
                  </a:cubicBezTo>
                  <a:cubicBezTo>
                    <a:pt x="5574" y="11130"/>
                    <a:pt x="5386" y="11296"/>
                    <a:pt x="5261" y="11545"/>
                  </a:cubicBezTo>
                  <a:cubicBezTo>
                    <a:pt x="5136" y="11628"/>
                    <a:pt x="5073" y="11753"/>
                    <a:pt x="4948" y="11877"/>
                  </a:cubicBezTo>
                  <a:cubicBezTo>
                    <a:pt x="4886" y="12002"/>
                    <a:pt x="4823" y="12126"/>
                    <a:pt x="4698" y="12251"/>
                  </a:cubicBezTo>
                  <a:cubicBezTo>
                    <a:pt x="4635" y="12375"/>
                    <a:pt x="4573" y="12500"/>
                    <a:pt x="4510" y="12624"/>
                  </a:cubicBezTo>
                  <a:cubicBezTo>
                    <a:pt x="4385" y="12790"/>
                    <a:pt x="4322" y="12915"/>
                    <a:pt x="4260" y="13039"/>
                  </a:cubicBezTo>
                  <a:cubicBezTo>
                    <a:pt x="4072" y="13330"/>
                    <a:pt x="3947" y="13662"/>
                    <a:pt x="3884" y="13953"/>
                  </a:cubicBezTo>
                  <a:cubicBezTo>
                    <a:pt x="3759" y="14243"/>
                    <a:pt x="3696" y="14575"/>
                    <a:pt x="3634" y="14907"/>
                  </a:cubicBezTo>
                  <a:cubicBezTo>
                    <a:pt x="3571" y="15115"/>
                    <a:pt x="3571" y="15115"/>
                    <a:pt x="3571" y="15115"/>
                  </a:cubicBezTo>
                  <a:cubicBezTo>
                    <a:pt x="3571" y="15364"/>
                    <a:pt x="3571" y="15364"/>
                    <a:pt x="3571" y="15364"/>
                  </a:cubicBezTo>
                  <a:cubicBezTo>
                    <a:pt x="3571" y="15530"/>
                    <a:pt x="3571" y="15696"/>
                    <a:pt x="3634" y="15862"/>
                  </a:cubicBezTo>
                  <a:cubicBezTo>
                    <a:pt x="3634" y="16153"/>
                    <a:pt x="3696" y="16485"/>
                    <a:pt x="3822" y="16775"/>
                  </a:cubicBezTo>
                  <a:cubicBezTo>
                    <a:pt x="3947" y="17066"/>
                    <a:pt x="4072" y="17315"/>
                    <a:pt x="4197" y="17564"/>
                  </a:cubicBezTo>
                  <a:cubicBezTo>
                    <a:pt x="4385" y="17854"/>
                    <a:pt x="4573" y="18062"/>
                    <a:pt x="4760" y="18269"/>
                  </a:cubicBezTo>
                  <a:cubicBezTo>
                    <a:pt x="5136" y="18685"/>
                    <a:pt x="5574" y="18975"/>
                    <a:pt x="5824" y="19183"/>
                  </a:cubicBezTo>
                  <a:cubicBezTo>
                    <a:pt x="6137" y="19390"/>
                    <a:pt x="6325" y="19515"/>
                    <a:pt x="6325" y="19515"/>
                  </a:cubicBezTo>
                  <a:cubicBezTo>
                    <a:pt x="6325" y="19515"/>
                    <a:pt x="6263" y="19473"/>
                    <a:pt x="6200" y="19432"/>
                  </a:cubicBezTo>
                  <a:cubicBezTo>
                    <a:pt x="6075" y="19390"/>
                    <a:pt x="5950" y="19349"/>
                    <a:pt x="5824" y="19224"/>
                  </a:cubicBezTo>
                  <a:cubicBezTo>
                    <a:pt x="5449" y="19058"/>
                    <a:pt x="5011" y="18768"/>
                    <a:pt x="4573" y="18352"/>
                  </a:cubicBezTo>
                  <a:cubicBezTo>
                    <a:pt x="4322" y="18145"/>
                    <a:pt x="4135" y="17937"/>
                    <a:pt x="3947" y="17647"/>
                  </a:cubicBezTo>
                  <a:cubicBezTo>
                    <a:pt x="3822" y="17522"/>
                    <a:pt x="3759" y="17398"/>
                    <a:pt x="3696" y="17273"/>
                  </a:cubicBezTo>
                  <a:cubicBezTo>
                    <a:pt x="3634" y="17107"/>
                    <a:pt x="3509" y="16983"/>
                    <a:pt x="3446" y="16817"/>
                  </a:cubicBezTo>
                  <a:cubicBezTo>
                    <a:pt x="3321" y="16526"/>
                    <a:pt x="3258" y="16194"/>
                    <a:pt x="3196" y="15862"/>
                  </a:cubicBezTo>
                  <a:cubicBezTo>
                    <a:pt x="3196" y="15696"/>
                    <a:pt x="3196" y="15530"/>
                    <a:pt x="3196" y="15364"/>
                  </a:cubicBezTo>
                  <a:cubicBezTo>
                    <a:pt x="3196" y="15115"/>
                    <a:pt x="3196" y="15115"/>
                    <a:pt x="3196" y="15115"/>
                  </a:cubicBezTo>
                  <a:cubicBezTo>
                    <a:pt x="3196" y="14866"/>
                    <a:pt x="3196" y="14866"/>
                    <a:pt x="3196" y="14866"/>
                  </a:cubicBezTo>
                  <a:cubicBezTo>
                    <a:pt x="3258" y="14534"/>
                    <a:pt x="3383" y="14202"/>
                    <a:pt x="3446" y="13870"/>
                  </a:cubicBezTo>
                  <a:cubicBezTo>
                    <a:pt x="3571" y="13579"/>
                    <a:pt x="3759" y="13247"/>
                    <a:pt x="3884" y="12956"/>
                  </a:cubicBezTo>
                  <a:cubicBezTo>
                    <a:pt x="4009" y="12832"/>
                    <a:pt x="4072" y="12707"/>
                    <a:pt x="4197" y="12541"/>
                  </a:cubicBezTo>
                  <a:cubicBezTo>
                    <a:pt x="4260" y="12417"/>
                    <a:pt x="4322" y="12292"/>
                    <a:pt x="4447" y="12168"/>
                  </a:cubicBezTo>
                  <a:cubicBezTo>
                    <a:pt x="4573" y="12043"/>
                    <a:pt x="4635" y="11919"/>
                    <a:pt x="4760" y="11794"/>
                  </a:cubicBezTo>
                  <a:cubicBezTo>
                    <a:pt x="4823" y="11670"/>
                    <a:pt x="4948" y="11545"/>
                    <a:pt x="5011" y="11462"/>
                  </a:cubicBezTo>
                  <a:cubicBezTo>
                    <a:pt x="5199" y="11255"/>
                    <a:pt x="5386" y="11047"/>
                    <a:pt x="5574" y="10881"/>
                  </a:cubicBezTo>
                  <a:cubicBezTo>
                    <a:pt x="5762" y="10715"/>
                    <a:pt x="5887" y="10591"/>
                    <a:pt x="6012" y="10466"/>
                  </a:cubicBezTo>
                  <a:cubicBezTo>
                    <a:pt x="6263" y="10217"/>
                    <a:pt x="6450" y="10092"/>
                    <a:pt x="6450" y="10092"/>
                  </a:cubicBezTo>
                  <a:close/>
                  <a:moveTo>
                    <a:pt x="20199" y="10015"/>
                  </a:moveTo>
                  <a:lnTo>
                    <a:pt x="20288" y="10049"/>
                  </a:lnTo>
                  <a:cubicBezTo>
                    <a:pt x="20350" y="10090"/>
                    <a:pt x="20413" y="10132"/>
                    <a:pt x="20413" y="10132"/>
                  </a:cubicBezTo>
                  <a:cubicBezTo>
                    <a:pt x="20413" y="10132"/>
                    <a:pt x="20366" y="10111"/>
                    <a:pt x="20280" y="10064"/>
                  </a:cubicBezTo>
                  <a:close/>
                  <a:moveTo>
                    <a:pt x="7516" y="9383"/>
                  </a:moveTo>
                  <a:cubicBezTo>
                    <a:pt x="7516" y="9383"/>
                    <a:pt x="7390" y="9507"/>
                    <a:pt x="7203" y="9756"/>
                  </a:cubicBezTo>
                  <a:cubicBezTo>
                    <a:pt x="7078" y="9881"/>
                    <a:pt x="6952" y="10047"/>
                    <a:pt x="6765" y="10213"/>
                  </a:cubicBezTo>
                  <a:cubicBezTo>
                    <a:pt x="6639" y="10379"/>
                    <a:pt x="6452" y="10587"/>
                    <a:pt x="6326" y="10794"/>
                  </a:cubicBezTo>
                  <a:cubicBezTo>
                    <a:pt x="6264" y="10919"/>
                    <a:pt x="6139" y="11044"/>
                    <a:pt x="6076" y="11127"/>
                  </a:cubicBezTo>
                  <a:cubicBezTo>
                    <a:pt x="6013" y="11251"/>
                    <a:pt x="5888" y="11376"/>
                    <a:pt x="5826" y="11500"/>
                  </a:cubicBezTo>
                  <a:cubicBezTo>
                    <a:pt x="5700" y="11625"/>
                    <a:pt x="5638" y="11791"/>
                    <a:pt x="5575" y="11915"/>
                  </a:cubicBezTo>
                  <a:cubicBezTo>
                    <a:pt x="5513" y="12040"/>
                    <a:pt x="5387" y="12206"/>
                    <a:pt x="5325" y="12331"/>
                  </a:cubicBezTo>
                  <a:cubicBezTo>
                    <a:pt x="5200" y="12621"/>
                    <a:pt x="5075" y="12912"/>
                    <a:pt x="4949" y="13244"/>
                  </a:cubicBezTo>
                  <a:cubicBezTo>
                    <a:pt x="4824" y="13535"/>
                    <a:pt x="4762" y="13867"/>
                    <a:pt x="4699" y="14157"/>
                  </a:cubicBezTo>
                  <a:cubicBezTo>
                    <a:pt x="4699" y="14406"/>
                    <a:pt x="4699" y="14406"/>
                    <a:pt x="4699" y="14406"/>
                  </a:cubicBezTo>
                  <a:cubicBezTo>
                    <a:pt x="4699" y="14655"/>
                    <a:pt x="4699" y="14655"/>
                    <a:pt x="4699" y="14655"/>
                  </a:cubicBezTo>
                  <a:cubicBezTo>
                    <a:pt x="4636" y="14822"/>
                    <a:pt x="4699" y="14988"/>
                    <a:pt x="4699" y="15112"/>
                  </a:cubicBezTo>
                  <a:cubicBezTo>
                    <a:pt x="4762" y="15444"/>
                    <a:pt x="4762" y="15735"/>
                    <a:pt x="4887" y="16026"/>
                  </a:cubicBezTo>
                  <a:cubicBezTo>
                    <a:pt x="5012" y="16316"/>
                    <a:pt x="5137" y="16607"/>
                    <a:pt x="5325" y="16856"/>
                  </a:cubicBezTo>
                  <a:cubicBezTo>
                    <a:pt x="5450" y="17105"/>
                    <a:pt x="5638" y="17354"/>
                    <a:pt x="5826" y="17562"/>
                  </a:cubicBezTo>
                  <a:cubicBezTo>
                    <a:pt x="6264" y="17977"/>
                    <a:pt x="6639" y="18267"/>
                    <a:pt x="6952" y="18475"/>
                  </a:cubicBezTo>
                  <a:cubicBezTo>
                    <a:pt x="7265" y="18683"/>
                    <a:pt x="7453" y="18766"/>
                    <a:pt x="7453" y="18766"/>
                  </a:cubicBezTo>
                  <a:cubicBezTo>
                    <a:pt x="7453" y="18766"/>
                    <a:pt x="7390" y="18766"/>
                    <a:pt x="7265" y="18724"/>
                  </a:cubicBezTo>
                  <a:cubicBezTo>
                    <a:pt x="7203" y="18683"/>
                    <a:pt x="7078" y="18600"/>
                    <a:pt x="6890" y="18517"/>
                  </a:cubicBezTo>
                  <a:cubicBezTo>
                    <a:pt x="6577" y="18309"/>
                    <a:pt x="6076" y="18060"/>
                    <a:pt x="5638" y="17645"/>
                  </a:cubicBezTo>
                  <a:cubicBezTo>
                    <a:pt x="5450" y="17437"/>
                    <a:pt x="5200" y="17188"/>
                    <a:pt x="5012" y="16939"/>
                  </a:cubicBezTo>
                  <a:cubicBezTo>
                    <a:pt x="4949" y="16814"/>
                    <a:pt x="4824" y="16690"/>
                    <a:pt x="4762" y="16524"/>
                  </a:cubicBezTo>
                  <a:cubicBezTo>
                    <a:pt x="4699" y="16399"/>
                    <a:pt x="4636" y="16233"/>
                    <a:pt x="4574" y="16109"/>
                  </a:cubicBezTo>
                  <a:cubicBezTo>
                    <a:pt x="4449" y="15776"/>
                    <a:pt x="4323" y="15486"/>
                    <a:pt x="4323" y="15154"/>
                  </a:cubicBezTo>
                  <a:cubicBezTo>
                    <a:pt x="4261" y="14988"/>
                    <a:pt x="4261" y="14822"/>
                    <a:pt x="4261" y="14655"/>
                  </a:cubicBezTo>
                  <a:cubicBezTo>
                    <a:pt x="4261" y="14406"/>
                    <a:pt x="4261" y="14406"/>
                    <a:pt x="4261" y="14406"/>
                  </a:cubicBezTo>
                  <a:cubicBezTo>
                    <a:pt x="4323" y="14157"/>
                    <a:pt x="4323" y="14157"/>
                    <a:pt x="4323" y="14157"/>
                  </a:cubicBezTo>
                  <a:cubicBezTo>
                    <a:pt x="4323" y="13825"/>
                    <a:pt x="4449" y="13493"/>
                    <a:pt x="4574" y="13161"/>
                  </a:cubicBezTo>
                  <a:cubicBezTo>
                    <a:pt x="4699" y="12829"/>
                    <a:pt x="4824" y="12538"/>
                    <a:pt x="5012" y="12247"/>
                  </a:cubicBezTo>
                  <a:cubicBezTo>
                    <a:pt x="5075" y="12123"/>
                    <a:pt x="5137" y="11957"/>
                    <a:pt x="5262" y="11832"/>
                  </a:cubicBezTo>
                  <a:cubicBezTo>
                    <a:pt x="5325" y="11708"/>
                    <a:pt x="5450" y="11542"/>
                    <a:pt x="5513" y="11417"/>
                  </a:cubicBezTo>
                  <a:cubicBezTo>
                    <a:pt x="5638" y="11293"/>
                    <a:pt x="5700" y="11168"/>
                    <a:pt x="5826" y="11044"/>
                  </a:cubicBezTo>
                  <a:cubicBezTo>
                    <a:pt x="5951" y="10960"/>
                    <a:pt x="6013" y="10836"/>
                    <a:pt x="6139" y="10711"/>
                  </a:cubicBezTo>
                  <a:cubicBezTo>
                    <a:pt x="6264" y="10504"/>
                    <a:pt x="6514" y="10338"/>
                    <a:pt x="6639" y="10172"/>
                  </a:cubicBezTo>
                  <a:cubicBezTo>
                    <a:pt x="6827" y="10006"/>
                    <a:pt x="6952" y="9840"/>
                    <a:pt x="7140" y="9756"/>
                  </a:cubicBezTo>
                  <a:cubicBezTo>
                    <a:pt x="7390" y="9507"/>
                    <a:pt x="7516" y="9383"/>
                    <a:pt x="7516" y="9383"/>
                  </a:cubicBezTo>
                  <a:close/>
                  <a:moveTo>
                    <a:pt x="8581" y="8673"/>
                  </a:moveTo>
                  <a:cubicBezTo>
                    <a:pt x="8581" y="8673"/>
                    <a:pt x="8456" y="8798"/>
                    <a:pt x="8268" y="9047"/>
                  </a:cubicBezTo>
                  <a:cubicBezTo>
                    <a:pt x="8143" y="9171"/>
                    <a:pt x="8017" y="9296"/>
                    <a:pt x="7892" y="9504"/>
                  </a:cubicBezTo>
                  <a:cubicBezTo>
                    <a:pt x="7705" y="9670"/>
                    <a:pt x="7579" y="9877"/>
                    <a:pt x="7392" y="10085"/>
                  </a:cubicBezTo>
                  <a:cubicBezTo>
                    <a:pt x="7329" y="10209"/>
                    <a:pt x="7266" y="10292"/>
                    <a:pt x="7141" y="10417"/>
                  </a:cubicBezTo>
                  <a:cubicBezTo>
                    <a:pt x="7079" y="10541"/>
                    <a:pt x="7016" y="10666"/>
                    <a:pt x="6891" y="10791"/>
                  </a:cubicBezTo>
                  <a:cubicBezTo>
                    <a:pt x="6828" y="10915"/>
                    <a:pt x="6703" y="11040"/>
                    <a:pt x="6640" y="11206"/>
                  </a:cubicBezTo>
                  <a:cubicBezTo>
                    <a:pt x="6578" y="11330"/>
                    <a:pt x="6515" y="11455"/>
                    <a:pt x="6453" y="11621"/>
                  </a:cubicBezTo>
                  <a:cubicBezTo>
                    <a:pt x="6265" y="11912"/>
                    <a:pt x="6140" y="12202"/>
                    <a:pt x="6015" y="12493"/>
                  </a:cubicBezTo>
                  <a:cubicBezTo>
                    <a:pt x="5952" y="12825"/>
                    <a:pt x="5827" y="13116"/>
                    <a:pt x="5827" y="13448"/>
                  </a:cubicBezTo>
                  <a:cubicBezTo>
                    <a:pt x="5764" y="13697"/>
                    <a:pt x="5764" y="13697"/>
                    <a:pt x="5764" y="13697"/>
                  </a:cubicBezTo>
                  <a:cubicBezTo>
                    <a:pt x="5764" y="13904"/>
                    <a:pt x="5764" y="13904"/>
                    <a:pt x="5764" y="13904"/>
                  </a:cubicBezTo>
                  <a:cubicBezTo>
                    <a:pt x="5764" y="14070"/>
                    <a:pt x="5764" y="14236"/>
                    <a:pt x="5764" y="14403"/>
                  </a:cubicBezTo>
                  <a:cubicBezTo>
                    <a:pt x="5827" y="14693"/>
                    <a:pt x="5889" y="15025"/>
                    <a:pt x="6015" y="15316"/>
                  </a:cubicBezTo>
                  <a:cubicBezTo>
                    <a:pt x="6077" y="15607"/>
                    <a:pt x="6202" y="15897"/>
                    <a:pt x="6390" y="16146"/>
                  </a:cubicBezTo>
                  <a:cubicBezTo>
                    <a:pt x="6578" y="16395"/>
                    <a:pt x="6766" y="16603"/>
                    <a:pt x="6953" y="16811"/>
                  </a:cubicBezTo>
                  <a:cubicBezTo>
                    <a:pt x="7329" y="17226"/>
                    <a:pt x="7705" y="17558"/>
                    <a:pt x="8017" y="17765"/>
                  </a:cubicBezTo>
                  <a:lnTo>
                    <a:pt x="8304" y="17939"/>
                  </a:lnTo>
                  <a:lnTo>
                    <a:pt x="7955" y="17807"/>
                  </a:lnTo>
                  <a:cubicBezTo>
                    <a:pt x="7642" y="17599"/>
                    <a:pt x="7204" y="17309"/>
                    <a:pt x="6766" y="16894"/>
                  </a:cubicBezTo>
                  <a:cubicBezTo>
                    <a:pt x="6515" y="16727"/>
                    <a:pt x="6328" y="16478"/>
                    <a:pt x="6140" y="16229"/>
                  </a:cubicBezTo>
                  <a:cubicBezTo>
                    <a:pt x="6015" y="16105"/>
                    <a:pt x="5952" y="15939"/>
                    <a:pt x="5827" y="15814"/>
                  </a:cubicBezTo>
                  <a:cubicBezTo>
                    <a:pt x="5764" y="15690"/>
                    <a:pt x="5702" y="15523"/>
                    <a:pt x="5639" y="15357"/>
                  </a:cubicBezTo>
                  <a:cubicBezTo>
                    <a:pt x="5514" y="15067"/>
                    <a:pt x="5451" y="14735"/>
                    <a:pt x="5389" y="14403"/>
                  </a:cubicBezTo>
                  <a:cubicBezTo>
                    <a:pt x="5389" y="14236"/>
                    <a:pt x="5326" y="14070"/>
                    <a:pt x="5389" y="13904"/>
                  </a:cubicBezTo>
                  <a:cubicBezTo>
                    <a:pt x="5389" y="13655"/>
                    <a:pt x="5389" y="13655"/>
                    <a:pt x="5389" y="13655"/>
                  </a:cubicBezTo>
                  <a:cubicBezTo>
                    <a:pt x="5389" y="13406"/>
                    <a:pt x="5389" y="13406"/>
                    <a:pt x="5389" y="13406"/>
                  </a:cubicBezTo>
                  <a:cubicBezTo>
                    <a:pt x="5451" y="13074"/>
                    <a:pt x="5514" y="12742"/>
                    <a:pt x="5639" y="12451"/>
                  </a:cubicBezTo>
                  <a:cubicBezTo>
                    <a:pt x="5764" y="12119"/>
                    <a:pt x="5889" y="11828"/>
                    <a:pt x="6077" y="11538"/>
                  </a:cubicBezTo>
                  <a:cubicBezTo>
                    <a:pt x="6140" y="11372"/>
                    <a:pt x="6265" y="11247"/>
                    <a:pt x="6328" y="11081"/>
                  </a:cubicBezTo>
                  <a:cubicBezTo>
                    <a:pt x="6453" y="10957"/>
                    <a:pt x="6515" y="10832"/>
                    <a:pt x="6640" y="10708"/>
                  </a:cubicBezTo>
                  <a:cubicBezTo>
                    <a:pt x="6703" y="10583"/>
                    <a:pt x="6828" y="10458"/>
                    <a:pt x="6891" y="10334"/>
                  </a:cubicBezTo>
                  <a:cubicBezTo>
                    <a:pt x="7016" y="10209"/>
                    <a:pt x="7079" y="10126"/>
                    <a:pt x="7204" y="10002"/>
                  </a:cubicBezTo>
                  <a:cubicBezTo>
                    <a:pt x="7392" y="9794"/>
                    <a:pt x="7579" y="9587"/>
                    <a:pt x="7767" y="9420"/>
                  </a:cubicBezTo>
                  <a:cubicBezTo>
                    <a:pt x="7892" y="9254"/>
                    <a:pt x="8080" y="9130"/>
                    <a:pt x="8205" y="9005"/>
                  </a:cubicBezTo>
                  <a:cubicBezTo>
                    <a:pt x="8456" y="8798"/>
                    <a:pt x="8581" y="8673"/>
                    <a:pt x="8581" y="8673"/>
                  </a:cubicBezTo>
                  <a:close/>
                  <a:moveTo>
                    <a:pt x="9705" y="7924"/>
                  </a:moveTo>
                  <a:cubicBezTo>
                    <a:pt x="9705" y="7924"/>
                    <a:pt x="9580" y="8090"/>
                    <a:pt x="9330" y="8339"/>
                  </a:cubicBezTo>
                  <a:cubicBezTo>
                    <a:pt x="9204" y="8422"/>
                    <a:pt x="9079" y="8588"/>
                    <a:pt x="8954" y="8754"/>
                  </a:cubicBezTo>
                  <a:cubicBezTo>
                    <a:pt x="8829" y="8962"/>
                    <a:pt x="8641" y="9128"/>
                    <a:pt x="8516" y="9377"/>
                  </a:cubicBezTo>
                  <a:cubicBezTo>
                    <a:pt x="8391" y="9460"/>
                    <a:pt x="8328" y="9584"/>
                    <a:pt x="8266" y="9709"/>
                  </a:cubicBezTo>
                  <a:cubicBezTo>
                    <a:pt x="8140" y="9834"/>
                    <a:pt x="8078" y="9958"/>
                    <a:pt x="8015" y="10083"/>
                  </a:cubicBezTo>
                  <a:cubicBezTo>
                    <a:pt x="7890" y="10207"/>
                    <a:pt x="7827" y="10332"/>
                    <a:pt x="7765" y="10456"/>
                  </a:cubicBezTo>
                  <a:cubicBezTo>
                    <a:pt x="7640" y="10581"/>
                    <a:pt x="7577" y="10747"/>
                    <a:pt x="7514" y="10871"/>
                  </a:cubicBezTo>
                  <a:cubicBezTo>
                    <a:pt x="7327" y="11162"/>
                    <a:pt x="7201" y="11452"/>
                    <a:pt x="7139" y="11784"/>
                  </a:cubicBezTo>
                  <a:cubicBezTo>
                    <a:pt x="7014" y="12075"/>
                    <a:pt x="6951" y="12407"/>
                    <a:pt x="6889" y="12739"/>
                  </a:cubicBezTo>
                  <a:cubicBezTo>
                    <a:pt x="6889" y="12947"/>
                    <a:pt x="6889" y="12947"/>
                    <a:pt x="6889" y="12947"/>
                  </a:cubicBezTo>
                  <a:cubicBezTo>
                    <a:pt x="6826" y="13196"/>
                    <a:pt x="6826" y="13196"/>
                    <a:pt x="6826" y="13196"/>
                  </a:cubicBezTo>
                  <a:cubicBezTo>
                    <a:pt x="6826" y="13362"/>
                    <a:pt x="6826" y="13528"/>
                    <a:pt x="6889" y="13694"/>
                  </a:cubicBezTo>
                  <a:cubicBezTo>
                    <a:pt x="6889" y="13984"/>
                    <a:pt x="6951" y="14316"/>
                    <a:pt x="7076" y="14607"/>
                  </a:cubicBezTo>
                  <a:cubicBezTo>
                    <a:pt x="7201" y="14897"/>
                    <a:pt x="7327" y="15147"/>
                    <a:pt x="7514" y="15396"/>
                  </a:cubicBezTo>
                  <a:cubicBezTo>
                    <a:pt x="7640" y="15645"/>
                    <a:pt x="7827" y="15894"/>
                    <a:pt x="8015" y="16101"/>
                  </a:cubicBezTo>
                  <a:cubicBezTo>
                    <a:pt x="8391" y="16516"/>
                    <a:pt x="8829" y="16807"/>
                    <a:pt x="9079" y="17014"/>
                  </a:cubicBezTo>
                  <a:cubicBezTo>
                    <a:pt x="9392" y="17222"/>
                    <a:pt x="9580" y="17346"/>
                    <a:pt x="9580" y="17346"/>
                  </a:cubicBezTo>
                  <a:cubicBezTo>
                    <a:pt x="9580" y="17346"/>
                    <a:pt x="9580" y="17305"/>
                    <a:pt x="9455" y="17263"/>
                  </a:cubicBezTo>
                  <a:cubicBezTo>
                    <a:pt x="9392" y="17222"/>
                    <a:pt x="9204" y="17139"/>
                    <a:pt x="9079" y="17056"/>
                  </a:cubicBezTo>
                  <a:cubicBezTo>
                    <a:pt x="8704" y="16890"/>
                    <a:pt x="8266" y="16599"/>
                    <a:pt x="7827" y="16184"/>
                  </a:cubicBezTo>
                  <a:cubicBezTo>
                    <a:pt x="7640" y="15977"/>
                    <a:pt x="7389" y="15769"/>
                    <a:pt x="7201" y="15479"/>
                  </a:cubicBezTo>
                  <a:cubicBezTo>
                    <a:pt x="7076" y="15354"/>
                    <a:pt x="7014" y="15230"/>
                    <a:pt x="6951" y="15105"/>
                  </a:cubicBezTo>
                  <a:cubicBezTo>
                    <a:pt x="6889" y="14939"/>
                    <a:pt x="6763" y="14814"/>
                    <a:pt x="6701" y="14648"/>
                  </a:cubicBezTo>
                  <a:cubicBezTo>
                    <a:pt x="6576" y="14358"/>
                    <a:pt x="6513" y="14026"/>
                    <a:pt x="6450" y="13694"/>
                  </a:cubicBezTo>
                  <a:cubicBezTo>
                    <a:pt x="6450" y="13528"/>
                    <a:pt x="6450" y="13362"/>
                    <a:pt x="6450" y="13196"/>
                  </a:cubicBezTo>
                  <a:cubicBezTo>
                    <a:pt x="6450" y="12947"/>
                    <a:pt x="6450" y="12947"/>
                    <a:pt x="6450" y="12947"/>
                  </a:cubicBezTo>
                  <a:cubicBezTo>
                    <a:pt x="6450" y="12698"/>
                    <a:pt x="6450" y="12698"/>
                    <a:pt x="6450" y="12698"/>
                  </a:cubicBezTo>
                  <a:cubicBezTo>
                    <a:pt x="6513" y="12365"/>
                    <a:pt x="6638" y="12033"/>
                    <a:pt x="6763" y="11701"/>
                  </a:cubicBezTo>
                  <a:cubicBezTo>
                    <a:pt x="6826" y="11411"/>
                    <a:pt x="7014" y="11079"/>
                    <a:pt x="7139" y="10788"/>
                  </a:cubicBezTo>
                  <a:cubicBezTo>
                    <a:pt x="7264" y="10664"/>
                    <a:pt x="7327" y="10498"/>
                    <a:pt x="7452" y="10373"/>
                  </a:cubicBezTo>
                  <a:cubicBezTo>
                    <a:pt x="7514" y="10249"/>
                    <a:pt x="7577" y="10124"/>
                    <a:pt x="7702" y="10000"/>
                  </a:cubicBezTo>
                  <a:cubicBezTo>
                    <a:pt x="7827" y="9875"/>
                    <a:pt x="7890" y="9751"/>
                    <a:pt x="8015" y="9626"/>
                  </a:cubicBezTo>
                  <a:cubicBezTo>
                    <a:pt x="8078" y="9501"/>
                    <a:pt x="8203" y="9377"/>
                    <a:pt x="8266" y="9294"/>
                  </a:cubicBezTo>
                  <a:cubicBezTo>
                    <a:pt x="8453" y="9045"/>
                    <a:pt x="8641" y="8879"/>
                    <a:pt x="8829" y="8713"/>
                  </a:cubicBezTo>
                  <a:cubicBezTo>
                    <a:pt x="9017" y="8547"/>
                    <a:pt x="9142" y="8422"/>
                    <a:pt x="9267" y="8298"/>
                  </a:cubicBezTo>
                  <a:cubicBezTo>
                    <a:pt x="9517" y="8049"/>
                    <a:pt x="9705" y="7924"/>
                    <a:pt x="9705" y="7924"/>
                  </a:cubicBezTo>
                  <a:close/>
                  <a:moveTo>
                    <a:pt x="10770" y="7215"/>
                  </a:moveTo>
                  <a:cubicBezTo>
                    <a:pt x="10770" y="7215"/>
                    <a:pt x="10645" y="7339"/>
                    <a:pt x="10457" y="7588"/>
                  </a:cubicBezTo>
                  <a:cubicBezTo>
                    <a:pt x="10332" y="7713"/>
                    <a:pt x="10207" y="7879"/>
                    <a:pt x="10019" y="8045"/>
                  </a:cubicBezTo>
                  <a:cubicBezTo>
                    <a:pt x="9894" y="8211"/>
                    <a:pt x="9769" y="8419"/>
                    <a:pt x="9581" y="8626"/>
                  </a:cubicBezTo>
                  <a:cubicBezTo>
                    <a:pt x="9519" y="8751"/>
                    <a:pt x="9393" y="8875"/>
                    <a:pt x="9331" y="8958"/>
                  </a:cubicBezTo>
                  <a:cubicBezTo>
                    <a:pt x="9268" y="9083"/>
                    <a:pt x="9143" y="9207"/>
                    <a:pt x="9080" y="9332"/>
                  </a:cubicBezTo>
                  <a:cubicBezTo>
                    <a:pt x="8955" y="9456"/>
                    <a:pt x="8893" y="9623"/>
                    <a:pt x="8830" y="9747"/>
                  </a:cubicBezTo>
                  <a:cubicBezTo>
                    <a:pt x="8767" y="9872"/>
                    <a:pt x="8642" y="9996"/>
                    <a:pt x="8580" y="10162"/>
                  </a:cubicBezTo>
                  <a:cubicBezTo>
                    <a:pt x="8454" y="10453"/>
                    <a:pt x="8329" y="10743"/>
                    <a:pt x="8204" y="11034"/>
                  </a:cubicBezTo>
                  <a:cubicBezTo>
                    <a:pt x="8079" y="11366"/>
                    <a:pt x="8016" y="11698"/>
                    <a:pt x="7954" y="11989"/>
                  </a:cubicBezTo>
                  <a:cubicBezTo>
                    <a:pt x="7954" y="12238"/>
                    <a:pt x="7954" y="12238"/>
                    <a:pt x="7954" y="12238"/>
                  </a:cubicBezTo>
                  <a:cubicBezTo>
                    <a:pt x="7954" y="12487"/>
                    <a:pt x="7954" y="12487"/>
                    <a:pt x="7954" y="12487"/>
                  </a:cubicBezTo>
                  <a:cubicBezTo>
                    <a:pt x="7954" y="12653"/>
                    <a:pt x="7954" y="12778"/>
                    <a:pt x="7954" y="12944"/>
                  </a:cubicBezTo>
                  <a:cubicBezTo>
                    <a:pt x="8016" y="13276"/>
                    <a:pt x="8016" y="13567"/>
                    <a:pt x="8142" y="13857"/>
                  </a:cubicBezTo>
                  <a:cubicBezTo>
                    <a:pt x="8267" y="14148"/>
                    <a:pt x="8392" y="14438"/>
                    <a:pt x="8580" y="14688"/>
                  </a:cubicBezTo>
                  <a:cubicBezTo>
                    <a:pt x="8705" y="14937"/>
                    <a:pt x="8893" y="15186"/>
                    <a:pt x="9080" y="15393"/>
                  </a:cubicBezTo>
                  <a:cubicBezTo>
                    <a:pt x="9519" y="15809"/>
                    <a:pt x="9894" y="16099"/>
                    <a:pt x="10207" y="16307"/>
                  </a:cubicBezTo>
                  <a:cubicBezTo>
                    <a:pt x="10520" y="16514"/>
                    <a:pt x="10708" y="16597"/>
                    <a:pt x="10708" y="16597"/>
                  </a:cubicBezTo>
                  <a:cubicBezTo>
                    <a:pt x="10708" y="16597"/>
                    <a:pt x="10645" y="16597"/>
                    <a:pt x="10520" y="16556"/>
                  </a:cubicBezTo>
                  <a:cubicBezTo>
                    <a:pt x="10457" y="16514"/>
                    <a:pt x="10332" y="16431"/>
                    <a:pt x="10144" y="16348"/>
                  </a:cubicBezTo>
                  <a:cubicBezTo>
                    <a:pt x="9832" y="16141"/>
                    <a:pt x="9331" y="15850"/>
                    <a:pt x="8893" y="15476"/>
                  </a:cubicBezTo>
                  <a:cubicBezTo>
                    <a:pt x="8705" y="15269"/>
                    <a:pt x="8454" y="15020"/>
                    <a:pt x="8267" y="14771"/>
                  </a:cubicBezTo>
                  <a:cubicBezTo>
                    <a:pt x="8204" y="14646"/>
                    <a:pt x="8142" y="14522"/>
                    <a:pt x="8016" y="14355"/>
                  </a:cubicBezTo>
                  <a:cubicBezTo>
                    <a:pt x="7954" y="14231"/>
                    <a:pt x="7891" y="14065"/>
                    <a:pt x="7829" y="13940"/>
                  </a:cubicBezTo>
                  <a:cubicBezTo>
                    <a:pt x="7703" y="13608"/>
                    <a:pt x="7578" y="13318"/>
                    <a:pt x="7578" y="12985"/>
                  </a:cubicBezTo>
                  <a:cubicBezTo>
                    <a:pt x="7516" y="12819"/>
                    <a:pt x="7516" y="12653"/>
                    <a:pt x="7516" y="12487"/>
                  </a:cubicBezTo>
                  <a:cubicBezTo>
                    <a:pt x="7516" y="12238"/>
                    <a:pt x="7516" y="12238"/>
                    <a:pt x="7516" y="12238"/>
                  </a:cubicBezTo>
                  <a:cubicBezTo>
                    <a:pt x="7578" y="11989"/>
                    <a:pt x="7578" y="11989"/>
                    <a:pt x="7578" y="11989"/>
                  </a:cubicBezTo>
                  <a:cubicBezTo>
                    <a:pt x="7641" y="11657"/>
                    <a:pt x="7703" y="11325"/>
                    <a:pt x="7829" y="10993"/>
                  </a:cubicBezTo>
                  <a:cubicBezTo>
                    <a:pt x="7954" y="10660"/>
                    <a:pt x="8079" y="10370"/>
                    <a:pt x="8267" y="10079"/>
                  </a:cubicBezTo>
                  <a:cubicBezTo>
                    <a:pt x="8329" y="9913"/>
                    <a:pt x="8454" y="9789"/>
                    <a:pt x="8517" y="9664"/>
                  </a:cubicBezTo>
                  <a:cubicBezTo>
                    <a:pt x="8580" y="9498"/>
                    <a:pt x="8705" y="9373"/>
                    <a:pt x="8767" y="9249"/>
                  </a:cubicBezTo>
                  <a:cubicBezTo>
                    <a:pt x="8893" y="9124"/>
                    <a:pt x="9018" y="9000"/>
                    <a:pt x="9080" y="8875"/>
                  </a:cubicBezTo>
                  <a:cubicBezTo>
                    <a:pt x="9206" y="8792"/>
                    <a:pt x="9268" y="8668"/>
                    <a:pt x="9393" y="8543"/>
                  </a:cubicBezTo>
                  <a:cubicBezTo>
                    <a:pt x="9581" y="8335"/>
                    <a:pt x="9769" y="8169"/>
                    <a:pt x="9894" y="8003"/>
                  </a:cubicBezTo>
                  <a:cubicBezTo>
                    <a:pt x="10082" y="7837"/>
                    <a:pt x="10270" y="7671"/>
                    <a:pt x="10395" y="7547"/>
                  </a:cubicBezTo>
                  <a:cubicBezTo>
                    <a:pt x="10645" y="7339"/>
                    <a:pt x="10770" y="7215"/>
                    <a:pt x="10770" y="7215"/>
                  </a:cubicBezTo>
                  <a:close/>
                  <a:moveTo>
                    <a:pt x="11895" y="6465"/>
                  </a:moveTo>
                  <a:cubicBezTo>
                    <a:pt x="11895" y="6465"/>
                    <a:pt x="11770" y="6632"/>
                    <a:pt x="11520" y="6881"/>
                  </a:cubicBezTo>
                  <a:cubicBezTo>
                    <a:pt x="11395" y="7005"/>
                    <a:pt x="11270" y="7130"/>
                    <a:pt x="11144" y="7337"/>
                  </a:cubicBezTo>
                  <a:cubicBezTo>
                    <a:pt x="11019" y="7503"/>
                    <a:pt x="10832" y="7669"/>
                    <a:pt x="10644" y="7918"/>
                  </a:cubicBezTo>
                  <a:cubicBezTo>
                    <a:pt x="10582" y="8001"/>
                    <a:pt x="10519" y="8126"/>
                    <a:pt x="10394" y="8250"/>
                  </a:cubicBezTo>
                  <a:cubicBezTo>
                    <a:pt x="10332" y="8375"/>
                    <a:pt x="10269" y="8499"/>
                    <a:pt x="10144" y="8624"/>
                  </a:cubicBezTo>
                  <a:cubicBezTo>
                    <a:pt x="10081" y="8748"/>
                    <a:pt x="10019" y="8873"/>
                    <a:pt x="9894" y="8997"/>
                  </a:cubicBezTo>
                  <a:cubicBezTo>
                    <a:pt x="9831" y="9163"/>
                    <a:pt x="9769" y="9288"/>
                    <a:pt x="9706" y="9454"/>
                  </a:cubicBezTo>
                  <a:cubicBezTo>
                    <a:pt x="9519" y="9703"/>
                    <a:pt x="9394" y="10035"/>
                    <a:pt x="9269" y="10326"/>
                  </a:cubicBezTo>
                  <a:cubicBezTo>
                    <a:pt x="9206" y="10658"/>
                    <a:pt x="9081" y="10948"/>
                    <a:pt x="9081" y="11280"/>
                  </a:cubicBezTo>
                  <a:cubicBezTo>
                    <a:pt x="9019" y="11529"/>
                    <a:pt x="9019" y="11529"/>
                    <a:pt x="9019" y="11529"/>
                  </a:cubicBezTo>
                  <a:cubicBezTo>
                    <a:pt x="9019" y="11737"/>
                    <a:pt x="9019" y="11737"/>
                    <a:pt x="9019" y="11737"/>
                  </a:cubicBezTo>
                  <a:cubicBezTo>
                    <a:pt x="9019" y="11903"/>
                    <a:pt x="9019" y="12069"/>
                    <a:pt x="9019" y="12235"/>
                  </a:cubicBezTo>
                  <a:cubicBezTo>
                    <a:pt x="9081" y="12526"/>
                    <a:pt x="9144" y="12858"/>
                    <a:pt x="9269" y="13148"/>
                  </a:cubicBezTo>
                  <a:cubicBezTo>
                    <a:pt x="9331" y="13439"/>
                    <a:pt x="9519" y="13688"/>
                    <a:pt x="9644" y="13978"/>
                  </a:cubicBezTo>
                  <a:cubicBezTo>
                    <a:pt x="9831" y="14227"/>
                    <a:pt x="10019" y="14435"/>
                    <a:pt x="10207" y="14642"/>
                  </a:cubicBezTo>
                  <a:cubicBezTo>
                    <a:pt x="10582" y="15058"/>
                    <a:pt x="10957" y="15390"/>
                    <a:pt x="11270" y="15597"/>
                  </a:cubicBezTo>
                  <a:lnTo>
                    <a:pt x="11596" y="15782"/>
                  </a:lnTo>
                  <a:lnTo>
                    <a:pt x="11207" y="15597"/>
                  </a:lnTo>
                  <a:cubicBezTo>
                    <a:pt x="10894" y="15431"/>
                    <a:pt x="10457" y="15141"/>
                    <a:pt x="10019" y="14726"/>
                  </a:cubicBezTo>
                  <a:cubicBezTo>
                    <a:pt x="9769" y="14518"/>
                    <a:pt x="9581" y="14310"/>
                    <a:pt x="9394" y="14061"/>
                  </a:cubicBezTo>
                  <a:cubicBezTo>
                    <a:pt x="9269" y="13937"/>
                    <a:pt x="9206" y="13771"/>
                    <a:pt x="9144" y="13646"/>
                  </a:cubicBezTo>
                  <a:cubicBezTo>
                    <a:pt x="9019" y="13480"/>
                    <a:pt x="8956" y="13356"/>
                    <a:pt x="8893" y="13190"/>
                  </a:cubicBezTo>
                  <a:cubicBezTo>
                    <a:pt x="8768" y="12899"/>
                    <a:pt x="8706" y="12567"/>
                    <a:pt x="8643" y="12235"/>
                  </a:cubicBezTo>
                  <a:cubicBezTo>
                    <a:pt x="8643" y="12069"/>
                    <a:pt x="8581" y="11903"/>
                    <a:pt x="8643" y="11737"/>
                  </a:cubicBezTo>
                  <a:cubicBezTo>
                    <a:pt x="8643" y="11488"/>
                    <a:pt x="8643" y="11488"/>
                    <a:pt x="8643" y="11488"/>
                  </a:cubicBezTo>
                  <a:cubicBezTo>
                    <a:pt x="8643" y="11239"/>
                    <a:pt x="8643" y="11239"/>
                    <a:pt x="8643" y="11239"/>
                  </a:cubicBezTo>
                  <a:cubicBezTo>
                    <a:pt x="8706" y="10907"/>
                    <a:pt x="8768" y="10575"/>
                    <a:pt x="8893" y="10284"/>
                  </a:cubicBezTo>
                  <a:cubicBezTo>
                    <a:pt x="9019" y="9952"/>
                    <a:pt x="9206" y="9662"/>
                    <a:pt x="9331" y="9371"/>
                  </a:cubicBezTo>
                  <a:cubicBezTo>
                    <a:pt x="9394" y="9205"/>
                    <a:pt x="9519" y="9080"/>
                    <a:pt x="9581" y="8914"/>
                  </a:cubicBezTo>
                  <a:cubicBezTo>
                    <a:pt x="9706" y="8790"/>
                    <a:pt x="9769" y="8665"/>
                    <a:pt x="9894" y="8541"/>
                  </a:cubicBezTo>
                  <a:cubicBezTo>
                    <a:pt x="9956" y="8416"/>
                    <a:pt x="10081" y="8292"/>
                    <a:pt x="10144" y="8167"/>
                  </a:cubicBezTo>
                  <a:cubicBezTo>
                    <a:pt x="10269" y="8043"/>
                    <a:pt x="10394" y="7960"/>
                    <a:pt x="10457" y="7835"/>
                  </a:cubicBezTo>
                  <a:cubicBezTo>
                    <a:pt x="10644" y="7628"/>
                    <a:pt x="10832" y="7420"/>
                    <a:pt x="11019" y="7254"/>
                  </a:cubicBezTo>
                  <a:cubicBezTo>
                    <a:pt x="11144" y="7088"/>
                    <a:pt x="11332" y="6964"/>
                    <a:pt x="11457" y="6839"/>
                  </a:cubicBezTo>
                  <a:cubicBezTo>
                    <a:pt x="11707" y="6632"/>
                    <a:pt x="11895" y="6465"/>
                    <a:pt x="11895" y="6465"/>
                  </a:cubicBezTo>
                  <a:close/>
                  <a:moveTo>
                    <a:pt x="12960" y="5756"/>
                  </a:moveTo>
                  <a:cubicBezTo>
                    <a:pt x="12960" y="5756"/>
                    <a:pt x="12835" y="5922"/>
                    <a:pt x="12584" y="6129"/>
                  </a:cubicBezTo>
                  <a:cubicBezTo>
                    <a:pt x="12522" y="6254"/>
                    <a:pt x="12334" y="6420"/>
                    <a:pt x="12209" y="6586"/>
                  </a:cubicBezTo>
                  <a:cubicBezTo>
                    <a:pt x="12084" y="6752"/>
                    <a:pt x="11896" y="6960"/>
                    <a:pt x="11771" y="7167"/>
                  </a:cubicBezTo>
                  <a:cubicBezTo>
                    <a:pt x="11646" y="7292"/>
                    <a:pt x="11583" y="7417"/>
                    <a:pt x="11520" y="7541"/>
                  </a:cubicBezTo>
                  <a:cubicBezTo>
                    <a:pt x="11395" y="7666"/>
                    <a:pt x="11333" y="7749"/>
                    <a:pt x="11270" y="7915"/>
                  </a:cubicBezTo>
                  <a:cubicBezTo>
                    <a:pt x="11145" y="8039"/>
                    <a:pt x="11082" y="8164"/>
                    <a:pt x="11020" y="8288"/>
                  </a:cubicBezTo>
                  <a:cubicBezTo>
                    <a:pt x="10894" y="8413"/>
                    <a:pt x="10832" y="8579"/>
                    <a:pt x="10769" y="8704"/>
                  </a:cubicBezTo>
                  <a:cubicBezTo>
                    <a:pt x="10644" y="8994"/>
                    <a:pt x="10519" y="9285"/>
                    <a:pt x="10394" y="9617"/>
                  </a:cubicBezTo>
                  <a:cubicBezTo>
                    <a:pt x="10269" y="9908"/>
                    <a:pt x="10206" y="10240"/>
                    <a:pt x="10143" y="10572"/>
                  </a:cubicBezTo>
                  <a:cubicBezTo>
                    <a:pt x="10143" y="10779"/>
                    <a:pt x="10143" y="10779"/>
                    <a:pt x="10143" y="10779"/>
                  </a:cubicBezTo>
                  <a:cubicBezTo>
                    <a:pt x="10081" y="11028"/>
                    <a:pt x="10081" y="11028"/>
                    <a:pt x="10081" y="11028"/>
                  </a:cubicBezTo>
                  <a:cubicBezTo>
                    <a:pt x="10081" y="11195"/>
                    <a:pt x="10143" y="11361"/>
                    <a:pt x="10143" y="11485"/>
                  </a:cubicBezTo>
                  <a:cubicBezTo>
                    <a:pt x="10143" y="11817"/>
                    <a:pt x="10206" y="12108"/>
                    <a:pt x="10331" y="12399"/>
                  </a:cubicBezTo>
                  <a:cubicBezTo>
                    <a:pt x="10456" y="12689"/>
                    <a:pt x="10582" y="12980"/>
                    <a:pt x="10769" y="13229"/>
                  </a:cubicBezTo>
                  <a:cubicBezTo>
                    <a:pt x="10894" y="13478"/>
                    <a:pt x="11082" y="13727"/>
                    <a:pt x="11270" y="13935"/>
                  </a:cubicBezTo>
                  <a:cubicBezTo>
                    <a:pt x="11646" y="14350"/>
                    <a:pt x="12084" y="14640"/>
                    <a:pt x="12397" y="14848"/>
                  </a:cubicBezTo>
                  <a:cubicBezTo>
                    <a:pt x="12647" y="15056"/>
                    <a:pt x="12897" y="15139"/>
                    <a:pt x="12897" y="15139"/>
                  </a:cubicBezTo>
                  <a:cubicBezTo>
                    <a:pt x="12897" y="15139"/>
                    <a:pt x="12835" y="15139"/>
                    <a:pt x="12710" y="15097"/>
                  </a:cubicBezTo>
                  <a:cubicBezTo>
                    <a:pt x="12647" y="15056"/>
                    <a:pt x="12459" y="14973"/>
                    <a:pt x="12334" y="14890"/>
                  </a:cubicBezTo>
                  <a:cubicBezTo>
                    <a:pt x="11959" y="14724"/>
                    <a:pt x="11520" y="14433"/>
                    <a:pt x="11082" y="14018"/>
                  </a:cubicBezTo>
                  <a:cubicBezTo>
                    <a:pt x="10894" y="13810"/>
                    <a:pt x="10644" y="13561"/>
                    <a:pt x="10456" y="13312"/>
                  </a:cubicBezTo>
                  <a:cubicBezTo>
                    <a:pt x="10394" y="13187"/>
                    <a:pt x="10269" y="13063"/>
                    <a:pt x="10206" y="12897"/>
                  </a:cubicBezTo>
                  <a:cubicBezTo>
                    <a:pt x="10143" y="12772"/>
                    <a:pt x="10018" y="12648"/>
                    <a:pt x="9956" y="12482"/>
                  </a:cubicBezTo>
                  <a:cubicBezTo>
                    <a:pt x="9830" y="12191"/>
                    <a:pt x="9768" y="11859"/>
                    <a:pt x="9705" y="11527"/>
                  </a:cubicBezTo>
                  <a:cubicBezTo>
                    <a:pt x="9705" y="11361"/>
                    <a:pt x="9705" y="11195"/>
                    <a:pt x="9705" y="11028"/>
                  </a:cubicBezTo>
                  <a:cubicBezTo>
                    <a:pt x="9705" y="10779"/>
                    <a:pt x="9705" y="10779"/>
                    <a:pt x="9705" y="10779"/>
                  </a:cubicBezTo>
                  <a:cubicBezTo>
                    <a:pt x="9768" y="10530"/>
                    <a:pt x="9768" y="10530"/>
                    <a:pt x="9768" y="10530"/>
                  </a:cubicBezTo>
                  <a:cubicBezTo>
                    <a:pt x="9768" y="10198"/>
                    <a:pt x="9893" y="9866"/>
                    <a:pt x="10018" y="9534"/>
                  </a:cubicBezTo>
                  <a:cubicBezTo>
                    <a:pt x="10081" y="9243"/>
                    <a:pt x="10269" y="8911"/>
                    <a:pt x="10456" y="8621"/>
                  </a:cubicBezTo>
                  <a:cubicBezTo>
                    <a:pt x="10519" y="8496"/>
                    <a:pt x="10582" y="8330"/>
                    <a:pt x="10707" y="8205"/>
                  </a:cubicBezTo>
                  <a:cubicBezTo>
                    <a:pt x="10769" y="8081"/>
                    <a:pt x="10894" y="7956"/>
                    <a:pt x="10957" y="7832"/>
                  </a:cubicBezTo>
                  <a:cubicBezTo>
                    <a:pt x="11082" y="7666"/>
                    <a:pt x="11145" y="7541"/>
                    <a:pt x="11270" y="7458"/>
                  </a:cubicBezTo>
                  <a:cubicBezTo>
                    <a:pt x="11333" y="7333"/>
                    <a:pt x="11458" y="7209"/>
                    <a:pt x="11520" y="7126"/>
                  </a:cubicBezTo>
                  <a:cubicBezTo>
                    <a:pt x="11708" y="6877"/>
                    <a:pt x="11896" y="6711"/>
                    <a:pt x="12084" y="6545"/>
                  </a:cubicBezTo>
                  <a:cubicBezTo>
                    <a:pt x="12271" y="6379"/>
                    <a:pt x="12397" y="6213"/>
                    <a:pt x="12522" y="6129"/>
                  </a:cubicBezTo>
                  <a:cubicBezTo>
                    <a:pt x="12772" y="5880"/>
                    <a:pt x="12960" y="5756"/>
                    <a:pt x="12960" y="5756"/>
                  </a:cubicBezTo>
                  <a:close/>
                  <a:moveTo>
                    <a:pt x="14025" y="5046"/>
                  </a:moveTo>
                  <a:cubicBezTo>
                    <a:pt x="14025" y="5046"/>
                    <a:pt x="13900" y="5171"/>
                    <a:pt x="13712" y="5420"/>
                  </a:cubicBezTo>
                  <a:cubicBezTo>
                    <a:pt x="13587" y="5544"/>
                    <a:pt x="13462" y="5711"/>
                    <a:pt x="13337" y="5877"/>
                  </a:cubicBezTo>
                  <a:cubicBezTo>
                    <a:pt x="13149" y="6043"/>
                    <a:pt x="13024" y="6250"/>
                    <a:pt x="12836" y="6458"/>
                  </a:cubicBezTo>
                  <a:cubicBezTo>
                    <a:pt x="12773" y="6582"/>
                    <a:pt x="12648" y="6665"/>
                    <a:pt x="12586" y="6790"/>
                  </a:cubicBezTo>
                  <a:cubicBezTo>
                    <a:pt x="12523" y="6914"/>
                    <a:pt x="12398" y="7039"/>
                    <a:pt x="12335" y="7164"/>
                  </a:cubicBezTo>
                  <a:cubicBezTo>
                    <a:pt x="12273" y="7288"/>
                    <a:pt x="12147" y="7413"/>
                    <a:pt x="12085" y="7579"/>
                  </a:cubicBezTo>
                  <a:cubicBezTo>
                    <a:pt x="12022" y="7703"/>
                    <a:pt x="11897" y="7828"/>
                    <a:pt x="11834" y="7994"/>
                  </a:cubicBezTo>
                  <a:cubicBezTo>
                    <a:pt x="11709" y="8285"/>
                    <a:pt x="11584" y="8575"/>
                    <a:pt x="11459" y="8866"/>
                  </a:cubicBezTo>
                  <a:cubicBezTo>
                    <a:pt x="11334" y="9198"/>
                    <a:pt x="11271" y="9489"/>
                    <a:pt x="11209" y="9821"/>
                  </a:cubicBezTo>
                  <a:cubicBezTo>
                    <a:pt x="11209" y="10070"/>
                    <a:pt x="11209" y="10070"/>
                    <a:pt x="11209" y="10070"/>
                  </a:cubicBezTo>
                  <a:cubicBezTo>
                    <a:pt x="11209" y="10319"/>
                    <a:pt x="11209" y="10319"/>
                    <a:pt x="11209" y="10319"/>
                  </a:cubicBezTo>
                  <a:cubicBezTo>
                    <a:pt x="11209" y="10485"/>
                    <a:pt x="11209" y="10609"/>
                    <a:pt x="11209" y="10776"/>
                  </a:cubicBezTo>
                  <a:cubicBezTo>
                    <a:pt x="11271" y="11108"/>
                    <a:pt x="11334" y="11398"/>
                    <a:pt x="11396" y="11689"/>
                  </a:cubicBezTo>
                  <a:cubicBezTo>
                    <a:pt x="11522" y="11980"/>
                    <a:pt x="11647" y="12270"/>
                    <a:pt x="11834" y="12519"/>
                  </a:cubicBezTo>
                  <a:cubicBezTo>
                    <a:pt x="12022" y="12768"/>
                    <a:pt x="12210" y="13017"/>
                    <a:pt x="12398" y="13184"/>
                  </a:cubicBezTo>
                  <a:cubicBezTo>
                    <a:pt x="12773" y="13599"/>
                    <a:pt x="13149" y="13931"/>
                    <a:pt x="13462" y="14138"/>
                  </a:cubicBezTo>
                  <a:cubicBezTo>
                    <a:pt x="13775" y="14346"/>
                    <a:pt x="13963" y="14429"/>
                    <a:pt x="13963" y="14429"/>
                  </a:cubicBezTo>
                  <a:cubicBezTo>
                    <a:pt x="13963" y="14429"/>
                    <a:pt x="13900" y="14429"/>
                    <a:pt x="13775" y="14388"/>
                  </a:cubicBezTo>
                  <a:cubicBezTo>
                    <a:pt x="13712" y="14346"/>
                    <a:pt x="13587" y="14263"/>
                    <a:pt x="13399" y="14180"/>
                  </a:cubicBezTo>
                  <a:cubicBezTo>
                    <a:pt x="13086" y="13972"/>
                    <a:pt x="12586" y="13682"/>
                    <a:pt x="12147" y="13308"/>
                  </a:cubicBezTo>
                  <a:cubicBezTo>
                    <a:pt x="11960" y="13101"/>
                    <a:pt x="11709" y="12851"/>
                    <a:pt x="11584" y="12602"/>
                  </a:cubicBezTo>
                  <a:cubicBezTo>
                    <a:pt x="11459" y="12478"/>
                    <a:pt x="11396" y="12312"/>
                    <a:pt x="11271" y="12187"/>
                  </a:cubicBezTo>
                  <a:cubicBezTo>
                    <a:pt x="11209" y="12063"/>
                    <a:pt x="11146" y="11897"/>
                    <a:pt x="11083" y="11772"/>
                  </a:cubicBezTo>
                  <a:cubicBezTo>
                    <a:pt x="10958" y="11440"/>
                    <a:pt x="10833" y="11108"/>
                    <a:pt x="10833" y="10817"/>
                  </a:cubicBezTo>
                  <a:cubicBezTo>
                    <a:pt x="10833" y="10651"/>
                    <a:pt x="10770" y="10485"/>
                    <a:pt x="10770" y="10319"/>
                  </a:cubicBezTo>
                  <a:cubicBezTo>
                    <a:pt x="10770" y="10070"/>
                    <a:pt x="10770" y="10070"/>
                    <a:pt x="10770" y="10070"/>
                  </a:cubicBezTo>
                  <a:cubicBezTo>
                    <a:pt x="10833" y="9821"/>
                    <a:pt x="10833" y="9821"/>
                    <a:pt x="10833" y="9821"/>
                  </a:cubicBezTo>
                  <a:cubicBezTo>
                    <a:pt x="10896" y="9489"/>
                    <a:pt x="10958" y="9156"/>
                    <a:pt x="11083" y="8824"/>
                  </a:cubicBezTo>
                  <a:cubicBezTo>
                    <a:pt x="11209" y="8492"/>
                    <a:pt x="11334" y="8202"/>
                    <a:pt x="11522" y="7911"/>
                  </a:cubicBezTo>
                  <a:cubicBezTo>
                    <a:pt x="11584" y="7745"/>
                    <a:pt x="11709" y="7620"/>
                    <a:pt x="11772" y="7496"/>
                  </a:cubicBezTo>
                  <a:cubicBezTo>
                    <a:pt x="11897" y="7330"/>
                    <a:pt x="11960" y="7205"/>
                    <a:pt x="12085" y="7081"/>
                  </a:cubicBezTo>
                  <a:cubicBezTo>
                    <a:pt x="12147" y="6956"/>
                    <a:pt x="12273" y="6831"/>
                    <a:pt x="12335" y="6707"/>
                  </a:cubicBezTo>
                  <a:cubicBezTo>
                    <a:pt x="12460" y="6582"/>
                    <a:pt x="12523" y="6499"/>
                    <a:pt x="12648" y="6375"/>
                  </a:cubicBezTo>
                  <a:cubicBezTo>
                    <a:pt x="12836" y="6167"/>
                    <a:pt x="13024" y="6001"/>
                    <a:pt x="13149" y="5835"/>
                  </a:cubicBezTo>
                  <a:cubicBezTo>
                    <a:pt x="13337" y="5669"/>
                    <a:pt x="13524" y="5503"/>
                    <a:pt x="13650" y="5378"/>
                  </a:cubicBezTo>
                  <a:cubicBezTo>
                    <a:pt x="13900" y="5171"/>
                    <a:pt x="14025" y="5046"/>
                    <a:pt x="14025" y="5046"/>
                  </a:cubicBezTo>
                  <a:close/>
                  <a:moveTo>
                    <a:pt x="15150" y="4297"/>
                  </a:moveTo>
                  <a:cubicBezTo>
                    <a:pt x="15150" y="4297"/>
                    <a:pt x="15024" y="4464"/>
                    <a:pt x="14774" y="4714"/>
                  </a:cubicBezTo>
                  <a:cubicBezTo>
                    <a:pt x="14649" y="4839"/>
                    <a:pt x="14524" y="4964"/>
                    <a:pt x="14398" y="5131"/>
                  </a:cubicBezTo>
                  <a:cubicBezTo>
                    <a:pt x="14273" y="5339"/>
                    <a:pt x="14086" y="5506"/>
                    <a:pt x="13898" y="5756"/>
                  </a:cubicBezTo>
                  <a:cubicBezTo>
                    <a:pt x="13835" y="5839"/>
                    <a:pt x="13773" y="5964"/>
                    <a:pt x="13647" y="6089"/>
                  </a:cubicBezTo>
                  <a:cubicBezTo>
                    <a:pt x="13585" y="6215"/>
                    <a:pt x="13522" y="6340"/>
                    <a:pt x="13397" y="6465"/>
                  </a:cubicBezTo>
                  <a:cubicBezTo>
                    <a:pt x="13334" y="6590"/>
                    <a:pt x="13272" y="6715"/>
                    <a:pt x="13147" y="6840"/>
                  </a:cubicBezTo>
                  <a:cubicBezTo>
                    <a:pt x="13084" y="7006"/>
                    <a:pt x="13021" y="7132"/>
                    <a:pt x="12959" y="7257"/>
                  </a:cubicBezTo>
                  <a:cubicBezTo>
                    <a:pt x="12771" y="7548"/>
                    <a:pt x="12646" y="7882"/>
                    <a:pt x="12521" y="8174"/>
                  </a:cubicBezTo>
                  <a:cubicBezTo>
                    <a:pt x="12458" y="8465"/>
                    <a:pt x="12333" y="8799"/>
                    <a:pt x="12333" y="9132"/>
                  </a:cubicBezTo>
                  <a:cubicBezTo>
                    <a:pt x="12270" y="9382"/>
                    <a:pt x="12270" y="9382"/>
                    <a:pt x="12270" y="9382"/>
                  </a:cubicBezTo>
                  <a:cubicBezTo>
                    <a:pt x="12270" y="9591"/>
                    <a:pt x="12270" y="9591"/>
                    <a:pt x="12270" y="9591"/>
                  </a:cubicBezTo>
                  <a:cubicBezTo>
                    <a:pt x="12270" y="9757"/>
                    <a:pt x="12270" y="9924"/>
                    <a:pt x="12270" y="10091"/>
                  </a:cubicBezTo>
                  <a:cubicBezTo>
                    <a:pt x="12333" y="10383"/>
                    <a:pt x="12396" y="10716"/>
                    <a:pt x="12521" y="11008"/>
                  </a:cubicBezTo>
                  <a:cubicBezTo>
                    <a:pt x="12583" y="11300"/>
                    <a:pt x="12771" y="11550"/>
                    <a:pt x="12896" y="11800"/>
                  </a:cubicBezTo>
                  <a:cubicBezTo>
                    <a:pt x="13084" y="12092"/>
                    <a:pt x="13272" y="12300"/>
                    <a:pt x="13460" y="12508"/>
                  </a:cubicBezTo>
                  <a:cubicBezTo>
                    <a:pt x="13835" y="12925"/>
                    <a:pt x="14211" y="13259"/>
                    <a:pt x="14524" y="13425"/>
                  </a:cubicBezTo>
                  <a:cubicBezTo>
                    <a:pt x="14837" y="13634"/>
                    <a:pt x="15024" y="13759"/>
                    <a:pt x="15024" y="13759"/>
                  </a:cubicBezTo>
                  <a:cubicBezTo>
                    <a:pt x="15024" y="13759"/>
                    <a:pt x="14962" y="13717"/>
                    <a:pt x="14899" y="13675"/>
                  </a:cubicBezTo>
                  <a:cubicBezTo>
                    <a:pt x="14774" y="13634"/>
                    <a:pt x="14649" y="13592"/>
                    <a:pt x="14461" y="13467"/>
                  </a:cubicBezTo>
                  <a:cubicBezTo>
                    <a:pt x="14148" y="13300"/>
                    <a:pt x="13710" y="13009"/>
                    <a:pt x="13272" y="12592"/>
                  </a:cubicBezTo>
                  <a:cubicBezTo>
                    <a:pt x="13021" y="12383"/>
                    <a:pt x="12834" y="12175"/>
                    <a:pt x="12646" y="11925"/>
                  </a:cubicBezTo>
                  <a:cubicBezTo>
                    <a:pt x="12521" y="11758"/>
                    <a:pt x="12458" y="11633"/>
                    <a:pt x="12396" y="11508"/>
                  </a:cubicBezTo>
                  <a:cubicBezTo>
                    <a:pt x="12270" y="11341"/>
                    <a:pt x="12208" y="11216"/>
                    <a:pt x="12145" y="11050"/>
                  </a:cubicBezTo>
                  <a:cubicBezTo>
                    <a:pt x="12020" y="10758"/>
                    <a:pt x="11957" y="10424"/>
                    <a:pt x="11895" y="10091"/>
                  </a:cubicBezTo>
                  <a:cubicBezTo>
                    <a:pt x="11895" y="9924"/>
                    <a:pt x="11895" y="9757"/>
                    <a:pt x="11895" y="9591"/>
                  </a:cubicBezTo>
                  <a:cubicBezTo>
                    <a:pt x="11895" y="9341"/>
                    <a:pt x="11895" y="9341"/>
                    <a:pt x="11895" y="9341"/>
                  </a:cubicBezTo>
                  <a:cubicBezTo>
                    <a:pt x="11895" y="9091"/>
                    <a:pt x="11895" y="9091"/>
                    <a:pt x="11895" y="9091"/>
                  </a:cubicBezTo>
                  <a:cubicBezTo>
                    <a:pt x="11957" y="8757"/>
                    <a:pt x="12083" y="8424"/>
                    <a:pt x="12145" y="8132"/>
                  </a:cubicBezTo>
                  <a:cubicBezTo>
                    <a:pt x="12270" y="7798"/>
                    <a:pt x="12458" y="7507"/>
                    <a:pt x="12583" y="7215"/>
                  </a:cubicBezTo>
                  <a:cubicBezTo>
                    <a:pt x="12646" y="7048"/>
                    <a:pt x="12771" y="6923"/>
                    <a:pt x="12834" y="6756"/>
                  </a:cubicBezTo>
                  <a:cubicBezTo>
                    <a:pt x="12959" y="6631"/>
                    <a:pt x="13021" y="6506"/>
                    <a:pt x="13147" y="6381"/>
                  </a:cubicBezTo>
                  <a:cubicBezTo>
                    <a:pt x="13209" y="6256"/>
                    <a:pt x="13334" y="6131"/>
                    <a:pt x="13397" y="6006"/>
                  </a:cubicBezTo>
                  <a:cubicBezTo>
                    <a:pt x="13522" y="5881"/>
                    <a:pt x="13647" y="5756"/>
                    <a:pt x="13710" y="5673"/>
                  </a:cubicBezTo>
                  <a:cubicBezTo>
                    <a:pt x="13898" y="5464"/>
                    <a:pt x="14086" y="5256"/>
                    <a:pt x="14273" y="5089"/>
                  </a:cubicBezTo>
                  <a:cubicBezTo>
                    <a:pt x="14398" y="4922"/>
                    <a:pt x="14586" y="4797"/>
                    <a:pt x="14711" y="4672"/>
                  </a:cubicBezTo>
                  <a:cubicBezTo>
                    <a:pt x="14962" y="4422"/>
                    <a:pt x="15150" y="4297"/>
                    <a:pt x="15150" y="4297"/>
                  </a:cubicBezTo>
                  <a:close/>
                  <a:moveTo>
                    <a:pt x="16215" y="3627"/>
                  </a:moveTo>
                  <a:cubicBezTo>
                    <a:pt x="16215" y="3627"/>
                    <a:pt x="16090" y="3752"/>
                    <a:pt x="15839" y="4001"/>
                  </a:cubicBezTo>
                  <a:cubicBezTo>
                    <a:pt x="15777" y="4125"/>
                    <a:pt x="15651" y="4291"/>
                    <a:pt x="15464" y="4457"/>
                  </a:cubicBezTo>
                  <a:cubicBezTo>
                    <a:pt x="15338" y="4623"/>
                    <a:pt x="15151" y="4831"/>
                    <a:pt x="15026" y="5039"/>
                  </a:cubicBezTo>
                  <a:cubicBezTo>
                    <a:pt x="14900" y="5163"/>
                    <a:pt x="14838" y="5288"/>
                    <a:pt x="14775" y="5412"/>
                  </a:cubicBezTo>
                  <a:cubicBezTo>
                    <a:pt x="14650" y="5495"/>
                    <a:pt x="14587" y="5620"/>
                    <a:pt x="14525" y="5744"/>
                  </a:cubicBezTo>
                  <a:cubicBezTo>
                    <a:pt x="14400" y="5910"/>
                    <a:pt x="14337" y="6035"/>
                    <a:pt x="14274" y="6159"/>
                  </a:cubicBezTo>
                  <a:cubicBezTo>
                    <a:pt x="14212" y="6284"/>
                    <a:pt x="14087" y="6450"/>
                    <a:pt x="14024" y="6575"/>
                  </a:cubicBezTo>
                  <a:cubicBezTo>
                    <a:pt x="13899" y="6865"/>
                    <a:pt x="13774" y="7156"/>
                    <a:pt x="13648" y="7488"/>
                  </a:cubicBezTo>
                  <a:cubicBezTo>
                    <a:pt x="13523" y="7779"/>
                    <a:pt x="13461" y="8111"/>
                    <a:pt x="13398" y="8401"/>
                  </a:cubicBezTo>
                  <a:cubicBezTo>
                    <a:pt x="13398" y="8651"/>
                    <a:pt x="13398" y="8651"/>
                    <a:pt x="13398" y="8651"/>
                  </a:cubicBezTo>
                  <a:cubicBezTo>
                    <a:pt x="13398" y="8900"/>
                    <a:pt x="13398" y="8900"/>
                    <a:pt x="13398" y="8900"/>
                  </a:cubicBezTo>
                  <a:cubicBezTo>
                    <a:pt x="13336" y="9066"/>
                    <a:pt x="13398" y="9232"/>
                    <a:pt x="13398" y="9356"/>
                  </a:cubicBezTo>
                  <a:cubicBezTo>
                    <a:pt x="13398" y="9688"/>
                    <a:pt x="13461" y="9979"/>
                    <a:pt x="13586" y="10270"/>
                  </a:cubicBezTo>
                  <a:cubicBezTo>
                    <a:pt x="13711" y="10560"/>
                    <a:pt x="13836" y="10851"/>
                    <a:pt x="14024" y="11100"/>
                  </a:cubicBezTo>
                  <a:cubicBezTo>
                    <a:pt x="14149" y="11349"/>
                    <a:pt x="14337" y="11598"/>
                    <a:pt x="14525" y="11806"/>
                  </a:cubicBezTo>
                  <a:cubicBezTo>
                    <a:pt x="14900" y="12221"/>
                    <a:pt x="15338" y="12512"/>
                    <a:pt x="15651" y="12719"/>
                  </a:cubicBezTo>
                  <a:cubicBezTo>
                    <a:pt x="15902" y="12927"/>
                    <a:pt x="16152" y="13010"/>
                    <a:pt x="16152" y="13010"/>
                  </a:cubicBezTo>
                  <a:cubicBezTo>
                    <a:pt x="16152" y="13010"/>
                    <a:pt x="16090" y="13010"/>
                    <a:pt x="15964" y="12968"/>
                  </a:cubicBezTo>
                  <a:cubicBezTo>
                    <a:pt x="15902" y="12927"/>
                    <a:pt x="15714" y="12844"/>
                    <a:pt x="15589" y="12761"/>
                  </a:cubicBezTo>
                  <a:cubicBezTo>
                    <a:pt x="15276" y="12595"/>
                    <a:pt x="14775" y="12304"/>
                    <a:pt x="14337" y="11889"/>
                  </a:cubicBezTo>
                  <a:cubicBezTo>
                    <a:pt x="14149" y="11681"/>
                    <a:pt x="13899" y="11432"/>
                    <a:pt x="13711" y="11183"/>
                  </a:cubicBezTo>
                  <a:cubicBezTo>
                    <a:pt x="13648" y="11059"/>
                    <a:pt x="13523" y="10934"/>
                    <a:pt x="13461" y="10768"/>
                  </a:cubicBezTo>
                  <a:cubicBezTo>
                    <a:pt x="13398" y="10643"/>
                    <a:pt x="13273" y="10477"/>
                    <a:pt x="13273" y="10353"/>
                  </a:cubicBezTo>
                  <a:cubicBezTo>
                    <a:pt x="13085" y="10062"/>
                    <a:pt x="13023" y="9730"/>
                    <a:pt x="12960" y="9398"/>
                  </a:cubicBezTo>
                  <a:cubicBezTo>
                    <a:pt x="12960" y="9232"/>
                    <a:pt x="12960" y="9066"/>
                    <a:pt x="12960" y="8900"/>
                  </a:cubicBezTo>
                  <a:cubicBezTo>
                    <a:pt x="12960" y="8651"/>
                    <a:pt x="12960" y="8651"/>
                    <a:pt x="12960" y="8651"/>
                  </a:cubicBezTo>
                  <a:cubicBezTo>
                    <a:pt x="13023" y="8401"/>
                    <a:pt x="13023" y="8401"/>
                    <a:pt x="13023" y="8401"/>
                  </a:cubicBezTo>
                  <a:cubicBezTo>
                    <a:pt x="13023" y="8069"/>
                    <a:pt x="13148" y="7737"/>
                    <a:pt x="13273" y="7405"/>
                  </a:cubicBezTo>
                  <a:cubicBezTo>
                    <a:pt x="13398" y="7114"/>
                    <a:pt x="13523" y="6782"/>
                    <a:pt x="13711" y="6492"/>
                  </a:cubicBezTo>
                  <a:cubicBezTo>
                    <a:pt x="13774" y="6367"/>
                    <a:pt x="13836" y="6201"/>
                    <a:pt x="13961" y="6076"/>
                  </a:cubicBezTo>
                  <a:cubicBezTo>
                    <a:pt x="14024" y="5952"/>
                    <a:pt x="14149" y="5786"/>
                    <a:pt x="14212" y="5661"/>
                  </a:cubicBezTo>
                  <a:cubicBezTo>
                    <a:pt x="14337" y="5537"/>
                    <a:pt x="14400" y="5412"/>
                    <a:pt x="14525" y="5329"/>
                  </a:cubicBezTo>
                  <a:cubicBezTo>
                    <a:pt x="14587" y="5205"/>
                    <a:pt x="14713" y="5080"/>
                    <a:pt x="14775" y="4997"/>
                  </a:cubicBezTo>
                  <a:cubicBezTo>
                    <a:pt x="14963" y="4748"/>
                    <a:pt x="15213" y="4582"/>
                    <a:pt x="15338" y="4416"/>
                  </a:cubicBezTo>
                  <a:cubicBezTo>
                    <a:pt x="15526" y="4250"/>
                    <a:pt x="15651" y="4084"/>
                    <a:pt x="15777" y="4001"/>
                  </a:cubicBezTo>
                  <a:cubicBezTo>
                    <a:pt x="16090" y="3752"/>
                    <a:pt x="16215" y="3627"/>
                    <a:pt x="16215" y="3627"/>
                  </a:cubicBezTo>
                  <a:close/>
                  <a:moveTo>
                    <a:pt x="17221" y="2917"/>
                  </a:moveTo>
                  <a:cubicBezTo>
                    <a:pt x="17221" y="2917"/>
                    <a:pt x="17098" y="3042"/>
                    <a:pt x="16914" y="3291"/>
                  </a:cubicBezTo>
                  <a:cubicBezTo>
                    <a:pt x="16791" y="3416"/>
                    <a:pt x="16668" y="3582"/>
                    <a:pt x="16545" y="3748"/>
                  </a:cubicBezTo>
                  <a:cubicBezTo>
                    <a:pt x="16360" y="3914"/>
                    <a:pt x="16238" y="4121"/>
                    <a:pt x="16053" y="4329"/>
                  </a:cubicBezTo>
                  <a:cubicBezTo>
                    <a:pt x="15992" y="4453"/>
                    <a:pt x="15869" y="4537"/>
                    <a:pt x="15807" y="4661"/>
                  </a:cubicBezTo>
                  <a:cubicBezTo>
                    <a:pt x="15746" y="4786"/>
                    <a:pt x="15623" y="4910"/>
                    <a:pt x="15562" y="5035"/>
                  </a:cubicBezTo>
                  <a:cubicBezTo>
                    <a:pt x="15500" y="5159"/>
                    <a:pt x="15377" y="5284"/>
                    <a:pt x="15316" y="5450"/>
                  </a:cubicBezTo>
                  <a:cubicBezTo>
                    <a:pt x="15254" y="5574"/>
                    <a:pt x="15131" y="5699"/>
                    <a:pt x="15070" y="5865"/>
                  </a:cubicBezTo>
                  <a:cubicBezTo>
                    <a:pt x="14947" y="6156"/>
                    <a:pt x="14824" y="6446"/>
                    <a:pt x="14701" y="6737"/>
                  </a:cubicBezTo>
                  <a:cubicBezTo>
                    <a:pt x="14640" y="7069"/>
                    <a:pt x="14517" y="7360"/>
                    <a:pt x="14517" y="7692"/>
                  </a:cubicBezTo>
                  <a:cubicBezTo>
                    <a:pt x="14455" y="7941"/>
                    <a:pt x="14455" y="7941"/>
                    <a:pt x="14455" y="7941"/>
                  </a:cubicBezTo>
                  <a:cubicBezTo>
                    <a:pt x="14455" y="8190"/>
                    <a:pt x="14455" y="8190"/>
                    <a:pt x="14455" y="8190"/>
                  </a:cubicBezTo>
                  <a:cubicBezTo>
                    <a:pt x="14455" y="8315"/>
                    <a:pt x="14455" y="8481"/>
                    <a:pt x="14455" y="8647"/>
                  </a:cubicBezTo>
                  <a:cubicBezTo>
                    <a:pt x="14517" y="8979"/>
                    <a:pt x="14578" y="9269"/>
                    <a:pt x="14640" y="9560"/>
                  </a:cubicBezTo>
                  <a:cubicBezTo>
                    <a:pt x="14763" y="9851"/>
                    <a:pt x="14886" y="10141"/>
                    <a:pt x="15070" y="10390"/>
                  </a:cubicBezTo>
                  <a:cubicBezTo>
                    <a:pt x="15254" y="10639"/>
                    <a:pt x="15439" y="10847"/>
                    <a:pt x="15623" y="11055"/>
                  </a:cubicBezTo>
                  <a:cubicBezTo>
                    <a:pt x="15992" y="11470"/>
                    <a:pt x="16360" y="11802"/>
                    <a:pt x="16668" y="12010"/>
                  </a:cubicBezTo>
                  <a:lnTo>
                    <a:pt x="16986" y="12198"/>
                  </a:lnTo>
                  <a:lnTo>
                    <a:pt x="16606" y="12051"/>
                  </a:lnTo>
                  <a:cubicBezTo>
                    <a:pt x="16299" y="11843"/>
                    <a:pt x="15807" y="11553"/>
                    <a:pt x="15439" y="11138"/>
                  </a:cubicBezTo>
                  <a:cubicBezTo>
                    <a:pt x="15193" y="10972"/>
                    <a:pt x="15008" y="10723"/>
                    <a:pt x="14824" y="10473"/>
                  </a:cubicBezTo>
                  <a:cubicBezTo>
                    <a:pt x="14701" y="10349"/>
                    <a:pt x="14640" y="10183"/>
                    <a:pt x="14517" y="10058"/>
                  </a:cubicBezTo>
                  <a:cubicBezTo>
                    <a:pt x="14455" y="9934"/>
                    <a:pt x="14394" y="9768"/>
                    <a:pt x="14332" y="9602"/>
                  </a:cubicBezTo>
                  <a:cubicBezTo>
                    <a:pt x="14210" y="9311"/>
                    <a:pt x="14148" y="8979"/>
                    <a:pt x="14087" y="8688"/>
                  </a:cubicBezTo>
                  <a:cubicBezTo>
                    <a:pt x="14087" y="8522"/>
                    <a:pt x="14025" y="8356"/>
                    <a:pt x="14025" y="8190"/>
                  </a:cubicBezTo>
                  <a:cubicBezTo>
                    <a:pt x="14087" y="7899"/>
                    <a:pt x="14087" y="7899"/>
                    <a:pt x="14087" y="7899"/>
                  </a:cubicBezTo>
                  <a:cubicBezTo>
                    <a:pt x="14087" y="7650"/>
                    <a:pt x="14087" y="7650"/>
                    <a:pt x="14087" y="7650"/>
                  </a:cubicBezTo>
                  <a:cubicBezTo>
                    <a:pt x="14148" y="7318"/>
                    <a:pt x="14210" y="7028"/>
                    <a:pt x="14332" y="6695"/>
                  </a:cubicBezTo>
                  <a:cubicBezTo>
                    <a:pt x="14455" y="6363"/>
                    <a:pt x="14578" y="6073"/>
                    <a:pt x="14763" y="5782"/>
                  </a:cubicBezTo>
                  <a:cubicBezTo>
                    <a:pt x="14824" y="5616"/>
                    <a:pt x="14947" y="5491"/>
                    <a:pt x="15008" y="5367"/>
                  </a:cubicBezTo>
                  <a:cubicBezTo>
                    <a:pt x="15131" y="5201"/>
                    <a:pt x="15193" y="5076"/>
                    <a:pt x="15316" y="4952"/>
                  </a:cubicBezTo>
                  <a:cubicBezTo>
                    <a:pt x="15377" y="4827"/>
                    <a:pt x="15500" y="4703"/>
                    <a:pt x="15562" y="4578"/>
                  </a:cubicBezTo>
                  <a:cubicBezTo>
                    <a:pt x="15684" y="4453"/>
                    <a:pt x="15746" y="4370"/>
                    <a:pt x="15869" y="4246"/>
                  </a:cubicBezTo>
                  <a:cubicBezTo>
                    <a:pt x="16053" y="4038"/>
                    <a:pt x="16238" y="3831"/>
                    <a:pt x="16422" y="3665"/>
                  </a:cubicBezTo>
                  <a:cubicBezTo>
                    <a:pt x="16545" y="3499"/>
                    <a:pt x="16729" y="3374"/>
                    <a:pt x="16852" y="3249"/>
                  </a:cubicBezTo>
                  <a:cubicBezTo>
                    <a:pt x="17098" y="3042"/>
                    <a:pt x="17221" y="2917"/>
                    <a:pt x="17221" y="2917"/>
                  </a:cubicBezTo>
                  <a:close/>
                  <a:moveTo>
                    <a:pt x="18345" y="2168"/>
                  </a:moveTo>
                  <a:cubicBezTo>
                    <a:pt x="18345" y="2168"/>
                    <a:pt x="18222" y="2334"/>
                    <a:pt x="17976" y="2583"/>
                  </a:cubicBezTo>
                  <a:cubicBezTo>
                    <a:pt x="17854" y="2708"/>
                    <a:pt x="17731" y="2832"/>
                    <a:pt x="17608" y="2998"/>
                  </a:cubicBezTo>
                  <a:cubicBezTo>
                    <a:pt x="17485" y="3206"/>
                    <a:pt x="17300" y="3372"/>
                    <a:pt x="17178" y="3621"/>
                  </a:cubicBezTo>
                  <a:cubicBezTo>
                    <a:pt x="17055" y="3704"/>
                    <a:pt x="16993" y="3829"/>
                    <a:pt x="16870" y="3953"/>
                  </a:cubicBezTo>
                  <a:cubicBezTo>
                    <a:pt x="16809" y="4078"/>
                    <a:pt x="16747" y="4202"/>
                    <a:pt x="16624" y="4327"/>
                  </a:cubicBezTo>
                  <a:cubicBezTo>
                    <a:pt x="16563" y="4451"/>
                    <a:pt x="16502" y="4576"/>
                    <a:pt x="16440" y="4700"/>
                  </a:cubicBezTo>
                  <a:cubicBezTo>
                    <a:pt x="16317" y="4866"/>
                    <a:pt x="16256" y="4991"/>
                    <a:pt x="16194" y="5115"/>
                  </a:cubicBezTo>
                  <a:cubicBezTo>
                    <a:pt x="16010" y="5406"/>
                    <a:pt x="15887" y="5738"/>
                    <a:pt x="15826" y="6029"/>
                  </a:cubicBezTo>
                  <a:cubicBezTo>
                    <a:pt x="15703" y="6319"/>
                    <a:pt x="15641" y="6651"/>
                    <a:pt x="15580" y="6983"/>
                  </a:cubicBezTo>
                  <a:cubicBezTo>
                    <a:pt x="15518" y="7191"/>
                    <a:pt x="15518" y="7191"/>
                    <a:pt x="15518" y="7191"/>
                  </a:cubicBezTo>
                  <a:cubicBezTo>
                    <a:pt x="15518" y="7440"/>
                    <a:pt x="15518" y="7440"/>
                    <a:pt x="15518" y="7440"/>
                  </a:cubicBezTo>
                  <a:cubicBezTo>
                    <a:pt x="15518" y="7606"/>
                    <a:pt x="15518" y="7772"/>
                    <a:pt x="15580" y="7938"/>
                  </a:cubicBezTo>
                  <a:cubicBezTo>
                    <a:pt x="15580" y="8228"/>
                    <a:pt x="15641" y="8561"/>
                    <a:pt x="15764" y="8851"/>
                  </a:cubicBezTo>
                  <a:cubicBezTo>
                    <a:pt x="15887" y="9142"/>
                    <a:pt x="16010" y="9391"/>
                    <a:pt x="16133" y="9640"/>
                  </a:cubicBezTo>
                  <a:cubicBezTo>
                    <a:pt x="16317" y="9930"/>
                    <a:pt x="16502" y="10138"/>
                    <a:pt x="16686" y="10345"/>
                  </a:cubicBezTo>
                  <a:cubicBezTo>
                    <a:pt x="17055" y="10760"/>
                    <a:pt x="17485" y="11051"/>
                    <a:pt x="17731" y="11258"/>
                  </a:cubicBezTo>
                  <a:cubicBezTo>
                    <a:pt x="18038" y="11466"/>
                    <a:pt x="18222" y="11591"/>
                    <a:pt x="18222" y="11591"/>
                  </a:cubicBezTo>
                  <a:cubicBezTo>
                    <a:pt x="18222" y="11591"/>
                    <a:pt x="18161" y="11549"/>
                    <a:pt x="18099" y="11508"/>
                  </a:cubicBezTo>
                  <a:cubicBezTo>
                    <a:pt x="17976" y="11466"/>
                    <a:pt x="17854" y="11425"/>
                    <a:pt x="17669" y="11300"/>
                  </a:cubicBezTo>
                  <a:cubicBezTo>
                    <a:pt x="17362" y="11134"/>
                    <a:pt x="16932" y="10843"/>
                    <a:pt x="16502" y="10428"/>
                  </a:cubicBezTo>
                  <a:cubicBezTo>
                    <a:pt x="16256" y="10221"/>
                    <a:pt x="16071" y="10013"/>
                    <a:pt x="15887" y="9723"/>
                  </a:cubicBezTo>
                  <a:cubicBezTo>
                    <a:pt x="15764" y="9598"/>
                    <a:pt x="15703" y="9474"/>
                    <a:pt x="15641" y="9349"/>
                  </a:cubicBezTo>
                  <a:cubicBezTo>
                    <a:pt x="15580" y="9183"/>
                    <a:pt x="15457" y="9059"/>
                    <a:pt x="15395" y="8893"/>
                  </a:cubicBezTo>
                  <a:cubicBezTo>
                    <a:pt x="15272" y="8602"/>
                    <a:pt x="15211" y="8270"/>
                    <a:pt x="15150" y="7938"/>
                  </a:cubicBezTo>
                  <a:cubicBezTo>
                    <a:pt x="15150" y="7772"/>
                    <a:pt x="15150" y="7606"/>
                    <a:pt x="15150" y="7440"/>
                  </a:cubicBezTo>
                  <a:cubicBezTo>
                    <a:pt x="15150" y="7191"/>
                    <a:pt x="15150" y="7191"/>
                    <a:pt x="15150" y="7191"/>
                  </a:cubicBezTo>
                  <a:cubicBezTo>
                    <a:pt x="15150" y="6942"/>
                    <a:pt x="15150" y="6942"/>
                    <a:pt x="15150" y="6942"/>
                  </a:cubicBezTo>
                  <a:cubicBezTo>
                    <a:pt x="15211" y="6610"/>
                    <a:pt x="15334" y="6278"/>
                    <a:pt x="15395" y="5946"/>
                  </a:cubicBezTo>
                  <a:cubicBezTo>
                    <a:pt x="15518" y="5655"/>
                    <a:pt x="15703" y="5323"/>
                    <a:pt x="15826" y="5032"/>
                  </a:cubicBezTo>
                  <a:cubicBezTo>
                    <a:pt x="15948" y="4908"/>
                    <a:pt x="16010" y="4783"/>
                    <a:pt x="16133" y="4617"/>
                  </a:cubicBezTo>
                  <a:cubicBezTo>
                    <a:pt x="16194" y="4493"/>
                    <a:pt x="16256" y="4368"/>
                    <a:pt x="16379" y="4244"/>
                  </a:cubicBezTo>
                  <a:cubicBezTo>
                    <a:pt x="16502" y="4119"/>
                    <a:pt x="16563" y="3995"/>
                    <a:pt x="16686" y="3870"/>
                  </a:cubicBezTo>
                  <a:cubicBezTo>
                    <a:pt x="16747" y="3746"/>
                    <a:pt x="16870" y="3621"/>
                    <a:pt x="16932" y="3538"/>
                  </a:cubicBezTo>
                  <a:cubicBezTo>
                    <a:pt x="17116" y="3331"/>
                    <a:pt x="17300" y="3123"/>
                    <a:pt x="17485" y="2957"/>
                  </a:cubicBezTo>
                  <a:cubicBezTo>
                    <a:pt x="17669" y="2791"/>
                    <a:pt x="17792" y="2666"/>
                    <a:pt x="17915" y="2542"/>
                  </a:cubicBezTo>
                  <a:cubicBezTo>
                    <a:pt x="18161" y="2293"/>
                    <a:pt x="18345" y="2168"/>
                    <a:pt x="18345" y="2168"/>
                  </a:cubicBezTo>
                  <a:close/>
                  <a:moveTo>
                    <a:pt x="19410" y="1459"/>
                  </a:moveTo>
                  <a:cubicBezTo>
                    <a:pt x="19410" y="1459"/>
                    <a:pt x="19287" y="1583"/>
                    <a:pt x="19103" y="1832"/>
                  </a:cubicBezTo>
                  <a:cubicBezTo>
                    <a:pt x="18980" y="1957"/>
                    <a:pt x="18857" y="2123"/>
                    <a:pt x="18673" y="2289"/>
                  </a:cubicBezTo>
                  <a:cubicBezTo>
                    <a:pt x="18550" y="2455"/>
                    <a:pt x="18366" y="2663"/>
                    <a:pt x="18243" y="2870"/>
                  </a:cubicBezTo>
                  <a:cubicBezTo>
                    <a:pt x="18181" y="2995"/>
                    <a:pt x="18058" y="3119"/>
                    <a:pt x="17997" y="3202"/>
                  </a:cubicBezTo>
                  <a:cubicBezTo>
                    <a:pt x="17874" y="3327"/>
                    <a:pt x="17813" y="3451"/>
                    <a:pt x="17751" y="3576"/>
                  </a:cubicBezTo>
                  <a:cubicBezTo>
                    <a:pt x="17628" y="3701"/>
                    <a:pt x="17567" y="3867"/>
                    <a:pt x="17505" y="3991"/>
                  </a:cubicBezTo>
                  <a:cubicBezTo>
                    <a:pt x="17444" y="4116"/>
                    <a:pt x="17321" y="4282"/>
                    <a:pt x="17260" y="4406"/>
                  </a:cubicBezTo>
                  <a:cubicBezTo>
                    <a:pt x="17137" y="4697"/>
                    <a:pt x="17014" y="4988"/>
                    <a:pt x="16891" y="5320"/>
                  </a:cubicBezTo>
                  <a:cubicBezTo>
                    <a:pt x="16768" y="5610"/>
                    <a:pt x="16706" y="5943"/>
                    <a:pt x="16645" y="6233"/>
                  </a:cubicBezTo>
                  <a:cubicBezTo>
                    <a:pt x="16645" y="6482"/>
                    <a:pt x="16645" y="6482"/>
                    <a:pt x="16645" y="6482"/>
                  </a:cubicBezTo>
                  <a:cubicBezTo>
                    <a:pt x="16645" y="6731"/>
                    <a:pt x="16645" y="6731"/>
                    <a:pt x="16645" y="6731"/>
                  </a:cubicBezTo>
                  <a:cubicBezTo>
                    <a:pt x="16584" y="6897"/>
                    <a:pt x="16645" y="7063"/>
                    <a:pt x="16645" y="7188"/>
                  </a:cubicBezTo>
                  <a:cubicBezTo>
                    <a:pt x="16706" y="7520"/>
                    <a:pt x="16706" y="7811"/>
                    <a:pt x="16829" y="8101"/>
                  </a:cubicBezTo>
                  <a:cubicBezTo>
                    <a:pt x="16952" y="8392"/>
                    <a:pt x="17075" y="8683"/>
                    <a:pt x="17260" y="8932"/>
                  </a:cubicBezTo>
                  <a:cubicBezTo>
                    <a:pt x="17382" y="9181"/>
                    <a:pt x="17567" y="9430"/>
                    <a:pt x="17751" y="9638"/>
                  </a:cubicBezTo>
                  <a:cubicBezTo>
                    <a:pt x="18181" y="10053"/>
                    <a:pt x="18550" y="10343"/>
                    <a:pt x="18857" y="10551"/>
                  </a:cubicBezTo>
                  <a:cubicBezTo>
                    <a:pt x="19165" y="10758"/>
                    <a:pt x="19349" y="10842"/>
                    <a:pt x="19349" y="10842"/>
                  </a:cubicBezTo>
                  <a:cubicBezTo>
                    <a:pt x="19349" y="10842"/>
                    <a:pt x="19287" y="10842"/>
                    <a:pt x="19165" y="10800"/>
                  </a:cubicBezTo>
                  <a:cubicBezTo>
                    <a:pt x="19103" y="10758"/>
                    <a:pt x="18919" y="10675"/>
                    <a:pt x="18796" y="10592"/>
                  </a:cubicBezTo>
                  <a:cubicBezTo>
                    <a:pt x="18489" y="10385"/>
                    <a:pt x="17997" y="10136"/>
                    <a:pt x="17567" y="9721"/>
                  </a:cubicBezTo>
                  <a:cubicBezTo>
                    <a:pt x="17382" y="9513"/>
                    <a:pt x="17137" y="9264"/>
                    <a:pt x="16952" y="9015"/>
                  </a:cubicBezTo>
                  <a:cubicBezTo>
                    <a:pt x="16891" y="8890"/>
                    <a:pt x="16768" y="8766"/>
                    <a:pt x="16706" y="8600"/>
                  </a:cubicBezTo>
                  <a:cubicBezTo>
                    <a:pt x="16645" y="8475"/>
                    <a:pt x="16584" y="8309"/>
                    <a:pt x="16522" y="8184"/>
                  </a:cubicBezTo>
                  <a:cubicBezTo>
                    <a:pt x="16399" y="7852"/>
                    <a:pt x="16276" y="7562"/>
                    <a:pt x="16276" y="7230"/>
                  </a:cubicBezTo>
                  <a:cubicBezTo>
                    <a:pt x="16215" y="7063"/>
                    <a:pt x="16215" y="6897"/>
                    <a:pt x="16215" y="6731"/>
                  </a:cubicBezTo>
                  <a:cubicBezTo>
                    <a:pt x="16215" y="6482"/>
                    <a:pt x="16215" y="6482"/>
                    <a:pt x="16215" y="6482"/>
                  </a:cubicBezTo>
                  <a:cubicBezTo>
                    <a:pt x="16276" y="6233"/>
                    <a:pt x="16276" y="6233"/>
                    <a:pt x="16276" y="6233"/>
                  </a:cubicBezTo>
                  <a:cubicBezTo>
                    <a:pt x="16276" y="5901"/>
                    <a:pt x="16399" y="5569"/>
                    <a:pt x="16522" y="5237"/>
                  </a:cubicBezTo>
                  <a:cubicBezTo>
                    <a:pt x="16645" y="4905"/>
                    <a:pt x="16768" y="4614"/>
                    <a:pt x="16952" y="4323"/>
                  </a:cubicBezTo>
                  <a:cubicBezTo>
                    <a:pt x="17014" y="4199"/>
                    <a:pt x="17075" y="4033"/>
                    <a:pt x="17198" y="3908"/>
                  </a:cubicBezTo>
                  <a:cubicBezTo>
                    <a:pt x="17260" y="3784"/>
                    <a:pt x="17382" y="3618"/>
                    <a:pt x="17444" y="3493"/>
                  </a:cubicBezTo>
                  <a:cubicBezTo>
                    <a:pt x="17567" y="3368"/>
                    <a:pt x="17628" y="3244"/>
                    <a:pt x="17751" y="3119"/>
                  </a:cubicBezTo>
                  <a:cubicBezTo>
                    <a:pt x="17874" y="3036"/>
                    <a:pt x="17936" y="2912"/>
                    <a:pt x="18058" y="2787"/>
                  </a:cubicBezTo>
                  <a:cubicBezTo>
                    <a:pt x="18181" y="2580"/>
                    <a:pt x="18427" y="2414"/>
                    <a:pt x="18550" y="2248"/>
                  </a:cubicBezTo>
                  <a:cubicBezTo>
                    <a:pt x="18734" y="2081"/>
                    <a:pt x="18857" y="1915"/>
                    <a:pt x="19042" y="1832"/>
                  </a:cubicBezTo>
                  <a:cubicBezTo>
                    <a:pt x="19287" y="1583"/>
                    <a:pt x="19410" y="1459"/>
                    <a:pt x="19410" y="1459"/>
                  </a:cubicBezTo>
                  <a:close/>
                  <a:moveTo>
                    <a:pt x="20476" y="749"/>
                  </a:moveTo>
                  <a:cubicBezTo>
                    <a:pt x="20476" y="749"/>
                    <a:pt x="20350" y="874"/>
                    <a:pt x="20163" y="1123"/>
                  </a:cubicBezTo>
                  <a:cubicBezTo>
                    <a:pt x="20037" y="1247"/>
                    <a:pt x="19912" y="1372"/>
                    <a:pt x="19787" y="1579"/>
                  </a:cubicBezTo>
                  <a:cubicBezTo>
                    <a:pt x="19599" y="1745"/>
                    <a:pt x="19474" y="1953"/>
                    <a:pt x="19286" y="2161"/>
                  </a:cubicBezTo>
                  <a:cubicBezTo>
                    <a:pt x="19224" y="2285"/>
                    <a:pt x="19161" y="2368"/>
                    <a:pt x="19036" y="2493"/>
                  </a:cubicBezTo>
                  <a:cubicBezTo>
                    <a:pt x="18973" y="2617"/>
                    <a:pt x="18911" y="2742"/>
                    <a:pt x="18786" y="2866"/>
                  </a:cubicBezTo>
                  <a:cubicBezTo>
                    <a:pt x="18723" y="2991"/>
                    <a:pt x="18598" y="3116"/>
                    <a:pt x="18535" y="3282"/>
                  </a:cubicBezTo>
                  <a:cubicBezTo>
                    <a:pt x="18473" y="3406"/>
                    <a:pt x="18410" y="3531"/>
                    <a:pt x="18347" y="3697"/>
                  </a:cubicBezTo>
                  <a:cubicBezTo>
                    <a:pt x="18160" y="3987"/>
                    <a:pt x="18034" y="4278"/>
                    <a:pt x="17909" y="4569"/>
                  </a:cubicBezTo>
                  <a:cubicBezTo>
                    <a:pt x="17847" y="4901"/>
                    <a:pt x="17722" y="5191"/>
                    <a:pt x="17722" y="5524"/>
                  </a:cubicBezTo>
                  <a:cubicBezTo>
                    <a:pt x="17659" y="5773"/>
                    <a:pt x="17659" y="5773"/>
                    <a:pt x="17659" y="5773"/>
                  </a:cubicBezTo>
                  <a:cubicBezTo>
                    <a:pt x="17659" y="6022"/>
                    <a:pt x="17659" y="6022"/>
                    <a:pt x="17659" y="6022"/>
                  </a:cubicBezTo>
                  <a:cubicBezTo>
                    <a:pt x="17659" y="6146"/>
                    <a:pt x="17659" y="6312"/>
                    <a:pt x="17659" y="6478"/>
                  </a:cubicBezTo>
                  <a:cubicBezTo>
                    <a:pt x="17722" y="6769"/>
                    <a:pt x="17784" y="7101"/>
                    <a:pt x="17909" y="7392"/>
                  </a:cubicBezTo>
                  <a:cubicBezTo>
                    <a:pt x="17972" y="7682"/>
                    <a:pt x="18097" y="7973"/>
                    <a:pt x="18285" y="8222"/>
                  </a:cubicBezTo>
                  <a:cubicBezTo>
                    <a:pt x="18473" y="8471"/>
                    <a:pt x="18660" y="8679"/>
                    <a:pt x="18848" y="8886"/>
                  </a:cubicBezTo>
                  <a:cubicBezTo>
                    <a:pt x="19224" y="9302"/>
                    <a:pt x="19599" y="9634"/>
                    <a:pt x="19912" y="9841"/>
                  </a:cubicBezTo>
                  <a:lnTo>
                    <a:pt x="20199" y="10015"/>
                  </a:lnTo>
                  <a:lnTo>
                    <a:pt x="19850" y="9883"/>
                  </a:lnTo>
                  <a:cubicBezTo>
                    <a:pt x="19537" y="9675"/>
                    <a:pt x="19099" y="9385"/>
                    <a:pt x="18660" y="8969"/>
                  </a:cubicBezTo>
                  <a:cubicBezTo>
                    <a:pt x="18410" y="8803"/>
                    <a:pt x="18222" y="8554"/>
                    <a:pt x="18034" y="8305"/>
                  </a:cubicBezTo>
                  <a:cubicBezTo>
                    <a:pt x="17909" y="8181"/>
                    <a:pt x="17847" y="8015"/>
                    <a:pt x="17722" y="7890"/>
                  </a:cubicBezTo>
                  <a:cubicBezTo>
                    <a:pt x="17659" y="7765"/>
                    <a:pt x="17596" y="7599"/>
                    <a:pt x="17534" y="7433"/>
                  </a:cubicBezTo>
                  <a:cubicBezTo>
                    <a:pt x="17409" y="7143"/>
                    <a:pt x="17346" y="6811"/>
                    <a:pt x="17283" y="6478"/>
                  </a:cubicBezTo>
                  <a:cubicBezTo>
                    <a:pt x="17283" y="6312"/>
                    <a:pt x="17221" y="6146"/>
                    <a:pt x="17283" y="5980"/>
                  </a:cubicBezTo>
                  <a:cubicBezTo>
                    <a:pt x="17283" y="5731"/>
                    <a:pt x="17283" y="5731"/>
                    <a:pt x="17283" y="5731"/>
                  </a:cubicBezTo>
                  <a:cubicBezTo>
                    <a:pt x="17283" y="5482"/>
                    <a:pt x="17283" y="5482"/>
                    <a:pt x="17283" y="5482"/>
                  </a:cubicBezTo>
                  <a:cubicBezTo>
                    <a:pt x="17346" y="5150"/>
                    <a:pt x="17409" y="4818"/>
                    <a:pt x="17534" y="4527"/>
                  </a:cubicBezTo>
                  <a:cubicBezTo>
                    <a:pt x="17659" y="4195"/>
                    <a:pt x="17784" y="3904"/>
                    <a:pt x="17972" y="3614"/>
                  </a:cubicBezTo>
                  <a:cubicBezTo>
                    <a:pt x="18034" y="3448"/>
                    <a:pt x="18160" y="3323"/>
                    <a:pt x="18222" y="3199"/>
                  </a:cubicBezTo>
                  <a:cubicBezTo>
                    <a:pt x="18347" y="3032"/>
                    <a:pt x="18410" y="2908"/>
                    <a:pt x="18535" y="2783"/>
                  </a:cubicBezTo>
                  <a:cubicBezTo>
                    <a:pt x="18598" y="2659"/>
                    <a:pt x="18723" y="2534"/>
                    <a:pt x="18786" y="2410"/>
                  </a:cubicBezTo>
                  <a:cubicBezTo>
                    <a:pt x="18911" y="2285"/>
                    <a:pt x="18973" y="2202"/>
                    <a:pt x="19099" y="2078"/>
                  </a:cubicBezTo>
                  <a:cubicBezTo>
                    <a:pt x="19286" y="1870"/>
                    <a:pt x="19474" y="1662"/>
                    <a:pt x="19662" y="1496"/>
                  </a:cubicBezTo>
                  <a:cubicBezTo>
                    <a:pt x="19787" y="1330"/>
                    <a:pt x="19975" y="1206"/>
                    <a:pt x="20100" y="1081"/>
                  </a:cubicBezTo>
                  <a:cubicBezTo>
                    <a:pt x="20350" y="874"/>
                    <a:pt x="20476" y="749"/>
                    <a:pt x="20476" y="749"/>
                  </a:cubicBezTo>
                  <a:close/>
                  <a:moveTo>
                    <a:pt x="21600" y="0"/>
                  </a:moveTo>
                  <a:cubicBezTo>
                    <a:pt x="21600" y="0"/>
                    <a:pt x="21475" y="166"/>
                    <a:pt x="21224" y="415"/>
                  </a:cubicBezTo>
                  <a:cubicBezTo>
                    <a:pt x="21099" y="498"/>
                    <a:pt x="20974" y="664"/>
                    <a:pt x="20849" y="830"/>
                  </a:cubicBezTo>
                  <a:cubicBezTo>
                    <a:pt x="20724" y="1038"/>
                    <a:pt x="20536" y="1204"/>
                    <a:pt x="20411" y="1453"/>
                  </a:cubicBezTo>
                  <a:cubicBezTo>
                    <a:pt x="20286" y="1536"/>
                    <a:pt x="20223" y="1660"/>
                    <a:pt x="20160" y="1785"/>
                  </a:cubicBezTo>
                  <a:cubicBezTo>
                    <a:pt x="20035" y="1909"/>
                    <a:pt x="19973" y="2034"/>
                    <a:pt x="19910" y="2158"/>
                  </a:cubicBezTo>
                  <a:cubicBezTo>
                    <a:pt x="19785" y="2283"/>
                    <a:pt x="19722" y="2407"/>
                    <a:pt x="19660" y="2532"/>
                  </a:cubicBezTo>
                  <a:cubicBezTo>
                    <a:pt x="19534" y="2698"/>
                    <a:pt x="19472" y="2823"/>
                    <a:pt x="19409" y="2947"/>
                  </a:cubicBezTo>
                  <a:cubicBezTo>
                    <a:pt x="19222" y="3238"/>
                    <a:pt x="19096" y="3528"/>
                    <a:pt x="19034" y="3860"/>
                  </a:cubicBezTo>
                  <a:cubicBezTo>
                    <a:pt x="18909" y="4151"/>
                    <a:pt x="18846" y="4483"/>
                    <a:pt x="18783" y="4815"/>
                  </a:cubicBezTo>
                  <a:cubicBezTo>
                    <a:pt x="18721" y="5022"/>
                    <a:pt x="18721" y="5022"/>
                    <a:pt x="18721" y="5022"/>
                  </a:cubicBezTo>
                  <a:cubicBezTo>
                    <a:pt x="18721" y="5271"/>
                    <a:pt x="18721" y="5271"/>
                    <a:pt x="18721" y="5271"/>
                  </a:cubicBezTo>
                  <a:cubicBezTo>
                    <a:pt x="18721" y="5438"/>
                    <a:pt x="18721" y="5604"/>
                    <a:pt x="18783" y="5770"/>
                  </a:cubicBezTo>
                  <a:cubicBezTo>
                    <a:pt x="18783" y="6060"/>
                    <a:pt x="18846" y="6392"/>
                    <a:pt x="18971" y="6683"/>
                  </a:cubicBezTo>
                  <a:cubicBezTo>
                    <a:pt x="19096" y="6973"/>
                    <a:pt x="19222" y="7222"/>
                    <a:pt x="19347" y="7471"/>
                  </a:cubicBezTo>
                  <a:cubicBezTo>
                    <a:pt x="19534" y="7720"/>
                    <a:pt x="19722" y="7969"/>
                    <a:pt x="19910" y="8177"/>
                  </a:cubicBezTo>
                  <a:cubicBezTo>
                    <a:pt x="20286" y="8592"/>
                    <a:pt x="20724" y="8883"/>
                    <a:pt x="20974" y="9090"/>
                  </a:cubicBezTo>
                  <a:cubicBezTo>
                    <a:pt x="21287" y="9298"/>
                    <a:pt x="21475" y="9422"/>
                    <a:pt x="21475" y="9422"/>
                  </a:cubicBezTo>
                  <a:cubicBezTo>
                    <a:pt x="21475" y="9422"/>
                    <a:pt x="21475" y="9381"/>
                    <a:pt x="21350" y="9339"/>
                  </a:cubicBezTo>
                  <a:cubicBezTo>
                    <a:pt x="21224" y="9298"/>
                    <a:pt x="21099" y="9215"/>
                    <a:pt x="20974" y="9132"/>
                  </a:cubicBezTo>
                  <a:cubicBezTo>
                    <a:pt x="20599" y="8966"/>
                    <a:pt x="20160" y="8675"/>
                    <a:pt x="19722" y="8260"/>
                  </a:cubicBezTo>
                  <a:cubicBezTo>
                    <a:pt x="19534" y="8053"/>
                    <a:pt x="19284" y="7845"/>
                    <a:pt x="19096" y="7554"/>
                  </a:cubicBezTo>
                  <a:cubicBezTo>
                    <a:pt x="18971" y="7430"/>
                    <a:pt x="18909" y="7305"/>
                    <a:pt x="18846" y="7181"/>
                  </a:cubicBezTo>
                  <a:cubicBezTo>
                    <a:pt x="18783" y="7015"/>
                    <a:pt x="18658" y="6890"/>
                    <a:pt x="18596" y="6724"/>
                  </a:cubicBezTo>
                  <a:cubicBezTo>
                    <a:pt x="18470" y="6434"/>
                    <a:pt x="18408" y="6102"/>
                    <a:pt x="18345" y="5770"/>
                  </a:cubicBezTo>
                  <a:cubicBezTo>
                    <a:pt x="18345" y="5604"/>
                    <a:pt x="18345" y="5438"/>
                    <a:pt x="18345" y="5271"/>
                  </a:cubicBezTo>
                  <a:cubicBezTo>
                    <a:pt x="18345" y="5022"/>
                    <a:pt x="18345" y="5022"/>
                    <a:pt x="18345" y="5022"/>
                  </a:cubicBezTo>
                  <a:cubicBezTo>
                    <a:pt x="18345" y="4773"/>
                    <a:pt x="18345" y="4773"/>
                    <a:pt x="18345" y="4773"/>
                  </a:cubicBezTo>
                  <a:cubicBezTo>
                    <a:pt x="18408" y="4441"/>
                    <a:pt x="18533" y="4109"/>
                    <a:pt x="18596" y="3777"/>
                  </a:cubicBezTo>
                  <a:cubicBezTo>
                    <a:pt x="18721" y="3487"/>
                    <a:pt x="18909" y="3155"/>
                    <a:pt x="19034" y="2864"/>
                  </a:cubicBezTo>
                  <a:cubicBezTo>
                    <a:pt x="19159" y="2740"/>
                    <a:pt x="19222" y="2573"/>
                    <a:pt x="19347" y="2449"/>
                  </a:cubicBezTo>
                  <a:cubicBezTo>
                    <a:pt x="19409" y="2324"/>
                    <a:pt x="19472" y="2200"/>
                    <a:pt x="19597" y="2075"/>
                  </a:cubicBezTo>
                  <a:cubicBezTo>
                    <a:pt x="19722" y="1951"/>
                    <a:pt x="19785" y="1826"/>
                    <a:pt x="19910" y="1702"/>
                  </a:cubicBezTo>
                  <a:cubicBezTo>
                    <a:pt x="19973" y="1577"/>
                    <a:pt x="20098" y="1453"/>
                    <a:pt x="20160" y="1370"/>
                  </a:cubicBezTo>
                  <a:cubicBezTo>
                    <a:pt x="20348" y="1162"/>
                    <a:pt x="20536" y="955"/>
                    <a:pt x="20724" y="789"/>
                  </a:cubicBezTo>
                  <a:cubicBezTo>
                    <a:pt x="20911" y="623"/>
                    <a:pt x="21037" y="498"/>
                    <a:pt x="21162" y="374"/>
                  </a:cubicBezTo>
                  <a:cubicBezTo>
                    <a:pt x="21412" y="125"/>
                    <a:pt x="21600" y="0"/>
                    <a:pt x="21600" y="0"/>
                  </a:cubicBezTo>
                  <a:close/>
                </a:path>
              </a:pathLst>
            </a:cu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8" name="Shape 1428"/>
            <p:cNvSpPr/>
            <p:nvPr/>
          </p:nvSpPr>
          <p:spPr>
            <a:xfrm>
              <a:off x="3728836" y="708704"/>
              <a:ext cx="1462486" cy="979411"/>
            </a:xfrm>
            <a:custGeom>
              <a:avLst/>
              <a:gdLst/>
              <a:ahLst/>
              <a:cxnLst>
                <a:cxn ang="0">
                  <a:pos x="wd2" y="hd2"/>
                </a:cxn>
                <a:cxn ang="5400000">
                  <a:pos x="wd2" y="hd2"/>
                </a:cxn>
                <a:cxn ang="10800000">
                  <a:pos x="wd2" y="hd2"/>
                </a:cxn>
                <a:cxn ang="16200000">
                  <a:pos x="wd2" y="hd2"/>
                </a:cxn>
              </a:cxnLst>
              <a:rect l="0" t="0" r="r" b="b"/>
              <a:pathLst>
                <a:path w="21600" h="19069" fill="norm" stroke="1" extrusionOk="0">
                  <a:moveTo>
                    <a:pt x="12804" y="51"/>
                  </a:moveTo>
                  <a:cubicBezTo>
                    <a:pt x="12804" y="51"/>
                    <a:pt x="15568" y="5606"/>
                    <a:pt x="21600" y="0"/>
                  </a:cubicBezTo>
                  <a:cubicBezTo>
                    <a:pt x="8640" y="17126"/>
                    <a:pt x="8640" y="17126"/>
                    <a:pt x="8640" y="17126"/>
                  </a:cubicBezTo>
                  <a:cubicBezTo>
                    <a:pt x="8640" y="17126"/>
                    <a:pt x="3503" y="21600"/>
                    <a:pt x="0" y="16971"/>
                  </a:cubicBezTo>
                  <a:lnTo>
                    <a:pt x="12804" y="51"/>
                  </a:lnTo>
                  <a:close/>
                </a:path>
              </a:pathLst>
            </a:cu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1429" name="Shape 1429"/>
            <p:cNvSpPr/>
            <p:nvPr/>
          </p:nvSpPr>
          <p:spPr>
            <a:xfrm>
              <a:off x="3771408" y="753781"/>
              <a:ext cx="1377341" cy="9165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8479"/>
                  </a:moveTo>
                  <a:cubicBezTo>
                    <a:pt x="0" y="18479"/>
                    <a:pt x="41" y="18541"/>
                    <a:pt x="83" y="18604"/>
                  </a:cubicBezTo>
                  <a:cubicBezTo>
                    <a:pt x="124" y="18729"/>
                    <a:pt x="165" y="18853"/>
                    <a:pt x="289" y="18978"/>
                  </a:cubicBezTo>
                  <a:cubicBezTo>
                    <a:pt x="124" y="18666"/>
                    <a:pt x="0" y="18479"/>
                    <a:pt x="0" y="18479"/>
                  </a:cubicBezTo>
                  <a:close/>
                  <a:moveTo>
                    <a:pt x="9386" y="18354"/>
                  </a:moveTo>
                  <a:cubicBezTo>
                    <a:pt x="9386" y="18354"/>
                    <a:pt x="9221" y="18541"/>
                    <a:pt x="9014" y="18791"/>
                  </a:cubicBezTo>
                  <a:cubicBezTo>
                    <a:pt x="8890" y="18916"/>
                    <a:pt x="8766" y="19041"/>
                    <a:pt x="8601" y="19228"/>
                  </a:cubicBezTo>
                  <a:cubicBezTo>
                    <a:pt x="8435" y="19415"/>
                    <a:pt x="8228" y="19603"/>
                    <a:pt x="8022" y="19790"/>
                  </a:cubicBezTo>
                  <a:cubicBezTo>
                    <a:pt x="7898" y="19852"/>
                    <a:pt x="7815" y="19977"/>
                    <a:pt x="7691" y="20039"/>
                  </a:cubicBezTo>
                  <a:cubicBezTo>
                    <a:pt x="7567" y="20164"/>
                    <a:pt x="7443" y="20227"/>
                    <a:pt x="7319" y="20352"/>
                  </a:cubicBezTo>
                  <a:cubicBezTo>
                    <a:pt x="7195" y="20476"/>
                    <a:pt x="7071" y="20539"/>
                    <a:pt x="6947" y="20601"/>
                  </a:cubicBezTo>
                  <a:cubicBezTo>
                    <a:pt x="6781" y="20726"/>
                    <a:pt x="6657" y="20789"/>
                    <a:pt x="6492" y="20913"/>
                  </a:cubicBezTo>
                  <a:cubicBezTo>
                    <a:pt x="6202" y="21038"/>
                    <a:pt x="5913" y="21225"/>
                    <a:pt x="5582" y="21350"/>
                  </a:cubicBezTo>
                  <a:cubicBezTo>
                    <a:pt x="5293" y="21413"/>
                    <a:pt x="4962" y="21538"/>
                    <a:pt x="4631" y="21600"/>
                  </a:cubicBezTo>
                  <a:cubicBezTo>
                    <a:pt x="4383" y="21600"/>
                    <a:pt x="4383" y="21600"/>
                    <a:pt x="4383" y="21600"/>
                  </a:cubicBezTo>
                  <a:cubicBezTo>
                    <a:pt x="4135" y="21600"/>
                    <a:pt x="4135" y="21600"/>
                    <a:pt x="4135" y="21600"/>
                  </a:cubicBezTo>
                  <a:cubicBezTo>
                    <a:pt x="3970" y="21600"/>
                    <a:pt x="3804" y="21600"/>
                    <a:pt x="3639" y="21600"/>
                  </a:cubicBezTo>
                  <a:cubicBezTo>
                    <a:pt x="3308" y="21538"/>
                    <a:pt x="2977" y="21475"/>
                    <a:pt x="2688" y="21350"/>
                  </a:cubicBezTo>
                  <a:cubicBezTo>
                    <a:pt x="2522" y="21288"/>
                    <a:pt x="2398" y="21163"/>
                    <a:pt x="2233" y="21101"/>
                  </a:cubicBezTo>
                  <a:cubicBezTo>
                    <a:pt x="2109" y="21038"/>
                    <a:pt x="1943" y="20976"/>
                    <a:pt x="1819" y="20851"/>
                  </a:cubicBezTo>
                  <a:cubicBezTo>
                    <a:pt x="1571" y="20664"/>
                    <a:pt x="1365" y="20476"/>
                    <a:pt x="1158" y="20227"/>
                  </a:cubicBezTo>
                  <a:cubicBezTo>
                    <a:pt x="744" y="19790"/>
                    <a:pt x="455" y="19353"/>
                    <a:pt x="289" y="18978"/>
                  </a:cubicBezTo>
                  <a:cubicBezTo>
                    <a:pt x="496" y="19228"/>
                    <a:pt x="827" y="19665"/>
                    <a:pt x="1240" y="20039"/>
                  </a:cubicBezTo>
                  <a:cubicBezTo>
                    <a:pt x="1447" y="20227"/>
                    <a:pt x="1654" y="20414"/>
                    <a:pt x="1902" y="20601"/>
                  </a:cubicBezTo>
                  <a:cubicBezTo>
                    <a:pt x="2192" y="20726"/>
                    <a:pt x="2440" y="20851"/>
                    <a:pt x="2729" y="20976"/>
                  </a:cubicBezTo>
                  <a:cubicBezTo>
                    <a:pt x="3018" y="21101"/>
                    <a:pt x="3349" y="21163"/>
                    <a:pt x="3639" y="21163"/>
                  </a:cubicBezTo>
                  <a:cubicBezTo>
                    <a:pt x="3804" y="21225"/>
                    <a:pt x="3970" y="21225"/>
                    <a:pt x="4135" y="21225"/>
                  </a:cubicBezTo>
                  <a:cubicBezTo>
                    <a:pt x="4342" y="21225"/>
                    <a:pt x="4342" y="21225"/>
                    <a:pt x="4342" y="21225"/>
                  </a:cubicBezTo>
                  <a:cubicBezTo>
                    <a:pt x="4590" y="21163"/>
                    <a:pt x="4590" y="21163"/>
                    <a:pt x="4590" y="21163"/>
                  </a:cubicBezTo>
                  <a:cubicBezTo>
                    <a:pt x="4921" y="21101"/>
                    <a:pt x="5210" y="21038"/>
                    <a:pt x="5541" y="20913"/>
                  </a:cubicBezTo>
                  <a:cubicBezTo>
                    <a:pt x="5830" y="20851"/>
                    <a:pt x="6161" y="20726"/>
                    <a:pt x="6409" y="20539"/>
                  </a:cubicBezTo>
                  <a:cubicBezTo>
                    <a:pt x="6574" y="20476"/>
                    <a:pt x="6699" y="20414"/>
                    <a:pt x="6864" y="20289"/>
                  </a:cubicBezTo>
                  <a:cubicBezTo>
                    <a:pt x="6988" y="20227"/>
                    <a:pt x="7112" y="20164"/>
                    <a:pt x="7236" y="20102"/>
                  </a:cubicBezTo>
                  <a:cubicBezTo>
                    <a:pt x="7360" y="19977"/>
                    <a:pt x="7484" y="19915"/>
                    <a:pt x="7608" y="19852"/>
                  </a:cubicBezTo>
                  <a:cubicBezTo>
                    <a:pt x="7732" y="19727"/>
                    <a:pt x="7856" y="19665"/>
                    <a:pt x="7939" y="19540"/>
                  </a:cubicBezTo>
                  <a:cubicBezTo>
                    <a:pt x="8187" y="19415"/>
                    <a:pt x="8352" y="19228"/>
                    <a:pt x="8518" y="19103"/>
                  </a:cubicBezTo>
                  <a:cubicBezTo>
                    <a:pt x="8725" y="18978"/>
                    <a:pt x="8849" y="18853"/>
                    <a:pt x="8973" y="18729"/>
                  </a:cubicBezTo>
                  <a:cubicBezTo>
                    <a:pt x="9221" y="18479"/>
                    <a:pt x="9386" y="18354"/>
                    <a:pt x="9386" y="18354"/>
                  </a:cubicBezTo>
                  <a:close/>
                  <a:moveTo>
                    <a:pt x="10093" y="17292"/>
                  </a:moveTo>
                  <a:cubicBezTo>
                    <a:pt x="10093" y="17292"/>
                    <a:pt x="9969" y="17417"/>
                    <a:pt x="9721" y="17666"/>
                  </a:cubicBezTo>
                  <a:cubicBezTo>
                    <a:pt x="9597" y="17854"/>
                    <a:pt x="9473" y="17978"/>
                    <a:pt x="9307" y="18166"/>
                  </a:cubicBezTo>
                  <a:cubicBezTo>
                    <a:pt x="9142" y="18291"/>
                    <a:pt x="8976" y="18540"/>
                    <a:pt x="8728" y="18665"/>
                  </a:cubicBezTo>
                  <a:cubicBezTo>
                    <a:pt x="8646" y="18790"/>
                    <a:pt x="8522" y="18852"/>
                    <a:pt x="8397" y="18977"/>
                  </a:cubicBezTo>
                  <a:cubicBezTo>
                    <a:pt x="8273" y="19102"/>
                    <a:pt x="8191" y="19164"/>
                    <a:pt x="8025" y="19289"/>
                  </a:cubicBezTo>
                  <a:cubicBezTo>
                    <a:pt x="7901" y="19352"/>
                    <a:pt x="7777" y="19477"/>
                    <a:pt x="7653" y="19539"/>
                  </a:cubicBezTo>
                  <a:cubicBezTo>
                    <a:pt x="7529" y="19664"/>
                    <a:pt x="7363" y="19726"/>
                    <a:pt x="7239" y="19789"/>
                  </a:cubicBezTo>
                  <a:cubicBezTo>
                    <a:pt x="6950" y="19976"/>
                    <a:pt x="6619" y="20101"/>
                    <a:pt x="6330" y="20226"/>
                  </a:cubicBezTo>
                  <a:cubicBezTo>
                    <a:pt x="5999" y="20350"/>
                    <a:pt x="5668" y="20475"/>
                    <a:pt x="5337" y="20475"/>
                  </a:cubicBezTo>
                  <a:cubicBezTo>
                    <a:pt x="5089" y="20538"/>
                    <a:pt x="5089" y="20538"/>
                    <a:pt x="5089" y="20538"/>
                  </a:cubicBezTo>
                  <a:cubicBezTo>
                    <a:pt x="4841" y="20538"/>
                    <a:pt x="4841" y="20538"/>
                    <a:pt x="4841" y="20538"/>
                  </a:cubicBezTo>
                  <a:cubicBezTo>
                    <a:pt x="4675" y="20538"/>
                    <a:pt x="4510" y="20538"/>
                    <a:pt x="4344" y="20475"/>
                  </a:cubicBezTo>
                  <a:cubicBezTo>
                    <a:pt x="4013" y="20475"/>
                    <a:pt x="3683" y="20350"/>
                    <a:pt x="3393" y="20226"/>
                  </a:cubicBezTo>
                  <a:cubicBezTo>
                    <a:pt x="3228" y="20163"/>
                    <a:pt x="3104" y="20101"/>
                    <a:pt x="2938" y="20038"/>
                  </a:cubicBezTo>
                  <a:cubicBezTo>
                    <a:pt x="2814" y="19913"/>
                    <a:pt x="2690" y="19851"/>
                    <a:pt x="2566" y="19789"/>
                  </a:cubicBezTo>
                  <a:cubicBezTo>
                    <a:pt x="2276" y="19601"/>
                    <a:pt x="2070" y="19352"/>
                    <a:pt x="1863" y="19164"/>
                  </a:cubicBezTo>
                  <a:cubicBezTo>
                    <a:pt x="1449" y="18727"/>
                    <a:pt x="1160" y="18228"/>
                    <a:pt x="994" y="17916"/>
                  </a:cubicBezTo>
                  <a:cubicBezTo>
                    <a:pt x="912" y="17729"/>
                    <a:pt x="829" y="17604"/>
                    <a:pt x="788" y="17541"/>
                  </a:cubicBezTo>
                  <a:cubicBezTo>
                    <a:pt x="746" y="17417"/>
                    <a:pt x="746" y="17354"/>
                    <a:pt x="746" y="17354"/>
                  </a:cubicBezTo>
                  <a:cubicBezTo>
                    <a:pt x="746" y="17354"/>
                    <a:pt x="829" y="17541"/>
                    <a:pt x="1036" y="17854"/>
                  </a:cubicBezTo>
                  <a:cubicBezTo>
                    <a:pt x="1243" y="18166"/>
                    <a:pt x="1532" y="18540"/>
                    <a:pt x="1946" y="18977"/>
                  </a:cubicBezTo>
                  <a:cubicBezTo>
                    <a:pt x="2152" y="19164"/>
                    <a:pt x="2401" y="19352"/>
                    <a:pt x="2649" y="19477"/>
                  </a:cubicBezTo>
                  <a:cubicBezTo>
                    <a:pt x="2897" y="19664"/>
                    <a:pt x="3186" y="19789"/>
                    <a:pt x="3476" y="19913"/>
                  </a:cubicBezTo>
                  <a:cubicBezTo>
                    <a:pt x="3765" y="20038"/>
                    <a:pt x="4055" y="20038"/>
                    <a:pt x="4386" y="20101"/>
                  </a:cubicBezTo>
                  <a:cubicBezTo>
                    <a:pt x="4510" y="20101"/>
                    <a:pt x="4675" y="20163"/>
                    <a:pt x="4841" y="20101"/>
                  </a:cubicBezTo>
                  <a:cubicBezTo>
                    <a:pt x="5089" y="20101"/>
                    <a:pt x="5089" y="20101"/>
                    <a:pt x="5089" y="20101"/>
                  </a:cubicBezTo>
                  <a:cubicBezTo>
                    <a:pt x="5296" y="20101"/>
                    <a:pt x="5296" y="20101"/>
                    <a:pt x="5296" y="20101"/>
                  </a:cubicBezTo>
                  <a:cubicBezTo>
                    <a:pt x="5626" y="20038"/>
                    <a:pt x="5957" y="19976"/>
                    <a:pt x="6247" y="19851"/>
                  </a:cubicBezTo>
                  <a:cubicBezTo>
                    <a:pt x="6578" y="19726"/>
                    <a:pt x="6867" y="19601"/>
                    <a:pt x="7157" y="19477"/>
                  </a:cubicBezTo>
                  <a:cubicBezTo>
                    <a:pt x="7281" y="19414"/>
                    <a:pt x="7446" y="19289"/>
                    <a:pt x="7570" y="19227"/>
                  </a:cubicBezTo>
                  <a:cubicBezTo>
                    <a:pt x="7694" y="19164"/>
                    <a:pt x="7818" y="19102"/>
                    <a:pt x="7942" y="18977"/>
                  </a:cubicBezTo>
                  <a:cubicBezTo>
                    <a:pt x="8067" y="18915"/>
                    <a:pt x="8191" y="18790"/>
                    <a:pt x="8315" y="18727"/>
                  </a:cubicBezTo>
                  <a:cubicBezTo>
                    <a:pt x="8439" y="18665"/>
                    <a:pt x="8563" y="18540"/>
                    <a:pt x="8687" y="18478"/>
                  </a:cubicBezTo>
                  <a:cubicBezTo>
                    <a:pt x="8894" y="18353"/>
                    <a:pt x="9101" y="18166"/>
                    <a:pt x="9266" y="18041"/>
                  </a:cubicBezTo>
                  <a:cubicBezTo>
                    <a:pt x="9431" y="17854"/>
                    <a:pt x="9597" y="17729"/>
                    <a:pt x="9721" y="17604"/>
                  </a:cubicBezTo>
                  <a:cubicBezTo>
                    <a:pt x="9928" y="17417"/>
                    <a:pt x="10093" y="17292"/>
                    <a:pt x="10093" y="17292"/>
                  </a:cubicBezTo>
                  <a:close/>
                  <a:moveTo>
                    <a:pt x="10800" y="16229"/>
                  </a:moveTo>
                  <a:cubicBezTo>
                    <a:pt x="10800" y="16229"/>
                    <a:pt x="10676" y="16354"/>
                    <a:pt x="10469" y="16604"/>
                  </a:cubicBezTo>
                  <a:cubicBezTo>
                    <a:pt x="10345" y="16729"/>
                    <a:pt x="10180" y="16916"/>
                    <a:pt x="10014" y="17041"/>
                  </a:cubicBezTo>
                  <a:cubicBezTo>
                    <a:pt x="9849" y="17228"/>
                    <a:pt x="9683" y="17416"/>
                    <a:pt x="9477" y="17603"/>
                  </a:cubicBezTo>
                  <a:cubicBezTo>
                    <a:pt x="9352" y="17728"/>
                    <a:pt x="9228" y="17790"/>
                    <a:pt x="9146" y="17915"/>
                  </a:cubicBezTo>
                  <a:cubicBezTo>
                    <a:pt x="9022" y="17977"/>
                    <a:pt x="8898" y="18102"/>
                    <a:pt x="8773" y="18165"/>
                  </a:cubicBezTo>
                  <a:cubicBezTo>
                    <a:pt x="8649" y="18289"/>
                    <a:pt x="8525" y="18352"/>
                    <a:pt x="8360" y="18477"/>
                  </a:cubicBezTo>
                  <a:cubicBezTo>
                    <a:pt x="8236" y="18539"/>
                    <a:pt x="8112" y="18664"/>
                    <a:pt x="7946" y="18726"/>
                  </a:cubicBezTo>
                  <a:cubicBezTo>
                    <a:pt x="7657" y="18914"/>
                    <a:pt x="7367" y="19038"/>
                    <a:pt x="7036" y="19163"/>
                  </a:cubicBezTo>
                  <a:cubicBezTo>
                    <a:pt x="6706" y="19288"/>
                    <a:pt x="6375" y="19351"/>
                    <a:pt x="6044" y="19413"/>
                  </a:cubicBezTo>
                  <a:cubicBezTo>
                    <a:pt x="5796" y="19413"/>
                    <a:pt x="5796" y="19413"/>
                    <a:pt x="5796" y="19413"/>
                  </a:cubicBezTo>
                  <a:cubicBezTo>
                    <a:pt x="5548" y="19413"/>
                    <a:pt x="5548" y="19413"/>
                    <a:pt x="5548" y="19413"/>
                  </a:cubicBezTo>
                  <a:cubicBezTo>
                    <a:pt x="5382" y="19475"/>
                    <a:pt x="5217" y="19413"/>
                    <a:pt x="5051" y="19413"/>
                  </a:cubicBezTo>
                  <a:cubicBezTo>
                    <a:pt x="4720" y="19351"/>
                    <a:pt x="4431" y="19288"/>
                    <a:pt x="4100" y="19163"/>
                  </a:cubicBezTo>
                  <a:cubicBezTo>
                    <a:pt x="3976" y="19101"/>
                    <a:pt x="3811" y="19038"/>
                    <a:pt x="3686" y="18976"/>
                  </a:cubicBezTo>
                  <a:cubicBezTo>
                    <a:pt x="3562" y="18851"/>
                    <a:pt x="3397" y="18789"/>
                    <a:pt x="3273" y="18664"/>
                  </a:cubicBezTo>
                  <a:cubicBezTo>
                    <a:pt x="3025" y="18477"/>
                    <a:pt x="2777" y="18289"/>
                    <a:pt x="2570" y="18040"/>
                  </a:cubicBezTo>
                  <a:cubicBezTo>
                    <a:pt x="2198" y="17603"/>
                    <a:pt x="1908" y="17166"/>
                    <a:pt x="1701" y="16854"/>
                  </a:cubicBezTo>
                  <a:cubicBezTo>
                    <a:pt x="1619" y="16666"/>
                    <a:pt x="1536" y="16542"/>
                    <a:pt x="1494" y="16417"/>
                  </a:cubicBezTo>
                  <a:cubicBezTo>
                    <a:pt x="1453" y="16354"/>
                    <a:pt x="1453" y="16292"/>
                    <a:pt x="1453" y="16292"/>
                  </a:cubicBezTo>
                  <a:cubicBezTo>
                    <a:pt x="1453" y="16292"/>
                    <a:pt x="1536" y="16479"/>
                    <a:pt x="1743" y="16791"/>
                  </a:cubicBezTo>
                  <a:cubicBezTo>
                    <a:pt x="1949" y="17103"/>
                    <a:pt x="2280" y="17478"/>
                    <a:pt x="2652" y="17852"/>
                  </a:cubicBezTo>
                  <a:cubicBezTo>
                    <a:pt x="2859" y="18040"/>
                    <a:pt x="3107" y="18227"/>
                    <a:pt x="3356" y="18414"/>
                  </a:cubicBezTo>
                  <a:cubicBezTo>
                    <a:pt x="3604" y="18539"/>
                    <a:pt x="3893" y="18726"/>
                    <a:pt x="4183" y="18789"/>
                  </a:cubicBezTo>
                  <a:cubicBezTo>
                    <a:pt x="4472" y="18914"/>
                    <a:pt x="4762" y="18976"/>
                    <a:pt x="5093" y="19038"/>
                  </a:cubicBezTo>
                  <a:cubicBezTo>
                    <a:pt x="5258" y="19038"/>
                    <a:pt x="5382" y="19038"/>
                    <a:pt x="5548" y="19038"/>
                  </a:cubicBezTo>
                  <a:cubicBezTo>
                    <a:pt x="5796" y="19038"/>
                    <a:pt x="5796" y="19038"/>
                    <a:pt x="5796" y="19038"/>
                  </a:cubicBezTo>
                  <a:cubicBezTo>
                    <a:pt x="6044" y="18976"/>
                    <a:pt x="6044" y="18976"/>
                    <a:pt x="6044" y="18976"/>
                  </a:cubicBezTo>
                  <a:cubicBezTo>
                    <a:pt x="6375" y="18976"/>
                    <a:pt x="6664" y="18851"/>
                    <a:pt x="6995" y="18789"/>
                  </a:cubicBezTo>
                  <a:cubicBezTo>
                    <a:pt x="7285" y="18664"/>
                    <a:pt x="7574" y="18539"/>
                    <a:pt x="7864" y="18352"/>
                  </a:cubicBezTo>
                  <a:cubicBezTo>
                    <a:pt x="8029" y="18289"/>
                    <a:pt x="8153" y="18227"/>
                    <a:pt x="8277" y="18165"/>
                  </a:cubicBezTo>
                  <a:cubicBezTo>
                    <a:pt x="8443" y="18040"/>
                    <a:pt x="8567" y="17977"/>
                    <a:pt x="8691" y="17915"/>
                  </a:cubicBezTo>
                  <a:cubicBezTo>
                    <a:pt x="8815" y="17790"/>
                    <a:pt x="8939" y="17728"/>
                    <a:pt x="9063" y="17665"/>
                  </a:cubicBezTo>
                  <a:cubicBezTo>
                    <a:pt x="9187" y="17540"/>
                    <a:pt x="9270" y="17478"/>
                    <a:pt x="9394" y="17416"/>
                  </a:cubicBezTo>
                  <a:cubicBezTo>
                    <a:pt x="9601" y="17228"/>
                    <a:pt x="9807" y="17041"/>
                    <a:pt x="9973" y="16916"/>
                  </a:cubicBezTo>
                  <a:cubicBezTo>
                    <a:pt x="10138" y="16791"/>
                    <a:pt x="10304" y="16666"/>
                    <a:pt x="10428" y="16542"/>
                  </a:cubicBezTo>
                  <a:cubicBezTo>
                    <a:pt x="10676" y="16292"/>
                    <a:pt x="10800" y="16229"/>
                    <a:pt x="10800" y="16229"/>
                  </a:cubicBezTo>
                  <a:close/>
                  <a:moveTo>
                    <a:pt x="2121" y="15233"/>
                  </a:moveTo>
                  <a:lnTo>
                    <a:pt x="2204" y="15358"/>
                  </a:lnTo>
                  <a:lnTo>
                    <a:pt x="2204" y="15358"/>
                  </a:lnTo>
                  <a:cubicBezTo>
                    <a:pt x="2162" y="15233"/>
                    <a:pt x="2121" y="15233"/>
                    <a:pt x="2121" y="15233"/>
                  </a:cubicBezTo>
                  <a:close/>
                  <a:moveTo>
                    <a:pt x="11546" y="15108"/>
                  </a:moveTo>
                  <a:cubicBezTo>
                    <a:pt x="11546" y="15108"/>
                    <a:pt x="11422" y="15295"/>
                    <a:pt x="11173" y="15545"/>
                  </a:cubicBezTo>
                  <a:cubicBezTo>
                    <a:pt x="11048" y="15670"/>
                    <a:pt x="10923" y="15795"/>
                    <a:pt x="10757" y="15982"/>
                  </a:cubicBezTo>
                  <a:cubicBezTo>
                    <a:pt x="10591" y="16169"/>
                    <a:pt x="10384" y="16357"/>
                    <a:pt x="10176" y="16544"/>
                  </a:cubicBezTo>
                  <a:cubicBezTo>
                    <a:pt x="10093" y="16606"/>
                    <a:pt x="9968" y="16731"/>
                    <a:pt x="9844" y="16794"/>
                  </a:cubicBezTo>
                  <a:cubicBezTo>
                    <a:pt x="9719" y="16918"/>
                    <a:pt x="9595" y="16981"/>
                    <a:pt x="9470" y="17106"/>
                  </a:cubicBezTo>
                  <a:cubicBezTo>
                    <a:pt x="9346" y="17168"/>
                    <a:pt x="9221" y="17293"/>
                    <a:pt x="9096" y="17355"/>
                  </a:cubicBezTo>
                  <a:cubicBezTo>
                    <a:pt x="8930" y="17480"/>
                    <a:pt x="8806" y="17543"/>
                    <a:pt x="8640" y="17667"/>
                  </a:cubicBezTo>
                  <a:cubicBezTo>
                    <a:pt x="8349" y="17792"/>
                    <a:pt x="8058" y="17980"/>
                    <a:pt x="7726" y="18042"/>
                  </a:cubicBezTo>
                  <a:cubicBezTo>
                    <a:pt x="7436" y="18167"/>
                    <a:pt x="7103" y="18292"/>
                    <a:pt x="6771" y="18292"/>
                  </a:cubicBezTo>
                  <a:cubicBezTo>
                    <a:pt x="6522" y="18354"/>
                    <a:pt x="6522" y="18354"/>
                    <a:pt x="6522" y="18354"/>
                  </a:cubicBezTo>
                  <a:cubicBezTo>
                    <a:pt x="6273" y="18354"/>
                    <a:pt x="6273" y="18354"/>
                    <a:pt x="6273" y="18354"/>
                  </a:cubicBezTo>
                  <a:cubicBezTo>
                    <a:pt x="6107" y="18354"/>
                    <a:pt x="5941" y="18354"/>
                    <a:pt x="5775" y="18354"/>
                  </a:cubicBezTo>
                  <a:cubicBezTo>
                    <a:pt x="5442" y="18292"/>
                    <a:pt x="5110" y="18229"/>
                    <a:pt x="4820" y="18104"/>
                  </a:cubicBezTo>
                  <a:cubicBezTo>
                    <a:pt x="4654" y="18042"/>
                    <a:pt x="4529" y="17917"/>
                    <a:pt x="4363" y="17855"/>
                  </a:cubicBezTo>
                  <a:cubicBezTo>
                    <a:pt x="4238" y="17792"/>
                    <a:pt x="4114" y="17667"/>
                    <a:pt x="3948" y="17605"/>
                  </a:cubicBezTo>
                  <a:cubicBezTo>
                    <a:pt x="3699" y="17418"/>
                    <a:pt x="3491" y="17168"/>
                    <a:pt x="3283" y="16981"/>
                  </a:cubicBezTo>
                  <a:cubicBezTo>
                    <a:pt x="2868" y="16544"/>
                    <a:pt x="2577" y="16107"/>
                    <a:pt x="2411" y="15732"/>
                  </a:cubicBezTo>
                  <a:lnTo>
                    <a:pt x="2204" y="15358"/>
                  </a:lnTo>
                  <a:lnTo>
                    <a:pt x="2209" y="15366"/>
                  </a:lnTo>
                  <a:cubicBezTo>
                    <a:pt x="2266" y="15452"/>
                    <a:pt x="2349" y="15576"/>
                    <a:pt x="2453" y="15732"/>
                  </a:cubicBezTo>
                  <a:cubicBezTo>
                    <a:pt x="2619" y="15982"/>
                    <a:pt x="2951" y="16419"/>
                    <a:pt x="3366" y="16794"/>
                  </a:cubicBezTo>
                  <a:cubicBezTo>
                    <a:pt x="3574" y="16981"/>
                    <a:pt x="3782" y="17168"/>
                    <a:pt x="4072" y="17293"/>
                  </a:cubicBezTo>
                  <a:cubicBezTo>
                    <a:pt x="4321" y="17480"/>
                    <a:pt x="4571" y="17605"/>
                    <a:pt x="4861" y="17730"/>
                  </a:cubicBezTo>
                  <a:cubicBezTo>
                    <a:pt x="5152" y="17855"/>
                    <a:pt x="5484" y="17917"/>
                    <a:pt x="5775" y="17917"/>
                  </a:cubicBezTo>
                  <a:cubicBezTo>
                    <a:pt x="5941" y="17917"/>
                    <a:pt x="6107" y="17980"/>
                    <a:pt x="6273" y="17980"/>
                  </a:cubicBezTo>
                  <a:cubicBezTo>
                    <a:pt x="6481" y="17917"/>
                    <a:pt x="6481" y="17917"/>
                    <a:pt x="6481" y="17917"/>
                  </a:cubicBezTo>
                  <a:cubicBezTo>
                    <a:pt x="6730" y="17917"/>
                    <a:pt x="6730" y="17917"/>
                    <a:pt x="6730" y="17917"/>
                  </a:cubicBezTo>
                  <a:cubicBezTo>
                    <a:pt x="7062" y="17855"/>
                    <a:pt x="7394" y="17792"/>
                    <a:pt x="7685" y="17667"/>
                  </a:cubicBezTo>
                  <a:cubicBezTo>
                    <a:pt x="7975" y="17605"/>
                    <a:pt x="8307" y="17480"/>
                    <a:pt x="8598" y="17293"/>
                  </a:cubicBezTo>
                  <a:cubicBezTo>
                    <a:pt x="8723" y="17231"/>
                    <a:pt x="8847" y="17168"/>
                    <a:pt x="9013" y="17043"/>
                  </a:cubicBezTo>
                  <a:cubicBezTo>
                    <a:pt x="9138" y="16981"/>
                    <a:pt x="9262" y="16918"/>
                    <a:pt x="9387" y="16794"/>
                  </a:cubicBezTo>
                  <a:cubicBezTo>
                    <a:pt x="9512" y="16731"/>
                    <a:pt x="9636" y="16669"/>
                    <a:pt x="9761" y="16544"/>
                  </a:cubicBezTo>
                  <a:cubicBezTo>
                    <a:pt x="9885" y="16481"/>
                    <a:pt x="10010" y="16419"/>
                    <a:pt x="10093" y="16294"/>
                  </a:cubicBezTo>
                  <a:cubicBezTo>
                    <a:pt x="10342" y="16169"/>
                    <a:pt x="10508" y="15982"/>
                    <a:pt x="10716" y="15857"/>
                  </a:cubicBezTo>
                  <a:cubicBezTo>
                    <a:pt x="10882" y="15732"/>
                    <a:pt x="11006" y="15545"/>
                    <a:pt x="11131" y="15483"/>
                  </a:cubicBezTo>
                  <a:cubicBezTo>
                    <a:pt x="11380" y="15233"/>
                    <a:pt x="11546" y="15108"/>
                    <a:pt x="11546" y="15108"/>
                  </a:cubicBezTo>
                  <a:close/>
                  <a:moveTo>
                    <a:pt x="12214" y="14046"/>
                  </a:moveTo>
                  <a:cubicBezTo>
                    <a:pt x="12214" y="14046"/>
                    <a:pt x="12090" y="14171"/>
                    <a:pt x="11842" y="14420"/>
                  </a:cubicBezTo>
                  <a:cubicBezTo>
                    <a:pt x="11759" y="14545"/>
                    <a:pt x="11593" y="14733"/>
                    <a:pt x="11428" y="14920"/>
                  </a:cubicBezTo>
                  <a:cubicBezTo>
                    <a:pt x="11263" y="15045"/>
                    <a:pt x="11097" y="15232"/>
                    <a:pt x="10849" y="15419"/>
                  </a:cubicBezTo>
                  <a:cubicBezTo>
                    <a:pt x="10766" y="15544"/>
                    <a:pt x="10642" y="15606"/>
                    <a:pt x="10518" y="15731"/>
                  </a:cubicBezTo>
                  <a:cubicBezTo>
                    <a:pt x="10435" y="15794"/>
                    <a:pt x="10311" y="15919"/>
                    <a:pt x="10187" y="16043"/>
                  </a:cubicBezTo>
                  <a:cubicBezTo>
                    <a:pt x="10063" y="16106"/>
                    <a:pt x="9898" y="16231"/>
                    <a:pt x="9774" y="16293"/>
                  </a:cubicBezTo>
                  <a:cubicBezTo>
                    <a:pt x="9650" y="16355"/>
                    <a:pt x="9484" y="16480"/>
                    <a:pt x="9360" y="16543"/>
                  </a:cubicBezTo>
                  <a:cubicBezTo>
                    <a:pt x="9071" y="16730"/>
                    <a:pt x="8740" y="16855"/>
                    <a:pt x="8450" y="16980"/>
                  </a:cubicBezTo>
                  <a:cubicBezTo>
                    <a:pt x="8119" y="17105"/>
                    <a:pt x="7789" y="17167"/>
                    <a:pt x="7458" y="17229"/>
                  </a:cubicBezTo>
                  <a:cubicBezTo>
                    <a:pt x="7210" y="17292"/>
                    <a:pt x="7210" y="17292"/>
                    <a:pt x="7210" y="17292"/>
                  </a:cubicBezTo>
                  <a:cubicBezTo>
                    <a:pt x="6961" y="17292"/>
                    <a:pt x="6961" y="17292"/>
                    <a:pt x="6961" y="17292"/>
                  </a:cubicBezTo>
                  <a:cubicBezTo>
                    <a:pt x="6796" y="17292"/>
                    <a:pt x="6630" y="17229"/>
                    <a:pt x="6465" y="17229"/>
                  </a:cubicBezTo>
                  <a:cubicBezTo>
                    <a:pt x="6134" y="17229"/>
                    <a:pt x="5803" y="17105"/>
                    <a:pt x="5514" y="16980"/>
                  </a:cubicBezTo>
                  <a:cubicBezTo>
                    <a:pt x="5390" y="16917"/>
                    <a:pt x="5224" y="16855"/>
                    <a:pt x="5100" y="16792"/>
                  </a:cubicBezTo>
                  <a:cubicBezTo>
                    <a:pt x="4935" y="16668"/>
                    <a:pt x="4811" y="16605"/>
                    <a:pt x="4687" y="16543"/>
                  </a:cubicBezTo>
                  <a:cubicBezTo>
                    <a:pt x="4439" y="16355"/>
                    <a:pt x="4190" y="16106"/>
                    <a:pt x="3984" y="15919"/>
                  </a:cubicBezTo>
                  <a:cubicBezTo>
                    <a:pt x="3570" y="15482"/>
                    <a:pt x="3281" y="14982"/>
                    <a:pt x="3115" y="14670"/>
                  </a:cubicBezTo>
                  <a:cubicBezTo>
                    <a:pt x="3032" y="14483"/>
                    <a:pt x="2950" y="14358"/>
                    <a:pt x="2908" y="14296"/>
                  </a:cubicBezTo>
                  <a:cubicBezTo>
                    <a:pt x="2867" y="14171"/>
                    <a:pt x="2867" y="14108"/>
                    <a:pt x="2867" y="14108"/>
                  </a:cubicBezTo>
                  <a:cubicBezTo>
                    <a:pt x="2867" y="14108"/>
                    <a:pt x="2950" y="14296"/>
                    <a:pt x="3156" y="14608"/>
                  </a:cubicBezTo>
                  <a:cubicBezTo>
                    <a:pt x="3363" y="14920"/>
                    <a:pt x="3653" y="15294"/>
                    <a:pt x="4066" y="15669"/>
                  </a:cubicBezTo>
                  <a:cubicBezTo>
                    <a:pt x="4273" y="15919"/>
                    <a:pt x="4521" y="16106"/>
                    <a:pt x="4769" y="16231"/>
                  </a:cubicBezTo>
                  <a:cubicBezTo>
                    <a:pt x="5018" y="16418"/>
                    <a:pt x="5307" y="16543"/>
                    <a:pt x="5597" y="16668"/>
                  </a:cubicBezTo>
                  <a:cubicBezTo>
                    <a:pt x="5886" y="16730"/>
                    <a:pt x="6176" y="16792"/>
                    <a:pt x="6506" y="16855"/>
                  </a:cubicBezTo>
                  <a:cubicBezTo>
                    <a:pt x="6630" y="16855"/>
                    <a:pt x="6796" y="16855"/>
                    <a:pt x="6961" y="16855"/>
                  </a:cubicBezTo>
                  <a:cubicBezTo>
                    <a:pt x="7210" y="16855"/>
                    <a:pt x="7210" y="16855"/>
                    <a:pt x="7210" y="16855"/>
                  </a:cubicBezTo>
                  <a:cubicBezTo>
                    <a:pt x="7458" y="16855"/>
                    <a:pt x="7458" y="16855"/>
                    <a:pt x="7458" y="16855"/>
                  </a:cubicBezTo>
                  <a:cubicBezTo>
                    <a:pt x="7747" y="16792"/>
                    <a:pt x="8078" y="16730"/>
                    <a:pt x="8368" y="16605"/>
                  </a:cubicBezTo>
                  <a:cubicBezTo>
                    <a:pt x="8698" y="16480"/>
                    <a:pt x="8988" y="16355"/>
                    <a:pt x="9277" y="16231"/>
                  </a:cubicBezTo>
                  <a:cubicBezTo>
                    <a:pt x="9401" y="16168"/>
                    <a:pt x="9567" y="16043"/>
                    <a:pt x="9691" y="15981"/>
                  </a:cubicBezTo>
                  <a:cubicBezTo>
                    <a:pt x="9815" y="15919"/>
                    <a:pt x="9939" y="15856"/>
                    <a:pt x="10105" y="15731"/>
                  </a:cubicBezTo>
                  <a:cubicBezTo>
                    <a:pt x="10229" y="15669"/>
                    <a:pt x="10353" y="15544"/>
                    <a:pt x="10435" y="15482"/>
                  </a:cubicBezTo>
                  <a:cubicBezTo>
                    <a:pt x="10560" y="15419"/>
                    <a:pt x="10684" y="15294"/>
                    <a:pt x="10808" y="15232"/>
                  </a:cubicBezTo>
                  <a:cubicBezTo>
                    <a:pt x="11014" y="15045"/>
                    <a:pt x="11221" y="14920"/>
                    <a:pt x="11387" y="14795"/>
                  </a:cubicBezTo>
                  <a:cubicBezTo>
                    <a:pt x="11552" y="14608"/>
                    <a:pt x="11718" y="14483"/>
                    <a:pt x="11842" y="14358"/>
                  </a:cubicBezTo>
                  <a:cubicBezTo>
                    <a:pt x="12090" y="14171"/>
                    <a:pt x="12214" y="14046"/>
                    <a:pt x="12214" y="14046"/>
                  </a:cubicBezTo>
                  <a:close/>
                  <a:moveTo>
                    <a:pt x="12921" y="12925"/>
                  </a:moveTo>
                  <a:cubicBezTo>
                    <a:pt x="12921" y="12925"/>
                    <a:pt x="12797" y="13112"/>
                    <a:pt x="12590" y="13362"/>
                  </a:cubicBezTo>
                  <a:cubicBezTo>
                    <a:pt x="12466" y="13486"/>
                    <a:pt x="12342" y="13674"/>
                    <a:pt x="12176" y="13798"/>
                  </a:cubicBezTo>
                  <a:cubicBezTo>
                    <a:pt x="11970" y="13986"/>
                    <a:pt x="11804" y="14173"/>
                    <a:pt x="11597" y="14360"/>
                  </a:cubicBezTo>
                  <a:cubicBezTo>
                    <a:pt x="11473" y="14423"/>
                    <a:pt x="11391" y="14548"/>
                    <a:pt x="11266" y="14672"/>
                  </a:cubicBezTo>
                  <a:cubicBezTo>
                    <a:pt x="11142" y="14735"/>
                    <a:pt x="11018" y="14860"/>
                    <a:pt x="10894" y="14922"/>
                  </a:cubicBezTo>
                  <a:cubicBezTo>
                    <a:pt x="10770" y="15047"/>
                    <a:pt x="10646" y="15109"/>
                    <a:pt x="10481" y="15234"/>
                  </a:cubicBezTo>
                  <a:cubicBezTo>
                    <a:pt x="10357" y="15297"/>
                    <a:pt x="10232" y="15421"/>
                    <a:pt x="10067" y="15484"/>
                  </a:cubicBezTo>
                  <a:cubicBezTo>
                    <a:pt x="9778" y="15609"/>
                    <a:pt x="9488" y="15796"/>
                    <a:pt x="9157" y="15921"/>
                  </a:cubicBezTo>
                  <a:cubicBezTo>
                    <a:pt x="8826" y="16046"/>
                    <a:pt x="8537" y="16108"/>
                    <a:pt x="8206" y="16170"/>
                  </a:cubicBezTo>
                  <a:cubicBezTo>
                    <a:pt x="7916" y="16170"/>
                    <a:pt x="7916" y="16170"/>
                    <a:pt x="7916" y="16170"/>
                  </a:cubicBezTo>
                  <a:cubicBezTo>
                    <a:pt x="7668" y="16170"/>
                    <a:pt x="7668" y="16170"/>
                    <a:pt x="7668" y="16170"/>
                  </a:cubicBezTo>
                  <a:cubicBezTo>
                    <a:pt x="7503" y="16170"/>
                    <a:pt x="7337" y="16170"/>
                    <a:pt x="7172" y="16170"/>
                  </a:cubicBezTo>
                  <a:cubicBezTo>
                    <a:pt x="6882" y="16108"/>
                    <a:pt x="6552" y="16046"/>
                    <a:pt x="6262" y="15921"/>
                  </a:cubicBezTo>
                  <a:cubicBezTo>
                    <a:pt x="6097" y="15858"/>
                    <a:pt x="5931" y="15796"/>
                    <a:pt x="5807" y="15671"/>
                  </a:cubicBezTo>
                  <a:cubicBezTo>
                    <a:pt x="5683" y="15609"/>
                    <a:pt x="5518" y="15546"/>
                    <a:pt x="5394" y="15421"/>
                  </a:cubicBezTo>
                  <a:cubicBezTo>
                    <a:pt x="5145" y="15234"/>
                    <a:pt x="4897" y="15047"/>
                    <a:pt x="4732" y="14797"/>
                  </a:cubicBezTo>
                  <a:cubicBezTo>
                    <a:pt x="4318" y="14360"/>
                    <a:pt x="4029" y="13923"/>
                    <a:pt x="3822" y="13611"/>
                  </a:cubicBezTo>
                  <a:cubicBezTo>
                    <a:pt x="3739" y="13424"/>
                    <a:pt x="3698" y="13299"/>
                    <a:pt x="3615" y="13174"/>
                  </a:cubicBezTo>
                  <a:cubicBezTo>
                    <a:pt x="3574" y="13112"/>
                    <a:pt x="3574" y="13049"/>
                    <a:pt x="3574" y="13049"/>
                  </a:cubicBezTo>
                  <a:cubicBezTo>
                    <a:pt x="3574" y="13049"/>
                    <a:pt x="3657" y="13237"/>
                    <a:pt x="3863" y="13549"/>
                  </a:cubicBezTo>
                  <a:cubicBezTo>
                    <a:pt x="4070" y="13861"/>
                    <a:pt x="4401" y="14235"/>
                    <a:pt x="4815" y="14610"/>
                  </a:cubicBezTo>
                  <a:cubicBezTo>
                    <a:pt x="5021" y="14797"/>
                    <a:pt x="5228" y="14984"/>
                    <a:pt x="5476" y="15172"/>
                  </a:cubicBezTo>
                  <a:cubicBezTo>
                    <a:pt x="5724" y="15297"/>
                    <a:pt x="6014" y="15484"/>
                    <a:pt x="6303" y="15546"/>
                  </a:cubicBezTo>
                  <a:cubicBezTo>
                    <a:pt x="6593" y="15671"/>
                    <a:pt x="6882" y="15734"/>
                    <a:pt x="7213" y="15796"/>
                  </a:cubicBezTo>
                  <a:cubicBezTo>
                    <a:pt x="7379" y="15796"/>
                    <a:pt x="7544" y="15796"/>
                    <a:pt x="7668" y="15796"/>
                  </a:cubicBezTo>
                  <a:cubicBezTo>
                    <a:pt x="7916" y="15796"/>
                    <a:pt x="7916" y="15796"/>
                    <a:pt x="7916" y="15796"/>
                  </a:cubicBezTo>
                  <a:cubicBezTo>
                    <a:pt x="8165" y="15734"/>
                    <a:pt x="8165" y="15734"/>
                    <a:pt x="8165" y="15734"/>
                  </a:cubicBezTo>
                  <a:cubicBezTo>
                    <a:pt x="8495" y="15734"/>
                    <a:pt x="8785" y="15609"/>
                    <a:pt x="9116" y="15546"/>
                  </a:cubicBezTo>
                  <a:cubicBezTo>
                    <a:pt x="9405" y="15421"/>
                    <a:pt x="9695" y="15297"/>
                    <a:pt x="9984" y="15109"/>
                  </a:cubicBezTo>
                  <a:cubicBezTo>
                    <a:pt x="10150" y="15047"/>
                    <a:pt x="10274" y="14984"/>
                    <a:pt x="10398" y="14922"/>
                  </a:cubicBezTo>
                  <a:cubicBezTo>
                    <a:pt x="10563" y="14797"/>
                    <a:pt x="10687" y="14735"/>
                    <a:pt x="10811" y="14672"/>
                  </a:cubicBezTo>
                  <a:cubicBezTo>
                    <a:pt x="10936" y="14548"/>
                    <a:pt x="11060" y="14485"/>
                    <a:pt x="11184" y="14423"/>
                  </a:cubicBezTo>
                  <a:cubicBezTo>
                    <a:pt x="11308" y="14298"/>
                    <a:pt x="11391" y="14235"/>
                    <a:pt x="11515" y="14173"/>
                  </a:cubicBezTo>
                  <a:cubicBezTo>
                    <a:pt x="11721" y="13986"/>
                    <a:pt x="11928" y="13798"/>
                    <a:pt x="12094" y="13674"/>
                  </a:cubicBezTo>
                  <a:cubicBezTo>
                    <a:pt x="12259" y="13549"/>
                    <a:pt x="12424" y="13424"/>
                    <a:pt x="12549" y="13299"/>
                  </a:cubicBezTo>
                  <a:cubicBezTo>
                    <a:pt x="12797" y="13049"/>
                    <a:pt x="12921" y="12925"/>
                    <a:pt x="12921" y="12925"/>
                  </a:cubicBezTo>
                  <a:close/>
                  <a:moveTo>
                    <a:pt x="13667" y="11862"/>
                  </a:moveTo>
                  <a:cubicBezTo>
                    <a:pt x="13667" y="11862"/>
                    <a:pt x="13543" y="12050"/>
                    <a:pt x="13295" y="12299"/>
                  </a:cubicBezTo>
                  <a:cubicBezTo>
                    <a:pt x="13171" y="12424"/>
                    <a:pt x="13047" y="12549"/>
                    <a:pt x="12881" y="12736"/>
                  </a:cubicBezTo>
                  <a:cubicBezTo>
                    <a:pt x="12716" y="12923"/>
                    <a:pt x="12509" y="13111"/>
                    <a:pt x="12302" y="13298"/>
                  </a:cubicBezTo>
                  <a:cubicBezTo>
                    <a:pt x="12220" y="13360"/>
                    <a:pt x="12096" y="13485"/>
                    <a:pt x="11972" y="13548"/>
                  </a:cubicBezTo>
                  <a:cubicBezTo>
                    <a:pt x="11848" y="13673"/>
                    <a:pt x="11724" y="13735"/>
                    <a:pt x="11599" y="13860"/>
                  </a:cubicBezTo>
                  <a:cubicBezTo>
                    <a:pt x="11475" y="13922"/>
                    <a:pt x="11351" y="14047"/>
                    <a:pt x="11227" y="14109"/>
                  </a:cubicBezTo>
                  <a:cubicBezTo>
                    <a:pt x="11062" y="14234"/>
                    <a:pt x="10938" y="14297"/>
                    <a:pt x="10814" y="14359"/>
                  </a:cubicBezTo>
                  <a:cubicBezTo>
                    <a:pt x="10524" y="14546"/>
                    <a:pt x="10194" y="14734"/>
                    <a:pt x="9904" y="14796"/>
                  </a:cubicBezTo>
                  <a:cubicBezTo>
                    <a:pt x="9573" y="14921"/>
                    <a:pt x="9243" y="15046"/>
                    <a:pt x="8912" y="15046"/>
                  </a:cubicBezTo>
                  <a:cubicBezTo>
                    <a:pt x="8664" y="15108"/>
                    <a:pt x="8664" y="15108"/>
                    <a:pt x="8664" y="15108"/>
                  </a:cubicBezTo>
                  <a:cubicBezTo>
                    <a:pt x="8416" y="15108"/>
                    <a:pt x="8416" y="15108"/>
                    <a:pt x="8416" y="15108"/>
                  </a:cubicBezTo>
                  <a:cubicBezTo>
                    <a:pt x="8250" y="15108"/>
                    <a:pt x="8085" y="15108"/>
                    <a:pt x="7919" y="15108"/>
                  </a:cubicBezTo>
                  <a:cubicBezTo>
                    <a:pt x="7589" y="15046"/>
                    <a:pt x="7258" y="14983"/>
                    <a:pt x="6968" y="14796"/>
                  </a:cubicBezTo>
                  <a:cubicBezTo>
                    <a:pt x="6803" y="14796"/>
                    <a:pt x="6679" y="14671"/>
                    <a:pt x="6514" y="14609"/>
                  </a:cubicBezTo>
                  <a:cubicBezTo>
                    <a:pt x="6390" y="14546"/>
                    <a:pt x="6266" y="14422"/>
                    <a:pt x="6141" y="14359"/>
                  </a:cubicBezTo>
                  <a:cubicBezTo>
                    <a:pt x="5852" y="14172"/>
                    <a:pt x="5645" y="13922"/>
                    <a:pt x="5439" y="13735"/>
                  </a:cubicBezTo>
                  <a:cubicBezTo>
                    <a:pt x="5025" y="13298"/>
                    <a:pt x="4736" y="12861"/>
                    <a:pt x="4570" y="12486"/>
                  </a:cubicBezTo>
                  <a:cubicBezTo>
                    <a:pt x="4446" y="12362"/>
                    <a:pt x="4405" y="12174"/>
                    <a:pt x="4363" y="12112"/>
                  </a:cubicBezTo>
                  <a:cubicBezTo>
                    <a:pt x="4322" y="11987"/>
                    <a:pt x="4281" y="11925"/>
                    <a:pt x="4281" y="11925"/>
                  </a:cubicBezTo>
                  <a:cubicBezTo>
                    <a:pt x="4281" y="11925"/>
                    <a:pt x="4405" y="12174"/>
                    <a:pt x="4612" y="12424"/>
                  </a:cubicBezTo>
                  <a:cubicBezTo>
                    <a:pt x="4777" y="12736"/>
                    <a:pt x="5108" y="13173"/>
                    <a:pt x="5521" y="13548"/>
                  </a:cubicBezTo>
                  <a:cubicBezTo>
                    <a:pt x="5728" y="13735"/>
                    <a:pt x="5935" y="13922"/>
                    <a:pt x="6224" y="14047"/>
                  </a:cubicBezTo>
                  <a:cubicBezTo>
                    <a:pt x="6472" y="14234"/>
                    <a:pt x="6720" y="14359"/>
                    <a:pt x="7010" y="14484"/>
                  </a:cubicBezTo>
                  <a:cubicBezTo>
                    <a:pt x="7299" y="14609"/>
                    <a:pt x="7630" y="14671"/>
                    <a:pt x="7919" y="14671"/>
                  </a:cubicBezTo>
                  <a:cubicBezTo>
                    <a:pt x="8085" y="14671"/>
                    <a:pt x="8250" y="14734"/>
                    <a:pt x="8416" y="14734"/>
                  </a:cubicBezTo>
                  <a:cubicBezTo>
                    <a:pt x="8664" y="14671"/>
                    <a:pt x="8664" y="14671"/>
                    <a:pt x="8664" y="14671"/>
                  </a:cubicBezTo>
                  <a:cubicBezTo>
                    <a:pt x="8870" y="14671"/>
                    <a:pt x="8870" y="14671"/>
                    <a:pt x="8870" y="14671"/>
                  </a:cubicBezTo>
                  <a:cubicBezTo>
                    <a:pt x="9201" y="14609"/>
                    <a:pt x="9532" y="14546"/>
                    <a:pt x="9821" y="14422"/>
                  </a:cubicBezTo>
                  <a:cubicBezTo>
                    <a:pt x="10111" y="14297"/>
                    <a:pt x="10442" y="14172"/>
                    <a:pt x="10731" y="14047"/>
                  </a:cubicBezTo>
                  <a:cubicBezTo>
                    <a:pt x="10855" y="13985"/>
                    <a:pt x="10979" y="13860"/>
                    <a:pt x="11145" y="13797"/>
                  </a:cubicBezTo>
                  <a:cubicBezTo>
                    <a:pt x="11269" y="13735"/>
                    <a:pt x="11393" y="13673"/>
                    <a:pt x="11517" y="13548"/>
                  </a:cubicBezTo>
                  <a:cubicBezTo>
                    <a:pt x="11641" y="13485"/>
                    <a:pt x="11765" y="13423"/>
                    <a:pt x="11889" y="13298"/>
                  </a:cubicBezTo>
                  <a:cubicBezTo>
                    <a:pt x="12013" y="13236"/>
                    <a:pt x="12137" y="13173"/>
                    <a:pt x="12220" y="13048"/>
                  </a:cubicBezTo>
                  <a:cubicBezTo>
                    <a:pt x="12468" y="12923"/>
                    <a:pt x="12633" y="12736"/>
                    <a:pt x="12840" y="12611"/>
                  </a:cubicBezTo>
                  <a:cubicBezTo>
                    <a:pt x="13005" y="12486"/>
                    <a:pt x="13129" y="12299"/>
                    <a:pt x="13253" y="12237"/>
                  </a:cubicBezTo>
                  <a:cubicBezTo>
                    <a:pt x="13502" y="11987"/>
                    <a:pt x="13667" y="11862"/>
                    <a:pt x="13667" y="11862"/>
                  </a:cubicBezTo>
                  <a:close/>
                  <a:moveTo>
                    <a:pt x="14374" y="10859"/>
                  </a:moveTo>
                  <a:cubicBezTo>
                    <a:pt x="14374" y="10859"/>
                    <a:pt x="14250" y="10982"/>
                    <a:pt x="14002" y="11227"/>
                  </a:cubicBezTo>
                  <a:cubicBezTo>
                    <a:pt x="13919" y="11349"/>
                    <a:pt x="13753" y="11533"/>
                    <a:pt x="13588" y="11656"/>
                  </a:cubicBezTo>
                  <a:cubicBezTo>
                    <a:pt x="13423" y="11840"/>
                    <a:pt x="13257" y="12023"/>
                    <a:pt x="13050" y="12207"/>
                  </a:cubicBezTo>
                  <a:cubicBezTo>
                    <a:pt x="12926" y="12330"/>
                    <a:pt x="12802" y="12391"/>
                    <a:pt x="12720" y="12514"/>
                  </a:cubicBezTo>
                  <a:cubicBezTo>
                    <a:pt x="12595" y="12575"/>
                    <a:pt x="12471" y="12698"/>
                    <a:pt x="12347" y="12759"/>
                  </a:cubicBezTo>
                  <a:cubicBezTo>
                    <a:pt x="12223" y="12881"/>
                    <a:pt x="12058" y="12943"/>
                    <a:pt x="11934" y="13065"/>
                  </a:cubicBezTo>
                  <a:cubicBezTo>
                    <a:pt x="11810" y="13127"/>
                    <a:pt x="11644" y="13249"/>
                    <a:pt x="11520" y="13310"/>
                  </a:cubicBezTo>
                  <a:cubicBezTo>
                    <a:pt x="11231" y="13494"/>
                    <a:pt x="10941" y="13617"/>
                    <a:pt x="10610" y="13739"/>
                  </a:cubicBezTo>
                  <a:cubicBezTo>
                    <a:pt x="10279" y="13862"/>
                    <a:pt x="9949" y="13923"/>
                    <a:pt x="9618" y="13985"/>
                  </a:cubicBezTo>
                  <a:cubicBezTo>
                    <a:pt x="9369" y="14046"/>
                    <a:pt x="9369" y="14046"/>
                    <a:pt x="9369" y="14046"/>
                  </a:cubicBezTo>
                  <a:cubicBezTo>
                    <a:pt x="9121" y="14046"/>
                    <a:pt x="9121" y="14046"/>
                    <a:pt x="9121" y="14046"/>
                  </a:cubicBezTo>
                  <a:cubicBezTo>
                    <a:pt x="8956" y="14046"/>
                    <a:pt x="8790" y="13985"/>
                    <a:pt x="8625" y="13985"/>
                  </a:cubicBezTo>
                  <a:cubicBezTo>
                    <a:pt x="8294" y="13985"/>
                    <a:pt x="8005" y="13862"/>
                    <a:pt x="7674" y="13739"/>
                  </a:cubicBezTo>
                  <a:cubicBezTo>
                    <a:pt x="7550" y="13678"/>
                    <a:pt x="7384" y="13617"/>
                    <a:pt x="7260" y="13556"/>
                  </a:cubicBezTo>
                  <a:cubicBezTo>
                    <a:pt x="7095" y="13433"/>
                    <a:pt x="6971" y="13372"/>
                    <a:pt x="6847" y="13249"/>
                  </a:cubicBezTo>
                  <a:cubicBezTo>
                    <a:pt x="6599" y="13065"/>
                    <a:pt x="6350" y="12881"/>
                    <a:pt x="6144" y="12698"/>
                  </a:cubicBezTo>
                  <a:cubicBezTo>
                    <a:pt x="5730" y="12269"/>
                    <a:pt x="5482" y="11778"/>
                    <a:pt x="5275" y="11472"/>
                  </a:cubicBezTo>
                  <a:cubicBezTo>
                    <a:pt x="5192" y="11288"/>
                    <a:pt x="5110" y="11165"/>
                    <a:pt x="5068" y="11104"/>
                  </a:cubicBezTo>
                  <a:cubicBezTo>
                    <a:pt x="5027" y="10982"/>
                    <a:pt x="5027" y="10920"/>
                    <a:pt x="5027" y="10920"/>
                  </a:cubicBezTo>
                  <a:cubicBezTo>
                    <a:pt x="5027" y="10920"/>
                    <a:pt x="5110" y="11104"/>
                    <a:pt x="5316" y="11411"/>
                  </a:cubicBezTo>
                  <a:cubicBezTo>
                    <a:pt x="5523" y="11717"/>
                    <a:pt x="5813" y="12085"/>
                    <a:pt x="6226" y="12452"/>
                  </a:cubicBezTo>
                  <a:cubicBezTo>
                    <a:pt x="6433" y="12636"/>
                    <a:pt x="6681" y="12820"/>
                    <a:pt x="6929" y="13004"/>
                  </a:cubicBezTo>
                  <a:cubicBezTo>
                    <a:pt x="7178" y="13188"/>
                    <a:pt x="7467" y="13310"/>
                    <a:pt x="7757" y="13433"/>
                  </a:cubicBezTo>
                  <a:cubicBezTo>
                    <a:pt x="8046" y="13494"/>
                    <a:pt x="8336" y="13556"/>
                    <a:pt x="8666" y="13617"/>
                  </a:cubicBezTo>
                  <a:cubicBezTo>
                    <a:pt x="8790" y="13617"/>
                    <a:pt x="8956" y="13617"/>
                    <a:pt x="9121" y="13617"/>
                  </a:cubicBezTo>
                  <a:cubicBezTo>
                    <a:pt x="9369" y="13617"/>
                    <a:pt x="9369" y="13617"/>
                    <a:pt x="9369" y="13617"/>
                  </a:cubicBezTo>
                  <a:cubicBezTo>
                    <a:pt x="9618" y="13617"/>
                    <a:pt x="9618" y="13617"/>
                    <a:pt x="9618" y="13617"/>
                  </a:cubicBezTo>
                  <a:cubicBezTo>
                    <a:pt x="9907" y="13556"/>
                    <a:pt x="10238" y="13494"/>
                    <a:pt x="10528" y="13372"/>
                  </a:cubicBezTo>
                  <a:cubicBezTo>
                    <a:pt x="10858" y="13249"/>
                    <a:pt x="11148" y="13127"/>
                    <a:pt x="11437" y="13004"/>
                  </a:cubicBezTo>
                  <a:cubicBezTo>
                    <a:pt x="11561" y="12943"/>
                    <a:pt x="11727" y="12820"/>
                    <a:pt x="11851" y="12759"/>
                  </a:cubicBezTo>
                  <a:cubicBezTo>
                    <a:pt x="11975" y="12698"/>
                    <a:pt x="12140" y="12575"/>
                    <a:pt x="12265" y="12514"/>
                  </a:cubicBezTo>
                  <a:cubicBezTo>
                    <a:pt x="12389" y="12452"/>
                    <a:pt x="12513" y="12330"/>
                    <a:pt x="12637" y="12269"/>
                  </a:cubicBezTo>
                  <a:cubicBezTo>
                    <a:pt x="12720" y="12207"/>
                    <a:pt x="12844" y="12085"/>
                    <a:pt x="12968" y="12023"/>
                  </a:cubicBezTo>
                  <a:cubicBezTo>
                    <a:pt x="13174" y="11840"/>
                    <a:pt x="13381" y="11717"/>
                    <a:pt x="13547" y="11533"/>
                  </a:cubicBezTo>
                  <a:cubicBezTo>
                    <a:pt x="13712" y="11411"/>
                    <a:pt x="13878" y="11288"/>
                    <a:pt x="14002" y="11165"/>
                  </a:cubicBezTo>
                  <a:cubicBezTo>
                    <a:pt x="14250" y="10982"/>
                    <a:pt x="14374" y="10859"/>
                    <a:pt x="14374" y="10859"/>
                  </a:cubicBezTo>
                  <a:close/>
                  <a:moveTo>
                    <a:pt x="5734" y="9860"/>
                  </a:moveTo>
                  <a:cubicBezTo>
                    <a:pt x="5734" y="9860"/>
                    <a:pt x="5775" y="9922"/>
                    <a:pt x="5817" y="9983"/>
                  </a:cubicBezTo>
                  <a:lnTo>
                    <a:pt x="5836" y="10033"/>
                  </a:lnTo>
                  <a:close/>
                  <a:moveTo>
                    <a:pt x="15081" y="9738"/>
                  </a:moveTo>
                  <a:cubicBezTo>
                    <a:pt x="15081" y="9738"/>
                    <a:pt x="14957" y="9922"/>
                    <a:pt x="14750" y="10167"/>
                  </a:cubicBezTo>
                  <a:cubicBezTo>
                    <a:pt x="14626" y="10289"/>
                    <a:pt x="14502" y="10412"/>
                    <a:pt x="14336" y="10596"/>
                  </a:cubicBezTo>
                  <a:cubicBezTo>
                    <a:pt x="14171" y="10780"/>
                    <a:pt x="13964" y="10963"/>
                    <a:pt x="13757" y="11147"/>
                  </a:cubicBezTo>
                  <a:cubicBezTo>
                    <a:pt x="13633" y="11209"/>
                    <a:pt x="13550" y="11331"/>
                    <a:pt x="13426" y="11454"/>
                  </a:cubicBezTo>
                  <a:cubicBezTo>
                    <a:pt x="13302" y="11515"/>
                    <a:pt x="13178" y="11638"/>
                    <a:pt x="13054" y="11699"/>
                  </a:cubicBezTo>
                  <a:cubicBezTo>
                    <a:pt x="12930" y="11821"/>
                    <a:pt x="12806" y="11883"/>
                    <a:pt x="12641" y="12005"/>
                  </a:cubicBezTo>
                  <a:cubicBezTo>
                    <a:pt x="12517" y="12067"/>
                    <a:pt x="12392" y="12189"/>
                    <a:pt x="12227" y="12250"/>
                  </a:cubicBezTo>
                  <a:cubicBezTo>
                    <a:pt x="11938" y="12373"/>
                    <a:pt x="11648" y="12557"/>
                    <a:pt x="11317" y="12679"/>
                  </a:cubicBezTo>
                  <a:cubicBezTo>
                    <a:pt x="11028" y="12741"/>
                    <a:pt x="10697" y="12863"/>
                    <a:pt x="10366" y="12925"/>
                  </a:cubicBezTo>
                  <a:cubicBezTo>
                    <a:pt x="10118" y="12925"/>
                    <a:pt x="10118" y="12925"/>
                    <a:pt x="10118" y="12925"/>
                  </a:cubicBezTo>
                  <a:cubicBezTo>
                    <a:pt x="9870" y="12925"/>
                    <a:pt x="9870" y="12925"/>
                    <a:pt x="9870" y="12925"/>
                  </a:cubicBezTo>
                  <a:cubicBezTo>
                    <a:pt x="9704" y="12925"/>
                    <a:pt x="9539" y="12925"/>
                    <a:pt x="9373" y="12925"/>
                  </a:cubicBezTo>
                  <a:cubicBezTo>
                    <a:pt x="9042" y="12863"/>
                    <a:pt x="8712" y="12802"/>
                    <a:pt x="8422" y="12679"/>
                  </a:cubicBezTo>
                  <a:cubicBezTo>
                    <a:pt x="8257" y="12618"/>
                    <a:pt x="8091" y="12557"/>
                    <a:pt x="7967" y="12434"/>
                  </a:cubicBezTo>
                  <a:cubicBezTo>
                    <a:pt x="7843" y="12373"/>
                    <a:pt x="7678" y="12312"/>
                    <a:pt x="7554" y="12189"/>
                  </a:cubicBezTo>
                  <a:cubicBezTo>
                    <a:pt x="7305" y="12005"/>
                    <a:pt x="7057" y="11821"/>
                    <a:pt x="6892" y="11576"/>
                  </a:cubicBezTo>
                  <a:cubicBezTo>
                    <a:pt x="6478" y="11147"/>
                    <a:pt x="6189" y="10718"/>
                    <a:pt x="5982" y="10412"/>
                  </a:cubicBezTo>
                  <a:lnTo>
                    <a:pt x="5836" y="10033"/>
                  </a:lnTo>
                  <a:lnTo>
                    <a:pt x="6023" y="10351"/>
                  </a:lnTo>
                  <a:cubicBezTo>
                    <a:pt x="6230" y="10657"/>
                    <a:pt x="6561" y="11025"/>
                    <a:pt x="6975" y="11392"/>
                  </a:cubicBezTo>
                  <a:cubicBezTo>
                    <a:pt x="7181" y="11576"/>
                    <a:pt x="7388" y="11760"/>
                    <a:pt x="7636" y="11944"/>
                  </a:cubicBezTo>
                  <a:cubicBezTo>
                    <a:pt x="7884" y="12067"/>
                    <a:pt x="8174" y="12250"/>
                    <a:pt x="8463" y="12312"/>
                  </a:cubicBezTo>
                  <a:cubicBezTo>
                    <a:pt x="8753" y="12434"/>
                    <a:pt x="9084" y="12496"/>
                    <a:pt x="9373" y="12557"/>
                  </a:cubicBezTo>
                  <a:cubicBezTo>
                    <a:pt x="9539" y="12557"/>
                    <a:pt x="9704" y="12557"/>
                    <a:pt x="9828" y="12557"/>
                  </a:cubicBezTo>
                  <a:cubicBezTo>
                    <a:pt x="10076" y="12557"/>
                    <a:pt x="10076" y="12557"/>
                    <a:pt x="10076" y="12557"/>
                  </a:cubicBezTo>
                  <a:cubicBezTo>
                    <a:pt x="10325" y="12496"/>
                    <a:pt x="10325" y="12496"/>
                    <a:pt x="10325" y="12496"/>
                  </a:cubicBezTo>
                  <a:cubicBezTo>
                    <a:pt x="10655" y="12496"/>
                    <a:pt x="10945" y="12373"/>
                    <a:pt x="11276" y="12250"/>
                  </a:cubicBezTo>
                  <a:cubicBezTo>
                    <a:pt x="11565" y="12189"/>
                    <a:pt x="11855" y="12067"/>
                    <a:pt x="12144" y="11883"/>
                  </a:cubicBezTo>
                  <a:cubicBezTo>
                    <a:pt x="12310" y="11821"/>
                    <a:pt x="12434" y="11760"/>
                    <a:pt x="12558" y="11699"/>
                  </a:cubicBezTo>
                  <a:cubicBezTo>
                    <a:pt x="12723" y="11576"/>
                    <a:pt x="12847" y="11515"/>
                    <a:pt x="12971" y="11454"/>
                  </a:cubicBezTo>
                  <a:cubicBezTo>
                    <a:pt x="13096" y="11331"/>
                    <a:pt x="13220" y="11270"/>
                    <a:pt x="13344" y="11209"/>
                  </a:cubicBezTo>
                  <a:cubicBezTo>
                    <a:pt x="13468" y="11086"/>
                    <a:pt x="13550" y="11025"/>
                    <a:pt x="13675" y="10963"/>
                  </a:cubicBezTo>
                  <a:cubicBezTo>
                    <a:pt x="13881" y="10780"/>
                    <a:pt x="14088" y="10596"/>
                    <a:pt x="14254" y="10473"/>
                  </a:cubicBezTo>
                  <a:cubicBezTo>
                    <a:pt x="14460" y="10351"/>
                    <a:pt x="14584" y="10228"/>
                    <a:pt x="14709" y="10105"/>
                  </a:cubicBezTo>
                  <a:cubicBezTo>
                    <a:pt x="14957" y="9860"/>
                    <a:pt x="15081" y="9738"/>
                    <a:pt x="15081" y="9738"/>
                  </a:cubicBezTo>
                  <a:close/>
                  <a:moveTo>
                    <a:pt x="15827" y="8675"/>
                  </a:moveTo>
                  <a:cubicBezTo>
                    <a:pt x="15827" y="8675"/>
                    <a:pt x="15703" y="8798"/>
                    <a:pt x="15455" y="9104"/>
                  </a:cubicBezTo>
                  <a:cubicBezTo>
                    <a:pt x="15331" y="9227"/>
                    <a:pt x="15207" y="9350"/>
                    <a:pt x="15041" y="9533"/>
                  </a:cubicBezTo>
                  <a:cubicBezTo>
                    <a:pt x="14876" y="9656"/>
                    <a:pt x="14669" y="9901"/>
                    <a:pt x="14462" y="10024"/>
                  </a:cubicBezTo>
                  <a:cubicBezTo>
                    <a:pt x="14380" y="10146"/>
                    <a:pt x="14256" y="10269"/>
                    <a:pt x="14132" y="10330"/>
                  </a:cubicBezTo>
                  <a:cubicBezTo>
                    <a:pt x="14008" y="10453"/>
                    <a:pt x="13884" y="10514"/>
                    <a:pt x="13759" y="10637"/>
                  </a:cubicBezTo>
                  <a:cubicBezTo>
                    <a:pt x="13635" y="10698"/>
                    <a:pt x="13511" y="10820"/>
                    <a:pt x="13387" y="10882"/>
                  </a:cubicBezTo>
                  <a:cubicBezTo>
                    <a:pt x="13263" y="11004"/>
                    <a:pt x="13098" y="11066"/>
                    <a:pt x="12974" y="11127"/>
                  </a:cubicBezTo>
                  <a:cubicBezTo>
                    <a:pt x="12684" y="11311"/>
                    <a:pt x="12354" y="11433"/>
                    <a:pt x="12064" y="11556"/>
                  </a:cubicBezTo>
                  <a:cubicBezTo>
                    <a:pt x="11733" y="11678"/>
                    <a:pt x="11403" y="11801"/>
                    <a:pt x="11072" y="11801"/>
                  </a:cubicBezTo>
                  <a:cubicBezTo>
                    <a:pt x="10824" y="11862"/>
                    <a:pt x="10824" y="11862"/>
                    <a:pt x="10824" y="11862"/>
                  </a:cubicBezTo>
                  <a:cubicBezTo>
                    <a:pt x="10576" y="11862"/>
                    <a:pt x="10576" y="11862"/>
                    <a:pt x="10576" y="11862"/>
                  </a:cubicBezTo>
                  <a:cubicBezTo>
                    <a:pt x="10410" y="11862"/>
                    <a:pt x="10245" y="11862"/>
                    <a:pt x="10079" y="11801"/>
                  </a:cubicBezTo>
                  <a:cubicBezTo>
                    <a:pt x="9749" y="11801"/>
                    <a:pt x="9418" y="11740"/>
                    <a:pt x="9128" y="11556"/>
                  </a:cubicBezTo>
                  <a:cubicBezTo>
                    <a:pt x="8963" y="11556"/>
                    <a:pt x="8839" y="11433"/>
                    <a:pt x="8674" y="11372"/>
                  </a:cubicBezTo>
                  <a:cubicBezTo>
                    <a:pt x="8550" y="11311"/>
                    <a:pt x="8425" y="11188"/>
                    <a:pt x="8301" y="11127"/>
                  </a:cubicBezTo>
                  <a:cubicBezTo>
                    <a:pt x="8012" y="10943"/>
                    <a:pt x="7805" y="10698"/>
                    <a:pt x="7599" y="10514"/>
                  </a:cubicBezTo>
                  <a:cubicBezTo>
                    <a:pt x="7185" y="10085"/>
                    <a:pt x="6896" y="9595"/>
                    <a:pt x="6730" y="9288"/>
                  </a:cubicBezTo>
                  <a:cubicBezTo>
                    <a:pt x="6647" y="9166"/>
                    <a:pt x="6565" y="8982"/>
                    <a:pt x="6523" y="8921"/>
                  </a:cubicBezTo>
                  <a:cubicBezTo>
                    <a:pt x="6482" y="8798"/>
                    <a:pt x="6441" y="8737"/>
                    <a:pt x="6441" y="8737"/>
                  </a:cubicBezTo>
                  <a:cubicBezTo>
                    <a:pt x="6441" y="8737"/>
                    <a:pt x="6565" y="8982"/>
                    <a:pt x="6772" y="9227"/>
                  </a:cubicBezTo>
                  <a:cubicBezTo>
                    <a:pt x="6978" y="9533"/>
                    <a:pt x="7268" y="9962"/>
                    <a:pt x="7681" y="10330"/>
                  </a:cubicBezTo>
                  <a:cubicBezTo>
                    <a:pt x="7888" y="10514"/>
                    <a:pt x="8136" y="10698"/>
                    <a:pt x="8384" y="10820"/>
                  </a:cubicBezTo>
                  <a:cubicBezTo>
                    <a:pt x="8632" y="11004"/>
                    <a:pt x="8880" y="11127"/>
                    <a:pt x="9170" y="11249"/>
                  </a:cubicBezTo>
                  <a:cubicBezTo>
                    <a:pt x="9459" y="11372"/>
                    <a:pt x="9790" y="11433"/>
                    <a:pt x="10079" y="11433"/>
                  </a:cubicBezTo>
                  <a:cubicBezTo>
                    <a:pt x="10245" y="11433"/>
                    <a:pt x="10410" y="11495"/>
                    <a:pt x="10576" y="11433"/>
                  </a:cubicBezTo>
                  <a:cubicBezTo>
                    <a:pt x="10824" y="11433"/>
                    <a:pt x="10824" y="11433"/>
                    <a:pt x="10824" y="11433"/>
                  </a:cubicBezTo>
                  <a:cubicBezTo>
                    <a:pt x="11030" y="11433"/>
                    <a:pt x="11030" y="11433"/>
                    <a:pt x="11030" y="11433"/>
                  </a:cubicBezTo>
                  <a:cubicBezTo>
                    <a:pt x="11361" y="11372"/>
                    <a:pt x="11692" y="11311"/>
                    <a:pt x="11981" y="11188"/>
                  </a:cubicBezTo>
                  <a:cubicBezTo>
                    <a:pt x="12312" y="11066"/>
                    <a:pt x="12602" y="10943"/>
                    <a:pt x="12891" y="10820"/>
                  </a:cubicBezTo>
                  <a:cubicBezTo>
                    <a:pt x="13015" y="10759"/>
                    <a:pt x="13139" y="10637"/>
                    <a:pt x="13305" y="10575"/>
                  </a:cubicBezTo>
                  <a:cubicBezTo>
                    <a:pt x="13429" y="10514"/>
                    <a:pt x="13553" y="10453"/>
                    <a:pt x="13677" y="10330"/>
                  </a:cubicBezTo>
                  <a:cubicBezTo>
                    <a:pt x="13801" y="10269"/>
                    <a:pt x="13925" y="10208"/>
                    <a:pt x="14049" y="10085"/>
                  </a:cubicBezTo>
                  <a:cubicBezTo>
                    <a:pt x="14173" y="10024"/>
                    <a:pt x="14297" y="9962"/>
                    <a:pt x="14380" y="9840"/>
                  </a:cubicBezTo>
                  <a:cubicBezTo>
                    <a:pt x="14628" y="9717"/>
                    <a:pt x="14793" y="9533"/>
                    <a:pt x="15000" y="9411"/>
                  </a:cubicBezTo>
                  <a:cubicBezTo>
                    <a:pt x="15165" y="9227"/>
                    <a:pt x="15331" y="9104"/>
                    <a:pt x="15413" y="8982"/>
                  </a:cubicBezTo>
                  <a:cubicBezTo>
                    <a:pt x="15662" y="8798"/>
                    <a:pt x="15827" y="8675"/>
                    <a:pt x="15827" y="8675"/>
                  </a:cubicBezTo>
                  <a:close/>
                  <a:moveTo>
                    <a:pt x="16534" y="7613"/>
                  </a:moveTo>
                  <a:cubicBezTo>
                    <a:pt x="16534" y="7613"/>
                    <a:pt x="16410" y="7738"/>
                    <a:pt x="16203" y="7988"/>
                  </a:cubicBezTo>
                  <a:cubicBezTo>
                    <a:pt x="16079" y="8112"/>
                    <a:pt x="15913" y="8300"/>
                    <a:pt x="15748" y="8425"/>
                  </a:cubicBezTo>
                  <a:cubicBezTo>
                    <a:pt x="15583" y="8612"/>
                    <a:pt x="15417" y="8799"/>
                    <a:pt x="15210" y="8986"/>
                  </a:cubicBezTo>
                  <a:cubicBezTo>
                    <a:pt x="15086" y="9111"/>
                    <a:pt x="14962" y="9174"/>
                    <a:pt x="14880" y="9298"/>
                  </a:cubicBezTo>
                  <a:cubicBezTo>
                    <a:pt x="14755" y="9361"/>
                    <a:pt x="14631" y="9486"/>
                    <a:pt x="14507" y="9548"/>
                  </a:cubicBezTo>
                  <a:cubicBezTo>
                    <a:pt x="14383" y="9673"/>
                    <a:pt x="14259" y="9735"/>
                    <a:pt x="14094" y="9860"/>
                  </a:cubicBezTo>
                  <a:cubicBezTo>
                    <a:pt x="13970" y="9923"/>
                    <a:pt x="13846" y="10048"/>
                    <a:pt x="13680" y="10110"/>
                  </a:cubicBezTo>
                  <a:cubicBezTo>
                    <a:pt x="13391" y="10297"/>
                    <a:pt x="13101" y="10422"/>
                    <a:pt x="12770" y="10547"/>
                  </a:cubicBezTo>
                  <a:cubicBezTo>
                    <a:pt x="12439" y="10672"/>
                    <a:pt x="12109" y="10734"/>
                    <a:pt x="11778" y="10797"/>
                  </a:cubicBezTo>
                  <a:cubicBezTo>
                    <a:pt x="11530" y="10797"/>
                    <a:pt x="11530" y="10797"/>
                    <a:pt x="11530" y="10797"/>
                  </a:cubicBezTo>
                  <a:cubicBezTo>
                    <a:pt x="11281" y="10859"/>
                    <a:pt x="11281" y="10859"/>
                    <a:pt x="11281" y="10859"/>
                  </a:cubicBezTo>
                  <a:cubicBezTo>
                    <a:pt x="11116" y="10859"/>
                    <a:pt x="10950" y="10797"/>
                    <a:pt x="10785" y="10797"/>
                  </a:cubicBezTo>
                  <a:cubicBezTo>
                    <a:pt x="10454" y="10734"/>
                    <a:pt x="10165" y="10672"/>
                    <a:pt x="9834" y="10547"/>
                  </a:cubicBezTo>
                  <a:cubicBezTo>
                    <a:pt x="9710" y="10484"/>
                    <a:pt x="9544" y="10422"/>
                    <a:pt x="9420" y="10360"/>
                  </a:cubicBezTo>
                  <a:cubicBezTo>
                    <a:pt x="9255" y="10235"/>
                    <a:pt x="9131" y="10172"/>
                    <a:pt x="9007" y="10048"/>
                  </a:cubicBezTo>
                  <a:cubicBezTo>
                    <a:pt x="8759" y="9860"/>
                    <a:pt x="8510" y="9673"/>
                    <a:pt x="8304" y="9423"/>
                  </a:cubicBezTo>
                  <a:cubicBezTo>
                    <a:pt x="7890" y="8986"/>
                    <a:pt x="7642" y="8549"/>
                    <a:pt x="7435" y="8237"/>
                  </a:cubicBezTo>
                  <a:cubicBezTo>
                    <a:pt x="7352" y="8050"/>
                    <a:pt x="7270" y="7925"/>
                    <a:pt x="7228" y="7800"/>
                  </a:cubicBezTo>
                  <a:cubicBezTo>
                    <a:pt x="7187" y="7738"/>
                    <a:pt x="7187" y="7676"/>
                    <a:pt x="7187" y="7676"/>
                  </a:cubicBezTo>
                  <a:cubicBezTo>
                    <a:pt x="7187" y="7676"/>
                    <a:pt x="7270" y="7863"/>
                    <a:pt x="7476" y="8175"/>
                  </a:cubicBezTo>
                  <a:cubicBezTo>
                    <a:pt x="7683" y="8487"/>
                    <a:pt x="7973" y="8862"/>
                    <a:pt x="8386" y="9236"/>
                  </a:cubicBezTo>
                  <a:cubicBezTo>
                    <a:pt x="8593" y="9423"/>
                    <a:pt x="8841" y="9611"/>
                    <a:pt x="9089" y="9798"/>
                  </a:cubicBezTo>
                  <a:cubicBezTo>
                    <a:pt x="9338" y="9985"/>
                    <a:pt x="9627" y="10110"/>
                    <a:pt x="9917" y="10172"/>
                  </a:cubicBezTo>
                  <a:cubicBezTo>
                    <a:pt x="10206" y="10297"/>
                    <a:pt x="10496" y="10360"/>
                    <a:pt x="10826" y="10422"/>
                  </a:cubicBezTo>
                  <a:cubicBezTo>
                    <a:pt x="10992" y="10422"/>
                    <a:pt x="11116" y="10422"/>
                    <a:pt x="11281" y="10422"/>
                  </a:cubicBezTo>
                  <a:cubicBezTo>
                    <a:pt x="11530" y="10422"/>
                    <a:pt x="11530" y="10422"/>
                    <a:pt x="11530" y="10422"/>
                  </a:cubicBezTo>
                  <a:cubicBezTo>
                    <a:pt x="11778" y="10360"/>
                    <a:pt x="11778" y="10360"/>
                    <a:pt x="11778" y="10360"/>
                  </a:cubicBezTo>
                  <a:cubicBezTo>
                    <a:pt x="12067" y="10360"/>
                    <a:pt x="12398" y="10235"/>
                    <a:pt x="12688" y="10172"/>
                  </a:cubicBezTo>
                  <a:cubicBezTo>
                    <a:pt x="13018" y="10048"/>
                    <a:pt x="13308" y="9923"/>
                    <a:pt x="13597" y="9798"/>
                  </a:cubicBezTo>
                  <a:cubicBezTo>
                    <a:pt x="13763" y="9735"/>
                    <a:pt x="13887" y="9611"/>
                    <a:pt x="14011" y="9548"/>
                  </a:cubicBezTo>
                  <a:cubicBezTo>
                    <a:pt x="14135" y="9486"/>
                    <a:pt x="14300" y="9361"/>
                    <a:pt x="14425" y="9298"/>
                  </a:cubicBezTo>
                  <a:cubicBezTo>
                    <a:pt x="14549" y="9236"/>
                    <a:pt x="14673" y="9111"/>
                    <a:pt x="14797" y="9049"/>
                  </a:cubicBezTo>
                  <a:cubicBezTo>
                    <a:pt x="14880" y="8986"/>
                    <a:pt x="15004" y="8862"/>
                    <a:pt x="15128" y="8799"/>
                  </a:cubicBezTo>
                  <a:cubicBezTo>
                    <a:pt x="15334" y="8612"/>
                    <a:pt x="15541" y="8487"/>
                    <a:pt x="15707" y="8300"/>
                  </a:cubicBezTo>
                  <a:cubicBezTo>
                    <a:pt x="15872" y="8175"/>
                    <a:pt x="16038" y="8050"/>
                    <a:pt x="16162" y="7925"/>
                  </a:cubicBezTo>
                  <a:cubicBezTo>
                    <a:pt x="16410" y="7738"/>
                    <a:pt x="16534" y="7613"/>
                    <a:pt x="16534" y="7613"/>
                  </a:cubicBezTo>
                  <a:close/>
                  <a:moveTo>
                    <a:pt x="7894" y="6617"/>
                  </a:moveTo>
                  <a:cubicBezTo>
                    <a:pt x="7894" y="6617"/>
                    <a:pt x="7935" y="6679"/>
                    <a:pt x="7977" y="6741"/>
                  </a:cubicBezTo>
                  <a:cubicBezTo>
                    <a:pt x="8018" y="6866"/>
                    <a:pt x="8059" y="6991"/>
                    <a:pt x="8183" y="7116"/>
                  </a:cubicBezTo>
                  <a:cubicBezTo>
                    <a:pt x="8018" y="6804"/>
                    <a:pt x="7894" y="6617"/>
                    <a:pt x="7894" y="6617"/>
                  </a:cubicBezTo>
                  <a:close/>
                  <a:moveTo>
                    <a:pt x="17280" y="6492"/>
                  </a:moveTo>
                  <a:cubicBezTo>
                    <a:pt x="17280" y="6492"/>
                    <a:pt x="17115" y="6679"/>
                    <a:pt x="16908" y="6929"/>
                  </a:cubicBezTo>
                  <a:cubicBezTo>
                    <a:pt x="16784" y="7054"/>
                    <a:pt x="16660" y="7178"/>
                    <a:pt x="16494" y="7366"/>
                  </a:cubicBezTo>
                  <a:cubicBezTo>
                    <a:pt x="16329" y="7553"/>
                    <a:pt x="16122" y="7740"/>
                    <a:pt x="15916" y="7927"/>
                  </a:cubicBezTo>
                  <a:cubicBezTo>
                    <a:pt x="15791" y="7990"/>
                    <a:pt x="15709" y="8115"/>
                    <a:pt x="15585" y="8177"/>
                  </a:cubicBezTo>
                  <a:cubicBezTo>
                    <a:pt x="15461" y="8302"/>
                    <a:pt x="15337" y="8364"/>
                    <a:pt x="15213" y="8489"/>
                  </a:cubicBezTo>
                  <a:cubicBezTo>
                    <a:pt x="15089" y="8614"/>
                    <a:pt x="14964" y="8677"/>
                    <a:pt x="14840" y="8739"/>
                  </a:cubicBezTo>
                  <a:cubicBezTo>
                    <a:pt x="14675" y="8864"/>
                    <a:pt x="14551" y="8926"/>
                    <a:pt x="14386" y="9051"/>
                  </a:cubicBezTo>
                  <a:cubicBezTo>
                    <a:pt x="14096" y="9176"/>
                    <a:pt x="13807" y="9363"/>
                    <a:pt x="13476" y="9488"/>
                  </a:cubicBezTo>
                  <a:cubicBezTo>
                    <a:pt x="13186" y="9550"/>
                    <a:pt x="12856" y="9675"/>
                    <a:pt x="12525" y="9738"/>
                  </a:cubicBezTo>
                  <a:cubicBezTo>
                    <a:pt x="12277" y="9738"/>
                    <a:pt x="12277" y="9738"/>
                    <a:pt x="12277" y="9738"/>
                  </a:cubicBezTo>
                  <a:cubicBezTo>
                    <a:pt x="12029" y="9738"/>
                    <a:pt x="12029" y="9738"/>
                    <a:pt x="12029" y="9738"/>
                  </a:cubicBezTo>
                  <a:cubicBezTo>
                    <a:pt x="11863" y="9738"/>
                    <a:pt x="11698" y="9738"/>
                    <a:pt x="11533" y="9738"/>
                  </a:cubicBezTo>
                  <a:cubicBezTo>
                    <a:pt x="11202" y="9675"/>
                    <a:pt x="10871" y="9613"/>
                    <a:pt x="10582" y="9488"/>
                  </a:cubicBezTo>
                  <a:cubicBezTo>
                    <a:pt x="10416" y="9426"/>
                    <a:pt x="10292" y="9301"/>
                    <a:pt x="10127" y="9238"/>
                  </a:cubicBezTo>
                  <a:cubicBezTo>
                    <a:pt x="10003" y="9176"/>
                    <a:pt x="9837" y="9114"/>
                    <a:pt x="9713" y="8989"/>
                  </a:cubicBezTo>
                  <a:cubicBezTo>
                    <a:pt x="9465" y="8801"/>
                    <a:pt x="9258" y="8614"/>
                    <a:pt x="9052" y="8364"/>
                  </a:cubicBezTo>
                  <a:cubicBezTo>
                    <a:pt x="8638" y="7927"/>
                    <a:pt x="8349" y="7491"/>
                    <a:pt x="8183" y="7116"/>
                  </a:cubicBezTo>
                  <a:cubicBezTo>
                    <a:pt x="8390" y="7366"/>
                    <a:pt x="8721" y="7803"/>
                    <a:pt x="9134" y="8177"/>
                  </a:cubicBezTo>
                  <a:cubicBezTo>
                    <a:pt x="9341" y="8364"/>
                    <a:pt x="9548" y="8552"/>
                    <a:pt x="9796" y="8739"/>
                  </a:cubicBezTo>
                  <a:cubicBezTo>
                    <a:pt x="10044" y="8864"/>
                    <a:pt x="10333" y="8989"/>
                    <a:pt x="10623" y="9114"/>
                  </a:cubicBezTo>
                  <a:cubicBezTo>
                    <a:pt x="10912" y="9238"/>
                    <a:pt x="11243" y="9301"/>
                    <a:pt x="11533" y="9301"/>
                  </a:cubicBezTo>
                  <a:cubicBezTo>
                    <a:pt x="11698" y="9363"/>
                    <a:pt x="11863" y="9363"/>
                    <a:pt x="12029" y="9363"/>
                  </a:cubicBezTo>
                  <a:cubicBezTo>
                    <a:pt x="12235" y="9363"/>
                    <a:pt x="12235" y="9363"/>
                    <a:pt x="12235" y="9363"/>
                  </a:cubicBezTo>
                  <a:cubicBezTo>
                    <a:pt x="12484" y="9301"/>
                    <a:pt x="12484" y="9301"/>
                    <a:pt x="12484" y="9301"/>
                  </a:cubicBezTo>
                  <a:cubicBezTo>
                    <a:pt x="12814" y="9238"/>
                    <a:pt x="13104" y="9176"/>
                    <a:pt x="13435" y="9051"/>
                  </a:cubicBezTo>
                  <a:cubicBezTo>
                    <a:pt x="13724" y="8989"/>
                    <a:pt x="14055" y="8864"/>
                    <a:pt x="14303" y="8677"/>
                  </a:cubicBezTo>
                  <a:cubicBezTo>
                    <a:pt x="14468" y="8614"/>
                    <a:pt x="14592" y="8552"/>
                    <a:pt x="14716" y="8427"/>
                  </a:cubicBezTo>
                  <a:cubicBezTo>
                    <a:pt x="14882" y="8364"/>
                    <a:pt x="15006" y="8302"/>
                    <a:pt x="15130" y="8240"/>
                  </a:cubicBezTo>
                  <a:cubicBezTo>
                    <a:pt x="15254" y="8115"/>
                    <a:pt x="15378" y="8052"/>
                    <a:pt x="15502" y="7990"/>
                  </a:cubicBezTo>
                  <a:cubicBezTo>
                    <a:pt x="15626" y="7865"/>
                    <a:pt x="15750" y="7803"/>
                    <a:pt x="15833" y="7678"/>
                  </a:cubicBezTo>
                  <a:cubicBezTo>
                    <a:pt x="16040" y="7553"/>
                    <a:pt x="16246" y="7366"/>
                    <a:pt x="16412" y="7241"/>
                  </a:cubicBezTo>
                  <a:cubicBezTo>
                    <a:pt x="16618" y="7116"/>
                    <a:pt x="16743" y="6991"/>
                    <a:pt x="16867" y="6866"/>
                  </a:cubicBezTo>
                  <a:cubicBezTo>
                    <a:pt x="17115" y="6617"/>
                    <a:pt x="17280" y="6492"/>
                    <a:pt x="17280" y="6492"/>
                  </a:cubicBezTo>
                  <a:close/>
                  <a:moveTo>
                    <a:pt x="17987" y="5430"/>
                  </a:moveTo>
                  <a:cubicBezTo>
                    <a:pt x="17987" y="5430"/>
                    <a:pt x="17863" y="5554"/>
                    <a:pt x="17615" y="5804"/>
                  </a:cubicBezTo>
                  <a:cubicBezTo>
                    <a:pt x="17491" y="5991"/>
                    <a:pt x="17367" y="6116"/>
                    <a:pt x="17201" y="6303"/>
                  </a:cubicBezTo>
                  <a:cubicBezTo>
                    <a:pt x="17036" y="6428"/>
                    <a:pt x="16871" y="6678"/>
                    <a:pt x="16622" y="6803"/>
                  </a:cubicBezTo>
                  <a:cubicBezTo>
                    <a:pt x="16540" y="6928"/>
                    <a:pt x="16416" y="6990"/>
                    <a:pt x="16292" y="7115"/>
                  </a:cubicBezTo>
                  <a:cubicBezTo>
                    <a:pt x="16168" y="7240"/>
                    <a:pt x="16085" y="7302"/>
                    <a:pt x="15919" y="7427"/>
                  </a:cubicBezTo>
                  <a:cubicBezTo>
                    <a:pt x="15795" y="7489"/>
                    <a:pt x="15671" y="7614"/>
                    <a:pt x="15547" y="7677"/>
                  </a:cubicBezTo>
                  <a:cubicBezTo>
                    <a:pt x="15423" y="7802"/>
                    <a:pt x="15258" y="7864"/>
                    <a:pt x="15134" y="7926"/>
                  </a:cubicBezTo>
                  <a:cubicBezTo>
                    <a:pt x="14844" y="8114"/>
                    <a:pt x="14514" y="8238"/>
                    <a:pt x="14224" y="8363"/>
                  </a:cubicBezTo>
                  <a:cubicBezTo>
                    <a:pt x="13893" y="8488"/>
                    <a:pt x="13563" y="8613"/>
                    <a:pt x="13232" y="8613"/>
                  </a:cubicBezTo>
                  <a:cubicBezTo>
                    <a:pt x="12984" y="8675"/>
                    <a:pt x="12984" y="8675"/>
                    <a:pt x="12984" y="8675"/>
                  </a:cubicBezTo>
                  <a:cubicBezTo>
                    <a:pt x="12736" y="8675"/>
                    <a:pt x="12736" y="8675"/>
                    <a:pt x="12736" y="8675"/>
                  </a:cubicBezTo>
                  <a:cubicBezTo>
                    <a:pt x="12570" y="8675"/>
                    <a:pt x="12405" y="8675"/>
                    <a:pt x="12239" y="8613"/>
                  </a:cubicBezTo>
                  <a:cubicBezTo>
                    <a:pt x="11909" y="8613"/>
                    <a:pt x="11578" y="8488"/>
                    <a:pt x="11288" y="8363"/>
                  </a:cubicBezTo>
                  <a:cubicBezTo>
                    <a:pt x="11123" y="8301"/>
                    <a:pt x="10999" y="8238"/>
                    <a:pt x="10834" y="8176"/>
                  </a:cubicBezTo>
                  <a:cubicBezTo>
                    <a:pt x="10710" y="8051"/>
                    <a:pt x="10586" y="7989"/>
                    <a:pt x="10461" y="7926"/>
                  </a:cubicBezTo>
                  <a:cubicBezTo>
                    <a:pt x="10172" y="7739"/>
                    <a:pt x="9965" y="7489"/>
                    <a:pt x="9759" y="7302"/>
                  </a:cubicBezTo>
                  <a:cubicBezTo>
                    <a:pt x="9345" y="6865"/>
                    <a:pt x="9056" y="6366"/>
                    <a:pt x="8890" y="6054"/>
                  </a:cubicBezTo>
                  <a:cubicBezTo>
                    <a:pt x="8807" y="5866"/>
                    <a:pt x="8725" y="5742"/>
                    <a:pt x="8683" y="5679"/>
                  </a:cubicBezTo>
                  <a:cubicBezTo>
                    <a:pt x="8642" y="5554"/>
                    <a:pt x="8601" y="5492"/>
                    <a:pt x="8601" y="5492"/>
                  </a:cubicBezTo>
                  <a:cubicBezTo>
                    <a:pt x="8601" y="5492"/>
                    <a:pt x="8725" y="5679"/>
                    <a:pt x="8932" y="5991"/>
                  </a:cubicBezTo>
                  <a:cubicBezTo>
                    <a:pt x="9138" y="6303"/>
                    <a:pt x="9428" y="6678"/>
                    <a:pt x="9841" y="7115"/>
                  </a:cubicBezTo>
                  <a:cubicBezTo>
                    <a:pt x="10048" y="7302"/>
                    <a:pt x="10296" y="7489"/>
                    <a:pt x="10544" y="7614"/>
                  </a:cubicBezTo>
                  <a:cubicBezTo>
                    <a:pt x="10792" y="7802"/>
                    <a:pt x="11082" y="7926"/>
                    <a:pt x="11371" y="8051"/>
                  </a:cubicBezTo>
                  <a:cubicBezTo>
                    <a:pt x="11661" y="8176"/>
                    <a:pt x="11950" y="8176"/>
                    <a:pt x="12239" y="8238"/>
                  </a:cubicBezTo>
                  <a:cubicBezTo>
                    <a:pt x="12405" y="8238"/>
                    <a:pt x="12570" y="8301"/>
                    <a:pt x="12736" y="8238"/>
                  </a:cubicBezTo>
                  <a:cubicBezTo>
                    <a:pt x="12984" y="8238"/>
                    <a:pt x="12984" y="8238"/>
                    <a:pt x="12984" y="8238"/>
                  </a:cubicBezTo>
                  <a:cubicBezTo>
                    <a:pt x="13190" y="8238"/>
                    <a:pt x="13190" y="8238"/>
                    <a:pt x="13190" y="8238"/>
                  </a:cubicBezTo>
                  <a:cubicBezTo>
                    <a:pt x="13521" y="8176"/>
                    <a:pt x="13852" y="8114"/>
                    <a:pt x="14141" y="7989"/>
                  </a:cubicBezTo>
                  <a:cubicBezTo>
                    <a:pt x="14472" y="7864"/>
                    <a:pt x="14762" y="7739"/>
                    <a:pt x="15051" y="7614"/>
                  </a:cubicBezTo>
                  <a:cubicBezTo>
                    <a:pt x="15175" y="7552"/>
                    <a:pt x="15341" y="7427"/>
                    <a:pt x="15465" y="7365"/>
                  </a:cubicBezTo>
                  <a:cubicBezTo>
                    <a:pt x="15589" y="7302"/>
                    <a:pt x="15713" y="7240"/>
                    <a:pt x="15837" y="7115"/>
                  </a:cubicBezTo>
                  <a:cubicBezTo>
                    <a:pt x="15961" y="7052"/>
                    <a:pt x="16085" y="6928"/>
                    <a:pt x="16209" y="6865"/>
                  </a:cubicBezTo>
                  <a:cubicBezTo>
                    <a:pt x="16333" y="6803"/>
                    <a:pt x="16457" y="6678"/>
                    <a:pt x="16581" y="6616"/>
                  </a:cubicBezTo>
                  <a:cubicBezTo>
                    <a:pt x="16788" y="6491"/>
                    <a:pt x="16995" y="6303"/>
                    <a:pt x="17160" y="6179"/>
                  </a:cubicBezTo>
                  <a:cubicBezTo>
                    <a:pt x="17325" y="5991"/>
                    <a:pt x="17491" y="5866"/>
                    <a:pt x="17615" y="5742"/>
                  </a:cubicBezTo>
                  <a:cubicBezTo>
                    <a:pt x="17822" y="5554"/>
                    <a:pt x="17987" y="5430"/>
                    <a:pt x="17987" y="5430"/>
                  </a:cubicBezTo>
                  <a:close/>
                  <a:moveTo>
                    <a:pt x="18694" y="4367"/>
                  </a:moveTo>
                  <a:cubicBezTo>
                    <a:pt x="18694" y="4367"/>
                    <a:pt x="18570" y="4492"/>
                    <a:pt x="18363" y="4742"/>
                  </a:cubicBezTo>
                  <a:cubicBezTo>
                    <a:pt x="18239" y="4867"/>
                    <a:pt x="18073" y="5054"/>
                    <a:pt x="17908" y="5179"/>
                  </a:cubicBezTo>
                  <a:cubicBezTo>
                    <a:pt x="17743" y="5366"/>
                    <a:pt x="17577" y="5553"/>
                    <a:pt x="17370" y="5740"/>
                  </a:cubicBezTo>
                  <a:cubicBezTo>
                    <a:pt x="17246" y="5865"/>
                    <a:pt x="17122" y="5928"/>
                    <a:pt x="17039" y="6053"/>
                  </a:cubicBezTo>
                  <a:cubicBezTo>
                    <a:pt x="16915" y="6115"/>
                    <a:pt x="16791" y="6240"/>
                    <a:pt x="16667" y="6302"/>
                  </a:cubicBezTo>
                  <a:cubicBezTo>
                    <a:pt x="16543" y="6427"/>
                    <a:pt x="16419" y="6490"/>
                    <a:pt x="16254" y="6614"/>
                  </a:cubicBezTo>
                  <a:cubicBezTo>
                    <a:pt x="16130" y="6677"/>
                    <a:pt x="16006" y="6802"/>
                    <a:pt x="15840" y="6864"/>
                  </a:cubicBezTo>
                  <a:cubicBezTo>
                    <a:pt x="15551" y="7051"/>
                    <a:pt x="15261" y="7176"/>
                    <a:pt x="14930" y="7301"/>
                  </a:cubicBezTo>
                  <a:cubicBezTo>
                    <a:pt x="14599" y="7426"/>
                    <a:pt x="14269" y="7488"/>
                    <a:pt x="13938" y="7551"/>
                  </a:cubicBezTo>
                  <a:cubicBezTo>
                    <a:pt x="13689" y="7551"/>
                    <a:pt x="13689" y="7551"/>
                    <a:pt x="13689" y="7551"/>
                  </a:cubicBezTo>
                  <a:cubicBezTo>
                    <a:pt x="13441" y="7551"/>
                    <a:pt x="13441" y="7551"/>
                    <a:pt x="13441" y="7551"/>
                  </a:cubicBezTo>
                  <a:cubicBezTo>
                    <a:pt x="13276" y="7613"/>
                    <a:pt x="13110" y="7551"/>
                    <a:pt x="12945" y="7551"/>
                  </a:cubicBezTo>
                  <a:cubicBezTo>
                    <a:pt x="12614" y="7488"/>
                    <a:pt x="12325" y="7426"/>
                    <a:pt x="11994" y="7301"/>
                  </a:cubicBezTo>
                  <a:cubicBezTo>
                    <a:pt x="11870" y="7239"/>
                    <a:pt x="11704" y="7176"/>
                    <a:pt x="11580" y="7114"/>
                  </a:cubicBezTo>
                  <a:cubicBezTo>
                    <a:pt x="11415" y="6989"/>
                    <a:pt x="11291" y="6926"/>
                    <a:pt x="11167" y="6802"/>
                  </a:cubicBezTo>
                  <a:cubicBezTo>
                    <a:pt x="10919" y="6614"/>
                    <a:pt x="10670" y="6427"/>
                    <a:pt x="10464" y="6177"/>
                  </a:cubicBezTo>
                  <a:cubicBezTo>
                    <a:pt x="10091" y="5740"/>
                    <a:pt x="9802" y="5304"/>
                    <a:pt x="9595" y="4991"/>
                  </a:cubicBezTo>
                  <a:cubicBezTo>
                    <a:pt x="9512" y="4804"/>
                    <a:pt x="9430" y="4679"/>
                    <a:pt x="9388" y="4554"/>
                  </a:cubicBezTo>
                  <a:cubicBezTo>
                    <a:pt x="9347" y="4492"/>
                    <a:pt x="9347" y="4430"/>
                    <a:pt x="9347" y="4430"/>
                  </a:cubicBezTo>
                  <a:cubicBezTo>
                    <a:pt x="9347" y="4430"/>
                    <a:pt x="9430" y="4617"/>
                    <a:pt x="9636" y="4929"/>
                  </a:cubicBezTo>
                  <a:cubicBezTo>
                    <a:pt x="9843" y="5241"/>
                    <a:pt x="10174" y="5616"/>
                    <a:pt x="10546" y="5990"/>
                  </a:cubicBezTo>
                  <a:cubicBezTo>
                    <a:pt x="10753" y="6177"/>
                    <a:pt x="11001" y="6365"/>
                    <a:pt x="11249" y="6552"/>
                  </a:cubicBezTo>
                  <a:cubicBezTo>
                    <a:pt x="11498" y="6739"/>
                    <a:pt x="11787" y="6864"/>
                    <a:pt x="12077" y="6926"/>
                  </a:cubicBezTo>
                  <a:cubicBezTo>
                    <a:pt x="12366" y="7051"/>
                    <a:pt x="12656" y="7114"/>
                    <a:pt x="12986" y="7176"/>
                  </a:cubicBezTo>
                  <a:cubicBezTo>
                    <a:pt x="13152" y="7176"/>
                    <a:pt x="13276" y="7176"/>
                    <a:pt x="13441" y="7176"/>
                  </a:cubicBezTo>
                  <a:cubicBezTo>
                    <a:pt x="13689" y="7176"/>
                    <a:pt x="13689" y="7176"/>
                    <a:pt x="13689" y="7176"/>
                  </a:cubicBezTo>
                  <a:cubicBezTo>
                    <a:pt x="13938" y="7114"/>
                    <a:pt x="13938" y="7114"/>
                    <a:pt x="13938" y="7114"/>
                  </a:cubicBezTo>
                  <a:cubicBezTo>
                    <a:pt x="14269" y="7114"/>
                    <a:pt x="14558" y="6989"/>
                    <a:pt x="14889" y="6926"/>
                  </a:cubicBezTo>
                  <a:cubicBezTo>
                    <a:pt x="15178" y="6802"/>
                    <a:pt x="15468" y="6677"/>
                    <a:pt x="15757" y="6490"/>
                  </a:cubicBezTo>
                  <a:cubicBezTo>
                    <a:pt x="15923" y="6427"/>
                    <a:pt x="16047" y="6365"/>
                    <a:pt x="16171" y="6302"/>
                  </a:cubicBezTo>
                  <a:cubicBezTo>
                    <a:pt x="16336" y="6177"/>
                    <a:pt x="16460" y="6115"/>
                    <a:pt x="16585" y="6053"/>
                  </a:cubicBezTo>
                  <a:cubicBezTo>
                    <a:pt x="16709" y="5928"/>
                    <a:pt x="16833" y="5865"/>
                    <a:pt x="16957" y="5803"/>
                  </a:cubicBezTo>
                  <a:cubicBezTo>
                    <a:pt x="17081" y="5678"/>
                    <a:pt x="17164" y="5616"/>
                    <a:pt x="17288" y="5553"/>
                  </a:cubicBezTo>
                  <a:cubicBezTo>
                    <a:pt x="17494" y="5366"/>
                    <a:pt x="17701" y="5241"/>
                    <a:pt x="17867" y="5054"/>
                  </a:cubicBezTo>
                  <a:cubicBezTo>
                    <a:pt x="18032" y="4929"/>
                    <a:pt x="18198" y="4804"/>
                    <a:pt x="18322" y="4679"/>
                  </a:cubicBezTo>
                  <a:cubicBezTo>
                    <a:pt x="18570" y="4492"/>
                    <a:pt x="18694" y="4367"/>
                    <a:pt x="18694" y="4367"/>
                  </a:cubicBezTo>
                  <a:close/>
                  <a:moveTo>
                    <a:pt x="19440" y="3246"/>
                  </a:moveTo>
                  <a:cubicBezTo>
                    <a:pt x="19440" y="3246"/>
                    <a:pt x="19316" y="3433"/>
                    <a:pt x="19068" y="3683"/>
                  </a:cubicBezTo>
                  <a:cubicBezTo>
                    <a:pt x="18944" y="3808"/>
                    <a:pt x="18820" y="3933"/>
                    <a:pt x="18654" y="4120"/>
                  </a:cubicBezTo>
                  <a:cubicBezTo>
                    <a:pt x="18489" y="4307"/>
                    <a:pt x="18282" y="4494"/>
                    <a:pt x="18075" y="4682"/>
                  </a:cubicBezTo>
                  <a:cubicBezTo>
                    <a:pt x="17993" y="4744"/>
                    <a:pt x="17869" y="4869"/>
                    <a:pt x="17745" y="4931"/>
                  </a:cubicBezTo>
                  <a:cubicBezTo>
                    <a:pt x="17621" y="5056"/>
                    <a:pt x="17497" y="5119"/>
                    <a:pt x="17373" y="5243"/>
                  </a:cubicBezTo>
                  <a:cubicBezTo>
                    <a:pt x="17249" y="5368"/>
                    <a:pt x="17124" y="5431"/>
                    <a:pt x="17000" y="5493"/>
                  </a:cubicBezTo>
                  <a:cubicBezTo>
                    <a:pt x="16835" y="5618"/>
                    <a:pt x="16711" y="5680"/>
                    <a:pt x="16546" y="5805"/>
                  </a:cubicBezTo>
                  <a:cubicBezTo>
                    <a:pt x="16256" y="5930"/>
                    <a:pt x="15967" y="6117"/>
                    <a:pt x="15636" y="6180"/>
                  </a:cubicBezTo>
                  <a:cubicBezTo>
                    <a:pt x="15346" y="6305"/>
                    <a:pt x="15016" y="6429"/>
                    <a:pt x="14685" y="6429"/>
                  </a:cubicBezTo>
                  <a:cubicBezTo>
                    <a:pt x="14437" y="6492"/>
                    <a:pt x="14437" y="6492"/>
                    <a:pt x="14437" y="6492"/>
                  </a:cubicBezTo>
                  <a:cubicBezTo>
                    <a:pt x="14189" y="6492"/>
                    <a:pt x="14189" y="6492"/>
                    <a:pt x="14189" y="6492"/>
                  </a:cubicBezTo>
                  <a:cubicBezTo>
                    <a:pt x="14023" y="6492"/>
                    <a:pt x="13858" y="6492"/>
                    <a:pt x="13693" y="6492"/>
                  </a:cubicBezTo>
                  <a:cubicBezTo>
                    <a:pt x="13362" y="6429"/>
                    <a:pt x="13031" y="6367"/>
                    <a:pt x="12742" y="6242"/>
                  </a:cubicBezTo>
                  <a:cubicBezTo>
                    <a:pt x="12576" y="6180"/>
                    <a:pt x="12452" y="6055"/>
                    <a:pt x="12287" y="5992"/>
                  </a:cubicBezTo>
                  <a:cubicBezTo>
                    <a:pt x="12163" y="5930"/>
                    <a:pt x="12039" y="5868"/>
                    <a:pt x="11873" y="5743"/>
                  </a:cubicBezTo>
                  <a:cubicBezTo>
                    <a:pt x="11625" y="5555"/>
                    <a:pt x="11418" y="5306"/>
                    <a:pt x="11212" y="5119"/>
                  </a:cubicBezTo>
                  <a:cubicBezTo>
                    <a:pt x="10798" y="4682"/>
                    <a:pt x="10509" y="4245"/>
                    <a:pt x="10343" y="3870"/>
                  </a:cubicBezTo>
                  <a:cubicBezTo>
                    <a:pt x="10219" y="3745"/>
                    <a:pt x="10178" y="3558"/>
                    <a:pt x="10137" y="3496"/>
                  </a:cubicBezTo>
                  <a:cubicBezTo>
                    <a:pt x="10095" y="3371"/>
                    <a:pt x="10054" y="3371"/>
                    <a:pt x="10054" y="3371"/>
                  </a:cubicBezTo>
                  <a:cubicBezTo>
                    <a:pt x="10054" y="3371"/>
                    <a:pt x="10178" y="3558"/>
                    <a:pt x="10385" y="3870"/>
                  </a:cubicBezTo>
                  <a:cubicBezTo>
                    <a:pt x="10550" y="4120"/>
                    <a:pt x="10881" y="4557"/>
                    <a:pt x="11294" y="4931"/>
                  </a:cubicBezTo>
                  <a:cubicBezTo>
                    <a:pt x="11501" y="5119"/>
                    <a:pt x="11708" y="5306"/>
                    <a:pt x="11956" y="5431"/>
                  </a:cubicBezTo>
                  <a:cubicBezTo>
                    <a:pt x="12245" y="5618"/>
                    <a:pt x="12493" y="5743"/>
                    <a:pt x="12783" y="5868"/>
                  </a:cubicBezTo>
                  <a:cubicBezTo>
                    <a:pt x="13072" y="5992"/>
                    <a:pt x="13403" y="6055"/>
                    <a:pt x="13693" y="6055"/>
                  </a:cubicBezTo>
                  <a:cubicBezTo>
                    <a:pt x="13858" y="6117"/>
                    <a:pt x="14023" y="6117"/>
                    <a:pt x="14189" y="6117"/>
                  </a:cubicBezTo>
                  <a:cubicBezTo>
                    <a:pt x="14395" y="6055"/>
                    <a:pt x="14395" y="6055"/>
                    <a:pt x="14395" y="6055"/>
                  </a:cubicBezTo>
                  <a:cubicBezTo>
                    <a:pt x="14644" y="6055"/>
                    <a:pt x="14644" y="6055"/>
                    <a:pt x="14644" y="6055"/>
                  </a:cubicBezTo>
                  <a:cubicBezTo>
                    <a:pt x="14974" y="5992"/>
                    <a:pt x="15305" y="5930"/>
                    <a:pt x="15595" y="5805"/>
                  </a:cubicBezTo>
                  <a:cubicBezTo>
                    <a:pt x="15884" y="5743"/>
                    <a:pt x="16215" y="5618"/>
                    <a:pt x="16504" y="5431"/>
                  </a:cubicBezTo>
                  <a:cubicBezTo>
                    <a:pt x="16628" y="5368"/>
                    <a:pt x="16752" y="5306"/>
                    <a:pt x="16918" y="5181"/>
                  </a:cubicBezTo>
                  <a:cubicBezTo>
                    <a:pt x="17042" y="5119"/>
                    <a:pt x="17166" y="5056"/>
                    <a:pt x="17290" y="4931"/>
                  </a:cubicBezTo>
                  <a:cubicBezTo>
                    <a:pt x="17414" y="4869"/>
                    <a:pt x="17538" y="4806"/>
                    <a:pt x="17662" y="4682"/>
                  </a:cubicBezTo>
                  <a:cubicBezTo>
                    <a:pt x="17786" y="4619"/>
                    <a:pt x="17910" y="4557"/>
                    <a:pt x="17993" y="4432"/>
                  </a:cubicBezTo>
                  <a:cubicBezTo>
                    <a:pt x="18241" y="4307"/>
                    <a:pt x="18406" y="4120"/>
                    <a:pt x="18572" y="3995"/>
                  </a:cubicBezTo>
                  <a:cubicBezTo>
                    <a:pt x="18778" y="3870"/>
                    <a:pt x="18902" y="3683"/>
                    <a:pt x="19027" y="3620"/>
                  </a:cubicBezTo>
                  <a:cubicBezTo>
                    <a:pt x="19275" y="3371"/>
                    <a:pt x="19440" y="3246"/>
                    <a:pt x="19440" y="3246"/>
                  </a:cubicBezTo>
                  <a:close/>
                  <a:moveTo>
                    <a:pt x="20147" y="2184"/>
                  </a:moveTo>
                  <a:cubicBezTo>
                    <a:pt x="20147" y="2184"/>
                    <a:pt x="20023" y="2308"/>
                    <a:pt x="19775" y="2558"/>
                  </a:cubicBezTo>
                  <a:cubicBezTo>
                    <a:pt x="19692" y="2683"/>
                    <a:pt x="19527" y="2870"/>
                    <a:pt x="19361" y="3057"/>
                  </a:cubicBezTo>
                  <a:cubicBezTo>
                    <a:pt x="19196" y="3182"/>
                    <a:pt x="19030" y="3370"/>
                    <a:pt x="18782" y="3557"/>
                  </a:cubicBezTo>
                  <a:cubicBezTo>
                    <a:pt x="18699" y="3682"/>
                    <a:pt x="18575" y="3744"/>
                    <a:pt x="18451" y="3869"/>
                  </a:cubicBezTo>
                  <a:cubicBezTo>
                    <a:pt x="18369" y="3931"/>
                    <a:pt x="18244" y="4056"/>
                    <a:pt x="18120" y="4181"/>
                  </a:cubicBezTo>
                  <a:cubicBezTo>
                    <a:pt x="17996" y="4243"/>
                    <a:pt x="17831" y="4368"/>
                    <a:pt x="17707" y="4431"/>
                  </a:cubicBezTo>
                  <a:cubicBezTo>
                    <a:pt x="17583" y="4493"/>
                    <a:pt x="17417" y="4618"/>
                    <a:pt x="17293" y="4680"/>
                  </a:cubicBezTo>
                  <a:cubicBezTo>
                    <a:pt x="17004" y="4868"/>
                    <a:pt x="16673" y="4993"/>
                    <a:pt x="16383" y="5117"/>
                  </a:cubicBezTo>
                  <a:cubicBezTo>
                    <a:pt x="16052" y="5242"/>
                    <a:pt x="15722" y="5305"/>
                    <a:pt x="15391" y="5367"/>
                  </a:cubicBezTo>
                  <a:cubicBezTo>
                    <a:pt x="15143" y="5430"/>
                    <a:pt x="15143" y="5430"/>
                    <a:pt x="15143" y="5430"/>
                  </a:cubicBezTo>
                  <a:cubicBezTo>
                    <a:pt x="14894" y="5430"/>
                    <a:pt x="14894" y="5430"/>
                    <a:pt x="14894" y="5430"/>
                  </a:cubicBezTo>
                  <a:cubicBezTo>
                    <a:pt x="14729" y="5430"/>
                    <a:pt x="14564" y="5430"/>
                    <a:pt x="14398" y="5367"/>
                  </a:cubicBezTo>
                  <a:cubicBezTo>
                    <a:pt x="14067" y="5367"/>
                    <a:pt x="13736" y="5242"/>
                    <a:pt x="13447" y="5117"/>
                  </a:cubicBezTo>
                  <a:cubicBezTo>
                    <a:pt x="13282" y="5055"/>
                    <a:pt x="13157" y="4993"/>
                    <a:pt x="13033" y="4930"/>
                  </a:cubicBezTo>
                  <a:cubicBezTo>
                    <a:pt x="12868" y="4805"/>
                    <a:pt x="12744" y="4743"/>
                    <a:pt x="12620" y="4680"/>
                  </a:cubicBezTo>
                  <a:cubicBezTo>
                    <a:pt x="12372" y="4493"/>
                    <a:pt x="12123" y="4243"/>
                    <a:pt x="11917" y="4056"/>
                  </a:cubicBezTo>
                  <a:cubicBezTo>
                    <a:pt x="11503" y="3619"/>
                    <a:pt x="11214" y="3120"/>
                    <a:pt x="11048" y="2808"/>
                  </a:cubicBezTo>
                  <a:cubicBezTo>
                    <a:pt x="10965" y="2621"/>
                    <a:pt x="10883" y="2496"/>
                    <a:pt x="10841" y="2433"/>
                  </a:cubicBezTo>
                  <a:cubicBezTo>
                    <a:pt x="10800" y="2308"/>
                    <a:pt x="10800" y="2246"/>
                    <a:pt x="10800" y="2246"/>
                  </a:cubicBezTo>
                  <a:cubicBezTo>
                    <a:pt x="10800" y="2246"/>
                    <a:pt x="10883" y="2433"/>
                    <a:pt x="11090" y="2745"/>
                  </a:cubicBezTo>
                  <a:cubicBezTo>
                    <a:pt x="11296" y="3057"/>
                    <a:pt x="11586" y="3432"/>
                    <a:pt x="11999" y="3807"/>
                  </a:cubicBezTo>
                  <a:cubicBezTo>
                    <a:pt x="12206" y="4056"/>
                    <a:pt x="12454" y="4243"/>
                    <a:pt x="12702" y="4368"/>
                  </a:cubicBezTo>
                  <a:cubicBezTo>
                    <a:pt x="12951" y="4556"/>
                    <a:pt x="13240" y="4680"/>
                    <a:pt x="13530" y="4805"/>
                  </a:cubicBezTo>
                  <a:cubicBezTo>
                    <a:pt x="13819" y="4930"/>
                    <a:pt x="14109" y="4930"/>
                    <a:pt x="14440" y="4993"/>
                  </a:cubicBezTo>
                  <a:cubicBezTo>
                    <a:pt x="14564" y="4993"/>
                    <a:pt x="14729" y="4993"/>
                    <a:pt x="14894" y="4993"/>
                  </a:cubicBezTo>
                  <a:cubicBezTo>
                    <a:pt x="15143" y="4993"/>
                    <a:pt x="15143" y="4993"/>
                    <a:pt x="15143" y="4993"/>
                  </a:cubicBezTo>
                  <a:cubicBezTo>
                    <a:pt x="15391" y="4993"/>
                    <a:pt x="15391" y="4993"/>
                    <a:pt x="15391" y="4993"/>
                  </a:cubicBezTo>
                  <a:cubicBezTo>
                    <a:pt x="15680" y="4930"/>
                    <a:pt x="16011" y="4868"/>
                    <a:pt x="16301" y="4743"/>
                  </a:cubicBezTo>
                  <a:cubicBezTo>
                    <a:pt x="16632" y="4618"/>
                    <a:pt x="16921" y="4493"/>
                    <a:pt x="17211" y="4368"/>
                  </a:cubicBezTo>
                  <a:cubicBezTo>
                    <a:pt x="17335" y="4306"/>
                    <a:pt x="17500" y="4181"/>
                    <a:pt x="17624" y="4119"/>
                  </a:cubicBezTo>
                  <a:cubicBezTo>
                    <a:pt x="17748" y="4056"/>
                    <a:pt x="17872" y="3994"/>
                    <a:pt x="17996" y="3869"/>
                  </a:cubicBezTo>
                  <a:cubicBezTo>
                    <a:pt x="18162" y="3807"/>
                    <a:pt x="18286" y="3682"/>
                    <a:pt x="18369" y="3619"/>
                  </a:cubicBezTo>
                  <a:cubicBezTo>
                    <a:pt x="18493" y="3557"/>
                    <a:pt x="18617" y="3432"/>
                    <a:pt x="18741" y="3370"/>
                  </a:cubicBezTo>
                  <a:cubicBezTo>
                    <a:pt x="18948" y="3182"/>
                    <a:pt x="19154" y="3057"/>
                    <a:pt x="19320" y="2933"/>
                  </a:cubicBezTo>
                  <a:cubicBezTo>
                    <a:pt x="19485" y="2745"/>
                    <a:pt x="19651" y="2621"/>
                    <a:pt x="19775" y="2496"/>
                  </a:cubicBezTo>
                  <a:cubicBezTo>
                    <a:pt x="20023" y="2308"/>
                    <a:pt x="20147" y="2184"/>
                    <a:pt x="20147" y="2184"/>
                  </a:cubicBezTo>
                  <a:close/>
                  <a:moveTo>
                    <a:pt x="20854" y="1062"/>
                  </a:moveTo>
                  <a:cubicBezTo>
                    <a:pt x="20854" y="1062"/>
                    <a:pt x="20730" y="1249"/>
                    <a:pt x="20523" y="1499"/>
                  </a:cubicBezTo>
                  <a:cubicBezTo>
                    <a:pt x="20399" y="1623"/>
                    <a:pt x="20275" y="1811"/>
                    <a:pt x="20068" y="1935"/>
                  </a:cubicBezTo>
                  <a:cubicBezTo>
                    <a:pt x="19903" y="2122"/>
                    <a:pt x="19737" y="2309"/>
                    <a:pt x="19530" y="2496"/>
                  </a:cubicBezTo>
                  <a:cubicBezTo>
                    <a:pt x="19406" y="2559"/>
                    <a:pt x="19324" y="2684"/>
                    <a:pt x="19200" y="2808"/>
                  </a:cubicBezTo>
                  <a:cubicBezTo>
                    <a:pt x="19075" y="2871"/>
                    <a:pt x="18951" y="2995"/>
                    <a:pt x="18827" y="3058"/>
                  </a:cubicBezTo>
                  <a:cubicBezTo>
                    <a:pt x="18703" y="3182"/>
                    <a:pt x="18579" y="3245"/>
                    <a:pt x="18414" y="3369"/>
                  </a:cubicBezTo>
                  <a:cubicBezTo>
                    <a:pt x="18290" y="3432"/>
                    <a:pt x="18166" y="3557"/>
                    <a:pt x="18000" y="3619"/>
                  </a:cubicBezTo>
                  <a:cubicBezTo>
                    <a:pt x="17711" y="3744"/>
                    <a:pt x="17421" y="3931"/>
                    <a:pt x="17090" y="4055"/>
                  </a:cubicBezTo>
                  <a:cubicBezTo>
                    <a:pt x="16759" y="4180"/>
                    <a:pt x="16470" y="4242"/>
                    <a:pt x="16139" y="4305"/>
                  </a:cubicBezTo>
                  <a:cubicBezTo>
                    <a:pt x="15850" y="4305"/>
                    <a:pt x="15850" y="4305"/>
                    <a:pt x="15850" y="4305"/>
                  </a:cubicBezTo>
                  <a:cubicBezTo>
                    <a:pt x="15601" y="4305"/>
                    <a:pt x="15601" y="4305"/>
                    <a:pt x="15601" y="4305"/>
                  </a:cubicBezTo>
                  <a:cubicBezTo>
                    <a:pt x="15436" y="4367"/>
                    <a:pt x="15270" y="4305"/>
                    <a:pt x="15105" y="4305"/>
                  </a:cubicBezTo>
                  <a:cubicBezTo>
                    <a:pt x="14816" y="4242"/>
                    <a:pt x="14485" y="4180"/>
                    <a:pt x="14195" y="4055"/>
                  </a:cubicBezTo>
                  <a:cubicBezTo>
                    <a:pt x="14030" y="3993"/>
                    <a:pt x="13864" y="3931"/>
                    <a:pt x="13740" y="3806"/>
                  </a:cubicBezTo>
                  <a:cubicBezTo>
                    <a:pt x="13616" y="3744"/>
                    <a:pt x="13451" y="3681"/>
                    <a:pt x="13327" y="3557"/>
                  </a:cubicBezTo>
                  <a:cubicBezTo>
                    <a:pt x="13079" y="3369"/>
                    <a:pt x="12830" y="3182"/>
                    <a:pt x="12624" y="2933"/>
                  </a:cubicBezTo>
                  <a:cubicBezTo>
                    <a:pt x="12251" y="2496"/>
                    <a:pt x="11962" y="2060"/>
                    <a:pt x="11755" y="1748"/>
                  </a:cubicBezTo>
                  <a:cubicBezTo>
                    <a:pt x="11672" y="1561"/>
                    <a:pt x="11631" y="1436"/>
                    <a:pt x="11548" y="1312"/>
                  </a:cubicBezTo>
                  <a:cubicBezTo>
                    <a:pt x="11507" y="1249"/>
                    <a:pt x="11507" y="1187"/>
                    <a:pt x="11507" y="1187"/>
                  </a:cubicBezTo>
                  <a:cubicBezTo>
                    <a:pt x="11507" y="1187"/>
                    <a:pt x="11590" y="1374"/>
                    <a:pt x="11796" y="1686"/>
                  </a:cubicBezTo>
                  <a:cubicBezTo>
                    <a:pt x="12003" y="1998"/>
                    <a:pt x="12334" y="2372"/>
                    <a:pt x="12748" y="2746"/>
                  </a:cubicBezTo>
                  <a:cubicBezTo>
                    <a:pt x="12954" y="2933"/>
                    <a:pt x="13161" y="3120"/>
                    <a:pt x="13409" y="3307"/>
                  </a:cubicBezTo>
                  <a:cubicBezTo>
                    <a:pt x="13658" y="3432"/>
                    <a:pt x="13947" y="3619"/>
                    <a:pt x="14237" y="3681"/>
                  </a:cubicBezTo>
                  <a:cubicBezTo>
                    <a:pt x="14526" y="3806"/>
                    <a:pt x="14816" y="3868"/>
                    <a:pt x="15146" y="3931"/>
                  </a:cubicBezTo>
                  <a:cubicBezTo>
                    <a:pt x="15312" y="3931"/>
                    <a:pt x="15477" y="3931"/>
                    <a:pt x="15601" y="3931"/>
                  </a:cubicBezTo>
                  <a:cubicBezTo>
                    <a:pt x="15850" y="3931"/>
                    <a:pt x="15850" y="3931"/>
                    <a:pt x="15850" y="3931"/>
                  </a:cubicBezTo>
                  <a:cubicBezTo>
                    <a:pt x="16098" y="3868"/>
                    <a:pt x="16098" y="3868"/>
                    <a:pt x="16098" y="3868"/>
                  </a:cubicBezTo>
                  <a:cubicBezTo>
                    <a:pt x="16429" y="3868"/>
                    <a:pt x="16718" y="3744"/>
                    <a:pt x="17049" y="3681"/>
                  </a:cubicBezTo>
                  <a:cubicBezTo>
                    <a:pt x="17338" y="3557"/>
                    <a:pt x="17628" y="3432"/>
                    <a:pt x="17917" y="3245"/>
                  </a:cubicBezTo>
                  <a:cubicBezTo>
                    <a:pt x="18083" y="3182"/>
                    <a:pt x="18207" y="3120"/>
                    <a:pt x="18331" y="3058"/>
                  </a:cubicBezTo>
                  <a:cubicBezTo>
                    <a:pt x="18496" y="2933"/>
                    <a:pt x="18620" y="2871"/>
                    <a:pt x="18745" y="2808"/>
                  </a:cubicBezTo>
                  <a:cubicBezTo>
                    <a:pt x="18869" y="2684"/>
                    <a:pt x="18993" y="2621"/>
                    <a:pt x="19117" y="2559"/>
                  </a:cubicBezTo>
                  <a:cubicBezTo>
                    <a:pt x="19241" y="2434"/>
                    <a:pt x="19324" y="2372"/>
                    <a:pt x="19448" y="2309"/>
                  </a:cubicBezTo>
                  <a:cubicBezTo>
                    <a:pt x="19654" y="2122"/>
                    <a:pt x="19861" y="1935"/>
                    <a:pt x="20027" y="1811"/>
                  </a:cubicBezTo>
                  <a:cubicBezTo>
                    <a:pt x="20192" y="1686"/>
                    <a:pt x="20358" y="1561"/>
                    <a:pt x="20482" y="1436"/>
                  </a:cubicBezTo>
                  <a:cubicBezTo>
                    <a:pt x="20730" y="1187"/>
                    <a:pt x="20854" y="1062"/>
                    <a:pt x="20854" y="1062"/>
                  </a:cubicBezTo>
                  <a:close/>
                  <a:moveTo>
                    <a:pt x="21600" y="0"/>
                  </a:moveTo>
                  <a:cubicBezTo>
                    <a:pt x="21600" y="0"/>
                    <a:pt x="21475" y="187"/>
                    <a:pt x="21226" y="437"/>
                  </a:cubicBezTo>
                  <a:cubicBezTo>
                    <a:pt x="21102" y="562"/>
                    <a:pt x="20977" y="687"/>
                    <a:pt x="20811" y="874"/>
                  </a:cubicBezTo>
                  <a:cubicBezTo>
                    <a:pt x="20645" y="1061"/>
                    <a:pt x="20437" y="1248"/>
                    <a:pt x="20230" y="1436"/>
                  </a:cubicBezTo>
                  <a:cubicBezTo>
                    <a:pt x="20147" y="1498"/>
                    <a:pt x="20022" y="1623"/>
                    <a:pt x="19898" y="1685"/>
                  </a:cubicBezTo>
                  <a:cubicBezTo>
                    <a:pt x="19773" y="1810"/>
                    <a:pt x="19648" y="1873"/>
                    <a:pt x="19524" y="1997"/>
                  </a:cubicBezTo>
                  <a:cubicBezTo>
                    <a:pt x="19399" y="2060"/>
                    <a:pt x="19275" y="2185"/>
                    <a:pt x="19150" y="2247"/>
                  </a:cubicBezTo>
                  <a:cubicBezTo>
                    <a:pt x="18984" y="2372"/>
                    <a:pt x="18860" y="2434"/>
                    <a:pt x="18735" y="2497"/>
                  </a:cubicBezTo>
                  <a:cubicBezTo>
                    <a:pt x="18444" y="2684"/>
                    <a:pt x="18112" y="2871"/>
                    <a:pt x="17780" y="2934"/>
                  </a:cubicBezTo>
                  <a:cubicBezTo>
                    <a:pt x="17489" y="3059"/>
                    <a:pt x="17157" y="3184"/>
                    <a:pt x="16825" y="3184"/>
                  </a:cubicBezTo>
                  <a:cubicBezTo>
                    <a:pt x="16576" y="3246"/>
                    <a:pt x="16576" y="3246"/>
                    <a:pt x="16576" y="3246"/>
                  </a:cubicBezTo>
                  <a:cubicBezTo>
                    <a:pt x="16327" y="3246"/>
                    <a:pt x="16327" y="3246"/>
                    <a:pt x="16327" y="3246"/>
                  </a:cubicBezTo>
                  <a:cubicBezTo>
                    <a:pt x="16161" y="3246"/>
                    <a:pt x="15995" y="3246"/>
                    <a:pt x="15828" y="3246"/>
                  </a:cubicBezTo>
                  <a:cubicBezTo>
                    <a:pt x="15496" y="3184"/>
                    <a:pt x="15164" y="3121"/>
                    <a:pt x="14873" y="2996"/>
                  </a:cubicBezTo>
                  <a:cubicBezTo>
                    <a:pt x="14707" y="2934"/>
                    <a:pt x="14583" y="2809"/>
                    <a:pt x="14417" y="2747"/>
                  </a:cubicBezTo>
                  <a:cubicBezTo>
                    <a:pt x="14292" y="2684"/>
                    <a:pt x="14168" y="2559"/>
                    <a:pt x="14043" y="2497"/>
                  </a:cubicBezTo>
                  <a:cubicBezTo>
                    <a:pt x="13752" y="2310"/>
                    <a:pt x="13545" y="2060"/>
                    <a:pt x="13337" y="1873"/>
                  </a:cubicBezTo>
                  <a:cubicBezTo>
                    <a:pt x="12922" y="1436"/>
                    <a:pt x="12631" y="999"/>
                    <a:pt x="12465" y="624"/>
                  </a:cubicBezTo>
                  <a:cubicBezTo>
                    <a:pt x="12341" y="499"/>
                    <a:pt x="12299" y="312"/>
                    <a:pt x="12258" y="250"/>
                  </a:cubicBezTo>
                  <a:cubicBezTo>
                    <a:pt x="12216" y="125"/>
                    <a:pt x="12175" y="62"/>
                    <a:pt x="12175" y="62"/>
                  </a:cubicBezTo>
                  <a:cubicBezTo>
                    <a:pt x="12175" y="62"/>
                    <a:pt x="12299" y="312"/>
                    <a:pt x="12507" y="562"/>
                  </a:cubicBezTo>
                  <a:cubicBezTo>
                    <a:pt x="12673" y="874"/>
                    <a:pt x="13005" y="1311"/>
                    <a:pt x="13420" y="1685"/>
                  </a:cubicBezTo>
                  <a:cubicBezTo>
                    <a:pt x="13628" y="1873"/>
                    <a:pt x="13835" y="2060"/>
                    <a:pt x="14126" y="2185"/>
                  </a:cubicBezTo>
                  <a:cubicBezTo>
                    <a:pt x="14375" y="2372"/>
                    <a:pt x="14624" y="2497"/>
                    <a:pt x="14915" y="2622"/>
                  </a:cubicBezTo>
                  <a:cubicBezTo>
                    <a:pt x="15206" y="2747"/>
                    <a:pt x="15538" y="2809"/>
                    <a:pt x="15828" y="2809"/>
                  </a:cubicBezTo>
                  <a:cubicBezTo>
                    <a:pt x="15995" y="2809"/>
                    <a:pt x="16161" y="2871"/>
                    <a:pt x="16327" y="2871"/>
                  </a:cubicBezTo>
                  <a:cubicBezTo>
                    <a:pt x="16576" y="2809"/>
                    <a:pt x="16576" y="2809"/>
                    <a:pt x="16576" y="2809"/>
                  </a:cubicBezTo>
                  <a:cubicBezTo>
                    <a:pt x="16783" y="2809"/>
                    <a:pt x="16783" y="2809"/>
                    <a:pt x="16783" y="2809"/>
                  </a:cubicBezTo>
                  <a:cubicBezTo>
                    <a:pt x="17116" y="2747"/>
                    <a:pt x="17448" y="2684"/>
                    <a:pt x="17738" y="2559"/>
                  </a:cubicBezTo>
                  <a:cubicBezTo>
                    <a:pt x="18029" y="2434"/>
                    <a:pt x="18361" y="2310"/>
                    <a:pt x="18652" y="2185"/>
                  </a:cubicBezTo>
                  <a:cubicBezTo>
                    <a:pt x="18777" y="2122"/>
                    <a:pt x="18901" y="2060"/>
                    <a:pt x="19067" y="1935"/>
                  </a:cubicBezTo>
                  <a:cubicBezTo>
                    <a:pt x="19192" y="1873"/>
                    <a:pt x="19316" y="1810"/>
                    <a:pt x="19441" y="1685"/>
                  </a:cubicBezTo>
                  <a:cubicBezTo>
                    <a:pt x="19565" y="1623"/>
                    <a:pt x="19690" y="1561"/>
                    <a:pt x="19815" y="1436"/>
                  </a:cubicBezTo>
                  <a:cubicBezTo>
                    <a:pt x="19939" y="1373"/>
                    <a:pt x="20064" y="1311"/>
                    <a:pt x="20147" y="1186"/>
                  </a:cubicBezTo>
                  <a:cubicBezTo>
                    <a:pt x="20396" y="1061"/>
                    <a:pt x="20562" y="874"/>
                    <a:pt x="20770" y="749"/>
                  </a:cubicBezTo>
                  <a:cubicBezTo>
                    <a:pt x="20936" y="624"/>
                    <a:pt x="21060" y="437"/>
                    <a:pt x="21185" y="375"/>
                  </a:cubicBezTo>
                  <a:cubicBezTo>
                    <a:pt x="21434" y="125"/>
                    <a:pt x="21600" y="0"/>
                    <a:pt x="21600" y="0"/>
                  </a:cubicBezTo>
                  <a:close/>
                </a:path>
              </a:pathLst>
            </a:cu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409"/>
                                        </p:tgtEl>
                                        <p:attrNameLst>
                                          <p:attrName>style.visibility</p:attrName>
                                        </p:attrNameLst>
                                      </p:cBhvr>
                                      <p:to>
                                        <p:strVal val="visible"/>
                                      </p:to>
                                    </p:set>
                                    <p:animEffect filter="dissolve" transition="in">
                                      <p:cBhvr>
                                        <p:cTn id="7" dur="500"/>
                                        <p:tgtEl>
                                          <p:spTgt spid="140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409" grpId="1"/>
    </p:bldLst>
  </p:timing>
</p:sld>
</file>

<file path=ppt/slides/slide6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432" name="Shape 143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sp>
        <p:nvSpPr>
          <p:cNvPr id="1433" name="Shape 1433"/>
          <p:cNvSpPr/>
          <p:nvPr/>
        </p:nvSpPr>
        <p:spPr>
          <a:xfrm>
            <a:off x="12099903" y="3418216"/>
            <a:ext cx="213857" cy="213861"/>
          </a:xfrm>
          <a:prstGeom prst="ellipse">
            <a:avLst/>
          </a:pr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34" name="Shape 1434"/>
          <p:cNvSpPr/>
          <p:nvPr/>
        </p:nvSpPr>
        <p:spPr>
          <a:xfrm>
            <a:off x="12202966" y="3374414"/>
            <a:ext cx="984263" cy="19530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890" y="0"/>
                  <a:pt x="3375" y="742"/>
                  <a:pt x="3375" y="1620"/>
                </a:cubicBezTo>
                <a:cubicBezTo>
                  <a:pt x="3375" y="2497"/>
                  <a:pt x="1890" y="3240"/>
                  <a:pt x="270" y="3240"/>
                </a:cubicBezTo>
                <a:cubicBezTo>
                  <a:pt x="8505" y="3307"/>
                  <a:pt x="15120" y="6682"/>
                  <a:pt x="15120" y="10800"/>
                </a:cubicBezTo>
                <a:cubicBezTo>
                  <a:pt x="15120" y="14850"/>
                  <a:pt x="8640" y="18225"/>
                  <a:pt x="540" y="18360"/>
                </a:cubicBezTo>
                <a:cubicBezTo>
                  <a:pt x="2160" y="18495"/>
                  <a:pt x="3240" y="19170"/>
                  <a:pt x="3240" y="19980"/>
                </a:cubicBezTo>
                <a:cubicBezTo>
                  <a:pt x="3240" y="20858"/>
                  <a:pt x="1755" y="21600"/>
                  <a:pt x="0" y="21600"/>
                </a:cubicBezTo>
                <a:cubicBezTo>
                  <a:pt x="0" y="21600"/>
                  <a:pt x="0" y="21600"/>
                  <a:pt x="0" y="21600"/>
                </a:cubicBezTo>
                <a:cubicBezTo>
                  <a:pt x="12015" y="21600"/>
                  <a:pt x="21600" y="16808"/>
                  <a:pt x="21600" y="10800"/>
                </a:cubicBezTo>
                <a:cubicBezTo>
                  <a:pt x="21600" y="4860"/>
                  <a:pt x="12015" y="0"/>
                  <a:pt x="0" y="0"/>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35" name="Shape 1435"/>
          <p:cNvSpPr/>
          <p:nvPr/>
        </p:nvSpPr>
        <p:spPr>
          <a:xfrm>
            <a:off x="12092174" y="5069817"/>
            <a:ext cx="221589" cy="213861"/>
          </a:xfrm>
          <a:prstGeom prst="ellipse">
            <a:avLst/>
          </a:pr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36" name="Shape 1436"/>
          <p:cNvSpPr/>
          <p:nvPr/>
        </p:nvSpPr>
        <p:spPr>
          <a:xfrm>
            <a:off x="12092175" y="6729145"/>
            <a:ext cx="216437" cy="213861"/>
          </a:xfrm>
          <a:prstGeom prst="ellipse">
            <a:avLst/>
          </a:pr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37" name="Shape 1437"/>
          <p:cNvSpPr/>
          <p:nvPr/>
        </p:nvSpPr>
        <p:spPr>
          <a:xfrm>
            <a:off x="11221284" y="5028589"/>
            <a:ext cx="981684" cy="19582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19710" y="21600"/>
                  <a:pt x="18225" y="20860"/>
                  <a:pt x="18225" y="19918"/>
                </a:cubicBezTo>
                <a:cubicBezTo>
                  <a:pt x="18225" y="19110"/>
                  <a:pt x="19440" y="18437"/>
                  <a:pt x="21060" y="18303"/>
                </a:cubicBezTo>
                <a:cubicBezTo>
                  <a:pt x="12960" y="18168"/>
                  <a:pt x="6480" y="14871"/>
                  <a:pt x="6480" y="10834"/>
                </a:cubicBezTo>
                <a:cubicBezTo>
                  <a:pt x="6480" y="6729"/>
                  <a:pt x="13095" y="3364"/>
                  <a:pt x="21330" y="3297"/>
                </a:cubicBezTo>
                <a:cubicBezTo>
                  <a:pt x="19710" y="3230"/>
                  <a:pt x="18360" y="2557"/>
                  <a:pt x="18360" y="1682"/>
                </a:cubicBezTo>
                <a:cubicBezTo>
                  <a:pt x="18360" y="740"/>
                  <a:pt x="19845" y="0"/>
                  <a:pt x="21600" y="0"/>
                </a:cubicBezTo>
                <a:cubicBezTo>
                  <a:pt x="9585" y="0"/>
                  <a:pt x="0" y="4845"/>
                  <a:pt x="0" y="10834"/>
                </a:cubicBezTo>
                <a:cubicBezTo>
                  <a:pt x="0" y="16755"/>
                  <a:pt x="9585" y="21600"/>
                  <a:pt x="21600" y="21600"/>
                </a:cubicBezTo>
                <a:cubicBezTo>
                  <a:pt x="21600" y="21600"/>
                  <a:pt x="21600" y="21600"/>
                  <a:pt x="21600" y="21600"/>
                </a:cubicBezTo>
                <a:cubicBezTo>
                  <a:pt x="21600" y="21600"/>
                  <a:pt x="21600" y="21600"/>
                  <a:pt x="21600" y="21600"/>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38" name="Shape 1438"/>
          <p:cNvSpPr/>
          <p:nvPr/>
        </p:nvSpPr>
        <p:spPr>
          <a:xfrm>
            <a:off x="12092175" y="8388476"/>
            <a:ext cx="221589" cy="213861"/>
          </a:xfrm>
          <a:prstGeom prst="ellipse">
            <a:avLst/>
          </a:pr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39" name="Shape 1439"/>
          <p:cNvSpPr/>
          <p:nvPr/>
        </p:nvSpPr>
        <p:spPr>
          <a:xfrm>
            <a:off x="12202968" y="6693073"/>
            <a:ext cx="984262" cy="19504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5" y="0"/>
                </a:moveTo>
                <a:cubicBezTo>
                  <a:pt x="2160" y="135"/>
                  <a:pt x="3240" y="810"/>
                  <a:pt x="3240" y="1552"/>
                </a:cubicBezTo>
                <a:cubicBezTo>
                  <a:pt x="3240" y="2497"/>
                  <a:pt x="1755" y="3240"/>
                  <a:pt x="0" y="3240"/>
                </a:cubicBezTo>
                <a:cubicBezTo>
                  <a:pt x="0" y="3240"/>
                  <a:pt x="0" y="3240"/>
                  <a:pt x="0" y="3240"/>
                </a:cubicBezTo>
                <a:cubicBezTo>
                  <a:pt x="8370" y="3240"/>
                  <a:pt x="15120" y="6615"/>
                  <a:pt x="15120" y="10800"/>
                </a:cubicBezTo>
                <a:cubicBezTo>
                  <a:pt x="15120" y="14918"/>
                  <a:pt x="8505" y="18225"/>
                  <a:pt x="270" y="18360"/>
                </a:cubicBezTo>
                <a:cubicBezTo>
                  <a:pt x="2025" y="18427"/>
                  <a:pt x="3240" y="19102"/>
                  <a:pt x="3240" y="19980"/>
                </a:cubicBezTo>
                <a:cubicBezTo>
                  <a:pt x="3240" y="20857"/>
                  <a:pt x="1755" y="21600"/>
                  <a:pt x="0" y="21600"/>
                </a:cubicBezTo>
                <a:cubicBezTo>
                  <a:pt x="0" y="21600"/>
                  <a:pt x="0" y="21600"/>
                  <a:pt x="0" y="21600"/>
                </a:cubicBezTo>
                <a:cubicBezTo>
                  <a:pt x="12015" y="21600"/>
                  <a:pt x="21600" y="16740"/>
                  <a:pt x="21600" y="10800"/>
                </a:cubicBezTo>
                <a:cubicBezTo>
                  <a:pt x="21600" y="4927"/>
                  <a:pt x="12285" y="202"/>
                  <a:pt x="675" y="0"/>
                </a:cubicBezTo>
                <a:close/>
              </a:path>
            </a:pathLst>
          </a:cu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40" name="Shape 1440"/>
          <p:cNvSpPr/>
          <p:nvPr/>
        </p:nvSpPr>
        <p:spPr>
          <a:xfrm>
            <a:off x="12092175" y="10052959"/>
            <a:ext cx="216437" cy="213861"/>
          </a:xfrm>
          <a:prstGeom prst="ellipse">
            <a:avLst/>
          </a:prstGeom>
          <a:solidFill>
            <a:srgbClr val="67B3E0"/>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41" name="Shape 1441"/>
          <p:cNvSpPr/>
          <p:nvPr/>
        </p:nvSpPr>
        <p:spPr>
          <a:xfrm>
            <a:off x="11221284" y="8344674"/>
            <a:ext cx="981684" cy="19582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25" y="19985"/>
                </a:moveTo>
                <a:cubicBezTo>
                  <a:pt x="18225" y="19110"/>
                  <a:pt x="19710" y="18370"/>
                  <a:pt x="21465" y="18370"/>
                </a:cubicBezTo>
                <a:cubicBezTo>
                  <a:pt x="21600" y="18370"/>
                  <a:pt x="21600" y="18370"/>
                  <a:pt x="21600" y="18370"/>
                </a:cubicBezTo>
                <a:cubicBezTo>
                  <a:pt x="21600" y="18370"/>
                  <a:pt x="21600" y="18370"/>
                  <a:pt x="21600" y="18370"/>
                </a:cubicBezTo>
                <a:cubicBezTo>
                  <a:pt x="13230" y="18370"/>
                  <a:pt x="6480" y="14938"/>
                  <a:pt x="6480" y="10834"/>
                </a:cubicBezTo>
                <a:cubicBezTo>
                  <a:pt x="6480" y="6729"/>
                  <a:pt x="13095" y="3364"/>
                  <a:pt x="21330" y="3297"/>
                </a:cubicBezTo>
                <a:cubicBezTo>
                  <a:pt x="19710" y="3230"/>
                  <a:pt x="18360" y="2557"/>
                  <a:pt x="18360" y="1682"/>
                </a:cubicBezTo>
                <a:cubicBezTo>
                  <a:pt x="18360" y="740"/>
                  <a:pt x="19845" y="0"/>
                  <a:pt x="21600" y="0"/>
                </a:cubicBezTo>
                <a:cubicBezTo>
                  <a:pt x="21600" y="0"/>
                  <a:pt x="21600" y="0"/>
                  <a:pt x="21600" y="0"/>
                </a:cubicBezTo>
                <a:cubicBezTo>
                  <a:pt x="9585" y="0"/>
                  <a:pt x="0" y="4845"/>
                  <a:pt x="0" y="10834"/>
                </a:cubicBezTo>
                <a:cubicBezTo>
                  <a:pt x="0" y="16621"/>
                  <a:pt x="9180" y="21331"/>
                  <a:pt x="20655" y="21600"/>
                </a:cubicBezTo>
                <a:cubicBezTo>
                  <a:pt x="19305" y="21398"/>
                  <a:pt x="18225" y="20793"/>
                  <a:pt x="18225" y="19985"/>
                </a:cubicBezTo>
                <a:close/>
              </a:path>
            </a:pathLst>
          </a:custGeom>
          <a:solidFill>
            <a:srgbClr val="67B3E0"/>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42" name="Shape 1442"/>
          <p:cNvSpPr/>
          <p:nvPr/>
        </p:nvSpPr>
        <p:spPr>
          <a:xfrm>
            <a:off x="12092175" y="11712287"/>
            <a:ext cx="221589" cy="213861"/>
          </a:xfrm>
          <a:prstGeom prst="ellipse">
            <a:avLst/>
          </a:prstGeom>
          <a:solidFill>
            <a:srgbClr val="B4E6F1"/>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43" name="Shape 1443"/>
          <p:cNvSpPr/>
          <p:nvPr/>
        </p:nvSpPr>
        <p:spPr>
          <a:xfrm>
            <a:off x="12202968" y="10011732"/>
            <a:ext cx="984262" cy="19582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0"/>
                  <a:pt x="0" y="0"/>
                  <a:pt x="0" y="0"/>
                </a:cubicBezTo>
                <a:cubicBezTo>
                  <a:pt x="1755" y="0"/>
                  <a:pt x="3240" y="740"/>
                  <a:pt x="3240" y="1615"/>
                </a:cubicBezTo>
                <a:cubicBezTo>
                  <a:pt x="3240" y="2490"/>
                  <a:pt x="1890" y="3230"/>
                  <a:pt x="135" y="3297"/>
                </a:cubicBezTo>
                <a:cubicBezTo>
                  <a:pt x="8370" y="3297"/>
                  <a:pt x="15120" y="6662"/>
                  <a:pt x="15120" y="10766"/>
                </a:cubicBezTo>
                <a:cubicBezTo>
                  <a:pt x="15120" y="14938"/>
                  <a:pt x="8505" y="18236"/>
                  <a:pt x="270" y="18303"/>
                </a:cubicBezTo>
                <a:cubicBezTo>
                  <a:pt x="1890" y="18370"/>
                  <a:pt x="3240" y="19043"/>
                  <a:pt x="3240" y="19918"/>
                </a:cubicBezTo>
                <a:cubicBezTo>
                  <a:pt x="3240" y="20860"/>
                  <a:pt x="1755" y="21600"/>
                  <a:pt x="0" y="21600"/>
                </a:cubicBezTo>
                <a:cubicBezTo>
                  <a:pt x="12015" y="21600"/>
                  <a:pt x="21600" y="16755"/>
                  <a:pt x="21600" y="10766"/>
                </a:cubicBezTo>
                <a:cubicBezTo>
                  <a:pt x="21600" y="4845"/>
                  <a:pt x="12015" y="0"/>
                  <a:pt x="0" y="0"/>
                </a:cubicBezTo>
                <a:close/>
              </a:path>
            </a:pathLst>
          </a:custGeom>
          <a:solidFill>
            <a:srgbClr val="B4E6F1"/>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44" name="Shape 1444"/>
          <p:cNvSpPr/>
          <p:nvPr/>
        </p:nvSpPr>
        <p:spPr>
          <a:xfrm>
            <a:off x="11680690" y="3838202"/>
            <a:ext cx="1043289" cy="1043289"/>
          </a:xfrm>
          <a:prstGeom prst="ellipse">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445" name="Shape 1445"/>
          <p:cNvSpPr/>
          <p:nvPr/>
        </p:nvSpPr>
        <p:spPr>
          <a:xfrm>
            <a:off x="11687912" y="3990512"/>
            <a:ext cx="1028843"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01</a:t>
            </a:r>
          </a:p>
        </p:txBody>
      </p:sp>
      <p:sp>
        <p:nvSpPr>
          <p:cNvPr id="1446" name="Shape 1446"/>
          <p:cNvSpPr/>
          <p:nvPr/>
        </p:nvSpPr>
        <p:spPr>
          <a:xfrm>
            <a:off x="11680690" y="5497179"/>
            <a:ext cx="1043289" cy="1043290"/>
          </a:xfrm>
          <a:prstGeom prst="ellipse">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447" name="Shape 1447"/>
          <p:cNvSpPr/>
          <p:nvPr/>
        </p:nvSpPr>
        <p:spPr>
          <a:xfrm>
            <a:off x="11687912" y="5649490"/>
            <a:ext cx="1028843"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02</a:t>
            </a:r>
          </a:p>
        </p:txBody>
      </p:sp>
      <p:sp>
        <p:nvSpPr>
          <p:cNvPr id="1448" name="Shape 1448"/>
          <p:cNvSpPr/>
          <p:nvPr/>
        </p:nvSpPr>
        <p:spPr>
          <a:xfrm>
            <a:off x="11680690" y="7155747"/>
            <a:ext cx="1043289" cy="1043289"/>
          </a:xfrm>
          <a:prstGeom prst="ellipse">
            <a:avLst/>
          </a:prstGeom>
          <a:solidFill>
            <a:srgbClr val="029FDC"/>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449" name="Shape 1449"/>
          <p:cNvSpPr/>
          <p:nvPr/>
        </p:nvSpPr>
        <p:spPr>
          <a:xfrm>
            <a:off x="11687912" y="7308057"/>
            <a:ext cx="1028843"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03</a:t>
            </a:r>
          </a:p>
        </p:txBody>
      </p:sp>
      <p:sp>
        <p:nvSpPr>
          <p:cNvPr id="1450" name="Shape 1450"/>
          <p:cNvSpPr/>
          <p:nvPr/>
        </p:nvSpPr>
        <p:spPr>
          <a:xfrm>
            <a:off x="11680690" y="8814727"/>
            <a:ext cx="1043289" cy="1043289"/>
          </a:xfrm>
          <a:prstGeom prst="ellipse">
            <a:avLst/>
          </a:prstGeom>
          <a:solidFill>
            <a:srgbClr val="67B3E0"/>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451" name="Shape 1451"/>
          <p:cNvSpPr/>
          <p:nvPr/>
        </p:nvSpPr>
        <p:spPr>
          <a:xfrm>
            <a:off x="11687912" y="8967037"/>
            <a:ext cx="1028843"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04</a:t>
            </a:r>
          </a:p>
        </p:txBody>
      </p:sp>
      <p:sp>
        <p:nvSpPr>
          <p:cNvPr id="1452" name="Shape 1452"/>
          <p:cNvSpPr/>
          <p:nvPr/>
        </p:nvSpPr>
        <p:spPr>
          <a:xfrm>
            <a:off x="11680690" y="10469488"/>
            <a:ext cx="1043289" cy="1043289"/>
          </a:xfrm>
          <a:prstGeom prst="ellipse">
            <a:avLst/>
          </a:prstGeom>
          <a:solidFill>
            <a:srgbClr val="B4E6F1"/>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453" name="Shape 1453"/>
          <p:cNvSpPr/>
          <p:nvPr/>
        </p:nvSpPr>
        <p:spPr>
          <a:xfrm>
            <a:off x="11687912" y="10621798"/>
            <a:ext cx="1028843"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05</a:t>
            </a:r>
          </a:p>
        </p:txBody>
      </p:sp>
      <p:grpSp>
        <p:nvGrpSpPr>
          <p:cNvPr id="1457" name="Group 1457"/>
          <p:cNvGrpSpPr/>
          <p:nvPr/>
        </p:nvGrpSpPr>
        <p:grpSpPr>
          <a:xfrm>
            <a:off x="9332348" y="3739505"/>
            <a:ext cx="1038762" cy="1006037"/>
            <a:chOff x="0" y="0"/>
            <a:chExt cx="1038761" cy="1006035"/>
          </a:xfrm>
        </p:grpSpPr>
        <p:sp>
          <p:nvSpPr>
            <p:cNvPr id="1454" name="Shape 1454"/>
            <p:cNvSpPr/>
            <p:nvPr/>
          </p:nvSpPr>
          <p:spPr>
            <a:xfrm>
              <a:off x="0" y="0"/>
              <a:ext cx="1003785" cy="10060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90" y="18000"/>
                  </a:moveTo>
                  <a:cubicBezTo>
                    <a:pt x="15910" y="18465"/>
                    <a:pt x="15213" y="18929"/>
                    <a:pt x="14516" y="19161"/>
                  </a:cubicBezTo>
                  <a:cubicBezTo>
                    <a:pt x="14748" y="18813"/>
                    <a:pt x="14981" y="18465"/>
                    <a:pt x="15213" y="18116"/>
                  </a:cubicBezTo>
                  <a:cubicBezTo>
                    <a:pt x="14865" y="18232"/>
                    <a:pt x="14400" y="18232"/>
                    <a:pt x="14052" y="18232"/>
                  </a:cubicBezTo>
                  <a:cubicBezTo>
                    <a:pt x="13819" y="18232"/>
                    <a:pt x="13587" y="18232"/>
                    <a:pt x="13239" y="18116"/>
                  </a:cubicBezTo>
                  <a:cubicBezTo>
                    <a:pt x="12542" y="19277"/>
                    <a:pt x="11613" y="19974"/>
                    <a:pt x="10800" y="19974"/>
                  </a:cubicBezTo>
                  <a:cubicBezTo>
                    <a:pt x="9406" y="19974"/>
                    <a:pt x="7781" y="18116"/>
                    <a:pt x="6968" y="15213"/>
                  </a:cubicBezTo>
                  <a:cubicBezTo>
                    <a:pt x="8826" y="15213"/>
                    <a:pt x="8826" y="15213"/>
                    <a:pt x="8826" y="15213"/>
                  </a:cubicBezTo>
                  <a:cubicBezTo>
                    <a:pt x="8594" y="14748"/>
                    <a:pt x="8477" y="14400"/>
                    <a:pt x="8361" y="13935"/>
                  </a:cubicBezTo>
                  <a:cubicBezTo>
                    <a:pt x="8245" y="13819"/>
                    <a:pt x="8245" y="13703"/>
                    <a:pt x="8245" y="13587"/>
                  </a:cubicBezTo>
                  <a:cubicBezTo>
                    <a:pt x="6619" y="13587"/>
                    <a:pt x="6619" y="13587"/>
                    <a:pt x="6619" y="13587"/>
                  </a:cubicBezTo>
                  <a:cubicBezTo>
                    <a:pt x="6503" y="12658"/>
                    <a:pt x="6503" y="11729"/>
                    <a:pt x="6503" y="10800"/>
                  </a:cubicBezTo>
                  <a:cubicBezTo>
                    <a:pt x="6503" y="9987"/>
                    <a:pt x="6503" y="9174"/>
                    <a:pt x="6619" y="8361"/>
                  </a:cubicBezTo>
                  <a:cubicBezTo>
                    <a:pt x="9406" y="8361"/>
                    <a:pt x="9406" y="8361"/>
                    <a:pt x="9406" y="8361"/>
                  </a:cubicBezTo>
                  <a:cubicBezTo>
                    <a:pt x="9871" y="7665"/>
                    <a:pt x="10568" y="7200"/>
                    <a:pt x="11381" y="6735"/>
                  </a:cubicBezTo>
                  <a:cubicBezTo>
                    <a:pt x="6968" y="6735"/>
                    <a:pt x="6968" y="6735"/>
                    <a:pt x="6968" y="6735"/>
                  </a:cubicBezTo>
                  <a:cubicBezTo>
                    <a:pt x="7665" y="3716"/>
                    <a:pt x="9290" y="1626"/>
                    <a:pt x="10800" y="1626"/>
                  </a:cubicBezTo>
                  <a:cubicBezTo>
                    <a:pt x="12194" y="1626"/>
                    <a:pt x="13703" y="3368"/>
                    <a:pt x="14516" y="6155"/>
                  </a:cubicBezTo>
                  <a:cubicBezTo>
                    <a:pt x="15097" y="6155"/>
                    <a:pt x="15677" y="6271"/>
                    <a:pt x="16258" y="6503"/>
                  </a:cubicBezTo>
                  <a:cubicBezTo>
                    <a:pt x="15910" y="4877"/>
                    <a:pt x="15329" y="3484"/>
                    <a:pt x="14516" y="2439"/>
                  </a:cubicBezTo>
                  <a:cubicBezTo>
                    <a:pt x="16490" y="3252"/>
                    <a:pt x="18116" y="4877"/>
                    <a:pt x="19045" y="6735"/>
                  </a:cubicBezTo>
                  <a:cubicBezTo>
                    <a:pt x="16839" y="6735"/>
                    <a:pt x="16839" y="6735"/>
                    <a:pt x="16839" y="6735"/>
                  </a:cubicBezTo>
                  <a:cubicBezTo>
                    <a:pt x="17535" y="7200"/>
                    <a:pt x="18232" y="7665"/>
                    <a:pt x="18813" y="8361"/>
                  </a:cubicBezTo>
                  <a:cubicBezTo>
                    <a:pt x="19626" y="8361"/>
                    <a:pt x="19626" y="8361"/>
                    <a:pt x="19626" y="8361"/>
                  </a:cubicBezTo>
                  <a:cubicBezTo>
                    <a:pt x="19858" y="9174"/>
                    <a:pt x="19974" y="9987"/>
                    <a:pt x="19974" y="10800"/>
                  </a:cubicBezTo>
                  <a:cubicBezTo>
                    <a:pt x="19974" y="10800"/>
                    <a:pt x="19974" y="10916"/>
                    <a:pt x="19974" y="10916"/>
                  </a:cubicBezTo>
                  <a:cubicBezTo>
                    <a:pt x="20206" y="12077"/>
                    <a:pt x="20090" y="13123"/>
                    <a:pt x="19742" y="14284"/>
                  </a:cubicBezTo>
                  <a:cubicBezTo>
                    <a:pt x="20671" y="15213"/>
                    <a:pt x="20671" y="15213"/>
                    <a:pt x="20671" y="15213"/>
                  </a:cubicBezTo>
                  <a:cubicBezTo>
                    <a:pt x="20671" y="15213"/>
                    <a:pt x="20671" y="15213"/>
                    <a:pt x="20671" y="15213"/>
                  </a:cubicBezTo>
                  <a:cubicBezTo>
                    <a:pt x="20787" y="15213"/>
                    <a:pt x="20787" y="15213"/>
                    <a:pt x="20787" y="15213"/>
                  </a:cubicBezTo>
                  <a:cubicBezTo>
                    <a:pt x="20787" y="14865"/>
                    <a:pt x="20787" y="14865"/>
                    <a:pt x="20787" y="14865"/>
                  </a:cubicBezTo>
                  <a:cubicBezTo>
                    <a:pt x="21368" y="13587"/>
                    <a:pt x="21600" y="12310"/>
                    <a:pt x="21600" y="10800"/>
                  </a:cubicBezTo>
                  <a:cubicBezTo>
                    <a:pt x="21600" y="4877"/>
                    <a:pt x="16723" y="0"/>
                    <a:pt x="10800" y="0"/>
                  </a:cubicBezTo>
                  <a:cubicBezTo>
                    <a:pt x="4877" y="0"/>
                    <a:pt x="0" y="4877"/>
                    <a:pt x="0" y="10800"/>
                  </a:cubicBezTo>
                  <a:cubicBezTo>
                    <a:pt x="0" y="16723"/>
                    <a:pt x="4877" y="21600"/>
                    <a:pt x="10800" y="21600"/>
                  </a:cubicBezTo>
                  <a:cubicBezTo>
                    <a:pt x="13355" y="21600"/>
                    <a:pt x="15677" y="20671"/>
                    <a:pt x="17535" y="19277"/>
                  </a:cubicBezTo>
                  <a:lnTo>
                    <a:pt x="16490" y="18000"/>
                  </a:lnTo>
                  <a:close/>
                  <a:moveTo>
                    <a:pt x="7084" y="2439"/>
                  </a:moveTo>
                  <a:cubicBezTo>
                    <a:pt x="6271" y="3600"/>
                    <a:pt x="5690" y="5110"/>
                    <a:pt x="5226" y="6735"/>
                  </a:cubicBezTo>
                  <a:cubicBezTo>
                    <a:pt x="2555" y="6735"/>
                    <a:pt x="2555" y="6735"/>
                    <a:pt x="2555" y="6735"/>
                  </a:cubicBezTo>
                  <a:cubicBezTo>
                    <a:pt x="3484" y="4877"/>
                    <a:pt x="5110" y="3252"/>
                    <a:pt x="7084" y="2439"/>
                  </a:cubicBezTo>
                  <a:close/>
                  <a:moveTo>
                    <a:pt x="1626" y="10800"/>
                  </a:moveTo>
                  <a:cubicBezTo>
                    <a:pt x="1626" y="9987"/>
                    <a:pt x="1742" y="9174"/>
                    <a:pt x="1974" y="8361"/>
                  </a:cubicBezTo>
                  <a:cubicBezTo>
                    <a:pt x="4994" y="8361"/>
                    <a:pt x="4994" y="8361"/>
                    <a:pt x="4994" y="8361"/>
                  </a:cubicBezTo>
                  <a:cubicBezTo>
                    <a:pt x="4877" y="9174"/>
                    <a:pt x="4877" y="9987"/>
                    <a:pt x="4877" y="10800"/>
                  </a:cubicBezTo>
                  <a:cubicBezTo>
                    <a:pt x="4877" y="11729"/>
                    <a:pt x="4877" y="12658"/>
                    <a:pt x="4994" y="13587"/>
                  </a:cubicBezTo>
                  <a:cubicBezTo>
                    <a:pt x="1974" y="13587"/>
                    <a:pt x="1974" y="13587"/>
                    <a:pt x="1974" y="13587"/>
                  </a:cubicBezTo>
                  <a:cubicBezTo>
                    <a:pt x="1742" y="12658"/>
                    <a:pt x="1626" y="11729"/>
                    <a:pt x="1626" y="10800"/>
                  </a:cubicBezTo>
                  <a:close/>
                  <a:moveTo>
                    <a:pt x="2671" y="15213"/>
                  </a:moveTo>
                  <a:cubicBezTo>
                    <a:pt x="5342" y="15213"/>
                    <a:pt x="5342" y="15213"/>
                    <a:pt x="5342" y="15213"/>
                  </a:cubicBezTo>
                  <a:cubicBezTo>
                    <a:pt x="5690" y="16723"/>
                    <a:pt x="6271" y="18116"/>
                    <a:pt x="7084" y="19161"/>
                  </a:cubicBezTo>
                  <a:cubicBezTo>
                    <a:pt x="5226" y="18348"/>
                    <a:pt x="3716" y="16955"/>
                    <a:pt x="2671" y="1521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455" name="Shape 1455"/>
            <p:cNvSpPr/>
            <p:nvPr/>
          </p:nvSpPr>
          <p:spPr>
            <a:xfrm>
              <a:off x="436633" y="350003"/>
              <a:ext cx="602129" cy="606916"/>
            </a:xfrm>
            <a:custGeom>
              <a:avLst/>
              <a:gdLst/>
              <a:ahLst/>
              <a:cxnLst>
                <a:cxn ang="0">
                  <a:pos x="wd2" y="hd2"/>
                </a:cxn>
                <a:cxn ang="5400000">
                  <a:pos x="wd2" y="hd2"/>
                </a:cxn>
                <a:cxn ang="10800000">
                  <a:pos x="wd2" y="hd2"/>
                </a:cxn>
                <a:cxn ang="16200000">
                  <a:pos x="wd2" y="hd2"/>
                </a:cxn>
              </a:cxnLst>
              <a:rect l="0" t="0" r="r" b="b"/>
              <a:pathLst>
                <a:path w="20565" h="20729" fill="norm" stroke="1" extrusionOk="0">
                  <a:moveTo>
                    <a:pt x="20492" y="18207"/>
                  </a:moveTo>
                  <a:cubicBezTo>
                    <a:pt x="14031" y="11192"/>
                    <a:pt x="14031" y="11192"/>
                    <a:pt x="14031" y="11192"/>
                  </a:cubicBezTo>
                  <a:cubicBezTo>
                    <a:pt x="14031" y="11192"/>
                    <a:pt x="13846" y="11192"/>
                    <a:pt x="13846" y="11192"/>
                  </a:cubicBezTo>
                  <a:cubicBezTo>
                    <a:pt x="14954" y="9346"/>
                    <a:pt x="15139" y="7315"/>
                    <a:pt x="14585" y="5284"/>
                  </a:cubicBezTo>
                  <a:cubicBezTo>
                    <a:pt x="13292" y="1223"/>
                    <a:pt x="9046" y="-808"/>
                    <a:pt x="5169" y="300"/>
                  </a:cubicBezTo>
                  <a:cubicBezTo>
                    <a:pt x="1292" y="1592"/>
                    <a:pt x="-923" y="5838"/>
                    <a:pt x="369" y="9715"/>
                  </a:cubicBezTo>
                  <a:cubicBezTo>
                    <a:pt x="1477" y="13592"/>
                    <a:pt x="5723" y="15807"/>
                    <a:pt x="9600" y="14515"/>
                  </a:cubicBezTo>
                  <a:cubicBezTo>
                    <a:pt x="10339" y="14330"/>
                    <a:pt x="10892" y="14146"/>
                    <a:pt x="11446" y="13777"/>
                  </a:cubicBezTo>
                  <a:cubicBezTo>
                    <a:pt x="17723" y="20607"/>
                    <a:pt x="17723" y="20607"/>
                    <a:pt x="17723" y="20607"/>
                  </a:cubicBezTo>
                  <a:cubicBezTo>
                    <a:pt x="17908" y="20792"/>
                    <a:pt x="18277" y="20792"/>
                    <a:pt x="18646" y="20423"/>
                  </a:cubicBezTo>
                  <a:cubicBezTo>
                    <a:pt x="20123" y="19130"/>
                    <a:pt x="20123" y="19130"/>
                    <a:pt x="20123" y="19130"/>
                  </a:cubicBezTo>
                  <a:cubicBezTo>
                    <a:pt x="20492" y="18761"/>
                    <a:pt x="20677" y="18392"/>
                    <a:pt x="20492" y="18207"/>
                  </a:cubicBezTo>
                  <a:close/>
                  <a:moveTo>
                    <a:pt x="2215" y="9161"/>
                  </a:moveTo>
                  <a:cubicBezTo>
                    <a:pt x="1292" y="6207"/>
                    <a:pt x="2954" y="3254"/>
                    <a:pt x="5723" y="2330"/>
                  </a:cubicBezTo>
                  <a:cubicBezTo>
                    <a:pt x="8677" y="1407"/>
                    <a:pt x="11815" y="2884"/>
                    <a:pt x="12554" y="5838"/>
                  </a:cubicBezTo>
                  <a:cubicBezTo>
                    <a:pt x="13477" y="8792"/>
                    <a:pt x="12000" y="11746"/>
                    <a:pt x="9046" y="12669"/>
                  </a:cubicBezTo>
                  <a:cubicBezTo>
                    <a:pt x="6277" y="13592"/>
                    <a:pt x="3139" y="11930"/>
                    <a:pt x="2215" y="916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456" name="Shape 1456"/>
            <p:cNvSpPr/>
            <p:nvPr/>
          </p:nvSpPr>
          <p:spPr>
            <a:xfrm>
              <a:off x="524399" y="431944"/>
              <a:ext cx="268224" cy="184733"/>
            </a:xfrm>
            <a:custGeom>
              <a:avLst/>
              <a:gdLst/>
              <a:ahLst/>
              <a:cxnLst>
                <a:cxn ang="0">
                  <a:pos x="wd2" y="hd2"/>
                </a:cxn>
                <a:cxn ang="5400000">
                  <a:pos x="wd2" y="hd2"/>
                </a:cxn>
                <a:cxn ang="10800000">
                  <a:pos x="wd2" y="hd2"/>
                </a:cxn>
                <a:cxn ang="16200000">
                  <a:pos x="wd2" y="hd2"/>
                </a:cxn>
              </a:cxnLst>
              <a:rect l="0" t="0" r="r" b="b"/>
              <a:pathLst>
                <a:path w="21452" h="19920" fill="norm" stroke="1" extrusionOk="0">
                  <a:moveTo>
                    <a:pt x="4320" y="7661"/>
                  </a:moveTo>
                  <a:cubicBezTo>
                    <a:pt x="11232" y="4742"/>
                    <a:pt x="18576" y="9996"/>
                    <a:pt x="20736" y="19336"/>
                  </a:cubicBezTo>
                  <a:cubicBezTo>
                    <a:pt x="20736" y="19336"/>
                    <a:pt x="20736" y="19336"/>
                    <a:pt x="20736" y="19920"/>
                  </a:cubicBezTo>
                  <a:cubicBezTo>
                    <a:pt x="21600" y="17001"/>
                    <a:pt x="21600" y="13498"/>
                    <a:pt x="21168" y="9996"/>
                  </a:cubicBezTo>
                  <a:cubicBezTo>
                    <a:pt x="19440" y="2406"/>
                    <a:pt x="12960" y="-1680"/>
                    <a:pt x="7344" y="655"/>
                  </a:cubicBezTo>
                  <a:cubicBezTo>
                    <a:pt x="3456" y="1823"/>
                    <a:pt x="864" y="5909"/>
                    <a:pt x="0" y="10579"/>
                  </a:cubicBezTo>
                  <a:cubicBezTo>
                    <a:pt x="1296" y="9412"/>
                    <a:pt x="2592" y="8244"/>
                    <a:pt x="4320" y="766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458" name="Shape 1458"/>
          <p:cNvSpPr/>
          <p:nvPr/>
        </p:nvSpPr>
        <p:spPr>
          <a:xfrm>
            <a:off x="14969774" y="5079196"/>
            <a:ext cx="1802538"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r>
              <a:t>Objetivos</a:t>
            </a:r>
          </a:p>
        </p:txBody>
      </p:sp>
      <p:sp>
        <p:nvSpPr>
          <p:cNvPr id="1459" name="Shape 1459"/>
          <p:cNvSpPr/>
          <p:nvPr/>
        </p:nvSpPr>
        <p:spPr>
          <a:xfrm>
            <a:off x="14969774" y="5696386"/>
            <a:ext cx="465702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Raleway SemiBold"/>
                <a:ea typeface="Raleway SemiBold"/>
                <a:cs typeface="Raleway SemiBold"/>
                <a:sym typeface="Raleway SemiBold"/>
              </a:defRPr>
            </a:lvl1pPr>
          </a:lstStyle>
          <a:p>
            <a:pPr/>
            <a:r>
              <a:t>Descripción</a:t>
            </a:r>
          </a:p>
        </p:txBody>
      </p:sp>
      <p:sp>
        <p:nvSpPr>
          <p:cNvPr id="1460" name="Shape 1460"/>
          <p:cNvSpPr/>
          <p:nvPr/>
        </p:nvSpPr>
        <p:spPr>
          <a:xfrm>
            <a:off x="14969774" y="5694750"/>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461" name="Shape 1461"/>
          <p:cNvSpPr/>
          <p:nvPr/>
        </p:nvSpPr>
        <p:spPr>
          <a:xfrm>
            <a:off x="6656470" y="3568524"/>
            <a:ext cx="2464664"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Investigación</a:t>
            </a:r>
          </a:p>
        </p:txBody>
      </p:sp>
      <p:sp>
        <p:nvSpPr>
          <p:cNvPr id="1462" name="Shape 1462"/>
          <p:cNvSpPr/>
          <p:nvPr/>
        </p:nvSpPr>
        <p:spPr>
          <a:xfrm>
            <a:off x="4464113" y="4185713"/>
            <a:ext cx="465702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878787"/>
                </a:solidFill>
                <a:latin typeface="Raleway SemiBold"/>
                <a:ea typeface="Raleway SemiBold"/>
                <a:cs typeface="Raleway SemiBold"/>
                <a:sym typeface="Raleway SemiBold"/>
              </a:defRPr>
            </a:lvl1pPr>
          </a:lstStyle>
          <a:p>
            <a:pPr>
              <a:defRPr sz="3600">
                <a:solidFill>
                  <a:srgbClr val="0A0A0A"/>
                </a:solidFill>
              </a:defRPr>
            </a:pPr>
            <a:r>
              <a:rPr sz="2400">
                <a:solidFill>
                  <a:srgbClr val="878787"/>
                </a:solidFill>
              </a:rPr>
              <a:t>Descripción</a:t>
            </a:r>
          </a:p>
        </p:txBody>
      </p:sp>
      <p:sp>
        <p:nvSpPr>
          <p:cNvPr id="1463" name="Shape 1463"/>
          <p:cNvSpPr/>
          <p:nvPr/>
        </p:nvSpPr>
        <p:spPr>
          <a:xfrm>
            <a:off x="6025134" y="4184077"/>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467" name="Group 1467"/>
          <p:cNvGrpSpPr/>
          <p:nvPr/>
        </p:nvGrpSpPr>
        <p:grpSpPr>
          <a:xfrm>
            <a:off x="13885544" y="5174446"/>
            <a:ext cx="968949" cy="966841"/>
            <a:chOff x="0" y="0"/>
            <a:chExt cx="968948" cy="966839"/>
          </a:xfrm>
        </p:grpSpPr>
        <p:sp>
          <p:nvSpPr>
            <p:cNvPr id="1464" name="Shape 1464"/>
            <p:cNvSpPr/>
            <p:nvPr/>
          </p:nvSpPr>
          <p:spPr>
            <a:xfrm>
              <a:off x="0" y="126384"/>
              <a:ext cx="838351" cy="8404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59" y="6636"/>
                  </a:moveTo>
                  <a:cubicBezTo>
                    <a:pt x="18737" y="5855"/>
                    <a:pt x="18737" y="5855"/>
                    <a:pt x="18737" y="5855"/>
                  </a:cubicBezTo>
                  <a:cubicBezTo>
                    <a:pt x="17306" y="7157"/>
                    <a:pt x="17306" y="7157"/>
                    <a:pt x="17306" y="7157"/>
                  </a:cubicBezTo>
                  <a:cubicBezTo>
                    <a:pt x="17827" y="8328"/>
                    <a:pt x="18217" y="9499"/>
                    <a:pt x="18217" y="10800"/>
                  </a:cubicBezTo>
                  <a:cubicBezTo>
                    <a:pt x="18217" y="14834"/>
                    <a:pt x="14834" y="18217"/>
                    <a:pt x="10800" y="18217"/>
                  </a:cubicBezTo>
                  <a:cubicBezTo>
                    <a:pt x="6636" y="18217"/>
                    <a:pt x="3383" y="14834"/>
                    <a:pt x="3383" y="10800"/>
                  </a:cubicBezTo>
                  <a:cubicBezTo>
                    <a:pt x="3383" y="6636"/>
                    <a:pt x="6636" y="3383"/>
                    <a:pt x="10800" y="3383"/>
                  </a:cubicBezTo>
                  <a:cubicBezTo>
                    <a:pt x="12101" y="3383"/>
                    <a:pt x="13402" y="3773"/>
                    <a:pt x="14573" y="4424"/>
                  </a:cubicBezTo>
                  <a:cubicBezTo>
                    <a:pt x="15875" y="3123"/>
                    <a:pt x="15875" y="3123"/>
                    <a:pt x="15875" y="3123"/>
                  </a:cubicBezTo>
                  <a:cubicBezTo>
                    <a:pt x="15094" y="1171"/>
                    <a:pt x="15094" y="1171"/>
                    <a:pt x="15094" y="1171"/>
                  </a:cubicBezTo>
                  <a:cubicBezTo>
                    <a:pt x="14964" y="781"/>
                    <a:pt x="14964" y="781"/>
                    <a:pt x="14964" y="781"/>
                  </a:cubicBezTo>
                  <a:cubicBezTo>
                    <a:pt x="13663" y="260"/>
                    <a:pt x="12231" y="0"/>
                    <a:pt x="10800" y="0"/>
                  </a:cubicBezTo>
                  <a:cubicBezTo>
                    <a:pt x="4814" y="0"/>
                    <a:pt x="0" y="4814"/>
                    <a:pt x="0" y="10800"/>
                  </a:cubicBezTo>
                  <a:cubicBezTo>
                    <a:pt x="0" y="16786"/>
                    <a:pt x="4814" y="21600"/>
                    <a:pt x="10800" y="21600"/>
                  </a:cubicBezTo>
                  <a:cubicBezTo>
                    <a:pt x="16786" y="21600"/>
                    <a:pt x="21600" y="16786"/>
                    <a:pt x="21600" y="10800"/>
                  </a:cubicBezTo>
                  <a:cubicBezTo>
                    <a:pt x="21600" y="9369"/>
                    <a:pt x="21340" y="7937"/>
                    <a:pt x="20819" y="6766"/>
                  </a:cubicBezTo>
                  <a:lnTo>
                    <a:pt x="20559" y="6636"/>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465" name="Shape 1465"/>
            <p:cNvSpPr/>
            <p:nvPr/>
          </p:nvSpPr>
          <p:spPr>
            <a:xfrm>
              <a:off x="402734" y="0"/>
              <a:ext cx="566215" cy="570408"/>
            </a:xfrm>
            <a:custGeom>
              <a:avLst/>
              <a:gdLst/>
              <a:ahLst/>
              <a:cxnLst>
                <a:cxn ang="0">
                  <a:pos x="wd2" y="hd2"/>
                </a:cxn>
                <a:cxn ang="5400000">
                  <a:pos x="wd2" y="hd2"/>
                </a:cxn>
                <a:cxn ang="10800000">
                  <a:pos x="wd2" y="hd2"/>
                </a:cxn>
                <a:cxn ang="16200000">
                  <a:pos x="wd2" y="hd2"/>
                </a:cxn>
              </a:cxnLst>
              <a:rect l="0" t="0" r="r" b="b"/>
              <a:pathLst>
                <a:path w="21504" h="21504" fill="norm" stroke="1" extrusionOk="0">
                  <a:moveTo>
                    <a:pt x="18446" y="3058"/>
                  </a:moveTo>
                  <a:cubicBezTo>
                    <a:pt x="18063" y="2485"/>
                    <a:pt x="17299" y="2485"/>
                    <a:pt x="16725" y="3058"/>
                  </a:cubicBezTo>
                  <a:cubicBezTo>
                    <a:pt x="15961" y="3823"/>
                    <a:pt x="15961" y="3823"/>
                    <a:pt x="15961" y="3823"/>
                  </a:cubicBezTo>
                  <a:cubicBezTo>
                    <a:pt x="14240" y="0"/>
                    <a:pt x="14240" y="0"/>
                    <a:pt x="14240" y="0"/>
                  </a:cubicBezTo>
                  <a:cubicBezTo>
                    <a:pt x="8506" y="5926"/>
                    <a:pt x="8506" y="5926"/>
                    <a:pt x="8506" y="5926"/>
                  </a:cubicBezTo>
                  <a:cubicBezTo>
                    <a:pt x="10035" y="9749"/>
                    <a:pt x="10035" y="9749"/>
                    <a:pt x="10035" y="9749"/>
                  </a:cubicBezTo>
                  <a:cubicBezTo>
                    <a:pt x="286" y="19497"/>
                    <a:pt x="286" y="19497"/>
                    <a:pt x="286" y="19497"/>
                  </a:cubicBezTo>
                  <a:cubicBezTo>
                    <a:pt x="-96" y="19880"/>
                    <a:pt x="-96" y="20644"/>
                    <a:pt x="286" y="21218"/>
                  </a:cubicBezTo>
                  <a:cubicBezTo>
                    <a:pt x="860" y="21600"/>
                    <a:pt x="1624" y="21600"/>
                    <a:pt x="2007" y="21218"/>
                  </a:cubicBezTo>
                  <a:cubicBezTo>
                    <a:pt x="11946" y="11469"/>
                    <a:pt x="11946" y="11469"/>
                    <a:pt x="11946" y="11469"/>
                  </a:cubicBezTo>
                  <a:cubicBezTo>
                    <a:pt x="15578" y="12998"/>
                    <a:pt x="15578" y="12998"/>
                    <a:pt x="15578" y="12998"/>
                  </a:cubicBezTo>
                  <a:cubicBezTo>
                    <a:pt x="21504" y="7264"/>
                    <a:pt x="21504" y="7264"/>
                    <a:pt x="21504" y="7264"/>
                  </a:cubicBezTo>
                  <a:cubicBezTo>
                    <a:pt x="17681" y="5543"/>
                    <a:pt x="17681" y="5543"/>
                    <a:pt x="17681" y="5543"/>
                  </a:cubicBezTo>
                  <a:cubicBezTo>
                    <a:pt x="18446" y="4779"/>
                    <a:pt x="18446" y="4779"/>
                    <a:pt x="18446" y="4779"/>
                  </a:cubicBezTo>
                  <a:cubicBezTo>
                    <a:pt x="19019" y="4205"/>
                    <a:pt x="19019" y="3441"/>
                    <a:pt x="18446" y="305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466" name="Shape 1466"/>
            <p:cNvSpPr/>
            <p:nvPr/>
          </p:nvSpPr>
          <p:spPr>
            <a:xfrm>
              <a:off x="212747" y="339130"/>
              <a:ext cx="412858" cy="414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88" y="13171"/>
                  </a:moveTo>
                  <a:cubicBezTo>
                    <a:pt x="12907" y="14751"/>
                    <a:pt x="10273" y="14751"/>
                    <a:pt x="8693" y="13171"/>
                  </a:cubicBezTo>
                  <a:cubicBezTo>
                    <a:pt x="7112" y="11590"/>
                    <a:pt x="7112" y="8956"/>
                    <a:pt x="8693" y="7376"/>
                  </a:cubicBezTo>
                  <a:cubicBezTo>
                    <a:pt x="15278" y="1054"/>
                    <a:pt x="15278" y="1054"/>
                    <a:pt x="15278" y="1054"/>
                  </a:cubicBezTo>
                  <a:cubicBezTo>
                    <a:pt x="13961" y="263"/>
                    <a:pt x="12380" y="0"/>
                    <a:pt x="10800" y="0"/>
                  </a:cubicBezTo>
                  <a:cubicBezTo>
                    <a:pt x="4741" y="0"/>
                    <a:pt x="0" y="4741"/>
                    <a:pt x="0" y="10800"/>
                  </a:cubicBezTo>
                  <a:cubicBezTo>
                    <a:pt x="0" y="16595"/>
                    <a:pt x="4741" y="21600"/>
                    <a:pt x="10800" y="21600"/>
                  </a:cubicBezTo>
                  <a:cubicBezTo>
                    <a:pt x="16595" y="21600"/>
                    <a:pt x="21600" y="16595"/>
                    <a:pt x="21600" y="10800"/>
                  </a:cubicBezTo>
                  <a:cubicBezTo>
                    <a:pt x="21600" y="9220"/>
                    <a:pt x="21337" y="7902"/>
                    <a:pt x="20810" y="6849"/>
                  </a:cubicBezTo>
                  <a:lnTo>
                    <a:pt x="14488" y="131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468" name="Shape 1468"/>
          <p:cNvSpPr/>
          <p:nvPr/>
        </p:nvSpPr>
        <p:spPr>
          <a:xfrm>
            <a:off x="14994714" y="8508378"/>
            <a:ext cx="168874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Analítica</a:t>
            </a:r>
          </a:p>
        </p:txBody>
      </p:sp>
      <p:sp>
        <p:nvSpPr>
          <p:cNvPr id="1469" name="Shape 1469"/>
          <p:cNvSpPr/>
          <p:nvPr/>
        </p:nvSpPr>
        <p:spPr>
          <a:xfrm>
            <a:off x="14994714" y="9125567"/>
            <a:ext cx="465702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Raleway SemiBold"/>
                <a:ea typeface="Raleway SemiBold"/>
                <a:cs typeface="Raleway SemiBold"/>
                <a:sym typeface="Raleway SemiBold"/>
              </a:defRPr>
            </a:lvl1pPr>
          </a:lstStyle>
          <a:p>
            <a:pPr>
              <a:defRPr sz="3600">
                <a:solidFill>
                  <a:srgbClr val="0A0A0A"/>
                </a:solidFill>
              </a:defRPr>
            </a:pPr>
            <a:r>
              <a:rPr sz="2400">
                <a:solidFill>
                  <a:srgbClr val="878787"/>
                </a:solidFill>
              </a:rPr>
              <a:t>Descripción</a:t>
            </a:r>
          </a:p>
        </p:txBody>
      </p:sp>
      <p:sp>
        <p:nvSpPr>
          <p:cNvPr id="1470" name="Shape 1470"/>
          <p:cNvSpPr/>
          <p:nvPr/>
        </p:nvSpPr>
        <p:spPr>
          <a:xfrm>
            <a:off x="14994714" y="9123932"/>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471" name="Shape 1471"/>
          <p:cNvSpPr/>
          <p:nvPr/>
        </p:nvSpPr>
        <p:spPr>
          <a:xfrm>
            <a:off x="7222633" y="6997706"/>
            <a:ext cx="1923441"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Estrategia</a:t>
            </a:r>
          </a:p>
        </p:txBody>
      </p:sp>
      <p:sp>
        <p:nvSpPr>
          <p:cNvPr id="1472" name="Shape 1472"/>
          <p:cNvSpPr/>
          <p:nvPr/>
        </p:nvSpPr>
        <p:spPr>
          <a:xfrm>
            <a:off x="4489053" y="7614895"/>
            <a:ext cx="465702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878787"/>
                </a:solidFill>
                <a:latin typeface="Raleway SemiBold"/>
                <a:ea typeface="Raleway SemiBold"/>
                <a:cs typeface="Raleway SemiBold"/>
                <a:sym typeface="Raleway SemiBold"/>
              </a:defRPr>
            </a:lvl1pPr>
          </a:lstStyle>
          <a:p>
            <a:pPr>
              <a:defRPr sz="3600">
                <a:solidFill>
                  <a:srgbClr val="0A0A0A"/>
                </a:solidFill>
              </a:defRPr>
            </a:pPr>
            <a:r>
              <a:rPr sz="2400">
                <a:solidFill>
                  <a:srgbClr val="878787"/>
                </a:solidFill>
              </a:rPr>
              <a:t>Descripción</a:t>
            </a:r>
          </a:p>
        </p:txBody>
      </p:sp>
      <p:sp>
        <p:nvSpPr>
          <p:cNvPr id="1473" name="Shape 1473"/>
          <p:cNvSpPr/>
          <p:nvPr/>
        </p:nvSpPr>
        <p:spPr>
          <a:xfrm>
            <a:off x="6050074" y="7613260"/>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1476" name="Group 1476"/>
          <p:cNvGrpSpPr/>
          <p:nvPr/>
        </p:nvGrpSpPr>
        <p:grpSpPr>
          <a:xfrm>
            <a:off x="9402772" y="10368153"/>
            <a:ext cx="897913" cy="1005995"/>
            <a:chOff x="0" y="0"/>
            <a:chExt cx="897911" cy="1005994"/>
          </a:xfrm>
        </p:grpSpPr>
        <p:sp>
          <p:nvSpPr>
            <p:cNvPr id="1474" name="Shape 1474"/>
            <p:cNvSpPr/>
            <p:nvPr/>
          </p:nvSpPr>
          <p:spPr>
            <a:xfrm>
              <a:off x="0" y="205978"/>
              <a:ext cx="897912" cy="800017"/>
            </a:xfrm>
            <a:custGeom>
              <a:avLst/>
              <a:gdLst/>
              <a:ahLst/>
              <a:cxnLst>
                <a:cxn ang="0">
                  <a:pos x="wd2" y="hd2"/>
                </a:cxn>
                <a:cxn ang="5400000">
                  <a:pos x="wd2" y="hd2"/>
                </a:cxn>
                <a:cxn ang="10800000">
                  <a:pos x="wd2" y="hd2"/>
                </a:cxn>
                <a:cxn ang="16200000">
                  <a:pos x="wd2" y="hd2"/>
                </a:cxn>
              </a:cxnLst>
              <a:rect l="0" t="0" r="r" b="b"/>
              <a:pathLst>
                <a:path w="21600" h="21427" fill="norm" stroke="1" extrusionOk="0">
                  <a:moveTo>
                    <a:pt x="20453" y="9510"/>
                  </a:moveTo>
                  <a:cubicBezTo>
                    <a:pt x="20453" y="9510"/>
                    <a:pt x="20358" y="9510"/>
                    <a:pt x="20262" y="9510"/>
                  </a:cubicBezTo>
                  <a:cubicBezTo>
                    <a:pt x="20166" y="8765"/>
                    <a:pt x="19975" y="8020"/>
                    <a:pt x="19593" y="7382"/>
                  </a:cubicBezTo>
                  <a:cubicBezTo>
                    <a:pt x="18446" y="8446"/>
                    <a:pt x="16917" y="9084"/>
                    <a:pt x="15196" y="9084"/>
                  </a:cubicBezTo>
                  <a:cubicBezTo>
                    <a:pt x="11660" y="9084"/>
                    <a:pt x="8697" y="6105"/>
                    <a:pt x="8315" y="2381"/>
                  </a:cubicBezTo>
                  <a:cubicBezTo>
                    <a:pt x="4970" y="146"/>
                    <a:pt x="4970" y="146"/>
                    <a:pt x="4970" y="146"/>
                  </a:cubicBezTo>
                  <a:cubicBezTo>
                    <a:pt x="4492" y="-173"/>
                    <a:pt x="4110" y="40"/>
                    <a:pt x="4110" y="678"/>
                  </a:cubicBezTo>
                  <a:cubicBezTo>
                    <a:pt x="4014" y="4934"/>
                    <a:pt x="4014" y="4934"/>
                    <a:pt x="4014" y="4934"/>
                  </a:cubicBezTo>
                  <a:cubicBezTo>
                    <a:pt x="3058" y="5998"/>
                    <a:pt x="2389" y="7169"/>
                    <a:pt x="2007" y="8552"/>
                  </a:cubicBezTo>
                  <a:cubicBezTo>
                    <a:pt x="1147" y="8552"/>
                    <a:pt x="1147" y="8552"/>
                    <a:pt x="1147" y="8552"/>
                  </a:cubicBezTo>
                  <a:cubicBezTo>
                    <a:pt x="478" y="8552"/>
                    <a:pt x="0" y="9084"/>
                    <a:pt x="0" y="9723"/>
                  </a:cubicBezTo>
                  <a:cubicBezTo>
                    <a:pt x="0" y="11957"/>
                    <a:pt x="0" y="11957"/>
                    <a:pt x="0" y="11957"/>
                  </a:cubicBezTo>
                  <a:cubicBezTo>
                    <a:pt x="0" y="12595"/>
                    <a:pt x="478" y="13127"/>
                    <a:pt x="1147" y="13127"/>
                  </a:cubicBezTo>
                  <a:cubicBezTo>
                    <a:pt x="2007" y="13127"/>
                    <a:pt x="2007" y="13127"/>
                    <a:pt x="2007" y="13127"/>
                  </a:cubicBezTo>
                  <a:cubicBezTo>
                    <a:pt x="2676" y="15468"/>
                    <a:pt x="4301" y="17384"/>
                    <a:pt x="6404" y="18554"/>
                  </a:cubicBezTo>
                  <a:cubicBezTo>
                    <a:pt x="6404" y="18660"/>
                    <a:pt x="6404" y="18660"/>
                    <a:pt x="6404" y="18767"/>
                  </a:cubicBezTo>
                  <a:cubicBezTo>
                    <a:pt x="6404" y="20257"/>
                    <a:pt x="6404" y="20257"/>
                    <a:pt x="6404" y="20257"/>
                  </a:cubicBezTo>
                  <a:cubicBezTo>
                    <a:pt x="6404" y="20895"/>
                    <a:pt x="6881" y="21427"/>
                    <a:pt x="7455" y="21427"/>
                  </a:cubicBezTo>
                  <a:cubicBezTo>
                    <a:pt x="8697" y="21427"/>
                    <a:pt x="8697" y="21427"/>
                    <a:pt x="8697" y="21427"/>
                  </a:cubicBezTo>
                  <a:cubicBezTo>
                    <a:pt x="9271" y="21427"/>
                    <a:pt x="9749" y="20895"/>
                    <a:pt x="9749" y="20257"/>
                  </a:cubicBezTo>
                  <a:cubicBezTo>
                    <a:pt x="9749" y="19618"/>
                    <a:pt x="9749" y="19618"/>
                    <a:pt x="9749" y="19618"/>
                  </a:cubicBezTo>
                  <a:cubicBezTo>
                    <a:pt x="10131" y="19618"/>
                    <a:pt x="10609" y="19725"/>
                    <a:pt x="10991" y="19725"/>
                  </a:cubicBezTo>
                  <a:cubicBezTo>
                    <a:pt x="11373" y="19725"/>
                    <a:pt x="11756" y="19618"/>
                    <a:pt x="12138" y="19618"/>
                  </a:cubicBezTo>
                  <a:cubicBezTo>
                    <a:pt x="12138" y="20257"/>
                    <a:pt x="12138" y="20257"/>
                    <a:pt x="12138" y="20257"/>
                  </a:cubicBezTo>
                  <a:cubicBezTo>
                    <a:pt x="12138" y="20895"/>
                    <a:pt x="12616" y="21427"/>
                    <a:pt x="13189" y="21427"/>
                  </a:cubicBezTo>
                  <a:cubicBezTo>
                    <a:pt x="14432" y="21427"/>
                    <a:pt x="14432" y="21427"/>
                    <a:pt x="14432" y="21427"/>
                  </a:cubicBezTo>
                  <a:cubicBezTo>
                    <a:pt x="15005" y="21427"/>
                    <a:pt x="15483" y="20895"/>
                    <a:pt x="15483" y="20257"/>
                  </a:cubicBezTo>
                  <a:cubicBezTo>
                    <a:pt x="15483" y="18767"/>
                    <a:pt x="15483" y="18767"/>
                    <a:pt x="15483" y="18767"/>
                  </a:cubicBezTo>
                  <a:cubicBezTo>
                    <a:pt x="15483" y="18767"/>
                    <a:pt x="15483" y="18660"/>
                    <a:pt x="15483" y="18660"/>
                  </a:cubicBezTo>
                  <a:cubicBezTo>
                    <a:pt x="17968" y="17277"/>
                    <a:pt x="19880" y="14936"/>
                    <a:pt x="20262" y="12063"/>
                  </a:cubicBezTo>
                  <a:cubicBezTo>
                    <a:pt x="20358" y="12063"/>
                    <a:pt x="20453" y="12063"/>
                    <a:pt x="20453" y="12063"/>
                  </a:cubicBezTo>
                  <a:cubicBezTo>
                    <a:pt x="21122" y="12063"/>
                    <a:pt x="21600" y="11531"/>
                    <a:pt x="21600" y="10787"/>
                  </a:cubicBezTo>
                  <a:cubicBezTo>
                    <a:pt x="21600" y="10148"/>
                    <a:pt x="21122" y="9510"/>
                    <a:pt x="20453" y="9510"/>
                  </a:cubicBezTo>
                  <a:close/>
                  <a:moveTo>
                    <a:pt x="5065" y="8978"/>
                  </a:moveTo>
                  <a:cubicBezTo>
                    <a:pt x="4396" y="8978"/>
                    <a:pt x="4014" y="8446"/>
                    <a:pt x="4014" y="7807"/>
                  </a:cubicBezTo>
                  <a:cubicBezTo>
                    <a:pt x="4014" y="7169"/>
                    <a:pt x="4396" y="6637"/>
                    <a:pt x="5065" y="6637"/>
                  </a:cubicBezTo>
                  <a:cubicBezTo>
                    <a:pt x="5639" y="6637"/>
                    <a:pt x="6117" y="7169"/>
                    <a:pt x="6117" y="7807"/>
                  </a:cubicBezTo>
                  <a:cubicBezTo>
                    <a:pt x="6117" y="8446"/>
                    <a:pt x="5639" y="8978"/>
                    <a:pt x="5065" y="897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475" name="Shape 1475"/>
            <p:cNvSpPr/>
            <p:nvPr/>
          </p:nvSpPr>
          <p:spPr>
            <a:xfrm>
              <a:off x="374130" y="0"/>
              <a:ext cx="517132" cy="517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782" y="21600"/>
                    <a:pt x="21600" y="16782"/>
                    <a:pt x="21600" y="10800"/>
                  </a:cubicBezTo>
                  <a:cubicBezTo>
                    <a:pt x="21600" y="4818"/>
                    <a:pt x="16782" y="0"/>
                    <a:pt x="10800" y="0"/>
                  </a:cubicBezTo>
                  <a:cubicBezTo>
                    <a:pt x="4818" y="0"/>
                    <a:pt x="0" y="4818"/>
                    <a:pt x="0" y="10800"/>
                  </a:cubicBezTo>
                  <a:cubicBezTo>
                    <a:pt x="0" y="16782"/>
                    <a:pt x="4818" y="21600"/>
                    <a:pt x="10800" y="21600"/>
                  </a:cubicBezTo>
                  <a:close/>
                  <a:moveTo>
                    <a:pt x="10135" y="11298"/>
                  </a:moveTo>
                  <a:cubicBezTo>
                    <a:pt x="8474" y="10634"/>
                    <a:pt x="7311" y="9969"/>
                    <a:pt x="7311" y="8308"/>
                  </a:cubicBezTo>
                  <a:cubicBezTo>
                    <a:pt x="7311" y="6978"/>
                    <a:pt x="8308" y="5815"/>
                    <a:pt x="9969" y="5483"/>
                  </a:cubicBezTo>
                  <a:cubicBezTo>
                    <a:pt x="9969" y="3988"/>
                    <a:pt x="9969" y="3988"/>
                    <a:pt x="9969" y="3988"/>
                  </a:cubicBezTo>
                  <a:cubicBezTo>
                    <a:pt x="11631" y="3988"/>
                    <a:pt x="11631" y="3988"/>
                    <a:pt x="11631" y="3988"/>
                  </a:cubicBezTo>
                  <a:cubicBezTo>
                    <a:pt x="11631" y="5483"/>
                    <a:pt x="11631" y="5483"/>
                    <a:pt x="11631" y="5483"/>
                  </a:cubicBezTo>
                  <a:cubicBezTo>
                    <a:pt x="12628" y="5483"/>
                    <a:pt x="13292" y="5649"/>
                    <a:pt x="13957" y="5982"/>
                  </a:cubicBezTo>
                  <a:cubicBezTo>
                    <a:pt x="13458" y="7809"/>
                    <a:pt x="13458" y="7809"/>
                    <a:pt x="13458" y="7809"/>
                  </a:cubicBezTo>
                  <a:cubicBezTo>
                    <a:pt x="12960" y="7477"/>
                    <a:pt x="12295" y="7145"/>
                    <a:pt x="11132" y="7145"/>
                  </a:cubicBezTo>
                  <a:cubicBezTo>
                    <a:pt x="10135" y="7145"/>
                    <a:pt x="9803" y="7643"/>
                    <a:pt x="9803" y="8142"/>
                  </a:cubicBezTo>
                  <a:cubicBezTo>
                    <a:pt x="9803" y="8640"/>
                    <a:pt x="10302" y="8972"/>
                    <a:pt x="11631" y="9471"/>
                  </a:cubicBezTo>
                  <a:cubicBezTo>
                    <a:pt x="13625" y="10135"/>
                    <a:pt x="14289" y="10966"/>
                    <a:pt x="14289" y="12462"/>
                  </a:cubicBezTo>
                  <a:cubicBezTo>
                    <a:pt x="14289" y="13791"/>
                    <a:pt x="13292" y="15120"/>
                    <a:pt x="11465" y="15286"/>
                  </a:cubicBezTo>
                  <a:cubicBezTo>
                    <a:pt x="11465" y="16948"/>
                    <a:pt x="11465" y="16948"/>
                    <a:pt x="11465" y="16948"/>
                  </a:cubicBezTo>
                  <a:cubicBezTo>
                    <a:pt x="9969" y="16948"/>
                    <a:pt x="9969" y="16948"/>
                    <a:pt x="9969" y="16948"/>
                  </a:cubicBezTo>
                  <a:cubicBezTo>
                    <a:pt x="9969" y="15452"/>
                    <a:pt x="9969" y="15452"/>
                    <a:pt x="9969" y="15452"/>
                  </a:cubicBezTo>
                  <a:cubicBezTo>
                    <a:pt x="8972" y="15452"/>
                    <a:pt x="7809" y="15120"/>
                    <a:pt x="7311" y="14788"/>
                  </a:cubicBezTo>
                  <a:cubicBezTo>
                    <a:pt x="7809" y="12960"/>
                    <a:pt x="7809" y="12960"/>
                    <a:pt x="7809" y="12960"/>
                  </a:cubicBezTo>
                  <a:cubicBezTo>
                    <a:pt x="8474" y="13292"/>
                    <a:pt x="9305" y="13625"/>
                    <a:pt x="10302" y="13625"/>
                  </a:cubicBezTo>
                  <a:cubicBezTo>
                    <a:pt x="11298" y="13625"/>
                    <a:pt x="11963" y="13292"/>
                    <a:pt x="11963" y="12628"/>
                  </a:cubicBezTo>
                  <a:cubicBezTo>
                    <a:pt x="11963" y="11963"/>
                    <a:pt x="11465" y="11631"/>
                    <a:pt x="10135" y="1129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477" name="Shape 1477"/>
          <p:cNvSpPr/>
          <p:nvPr/>
        </p:nvSpPr>
        <p:spPr>
          <a:xfrm>
            <a:off x="9336227" y="7135525"/>
            <a:ext cx="451806" cy="844423"/>
          </a:xfrm>
          <a:custGeom>
            <a:avLst/>
            <a:gdLst/>
            <a:ahLst/>
            <a:cxnLst>
              <a:cxn ang="0">
                <a:pos x="wd2" y="hd2"/>
              </a:cxn>
              <a:cxn ang="5400000">
                <a:pos x="wd2" y="hd2"/>
              </a:cxn>
              <a:cxn ang="10800000">
                <a:pos x="wd2" y="hd2"/>
              </a:cxn>
              <a:cxn ang="16200000">
                <a:pos x="wd2" y="hd2"/>
              </a:cxn>
            </a:cxnLst>
            <a:rect l="0" t="0" r="r" b="b"/>
            <a:pathLst>
              <a:path w="21501" h="21600" fill="norm" stroke="1" extrusionOk="0">
                <a:moveTo>
                  <a:pt x="20765" y="20429"/>
                </a:moveTo>
                <a:cubicBezTo>
                  <a:pt x="21010" y="20429"/>
                  <a:pt x="21256" y="20429"/>
                  <a:pt x="21256" y="20299"/>
                </a:cubicBezTo>
                <a:cubicBezTo>
                  <a:pt x="21501" y="20299"/>
                  <a:pt x="21501" y="20169"/>
                  <a:pt x="21501" y="20039"/>
                </a:cubicBezTo>
                <a:cubicBezTo>
                  <a:pt x="21501" y="19388"/>
                  <a:pt x="21501" y="19388"/>
                  <a:pt x="21501" y="19388"/>
                </a:cubicBezTo>
                <a:cubicBezTo>
                  <a:pt x="20028" y="19388"/>
                  <a:pt x="18556" y="18607"/>
                  <a:pt x="18556" y="17827"/>
                </a:cubicBezTo>
                <a:cubicBezTo>
                  <a:pt x="18801" y="17827"/>
                  <a:pt x="18801" y="17827"/>
                  <a:pt x="18801" y="17827"/>
                </a:cubicBezTo>
                <a:cubicBezTo>
                  <a:pt x="19046" y="17827"/>
                  <a:pt x="19046" y="17827"/>
                  <a:pt x="19046" y="17696"/>
                </a:cubicBezTo>
                <a:cubicBezTo>
                  <a:pt x="19292" y="17696"/>
                  <a:pt x="19292" y="17566"/>
                  <a:pt x="19292" y="17566"/>
                </a:cubicBezTo>
                <a:cubicBezTo>
                  <a:pt x="19292" y="17436"/>
                  <a:pt x="19292" y="17436"/>
                  <a:pt x="19046" y="17306"/>
                </a:cubicBezTo>
                <a:cubicBezTo>
                  <a:pt x="19046" y="17306"/>
                  <a:pt x="19046" y="17306"/>
                  <a:pt x="18801" y="17306"/>
                </a:cubicBezTo>
                <a:cubicBezTo>
                  <a:pt x="18065" y="17306"/>
                  <a:pt x="18065" y="17306"/>
                  <a:pt x="18065" y="17306"/>
                </a:cubicBezTo>
                <a:cubicBezTo>
                  <a:pt x="20519" y="16655"/>
                  <a:pt x="21256" y="15354"/>
                  <a:pt x="21256" y="15354"/>
                </a:cubicBezTo>
                <a:cubicBezTo>
                  <a:pt x="21256" y="15354"/>
                  <a:pt x="21256" y="15354"/>
                  <a:pt x="21256" y="15354"/>
                </a:cubicBezTo>
                <a:cubicBezTo>
                  <a:pt x="21256" y="15354"/>
                  <a:pt x="21256" y="15354"/>
                  <a:pt x="21256" y="15354"/>
                </a:cubicBezTo>
                <a:cubicBezTo>
                  <a:pt x="21256" y="15354"/>
                  <a:pt x="21256" y="15354"/>
                  <a:pt x="21256" y="15354"/>
                </a:cubicBezTo>
                <a:cubicBezTo>
                  <a:pt x="19292" y="14704"/>
                  <a:pt x="19292" y="14704"/>
                  <a:pt x="19292" y="14704"/>
                </a:cubicBezTo>
                <a:cubicBezTo>
                  <a:pt x="15856" y="13533"/>
                  <a:pt x="9228" y="10670"/>
                  <a:pt x="8492" y="6896"/>
                </a:cubicBezTo>
                <a:cubicBezTo>
                  <a:pt x="9474" y="7157"/>
                  <a:pt x="11928" y="7287"/>
                  <a:pt x="13401" y="6896"/>
                </a:cubicBezTo>
                <a:cubicBezTo>
                  <a:pt x="13646" y="7027"/>
                  <a:pt x="14383" y="7417"/>
                  <a:pt x="14137" y="8067"/>
                </a:cubicBezTo>
                <a:cubicBezTo>
                  <a:pt x="15856" y="8588"/>
                  <a:pt x="18556" y="8328"/>
                  <a:pt x="18556" y="8328"/>
                </a:cubicBezTo>
                <a:cubicBezTo>
                  <a:pt x="20028" y="6766"/>
                  <a:pt x="20028" y="6766"/>
                  <a:pt x="20028" y="6766"/>
                </a:cubicBezTo>
                <a:cubicBezTo>
                  <a:pt x="20028" y="6636"/>
                  <a:pt x="20028" y="6506"/>
                  <a:pt x="20028" y="6506"/>
                </a:cubicBezTo>
                <a:cubicBezTo>
                  <a:pt x="20028" y="6376"/>
                  <a:pt x="19783" y="6376"/>
                  <a:pt x="19783" y="6246"/>
                </a:cubicBezTo>
                <a:cubicBezTo>
                  <a:pt x="19292" y="6116"/>
                  <a:pt x="19292" y="6116"/>
                  <a:pt x="19292" y="6116"/>
                </a:cubicBezTo>
                <a:cubicBezTo>
                  <a:pt x="15856" y="3773"/>
                  <a:pt x="15856" y="3773"/>
                  <a:pt x="15856" y="3773"/>
                </a:cubicBezTo>
                <a:cubicBezTo>
                  <a:pt x="15610" y="3513"/>
                  <a:pt x="15610" y="3513"/>
                  <a:pt x="15610" y="3513"/>
                </a:cubicBezTo>
                <a:cubicBezTo>
                  <a:pt x="15610" y="3383"/>
                  <a:pt x="15610" y="3383"/>
                  <a:pt x="15610" y="3383"/>
                </a:cubicBezTo>
                <a:cubicBezTo>
                  <a:pt x="15365" y="3253"/>
                  <a:pt x="15365" y="3253"/>
                  <a:pt x="15365" y="3123"/>
                </a:cubicBezTo>
                <a:cubicBezTo>
                  <a:pt x="13156" y="2082"/>
                  <a:pt x="13156" y="2082"/>
                  <a:pt x="13156" y="2082"/>
                </a:cubicBezTo>
                <a:cubicBezTo>
                  <a:pt x="15856" y="1041"/>
                  <a:pt x="15856" y="1041"/>
                  <a:pt x="15856" y="1041"/>
                </a:cubicBezTo>
                <a:cubicBezTo>
                  <a:pt x="7265" y="0"/>
                  <a:pt x="7265" y="0"/>
                  <a:pt x="7265" y="0"/>
                </a:cubicBezTo>
                <a:cubicBezTo>
                  <a:pt x="4074" y="1692"/>
                  <a:pt x="4074" y="1692"/>
                  <a:pt x="4074" y="1692"/>
                </a:cubicBezTo>
                <a:cubicBezTo>
                  <a:pt x="2601" y="2472"/>
                  <a:pt x="1374" y="3383"/>
                  <a:pt x="637" y="4424"/>
                </a:cubicBezTo>
                <a:cubicBezTo>
                  <a:pt x="-99" y="5595"/>
                  <a:pt x="-99" y="6636"/>
                  <a:pt x="146" y="7677"/>
                </a:cubicBezTo>
                <a:cubicBezTo>
                  <a:pt x="1865" y="16005"/>
                  <a:pt x="1865" y="16005"/>
                  <a:pt x="1865" y="16005"/>
                </a:cubicBezTo>
                <a:cubicBezTo>
                  <a:pt x="4074" y="17306"/>
                  <a:pt x="4074" y="17306"/>
                  <a:pt x="4074" y="17306"/>
                </a:cubicBezTo>
                <a:cubicBezTo>
                  <a:pt x="3092" y="17306"/>
                  <a:pt x="3092" y="17306"/>
                  <a:pt x="3092" y="17306"/>
                </a:cubicBezTo>
                <a:cubicBezTo>
                  <a:pt x="3092" y="17306"/>
                  <a:pt x="2846" y="17306"/>
                  <a:pt x="2846" y="17306"/>
                </a:cubicBezTo>
                <a:cubicBezTo>
                  <a:pt x="2601" y="17436"/>
                  <a:pt x="2601" y="17436"/>
                  <a:pt x="2601" y="17566"/>
                </a:cubicBezTo>
                <a:cubicBezTo>
                  <a:pt x="2601" y="17566"/>
                  <a:pt x="2601" y="17696"/>
                  <a:pt x="2846" y="17696"/>
                </a:cubicBezTo>
                <a:cubicBezTo>
                  <a:pt x="2846" y="17827"/>
                  <a:pt x="3092" y="17827"/>
                  <a:pt x="3092" y="17827"/>
                </a:cubicBezTo>
                <a:cubicBezTo>
                  <a:pt x="3337" y="17827"/>
                  <a:pt x="3337" y="17827"/>
                  <a:pt x="3337" y="17827"/>
                </a:cubicBezTo>
                <a:cubicBezTo>
                  <a:pt x="3337" y="18607"/>
                  <a:pt x="2110" y="19388"/>
                  <a:pt x="392" y="19388"/>
                </a:cubicBezTo>
                <a:cubicBezTo>
                  <a:pt x="392" y="20039"/>
                  <a:pt x="392" y="20039"/>
                  <a:pt x="392" y="20039"/>
                </a:cubicBezTo>
                <a:cubicBezTo>
                  <a:pt x="392" y="20169"/>
                  <a:pt x="392" y="20299"/>
                  <a:pt x="637" y="20299"/>
                </a:cubicBezTo>
                <a:cubicBezTo>
                  <a:pt x="637" y="20429"/>
                  <a:pt x="883" y="20429"/>
                  <a:pt x="1128" y="20429"/>
                </a:cubicBezTo>
                <a:cubicBezTo>
                  <a:pt x="1128" y="20429"/>
                  <a:pt x="1128" y="20429"/>
                  <a:pt x="1128" y="20429"/>
                </a:cubicBezTo>
                <a:cubicBezTo>
                  <a:pt x="1128" y="20819"/>
                  <a:pt x="1128" y="20819"/>
                  <a:pt x="1128" y="20819"/>
                </a:cubicBezTo>
                <a:cubicBezTo>
                  <a:pt x="1128" y="20819"/>
                  <a:pt x="1128" y="20819"/>
                  <a:pt x="1128" y="20819"/>
                </a:cubicBezTo>
                <a:cubicBezTo>
                  <a:pt x="883" y="20819"/>
                  <a:pt x="637" y="20819"/>
                  <a:pt x="637" y="20819"/>
                </a:cubicBezTo>
                <a:cubicBezTo>
                  <a:pt x="392" y="20949"/>
                  <a:pt x="392" y="21080"/>
                  <a:pt x="392" y="21210"/>
                </a:cubicBezTo>
                <a:cubicBezTo>
                  <a:pt x="392" y="21210"/>
                  <a:pt x="392" y="21210"/>
                  <a:pt x="392" y="21210"/>
                </a:cubicBezTo>
                <a:cubicBezTo>
                  <a:pt x="392" y="21340"/>
                  <a:pt x="392" y="21470"/>
                  <a:pt x="637" y="21470"/>
                </a:cubicBezTo>
                <a:cubicBezTo>
                  <a:pt x="637" y="21600"/>
                  <a:pt x="883" y="21600"/>
                  <a:pt x="1128" y="21600"/>
                </a:cubicBezTo>
                <a:cubicBezTo>
                  <a:pt x="20765" y="21600"/>
                  <a:pt x="20765" y="21600"/>
                  <a:pt x="20765" y="21600"/>
                </a:cubicBezTo>
                <a:cubicBezTo>
                  <a:pt x="21010" y="21600"/>
                  <a:pt x="21256" y="21600"/>
                  <a:pt x="21256" y="21470"/>
                </a:cubicBezTo>
                <a:cubicBezTo>
                  <a:pt x="21501" y="21470"/>
                  <a:pt x="21501" y="21340"/>
                  <a:pt x="21501" y="21210"/>
                </a:cubicBezTo>
                <a:cubicBezTo>
                  <a:pt x="21501" y="21210"/>
                  <a:pt x="21501" y="21210"/>
                  <a:pt x="21501" y="21210"/>
                </a:cubicBezTo>
                <a:cubicBezTo>
                  <a:pt x="21501" y="21080"/>
                  <a:pt x="21501" y="20949"/>
                  <a:pt x="21256" y="20819"/>
                </a:cubicBezTo>
                <a:cubicBezTo>
                  <a:pt x="21256" y="20819"/>
                  <a:pt x="21010" y="20819"/>
                  <a:pt x="20765" y="20819"/>
                </a:cubicBezTo>
                <a:cubicBezTo>
                  <a:pt x="20765" y="20819"/>
                  <a:pt x="20765" y="20819"/>
                  <a:pt x="20765" y="20819"/>
                </a:cubicBezTo>
                <a:cubicBezTo>
                  <a:pt x="20765" y="20429"/>
                  <a:pt x="20765" y="20429"/>
                  <a:pt x="20765" y="20429"/>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78" name="Shape 1478"/>
          <p:cNvSpPr/>
          <p:nvPr/>
        </p:nvSpPr>
        <p:spPr>
          <a:xfrm>
            <a:off x="7591929" y="10409414"/>
            <a:ext cx="164785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Ingresos</a:t>
            </a:r>
          </a:p>
        </p:txBody>
      </p:sp>
      <p:sp>
        <p:nvSpPr>
          <p:cNvPr id="1479" name="Shape 1479"/>
          <p:cNvSpPr/>
          <p:nvPr/>
        </p:nvSpPr>
        <p:spPr>
          <a:xfrm>
            <a:off x="4582759" y="11026603"/>
            <a:ext cx="465702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878787"/>
                </a:solidFill>
                <a:latin typeface="Raleway SemiBold"/>
                <a:ea typeface="Raleway SemiBold"/>
                <a:cs typeface="Raleway SemiBold"/>
                <a:sym typeface="Raleway SemiBold"/>
              </a:defRPr>
            </a:lvl1pPr>
          </a:lstStyle>
          <a:p>
            <a:pPr>
              <a:defRPr sz="3600">
                <a:solidFill>
                  <a:srgbClr val="0A0A0A"/>
                </a:solidFill>
              </a:defRPr>
            </a:pPr>
            <a:r>
              <a:rPr sz="2400">
                <a:solidFill>
                  <a:srgbClr val="878787"/>
                </a:solidFill>
              </a:rPr>
              <a:t>Descripción</a:t>
            </a:r>
          </a:p>
        </p:txBody>
      </p:sp>
      <p:sp>
        <p:nvSpPr>
          <p:cNvPr id="1480" name="Shape 1480"/>
          <p:cNvSpPr/>
          <p:nvPr/>
        </p:nvSpPr>
        <p:spPr>
          <a:xfrm>
            <a:off x="6143780" y="11024968"/>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1481" name="Shape 1481"/>
          <p:cNvSpPr/>
          <p:nvPr/>
        </p:nvSpPr>
        <p:spPr>
          <a:xfrm>
            <a:off x="13896140" y="8449261"/>
            <a:ext cx="947755" cy="7309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69" y="0"/>
                </a:moveTo>
                <a:cubicBezTo>
                  <a:pt x="17550" y="0"/>
                  <a:pt x="16538" y="1543"/>
                  <a:pt x="16538" y="3306"/>
                </a:cubicBezTo>
                <a:cubicBezTo>
                  <a:pt x="16538" y="4188"/>
                  <a:pt x="16875" y="5069"/>
                  <a:pt x="17381" y="5731"/>
                </a:cubicBezTo>
                <a:cubicBezTo>
                  <a:pt x="14175" y="11902"/>
                  <a:pt x="14175" y="11902"/>
                  <a:pt x="14175" y="11902"/>
                </a:cubicBezTo>
                <a:cubicBezTo>
                  <a:pt x="14006" y="11682"/>
                  <a:pt x="13669" y="11461"/>
                  <a:pt x="13331" y="11461"/>
                </a:cubicBezTo>
                <a:cubicBezTo>
                  <a:pt x="12319" y="11461"/>
                  <a:pt x="11475" y="12343"/>
                  <a:pt x="11138" y="13224"/>
                </a:cubicBezTo>
                <a:cubicBezTo>
                  <a:pt x="9281" y="11902"/>
                  <a:pt x="9281" y="11902"/>
                  <a:pt x="9281" y="11902"/>
                </a:cubicBezTo>
                <a:cubicBezTo>
                  <a:pt x="9450" y="11682"/>
                  <a:pt x="9450" y="11241"/>
                  <a:pt x="9450" y="10800"/>
                </a:cubicBezTo>
                <a:cubicBezTo>
                  <a:pt x="9450" y="8816"/>
                  <a:pt x="8269" y="7494"/>
                  <a:pt x="6919" y="7494"/>
                </a:cubicBezTo>
                <a:cubicBezTo>
                  <a:pt x="5569" y="7494"/>
                  <a:pt x="4388" y="8816"/>
                  <a:pt x="4388" y="10800"/>
                </a:cubicBezTo>
                <a:cubicBezTo>
                  <a:pt x="4388" y="11682"/>
                  <a:pt x="4725" y="12563"/>
                  <a:pt x="5231" y="13224"/>
                </a:cubicBezTo>
                <a:cubicBezTo>
                  <a:pt x="3881" y="15429"/>
                  <a:pt x="3881" y="15429"/>
                  <a:pt x="3881" y="15429"/>
                </a:cubicBezTo>
                <a:cubicBezTo>
                  <a:pt x="3544" y="15208"/>
                  <a:pt x="3038" y="14988"/>
                  <a:pt x="2531" y="14988"/>
                </a:cubicBezTo>
                <a:cubicBezTo>
                  <a:pt x="1013" y="14988"/>
                  <a:pt x="0" y="16310"/>
                  <a:pt x="0" y="18294"/>
                </a:cubicBezTo>
                <a:cubicBezTo>
                  <a:pt x="0" y="20057"/>
                  <a:pt x="1013" y="21600"/>
                  <a:pt x="2531" y="21600"/>
                </a:cubicBezTo>
                <a:cubicBezTo>
                  <a:pt x="3881" y="21600"/>
                  <a:pt x="5063" y="20057"/>
                  <a:pt x="5063" y="18294"/>
                </a:cubicBezTo>
                <a:cubicBezTo>
                  <a:pt x="5063" y="17412"/>
                  <a:pt x="4725" y="16751"/>
                  <a:pt x="4388" y="16090"/>
                </a:cubicBezTo>
                <a:cubicBezTo>
                  <a:pt x="5738" y="13665"/>
                  <a:pt x="5738" y="13665"/>
                  <a:pt x="5738" y="13665"/>
                </a:cubicBezTo>
                <a:cubicBezTo>
                  <a:pt x="6075" y="13886"/>
                  <a:pt x="6581" y="14106"/>
                  <a:pt x="6919" y="14106"/>
                </a:cubicBezTo>
                <a:cubicBezTo>
                  <a:pt x="7763" y="14106"/>
                  <a:pt x="8606" y="13445"/>
                  <a:pt x="8944" y="12563"/>
                </a:cubicBezTo>
                <a:cubicBezTo>
                  <a:pt x="10800" y="14106"/>
                  <a:pt x="10800" y="14106"/>
                  <a:pt x="10800" y="14106"/>
                </a:cubicBezTo>
                <a:cubicBezTo>
                  <a:pt x="10800" y="14327"/>
                  <a:pt x="10800" y="14547"/>
                  <a:pt x="10800" y="14988"/>
                </a:cubicBezTo>
                <a:cubicBezTo>
                  <a:pt x="10800" y="16751"/>
                  <a:pt x="11813" y="18294"/>
                  <a:pt x="13331" y="18294"/>
                </a:cubicBezTo>
                <a:cubicBezTo>
                  <a:pt x="14681" y="18294"/>
                  <a:pt x="15863" y="16751"/>
                  <a:pt x="15863" y="14988"/>
                </a:cubicBezTo>
                <a:cubicBezTo>
                  <a:pt x="15863" y="13886"/>
                  <a:pt x="15356" y="12784"/>
                  <a:pt x="14850" y="12343"/>
                </a:cubicBezTo>
                <a:cubicBezTo>
                  <a:pt x="17888" y="6171"/>
                  <a:pt x="17888" y="6171"/>
                  <a:pt x="17888" y="6171"/>
                </a:cubicBezTo>
                <a:cubicBezTo>
                  <a:pt x="18225" y="6392"/>
                  <a:pt x="18562" y="6612"/>
                  <a:pt x="19069" y="6612"/>
                </a:cubicBezTo>
                <a:cubicBezTo>
                  <a:pt x="20419" y="6612"/>
                  <a:pt x="21600" y="5069"/>
                  <a:pt x="21600" y="3306"/>
                </a:cubicBezTo>
                <a:cubicBezTo>
                  <a:pt x="21600" y="1543"/>
                  <a:pt x="20419" y="0"/>
                  <a:pt x="19069" y="0"/>
                </a:cubicBezTo>
                <a:close/>
                <a:moveTo>
                  <a:pt x="2531" y="19837"/>
                </a:moveTo>
                <a:cubicBezTo>
                  <a:pt x="1856" y="19837"/>
                  <a:pt x="1181" y="19176"/>
                  <a:pt x="1181" y="18294"/>
                </a:cubicBezTo>
                <a:cubicBezTo>
                  <a:pt x="1181" y="17192"/>
                  <a:pt x="1856" y="16531"/>
                  <a:pt x="2531" y="16531"/>
                </a:cubicBezTo>
                <a:cubicBezTo>
                  <a:pt x="3206" y="16531"/>
                  <a:pt x="3713" y="17192"/>
                  <a:pt x="3713" y="18294"/>
                </a:cubicBezTo>
                <a:cubicBezTo>
                  <a:pt x="3713" y="19176"/>
                  <a:pt x="3206" y="19837"/>
                  <a:pt x="2531" y="19837"/>
                </a:cubicBezTo>
                <a:close/>
                <a:moveTo>
                  <a:pt x="6919" y="12343"/>
                </a:moveTo>
                <a:cubicBezTo>
                  <a:pt x="6244" y="12343"/>
                  <a:pt x="5738" y="11682"/>
                  <a:pt x="5738" y="10800"/>
                </a:cubicBezTo>
                <a:cubicBezTo>
                  <a:pt x="5738" y="9918"/>
                  <a:pt x="6244" y="9037"/>
                  <a:pt x="6919" y="9037"/>
                </a:cubicBezTo>
                <a:cubicBezTo>
                  <a:pt x="7594" y="9037"/>
                  <a:pt x="8269" y="9918"/>
                  <a:pt x="8269" y="10800"/>
                </a:cubicBezTo>
                <a:cubicBezTo>
                  <a:pt x="8269" y="11682"/>
                  <a:pt x="7594" y="12343"/>
                  <a:pt x="6919" y="12343"/>
                </a:cubicBezTo>
                <a:close/>
                <a:moveTo>
                  <a:pt x="13331" y="16531"/>
                </a:moveTo>
                <a:cubicBezTo>
                  <a:pt x="12656" y="16531"/>
                  <a:pt x="11981" y="15869"/>
                  <a:pt x="11981" y="14988"/>
                </a:cubicBezTo>
                <a:cubicBezTo>
                  <a:pt x="11981" y="13886"/>
                  <a:pt x="12656" y="13224"/>
                  <a:pt x="13331" y="13224"/>
                </a:cubicBezTo>
                <a:cubicBezTo>
                  <a:pt x="14006" y="13224"/>
                  <a:pt x="14513" y="13886"/>
                  <a:pt x="14513" y="14988"/>
                </a:cubicBezTo>
                <a:cubicBezTo>
                  <a:pt x="14513" y="15869"/>
                  <a:pt x="14006" y="16531"/>
                  <a:pt x="13331" y="16531"/>
                </a:cubicBezTo>
                <a:close/>
                <a:moveTo>
                  <a:pt x="19069" y="4849"/>
                </a:moveTo>
                <a:cubicBezTo>
                  <a:pt x="18225" y="4849"/>
                  <a:pt x="17719" y="4188"/>
                  <a:pt x="17719" y="3306"/>
                </a:cubicBezTo>
                <a:cubicBezTo>
                  <a:pt x="17719" y="2424"/>
                  <a:pt x="18225" y="1543"/>
                  <a:pt x="19069" y="1543"/>
                </a:cubicBezTo>
                <a:cubicBezTo>
                  <a:pt x="19744" y="1543"/>
                  <a:pt x="20250" y="2424"/>
                  <a:pt x="20250" y="3306"/>
                </a:cubicBezTo>
                <a:cubicBezTo>
                  <a:pt x="20250" y="4188"/>
                  <a:pt x="19744" y="4849"/>
                  <a:pt x="19069" y="4849"/>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482" name="Shape 148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461"/>
                                        </p:tgtEl>
                                        <p:attrNameLst>
                                          <p:attrName>style.visibility</p:attrName>
                                        </p:attrNameLst>
                                      </p:cBhvr>
                                      <p:to>
                                        <p:strVal val="visible"/>
                                      </p:to>
                                    </p:set>
                                    <p:animEffect filter="wipe(left)" transition="in">
                                      <p:cBhvr>
                                        <p:cTn id="7" dur="500"/>
                                        <p:tgtEl>
                                          <p:spTgt spid="1461"/>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1462"/>
                                        </p:tgtEl>
                                        <p:attrNameLst>
                                          <p:attrName>style.visibility</p:attrName>
                                        </p:attrNameLst>
                                      </p:cBhvr>
                                      <p:to>
                                        <p:strVal val="visible"/>
                                      </p:to>
                                    </p:set>
                                    <p:animEffect filter="dissolve" transition="in">
                                      <p:cBhvr>
                                        <p:cTn id="11" dur="500"/>
                                        <p:tgtEl>
                                          <p:spTgt spid="1462"/>
                                        </p:tgtEl>
                                      </p:cBhvr>
                                    </p:animEffect>
                                  </p:childTnLst>
                                </p:cTn>
                              </p:par>
                            </p:childTnLst>
                          </p:cTn>
                        </p:par>
                        <p:par>
                          <p:cTn id="12" fill="hold">
                            <p:stCondLst>
                              <p:cond delay="1000"/>
                            </p:stCondLst>
                            <p:childTnLst>
                              <p:par>
                                <p:cTn id="13" presetClass="entr" nodeType="afterEffect" presetSubtype="2" presetID="22" grpId="3" fill="hold">
                                  <p:stCondLst>
                                    <p:cond delay="0"/>
                                  </p:stCondLst>
                                  <p:iterate type="el" backwards="0">
                                    <p:tmAbs val="0"/>
                                  </p:iterate>
                                  <p:childTnLst>
                                    <p:set>
                                      <p:cBhvr>
                                        <p:cTn id="14" fill="hold"/>
                                        <p:tgtEl>
                                          <p:spTgt spid="1463"/>
                                        </p:tgtEl>
                                        <p:attrNameLst>
                                          <p:attrName>style.visibility</p:attrName>
                                        </p:attrNameLst>
                                      </p:cBhvr>
                                      <p:to>
                                        <p:strVal val="visible"/>
                                      </p:to>
                                    </p:set>
                                    <p:animEffect filter="wipe(right)" transition="in">
                                      <p:cBhvr>
                                        <p:cTn id="15" dur="500"/>
                                        <p:tgtEl>
                                          <p:spTgt spid="1463"/>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1458"/>
                                        </p:tgtEl>
                                        <p:attrNameLst>
                                          <p:attrName>style.visibility</p:attrName>
                                        </p:attrNameLst>
                                      </p:cBhvr>
                                      <p:to>
                                        <p:strVal val="visible"/>
                                      </p:to>
                                    </p:set>
                                    <p:animEffect filter="wipe(left)" transition="in">
                                      <p:cBhvr>
                                        <p:cTn id="19" dur="500"/>
                                        <p:tgtEl>
                                          <p:spTgt spid="1458"/>
                                        </p:tgtEl>
                                      </p:cBhvr>
                                    </p:animEffect>
                                  </p:childTnLst>
                                </p:cTn>
                              </p:par>
                            </p:childTnLst>
                          </p:cTn>
                        </p:par>
                        <p:par>
                          <p:cTn id="20" fill="hold">
                            <p:stCondLst>
                              <p:cond delay="2000"/>
                            </p:stCondLst>
                            <p:childTnLst>
                              <p:par>
                                <p:cTn id="21" presetClass="entr" nodeType="afterEffect" presetSubtype="8" presetID="22" grpId="5" fill="hold">
                                  <p:stCondLst>
                                    <p:cond delay="0"/>
                                  </p:stCondLst>
                                  <p:iterate type="el" backwards="0">
                                    <p:tmAbs val="0"/>
                                  </p:iterate>
                                  <p:childTnLst>
                                    <p:set>
                                      <p:cBhvr>
                                        <p:cTn id="22" fill="hold"/>
                                        <p:tgtEl>
                                          <p:spTgt spid="1460"/>
                                        </p:tgtEl>
                                        <p:attrNameLst>
                                          <p:attrName>style.visibility</p:attrName>
                                        </p:attrNameLst>
                                      </p:cBhvr>
                                      <p:to>
                                        <p:strVal val="visible"/>
                                      </p:to>
                                    </p:set>
                                    <p:animEffect filter="wipe(left)" transition="in">
                                      <p:cBhvr>
                                        <p:cTn id="23" dur="500"/>
                                        <p:tgtEl>
                                          <p:spTgt spid="1460"/>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1459"/>
                                        </p:tgtEl>
                                        <p:attrNameLst>
                                          <p:attrName>style.visibility</p:attrName>
                                        </p:attrNameLst>
                                      </p:cBhvr>
                                      <p:to>
                                        <p:strVal val="visible"/>
                                      </p:to>
                                    </p:set>
                                    <p:animEffect filter="dissolve" transition="in">
                                      <p:cBhvr>
                                        <p:cTn id="27" dur="500"/>
                                        <p:tgtEl>
                                          <p:spTgt spid="1459"/>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477"/>
                                        </p:tgtEl>
                                        <p:attrNameLst>
                                          <p:attrName>style.visibility</p:attrName>
                                        </p:attrNameLst>
                                      </p:cBhvr>
                                      <p:to>
                                        <p:strVal val="visible"/>
                                      </p:to>
                                    </p:set>
                                    <p:animEffect filter="dissolve" transition="in">
                                      <p:cBhvr>
                                        <p:cTn id="31" dur="500"/>
                                        <p:tgtEl>
                                          <p:spTgt spid="1477"/>
                                        </p:tgtEl>
                                      </p:cBhvr>
                                    </p:animEffect>
                                  </p:childTnLst>
                                </p:cTn>
                              </p:par>
                            </p:childTnLst>
                          </p:cTn>
                        </p:par>
                        <p:par>
                          <p:cTn id="32" fill="hold">
                            <p:stCondLst>
                              <p:cond delay="3500"/>
                            </p:stCondLst>
                            <p:childTnLst>
                              <p:par>
                                <p:cTn id="33" presetClass="entr" nodeType="afterEffect" presetSubtype="8" presetID="22" grpId="8" fill="hold">
                                  <p:stCondLst>
                                    <p:cond delay="0"/>
                                  </p:stCondLst>
                                  <p:iterate type="el" backwards="0">
                                    <p:tmAbs val="0"/>
                                  </p:iterate>
                                  <p:childTnLst>
                                    <p:set>
                                      <p:cBhvr>
                                        <p:cTn id="34" fill="hold"/>
                                        <p:tgtEl>
                                          <p:spTgt spid="1471"/>
                                        </p:tgtEl>
                                        <p:attrNameLst>
                                          <p:attrName>style.visibility</p:attrName>
                                        </p:attrNameLst>
                                      </p:cBhvr>
                                      <p:to>
                                        <p:strVal val="visible"/>
                                      </p:to>
                                    </p:set>
                                    <p:animEffect filter="wipe(left)" transition="in">
                                      <p:cBhvr>
                                        <p:cTn id="35" dur="500"/>
                                        <p:tgtEl>
                                          <p:spTgt spid="1471"/>
                                        </p:tgtEl>
                                      </p:cBhvr>
                                    </p:animEffect>
                                  </p:childTnLst>
                                </p:cTn>
                              </p:par>
                            </p:childTnLst>
                          </p:cTn>
                        </p:par>
                        <p:par>
                          <p:cTn id="36" fill="hold">
                            <p:stCondLst>
                              <p:cond delay="4000"/>
                            </p:stCondLst>
                            <p:childTnLst>
                              <p:par>
                                <p:cTn id="37" presetClass="entr" nodeType="afterEffect" presetSubtype="2" presetID="22" grpId="9" fill="hold">
                                  <p:stCondLst>
                                    <p:cond delay="0"/>
                                  </p:stCondLst>
                                  <p:iterate type="el" backwards="0">
                                    <p:tmAbs val="0"/>
                                  </p:iterate>
                                  <p:childTnLst>
                                    <p:set>
                                      <p:cBhvr>
                                        <p:cTn id="38" fill="hold"/>
                                        <p:tgtEl>
                                          <p:spTgt spid="1473"/>
                                        </p:tgtEl>
                                        <p:attrNameLst>
                                          <p:attrName>style.visibility</p:attrName>
                                        </p:attrNameLst>
                                      </p:cBhvr>
                                      <p:to>
                                        <p:strVal val="visible"/>
                                      </p:to>
                                    </p:set>
                                    <p:animEffect filter="wipe(right)" transition="in">
                                      <p:cBhvr>
                                        <p:cTn id="39" dur="500"/>
                                        <p:tgtEl>
                                          <p:spTgt spid="1473"/>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1472"/>
                                        </p:tgtEl>
                                        <p:attrNameLst>
                                          <p:attrName>style.visibility</p:attrName>
                                        </p:attrNameLst>
                                      </p:cBhvr>
                                      <p:to>
                                        <p:strVal val="visible"/>
                                      </p:to>
                                    </p:set>
                                    <p:animEffect filter="dissolve" transition="in">
                                      <p:cBhvr>
                                        <p:cTn id="43" dur="500"/>
                                        <p:tgtEl>
                                          <p:spTgt spid="1472"/>
                                        </p:tgtEl>
                                      </p:cBhvr>
                                    </p:animEffect>
                                  </p:childTnLst>
                                </p:cTn>
                              </p:par>
                            </p:childTnLst>
                          </p:cTn>
                        </p:par>
                        <p:par>
                          <p:cTn id="44" fill="hold">
                            <p:stCondLst>
                              <p:cond delay="5000"/>
                            </p:stCondLst>
                            <p:childTnLst>
                              <p:par>
                                <p:cTn id="45" presetClass="entr" nodeType="afterEffect" presetSubtype="8" presetID="22" grpId="11" fill="hold">
                                  <p:stCondLst>
                                    <p:cond delay="0"/>
                                  </p:stCondLst>
                                  <p:iterate type="el" backwards="0">
                                    <p:tmAbs val="0"/>
                                  </p:iterate>
                                  <p:childTnLst>
                                    <p:set>
                                      <p:cBhvr>
                                        <p:cTn id="46" fill="hold"/>
                                        <p:tgtEl>
                                          <p:spTgt spid="1468"/>
                                        </p:tgtEl>
                                        <p:attrNameLst>
                                          <p:attrName>style.visibility</p:attrName>
                                        </p:attrNameLst>
                                      </p:cBhvr>
                                      <p:to>
                                        <p:strVal val="visible"/>
                                      </p:to>
                                    </p:set>
                                    <p:animEffect filter="wipe(left)" transition="in">
                                      <p:cBhvr>
                                        <p:cTn id="47" dur="500"/>
                                        <p:tgtEl>
                                          <p:spTgt spid="1468"/>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1469"/>
                                        </p:tgtEl>
                                        <p:attrNameLst>
                                          <p:attrName>style.visibility</p:attrName>
                                        </p:attrNameLst>
                                      </p:cBhvr>
                                      <p:to>
                                        <p:strVal val="visible"/>
                                      </p:to>
                                    </p:set>
                                    <p:animEffect filter="dissolve" transition="in">
                                      <p:cBhvr>
                                        <p:cTn id="51" dur="500"/>
                                        <p:tgtEl>
                                          <p:spTgt spid="1469"/>
                                        </p:tgtEl>
                                      </p:cBhvr>
                                    </p:animEffect>
                                  </p:childTnLst>
                                </p:cTn>
                              </p:par>
                            </p:childTnLst>
                          </p:cTn>
                        </p:par>
                        <p:par>
                          <p:cTn id="52" fill="hold">
                            <p:stCondLst>
                              <p:cond delay="6000"/>
                            </p:stCondLst>
                            <p:childTnLst>
                              <p:par>
                                <p:cTn id="53" presetClass="entr" nodeType="afterEffect" presetSubtype="8" presetID="22" grpId="13" fill="hold">
                                  <p:stCondLst>
                                    <p:cond delay="0"/>
                                  </p:stCondLst>
                                  <p:iterate type="el" backwards="0">
                                    <p:tmAbs val="0"/>
                                  </p:iterate>
                                  <p:childTnLst>
                                    <p:set>
                                      <p:cBhvr>
                                        <p:cTn id="54" fill="hold"/>
                                        <p:tgtEl>
                                          <p:spTgt spid="1470"/>
                                        </p:tgtEl>
                                        <p:attrNameLst>
                                          <p:attrName>style.visibility</p:attrName>
                                        </p:attrNameLst>
                                      </p:cBhvr>
                                      <p:to>
                                        <p:strVal val="visible"/>
                                      </p:to>
                                    </p:set>
                                    <p:animEffect filter="wipe(left)" transition="in">
                                      <p:cBhvr>
                                        <p:cTn id="55" dur="500"/>
                                        <p:tgtEl>
                                          <p:spTgt spid="1470"/>
                                        </p:tgtEl>
                                      </p:cBhvr>
                                    </p:animEffect>
                                  </p:childTnLst>
                                </p:cTn>
                              </p:par>
                            </p:childTnLst>
                          </p:cTn>
                        </p:par>
                        <p:par>
                          <p:cTn id="56" fill="hold">
                            <p:stCondLst>
                              <p:cond delay="6500"/>
                            </p:stCondLst>
                            <p:childTnLst>
                              <p:par>
                                <p:cTn id="57" presetClass="entr" nodeType="afterEffect" presetSubtype="8" presetID="22" grpId="14" fill="hold">
                                  <p:stCondLst>
                                    <p:cond delay="0"/>
                                  </p:stCondLst>
                                  <p:iterate type="el" backwards="0">
                                    <p:tmAbs val="0"/>
                                  </p:iterate>
                                  <p:childTnLst>
                                    <p:set>
                                      <p:cBhvr>
                                        <p:cTn id="58" fill="hold"/>
                                        <p:tgtEl>
                                          <p:spTgt spid="1478"/>
                                        </p:tgtEl>
                                        <p:attrNameLst>
                                          <p:attrName>style.visibility</p:attrName>
                                        </p:attrNameLst>
                                      </p:cBhvr>
                                      <p:to>
                                        <p:strVal val="visible"/>
                                      </p:to>
                                    </p:set>
                                    <p:animEffect filter="wipe(left)" transition="in">
                                      <p:cBhvr>
                                        <p:cTn id="59" dur="500"/>
                                        <p:tgtEl>
                                          <p:spTgt spid="1478"/>
                                        </p:tgtEl>
                                      </p:cBhvr>
                                    </p:animEffect>
                                  </p:childTnLst>
                                </p:cTn>
                              </p:par>
                            </p:childTnLst>
                          </p:cTn>
                        </p:par>
                        <p:par>
                          <p:cTn id="60" fill="hold">
                            <p:stCondLst>
                              <p:cond delay="7000"/>
                            </p:stCondLst>
                            <p:childTnLst>
                              <p:par>
                                <p:cTn id="61" presetClass="entr" nodeType="afterEffect" presetSubtype="2" presetID="22" grpId="15" fill="hold">
                                  <p:stCondLst>
                                    <p:cond delay="0"/>
                                  </p:stCondLst>
                                  <p:iterate type="el" backwards="0">
                                    <p:tmAbs val="0"/>
                                  </p:iterate>
                                  <p:childTnLst>
                                    <p:set>
                                      <p:cBhvr>
                                        <p:cTn id="62" fill="hold"/>
                                        <p:tgtEl>
                                          <p:spTgt spid="1480"/>
                                        </p:tgtEl>
                                        <p:attrNameLst>
                                          <p:attrName>style.visibility</p:attrName>
                                        </p:attrNameLst>
                                      </p:cBhvr>
                                      <p:to>
                                        <p:strVal val="visible"/>
                                      </p:to>
                                    </p:set>
                                    <p:animEffect filter="wipe(right)" transition="in">
                                      <p:cBhvr>
                                        <p:cTn id="63" dur="500"/>
                                        <p:tgtEl>
                                          <p:spTgt spid="1480"/>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1479"/>
                                        </p:tgtEl>
                                        <p:attrNameLst>
                                          <p:attrName>style.visibility</p:attrName>
                                        </p:attrNameLst>
                                      </p:cBhvr>
                                      <p:to>
                                        <p:strVal val="visible"/>
                                      </p:to>
                                    </p:set>
                                    <p:animEffect filter="dissolve" transition="in">
                                      <p:cBhvr>
                                        <p:cTn id="67" dur="500"/>
                                        <p:tgtEl>
                                          <p:spTgt spid="1479"/>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1481"/>
                                        </p:tgtEl>
                                        <p:attrNameLst>
                                          <p:attrName>style.visibility</p:attrName>
                                        </p:attrNameLst>
                                      </p:cBhvr>
                                      <p:to>
                                        <p:strVal val="visible"/>
                                      </p:to>
                                    </p:set>
                                    <p:animEffect filter="dissolve" transition="in">
                                      <p:cBhvr>
                                        <p:cTn id="71" dur="500"/>
                                        <p:tgtEl>
                                          <p:spTgt spid="148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478" grpId="14"/>
      <p:bldP build="whole" bldLvl="1" animBg="1" rev="0" advAuto="0" spid="1461" grpId="1"/>
      <p:bldP build="whole" bldLvl="1" animBg="1" rev="0" advAuto="0" spid="1479" grpId="16"/>
      <p:bldP build="whole" bldLvl="1" animBg="1" rev="0" advAuto="0" spid="1481" grpId="17"/>
      <p:bldP build="whole" bldLvl="1" animBg="1" rev="0" advAuto="0" spid="1473" grpId="9"/>
      <p:bldP build="whole" bldLvl="1" animBg="1" rev="0" advAuto="0" spid="1472" grpId="10"/>
      <p:bldP build="whole" bldLvl="1" animBg="1" rev="0" advAuto="0" spid="1462" grpId="2"/>
      <p:bldP build="whole" bldLvl="1" animBg="1" rev="0" advAuto="0" spid="1471" grpId="8"/>
      <p:bldP build="whole" bldLvl="1" animBg="1" rev="0" advAuto="0" spid="1463" grpId="3"/>
      <p:bldP build="whole" bldLvl="1" animBg="1" rev="0" advAuto="0" spid="1468" grpId="11"/>
      <p:bldP build="whole" bldLvl="1" animBg="1" rev="0" advAuto="0" spid="1459" grpId="6"/>
      <p:bldP build="whole" bldLvl="1" animBg="1" rev="0" advAuto="0" spid="1458" grpId="4"/>
      <p:bldP build="whole" bldLvl="1" animBg="1" rev="0" advAuto="0" spid="1460" grpId="5"/>
      <p:bldP build="whole" bldLvl="1" animBg="1" rev="0" advAuto="0" spid="1480" grpId="15"/>
      <p:bldP build="whole" bldLvl="1" animBg="1" rev="0" advAuto="0" spid="1477" grpId="7"/>
      <p:bldP build="whole" bldLvl="1" animBg="1" rev="0" advAuto="0" spid="1469" grpId="12"/>
      <p:bldP build="whole" bldLvl="1" animBg="1" rev="0" advAuto="0" spid="1470" grpId="13"/>
    </p:bldLst>
  </p:timing>
</p:sld>
</file>

<file path=ppt/slides/slide6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484" name="Shape 1484"/>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Fases</a:t>
            </a:r>
          </a:p>
        </p:txBody>
      </p:sp>
      <p:sp>
        <p:nvSpPr>
          <p:cNvPr id="1485" name="Shape 148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486" name="Shape 1486"/>
          <p:cNvSpPr/>
          <p:nvPr/>
        </p:nvSpPr>
        <p:spPr>
          <a:xfrm>
            <a:off x="2148038" y="5181600"/>
            <a:ext cx="6081563" cy="4546600"/>
          </a:xfrm>
          <a:prstGeom prst="rect">
            <a:avLst/>
          </a:prstGeom>
          <a:ln w="63500">
            <a:solidFill>
              <a:srgbClr val="004B75"/>
            </a:solidFill>
            <a:bevel/>
          </a:ln>
          <a:effectLst>
            <a:outerShdw sx="100000" sy="100000" kx="0" ky="0" algn="b" rotWithShape="0" blurRad="38100" dist="23000" dir="5400000">
              <a:srgbClr val="000000">
                <a:alpha val="35000"/>
              </a:srgbClr>
            </a:outerShdw>
          </a:effectLst>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487" name="Shape 1487"/>
          <p:cNvSpPr/>
          <p:nvPr/>
        </p:nvSpPr>
        <p:spPr>
          <a:xfrm>
            <a:off x="9139387" y="5181600"/>
            <a:ext cx="6081563" cy="4546600"/>
          </a:xfrm>
          <a:prstGeom prst="rect">
            <a:avLst/>
          </a:prstGeom>
          <a:ln w="63500">
            <a:solidFill>
              <a:srgbClr val="004B75"/>
            </a:solidFill>
            <a:bevel/>
          </a:ln>
          <a:effectLst>
            <a:outerShdw sx="100000" sy="100000" kx="0" ky="0" algn="b" rotWithShape="0" blurRad="38100" dist="23000" dir="5400000">
              <a:srgbClr val="000000">
                <a:alpha val="35000"/>
              </a:srgbClr>
            </a:outerShdw>
          </a:effectLst>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488" name="Shape 1488"/>
          <p:cNvSpPr/>
          <p:nvPr/>
        </p:nvSpPr>
        <p:spPr>
          <a:xfrm>
            <a:off x="16154400" y="5181600"/>
            <a:ext cx="6081563" cy="4546600"/>
          </a:xfrm>
          <a:prstGeom prst="rect">
            <a:avLst/>
          </a:prstGeom>
          <a:ln w="63500">
            <a:solidFill>
              <a:srgbClr val="004B75"/>
            </a:solidFill>
            <a:bevel/>
          </a:ln>
          <a:effectLst>
            <a:outerShdw sx="100000" sy="100000" kx="0" ky="0" algn="b" rotWithShape="0" blurRad="38100" dist="23000" dir="5400000">
              <a:srgbClr val="000000">
                <a:alpha val="35000"/>
              </a:srgbClr>
            </a:outerShdw>
          </a:effectLst>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489" name="Shape 1489"/>
          <p:cNvSpPr/>
          <p:nvPr/>
        </p:nvSpPr>
        <p:spPr>
          <a:xfrm>
            <a:off x="7894904" y="6580454"/>
            <a:ext cx="1507593" cy="1507593"/>
          </a:xfrm>
          <a:prstGeom prst="ellipse">
            <a:avLst/>
          </a:prstGeom>
          <a:solidFill>
            <a:srgbClr val="6388BF"/>
          </a:solidFill>
          <a:ln w="12700">
            <a:miter lim="400000"/>
          </a:ln>
          <a:effectLst>
            <a:outerShdw sx="100000" sy="100000" kx="0" ky="0" algn="b" rotWithShape="0" blurRad="38100" dist="23000" dir="5400000">
              <a:srgbClr val="000000">
                <a:alpha val="35000"/>
              </a:srgbClr>
            </a:outerShdw>
          </a:effectLst>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490" name="Shape 1490"/>
          <p:cNvSpPr/>
          <p:nvPr/>
        </p:nvSpPr>
        <p:spPr>
          <a:xfrm>
            <a:off x="8339528" y="6974356"/>
            <a:ext cx="671551" cy="693266"/>
          </a:xfrm>
          <a:custGeom>
            <a:avLst/>
            <a:gdLst/>
            <a:ahLst/>
            <a:cxnLst>
              <a:cxn ang="0">
                <a:pos x="wd2" y="hd2"/>
              </a:cxn>
              <a:cxn ang="5400000">
                <a:pos x="wd2" y="hd2"/>
              </a:cxn>
              <a:cxn ang="10800000">
                <a:pos x="wd2" y="hd2"/>
              </a:cxn>
              <a:cxn ang="16200000">
                <a:pos x="wd2" y="hd2"/>
              </a:cxn>
            </a:cxnLst>
            <a:rect l="0" t="0" r="r" b="b"/>
            <a:pathLst>
              <a:path w="21423" h="21428" fill="norm" stroke="1" extrusionOk="0">
                <a:moveTo>
                  <a:pt x="21423" y="9963"/>
                </a:moveTo>
                <a:cubicBezTo>
                  <a:pt x="10977" y="516"/>
                  <a:pt x="10977" y="516"/>
                  <a:pt x="10977" y="516"/>
                </a:cubicBezTo>
                <a:cubicBezTo>
                  <a:pt x="10977" y="-172"/>
                  <a:pt x="10269" y="-172"/>
                  <a:pt x="9560" y="516"/>
                </a:cubicBezTo>
                <a:cubicBezTo>
                  <a:pt x="9560" y="516"/>
                  <a:pt x="9560" y="1204"/>
                  <a:pt x="9560" y="1846"/>
                </a:cubicBezTo>
                <a:cubicBezTo>
                  <a:pt x="19296" y="10605"/>
                  <a:pt x="19296" y="10605"/>
                  <a:pt x="19296" y="10605"/>
                </a:cubicBezTo>
                <a:cubicBezTo>
                  <a:pt x="9560" y="20098"/>
                  <a:pt x="9560" y="20098"/>
                  <a:pt x="9560" y="20098"/>
                </a:cubicBezTo>
                <a:cubicBezTo>
                  <a:pt x="9560" y="20740"/>
                  <a:pt x="9560" y="20740"/>
                  <a:pt x="9560" y="21428"/>
                </a:cubicBezTo>
                <a:cubicBezTo>
                  <a:pt x="10269" y="21428"/>
                  <a:pt x="10977" y="21428"/>
                  <a:pt x="10977" y="21428"/>
                </a:cubicBezTo>
                <a:cubicBezTo>
                  <a:pt x="21423" y="11293"/>
                  <a:pt x="21423" y="11293"/>
                  <a:pt x="21423" y="11293"/>
                </a:cubicBezTo>
                <a:cubicBezTo>
                  <a:pt x="21423" y="11293"/>
                  <a:pt x="21423" y="11293"/>
                  <a:pt x="21423" y="10605"/>
                </a:cubicBezTo>
                <a:cubicBezTo>
                  <a:pt x="21423" y="10605"/>
                  <a:pt x="21423" y="10605"/>
                  <a:pt x="21423" y="9963"/>
                </a:cubicBezTo>
                <a:close/>
                <a:moveTo>
                  <a:pt x="10269" y="10605"/>
                </a:moveTo>
                <a:cubicBezTo>
                  <a:pt x="10269" y="10605"/>
                  <a:pt x="10269" y="10605"/>
                  <a:pt x="10269" y="9963"/>
                </a:cubicBezTo>
                <a:cubicBezTo>
                  <a:pt x="1903" y="1846"/>
                  <a:pt x="1903" y="1846"/>
                  <a:pt x="1903" y="1846"/>
                </a:cubicBezTo>
                <a:cubicBezTo>
                  <a:pt x="1241" y="1846"/>
                  <a:pt x="532" y="1846"/>
                  <a:pt x="532" y="1846"/>
                </a:cubicBezTo>
                <a:cubicBezTo>
                  <a:pt x="-177" y="2534"/>
                  <a:pt x="-177" y="3222"/>
                  <a:pt x="532" y="3222"/>
                </a:cubicBezTo>
                <a:cubicBezTo>
                  <a:pt x="8189" y="10605"/>
                  <a:pt x="8189" y="10605"/>
                  <a:pt x="8189" y="10605"/>
                </a:cubicBezTo>
                <a:cubicBezTo>
                  <a:pt x="532" y="18034"/>
                  <a:pt x="532" y="18034"/>
                  <a:pt x="532" y="18034"/>
                </a:cubicBezTo>
                <a:cubicBezTo>
                  <a:pt x="-177" y="18722"/>
                  <a:pt x="-177" y="19410"/>
                  <a:pt x="532" y="19410"/>
                </a:cubicBezTo>
                <a:cubicBezTo>
                  <a:pt x="532" y="20098"/>
                  <a:pt x="1241" y="20098"/>
                  <a:pt x="1903" y="19410"/>
                </a:cubicBezTo>
                <a:cubicBezTo>
                  <a:pt x="10269" y="11293"/>
                  <a:pt x="10269" y="11293"/>
                  <a:pt x="10269" y="11293"/>
                </a:cubicBezTo>
                <a:cubicBezTo>
                  <a:pt x="10269" y="11293"/>
                  <a:pt x="10269" y="11293"/>
                  <a:pt x="10269" y="10605"/>
                </a:cubicBezTo>
                <a:close/>
              </a:path>
            </a:pathLst>
          </a:custGeom>
          <a:solidFill>
            <a:srgbClr val="FFFFF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491" name="Shape 1491"/>
          <p:cNvSpPr/>
          <p:nvPr/>
        </p:nvSpPr>
        <p:spPr>
          <a:xfrm>
            <a:off x="14930704" y="6580454"/>
            <a:ext cx="1507593" cy="1507593"/>
          </a:xfrm>
          <a:prstGeom prst="ellipse">
            <a:avLst/>
          </a:prstGeom>
          <a:solidFill>
            <a:srgbClr val="6388BF"/>
          </a:solidFill>
          <a:ln w="12700">
            <a:miter lim="400000"/>
          </a:ln>
          <a:effectLst>
            <a:outerShdw sx="100000" sy="100000" kx="0" ky="0" algn="b" rotWithShape="0" blurRad="38100" dist="23000" dir="5400000">
              <a:srgbClr val="000000">
                <a:alpha val="35000"/>
              </a:srgbClr>
            </a:outerShdw>
          </a:effectLst>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492" name="Shape 1492"/>
          <p:cNvSpPr/>
          <p:nvPr/>
        </p:nvSpPr>
        <p:spPr>
          <a:xfrm>
            <a:off x="15375329" y="6974356"/>
            <a:ext cx="671551" cy="693266"/>
          </a:xfrm>
          <a:custGeom>
            <a:avLst/>
            <a:gdLst/>
            <a:ahLst/>
            <a:cxnLst>
              <a:cxn ang="0">
                <a:pos x="wd2" y="hd2"/>
              </a:cxn>
              <a:cxn ang="5400000">
                <a:pos x="wd2" y="hd2"/>
              </a:cxn>
              <a:cxn ang="10800000">
                <a:pos x="wd2" y="hd2"/>
              </a:cxn>
              <a:cxn ang="16200000">
                <a:pos x="wd2" y="hd2"/>
              </a:cxn>
            </a:cxnLst>
            <a:rect l="0" t="0" r="r" b="b"/>
            <a:pathLst>
              <a:path w="21423" h="21428" fill="norm" stroke="1" extrusionOk="0">
                <a:moveTo>
                  <a:pt x="21423" y="9963"/>
                </a:moveTo>
                <a:cubicBezTo>
                  <a:pt x="10977" y="516"/>
                  <a:pt x="10977" y="516"/>
                  <a:pt x="10977" y="516"/>
                </a:cubicBezTo>
                <a:cubicBezTo>
                  <a:pt x="10977" y="-172"/>
                  <a:pt x="10269" y="-172"/>
                  <a:pt x="9560" y="516"/>
                </a:cubicBezTo>
                <a:cubicBezTo>
                  <a:pt x="9560" y="516"/>
                  <a:pt x="9560" y="1204"/>
                  <a:pt x="9560" y="1846"/>
                </a:cubicBezTo>
                <a:cubicBezTo>
                  <a:pt x="19296" y="10605"/>
                  <a:pt x="19296" y="10605"/>
                  <a:pt x="19296" y="10605"/>
                </a:cubicBezTo>
                <a:cubicBezTo>
                  <a:pt x="9560" y="20098"/>
                  <a:pt x="9560" y="20098"/>
                  <a:pt x="9560" y="20098"/>
                </a:cubicBezTo>
                <a:cubicBezTo>
                  <a:pt x="9560" y="20740"/>
                  <a:pt x="9560" y="20740"/>
                  <a:pt x="9560" y="21428"/>
                </a:cubicBezTo>
                <a:cubicBezTo>
                  <a:pt x="10269" y="21428"/>
                  <a:pt x="10977" y="21428"/>
                  <a:pt x="10977" y="21428"/>
                </a:cubicBezTo>
                <a:cubicBezTo>
                  <a:pt x="21423" y="11293"/>
                  <a:pt x="21423" y="11293"/>
                  <a:pt x="21423" y="11293"/>
                </a:cubicBezTo>
                <a:cubicBezTo>
                  <a:pt x="21423" y="11293"/>
                  <a:pt x="21423" y="11293"/>
                  <a:pt x="21423" y="10605"/>
                </a:cubicBezTo>
                <a:cubicBezTo>
                  <a:pt x="21423" y="10605"/>
                  <a:pt x="21423" y="10605"/>
                  <a:pt x="21423" y="9963"/>
                </a:cubicBezTo>
                <a:close/>
                <a:moveTo>
                  <a:pt x="10269" y="10605"/>
                </a:moveTo>
                <a:cubicBezTo>
                  <a:pt x="10269" y="10605"/>
                  <a:pt x="10269" y="10605"/>
                  <a:pt x="10269" y="9963"/>
                </a:cubicBezTo>
                <a:cubicBezTo>
                  <a:pt x="1903" y="1846"/>
                  <a:pt x="1903" y="1846"/>
                  <a:pt x="1903" y="1846"/>
                </a:cubicBezTo>
                <a:cubicBezTo>
                  <a:pt x="1241" y="1846"/>
                  <a:pt x="532" y="1846"/>
                  <a:pt x="532" y="1846"/>
                </a:cubicBezTo>
                <a:cubicBezTo>
                  <a:pt x="-177" y="2534"/>
                  <a:pt x="-177" y="3222"/>
                  <a:pt x="532" y="3222"/>
                </a:cubicBezTo>
                <a:cubicBezTo>
                  <a:pt x="8189" y="10605"/>
                  <a:pt x="8189" y="10605"/>
                  <a:pt x="8189" y="10605"/>
                </a:cubicBezTo>
                <a:cubicBezTo>
                  <a:pt x="532" y="18034"/>
                  <a:pt x="532" y="18034"/>
                  <a:pt x="532" y="18034"/>
                </a:cubicBezTo>
                <a:cubicBezTo>
                  <a:pt x="-177" y="18722"/>
                  <a:pt x="-177" y="19410"/>
                  <a:pt x="532" y="19410"/>
                </a:cubicBezTo>
                <a:cubicBezTo>
                  <a:pt x="532" y="20098"/>
                  <a:pt x="1241" y="20098"/>
                  <a:pt x="1903" y="19410"/>
                </a:cubicBezTo>
                <a:cubicBezTo>
                  <a:pt x="10269" y="11293"/>
                  <a:pt x="10269" y="11293"/>
                  <a:pt x="10269" y="11293"/>
                </a:cubicBezTo>
                <a:cubicBezTo>
                  <a:pt x="10269" y="11293"/>
                  <a:pt x="10269" y="11293"/>
                  <a:pt x="10269" y="10605"/>
                </a:cubicBezTo>
                <a:close/>
              </a:path>
            </a:pathLst>
          </a:custGeom>
          <a:solidFill>
            <a:srgbClr val="FFFFF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493" name="Shape 1493"/>
          <p:cNvSpPr/>
          <p:nvPr/>
        </p:nvSpPr>
        <p:spPr>
          <a:xfrm>
            <a:off x="2830040" y="6899178"/>
            <a:ext cx="4692090" cy="57403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defRPr b="1" sz="3200">
                <a:latin typeface="Montserrat"/>
                <a:ea typeface="Montserrat"/>
                <a:cs typeface="Montserrat"/>
                <a:sym typeface="Montserrat"/>
              </a:defRPr>
            </a:lvl1pPr>
          </a:lstStyle>
          <a:p>
            <a:pPr/>
            <a:r>
              <a:t>Texto</a:t>
            </a:r>
          </a:p>
        </p:txBody>
      </p:sp>
      <p:sp>
        <p:nvSpPr>
          <p:cNvPr id="1494" name="Shape 1494"/>
          <p:cNvSpPr/>
          <p:nvPr/>
        </p:nvSpPr>
        <p:spPr>
          <a:xfrm>
            <a:off x="2830040" y="7584819"/>
            <a:ext cx="4692090" cy="134365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lnSpc>
                <a:spcPct val="120000"/>
              </a:lnSpc>
              <a:defRPr sz="2400">
                <a:latin typeface="Montserrat"/>
                <a:ea typeface="Montserrat"/>
                <a:cs typeface="Montserrat"/>
                <a:sym typeface="Montserrat"/>
              </a:defRPr>
            </a:lvl1pPr>
          </a:lstStyle>
          <a:p>
            <a:pPr/>
            <a:r>
              <a:t>Lorem ipsum dolor sit amet, consectetur adipiscing elit. Praesent molestie efficitur est,</a:t>
            </a:r>
          </a:p>
        </p:txBody>
      </p:sp>
      <p:sp>
        <p:nvSpPr>
          <p:cNvPr id="1495" name="Shape 1495"/>
          <p:cNvSpPr/>
          <p:nvPr/>
        </p:nvSpPr>
        <p:spPr>
          <a:xfrm>
            <a:off x="9839606" y="6899178"/>
            <a:ext cx="4692089" cy="57403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defRPr b="1" sz="3200">
                <a:latin typeface="Montserrat"/>
                <a:ea typeface="Montserrat"/>
                <a:cs typeface="Montserrat"/>
                <a:sym typeface="Montserrat"/>
              </a:defRPr>
            </a:lvl1pPr>
          </a:lstStyle>
          <a:p>
            <a:pPr/>
            <a:r>
              <a:t>Texto</a:t>
            </a:r>
          </a:p>
        </p:txBody>
      </p:sp>
      <p:sp>
        <p:nvSpPr>
          <p:cNvPr id="1496" name="Shape 1496"/>
          <p:cNvSpPr/>
          <p:nvPr/>
        </p:nvSpPr>
        <p:spPr>
          <a:xfrm>
            <a:off x="9839606" y="7584819"/>
            <a:ext cx="4692089" cy="134365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lnSpc>
                <a:spcPct val="120000"/>
              </a:lnSpc>
              <a:defRPr sz="2400">
                <a:latin typeface="Montserrat"/>
                <a:ea typeface="Montserrat"/>
                <a:cs typeface="Montserrat"/>
                <a:sym typeface="Montserrat"/>
              </a:defRPr>
            </a:lvl1pPr>
          </a:lstStyle>
          <a:p>
            <a:pPr/>
            <a:r>
              <a:t>Lorem ipsum dolor sit amet, consectetur adipiscing elit. Praesent molestie efficitur est,</a:t>
            </a:r>
          </a:p>
        </p:txBody>
      </p:sp>
      <p:sp>
        <p:nvSpPr>
          <p:cNvPr id="1497" name="Shape 1497"/>
          <p:cNvSpPr/>
          <p:nvPr/>
        </p:nvSpPr>
        <p:spPr>
          <a:xfrm>
            <a:off x="16850005" y="6899178"/>
            <a:ext cx="4692089" cy="57403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defRPr b="1" sz="3200">
                <a:latin typeface="Montserrat"/>
                <a:ea typeface="Montserrat"/>
                <a:cs typeface="Montserrat"/>
                <a:sym typeface="Montserrat"/>
              </a:defRPr>
            </a:lvl1pPr>
          </a:lstStyle>
          <a:p>
            <a:pPr/>
            <a:r>
              <a:t>Texto</a:t>
            </a:r>
          </a:p>
        </p:txBody>
      </p:sp>
      <p:sp>
        <p:nvSpPr>
          <p:cNvPr id="1498" name="Shape 1498"/>
          <p:cNvSpPr/>
          <p:nvPr/>
        </p:nvSpPr>
        <p:spPr>
          <a:xfrm>
            <a:off x="16850005" y="7584819"/>
            <a:ext cx="4692089" cy="134365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lnSpc>
                <a:spcPct val="120000"/>
              </a:lnSpc>
              <a:defRPr sz="2400">
                <a:latin typeface="Montserrat"/>
                <a:ea typeface="Montserrat"/>
                <a:cs typeface="Montserrat"/>
                <a:sym typeface="Montserrat"/>
              </a:defRPr>
            </a:lvl1pPr>
          </a:lstStyle>
          <a:p>
            <a:pPr/>
            <a:r>
              <a:t>Lorem ipsum dolor sit amet, consectetur adipiscing elit. Praesent molestie efficitur est,</a:t>
            </a:r>
          </a:p>
        </p:txBody>
      </p:sp>
      <p:sp>
        <p:nvSpPr>
          <p:cNvPr id="1499" name="Shape 1499"/>
          <p:cNvSpPr/>
          <p:nvPr/>
        </p:nvSpPr>
        <p:spPr>
          <a:xfrm>
            <a:off x="2830040" y="5883514"/>
            <a:ext cx="4692090" cy="100583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defRPr b="1" sz="6000">
                <a:latin typeface="Montserrat"/>
                <a:ea typeface="Montserrat"/>
                <a:cs typeface="Montserrat"/>
                <a:sym typeface="Montserrat"/>
              </a:defRPr>
            </a:lvl1pPr>
          </a:lstStyle>
          <a:p>
            <a:pPr/>
            <a:r>
              <a:t>Texto</a:t>
            </a:r>
          </a:p>
        </p:txBody>
      </p:sp>
      <p:sp>
        <p:nvSpPr>
          <p:cNvPr id="1500" name="Shape 1500"/>
          <p:cNvSpPr/>
          <p:nvPr/>
        </p:nvSpPr>
        <p:spPr>
          <a:xfrm>
            <a:off x="9839606" y="5883514"/>
            <a:ext cx="4692089" cy="100583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defRPr b="1" sz="6000">
                <a:latin typeface="Montserrat"/>
                <a:ea typeface="Montserrat"/>
                <a:cs typeface="Montserrat"/>
                <a:sym typeface="Montserrat"/>
              </a:defRPr>
            </a:lvl1pPr>
          </a:lstStyle>
          <a:p>
            <a:pPr/>
            <a:r>
              <a:t>Texto</a:t>
            </a:r>
          </a:p>
        </p:txBody>
      </p:sp>
      <p:sp>
        <p:nvSpPr>
          <p:cNvPr id="1501" name="Shape 1501"/>
          <p:cNvSpPr/>
          <p:nvPr/>
        </p:nvSpPr>
        <p:spPr>
          <a:xfrm>
            <a:off x="16850005" y="5883514"/>
            <a:ext cx="4692089" cy="1005839"/>
          </a:xfrm>
          <a:prstGeom prst="rect">
            <a:avLst/>
          </a:prstGeom>
          <a:ln w="12700">
            <a:miter lim="400000"/>
          </a:ln>
          <a:extLst>
            <a:ext uri="{C572A759-6A51-4108-AA02-DFA0A04FC94B}">
              <ma14:wrappingTextBoxFlag xmlns:ma14="http://schemas.microsoft.com/office/mac/drawingml/2011/main" val="1"/>
            </a:ext>
          </a:extLst>
        </p:spPr>
        <p:txBody>
          <a:bodyPr lIns="45718" tIns="45718" rIns="45718" bIns="45718">
            <a:spAutoFit/>
          </a:bodyPr>
          <a:lstStyle>
            <a:lvl1pPr defTabSz="1828432">
              <a:defRPr b="1" sz="6000">
                <a:latin typeface="Montserrat"/>
                <a:ea typeface="Montserrat"/>
                <a:cs typeface="Montserrat"/>
                <a:sym typeface="Montserrat"/>
              </a:defRPr>
            </a:lvl1pPr>
          </a:lstStyle>
          <a:p>
            <a:pPr/>
            <a:r>
              <a:t>Texto</a:t>
            </a:r>
          </a:p>
        </p:txBody>
      </p:sp>
      <p:sp>
        <p:nvSpPr>
          <p:cNvPr id="1502" name="Shape 1502"/>
          <p:cNvSpPr/>
          <p:nvPr/>
        </p:nvSpPr>
        <p:spPr>
          <a:xfrm>
            <a:off x="11061533" y="4069655"/>
            <a:ext cx="2554774" cy="1813861"/>
          </a:xfrm>
          <a:prstGeom prst="rect">
            <a:avLst/>
          </a:prstGeom>
          <a:solidFill>
            <a:srgbClr val="FFFFFF"/>
          </a:solidFill>
          <a:ln w="12700">
            <a:miter lim="400000"/>
          </a:ln>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503" name="Shape 1503"/>
          <p:cNvSpPr/>
          <p:nvPr/>
        </p:nvSpPr>
        <p:spPr>
          <a:xfrm>
            <a:off x="11752263" y="4312977"/>
            <a:ext cx="1349635" cy="1253980"/>
          </a:xfrm>
          <a:custGeom>
            <a:avLst/>
            <a:gdLst/>
            <a:ahLst/>
            <a:cxnLst>
              <a:cxn ang="0">
                <a:pos x="wd2" y="hd2"/>
              </a:cxn>
              <a:cxn ang="5400000">
                <a:pos x="wd2" y="hd2"/>
              </a:cxn>
              <a:cxn ang="10800000">
                <a:pos x="wd2" y="hd2"/>
              </a:cxn>
              <a:cxn ang="16200000">
                <a:pos x="wd2" y="hd2"/>
              </a:cxn>
            </a:cxnLst>
            <a:rect l="0" t="0" r="r" b="b"/>
            <a:pathLst>
              <a:path w="21348" h="17053" fill="norm" stroke="1" extrusionOk="0">
                <a:moveTo>
                  <a:pt x="20740" y="3005"/>
                </a:moveTo>
                <a:cubicBezTo>
                  <a:pt x="7216" y="7674"/>
                  <a:pt x="12712" y="-4547"/>
                  <a:pt x="2103" y="1949"/>
                </a:cubicBezTo>
                <a:cubicBezTo>
                  <a:pt x="0" y="2680"/>
                  <a:pt x="0" y="2680"/>
                  <a:pt x="0" y="2680"/>
                </a:cubicBezTo>
                <a:cubicBezTo>
                  <a:pt x="4205" y="17053"/>
                  <a:pt x="4205" y="17053"/>
                  <a:pt x="4205" y="17053"/>
                </a:cubicBezTo>
                <a:cubicBezTo>
                  <a:pt x="6738" y="17053"/>
                  <a:pt x="6738" y="17053"/>
                  <a:pt x="6738" y="17053"/>
                </a:cubicBezTo>
                <a:cubicBezTo>
                  <a:pt x="4635" y="9867"/>
                  <a:pt x="4635" y="9867"/>
                  <a:pt x="4635" y="9867"/>
                </a:cubicBezTo>
                <a:cubicBezTo>
                  <a:pt x="14002" y="3370"/>
                  <a:pt x="10179" y="17053"/>
                  <a:pt x="21170" y="3370"/>
                </a:cubicBezTo>
                <a:cubicBezTo>
                  <a:pt x="21600" y="3370"/>
                  <a:pt x="21170" y="3005"/>
                  <a:pt x="20740" y="3005"/>
                </a:cubicBezTo>
              </a:path>
            </a:pathLst>
          </a:custGeom>
          <a:solidFill>
            <a:srgbClr val="82D1F1"/>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504" name="Shape 1504"/>
          <p:cNvSpPr/>
          <p:nvPr/>
        </p:nvSpPr>
        <p:spPr>
          <a:xfrm>
            <a:off x="3898732" y="4069655"/>
            <a:ext cx="2554774" cy="1813861"/>
          </a:xfrm>
          <a:prstGeom prst="rect">
            <a:avLst/>
          </a:prstGeom>
          <a:solidFill>
            <a:srgbClr val="FFFFFF"/>
          </a:solidFill>
          <a:ln w="12700">
            <a:miter lim="400000"/>
          </a:ln>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505" name="Shape 1505"/>
          <p:cNvSpPr/>
          <p:nvPr/>
        </p:nvSpPr>
        <p:spPr>
          <a:xfrm>
            <a:off x="18035657" y="3993455"/>
            <a:ext cx="2322522" cy="1813861"/>
          </a:xfrm>
          <a:prstGeom prst="rect">
            <a:avLst/>
          </a:prstGeom>
          <a:solidFill>
            <a:srgbClr val="FFFFFF"/>
          </a:solidFill>
          <a:ln w="12700">
            <a:miter lim="400000"/>
          </a:ln>
        </p:spPr>
        <p:txBody>
          <a:bodyPr lIns="45718" tIns="45718" rIns="45718" bIns="45718" anchor="ctr"/>
          <a:lstStyle/>
          <a:p>
            <a:pPr defTabSz="1828432">
              <a:defRPr sz="3600">
                <a:solidFill>
                  <a:srgbClr val="FFFFFF"/>
                </a:solidFill>
                <a:latin typeface="Lato Light"/>
                <a:ea typeface="Lato Light"/>
                <a:cs typeface="Lato Light"/>
                <a:sym typeface="Lato Light"/>
              </a:defRPr>
            </a:pPr>
          </a:p>
        </p:txBody>
      </p:sp>
      <p:sp>
        <p:nvSpPr>
          <p:cNvPr id="1506" name="Shape 1506"/>
          <p:cNvSpPr/>
          <p:nvPr/>
        </p:nvSpPr>
        <p:spPr>
          <a:xfrm>
            <a:off x="4453579" y="4269880"/>
            <a:ext cx="1446502" cy="1296850"/>
          </a:xfrm>
          <a:custGeom>
            <a:avLst/>
            <a:gdLst/>
            <a:ahLst/>
            <a:cxnLst>
              <a:cxn ang="0">
                <a:pos x="wd2" y="hd2"/>
              </a:cxn>
              <a:cxn ang="5400000">
                <a:pos x="wd2" y="hd2"/>
              </a:cxn>
              <a:cxn ang="10800000">
                <a:pos x="wd2" y="hd2"/>
              </a:cxn>
              <a:cxn ang="16200000">
                <a:pos x="wd2" y="hd2"/>
              </a:cxn>
            </a:cxnLst>
            <a:rect l="0" t="0" r="r" b="b"/>
            <a:pathLst>
              <a:path w="21106" h="21375" fill="norm" stroke="1" extrusionOk="0">
                <a:moveTo>
                  <a:pt x="20929" y="11051"/>
                </a:moveTo>
                <a:cubicBezTo>
                  <a:pt x="11350" y="675"/>
                  <a:pt x="11350" y="675"/>
                  <a:pt x="11350" y="675"/>
                </a:cubicBezTo>
                <a:cubicBezTo>
                  <a:pt x="10928" y="-225"/>
                  <a:pt x="10129" y="-225"/>
                  <a:pt x="9707" y="675"/>
                </a:cubicBezTo>
                <a:cubicBezTo>
                  <a:pt x="175" y="11051"/>
                  <a:pt x="175" y="11051"/>
                  <a:pt x="175" y="11051"/>
                </a:cubicBezTo>
                <a:cubicBezTo>
                  <a:pt x="-248" y="11475"/>
                  <a:pt x="175" y="11951"/>
                  <a:pt x="597" y="11951"/>
                </a:cubicBezTo>
                <a:cubicBezTo>
                  <a:pt x="2663" y="11951"/>
                  <a:pt x="2663" y="11951"/>
                  <a:pt x="2663" y="11951"/>
                </a:cubicBezTo>
                <a:cubicBezTo>
                  <a:pt x="2663" y="20422"/>
                  <a:pt x="2663" y="20422"/>
                  <a:pt x="2663" y="20422"/>
                </a:cubicBezTo>
                <a:cubicBezTo>
                  <a:pt x="2663" y="20899"/>
                  <a:pt x="2663" y="21375"/>
                  <a:pt x="3462" y="21375"/>
                </a:cubicBezTo>
                <a:cubicBezTo>
                  <a:pt x="8063" y="21375"/>
                  <a:pt x="8063" y="21375"/>
                  <a:pt x="8063" y="21375"/>
                </a:cubicBezTo>
                <a:cubicBezTo>
                  <a:pt x="8063" y="12904"/>
                  <a:pt x="8063" y="12904"/>
                  <a:pt x="8063" y="12904"/>
                </a:cubicBezTo>
                <a:cubicBezTo>
                  <a:pt x="13041" y="12904"/>
                  <a:pt x="13041" y="12904"/>
                  <a:pt x="13041" y="12904"/>
                </a:cubicBezTo>
                <a:cubicBezTo>
                  <a:pt x="13041" y="21375"/>
                  <a:pt x="13041" y="21375"/>
                  <a:pt x="13041" y="21375"/>
                </a:cubicBezTo>
                <a:cubicBezTo>
                  <a:pt x="17642" y="21375"/>
                  <a:pt x="17642" y="21375"/>
                  <a:pt x="17642" y="21375"/>
                </a:cubicBezTo>
                <a:cubicBezTo>
                  <a:pt x="18441" y="21375"/>
                  <a:pt x="18441" y="20899"/>
                  <a:pt x="18441" y="20422"/>
                </a:cubicBezTo>
                <a:cubicBezTo>
                  <a:pt x="18441" y="11951"/>
                  <a:pt x="18441" y="11951"/>
                  <a:pt x="18441" y="11951"/>
                </a:cubicBezTo>
                <a:cubicBezTo>
                  <a:pt x="20554" y="11951"/>
                  <a:pt x="20554" y="11951"/>
                  <a:pt x="20554" y="11951"/>
                </a:cubicBezTo>
                <a:cubicBezTo>
                  <a:pt x="20929" y="11951"/>
                  <a:pt x="21352" y="11475"/>
                  <a:pt x="20929" y="11051"/>
                </a:cubicBezTo>
              </a:path>
            </a:pathLst>
          </a:custGeom>
          <a:solidFill>
            <a:srgbClr val="82D1F1"/>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507" name="Shape 1507"/>
          <p:cNvSpPr/>
          <p:nvPr/>
        </p:nvSpPr>
        <p:spPr>
          <a:xfrm>
            <a:off x="18434493" y="4373583"/>
            <a:ext cx="1321220" cy="13632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92" y="15790"/>
                </a:moveTo>
                <a:cubicBezTo>
                  <a:pt x="12092" y="14150"/>
                  <a:pt x="13409" y="13260"/>
                  <a:pt x="15603" y="12042"/>
                </a:cubicBezTo>
                <a:cubicBezTo>
                  <a:pt x="18187" y="10355"/>
                  <a:pt x="21600" y="8293"/>
                  <a:pt x="21600" y="3327"/>
                </a:cubicBezTo>
                <a:cubicBezTo>
                  <a:pt x="21600" y="2905"/>
                  <a:pt x="21161" y="2483"/>
                  <a:pt x="20771" y="2483"/>
                </a:cubicBezTo>
                <a:cubicBezTo>
                  <a:pt x="16870" y="2483"/>
                  <a:pt x="16870" y="2483"/>
                  <a:pt x="16870" y="2483"/>
                </a:cubicBezTo>
                <a:cubicBezTo>
                  <a:pt x="15993" y="1265"/>
                  <a:pt x="14286" y="0"/>
                  <a:pt x="10824" y="0"/>
                </a:cubicBezTo>
                <a:cubicBezTo>
                  <a:pt x="7363" y="0"/>
                  <a:pt x="5656" y="1265"/>
                  <a:pt x="4778" y="2483"/>
                </a:cubicBezTo>
                <a:cubicBezTo>
                  <a:pt x="878" y="2483"/>
                  <a:pt x="878" y="2483"/>
                  <a:pt x="878" y="2483"/>
                </a:cubicBezTo>
                <a:cubicBezTo>
                  <a:pt x="439" y="2483"/>
                  <a:pt x="0" y="2905"/>
                  <a:pt x="0" y="3327"/>
                </a:cubicBezTo>
                <a:cubicBezTo>
                  <a:pt x="0" y="8293"/>
                  <a:pt x="3023" y="10355"/>
                  <a:pt x="6046" y="12042"/>
                </a:cubicBezTo>
                <a:cubicBezTo>
                  <a:pt x="8240" y="13260"/>
                  <a:pt x="9508" y="14150"/>
                  <a:pt x="9508" y="15790"/>
                </a:cubicBezTo>
                <a:cubicBezTo>
                  <a:pt x="9508" y="17430"/>
                  <a:pt x="9508" y="17430"/>
                  <a:pt x="9508" y="17430"/>
                </a:cubicBezTo>
                <a:cubicBezTo>
                  <a:pt x="6924" y="17852"/>
                  <a:pt x="5217" y="18695"/>
                  <a:pt x="5217" y="19492"/>
                </a:cubicBezTo>
                <a:cubicBezTo>
                  <a:pt x="5217" y="20757"/>
                  <a:pt x="7801" y="21600"/>
                  <a:pt x="10824" y="21600"/>
                </a:cubicBezTo>
                <a:cubicBezTo>
                  <a:pt x="13799" y="21600"/>
                  <a:pt x="15993" y="20757"/>
                  <a:pt x="15993" y="19492"/>
                </a:cubicBezTo>
                <a:cubicBezTo>
                  <a:pt x="15993" y="18695"/>
                  <a:pt x="14725" y="17852"/>
                  <a:pt x="12092" y="17430"/>
                </a:cubicBezTo>
                <a:lnTo>
                  <a:pt x="12092" y="15790"/>
                </a:lnTo>
                <a:close/>
                <a:moveTo>
                  <a:pt x="15603" y="9933"/>
                </a:moveTo>
                <a:cubicBezTo>
                  <a:pt x="16432" y="8715"/>
                  <a:pt x="16870" y="6653"/>
                  <a:pt x="16870" y="4170"/>
                </a:cubicBezTo>
                <a:cubicBezTo>
                  <a:pt x="19893" y="4170"/>
                  <a:pt x="19893" y="4170"/>
                  <a:pt x="19893" y="4170"/>
                </a:cubicBezTo>
                <a:cubicBezTo>
                  <a:pt x="19455" y="7075"/>
                  <a:pt x="17748" y="8715"/>
                  <a:pt x="15603" y="9933"/>
                </a:cubicBezTo>
                <a:close/>
                <a:moveTo>
                  <a:pt x="10824" y="1687"/>
                </a:moveTo>
                <a:cubicBezTo>
                  <a:pt x="14286" y="1687"/>
                  <a:pt x="15603" y="2905"/>
                  <a:pt x="15603" y="3327"/>
                </a:cubicBezTo>
                <a:cubicBezTo>
                  <a:pt x="15603" y="3748"/>
                  <a:pt x="14286" y="4967"/>
                  <a:pt x="10824" y="5388"/>
                </a:cubicBezTo>
                <a:cubicBezTo>
                  <a:pt x="7363" y="4967"/>
                  <a:pt x="6046" y="3748"/>
                  <a:pt x="6046" y="3327"/>
                </a:cubicBezTo>
                <a:cubicBezTo>
                  <a:pt x="6046" y="2905"/>
                  <a:pt x="7363" y="1687"/>
                  <a:pt x="10824" y="1687"/>
                </a:cubicBezTo>
                <a:close/>
                <a:moveTo>
                  <a:pt x="1755" y="4170"/>
                </a:moveTo>
                <a:cubicBezTo>
                  <a:pt x="4778" y="4170"/>
                  <a:pt x="4778" y="4170"/>
                  <a:pt x="4778" y="4170"/>
                </a:cubicBezTo>
                <a:cubicBezTo>
                  <a:pt x="4778" y="6653"/>
                  <a:pt x="5217" y="8715"/>
                  <a:pt x="6046" y="9933"/>
                </a:cubicBezTo>
                <a:cubicBezTo>
                  <a:pt x="3901" y="8715"/>
                  <a:pt x="1755" y="7075"/>
                  <a:pt x="1755" y="4170"/>
                </a:cubicBezTo>
                <a:close/>
              </a:path>
            </a:pathLst>
          </a:custGeom>
          <a:solidFill>
            <a:srgbClr val="82D1F1"/>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Tree>
  </p:cSld>
  <p:clrMapOvr>
    <a:masterClrMapping/>
  </p:clrMapOvr>
  <p:transition xmlns:p14="http://schemas.microsoft.com/office/powerpoint/2010/main" spd="med" advClick="1" p14:dur="1000"/>
</p:sld>
</file>

<file path=ppt/slides/slide6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509" name="Shape 1509"/>
          <p:cNvSpPr/>
          <p:nvPr/>
        </p:nvSpPr>
        <p:spPr>
          <a:xfrm>
            <a:off x="303300" y="385686"/>
            <a:ext cx="557847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 de Marketing</a:t>
            </a:r>
          </a:p>
        </p:txBody>
      </p:sp>
      <p:sp>
        <p:nvSpPr>
          <p:cNvPr id="1510" name="Shape 1510"/>
          <p:cNvSpPr/>
          <p:nvPr/>
        </p:nvSpPr>
        <p:spPr>
          <a:xfrm>
            <a:off x="1634096" y="7857002"/>
            <a:ext cx="4706911" cy="2806455"/>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914400">
              <a:lnSpc>
                <a:spcPct val="150000"/>
              </a:lnSpc>
              <a:defRPr sz="23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Texto</a:t>
            </a:r>
            <a:endParaRPr>
              <a:solidFill>
                <a:srgbClr val="595959"/>
              </a:solidFill>
              <a:latin typeface="Raleway SemiBold"/>
              <a:ea typeface="Raleway SemiBold"/>
              <a:cs typeface="Raleway SemiBold"/>
              <a:sym typeface="Raleway SemiBold"/>
            </a:endParaRPr>
          </a:p>
          <a:p>
            <a:pPr defTabSz="914400">
              <a:defRPr sz="2300">
                <a:latin typeface="Raleway Regular"/>
                <a:ea typeface="Raleway Regular"/>
                <a:cs typeface="Raleway Regular"/>
                <a:sym typeface="Raleway Regular"/>
              </a:defRPr>
            </a:pPr>
            <a:r>
              <a:rPr>
                <a:solidFill>
                  <a:srgbClr val="595959"/>
                </a:solidFill>
              </a:rPr>
              <a:t>Descripción</a:t>
            </a:r>
          </a:p>
        </p:txBody>
      </p:sp>
      <p:sp>
        <p:nvSpPr>
          <p:cNvPr id="1511" name="Shape 1511"/>
          <p:cNvSpPr/>
          <p:nvPr/>
        </p:nvSpPr>
        <p:spPr>
          <a:xfrm>
            <a:off x="6938606" y="7857002"/>
            <a:ext cx="4706912" cy="2806455"/>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914400">
              <a:lnSpc>
                <a:spcPct val="150000"/>
              </a:lnSpc>
              <a:defRPr sz="23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Texto</a:t>
            </a:r>
            <a:endParaRPr>
              <a:solidFill>
                <a:srgbClr val="595959"/>
              </a:solidFill>
              <a:latin typeface="Raleway SemiBold"/>
              <a:ea typeface="Raleway SemiBold"/>
              <a:cs typeface="Raleway SemiBold"/>
              <a:sym typeface="Raleway SemiBold"/>
            </a:endParaRPr>
          </a:p>
          <a:p>
            <a:pPr defTabSz="914400">
              <a:defRPr sz="2300">
                <a:latin typeface="Raleway Regular"/>
                <a:ea typeface="Raleway Regular"/>
                <a:cs typeface="Raleway Regular"/>
                <a:sym typeface="Raleway Regular"/>
              </a:defRPr>
            </a:pPr>
            <a:r>
              <a:rPr>
                <a:solidFill>
                  <a:srgbClr val="595959"/>
                </a:solidFill>
              </a:rPr>
              <a:t>Descripción</a:t>
            </a:r>
          </a:p>
        </p:txBody>
      </p:sp>
      <p:sp>
        <p:nvSpPr>
          <p:cNvPr id="1512" name="Shape 1512"/>
          <p:cNvSpPr/>
          <p:nvPr/>
        </p:nvSpPr>
        <p:spPr>
          <a:xfrm>
            <a:off x="12190852" y="7857002"/>
            <a:ext cx="4706911" cy="2806455"/>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914400">
              <a:lnSpc>
                <a:spcPct val="150000"/>
              </a:lnSpc>
              <a:defRPr sz="23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Texto</a:t>
            </a:r>
            <a:endParaRPr>
              <a:solidFill>
                <a:srgbClr val="595959"/>
              </a:solidFill>
              <a:latin typeface="Raleway SemiBold"/>
              <a:ea typeface="Raleway SemiBold"/>
              <a:cs typeface="Raleway SemiBold"/>
              <a:sym typeface="Raleway SemiBold"/>
            </a:endParaRPr>
          </a:p>
          <a:p>
            <a:pPr defTabSz="914400">
              <a:defRPr sz="2300">
                <a:latin typeface="Raleway Regular"/>
                <a:ea typeface="Raleway Regular"/>
                <a:cs typeface="Raleway Regular"/>
                <a:sym typeface="Raleway Regular"/>
              </a:defRPr>
            </a:pPr>
            <a:r>
              <a:rPr>
                <a:solidFill>
                  <a:srgbClr val="595959"/>
                </a:solidFill>
              </a:rPr>
              <a:t>Descripción</a:t>
            </a:r>
          </a:p>
        </p:txBody>
      </p:sp>
      <p:sp>
        <p:nvSpPr>
          <p:cNvPr id="1513" name="Shape 1513"/>
          <p:cNvSpPr/>
          <p:nvPr/>
        </p:nvSpPr>
        <p:spPr>
          <a:xfrm>
            <a:off x="17493084" y="7857002"/>
            <a:ext cx="4706911" cy="2806455"/>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914400">
              <a:lnSpc>
                <a:spcPct val="150000"/>
              </a:lnSpc>
              <a:defRPr sz="23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Texto</a:t>
            </a:r>
            <a:endParaRPr>
              <a:solidFill>
                <a:srgbClr val="595959"/>
              </a:solidFill>
              <a:latin typeface="Raleway SemiBold"/>
              <a:ea typeface="Raleway SemiBold"/>
              <a:cs typeface="Raleway SemiBold"/>
              <a:sym typeface="Raleway SemiBold"/>
            </a:endParaRPr>
          </a:p>
          <a:p>
            <a:pPr defTabSz="914400">
              <a:defRPr sz="2300">
                <a:latin typeface="Raleway Regular"/>
                <a:ea typeface="Raleway Regular"/>
                <a:cs typeface="Raleway Regular"/>
                <a:sym typeface="Raleway Regular"/>
              </a:defRPr>
            </a:pPr>
            <a:r>
              <a:rPr>
                <a:solidFill>
                  <a:srgbClr val="595959"/>
                </a:solidFill>
              </a:rPr>
              <a:t>Descripción</a:t>
            </a:r>
          </a:p>
        </p:txBody>
      </p:sp>
      <p:sp>
        <p:nvSpPr>
          <p:cNvPr id="1514" name="Shape 1514"/>
          <p:cNvSpPr/>
          <p:nvPr/>
        </p:nvSpPr>
        <p:spPr>
          <a:xfrm>
            <a:off x="2484433" y="4050176"/>
            <a:ext cx="3952575" cy="33726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23"/>
                </a:moveTo>
                <a:lnTo>
                  <a:pt x="12190" y="0"/>
                </a:lnTo>
                <a:lnTo>
                  <a:pt x="12190" y="3144"/>
                </a:lnTo>
                <a:lnTo>
                  <a:pt x="0" y="3144"/>
                </a:lnTo>
                <a:lnTo>
                  <a:pt x="0" y="18456"/>
                </a:lnTo>
                <a:lnTo>
                  <a:pt x="12190" y="18456"/>
                </a:lnTo>
                <a:lnTo>
                  <a:pt x="12190" y="21600"/>
                </a:lnTo>
                <a:lnTo>
                  <a:pt x="21600" y="10823"/>
                </a:lnTo>
                <a:close/>
              </a:path>
            </a:pathLst>
          </a:custGeom>
          <a:solidFill>
            <a:srgbClr val="397ECA"/>
          </a:solidFill>
          <a:ln w="12700">
            <a:miter lim="400000"/>
          </a:ln>
        </p:spPr>
        <p:txBody>
          <a:bodyPr lIns="45719" rIns="45719"/>
          <a:lstStyle/>
          <a:p>
            <a:pPr algn="l" defTabSz="914400">
              <a:defRPr sz="1800">
                <a:latin typeface="Calibri"/>
                <a:ea typeface="Calibri"/>
                <a:cs typeface="Calibri"/>
                <a:sym typeface="Calibri"/>
              </a:defRPr>
            </a:pPr>
          </a:p>
        </p:txBody>
      </p:sp>
      <p:sp>
        <p:nvSpPr>
          <p:cNvPr id="1515" name="Shape 1515"/>
          <p:cNvSpPr/>
          <p:nvPr/>
        </p:nvSpPr>
        <p:spPr>
          <a:xfrm>
            <a:off x="1538093" y="4822191"/>
            <a:ext cx="1878452" cy="1924705"/>
          </a:xfrm>
          <a:prstGeom prst="ellipse">
            <a:avLst/>
          </a:prstGeom>
          <a:solidFill>
            <a:srgbClr val="1B6AA5"/>
          </a:solidFill>
          <a:ln w="12700">
            <a:miter lim="400000"/>
          </a:ln>
        </p:spPr>
        <p:txBody>
          <a:bodyPr lIns="45719" rIns="45719"/>
          <a:lstStyle/>
          <a:p>
            <a:pPr algn="l" defTabSz="914400">
              <a:defRPr sz="1800">
                <a:latin typeface="Calibri"/>
                <a:ea typeface="Calibri"/>
                <a:cs typeface="Calibri"/>
                <a:sym typeface="Calibri"/>
              </a:defRPr>
            </a:pPr>
          </a:p>
        </p:txBody>
      </p:sp>
      <p:sp>
        <p:nvSpPr>
          <p:cNvPr id="1516" name="Shape 1516"/>
          <p:cNvSpPr/>
          <p:nvPr/>
        </p:nvSpPr>
        <p:spPr>
          <a:xfrm>
            <a:off x="7785388" y="4050176"/>
            <a:ext cx="3956134" cy="33726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23"/>
                </a:moveTo>
                <a:lnTo>
                  <a:pt x="12199" y="0"/>
                </a:lnTo>
                <a:lnTo>
                  <a:pt x="12199" y="3144"/>
                </a:lnTo>
                <a:lnTo>
                  <a:pt x="0" y="3144"/>
                </a:lnTo>
                <a:lnTo>
                  <a:pt x="0" y="18456"/>
                </a:lnTo>
                <a:lnTo>
                  <a:pt x="12199" y="18456"/>
                </a:lnTo>
                <a:lnTo>
                  <a:pt x="12199" y="21600"/>
                </a:lnTo>
                <a:lnTo>
                  <a:pt x="21600" y="10823"/>
                </a:lnTo>
                <a:close/>
              </a:path>
            </a:pathLst>
          </a:custGeom>
          <a:solidFill>
            <a:srgbClr val="029FDC"/>
          </a:solidFill>
          <a:ln w="12700">
            <a:miter lim="400000"/>
          </a:ln>
        </p:spPr>
        <p:txBody>
          <a:bodyPr lIns="45719" rIns="45719"/>
          <a:lstStyle/>
          <a:p>
            <a:pPr algn="l" defTabSz="914400">
              <a:defRPr sz="1800">
                <a:latin typeface="Calibri"/>
                <a:ea typeface="Calibri"/>
                <a:cs typeface="Calibri"/>
                <a:sym typeface="Calibri"/>
              </a:defRPr>
            </a:pPr>
          </a:p>
        </p:txBody>
      </p:sp>
      <p:sp>
        <p:nvSpPr>
          <p:cNvPr id="1517" name="Shape 1517"/>
          <p:cNvSpPr/>
          <p:nvPr/>
        </p:nvSpPr>
        <p:spPr>
          <a:xfrm>
            <a:off x="6842604" y="4822191"/>
            <a:ext cx="1874898" cy="1924705"/>
          </a:xfrm>
          <a:prstGeom prst="ellipse">
            <a:avLst/>
          </a:prstGeom>
          <a:solidFill>
            <a:srgbClr val="397ECA"/>
          </a:solidFill>
          <a:ln w="12700">
            <a:miter lim="400000"/>
          </a:ln>
        </p:spPr>
        <p:txBody>
          <a:bodyPr lIns="45719" rIns="45719"/>
          <a:lstStyle/>
          <a:p>
            <a:pPr algn="l" defTabSz="914400">
              <a:defRPr sz="1800">
                <a:latin typeface="Calibri"/>
                <a:ea typeface="Calibri"/>
                <a:cs typeface="Calibri"/>
                <a:sym typeface="Calibri"/>
              </a:defRPr>
            </a:pPr>
          </a:p>
        </p:txBody>
      </p:sp>
      <p:sp>
        <p:nvSpPr>
          <p:cNvPr id="1518" name="Shape 1518"/>
          <p:cNvSpPr/>
          <p:nvPr/>
        </p:nvSpPr>
        <p:spPr>
          <a:xfrm>
            <a:off x="18341644" y="4050176"/>
            <a:ext cx="3952575" cy="33726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23"/>
                </a:moveTo>
                <a:lnTo>
                  <a:pt x="12210" y="0"/>
                </a:lnTo>
                <a:lnTo>
                  <a:pt x="12210" y="3144"/>
                </a:lnTo>
                <a:lnTo>
                  <a:pt x="0" y="3144"/>
                </a:lnTo>
                <a:lnTo>
                  <a:pt x="0" y="18456"/>
                </a:lnTo>
                <a:lnTo>
                  <a:pt x="12210" y="18456"/>
                </a:lnTo>
                <a:lnTo>
                  <a:pt x="12210" y="21600"/>
                </a:lnTo>
                <a:lnTo>
                  <a:pt x="21600" y="10823"/>
                </a:lnTo>
                <a:close/>
              </a:path>
            </a:pathLst>
          </a:custGeom>
          <a:solidFill>
            <a:srgbClr val="B4E6F1"/>
          </a:solidFill>
          <a:ln w="12700">
            <a:miter lim="400000"/>
          </a:ln>
        </p:spPr>
        <p:txBody>
          <a:bodyPr lIns="45719" rIns="45719"/>
          <a:lstStyle/>
          <a:p>
            <a:pPr algn="l" defTabSz="914400">
              <a:defRPr sz="1800">
                <a:latin typeface="Calibri"/>
                <a:ea typeface="Calibri"/>
                <a:cs typeface="Calibri"/>
                <a:sym typeface="Calibri"/>
              </a:defRPr>
            </a:pPr>
          </a:p>
        </p:txBody>
      </p:sp>
      <p:sp>
        <p:nvSpPr>
          <p:cNvPr id="1519" name="Shape 1519"/>
          <p:cNvSpPr/>
          <p:nvPr/>
        </p:nvSpPr>
        <p:spPr>
          <a:xfrm>
            <a:off x="17398860" y="4822191"/>
            <a:ext cx="1871339" cy="1924705"/>
          </a:xfrm>
          <a:prstGeom prst="ellipse">
            <a:avLst/>
          </a:prstGeom>
          <a:solidFill>
            <a:srgbClr val="66B3E0"/>
          </a:solidFill>
          <a:ln w="12700">
            <a:miter lim="400000"/>
          </a:ln>
        </p:spPr>
        <p:txBody>
          <a:bodyPr lIns="45719" rIns="45719"/>
          <a:lstStyle/>
          <a:p>
            <a:pPr algn="l" defTabSz="914400">
              <a:defRPr sz="1800">
                <a:latin typeface="Calibri"/>
                <a:ea typeface="Calibri"/>
                <a:cs typeface="Calibri"/>
                <a:sym typeface="Calibri"/>
              </a:defRPr>
            </a:pPr>
          </a:p>
        </p:txBody>
      </p:sp>
      <p:sp>
        <p:nvSpPr>
          <p:cNvPr id="1520" name="Shape 1520"/>
          <p:cNvSpPr/>
          <p:nvPr/>
        </p:nvSpPr>
        <p:spPr>
          <a:xfrm>
            <a:off x="13046526" y="4050176"/>
            <a:ext cx="3949019" cy="33726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23"/>
                </a:moveTo>
                <a:lnTo>
                  <a:pt x="12201" y="0"/>
                </a:lnTo>
                <a:lnTo>
                  <a:pt x="12201" y="3144"/>
                </a:lnTo>
                <a:lnTo>
                  <a:pt x="0" y="3144"/>
                </a:lnTo>
                <a:lnTo>
                  <a:pt x="0" y="18456"/>
                </a:lnTo>
                <a:lnTo>
                  <a:pt x="12201" y="18456"/>
                </a:lnTo>
                <a:lnTo>
                  <a:pt x="12201" y="21600"/>
                </a:lnTo>
                <a:lnTo>
                  <a:pt x="21600" y="10823"/>
                </a:lnTo>
                <a:close/>
              </a:path>
            </a:pathLst>
          </a:custGeom>
          <a:solidFill>
            <a:srgbClr val="66B3E0"/>
          </a:solidFill>
          <a:ln w="12700">
            <a:miter lim="400000"/>
          </a:ln>
        </p:spPr>
        <p:txBody>
          <a:bodyPr lIns="45719" rIns="45719"/>
          <a:lstStyle/>
          <a:p>
            <a:pPr algn="l" defTabSz="914400">
              <a:defRPr sz="1800">
                <a:latin typeface="Calibri"/>
                <a:ea typeface="Calibri"/>
                <a:cs typeface="Calibri"/>
                <a:sym typeface="Calibri"/>
              </a:defRPr>
            </a:pPr>
          </a:p>
        </p:txBody>
      </p:sp>
      <p:sp>
        <p:nvSpPr>
          <p:cNvPr id="1521" name="Shape 1521"/>
          <p:cNvSpPr/>
          <p:nvPr/>
        </p:nvSpPr>
        <p:spPr>
          <a:xfrm>
            <a:off x="12093068" y="4822191"/>
            <a:ext cx="1878452" cy="1924705"/>
          </a:xfrm>
          <a:prstGeom prst="ellipse">
            <a:avLst/>
          </a:prstGeom>
          <a:solidFill>
            <a:srgbClr val="029FDC"/>
          </a:solidFill>
          <a:ln w="12700">
            <a:miter lim="400000"/>
          </a:ln>
        </p:spPr>
        <p:txBody>
          <a:bodyPr lIns="45719" rIns="45719"/>
          <a:lstStyle/>
          <a:p>
            <a:pPr algn="l" defTabSz="914400">
              <a:defRPr sz="1800">
                <a:latin typeface="Calibri"/>
                <a:ea typeface="Calibri"/>
                <a:cs typeface="Calibri"/>
                <a:sym typeface="Calibri"/>
              </a:defRPr>
            </a:pPr>
          </a:p>
        </p:txBody>
      </p:sp>
      <p:sp>
        <p:nvSpPr>
          <p:cNvPr id="1522" name="Shape 152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6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524" name="Shape 1524"/>
          <p:cNvSpPr/>
          <p:nvPr/>
        </p:nvSpPr>
        <p:spPr>
          <a:xfrm>
            <a:off x="303300" y="385686"/>
            <a:ext cx="869315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RESUMEN Plan de Marketing</a:t>
            </a:r>
          </a:p>
        </p:txBody>
      </p:sp>
      <p:sp>
        <p:nvSpPr>
          <p:cNvPr id="1525" name="Shape 152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526" name="Shape 1526"/>
          <p:cNvSpPr/>
          <p:nvPr/>
        </p:nvSpPr>
        <p:spPr>
          <a:xfrm>
            <a:off x="417978" y="3286438"/>
            <a:ext cx="1280590" cy="79982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27" name="Shape 1527"/>
          <p:cNvSpPr/>
          <p:nvPr/>
        </p:nvSpPr>
        <p:spPr>
          <a:xfrm>
            <a:off x="-44450" y="8558039"/>
            <a:ext cx="2991132" cy="365395"/>
          </a:xfrm>
          <a:prstGeom prst="rect">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28" name="Shape 1528"/>
          <p:cNvSpPr/>
          <p:nvPr/>
        </p:nvSpPr>
        <p:spPr>
          <a:xfrm>
            <a:off x="-44450" y="7121959"/>
            <a:ext cx="2991132" cy="365394"/>
          </a:xfrm>
          <a:prstGeom prst="rect">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29" name="Shape 1529"/>
          <p:cNvSpPr/>
          <p:nvPr/>
        </p:nvSpPr>
        <p:spPr>
          <a:xfrm>
            <a:off x="2946681" y="8558039"/>
            <a:ext cx="5333439" cy="365395"/>
          </a:xfrm>
          <a:prstGeom prst="rect">
            <a:avLst/>
          </a:prstGeom>
          <a:solidFill>
            <a:srgbClr val="6388BF"/>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0" name="Shape 1530"/>
          <p:cNvSpPr/>
          <p:nvPr/>
        </p:nvSpPr>
        <p:spPr>
          <a:xfrm>
            <a:off x="2946681" y="7121959"/>
            <a:ext cx="5333439" cy="365394"/>
          </a:xfrm>
          <a:prstGeom prst="rect">
            <a:avLst/>
          </a:prstGeom>
          <a:solidFill>
            <a:srgbClr val="6388BF"/>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1" name="Shape 1531"/>
          <p:cNvSpPr/>
          <p:nvPr/>
        </p:nvSpPr>
        <p:spPr>
          <a:xfrm>
            <a:off x="8265149" y="8558039"/>
            <a:ext cx="5507391" cy="365395"/>
          </a:xfrm>
          <a:prstGeom prst="rect">
            <a:avLst/>
          </a:prstGeom>
          <a:solidFill>
            <a:srgbClr val="82D1F1"/>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2" name="Shape 1532"/>
          <p:cNvSpPr/>
          <p:nvPr/>
        </p:nvSpPr>
        <p:spPr>
          <a:xfrm>
            <a:off x="8265149" y="7121959"/>
            <a:ext cx="5507391" cy="365394"/>
          </a:xfrm>
          <a:prstGeom prst="rect">
            <a:avLst/>
          </a:prstGeom>
          <a:solidFill>
            <a:srgbClr val="82D1F1"/>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3" name="Shape 1533"/>
          <p:cNvSpPr/>
          <p:nvPr/>
        </p:nvSpPr>
        <p:spPr>
          <a:xfrm>
            <a:off x="13772539" y="8558039"/>
            <a:ext cx="6956026" cy="365395"/>
          </a:xfrm>
          <a:prstGeom prst="rect">
            <a:avLst/>
          </a:prstGeom>
          <a:solidFill>
            <a:srgbClr val="B3E6F1"/>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4" name="Shape 1534"/>
          <p:cNvSpPr/>
          <p:nvPr/>
        </p:nvSpPr>
        <p:spPr>
          <a:xfrm>
            <a:off x="13772539" y="7121959"/>
            <a:ext cx="6956026" cy="365394"/>
          </a:xfrm>
          <a:prstGeom prst="rect">
            <a:avLst/>
          </a:prstGeom>
          <a:solidFill>
            <a:srgbClr val="B3E6F1"/>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5" name="Shape 1535"/>
          <p:cNvSpPr/>
          <p:nvPr/>
        </p:nvSpPr>
        <p:spPr>
          <a:xfrm>
            <a:off x="20716226" y="8558039"/>
            <a:ext cx="3712224" cy="365395"/>
          </a:xfrm>
          <a:prstGeom prst="rect">
            <a:avLst/>
          </a:prstGeom>
          <a:solidFill>
            <a:srgbClr val="FFC003"/>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6" name="Shape 1536"/>
          <p:cNvSpPr/>
          <p:nvPr/>
        </p:nvSpPr>
        <p:spPr>
          <a:xfrm>
            <a:off x="20716226" y="7121959"/>
            <a:ext cx="3712224" cy="365394"/>
          </a:xfrm>
          <a:prstGeom prst="rect">
            <a:avLst/>
          </a:prstGeom>
          <a:solidFill>
            <a:srgbClr val="FFC003"/>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1537" name="Shape 1537"/>
          <p:cNvSpPr/>
          <p:nvPr/>
        </p:nvSpPr>
        <p:spPr>
          <a:xfrm>
            <a:off x="454834" y="7754584"/>
            <a:ext cx="1992560" cy="59142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PLAN</a:t>
            </a:r>
          </a:p>
        </p:txBody>
      </p:sp>
      <p:sp>
        <p:nvSpPr>
          <p:cNvPr id="1538" name="Shape 1538"/>
          <p:cNvSpPr/>
          <p:nvPr/>
        </p:nvSpPr>
        <p:spPr>
          <a:xfrm>
            <a:off x="4329779" y="7750503"/>
            <a:ext cx="2567244" cy="591430"/>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ESTRATEGIAS #1</a:t>
            </a:r>
          </a:p>
        </p:txBody>
      </p:sp>
      <p:sp>
        <p:nvSpPr>
          <p:cNvPr id="1539" name="Shape 1539"/>
          <p:cNvSpPr/>
          <p:nvPr/>
        </p:nvSpPr>
        <p:spPr>
          <a:xfrm>
            <a:off x="9672420" y="7742894"/>
            <a:ext cx="3400333" cy="59142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ESTRATEGIAS #2</a:t>
            </a:r>
          </a:p>
        </p:txBody>
      </p:sp>
      <p:sp>
        <p:nvSpPr>
          <p:cNvPr id="1540" name="Shape 1540"/>
          <p:cNvSpPr/>
          <p:nvPr/>
        </p:nvSpPr>
        <p:spPr>
          <a:xfrm>
            <a:off x="21835588" y="7754584"/>
            <a:ext cx="1690499" cy="59142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TÁCTICAS</a:t>
            </a:r>
          </a:p>
        </p:txBody>
      </p:sp>
      <p:sp>
        <p:nvSpPr>
          <p:cNvPr id="1541" name="Shape 1541"/>
          <p:cNvSpPr/>
          <p:nvPr/>
        </p:nvSpPr>
        <p:spPr>
          <a:xfrm>
            <a:off x="977265" y="4330614"/>
            <a:ext cx="2752193"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42" name="Shape 1542"/>
          <p:cNvSpPr/>
          <p:nvPr/>
        </p:nvSpPr>
        <p:spPr>
          <a:xfrm flipH="1">
            <a:off x="464344" y="3548135"/>
            <a:ext cx="1" cy="3573823"/>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43" name="Shape 1543"/>
          <p:cNvSpPr/>
          <p:nvPr/>
        </p:nvSpPr>
        <p:spPr>
          <a:xfrm flipH="1">
            <a:off x="964926" y="4604918"/>
            <a:ext cx="1" cy="251704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44" name="Shape 1544"/>
          <p:cNvSpPr/>
          <p:nvPr/>
        </p:nvSpPr>
        <p:spPr>
          <a:xfrm flipH="1">
            <a:off x="1515284" y="5768449"/>
            <a:ext cx="1" cy="135351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45" name="Shape 1545"/>
          <p:cNvSpPr/>
          <p:nvPr/>
        </p:nvSpPr>
        <p:spPr>
          <a:xfrm>
            <a:off x="1500313" y="5455127"/>
            <a:ext cx="1820784"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46" name="Shape 1546"/>
          <p:cNvSpPr/>
          <p:nvPr/>
        </p:nvSpPr>
        <p:spPr>
          <a:xfrm>
            <a:off x="3318841" y="5770126"/>
            <a:ext cx="2030235"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47" name="Shape 1547"/>
          <p:cNvSpPr/>
          <p:nvPr/>
        </p:nvSpPr>
        <p:spPr>
          <a:xfrm>
            <a:off x="3333811" y="603250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48" name="Shape 1548"/>
          <p:cNvSpPr/>
          <p:nvPr/>
        </p:nvSpPr>
        <p:spPr>
          <a:xfrm>
            <a:off x="5430411" y="603250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49" name="Shape 1549"/>
          <p:cNvSpPr/>
          <p:nvPr/>
        </p:nvSpPr>
        <p:spPr>
          <a:xfrm>
            <a:off x="5508138" y="5770126"/>
            <a:ext cx="2078365"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50" name="Shape 1550"/>
          <p:cNvSpPr/>
          <p:nvPr/>
        </p:nvSpPr>
        <p:spPr>
          <a:xfrm flipV="1">
            <a:off x="2035742" y="8923436"/>
            <a:ext cx="1" cy="1358609"/>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51" name="Shape 1551"/>
          <p:cNvSpPr/>
          <p:nvPr/>
        </p:nvSpPr>
        <p:spPr>
          <a:xfrm>
            <a:off x="1252627" y="10727892"/>
            <a:ext cx="1923186"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52" name="Shape 1552"/>
          <p:cNvSpPr/>
          <p:nvPr/>
        </p:nvSpPr>
        <p:spPr>
          <a:xfrm flipV="1">
            <a:off x="3333811" y="892343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53" name="Shape 1553"/>
          <p:cNvSpPr/>
          <p:nvPr/>
        </p:nvSpPr>
        <p:spPr>
          <a:xfrm flipV="1">
            <a:off x="5430411" y="892343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54" name="Shape 1554"/>
          <p:cNvSpPr/>
          <p:nvPr/>
        </p:nvSpPr>
        <p:spPr>
          <a:xfrm>
            <a:off x="3318841" y="9761341"/>
            <a:ext cx="1280591"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55" name="Shape 1555"/>
          <p:cNvSpPr/>
          <p:nvPr/>
        </p:nvSpPr>
        <p:spPr>
          <a:xfrm>
            <a:off x="5381609" y="10298248"/>
            <a:ext cx="2180767" cy="1305222"/>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56" name="Shape 1556"/>
          <p:cNvSpPr/>
          <p:nvPr/>
        </p:nvSpPr>
        <p:spPr>
          <a:xfrm>
            <a:off x="8280120" y="5768449"/>
            <a:ext cx="1" cy="135351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57" name="Shape 1557"/>
          <p:cNvSpPr/>
          <p:nvPr/>
        </p:nvSpPr>
        <p:spPr>
          <a:xfrm>
            <a:off x="8265149" y="5455127"/>
            <a:ext cx="1517229"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58" name="Shape 1558"/>
          <p:cNvSpPr/>
          <p:nvPr/>
        </p:nvSpPr>
        <p:spPr>
          <a:xfrm flipV="1">
            <a:off x="7896242" y="892343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59" name="Shape 1559"/>
          <p:cNvSpPr/>
          <p:nvPr/>
        </p:nvSpPr>
        <p:spPr>
          <a:xfrm>
            <a:off x="7388649" y="10298744"/>
            <a:ext cx="1782943" cy="1305222"/>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60" name="Shape 1560"/>
          <p:cNvSpPr/>
          <p:nvPr/>
        </p:nvSpPr>
        <p:spPr>
          <a:xfrm>
            <a:off x="9755716" y="4330614"/>
            <a:ext cx="1997705"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61" name="Shape 1561"/>
          <p:cNvSpPr/>
          <p:nvPr/>
        </p:nvSpPr>
        <p:spPr>
          <a:xfrm>
            <a:off x="9743378" y="4604918"/>
            <a:ext cx="1" cy="251704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62" name="Shape 1562"/>
          <p:cNvSpPr/>
          <p:nvPr/>
        </p:nvSpPr>
        <p:spPr>
          <a:xfrm>
            <a:off x="10432671" y="603250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63" name="Shape 1563"/>
          <p:cNvSpPr/>
          <p:nvPr/>
        </p:nvSpPr>
        <p:spPr>
          <a:xfrm>
            <a:off x="10305705" y="5566756"/>
            <a:ext cx="2020111" cy="557440"/>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64" name="Shape 1564"/>
          <p:cNvSpPr/>
          <p:nvPr/>
        </p:nvSpPr>
        <p:spPr>
          <a:xfrm flipV="1">
            <a:off x="12881687" y="8923437"/>
            <a:ext cx="1" cy="1498718"/>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65" name="Shape 1565"/>
          <p:cNvSpPr/>
          <p:nvPr/>
        </p:nvSpPr>
        <p:spPr>
          <a:xfrm>
            <a:off x="12698945" y="10620622"/>
            <a:ext cx="2122513"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66" name="Shape 1566"/>
          <p:cNvSpPr/>
          <p:nvPr/>
        </p:nvSpPr>
        <p:spPr>
          <a:xfrm>
            <a:off x="13772539" y="4330614"/>
            <a:ext cx="1199733" cy="557440"/>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67" name="Shape 1567"/>
          <p:cNvSpPr/>
          <p:nvPr/>
        </p:nvSpPr>
        <p:spPr>
          <a:xfrm>
            <a:off x="13760201" y="4604918"/>
            <a:ext cx="1" cy="251704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68" name="Shape 1568"/>
          <p:cNvSpPr/>
          <p:nvPr/>
        </p:nvSpPr>
        <p:spPr>
          <a:xfrm>
            <a:off x="14111101" y="5768449"/>
            <a:ext cx="1" cy="135351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69" name="Shape 1569"/>
          <p:cNvSpPr/>
          <p:nvPr/>
        </p:nvSpPr>
        <p:spPr>
          <a:xfrm>
            <a:off x="14096131" y="5455127"/>
            <a:ext cx="1860118"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70" name="Shape 1570"/>
          <p:cNvSpPr/>
          <p:nvPr/>
        </p:nvSpPr>
        <p:spPr>
          <a:xfrm>
            <a:off x="15941213" y="3057178"/>
            <a:ext cx="2094464"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71" name="Shape 1571"/>
          <p:cNvSpPr/>
          <p:nvPr/>
        </p:nvSpPr>
        <p:spPr>
          <a:xfrm>
            <a:off x="16068295" y="3548135"/>
            <a:ext cx="1" cy="3573823"/>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72" name="Shape 1572"/>
          <p:cNvSpPr/>
          <p:nvPr/>
        </p:nvSpPr>
        <p:spPr>
          <a:xfrm>
            <a:off x="16741002" y="4330614"/>
            <a:ext cx="1627266"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73" name="Shape 1573"/>
          <p:cNvSpPr/>
          <p:nvPr/>
        </p:nvSpPr>
        <p:spPr>
          <a:xfrm>
            <a:off x="16728663" y="4604918"/>
            <a:ext cx="1" cy="251704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74" name="Shape 1574"/>
          <p:cNvSpPr/>
          <p:nvPr/>
        </p:nvSpPr>
        <p:spPr>
          <a:xfrm>
            <a:off x="17342537" y="5576860"/>
            <a:ext cx="14637" cy="1545100"/>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75" name="Shape 1575"/>
          <p:cNvSpPr/>
          <p:nvPr/>
        </p:nvSpPr>
        <p:spPr>
          <a:xfrm>
            <a:off x="17342203" y="5232648"/>
            <a:ext cx="1913062"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76" name="Shape 1576"/>
          <p:cNvSpPr/>
          <p:nvPr/>
        </p:nvSpPr>
        <p:spPr>
          <a:xfrm>
            <a:off x="17988742" y="603250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77" name="Shape 1577"/>
          <p:cNvSpPr/>
          <p:nvPr/>
        </p:nvSpPr>
        <p:spPr>
          <a:xfrm>
            <a:off x="18066469" y="5770126"/>
            <a:ext cx="1439390"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78" name="Shape 1578"/>
          <p:cNvSpPr/>
          <p:nvPr/>
        </p:nvSpPr>
        <p:spPr>
          <a:xfrm>
            <a:off x="20740901" y="4330614"/>
            <a:ext cx="1429598"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79" name="Shape 1579"/>
          <p:cNvSpPr/>
          <p:nvPr/>
        </p:nvSpPr>
        <p:spPr>
          <a:xfrm>
            <a:off x="20728563" y="4604918"/>
            <a:ext cx="1" cy="251704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80" name="Shape 1580"/>
          <p:cNvSpPr/>
          <p:nvPr/>
        </p:nvSpPr>
        <p:spPr>
          <a:xfrm>
            <a:off x="21264808" y="5603086"/>
            <a:ext cx="1" cy="1518874"/>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81" name="Shape 1581"/>
          <p:cNvSpPr/>
          <p:nvPr/>
        </p:nvSpPr>
        <p:spPr>
          <a:xfrm>
            <a:off x="21249837" y="5271267"/>
            <a:ext cx="1539967" cy="557440"/>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82" name="Shape 1582"/>
          <p:cNvSpPr/>
          <p:nvPr/>
        </p:nvSpPr>
        <p:spPr>
          <a:xfrm>
            <a:off x="21896379" y="6380179"/>
            <a:ext cx="1" cy="74178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83" name="Shape 1583"/>
          <p:cNvSpPr/>
          <p:nvPr/>
        </p:nvSpPr>
        <p:spPr>
          <a:xfrm>
            <a:off x="21621596" y="6009667"/>
            <a:ext cx="1413500"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84" name="Shape 1584"/>
          <p:cNvSpPr/>
          <p:nvPr/>
        </p:nvSpPr>
        <p:spPr>
          <a:xfrm flipV="1">
            <a:off x="21621595" y="8923437"/>
            <a:ext cx="1" cy="157292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85" name="Shape 1585"/>
          <p:cNvSpPr/>
          <p:nvPr/>
        </p:nvSpPr>
        <p:spPr>
          <a:xfrm>
            <a:off x="21283685" y="10620622"/>
            <a:ext cx="1556563"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86" name="Shape 1586"/>
          <p:cNvSpPr/>
          <p:nvPr/>
        </p:nvSpPr>
        <p:spPr>
          <a:xfrm>
            <a:off x="22346881" y="3548135"/>
            <a:ext cx="1" cy="3573823"/>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587" name="Shape 1587"/>
          <p:cNvSpPr/>
          <p:nvPr/>
        </p:nvSpPr>
        <p:spPr>
          <a:xfrm>
            <a:off x="22375347" y="3286438"/>
            <a:ext cx="1293671"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588" name="Shape 1588"/>
          <p:cNvSpPr/>
          <p:nvPr/>
        </p:nvSpPr>
        <p:spPr>
          <a:xfrm>
            <a:off x="8819756" y="5094447"/>
            <a:ext cx="780990" cy="5914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8" y="7200"/>
                  <a:pt x="16538" y="7200"/>
                  <a:pt x="16538"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1592" name="Group 1592"/>
          <p:cNvGrpSpPr/>
          <p:nvPr/>
        </p:nvGrpSpPr>
        <p:grpSpPr>
          <a:xfrm>
            <a:off x="14585323" y="4074875"/>
            <a:ext cx="659110" cy="659109"/>
            <a:chOff x="0" y="0"/>
            <a:chExt cx="659108" cy="659108"/>
          </a:xfrm>
        </p:grpSpPr>
        <p:sp>
          <p:nvSpPr>
            <p:cNvPr id="1589" name="Shape 1589"/>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590" name="Shape 1590"/>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591" name="Shape 1591"/>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593" name="Shape 1593"/>
          <p:cNvSpPr/>
          <p:nvPr/>
        </p:nvSpPr>
        <p:spPr>
          <a:xfrm>
            <a:off x="20870296" y="3739924"/>
            <a:ext cx="465383" cy="4653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0"/>
                </a:moveTo>
                <a:cubicBezTo>
                  <a:pt x="15525" y="0"/>
                  <a:pt x="14344" y="1012"/>
                  <a:pt x="13669" y="2362"/>
                </a:cubicBezTo>
                <a:cubicBezTo>
                  <a:pt x="13669" y="2362"/>
                  <a:pt x="13669" y="2362"/>
                  <a:pt x="13669" y="2362"/>
                </a:cubicBezTo>
                <a:cubicBezTo>
                  <a:pt x="12487" y="4556"/>
                  <a:pt x="10800" y="6075"/>
                  <a:pt x="8944" y="6075"/>
                </a:cubicBezTo>
                <a:cubicBezTo>
                  <a:pt x="8437" y="6075"/>
                  <a:pt x="8437" y="6075"/>
                  <a:pt x="8437" y="6075"/>
                </a:cubicBezTo>
                <a:cubicBezTo>
                  <a:pt x="5569" y="6075"/>
                  <a:pt x="5569" y="6075"/>
                  <a:pt x="5569" y="6075"/>
                </a:cubicBezTo>
                <a:cubicBezTo>
                  <a:pt x="2700" y="6075"/>
                  <a:pt x="2700" y="6075"/>
                  <a:pt x="2700" y="6075"/>
                </a:cubicBezTo>
                <a:cubicBezTo>
                  <a:pt x="1181" y="6075"/>
                  <a:pt x="0" y="7594"/>
                  <a:pt x="0" y="9450"/>
                </a:cubicBezTo>
                <a:cubicBezTo>
                  <a:pt x="0" y="11306"/>
                  <a:pt x="1181" y="12825"/>
                  <a:pt x="2700" y="12825"/>
                </a:cubicBezTo>
                <a:cubicBezTo>
                  <a:pt x="3375" y="12825"/>
                  <a:pt x="4050" y="13500"/>
                  <a:pt x="4050" y="14175"/>
                </a:cubicBezTo>
                <a:cubicBezTo>
                  <a:pt x="4050" y="20250"/>
                  <a:pt x="4050" y="20250"/>
                  <a:pt x="4050" y="20250"/>
                </a:cubicBezTo>
                <a:cubicBezTo>
                  <a:pt x="4050" y="20925"/>
                  <a:pt x="4725" y="21600"/>
                  <a:pt x="5400" y="21600"/>
                </a:cubicBezTo>
                <a:cubicBezTo>
                  <a:pt x="8100" y="21600"/>
                  <a:pt x="8100" y="21600"/>
                  <a:pt x="8100" y="21600"/>
                </a:cubicBezTo>
                <a:cubicBezTo>
                  <a:pt x="8775" y="21600"/>
                  <a:pt x="9450" y="20925"/>
                  <a:pt x="9450" y="20250"/>
                </a:cubicBezTo>
                <a:cubicBezTo>
                  <a:pt x="9450" y="19575"/>
                  <a:pt x="9450" y="19575"/>
                  <a:pt x="9450" y="19575"/>
                </a:cubicBezTo>
                <a:cubicBezTo>
                  <a:pt x="9450" y="18900"/>
                  <a:pt x="8775" y="18562"/>
                  <a:pt x="8775" y="18225"/>
                </a:cubicBezTo>
                <a:cubicBezTo>
                  <a:pt x="8775" y="13500"/>
                  <a:pt x="8775" y="13500"/>
                  <a:pt x="8775" y="13500"/>
                </a:cubicBezTo>
                <a:cubicBezTo>
                  <a:pt x="8775" y="13500"/>
                  <a:pt x="8775" y="13500"/>
                  <a:pt x="8775" y="13500"/>
                </a:cubicBezTo>
                <a:cubicBezTo>
                  <a:pt x="8775" y="13331"/>
                  <a:pt x="8775" y="13331"/>
                  <a:pt x="8944" y="13162"/>
                </a:cubicBezTo>
                <a:cubicBezTo>
                  <a:pt x="8944" y="13162"/>
                  <a:pt x="8944" y="13162"/>
                  <a:pt x="8944" y="13162"/>
                </a:cubicBezTo>
                <a:cubicBezTo>
                  <a:pt x="8944" y="12994"/>
                  <a:pt x="8944" y="12994"/>
                  <a:pt x="9112" y="12994"/>
                </a:cubicBezTo>
                <a:cubicBezTo>
                  <a:pt x="9112" y="12994"/>
                  <a:pt x="9112" y="12994"/>
                  <a:pt x="9112" y="12994"/>
                </a:cubicBezTo>
                <a:cubicBezTo>
                  <a:pt x="9112" y="12994"/>
                  <a:pt x="9112" y="12994"/>
                  <a:pt x="9112" y="12994"/>
                </a:cubicBezTo>
                <a:cubicBezTo>
                  <a:pt x="9112" y="12825"/>
                  <a:pt x="9281" y="12825"/>
                  <a:pt x="9281" y="12825"/>
                </a:cubicBezTo>
                <a:cubicBezTo>
                  <a:pt x="10969" y="12994"/>
                  <a:pt x="12487" y="14344"/>
                  <a:pt x="13669" y="16537"/>
                </a:cubicBezTo>
                <a:cubicBezTo>
                  <a:pt x="13669" y="16537"/>
                  <a:pt x="13669" y="16537"/>
                  <a:pt x="13669" y="16537"/>
                </a:cubicBezTo>
                <a:cubicBezTo>
                  <a:pt x="14344" y="17887"/>
                  <a:pt x="15525" y="18900"/>
                  <a:pt x="16875" y="18900"/>
                </a:cubicBezTo>
                <a:cubicBezTo>
                  <a:pt x="19913" y="18900"/>
                  <a:pt x="21600" y="14175"/>
                  <a:pt x="21600" y="9450"/>
                </a:cubicBezTo>
                <a:cubicBezTo>
                  <a:pt x="21600" y="4725"/>
                  <a:pt x="19913" y="0"/>
                  <a:pt x="16875" y="0"/>
                </a:cubicBezTo>
                <a:close/>
                <a:moveTo>
                  <a:pt x="13500" y="9450"/>
                </a:moveTo>
                <a:cubicBezTo>
                  <a:pt x="13500" y="8775"/>
                  <a:pt x="13500" y="8100"/>
                  <a:pt x="13669" y="7425"/>
                </a:cubicBezTo>
                <a:cubicBezTo>
                  <a:pt x="15525" y="7425"/>
                  <a:pt x="15525" y="7425"/>
                  <a:pt x="15525" y="7425"/>
                </a:cubicBezTo>
                <a:cubicBezTo>
                  <a:pt x="16200" y="7425"/>
                  <a:pt x="16875" y="8269"/>
                  <a:pt x="16875" y="9450"/>
                </a:cubicBezTo>
                <a:cubicBezTo>
                  <a:pt x="16875" y="10631"/>
                  <a:pt x="16200" y="11475"/>
                  <a:pt x="15525" y="11475"/>
                </a:cubicBezTo>
                <a:cubicBezTo>
                  <a:pt x="13669" y="11475"/>
                  <a:pt x="13669" y="11475"/>
                  <a:pt x="13669" y="11475"/>
                </a:cubicBezTo>
                <a:cubicBezTo>
                  <a:pt x="13500" y="10800"/>
                  <a:pt x="13500" y="10125"/>
                  <a:pt x="13500" y="9450"/>
                </a:cubicBezTo>
                <a:close/>
                <a:moveTo>
                  <a:pt x="1350" y="9450"/>
                </a:moveTo>
                <a:cubicBezTo>
                  <a:pt x="1350" y="8269"/>
                  <a:pt x="2025" y="7425"/>
                  <a:pt x="2700" y="7425"/>
                </a:cubicBezTo>
                <a:cubicBezTo>
                  <a:pt x="7425" y="7425"/>
                  <a:pt x="7425" y="7425"/>
                  <a:pt x="7425" y="7425"/>
                </a:cubicBezTo>
                <a:cubicBezTo>
                  <a:pt x="7088" y="7931"/>
                  <a:pt x="6750" y="8606"/>
                  <a:pt x="6750" y="9450"/>
                </a:cubicBezTo>
                <a:cubicBezTo>
                  <a:pt x="6750" y="10294"/>
                  <a:pt x="7088" y="10969"/>
                  <a:pt x="7425" y="11475"/>
                </a:cubicBezTo>
                <a:cubicBezTo>
                  <a:pt x="2700" y="11475"/>
                  <a:pt x="2700" y="11475"/>
                  <a:pt x="2700" y="11475"/>
                </a:cubicBezTo>
                <a:cubicBezTo>
                  <a:pt x="2025" y="11475"/>
                  <a:pt x="1350" y="10631"/>
                  <a:pt x="1350" y="9450"/>
                </a:cubicBezTo>
                <a:close/>
                <a:moveTo>
                  <a:pt x="8100" y="20250"/>
                </a:moveTo>
                <a:cubicBezTo>
                  <a:pt x="5400" y="20250"/>
                  <a:pt x="5400" y="20250"/>
                  <a:pt x="5400" y="20250"/>
                </a:cubicBezTo>
                <a:cubicBezTo>
                  <a:pt x="5400" y="14175"/>
                  <a:pt x="5400" y="14175"/>
                  <a:pt x="5400" y="14175"/>
                </a:cubicBezTo>
                <a:cubicBezTo>
                  <a:pt x="5400" y="13669"/>
                  <a:pt x="5231" y="13162"/>
                  <a:pt x="5062" y="12825"/>
                </a:cubicBezTo>
                <a:cubicBezTo>
                  <a:pt x="5569" y="12825"/>
                  <a:pt x="5569" y="12825"/>
                  <a:pt x="5569" y="12825"/>
                </a:cubicBezTo>
                <a:cubicBezTo>
                  <a:pt x="5569" y="12825"/>
                  <a:pt x="5569" y="12825"/>
                  <a:pt x="5569" y="12825"/>
                </a:cubicBezTo>
                <a:cubicBezTo>
                  <a:pt x="7594" y="12825"/>
                  <a:pt x="7594" y="12825"/>
                  <a:pt x="7594" y="12825"/>
                </a:cubicBezTo>
                <a:cubicBezTo>
                  <a:pt x="7425" y="12994"/>
                  <a:pt x="7425" y="13331"/>
                  <a:pt x="7425" y="13500"/>
                </a:cubicBezTo>
                <a:cubicBezTo>
                  <a:pt x="7425" y="18225"/>
                  <a:pt x="7425" y="18225"/>
                  <a:pt x="7425" y="18225"/>
                </a:cubicBezTo>
                <a:cubicBezTo>
                  <a:pt x="7425" y="18900"/>
                  <a:pt x="7762" y="19237"/>
                  <a:pt x="7931" y="19575"/>
                </a:cubicBezTo>
                <a:cubicBezTo>
                  <a:pt x="8100" y="19575"/>
                  <a:pt x="8100" y="19575"/>
                  <a:pt x="8100" y="19744"/>
                </a:cubicBezTo>
                <a:lnTo>
                  <a:pt x="8100" y="20250"/>
                </a:lnTo>
                <a:close/>
                <a:moveTo>
                  <a:pt x="8944" y="11475"/>
                </a:moveTo>
                <a:cubicBezTo>
                  <a:pt x="8775" y="11475"/>
                  <a:pt x="8775" y="11475"/>
                  <a:pt x="8775" y="11475"/>
                </a:cubicBezTo>
                <a:cubicBezTo>
                  <a:pt x="8775" y="11475"/>
                  <a:pt x="8775" y="11475"/>
                  <a:pt x="8775" y="11475"/>
                </a:cubicBezTo>
                <a:cubicBezTo>
                  <a:pt x="8100" y="11475"/>
                  <a:pt x="7425" y="10631"/>
                  <a:pt x="7425" y="9450"/>
                </a:cubicBezTo>
                <a:cubicBezTo>
                  <a:pt x="7425" y="8269"/>
                  <a:pt x="8100" y="7425"/>
                  <a:pt x="8775" y="7425"/>
                </a:cubicBezTo>
                <a:cubicBezTo>
                  <a:pt x="8944" y="7425"/>
                  <a:pt x="8944" y="7425"/>
                  <a:pt x="8944" y="7425"/>
                </a:cubicBezTo>
                <a:cubicBezTo>
                  <a:pt x="10125" y="7425"/>
                  <a:pt x="11475" y="6919"/>
                  <a:pt x="12487" y="6075"/>
                </a:cubicBezTo>
                <a:cubicBezTo>
                  <a:pt x="12319" y="7087"/>
                  <a:pt x="12150" y="8269"/>
                  <a:pt x="12150" y="9450"/>
                </a:cubicBezTo>
                <a:cubicBezTo>
                  <a:pt x="12150" y="10631"/>
                  <a:pt x="12319" y="11812"/>
                  <a:pt x="12487" y="12825"/>
                </a:cubicBezTo>
                <a:cubicBezTo>
                  <a:pt x="11475" y="11981"/>
                  <a:pt x="10125" y="11475"/>
                  <a:pt x="8944" y="11475"/>
                </a:cubicBezTo>
                <a:close/>
                <a:moveTo>
                  <a:pt x="16875" y="17550"/>
                </a:moveTo>
                <a:cubicBezTo>
                  <a:pt x="15525" y="17550"/>
                  <a:pt x="14344" y="15694"/>
                  <a:pt x="13837" y="12825"/>
                </a:cubicBezTo>
                <a:cubicBezTo>
                  <a:pt x="15525" y="12825"/>
                  <a:pt x="15525" y="12825"/>
                  <a:pt x="15525" y="12825"/>
                </a:cubicBezTo>
                <a:cubicBezTo>
                  <a:pt x="17044" y="12825"/>
                  <a:pt x="18225" y="11306"/>
                  <a:pt x="18225" y="9450"/>
                </a:cubicBezTo>
                <a:cubicBezTo>
                  <a:pt x="18225" y="7594"/>
                  <a:pt x="17044" y="6075"/>
                  <a:pt x="15525" y="6075"/>
                </a:cubicBezTo>
                <a:cubicBezTo>
                  <a:pt x="13837" y="6075"/>
                  <a:pt x="13837" y="6075"/>
                  <a:pt x="13837" y="6075"/>
                </a:cubicBezTo>
                <a:cubicBezTo>
                  <a:pt x="14344" y="3206"/>
                  <a:pt x="15525" y="1350"/>
                  <a:pt x="16875" y="1350"/>
                </a:cubicBezTo>
                <a:cubicBezTo>
                  <a:pt x="18731" y="1350"/>
                  <a:pt x="20250" y="4894"/>
                  <a:pt x="20250" y="9450"/>
                </a:cubicBezTo>
                <a:cubicBezTo>
                  <a:pt x="20250" y="14006"/>
                  <a:pt x="18731" y="17550"/>
                  <a:pt x="16875" y="17550"/>
                </a:cubicBezTo>
                <a:close/>
              </a:path>
            </a:pathLst>
          </a:cu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594" name="Shape 1594"/>
          <p:cNvSpPr/>
          <p:nvPr/>
        </p:nvSpPr>
        <p:spPr>
          <a:xfrm>
            <a:off x="23121581" y="5043266"/>
            <a:ext cx="1" cy="2078692"/>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grpSp>
        <p:nvGrpSpPr>
          <p:cNvPr id="1605" name="Group 1605"/>
          <p:cNvGrpSpPr/>
          <p:nvPr/>
        </p:nvGrpSpPr>
        <p:grpSpPr>
          <a:xfrm>
            <a:off x="2130978" y="10526097"/>
            <a:ext cx="680969" cy="680966"/>
            <a:chOff x="0" y="0"/>
            <a:chExt cx="680967" cy="680965"/>
          </a:xfrm>
        </p:grpSpPr>
        <p:sp>
          <p:nvSpPr>
            <p:cNvPr id="1595" name="Shape 1595"/>
            <p:cNvSpPr/>
            <p:nvPr/>
          </p:nvSpPr>
          <p:spPr>
            <a:xfrm>
              <a:off x="0" y="0"/>
              <a:ext cx="680968" cy="680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2025"/>
                  </a:moveTo>
                  <a:cubicBezTo>
                    <a:pt x="16875" y="2025"/>
                    <a:pt x="16875" y="2025"/>
                    <a:pt x="16875" y="2025"/>
                  </a:cubicBezTo>
                  <a:cubicBezTo>
                    <a:pt x="16875" y="675"/>
                    <a:pt x="16875" y="675"/>
                    <a:pt x="16875" y="675"/>
                  </a:cubicBezTo>
                  <a:cubicBezTo>
                    <a:pt x="16875" y="338"/>
                    <a:pt x="16538" y="0"/>
                    <a:pt x="16200" y="0"/>
                  </a:cubicBezTo>
                  <a:cubicBezTo>
                    <a:pt x="15863" y="0"/>
                    <a:pt x="15525" y="338"/>
                    <a:pt x="15525" y="675"/>
                  </a:cubicBezTo>
                  <a:cubicBezTo>
                    <a:pt x="15525" y="2025"/>
                    <a:pt x="15525" y="2025"/>
                    <a:pt x="15525" y="2025"/>
                  </a:cubicBezTo>
                  <a:cubicBezTo>
                    <a:pt x="11475" y="2025"/>
                    <a:pt x="11475" y="2025"/>
                    <a:pt x="11475" y="2025"/>
                  </a:cubicBezTo>
                  <a:cubicBezTo>
                    <a:pt x="11475" y="675"/>
                    <a:pt x="11475" y="675"/>
                    <a:pt x="11475" y="675"/>
                  </a:cubicBezTo>
                  <a:cubicBezTo>
                    <a:pt x="11475" y="338"/>
                    <a:pt x="11138" y="0"/>
                    <a:pt x="10800" y="0"/>
                  </a:cubicBezTo>
                  <a:cubicBezTo>
                    <a:pt x="10463" y="0"/>
                    <a:pt x="10125" y="338"/>
                    <a:pt x="10125" y="675"/>
                  </a:cubicBezTo>
                  <a:cubicBezTo>
                    <a:pt x="10125" y="2025"/>
                    <a:pt x="10125" y="2025"/>
                    <a:pt x="10125" y="2025"/>
                  </a:cubicBezTo>
                  <a:cubicBezTo>
                    <a:pt x="6075" y="2025"/>
                    <a:pt x="6075" y="2025"/>
                    <a:pt x="6075" y="2025"/>
                  </a:cubicBezTo>
                  <a:cubicBezTo>
                    <a:pt x="6075" y="675"/>
                    <a:pt x="6075" y="675"/>
                    <a:pt x="6075" y="675"/>
                  </a:cubicBezTo>
                  <a:cubicBezTo>
                    <a:pt x="6075" y="338"/>
                    <a:pt x="5738" y="0"/>
                    <a:pt x="5400" y="0"/>
                  </a:cubicBezTo>
                  <a:cubicBezTo>
                    <a:pt x="5062" y="0"/>
                    <a:pt x="4725" y="338"/>
                    <a:pt x="4725" y="675"/>
                  </a:cubicBezTo>
                  <a:cubicBezTo>
                    <a:pt x="4725" y="2025"/>
                    <a:pt x="4725" y="2025"/>
                    <a:pt x="4725" y="2025"/>
                  </a:cubicBezTo>
                  <a:cubicBezTo>
                    <a:pt x="1856" y="2025"/>
                    <a:pt x="1856" y="2025"/>
                    <a:pt x="1856" y="2025"/>
                  </a:cubicBezTo>
                  <a:cubicBezTo>
                    <a:pt x="844" y="2025"/>
                    <a:pt x="0" y="2869"/>
                    <a:pt x="0" y="3881"/>
                  </a:cubicBezTo>
                  <a:cubicBezTo>
                    <a:pt x="0" y="19744"/>
                    <a:pt x="0" y="19744"/>
                    <a:pt x="0" y="19744"/>
                  </a:cubicBezTo>
                  <a:cubicBezTo>
                    <a:pt x="0" y="20756"/>
                    <a:pt x="844" y="21600"/>
                    <a:pt x="1856" y="21600"/>
                  </a:cubicBezTo>
                  <a:cubicBezTo>
                    <a:pt x="19744" y="21600"/>
                    <a:pt x="19744" y="21600"/>
                    <a:pt x="19744" y="21600"/>
                  </a:cubicBezTo>
                  <a:cubicBezTo>
                    <a:pt x="20756" y="21600"/>
                    <a:pt x="21600" y="20756"/>
                    <a:pt x="21600" y="19744"/>
                  </a:cubicBezTo>
                  <a:cubicBezTo>
                    <a:pt x="21600" y="3881"/>
                    <a:pt x="21600" y="3881"/>
                    <a:pt x="21600" y="3881"/>
                  </a:cubicBezTo>
                  <a:cubicBezTo>
                    <a:pt x="21600" y="2869"/>
                    <a:pt x="20756" y="2025"/>
                    <a:pt x="19744" y="2025"/>
                  </a:cubicBezTo>
                  <a:close/>
                  <a:moveTo>
                    <a:pt x="20250" y="19744"/>
                  </a:moveTo>
                  <a:cubicBezTo>
                    <a:pt x="20250" y="20081"/>
                    <a:pt x="20081" y="20250"/>
                    <a:pt x="19744" y="20250"/>
                  </a:cubicBezTo>
                  <a:cubicBezTo>
                    <a:pt x="1856" y="20250"/>
                    <a:pt x="1856" y="20250"/>
                    <a:pt x="1856" y="20250"/>
                  </a:cubicBezTo>
                  <a:cubicBezTo>
                    <a:pt x="1519" y="20250"/>
                    <a:pt x="1350" y="20081"/>
                    <a:pt x="1350" y="19744"/>
                  </a:cubicBezTo>
                  <a:cubicBezTo>
                    <a:pt x="1350" y="3881"/>
                    <a:pt x="1350" y="3881"/>
                    <a:pt x="1350" y="3881"/>
                  </a:cubicBezTo>
                  <a:cubicBezTo>
                    <a:pt x="1350" y="3544"/>
                    <a:pt x="1519" y="3375"/>
                    <a:pt x="1856" y="3375"/>
                  </a:cubicBezTo>
                  <a:cubicBezTo>
                    <a:pt x="4725" y="3375"/>
                    <a:pt x="4725" y="3375"/>
                    <a:pt x="4725" y="3375"/>
                  </a:cubicBezTo>
                  <a:cubicBezTo>
                    <a:pt x="4725" y="4725"/>
                    <a:pt x="4725" y="4725"/>
                    <a:pt x="4725" y="4725"/>
                  </a:cubicBezTo>
                  <a:cubicBezTo>
                    <a:pt x="4725" y="5063"/>
                    <a:pt x="5062" y="5400"/>
                    <a:pt x="5400" y="5400"/>
                  </a:cubicBezTo>
                  <a:cubicBezTo>
                    <a:pt x="5738" y="5400"/>
                    <a:pt x="6075" y="5063"/>
                    <a:pt x="6075" y="4725"/>
                  </a:cubicBezTo>
                  <a:cubicBezTo>
                    <a:pt x="6075" y="3375"/>
                    <a:pt x="6075" y="3375"/>
                    <a:pt x="6075" y="3375"/>
                  </a:cubicBezTo>
                  <a:cubicBezTo>
                    <a:pt x="10125" y="3375"/>
                    <a:pt x="10125" y="3375"/>
                    <a:pt x="10125" y="3375"/>
                  </a:cubicBezTo>
                  <a:cubicBezTo>
                    <a:pt x="10125" y="4725"/>
                    <a:pt x="10125" y="4725"/>
                    <a:pt x="10125" y="4725"/>
                  </a:cubicBezTo>
                  <a:cubicBezTo>
                    <a:pt x="10125" y="5063"/>
                    <a:pt x="10463" y="5400"/>
                    <a:pt x="10800" y="5400"/>
                  </a:cubicBezTo>
                  <a:cubicBezTo>
                    <a:pt x="11138" y="5400"/>
                    <a:pt x="11475" y="5063"/>
                    <a:pt x="11475" y="4725"/>
                  </a:cubicBezTo>
                  <a:cubicBezTo>
                    <a:pt x="11475" y="3375"/>
                    <a:pt x="11475" y="3375"/>
                    <a:pt x="11475" y="3375"/>
                  </a:cubicBezTo>
                  <a:cubicBezTo>
                    <a:pt x="15525" y="3375"/>
                    <a:pt x="15525" y="3375"/>
                    <a:pt x="15525" y="3375"/>
                  </a:cubicBezTo>
                  <a:cubicBezTo>
                    <a:pt x="15525" y="4725"/>
                    <a:pt x="15525" y="4725"/>
                    <a:pt x="15525" y="4725"/>
                  </a:cubicBezTo>
                  <a:cubicBezTo>
                    <a:pt x="15525" y="5063"/>
                    <a:pt x="15863" y="5400"/>
                    <a:pt x="16200" y="5400"/>
                  </a:cubicBezTo>
                  <a:cubicBezTo>
                    <a:pt x="16538" y="5400"/>
                    <a:pt x="16875" y="5063"/>
                    <a:pt x="16875" y="4725"/>
                  </a:cubicBezTo>
                  <a:cubicBezTo>
                    <a:pt x="16875" y="3375"/>
                    <a:pt x="16875" y="3375"/>
                    <a:pt x="16875" y="3375"/>
                  </a:cubicBezTo>
                  <a:cubicBezTo>
                    <a:pt x="19744" y="3375"/>
                    <a:pt x="19744" y="3375"/>
                    <a:pt x="19744" y="3375"/>
                  </a:cubicBezTo>
                  <a:cubicBezTo>
                    <a:pt x="20081" y="3375"/>
                    <a:pt x="20250" y="3544"/>
                    <a:pt x="20250" y="3881"/>
                  </a:cubicBezTo>
                  <a:lnTo>
                    <a:pt x="20250" y="19744"/>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596" name="Shape 1596"/>
            <p:cNvSpPr/>
            <p:nvPr/>
          </p:nvSpPr>
          <p:spPr>
            <a:xfrm>
              <a:off x="147652"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597" name="Shape 1597"/>
            <p:cNvSpPr/>
            <p:nvPr/>
          </p:nvSpPr>
          <p:spPr>
            <a:xfrm>
              <a:off x="147652"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598" name="Shape 1598"/>
            <p:cNvSpPr/>
            <p:nvPr/>
          </p:nvSpPr>
          <p:spPr>
            <a:xfrm>
              <a:off x="147652"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599" name="Shape 1599"/>
            <p:cNvSpPr/>
            <p:nvPr/>
          </p:nvSpPr>
          <p:spPr>
            <a:xfrm>
              <a:off x="297509"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0" name="Shape 1600"/>
            <p:cNvSpPr/>
            <p:nvPr/>
          </p:nvSpPr>
          <p:spPr>
            <a:xfrm>
              <a:off x="297509"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1" name="Shape 1601"/>
            <p:cNvSpPr/>
            <p:nvPr/>
          </p:nvSpPr>
          <p:spPr>
            <a:xfrm>
              <a:off x="297509"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2" name="Shape 1602"/>
            <p:cNvSpPr/>
            <p:nvPr/>
          </p:nvSpPr>
          <p:spPr>
            <a:xfrm>
              <a:off x="447365" y="469403"/>
              <a:ext cx="83744"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3" name="Shape 1603"/>
            <p:cNvSpPr/>
            <p:nvPr/>
          </p:nvSpPr>
          <p:spPr>
            <a:xfrm>
              <a:off x="447365" y="361419"/>
              <a:ext cx="83744"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4" name="Shape 1604"/>
            <p:cNvSpPr/>
            <p:nvPr/>
          </p:nvSpPr>
          <p:spPr>
            <a:xfrm>
              <a:off x="447365" y="255637"/>
              <a:ext cx="83744"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16" name="Group 1616"/>
          <p:cNvGrpSpPr/>
          <p:nvPr/>
        </p:nvGrpSpPr>
        <p:grpSpPr>
          <a:xfrm>
            <a:off x="2264844" y="5283878"/>
            <a:ext cx="680969" cy="680967"/>
            <a:chOff x="0" y="0"/>
            <a:chExt cx="680967" cy="680965"/>
          </a:xfrm>
        </p:grpSpPr>
        <p:sp>
          <p:nvSpPr>
            <p:cNvPr id="1606" name="Shape 1606"/>
            <p:cNvSpPr/>
            <p:nvPr/>
          </p:nvSpPr>
          <p:spPr>
            <a:xfrm>
              <a:off x="0" y="0"/>
              <a:ext cx="680968" cy="680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2025"/>
                  </a:moveTo>
                  <a:cubicBezTo>
                    <a:pt x="16875" y="2025"/>
                    <a:pt x="16875" y="2025"/>
                    <a:pt x="16875" y="2025"/>
                  </a:cubicBezTo>
                  <a:cubicBezTo>
                    <a:pt x="16875" y="675"/>
                    <a:pt x="16875" y="675"/>
                    <a:pt x="16875" y="675"/>
                  </a:cubicBezTo>
                  <a:cubicBezTo>
                    <a:pt x="16875" y="338"/>
                    <a:pt x="16538" y="0"/>
                    <a:pt x="16200" y="0"/>
                  </a:cubicBezTo>
                  <a:cubicBezTo>
                    <a:pt x="15863" y="0"/>
                    <a:pt x="15525" y="338"/>
                    <a:pt x="15525" y="675"/>
                  </a:cubicBezTo>
                  <a:cubicBezTo>
                    <a:pt x="15525" y="2025"/>
                    <a:pt x="15525" y="2025"/>
                    <a:pt x="15525" y="2025"/>
                  </a:cubicBezTo>
                  <a:cubicBezTo>
                    <a:pt x="11475" y="2025"/>
                    <a:pt x="11475" y="2025"/>
                    <a:pt x="11475" y="2025"/>
                  </a:cubicBezTo>
                  <a:cubicBezTo>
                    <a:pt x="11475" y="675"/>
                    <a:pt x="11475" y="675"/>
                    <a:pt x="11475" y="675"/>
                  </a:cubicBezTo>
                  <a:cubicBezTo>
                    <a:pt x="11475" y="338"/>
                    <a:pt x="11138" y="0"/>
                    <a:pt x="10800" y="0"/>
                  </a:cubicBezTo>
                  <a:cubicBezTo>
                    <a:pt x="10463" y="0"/>
                    <a:pt x="10125" y="338"/>
                    <a:pt x="10125" y="675"/>
                  </a:cubicBezTo>
                  <a:cubicBezTo>
                    <a:pt x="10125" y="2025"/>
                    <a:pt x="10125" y="2025"/>
                    <a:pt x="10125" y="2025"/>
                  </a:cubicBezTo>
                  <a:cubicBezTo>
                    <a:pt x="6075" y="2025"/>
                    <a:pt x="6075" y="2025"/>
                    <a:pt x="6075" y="2025"/>
                  </a:cubicBezTo>
                  <a:cubicBezTo>
                    <a:pt x="6075" y="675"/>
                    <a:pt x="6075" y="675"/>
                    <a:pt x="6075" y="675"/>
                  </a:cubicBezTo>
                  <a:cubicBezTo>
                    <a:pt x="6075" y="338"/>
                    <a:pt x="5738" y="0"/>
                    <a:pt x="5400" y="0"/>
                  </a:cubicBezTo>
                  <a:cubicBezTo>
                    <a:pt x="5062" y="0"/>
                    <a:pt x="4725" y="338"/>
                    <a:pt x="4725" y="675"/>
                  </a:cubicBezTo>
                  <a:cubicBezTo>
                    <a:pt x="4725" y="2025"/>
                    <a:pt x="4725" y="2025"/>
                    <a:pt x="4725" y="2025"/>
                  </a:cubicBezTo>
                  <a:cubicBezTo>
                    <a:pt x="1856" y="2025"/>
                    <a:pt x="1856" y="2025"/>
                    <a:pt x="1856" y="2025"/>
                  </a:cubicBezTo>
                  <a:cubicBezTo>
                    <a:pt x="844" y="2025"/>
                    <a:pt x="0" y="2869"/>
                    <a:pt x="0" y="3881"/>
                  </a:cubicBezTo>
                  <a:cubicBezTo>
                    <a:pt x="0" y="19744"/>
                    <a:pt x="0" y="19744"/>
                    <a:pt x="0" y="19744"/>
                  </a:cubicBezTo>
                  <a:cubicBezTo>
                    <a:pt x="0" y="20756"/>
                    <a:pt x="844" y="21600"/>
                    <a:pt x="1856" y="21600"/>
                  </a:cubicBezTo>
                  <a:cubicBezTo>
                    <a:pt x="19744" y="21600"/>
                    <a:pt x="19744" y="21600"/>
                    <a:pt x="19744" y="21600"/>
                  </a:cubicBezTo>
                  <a:cubicBezTo>
                    <a:pt x="20756" y="21600"/>
                    <a:pt x="21600" y="20756"/>
                    <a:pt x="21600" y="19744"/>
                  </a:cubicBezTo>
                  <a:cubicBezTo>
                    <a:pt x="21600" y="3881"/>
                    <a:pt x="21600" y="3881"/>
                    <a:pt x="21600" y="3881"/>
                  </a:cubicBezTo>
                  <a:cubicBezTo>
                    <a:pt x="21600" y="2869"/>
                    <a:pt x="20756" y="2025"/>
                    <a:pt x="19744" y="2025"/>
                  </a:cubicBezTo>
                  <a:close/>
                  <a:moveTo>
                    <a:pt x="20250" y="19744"/>
                  </a:moveTo>
                  <a:cubicBezTo>
                    <a:pt x="20250" y="20081"/>
                    <a:pt x="20081" y="20250"/>
                    <a:pt x="19744" y="20250"/>
                  </a:cubicBezTo>
                  <a:cubicBezTo>
                    <a:pt x="1856" y="20250"/>
                    <a:pt x="1856" y="20250"/>
                    <a:pt x="1856" y="20250"/>
                  </a:cubicBezTo>
                  <a:cubicBezTo>
                    <a:pt x="1519" y="20250"/>
                    <a:pt x="1350" y="20081"/>
                    <a:pt x="1350" y="19744"/>
                  </a:cubicBezTo>
                  <a:cubicBezTo>
                    <a:pt x="1350" y="3881"/>
                    <a:pt x="1350" y="3881"/>
                    <a:pt x="1350" y="3881"/>
                  </a:cubicBezTo>
                  <a:cubicBezTo>
                    <a:pt x="1350" y="3544"/>
                    <a:pt x="1519" y="3375"/>
                    <a:pt x="1856" y="3375"/>
                  </a:cubicBezTo>
                  <a:cubicBezTo>
                    <a:pt x="4725" y="3375"/>
                    <a:pt x="4725" y="3375"/>
                    <a:pt x="4725" y="3375"/>
                  </a:cubicBezTo>
                  <a:cubicBezTo>
                    <a:pt x="4725" y="4725"/>
                    <a:pt x="4725" y="4725"/>
                    <a:pt x="4725" y="4725"/>
                  </a:cubicBezTo>
                  <a:cubicBezTo>
                    <a:pt x="4725" y="5063"/>
                    <a:pt x="5062" y="5400"/>
                    <a:pt x="5400" y="5400"/>
                  </a:cubicBezTo>
                  <a:cubicBezTo>
                    <a:pt x="5738" y="5400"/>
                    <a:pt x="6075" y="5063"/>
                    <a:pt x="6075" y="4725"/>
                  </a:cubicBezTo>
                  <a:cubicBezTo>
                    <a:pt x="6075" y="3375"/>
                    <a:pt x="6075" y="3375"/>
                    <a:pt x="6075" y="3375"/>
                  </a:cubicBezTo>
                  <a:cubicBezTo>
                    <a:pt x="10125" y="3375"/>
                    <a:pt x="10125" y="3375"/>
                    <a:pt x="10125" y="3375"/>
                  </a:cubicBezTo>
                  <a:cubicBezTo>
                    <a:pt x="10125" y="4725"/>
                    <a:pt x="10125" y="4725"/>
                    <a:pt x="10125" y="4725"/>
                  </a:cubicBezTo>
                  <a:cubicBezTo>
                    <a:pt x="10125" y="5063"/>
                    <a:pt x="10463" y="5400"/>
                    <a:pt x="10800" y="5400"/>
                  </a:cubicBezTo>
                  <a:cubicBezTo>
                    <a:pt x="11138" y="5400"/>
                    <a:pt x="11475" y="5063"/>
                    <a:pt x="11475" y="4725"/>
                  </a:cubicBezTo>
                  <a:cubicBezTo>
                    <a:pt x="11475" y="3375"/>
                    <a:pt x="11475" y="3375"/>
                    <a:pt x="11475" y="3375"/>
                  </a:cubicBezTo>
                  <a:cubicBezTo>
                    <a:pt x="15525" y="3375"/>
                    <a:pt x="15525" y="3375"/>
                    <a:pt x="15525" y="3375"/>
                  </a:cubicBezTo>
                  <a:cubicBezTo>
                    <a:pt x="15525" y="4725"/>
                    <a:pt x="15525" y="4725"/>
                    <a:pt x="15525" y="4725"/>
                  </a:cubicBezTo>
                  <a:cubicBezTo>
                    <a:pt x="15525" y="5063"/>
                    <a:pt x="15863" y="5400"/>
                    <a:pt x="16200" y="5400"/>
                  </a:cubicBezTo>
                  <a:cubicBezTo>
                    <a:pt x="16538" y="5400"/>
                    <a:pt x="16875" y="5063"/>
                    <a:pt x="16875" y="4725"/>
                  </a:cubicBezTo>
                  <a:cubicBezTo>
                    <a:pt x="16875" y="3375"/>
                    <a:pt x="16875" y="3375"/>
                    <a:pt x="16875" y="3375"/>
                  </a:cubicBezTo>
                  <a:cubicBezTo>
                    <a:pt x="19744" y="3375"/>
                    <a:pt x="19744" y="3375"/>
                    <a:pt x="19744" y="3375"/>
                  </a:cubicBezTo>
                  <a:cubicBezTo>
                    <a:pt x="20081" y="3375"/>
                    <a:pt x="20250" y="3544"/>
                    <a:pt x="20250" y="3881"/>
                  </a:cubicBezTo>
                  <a:lnTo>
                    <a:pt x="20250" y="19744"/>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7" name="Shape 1607"/>
            <p:cNvSpPr/>
            <p:nvPr/>
          </p:nvSpPr>
          <p:spPr>
            <a:xfrm>
              <a:off x="147652"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8" name="Shape 1608"/>
            <p:cNvSpPr/>
            <p:nvPr/>
          </p:nvSpPr>
          <p:spPr>
            <a:xfrm>
              <a:off x="147652"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09" name="Shape 1609"/>
            <p:cNvSpPr/>
            <p:nvPr/>
          </p:nvSpPr>
          <p:spPr>
            <a:xfrm>
              <a:off x="147652"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0" name="Shape 1610"/>
            <p:cNvSpPr/>
            <p:nvPr/>
          </p:nvSpPr>
          <p:spPr>
            <a:xfrm>
              <a:off x="297509"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1" name="Shape 1611"/>
            <p:cNvSpPr/>
            <p:nvPr/>
          </p:nvSpPr>
          <p:spPr>
            <a:xfrm>
              <a:off x="297509"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2" name="Shape 1612"/>
            <p:cNvSpPr/>
            <p:nvPr/>
          </p:nvSpPr>
          <p:spPr>
            <a:xfrm>
              <a:off x="297509"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3" name="Shape 1613"/>
            <p:cNvSpPr/>
            <p:nvPr/>
          </p:nvSpPr>
          <p:spPr>
            <a:xfrm>
              <a:off x="447365" y="469403"/>
              <a:ext cx="83744"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4" name="Shape 1614"/>
            <p:cNvSpPr/>
            <p:nvPr/>
          </p:nvSpPr>
          <p:spPr>
            <a:xfrm>
              <a:off x="447365" y="361419"/>
              <a:ext cx="83744"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5" name="Shape 1615"/>
            <p:cNvSpPr/>
            <p:nvPr/>
          </p:nvSpPr>
          <p:spPr>
            <a:xfrm>
              <a:off x="447365" y="255637"/>
              <a:ext cx="83744"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27" name="Group 1627"/>
          <p:cNvGrpSpPr/>
          <p:nvPr/>
        </p:nvGrpSpPr>
        <p:grpSpPr>
          <a:xfrm>
            <a:off x="1695258" y="4225316"/>
            <a:ext cx="680969" cy="680966"/>
            <a:chOff x="0" y="0"/>
            <a:chExt cx="680967" cy="680965"/>
          </a:xfrm>
        </p:grpSpPr>
        <p:sp>
          <p:nvSpPr>
            <p:cNvPr id="1617" name="Shape 1617"/>
            <p:cNvSpPr/>
            <p:nvPr/>
          </p:nvSpPr>
          <p:spPr>
            <a:xfrm>
              <a:off x="0" y="0"/>
              <a:ext cx="680968" cy="680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2025"/>
                  </a:moveTo>
                  <a:cubicBezTo>
                    <a:pt x="16875" y="2025"/>
                    <a:pt x="16875" y="2025"/>
                    <a:pt x="16875" y="2025"/>
                  </a:cubicBezTo>
                  <a:cubicBezTo>
                    <a:pt x="16875" y="675"/>
                    <a:pt x="16875" y="675"/>
                    <a:pt x="16875" y="675"/>
                  </a:cubicBezTo>
                  <a:cubicBezTo>
                    <a:pt x="16875" y="338"/>
                    <a:pt x="16538" y="0"/>
                    <a:pt x="16200" y="0"/>
                  </a:cubicBezTo>
                  <a:cubicBezTo>
                    <a:pt x="15863" y="0"/>
                    <a:pt x="15525" y="338"/>
                    <a:pt x="15525" y="675"/>
                  </a:cubicBezTo>
                  <a:cubicBezTo>
                    <a:pt x="15525" y="2025"/>
                    <a:pt x="15525" y="2025"/>
                    <a:pt x="15525" y="2025"/>
                  </a:cubicBezTo>
                  <a:cubicBezTo>
                    <a:pt x="11475" y="2025"/>
                    <a:pt x="11475" y="2025"/>
                    <a:pt x="11475" y="2025"/>
                  </a:cubicBezTo>
                  <a:cubicBezTo>
                    <a:pt x="11475" y="675"/>
                    <a:pt x="11475" y="675"/>
                    <a:pt x="11475" y="675"/>
                  </a:cubicBezTo>
                  <a:cubicBezTo>
                    <a:pt x="11475" y="338"/>
                    <a:pt x="11138" y="0"/>
                    <a:pt x="10800" y="0"/>
                  </a:cubicBezTo>
                  <a:cubicBezTo>
                    <a:pt x="10463" y="0"/>
                    <a:pt x="10125" y="338"/>
                    <a:pt x="10125" y="675"/>
                  </a:cubicBezTo>
                  <a:cubicBezTo>
                    <a:pt x="10125" y="2025"/>
                    <a:pt x="10125" y="2025"/>
                    <a:pt x="10125" y="2025"/>
                  </a:cubicBezTo>
                  <a:cubicBezTo>
                    <a:pt x="6075" y="2025"/>
                    <a:pt x="6075" y="2025"/>
                    <a:pt x="6075" y="2025"/>
                  </a:cubicBezTo>
                  <a:cubicBezTo>
                    <a:pt x="6075" y="675"/>
                    <a:pt x="6075" y="675"/>
                    <a:pt x="6075" y="675"/>
                  </a:cubicBezTo>
                  <a:cubicBezTo>
                    <a:pt x="6075" y="338"/>
                    <a:pt x="5738" y="0"/>
                    <a:pt x="5400" y="0"/>
                  </a:cubicBezTo>
                  <a:cubicBezTo>
                    <a:pt x="5062" y="0"/>
                    <a:pt x="4725" y="338"/>
                    <a:pt x="4725" y="675"/>
                  </a:cubicBezTo>
                  <a:cubicBezTo>
                    <a:pt x="4725" y="2025"/>
                    <a:pt x="4725" y="2025"/>
                    <a:pt x="4725" y="2025"/>
                  </a:cubicBezTo>
                  <a:cubicBezTo>
                    <a:pt x="1856" y="2025"/>
                    <a:pt x="1856" y="2025"/>
                    <a:pt x="1856" y="2025"/>
                  </a:cubicBezTo>
                  <a:cubicBezTo>
                    <a:pt x="844" y="2025"/>
                    <a:pt x="0" y="2869"/>
                    <a:pt x="0" y="3881"/>
                  </a:cubicBezTo>
                  <a:cubicBezTo>
                    <a:pt x="0" y="19744"/>
                    <a:pt x="0" y="19744"/>
                    <a:pt x="0" y="19744"/>
                  </a:cubicBezTo>
                  <a:cubicBezTo>
                    <a:pt x="0" y="20756"/>
                    <a:pt x="844" y="21600"/>
                    <a:pt x="1856" y="21600"/>
                  </a:cubicBezTo>
                  <a:cubicBezTo>
                    <a:pt x="19744" y="21600"/>
                    <a:pt x="19744" y="21600"/>
                    <a:pt x="19744" y="21600"/>
                  </a:cubicBezTo>
                  <a:cubicBezTo>
                    <a:pt x="20756" y="21600"/>
                    <a:pt x="21600" y="20756"/>
                    <a:pt x="21600" y="19744"/>
                  </a:cubicBezTo>
                  <a:cubicBezTo>
                    <a:pt x="21600" y="3881"/>
                    <a:pt x="21600" y="3881"/>
                    <a:pt x="21600" y="3881"/>
                  </a:cubicBezTo>
                  <a:cubicBezTo>
                    <a:pt x="21600" y="2869"/>
                    <a:pt x="20756" y="2025"/>
                    <a:pt x="19744" y="2025"/>
                  </a:cubicBezTo>
                  <a:close/>
                  <a:moveTo>
                    <a:pt x="20250" y="19744"/>
                  </a:moveTo>
                  <a:cubicBezTo>
                    <a:pt x="20250" y="20081"/>
                    <a:pt x="20081" y="20250"/>
                    <a:pt x="19744" y="20250"/>
                  </a:cubicBezTo>
                  <a:cubicBezTo>
                    <a:pt x="1856" y="20250"/>
                    <a:pt x="1856" y="20250"/>
                    <a:pt x="1856" y="20250"/>
                  </a:cubicBezTo>
                  <a:cubicBezTo>
                    <a:pt x="1519" y="20250"/>
                    <a:pt x="1350" y="20081"/>
                    <a:pt x="1350" y="19744"/>
                  </a:cubicBezTo>
                  <a:cubicBezTo>
                    <a:pt x="1350" y="3881"/>
                    <a:pt x="1350" y="3881"/>
                    <a:pt x="1350" y="3881"/>
                  </a:cubicBezTo>
                  <a:cubicBezTo>
                    <a:pt x="1350" y="3544"/>
                    <a:pt x="1519" y="3375"/>
                    <a:pt x="1856" y="3375"/>
                  </a:cubicBezTo>
                  <a:cubicBezTo>
                    <a:pt x="4725" y="3375"/>
                    <a:pt x="4725" y="3375"/>
                    <a:pt x="4725" y="3375"/>
                  </a:cubicBezTo>
                  <a:cubicBezTo>
                    <a:pt x="4725" y="4725"/>
                    <a:pt x="4725" y="4725"/>
                    <a:pt x="4725" y="4725"/>
                  </a:cubicBezTo>
                  <a:cubicBezTo>
                    <a:pt x="4725" y="5063"/>
                    <a:pt x="5062" y="5400"/>
                    <a:pt x="5400" y="5400"/>
                  </a:cubicBezTo>
                  <a:cubicBezTo>
                    <a:pt x="5738" y="5400"/>
                    <a:pt x="6075" y="5063"/>
                    <a:pt x="6075" y="4725"/>
                  </a:cubicBezTo>
                  <a:cubicBezTo>
                    <a:pt x="6075" y="3375"/>
                    <a:pt x="6075" y="3375"/>
                    <a:pt x="6075" y="3375"/>
                  </a:cubicBezTo>
                  <a:cubicBezTo>
                    <a:pt x="10125" y="3375"/>
                    <a:pt x="10125" y="3375"/>
                    <a:pt x="10125" y="3375"/>
                  </a:cubicBezTo>
                  <a:cubicBezTo>
                    <a:pt x="10125" y="4725"/>
                    <a:pt x="10125" y="4725"/>
                    <a:pt x="10125" y="4725"/>
                  </a:cubicBezTo>
                  <a:cubicBezTo>
                    <a:pt x="10125" y="5063"/>
                    <a:pt x="10463" y="5400"/>
                    <a:pt x="10800" y="5400"/>
                  </a:cubicBezTo>
                  <a:cubicBezTo>
                    <a:pt x="11138" y="5400"/>
                    <a:pt x="11475" y="5063"/>
                    <a:pt x="11475" y="4725"/>
                  </a:cubicBezTo>
                  <a:cubicBezTo>
                    <a:pt x="11475" y="3375"/>
                    <a:pt x="11475" y="3375"/>
                    <a:pt x="11475" y="3375"/>
                  </a:cubicBezTo>
                  <a:cubicBezTo>
                    <a:pt x="15525" y="3375"/>
                    <a:pt x="15525" y="3375"/>
                    <a:pt x="15525" y="3375"/>
                  </a:cubicBezTo>
                  <a:cubicBezTo>
                    <a:pt x="15525" y="4725"/>
                    <a:pt x="15525" y="4725"/>
                    <a:pt x="15525" y="4725"/>
                  </a:cubicBezTo>
                  <a:cubicBezTo>
                    <a:pt x="15525" y="5063"/>
                    <a:pt x="15863" y="5400"/>
                    <a:pt x="16200" y="5400"/>
                  </a:cubicBezTo>
                  <a:cubicBezTo>
                    <a:pt x="16538" y="5400"/>
                    <a:pt x="16875" y="5063"/>
                    <a:pt x="16875" y="4725"/>
                  </a:cubicBezTo>
                  <a:cubicBezTo>
                    <a:pt x="16875" y="3375"/>
                    <a:pt x="16875" y="3375"/>
                    <a:pt x="16875" y="3375"/>
                  </a:cubicBezTo>
                  <a:cubicBezTo>
                    <a:pt x="19744" y="3375"/>
                    <a:pt x="19744" y="3375"/>
                    <a:pt x="19744" y="3375"/>
                  </a:cubicBezTo>
                  <a:cubicBezTo>
                    <a:pt x="20081" y="3375"/>
                    <a:pt x="20250" y="3544"/>
                    <a:pt x="20250" y="3881"/>
                  </a:cubicBezTo>
                  <a:lnTo>
                    <a:pt x="20250" y="19744"/>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8" name="Shape 1618"/>
            <p:cNvSpPr/>
            <p:nvPr/>
          </p:nvSpPr>
          <p:spPr>
            <a:xfrm>
              <a:off x="147652"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19" name="Shape 1619"/>
            <p:cNvSpPr/>
            <p:nvPr/>
          </p:nvSpPr>
          <p:spPr>
            <a:xfrm>
              <a:off x="147652"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0" name="Shape 1620"/>
            <p:cNvSpPr/>
            <p:nvPr/>
          </p:nvSpPr>
          <p:spPr>
            <a:xfrm>
              <a:off x="147652"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1" name="Shape 1621"/>
            <p:cNvSpPr/>
            <p:nvPr/>
          </p:nvSpPr>
          <p:spPr>
            <a:xfrm>
              <a:off x="297509"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2" name="Shape 1622"/>
            <p:cNvSpPr/>
            <p:nvPr/>
          </p:nvSpPr>
          <p:spPr>
            <a:xfrm>
              <a:off x="297509"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3" name="Shape 1623"/>
            <p:cNvSpPr/>
            <p:nvPr/>
          </p:nvSpPr>
          <p:spPr>
            <a:xfrm>
              <a:off x="297509"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4" name="Shape 1624"/>
            <p:cNvSpPr/>
            <p:nvPr/>
          </p:nvSpPr>
          <p:spPr>
            <a:xfrm>
              <a:off x="447365" y="469403"/>
              <a:ext cx="83744"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5" name="Shape 1625"/>
            <p:cNvSpPr/>
            <p:nvPr/>
          </p:nvSpPr>
          <p:spPr>
            <a:xfrm>
              <a:off x="447365" y="361419"/>
              <a:ext cx="83744"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6" name="Shape 1626"/>
            <p:cNvSpPr/>
            <p:nvPr/>
          </p:nvSpPr>
          <p:spPr>
            <a:xfrm>
              <a:off x="447365" y="255637"/>
              <a:ext cx="83744"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38" name="Group 1638"/>
          <p:cNvGrpSpPr/>
          <p:nvPr/>
        </p:nvGrpSpPr>
        <p:grpSpPr>
          <a:xfrm>
            <a:off x="1110632" y="2995414"/>
            <a:ext cx="680968" cy="680967"/>
            <a:chOff x="0" y="0"/>
            <a:chExt cx="680967" cy="680965"/>
          </a:xfrm>
        </p:grpSpPr>
        <p:sp>
          <p:nvSpPr>
            <p:cNvPr id="1628" name="Shape 1628"/>
            <p:cNvSpPr/>
            <p:nvPr/>
          </p:nvSpPr>
          <p:spPr>
            <a:xfrm>
              <a:off x="0" y="0"/>
              <a:ext cx="680968" cy="680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2025"/>
                  </a:moveTo>
                  <a:cubicBezTo>
                    <a:pt x="16875" y="2025"/>
                    <a:pt x="16875" y="2025"/>
                    <a:pt x="16875" y="2025"/>
                  </a:cubicBezTo>
                  <a:cubicBezTo>
                    <a:pt x="16875" y="675"/>
                    <a:pt x="16875" y="675"/>
                    <a:pt x="16875" y="675"/>
                  </a:cubicBezTo>
                  <a:cubicBezTo>
                    <a:pt x="16875" y="338"/>
                    <a:pt x="16538" y="0"/>
                    <a:pt x="16200" y="0"/>
                  </a:cubicBezTo>
                  <a:cubicBezTo>
                    <a:pt x="15863" y="0"/>
                    <a:pt x="15525" y="338"/>
                    <a:pt x="15525" y="675"/>
                  </a:cubicBezTo>
                  <a:cubicBezTo>
                    <a:pt x="15525" y="2025"/>
                    <a:pt x="15525" y="2025"/>
                    <a:pt x="15525" y="2025"/>
                  </a:cubicBezTo>
                  <a:cubicBezTo>
                    <a:pt x="11475" y="2025"/>
                    <a:pt x="11475" y="2025"/>
                    <a:pt x="11475" y="2025"/>
                  </a:cubicBezTo>
                  <a:cubicBezTo>
                    <a:pt x="11475" y="675"/>
                    <a:pt x="11475" y="675"/>
                    <a:pt x="11475" y="675"/>
                  </a:cubicBezTo>
                  <a:cubicBezTo>
                    <a:pt x="11475" y="338"/>
                    <a:pt x="11138" y="0"/>
                    <a:pt x="10800" y="0"/>
                  </a:cubicBezTo>
                  <a:cubicBezTo>
                    <a:pt x="10463" y="0"/>
                    <a:pt x="10125" y="338"/>
                    <a:pt x="10125" y="675"/>
                  </a:cubicBezTo>
                  <a:cubicBezTo>
                    <a:pt x="10125" y="2025"/>
                    <a:pt x="10125" y="2025"/>
                    <a:pt x="10125" y="2025"/>
                  </a:cubicBezTo>
                  <a:cubicBezTo>
                    <a:pt x="6075" y="2025"/>
                    <a:pt x="6075" y="2025"/>
                    <a:pt x="6075" y="2025"/>
                  </a:cubicBezTo>
                  <a:cubicBezTo>
                    <a:pt x="6075" y="675"/>
                    <a:pt x="6075" y="675"/>
                    <a:pt x="6075" y="675"/>
                  </a:cubicBezTo>
                  <a:cubicBezTo>
                    <a:pt x="6075" y="338"/>
                    <a:pt x="5738" y="0"/>
                    <a:pt x="5400" y="0"/>
                  </a:cubicBezTo>
                  <a:cubicBezTo>
                    <a:pt x="5062" y="0"/>
                    <a:pt x="4725" y="338"/>
                    <a:pt x="4725" y="675"/>
                  </a:cubicBezTo>
                  <a:cubicBezTo>
                    <a:pt x="4725" y="2025"/>
                    <a:pt x="4725" y="2025"/>
                    <a:pt x="4725" y="2025"/>
                  </a:cubicBezTo>
                  <a:cubicBezTo>
                    <a:pt x="1856" y="2025"/>
                    <a:pt x="1856" y="2025"/>
                    <a:pt x="1856" y="2025"/>
                  </a:cubicBezTo>
                  <a:cubicBezTo>
                    <a:pt x="844" y="2025"/>
                    <a:pt x="0" y="2869"/>
                    <a:pt x="0" y="3881"/>
                  </a:cubicBezTo>
                  <a:cubicBezTo>
                    <a:pt x="0" y="19744"/>
                    <a:pt x="0" y="19744"/>
                    <a:pt x="0" y="19744"/>
                  </a:cubicBezTo>
                  <a:cubicBezTo>
                    <a:pt x="0" y="20756"/>
                    <a:pt x="844" y="21600"/>
                    <a:pt x="1856" y="21600"/>
                  </a:cubicBezTo>
                  <a:cubicBezTo>
                    <a:pt x="19744" y="21600"/>
                    <a:pt x="19744" y="21600"/>
                    <a:pt x="19744" y="21600"/>
                  </a:cubicBezTo>
                  <a:cubicBezTo>
                    <a:pt x="20756" y="21600"/>
                    <a:pt x="21600" y="20756"/>
                    <a:pt x="21600" y="19744"/>
                  </a:cubicBezTo>
                  <a:cubicBezTo>
                    <a:pt x="21600" y="3881"/>
                    <a:pt x="21600" y="3881"/>
                    <a:pt x="21600" y="3881"/>
                  </a:cubicBezTo>
                  <a:cubicBezTo>
                    <a:pt x="21600" y="2869"/>
                    <a:pt x="20756" y="2025"/>
                    <a:pt x="19744" y="2025"/>
                  </a:cubicBezTo>
                  <a:close/>
                  <a:moveTo>
                    <a:pt x="20250" y="19744"/>
                  </a:moveTo>
                  <a:cubicBezTo>
                    <a:pt x="20250" y="20081"/>
                    <a:pt x="20081" y="20250"/>
                    <a:pt x="19744" y="20250"/>
                  </a:cubicBezTo>
                  <a:cubicBezTo>
                    <a:pt x="1856" y="20250"/>
                    <a:pt x="1856" y="20250"/>
                    <a:pt x="1856" y="20250"/>
                  </a:cubicBezTo>
                  <a:cubicBezTo>
                    <a:pt x="1519" y="20250"/>
                    <a:pt x="1350" y="20081"/>
                    <a:pt x="1350" y="19744"/>
                  </a:cubicBezTo>
                  <a:cubicBezTo>
                    <a:pt x="1350" y="3881"/>
                    <a:pt x="1350" y="3881"/>
                    <a:pt x="1350" y="3881"/>
                  </a:cubicBezTo>
                  <a:cubicBezTo>
                    <a:pt x="1350" y="3544"/>
                    <a:pt x="1519" y="3375"/>
                    <a:pt x="1856" y="3375"/>
                  </a:cubicBezTo>
                  <a:cubicBezTo>
                    <a:pt x="4725" y="3375"/>
                    <a:pt x="4725" y="3375"/>
                    <a:pt x="4725" y="3375"/>
                  </a:cubicBezTo>
                  <a:cubicBezTo>
                    <a:pt x="4725" y="4725"/>
                    <a:pt x="4725" y="4725"/>
                    <a:pt x="4725" y="4725"/>
                  </a:cubicBezTo>
                  <a:cubicBezTo>
                    <a:pt x="4725" y="5063"/>
                    <a:pt x="5062" y="5400"/>
                    <a:pt x="5400" y="5400"/>
                  </a:cubicBezTo>
                  <a:cubicBezTo>
                    <a:pt x="5738" y="5400"/>
                    <a:pt x="6075" y="5063"/>
                    <a:pt x="6075" y="4725"/>
                  </a:cubicBezTo>
                  <a:cubicBezTo>
                    <a:pt x="6075" y="3375"/>
                    <a:pt x="6075" y="3375"/>
                    <a:pt x="6075" y="3375"/>
                  </a:cubicBezTo>
                  <a:cubicBezTo>
                    <a:pt x="10125" y="3375"/>
                    <a:pt x="10125" y="3375"/>
                    <a:pt x="10125" y="3375"/>
                  </a:cubicBezTo>
                  <a:cubicBezTo>
                    <a:pt x="10125" y="4725"/>
                    <a:pt x="10125" y="4725"/>
                    <a:pt x="10125" y="4725"/>
                  </a:cubicBezTo>
                  <a:cubicBezTo>
                    <a:pt x="10125" y="5063"/>
                    <a:pt x="10463" y="5400"/>
                    <a:pt x="10800" y="5400"/>
                  </a:cubicBezTo>
                  <a:cubicBezTo>
                    <a:pt x="11138" y="5400"/>
                    <a:pt x="11475" y="5063"/>
                    <a:pt x="11475" y="4725"/>
                  </a:cubicBezTo>
                  <a:cubicBezTo>
                    <a:pt x="11475" y="3375"/>
                    <a:pt x="11475" y="3375"/>
                    <a:pt x="11475" y="3375"/>
                  </a:cubicBezTo>
                  <a:cubicBezTo>
                    <a:pt x="15525" y="3375"/>
                    <a:pt x="15525" y="3375"/>
                    <a:pt x="15525" y="3375"/>
                  </a:cubicBezTo>
                  <a:cubicBezTo>
                    <a:pt x="15525" y="4725"/>
                    <a:pt x="15525" y="4725"/>
                    <a:pt x="15525" y="4725"/>
                  </a:cubicBezTo>
                  <a:cubicBezTo>
                    <a:pt x="15525" y="5063"/>
                    <a:pt x="15863" y="5400"/>
                    <a:pt x="16200" y="5400"/>
                  </a:cubicBezTo>
                  <a:cubicBezTo>
                    <a:pt x="16538" y="5400"/>
                    <a:pt x="16875" y="5063"/>
                    <a:pt x="16875" y="4725"/>
                  </a:cubicBezTo>
                  <a:cubicBezTo>
                    <a:pt x="16875" y="3375"/>
                    <a:pt x="16875" y="3375"/>
                    <a:pt x="16875" y="3375"/>
                  </a:cubicBezTo>
                  <a:cubicBezTo>
                    <a:pt x="19744" y="3375"/>
                    <a:pt x="19744" y="3375"/>
                    <a:pt x="19744" y="3375"/>
                  </a:cubicBezTo>
                  <a:cubicBezTo>
                    <a:pt x="20081" y="3375"/>
                    <a:pt x="20250" y="3544"/>
                    <a:pt x="20250" y="3881"/>
                  </a:cubicBezTo>
                  <a:lnTo>
                    <a:pt x="20250" y="19744"/>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29" name="Shape 1629"/>
            <p:cNvSpPr/>
            <p:nvPr/>
          </p:nvSpPr>
          <p:spPr>
            <a:xfrm>
              <a:off x="147652"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0" name="Shape 1630"/>
            <p:cNvSpPr/>
            <p:nvPr/>
          </p:nvSpPr>
          <p:spPr>
            <a:xfrm>
              <a:off x="147652"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1" name="Shape 1631"/>
            <p:cNvSpPr/>
            <p:nvPr/>
          </p:nvSpPr>
          <p:spPr>
            <a:xfrm>
              <a:off x="147652"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2" name="Shape 1632"/>
            <p:cNvSpPr/>
            <p:nvPr/>
          </p:nvSpPr>
          <p:spPr>
            <a:xfrm>
              <a:off x="297509" y="469403"/>
              <a:ext cx="85947"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3" name="Shape 1633"/>
            <p:cNvSpPr/>
            <p:nvPr/>
          </p:nvSpPr>
          <p:spPr>
            <a:xfrm>
              <a:off x="297509" y="361419"/>
              <a:ext cx="85947"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4" name="Shape 1634"/>
            <p:cNvSpPr/>
            <p:nvPr/>
          </p:nvSpPr>
          <p:spPr>
            <a:xfrm>
              <a:off x="297509" y="255637"/>
              <a:ext cx="85947"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5" name="Shape 1635"/>
            <p:cNvSpPr/>
            <p:nvPr/>
          </p:nvSpPr>
          <p:spPr>
            <a:xfrm>
              <a:off x="447365" y="469403"/>
              <a:ext cx="83744" cy="61705"/>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6" name="Shape 1636"/>
            <p:cNvSpPr/>
            <p:nvPr/>
          </p:nvSpPr>
          <p:spPr>
            <a:xfrm>
              <a:off x="447365" y="361419"/>
              <a:ext cx="83744" cy="63909"/>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37" name="Shape 1637"/>
            <p:cNvSpPr/>
            <p:nvPr/>
          </p:nvSpPr>
          <p:spPr>
            <a:xfrm>
              <a:off x="447365" y="255637"/>
              <a:ext cx="83744" cy="63910"/>
            </a:xfrm>
            <a:prstGeom prst="rect">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41" name="Group 1641"/>
          <p:cNvGrpSpPr/>
          <p:nvPr/>
        </p:nvGrpSpPr>
        <p:grpSpPr>
          <a:xfrm>
            <a:off x="4074546" y="9430627"/>
            <a:ext cx="518825" cy="745660"/>
            <a:chOff x="0" y="0"/>
            <a:chExt cx="518824" cy="745658"/>
          </a:xfrm>
        </p:grpSpPr>
        <p:sp>
          <p:nvSpPr>
            <p:cNvPr id="1639" name="Shape 1639"/>
            <p:cNvSpPr/>
            <p:nvPr/>
          </p:nvSpPr>
          <p:spPr>
            <a:xfrm>
              <a:off x="0" y="0"/>
              <a:ext cx="518825" cy="745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40" name="Shape 1640"/>
            <p:cNvSpPr/>
            <p:nvPr/>
          </p:nvSpPr>
          <p:spPr>
            <a:xfrm>
              <a:off x="118244" y="115830"/>
              <a:ext cx="154441" cy="1520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44" name="Group 1644"/>
          <p:cNvGrpSpPr/>
          <p:nvPr/>
        </p:nvGrpSpPr>
        <p:grpSpPr>
          <a:xfrm>
            <a:off x="6279182" y="5585697"/>
            <a:ext cx="518826" cy="745659"/>
            <a:chOff x="0" y="0"/>
            <a:chExt cx="518824" cy="745658"/>
          </a:xfrm>
        </p:grpSpPr>
        <p:sp>
          <p:nvSpPr>
            <p:cNvPr id="1642" name="Shape 1642"/>
            <p:cNvSpPr/>
            <p:nvPr/>
          </p:nvSpPr>
          <p:spPr>
            <a:xfrm>
              <a:off x="0" y="0"/>
              <a:ext cx="518825" cy="745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43" name="Shape 1643"/>
            <p:cNvSpPr/>
            <p:nvPr/>
          </p:nvSpPr>
          <p:spPr>
            <a:xfrm>
              <a:off x="118244" y="115830"/>
              <a:ext cx="154441" cy="1520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47" name="Group 1647"/>
          <p:cNvGrpSpPr/>
          <p:nvPr/>
        </p:nvGrpSpPr>
        <p:grpSpPr>
          <a:xfrm>
            <a:off x="6043319" y="9994120"/>
            <a:ext cx="518825" cy="745659"/>
            <a:chOff x="0" y="0"/>
            <a:chExt cx="518824" cy="745658"/>
          </a:xfrm>
        </p:grpSpPr>
        <p:sp>
          <p:nvSpPr>
            <p:cNvPr id="1645" name="Shape 1645"/>
            <p:cNvSpPr/>
            <p:nvPr/>
          </p:nvSpPr>
          <p:spPr>
            <a:xfrm>
              <a:off x="0" y="0"/>
              <a:ext cx="518825" cy="745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46" name="Shape 1646"/>
            <p:cNvSpPr/>
            <p:nvPr/>
          </p:nvSpPr>
          <p:spPr>
            <a:xfrm>
              <a:off x="118244" y="115830"/>
              <a:ext cx="154441" cy="1520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50" name="Group 1650"/>
          <p:cNvGrpSpPr/>
          <p:nvPr/>
        </p:nvGrpSpPr>
        <p:grpSpPr>
          <a:xfrm>
            <a:off x="4201546" y="5586442"/>
            <a:ext cx="518825" cy="745660"/>
            <a:chOff x="0" y="0"/>
            <a:chExt cx="518824" cy="745658"/>
          </a:xfrm>
        </p:grpSpPr>
        <p:sp>
          <p:nvSpPr>
            <p:cNvPr id="1648" name="Shape 1648"/>
            <p:cNvSpPr/>
            <p:nvPr/>
          </p:nvSpPr>
          <p:spPr>
            <a:xfrm>
              <a:off x="0" y="0"/>
              <a:ext cx="518825" cy="745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49" name="Shape 1649"/>
            <p:cNvSpPr/>
            <p:nvPr/>
          </p:nvSpPr>
          <p:spPr>
            <a:xfrm>
              <a:off x="118244" y="115830"/>
              <a:ext cx="154441" cy="1520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53" name="Group 1653"/>
          <p:cNvGrpSpPr/>
          <p:nvPr/>
        </p:nvGrpSpPr>
        <p:grpSpPr>
          <a:xfrm>
            <a:off x="8258608" y="10129194"/>
            <a:ext cx="518825" cy="745659"/>
            <a:chOff x="0" y="0"/>
            <a:chExt cx="518824" cy="745658"/>
          </a:xfrm>
        </p:grpSpPr>
        <p:sp>
          <p:nvSpPr>
            <p:cNvPr id="1651" name="Shape 1651"/>
            <p:cNvSpPr/>
            <p:nvPr/>
          </p:nvSpPr>
          <p:spPr>
            <a:xfrm>
              <a:off x="0" y="0"/>
              <a:ext cx="518825" cy="745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52" name="Shape 1652"/>
            <p:cNvSpPr/>
            <p:nvPr/>
          </p:nvSpPr>
          <p:spPr>
            <a:xfrm>
              <a:off x="118244" y="115830"/>
              <a:ext cx="154441" cy="1520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6388B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654" name="Shape 1654"/>
          <p:cNvSpPr/>
          <p:nvPr/>
        </p:nvSpPr>
        <p:spPr>
          <a:xfrm>
            <a:off x="10491073" y="4248498"/>
            <a:ext cx="780991" cy="5914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8" y="7200"/>
                  <a:pt x="16538" y="7200"/>
                  <a:pt x="16538"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655" name="Shape 1655"/>
          <p:cNvSpPr/>
          <p:nvPr/>
        </p:nvSpPr>
        <p:spPr>
          <a:xfrm>
            <a:off x="11114389" y="5536557"/>
            <a:ext cx="780991" cy="5914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8" y="7200"/>
                  <a:pt x="16538" y="7200"/>
                  <a:pt x="16538"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656" name="Shape 1656"/>
          <p:cNvSpPr/>
          <p:nvPr/>
        </p:nvSpPr>
        <p:spPr>
          <a:xfrm>
            <a:off x="13528878" y="10567536"/>
            <a:ext cx="780990" cy="5914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8" y="7200"/>
                  <a:pt x="16538" y="7200"/>
                  <a:pt x="16538"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657" name="Shape 1657"/>
          <p:cNvSpPr/>
          <p:nvPr/>
        </p:nvSpPr>
        <p:spPr>
          <a:xfrm flipV="1">
            <a:off x="9971166" y="8923434"/>
            <a:ext cx="1" cy="1089455"/>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658" name="Shape 1658"/>
          <p:cNvSpPr/>
          <p:nvPr/>
        </p:nvSpPr>
        <p:spPr>
          <a:xfrm>
            <a:off x="9820312" y="10160802"/>
            <a:ext cx="2122513" cy="931331"/>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659" name="Shape 1659"/>
          <p:cNvSpPr/>
          <p:nvPr/>
        </p:nvSpPr>
        <p:spPr>
          <a:xfrm>
            <a:off x="10650246" y="10107716"/>
            <a:ext cx="780990" cy="5914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8" y="7200"/>
                  <a:pt x="16538" y="7200"/>
                  <a:pt x="16538"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660" name="Shape 1660"/>
          <p:cNvSpPr/>
          <p:nvPr/>
        </p:nvSpPr>
        <p:spPr>
          <a:xfrm>
            <a:off x="12540203" y="5577041"/>
            <a:ext cx="1" cy="1544918"/>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661" name="Shape 1661"/>
          <p:cNvSpPr/>
          <p:nvPr/>
        </p:nvSpPr>
        <p:spPr>
          <a:xfrm>
            <a:off x="12225966" y="5111443"/>
            <a:ext cx="2020110"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662" name="Shape 1662"/>
          <p:cNvSpPr/>
          <p:nvPr/>
        </p:nvSpPr>
        <p:spPr>
          <a:xfrm>
            <a:off x="12225966" y="4474479"/>
            <a:ext cx="780990" cy="5914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8" y="7200"/>
                  <a:pt x="16538" y="7200"/>
                  <a:pt x="16538"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663" name="Shape 1663"/>
          <p:cNvSpPr/>
          <p:nvPr/>
        </p:nvSpPr>
        <p:spPr>
          <a:xfrm>
            <a:off x="15550385" y="7742894"/>
            <a:ext cx="3400333" cy="59142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ESTRATEGIAS #3</a:t>
            </a:r>
          </a:p>
        </p:txBody>
      </p:sp>
      <p:grpSp>
        <p:nvGrpSpPr>
          <p:cNvPr id="1667" name="Group 1667"/>
          <p:cNvGrpSpPr/>
          <p:nvPr/>
        </p:nvGrpSpPr>
        <p:grpSpPr>
          <a:xfrm>
            <a:off x="14804900" y="5294807"/>
            <a:ext cx="659110" cy="659109"/>
            <a:chOff x="0" y="0"/>
            <a:chExt cx="659108" cy="659108"/>
          </a:xfrm>
        </p:grpSpPr>
        <p:sp>
          <p:nvSpPr>
            <p:cNvPr id="1664" name="Shape 1664"/>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65" name="Shape 1665"/>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66" name="Shape 1666"/>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71" name="Group 1671"/>
          <p:cNvGrpSpPr/>
          <p:nvPr/>
        </p:nvGrpSpPr>
        <p:grpSpPr>
          <a:xfrm>
            <a:off x="15955991" y="2272297"/>
            <a:ext cx="659110" cy="659110"/>
            <a:chOff x="0" y="0"/>
            <a:chExt cx="659108" cy="659108"/>
          </a:xfrm>
        </p:grpSpPr>
        <p:sp>
          <p:nvSpPr>
            <p:cNvPr id="1668" name="Shape 1668"/>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69" name="Shape 1669"/>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70" name="Shape 1670"/>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75" name="Group 1675"/>
          <p:cNvGrpSpPr/>
          <p:nvPr/>
        </p:nvGrpSpPr>
        <p:grpSpPr>
          <a:xfrm>
            <a:off x="16658890" y="3643061"/>
            <a:ext cx="659109" cy="659110"/>
            <a:chOff x="0" y="0"/>
            <a:chExt cx="659108" cy="659108"/>
          </a:xfrm>
        </p:grpSpPr>
        <p:sp>
          <p:nvSpPr>
            <p:cNvPr id="1672" name="Shape 1672"/>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73" name="Shape 1673"/>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74" name="Shape 1674"/>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79" name="Group 1679"/>
          <p:cNvGrpSpPr/>
          <p:nvPr/>
        </p:nvGrpSpPr>
        <p:grpSpPr>
          <a:xfrm>
            <a:off x="17322556" y="4578794"/>
            <a:ext cx="659109" cy="659109"/>
            <a:chOff x="0" y="0"/>
            <a:chExt cx="659108" cy="659108"/>
          </a:xfrm>
        </p:grpSpPr>
        <p:sp>
          <p:nvSpPr>
            <p:cNvPr id="1676" name="Shape 1676"/>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77" name="Shape 1677"/>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78" name="Shape 1678"/>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1683" name="Group 1683"/>
          <p:cNvGrpSpPr/>
          <p:nvPr/>
        </p:nvGrpSpPr>
        <p:grpSpPr>
          <a:xfrm>
            <a:off x="18878033" y="5502717"/>
            <a:ext cx="659110" cy="659110"/>
            <a:chOff x="0" y="0"/>
            <a:chExt cx="659108" cy="659108"/>
          </a:xfrm>
        </p:grpSpPr>
        <p:sp>
          <p:nvSpPr>
            <p:cNvPr id="1680" name="Shape 1680"/>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81" name="Shape 1681"/>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82" name="Shape 1682"/>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684" name="Shape 1684"/>
          <p:cNvSpPr/>
          <p:nvPr/>
        </p:nvSpPr>
        <p:spPr>
          <a:xfrm flipV="1">
            <a:off x="16028221" y="8950557"/>
            <a:ext cx="1" cy="277045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685" name="Shape 1685"/>
          <p:cNvSpPr/>
          <p:nvPr/>
        </p:nvSpPr>
        <p:spPr>
          <a:xfrm flipV="1">
            <a:off x="16688589" y="8929567"/>
            <a:ext cx="1" cy="2517041"/>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686" name="Shape 1686"/>
          <p:cNvSpPr/>
          <p:nvPr/>
        </p:nvSpPr>
        <p:spPr>
          <a:xfrm flipH="1" flipV="1">
            <a:off x="17301818" y="8957281"/>
            <a:ext cx="14637" cy="1545100"/>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687" name="Shape 1687"/>
          <p:cNvSpPr/>
          <p:nvPr/>
        </p:nvSpPr>
        <p:spPr>
          <a:xfrm flipV="1">
            <a:off x="17948047" y="8824076"/>
            <a:ext cx="1" cy="1089456"/>
          </a:xfrm>
          <a:prstGeom prst="line">
            <a:avLst/>
          </a:prstGeom>
          <a:ln w="38100">
            <a:solidFill>
              <a:srgbClr val="F7BB00"/>
            </a:solidFill>
            <a:prstDash val="sysDot"/>
            <a:miter lim="400000"/>
            <a:headEnd type="oval"/>
          </a:ln>
        </p:spPr>
        <p:txBody>
          <a:bodyPr lIns="34289" tIns="34289" rIns="34289" bIns="34289"/>
          <a:lstStyle/>
          <a:p>
            <a:pPr algn="l" defTabSz="685800">
              <a:defRPr sz="1200">
                <a:latin typeface="Calibri"/>
                <a:ea typeface="Calibri"/>
                <a:cs typeface="Calibri"/>
                <a:sym typeface="Calibri"/>
              </a:defRPr>
            </a:pPr>
          </a:p>
        </p:txBody>
      </p:sp>
      <p:sp>
        <p:nvSpPr>
          <p:cNvPr id="1688" name="Shape 1688"/>
          <p:cNvSpPr/>
          <p:nvPr/>
        </p:nvSpPr>
        <p:spPr>
          <a:xfrm>
            <a:off x="17878803" y="9992173"/>
            <a:ext cx="1439390" cy="557440"/>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grpSp>
        <p:nvGrpSpPr>
          <p:cNvPr id="1692" name="Group 1692"/>
          <p:cNvGrpSpPr/>
          <p:nvPr/>
        </p:nvGrpSpPr>
        <p:grpSpPr>
          <a:xfrm>
            <a:off x="17878803" y="10307141"/>
            <a:ext cx="659109" cy="659109"/>
            <a:chOff x="0" y="0"/>
            <a:chExt cx="659108" cy="659108"/>
          </a:xfrm>
        </p:grpSpPr>
        <p:sp>
          <p:nvSpPr>
            <p:cNvPr id="1689" name="Shape 1689"/>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90" name="Shape 1690"/>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91" name="Shape 1691"/>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693" name="Shape 1693"/>
          <p:cNvSpPr/>
          <p:nvPr/>
        </p:nvSpPr>
        <p:spPr>
          <a:xfrm>
            <a:off x="17163705" y="10706519"/>
            <a:ext cx="1439391"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grpSp>
        <p:nvGrpSpPr>
          <p:cNvPr id="1697" name="Group 1697"/>
          <p:cNvGrpSpPr/>
          <p:nvPr/>
        </p:nvGrpSpPr>
        <p:grpSpPr>
          <a:xfrm>
            <a:off x="17163705" y="11021486"/>
            <a:ext cx="659110" cy="659110"/>
            <a:chOff x="0" y="0"/>
            <a:chExt cx="659108" cy="659108"/>
          </a:xfrm>
        </p:grpSpPr>
        <p:sp>
          <p:nvSpPr>
            <p:cNvPr id="1694" name="Shape 1694"/>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95" name="Shape 1695"/>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696" name="Shape 1696"/>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698" name="Shape 1698"/>
          <p:cNvSpPr/>
          <p:nvPr/>
        </p:nvSpPr>
        <p:spPr>
          <a:xfrm>
            <a:off x="16402555" y="11580397"/>
            <a:ext cx="1439390"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grpSp>
        <p:nvGrpSpPr>
          <p:cNvPr id="1702" name="Group 1702"/>
          <p:cNvGrpSpPr/>
          <p:nvPr/>
        </p:nvGrpSpPr>
        <p:grpSpPr>
          <a:xfrm>
            <a:off x="16402555" y="11895364"/>
            <a:ext cx="659109" cy="659109"/>
            <a:chOff x="0" y="0"/>
            <a:chExt cx="659108" cy="659108"/>
          </a:xfrm>
        </p:grpSpPr>
        <p:sp>
          <p:nvSpPr>
            <p:cNvPr id="1699" name="Shape 1699"/>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700" name="Shape 1700"/>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701" name="Shape 1701"/>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703" name="Shape 1703"/>
          <p:cNvSpPr/>
          <p:nvPr/>
        </p:nvSpPr>
        <p:spPr>
          <a:xfrm>
            <a:off x="15735000" y="11828839"/>
            <a:ext cx="1439391" cy="557440"/>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grpSp>
        <p:nvGrpSpPr>
          <p:cNvPr id="1707" name="Group 1707"/>
          <p:cNvGrpSpPr/>
          <p:nvPr/>
        </p:nvGrpSpPr>
        <p:grpSpPr>
          <a:xfrm>
            <a:off x="15735000" y="12143807"/>
            <a:ext cx="659110" cy="659109"/>
            <a:chOff x="0" y="0"/>
            <a:chExt cx="659108" cy="659108"/>
          </a:xfrm>
        </p:grpSpPr>
        <p:sp>
          <p:nvSpPr>
            <p:cNvPr id="1704" name="Shape 1704"/>
            <p:cNvSpPr/>
            <p:nvPr/>
          </p:nvSpPr>
          <p:spPr>
            <a:xfrm>
              <a:off x="0" y="0"/>
              <a:ext cx="659109" cy="659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3"/>
                    <a:pt x="19575" y="4219"/>
                    <a:pt x="19069" y="3881"/>
                  </a:cubicBezTo>
                  <a:cubicBezTo>
                    <a:pt x="17719" y="2531"/>
                    <a:pt x="17719" y="2531"/>
                    <a:pt x="17719" y="2531"/>
                  </a:cubicBezTo>
                  <a:cubicBezTo>
                    <a:pt x="17550" y="2194"/>
                    <a:pt x="17212" y="2194"/>
                    <a:pt x="16875" y="2194"/>
                  </a:cubicBezTo>
                  <a:cubicBezTo>
                    <a:pt x="16537"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3" y="2194"/>
                    <a:pt x="4725" y="2194"/>
                  </a:cubicBezTo>
                  <a:cubicBezTo>
                    <a:pt x="4387" y="2194"/>
                    <a:pt x="4050" y="2194"/>
                    <a:pt x="3881" y="2531"/>
                  </a:cubicBezTo>
                  <a:cubicBezTo>
                    <a:pt x="2531" y="3881"/>
                    <a:pt x="2531" y="3881"/>
                    <a:pt x="2531" y="3881"/>
                  </a:cubicBezTo>
                  <a:cubicBezTo>
                    <a:pt x="2025" y="4219"/>
                    <a:pt x="2025" y="5063"/>
                    <a:pt x="2363" y="5569"/>
                  </a:cubicBezTo>
                  <a:cubicBezTo>
                    <a:pt x="3544" y="7256"/>
                    <a:pt x="3544" y="7256"/>
                    <a:pt x="3544" y="7256"/>
                  </a:cubicBezTo>
                  <a:cubicBezTo>
                    <a:pt x="3375" y="7594"/>
                    <a:pt x="3206" y="7762"/>
                    <a:pt x="3206" y="8100"/>
                  </a:cubicBezTo>
                  <a:cubicBezTo>
                    <a:pt x="1013" y="8606"/>
                    <a:pt x="1013" y="8606"/>
                    <a:pt x="1013" y="8606"/>
                  </a:cubicBezTo>
                  <a:cubicBezTo>
                    <a:pt x="506" y="8606"/>
                    <a:pt x="0" y="9281"/>
                    <a:pt x="0" y="9956"/>
                  </a:cubicBezTo>
                  <a:cubicBezTo>
                    <a:pt x="0" y="11644"/>
                    <a:pt x="0" y="11644"/>
                    <a:pt x="0" y="11644"/>
                  </a:cubicBezTo>
                  <a:cubicBezTo>
                    <a:pt x="0" y="12319"/>
                    <a:pt x="506" y="12994"/>
                    <a:pt x="1013" y="12994"/>
                  </a:cubicBezTo>
                  <a:cubicBezTo>
                    <a:pt x="3206" y="13500"/>
                    <a:pt x="3206" y="13500"/>
                    <a:pt x="3206" y="13500"/>
                  </a:cubicBezTo>
                  <a:cubicBezTo>
                    <a:pt x="3206" y="13837"/>
                    <a:pt x="3375" y="14006"/>
                    <a:pt x="3544" y="14344"/>
                  </a:cubicBezTo>
                  <a:cubicBezTo>
                    <a:pt x="2363" y="16031"/>
                    <a:pt x="2363" y="16031"/>
                    <a:pt x="2363" y="16031"/>
                  </a:cubicBezTo>
                  <a:cubicBezTo>
                    <a:pt x="2025" y="16537"/>
                    <a:pt x="2025" y="17381"/>
                    <a:pt x="2531" y="17719"/>
                  </a:cubicBezTo>
                  <a:cubicBezTo>
                    <a:pt x="3881" y="19069"/>
                    <a:pt x="3881" y="19069"/>
                    <a:pt x="3881" y="19069"/>
                  </a:cubicBezTo>
                  <a:cubicBezTo>
                    <a:pt x="4050" y="19406"/>
                    <a:pt x="4387" y="19406"/>
                    <a:pt x="4725" y="19406"/>
                  </a:cubicBezTo>
                  <a:cubicBezTo>
                    <a:pt x="5063"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7" y="19406"/>
                    <a:pt x="16875" y="19406"/>
                  </a:cubicBezTo>
                  <a:cubicBezTo>
                    <a:pt x="17212" y="19406"/>
                    <a:pt x="17550" y="19406"/>
                    <a:pt x="17719" y="19069"/>
                  </a:cubicBezTo>
                  <a:cubicBezTo>
                    <a:pt x="19069" y="17719"/>
                    <a:pt x="19069" y="17719"/>
                    <a:pt x="19069" y="17719"/>
                  </a:cubicBezTo>
                  <a:cubicBezTo>
                    <a:pt x="19575" y="17381"/>
                    <a:pt x="19575" y="16537"/>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2"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7"/>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7"/>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2"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705" name="Shape 1705"/>
            <p:cNvSpPr/>
            <p:nvPr/>
          </p:nvSpPr>
          <p:spPr>
            <a:xfrm>
              <a:off x="187101" y="187101"/>
              <a:ext cx="287033" cy="287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1706" name="Shape 1706"/>
            <p:cNvSpPr/>
            <p:nvPr/>
          </p:nvSpPr>
          <p:spPr>
            <a:xfrm>
              <a:off x="248761" y="248760"/>
              <a:ext cx="163716" cy="163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1708" name="Shape 1708"/>
          <p:cNvSpPr/>
          <p:nvPr/>
        </p:nvSpPr>
        <p:spPr>
          <a:xfrm>
            <a:off x="21388905" y="4675656"/>
            <a:ext cx="465382" cy="465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0"/>
                </a:moveTo>
                <a:cubicBezTo>
                  <a:pt x="15525" y="0"/>
                  <a:pt x="14344" y="1012"/>
                  <a:pt x="13669" y="2362"/>
                </a:cubicBezTo>
                <a:cubicBezTo>
                  <a:pt x="13669" y="2362"/>
                  <a:pt x="13669" y="2362"/>
                  <a:pt x="13669" y="2362"/>
                </a:cubicBezTo>
                <a:cubicBezTo>
                  <a:pt x="12487" y="4556"/>
                  <a:pt x="10800" y="6075"/>
                  <a:pt x="8944" y="6075"/>
                </a:cubicBezTo>
                <a:cubicBezTo>
                  <a:pt x="8437" y="6075"/>
                  <a:pt x="8437" y="6075"/>
                  <a:pt x="8437" y="6075"/>
                </a:cubicBezTo>
                <a:cubicBezTo>
                  <a:pt x="5569" y="6075"/>
                  <a:pt x="5569" y="6075"/>
                  <a:pt x="5569" y="6075"/>
                </a:cubicBezTo>
                <a:cubicBezTo>
                  <a:pt x="2700" y="6075"/>
                  <a:pt x="2700" y="6075"/>
                  <a:pt x="2700" y="6075"/>
                </a:cubicBezTo>
                <a:cubicBezTo>
                  <a:pt x="1181" y="6075"/>
                  <a:pt x="0" y="7594"/>
                  <a:pt x="0" y="9450"/>
                </a:cubicBezTo>
                <a:cubicBezTo>
                  <a:pt x="0" y="11306"/>
                  <a:pt x="1181" y="12825"/>
                  <a:pt x="2700" y="12825"/>
                </a:cubicBezTo>
                <a:cubicBezTo>
                  <a:pt x="3375" y="12825"/>
                  <a:pt x="4050" y="13500"/>
                  <a:pt x="4050" y="14175"/>
                </a:cubicBezTo>
                <a:cubicBezTo>
                  <a:pt x="4050" y="20250"/>
                  <a:pt x="4050" y="20250"/>
                  <a:pt x="4050" y="20250"/>
                </a:cubicBezTo>
                <a:cubicBezTo>
                  <a:pt x="4050" y="20925"/>
                  <a:pt x="4725" y="21600"/>
                  <a:pt x="5400" y="21600"/>
                </a:cubicBezTo>
                <a:cubicBezTo>
                  <a:pt x="8100" y="21600"/>
                  <a:pt x="8100" y="21600"/>
                  <a:pt x="8100" y="21600"/>
                </a:cubicBezTo>
                <a:cubicBezTo>
                  <a:pt x="8775" y="21600"/>
                  <a:pt x="9450" y="20925"/>
                  <a:pt x="9450" y="20250"/>
                </a:cubicBezTo>
                <a:cubicBezTo>
                  <a:pt x="9450" y="19575"/>
                  <a:pt x="9450" y="19575"/>
                  <a:pt x="9450" y="19575"/>
                </a:cubicBezTo>
                <a:cubicBezTo>
                  <a:pt x="9450" y="18900"/>
                  <a:pt x="8775" y="18562"/>
                  <a:pt x="8775" y="18225"/>
                </a:cubicBezTo>
                <a:cubicBezTo>
                  <a:pt x="8775" y="13500"/>
                  <a:pt x="8775" y="13500"/>
                  <a:pt x="8775" y="13500"/>
                </a:cubicBezTo>
                <a:cubicBezTo>
                  <a:pt x="8775" y="13500"/>
                  <a:pt x="8775" y="13500"/>
                  <a:pt x="8775" y="13500"/>
                </a:cubicBezTo>
                <a:cubicBezTo>
                  <a:pt x="8775" y="13331"/>
                  <a:pt x="8775" y="13331"/>
                  <a:pt x="8944" y="13162"/>
                </a:cubicBezTo>
                <a:cubicBezTo>
                  <a:pt x="8944" y="13162"/>
                  <a:pt x="8944" y="13162"/>
                  <a:pt x="8944" y="13162"/>
                </a:cubicBezTo>
                <a:cubicBezTo>
                  <a:pt x="8944" y="12994"/>
                  <a:pt x="8944" y="12994"/>
                  <a:pt x="9112" y="12994"/>
                </a:cubicBezTo>
                <a:cubicBezTo>
                  <a:pt x="9112" y="12994"/>
                  <a:pt x="9112" y="12994"/>
                  <a:pt x="9112" y="12994"/>
                </a:cubicBezTo>
                <a:cubicBezTo>
                  <a:pt x="9112" y="12994"/>
                  <a:pt x="9112" y="12994"/>
                  <a:pt x="9112" y="12994"/>
                </a:cubicBezTo>
                <a:cubicBezTo>
                  <a:pt x="9112" y="12825"/>
                  <a:pt x="9281" y="12825"/>
                  <a:pt x="9281" y="12825"/>
                </a:cubicBezTo>
                <a:cubicBezTo>
                  <a:pt x="10969" y="12994"/>
                  <a:pt x="12487" y="14344"/>
                  <a:pt x="13669" y="16537"/>
                </a:cubicBezTo>
                <a:cubicBezTo>
                  <a:pt x="13669" y="16537"/>
                  <a:pt x="13669" y="16537"/>
                  <a:pt x="13669" y="16537"/>
                </a:cubicBezTo>
                <a:cubicBezTo>
                  <a:pt x="14344" y="17887"/>
                  <a:pt x="15525" y="18900"/>
                  <a:pt x="16875" y="18900"/>
                </a:cubicBezTo>
                <a:cubicBezTo>
                  <a:pt x="19913" y="18900"/>
                  <a:pt x="21600" y="14175"/>
                  <a:pt x="21600" y="9450"/>
                </a:cubicBezTo>
                <a:cubicBezTo>
                  <a:pt x="21600" y="4725"/>
                  <a:pt x="19913" y="0"/>
                  <a:pt x="16875" y="0"/>
                </a:cubicBezTo>
                <a:close/>
                <a:moveTo>
                  <a:pt x="13500" y="9450"/>
                </a:moveTo>
                <a:cubicBezTo>
                  <a:pt x="13500" y="8775"/>
                  <a:pt x="13500" y="8100"/>
                  <a:pt x="13669" y="7425"/>
                </a:cubicBezTo>
                <a:cubicBezTo>
                  <a:pt x="15525" y="7425"/>
                  <a:pt x="15525" y="7425"/>
                  <a:pt x="15525" y="7425"/>
                </a:cubicBezTo>
                <a:cubicBezTo>
                  <a:pt x="16200" y="7425"/>
                  <a:pt x="16875" y="8269"/>
                  <a:pt x="16875" y="9450"/>
                </a:cubicBezTo>
                <a:cubicBezTo>
                  <a:pt x="16875" y="10631"/>
                  <a:pt x="16200" y="11475"/>
                  <a:pt x="15525" y="11475"/>
                </a:cubicBezTo>
                <a:cubicBezTo>
                  <a:pt x="13669" y="11475"/>
                  <a:pt x="13669" y="11475"/>
                  <a:pt x="13669" y="11475"/>
                </a:cubicBezTo>
                <a:cubicBezTo>
                  <a:pt x="13500" y="10800"/>
                  <a:pt x="13500" y="10125"/>
                  <a:pt x="13500" y="9450"/>
                </a:cubicBezTo>
                <a:close/>
                <a:moveTo>
                  <a:pt x="1350" y="9450"/>
                </a:moveTo>
                <a:cubicBezTo>
                  <a:pt x="1350" y="8269"/>
                  <a:pt x="2025" y="7425"/>
                  <a:pt x="2700" y="7425"/>
                </a:cubicBezTo>
                <a:cubicBezTo>
                  <a:pt x="7425" y="7425"/>
                  <a:pt x="7425" y="7425"/>
                  <a:pt x="7425" y="7425"/>
                </a:cubicBezTo>
                <a:cubicBezTo>
                  <a:pt x="7088" y="7931"/>
                  <a:pt x="6750" y="8606"/>
                  <a:pt x="6750" y="9450"/>
                </a:cubicBezTo>
                <a:cubicBezTo>
                  <a:pt x="6750" y="10294"/>
                  <a:pt x="7088" y="10969"/>
                  <a:pt x="7425" y="11475"/>
                </a:cubicBezTo>
                <a:cubicBezTo>
                  <a:pt x="2700" y="11475"/>
                  <a:pt x="2700" y="11475"/>
                  <a:pt x="2700" y="11475"/>
                </a:cubicBezTo>
                <a:cubicBezTo>
                  <a:pt x="2025" y="11475"/>
                  <a:pt x="1350" y="10631"/>
                  <a:pt x="1350" y="9450"/>
                </a:cubicBezTo>
                <a:close/>
                <a:moveTo>
                  <a:pt x="8100" y="20250"/>
                </a:moveTo>
                <a:cubicBezTo>
                  <a:pt x="5400" y="20250"/>
                  <a:pt x="5400" y="20250"/>
                  <a:pt x="5400" y="20250"/>
                </a:cubicBezTo>
                <a:cubicBezTo>
                  <a:pt x="5400" y="14175"/>
                  <a:pt x="5400" y="14175"/>
                  <a:pt x="5400" y="14175"/>
                </a:cubicBezTo>
                <a:cubicBezTo>
                  <a:pt x="5400" y="13669"/>
                  <a:pt x="5231" y="13162"/>
                  <a:pt x="5062" y="12825"/>
                </a:cubicBezTo>
                <a:cubicBezTo>
                  <a:pt x="5569" y="12825"/>
                  <a:pt x="5569" y="12825"/>
                  <a:pt x="5569" y="12825"/>
                </a:cubicBezTo>
                <a:cubicBezTo>
                  <a:pt x="5569" y="12825"/>
                  <a:pt x="5569" y="12825"/>
                  <a:pt x="5569" y="12825"/>
                </a:cubicBezTo>
                <a:cubicBezTo>
                  <a:pt x="7594" y="12825"/>
                  <a:pt x="7594" y="12825"/>
                  <a:pt x="7594" y="12825"/>
                </a:cubicBezTo>
                <a:cubicBezTo>
                  <a:pt x="7425" y="12994"/>
                  <a:pt x="7425" y="13331"/>
                  <a:pt x="7425" y="13500"/>
                </a:cubicBezTo>
                <a:cubicBezTo>
                  <a:pt x="7425" y="18225"/>
                  <a:pt x="7425" y="18225"/>
                  <a:pt x="7425" y="18225"/>
                </a:cubicBezTo>
                <a:cubicBezTo>
                  <a:pt x="7425" y="18900"/>
                  <a:pt x="7762" y="19237"/>
                  <a:pt x="7931" y="19575"/>
                </a:cubicBezTo>
                <a:cubicBezTo>
                  <a:pt x="8100" y="19575"/>
                  <a:pt x="8100" y="19575"/>
                  <a:pt x="8100" y="19744"/>
                </a:cubicBezTo>
                <a:lnTo>
                  <a:pt x="8100" y="20250"/>
                </a:lnTo>
                <a:close/>
                <a:moveTo>
                  <a:pt x="8944" y="11475"/>
                </a:moveTo>
                <a:cubicBezTo>
                  <a:pt x="8775" y="11475"/>
                  <a:pt x="8775" y="11475"/>
                  <a:pt x="8775" y="11475"/>
                </a:cubicBezTo>
                <a:cubicBezTo>
                  <a:pt x="8775" y="11475"/>
                  <a:pt x="8775" y="11475"/>
                  <a:pt x="8775" y="11475"/>
                </a:cubicBezTo>
                <a:cubicBezTo>
                  <a:pt x="8100" y="11475"/>
                  <a:pt x="7425" y="10631"/>
                  <a:pt x="7425" y="9450"/>
                </a:cubicBezTo>
                <a:cubicBezTo>
                  <a:pt x="7425" y="8269"/>
                  <a:pt x="8100" y="7425"/>
                  <a:pt x="8775" y="7425"/>
                </a:cubicBezTo>
                <a:cubicBezTo>
                  <a:pt x="8944" y="7425"/>
                  <a:pt x="8944" y="7425"/>
                  <a:pt x="8944" y="7425"/>
                </a:cubicBezTo>
                <a:cubicBezTo>
                  <a:pt x="10125" y="7425"/>
                  <a:pt x="11475" y="6919"/>
                  <a:pt x="12487" y="6075"/>
                </a:cubicBezTo>
                <a:cubicBezTo>
                  <a:pt x="12319" y="7087"/>
                  <a:pt x="12150" y="8269"/>
                  <a:pt x="12150" y="9450"/>
                </a:cubicBezTo>
                <a:cubicBezTo>
                  <a:pt x="12150" y="10631"/>
                  <a:pt x="12319" y="11812"/>
                  <a:pt x="12487" y="12825"/>
                </a:cubicBezTo>
                <a:cubicBezTo>
                  <a:pt x="11475" y="11981"/>
                  <a:pt x="10125" y="11475"/>
                  <a:pt x="8944" y="11475"/>
                </a:cubicBezTo>
                <a:close/>
                <a:moveTo>
                  <a:pt x="16875" y="17550"/>
                </a:moveTo>
                <a:cubicBezTo>
                  <a:pt x="15525" y="17550"/>
                  <a:pt x="14344" y="15694"/>
                  <a:pt x="13837" y="12825"/>
                </a:cubicBezTo>
                <a:cubicBezTo>
                  <a:pt x="15525" y="12825"/>
                  <a:pt x="15525" y="12825"/>
                  <a:pt x="15525" y="12825"/>
                </a:cubicBezTo>
                <a:cubicBezTo>
                  <a:pt x="17044" y="12825"/>
                  <a:pt x="18225" y="11306"/>
                  <a:pt x="18225" y="9450"/>
                </a:cubicBezTo>
                <a:cubicBezTo>
                  <a:pt x="18225" y="7594"/>
                  <a:pt x="17044" y="6075"/>
                  <a:pt x="15525" y="6075"/>
                </a:cubicBezTo>
                <a:cubicBezTo>
                  <a:pt x="13837" y="6075"/>
                  <a:pt x="13837" y="6075"/>
                  <a:pt x="13837" y="6075"/>
                </a:cubicBezTo>
                <a:cubicBezTo>
                  <a:pt x="14344" y="3206"/>
                  <a:pt x="15525" y="1350"/>
                  <a:pt x="16875" y="1350"/>
                </a:cubicBezTo>
                <a:cubicBezTo>
                  <a:pt x="18731" y="1350"/>
                  <a:pt x="20250" y="4894"/>
                  <a:pt x="20250" y="9450"/>
                </a:cubicBezTo>
                <a:cubicBezTo>
                  <a:pt x="20250" y="14006"/>
                  <a:pt x="18731" y="17550"/>
                  <a:pt x="16875" y="17550"/>
                </a:cubicBezTo>
                <a:close/>
              </a:path>
            </a:pathLst>
          </a:cu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709" name="Shape 1709"/>
          <p:cNvSpPr/>
          <p:nvPr/>
        </p:nvSpPr>
        <p:spPr>
          <a:xfrm>
            <a:off x="22448146" y="2772204"/>
            <a:ext cx="465382" cy="465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0"/>
                </a:moveTo>
                <a:cubicBezTo>
                  <a:pt x="15525" y="0"/>
                  <a:pt x="14344" y="1012"/>
                  <a:pt x="13669" y="2362"/>
                </a:cubicBezTo>
                <a:cubicBezTo>
                  <a:pt x="13669" y="2362"/>
                  <a:pt x="13669" y="2362"/>
                  <a:pt x="13669" y="2362"/>
                </a:cubicBezTo>
                <a:cubicBezTo>
                  <a:pt x="12487" y="4556"/>
                  <a:pt x="10800" y="6075"/>
                  <a:pt x="8944" y="6075"/>
                </a:cubicBezTo>
                <a:cubicBezTo>
                  <a:pt x="8437" y="6075"/>
                  <a:pt x="8437" y="6075"/>
                  <a:pt x="8437" y="6075"/>
                </a:cubicBezTo>
                <a:cubicBezTo>
                  <a:pt x="5569" y="6075"/>
                  <a:pt x="5569" y="6075"/>
                  <a:pt x="5569" y="6075"/>
                </a:cubicBezTo>
                <a:cubicBezTo>
                  <a:pt x="2700" y="6075"/>
                  <a:pt x="2700" y="6075"/>
                  <a:pt x="2700" y="6075"/>
                </a:cubicBezTo>
                <a:cubicBezTo>
                  <a:pt x="1181" y="6075"/>
                  <a:pt x="0" y="7594"/>
                  <a:pt x="0" y="9450"/>
                </a:cubicBezTo>
                <a:cubicBezTo>
                  <a:pt x="0" y="11306"/>
                  <a:pt x="1181" y="12825"/>
                  <a:pt x="2700" y="12825"/>
                </a:cubicBezTo>
                <a:cubicBezTo>
                  <a:pt x="3375" y="12825"/>
                  <a:pt x="4050" y="13500"/>
                  <a:pt x="4050" y="14175"/>
                </a:cubicBezTo>
                <a:cubicBezTo>
                  <a:pt x="4050" y="20250"/>
                  <a:pt x="4050" y="20250"/>
                  <a:pt x="4050" y="20250"/>
                </a:cubicBezTo>
                <a:cubicBezTo>
                  <a:pt x="4050" y="20925"/>
                  <a:pt x="4725" y="21600"/>
                  <a:pt x="5400" y="21600"/>
                </a:cubicBezTo>
                <a:cubicBezTo>
                  <a:pt x="8100" y="21600"/>
                  <a:pt x="8100" y="21600"/>
                  <a:pt x="8100" y="21600"/>
                </a:cubicBezTo>
                <a:cubicBezTo>
                  <a:pt x="8775" y="21600"/>
                  <a:pt x="9450" y="20925"/>
                  <a:pt x="9450" y="20250"/>
                </a:cubicBezTo>
                <a:cubicBezTo>
                  <a:pt x="9450" y="19575"/>
                  <a:pt x="9450" y="19575"/>
                  <a:pt x="9450" y="19575"/>
                </a:cubicBezTo>
                <a:cubicBezTo>
                  <a:pt x="9450" y="18900"/>
                  <a:pt x="8775" y="18562"/>
                  <a:pt x="8775" y="18225"/>
                </a:cubicBezTo>
                <a:cubicBezTo>
                  <a:pt x="8775" y="13500"/>
                  <a:pt x="8775" y="13500"/>
                  <a:pt x="8775" y="13500"/>
                </a:cubicBezTo>
                <a:cubicBezTo>
                  <a:pt x="8775" y="13500"/>
                  <a:pt x="8775" y="13500"/>
                  <a:pt x="8775" y="13500"/>
                </a:cubicBezTo>
                <a:cubicBezTo>
                  <a:pt x="8775" y="13331"/>
                  <a:pt x="8775" y="13331"/>
                  <a:pt x="8944" y="13162"/>
                </a:cubicBezTo>
                <a:cubicBezTo>
                  <a:pt x="8944" y="13162"/>
                  <a:pt x="8944" y="13162"/>
                  <a:pt x="8944" y="13162"/>
                </a:cubicBezTo>
                <a:cubicBezTo>
                  <a:pt x="8944" y="12994"/>
                  <a:pt x="8944" y="12994"/>
                  <a:pt x="9112" y="12994"/>
                </a:cubicBezTo>
                <a:cubicBezTo>
                  <a:pt x="9112" y="12994"/>
                  <a:pt x="9112" y="12994"/>
                  <a:pt x="9112" y="12994"/>
                </a:cubicBezTo>
                <a:cubicBezTo>
                  <a:pt x="9112" y="12994"/>
                  <a:pt x="9112" y="12994"/>
                  <a:pt x="9112" y="12994"/>
                </a:cubicBezTo>
                <a:cubicBezTo>
                  <a:pt x="9112" y="12825"/>
                  <a:pt x="9281" y="12825"/>
                  <a:pt x="9281" y="12825"/>
                </a:cubicBezTo>
                <a:cubicBezTo>
                  <a:pt x="10969" y="12994"/>
                  <a:pt x="12487" y="14344"/>
                  <a:pt x="13669" y="16537"/>
                </a:cubicBezTo>
                <a:cubicBezTo>
                  <a:pt x="13669" y="16537"/>
                  <a:pt x="13669" y="16537"/>
                  <a:pt x="13669" y="16537"/>
                </a:cubicBezTo>
                <a:cubicBezTo>
                  <a:pt x="14344" y="17887"/>
                  <a:pt x="15525" y="18900"/>
                  <a:pt x="16875" y="18900"/>
                </a:cubicBezTo>
                <a:cubicBezTo>
                  <a:pt x="19913" y="18900"/>
                  <a:pt x="21600" y="14175"/>
                  <a:pt x="21600" y="9450"/>
                </a:cubicBezTo>
                <a:cubicBezTo>
                  <a:pt x="21600" y="4725"/>
                  <a:pt x="19913" y="0"/>
                  <a:pt x="16875" y="0"/>
                </a:cubicBezTo>
                <a:close/>
                <a:moveTo>
                  <a:pt x="13500" y="9450"/>
                </a:moveTo>
                <a:cubicBezTo>
                  <a:pt x="13500" y="8775"/>
                  <a:pt x="13500" y="8100"/>
                  <a:pt x="13669" y="7425"/>
                </a:cubicBezTo>
                <a:cubicBezTo>
                  <a:pt x="15525" y="7425"/>
                  <a:pt x="15525" y="7425"/>
                  <a:pt x="15525" y="7425"/>
                </a:cubicBezTo>
                <a:cubicBezTo>
                  <a:pt x="16200" y="7425"/>
                  <a:pt x="16875" y="8269"/>
                  <a:pt x="16875" y="9450"/>
                </a:cubicBezTo>
                <a:cubicBezTo>
                  <a:pt x="16875" y="10631"/>
                  <a:pt x="16200" y="11475"/>
                  <a:pt x="15525" y="11475"/>
                </a:cubicBezTo>
                <a:cubicBezTo>
                  <a:pt x="13669" y="11475"/>
                  <a:pt x="13669" y="11475"/>
                  <a:pt x="13669" y="11475"/>
                </a:cubicBezTo>
                <a:cubicBezTo>
                  <a:pt x="13500" y="10800"/>
                  <a:pt x="13500" y="10125"/>
                  <a:pt x="13500" y="9450"/>
                </a:cubicBezTo>
                <a:close/>
                <a:moveTo>
                  <a:pt x="1350" y="9450"/>
                </a:moveTo>
                <a:cubicBezTo>
                  <a:pt x="1350" y="8269"/>
                  <a:pt x="2025" y="7425"/>
                  <a:pt x="2700" y="7425"/>
                </a:cubicBezTo>
                <a:cubicBezTo>
                  <a:pt x="7425" y="7425"/>
                  <a:pt x="7425" y="7425"/>
                  <a:pt x="7425" y="7425"/>
                </a:cubicBezTo>
                <a:cubicBezTo>
                  <a:pt x="7088" y="7931"/>
                  <a:pt x="6750" y="8606"/>
                  <a:pt x="6750" y="9450"/>
                </a:cubicBezTo>
                <a:cubicBezTo>
                  <a:pt x="6750" y="10294"/>
                  <a:pt x="7088" y="10969"/>
                  <a:pt x="7425" y="11475"/>
                </a:cubicBezTo>
                <a:cubicBezTo>
                  <a:pt x="2700" y="11475"/>
                  <a:pt x="2700" y="11475"/>
                  <a:pt x="2700" y="11475"/>
                </a:cubicBezTo>
                <a:cubicBezTo>
                  <a:pt x="2025" y="11475"/>
                  <a:pt x="1350" y="10631"/>
                  <a:pt x="1350" y="9450"/>
                </a:cubicBezTo>
                <a:close/>
                <a:moveTo>
                  <a:pt x="8100" y="20250"/>
                </a:moveTo>
                <a:cubicBezTo>
                  <a:pt x="5400" y="20250"/>
                  <a:pt x="5400" y="20250"/>
                  <a:pt x="5400" y="20250"/>
                </a:cubicBezTo>
                <a:cubicBezTo>
                  <a:pt x="5400" y="14175"/>
                  <a:pt x="5400" y="14175"/>
                  <a:pt x="5400" y="14175"/>
                </a:cubicBezTo>
                <a:cubicBezTo>
                  <a:pt x="5400" y="13669"/>
                  <a:pt x="5231" y="13162"/>
                  <a:pt x="5062" y="12825"/>
                </a:cubicBezTo>
                <a:cubicBezTo>
                  <a:pt x="5569" y="12825"/>
                  <a:pt x="5569" y="12825"/>
                  <a:pt x="5569" y="12825"/>
                </a:cubicBezTo>
                <a:cubicBezTo>
                  <a:pt x="5569" y="12825"/>
                  <a:pt x="5569" y="12825"/>
                  <a:pt x="5569" y="12825"/>
                </a:cubicBezTo>
                <a:cubicBezTo>
                  <a:pt x="7594" y="12825"/>
                  <a:pt x="7594" y="12825"/>
                  <a:pt x="7594" y="12825"/>
                </a:cubicBezTo>
                <a:cubicBezTo>
                  <a:pt x="7425" y="12994"/>
                  <a:pt x="7425" y="13331"/>
                  <a:pt x="7425" y="13500"/>
                </a:cubicBezTo>
                <a:cubicBezTo>
                  <a:pt x="7425" y="18225"/>
                  <a:pt x="7425" y="18225"/>
                  <a:pt x="7425" y="18225"/>
                </a:cubicBezTo>
                <a:cubicBezTo>
                  <a:pt x="7425" y="18900"/>
                  <a:pt x="7762" y="19237"/>
                  <a:pt x="7931" y="19575"/>
                </a:cubicBezTo>
                <a:cubicBezTo>
                  <a:pt x="8100" y="19575"/>
                  <a:pt x="8100" y="19575"/>
                  <a:pt x="8100" y="19744"/>
                </a:cubicBezTo>
                <a:lnTo>
                  <a:pt x="8100" y="20250"/>
                </a:lnTo>
                <a:close/>
                <a:moveTo>
                  <a:pt x="8944" y="11475"/>
                </a:moveTo>
                <a:cubicBezTo>
                  <a:pt x="8775" y="11475"/>
                  <a:pt x="8775" y="11475"/>
                  <a:pt x="8775" y="11475"/>
                </a:cubicBezTo>
                <a:cubicBezTo>
                  <a:pt x="8775" y="11475"/>
                  <a:pt x="8775" y="11475"/>
                  <a:pt x="8775" y="11475"/>
                </a:cubicBezTo>
                <a:cubicBezTo>
                  <a:pt x="8100" y="11475"/>
                  <a:pt x="7425" y="10631"/>
                  <a:pt x="7425" y="9450"/>
                </a:cubicBezTo>
                <a:cubicBezTo>
                  <a:pt x="7425" y="8269"/>
                  <a:pt x="8100" y="7425"/>
                  <a:pt x="8775" y="7425"/>
                </a:cubicBezTo>
                <a:cubicBezTo>
                  <a:pt x="8944" y="7425"/>
                  <a:pt x="8944" y="7425"/>
                  <a:pt x="8944" y="7425"/>
                </a:cubicBezTo>
                <a:cubicBezTo>
                  <a:pt x="10125" y="7425"/>
                  <a:pt x="11475" y="6919"/>
                  <a:pt x="12487" y="6075"/>
                </a:cubicBezTo>
                <a:cubicBezTo>
                  <a:pt x="12319" y="7087"/>
                  <a:pt x="12150" y="8269"/>
                  <a:pt x="12150" y="9450"/>
                </a:cubicBezTo>
                <a:cubicBezTo>
                  <a:pt x="12150" y="10631"/>
                  <a:pt x="12319" y="11812"/>
                  <a:pt x="12487" y="12825"/>
                </a:cubicBezTo>
                <a:cubicBezTo>
                  <a:pt x="11475" y="11981"/>
                  <a:pt x="10125" y="11475"/>
                  <a:pt x="8944" y="11475"/>
                </a:cubicBezTo>
                <a:close/>
                <a:moveTo>
                  <a:pt x="16875" y="17550"/>
                </a:moveTo>
                <a:cubicBezTo>
                  <a:pt x="15525" y="17550"/>
                  <a:pt x="14344" y="15694"/>
                  <a:pt x="13837" y="12825"/>
                </a:cubicBezTo>
                <a:cubicBezTo>
                  <a:pt x="15525" y="12825"/>
                  <a:pt x="15525" y="12825"/>
                  <a:pt x="15525" y="12825"/>
                </a:cubicBezTo>
                <a:cubicBezTo>
                  <a:pt x="17044" y="12825"/>
                  <a:pt x="18225" y="11306"/>
                  <a:pt x="18225" y="9450"/>
                </a:cubicBezTo>
                <a:cubicBezTo>
                  <a:pt x="18225" y="7594"/>
                  <a:pt x="17044" y="6075"/>
                  <a:pt x="15525" y="6075"/>
                </a:cubicBezTo>
                <a:cubicBezTo>
                  <a:pt x="13837" y="6075"/>
                  <a:pt x="13837" y="6075"/>
                  <a:pt x="13837" y="6075"/>
                </a:cubicBezTo>
                <a:cubicBezTo>
                  <a:pt x="14344" y="3206"/>
                  <a:pt x="15525" y="1350"/>
                  <a:pt x="16875" y="1350"/>
                </a:cubicBezTo>
                <a:cubicBezTo>
                  <a:pt x="18731" y="1350"/>
                  <a:pt x="20250" y="4894"/>
                  <a:pt x="20250" y="9450"/>
                </a:cubicBezTo>
                <a:cubicBezTo>
                  <a:pt x="20250" y="14006"/>
                  <a:pt x="18731" y="17550"/>
                  <a:pt x="16875" y="17550"/>
                </a:cubicBezTo>
                <a:close/>
              </a:path>
            </a:pathLst>
          </a:cu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710" name="Shape 1710"/>
          <p:cNvSpPr/>
          <p:nvPr/>
        </p:nvSpPr>
        <p:spPr>
          <a:xfrm>
            <a:off x="21746142" y="5599580"/>
            <a:ext cx="465382" cy="465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0"/>
                </a:moveTo>
                <a:cubicBezTo>
                  <a:pt x="15525" y="0"/>
                  <a:pt x="14344" y="1012"/>
                  <a:pt x="13669" y="2362"/>
                </a:cubicBezTo>
                <a:cubicBezTo>
                  <a:pt x="13669" y="2362"/>
                  <a:pt x="13669" y="2362"/>
                  <a:pt x="13669" y="2362"/>
                </a:cubicBezTo>
                <a:cubicBezTo>
                  <a:pt x="12487" y="4556"/>
                  <a:pt x="10800" y="6075"/>
                  <a:pt x="8944" y="6075"/>
                </a:cubicBezTo>
                <a:cubicBezTo>
                  <a:pt x="8437" y="6075"/>
                  <a:pt x="8437" y="6075"/>
                  <a:pt x="8437" y="6075"/>
                </a:cubicBezTo>
                <a:cubicBezTo>
                  <a:pt x="5569" y="6075"/>
                  <a:pt x="5569" y="6075"/>
                  <a:pt x="5569" y="6075"/>
                </a:cubicBezTo>
                <a:cubicBezTo>
                  <a:pt x="2700" y="6075"/>
                  <a:pt x="2700" y="6075"/>
                  <a:pt x="2700" y="6075"/>
                </a:cubicBezTo>
                <a:cubicBezTo>
                  <a:pt x="1181" y="6075"/>
                  <a:pt x="0" y="7594"/>
                  <a:pt x="0" y="9450"/>
                </a:cubicBezTo>
                <a:cubicBezTo>
                  <a:pt x="0" y="11306"/>
                  <a:pt x="1181" y="12825"/>
                  <a:pt x="2700" y="12825"/>
                </a:cubicBezTo>
                <a:cubicBezTo>
                  <a:pt x="3375" y="12825"/>
                  <a:pt x="4050" y="13500"/>
                  <a:pt x="4050" y="14175"/>
                </a:cubicBezTo>
                <a:cubicBezTo>
                  <a:pt x="4050" y="20250"/>
                  <a:pt x="4050" y="20250"/>
                  <a:pt x="4050" y="20250"/>
                </a:cubicBezTo>
                <a:cubicBezTo>
                  <a:pt x="4050" y="20925"/>
                  <a:pt x="4725" y="21600"/>
                  <a:pt x="5400" y="21600"/>
                </a:cubicBezTo>
                <a:cubicBezTo>
                  <a:pt x="8100" y="21600"/>
                  <a:pt x="8100" y="21600"/>
                  <a:pt x="8100" y="21600"/>
                </a:cubicBezTo>
                <a:cubicBezTo>
                  <a:pt x="8775" y="21600"/>
                  <a:pt x="9450" y="20925"/>
                  <a:pt x="9450" y="20250"/>
                </a:cubicBezTo>
                <a:cubicBezTo>
                  <a:pt x="9450" y="19575"/>
                  <a:pt x="9450" y="19575"/>
                  <a:pt x="9450" y="19575"/>
                </a:cubicBezTo>
                <a:cubicBezTo>
                  <a:pt x="9450" y="18900"/>
                  <a:pt x="8775" y="18562"/>
                  <a:pt x="8775" y="18225"/>
                </a:cubicBezTo>
                <a:cubicBezTo>
                  <a:pt x="8775" y="13500"/>
                  <a:pt x="8775" y="13500"/>
                  <a:pt x="8775" y="13500"/>
                </a:cubicBezTo>
                <a:cubicBezTo>
                  <a:pt x="8775" y="13500"/>
                  <a:pt x="8775" y="13500"/>
                  <a:pt x="8775" y="13500"/>
                </a:cubicBezTo>
                <a:cubicBezTo>
                  <a:pt x="8775" y="13331"/>
                  <a:pt x="8775" y="13331"/>
                  <a:pt x="8944" y="13162"/>
                </a:cubicBezTo>
                <a:cubicBezTo>
                  <a:pt x="8944" y="13162"/>
                  <a:pt x="8944" y="13162"/>
                  <a:pt x="8944" y="13162"/>
                </a:cubicBezTo>
                <a:cubicBezTo>
                  <a:pt x="8944" y="12994"/>
                  <a:pt x="8944" y="12994"/>
                  <a:pt x="9112" y="12994"/>
                </a:cubicBezTo>
                <a:cubicBezTo>
                  <a:pt x="9112" y="12994"/>
                  <a:pt x="9112" y="12994"/>
                  <a:pt x="9112" y="12994"/>
                </a:cubicBezTo>
                <a:cubicBezTo>
                  <a:pt x="9112" y="12994"/>
                  <a:pt x="9112" y="12994"/>
                  <a:pt x="9112" y="12994"/>
                </a:cubicBezTo>
                <a:cubicBezTo>
                  <a:pt x="9112" y="12825"/>
                  <a:pt x="9281" y="12825"/>
                  <a:pt x="9281" y="12825"/>
                </a:cubicBezTo>
                <a:cubicBezTo>
                  <a:pt x="10969" y="12994"/>
                  <a:pt x="12487" y="14344"/>
                  <a:pt x="13669" y="16537"/>
                </a:cubicBezTo>
                <a:cubicBezTo>
                  <a:pt x="13669" y="16537"/>
                  <a:pt x="13669" y="16537"/>
                  <a:pt x="13669" y="16537"/>
                </a:cubicBezTo>
                <a:cubicBezTo>
                  <a:pt x="14344" y="17887"/>
                  <a:pt x="15525" y="18900"/>
                  <a:pt x="16875" y="18900"/>
                </a:cubicBezTo>
                <a:cubicBezTo>
                  <a:pt x="19913" y="18900"/>
                  <a:pt x="21600" y="14175"/>
                  <a:pt x="21600" y="9450"/>
                </a:cubicBezTo>
                <a:cubicBezTo>
                  <a:pt x="21600" y="4725"/>
                  <a:pt x="19913" y="0"/>
                  <a:pt x="16875" y="0"/>
                </a:cubicBezTo>
                <a:close/>
                <a:moveTo>
                  <a:pt x="13500" y="9450"/>
                </a:moveTo>
                <a:cubicBezTo>
                  <a:pt x="13500" y="8775"/>
                  <a:pt x="13500" y="8100"/>
                  <a:pt x="13669" y="7425"/>
                </a:cubicBezTo>
                <a:cubicBezTo>
                  <a:pt x="15525" y="7425"/>
                  <a:pt x="15525" y="7425"/>
                  <a:pt x="15525" y="7425"/>
                </a:cubicBezTo>
                <a:cubicBezTo>
                  <a:pt x="16200" y="7425"/>
                  <a:pt x="16875" y="8269"/>
                  <a:pt x="16875" y="9450"/>
                </a:cubicBezTo>
                <a:cubicBezTo>
                  <a:pt x="16875" y="10631"/>
                  <a:pt x="16200" y="11475"/>
                  <a:pt x="15525" y="11475"/>
                </a:cubicBezTo>
                <a:cubicBezTo>
                  <a:pt x="13669" y="11475"/>
                  <a:pt x="13669" y="11475"/>
                  <a:pt x="13669" y="11475"/>
                </a:cubicBezTo>
                <a:cubicBezTo>
                  <a:pt x="13500" y="10800"/>
                  <a:pt x="13500" y="10125"/>
                  <a:pt x="13500" y="9450"/>
                </a:cubicBezTo>
                <a:close/>
                <a:moveTo>
                  <a:pt x="1350" y="9450"/>
                </a:moveTo>
                <a:cubicBezTo>
                  <a:pt x="1350" y="8269"/>
                  <a:pt x="2025" y="7425"/>
                  <a:pt x="2700" y="7425"/>
                </a:cubicBezTo>
                <a:cubicBezTo>
                  <a:pt x="7425" y="7425"/>
                  <a:pt x="7425" y="7425"/>
                  <a:pt x="7425" y="7425"/>
                </a:cubicBezTo>
                <a:cubicBezTo>
                  <a:pt x="7088" y="7931"/>
                  <a:pt x="6750" y="8606"/>
                  <a:pt x="6750" y="9450"/>
                </a:cubicBezTo>
                <a:cubicBezTo>
                  <a:pt x="6750" y="10294"/>
                  <a:pt x="7088" y="10969"/>
                  <a:pt x="7425" y="11475"/>
                </a:cubicBezTo>
                <a:cubicBezTo>
                  <a:pt x="2700" y="11475"/>
                  <a:pt x="2700" y="11475"/>
                  <a:pt x="2700" y="11475"/>
                </a:cubicBezTo>
                <a:cubicBezTo>
                  <a:pt x="2025" y="11475"/>
                  <a:pt x="1350" y="10631"/>
                  <a:pt x="1350" y="9450"/>
                </a:cubicBezTo>
                <a:close/>
                <a:moveTo>
                  <a:pt x="8100" y="20250"/>
                </a:moveTo>
                <a:cubicBezTo>
                  <a:pt x="5400" y="20250"/>
                  <a:pt x="5400" y="20250"/>
                  <a:pt x="5400" y="20250"/>
                </a:cubicBezTo>
                <a:cubicBezTo>
                  <a:pt x="5400" y="14175"/>
                  <a:pt x="5400" y="14175"/>
                  <a:pt x="5400" y="14175"/>
                </a:cubicBezTo>
                <a:cubicBezTo>
                  <a:pt x="5400" y="13669"/>
                  <a:pt x="5231" y="13162"/>
                  <a:pt x="5062" y="12825"/>
                </a:cubicBezTo>
                <a:cubicBezTo>
                  <a:pt x="5569" y="12825"/>
                  <a:pt x="5569" y="12825"/>
                  <a:pt x="5569" y="12825"/>
                </a:cubicBezTo>
                <a:cubicBezTo>
                  <a:pt x="5569" y="12825"/>
                  <a:pt x="5569" y="12825"/>
                  <a:pt x="5569" y="12825"/>
                </a:cubicBezTo>
                <a:cubicBezTo>
                  <a:pt x="7594" y="12825"/>
                  <a:pt x="7594" y="12825"/>
                  <a:pt x="7594" y="12825"/>
                </a:cubicBezTo>
                <a:cubicBezTo>
                  <a:pt x="7425" y="12994"/>
                  <a:pt x="7425" y="13331"/>
                  <a:pt x="7425" y="13500"/>
                </a:cubicBezTo>
                <a:cubicBezTo>
                  <a:pt x="7425" y="18225"/>
                  <a:pt x="7425" y="18225"/>
                  <a:pt x="7425" y="18225"/>
                </a:cubicBezTo>
                <a:cubicBezTo>
                  <a:pt x="7425" y="18900"/>
                  <a:pt x="7762" y="19237"/>
                  <a:pt x="7931" y="19575"/>
                </a:cubicBezTo>
                <a:cubicBezTo>
                  <a:pt x="8100" y="19575"/>
                  <a:pt x="8100" y="19575"/>
                  <a:pt x="8100" y="19744"/>
                </a:cubicBezTo>
                <a:lnTo>
                  <a:pt x="8100" y="20250"/>
                </a:lnTo>
                <a:close/>
                <a:moveTo>
                  <a:pt x="8944" y="11475"/>
                </a:moveTo>
                <a:cubicBezTo>
                  <a:pt x="8775" y="11475"/>
                  <a:pt x="8775" y="11475"/>
                  <a:pt x="8775" y="11475"/>
                </a:cubicBezTo>
                <a:cubicBezTo>
                  <a:pt x="8775" y="11475"/>
                  <a:pt x="8775" y="11475"/>
                  <a:pt x="8775" y="11475"/>
                </a:cubicBezTo>
                <a:cubicBezTo>
                  <a:pt x="8100" y="11475"/>
                  <a:pt x="7425" y="10631"/>
                  <a:pt x="7425" y="9450"/>
                </a:cubicBezTo>
                <a:cubicBezTo>
                  <a:pt x="7425" y="8269"/>
                  <a:pt x="8100" y="7425"/>
                  <a:pt x="8775" y="7425"/>
                </a:cubicBezTo>
                <a:cubicBezTo>
                  <a:pt x="8944" y="7425"/>
                  <a:pt x="8944" y="7425"/>
                  <a:pt x="8944" y="7425"/>
                </a:cubicBezTo>
                <a:cubicBezTo>
                  <a:pt x="10125" y="7425"/>
                  <a:pt x="11475" y="6919"/>
                  <a:pt x="12487" y="6075"/>
                </a:cubicBezTo>
                <a:cubicBezTo>
                  <a:pt x="12319" y="7087"/>
                  <a:pt x="12150" y="8269"/>
                  <a:pt x="12150" y="9450"/>
                </a:cubicBezTo>
                <a:cubicBezTo>
                  <a:pt x="12150" y="10631"/>
                  <a:pt x="12319" y="11812"/>
                  <a:pt x="12487" y="12825"/>
                </a:cubicBezTo>
                <a:cubicBezTo>
                  <a:pt x="11475" y="11981"/>
                  <a:pt x="10125" y="11475"/>
                  <a:pt x="8944" y="11475"/>
                </a:cubicBezTo>
                <a:close/>
                <a:moveTo>
                  <a:pt x="16875" y="17550"/>
                </a:moveTo>
                <a:cubicBezTo>
                  <a:pt x="15525" y="17550"/>
                  <a:pt x="14344" y="15694"/>
                  <a:pt x="13837" y="12825"/>
                </a:cubicBezTo>
                <a:cubicBezTo>
                  <a:pt x="15525" y="12825"/>
                  <a:pt x="15525" y="12825"/>
                  <a:pt x="15525" y="12825"/>
                </a:cubicBezTo>
                <a:cubicBezTo>
                  <a:pt x="17044" y="12825"/>
                  <a:pt x="18225" y="11306"/>
                  <a:pt x="18225" y="9450"/>
                </a:cubicBezTo>
                <a:cubicBezTo>
                  <a:pt x="18225" y="7594"/>
                  <a:pt x="17044" y="6075"/>
                  <a:pt x="15525" y="6075"/>
                </a:cubicBezTo>
                <a:cubicBezTo>
                  <a:pt x="13837" y="6075"/>
                  <a:pt x="13837" y="6075"/>
                  <a:pt x="13837" y="6075"/>
                </a:cubicBezTo>
                <a:cubicBezTo>
                  <a:pt x="14344" y="3206"/>
                  <a:pt x="15525" y="1350"/>
                  <a:pt x="16875" y="1350"/>
                </a:cubicBezTo>
                <a:cubicBezTo>
                  <a:pt x="18731" y="1350"/>
                  <a:pt x="20250" y="4894"/>
                  <a:pt x="20250" y="9450"/>
                </a:cubicBezTo>
                <a:cubicBezTo>
                  <a:pt x="20250" y="14006"/>
                  <a:pt x="18731" y="17550"/>
                  <a:pt x="16875" y="17550"/>
                </a:cubicBezTo>
                <a:close/>
              </a:path>
            </a:pathLst>
          </a:cu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711" name="Shape 1711"/>
          <p:cNvSpPr/>
          <p:nvPr/>
        </p:nvSpPr>
        <p:spPr>
          <a:xfrm>
            <a:off x="22857719" y="4544196"/>
            <a:ext cx="1293671" cy="557439"/>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500">
                <a:latin typeface="Montserrat"/>
                <a:ea typeface="Montserrat"/>
                <a:cs typeface="Montserrat"/>
                <a:sym typeface="Montserrat"/>
              </a:defRPr>
            </a:lvl1pPr>
          </a:lstStyle>
          <a:p>
            <a:pPr/>
            <a:r>
              <a:t>TEXTO</a:t>
            </a:r>
          </a:p>
        </p:txBody>
      </p:sp>
      <p:sp>
        <p:nvSpPr>
          <p:cNvPr id="1712" name="Shape 1712"/>
          <p:cNvSpPr/>
          <p:nvPr/>
        </p:nvSpPr>
        <p:spPr>
          <a:xfrm>
            <a:off x="22930518" y="4029962"/>
            <a:ext cx="465382" cy="465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0"/>
                </a:moveTo>
                <a:cubicBezTo>
                  <a:pt x="15525" y="0"/>
                  <a:pt x="14344" y="1012"/>
                  <a:pt x="13669" y="2362"/>
                </a:cubicBezTo>
                <a:cubicBezTo>
                  <a:pt x="13669" y="2362"/>
                  <a:pt x="13669" y="2362"/>
                  <a:pt x="13669" y="2362"/>
                </a:cubicBezTo>
                <a:cubicBezTo>
                  <a:pt x="12487" y="4556"/>
                  <a:pt x="10800" y="6075"/>
                  <a:pt x="8944" y="6075"/>
                </a:cubicBezTo>
                <a:cubicBezTo>
                  <a:pt x="8437" y="6075"/>
                  <a:pt x="8437" y="6075"/>
                  <a:pt x="8437" y="6075"/>
                </a:cubicBezTo>
                <a:cubicBezTo>
                  <a:pt x="5569" y="6075"/>
                  <a:pt x="5569" y="6075"/>
                  <a:pt x="5569" y="6075"/>
                </a:cubicBezTo>
                <a:cubicBezTo>
                  <a:pt x="2700" y="6075"/>
                  <a:pt x="2700" y="6075"/>
                  <a:pt x="2700" y="6075"/>
                </a:cubicBezTo>
                <a:cubicBezTo>
                  <a:pt x="1181" y="6075"/>
                  <a:pt x="0" y="7594"/>
                  <a:pt x="0" y="9450"/>
                </a:cubicBezTo>
                <a:cubicBezTo>
                  <a:pt x="0" y="11306"/>
                  <a:pt x="1181" y="12825"/>
                  <a:pt x="2700" y="12825"/>
                </a:cubicBezTo>
                <a:cubicBezTo>
                  <a:pt x="3375" y="12825"/>
                  <a:pt x="4050" y="13500"/>
                  <a:pt x="4050" y="14175"/>
                </a:cubicBezTo>
                <a:cubicBezTo>
                  <a:pt x="4050" y="20250"/>
                  <a:pt x="4050" y="20250"/>
                  <a:pt x="4050" y="20250"/>
                </a:cubicBezTo>
                <a:cubicBezTo>
                  <a:pt x="4050" y="20925"/>
                  <a:pt x="4725" y="21600"/>
                  <a:pt x="5400" y="21600"/>
                </a:cubicBezTo>
                <a:cubicBezTo>
                  <a:pt x="8100" y="21600"/>
                  <a:pt x="8100" y="21600"/>
                  <a:pt x="8100" y="21600"/>
                </a:cubicBezTo>
                <a:cubicBezTo>
                  <a:pt x="8775" y="21600"/>
                  <a:pt x="9450" y="20925"/>
                  <a:pt x="9450" y="20250"/>
                </a:cubicBezTo>
                <a:cubicBezTo>
                  <a:pt x="9450" y="19575"/>
                  <a:pt x="9450" y="19575"/>
                  <a:pt x="9450" y="19575"/>
                </a:cubicBezTo>
                <a:cubicBezTo>
                  <a:pt x="9450" y="18900"/>
                  <a:pt x="8775" y="18562"/>
                  <a:pt x="8775" y="18225"/>
                </a:cubicBezTo>
                <a:cubicBezTo>
                  <a:pt x="8775" y="13500"/>
                  <a:pt x="8775" y="13500"/>
                  <a:pt x="8775" y="13500"/>
                </a:cubicBezTo>
                <a:cubicBezTo>
                  <a:pt x="8775" y="13500"/>
                  <a:pt x="8775" y="13500"/>
                  <a:pt x="8775" y="13500"/>
                </a:cubicBezTo>
                <a:cubicBezTo>
                  <a:pt x="8775" y="13331"/>
                  <a:pt x="8775" y="13331"/>
                  <a:pt x="8944" y="13162"/>
                </a:cubicBezTo>
                <a:cubicBezTo>
                  <a:pt x="8944" y="13162"/>
                  <a:pt x="8944" y="13162"/>
                  <a:pt x="8944" y="13162"/>
                </a:cubicBezTo>
                <a:cubicBezTo>
                  <a:pt x="8944" y="12994"/>
                  <a:pt x="8944" y="12994"/>
                  <a:pt x="9112" y="12994"/>
                </a:cubicBezTo>
                <a:cubicBezTo>
                  <a:pt x="9112" y="12994"/>
                  <a:pt x="9112" y="12994"/>
                  <a:pt x="9112" y="12994"/>
                </a:cubicBezTo>
                <a:cubicBezTo>
                  <a:pt x="9112" y="12994"/>
                  <a:pt x="9112" y="12994"/>
                  <a:pt x="9112" y="12994"/>
                </a:cubicBezTo>
                <a:cubicBezTo>
                  <a:pt x="9112" y="12825"/>
                  <a:pt x="9281" y="12825"/>
                  <a:pt x="9281" y="12825"/>
                </a:cubicBezTo>
                <a:cubicBezTo>
                  <a:pt x="10969" y="12994"/>
                  <a:pt x="12487" y="14344"/>
                  <a:pt x="13669" y="16537"/>
                </a:cubicBezTo>
                <a:cubicBezTo>
                  <a:pt x="13669" y="16537"/>
                  <a:pt x="13669" y="16537"/>
                  <a:pt x="13669" y="16537"/>
                </a:cubicBezTo>
                <a:cubicBezTo>
                  <a:pt x="14344" y="17887"/>
                  <a:pt x="15525" y="18900"/>
                  <a:pt x="16875" y="18900"/>
                </a:cubicBezTo>
                <a:cubicBezTo>
                  <a:pt x="19913" y="18900"/>
                  <a:pt x="21600" y="14175"/>
                  <a:pt x="21600" y="9450"/>
                </a:cubicBezTo>
                <a:cubicBezTo>
                  <a:pt x="21600" y="4725"/>
                  <a:pt x="19913" y="0"/>
                  <a:pt x="16875" y="0"/>
                </a:cubicBezTo>
                <a:close/>
                <a:moveTo>
                  <a:pt x="13500" y="9450"/>
                </a:moveTo>
                <a:cubicBezTo>
                  <a:pt x="13500" y="8775"/>
                  <a:pt x="13500" y="8100"/>
                  <a:pt x="13669" y="7425"/>
                </a:cubicBezTo>
                <a:cubicBezTo>
                  <a:pt x="15525" y="7425"/>
                  <a:pt x="15525" y="7425"/>
                  <a:pt x="15525" y="7425"/>
                </a:cubicBezTo>
                <a:cubicBezTo>
                  <a:pt x="16200" y="7425"/>
                  <a:pt x="16875" y="8269"/>
                  <a:pt x="16875" y="9450"/>
                </a:cubicBezTo>
                <a:cubicBezTo>
                  <a:pt x="16875" y="10631"/>
                  <a:pt x="16200" y="11475"/>
                  <a:pt x="15525" y="11475"/>
                </a:cubicBezTo>
                <a:cubicBezTo>
                  <a:pt x="13669" y="11475"/>
                  <a:pt x="13669" y="11475"/>
                  <a:pt x="13669" y="11475"/>
                </a:cubicBezTo>
                <a:cubicBezTo>
                  <a:pt x="13500" y="10800"/>
                  <a:pt x="13500" y="10125"/>
                  <a:pt x="13500" y="9450"/>
                </a:cubicBezTo>
                <a:close/>
                <a:moveTo>
                  <a:pt x="1350" y="9450"/>
                </a:moveTo>
                <a:cubicBezTo>
                  <a:pt x="1350" y="8269"/>
                  <a:pt x="2025" y="7425"/>
                  <a:pt x="2700" y="7425"/>
                </a:cubicBezTo>
                <a:cubicBezTo>
                  <a:pt x="7425" y="7425"/>
                  <a:pt x="7425" y="7425"/>
                  <a:pt x="7425" y="7425"/>
                </a:cubicBezTo>
                <a:cubicBezTo>
                  <a:pt x="7088" y="7931"/>
                  <a:pt x="6750" y="8606"/>
                  <a:pt x="6750" y="9450"/>
                </a:cubicBezTo>
                <a:cubicBezTo>
                  <a:pt x="6750" y="10294"/>
                  <a:pt x="7088" y="10969"/>
                  <a:pt x="7425" y="11475"/>
                </a:cubicBezTo>
                <a:cubicBezTo>
                  <a:pt x="2700" y="11475"/>
                  <a:pt x="2700" y="11475"/>
                  <a:pt x="2700" y="11475"/>
                </a:cubicBezTo>
                <a:cubicBezTo>
                  <a:pt x="2025" y="11475"/>
                  <a:pt x="1350" y="10631"/>
                  <a:pt x="1350" y="9450"/>
                </a:cubicBezTo>
                <a:close/>
                <a:moveTo>
                  <a:pt x="8100" y="20250"/>
                </a:moveTo>
                <a:cubicBezTo>
                  <a:pt x="5400" y="20250"/>
                  <a:pt x="5400" y="20250"/>
                  <a:pt x="5400" y="20250"/>
                </a:cubicBezTo>
                <a:cubicBezTo>
                  <a:pt x="5400" y="14175"/>
                  <a:pt x="5400" y="14175"/>
                  <a:pt x="5400" y="14175"/>
                </a:cubicBezTo>
                <a:cubicBezTo>
                  <a:pt x="5400" y="13669"/>
                  <a:pt x="5231" y="13162"/>
                  <a:pt x="5062" y="12825"/>
                </a:cubicBezTo>
                <a:cubicBezTo>
                  <a:pt x="5569" y="12825"/>
                  <a:pt x="5569" y="12825"/>
                  <a:pt x="5569" y="12825"/>
                </a:cubicBezTo>
                <a:cubicBezTo>
                  <a:pt x="5569" y="12825"/>
                  <a:pt x="5569" y="12825"/>
                  <a:pt x="5569" y="12825"/>
                </a:cubicBezTo>
                <a:cubicBezTo>
                  <a:pt x="7594" y="12825"/>
                  <a:pt x="7594" y="12825"/>
                  <a:pt x="7594" y="12825"/>
                </a:cubicBezTo>
                <a:cubicBezTo>
                  <a:pt x="7425" y="12994"/>
                  <a:pt x="7425" y="13331"/>
                  <a:pt x="7425" y="13500"/>
                </a:cubicBezTo>
                <a:cubicBezTo>
                  <a:pt x="7425" y="18225"/>
                  <a:pt x="7425" y="18225"/>
                  <a:pt x="7425" y="18225"/>
                </a:cubicBezTo>
                <a:cubicBezTo>
                  <a:pt x="7425" y="18900"/>
                  <a:pt x="7762" y="19237"/>
                  <a:pt x="7931" y="19575"/>
                </a:cubicBezTo>
                <a:cubicBezTo>
                  <a:pt x="8100" y="19575"/>
                  <a:pt x="8100" y="19575"/>
                  <a:pt x="8100" y="19744"/>
                </a:cubicBezTo>
                <a:lnTo>
                  <a:pt x="8100" y="20250"/>
                </a:lnTo>
                <a:close/>
                <a:moveTo>
                  <a:pt x="8944" y="11475"/>
                </a:moveTo>
                <a:cubicBezTo>
                  <a:pt x="8775" y="11475"/>
                  <a:pt x="8775" y="11475"/>
                  <a:pt x="8775" y="11475"/>
                </a:cubicBezTo>
                <a:cubicBezTo>
                  <a:pt x="8775" y="11475"/>
                  <a:pt x="8775" y="11475"/>
                  <a:pt x="8775" y="11475"/>
                </a:cubicBezTo>
                <a:cubicBezTo>
                  <a:pt x="8100" y="11475"/>
                  <a:pt x="7425" y="10631"/>
                  <a:pt x="7425" y="9450"/>
                </a:cubicBezTo>
                <a:cubicBezTo>
                  <a:pt x="7425" y="8269"/>
                  <a:pt x="8100" y="7425"/>
                  <a:pt x="8775" y="7425"/>
                </a:cubicBezTo>
                <a:cubicBezTo>
                  <a:pt x="8944" y="7425"/>
                  <a:pt x="8944" y="7425"/>
                  <a:pt x="8944" y="7425"/>
                </a:cubicBezTo>
                <a:cubicBezTo>
                  <a:pt x="10125" y="7425"/>
                  <a:pt x="11475" y="6919"/>
                  <a:pt x="12487" y="6075"/>
                </a:cubicBezTo>
                <a:cubicBezTo>
                  <a:pt x="12319" y="7087"/>
                  <a:pt x="12150" y="8269"/>
                  <a:pt x="12150" y="9450"/>
                </a:cubicBezTo>
                <a:cubicBezTo>
                  <a:pt x="12150" y="10631"/>
                  <a:pt x="12319" y="11812"/>
                  <a:pt x="12487" y="12825"/>
                </a:cubicBezTo>
                <a:cubicBezTo>
                  <a:pt x="11475" y="11981"/>
                  <a:pt x="10125" y="11475"/>
                  <a:pt x="8944" y="11475"/>
                </a:cubicBezTo>
                <a:close/>
                <a:moveTo>
                  <a:pt x="16875" y="17550"/>
                </a:moveTo>
                <a:cubicBezTo>
                  <a:pt x="15525" y="17550"/>
                  <a:pt x="14344" y="15694"/>
                  <a:pt x="13837" y="12825"/>
                </a:cubicBezTo>
                <a:cubicBezTo>
                  <a:pt x="15525" y="12825"/>
                  <a:pt x="15525" y="12825"/>
                  <a:pt x="15525" y="12825"/>
                </a:cubicBezTo>
                <a:cubicBezTo>
                  <a:pt x="17044" y="12825"/>
                  <a:pt x="18225" y="11306"/>
                  <a:pt x="18225" y="9450"/>
                </a:cubicBezTo>
                <a:cubicBezTo>
                  <a:pt x="18225" y="7594"/>
                  <a:pt x="17044" y="6075"/>
                  <a:pt x="15525" y="6075"/>
                </a:cubicBezTo>
                <a:cubicBezTo>
                  <a:pt x="13837" y="6075"/>
                  <a:pt x="13837" y="6075"/>
                  <a:pt x="13837" y="6075"/>
                </a:cubicBezTo>
                <a:cubicBezTo>
                  <a:pt x="14344" y="3206"/>
                  <a:pt x="15525" y="1350"/>
                  <a:pt x="16875" y="1350"/>
                </a:cubicBezTo>
                <a:cubicBezTo>
                  <a:pt x="18731" y="1350"/>
                  <a:pt x="20250" y="4894"/>
                  <a:pt x="20250" y="9450"/>
                </a:cubicBezTo>
                <a:cubicBezTo>
                  <a:pt x="20250" y="14006"/>
                  <a:pt x="18731" y="17550"/>
                  <a:pt x="16875" y="17550"/>
                </a:cubicBezTo>
                <a:close/>
              </a:path>
            </a:pathLst>
          </a:cu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1713" name="Shape 1713"/>
          <p:cNvSpPr/>
          <p:nvPr/>
        </p:nvSpPr>
        <p:spPr>
          <a:xfrm>
            <a:off x="21455699" y="10960865"/>
            <a:ext cx="465383" cy="465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0"/>
                </a:moveTo>
                <a:cubicBezTo>
                  <a:pt x="15525" y="0"/>
                  <a:pt x="14344" y="1012"/>
                  <a:pt x="13669" y="2362"/>
                </a:cubicBezTo>
                <a:cubicBezTo>
                  <a:pt x="13669" y="2362"/>
                  <a:pt x="13669" y="2362"/>
                  <a:pt x="13669" y="2362"/>
                </a:cubicBezTo>
                <a:cubicBezTo>
                  <a:pt x="12487" y="4556"/>
                  <a:pt x="10800" y="6075"/>
                  <a:pt x="8944" y="6075"/>
                </a:cubicBezTo>
                <a:cubicBezTo>
                  <a:pt x="8437" y="6075"/>
                  <a:pt x="8437" y="6075"/>
                  <a:pt x="8437" y="6075"/>
                </a:cubicBezTo>
                <a:cubicBezTo>
                  <a:pt x="5569" y="6075"/>
                  <a:pt x="5569" y="6075"/>
                  <a:pt x="5569" y="6075"/>
                </a:cubicBezTo>
                <a:cubicBezTo>
                  <a:pt x="2700" y="6075"/>
                  <a:pt x="2700" y="6075"/>
                  <a:pt x="2700" y="6075"/>
                </a:cubicBezTo>
                <a:cubicBezTo>
                  <a:pt x="1181" y="6075"/>
                  <a:pt x="0" y="7594"/>
                  <a:pt x="0" y="9450"/>
                </a:cubicBezTo>
                <a:cubicBezTo>
                  <a:pt x="0" y="11306"/>
                  <a:pt x="1181" y="12825"/>
                  <a:pt x="2700" y="12825"/>
                </a:cubicBezTo>
                <a:cubicBezTo>
                  <a:pt x="3375" y="12825"/>
                  <a:pt x="4050" y="13500"/>
                  <a:pt x="4050" y="14175"/>
                </a:cubicBezTo>
                <a:cubicBezTo>
                  <a:pt x="4050" y="20250"/>
                  <a:pt x="4050" y="20250"/>
                  <a:pt x="4050" y="20250"/>
                </a:cubicBezTo>
                <a:cubicBezTo>
                  <a:pt x="4050" y="20925"/>
                  <a:pt x="4725" y="21600"/>
                  <a:pt x="5400" y="21600"/>
                </a:cubicBezTo>
                <a:cubicBezTo>
                  <a:pt x="8100" y="21600"/>
                  <a:pt x="8100" y="21600"/>
                  <a:pt x="8100" y="21600"/>
                </a:cubicBezTo>
                <a:cubicBezTo>
                  <a:pt x="8775" y="21600"/>
                  <a:pt x="9450" y="20925"/>
                  <a:pt x="9450" y="20250"/>
                </a:cubicBezTo>
                <a:cubicBezTo>
                  <a:pt x="9450" y="19575"/>
                  <a:pt x="9450" y="19575"/>
                  <a:pt x="9450" y="19575"/>
                </a:cubicBezTo>
                <a:cubicBezTo>
                  <a:pt x="9450" y="18900"/>
                  <a:pt x="8775" y="18562"/>
                  <a:pt x="8775" y="18225"/>
                </a:cubicBezTo>
                <a:cubicBezTo>
                  <a:pt x="8775" y="13500"/>
                  <a:pt x="8775" y="13500"/>
                  <a:pt x="8775" y="13500"/>
                </a:cubicBezTo>
                <a:cubicBezTo>
                  <a:pt x="8775" y="13500"/>
                  <a:pt x="8775" y="13500"/>
                  <a:pt x="8775" y="13500"/>
                </a:cubicBezTo>
                <a:cubicBezTo>
                  <a:pt x="8775" y="13331"/>
                  <a:pt x="8775" y="13331"/>
                  <a:pt x="8944" y="13162"/>
                </a:cubicBezTo>
                <a:cubicBezTo>
                  <a:pt x="8944" y="13162"/>
                  <a:pt x="8944" y="13162"/>
                  <a:pt x="8944" y="13162"/>
                </a:cubicBezTo>
                <a:cubicBezTo>
                  <a:pt x="8944" y="12994"/>
                  <a:pt x="8944" y="12994"/>
                  <a:pt x="9112" y="12994"/>
                </a:cubicBezTo>
                <a:cubicBezTo>
                  <a:pt x="9112" y="12994"/>
                  <a:pt x="9112" y="12994"/>
                  <a:pt x="9112" y="12994"/>
                </a:cubicBezTo>
                <a:cubicBezTo>
                  <a:pt x="9112" y="12994"/>
                  <a:pt x="9112" y="12994"/>
                  <a:pt x="9112" y="12994"/>
                </a:cubicBezTo>
                <a:cubicBezTo>
                  <a:pt x="9112" y="12825"/>
                  <a:pt x="9281" y="12825"/>
                  <a:pt x="9281" y="12825"/>
                </a:cubicBezTo>
                <a:cubicBezTo>
                  <a:pt x="10969" y="12994"/>
                  <a:pt x="12487" y="14344"/>
                  <a:pt x="13669" y="16537"/>
                </a:cubicBezTo>
                <a:cubicBezTo>
                  <a:pt x="13669" y="16537"/>
                  <a:pt x="13669" y="16537"/>
                  <a:pt x="13669" y="16537"/>
                </a:cubicBezTo>
                <a:cubicBezTo>
                  <a:pt x="14344" y="17887"/>
                  <a:pt x="15525" y="18900"/>
                  <a:pt x="16875" y="18900"/>
                </a:cubicBezTo>
                <a:cubicBezTo>
                  <a:pt x="19913" y="18900"/>
                  <a:pt x="21600" y="14175"/>
                  <a:pt x="21600" y="9450"/>
                </a:cubicBezTo>
                <a:cubicBezTo>
                  <a:pt x="21600" y="4725"/>
                  <a:pt x="19913" y="0"/>
                  <a:pt x="16875" y="0"/>
                </a:cubicBezTo>
                <a:close/>
                <a:moveTo>
                  <a:pt x="13500" y="9450"/>
                </a:moveTo>
                <a:cubicBezTo>
                  <a:pt x="13500" y="8775"/>
                  <a:pt x="13500" y="8100"/>
                  <a:pt x="13669" y="7425"/>
                </a:cubicBezTo>
                <a:cubicBezTo>
                  <a:pt x="15525" y="7425"/>
                  <a:pt x="15525" y="7425"/>
                  <a:pt x="15525" y="7425"/>
                </a:cubicBezTo>
                <a:cubicBezTo>
                  <a:pt x="16200" y="7425"/>
                  <a:pt x="16875" y="8269"/>
                  <a:pt x="16875" y="9450"/>
                </a:cubicBezTo>
                <a:cubicBezTo>
                  <a:pt x="16875" y="10631"/>
                  <a:pt x="16200" y="11475"/>
                  <a:pt x="15525" y="11475"/>
                </a:cubicBezTo>
                <a:cubicBezTo>
                  <a:pt x="13669" y="11475"/>
                  <a:pt x="13669" y="11475"/>
                  <a:pt x="13669" y="11475"/>
                </a:cubicBezTo>
                <a:cubicBezTo>
                  <a:pt x="13500" y="10800"/>
                  <a:pt x="13500" y="10125"/>
                  <a:pt x="13500" y="9450"/>
                </a:cubicBezTo>
                <a:close/>
                <a:moveTo>
                  <a:pt x="1350" y="9450"/>
                </a:moveTo>
                <a:cubicBezTo>
                  <a:pt x="1350" y="8269"/>
                  <a:pt x="2025" y="7425"/>
                  <a:pt x="2700" y="7425"/>
                </a:cubicBezTo>
                <a:cubicBezTo>
                  <a:pt x="7425" y="7425"/>
                  <a:pt x="7425" y="7425"/>
                  <a:pt x="7425" y="7425"/>
                </a:cubicBezTo>
                <a:cubicBezTo>
                  <a:pt x="7088" y="7931"/>
                  <a:pt x="6750" y="8606"/>
                  <a:pt x="6750" y="9450"/>
                </a:cubicBezTo>
                <a:cubicBezTo>
                  <a:pt x="6750" y="10294"/>
                  <a:pt x="7088" y="10969"/>
                  <a:pt x="7425" y="11475"/>
                </a:cubicBezTo>
                <a:cubicBezTo>
                  <a:pt x="2700" y="11475"/>
                  <a:pt x="2700" y="11475"/>
                  <a:pt x="2700" y="11475"/>
                </a:cubicBezTo>
                <a:cubicBezTo>
                  <a:pt x="2025" y="11475"/>
                  <a:pt x="1350" y="10631"/>
                  <a:pt x="1350" y="9450"/>
                </a:cubicBezTo>
                <a:close/>
                <a:moveTo>
                  <a:pt x="8100" y="20250"/>
                </a:moveTo>
                <a:cubicBezTo>
                  <a:pt x="5400" y="20250"/>
                  <a:pt x="5400" y="20250"/>
                  <a:pt x="5400" y="20250"/>
                </a:cubicBezTo>
                <a:cubicBezTo>
                  <a:pt x="5400" y="14175"/>
                  <a:pt x="5400" y="14175"/>
                  <a:pt x="5400" y="14175"/>
                </a:cubicBezTo>
                <a:cubicBezTo>
                  <a:pt x="5400" y="13669"/>
                  <a:pt x="5231" y="13162"/>
                  <a:pt x="5062" y="12825"/>
                </a:cubicBezTo>
                <a:cubicBezTo>
                  <a:pt x="5569" y="12825"/>
                  <a:pt x="5569" y="12825"/>
                  <a:pt x="5569" y="12825"/>
                </a:cubicBezTo>
                <a:cubicBezTo>
                  <a:pt x="5569" y="12825"/>
                  <a:pt x="5569" y="12825"/>
                  <a:pt x="5569" y="12825"/>
                </a:cubicBezTo>
                <a:cubicBezTo>
                  <a:pt x="7594" y="12825"/>
                  <a:pt x="7594" y="12825"/>
                  <a:pt x="7594" y="12825"/>
                </a:cubicBezTo>
                <a:cubicBezTo>
                  <a:pt x="7425" y="12994"/>
                  <a:pt x="7425" y="13331"/>
                  <a:pt x="7425" y="13500"/>
                </a:cubicBezTo>
                <a:cubicBezTo>
                  <a:pt x="7425" y="18225"/>
                  <a:pt x="7425" y="18225"/>
                  <a:pt x="7425" y="18225"/>
                </a:cubicBezTo>
                <a:cubicBezTo>
                  <a:pt x="7425" y="18900"/>
                  <a:pt x="7762" y="19237"/>
                  <a:pt x="7931" y="19575"/>
                </a:cubicBezTo>
                <a:cubicBezTo>
                  <a:pt x="8100" y="19575"/>
                  <a:pt x="8100" y="19575"/>
                  <a:pt x="8100" y="19744"/>
                </a:cubicBezTo>
                <a:lnTo>
                  <a:pt x="8100" y="20250"/>
                </a:lnTo>
                <a:close/>
                <a:moveTo>
                  <a:pt x="8944" y="11475"/>
                </a:moveTo>
                <a:cubicBezTo>
                  <a:pt x="8775" y="11475"/>
                  <a:pt x="8775" y="11475"/>
                  <a:pt x="8775" y="11475"/>
                </a:cubicBezTo>
                <a:cubicBezTo>
                  <a:pt x="8775" y="11475"/>
                  <a:pt x="8775" y="11475"/>
                  <a:pt x="8775" y="11475"/>
                </a:cubicBezTo>
                <a:cubicBezTo>
                  <a:pt x="8100" y="11475"/>
                  <a:pt x="7425" y="10631"/>
                  <a:pt x="7425" y="9450"/>
                </a:cubicBezTo>
                <a:cubicBezTo>
                  <a:pt x="7425" y="8269"/>
                  <a:pt x="8100" y="7425"/>
                  <a:pt x="8775" y="7425"/>
                </a:cubicBezTo>
                <a:cubicBezTo>
                  <a:pt x="8944" y="7425"/>
                  <a:pt x="8944" y="7425"/>
                  <a:pt x="8944" y="7425"/>
                </a:cubicBezTo>
                <a:cubicBezTo>
                  <a:pt x="10125" y="7425"/>
                  <a:pt x="11475" y="6919"/>
                  <a:pt x="12487" y="6075"/>
                </a:cubicBezTo>
                <a:cubicBezTo>
                  <a:pt x="12319" y="7087"/>
                  <a:pt x="12150" y="8269"/>
                  <a:pt x="12150" y="9450"/>
                </a:cubicBezTo>
                <a:cubicBezTo>
                  <a:pt x="12150" y="10631"/>
                  <a:pt x="12319" y="11812"/>
                  <a:pt x="12487" y="12825"/>
                </a:cubicBezTo>
                <a:cubicBezTo>
                  <a:pt x="11475" y="11981"/>
                  <a:pt x="10125" y="11475"/>
                  <a:pt x="8944" y="11475"/>
                </a:cubicBezTo>
                <a:close/>
                <a:moveTo>
                  <a:pt x="16875" y="17550"/>
                </a:moveTo>
                <a:cubicBezTo>
                  <a:pt x="15525" y="17550"/>
                  <a:pt x="14344" y="15694"/>
                  <a:pt x="13837" y="12825"/>
                </a:cubicBezTo>
                <a:cubicBezTo>
                  <a:pt x="15525" y="12825"/>
                  <a:pt x="15525" y="12825"/>
                  <a:pt x="15525" y="12825"/>
                </a:cubicBezTo>
                <a:cubicBezTo>
                  <a:pt x="17044" y="12825"/>
                  <a:pt x="18225" y="11306"/>
                  <a:pt x="18225" y="9450"/>
                </a:cubicBezTo>
                <a:cubicBezTo>
                  <a:pt x="18225" y="7594"/>
                  <a:pt x="17044" y="6075"/>
                  <a:pt x="15525" y="6075"/>
                </a:cubicBezTo>
                <a:cubicBezTo>
                  <a:pt x="13837" y="6075"/>
                  <a:pt x="13837" y="6075"/>
                  <a:pt x="13837" y="6075"/>
                </a:cubicBezTo>
                <a:cubicBezTo>
                  <a:pt x="14344" y="3206"/>
                  <a:pt x="15525" y="1350"/>
                  <a:pt x="16875" y="1350"/>
                </a:cubicBezTo>
                <a:cubicBezTo>
                  <a:pt x="18731" y="1350"/>
                  <a:pt x="20250" y="4894"/>
                  <a:pt x="20250" y="9450"/>
                </a:cubicBezTo>
                <a:cubicBezTo>
                  <a:pt x="20250" y="14006"/>
                  <a:pt x="18731" y="17550"/>
                  <a:pt x="16875" y="17550"/>
                </a:cubicBezTo>
                <a:close/>
              </a:path>
            </a:pathLst>
          </a:cu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6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715" name="Shape 171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Proceso</a:t>
            </a:r>
          </a:p>
        </p:txBody>
      </p:sp>
      <p:sp>
        <p:nvSpPr>
          <p:cNvPr id="1716" name="Shape 171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717" name="Shape 1717"/>
          <p:cNvSpPr/>
          <p:nvPr/>
        </p:nvSpPr>
        <p:spPr>
          <a:xfrm>
            <a:off x="18468562" y="2895600"/>
            <a:ext cx="1867979" cy="1867733"/>
          </a:xfrm>
          <a:prstGeom prst="ellipse">
            <a:avLst/>
          </a:prstGeom>
          <a:ln w="88900">
            <a:solidFill>
              <a:srgbClr val="144973"/>
            </a:solidFill>
            <a:bevel/>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18" name="Shape 1718"/>
          <p:cNvSpPr/>
          <p:nvPr/>
        </p:nvSpPr>
        <p:spPr>
          <a:xfrm>
            <a:off x="18468562" y="7316016"/>
            <a:ext cx="1867979" cy="1867733"/>
          </a:xfrm>
          <a:prstGeom prst="ellipse">
            <a:avLst/>
          </a:prstGeom>
          <a:ln w="88900">
            <a:solidFill>
              <a:srgbClr val="16527E"/>
            </a:solidFill>
            <a:bevel/>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19" name="Shape 1719"/>
          <p:cNvSpPr/>
          <p:nvPr/>
        </p:nvSpPr>
        <p:spPr>
          <a:xfrm>
            <a:off x="20165431" y="5100975"/>
            <a:ext cx="1867978" cy="1867733"/>
          </a:xfrm>
          <a:prstGeom prst="ellipse">
            <a:avLst/>
          </a:prstGeom>
          <a:solidFill>
            <a:srgbClr val="397ECA"/>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20" name="Shape 1720"/>
          <p:cNvSpPr/>
          <p:nvPr/>
        </p:nvSpPr>
        <p:spPr>
          <a:xfrm>
            <a:off x="1398672" y="4753669"/>
            <a:ext cx="2562680" cy="2562345"/>
          </a:xfrm>
          <a:prstGeom prst="ellipse">
            <a:avLst/>
          </a:prstGeom>
          <a:ln w="88900">
            <a:solidFill>
              <a:srgbClr val="16527E"/>
            </a:solidFill>
            <a:bevel/>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21" name="Shape 1721"/>
          <p:cNvSpPr/>
          <p:nvPr/>
        </p:nvSpPr>
        <p:spPr>
          <a:xfrm>
            <a:off x="15110979" y="4753669"/>
            <a:ext cx="2562680" cy="2562345"/>
          </a:xfrm>
          <a:prstGeom prst="ellipse">
            <a:avLst/>
          </a:prstGeom>
          <a:solidFill>
            <a:srgbClr val="397ECA"/>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22" name="Shape 1722"/>
          <p:cNvSpPr/>
          <p:nvPr/>
        </p:nvSpPr>
        <p:spPr>
          <a:xfrm flipH="1" rot="10800000">
            <a:off x="17095541" y="7349349"/>
            <a:ext cx="1156234" cy="11239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50" y="2220"/>
                </a:moveTo>
                <a:cubicBezTo>
                  <a:pt x="1462" y="2183"/>
                  <a:pt x="1462" y="2183"/>
                  <a:pt x="1462" y="2183"/>
                </a:cubicBezTo>
                <a:cubicBezTo>
                  <a:pt x="658" y="2183"/>
                  <a:pt x="0" y="2860"/>
                  <a:pt x="0" y="3688"/>
                </a:cubicBezTo>
                <a:cubicBezTo>
                  <a:pt x="0" y="21600"/>
                  <a:pt x="0" y="21600"/>
                  <a:pt x="0" y="21600"/>
                </a:cubicBezTo>
                <a:cubicBezTo>
                  <a:pt x="6798" y="21600"/>
                  <a:pt x="6798" y="21600"/>
                  <a:pt x="6798" y="21600"/>
                </a:cubicBezTo>
                <a:cubicBezTo>
                  <a:pt x="6798" y="10461"/>
                  <a:pt x="6798" y="10461"/>
                  <a:pt x="6798" y="10461"/>
                </a:cubicBezTo>
                <a:cubicBezTo>
                  <a:pt x="6798" y="9784"/>
                  <a:pt x="7346" y="9257"/>
                  <a:pt x="7968" y="9257"/>
                </a:cubicBezTo>
                <a:cubicBezTo>
                  <a:pt x="15350" y="9257"/>
                  <a:pt x="15350" y="9257"/>
                  <a:pt x="15350" y="9257"/>
                </a:cubicBezTo>
                <a:cubicBezTo>
                  <a:pt x="15350" y="11477"/>
                  <a:pt x="15350" y="11477"/>
                  <a:pt x="15350" y="11477"/>
                </a:cubicBezTo>
                <a:cubicBezTo>
                  <a:pt x="21600" y="5720"/>
                  <a:pt x="21600" y="5720"/>
                  <a:pt x="21600" y="5720"/>
                </a:cubicBezTo>
                <a:cubicBezTo>
                  <a:pt x="15350" y="0"/>
                  <a:pt x="15350" y="0"/>
                  <a:pt x="15350" y="0"/>
                </a:cubicBezTo>
                <a:lnTo>
                  <a:pt x="15350" y="2220"/>
                </a:lnTo>
                <a:close/>
              </a:path>
            </a:pathLst>
          </a:custGeom>
          <a:solidFill>
            <a:srgbClr val="144973"/>
          </a:solidFill>
          <a:ln w="12700">
            <a:miter lim="400000"/>
          </a:ln>
        </p:spPr>
        <p:txBody>
          <a:bodyPr lIns="45719" rIns="45719"/>
          <a:lstStyle/>
          <a:p>
            <a:pPr algn="l" defTabSz="1219261">
              <a:defRPr sz="4800">
                <a:latin typeface="Calibri"/>
                <a:ea typeface="Calibri"/>
                <a:cs typeface="Calibri"/>
                <a:sym typeface="Calibri"/>
              </a:defRPr>
            </a:pPr>
          </a:p>
        </p:txBody>
      </p:sp>
      <p:sp>
        <p:nvSpPr>
          <p:cNvPr id="1723" name="Shape 1723"/>
          <p:cNvSpPr/>
          <p:nvPr/>
        </p:nvSpPr>
        <p:spPr>
          <a:xfrm>
            <a:off x="5969441" y="4753669"/>
            <a:ext cx="2562679" cy="2562345"/>
          </a:xfrm>
          <a:prstGeom prst="ellipse">
            <a:avLst/>
          </a:prstGeom>
          <a:solidFill>
            <a:srgbClr val="217EC1"/>
          </a:solidFill>
          <a:ln w="88900">
            <a:solidFill>
              <a:srgbClr val="217EC1"/>
            </a:solidFill>
            <a:bevel/>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24" name="Shape 1724"/>
          <p:cNvSpPr/>
          <p:nvPr/>
        </p:nvSpPr>
        <p:spPr>
          <a:xfrm>
            <a:off x="10540210" y="4753669"/>
            <a:ext cx="2562679" cy="2562345"/>
          </a:xfrm>
          <a:prstGeom prst="ellipse">
            <a:avLst/>
          </a:prstGeom>
          <a:ln w="88900">
            <a:solidFill>
              <a:srgbClr val="3CABE9"/>
            </a:solidFill>
            <a:bevel/>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25" name="Shape 1725"/>
          <p:cNvSpPr/>
          <p:nvPr/>
        </p:nvSpPr>
        <p:spPr>
          <a:xfrm>
            <a:off x="4581973" y="5654993"/>
            <a:ext cx="943323" cy="820163"/>
          </a:xfrm>
          <a:prstGeom prst="rightArrow">
            <a:avLst>
              <a:gd name="adj1" fmla="val 42366"/>
              <a:gd name="adj2" fmla="val 64552"/>
            </a:avLst>
          </a:prstGeom>
          <a:solidFill>
            <a:srgbClr val="144973"/>
          </a:solidFill>
          <a:ln w="12700">
            <a:miter lim="400000"/>
          </a:ln>
        </p:spPr>
        <p:txBody>
          <a:bodyPr lIns="71437" tIns="71437" rIns="71437" bIns="71437" anchor="ctr"/>
          <a:lstStyle/>
          <a:p>
            <a:pPr>
              <a:defRPr sz="3200">
                <a:solidFill>
                  <a:srgbClr val="FFFFFF"/>
                </a:solidFill>
              </a:defRPr>
            </a:pPr>
          </a:p>
        </p:txBody>
      </p:sp>
      <p:sp>
        <p:nvSpPr>
          <p:cNvPr id="1726" name="Shape 1726"/>
          <p:cNvSpPr/>
          <p:nvPr/>
        </p:nvSpPr>
        <p:spPr>
          <a:xfrm>
            <a:off x="9157279" y="5654993"/>
            <a:ext cx="943323" cy="820163"/>
          </a:xfrm>
          <a:prstGeom prst="rightArrow">
            <a:avLst>
              <a:gd name="adj1" fmla="val 42366"/>
              <a:gd name="adj2" fmla="val 64552"/>
            </a:avLst>
          </a:prstGeom>
          <a:solidFill>
            <a:srgbClr val="144973"/>
          </a:solidFill>
          <a:ln w="12700">
            <a:miter lim="400000"/>
          </a:ln>
        </p:spPr>
        <p:txBody>
          <a:bodyPr lIns="71437" tIns="71437" rIns="71437" bIns="71437" anchor="ctr"/>
          <a:lstStyle/>
          <a:p>
            <a:pPr>
              <a:defRPr sz="3200">
                <a:solidFill>
                  <a:srgbClr val="FFFFFF"/>
                </a:solidFill>
              </a:defRPr>
            </a:pPr>
          </a:p>
        </p:txBody>
      </p:sp>
      <p:sp>
        <p:nvSpPr>
          <p:cNvPr id="1727" name="Shape 1727"/>
          <p:cNvSpPr/>
          <p:nvPr/>
        </p:nvSpPr>
        <p:spPr>
          <a:xfrm>
            <a:off x="13635273" y="5654993"/>
            <a:ext cx="943323" cy="820163"/>
          </a:xfrm>
          <a:prstGeom prst="rightArrow">
            <a:avLst>
              <a:gd name="adj1" fmla="val 42366"/>
              <a:gd name="adj2" fmla="val 64552"/>
            </a:avLst>
          </a:prstGeom>
          <a:solidFill>
            <a:srgbClr val="144973"/>
          </a:solidFill>
          <a:ln w="12700">
            <a:miter lim="400000"/>
          </a:ln>
        </p:spPr>
        <p:txBody>
          <a:bodyPr lIns="71437" tIns="71437" rIns="71437" bIns="71437" anchor="ctr"/>
          <a:lstStyle/>
          <a:p>
            <a:pPr>
              <a:defRPr sz="3200">
                <a:solidFill>
                  <a:srgbClr val="FFFFFF"/>
                </a:solidFill>
              </a:defRPr>
            </a:pPr>
          </a:p>
        </p:txBody>
      </p:sp>
      <p:sp>
        <p:nvSpPr>
          <p:cNvPr id="1728" name="Shape 1728"/>
          <p:cNvSpPr/>
          <p:nvPr/>
        </p:nvSpPr>
        <p:spPr>
          <a:xfrm>
            <a:off x="18113268" y="5364064"/>
            <a:ext cx="1612555" cy="1402020"/>
          </a:xfrm>
          <a:prstGeom prst="rightArrow">
            <a:avLst>
              <a:gd name="adj1" fmla="val 42366"/>
              <a:gd name="adj2" fmla="val 64552"/>
            </a:avLst>
          </a:prstGeom>
          <a:solidFill>
            <a:srgbClr val="144973"/>
          </a:solidFill>
          <a:ln w="12700">
            <a:miter lim="400000"/>
          </a:ln>
        </p:spPr>
        <p:txBody>
          <a:bodyPr lIns="71437" tIns="71437" rIns="71437" bIns="71437" anchor="ctr"/>
          <a:lstStyle/>
          <a:p>
            <a:pPr>
              <a:defRPr sz="3200">
                <a:solidFill>
                  <a:srgbClr val="FFFFFF"/>
                </a:solidFill>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1720"/>
                                        </p:tgtEl>
                                        <p:attrNameLst>
                                          <p:attrName>style.visibility</p:attrName>
                                        </p:attrNameLst>
                                      </p:cBhvr>
                                      <p:to>
                                        <p:strVal val="visible"/>
                                      </p:to>
                                    </p:set>
                                    <p:anim calcmode="lin" valueType="num">
                                      <p:cBhvr>
                                        <p:cTn id="7" dur="500" fill="hold"/>
                                        <p:tgtEl>
                                          <p:spTgt spid="1720"/>
                                        </p:tgtEl>
                                        <p:attrNameLst>
                                          <p:attrName>ppt_w</p:attrName>
                                        </p:attrNameLst>
                                      </p:cBhvr>
                                      <p:tavLst>
                                        <p:tav tm="0">
                                          <p:val>
                                            <p:fltVal val="0"/>
                                          </p:val>
                                        </p:tav>
                                        <p:tav tm="100000">
                                          <p:val>
                                            <p:strVal val="#ppt_w"/>
                                          </p:val>
                                        </p:tav>
                                      </p:tavLst>
                                    </p:anim>
                                    <p:anim calcmode="lin" valueType="num">
                                      <p:cBhvr>
                                        <p:cTn id="8" dur="500" fill="hold"/>
                                        <p:tgtEl>
                                          <p:spTgt spid="1720"/>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1723"/>
                                        </p:tgtEl>
                                        <p:attrNameLst>
                                          <p:attrName>style.visibility</p:attrName>
                                        </p:attrNameLst>
                                      </p:cBhvr>
                                      <p:to>
                                        <p:strVal val="visible"/>
                                      </p:to>
                                    </p:set>
                                    <p:anim calcmode="lin" valueType="num">
                                      <p:cBhvr>
                                        <p:cTn id="12" dur="500" fill="hold"/>
                                        <p:tgtEl>
                                          <p:spTgt spid="1723"/>
                                        </p:tgtEl>
                                        <p:attrNameLst>
                                          <p:attrName>ppt_w</p:attrName>
                                        </p:attrNameLst>
                                      </p:cBhvr>
                                      <p:tavLst>
                                        <p:tav tm="0">
                                          <p:val>
                                            <p:fltVal val="0"/>
                                          </p:val>
                                        </p:tav>
                                        <p:tav tm="100000">
                                          <p:val>
                                            <p:strVal val="#ppt_w"/>
                                          </p:val>
                                        </p:tav>
                                      </p:tavLst>
                                    </p:anim>
                                    <p:anim calcmode="lin" valueType="num">
                                      <p:cBhvr>
                                        <p:cTn id="13" dur="500" fill="hold"/>
                                        <p:tgtEl>
                                          <p:spTgt spid="1723"/>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1724"/>
                                        </p:tgtEl>
                                        <p:attrNameLst>
                                          <p:attrName>style.visibility</p:attrName>
                                        </p:attrNameLst>
                                      </p:cBhvr>
                                      <p:to>
                                        <p:strVal val="visible"/>
                                      </p:to>
                                    </p:set>
                                    <p:anim calcmode="lin" valueType="num">
                                      <p:cBhvr>
                                        <p:cTn id="17" dur="500" fill="hold"/>
                                        <p:tgtEl>
                                          <p:spTgt spid="1724"/>
                                        </p:tgtEl>
                                        <p:attrNameLst>
                                          <p:attrName>ppt_w</p:attrName>
                                        </p:attrNameLst>
                                      </p:cBhvr>
                                      <p:tavLst>
                                        <p:tav tm="0">
                                          <p:val>
                                            <p:fltVal val="0"/>
                                          </p:val>
                                        </p:tav>
                                        <p:tav tm="100000">
                                          <p:val>
                                            <p:strVal val="#ppt_w"/>
                                          </p:val>
                                        </p:tav>
                                      </p:tavLst>
                                    </p:anim>
                                    <p:anim calcmode="lin" valueType="num">
                                      <p:cBhvr>
                                        <p:cTn id="18" dur="500" fill="hold"/>
                                        <p:tgtEl>
                                          <p:spTgt spid="1724"/>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1721"/>
                                        </p:tgtEl>
                                        <p:attrNameLst>
                                          <p:attrName>style.visibility</p:attrName>
                                        </p:attrNameLst>
                                      </p:cBhvr>
                                      <p:to>
                                        <p:strVal val="visible"/>
                                      </p:to>
                                    </p:set>
                                    <p:anim calcmode="lin" valueType="num">
                                      <p:cBhvr>
                                        <p:cTn id="22" dur="500" fill="hold"/>
                                        <p:tgtEl>
                                          <p:spTgt spid="1721"/>
                                        </p:tgtEl>
                                        <p:attrNameLst>
                                          <p:attrName>ppt_w</p:attrName>
                                        </p:attrNameLst>
                                      </p:cBhvr>
                                      <p:tavLst>
                                        <p:tav tm="0">
                                          <p:val>
                                            <p:fltVal val="0"/>
                                          </p:val>
                                        </p:tav>
                                        <p:tav tm="100000">
                                          <p:val>
                                            <p:strVal val="#ppt_w"/>
                                          </p:val>
                                        </p:tav>
                                      </p:tavLst>
                                    </p:anim>
                                    <p:anim calcmode="lin" valueType="num">
                                      <p:cBhvr>
                                        <p:cTn id="23" dur="500" fill="hold"/>
                                        <p:tgtEl>
                                          <p:spTgt spid="1721"/>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1722"/>
                                        </p:tgtEl>
                                        <p:attrNameLst>
                                          <p:attrName>style.visibility</p:attrName>
                                        </p:attrNameLst>
                                      </p:cBhvr>
                                      <p:to>
                                        <p:strVal val="visible"/>
                                      </p:to>
                                    </p:set>
                                    <p:anim calcmode="lin" valueType="num">
                                      <p:cBhvr>
                                        <p:cTn id="27" dur="500" fill="hold"/>
                                        <p:tgtEl>
                                          <p:spTgt spid="1722"/>
                                        </p:tgtEl>
                                        <p:attrNameLst>
                                          <p:attrName>ppt_w</p:attrName>
                                        </p:attrNameLst>
                                      </p:cBhvr>
                                      <p:tavLst>
                                        <p:tav tm="0">
                                          <p:val>
                                            <p:fltVal val="0"/>
                                          </p:val>
                                        </p:tav>
                                        <p:tav tm="100000">
                                          <p:val>
                                            <p:strVal val="#ppt_w"/>
                                          </p:val>
                                        </p:tav>
                                      </p:tavLst>
                                    </p:anim>
                                    <p:anim calcmode="lin" valueType="num">
                                      <p:cBhvr>
                                        <p:cTn id="28" dur="500" fill="hold"/>
                                        <p:tgtEl>
                                          <p:spTgt spid="1722"/>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1718"/>
                                        </p:tgtEl>
                                        <p:attrNameLst>
                                          <p:attrName>style.visibility</p:attrName>
                                        </p:attrNameLst>
                                      </p:cBhvr>
                                      <p:to>
                                        <p:strVal val="visible"/>
                                      </p:to>
                                    </p:set>
                                    <p:anim calcmode="lin" valueType="num">
                                      <p:cBhvr>
                                        <p:cTn id="32" dur="500" fill="hold"/>
                                        <p:tgtEl>
                                          <p:spTgt spid="1718"/>
                                        </p:tgtEl>
                                        <p:attrNameLst>
                                          <p:attrName>ppt_w</p:attrName>
                                        </p:attrNameLst>
                                      </p:cBhvr>
                                      <p:tavLst>
                                        <p:tav tm="0">
                                          <p:val>
                                            <p:fltVal val="0"/>
                                          </p:val>
                                        </p:tav>
                                        <p:tav tm="100000">
                                          <p:val>
                                            <p:strVal val="#ppt_w"/>
                                          </p:val>
                                        </p:tav>
                                      </p:tavLst>
                                    </p:anim>
                                    <p:anim calcmode="lin" valueType="num">
                                      <p:cBhvr>
                                        <p:cTn id="33" dur="500" fill="hold"/>
                                        <p:tgtEl>
                                          <p:spTgt spid="1718"/>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1719"/>
                                        </p:tgtEl>
                                        <p:attrNameLst>
                                          <p:attrName>style.visibility</p:attrName>
                                        </p:attrNameLst>
                                      </p:cBhvr>
                                      <p:to>
                                        <p:strVal val="visible"/>
                                      </p:to>
                                    </p:set>
                                    <p:anim calcmode="lin" valueType="num">
                                      <p:cBhvr>
                                        <p:cTn id="37" dur="500" fill="hold"/>
                                        <p:tgtEl>
                                          <p:spTgt spid="1719"/>
                                        </p:tgtEl>
                                        <p:attrNameLst>
                                          <p:attrName>ppt_w</p:attrName>
                                        </p:attrNameLst>
                                      </p:cBhvr>
                                      <p:tavLst>
                                        <p:tav tm="0">
                                          <p:val>
                                            <p:fltVal val="0"/>
                                          </p:val>
                                        </p:tav>
                                        <p:tav tm="100000">
                                          <p:val>
                                            <p:strVal val="#ppt_w"/>
                                          </p:val>
                                        </p:tav>
                                      </p:tavLst>
                                    </p:anim>
                                    <p:anim calcmode="lin" valueType="num">
                                      <p:cBhvr>
                                        <p:cTn id="38" dur="500" fill="hold"/>
                                        <p:tgtEl>
                                          <p:spTgt spid="1719"/>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1717"/>
                                        </p:tgtEl>
                                        <p:attrNameLst>
                                          <p:attrName>style.visibility</p:attrName>
                                        </p:attrNameLst>
                                      </p:cBhvr>
                                      <p:to>
                                        <p:strVal val="visible"/>
                                      </p:to>
                                    </p:set>
                                    <p:anim calcmode="lin" valueType="num">
                                      <p:cBhvr>
                                        <p:cTn id="42" dur="500" fill="hold"/>
                                        <p:tgtEl>
                                          <p:spTgt spid="1717"/>
                                        </p:tgtEl>
                                        <p:attrNameLst>
                                          <p:attrName>ppt_w</p:attrName>
                                        </p:attrNameLst>
                                      </p:cBhvr>
                                      <p:tavLst>
                                        <p:tav tm="0">
                                          <p:val>
                                            <p:fltVal val="0"/>
                                          </p:val>
                                        </p:tav>
                                        <p:tav tm="100000">
                                          <p:val>
                                            <p:strVal val="#ppt_w"/>
                                          </p:val>
                                        </p:tav>
                                      </p:tavLst>
                                    </p:anim>
                                    <p:anim calcmode="lin" valueType="num">
                                      <p:cBhvr>
                                        <p:cTn id="43" dur="500" fill="hold"/>
                                        <p:tgtEl>
                                          <p:spTgt spid="17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719" grpId="7"/>
      <p:bldP build="whole" bldLvl="1" animBg="1" rev="0" advAuto="0" spid="1717" grpId="8"/>
      <p:bldP build="whole" bldLvl="1" animBg="1" rev="0" advAuto="0" spid="1722" grpId="5"/>
      <p:bldP build="whole" bldLvl="1" animBg="1" rev="0" advAuto="0" spid="1718" grpId="6"/>
      <p:bldP build="whole" bldLvl="1" animBg="1" rev="0" advAuto="0" spid="1720" grpId="1"/>
      <p:bldP build="whole" bldLvl="1" animBg="1" rev="0" advAuto="0" spid="1723" grpId="2"/>
      <p:bldP build="whole" bldLvl="1" animBg="1" rev="0" advAuto="0" spid="1724" grpId="3"/>
      <p:bldP build="whole" bldLvl="1" animBg="1" rev="0" advAuto="0" spid="1721" grpId="4"/>
    </p:bldLst>
  </p:timing>
</p:sld>
</file>

<file path=ppt/slides/slide6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730" name="Shape 1730"/>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Proceso</a:t>
            </a:r>
          </a:p>
        </p:txBody>
      </p:sp>
      <p:sp>
        <p:nvSpPr>
          <p:cNvPr id="1731" name="Shape 173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732" name="Shape 1732"/>
          <p:cNvSpPr/>
          <p:nvPr/>
        </p:nvSpPr>
        <p:spPr>
          <a:xfrm>
            <a:off x="10019103" y="3974184"/>
            <a:ext cx="4417066" cy="1391151"/>
          </a:xfrm>
          <a:prstGeom prst="roundRect">
            <a:avLst>
              <a:gd name="adj" fmla="val 7260"/>
            </a:avLst>
          </a:prstGeom>
          <a:solidFill>
            <a:srgbClr val="397ECA"/>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33" name="Shape 1733"/>
          <p:cNvSpPr/>
          <p:nvPr/>
        </p:nvSpPr>
        <p:spPr>
          <a:xfrm>
            <a:off x="10019103" y="6006353"/>
            <a:ext cx="4417066" cy="1391151"/>
          </a:xfrm>
          <a:prstGeom prst="roundRect">
            <a:avLst>
              <a:gd name="adj" fmla="val 7260"/>
            </a:avLst>
          </a:prstGeom>
          <a:solidFill>
            <a:srgbClr val="029FDC"/>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34" name="Shape 1734"/>
          <p:cNvSpPr/>
          <p:nvPr/>
        </p:nvSpPr>
        <p:spPr>
          <a:xfrm>
            <a:off x="11309473" y="6250521"/>
            <a:ext cx="1836330" cy="805191"/>
          </a:xfrm>
          <a:prstGeom prst="rect">
            <a:avLst/>
          </a:prstGeom>
          <a:ln w="12700">
            <a:miter lim="400000"/>
          </a:ln>
          <a:extLst>
            <a:ext uri="{C572A759-6A51-4108-AA02-DFA0A04FC94B}">
              <ma14:wrappingTextBoxFlag xmlns:ma14="http://schemas.microsoft.com/office/mac/drawingml/2011/main" val="1"/>
            </a:ext>
          </a:extLst>
        </p:spPr>
        <p:txBody>
          <a:bodyPr wrap="none" lIns="91444" tIns="91444" rIns="91444" bIns="91444">
            <a:spAutoFit/>
          </a:bodyP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Paso 2</a:t>
            </a:r>
          </a:p>
        </p:txBody>
      </p:sp>
      <p:sp>
        <p:nvSpPr>
          <p:cNvPr id="1735" name="Shape 1735"/>
          <p:cNvSpPr/>
          <p:nvPr/>
        </p:nvSpPr>
        <p:spPr>
          <a:xfrm>
            <a:off x="10019103" y="8038524"/>
            <a:ext cx="4417066" cy="1391151"/>
          </a:xfrm>
          <a:prstGeom prst="roundRect">
            <a:avLst>
              <a:gd name="adj" fmla="val 7260"/>
            </a:avLst>
          </a:prstGeom>
          <a:solidFill>
            <a:srgbClr val="029FDC"/>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36" name="Shape 1736"/>
          <p:cNvSpPr/>
          <p:nvPr/>
        </p:nvSpPr>
        <p:spPr>
          <a:xfrm>
            <a:off x="2722640" y="5852174"/>
            <a:ext cx="5377294" cy="1719537"/>
          </a:xfrm>
          <a:prstGeom prst="roundRect">
            <a:avLst>
              <a:gd name="adj" fmla="val 7260"/>
            </a:avLst>
          </a:prstGeom>
          <a:solidFill>
            <a:srgbClr val="16527E"/>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37" name="Shape 1737"/>
          <p:cNvSpPr/>
          <p:nvPr/>
        </p:nvSpPr>
        <p:spPr>
          <a:xfrm>
            <a:off x="3003679" y="6230287"/>
            <a:ext cx="5027753" cy="805191"/>
          </a:xfrm>
          <a:prstGeom prst="rect">
            <a:avLst/>
          </a:prstGeom>
          <a:solidFill>
            <a:srgbClr val="16527E"/>
          </a:solidFill>
          <a:ln w="12700">
            <a:miter lim="400000"/>
          </a:ln>
          <a:extLst>
            <a:ext uri="{C572A759-6A51-4108-AA02-DFA0A04FC94B}">
              <ma14:wrappingTextBoxFlag xmlns:ma14="http://schemas.microsoft.com/office/mac/drawingml/2011/main" val="1"/>
            </a:ext>
          </a:extLst>
        </p:spPr>
        <p:txBody>
          <a:bodyPr lIns="91444" tIns="91444" rIns="91444" bIns="91444">
            <a:spAutoFit/>
          </a:bodyP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Proceso</a:t>
            </a:r>
          </a:p>
        </p:txBody>
      </p:sp>
      <p:sp>
        <p:nvSpPr>
          <p:cNvPr id="1738" name="Shape 1738"/>
          <p:cNvSpPr/>
          <p:nvPr/>
        </p:nvSpPr>
        <p:spPr>
          <a:xfrm>
            <a:off x="16356632" y="3429000"/>
            <a:ext cx="4417066" cy="984750"/>
          </a:xfrm>
          <a:prstGeom prst="roundRect">
            <a:avLst>
              <a:gd name="adj" fmla="val 7260"/>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Opción 1</a:t>
            </a:r>
          </a:p>
        </p:txBody>
      </p:sp>
      <p:sp>
        <p:nvSpPr>
          <p:cNvPr id="1739" name="Shape 1739"/>
          <p:cNvSpPr/>
          <p:nvPr/>
        </p:nvSpPr>
        <p:spPr>
          <a:xfrm>
            <a:off x="16356632" y="4920065"/>
            <a:ext cx="4417066" cy="984753"/>
          </a:xfrm>
          <a:prstGeom prst="roundRect">
            <a:avLst>
              <a:gd name="adj" fmla="val 7260"/>
            </a:avLst>
          </a:prstGeom>
          <a:solidFill>
            <a:srgbClr val="B4E6F1"/>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Opción 2</a:t>
            </a:r>
          </a:p>
        </p:txBody>
      </p:sp>
      <p:sp>
        <p:nvSpPr>
          <p:cNvPr id="1740" name="Shape 1740"/>
          <p:cNvSpPr/>
          <p:nvPr/>
        </p:nvSpPr>
        <p:spPr>
          <a:xfrm>
            <a:off x="16355342" y="7448523"/>
            <a:ext cx="4417066" cy="984751"/>
          </a:xfrm>
          <a:prstGeom prst="roundRect">
            <a:avLst>
              <a:gd name="adj" fmla="val 7260"/>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Opción 1</a:t>
            </a:r>
          </a:p>
        </p:txBody>
      </p:sp>
      <p:sp>
        <p:nvSpPr>
          <p:cNvPr id="1741" name="Shape 1741"/>
          <p:cNvSpPr/>
          <p:nvPr/>
        </p:nvSpPr>
        <p:spPr>
          <a:xfrm>
            <a:off x="16356632" y="8952506"/>
            <a:ext cx="4417066" cy="984751"/>
          </a:xfrm>
          <a:prstGeom prst="roundRect">
            <a:avLst>
              <a:gd name="adj" fmla="val 7260"/>
            </a:avLst>
          </a:prstGeom>
          <a:solidFill>
            <a:srgbClr val="B4E6F1"/>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Opción 2</a:t>
            </a:r>
          </a:p>
        </p:txBody>
      </p:sp>
      <p:sp>
        <p:nvSpPr>
          <p:cNvPr id="1742" name="Shape 1742"/>
          <p:cNvSpPr/>
          <p:nvPr/>
        </p:nvSpPr>
        <p:spPr>
          <a:xfrm flipV="1" rot="10800000">
            <a:off x="8077427" y="4710722"/>
            <a:ext cx="1895680" cy="15907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A6A6A6"/>
            </a:solidFill>
            <a:prstDash val="sysDot"/>
            <a:bevel/>
            <a:headEnd type="oval"/>
            <a:tailEnd type="oval"/>
          </a:ln>
        </p:spPr>
        <p:txBody>
          <a:bodyPr lIns="45719" rIns="45719" anchor="ctr"/>
          <a:lstStyle/>
          <a:p>
            <a:pPr algn="l" defTabSz="1219261">
              <a:defRPr sz="4800">
                <a:latin typeface="Calibri"/>
                <a:ea typeface="Calibri"/>
                <a:cs typeface="Calibri"/>
                <a:sym typeface="Calibri"/>
              </a:defRPr>
            </a:pPr>
          </a:p>
        </p:txBody>
      </p:sp>
      <p:sp>
        <p:nvSpPr>
          <p:cNvPr id="1743" name="Shape 1743"/>
          <p:cNvSpPr/>
          <p:nvPr/>
        </p:nvSpPr>
        <p:spPr>
          <a:xfrm rot="10800000">
            <a:off x="8099941" y="7153333"/>
            <a:ext cx="1919165" cy="15807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A6A6A6"/>
            </a:solidFill>
            <a:prstDash val="sysDot"/>
            <a:bevel/>
            <a:headEnd type="oval"/>
            <a:tailEnd type="oval"/>
          </a:ln>
        </p:spPr>
        <p:txBody>
          <a:bodyPr lIns="45719" rIns="45719" anchor="ctr"/>
          <a:lstStyle/>
          <a:p>
            <a:pPr algn="l" defTabSz="1219261">
              <a:defRPr sz="4800">
                <a:latin typeface="Calibri"/>
                <a:ea typeface="Calibri"/>
                <a:cs typeface="Calibri"/>
                <a:sym typeface="Calibri"/>
              </a:defRPr>
            </a:pPr>
          </a:p>
        </p:txBody>
      </p:sp>
      <p:cxnSp>
        <p:nvCxnSpPr>
          <p:cNvPr id="1744" name="Connector 1744"/>
          <p:cNvCxnSpPr>
            <a:stCxn id="1733" idx="0"/>
            <a:endCxn id="1736" idx="0"/>
          </p:cNvCxnSpPr>
          <p:nvPr/>
        </p:nvCxnSpPr>
        <p:spPr>
          <a:xfrm flipH="1">
            <a:off x="5410200" y="6705600"/>
            <a:ext cx="6819900" cy="12700"/>
          </a:xfrm>
          <a:prstGeom prst="bentConnector3">
            <a:avLst>
              <a:gd name="adj1" fmla="val 46554"/>
            </a:avLst>
          </a:prstGeom>
          <a:ln w="38100">
            <a:solidFill>
              <a:srgbClr val="A6A6A6"/>
            </a:solidFill>
            <a:prstDash val="sysDot"/>
            <a:bevel/>
            <a:headEnd type="oval"/>
            <a:tailEnd type="oval"/>
          </a:ln>
        </p:spPr>
      </p:cxnSp>
      <p:cxnSp>
        <p:nvCxnSpPr>
          <p:cNvPr id="1745" name="Connector 1745"/>
          <p:cNvCxnSpPr>
            <a:stCxn id="1738" idx="0"/>
            <a:endCxn id="1732" idx="0"/>
          </p:cNvCxnSpPr>
          <p:nvPr/>
        </p:nvCxnSpPr>
        <p:spPr>
          <a:xfrm flipH="1">
            <a:off x="12230100" y="3924300"/>
            <a:ext cx="6337300" cy="749300"/>
          </a:xfrm>
          <a:prstGeom prst="bentConnector3">
            <a:avLst>
              <a:gd name="adj1" fmla="val 50100"/>
            </a:avLst>
          </a:prstGeom>
          <a:ln w="38100">
            <a:solidFill>
              <a:srgbClr val="A6A6A6"/>
            </a:solidFill>
            <a:prstDash val="sysDot"/>
            <a:bevel/>
            <a:headEnd type="oval"/>
            <a:tailEnd type="oval"/>
          </a:ln>
        </p:spPr>
      </p:cxnSp>
      <p:cxnSp>
        <p:nvCxnSpPr>
          <p:cNvPr id="1746" name="Connector 1746"/>
          <p:cNvCxnSpPr>
            <a:stCxn id="1739" idx="0"/>
            <a:endCxn id="1732" idx="0"/>
          </p:cNvCxnSpPr>
          <p:nvPr/>
        </p:nvCxnSpPr>
        <p:spPr>
          <a:xfrm flipH="1" flipV="1">
            <a:off x="12230100" y="4673600"/>
            <a:ext cx="6337300" cy="736600"/>
          </a:xfrm>
          <a:prstGeom prst="bentConnector3">
            <a:avLst>
              <a:gd name="adj1" fmla="val 50100"/>
            </a:avLst>
          </a:prstGeom>
          <a:ln w="38100">
            <a:solidFill>
              <a:srgbClr val="A6A6A6"/>
            </a:solidFill>
            <a:prstDash val="sysDot"/>
            <a:bevel/>
            <a:headEnd type="oval"/>
            <a:tailEnd type="oval"/>
          </a:ln>
        </p:spPr>
      </p:cxnSp>
      <p:cxnSp>
        <p:nvCxnSpPr>
          <p:cNvPr id="1747" name="Connector 1747"/>
          <p:cNvCxnSpPr>
            <a:stCxn id="1740" idx="0"/>
            <a:endCxn id="1735" idx="0"/>
          </p:cNvCxnSpPr>
          <p:nvPr/>
        </p:nvCxnSpPr>
        <p:spPr>
          <a:xfrm flipH="1">
            <a:off x="12230100" y="7937500"/>
            <a:ext cx="6337300" cy="800100"/>
          </a:xfrm>
          <a:prstGeom prst="bentConnector3">
            <a:avLst>
              <a:gd name="adj1" fmla="val 50100"/>
            </a:avLst>
          </a:prstGeom>
          <a:ln w="38100">
            <a:solidFill>
              <a:srgbClr val="A6A6A6"/>
            </a:solidFill>
            <a:prstDash val="sysDot"/>
            <a:bevel/>
            <a:headEnd type="oval"/>
            <a:tailEnd type="oval"/>
          </a:ln>
        </p:spPr>
      </p:cxnSp>
      <p:cxnSp>
        <p:nvCxnSpPr>
          <p:cNvPr id="1748" name="Connector 1748"/>
          <p:cNvCxnSpPr>
            <a:stCxn id="1741" idx="0"/>
            <a:endCxn id="1735" idx="0"/>
          </p:cNvCxnSpPr>
          <p:nvPr/>
        </p:nvCxnSpPr>
        <p:spPr>
          <a:xfrm flipH="1" flipV="1">
            <a:off x="12230100" y="8737600"/>
            <a:ext cx="6337300" cy="711200"/>
          </a:xfrm>
          <a:prstGeom prst="bentConnector3">
            <a:avLst>
              <a:gd name="adj1" fmla="val 50100"/>
            </a:avLst>
          </a:prstGeom>
          <a:ln w="38100">
            <a:solidFill>
              <a:srgbClr val="A6A6A6"/>
            </a:solidFill>
            <a:prstDash val="sysDot"/>
            <a:bevel/>
            <a:headEnd type="oval"/>
            <a:tailEnd type="oval"/>
          </a:ln>
        </p:spPr>
      </p:cxnSp>
      <p:sp>
        <p:nvSpPr>
          <p:cNvPr id="1749" name="Shape 1749"/>
          <p:cNvSpPr/>
          <p:nvPr/>
        </p:nvSpPr>
        <p:spPr>
          <a:xfrm>
            <a:off x="11350928" y="4287171"/>
            <a:ext cx="1754710" cy="7651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Paso 1</a:t>
            </a:r>
          </a:p>
        </p:txBody>
      </p:sp>
      <p:sp>
        <p:nvSpPr>
          <p:cNvPr id="1750" name="Shape 1750"/>
          <p:cNvSpPr/>
          <p:nvPr/>
        </p:nvSpPr>
        <p:spPr>
          <a:xfrm>
            <a:off x="11330126" y="8351511"/>
            <a:ext cx="1796314" cy="7651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sz="4200">
                <a:solidFill>
                  <a:srgbClr val="FFFFFF"/>
                </a:solidFill>
                <a:latin typeface="Raleway SemiBold"/>
                <a:ea typeface="Raleway SemiBold"/>
                <a:cs typeface="Raleway SemiBold"/>
                <a:sym typeface="Raleway SemiBold"/>
              </a:defRPr>
            </a:lvl1pPr>
          </a:lstStyle>
          <a:p>
            <a:pPr>
              <a:defRPr sz="4800">
                <a:solidFill>
                  <a:srgbClr val="000000"/>
                </a:solidFill>
              </a:defRPr>
            </a:pPr>
            <a:r>
              <a:rPr sz="4200">
                <a:solidFill>
                  <a:srgbClr val="FFFFFF"/>
                </a:solidFill>
              </a:rPr>
              <a:t>Paso 3</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736"/>
                                        </p:tgtEl>
                                        <p:attrNameLst>
                                          <p:attrName>style.visibility</p:attrName>
                                        </p:attrNameLst>
                                      </p:cBhvr>
                                      <p:to>
                                        <p:strVal val="visible"/>
                                      </p:to>
                                    </p:set>
                                    <p:animEffect filter="dissolve" transition="in">
                                      <p:cBhvr>
                                        <p:cTn id="7" dur="500"/>
                                        <p:tgtEl>
                                          <p:spTgt spid="1736"/>
                                        </p:tgtEl>
                                      </p:cBhvr>
                                    </p:animEffect>
                                  </p:childTnLst>
                                </p:cTn>
                              </p:par>
                            </p:childTnLst>
                          </p:cTn>
                        </p:par>
                        <p:par>
                          <p:cTn id="8" fill="hold">
                            <p:stCondLst>
                              <p:cond delay="500"/>
                            </p:stCondLst>
                            <p:childTnLst>
                              <p:par>
                                <p:cTn id="9" presetClass="entr" nodeType="afterEffect" presetSubtype="16" presetID="23" grpId="2" fill="hold">
                                  <p:stCondLst>
                                    <p:cond delay="0"/>
                                  </p:stCondLst>
                                  <p:iterate type="el" backwards="0">
                                    <p:tmAbs val="0"/>
                                  </p:iterate>
                                  <p:childTnLst>
                                    <p:set>
                                      <p:cBhvr>
                                        <p:cTn id="10" fill="hold"/>
                                        <p:tgtEl>
                                          <p:spTgt spid="1737"/>
                                        </p:tgtEl>
                                        <p:attrNameLst>
                                          <p:attrName>style.visibility</p:attrName>
                                        </p:attrNameLst>
                                      </p:cBhvr>
                                      <p:to>
                                        <p:strVal val="visible"/>
                                      </p:to>
                                    </p:set>
                                    <p:anim calcmode="lin" valueType="num">
                                      <p:cBhvr>
                                        <p:cTn id="11" dur="500" fill="hold"/>
                                        <p:tgtEl>
                                          <p:spTgt spid="1737"/>
                                        </p:tgtEl>
                                        <p:attrNameLst>
                                          <p:attrName>ppt_w</p:attrName>
                                        </p:attrNameLst>
                                      </p:cBhvr>
                                      <p:tavLst>
                                        <p:tav tm="0">
                                          <p:val>
                                            <p:fltVal val="0"/>
                                          </p:val>
                                        </p:tav>
                                        <p:tav tm="100000">
                                          <p:val>
                                            <p:strVal val="#ppt_w"/>
                                          </p:val>
                                        </p:tav>
                                      </p:tavLst>
                                    </p:anim>
                                    <p:anim calcmode="lin" valueType="num">
                                      <p:cBhvr>
                                        <p:cTn id="12" dur="500" fill="hold"/>
                                        <p:tgtEl>
                                          <p:spTgt spid="1737"/>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Class="entr" nodeType="afterEffect" presetSubtype="8" presetID="22" grpId="3" fill="hold">
                                  <p:stCondLst>
                                    <p:cond delay="0"/>
                                  </p:stCondLst>
                                  <p:iterate type="el" backwards="0">
                                    <p:tmAbs val="0"/>
                                  </p:iterate>
                                  <p:childTnLst>
                                    <p:set>
                                      <p:cBhvr>
                                        <p:cTn id="15" fill="hold"/>
                                        <p:tgtEl>
                                          <p:spTgt spid="1742"/>
                                        </p:tgtEl>
                                        <p:attrNameLst>
                                          <p:attrName>style.visibility</p:attrName>
                                        </p:attrNameLst>
                                      </p:cBhvr>
                                      <p:to>
                                        <p:strVal val="visible"/>
                                      </p:to>
                                    </p:set>
                                    <p:animEffect filter="wipe(left)" transition="in">
                                      <p:cBhvr>
                                        <p:cTn id="16" dur="500"/>
                                        <p:tgtEl>
                                          <p:spTgt spid="1742"/>
                                        </p:tgtEl>
                                      </p:cBhvr>
                                    </p:animEffect>
                                  </p:childTnLst>
                                </p:cTn>
                              </p:par>
                            </p:childTnLst>
                          </p:cTn>
                        </p:par>
                        <p:par>
                          <p:cTn id="17" fill="hold">
                            <p:stCondLst>
                              <p:cond delay="1500"/>
                            </p:stCondLst>
                            <p:childTnLst>
                              <p:par>
                                <p:cTn id="18" presetClass="entr" nodeType="afterEffect" presetID="9" grpId="4" fill="hold">
                                  <p:stCondLst>
                                    <p:cond delay="0"/>
                                  </p:stCondLst>
                                  <p:iterate type="el" backwards="0">
                                    <p:tmAbs val="0"/>
                                  </p:iterate>
                                  <p:childTnLst>
                                    <p:set>
                                      <p:cBhvr>
                                        <p:cTn id="19" fill="hold"/>
                                        <p:tgtEl>
                                          <p:spTgt spid="1732"/>
                                        </p:tgtEl>
                                        <p:attrNameLst>
                                          <p:attrName>style.visibility</p:attrName>
                                        </p:attrNameLst>
                                      </p:cBhvr>
                                      <p:to>
                                        <p:strVal val="visible"/>
                                      </p:to>
                                    </p:set>
                                    <p:animEffect filter="dissolve" transition="in">
                                      <p:cBhvr>
                                        <p:cTn id="20" dur="500"/>
                                        <p:tgtEl>
                                          <p:spTgt spid="1732"/>
                                        </p:tgtEl>
                                      </p:cBhvr>
                                    </p:animEffect>
                                  </p:childTnLst>
                                </p:cTn>
                              </p:par>
                            </p:childTnLst>
                          </p:cTn>
                        </p:par>
                        <p:par>
                          <p:cTn id="21" fill="hold">
                            <p:stCondLst>
                              <p:cond delay="2000"/>
                            </p:stCondLst>
                            <p:childTnLst>
                              <p:par>
                                <p:cTn id="22" presetClass="entr" nodeType="afterEffect" presetSubtype="8" presetID="22" grpId="5" fill="hold">
                                  <p:stCondLst>
                                    <p:cond delay="0"/>
                                  </p:stCondLst>
                                  <p:iterate type="el" backwards="0">
                                    <p:tmAbs val="0"/>
                                  </p:iterate>
                                  <p:childTnLst>
                                    <p:set>
                                      <p:cBhvr>
                                        <p:cTn id="23" fill="hold"/>
                                        <p:tgtEl>
                                          <p:spTgt spid="1744"/>
                                        </p:tgtEl>
                                        <p:attrNameLst>
                                          <p:attrName>style.visibility</p:attrName>
                                        </p:attrNameLst>
                                      </p:cBhvr>
                                      <p:to>
                                        <p:strVal val="visible"/>
                                      </p:to>
                                    </p:set>
                                    <p:animEffect filter="wipe(left)" transition="in">
                                      <p:cBhvr>
                                        <p:cTn id="24" dur="500"/>
                                        <p:tgtEl>
                                          <p:spTgt spid="1744"/>
                                        </p:tgtEl>
                                      </p:cBhvr>
                                    </p:animEffect>
                                  </p:childTnLst>
                                </p:cTn>
                              </p:par>
                            </p:childTnLst>
                          </p:cTn>
                        </p:par>
                        <p:par>
                          <p:cTn id="25" fill="hold">
                            <p:stCondLst>
                              <p:cond delay="2500"/>
                            </p:stCondLst>
                            <p:childTnLst>
                              <p:par>
                                <p:cTn id="26" presetClass="entr" nodeType="afterEffect" presetID="9" grpId="6" fill="hold">
                                  <p:stCondLst>
                                    <p:cond delay="0"/>
                                  </p:stCondLst>
                                  <p:iterate type="el" backwards="0">
                                    <p:tmAbs val="0"/>
                                  </p:iterate>
                                  <p:childTnLst>
                                    <p:set>
                                      <p:cBhvr>
                                        <p:cTn id="27" fill="hold"/>
                                        <p:tgtEl>
                                          <p:spTgt spid="1733"/>
                                        </p:tgtEl>
                                        <p:attrNameLst>
                                          <p:attrName>style.visibility</p:attrName>
                                        </p:attrNameLst>
                                      </p:cBhvr>
                                      <p:to>
                                        <p:strVal val="visible"/>
                                      </p:to>
                                    </p:set>
                                    <p:animEffect filter="dissolve" transition="in">
                                      <p:cBhvr>
                                        <p:cTn id="28" dur="500"/>
                                        <p:tgtEl>
                                          <p:spTgt spid="1733"/>
                                        </p:tgtEl>
                                      </p:cBhvr>
                                    </p:animEffect>
                                  </p:childTnLst>
                                </p:cTn>
                              </p:par>
                            </p:childTnLst>
                          </p:cTn>
                        </p:par>
                        <p:par>
                          <p:cTn id="29" fill="hold">
                            <p:stCondLst>
                              <p:cond delay="3000"/>
                            </p:stCondLst>
                            <p:childTnLst>
                              <p:par>
                                <p:cTn id="30" presetClass="entr" nodeType="afterEffect" presetSubtype="16" presetID="23" grpId="7" fill="hold">
                                  <p:stCondLst>
                                    <p:cond delay="0"/>
                                  </p:stCondLst>
                                  <p:iterate type="el" backwards="0">
                                    <p:tmAbs val="0"/>
                                  </p:iterate>
                                  <p:childTnLst>
                                    <p:set>
                                      <p:cBhvr>
                                        <p:cTn id="31" fill="hold"/>
                                        <p:tgtEl>
                                          <p:spTgt spid="1734"/>
                                        </p:tgtEl>
                                        <p:attrNameLst>
                                          <p:attrName>style.visibility</p:attrName>
                                        </p:attrNameLst>
                                      </p:cBhvr>
                                      <p:to>
                                        <p:strVal val="visible"/>
                                      </p:to>
                                    </p:set>
                                    <p:anim calcmode="lin" valueType="num">
                                      <p:cBhvr>
                                        <p:cTn id="32" dur="500" fill="hold"/>
                                        <p:tgtEl>
                                          <p:spTgt spid="1734"/>
                                        </p:tgtEl>
                                        <p:attrNameLst>
                                          <p:attrName>ppt_w</p:attrName>
                                        </p:attrNameLst>
                                      </p:cBhvr>
                                      <p:tavLst>
                                        <p:tav tm="0">
                                          <p:val>
                                            <p:fltVal val="0"/>
                                          </p:val>
                                        </p:tav>
                                        <p:tav tm="100000">
                                          <p:val>
                                            <p:strVal val="#ppt_w"/>
                                          </p:val>
                                        </p:tav>
                                      </p:tavLst>
                                    </p:anim>
                                    <p:anim calcmode="lin" valueType="num">
                                      <p:cBhvr>
                                        <p:cTn id="33" dur="500" fill="hold"/>
                                        <p:tgtEl>
                                          <p:spTgt spid="1734"/>
                                        </p:tgtEl>
                                        <p:attrNameLst>
                                          <p:attrName>ppt_h</p:attrName>
                                        </p:attrNameLst>
                                      </p:cBhvr>
                                      <p:tavLst>
                                        <p:tav tm="0">
                                          <p:val>
                                            <p:fltVal val="0"/>
                                          </p:val>
                                        </p:tav>
                                        <p:tav tm="100000">
                                          <p:val>
                                            <p:strVal val="#ppt_h"/>
                                          </p:val>
                                        </p:tav>
                                      </p:tavLst>
                                    </p:anim>
                                  </p:childTnLst>
                                </p:cTn>
                              </p:par>
                            </p:childTnLst>
                          </p:cTn>
                        </p:par>
                        <p:par>
                          <p:cTn id="34" fill="hold">
                            <p:stCondLst>
                              <p:cond delay="3500"/>
                            </p:stCondLst>
                            <p:childTnLst>
                              <p:par>
                                <p:cTn id="35" presetClass="entr" nodeType="afterEffect" presetSubtype="8" presetID="22" grpId="8" fill="hold">
                                  <p:stCondLst>
                                    <p:cond delay="0"/>
                                  </p:stCondLst>
                                  <p:iterate type="el" backwards="0">
                                    <p:tmAbs val="0"/>
                                  </p:iterate>
                                  <p:childTnLst>
                                    <p:set>
                                      <p:cBhvr>
                                        <p:cTn id="36" fill="hold"/>
                                        <p:tgtEl>
                                          <p:spTgt spid="1743"/>
                                        </p:tgtEl>
                                        <p:attrNameLst>
                                          <p:attrName>style.visibility</p:attrName>
                                        </p:attrNameLst>
                                      </p:cBhvr>
                                      <p:to>
                                        <p:strVal val="visible"/>
                                      </p:to>
                                    </p:set>
                                    <p:animEffect filter="wipe(left)" transition="in">
                                      <p:cBhvr>
                                        <p:cTn id="37" dur="500"/>
                                        <p:tgtEl>
                                          <p:spTgt spid="1743"/>
                                        </p:tgtEl>
                                      </p:cBhvr>
                                    </p:animEffect>
                                  </p:childTnLst>
                                </p:cTn>
                              </p:par>
                            </p:childTnLst>
                          </p:cTn>
                        </p:par>
                        <p:par>
                          <p:cTn id="38" fill="hold">
                            <p:stCondLst>
                              <p:cond delay="4000"/>
                            </p:stCondLst>
                            <p:childTnLst>
                              <p:par>
                                <p:cTn id="39" presetClass="entr" nodeType="afterEffect" presetID="9" grpId="9" fill="hold">
                                  <p:stCondLst>
                                    <p:cond delay="0"/>
                                  </p:stCondLst>
                                  <p:iterate type="el" backwards="0">
                                    <p:tmAbs val="0"/>
                                  </p:iterate>
                                  <p:childTnLst>
                                    <p:set>
                                      <p:cBhvr>
                                        <p:cTn id="40" fill="hold"/>
                                        <p:tgtEl>
                                          <p:spTgt spid="1735"/>
                                        </p:tgtEl>
                                        <p:attrNameLst>
                                          <p:attrName>style.visibility</p:attrName>
                                        </p:attrNameLst>
                                      </p:cBhvr>
                                      <p:to>
                                        <p:strVal val="visible"/>
                                      </p:to>
                                    </p:set>
                                    <p:animEffect filter="dissolve" transition="in">
                                      <p:cBhvr>
                                        <p:cTn id="41" dur="500"/>
                                        <p:tgtEl>
                                          <p:spTgt spid="1735"/>
                                        </p:tgtEl>
                                      </p:cBhvr>
                                    </p:animEffect>
                                  </p:childTnLst>
                                </p:cTn>
                              </p:par>
                            </p:childTnLst>
                          </p:cTn>
                        </p:par>
                        <p:par>
                          <p:cTn id="42" fill="hold">
                            <p:stCondLst>
                              <p:cond delay="4500"/>
                            </p:stCondLst>
                            <p:childTnLst>
                              <p:par>
                                <p:cTn id="43" presetClass="entr" nodeType="afterEffect" presetSubtype="8" presetID="22" grpId="10" fill="hold">
                                  <p:stCondLst>
                                    <p:cond delay="0"/>
                                  </p:stCondLst>
                                  <p:iterate type="el" backwards="0">
                                    <p:tmAbs val="0"/>
                                  </p:iterate>
                                  <p:childTnLst>
                                    <p:set>
                                      <p:cBhvr>
                                        <p:cTn id="44" fill="hold"/>
                                        <p:tgtEl>
                                          <p:spTgt spid="1745"/>
                                        </p:tgtEl>
                                        <p:attrNameLst>
                                          <p:attrName>style.visibility</p:attrName>
                                        </p:attrNameLst>
                                      </p:cBhvr>
                                      <p:to>
                                        <p:strVal val="visible"/>
                                      </p:to>
                                    </p:set>
                                    <p:animEffect filter="wipe(left)" transition="in">
                                      <p:cBhvr>
                                        <p:cTn id="45" dur="500"/>
                                        <p:tgtEl>
                                          <p:spTgt spid="1745"/>
                                        </p:tgtEl>
                                      </p:cBhvr>
                                    </p:animEffect>
                                  </p:childTnLst>
                                </p:cTn>
                              </p:par>
                            </p:childTnLst>
                          </p:cTn>
                        </p:par>
                        <p:par>
                          <p:cTn id="46" fill="hold">
                            <p:stCondLst>
                              <p:cond delay="5000"/>
                            </p:stCondLst>
                            <p:childTnLst>
                              <p:par>
                                <p:cTn id="47" presetClass="entr" nodeType="afterEffect" presetID="9" grpId="11" fill="hold">
                                  <p:stCondLst>
                                    <p:cond delay="0"/>
                                  </p:stCondLst>
                                  <p:iterate type="el" backwards="0">
                                    <p:tmAbs val="0"/>
                                  </p:iterate>
                                  <p:childTnLst>
                                    <p:set>
                                      <p:cBhvr>
                                        <p:cTn id="48" fill="hold"/>
                                        <p:tgtEl>
                                          <p:spTgt spid="1738"/>
                                        </p:tgtEl>
                                        <p:attrNameLst>
                                          <p:attrName>style.visibility</p:attrName>
                                        </p:attrNameLst>
                                      </p:cBhvr>
                                      <p:to>
                                        <p:strVal val="visible"/>
                                      </p:to>
                                    </p:set>
                                    <p:animEffect filter="dissolve" transition="in">
                                      <p:cBhvr>
                                        <p:cTn id="49" dur="500"/>
                                        <p:tgtEl>
                                          <p:spTgt spid="1738"/>
                                        </p:tgtEl>
                                      </p:cBhvr>
                                    </p:animEffect>
                                  </p:childTnLst>
                                </p:cTn>
                              </p:par>
                            </p:childTnLst>
                          </p:cTn>
                        </p:par>
                        <p:par>
                          <p:cTn id="50" fill="hold">
                            <p:stCondLst>
                              <p:cond delay="5500"/>
                            </p:stCondLst>
                            <p:childTnLst>
                              <p:par>
                                <p:cTn id="51" presetClass="entr" nodeType="afterEffect" presetSubtype="8" presetID="22" grpId="12" fill="hold">
                                  <p:stCondLst>
                                    <p:cond delay="0"/>
                                  </p:stCondLst>
                                  <p:iterate type="el" backwards="0">
                                    <p:tmAbs val="0"/>
                                  </p:iterate>
                                  <p:childTnLst>
                                    <p:set>
                                      <p:cBhvr>
                                        <p:cTn id="52" fill="hold"/>
                                        <p:tgtEl>
                                          <p:spTgt spid="1746"/>
                                        </p:tgtEl>
                                        <p:attrNameLst>
                                          <p:attrName>style.visibility</p:attrName>
                                        </p:attrNameLst>
                                      </p:cBhvr>
                                      <p:to>
                                        <p:strVal val="visible"/>
                                      </p:to>
                                    </p:set>
                                    <p:animEffect filter="wipe(left)" transition="in">
                                      <p:cBhvr>
                                        <p:cTn id="53" dur="500"/>
                                        <p:tgtEl>
                                          <p:spTgt spid="1746"/>
                                        </p:tgtEl>
                                      </p:cBhvr>
                                    </p:animEffect>
                                  </p:childTnLst>
                                </p:cTn>
                              </p:par>
                            </p:childTnLst>
                          </p:cTn>
                        </p:par>
                        <p:par>
                          <p:cTn id="54" fill="hold">
                            <p:stCondLst>
                              <p:cond delay="6000"/>
                            </p:stCondLst>
                            <p:childTnLst>
                              <p:par>
                                <p:cTn id="55" presetClass="entr" nodeType="afterEffect" presetID="9" grpId="13" fill="hold">
                                  <p:stCondLst>
                                    <p:cond delay="0"/>
                                  </p:stCondLst>
                                  <p:iterate type="el" backwards="0">
                                    <p:tmAbs val="0"/>
                                  </p:iterate>
                                  <p:childTnLst>
                                    <p:set>
                                      <p:cBhvr>
                                        <p:cTn id="56" fill="hold"/>
                                        <p:tgtEl>
                                          <p:spTgt spid="1739"/>
                                        </p:tgtEl>
                                        <p:attrNameLst>
                                          <p:attrName>style.visibility</p:attrName>
                                        </p:attrNameLst>
                                      </p:cBhvr>
                                      <p:to>
                                        <p:strVal val="visible"/>
                                      </p:to>
                                    </p:set>
                                    <p:animEffect filter="dissolve" transition="in">
                                      <p:cBhvr>
                                        <p:cTn id="57" dur="500"/>
                                        <p:tgtEl>
                                          <p:spTgt spid="1739"/>
                                        </p:tgtEl>
                                      </p:cBhvr>
                                    </p:animEffect>
                                  </p:childTnLst>
                                </p:cTn>
                              </p:par>
                            </p:childTnLst>
                          </p:cTn>
                        </p:par>
                        <p:par>
                          <p:cTn id="58" fill="hold">
                            <p:stCondLst>
                              <p:cond delay="6500"/>
                            </p:stCondLst>
                            <p:childTnLst>
                              <p:par>
                                <p:cTn id="59" presetClass="entr" nodeType="afterEffect" presetSubtype="8" presetID="22" grpId="14" fill="hold">
                                  <p:stCondLst>
                                    <p:cond delay="0"/>
                                  </p:stCondLst>
                                  <p:iterate type="el" backwards="0">
                                    <p:tmAbs val="0"/>
                                  </p:iterate>
                                  <p:childTnLst>
                                    <p:set>
                                      <p:cBhvr>
                                        <p:cTn id="60" fill="hold"/>
                                        <p:tgtEl>
                                          <p:spTgt spid="1747"/>
                                        </p:tgtEl>
                                        <p:attrNameLst>
                                          <p:attrName>style.visibility</p:attrName>
                                        </p:attrNameLst>
                                      </p:cBhvr>
                                      <p:to>
                                        <p:strVal val="visible"/>
                                      </p:to>
                                    </p:set>
                                    <p:animEffect filter="wipe(left)" transition="in">
                                      <p:cBhvr>
                                        <p:cTn id="61" dur="500"/>
                                        <p:tgtEl>
                                          <p:spTgt spid="1747"/>
                                        </p:tgtEl>
                                      </p:cBhvr>
                                    </p:animEffect>
                                  </p:childTnLst>
                                </p:cTn>
                              </p:par>
                            </p:childTnLst>
                          </p:cTn>
                        </p:par>
                        <p:par>
                          <p:cTn id="62" fill="hold">
                            <p:stCondLst>
                              <p:cond delay="7000"/>
                            </p:stCondLst>
                            <p:childTnLst>
                              <p:par>
                                <p:cTn id="63" presetClass="entr" nodeType="afterEffect" presetID="9" grpId="15" fill="hold">
                                  <p:stCondLst>
                                    <p:cond delay="0"/>
                                  </p:stCondLst>
                                  <p:iterate type="el" backwards="0">
                                    <p:tmAbs val="0"/>
                                  </p:iterate>
                                  <p:childTnLst>
                                    <p:set>
                                      <p:cBhvr>
                                        <p:cTn id="64" fill="hold"/>
                                        <p:tgtEl>
                                          <p:spTgt spid="1740"/>
                                        </p:tgtEl>
                                        <p:attrNameLst>
                                          <p:attrName>style.visibility</p:attrName>
                                        </p:attrNameLst>
                                      </p:cBhvr>
                                      <p:to>
                                        <p:strVal val="visible"/>
                                      </p:to>
                                    </p:set>
                                    <p:animEffect filter="dissolve" transition="in">
                                      <p:cBhvr>
                                        <p:cTn id="65" dur="500"/>
                                        <p:tgtEl>
                                          <p:spTgt spid="1740"/>
                                        </p:tgtEl>
                                      </p:cBhvr>
                                    </p:animEffect>
                                  </p:childTnLst>
                                </p:cTn>
                              </p:par>
                            </p:childTnLst>
                          </p:cTn>
                        </p:par>
                        <p:par>
                          <p:cTn id="66" fill="hold">
                            <p:stCondLst>
                              <p:cond delay="7500"/>
                            </p:stCondLst>
                            <p:childTnLst>
                              <p:par>
                                <p:cTn id="67" presetClass="entr" nodeType="afterEffect" presetSubtype="8" presetID="22" grpId="16" fill="hold">
                                  <p:stCondLst>
                                    <p:cond delay="0"/>
                                  </p:stCondLst>
                                  <p:iterate type="el" backwards="0">
                                    <p:tmAbs val="0"/>
                                  </p:iterate>
                                  <p:childTnLst>
                                    <p:set>
                                      <p:cBhvr>
                                        <p:cTn id="68" fill="hold"/>
                                        <p:tgtEl>
                                          <p:spTgt spid="1748"/>
                                        </p:tgtEl>
                                        <p:attrNameLst>
                                          <p:attrName>style.visibility</p:attrName>
                                        </p:attrNameLst>
                                      </p:cBhvr>
                                      <p:to>
                                        <p:strVal val="visible"/>
                                      </p:to>
                                    </p:set>
                                    <p:animEffect filter="wipe(left)" transition="in">
                                      <p:cBhvr>
                                        <p:cTn id="69" dur="500"/>
                                        <p:tgtEl>
                                          <p:spTgt spid="1748"/>
                                        </p:tgtEl>
                                      </p:cBhvr>
                                    </p:animEffect>
                                  </p:childTnLst>
                                </p:cTn>
                              </p:par>
                            </p:childTnLst>
                          </p:cTn>
                        </p:par>
                        <p:par>
                          <p:cTn id="70" fill="hold">
                            <p:stCondLst>
                              <p:cond delay="8000"/>
                            </p:stCondLst>
                            <p:childTnLst>
                              <p:par>
                                <p:cTn id="71" presetClass="entr" nodeType="afterEffect" presetID="9" grpId="17" fill="hold">
                                  <p:stCondLst>
                                    <p:cond delay="0"/>
                                  </p:stCondLst>
                                  <p:iterate type="el" backwards="0">
                                    <p:tmAbs val="0"/>
                                  </p:iterate>
                                  <p:childTnLst>
                                    <p:set>
                                      <p:cBhvr>
                                        <p:cTn id="72" fill="hold"/>
                                        <p:tgtEl>
                                          <p:spTgt spid="1741"/>
                                        </p:tgtEl>
                                        <p:attrNameLst>
                                          <p:attrName>style.visibility</p:attrName>
                                        </p:attrNameLst>
                                      </p:cBhvr>
                                      <p:to>
                                        <p:strVal val="visible"/>
                                      </p:to>
                                    </p:set>
                                    <p:animEffect filter="dissolve" transition="in">
                                      <p:cBhvr>
                                        <p:cTn id="73" dur="500"/>
                                        <p:tgtEl>
                                          <p:spTgt spid="17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739" grpId="13"/>
      <p:bldP build="whole" bldLvl="1" animBg="1" rev="0" advAuto="0" spid="1734" grpId="7"/>
      <p:bldP build="whole" bldLvl="1" animBg="1" rev="0" advAuto="0" spid="1744" grpId="5"/>
      <p:bldP build="whole" bldLvl="1" animBg="1" rev="0" advAuto="0" spid="1733" grpId="6"/>
      <p:bldP build="whole" bldLvl="1" animBg="1" rev="0" advAuto="0" spid="1738" grpId="11"/>
      <p:bldP build="whole" bldLvl="1" animBg="1" rev="0" advAuto="0" spid="1732" grpId="4"/>
      <p:bldP build="whole" bldLvl="1" animBg="1" rev="0" advAuto="0" spid="1745" grpId="10"/>
      <p:bldP build="whole" bldLvl="1" animBg="1" rev="0" advAuto="0" spid="1741" grpId="17"/>
      <p:bldP build="whole" bldLvl="1" animBg="1" rev="0" advAuto="0" spid="1735" grpId="9"/>
      <p:bldP build="whole" bldLvl="1" animBg="1" rev="0" advAuto="0" spid="1746" grpId="12"/>
      <p:bldP build="whole" bldLvl="1" animBg="1" rev="0" advAuto="0" spid="1747" grpId="14"/>
      <p:bldP build="whole" bldLvl="1" animBg="1" rev="0" advAuto="0" spid="1748" grpId="16"/>
      <p:bldP build="whole" bldLvl="1" animBg="1" rev="0" advAuto="0" spid="1740" grpId="15"/>
      <p:bldP build="whole" bldLvl="1" animBg="1" rev="0" advAuto="0" spid="1743" grpId="8"/>
      <p:bldP build="whole" bldLvl="1" animBg="1" rev="0" advAuto="0" spid="1742" grpId="3"/>
      <p:bldP build="whole" bldLvl="1" animBg="1" rev="0" advAuto="0" spid="1737" grpId="2"/>
      <p:bldP build="whole" bldLvl="1" animBg="1" rev="0" advAuto="0" spid="1736" grpId="1"/>
    </p:bldLst>
  </p:timing>
</p:sld>
</file>

<file path=ppt/slides/slide6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752" name="Shape 175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Proceso</a:t>
            </a:r>
          </a:p>
        </p:txBody>
      </p:sp>
      <p:sp>
        <p:nvSpPr>
          <p:cNvPr id="1753" name="Shape 175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754" name="Shape 1754"/>
          <p:cNvSpPr/>
          <p:nvPr/>
        </p:nvSpPr>
        <p:spPr>
          <a:xfrm>
            <a:off x="3356985" y="4911146"/>
            <a:ext cx="3359308" cy="2725308"/>
          </a:xfrm>
          <a:prstGeom prst="roundRect">
            <a:avLst>
              <a:gd name="adj" fmla="val 14063"/>
            </a:avLst>
          </a:prstGeom>
          <a:solidFill>
            <a:srgbClr val="FFFFFF"/>
          </a:solidFill>
          <a:ln w="88900">
            <a:solidFill>
              <a:srgbClr val="144973"/>
            </a:solidFill>
            <a:bevel/>
          </a:ln>
        </p:spPr>
        <p:txBody>
          <a:bodyPr lIns="45719" rIns="45719" anchor="ctr"/>
          <a:lstStyle/>
          <a:p>
            <a:pPr algn="l" defTabSz="1219261">
              <a:defRPr sz="4800">
                <a:solidFill>
                  <a:srgbClr val="1971BB"/>
                </a:solidFill>
                <a:latin typeface="Calibri"/>
                <a:ea typeface="Calibri"/>
                <a:cs typeface="Calibri"/>
                <a:sym typeface="Calibri"/>
              </a:defRPr>
            </a:pPr>
          </a:p>
        </p:txBody>
      </p:sp>
      <p:sp>
        <p:nvSpPr>
          <p:cNvPr id="1755" name="Shape 1755"/>
          <p:cNvSpPr/>
          <p:nvPr/>
        </p:nvSpPr>
        <p:spPr>
          <a:xfrm>
            <a:off x="7838288" y="4911146"/>
            <a:ext cx="3359308" cy="2725308"/>
          </a:xfrm>
          <a:prstGeom prst="roundRect">
            <a:avLst>
              <a:gd name="adj" fmla="val 14063"/>
            </a:avLst>
          </a:prstGeom>
          <a:solidFill>
            <a:srgbClr val="FFFFFF"/>
          </a:solidFill>
          <a:ln w="88900">
            <a:solidFill>
              <a:srgbClr val="144973"/>
            </a:solidFill>
            <a:bevel/>
          </a:ln>
        </p:spPr>
        <p:txBody>
          <a:bodyPr lIns="45719" rIns="45719" anchor="ctr"/>
          <a:lstStyle/>
          <a:p>
            <a:pPr algn="l" defTabSz="1219261">
              <a:defRPr sz="4800">
                <a:solidFill>
                  <a:srgbClr val="1971BB"/>
                </a:solidFill>
                <a:latin typeface="Calibri"/>
                <a:ea typeface="Calibri"/>
                <a:cs typeface="Calibri"/>
                <a:sym typeface="Calibri"/>
              </a:defRPr>
            </a:pPr>
          </a:p>
        </p:txBody>
      </p:sp>
      <p:sp>
        <p:nvSpPr>
          <p:cNvPr id="1756" name="Shape 1756"/>
          <p:cNvSpPr/>
          <p:nvPr/>
        </p:nvSpPr>
        <p:spPr>
          <a:xfrm>
            <a:off x="12319592" y="4911146"/>
            <a:ext cx="3359309" cy="2725308"/>
          </a:xfrm>
          <a:prstGeom prst="roundRect">
            <a:avLst>
              <a:gd name="adj" fmla="val 14063"/>
            </a:avLst>
          </a:prstGeom>
          <a:solidFill>
            <a:srgbClr val="FFFFFF"/>
          </a:solidFill>
          <a:ln w="88900">
            <a:solidFill>
              <a:srgbClr val="144973"/>
            </a:solidFill>
            <a:bevel/>
          </a:ln>
        </p:spPr>
        <p:txBody>
          <a:bodyPr lIns="45719" rIns="45719" anchor="ctr"/>
          <a:lstStyle/>
          <a:p>
            <a:pPr algn="l" defTabSz="1219261">
              <a:defRPr sz="4800">
                <a:solidFill>
                  <a:srgbClr val="1971BB"/>
                </a:solidFill>
                <a:latin typeface="Calibri"/>
                <a:ea typeface="Calibri"/>
                <a:cs typeface="Calibri"/>
                <a:sym typeface="Calibri"/>
              </a:defRPr>
            </a:pPr>
          </a:p>
        </p:txBody>
      </p:sp>
      <p:sp>
        <p:nvSpPr>
          <p:cNvPr id="1757" name="Shape 1757"/>
          <p:cNvSpPr/>
          <p:nvPr/>
        </p:nvSpPr>
        <p:spPr>
          <a:xfrm>
            <a:off x="16800898" y="4911146"/>
            <a:ext cx="3359309" cy="2725308"/>
          </a:xfrm>
          <a:prstGeom prst="roundRect">
            <a:avLst>
              <a:gd name="adj" fmla="val 14063"/>
            </a:avLst>
          </a:prstGeom>
          <a:solidFill>
            <a:srgbClr val="FFFFFF"/>
          </a:solidFill>
          <a:ln w="88900">
            <a:solidFill>
              <a:srgbClr val="144973"/>
            </a:solidFill>
            <a:bevel/>
          </a:ln>
        </p:spPr>
        <p:txBody>
          <a:bodyPr lIns="45719" rIns="45719" anchor="ctr"/>
          <a:lstStyle/>
          <a:p>
            <a:pPr algn="l" defTabSz="1219261">
              <a:defRPr sz="4800">
                <a:solidFill>
                  <a:srgbClr val="1971BB"/>
                </a:solidFill>
                <a:latin typeface="Calibri"/>
                <a:ea typeface="Calibri"/>
                <a:cs typeface="Calibri"/>
                <a:sym typeface="Calibri"/>
              </a:defRPr>
            </a:pPr>
          </a:p>
        </p:txBody>
      </p:sp>
      <p:sp>
        <p:nvSpPr>
          <p:cNvPr id="1773" name="Shape 1773"/>
          <p:cNvSpPr/>
          <p:nvPr/>
        </p:nvSpPr>
        <p:spPr>
          <a:xfrm>
            <a:off x="10655667" y="3559865"/>
            <a:ext cx="3536599" cy="1256439"/>
          </a:xfrm>
          <a:custGeom>
            <a:avLst/>
            <a:gdLst/>
            <a:ahLst/>
            <a:cxnLst>
              <a:cxn ang="0">
                <a:pos x="wd2" y="hd2"/>
              </a:cxn>
              <a:cxn ang="5400000">
                <a:pos x="wd2" y="hd2"/>
              </a:cxn>
              <a:cxn ang="10800000">
                <a:pos x="wd2" y="hd2"/>
              </a:cxn>
              <a:cxn ang="16200000">
                <a:pos x="wd2" y="hd2"/>
              </a:cxn>
            </a:cxnLst>
            <a:rect l="0" t="0" r="r" b="b"/>
            <a:pathLst>
              <a:path w="21600" h="16388" fill="norm" stroke="1" extrusionOk="0">
                <a:moveTo>
                  <a:pt x="0" y="10117"/>
                </a:moveTo>
                <a:cubicBezTo>
                  <a:pt x="8251" y="-5212"/>
                  <a:pt x="15451" y="-3122"/>
                  <a:pt x="21600" y="16388"/>
                </a:cubicBezTo>
              </a:path>
            </a:pathLst>
          </a:custGeom>
          <a:ln w="165100">
            <a:solidFill>
              <a:srgbClr val="397ECA"/>
            </a:solidFill>
            <a:bevel/>
            <a:tailEnd type="triangle"/>
          </a:ln>
        </p:spPr>
        <p:txBody>
          <a:bodyPr/>
          <a:lstStyle/>
          <a:p>
            <a:pPr/>
          </a:p>
        </p:txBody>
      </p:sp>
      <p:sp>
        <p:nvSpPr>
          <p:cNvPr id="1774" name="Shape 1774"/>
          <p:cNvSpPr/>
          <p:nvPr/>
        </p:nvSpPr>
        <p:spPr>
          <a:xfrm>
            <a:off x="6050274" y="8072678"/>
            <a:ext cx="3293306" cy="876168"/>
          </a:xfrm>
          <a:custGeom>
            <a:avLst/>
            <a:gdLst/>
            <a:ahLst/>
            <a:cxnLst>
              <a:cxn ang="0">
                <a:pos x="wd2" y="hd2"/>
              </a:cxn>
              <a:cxn ang="5400000">
                <a:pos x="wd2" y="hd2"/>
              </a:cxn>
              <a:cxn ang="10800000">
                <a:pos x="wd2" y="hd2"/>
              </a:cxn>
              <a:cxn ang="16200000">
                <a:pos x="wd2" y="hd2"/>
              </a:cxn>
            </a:cxnLst>
            <a:rect l="0" t="0" r="r" b="b"/>
            <a:pathLst>
              <a:path w="21600" h="16207" fill="norm" stroke="1" extrusionOk="0">
                <a:moveTo>
                  <a:pt x="0" y="1293"/>
                </a:moveTo>
                <a:cubicBezTo>
                  <a:pt x="5386" y="21600"/>
                  <a:pt x="12586" y="21169"/>
                  <a:pt x="21600" y="0"/>
                </a:cubicBezTo>
              </a:path>
            </a:pathLst>
          </a:custGeom>
          <a:ln w="165100">
            <a:solidFill>
              <a:srgbClr val="397ECA"/>
            </a:solidFill>
            <a:bevel/>
            <a:tailEnd type="triangle"/>
          </a:ln>
        </p:spPr>
        <p:txBody>
          <a:bodyPr/>
          <a:lstStyle/>
          <a:p>
            <a:pPr/>
          </a:p>
        </p:txBody>
      </p:sp>
      <p:sp>
        <p:nvSpPr>
          <p:cNvPr id="1775" name="Shape 1775"/>
          <p:cNvSpPr/>
          <p:nvPr/>
        </p:nvSpPr>
        <p:spPr>
          <a:xfrm>
            <a:off x="15279657" y="7876140"/>
            <a:ext cx="3171835" cy="888197"/>
          </a:xfrm>
          <a:custGeom>
            <a:avLst/>
            <a:gdLst/>
            <a:ahLst/>
            <a:cxnLst>
              <a:cxn ang="0">
                <a:pos x="wd2" y="hd2"/>
              </a:cxn>
              <a:cxn ang="5400000">
                <a:pos x="wd2" y="hd2"/>
              </a:cxn>
              <a:cxn ang="10800000">
                <a:pos x="wd2" y="hd2"/>
              </a:cxn>
              <a:cxn ang="16200000">
                <a:pos x="wd2" y="hd2"/>
              </a:cxn>
            </a:cxnLst>
            <a:rect l="0" t="0" r="r" b="b"/>
            <a:pathLst>
              <a:path w="21600" h="16309" fill="norm" stroke="1" extrusionOk="0">
                <a:moveTo>
                  <a:pt x="0" y="4892"/>
                </a:moveTo>
                <a:cubicBezTo>
                  <a:pt x="5848" y="21600"/>
                  <a:pt x="13048" y="19969"/>
                  <a:pt x="21600" y="0"/>
                </a:cubicBezTo>
              </a:path>
            </a:pathLst>
          </a:custGeom>
          <a:ln w="165100">
            <a:solidFill>
              <a:srgbClr val="397ECA"/>
            </a:solidFill>
            <a:bevel/>
            <a:tailEnd type="triangle"/>
          </a:ln>
        </p:spPr>
        <p:txBody>
          <a:bodyPr/>
          <a:lstStyle/>
          <a:p>
            <a:pPr/>
          </a:p>
        </p:txBody>
      </p:sp>
      <p:sp>
        <p:nvSpPr>
          <p:cNvPr id="1761" name="Shape 1761"/>
          <p:cNvSpPr/>
          <p:nvPr/>
        </p:nvSpPr>
        <p:spPr>
          <a:xfrm>
            <a:off x="4265594" y="6940843"/>
            <a:ext cx="2835871" cy="1201707"/>
          </a:xfrm>
          <a:prstGeom prst="roundRect">
            <a:avLst>
              <a:gd name="adj" fmla="val 15852"/>
            </a:avLst>
          </a:prstGeom>
          <a:solidFill>
            <a:srgbClr val="397ECA"/>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1762" name="Shape 1762"/>
          <p:cNvSpPr/>
          <p:nvPr/>
        </p:nvSpPr>
        <p:spPr>
          <a:xfrm>
            <a:off x="13409595" y="6940843"/>
            <a:ext cx="2835871" cy="1201707"/>
          </a:xfrm>
          <a:prstGeom prst="roundRect">
            <a:avLst>
              <a:gd name="adj" fmla="val 15852"/>
            </a:avLst>
          </a:prstGeom>
          <a:solidFill>
            <a:srgbClr val="397ECA"/>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1763" name="Shape 1763"/>
          <p:cNvSpPr/>
          <p:nvPr/>
        </p:nvSpPr>
        <p:spPr>
          <a:xfrm>
            <a:off x="8634394" y="4335494"/>
            <a:ext cx="2835871" cy="1201707"/>
          </a:xfrm>
          <a:prstGeom prst="roundRect">
            <a:avLst>
              <a:gd name="adj" fmla="val 15852"/>
            </a:avLst>
          </a:prstGeom>
          <a:solidFill>
            <a:srgbClr val="029FDC"/>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1764" name="Shape 1764"/>
          <p:cNvSpPr/>
          <p:nvPr/>
        </p:nvSpPr>
        <p:spPr>
          <a:xfrm>
            <a:off x="18235595" y="4335494"/>
            <a:ext cx="2835871" cy="1201707"/>
          </a:xfrm>
          <a:prstGeom prst="roundRect">
            <a:avLst>
              <a:gd name="adj" fmla="val 15852"/>
            </a:avLst>
          </a:prstGeom>
          <a:solidFill>
            <a:srgbClr val="029FDC"/>
          </a:solidFill>
          <a:ln w="12700">
            <a:miter lim="400000"/>
          </a:ln>
        </p:spPr>
        <p:txBody>
          <a:bodyPr lIns="45719" rIns="45719" anchor="ctr"/>
          <a:lstStyle/>
          <a:p>
            <a:pPr algn="l" defTabSz="1219261">
              <a:defRPr sz="4800">
                <a:solidFill>
                  <a:srgbClr val="FFFFFF"/>
                </a:solidFill>
                <a:latin typeface="Calibri"/>
                <a:ea typeface="Calibri"/>
                <a:cs typeface="Calibri"/>
                <a:sym typeface="Calibri"/>
              </a:defRPr>
            </a:pPr>
          </a:p>
        </p:txBody>
      </p:sp>
      <p:sp>
        <p:nvSpPr>
          <p:cNvPr id="1765" name="Shape 1765"/>
          <p:cNvSpPr/>
          <p:nvPr/>
        </p:nvSpPr>
        <p:spPr>
          <a:xfrm>
            <a:off x="4731544" y="7148321"/>
            <a:ext cx="1903972" cy="767091"/>
          </a:xfrm>
          <a:prstGeom prst="rect">
            <a:avLst/>
          </a:prstGeom>
          <a:ln w="12700">
            <a:miter lim="400000"/>
          </a:ln>
          <a:extLst>
            <a:ext uri="{C572A759-6A51-4108-AA02-DFA0A04FC94B}">
              <ma14:wrappingTextBoxFlag xmlns:ma14="http://schemas.microsoft.com/office/mac/drawingml/2011/main" val="1"/>
            </a:ext>
          </a:extLst>
        </p:spPr>
        <p:txBody>
          <a:bodyPr lIns="91444" tIns="91444" rIns="91444" bIns="91444">
            <a:spAutoFit/>
          </a:bodyPr>
          <a:lstStyle>
            <a:lvl1pPr defTabSz="1219261">
              <a:defRPr sz="3900">
                <a:solidFill>
                  <a:srgbClr val="FFFFFF"/>
                </a:solidFill>
                <a:latin typeface="Raleway SemiBold"/>
                <a:ea typeface="Raleway SemiBold"/>
                <a:cs typeface="Raleway SemiBold"/>
                <a:sym typeface="Raleway SemiBold"/>
              </a:defRPr>
            </a:lvl1pPr>
          </a:lstStyle>
          <a:p>
            <a:pPr>
              <a:defRPr>
                <a:solidFill>
                  <a:srgbClr val="F95648"/>
                </a:solidFill>
              </a:defRPr>
            </a:pPr>
            <a:r>
              <a:rPr>
                <a:solidFill>
                  <a:srgbClr val="FFFFFF"/>
                </a:solidFill>
              </a:rPr>
              <a:t>Texto</a:t>
            </a:r>
          </a:p>
        </p:txBody>
      </p:sp>
      <p:sp>
        <p:nvSpPr>
          <p:cNvPr id="1766" name="Shape 1766"/>
          <p:cNvSpPr/>
          <p:nvPr/>
        </p:nvSpPr>
        <p:spPr>
          <a:xfrm>
            <a:off x="13047262" y="5884862"/>
            <a:ext cx="1903972" cy="777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4200">
                <a:latin typeface="Helvetica"/>
                <a:ea typeface="Helvetica"/>
                <a:cs typeface="Helvetica"/>
                <a:sym typeface="Helvetica"/>
              </a:defRPr>
            </a:lvl1pPr>
          </a:lstStyle>
          <a:p>
            <a:pPr/>
            <a:r>
              <a:t>ICONO</a:t>
            </a:r>
          </a:p>
        </p:txBody>
      </p:sp>
      <p:sp>
        <p:nvSpPr>
          <p:cNvPr id="1767" name="Shape 1767"/>
          <p:cNvSpPr/>
          <p:nvPr/>
        </p:nvSpPr>
        <p:spPr>
          <a:xfrm>
            <a:off x="17528567" y="5884862"/>
            <a:ext cx="1903971" cy="777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4200">
                <a:latin typeface="Helvetica"/>
                <a:ea typeface="Helvetica"/>
                <a:cs typeface="Helvetica"/>
                <a:sym typeface="Helvetica"/>
              </a:defRPr>
            </a:lvl1pPr>
          </a:lstStyle>
          <a:p>
            <a:pPr/>
            <a:r>
              <a:t>ICONO</a:t>
            </a:r>
          </a:p>
        </p:txBody>
      </p:sp>
      <p:sp>
        <p:nvSpPr>
          <p:cNvPr id="1768" name="Shape 1768"/>
          <p:cNvSpPr/>
          <p:nvPr/>
        </p:nvSpPr>
        <p:spPr>
          <a:xfrm>
            <a:off x="3915961" y="5884862"/>
            <a:ext cx="1903972" cy="777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4200">
                <a:latin typeface="Helvetica"/>
                <a:ea typeface="Helvetica"/>
                <a:cs typeface="Helvetica"/>
                <a:sym typeface="Helvetica"/>
              </a:defRPr>
            </a:lvl1pPr>
          </a:lstStyle>
          <a:p>
            <a:pPr/>
            <a:r>
              <a:t>ICONO</a:t>
            </a:r>
          </a:p>
        </p:txBody>
      </p:sp>
      <p:sp>
        <p:nvSpPr>
          <p:cNvPr id="1769" name="Shape 1769"/>
          <p:cNvSpPr/>
          <p:nvPr/>
        </p:nvSpPr>
        <p:spPr>
          <a:xfrm>
            <a:off x="8397266" y="5884862"/>
            <a:ext cx="1903972" cy="777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4200">
                <a:latin typeface="Helvetica"/>
                <a:ea typeface="Helvetica"/>
                <a:cs typeface="Helvetica"/>
                <a:sym typeface="Helvetica"/>
              </a:defRPr>
            </a:lvl1pPr>
          </a:lstStyle>
          <a:p>
            <a:pPr/>
            <a:r>
              <a:t>ICONO</a:t>
            </a:r>
          </a:p>
        </p:txBody>
      </p:sp>
      <p:sp>
        <p:nvSpPr>
          <p:cNvPr id="1770" name="Shape 1770"/>
          <p:cNvSpPr/>
          <p:nvPr/>
        </p:nvSpPr>
        <p:spPr>
          <a:xfrm>
            <a:off x="9100344" y="4552802"/>
            <a:ext cx="1903972" cy="767091"/>
          </a:xfrm>
          <a:prstGeom prst="rect">
            <a:avLst/>
          </a:prstGeom>
          <a:ln w="12700">
            <a:miter lim="400000"/>
          </a:ln>
          <a:extLst>
            <a:ext uri="{C572A759-6A51-4108-AA02-DFA0A04FC94B}">
              <ma14:wrappingTextBoxFlag xmlns:ma14="http://schemas.microsoft.com/office/mac/drawingml/2011/main" val="1"/>
            </a:ext>
          </a:extLst>
        </p:spPr>
        <p:txBody>
          <a:bodyPr lIns="91444" tIns="91444" rIns="91444" bIns="91444">
            <a:spAutoFit/>
          </a:bodyPr>
          <a:lstStyle>
            <a:lvl1pPr defTabSz="1219261">
              <a:defRPr sz="3900">
                <a:solidFill>
                  <a:srgbClr val="FFFFFF"/>
                </a:solidFill>
                <a:latin typeface="Raleway SemiBold"/>
                <a:ea typeface="Raleway SemiBold"/>
                <a:cs typeface="Raleway SemiBold"/>
                <a:sym typeface="Raleway SemiBold"/>
              </a:defRPr>
            </a:lvl1pPr>
          </a:lstStyle>
          <a:p>
            <a:pPr>
              <a:defRPr>
                <a:solidFill>
                  <a:srgbClr val="F95648"/>
                </a:solidFill>
              </a:defRPr>
            </a:pPr>
            <a:r>
              <a:rPr>
                <a:solidFill>
                  <a:srgbClr val="FFFFFF"/>
                </a:solidFill>
              </a:rPr>
              <a:t>Texto</a:t>
            </a:r>
          </a:p>
        </p:txBody>
      </p:sp>
      <p:sp>
        <p:nvSpPr>
          <p:cNvPr id="1771" name="Shape 1771"/>
          <p:cNvSpPr/>
          <p:nvPr/>
        </p:nvSpPr>
        <p:spPr>
          <a:xfrm>
            <a:off x="13875545" y="7158151"/>
            <a:ext cx="1903971" cy="767091"/>
          </a:xfrm>
          <a:prstGeom prst="rect">
            <a:avLst/>
          </a:prstGeom>
          <a:ln w="12700">
            <a:miter lim="400000"/>
          </a:ln>
          <a:extLst>
            <a:ext uri="{C572A759-6A51-4108-AA02-DFA0A04FC94B}">
              <ma14:wrappingTextBoxFlag xmlns:ma14="http://schemas.microsoft.com/office/mac/drawingml/2011/main" val="1"/>
            </a:ext>
          </a:extLst>
        </p:spPr>
        <p:txBody>
          <a:bodyPr lIns="91444" tIns="91444" rIns="91444" bIns="91444">
            <a:spAutoFit/>
          </a:bodyPr>
          <a:lstStyle>
            <a:lvl1pPr defTabSz="1219261">
              <a:defRPr sz="3900">
                <a:solidFill>
                  <a:srgbClr val="FFFFFF"/>
                </a:solidFill>
                <a:latin typeface="Raleway SemiBold"/>
                <a:ea typeface="Raleway SemiBold"/>
                <a:cs typeface="Raleway SemiBold"/>
                <a:sym typeface="Raleway SemiBold"/>
              </a:defRPr>
            </a:lvl1pPr>
          </a:lstStyle>
          <a:p>
            <a:pPr>
              <a:defRPr>
                <a:solidFill>
                  <a:srgbClr val="F95648"/>
                </a:solidFill>
              </a:defRPr>
            </a:pPr>
            <a:r>
              <a:rPr>
                <a:solidFill>
                  <a:srgbClr val="FFFFFF"/>
                </a:solidFill>
              </a:rPr>
              <a:t>Texto</a:t>
            </a:r>
          </a:p>
        </p:txBody>
      </p:sp>
      <p:sp>
        <p:nvSpPr>
          <p:cNvPr id="1772" name="Shape 1772"/>
          <p:cNvSpPr/>
          <p:nvPr/>
        </p:nvSpPr>
        <p:spPr>
          <a:xfrm>
            <a:off x="18701545" y="4552802"/>
            <a:ext cx="1903971" cy="767091"/>
          </a:xfrm>
          <a:prstGeom prst="rect">
            <a:avLst/>
          </a:prstGeom>
          <a:ln w="12700">
            <a:miter lim="400000"/>
          </a:ln>
          <a:extLst>
            <a:ext uri="{C572A759-6A51-4108-AA02-DFA0A04FC94B}">
              <ma14:wrappingTextBoxFlag xmlns:ma14="http://schemas.microsoft.com/office/mac/drawingml/2011/main" val="1"/>
            </a:ext>
          </a:extLst>
        </p:spPr>
        <p:txBody>
          <a:bodyPr lIns="91444" tIns="91444" rIns="91444" bIns="91444">
            <a:spAutoFit/>
          </a:bodyPr>
          <a:lstStyle>
            <a:lvl1pPr defTabSz="1219261">
              <a:defRPr sz="3900">
                <a:solidFill>
                  <a:srgbClr val="FFFFFF"/>
                </a:solidFill>
                <a:latin typeface="Raleway SemiBold"/>
                <a:ea typeface="Raleway SemiBold"/>
                <a:cs typeface="Raleway SemiBold"/>
                <a:sym typeface="Raleway SemiBold"/>
              </a:defRPr>
            </a:lvl1pPr>
          </a:lstStyle>
          <a:p>
            <a:pPr>
              <a:defRPr>
                <a:solidFill>
                  <a:srgbClr val="F95648"/>
                </a:solidFill>
              </a:defRPr>
            </a:pPr>
            <a:r>
              <a:rPr>
                <a:solidFill>
                  <a:srgbClr val="FFFFFF"/>
                </a:solidFill>
              </a:rP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1765"/>
                                        </p:tgtEl>
                                        <p:attrNameLst>
                                          <p:attrName>style.visibility</p:attrName>
                                        </p:attrNameLst>
                                      </p:cBhvr>
                                      <p:to>
                                        <p:strVal val="visible"/>
                                      </p:to>
                                    </p:set>
                                    <p:anim calcmode="lin" valueType="num">
                                      <p:cBhvr>
                                        <p:cTn id="7" dur="500" fill="hold"/>
                                        <p:tgtEl>
                                          <p:spTgt spid="1765"/>
                                        </p:tgtEl>
                                        <p:attrNameLst>
                                          <p:attrName>ppt_w</p:attrName>
                                        </p:attrNameLst>
                                      </p:cBhvr>
                                      <p:tavLst>
                                        <p:tav tm="0">
                                          <p:val>
                                            <p:fltVal val="0"/>
                                          </p:val>
                                        </p:tav>
                                        <p:tav tm="100000">
                                          <p:val>
                                            <p:strVal val="#ppt_w"/>
                                          </p:val>
                                        </p:tav>
                                      </p:tavLst>
                                    </p:anim>
                                    <p:anim calcmode="lin" valueType="num">
                                      <p:cBhvr>
                                        <p:cTn id="8" dur="500" fill="hold"/>
                                        <p:tgtEl>
                                          <p:spTgt spid="1765"/>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1770"/>
                                        </p:tgtEl>
                                        <p:attrNameLst>
                                          <p:attrName>style.visibility</p:attrName>
                                        </p:attrNameLst>
                                      </p:cBhvr>
                                      <p:to>
                                        <p:strVal val="visible"/>
                                      </p:to>
                                    </p:set>
                                    <p:anim calcmode="lin" valueType="num">
                                      <p:cBhvr>
                                        <p:cTn id="12" dur="500" fill="hold"/>
                                        <p:tgtEl>
                                          <p:spTgt spid="1770"/>
                                        </p:tgtEl>
                                        <p:attrNameLst>
                                          <p:attrName>ppt_w</p:attrName>
                                        </p:attrNameLst>
                                      </p:cBhvr>
                                      <p:tavLst>
                                        <p:tav tm="0">
                                          <p:val>
                                            <p:fltVal val="0"/>
                                          </p:val>
                                        </p:tav>
                                        <p:tav tm="100000">
                                          <p:val>
                                            <p:strVal val="#ppt_w"/>
                                          </p:val>
                                        </p:tav>
                                      </p:tavLst>
                                    </p:anim>
                                    <p:anim calcmode="lin" valueType="num">
                                      <p:cBhvr>
                                        <p:cTn id="13" dur="500" fill="hold"/>
                                        <p:tgtEl>
                                          <p:spTgt spid="1770"/>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1771"/>
                                        </p:tgtEl>
                                        <p:attrNameLst>
                                          <p:attrName>style.visibility</p:attrName>
                                        </p:attrNameLst>
                                      </p:cBhvr>
                                      <p:to>
                                        <p:strVal val="visible"/>
                                      </p:to>
                                    </p:set>
                                    <p:anim calcmode="lin" valueType="num">
                                      <p:cBhvr>
                                        <p:cTn id="17" dur="500" fill="hold"/>
                                        <p:tgtEl>
                                          <p:spTgt spid="1771"/>
                                        </p:tgtEl>
                                        <p:attrNameLst>
                                          <p:attrName>ppt_w</p:attrName>
                                        </p:attrNameLst>
                                      </p:cBhvr>
                                      <p:tavLst>
                                        <p:tav tm="0">
                                          <p:val>
                                            <p:fltVal val="0"/>
                                          </p:val>
                                        </p:tav>
                                        <p:tav tm="100000">
                                          <p:val>
                                            <p:strVal val="#ppt_w"/>
                                          </p:val>
                                        </p:tav>
                                      </p:tavLst>
                                    </p:anim>
                                    <p:anim calcmode="lin" valueType="num">
                                      <p:cBhvr>
                                        <p:cTn id="18" dur="500" fill="hold"/>
                                        <p:tgtEl>
                                          <p:spTgt spid="1771"/>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1772"/>
                                        </p:tgtEl>
                                        <p:attrNameLst>
                                          <p:attrName>style.visibility</p:attrName>
                                        </p:attrNameLst>
                                      </p:cBhvr>
                                      <p:to>
                                        <p:strVal val="visible"/>
                                      </p:to>
                                    </p:set>
                                    <p:anim calcmode="lin" valueType="num">
                                      <p:cBhvr>
                                        <p:cTn id="22" dur="500" fill="hold"/>
                                        <p:tgtEl>
                                          <p:spTgt spid="1772"/>
                                        </p:tgtEl>
                                        <p:attrNameLst>
                                          <p:attrName>ppt_w</p:attrName>
                                        </p:attrNameLst>
                                      </p:cBhvr>
                                      <p:tavLst>
                                        <p:tav tm="0">
                                          <p:val>
                                            <p:fltVal val="0"/>
                                          </p:val>
                                        </p:tav>
                                        <p:tav tm="100000">
                                          <p:val>
                                            <p:strVal val="#ppt_w"/>
                                          </p:val>
                                        </p:tav>
                                      </p:tavLst>
                                    </p:anim>
                                    <p:anim calcmode="lin" valueType="num">
                                      <p:cBhvr>
                                        <p:cTn id="23" dur="500" fill="hold"/>
                                        <p:tgtEl>
                                          <p:spTgt spid="17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770" grpId="2"/>
      <p:bldP build="whole" bldLvl="1" animBg="1" rev="0" advAuto="0" spid="1772" grpId="4"/>
      <p:bldP build="whole" bldLvl="1" animBg="1" rev="0" advAuto="0" spid="1765" grpId="1"/>
      <p:bldP build="whole" bldLvl="1" animBg="1" rev="0" advAuto="0" spid="1771" grpId="3"/>
    </p:bldLst>
  </p:timing>
</p:sld>
</file>

<file path=ppt/slides/slide6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777" name="Shape 177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sp>
        <p:nvSpPr>
          <p:cNvPr id="1778" name="Shape 177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779" name="Shape 1779"/>
          <p:cNvSpPr/>
          <p:nvPr/>
        </p:nvSpPr>
        <p:spPr>
          <a:xfrm>
            <a:off x="2011266" y="2814734"/>
            <a:ext cx="3219955" cy="3219536"/>
          </a:xfrm>
          <a:prstGeom prst="ellipse">
            <a:avLst/>
          </a:prstGeom>
          <a:solidFill>
            <a:srgbClr val="16527E"/>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0" name="Shape 1780"/>
          <p:cNvSpPr/>
          <p:nvPr/>
        </p:nvSpPr>
        <p:spPr>
          <a:xfrm>
            <a:off x="6857034" y="3424332"/>
            <a:ext cx="2194847" cy="2194561"/>
          </a:xfrm>
          <a:prstGeom prst="ellipse">
            <a:avLst/>
          </a:prstGeom>
          <a:solidFill>
            <a:srgbClr val="397ECA"/>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1" name="Shape 1781"/>
          <p:cNvSpPr/>
          <p:nvPr/>
        </p:nvSpPr>
        <p:spPr>
          <a:xfrm>
            <a:off x="11124789" y="3424332"/>
            <a:ext cx="2194848" cy="2194561"/>
          </a:xfrm>
          <a:prstGeom prst="ellipse">
            <a:avLst/>
          </a:prstGeom>
          <a:solidFill>
            <a:srgbClr val="029FDC"/>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2" name="Shape 1782"/>
          <p:cNvSpPr/>
          <p:nvPr/>
        </p:nvSpPr>
        <p:spPr>
          <a:xfrm>
            <a:off x="15392545" y="3424332"/>
            <a:ext cx="2194847" cy="2194561"/>
          </a:xfrm>
          <a:prstGeom prst="ellipse">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3" name="Shape 1783"/>
          <p:cNvSpPr/>
          <p:nvPr/>
        </p:nvSpPr>
        <p:spPr>
          <a:xfrm>
            <a:off x="19700946" y="3424332"/>
            <a:ext cx="2194847" cy="2194561"/>
          </a:xfrm>
          <a:prstGeom prst="ellipse">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4" name="Shape 1784"/>
          <p:cNvSpPr/>
          <p:nvPr/>
        </p:nvSpPr>
        <p:spPr>
          <a:xfrm>
            <a:off x="2051911" y="7223255"/>
            <a:ext cx="3219955" cy="3219535"/>
          </a:xfrm>
          <a:prstGeom prst="ellipse">
            <a:avLst/>
          </a:prstGeom>
          <a:solidFill>
            <a:srgbClr val="8ACDF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5" name="Shape 1785"/>
          <p:cNvSpPr/>
          <p:nvPr/>
        </p:nvSpPr>
        <p:spPr>
          <a:xfrm>
            <a:off x="6897678" y="7832852"/>
            <a:ext cx="2194848" cy="2194561"/>
          </a:xfrm>
          <a:prstGeom prst="ellipse">
            <a:avLst/>
          </a:prstGeom>
          <a:solidFill>
            <a:srgbClr val="397ECA"/>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6" name="Shape 1786"/>
          <p:cNvSpPr/>
          <p:nvPr/>
        </p:nvSpPr>
        <p:spPr>
          <a:xfrm>
            <a:off x="11165434" y="7832852"/>
            <a:ext cx="2194847" cy="2194561"/>
          </a:xfrm>
          <a:prstGeom prst="ellipse">
            <a:avLst/>
          </a:prstGeom>
          <a:solidFill>
            <a:srgbClr val="029FDC"/>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7" name="Shape 1787"/>
          <p:cNvSpPr/>
          <p:nvPr/>
        </p:nvSpPr>
        <p:spPr>
          <a:xfrm>
            <a:off x="15433191" y="7832852"/>
            <a:ext cx="2194847" cy="2194561"/>
          </a:xfrm>
          <a:prstGeom prst="ellipse">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8" name="Shape 1788"/>
          <p:cNvSpPr/>
          <p:nvPr/>
        </p:nvSpPr>
        <p:spPr>
          <a:xfrm>
            <a:off x="19700946" y="7832852"/>
            <a:ext cx="2194847" cy="2194561"/>
          </a:xfrm>
          <a:prstGeom prst="ellipse">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sz="4300">
                <a:solidFill>
                  <a:srgbClr val="FFFFFF"/>
                </a:solidFill>
                <a:latin typeface="Raleway SemiBold"/>
                <a:ea typeface="Raleway SemiBold"/>
                <a:cs typeface="Raleway SemiBold"/>
                <a:sym typeface="Raleway SemiBold"/>
              </a:defRPr>
            </a:lvl1pPr>
          </a:lstStyle>
          <a:p>
            <a:pPr/>
            <a:r>
              <a:t>icono</a:t>
            </a:r>
          </a:p>
        </p:txBody>
      </p:sp>
      <p:sp>
        <p:nvSpPr>
          <p:cNvPr id="1789" name="Shape 1789"/>
          <p:cNvSpPr/>
          <p:nvPr/>
        </p:nvSpPr>
        <p:spPr>
          <a:xfrm>
            <a:off x="9702204" y="4440332"/>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90" name="Shape 1790"/>
          <p:cNvSpPr/>
          <p:nvPr/>
        </p:nvSpPr>
        <p:spPr>
          <a:xfrm>
            <a:off x="13969959" y="4440332"/>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91" name="Shape 1791"/>
          <p:cNvSpPr/>
          <p:nvPr/>
        </p:nvSpPr>
        <p:spPr>
          <a:xfrm>
            <a:off x="18237716" y="4440332"/>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92" name="Shape 1792"/>
          <p:cNvSpPr/>
          <p:nvPr/>
        </p:nvSpPr>
        <p:spPr>
          <a:xfrm flipH="1">
            <a:off x="9702204" y="8817186"/>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93" name="Shape 1793"/>
          <p:cNvSpPr/>
          <p:nvPr/>
        </p:nvSpPr>
        <p:spPr>
          <a:xfrm flipH="1">
            <a:off x="13969959" y="8817186"/>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94" name="Shape 1794"/>
          <p:cNvSpPr/>
          <p:nvPr/>
        </p:nvSpPr>
        <p:spPr>
          <a:xfrm flipH="1">
            <a:off x="18237716" y="8817186"/>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795" name="Shape 1795"/>
          <p:cNvSpPr/>
          <p:nvPr/>
        </p:nvSpPr>
        <p:spPr>
          <a:xfrm>
            <a:off x="2140296" y="10750563"/>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Último paso</a:t>
            </a:r>
          </a:p>
        </p:txBody>
      </p:sp>
      <p:sp>
        <p:nvSpPr>
          <p:cNvPr id="1796" name="Shape 1796"/>
          <p:cNvSpPr/>
          <p:nvPr/>
        </p:nvSpPr>
        <p:spPr>
          <a:xfrm>
            <a:off x="6366116" y="10363523"/>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797" name="Shape 1797"/>
          <p:cNvSpPr/>
          <p:nvPr/>
        </p:nvSpPr>
        <p:spPr>
          <a:xfrm>
            <a:off x="10718338" y="10381173"/>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798" name="Shape 1798"/>
          <p:cNvSpPr/>
          <p:nvPr/>
        </p:nvSpPr>
        <p:spPr>
          <a:xfrm>
            <a:off x="15032128" y="10381173"/>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799" name="Shape 1799"/>
          <p:cNvSpPr/>
          <p:nvPr/>
        </p:nvSpPr>
        <p:spPr>
          <a:xfrm>
            <a:off x="19253849" y="10384221"/>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800" name="Shape 1800"/>
          <p:cNvSpPr/>
          <p:nvPr/>
        </p:nvSpPr>
        <p:spPr>
          <a:xfrm>
            <a:off x="2169724" y="6091647"/>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Primer paso</a:t>
            </a:r>
          </a:p>
        </p:txBody>
      </p:sp>
      <p:sp>
        <p:nvSpPr>
          <p:cNvPr id="1801" name="Shape 1801"/>
          <p:cNvSpPr/>
          <p:nvPr/>
        </p:nvSpPr>
        <p:spPr>
          <a:xfrm>
            <a:off x="6395543" y="5769114"/>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802" name="Shape 1802"/>
          <p:cNvSpPr/>
          <p:nvPr/>
        </p:nvSpPr>
        <p:spPr>
          <a:xfrm>
            <a:off x="10747765" y="5786764"/>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803" name="Shape 1803"/>
          <p:cNvSpPr/>
          <p:nvPr/>
        </p:nvSpPr>
        <p:spPr>
          <a:xfrm>
            <a:off x="15061556" y="5786764"/>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804" name="Shape 1804"/>
          <p:cNvSpPr/>
          <p:nvPr/>
        </p:nvSpPr>
        <p:spPr>
          <a:xfrm>
            <a:off x="19283277" y="5789812"/>
            <a:ext cx="3089457" cy="5334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219261">
              <a:tabLst>
                <a:tab pos="2730500" algn="l"/>
              </a:tabLst>
              <a:defRPr sz="3600">
                <a:solidFill>
                  <a:srgbClr val="797979"/>
                </a:solidFill>
                <a:latin typeface="Raleway Medium"/>
                <a:ea typeface="Raleway Medium"/>
                <a:cs typeface="Raleway Medium"/>
                <a:sym typeface="Raleway Medium"/>
              </a:defRPr>
            </a:lvl1pPr>
          </a:lstStyle>
          <a:p>
            <a:pPr>
              <a:defRPr sz="4800">
                <a:solidFill>
                  <a:srgbClr val="000000"/>
                </a:solidFill>
              </a:defRPr>
            </a:pPr>
            <a:r>
              <a:rPr sz="3600">
                <a:solidFill>
                  <a:srgbClr val="797979"/>
                </a:solidFill>
              </a:rPr>
              <a:t>Paso X</a:t>
            </a:r>
          </a:p>
        </p:txBody>
      </p:sp>
      <p:sp>
        <p:nvSpPr>
          <p:cNvPr id="1805" name="Shape 1805"/>
          <p:cNvSpPr/>
          <p:nvPr/>
        </p:nvSpPr>
        <p:spPr>
          <a:xfrm>
            <a:off x="5434450" y="4440332"/>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
        <p:nvSpPr>
          <p:cNvPr id="1806" name="Shape 1806"/>
          <p:cNvSpPr/>
          <p:nvPr/>
        </p:nvSpPr>
        <p:spPr>
          <a:xfrm flipH="1">
            <a:off x="5434448" y="8817186"/>
            <a:ext cx="1016133" cy="406401"/>
          </a:xfrm>
          <a:prstGeom prst="rightArrow">
            <a:avLst>
              <a:gd name="adj1" fmla="val 50000"/>
              <a:gd name="adj2" fmla="val 50000"/>
            </a:avLst>
          </a:prstGeom>
          <a:solidFill>
            <a:srgbClr val="DBDBDB"/>
          </a:solidFill>
          <a:ln w="12700">
            <a:miter lim="400000"/>
          </a:ln>
        </p:spPr>
        <p:txBody>
          <a:bodyPr lIns="45719" rIns="45719" anchor="ctr"/>
          <a:lstStyle/>
          <a:p>
            <a:pPr defTabSz="1219261">
              <a:defRPr sz="48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1779"/>
                                        </p:tgtEl>
                                        <p:attrNameLst>
                                          <p:attrName>style.visibility</p:attrName>
                                        </p:attrNameLst>
                                      </p:cBhvr>
                                      <p:to>
                                        <p:strVal val="visible"/>
                                      </p:to>
                                    </p:set>
                                    <p:anim calcmode="lin" valueType="num">
                                      <p:cBhvr>
                                        <p:cTn id="7" dur="500" fill="hold"/>
                                        <p:tgtEl>
                                          <p:spTgt spid="1779"/>
                                        </p:tgtEl>
                                        <p:attrNameLst>
                                          <p:attrName>ppt_w</p:attrName>
                                        </p:attrNameLst>
                                      </p:cBhvr>
                                      <p:tavLst>
                                        <p:tav tm="0">
                                          <p:val>
                                            <p:fltVal val="0"/>
                                          </p:val>
                                        </p:tav>
                                        <p:tav tm="100000">
                                          <p:val>
                                            <p:strVal val="#ppt_w"/>
                                          </p:val>
                                        </p:tav>
                                      </p:tavLst>
                                    </p:anim>
                                    <p:anim calcmode="lin" valueType="num">
                                      <p:cBhvr>
                                        <p:cTn id="8" dur="500" fill="hold"/>
                                        <p:tgtEl>
                                          <p:spTgt spid="1779"/>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1800"/>
                                        </p:tgtEl>
                                        <p:attrNameLst>
                                          <p:attrName>style.visibility</p:attrName>
                                        </p:attrNameLst>
                                      </p:cBhvr>
                                      <p:to>
                                        <p:strVal val="visible"/>
                                      </p:to>
                                    </p:set>
                                    <p:anim calcmode="lin" valueType="num">
                                      <p:cBhvr>
                                        <p:cTn id="12" dur="500" fill="hold"/>
                                        <p:tgtEl>
                                          <p:spTgt spid="1800"/>
                                        </p:tgtEl>
                                        <p:attrNameLst>
                                          <p:attrName>ppt_w</p:attrName>
                                        </p:attrNameLst>
                                      </p:cBhvr>
                                      <p:tavLst>
                                        <p:tav tm="0">
                                          <p:val>
                                            <p:fltVal val="0"/>
                                          </p:val>
                                        </p:tav>
                                        <p:tav tm="100000">
                                          <p:val>
                                            <p:strVal val="#ppt_w"/>
                                          </p:val>
                                        </p:tav>
                                      </p:tavLst>
                                    </p:anim>
                                    <p:anim calcmode="lin" valueType="num">
                                      <p:cBhvr>
                                        <p:cTn id="13" dur="500" fill="hold"/>
                                        <p:tgtEl>
                                          <p:spTgt spid="1800"/>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1780"/>
                                        </p:tgtEl>
                                        <p:attrNameLst>
                                          <p:attrName>style.visibility</p:attrName>
                                        </p:attrNameLst>
                                      </p:cBhvr>
                                      <p:to>
                                        <p:strVal val="visible"/>
                                      </p:to>
                                    </p:set>
                                    <p:anim calcmode="lin" valueType="num">
                                      <p:cBhvr>
                                        <p:cTn id="17" dur="500" fill="hold"/>
                                        <p:tgtEl>
                                          <p:spTgt spid="1780"/>
                                        </p:tgtEl>
                                        <p:attrNameLst>
                                          <p:attrName>ppt_w</p:attrName>
                                        </p:attrNameLst>
                                      </p:cBhvr>
                                      <p:tavLst>
                                        <p:tav tm="0">
                                          <p:val>
                                            <p:fltVal val="0"/>
                                          </p:val>
                                        </p:tav>
                                        <p:tav tm="100000">
                                          <p:val>
                                            <p:strVal val="#ppt_w"/>
                                          </p:val>
                                        </p:tav>
                                      </p:tavLst>
                                    </p:anim>
                                    <p:anim calcmode="lin" valueType="num">
                                      <p:cBhvr>
                                        <p:cTn id="18" dur="500" fill="hold"/>
                                        <p:tgtEl>
                                          <p:spTgt spid="1780"/>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1801"/>
                                        </p:tgtEl>
                                        <p:attrNameLst>
                                          <p:attrName>style.visibility</p:attrName>
                                        </p:attrNameLst>
                                      </p:cBhvr>
                                      <p:to>
                                        <p:strVal val="visible"/>
                                      </p:to>
                                    </p:set>
                                    <p:anim calcmode="lin" valueType="num">
                                      <p:cBhvr>
                                        <p:cTn id="22" dur="500" fill="hold"/>
                                        <p:tgtEl>
                                          <p:spTgt spid="1801"/>
                                        </p:tgtEl>
                                        <p:attrNameLst>
                                          <p:attrName>ppt_w</p:attrName>
                                        </p:attrNameLst>
                                      </p:cBhvr>
                                      <p:tavLst>
                                        <p:tav tm="0">
                                          <p:val>
                                            <p:fltVal val="0"/>
                                          </p:val>
                                        </p:tav>
                                        <p:tav tm="100000">
                                          <p:val>
                                            <p:strVal val="#ppt_w"/>
                                          </p:val>
                                        </p:tav>
                                      </p:tavLst>
                                    </p:anim>
                                    <p:anim calcmode="lin" valueType="num">
                                      <p:cBhvr>
                                        <p:cTn id="23" dur="500" fill="hold"/>
                                        <p:tgtEl>
                                          <p:spTgt spid="1801"/>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1789"/>
                                        </p:tgtEl>
                                        <p:attrNameLst>
                                          <p:attrName>style.visibility</p:attrName>
                                        </p:attrNameLst>
                                      </p:cBhvr>
                                      <p:to>
                                        <p:strVal val="visible"/>
                                      </p:to>
                                    </p:set>
                                    <p:anim calcmode="lin" valueType="num">
                                      <p:cBhvr>
                                        <p:cTn id="27" dur="500" fill="hold"/>
                                        <p:tgtEl>
                                          <p:spTgt spid="1789"/>
                                        </p:tgtEl>
                                        <p:attrNameLst>
                                          <p:attrName>ppt_w</p:attrName>
                                        </p:attrNameLst>
                                      </p:cBhvr>
                                      <p:tavLst>
                                        <p:tav tm="0">
                                          <p:val>
                                            <p:fltVal val="0"/>
                                          </p:val>
                                        </p:tav>
                                        <p:tav tm="100000">
                                          <p:val>
                                            <p:strVal val="#ppt_w"/>
                                          </p:val>
                                        </p:tav>
                                      </p:tavLst>
                                    </p:anim>
                                    <p:anim calcmode="lin" valueType="num">
                                      <p:cBhvr>
                                        <p:cTn id="28" dur="500" fill="hold"/>
                                        <p:tgtEl>
                                          <p:spTgt spid="1789"/>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1781"/>
                                        </p:tgtEl>
                                        <p:attrNameLst>
                                          <p:attrName>style.visibility</p:attrName>
                                        </p:attrNameLst>
                                      </p:cBhvr>
                                      <p:to>
                                        <p:strVal val="visible"/>
                                      </p:to>
                                    </p:set>
                                    <p:anim calcmode="lin" valueType="num">
                                      <p:cBhvr>
                                        <p:cTn id="32" dur="500" fill="hold"/>
                                        <p:tgtEl>
                                          <p:spTgt spid="1781"/>
                                        </p:tgtEl>
                                        <p:attrNameLst>
                                          <p:attrName>ppt_w</p:attrName>
                                        </p:attrNameLst>
                                      </p:cBhvr>
                                      <p:tavLst>
                                        <p:tav tm="0">
                                          <p:val>
                                            <p:fltVal val="0"/>
                                          </p:val>
                                        </p:tav>
                                        <p:tav tm="100000">
                                          <p:val>
                                            <p:strVal val="#ppt_w"/>
                                          </p:val>
                                        </p:tav>
                                      </p:tavLst>
                                    </p:anim>
                                    <p:anim calcmode="lin" valueType="num">
                                      <p:cBhvr>
                                        <p:cTn id="33" dur="500" fill="hold"/>
                                        <p:tgtEl>
                                          <p:spTgt spid="1781"/>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1802"/>
                                        </p:tgtEl>
                                        <p:attrNameLst>
                                          <p:attrName>style.visibility</p:attrName>
                                        </p:attrNameLst>
                                      </p:cBhvr>
                                      <p:to>
                                        <p:strVal val="visible"/>
                                      </p:to>
                                    </p:set>
                                    <p:anim calcmode="lin" valueType="num">
                                      <p:cBhvr>
                                        <p:cTn id="37" dur="500" fill="hold"/>
                                        <p:tgtEl>
                                          <p:spTgt spid="1802"/>
                                        </p:tgtEl>
                                        <p:attrNameLst>
                                          <p:attrName>ppt_w</p:attrName>
                                        </p:attrNameLst>
                                      </p:cBhvr>
                                      <p:tavLst>
                                        <p:tav tm="0">
                                          <p:val>
                                            <p:fltVal val="0"/>
                                          </p:val>
                                        </p:tav>
                                        <p:tav tm="100000">
                                          <p:val>
                                            <p:strVal val="#ppt_w"/>
                                          </p:val>
                                        </p:tav>
                                      </p:tavLst>
                                    </p:anim>
                                    <p:anim calcmode="lin" valueType="num">
                                      <p:cBhvr>
                                        <p:cTn id="38" dur="500" fill="hold"/>
                                        <p:tgtEl>
                                          <p:spTgt spid="1802"/>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1790"/>
                                        </p:tgtEl>
                                        <p:attrNameLst>
                                          <p:attrName>style.visibility</p:attrName>
                                        </p:attrNameLst>
                                      </p:cBhvr>
                                      <p:to>
                                        <p:strVal val="visible"/>
                                      </p:to>
                                    </p:set>
                                    <p:anim calcmode="lin" valueType="num">
                                      <p:cBhvr>
                                        <p:cTn id="42" dur="500" fill="hold"/>
                                        <p:tgtEl>
                                          <p:spTgt spid="1790"/>
                                        </p:tgtEl>
                                        <p:attrNameLst>
                                          <p:attrName>ppt_w</p:attrName>
                                        </p:attrNameLst>
                                      </p:cBhvr>
                                      <p:tavLst>
                                        <p:tav tm="0">
                                          <p:val>
                                            <p:fltVal val="0"/>
                                          </p:val>
                                        </p:tav>
                                        <p:tav tm="100000">
                                          <p:val>
                                            <p:strVal val="#ppt_w"/>
                                          </p:val>
                                        </p:tav>
                                      </p:tavLst>
                                    </p:anim>
                                    <p:anim calcmode="lin" valueType="num">
                                      <p:cBhvr>
                                        <p:cTn id="43" dur="500" fill="hold"/>
                                        <p:tgtEl>
                                          <p:spTgt spid="1790"/>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Class="entr" nodeType="afterEffect" presetSubtype="16" presetID="23" grpId="9" fill="hold">
                                  <p:stCondLst>
                                    <p:cond delay="0"/>
                                  </p:stCondLst>
                                  <p:iterate type="el" backwards="0">
                                    <p:tmAbs val="0"/>
                                  </p:iterate>
                                  <p:childTnLst>
                                    <p:set>
                                      <p:cBhvr>
                                        <p:cTn id="46" fill="hold"/>
                                        <p:tgtEl>
                                          <p:spTgt spid="1782"/>
                                        </p:tgtEl>
                                        <p:attrNameLst>
                                          <p:attrName>style.visibility</p:attrName>
                                        </p:attrNameLst>
                                      </p:cBhvr>
                                      <p:to>
                                        <p:strVal val="visible"/>
                                      </p:to>
                                    </p:set>
                                    <p:anim calcmode="lin" valueType="num">
                                      <p:cBhvr>
                                        <p:cTn id="47" dur="500" fill="hold"/>
                                        <p:tgtEl>
                                          <p:spTgt spid="1782"/>
                                        </p:tgtEl>
                                        <p:attrNameLst>
                                          <p:attrName>ppt_w</p:attrName>
                                        </p:attrNameLst>
                                      </p:cBhvr>
                                      <p:tavLst>
                                        <p:tav tm="0">
                                          <p:val>
                                            <p:fltVal val="0"/>
                                          </p:val>
                                        </p:tav>
                                        <p:tav tm="100000">
                                          <p:val>
                                            <p:strVal val="#ppt_w"/>
                                          </p:val>
                                        </p:tav>
                                      </p:tavLst>
                                    </p:anim>
                                    <p:anim calcmode="lin" valueType="num">
                                      <p:cBhvr>
                                        <p:cTn id="48" dur="500" fill="hold"/>
                                        <p:tgtEl>
                                          <p:spTgt spid="1782"/>
                                        </p:tgtEl>
                                        <p:attrNameLst>
                                          <p:attrName>ppt_h</p:attrName>
                                        </p:attrNameLst>
                                      </p:cBhvr>
                                      <p:tavLst>
                                        <p:tav tm="0">
                                          <p:val>
                                            <p:fltVal val="0"/>
                                          </p:val>
                                        </p:tav>
                                        <p:tav tm="100000">
                                          <p:val>
                                            <p:strVal val="#ppt_h"/>
                                          </p:val>
                                        </p:tav>
                                      </p:tavLst>
                                    </p:anim>
                                  </p:childTnLst>
                                </p:cTn>
                              </p:par>
                            </p:childTnLst>
                          </p:cTn>
                        </p:par>
                        <p:par>
                          <p:cTn id="49" fill="hold">
                            <p:stCondLst>
                              <p:cond delay="4500"/>
                            </p:stCondLst>
                            <p:childTnLst>
                              <p:par>
                                <p:cTn id="50" presetClass="entr" nodeType="afterEffect" presetSubtype="16" presetID="23" grpId="10" fill="hold">
                                  <p:stCondLst>
                                    <p:cond delay="0"/>
                                  </p:stCondLst>
                                  <p:iterate type="el" backwards="0">
                                    <p:tmAbs val="0"/>
                                  </p:iterate>
                                  <p:childTnLst>
                                    <p:set>
                                      <p:cBhvr>
                                        <p:cTn id="51" fill="hold"/>
                                        <p:tgtEl>
                                          <p:spTgt spid="1803"/>
                                        </p:tgtEl>
                                        <p:attrNameLst>
                                          <p:attrName>style.visibility</p:attrName>
                                        </p:attrNameLst>
                                      </p:cBhvr>
                                      <p:to>
                                        <p:strVal val="visible"/>
                                      </p:to>
                                    </p:set>
                                    <p:anim calcmode="lin" valueType="num">
                                      <p:cBhvr>
                                        <p:cTn id="52" dur="500" fill="hold"/>
                                        <p:tgtEl>
                                          <p:spTgt spid="1803"/>
                                        </p:tgtEl>
                                        <p:attrNameLst>
                                          <p:attrName>ppt_w</p:attrName>
                                        </p:attrNameLst>
                                      </p:cBhvr>
                                      <p:tavLst>
                                        <p:tav tm="0">
                                          <p:val>
                                            <p:fltVal val="0"/>
                                          </p:val>
                                        </p:tav>
                                        <p:tav tm="100000">
                                          <p:val>
                                            <p:strVal val="#ppt_w"/>
                                          </p:val>
                                        </p:tav>
                                      </p:tavLst>
                                    </p:anim>
                                    <p:anim calcmode="lin" valueType="num">
                                      <p:cBhvr>
                                        <p:cTn id="53" dur="500" fill="hold"/>
                                        <p:tgtEl>
                                          <p:spTgt spid="1803"/>
                                        </p:tgtEl>
                                        <p:attrNameLst>
                                          <p:attrName>ppt_h</p:attrName>
                                        </p:attrNameLst>
                                      </p:cBhvr>
                                      <p:tavLst>
                                        <p:tav tm="0">
                                          <p:val>
                                            <p:fltVal val="0"/>
                                          </p:val>
                                        </p:tav>
                                        <p:tav tm="100000">
                                          <p:val>
                                            <p:strVal val="#ppt_h"/>
                                          </p:val>
                                        </p:tav>
                                      </p:tavLst>
                                    </p:anim>
                                  </p:childTnLst>
                                </p:cTn>
                              </p:par>
                            </p:childTnLst>
                          </p:cTn>
                        </p:par>
                        <p:par>
                          <p:cTn id="54" fill="hold">
                            <p:stCondLst>
                              <p:cond delay="5000"/>
                            </p:stCondLst>
                            <p:childTnLst>
                              <p:par>
                                <p:cTn id="55" presetClass="entr" nodeType="afterEffect" presetSubtype="16" presetID="23" grpId="11" fill="hold">
                                  <p:stCondLst>
                                    <p:cond delay="0"/>
                                  </p:stCondLst>
                                  <p:iterate type="el" backwards="0">
                                    <p:tmAbs val="0"/>
                                  </p:iterate>
                                  <p:childTnLst>
                                    <p:set>
                                      <p:cBhvr>
                                        <p:cTn id="56" fill="hold"/>
                                        <p:tgtEl>
                                          <p:spTgt spid="1791"/>
                                        </p:tgtEl>
                                        <p:attrNameLst>
                                          <p:attrName>style.visibility</p:attrName>
                                        </p:attrNameLst>
                                      </p:cBhvr>
                                      <p:to>
                                        <p:strVal val="visible"/>
                                      </p:to>
                                    </p:set>
                                    <p:anim calcmode="lin" valueType="num">
                                      <p:cBhvr>
                                        <p:cTn id="57" dur="500" fill="hold"/>
                                        <p:tgtEl>
                                          <p:spTgt spid="1791"/>
                                        </p:tgtEl>
                                        <p:attrNameLst>
                                          <p:attrName>ppt_w</p:attrName>
                                        </p:attrNameLst>
                                      </p:cBhvr>
                                      <p:tavLst>
                                        <p:tav tm="0">
                                          <p:val>
                                            <p:fltVal val="0"/>
                                          </p:val>
                                        </p:tav>
                                        <p:tav tm="100000">
                                          <p:val>
                                            <p:strVal val="#ppt_w"/>
                                          </p:val>
                                        </p:tav>
                                      </p:tavLst>
                                    </p:anim>
                                    <p:anim calcmode="lin" valueType="num">
                                      <p:cBhvr>
                                        <p:cTn id="58" dur="500" fill="hold"/>
                                        <p:tgtEl>
                                          <p:spTgt spid="1791"/>
                                        </p:tgtEl>
                                        <p:attrNameLst>
                                          <p:attrName>ppt_h</p:attrName>
                                        </p:attrNameLst>
                                      </p:cBhvr>
                                      <p:tavLst>
                                        <p:tav tm="0">
                                          <p:val>
                                            <p:fltVal val="0"/>
                                          </p:val>
                                        </p:tav>
                                        <p:tav tm="100000">
                                          <p:val>
                                            <p:strVal val="#ppt_h"/>
                                          </p:val>
                                        </p:tav>
                                      </p:tavLst>
                                    </p:anim>
                                  </p:childTnLst>
                                </p:cTn>
                              </p:par>
                            </p:childTnLst>
                          </p:cTn>
                        </p:par>
                        <p:par>
                          <p:cTn id="59" fill="hold">
                            <p:stCondLst>
                              <p:cond delay="5500"/>
                            </p:stCondLst>
                            <p:childTnLst>
                              <p:par>
                                <p:cTn id="60" presetClass="entr" nodeType="afterEffect" presetSubtype="16" presetID="23" grpId="12" fill="hold">
                                  <p:stCondLst>
                                    <p:cond delay="0"/>
                                  </p:stCondLst>
                                  <p:iterate type="el" backwards="0">
                                    <p:tmAbs val="0"/>
                                  </p:iterate>
                                  <p:childTnLst>
                                    <p:set>
                                      <p:cBhvr>
                                        <p:cTn id="61" fill="hold"/>
                                        <p:tgtEl>
                                          <p:spTgt spid="1783"/>
                                        </p:tgtEl>
                                        <p:attrNameLst>
                                          <p:attrName>style.visibility</p:attrName>
                                        </p:attrNameLst>
                                      </p:cBhvr>
                                      <p:to>
                                        <p:strVal val="visible"/>
                                      </p:to>
                                    </p:set>
                                    <p:anim calcmode="lin" valueType="num">
                                      <p:cBhvr>
                                        <p:cTn id="62" dur="500" fill="hold"/>
                                        <p:tgtEl>
                                          <p:spTgt spid="1783"/>
                                        </p:tgtEl>
                                        <p:attrNameLst>
                                          <p:attrName>ppt_w</p:attrName>
                                        </p:attrNameLst>
                                      </p:cBhvr>
                                      <p:tavLst>
                                        <p:tav tm="0">
                                          <p:val>
                                            <p:fltVal val="0"/>
                                          </p:val>
                                        </p:tav>
                                        <p:tav tm="100000">
                                          <p:val>
                                            <p:strVal val="#ppt_w"/>
                                          </p:val>
                                        </p:tav>
                                      </p:tavLst>
                                    </p:anim>
                                    <p:anim calcmode="lin" valueType="num">
                                      <p:cBhvr>
                                        <p:cTn id="63" dur="500" fill="hold"/>
                                        <p:tgtEl>
                                          <p:spTgt spid="1783"/>
                                        </p:tgtEl>
                                        <p:attrNameLst>
                                          <p:attrName>ppt_h</p:attrName>
                                        </p:attrNameLst>
                                      </p:cBhvr>
                                      <p:tavLst>
                                        <p:tav tm="0">
                                          <p:val>
                                            <p:fltVal val="0"/>
                                          </p:val>
                                        </p:tav>
                                        <p:tav tm="100000">
                                          <p:val>
                                            <p:strVal val="#ppt_h"/>
                                          </p:val>
                                        </p:tav>
                                      </p:tavLst>
                                    </p:anim>
                                  </p:childTnLst>
                                </p:cTn>
                              </p:par>
                            </p:childTnLst>
                          </p:cTn>
                        </p:par>
                        <p:par>
                          <p:cTn id="64" fill="hold">
                            <p:stCondLst>
                              <p:cond delay="6000"/>
                            </p:stCondLst>
                            <p:childTnLst>
                              <p:par>
                                <p:cTn id="65" presetClass="entr" nodeType="afterEffect" presetSubtype="16" presetID="23" grpId="13" fill="hold">
                                  <p:stCondLst>
                                    <p:cond delay="0"/>
                                  </p:stCondLst>
                                  <p:iterate type="el" backwards="0">
                                    <p:tmAbs val="0"/>
                                  </p:iterate>
                                  <p:childTnLst>
                                    <p:set>
                                      <p:cBhvr>
                                        <p:cTn id="66" fill="hold"/>
                                        <p:tgtEl>
                                          <p:spTgt spid="1804"/>
                                        </p:tgtEl>
                                        <p:attrNameLst>
                                          <p:attrName>style.visibility</p:attrName>
                                        </p:attrNameLst>
                                      </p:cBhvr>
                                      <p:to>
                                        <p:strVal val="visible"/>
                                      </p:to>
                                    </p:set>
                                    <p:anim calcmode="lin" valueType="num">
                                      <p:cBhvr>
                                        <p:cTn id="67" dur="500" fill="hold"/>
                                        <p:tgtEl>
                                          <p:spTgt spid="1804"/>
                                        </p:tgtEl>
                                        <p:attrNameLst>
                                          <p:attrName>ppt_w</p:attrName>
                                        </p:attrNameLst>
                                      </p:cBhvr>
                                      <p:tavLst>
                                        <p:tav tm="0">
                                          <p:val>
                                            <p:fltVal val="0"/>
                                          </p:val>
                                        </p:tav>
                                        <p:tav tm="100000">
                                          <p:val>
                                            <p:strVal val="#ppt_w"/>
                                          </p:val>
                                        </p:tav>
                                      </p:tavLst>
                                    </p:anim>
                                    <p:anim calcmode="lin" valueType="num">
                                      <p:cBhvr>
                                        <p:cTn id="68" dur="500" fill="hold"/>
                                        <p:tgtEl>
                                          <p:spTgt spid="1804"/>
                                        </p:tgtEl>
                                        <p:attrNameLst>
                                          <p:attrName>ppt_h</p:attrName>
                                        </p:attrNameLst>
                                      </p:cBhvr>
                                      <p:tavLst>
                                        <p:tav tm="0">
                                          <p:val>
                                            <p:fltVal val="0"/>
                                          </p:val>
                                        </p:tav>
                                        <p:tav tm="100000">
                                          <p:val>
                                            <p:strVal val="#ppt_h"/>
                                          </p:val>
                                        </p:tav>
                                      </p:tavLst>
                                    </p:anim>
                                  </p:childTnLst>
                                </p:cTn>
                              </p:par>
                            </p:childTnLst>
                          </p:cTn>
                        </p:par>
                        <p:par>
                          <p:cTn id="69" fill="hold">
                            <p:stCondLst>
                              <p:cond delay="6500"/>
                            </p:stCondLst>
                            <p:childTnLst>
                              <p:par>
                                <p:cTn id="70" presetClass="entr" nodeType="afterEffect" presetSubtype="16" presetID="23" grpId="14" fill="hold">
                                  <p:stCondLst>
                                    <p:cond delay="0"/>
                                  </p:stCondLst>
                                  <p:iterate type="el" backwards="0">
                                    <p:tmAbs val="0"/>
                                  </p:iterate>
                                  <p:childTnLst>
                                    <p:set>
                                      <p:cBhvr>
                                        <p:cTn id="71" fill="hold"/>
                                        <p:tgtEl>
                                          <p:spTgt spid="1784"/>
                                        </p:tgtEl>
                                        <p:attrNameLst>
                                          <p:attrName>style.visibility</p:attrName>
                                        </p:attrNameLst>
                                      </p:cBhvr>
                                      <p:to>
                                        <p:strVal val="visible"/>
                                      </p:to>
                                    </p:set>
                                    <p:anim calcmode="lin" valueType="num">
                                      <p:cBhvr>
                                        <p:cTn id="72" dur="500" fill="hold"/>
                                        <p:tgtEl>
                                          <p:spTgt spid="1784"/>
                                        </p:tgtEl>
                                        <p:attrNameLst>
                                          <p:attrName>ppt_w</p:attrName>
                                        </p:attrNameLst>
                                      </p:cBhvr>
                                      <p:tavLst>
                                        <p:tav tm="0">
                                          <p:val>
                                            <p:fltVal val="0"/>
                                          </p:val>
                                        </p:tav>
                                        <p:tav tm="100000">
                                          <p:val>
                                            <p:strVal val="#ppt_w"/>
                                          </p:val>
                                        </p:tav>
                                      </p:tavLst>
                                    </p:anim>
                                    <p:anim calcmode="lin" valueType="num">
                                      <p:cBhvr>
                                        <p:cTn id="73" dur="500" fill="hold"/>
                                        <p:tgtEl>
                                          <p:spTgt spid="1784"/>
                                        </p:tgtEl>
                                        <p:attrNameLst>
                                          <p:attrName>ppt_h</p:attrName>
                                        </p:attrNameLst>
                                      </p:cBhvr>
                                      <p:tavLst>
                                        <p:tav tm="0">
                                          <p:val>
                                            <p:fltVal val="0"/>
                                          </p:val>
                                        </p:tav>
                                        <p:tav tm="100000">
                                          <p:val>
                                            <p:strVal val="#ppt_h"/>
                                          </p:val>
                                        </p:tav>
                                      </p:tavLst>
                                    </p:anim>
                                  </p:childTnLst>
                                </p:cTn>
                              </p:par>
                            </p:childTnLst>
                          </p:cTn>
                        </p:par>
                        <p:par>
                          <p:cTn id="74" fill="hold">
                            <p:stCondLst>
                              <p:cond delay="7000"/>
                            </p:stCondLst>
                            <p:childTnLst>
                              <p:par>
                                <p:cTn id="75" presetClass="entr" nodeType="afterEffect" presetSubtype="16" presetID="23" grpId="15" fill="hold">
                                  <p:stCondLst>
                                    <p:cond delay="0"/>
                                  </p:stCondLst>
                                  <p:iterate type="el" backwards="0">
                                    <p:tmAbs val="0"/>
                                  </p:iterate>
                                  <p:childTnLst>
                                    <p:set>
                                      <p:cBhvr>
                                        <p:cTn id="76" fill="hold"/>
                                        <p:tgtEl>
                                          <p:spTgt spid="1795"/>
                                        </p:tgtEl>
                                        <p:attrNameLst>
                                          <p:attrName>style.visibility</p:attrName>
                                        </p:attrNameLst>
                                      </p:cBhvr>
                                      <p:to>
                                        <p:strVal val="visible"/>
                                      </p:to>
                                    </p:set>
                                    <p:anim calcmode="lin" valueType="num">
                                      <p:cBhvr>
                                        <p:cTn id="77" dur="500" fill="hold"/>
                                        <p:tgtEl>
                                          <p:spTgt spid="1795"/>
                                        </p:tgtEl>
                                        <p:attrNameLst>
                                          <p:attrName>ppt_w</p:attrName>
                                        </p:attrNameLst>
                                      </p:cBhvr>
                                      <p:tavLst>
                                        <p:tav tm="0">
                                          <p:val>
                                            <p:fltVal val="0"/>
                                          </p:val>
                                        </p:tav>
                                        <p:tav tm="100000">
                                          <p:val>
                                            <p:strVal val="#ppt_w"/>
                                          </p:val>
                                        </p:tav>
                                      </p:tavLst>
                                    </p:anim>
                                    <p:anim calcmode="lin" valueType="num">
                                      <p:cBhvr>
                                        <p:cTn id="78" dur="500" fill="hold"/>
                                        <p:tgtEl>
                                          <p:spTgt spid="1795"/>
                                        </p:tgtEl>
                                        <p:attrNameLst>
                                          <p:attrName>ppt_h</p:attrName>
                                        </p:attrNameLst>
                                      </p:cBhvr>
                                      <p:tavLst>
                                        <p:tav tm="0">
                                          <p:val>
                                            <p:fltVal val="0"/>
                                          </p:val>
                                        </p:tav>
                                        <p:tav tm="100000">
                                          <p:val>
                                            <p:strVal val="#ppt_h"/>
                                          </p:val>
                                        </p:tav>
                                      </p:tavLst>
                                    </p:anim>
                                  </p:childTnLst>
                                </p:cTn>
                              </p:par>
                            </p:childTnLst>
                          </p:cTn>
                        </p:par>
                        <p:par>
                          <p:cTn id="79" fill="hold">
                            <p:stCondLst>
                              <p:cond delay="7500"/>
                            </p:stCondLst>
                            <p:childTnLst>
                              <p:par>
                                <p:cTn id="80" presetClass="entr" nodeType="afterEffect" presetSubtype="16" presetID="23" grpId="16" fill="hold">
                                  <p:stCondLst>
                                    <p:cond delay="0"/>
                                  </p:stCondLst>
                                  <p:iterate type="el" backwards="0">
                                    <p:tmAbs val="0"/>
                                  </p:iterate>
                                  <p:childTnLst>
                                    <p:set>
                                      <p:cBhvr>
                                        <p:cTn id="81" fill="hold"/>
                                        <p:tgtEl>
                                          <p:spTgt spid="1785"/>
                                        </p:tgtEl>
                                        <p:attrNameLst>
                                          <p:attrName>style.visibility</p:attrName>
                                        </p:attrNameLst>
                                      </p:cBhvr>
                                      <p:to>
                                        <p:strVal val="visible"/>
                                      </p:to>
                                    </p:set>
                                    <p:anim calcmode="lin" valueType="num">
                                      <p:cBhvr>
                                        <p:cTn id="82" dur="500" fill="hold"/>
                                        <p:tgtEl>
                                          <p:spTgt spid="1785"/>
                                        </p:tgtEl>
                                        <p:attrNameLst>
                                          <p:attrName>ppt_w</p:attrName>
                                        </p:attrNameLst>
                                      </p:cBhvr>
                                      <p:tavLst>
                                        <p:tav tm="0">
                                          <p:val>
                                            <p:fltVal val="0"/>
                                          </p:val>
                                        </p:tav>
                                        <p:tav tm="100000">
                                          <p:val>
                                            <p:strVal val="#ppt_w"/>
                                          </p:val>
                                        </p:tav>
                                      </p:tavLst>
                                    </p:anim>
                                    <p:anim calcmode="lin" valueType="num">
                                      <p:cBhvr>
                                        <p:cTn id="83" dur="500" fill="hold"/>
                                        <p:tgtEl>
                                          <p:spTgt spid="1785"/>
                                        </p:tgtEl>
                                        <p:attrNameLst>
                                          <p:attrName>ppt_h</p:attrName>
                                        </p:attrNameLst>
                                      </p:cBhvr>
                                      <p:tavLst>
                                        <p:tav tm="0">
                                          <p:val>
                                            <p:fltVal val="0"/>
                                          </p:val>
                                        </p:tav>
                                        <p:tav tm="100000">
                                          <p:val>
                                            <p:strVal val="#ppt_h"/>
                                          </p:val>
                                        </p:tav>
                                      </p:tavLst>
                                    </p:anim>
                                  </p:childTnLst>
                                </p:cTn>
                              </p:par>
                            </p:childTnLst>
                          </p:cTn>
                        </p:par>
                        <p:par>
                          <p:cTn id="84" fill="hold">
                            <p:stCondLst>
                              <p:cond delay="8000"/>
                            </p:stCondLst>
                            <p:childTnLst>
                              <p:par>
                                <p:cTn id="85" presetClass="entr" nodeType="afterEffect" presetSubtype="16" presetID="23" grpId="17" fill="hold">
                                  <p:stCondLst>
                                    <p:cond delay="0"/>
                                  </p:stCondLst>
                                  <p:iterate type="el" backwards="0">
                                    <p:tmAbs val="0"/>
                                  </p:iterate>
                                  <p:childTnLst>
                                    <p:set>
                                      <p:cBhvr>
                                        <p:cTn id="86" fill="hold"/>
                                        <p:tgtEl>
                                          <p:spTgt spid="1796"/>
                                        </p:tgtEl>
                                        <p:attrNameLst>
                                          <p:attrName>style.visibility</p:attrName>
                                        </p:attrNameLst>
                                      </p:cBhvr>
                                      <p:to>
                                        <p:strVal val="visible"/>
                                      </p:to>
                                    </p:set>
                                    <p:anim calcmode="lin" valueType="num">
                                      <p:cBhvr>
                                        <p:cTn id="87" dur="500" fill="hold"/>
                                        <p:tgtEl>
                                          <p:spTgt spid="1796"/>
                                        </p:tgtEl>
                                        <p:attrNameLst>
                                          <p:attrName>ppt_w</p:attrName>
                                        </p:attrNameLst>
                                      </p:cBhvr>
                                      <p:tavLst>
                                        <p:tav tm="0">
                                          <p:val>
                                            <p:fltVal val="0"/>
                                          </p:val>
                                        </p:tav>
                                        <p:tav tm="100000">
                                          <p:val>
                                            <p:strVal val="#ppt_w"/>
                                          </p:val>
                                        </p:tav>
                                      </p:tavLst>
                                    </p:anim>
                                    <p:anim calcmode="lin" valueType="num">
                                      <p:cBhvr>
                                        <p:cTn id="88" dur="500" fill="hold"/>
                                        <p:tgtEl>
                                          <p:spTgt spid="1796"/>
                                        </p:tgtEl>
                                        <p:attrNameLst>
                                          <p:attrName>ppt_h</p:attrName>
                                        </p:attrNameLst>
                                      </p:cBhvr>
                                      <p:tavLst>
                                        <p:tav tm="0">
                                          <p:val>
                                            <p:fltVal val="0"/>
                                          </p:val>
                                        </p:tav>
                                        <p:tav tm="100000">
                                          <p:val>
                                            <p:strVal val="#ppt_h"/>
                                          </p:val>
                                        </p:tav>
                                      </p:tavLst>
                                    </p:anim>
                                  </p:childTnLst>
                                </p:cTn>
                              </p:par>
                            </p:childTnLst>
                          </p:cTn>
                        </p:par>
                        <p:par>
                          <p:cTn id="89" fill="hold">
                            <p:stCondLst>
                              <p:cond delay="8500"/>
                            </p:stCondLst>
                            <p:childTnLst>
                              <p:par>
                                <p:cTn id="90" presetClass="entr" nodeType="afterEffect" presetSubtype="16" presetID="23" grpId="18" fill="hold">
                                  <p:stCondLst>
                                    <p:cond delay="0"/>
                                  </p:stCondLst>
                                  <p:iterate type="el" backwards="0">
                                    <p:tmAbs val="0"/>
                                  </p:iterate>
                                  <p:childTnLst>
                                    <p:set>
                                      <p:cBhvr>
                                        <p:cTn id="91" fill="hold"/>
                                        <p:tgtEl>
                                          <p:spTgt spid="1792"/>
                                        </p:tgtEl>
                                        <p:attrNameLst>
                                          <p:attrName>style.visibility</p:attrName>
                                        </p:attrNameLst>
                                      </p:cBhvr>
                                      <p:to>
                                        <p:strVal val="visible"/>
                                      </p:to>
                                    </p:set>
                                    <p:anim calcmode="lin" valueType="num">
                                      <p:cBhvr>
                                        <p:cTn id="92" dur="500" fill="hold"/>
                                        <p:tgtEl>
                                          <p:spTgt spid="1792"/>
                                        </p:tgtEl>
                                        <p:attrNameLst>
                                          <p:attrName>ppt_w</p:attrName>
                                        </p:attrNameLst>
                                      </p:cBhvr>
                                      <p:tavLst>
                                        <p:tav tm="0">
                                          <p:val>
                                            <p:fltVal val="0"/>
                                          </p:val>
                                        </p:tav>
                                        <p:tav tm="100000">
                                          <p:val>
                                            <p:strVal val="#ppt_w"/>
                                          </p:val>
                                        </p:tav>
                                      </p:tavLst>
                                    </p:anim>
                                    <p:anim calcmode="lin" valueType="num">
                                      <p:cBhvr>
                                        <p:cTn id="93" dur="500" fill="hold"/>
                                        <p:tgtEl>
                                          <p:spTgt spid="1792"/>
                                        </p:tgtEl>
                                        <p:attrNameLst>
                                          <p:attrName>ppt_h</p:attrName>
                                        </p:attrNameLst>
                                      </p:cBhvr>
                                      <p:tavLst>
                                        <p:tav tm="0">
                                          <p:val>
                                            <p:fltVal val="0"/>
                                          </p:val>
                                        </p:tav>
                                        <p:tav tm="100000">
                                          <p:val>
                                            <p:strVal val="#ppt_h"/>
                                          </p:val>
                                        </p:tav>
                                      </p:tavLst>
                                    </p:anim>
                                  </p:childTnLst>
                                </p:cTn>
                              </p:par>
                            </p:childTnLst>
                          </p:cTn>
                        </p:par>
                        <p:par>
                          <p:cTn id="94" fill="hold">
                            <p:stCondLst>
                              <p:cond delay="9000"/>
                            </p:stCondLst>
                            <p:childTnLst>
                              <p:par>
                                <p:cTn id="95" presetClass="entr" nodeType="afterEffect" presetSubtype="16" presetID="23" grpId="19" fill="hold">
                                  <p:stCondLst>
                                    <p:cond delay="0"/>
                                  </p:stCondLst>
                                  <p:iterate type="el" backwards="0">
                                    <p:tmAbs val="0"/>
                                  </p:iterate>
                                  <p:childTnLst>
                                    <p:set>
                                      <p:cBhvr>
                                        <p:cTn id="96" fill="hold"/>
                                        <p:tgtEl>
                                          <p:spTgt spid="1786"/>
                                        </p:tgtEl>
                                        <p:attrNameLst>
                                          <p:attrName>style.visibility</p:attrName>
                                        </p:attrNameLst>
                                      </p:cBhvr>
                                      <p:to>
                                        <p:strVal val="visible"/>
                                      </p:to>
                                    </p:set>
                                    <p:anim calcmode="lin" valueType="num">
                                      <p:cBhvr>
                                        <p:cTn id="97" dur="500" fill="hold"/>
                                        <p:tgtEl>
                                          <p:spTgt spid="1786"/>
                                        </p:tgtEl>
                                        <p:attrNameLst>
                                          <p:attrName>ppt_w</p:attrName>
                                        </p:attrNameLst>
                                      </p:cBhvr>
                                      <p:tavLst>
                                        <p:tav tm="0">
                                          <p:val>
                                            <p:fltVal val="0"/>
                                          </p:val>
                                        </p:tav>
                                        <p:tav tm="100000">
                                          <p:val>
                                            <p:strVal val="#ppt_w"/>
                                          </p:val>
                                        </p:tav>
                                      </p:tavLst>
                                    </p:anim>
                                    <p:anim calcmode="lin" valueType="num">
                                      <p:cBhvr>
                                        <p:cTn id="98" dur="500" fill="hold"/>
                                        <p:tgtEl>
                                          <p:spTgt spid="1786"/>
                                        </p:tgtEl>
                                        <p:attrNameLst>
                                          <p:attrName>ppt_h</p:attrName>
                                        </p:attrNameLst>
                                      </p:cBhvr>
                                      <p:tavLst>
                                        <p:tav tm="0">
                                          <p:val>
                                            <p:fltVal val="0"/>
                                          </p:val>
                                        </p:tav>
                                        <p:tav tm="100000">
                                          <p:val>
                                            <p:strVal val="#ppt_h"/>
                                          </p:val>
                                        </p:tav>
                                      </p:tavLst>
                                    </p:anim>
                                  </p:childTnLst>
                                </p:cTn>
                              </p:par>
                            </p:childTnLst>
                          </p:cTn>
                        </p:par>
                        <p:par>
                          <p:cTn id="99" fill="hold">
                            <p:stCondLst>
                              <p:cond delay="9500"/>
                            </p:stCondLst>
                            <p:childTnLst>
                              <p:par>
                                <p:cTn id="100" presetClass="entr" nodeType="afterEffect" presetSubtype="16" presetID="23" grpId="20" fill="hold">
                                  <p:stCondLst>
                                    <p:cond delay="0"/>
                                  </p:stCondLst>
                                  <p:iterate type="el" backwards="0">
                                    <p:tmAbs val="0"/>
                                  </p:iterate>
                                  <p:childTnLst>
                                    <p:set>
                                      <p:cBhvr>
                                        <p:cTn id="101" fill="hold"/>
                                        <p:tgtEl>
                                          <p:spTgt spid="1797"/>
                                        </p:tgtEl>
                                        <p:attrNameLst>
                                          <p:attrName>style.visibility</p:attrName>
                                        </p:attrNameLst>
                                      </p:cBhvr>
                                      <p:to>
                                        <p:strVal val="visible"/>
                                      </p:to>
                                    </p:set>
                                    <p:anim calcmode="lin" valueType="num">
                                      <p:cBhvr>
                                        <p:cTn id="102" dur="500" fill="hold"/>
                                        <p:tgtEl>
                                          <p:spTgt spid="1797"/>
                                        </p:tgtEl>
                                        <p:attrNameLst>
                                          <p:attrName>ppt_w</p:attrName>
                                        </p:attrNameLst>
                                      </p:cBhvr>
                                      <p:tavLst>
                                        <p:tav tm="0">
                                          <p:val>
                                            <p:fltVal val="0"/>
                                          </p:val>
                                        </p:tav>
                                        <p:tav tm="100000">
                                          <p:val>
                                            <p:strVal val="#ppt_w"/>
                                          </p:val>
                                        </p:tav>
                                      </p:tavLst>
                                    </p:anim>
                                    <p:anim calcmode="lin" valueType="num">
                                      <p:cBhvr>
                                        <p:cTn id="103" dur="500" fill="hold"/>
                                        <p:tgtEl>
                                          <p:spTgt spid="1797"/>
                                        </p:tgtEl>
                                        <p:attrNameLst>
                                          <p:attrName>ppt_h</p:attrName>
                                        </p:attrNameLst>
                                      </p:cBhvr>
                                      <p:tavLst>
                                        <p:tav tm="0">
                                          <p:val>
                                            <p:fltVal val="0"/>
                                          </p:val>
                                        </p:tav>
                                        <p:tav tm="100000">
                                          <p:val>
                                            <p:strVal val="#ppt_h"/>
                                          </p:val>
                                        </p:tav>
                                      </p:tavLst>
                                    </p:anim>
                                  </p:childTnLst>
                                </p:cTn>
                              </p:par>
                            </p:childTnLst>
                          </p:cTn>
                        </p:par>
                        <p:par>
                          <p:cTn id="104" fill="hold">
                            <p:stCondLst>
                              <p:cond delay="10000"/>
                            </p:stCondLst>
                            <p:childTnLst>
                              <p:par>
                                <p:cTn id="105" presetClass="entr" nodeType="afterEffect" presetSubtype="16" presetID="23" grpId="21" fill="hold">
                                  <p:stCondLst>
                                    <p:cond delay="0"/>
                                  </p:stCondLst>
                                  <p:iterate type="el" backwards="0">
                                    <p:tmAbs val="0"/>
                                  </p:iterate>
                                  <p:childTnLst>
                                    <p:set>
                                      <p:cBhvr>
                                        <p:cTn id="106" fill="hold"/>
                                        <p:tgtEl>
                                          <p:spTgt spid="1793"/>
                                        </p:tgtEl>
                                        <p:attrNameLst>
                                          <p:attrName>style.visibility</p:attrName>
                                        </p:attrNameLst>
                                      </p:cBhvr>
                                      <p:to>
                                        <p:strVal val="visible"/>
                                      </p:to>
                                    </p:set>
                                    <p:anim calcmode="lin" valueType="num">
                                      <p:cBhvr>
                                        <p:cTn id="107" dur="500" fill="hold"/>
                                        <p:tgtEl>
                                          <p:spTgt spid="1793"/>
                                        </p:tgtEl>
                                        <p:attrNameLst>
                                          <p:attrName>ppt_w</p:attrName>
                                        </p:attrNameLst>
                                      </p:cBhvr>
                                      <p:tavLst>
                                        <p:tav tm="0">
                                          <p:val>
                                            <p:fltVal val="0"/>
                                          </p:val>
                                        </p:tav>
                                        <p:tav tm="100000">
                                          <p:val>
                                            <p:strVal val="#ppt_w"/>
                                          </p:val>
                                        </p:tav>
                                      </p:tavLst>
                                    </p:anim>
                                    <p:anim calcmode="lin" valueType="num">
                                      <p:cBhvr>
                                        <p:cTn id="108" dur="500" fill="hold"/>
                                        <p:tgtEl>
                                          <p:spTgt spid="1793"/>
                                        </p:tgtEl>
                                        <p:attrNameLst>
                                          <p:attrName>ppt_h</p:attrName>
                                        </p:attrNameLst>
                                      </p:cBhvr>
                                      <p:tavLst>
                                        <p:tav tm="0">
                                          <p:val>
                                            <p:fltVal val="0"/>
                                          </p:val>
                                        </p:tav>
                                        <p:tav tm="100000">
                                          <p:val>
                                            <p:strVal val="#ppt_h"/>
                                          </p:val>
                                        </p:tav>
                                      </p:tavLst>
                                    </p:anim>
                                  </p:childTnLst>
                                </p:cTn>
                              </p:par>
                            </p:childTnLst>
                          </p:cTn>
                        </p:par>
                        <p:par>
                          <p:cTn id="109" fill="hold">
                            <p:stCondLst>
                              <p:cond delay="10500"/>
                            </p:stCondLst>
                            <p:childTnLst>
                              <p:par>
                                <p:cTn id="110" presetClass="entr" nodeType="afterEffect" presetSubtype="16" presetID="23" grpId="22" fill="hold">
                                  <p:stCondLst>
                                    <p:cond delay="0"/>
                                  </p:stCondLst>
                                  <p:iterate type="el" backwards="0">
                                    <p:tmAbs val="0"/>
                                  </p:iterate>
                                  <p:childTnLst>
                                    <p:set>
                                      <p:cBhvr>
                                        <p:cTn id="111" fill="hold"/>
                                        <p:tgtEl>
                                          <p:spTgt spid="1787"/>
                                        </p:tgtEl>
                                        <p:attrNameLst>
                                          <p:attrName>style.visibility</p:attrName>
                                        </p:attrNameLst>
                                      </p:cBhvr>
                                      <p:to>
                                        <p:strVal val="visible"/>
                                      </p:to>
                                    </p:set>
                                    <p:anim calcmode="lin" valueType="num">
                                      <p:cBhvr>
                                        <p:cTn id="112" dur="500" fill="hold"/>
                                        <p:tgtEl>
                                          <p:spTgt spid="1787"/>
                                        </p:tgtEl>
                                        <p:attrNameLst>
                                          <p:attrName>ppt_w</p:attrName>
                                        </p:attrNameLst>
                                      </p:cBhvr>
                                      <p:tavLst>
                                        <p:tav tm="0">
                                          <p:val>
                                            <p:fltVal val="0"/>
                                          </p:val>
                                        </p:tav>
                                        <p:tav tm="100000">
                                          <p:val>
                                            <p:strVal val="#ppt_w"/>
                                          </p:val>
                                        </p:tav>
                                      </p:tavLst>
                                    </p:anim>
                                    <p:anim calcmode="lin" valueType="num">
                                      <p:cBhvr>
                                        <p:cTn id="113" dur="500" fill="hold"/>
                                        <p:tgtEl>
                                          <p:spTgt spid="1787"/>
                                        </p:tgtEl>
                                        <p:attrNameLst>
                                          <p:attrName>ppt_h</p:attrName>
                                        </p:attrNameLst>
                                      </p:cBhvr>
                                      <p:tavLst>
                                        <p:tav tm="0">
                                          <p:val>
                                            <p:fltVal val="0"/>
                                          </p:val>
                                        </p:tav>
                                        <p:tav tm="100000">
                                          <p:val>
                                            <p:strVal val="#ppt_h"/>
                                          </p:val>
                                        </p:tav>
                                      </p:tavLst>
                                    </p:anim>
                                  </p:childTnLst>
                                </p:cTn>
                              </p:par>
                            </p:childTnLst>
                          </p:cTn>
                        </p:par>
                        <p:par>
                          <p:cTn id="114" fill="hold">
                            <p:stCondLst>
                              <p:cond delay="11000"/>
                            </p:stCondLst>
                            <p:childTnLst>
                              <p:par>
                                <p:cTn id="115" presetClass="entr" nodeType="afterEffect" presetSubtype="16" presetID="23" grpId="23" fill="hold">
                                  <p:stCondLst>
                                    <p:cond delay="0"/>
                                  </p:stCondLst>
                                  <p:iterate type="el" backwards="0">
                                    <p:tmAbs val="0"/>
                                  </p:iterate>
                                  <p:childTnLst>
                                    <p:set>
                                      <p:cBhvr>
                                        <p:cTn id="116" fill="hold"/>
                                        <p:tgtEl>
                                          <p:spTgt spid="1798"/>
                                        </p:tgtEl>
                                        <p:attrNameLst>
                                          <p:attrName>style.visibility</p:attrName>
                                        </p:attrNameLst>
                                      </p:cBhvr>
                                      <p:to>
                                        <p:strVal val="visible"/>
                                      </p:to>
                                    </p:set>
                                    <p:anim calcmode="lin" valueType="num">
                                      <p:cBhvr>
                                        <p:cTn id="117" dur="500" fill="hold"/>
                                        <p:tgtEl>
                                          <p:spTgt spid="1798"/>
                                        </p:tgtEl>
                                        <p:attrNameLst>
                                          <p:attrName>ppt_w</p:attrName>
                                        </p:attrNameLst>
                                      </p:cBhvr>
                                      <p:tavLst>
                                        <p:tav tm="0">
                                          <p:val>
                                            <p:fltVal val="0"/>
                                          </p:val>
                                        </p:tav>
                                        <p:tav tm="100000">
                                          <p:val>
                                            <p:strVal val="#ppt_w"/>
                                          </p:val>
                                        </p:tav>
                                      </p:tavLst>
                                    </p:anim>
                                    <p:anim calcmode="lin" valueType="num">
                                      <p:cBhvr>
                                        <p:cTn id="118" dur="500" fill="hold"/>
                                        <p:tgtEl>
                                          <p:spTgt spid="1798"/>
                                        </p:tgtEl>
                                        <p:attrNameLst>
                                          <p:attrName>ppt_h</p:attrName>
                                        </p:attrNameLst>
                                      </p:cBhvr>
                                      <p:tavLst>
                                        <p:tav tm="0">
                                          <p:val>
                                            <p:fltVal val="0"/>
                                          </p:val>
                                        </p:tav>
                                        <p:tav tm="100000">
                                          <p:val>
                                            <p:strVal val="#ppt_h"/>
                                          </p:val>
                                        </p:tav>
                                      </p:tavLst>
                                    </p:anim>
                                  </p:childTnLst>
                                </p:cTn>
                              </p:par>
                            </p:childTnLst>
                          </p:cTn>
                        </p:par>
                        <p:par>
                          <p:cTn id="119" fill="hold">
                            <p:stCondLst>
                              <p:cond delay="11500"/>
                            </p:stCondLst>
                            <p:childTnLst>
                              <p:par>
                                <p:cTn id="120" presetClass="entr" nodeType="afterEffect" presetSubtype="16" presetID="23" grpId="24" fill="hold">
                                  <p:stCondLst>
                                    <p:cond delay="0"/>
                                  </p:stCondLst>
                                  <p:iterate type="el" backwards="0">
                                    <p:tmAbs val="0"/>
                                  </p:iterate>
                                  <p:childTnLst>
                                    <p:set>
                                      <p:cBhvr>
                                        <p:cTn id="121" fill="hold"/>
                                        <p:tgtEl>
                                          <p:spTgt spid="1794"/>
                                        </p:tgtEl>
                                        <p:attrNameLst>
                                          <p:attrName>style.visibility</p:attrName>
                                        </p:attrNameLst>
                                      </p:cBhvr>
                                      <p:to>
                                        <p:strVal val="visible"/>
                                      </p:to>
                                    </p:set>
                                    <p:anim calcmode="lin" valueType="num">
                                      <p:cBhvr>
                                        <p:cTn id="122" dur="500" fill="hold"/>
                                        <p:tgtEl>
                                          <p:spTgt spid="1794"/>
                                        </p:tgtEl>
                                        <p:attrNameLst>
                                          <p:attrName>ppt_w</p:attrName>
                                        </p:attrNameLst>
                                      </p:cBhvr>
                                      <p:tavLst>
                                        <p:tav tm="0">
                                          <p:val>
                                            <p:fltVal val="0"/>
                                          </p:val>
                                        </p:tav>
                                        <p:tav tm="100000">
                                          <p:val>
                                            <p:strVal val="#ppt_w"/>
                                          </p:val>
                                        </p:tav>
                                      </p:tavLst>
                                    </p:anim>
                                    <p:anim calcmode="lin" valueType="num">
                                      <p:cBhvr>
                                        <p:cTn id="123" dur="500" fill="hold"/>
                                        <p:tgtEl>
                                          <p:spTgt spid="1794"/>
                                        </p:tgtEl>
                                        <p:attrNameLst>
                                          <p:attrName>ppt_h</p:attrName>
                                        </p:attrNameLst>
                                      </p:cBhvr>
                                      <p:tavLst>
                                        <p:tav tm="0">
                                          <p:val>
                                            <p:fltVal val="0"/>
                                          </p:val>
                                        </p:tav>
                                        <p:tav tm="100000">
                                          <p:val>
                                            <p:strVal val="#ppt_h"/>
                                          </p:val>
                                        </p:tav>
                                      </p:tavLst>
                                    </p:anim>
                                  </p:childTnLst>
                                </p:cTn>
                              </p:par>
                            </p:childTnLst>
                          </p:cTn>
                        </p:par>
                        <p:par>
                          <p:cTn id="124" fill="hold">
                            <p:stCondLst>
                              <p:cond delay="12000"/>
                            </p:stCondLst>
                            <p:childTnLst>
                              <p:par>
                                <p:cTn id="125" presetClass="entr" nodeType="afterEffect" presetSubtype="16" presetID="23" grpId="25" fill="hold">
                                  <p:stCondLst>
                                    <p:cond delay="0"/>
                                  </p:stCondLst>
                                  <p:iterate type="el" backwards="0">
                                    <p:tmAbs val="0"/>
                                  </p:iterate>
                                  <p:childTnLst>
                                    <p:set>
                                      <p:cBhvr>
                                        <p:cTn id="126" fill="hold"/>
                                        <p:tgtEl>
                                          <p:spTgt spid="1788"/>
                                        </p:tgtEl>
                                        <p:attrNameLst>
                                          <p:attrName>style.visibility</p:attrName>
                                        </p:attrNameLst>
                                      </p:cBhvr>
                                      <p:to>
                                        <p:strVal val="visible"/>
                                      </p:to>
                                    </p:set>
                                    <p:anim calcmode="lin" valueType="num">
                                      <p:cBhvr>
                                        <p:cTn id="127" dur="500" fill="hold"/>
                                        <p:tgtEl>
                                          <p:spTgt spid="1788"/>
                                        </p:tgtEl>
                                        <p:attrNameLst>
                                          <p:attrName>ppt_w</p:attrName>
                                        </p:attrNameLst>
                                      </p:cBhvr>
                                      <p:tavLst>
                                        <p:tav tm="0">
                                          <p:val>
                                            <p:fltVal val="0"/>
                                          </p:val>
                                        </p:tav>
                                        <p:tav tm="100000">
                                          <p:val>
                                            <p:strVal val="#ppt_w"/>
                                          </p:val>
                                        </p:tav>
                                      </p:tavLst>
                                    </p:anim>
                                    <p:anim calcmode="lin" valueType="num">
                                      <p:cBhvr>
                                        <p:cTn id="128" dur="500" fill="hold"/>
                                        <p:tgtEl>
                                          <p:spTgt spid="1788"/>
                                        </p:tgtEl>
                                        <p:attrNameLst>
                                          <p:attrName>ppt_h</p:attrName>
                                        </p:attrNameLst>
                                      </p:cBhvr>
                                      <p:tavLst>
                                        <p:tav tm="0">
                                          <p:val>
                                            <p:fltVal val="0"/>
                                          </p:val>
                                        </p:tav>
                                        <p:tav tm="100000">
                                          <p:val>
                                            <p:strVal val="#ppt_h"/>
                                          </p:val>
                                        </p:tav>
                                      </p:tavLst>
                                    </p:anim>
                                  </p:childTnLst>
                                </p:cTn>
                              </p:par>
                            </p:childTnLst>
                          </p:cTn>
                        </p:par>
                        <p:par>
                          <p:cTn id="129" fill="hold">
                            <p:stCondLst>
                              <p:cond delay="12500"/>
                            </p:stCondLst>
                            <p:childTnLst>
                              <p:par>
                                <p:cTn id="130" presetClass="entr" nodeType="afterEffect" presetSubtype="16" presetID="23" grpId="26" fill="hold">
                                  <p:stCondLst>
                                    <p:cond delay="0"/>
                                  </p:stCondLst>
                                  <p:iterate type="el" backwards="0">
                                    <p:tmAbs val="0"/>
                                  </p:iterate>
                                  <p:childTnLst>
                                    <p:set>
                                      <p:cBhvr>
                                        <p:cTn id="131" fill="hold"/>
                                        <p:tgtEl>
                                          <p:spTgt spid="1799"/>
                                        </p:tgtEl>
                                        <p:attrNameLst>
                                          <p:attrName>style.visibility</p:attrName>
                                        </p:attrNameLst>
                                      </p:cBhvr>
                                      <p:to>
                                        <p:strVal val="visible"/>
                                      </p:to>
                                    </p:set>
                                    <p:anim calcmode="lin" valueType="num">
                                      <p:cBhvr>
                                        <p:cTn id="132" dur="500" fill="hold"/>
                                        <p:tgtEl>
                                          <p:spTgt spid="1799"/>
                                        </p:tgtEl>
                                        <p:attrNameLst>
                                          <p:attrName>ppt_w</p:attrName>
                                        </p:attrNameLst>
                                      </p:cBhvr>
                                      <p:tavLst>
                                        <p:tav tm="0">
                                          <p:val>
                                            <p:fltVal val="0"/>
                                          </p:val>
                                        </p:tav>
                                        <p:tav tm="100000">
                                          <p:val>
                                            <p:strVal val="#ppt_w"/>
                                          </p:val>
                                        </p:tav>
                                      </p:tavLst>
                                    </p:anim>
                                    <p:anim calcmode="lin" valueType="num">
                                      <p:cBhvr>
                                        <p:cTn id="133" dur="500" fill="hold"/>
                                        <p:tgtEl>
                                          <p:spTgt spid="1799"/>
                                        </p:tgtEl>
                                        <p:attrNameLst>
                                          <p:attrName>ppt_h</p:attrName>
                                        </p:attrNameLst>
                                      </p:cBhvr>
                                      <p:tavLst>
                                        <p:tav tm="0">
                                          <p:val>
                                            <p:fltVal val="0"/>
                                          </p:val>
                                        </p:tav>
                                        <p:tav tm="100000">
                                          <p:val>
                                            <p:strVal val="#ppt_h"/>
                                          </p:val>
                                        </p:tav>
                                      </p:tavLst>
                                    </p:anim>
                                  </p:childTnLst>
                                </p:cTn>
                              </p:par>
                            </p:childTnLst>
                          </p:cTn>
                        </p:par>
                        <p:par>
                          <p:cTn id="134" fill="hold">
                            <p:stCondLst>
                              <p:cond delay="13000"/>
                            </p:stCondLst>
                            <p:childTnLst>
                              <p:par>
                                <p:cTn id="135" presetClass="entr" nodeType="afterEffect" presetSubtype="16" presetID="23" grpId="27" fill="hold">
                                  <p:stCondLst>
                                    <p:cond delay="0"/>
                                  </p:stCondLst>
                                  <p:iterate type="el" backwards="0">
                                    <p:tmAbs val="0"/>
                                  </p:iterate>
                                  <p:childTnLst>
                                    <p:set>
                                      <p:cBhvr>
                                        <p:cTn id="136" fill="hold"/>
                                        <p:tgtEl>
                                          <p:spTgt spid="1805"/>
                                        </p:tgtEl>
                                        <p:attrNameLst>
                                          <p:attrName>style.visibility</p:attrName>
                                        </p:attrNameLst>
                                      </p:cBhvr>
                                      <p:to>
                                        <p:strVal val="visible"/>
                                      </p:to>
                                    </p:set>
                                    <p:anim calcmode="lin" valueType="num">
                                      <p:cBhvr>
                                        <p:cTn id="137" dur="500" fill="hold"/>
                                        <p:tgtEl>
                                          <p:spTgt spid="1805"/>
                                        </p:tgtEl>
                                        <p:attrNameLst>
                                          <p:attrName>ppt_w</p:attrName>
                                        </p:attrNameLst>
                                      </p:cBhvr>
                                      <p:tavLst>
                                        <p:tav tm="0">
                                          <p:val>
                                            <p:fltVal val="0"/>
                                          </p:val>
                                        </p:tav>
                                        <p:tav tm="100000">
                                          <p:val>
                                            <p:strVal val="#ppt_w"/>
                                          </p:val>
                                        </p:tav>
                                      </p:tavLst>
                                    </p:anim>
                                    <p:anim calcmode="lin" valueType="num">
                                      <p:cBhvr>
                                        <p:cTn id="138" dur="500" fill="hold"/>
                                        <p:tgtEl>
                                          <p:spTgt spid="1805"/>
                                        </p:tgtEl>
                                        <p:attrNameLst>
                                          <p:attrName>ppt_h</p:attrName>
                                        </p:attrNameLst>
                                      </p:cBhvr>
                                      <p:tavLst>
                                        <p:tav tm="0">
                                          <p:val>
                                            <p:fltVal val="0"/>
                                          </p:val>
                                        </p:tav>
                                        <p:tav tm="100000">
                                          <p:val>
                                            <p:strVal val="#ppt_h"/>
                                          </p:val>
                                        </p:tav>
                                      </p:tavLst>
                                    </p:anim>
                                  </p:childTnLst>
                                </p:cTn>
                              </p:par>
                            </p:childTnLst>
                          </p:cTn>
                        </p:par>
                        <p:par>
                          <p:cTn id="139" fill="hold">
                            <p:stCondLst>
                              <p:cond delay="13500"/>
                            </p:stCondLst>
                            <p:childTnLst>
                              <p:par>
                                <p:cTn id="140" presetClass="entr" nodeType="afterEffect" presetSubtype="16" presetID="23" grpId="28" fill="hold">
                                  <p:stCondLst>
                                    <p:cond delay="0"/>
                                  </p:stCondLst>
                                  <p:iterate type="el" backwards="0">
                                    <p:tmAbs val="0"/>
                                  </p:iterate>
                                  <p:childTnLst>
                                    <p:set>
                                      <p:cBhvr>
                                        <p:cTn id="141" fill="hold"/>
                                        <p:tgtEl>
                                          <p:spTgt spid="1806"/>
                                        </p:tgtEl>
                                        <p:attrNameLst>
                                          <p:attrName>style.visibility</p:attrName>
                                        </p:attrNameLst>
                                      </p:cBhvr>
                                      <p:to>
                                        <p:strVal val="visible"/>
                                      </p:to>
                                    </p:set>
                                    <p:anim calcmode="lin" valueType="num">
                                      <p:cBhvr>
                                        <p:cTn id="142" dur="500" fill="hold"/>
                                        <p:tgtEl>
                                          <p:spTgt spid="1806"/>
                                        </p:tgtEl>
                                        <p:attrNameLst>
                                          <p:attrName>ppt_w</p:attrName>
                                        </p:attrNameLst>
                                      </p:cBhvr>
                                      <p:tavLst>
                                        <p:tav tm="0">
                                          <p:val>
                                            <p:fltVal val="0"/>
                                          </p:val>
                                        </p:tav>
                                        <p:tav tm="100000">
                                          <p:val>
                                            <p:strVal val="#ppt_w"/>
                                          </p:val>
                                        </p:tav>
                                      </p:tavLst>
                                    </p:anim>
                                    <p:anim calcmode="lin" valueType="num">
                                      <p:cBhvr>
                                        <p:cTn id="143" dur="500" fill="hold"/>
                                        <p:tgtEl>
                                          <p:spTgt spid="180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786" grpId="19"/>
      <p:bldP build="whole" bldLvl="1" animBg="1" rev="0" advAuto="0" spid="1783" grpId="12"/>
      <p:bldP build="whole" bldLvl="1" animBg="1" rev="0" advAuto="0" spid="1806" grpId="28"/>
      <p:bldP build="whole" bldLvl="1" animBg="1" rev="0" advAuto="0" spid="1788" grpId="25"/>
      <p:bldP build="whole" bldLvl="1" animBg="1" rev="0" advAuto="0" spid="1805" grpId="27"/>
      <p:bldP build="whole" bldLvl="1" animBg="1" rev="0" advAuto="0" spid="1798" grpId="23"/>
      <p:bldP build="whole" bldLvl="1" animBg="1" rev="0" advAuto="0" spid="1804" grpId="13"/>
      <p:bldP build="whole" bldLvl="1" animBg="1" rev="0" advAuto="0" spid="1779" grpId="1"/>
      <p:bldP build="whole" bldLvl="1" animBg="1" rev="0" advAuto="0" spid="1799" grpId="26"/>
      <p:bldP build="whole" bldLvl="1" animBg="1" rev="0" advAuto="0" spid="1800" grpId="2"/>
      <p:bldP build="whole" bldLvl="1" animBg="1" rev="0" advAuto="0" spid="1787" grpId="22"/>
      <p:bldP build="whole" bldLvl="1" animBg="1" rev="0" advAuto="0" spid="1793" grpId="21"/>
      <p:bldP build="whole" bldLvl="1" animBg="1" rev="0" advAuto="0" spid="1802" grpId="7"/>
      <p:bldP build="whole" bldLvl="1" animBg="1" rev="0" advAuto="0" spid="1803" grpId="10"/>
      <p:bldP build="whole" bldLvl="1" animBg="1" rev="0" advAuto="0" spid="1781" grpId="6"/>
      <p:bldP build="whole" bldLvl="1" animBg="1" rev="0" advAuto="0" spid="1784" grpId="14"/>
      <p:bldP build="whole" bldLvl="1" animBg="1" rev="0" advAuto="0" spid="1796" grpId="17"/>
      <p:bldP build="whole" bldLvl="1" animBg="1" rev="0" advAuto="0" spid="1789" grpId="5"/>
      <p:bldP build="whole" bldLvl="1" animBg="1" rev="0" advAuto="0" spid="1785" grpId="16"/>
      <p:bldP build="whole" bldLvl="1" animBg="1" rev="0" advAuto="0" spid="1797" grpId="20"/>
      <p:bldP build="whole" bldLvl="1" animBg="1" rev="0" advAuto="0" spid="1782" grpId="9"/>
      <p:bldP build="whole" bldLvl="1" animBg="1" rev="0" advAuto="0" spid="1792" grpId="18"/>
      <p:bldP build="whole" bldLvl="1" animBg="1" rev="0" advAuto="0" spid="1795" grpId="15"/>
      <p:bldP build="whole" bldLvl="1" animBg="1" rev="0" advAuto="0" spid="1790" grpId="8"/>
      <p:bldP build="whole" bldLvl="1" animBg="1" rev="0" advAuto="0" spid="1794" grpId="24"/>
      <p:bldP build="whole" bldLvl="1" animBg="1" rev="0" advAuto="0" spid="1791" grpId="11"/>
      <p:bldP build="whole" bldLvl="1" animBg="1" rev="0" advAuto="0" spid="1780" grpId="3"/>
      <p:bldP build="whole" bldLvl="1" animBg="1" rev="0" advAuto="0" spid="1801" grpId="4"/>
    </p:bldLst>
  </p:timing>
</p:sld>
</file>

<file path=ppt/slides/slide6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808" name="Shape 1808"/>
          <p:cNvSpPr/>
          <p:nvPr/>
        </p:nvSpPr>
        <p:spPr>
          <a:xfrm>
            <a:off x="2206368" y="3962491"/>
            <a:ext cx="3816001" cy="3816001"/>
          </a:xfrm>
          <a:prstGeom prst="ellipse">
            <a:avLst/>
          </a:prstGeom>
          <a:ln w="889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09" name="Shape 1809"/>
          <p:cNvSpPr/>
          <p:nvPr/>
        </p:nvSpPr>
        <p:spPr>
          <a:xfrm>
            <a:off x="7568541" y="3868346"/>
            <a:ext cx="3816001" cy="3816001"/>
          </a:xfrm>
          <a:prstGeom prst="ellipse">
            <a:avLst/>
          </a:prstGeom>
          <a:ln w="889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10" name="Shape 1810"/>
          <p:cNvSpPr/>
          <p:nvPr/>
        </p:nvSpPr>
        <p:spPr>
          <a:xfrm>
            <a:off x="12998137" y="3962491"/>
            <a:ext cx="3816001" cy="3816001"/>
          </a:xfrm>
          <a:prstGeom prst="ellipse">
            <a:avLst/>
          </a:prstGeom>
          <a:ln w="889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11" name="Shape 1811"/>
          <p:cNvSpPr/>
          <p:nvPr/>
        </p:nvSpPr>
        <p:spPr>
          <a:xfrm>
            <a:off x="18391928" y="3868346"/>
            <a:ext cx="3816001" cy="3816001"/>
          </a:xfrm>
          <a:prstGeom prst="ellipse">
            <a:avLst/>
          </a:prstGeom>
          <a:ln w="889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12" name="Shape 1812"/>
          <p:cNvSpPr/>
          <p:nvPr/>
        </p:nvSpPr>
        <p:spPr>
          <a:xfrm>
            <a:off x="1303373" y="8325291"/>
            <a:ext cx="5521961" cy="779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Mejor posicionamiento</a:t>
            </a:r>
          </a:p>
        </p:txBody>
      </p:sp>
      <p:sp>
        <p:nvSpPr>
          <p:cNvPr id="1813" name="Shape 1813"/>
          <p:cNvSpPr/>
          <p:nvPr/>
        </p:nvSpPr>
        <p:spPr>
          <a:xfrm>
            <a:off x="1849046" y="9192890"/>
            <a:ext cx="4430601" cy="1960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Lorem Ipsum has been the dummy text ever since the 1500s, when an unknown printer took a galley.</a:t>
            </a:r>
          </a:p>
        </p:txBody>
      </p:sp>
      <p:sp>
        <p:nvSpPr>
          <p:cNvPr id="1814" name="Shape 1814"/>
          <p:cNvSpPr/>
          <p:nvPr/>
        </p:nvSpPr>
        <p:spPr>
          <a:xfrm>
            <a:off x="2624346" y="9143844"/>
            <a:ext cx="2880000" cy="1"/>
          </a:xfrm>
          <a:prstGeom prst="line">
            <a:avLst/>
          </a:prstGeom>
          <a:ln w="63500">
            <a:solidFill>
              <a:srgbClr val="2F5379"/>
            </a:solidFill>
            <a:prstDash val="sysDot"/>
            <a:miter lim="400000"/>
          </a:ln>
        </p:spPr>
        <p:txBody>
          <a:bodyPr tIns="91439" bIns="91439"/>
          <a:lstStyle/>
          <a:p>
            <a:pPr algn="l" defTabSz="457200">
              <a:defRPr sz="2400">
                <a:latin typeface="Helvetica"/>
                <a:ea typeface="Helvetica"/>
                <a:cs typeface="Helvetica"/>
                <a:sym typeface="Helvetica"/>
              </a:defRPr>
            </a:pPr>
          </a:p>
        </p:txBody>
      </p:sp>
      <p:sp>
        <p:nvSpPr>
          <p:cNvPr id="1815" name="Shape 1815"/>
          <p:cNvSpPr/>
          <p:nvPr/>
        </p:nvSpPr>
        <p:spPr>
          <a:xfrm>
            <a:off x="7558193" y="8325291"/>
            <a:ext cx="3718053" cy="779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Educar público</a:t>
            </a:r>
          </a:p>
        </p:txBody>
      </p:sp>
      <p:sp>
        <p:nvSpPr>
          <p:cNvPr id="1816" name="Shape 1816"/>
          <p:cNvSpPr/>
          <p:nvPr/>
        </p:nvSpPr>
        <p:spPr>
          <a:xfrm>
            <a:off x="7201912" y="9192890"/>
            <a:ext cx="4430601" cy="1960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Lorem Ipsum has been the dummy text ever since the 1500s, when an unknown printer took a galley.</a:t>
            </a:r>
          </a:p>
        </p:txBody>
      </p:sp>
      <p:sp>
        <p:nvSpPr>
          <p:cNvPr id="1817" name="Shape 1817"/>
          <p:cNvSpPr/>
          <p:nvPr/>
        </p:nvSpPr>
        <p:spPr>
          <a:xfrm>
            <a:off x="7977212" y="9143844"/>
            <a:ext cx="2880001" cy="1"/>
          </a:xfrm>
          <a:prstGeom prst="line">
            <a:avLst/>
          </a:prstGeom>
          <a:ln w="63500">
            <a:solidFill>
              <a:srgbClr val="2F5379"/>
            </a:solidFill>
            <a:prstDash val="sysDot"/>
            <a:miter lim="400000"/>
          </a:ln>
        </p:spPr>
        <p:txBody>
          <a:bodyPr tIns="91439" bIns="91439"/>
          <a:lstStyle/>
          <a:p>
            <a:pPr algn="l" defTabSz="457200">
              <a:defRPr sz="2400">
                <a:latin typeface="Helvetica"/>
                <a:ea typeface="Helvetica"/>
                <a:cs typeface="Helvetica"/>
                <a:sym typeface="Helvetica"/>
              </a:defRPr>
            </a:pPr>
          </a:p>
        </p:txBody>
      </p:sp>
      <p:sp>
        <p:nvSpPr>
          <p:cNvPr id="1818" name="Shape 1818"/>
          <p:cNvSpPr/>
          <p:nvPr/>
        </p:nvSpPr>
        <p:spPr>
          <a:xfrm>
            <a:off x="12340812" y="8325291"/>
            <a:ext cx="5242053" cy="779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4000">
                <a:solidFill>
                  <a:srgbClr val="0A0A0A"/>
                </a:solidFill>
                <a:latin typeface="Raleway Regular"/>
                <a:ea typeface="Raleway Regular"/>
                <a:cs typeface="Raleway Regular"/>
                <a:sym typeface="Raleway Regular"/>
              </a:defRPr>
            </a:lvl1pPr>
          </a:lstStyle>
          <a:p>
            <a:pPr/>
            <a:r>
              <a:t>Nuevos lanzamientos</a:t>
            </a:r>
          </a:p>
        </p:txBody>
      </p:sp>
      <p:sp>
        <p:nvSpPr>
          <p:cNvPr id="1819" name="Shape 1819"/>
          <p:cNvSpPr/>
          <p:nvPr/>
        </p:nvSpPr>
        <p:spPr>
          <a:xfrm>
            <a:off x="12746538" y="9192890"/>
            <a:ext cx="4430601" cy="1960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Lorem Ipsum has been the dummy text ever since the 1500s, when an unknown printer took a galley.</a:t>
            </a:r>
          </a:p>
        </p:txBody>
      </p:sp>
      <p:sp>
        <p:nvSpPr>
          <p:cNvPr id="1820" name="Shape 1820"/>
          <p:cNvSpPr/>
          <p:nvPr/>
        </p:nvSpPr>
        <p:spPr>
          <a:xfrm>
            <a:off x="13521838" y="9143844"/>
            <a:ext cx="2880001" cy="1"/>
          </a:xfrm>
          <a:prstGeom prst="line">
            <a:avLst/>
          </a:prstGeom>
          <a:ln w="63500">
            <a:solidFill>
              <a:srgbClr val="2F5379"/>
            </a:solidFill>
            <a:prstDash val="sysDot"/>
            <a:miter lim="400000"/>
          </a:ln>
        </p:spPr>
        <p:txBody>
          <a:bodyPr tIns="91439" bIns="91439"/>
          <a:lstStyle/>
          <a:p>
            <a:pPr algn="l" defTabSz="457200">
              <a:defRPr sz="2400">
                <a:latin typeface="Helvetica"/>
                <a:ea typeface="Helvetica"/>
                <a:cs typeface="Helvetica"/>
                <a:sym typeface="Helvetica"/>
              </a:defRPr>
            </a:pPr>
          </a:p>
        </p:txBody>
      </p:sp>
      <p:sp>
        <p:nvSpPr>
          <p:cNvPr id="1821" name="Shape 1821"/>
          <p:cNvSpPr/>
          <p:nvPr/>
        </p:nvSpPr>
        <p:spPr>
          <a:xfrm>
            <a:off x="18226503" y="8284605"/>
            <a:ext cx="4242817" cy="779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Crear comunidad</a:t>
            </a:r>
          </a:p>
        </p:txBody>
      </p:sp>
      <p:sp>
        <p:nvSpPr>
          <p:cNvPr id="1822" name="Shape 1822"/>
          <p:cNvSpPr/>
          <p:nvPr/>
        </p:nvSpPr>
        <p:spPr>
          <a:xfrm>
            <a:off x="18132606" y="9152204"/>
            <a:ext cx="4430601" cy="1960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Lorem Ipsum has been the dummy text ever since the 1500s, when an unknown printer took a galley.</a:t>
            </a:r>
          </a:p>
        </p:txBody>
      </p:sp>
      <p:sp>
        <p:nvSpPr>
          <p:cNvPr id="1823" name="Shape 1823"/>
          <p:cNvSpPr/>
          <p:nvPr/>
        </p:nvSpPr>
        <p:spPr>
          <a:xfrm>
            <a:off x="18907906" y="9103158"/>
            <a:ext cx="2880001" cy="1"/>
          </a:xfrm>
          <a:prstGeom prst="line">
            <a:avLst/>
          </a:prstGeom>
          <a:ln w="63500">
            <a:solidFill>
              <a:srgbClr val="2F5379"/>
            </a:solidFill>
            <a:prstDash val="sysDot"/>
            <a:miter lim="400000"/>
          </a:ln>
        </p:spPr>
        <p:txBody>
          <a:bodyPr tIns="91439" bIns="91439"/>
          <a:lstStyle/>
          <a:p>
            <a:pPr algn="l" defTabSz="457200">
              <a:defRPr sz="2400">
                <a:latin typeface="Helvetica"/>
                <a:ea typeface="Helvetica"/>
                <a:cs typeface="Helvetica"/>
                <a:sym typeface="Helvetica"/>
              </a:defRPr>
            </a:pPr>
          </a:p>
        </p:txBody>
      </p:sp>
      <p:sp>
        <p:nvSpPr>
          <p:cNvPr id="1824" name="Shape 1824"/>
          <p:cNvSpPr/>
          <p:nvPr/>
        </p:nvSpPr>
        <p:spPr>
          <a:xfrm>
            <a:off x="3575668" y="5114452"/>
            <a:ext cx="977357" cy="1404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2"/>
                  <a:pt x="13745" y="17381"/>
                  <a:pt x="13745" y="17550"/>
                </a:cubicBezTo>
                <a:cubicBezTo>
                  <a:pt x="13500" y="17888"/>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3"/>
                  <a:pt x="1964" y="8775"/>
                  <a:pt x="1964" y="7425"/>
                </a:cubicBezTo>
                <a:cubicBezTo>
                  <a:pt x="1964" y="4050"/>
                  <a:pt x="5891" y="1350"/>
                  <a:pt x="10800" y="1350"/>
                </a:cubicBezTo>
                <a:cubicBezTo>
                  <a:pt x="15709" y="1350"/>
                  <a:pt x="19636" y="4050"/>
                  <a:pt x="19636" y="7425"/>
                </a:cubicBezTo>
                <a:cubicBezTo>
                  <a:pt x="19636" y="8775"/>
                  <a:pt x="18409" y="10463"/>
                  <a:pt x="16936" y="11981"/>
                </a:cubicBezTo>
                <a:cubicBezTo>
                  <a:pt x="16445" y="12656"/>
                  <a:pt x="15955" y="13500"/>
                  <a:pt x="15464" y="14175"/>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825" name="Shape 1825"/>
          <p:cNvSpPr/>
          <p:nvPr/>
        </p:nvSpPr>
        <p:spPr>
          <a:xfrm>
            <a:off x="3793868" y="5332652"/>
            <a:ext cx="290934" cy="2863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826" name="Shape 1826"/>
          <p:cNvSpPr/>
          <p:nvPr/>
        </p:nvSpPr>
        <p:spPr>
          <a:xfrm>
            <a:off x="8735197" y="5051638"/>
            <a:ext cx="1474869" cy="1474868"/>
          </a:xfrm>
          <a:custGeom>
            <a:avLst/>
            <a:gdLst/>
            <a:ahLst/>
            <a:cxnLst>
              <a:cxn ang="0">
                <a:pos x="wd2" y="hd2"/>
              </a:cxn>
              <a:cxn ang="5400000">
                <a:pos x="wd2" y="hd2"/>
              </a:cxn>
              <a:cxn ang="10800000">
                <a:pos x="wd2" y="hd2"/>
              </a:cxn>
              <a:cxn ang="16200000">
                <a:pos x="wd2" y="hd2"/>
              </a:cxn>
            </a:cxnLst>
            <a:rect l="0" t="0" r="r" b="b"/>
            <a:pathLst>
              <a:path w="21366" h="21366" fill="norm" stroke="1" extrusionOk="0">
                <a:moveTo>
                  <a:pt x="21290" y="8562"/>
                </a:moveTo>
                <a:cubicBezTo>
                  <a:pt x="20904" y="7212"/>
                  <a:pt x="20904" y="7212"/>
                  <a:pt x="20904" y="7212"/>
                </a:cubicBezTo>
                <a:cubicBezTo>
                  <a:pt x="20904" y="6826"/>
                  <a:pt x="20326" y="6440"/>
                  <a:pt x="19940" y="6633"/>
                </a:cubicBezTo>
                <a:cubicBezTo>
                  <a:pt x="19940" y="6633"/>
                  <a:pt x="19940" y="6633"/>
                  <a:pt x="19940" y="6633"/>
                </a:cubicBezTo>
                <a:cubicBezTo>
                  <a:pt x="18204" y="3162"/>
                  <a:pt x="14733" y="654"/>
                  <a:pt x="10683" y="654"/>
                </a:cubicBezTo>
                <a:cubicBezTo>
                  <a:pt x="10297" y="654"/>
                  <a:pt x="9912" y="654"/>
                  <a:pt x="9526" y="654"/>
                </a:cubicBezTo>
                <a:cubicBezTo>
                  <a:pt x="9526" y="462"/>
                  <a:pt x="9526" y="462"/>
                  <a:pt x="9526" y="462"/>
                </a:cubicBezTo>
                <a:cubicBezTo>
                  <a:pt x="9526" y="76"/>
                  <a:pt x="9140" y="-117"/>
                  <a:pt x="8562" y="76"/>
                </a:cubicBezTo>
                <a:cubicBezTo>
                  <a:pt x="7212" y="462"/>
                  <a:pt x="7212" y="462"/>
                  <a:pt x="7212" y="462"/>
                </a:cubicBezTo>
                <a:cubicBezTo>
                  <a:pt x="6826" y="462"/>
                  <a:pt x="6440" y="1040"/>
                  <a:pt x="6633" y="1426"/>
                </a:cubicBezTo>
                <a:cubicBezTo>
                  <a:pt x="6633" y="1426"/>
                  <a:pt x="6633" y="1426"/>
                  <a:pt x="6633" y="1426"/>
                </a:cubicBezTo>
                <a:cubicBezTo>
                  <a:pt x="3162" y="3162"/>
                  <a:pt x="654" y="6633"/>
                  <a:pt x="654" y="10683"/>
                </a:cubicBezTo>
                <a:cubicBezTo>
                  <a:pt x="654" y="11069"/>
                  <a:pt x="654" y="11454"/>
                  <a:pt x="654" y="11840"/>
                </a:cubicBezTo>
                <a:cubicBezTo>
                  <a:pt x="462" y="11840"/>
                  <a:pt x="462" y="11840"/>
                  <a:pt x="462" y="11840"/>
                </a:cubicBezTo>
                <a:cubicBezTo>
                  <a:pt x="76" y="11840"/>
                  <a:pt x="-117" y="12419"/>
                  <a:pt x="76" y="12804"/>
                </a:cubicBezTo>
                <a:cubicBezTo>
                  <a:pt x="462" y="14154"/>
                  <a:pt x="462" y="14154"/>
                  <a:pt x="462" y="14154"/>
                </a:cubicBezTo>
                <a:cubicBezTo>
                  <a:pt x="462" y="14540"/>
                  <a:pt x="1040" y="14926"/>
                  <a:pt x="1426" y="14733"/>
                </a:cubicBezTo>
                <a:cubicBezTo>
                  <a:pt x="1426" y="14733"/>
                  <a:pt x="1426" y="14733"/>
                  <a:pt x="1426" y="14733"/>
                </a:cubicBezTo>
                <a:cubicBezTo>
                  <a:pt x="3162" y="18204"/>
                  <a:pt x="6633" y="20712"/>
                  <a:pt x="10683" y="20712"/>
                </a:cubicBezTo>
                <a:cubicBezTo>
                  <a:pt x="11069" y="20712"/>
                  <a:pt x="11454" y="20712"/>
                  <a:pt x="11840" y="20712"/>
                </a:cubicBezTo>
                <a:cubicBezTo>
                  <a:pt x="11840" y="20904"/>
                  <a:pt x="11840" y="20904"/>
                  <a:pt x="11840" y="20904"/>
                </a:cubicBezTo>
                <a:cubicBezTo>
                  <a:pt x="11840" y="21290"/>
                  <a:pt x="12419" y="21483"/>
                  <a:pt x="12804" y="21290"/>
                </a:cubicBezTo>
                <a:cubicBezTo>
                  <a:pt x="14154" y="20904"/>
                  <a:pt x="14154" y="20904"/>
                  <a:pt x="14154" y="20904"/>
                </a:cubicBezTo>
                <a:cubicBezTo>
                  <a:pt x="14733" y="20904"/>
                  <a:pt x="14926" y="20326"/>
                  <a:pt x="14733" y="19940"/>
                </a:cubicBezTo>
                <a:cubicBezTo>
                  <a:pt x="14733" y="19940"/>
                  <a:pt x="14733" y="19940"/>
                  <a:pt x="14733" y="19940"/>
                </a:cubicBezTo>
                <a:cubicBezTo>
                  <a:pt x="18204" y="18204"/>
                  <a:pt x="20712" y="14733"/>
                  <a:pt x="20712" y="10683"/>
                </a:cubicBezTo>
                <a:cubicBezTo>
                  <a:pt x="20712" y="10297"/>
                  <a:pt x="20712" y="9912"/>
                  <a:pt x="20712" y="9526"/>
                </a:cubicBezTo>
                <a:cubicBezTo>
                  <a:pt x="20904" y="9526"/>
                  <a:pt x="20904" y="9526"/>
                  <a:pt x="20904" y="9526"/>
                </a:cubicBezTo>
                <a:cubicBezTo>
                  <a:pt x="21290" y="9526"/>
                  <a:pt x="21483" y="9140"/>
                  <a:pt x="21290" y="8562"/>
                </a:cubicBezTo>
                <a:close/>
                <a:moveTo>
                  <a:pt x="10683" y="2197"/>
                </a:moveTo>
                <a:cubicBezTo>
                  <a:pt x="14154" y="2197"/>
                  <a:pt x="17047" y="4126"/>
                  <a:pt x="18397" y="7019"/>
                </a:cubicBezTo>
                <a:cubicBezTo>
                  <a:pt x="14540" y="7983"/>
                  <a:pt x="14540" y="7983"/>
                  <a:pt x="14540" y="7983"/>
                </a:cubicBezTo>
                <a:cubicBezTo>
                  <a:pt x="13769" y="7019"/>
                  <a:pt x="12419" y="6247"/>
                  <a:pt x="11069" y="6054"/>
                </a:cubicBezTo>
                <a:cubicBezTo>
                  <a:pt x="10104" y="2197"/>
                  <a:pt x="10104" y="2197"/>
                  <a:pt x="10104" y="2197"/>
                </a:cubicBezTo>
                <a:cubicBezTo>
                  <a:pt x="10297" y="2197"/>
                  <a:pt x="10490" y="2197"/>
                  <a:pt x="10683" y="2197"/>
                </a:cubicBezTo>
                <a:close/>
                <a:moveTo>
                  <a:pt x="13769" y="10683"/>
                </a:moveTo>
                <a:cubicBezTo>
                  <a:pt x="13769" y="12419"/>
                  <a:pt x="12419" y="13769"/>
                  <a:pt x="10683" y="13769"/>
                </a:cubicBezTo>
                <a:cubicBezTo>
                  <a:pt x="8947" y="13769"/>
                  <a:pt x="7597" y="12419"/>
                  <a:pt x="7597" y="10683"/>
                </a:cubicBezTo>
                <a:cubicBezTo>
                  <a:pt x="7597" y="9140"/>
                  <a:pt x="8562" y="7983"/>
                  <a:pt x="9912" y="7597"/>
                </a:cubicBezTo>
                <a:cubicBezTo>
                  <a:pt x="10104" y="7597"/>
                  <a:pt x="10104" y="7597"/>
                  <a:pt x="10104" y="7597"/>
                </a:cubicBezTo>
                <a:cubicBezTo>
                  <a:pt x="10297" y="7597"/>
                  <a:pt x="10490" y="7597"/>
                  <a:pt x="10683" y="7597"/>
                </a:cubicBezTo>
                <a:cubicBezTo>
                  <a:pt x="12226" y="7597"/>
                  <a:pt x="13383" y="8562"/>
                  <a:pt x="13769" y="10104"/>
                </a:cubicBezTo>
                <a:cubicBezTo>
                  <a:pt x="13769" y="10104"/>
                  <a:pt x="13769" y="10104"/>
                  <a:pt x="13769" y="10104"/>
                </a:cubicBezTo>
                <a:cubicBezTo>
                  <a:pt x="13769" y="10297"/>
                  <a:pt x="13769" y="10490"/>
                  <a:pt x="13769" y="10683"/>
                </a:cubicBezTo>
                <a:close/>
                <a:moveTo>
                  <a:pt x="2197" y="10683"/>
                </a:moveTo>
                <a:cubicBezTo>
                  <a:pt x="2197" y="7212"/>
                  <a:pt x="4126" y="4319"/>
                  <a:pt x="7019" y="2969"/>
                </a:cubicBezTo>
                <a:cubicBezTo>
                  <a:pt x="7983" y="6826"/>
                  <a:pt x="7983" y="6826"/>
                  <a:pt x="7983" y="6826"/>
                </a:cubicBezTo>
                <a:cubicBezTo>
                  <a:pt x="7019" y="7597"/>
                  <a:pt x="6247" y="8947"/>
                  <a:pt x="6054" y="10297"/>
                </a:cubicBezTo>
                <a:cubicBezTo>
                  <a:pt x="2197" y="11454"/>
                  <a:pt x="2197" y="11454"/>
                  <a:pt x="2197" y="11454"/>
                </a:cubicBezTo>
                <a:cubicBezTo>
                  <a:pt x="2197" y="11069"/>
                  <a:pt x="2197" y="10876"/>
                  <a:pt x="2197" y="10683"/>
                </a:cubicBezTo>
                <a:close/>
                <a:moveTo>
                  <a:pt x="10683" y="19169"/>
                </a:moveTo>
                <a:cubicBezTo>
                  <a:pt x="7212" y="19169"/>
                  <a:pt x="4319" y="17240"/>
                  <a:pt x="2969" y="14347"/>
                </a:cubicBezTo>
                <a:cubicBezTo>
                  <a:pt x="6826" y="13383"/>
                  <a:pt x="6826" y="13383"/>
                  <a:pt x="6826" y="13383"/>
                </a:cubicBezTo>
                <a:cubicBezTo>
                  <a:pt x="7597" y="14347"/>
                  <a:pt x="8947" y="15119"/>
                  <a:pt x="10297" y="15312"/>
                </a:cubicBezTo>
                <a:cubicBezTo>
                  <a:pt x="11454" y="19169"/>
                  <a:pt x="11454" y="19169"/>
                  <a:pt x="11454" y="19169"/>
                </a:cubicBezTo>
                <a:cubicBezTo>
                  <a:pt x="11069" y="19169"/>
                  <a:pt x="10876" y="19169"/>
                  <a:pt x="10683" y="19169"/>
                </a:cubicBezTo>
                <a:close/>
                <a:moveTo>
                  <a:pt x="19169" y="10683"/>
                </a:moveTo>
                <a:cubicBezTo>
                  <a:pt x="19169" y="14154"/>
                  <a:pt x="17240" y="17047"/>
                  <a:pt x="14347" y="18397"/>
                </a:cubicBezTo>
                <a:cubicBezTo>
                  <a:pt x="13383" y="14540"/>
                  <a:pt x="13383" y="14540"/>
                  <a:pt x="13383" y="14540"/>
                </a:cubicBezTo>
                <a:cubicBezTo>
                  <a:pt x="14347" y="13769"/>
                  <a:pt x="15119" y="12419"/>
                  <a:pt x="15312" y="11069"/>
                </a:cubicBezTo>
                <a:cubicBezTo>
                  <a:pt x="19169" y="10104"/>
                  <a:pt x="19169" y="10104"/>
                  <a:pt x="19169" y="10104"/>
                </a:cubicBezTo>
                <a:cubicBezTo>
                  <a:pt x="19169" y="10297"/>
                  <a:pt x="19169" y="10490"/>
                  <a:pt x="19169" y="10683"/>
                </a:cubicBezTo>
                <a:close/>
              </a:path>
            </a:pathLst>
          </a:custGeom>
          <a:solidFill>
            <a:srgbClr val="2F5379"/>
          </a:solidFill>
          <a:ln w="12700">
            <a:miter lim="400000"/>
            <a:tailEnd type="triangle"/>
          </a:ln>
          <a:extLst>
            <a:ext uri="{C572A759-6A51-4108-AA02-DFA0A04FC94B}">
              <ma14:wrappingTextBoxFlag xmlns:ma14="http://schemas.microsoft.com/office/mac/drawingml/2011/main" val="1"/>
            </a:ext>
          </a:extLst>
        </p:spPr>
        <p:txBody>
          <a:bodyPr tIns="91439" bIns="91439"/>
          <a:lstStyle>
            <a:lvl1pPr algn="l" defTabSz="914400">
              <a:defRPr sz="3600">
                <a:solidFill>
                  <a:srgbClr val="0A0A0A"/>
                </a:solidFill>
                <a:latin typeface="Calibri"/>
                <a:ea typeface="Calibri"/>
                <a:cs typeface="Calibri"/>
                <a:sym typeface="Calibri"/>
              </a:defRPr>
            </a:lvl1pPr>
          </a:lstStyle>
          <a:p>
            <a:pPr/>
            <a:r>
              <a:t>z</a:t>
            </a:r>
          </a:p>
        </p:txBody>
      </p:sp>
      <p:sp>
        <p:nvSpPr>
          <p:cNvPr id="1827" name="Shape 1827"/>
          <p:cNvSpPr/>
          <p:nvPr/>
        </p:nvSpPr>
        <p:spPr>
          <a:xfrm>
            <a:off x="19748503" y="5286376"/>
            <a:ext cx="358777" cy="5080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683" y="21600"/>
                </a:moveTo>
                <a:cubicBezTo>
                  <a:pt x="8938" y="21600"/>
                  <a:pt x="8938" y="21600"/>
                  <a:pt x="8938" y="21600"/>
                </a:cubicBezTo>
                <a:cubicBezTo>
                  <a:pt x="2979" y="19493"/>
                  <a:pt x="0" y="15805"/>
                  <a:pt x="0" y="11590"/>
                </a:cubicBezTo>
                <a:cubicBezTo>
                  <a:pt x="0" y="5268"/>
                  <a:pt x="7448" y="0"/>
                  <a:pt x="15641" y="0"/>
                </a:cubicBezTo>
                <a:cubicBezTo>
                  <a:pt x="17131" y="0"/>
                  <a:pt x="18621" y="0"/>
                  <a:pt x="20855" y="527"/>
                </a:cubicBezTo>
                <a:cubicBezTo>
                  <a:pt x="21600" y="527"/>
                  <a:pt x="21600" y="1054"/>
                  <a:pt x="21600" y="1580"/>
                </a:cubicBezTo>
                <a:cubicBezTo>
                  <a:pt x="21600" y="2107"/>
                  <a:pt x="20110" y="2634"/>
                  <a:pt x="19366" y="2634"/>
                </a:cubicBezTo>
                <a:cubicBezTo>
                  <a:pt x="18621" y="2107"/>
                  <a:pt x="17131" y="2107"/>
                  <a:pt x="15641" y="2107"/>
                </a:cubicBezTo>
                <a:cubicBezTo>
                  <a:pt x="8938" y="2107"/>
                  <a:pt x="2979" y="6322"/>
                  <a:pt x="2979" y="11590"/>
                </a:cubicBezTo>
                <a:cubicBezTo>
                  <a:pt x="2979" y="14751"/>
                  <a:pt x="5959" y="17912"/>
                  <a:pt x="10428" y="19493"/>
                </a:cubicBezTo>
                <a:cubicBezTo>
                  <a:pt x="10428" y="20020"/>
                  <a:pt x="11172" y="20546"/>
                  <a:pt x="10428" y="21073"/>
                </a:cubicBezTo>
                <a:cubicBezTo>
                  <a:pt x="10428" y="21600"/>
                  <a:pt x="9683" y="21600"/>
                  <a:pt x="9683" y="216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828" name="Shape 1828"/>
          <p:cNvSpPr/>
          <p:nvPr/>
        </p:nvSpPr>
        <p:spPr>
          <a:xfrm>
            <a:off x="19561176" y="5086350"/>
            <a:ext cx="1504951" cy="13811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174" y="0"/>
                </a:moveTo>
                <a:cubicBezTo>
                  <a:pt x="13388" y="0"/>
                  <a:pt x="11960" y="973"/>
                  <a:pt x="10889" y="2141"/>
                </a:cubicBezTo>
                <a:cubicBezTo>
                  <a:pt x="9818" y="973"/>
                  <a:pt x="8390" y="0"/>
                  <a:pt x="6605" y="0"/>
                </a:cubicBezTo>
                <a:cubicBezTo>
                  <a:pt x="3035" y="0"/>
                  <a:pt x="0" y="3114"/>
                  <a:pt x="0" y="7200"/>
                </a:cubicBezTo>
                <a:cubicBezTo>
                  <a:pt x="0" y="8951"/>
                  <a:pt x="714" y="10703"/>
                  <a:pt x="1785" y="12065"/>
                </a:cubicBezTo>
                <a:cubicBezTo>
                  <a:pt x="10354" y="21211"/>
                  <a:pt x="10354" y="21211"/>
                  <a:pt x="10354" y="21211"/>
                </a:cubicBezTo>
                <a:cubicBezTo>
                  <a:pt x="10532" y="21405"/>
                  <a:pt x="10711" y="21600"/>
                  <a:pt x="10889" y="21600"/>
                </a:cubicBezTo>
                <a:cubicBezTo>
                  <a:pt x="11068" y="21600"/>
                  <a:pt x="11246" y="21405"/>
                  <a:pt x="11246" y="21211"/>
                </a:cubicBezTo>
                <a:cubicBezTo>
                  <a:pt x="19993" y="12065"/>
                  <a:pt x="19993" y="12065"/>
                  <a:pt x="19993" y="12065"/>
                </a:cubicBezTo>
                <a:cubicBezTo>
                  <a:pt x="21064" y="10703"/>
                  <a:pt x="21600" y="8951"/>
                  <a:pt x="21600" y="7200"/>
                </a:cubicBezTo>
                <a:cubicBezTo>
                  <a:pt x="21600" y="3114"/>
                  <a:pt x="18744" y="0"/>
                  <a:pt x="15174" y="0"/>
                </a:cubicBezTo>
                <a:close/>
                <a:moveTo>
                  <a:pt x="18922" y="11092"/>
                </a:moveTo>
                <a:cubicBezTo>
                  <a:pt x="10889" y="19654"/>
                  <a:pt x="10889" y="19654"/>
                  <a:pt x="10889" y="19654"/>
                </a:cubicBezTo>
                <a:cubicBezTo>
                  <a:pt x="2856" y="11092"/>
                  <a:pt x="2856" y="11092"/>
                  <a:pt x="2856" y="11092"/>
                </a:cubicBezTo>
                <a:cubicBezTo>
                  <a:pt x="1964" y="9924"/>
                  <a:pt x="1428" y="8562"/>
                  <a:pt x="1428" y="7200"/>
                </a:cubicBezTo>
                <a:cubicBezTo>
                  <a:pt x="1428" y="4086"/>
                  <a:pt x="3749" y="1557"/>
                  <a:pt x="6605" y="1557"/>
                </a:cubicBezTo>
                <a:cubicBezTo>
                  <a:pt x="8212" y="1557"/>
                  <a:pt x="9640" y="2919"/>
                  <a:pt x="10354" y="3697"/>
                </a:cubicBezTo>
                <a:cubicBezTo>
                  <a:pt x="10532" y="3892"/>
                  <a:pt x="10711" y="4086"/>
                  <a:pt x="10889" y="4086"/>
                </a:cubicBezTo>
                <a:cubicBezTo>
                  <a:pt x="11068" y="4086"/>
                  <a:pt x="11246" y="3892"/>
                  <a:pt x="11425" y="3697"/>
                </a:cubicBezTo>
                <a:cubicBezTo>
                  <a:pt x="12139" y="2919"/>
                  <a:pt x="13567" y="1557"/>
                  <a:pt x="15174" y="1557"/>
                </a:cubicBezTo>
                <a:cubicBezTo>
                  <a:pt x="18030" y="1557"/>
                  <a:pt x="20172" y="4086"/>
                  <a:pt x="20172" y="7200"/>
                </a:cubicBezTo>
                <a:cubicBezTo>
                  <a:pt x="20172" y="8562"/>
                  <a:pt x="19815" y="9924"/>
                  <a:pt x="18922" y="1109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829" name="Shape 182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Objetivos</a:t>
            </a:r>
          </a:p>
        </p:txBody>
      </p:sp>
      <p:sp>
        <p:nvSpPr>
          <p:cNvPr id="1830" name="Shape 1830"/>
          <p:cNvSpPr/>
          <p:nvPr/>
        </p:nvSpPr>
        <p:spPr>
          <a:xfrm>
            <a:off x="13921810" y="5133058"/>
            <a:ext cx="1968656" cy="1474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8" y="5175"/>
                  <a:pt x="338" y="5175"/>
                  <a:pt x="338" y="5175"/>
                </a:cubicBezTo>
                <a:cubicBezTo>
                  <a:pt x="169" y="5400"/>
                  <a:pt x="0" y="5850"/>
                  <a:pt x="0" y="6300"/>
                </a:cubicBezTo>
                <a:cubicBezTo>
                  <a:pt x="0" y="6750"/>
                  <a:pt x="169" y="7200"/>
                  <a:pt x="338"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7" y="7200"/>
                  <a:pt x="16537" y="7200"/>
                  <a:pt x="16537"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831" name="Shape 183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1808"/>
                                        </p:tgtEl>
                                        <p:attrNameLst>
                                          <p:attrName>style.visibility</p:attrName>
                                        </p:attrNameLst>
                                      </p:cBhvr>
                                      <p:to>
                                        <p:strVal val="visible"/>
                                      </p:to>
                                    </p:set>
                                    <p:animEffect filter="wipe(down)" transition="in">
                                      <p:cBhvr>
                                        <p:cTn id="7" dur="500"/>
                                        <p:tgtEl>
                                          <p:spTgt spid="1808"/>
                                        </p:tgtEl>
                                      </p:cBhvr>
                                    </p:animEffect>
                                  </p:childTnLst>
                                </p:cTn>
                              </p:par>
                            </p:childTnLst>
                          </p:cTn>
                        </p:par>
                        <p:par>
                          <p:cTn id="8" fill="hold">
                            <p:stCondLst>
                              <p:cond delay="500"/>
                            </p:stCondLst>
                            <p:childTnLst>
                              <p:par>
                                <p:cTn id="9" presetClass="entr" nodeType="afterEffect" presetSubtype="1" presetID="22" grpId="2" fill="hold">
                                  <p:stCondLst>
                                    <p:cond delay="0"/>
                                  </p:stCondLst>
                                  <p:iterate type="el" backwards="0">
                                    <p:tmAbs val="0"/>
                                  </p:iterate>
                                  <p:childTnLst>
                                    <p:set>
                                      <p:cBhvr>
                                        <p:cTn id="10" fill="hold"/>
                                        <p:tgtEl>
                                          <p:spTgt spid="1809"/>
                                        </p:tgtEl>
                                        <p:attrNameLst>
                                          <p:attrName>style.visibility</p:attrName>
                                        </p:attrNameLst>
                                      </p:cBhvr>
                                      <p:to>
                                        <p:strVal val="visible"/>
                                      </p:to>
                                    </p:set>
                                    <p:animEffect filter="wipe(up)" transition="in">
                                      <p:cBhvr>
                                        <p:cTn id="11" dur="500"/>
                                        <p:tgtEl>
                                          <p:spTgt spid="1809"/>
                                        </p:tgtEl>
                                      </p:cBhvr>
                                    </p:animEffect>
                                  </p:childTnLst>
                                </p:cTn>
                              </p:par>
                            </p:childTnLst>
                          </p:cTn>
                        </p:par>
                        <p:par>
                          <p:cTn id="12" fill="hold">
                            <p:stCondLst>
                              <p:cond delay="1000"/>
                            </p:stCondLst>
                            <p:childTnLst>
                              <p:par>
                                <p:cTn id="13" presetClass="entr" nodeType="afterEffect" presetSubtype="4" presetID="22" grpId="3" fill="hold">
                                  <p:stCondLst>
                                    <p:cond delay="0"/>
                                  </p:stCondLst>
                                  <p:iterate type="el" backwards="0">
                                    <p:tmAbs val="0"/>
                                  </p:iterate>
                                  <p:childTnLst>
                                    <p:set>
                                      <p:cBhvr>
                                        <p:cTn id="14" fill="hold"/>
                                        <p:tgtEl>
                                          <p:spTgt spid="1810"/>
                                        </p:tgtEl>
                                        <p:attrNameLst>
                                          <p:attrName>style.visibility</p:attrName>
                                        </p:attrNameLst>
                                      </p:cBhvr>
                                      <p:to>
                                        <p:strVal val="visible"/>
                                      </p:to>
                                    </p:set>
                                    <p:animEffect filter="wipe(down)" transition="in">
                                      <p:cBhvr>
                                        <p:cTn id="15" dur="500"/>
                                        <p:tgtEl>
                                          <p:spTgt spid="1810"/>
                                        </p:tgtEl>
                                      </p:cBhvr>
                                    </p:animEffect>
                                  </p:childTnLst>
                                </p:cTn>
                              </p:par>
                            </p:childTnLst>
                          </p:cTn>
                        </p:par>
                        <p:par>
                          <p:cTn id="16" fill="hold">
                            <p:stCondLst>
                              <p:cond delay="1500"/>
                            </p:stCondLst>
                            <p:childTnLst>
                              <p:par>
                                <p:cTn id="17" presetClass="entr" nodeType="afterEffect" presetSubtype="1" presetID="22" grpId="4" fill="hold">
                                  <p:stCondLst>
                                    <p:cond delay="0"/>
                                  </p:stCondLst>
                                  <p:iterate type="el" backwards="0">
                                    <p:tmAbs val="0"/>
                                  </p:iterate>
                                  <p:childTnLst>
                                    <p:set>
                                      <p:cBhvr>
                                        <p:cTn id="18" fill="hold"/>
                                        <p:tgtEl>
                                          <p:spTgt spid="1811"/>
                                        </p:tgtEl>
                                        <p:attrNameLst>
                                          <p:attrName>style.visibility</p:attrName>
                                        </p:attrNameLst>
                                      </p:cBhvr>
                                      <p:to>
                                        <p:strVal val="visible"/>
                                      </p:to>
                                    </p:set>
                                    <p:animEffect filter="wipe(up)" transition="in">
                                      <p:cBhvr>
                                        <p:cTn id="19" dur="500"/>
                                        <p:tgtEl>
                                          <p:spTgt spid="1811"/>
                                        </p:tgtEl>
                                      </p:cBhvr>
                                    </p:animEffect>
                                  </p:childTnLst>
                                </p:cTn>
                              </p:par>
                            </p:childTnLst>
                          </p:cTn>
                        </p:par>
                        <p:par>
                          <p:cTn id="20" fill="hold">
                            <p:stCondLst>
                              <p:cond delay="2000"/>
                            </p:stCondLst>
                            <p:childTnLst>
                              <p:par>
                                <p:cTn id="21" presetClass="entr" nodeType="afterEffect" presetSubtype="16" presetID="23" grpId="5" fill="hold">
                                  <p:stCondLst>
                                    <p:cond delay="0"/>
                                  </p:stCondLst>
                                  <p:iterate type="el" backwards="0">
                                    <p:tmAbs val="0"/>
                                  </p:iterate>
                                  <p:childTnLst>
                                    <p:set>
                                      <p:cBhvr>
                                        <p:cTn id="22" fill="hold"/>
                                        <p:tgtEl>
                                          <p:spTgt spid="1826"/>
                                        </p:tgtEl>
                                        <p:attrNameLst>
                                          <p:attrName>style.visibility</p:attrName>
                                        </p:attrNameLst>
                                      </p:cBhvr>
                                      <p:to>
                                        <p:strVal val="visible"/>
                                      </p:to>
                                    </p:set>
                                    <p:anim calcmode="lin" valueType="num">
                                      <p:cBhvr>
                                        <p:cTn id="23" dur="500" fill="hold"/>
                                        <p:tgtEl>
                                          <p:spTgt spid="1826"/>
                                        </p:tgtEl>
                                        <p:attrNameLst>
                                          <p:attrName>ppt_w</p:attrName>
                                        </p:attrNameLst>
                                      </p:cBhvr>
                                      <p:tavLst>
                                        <p:tav tm="0">
                                          <p:val>
                                            <p:fltVal val="0"/>
                                          </p:val>
                                        </p:tav>
                                        <p:tav tm="100000">
                                          <p:val>
                                            <p:strVal val="#ppt_w"/>
                                          </p:val>
                                        </p:tav>
                                      </p:tavLst>
                                    </p:anim>
                                    <p:anim calcmode="lin" valueType="num">
                                      <p:cBhvr>
                                        <p:cTn id="24" dur="500" fill="hold"/>
                                        <p:tgtEl>
                                          <p:spTgt spid="1826"/>
                                        </p:tgtEl>
                                        <p:attrNameLst>
                                          <p:attrName>ppt_h</p:attrName>
                                        </p:attrNameLst>
                                      </p:cBhvr>
                                      <p:tavLst>
                                        <p:tav tm="0">
                                          <p:val>
                                            <p:fltVal val="0"/>
                                          </p:val>
                                        </p:tav>
                                        <p:tav tm="100000">
                                          <p:val>
                                            <p:strVal val="#ppt_h"/>
                                          </p:val>
                                        </p:tav>
                                      </p:tavLst>
                                    </p:anim>
                                  </p:childTnLst>
                                </p:cTn>
                              </p:par>
                            </p:childTnLst>
                          </p:cTn>
                        </p:par>
                        <p:par>
                          <p:cTn id="25" fill="hold">
                            <p:stCondLst>
                              <p:cond delay="2500"/>
                            </p:stCondLst>
                            <p:childTnLst>
                              <p:par>
                                <p:cTn id="26" presetClass="entr" nodeType="afterEffect" presetSubtype="1" presetID="2" grpId="6" fill="hold">
                                  <p:stCondLst>
                                    <p:cond delay="0"/>
                                  </p:stCondLst>
                                  <p:iterate type="el" backwards="0">
                                    <p:tmAbs val="0"/>
                                  </p:iterate>
                                  <p:childTnLst>
                                    <p:set>
                                      <p:cBhvr>
                                        <p:cTn id="27" fill="hold"/>
                                        <p:tgtEl>
                                          <p:spTgt spid="1812"/>
                                        </p:tgtEl>
                                        <p:attrNameLst>
                                          <p:attrName>style.visibility</p:attrName>
                                        </p:attrNameLst>
                                      </p:cBhvr>
                                      <p:to>
                                        <p:strVal val="visible"/>
                                      </p:to>
                                    </p:set>
                                    <p:anim calcmode="lin" valueType="num">
                                      <p:cBhvr>
                                        <p:cTn id="28" dur="1000" fill="hold"/>
                                        <p:tgtEl>
                                          <p:spTgt spid="1812"/>
                                        </p:tgtEl>
                                        <p:attrNameLst>
                                          <p:attrName>ppt_x</p:attrName>
                                        </p:attrNameLst>
                                      </p:cBhvr>
                                      <p:tavLst>
                                        <p:tav tm="0">
                                          <p:val>
                                            <p:strVal val="#ppt_x"/>
                                          </p:val>
                                        </p:tav>
                                        <p:tav tm="100000">
                                          <p:val>
                                            <p:strVal val="#ppt_x"/>
                                          </p:val>
                                        </p:tav>
                                      </p:tavLst>
                                    </p:anim>
                                    <p:anim calcmode="lin" valueType="num">
                                      <p:cBhvr>
                                        <p:cTn id="29" dur="1000" fill="hold"/>
                                        <p:tgtEl>
                                          <p:spTgt spid="1812"/>
                                        </p:tgtEl>
                                        <p:attrNameLst>
                                          <p:attrName>ppt_y</p:attrName>
                                        </p:attrNameLst>
                                      </p:cBhvr>
                                      <p:tavLst>
                                        <p:tav tm="0">
                                          <p:val>
                                            <p:strVal val="0-#ppt_h/2"/>
                                          </p:val>
                                        </p:tav>
                                        <p:tav tm="100000">
                                          <p:val>
                                            <p:strVal val="#ppt_y"/>
                                          </p:val>
                                        </p:tav>
                                      </p:tavLst>
                                    </p:anim>
                                  </p:childTnLst>
                                </p:cTn>
                              </p:par>
                            </p:childTnLst>
                          </p:cTn>
                        </p:par>
                        <p:par>
                          <p:cTn id="30" fill="hold">
                            <p:stCondLst>
                              <p:cond delay="3500"/>
                            </p:stCondLst>
                            <p:childTnLst>
                              <p:par>
                                <p:cTn id="31" presetClass="entr" nodeType="afterEffect" presetSubtype="1" presetID="2" grpId="7" fill="hold">
                                  <p:stCondLst>
                                    <p:cond delay="0"/>
                                  </p:stCondLst>
                                  <p:iterate type="el" backwards="0">
                                    <p:tmAbs val="0"/>
                                  </p:iterate>
                                  <p:childTnLst>
                                    <p:set>
                                      <p:cBhvr>
                                        <p:cTn id="32" fill="hold"/>
                                        <p:tgtEl>
                                          <p:spTgt spid="1815"/>
                                        </p:tgtEl>
                                        <p:attrNameLst>
                                          <p:attrName>style.visibility</p:attrName>
                                        </p:attrNameLst>
                                      </p:cBhvr>
                                      <p:to>
                                        <p:strVal val="visible"/>
                                      </p:to>
                                    </p:set>
                                    <p:anim calcmode="lin" valueType="num">
                                      <p:cBhvr>
                                        <p:cTn id="33" dur="1000" fill="hold"/>
                                        <p:tgtEl>
                                          <p:spTgt spid="1815"/>
                                        </p:tgtEl>
                                        <p:attrNameLst>
                                          <p:attrName>ppt_x</p:attrName>
                                        </p:attrNameLst>
                                      </p:cBhvr>
                                      <p:tavLst>
                                        <p:tav tm="0">
                                          <p:val>
                                            <p:strVal val="#ppt_x"/>
                                          </p:val>
                                        </p:tav>
                                        <p:tav tm="100000">
                                          <p:val>
                                            <p:strVal val="#ppt_x"/>
                                          </p:val>
                                        </p:tav>
                                      </p:tavLst>
                                    </p:anim>
                                    <p:anim calcmode="lin" valueType="num">
                                      <p:cBhvr>
                                        <p:cTn id="34" dur="1000" fill="hold"/>
                                        <p:tgtEl>
                                          <p:spTgt spid="1815"/>
                                        </p:tgtEl>
                                        <p:attrNameLst>
                                          <p:attrName>ppt_y</p:attrName>
                                        </p:attrNameLst>
                                      </p:cBhvr>
                                      <p:tavLst>
                                        <p:tav tm="0">
                                          <p:val>
                                            <p:strVal val="0-#ppt_h/2"/>
                                          </p:val>
                                        </p:tav>
                                        <p:tav tm="100000">
                                          <p:val>
                                            <p:strVal val="#ppt_y"/>
                                          </p:val>
                                        </p:tav>
                                      </p:tavLst>
                                    </p:anim>
                                  </p:childTnLst>
                                </p:cTn>
                              </p:par>
                            </p:childTnLst>
                          </p:cTn>
                        </p:par>
                        <p:par>
                          <p:cTn id="35" fill="hold">
                            <p:stCondLst>
                              <p:cond delay="4500"/>
                            </p:stCondLst>
                            <p:childTnLst>
                              <p:par>
                                <p:cTn id="36" presetClass="entr" nodeType="afterEffect" presetSubtype="1" presetID="2" grpId="8" fill="hold">
                                  <p:stCondLst>
                                    <p:cond delay="0"/>
                                  </p:stCondLst>
                                  <p:iterate type="el" backwards="0">
                                    <p:tmAbs val="0"/>
                                  </p:iterate>
                                  <p:childTnLst>
                                    <p:set>
                                      <p:cBhvr>
                                        <p:cTn id="37" fill="hold"/>
                                        <p:tgtEl>
                                          <p:spTgt spid="1818"/>
                                        </p:tgtEl>
                                        <p:attrNameLst>
                                          <p:attrName>style.visibility</p:attrName>
                                        </p:attrNameLst>
                                      </p:cBhvr>
                                      <p:to>
                                        <p:strVal val="visible"/>
                                      </p:to>
                                    </p:set>
                                    <p:anim calcmode="lin" valueType="num">
                                      <p:cBhvr>
                                        <p:cTn id="38" dur="1000" fill="hold"/>
                                        <p:tgtEl>
                                          <p:spTgt spid="1818"/>
                                        </p:tgtEl>
                                        <p:attrNameLst>
                                          <p:attrName>ppt_x</p:attrName>
                                        </p:attrNameLst>
                                      </p:cBhvr>
                                      <p:tavLst>
                                        <p:tav tm="0">
                                          <p:val>
                                            <p:strVal val="#ppt_x"/>
                                          </p:val>
                                        </p:tav>
                                        <p:tav tm="100000">
                                          <p:val>
                                            <p:strVal val="#ppt_x"/>
                                          </p:val>
                                        </p:tav>
                                      </p:tavLst>
                                    </p:anim>
                                    <p:anim calcmode="lin" valueType="num">
                                      <p:cBhvr>
                                        <p:cTn id="39" dur="1000" fill="hold"/>
                                        <p:tgtEl>
                                          <p:spTgt spid="1818"/>
                                        </p:tgtEl>
                                        <p:attrNameLst>
                                          <p:attrName>ppt_y</p:attrName>
                                        </p:attrNameLst>
                                      </p:cBhvr>
                                      <p:tavLst>
                                        <p:tav tm="0">
                                          <p:val>
                                            <p:strVal val="0-#ppt_h/2"/>
                                          </p:val>
                                        </p:tav>
                                        <p:tav tm="100000">
                                          <p:val>
                                            <p:strVal val="#ppt_y"/>
                                          </p:val>
                                        </p:tav>
                                      </p:tavLst>
                                    </p:anim>
                                  </p:childTnLst>
                                </p:cTn>
                              </p:par>
                            </p:childTnLst>
                          </p:cTn>
                        </p:par>
                        <p:par>
                          <p:cTn id="40" fill="hold">
                            <p:stCondLst>
                              <p:cond delay="5500"/>
                            </p:stCondLst>
                            <p:childTnLst>
                              <p:par>
                                <p:cTn id="41" presetClass="entr" nodeType="afterEffect" presetSubtype="1" presetID="2" grpId="9" fill="hold">
                                  <p:stCondLst>
                                    <p:cond delay="0"/>
                                  </p:stCondLst>
                                  <p:iterate type="el" backwards="0">
                                    <p:tmAbs val="0"/>
                                  </p:iterate>
                                  <p:childTnLst>
                                    <p:set>
                                      <p:cBhvr>
                                        <p:cTn id="42" fill="hold"/>
                                        <p:tgtEl>
                                          <p:spTgt spid="1821"/>
                                        </p:tgtEl>
                                        <p:attrNameLst>
                                          <p:attrName>style.visibility</p:attrName>
                                        </p:attrNameLst>
                                      </p:cBhvr>
                                      <p:to>
                                        <p:strVal val="visible"/>
                                      </p:to>
                                    </p:set>
                                    <p:anim calcmode="lin" valueType="num">
                                      <p:cBhvr>
                                        <p:cTn id="43" dur="1000" fill="hold"/>
                                        <p:tgtEl>
                                          <p:spTgt spid="1821"/>
                                        </p:tgtEl>
                                        <p:attrNameLst>
                                          <p:attrName>ppt_x</p:attrName>
                                        </p:attrNameLst>
                                      </p:cBhvr>
                                      <p:tavLst>
                                        <p:tav tm="0">
                                          <p:val>
                                            <p:strVal val="#ppt_x"/>
                                          </p:val>
                                        </p:tav>
                                        <p:tav tm="100000">
                                          <p:val>
                                            <p:strVal val="#ppt_x"/>
                                          </p:val>
                                        </p:tav>
                                      </p:tavLst>
                                    </p:anim>
                                    <p:anim calcmode="lin" valueType="num">
                                      <p:cBhvr>
                                        <p:cTn id="44" dur="1000" fill="hold"/>
                                        <p:tgtEl>
                                          <p:spTgt spid="1821"/>
                                        </p:tgtEl>
                                        <p:attrNameLst>
                                          <p:attrName>ppt_y</p:attrName>
                                        </p:attrNameLst>
                                      </p:cBhvr>
                                      <p:tavLst>
                                        <p:tav tm="0">
                                          <p:val>
                                            <p:strVal val="0-#ppt_h/2"/>
                                          </p:val>
                                        </p:tav>
                                        <p:tav tm="100000">
                                          <p:val>
                                            <p:strVal val="#ppt_y"/>
                                          </p:val>
                                        </p:tav>
                                      </p:tavLst>
                                    </p:anim>
                                  </p:childTnLst>
                                </p:cTn>
                              </p:par>
                            </p:childTnLst>
                          </p:cTn>
                        </p:par>
                        <p:par>
                          <p:cTn id="45" fill="hold">
                            <p:stCondLst>
                              <p:cond delay="6500"/>
                            </p:stCondLst>
                            <p:childTnLst>
                              <p:par>
                                <p:cTn id="46" presetClass="entr" nodeType="afterEffect" presetID="9" grpId="10" fill="hold">
                                  <p:stCondLst>
                                    <p:cond delay="0"/>
                                  </p:stCondLst>
                                  <p:iterate type="el" backwards="0">
                                    <p:tmAbs val="0"/>
                                  </p:iterate>
                                  <p:childTnLst>
                                    <p:set>
                                      <p:cBhvr>
                                        <p:cTn id="47" fill="hold"/>
                                        <p:tgtEl>
                                          <p:spTgt spid="1814"/>
                                        </p:tgtEl>
                                        <p:attrNameLst>
                                          <p:attrName>style.visibility</p:attrName>
                                        </p:attrNameLst>
                                      </p:cBhvr>
                                      <p:to>
                                        <p:strVal val="visible"/>
                                      </p:to>
                                    </p:set>
                                    <p:animEffect filter="dissolve" transition="in">
                                      <p:cBhvr>
                                        <p:cTn id="48" dur="500"/>
                                        <p:tgtEl>
                                          <p:spTgt spid="1814"/>
                                        </p:tgtEl>
                                      </p:cBhvr>
                                    </p:animEffect>
                                  </p:childTnLst>
                                </p:cTn>
                              </p:par>
                            </p:childTnLst>
                          </p:cTn>
                        </p:par>
                        <p:par>
                          <p:cTn id="49" fill="hold">
                            <p:stCondLst>
                              <p:cond delay="7000"/>
                            </p:stCondLst>
                            <p:childTnLst>
                              <p:par>
                                <p:cTn id="50" presetClass="entr" nodeType="afterEffect" presetID="9" grpId="11" fill="hold">
                                  <p:stCondLst>
                                    <p:cond delay="0"/>
                                  </p:stCondLst>
                                  <p:iterate type="el" backwards="0">
                                    <p:tmAbs val="0"/>
                                  </p:iterate>
                                  <p:childTnLst>
                                    <p:set>
                                      <p:cBhvr>
                                        <p:cTn id="51" fill="hold"/>
                                        <p:tgtEl>
                                          <p:spTgt spid="1817"/>
                                        </p:tgtEl>
                                        <p:attrNameLst>
                                          <p:attrName>style.visibility</p:attrName>
                                        </p:attrNameLst>
                                      </p:cBhvr>
                                      <p:to>
                                        <p:strVal val="visible"/>
                                      </p:to>
                                    </p:set>
                                    <p:animEffect filter="dissolve" transition="in">
                                      <p:cBhvr>
                                        <p:cTn id="52" dur="500"/>
                                        <p:tgtEl>
                                          <p:spTgt spid="1817"/>
                                        </p:tgtEl>
                                      </p:cBhvr>
                                    </p:animEffect>
                                  </p:childTnLst>
                                </p:cTn>
                              </p:par>
                            </p:childTnLst>
                          </p:cTn>
                        </p:par>
                        <p:par>
                          <p:cTn id="53" fill="hold">
                            <p:stCondLst>
                              <p:cond delay="7500"/>
                            </p:stCondLst>
                            <p:childTnLst>
                              <p:par>
                                <p:cTn id="54" presetClass="entr" nodeType="afterEffect" presetID="9" grpId="12" fill="hold">
                                  <p:stCondLst>
                                    <p:cond delay="0"/>
                                  </p:stCondLst>
                                  <p:iterate type="el" backwards="0">
                                    <p:tmAbs val="0"/>
                                  </p:iterate>
                                  <p:childTnLst>
                                    <p:set>
                                      <p:cBhvr>
                                        <p:cTn id="55" fill="hold"/>
                                        <p:tgtEl>
                                          <p:spTgt spid="1820"/>
                                        </p:tgtEl>
                                        <p:attrNameLst>
                                          <p:attrName>style.visibility</p:attrName>
                                        </p:attrNameLst>
                                      </p:cBhvr>
                                      <p:to>
                                        <p:strVal val="visible"/>
                                      </p:to>
                                    </p:set>
                                    <p:animEffect filter="dissolve" transition="in">
                                      <p:cBhvr>
                                        <p:cTn id="56" dur="500"/>
                                        <p:tgtEl>
                                          <p:spTgt spid="1820"/>
                                        </p:tgtEl>
                                      </p:cBhvr>
                                    </p:animEffect>
                                  </p:childTnLst>
                                </p:cTn>
                              </p:par>
                            </p:childTnLst>
                          </p:cTn>
                        </p:par>
                        <p:par>
                          <p:cTn id="57" fill="hold">
                            <p:stCondLst>
                              <p:cond delay="8000"/>
                            </p:stCondLst>
                            <p:childTnLst>
                              <p:par>
                                <p:cTn id="58" presetClass="entr" nodeType="afterEffect" presetID="9" grpId="13" fill="hold">
                                  <p:stCondLst>
                                    <p:cond delay="0"/>
                                  </p:stCondLst>
                                  <p:iterate type="el" backwards="0">
                                    <p:tmAbs val="0"/>
                                  </p:iterate>
                                  <p:childTnLst>
                                    <p:set>
                                      <p:cBhvr>
                                        <p:cTn id="59" fill="hold"/>
                                        <p:tgtEl>
                                          <p:spTgt spid="1823"/>
                                        </p:tgtEl>
                                        <p:attrNameLst>
                                          <p:attrName>style.visibility</p:attrName>
                                        </p:attrNameLst>
                                      </p:cBhvr>
                                      <p:to>
                                        <p:strVal val="visible"/>
                                      </p:to>
                                    </p:set>
                                    <p:animEffect filter="dissolve" transition="in">
                                      <p:cBhvr>
                                        <p:cTn id="60" dur="500"/>
                                        <p:tgtEl>
                                          <p:spTgt spid="1823"/>
                                        </p:tgtEl>
                                      </p:cBhvr>
                                    </p:animEffect>
                                  </p:childTnLst>
                                </p:cTn>
                              </p:par>
                            </p:childTnLst>
                          </p:cTn>
                        </p:par>
                        <p:par>
                          <p:cTn id="61" fill="hold">
                            <p:stCondLst>
                              <p:cond delay="8500"/>
                            </p:stCondLst>
                            <p:childTnLst>
                              <p:par>
                                <p:cTn id="62" presetClass="entr" nodeType="afterEffect" presetID="9" grpId="14" fill="hold">
                                  <p:stCondLst>
                                    <p:cond delay="0"/>
                                  </p:stCondLst>
                                  <p:iterate type="el" backwards="0">
                                    <p:tmAbs val="0"/>
                                  </p:iterate>
                                  <p:childTnLst>
                                    <p:set>
                                      <p:cBhvr>
                                        <p:cTn id="63" fill="hold"/>
                                        <p:tgtEl>
                                          <p:spTgt spid="1813"/>
                                        </p:tgtEl>
                                        <p:attrNameLst>
                                          <p:attrName>style.visibility</p:attrName>
                                        </p:attrNameLst>
                                      </p:cBhvr>
                                      <p:to>
                                        <p:strVal val="visible"/>
                                      </p:to>
                                    </p:set>
                                    <p:animEffect filter="dissolve" transition="in">
                                      <p:cBhvr>
                                        <p:cTn id="64" dur="500"/>
                                        <p:tgtEl>
                                          <p:spTgt spid="1813"/>
                                        </p:tgtEl>
                                      </p:cBhvr>
                                    </p:animEffect>
                                  </p:childTnLst>
                                </p:cTn>
                              </p:par>
                            </p:childTnLst>
                          </p:cTn>
                        </p:par>
                        <p:par>
                          <p:cTn id="65" fill="hold">
                            <p:stCondLst>
                              <p:cond delay="9000"/>
                            </p:stCondLst>
                            <p:childTnLst>
                              <p:par>
                                <p:cTn id="66" presetClass="entr" nodeType="afterEffect" presetID="9" grpId="15" fill="hold">
                                  <p:stCondLst>
                                    <p:cond delay="0"/>
                                  </p:stCondLst>
                                  <p:iterate type="el" backwards="0">
                                    <p:tmAbs val="0"/>
                                  </p:iterate>
                                  <p:childTnLst>
                                    <p:set>
                                      <p:cBhvr>
                                        <p:cTn id="67" fill="hold"/>
                                        <p:tgtEl>
                                          <p:spTgt spid="1816"/>
                                        </p:tgtEl>
                                        <p:attrNameLst>
                                          <p:attrName>style.visibility</p:attrName>
                                        </p:attrNameLst>
                                      </p:cBhvr>
                                      <p:to>
                                        <p:strVal val="visible"/>
                                      </p:to>
                                    </p:set>
                                    <p:animEffect filter="dissolve" transition="in">
                                      <p:cBhvr>
                                        <p:cTn id="68" dur="500"/>
                                        <p:tgtEl>
                                          <p:spTgt spid="1816"/>
                                        </p:tgtEl>
                                      </p:cBhvr>
                                    </p:animEffect>
                                  </p:childTnLst>
                                </p:cTn>
                              </p:par>
                            </p:childTnLst>
                          </p:cTn>
                        </p:par>
                        <p:par>
                          <p:cTn id="69" fill="hold">
                            <p:stCondLst>
                              <p:cond delay="9500"/>
                            </p:stCondLst>
                            <p:childTnLst>
                              <p:par>
                                <p:cTn id="70" presetClass="entr" nodeType="afterEffect" presetID="9" grpId="16" fill="hold">
                                  <p:stCondLst>
                                    <p:cond delay="0"/>
                                  </p:stCondLst>
                                  <p:iterate type="el" backwards="0">
                                    <p:tmAbs val="0"/>
                                  </p:iterate>
                                  <p:childTnLst>
                                    <p:set>
                                      <p:cBhvr>
                                        <p:cTn id="71" fill="hold"/>
                                        <p:tgtEl>
                                          <p:spTgt spid="1819"/>
                                        </p:tgtEl>
                                        <p:attrNameLst>
                                          <p:attrName>style.visibility</p:attrName>
                                        </p:attrNameLst>
                                      </p:cBhvr>
                                      <p:to>
                                        <p:strVal val="visible"/>
                                      </p:to>
                                    </p:set>
                                    <p:animEffect filter="dissolve" transition="in">
                                      <p:cBhvr>
                                        <p:cTn id="72" dur="500"/>
                                        <p:tgtEl>
                                          <p:spTgt spid="1819"/>
                                        </p:tgtEl>
                                      </p:cBhvr>
                                    </p:animEffect>
                                  </p:childTnLst>
                                </p:cTn>
                              </p:par>
                            </p:childTnLst>
                          </p:cTn>
                        </p:par>
                        <p:par>
                          <p:cTn id="73" fill="hold">
                            <p:stCondLst>
                              <p:cond delay="10000"/>
                            </p:stCondLst>
                            <p:childTnLst>
                              <p:par>
                                <p:cTn id="74" presetClass="entr" nodeType="afterEffect" presetID="9" grpId="17" fill="hold">
                                  <p:stCondLst>
                                    <p:cond delay="0"/>
                                  </p:stCondLst>
                                  <p:iterate type="el" backwards="0">
                                    <p:tmAbs val="0"/>
                                  </p:iterate>
                                  <p:childTnLst>
                                    <p:set>
                                      <p:cBhvr>
                                        <p:cTn id="75" fill="hold"/>
                                        <p:tgtEl>
                                          <p:spTgt spid="1822"/>
                                        </p:tgtEl>
                                        <p:attrNameLst>
                                          <p:attrName>style.visibility</p:attrName>
                                        </p:attrNameLst>
                                      </p:cBhvr>
                                      <p:to>
                                        <p:strVal val="visible"/>
                                      </p:to>
                                    </p:set>
                                    <p:animEffect filter="dissolve" transition="in">
                                      <p:cBhvr>
                                        <p:cTn id="76" dur="500"/>
                                        <p:tgtEl>
                                          <p:spTgt spid="1822"/>
                                        </p:tgtEl>
                                      </p:cBhvr>
                                    </p:animEffect>
                                  </p:childTnLst>
                                </p:cTn>
                              </p:par>
                            </p:childTnLst>
                          </p:cTn>
                        </p:par>
                        <p:par>
                          <p:cTn id="77" fill="hold">
                            <p:stCondLst>
                              <p:cond delay="10500"/>
                            </p:stCondLst>
                            <p:childTnLst>
                              <p:par>
                                <p:cTn id="78" presetClass="entr" nodeType="afterEffect" presetSubtype="16" presetID="23" grpId="18" fill="hold">
                                  <p:stCondLst>
                                    <p:cond delay="0"/>
                                  </p:stCondLst>
                                  <p:iterate type="el" backwards="0">
                                    <p:tmAbs val="0"/>
                                  </p:iterate>
                                  <p:childTnLst>
                                    <p:set>
                                      <p:cBhvr>
                                        <p:cTn id="79" fill="hold"/>
                                        <p:tgtEl>
                                          <p:spTgt spid="1830"/>
                                        </p:tgtEl>
                                        <p:attrNameLst>
                                          <p:attrName>style.visibility</p:attrName>
                                        </p:attrNameLst>
                                      </p:cBhvr>
                                      <p:to>
                                        <p:strVal val="visible"/>
                                      </p:to>
                                    </p:set>
                                    <p:anim calcmode="lin" valueType="num">
                                      <p:cBhvr>
                                        <p:cTn id="80" dur="500" fill="hold"/>
                                        <p:tgtEl>
                                          <p:spTgt spid="1830"/>
                                        </p:tgtEl>
                                        <p:attrNameLst>
                                          <p:attrName>ppt_w</p:attrName>
                                        </p:attrNameLst>
                                      </p:cBhvr>
                                      <p:tavLst>
                                        <p:tav tm="0">
                                          <p:val>
                                            <p:fltVal val="0"/>
                                          </p:val>
                                        </p:tav>
                                        <p:tav tm="100000">
                                          <p:val>
                                            <p:strVal val="#ppt_w"/>
                                          </p:val>
                                        </p:tav>
                                      </p:tavLst>
                                    </p:anim>
                                    <p:anim calcmode="lin" valueType="num">
                                      <p:cBhvr>
                                        <p:cTn id="81" dur="500" fill="hold"/>
                                        <p:tgtEl>
                                          <p:spTgt spid="183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809" grpId="2"/>
      <p:bldP build="whole" bldLvl="1" animBg="1" rev="0" advAuto="0" spid="1820" grpId="12"/>
      <p:bldP build="whole" bldLvl="1" animBg="1" rev="0" advAuto="0" spid="1826" grpId="5"/>
      <p:bldP build="whole" bldLvl="1" animBg="1" rev="0" advAuto="0" spid="1819" grpId="16"/>
      <p:bldP build="whole" bldLvl="1" animBg="1" rev="0" advAuto="0" spid="1822" grpId="17"/>
      <p:bldP build="whole" bldLvl="1" animBg="1" rev="0" advAuto="0" spid="1808" grpId="1"/>
      <p:bldP build="whole" bldLvl="1" animBg="1" rev="0" advAuto="0" spid="1812" grpId="6"/>
      <p:bldP build="whole" bldLvl="1" animBg="1" rev="0" advAuto="0" spid="1818" grpId="8"/>
      <p:bldP build="whole" bldLvl="1" animBg="1" rev="0" advAuto="0" spid="1810" grpId="3"/>
      <p:bldP build="whole" bldLvl="1" animBg="1" rev="0" advAuto="0" spid="1816" grpId="15"/>
      <p:bldP build="whole" bldLvl="1" animBg="1" rev="0" advAuto="0" spid="1814" grpId="10"/>
      <p:bldP build="whole" bldLvl="1" animBg="1" rev="0" advAuto="0" spid="1823" grpId="13"/>
      <p:bldP build="whole" bldLvl="1" animBg="1" rev="0" advAuto="0" spid="1815" grpId="7"/>
      <p:bldP build="whole" bldLvl="1" animBg="1" rev="0" advAuto="0" spid="1821" grpId="9"/>
      <p:bldP build="whole" bldLvl="1" animBg="1" rev="0" advAuto="0" spid="1830" grpId="18"/>
      <p:bldP build="whole" bldLvl="1" animBg="1" rev="0" advAuto="0" spid="1817" grpId="11"/>
      <p:bldP build="whole" bldLvl="1" animBg="1" rev="0" advAuto="0" spid="1811" grpId="4"/>
      <p:bldP build="whole" bldLvl="1" animBg="1" rev="0" advAuto="0" spid="1813" grpId="14"/>
    </p:bldLst>
  </p:timing>
</p:sld>
</file>

<file path=ppt/slides/slide6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pic>
        <p:nvPicPr>
          <p:cNvPr id="1833" name=""/>
          <p:cNvPicPr>
            <a:picLocks noChangeAspect="0"/>
          </p:cNvPicPr>
          <p:nvPr/>
        </p:nvPicPr>
        <p:blipFill>
          <a:blip r:embed="rId2">
            <a:extLst/>
          </a:blip>
          <a:stretch>
            <a:fillRect/>
          </a:stretch>
        </p:blipFill>
        <p:spPr>
          <a:xfrm>
            <a:off x="2108543" y="3816556"/>
            <a:ext cx="6312078" cy="6438901"/>
          </a:xfrm>
          <a:prstGeom prst="rect">
            <a:avLst/>
          </a:prstGeom>
        </p:spPr>
      </p:pic>
      <p:sp>
        <p:nvSpPr>
          <p:cNvPr id="1835" name="Shape 1835"/>
          <p:cNvSpPr/>
          <p:nvPr/>
        </p:nvSpPr>
        <p:spPr>
          <a:xfrm>
            <a:off x="2857500" y="5892800"/>
            <a:ext cx="4749800" cy="22860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defTabSz="825500">
              <a:defRPr sz="3200">
                <a:latin typeface="Raleway SemiBold"/>
                <a:ea typeface="Raleway SemiBold"/>
                <a:cs typeface="Raleway SemiBold"/>
                <a:sym typeface="Raleway SemiBold"/>
              </a:defRPr>
            </a:pPr>
            <a:r>
              <a:t>Título</a:t>
            </a:r>
          </a:p>
          <a:p>
            <a:pPr defTabSz="825500">
              <a:defRPr sz="3200">
                <a:latin typeface="Raleway Regular"/>
                <a:ea typeface="Raleway Regular"/>
                <a:cs typeface="Raleway Regular"/>
                <a:sym typeface="Raleway Regular"/>
              </a:defRPr>
            </a:pPr>
            <a:r>
              <a:t>Descripción</a:t>
            </a:r>
          </a:p>
        </p:txBody>
      </p:sp>
      <p:pic>
        <p:nvPicPr>
          <p:cNvPr id="1836" name=""/>
          <p:cNvPicPr>
            <a:picLocks noChangeAspect="0"/>
          </p:cNvPicPr>
          <p:nvPr/>
        </p:nvPicPr>
        <p:blipFill>
          <a:blip r:embed="rId2">
            <a:extLst/>
          </a:blip>
          <a:stretch>
            <a:fillRect/>
          </a:stretch>
        </p:blipFill>
        <p:spPr>
          <a:xfrm>
            <a:off x="9042329" y="3809999"/>
            <a:ext cx="6312078" cy="6438901"/>
          </a:xfrm>
          <a:prstGeom prst="rect">
            <a:avLst/>
          </a:prstGeom>
        </p:spPr>
      </p:pic>
      <p:sp>
        <p:nvSpPr>
          <p:cNvPr id="1838" name="Shape 1838"/>
          <p:cNvSpPr/>
          <p:nvPr/>
        </p:nvSpPr>
        <p:spPr>
          <a:xfrm>
            <a:off x="9791700" y="5956300"/>
            <a:ext cx="4749800" cy="22860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defTabSz="825500">
              <a:defRPr sz="3200">
                <a:latin typeface="Raleway SemiBold"/>
                <a:ea typeface="Raleway SemiBold"/>
                <a:cs typeface="Raleway SemiBold"/>
                <a:sym typeface="Raleway SemiBold"/>
              </a:defRPr>
            </a:pPr>
            <a:r>
              <a:t>Título</a:t>
            </a:r>
          </a:p>
          <a:p>
            <a:pPr defTabSz="825500">
              <a:defRPr sz="3200">
                <a:latin typeface="Raleway Regular"/>
                <a:ea typeface="Raleway Regular"/>
                <a:cs typeface="Raleway Regular"/>
                <a:sym typeface="Raleway Regular"/>
              </a:defRPr>
            </a:pPr>
            <a:r>
              <a:t>Descripción</a:t>
            </a:r>
          </a:p>
        </p:txBody>
      </p:sp>
      <p:pic>
        <p:nvPicPr>
          <p:cNvPr id="1839" name=""/>
          <p:cNvPicPr>
            <a:picLocks noChangeAspect="0"/>
          </p:cNvPicPr>
          <p:nvPr/>
        </p:nvPicPr>
        <p:blipFill>
          <a:blip r:embed="rId2">
            <a:extLst/>
          </a:blip>
          <a:stretch>
            <a:fillRect/>
          </a:stretch>
        </p:blipFill>
        <p:spPr>
          <a:xfrm>
            <a:off x="15900329" y="3809999"/>
            <a:ext cx="6312078" cy="6438901"/>
          </a:xfrm>
          <a:prstGeom prst="rect">
            <a:avLst/>
          </a:prstGeom>
        </p:spPr>
      </p:pic>
      <p:sp>
        <p:nvSpPr>
          <p:cNvPr id="1841" name="Shape 1841"/>
          <p:cNvSpPr/>
          <p:nvPr/>
        </p:nvSpPr>
        <p:spPr>
          <a:xfrm>
            <a:off x="16725900" y="5956300"/>
            <a:ext cx="4749800" cy="22860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defTabSz="825500">
              <a:defRPr sz="3200">
                <a:latin typeface="Raleway SemiBold"/>
                <a:ea typeface="Raleway SemiBold"/>
                <a:cs typeface="Raleway SemiBold"/>
                <a:sym typeface="Raleway SemiBold"/>
              </a:defRPr>
            </a:pPr>
            <a:r>
              <a:t>Título</a:t>
            </a:r>
          </a:p>
          <a:p>
            <a:pPr defTabSz="825500">
              <a:defRPr sz="3200">
                <a:latin typeface="Raleway Regular"/>
                <a:ea typeface="Raleway Regular"/>
                <a:cs typeface="Raleway Regular"/>
                <a:sym typeface="Raleway Regular"/>
              </a:defRPr>
            </a:pPr>
            <a:r>
              <a:t>Descripción</a:t>
            </a:r>
          </a:p>
        </p:txBody>
      </p:sp>
      <p:pic>
        <p:nvPicPr>
          <p:cNvPr id="1842" name=""/>
          <p:cNvPicPr>
            <a:picLocks noChangeAspect="0"/>
          </p:cNvPicPr>
          <p:nvPr/>
        </p:nvPicPr>
        <p:blipFill>
          <a:blip r:embed="rId3">
            <a:extLst/>
          </a:blip>
          <a:stretch>
            <a:fillRect/>
          </a:stretch>
        </p:blipFill>
        <p:spPr>
          <a:xfrm>
            <a:off x="7696192" y="4711462"/>
            <a:ext cx="1981208" cy="495538"/>
          </a:xfrm>
          <a:prstGeom prst="rect">
            <a:avLst/>
          </a:prstGeom>
        </p:spPr>
      </p:pic>
      <p:pic>
        <p:nvPicPr>
          <p:cNvPr id="1844" name=""/>
          <p:cNvPicPr>
            <a:picLocks noChangeAspect="0"/>
          </p:cNvPicPr>
          <p:nvPr/>
        </p:nvPicPr>
        <p:blipFill>
          <a:blip r:embed="rId4">
            <a:extLst/>
          </a:blip>
          <a:stretch>
            <a:fillRect/>
          </a:stretch>
        </p:blipFill>
        <p:spPr>
          <a:xfrm>
            <a:off x="9227146" y="4743675"/>
            <a:ext cx="410625" cy="425002"/>
          </a:xfrm>
          <a:prstGeom prst="rect">
            <a:avLst/>
          </a:prstGeom>
        </p:spPr>
      </p:pic>
      <p:sp>
        <p:nvSpPr>
          <p:cNvPr id="1846" name="Shape 1846"/>
          <p:cNvSpPr/>
          <p:nvPr/>
        </p:nvSpPr>
        <p:spPr>
          <a:xfrm>
            <a:off x="303300" y="819179"/>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Proceso</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1847" name="Shape 184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849" name="Shape 1849"/>
          <p:cNvSpPr/>
          <p:nvPr/>
        </p:nvSpPr>
        <p:spPr>
          <a:xfrm>
            <a:off x="303300" y="819179"/>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Pasos</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1850" name="Shape 1850"/>
          <p:cNvSpPr/>
          <p:nvPr/>
        </p:nvSpPr>
        <p:spPr>
          <a:xfrm>
            <a:off x="4465122" y="10243587"/>
            <a:ext cx="19930108" cy="2160001"/>
          </a:xfrm>
          <a:prstGeom prst="rect">
            <a:avLst/>
          </a:prstGeom>
          <a:solidFill>
            <a:srgbClr val="67B3E0"/>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51" name="Shape 1851"/>
          <p:cNvSpPr/>
          <p:nvPr/>
        </p:nvSpPr>
        <p:spPr>
          <a:xfrm>
            <a:off x="7053381" y="8082271"/>
            <a:ext cx="17341847" cy="2160001"/>
          </a:xfrm>
          <a:prstGeom prst="rect">
            <a:avLst/>
          </a:prstGeom>
          <a:solidFill>
            <a:srgbClr val="029FDC"/>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52" name="Shape 1852"/>
          <p:cNvSpPr/>
          <p:nvPr/>
        </p:nvSpPr>
        <p:spPr>
          <a:xfrm>
            <a:off x="9640065" y="5909081"/>
            <a:ext cx="14740190" cy="2160001"/>
          </a:xfrm>
          <a:prstGeom prst="rect">
            <a:avLst/>
          </a:prstGeom>
          <a:solidFill>
            <a:srgbClr val="397ECA"/>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1853" name="Shape 1853"/>
          <p:cNvSpPr/>
          <p:nvPr/>
        </p:nvSpPr>
        <p:spPr>
          <a:xfrm>
            <a:off x="12203545" y="3747765"/>
            <a:ext cx="12176709" cy="2160001"/>
          </a:xfrm>
          <a:prstGeom prst="rect">
            <a:avLst/>
          </a:prstGeom>
          <a:solidFill>
            <a:srgbClr val="144973"/>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grpSp>
        <p:nvGrpSpPr>
          <p:cNvPr id="1873" name="Group 1873"/>
          <p:cNvGrpSpPr/>
          <p:nvPr/>
        </p:nvGrpSpPr>
        <p:grpSpPr>
          <a:xfrm>
            <a:off x="2138859" y="10266022"/>
            <a:ext cx="1998633" cy="1970667"/>
            <a:chOff x="0" y="0"/>
            <a:chExt cx="1998632" cy="1970665"/>
          </a:xfrm>
        </p:grpSpPr>
        <p:sp>
          <p:nvSpPr>
            <p:cNvPr id="1854" name="Shape 1854"/>
            <p:cNvSpPr/>
            <p:nvPr/>
          </p:nvSpPr>
          <p:spPr>
            <a:xfrm>
              <a:off x="1467241" y="1211265"/>
              <a:ext cx="531392" cy="759401"/>
            </a:xfrm>
            <a:custGeom>
              <a:avLst/>
              <a:gdLst/>
              <a:ahLst/>
              <a:cxnLst>
                <a:cxn ang="0">
                  <a:pos x="wd2" y="hd2"/>
                </a:cxn>
                <a:cxn ang="5400000">
                  <a:pos x="wd2" y="hd2"/>
                </a:cxn>
                <a:cxn ang="10800000">
                  <a:pos x="wd2" y="hd2"/>
                </a:cxn>
                <a:cxn ang="16200000">
                  <a:pos x="wd2" y="hd2"/>
                </a:cxn>
              </a:cxnLst>
              <a:rect l="0" t="0" r="r" b="b"/>
              <a:pathLst>
                <a:path w="21600" h="21477" fill="norm" stroke="1" extrusionOk="0">
                  <a:moveTo>
                    <a:pt x="8723" y="20027"/>
                  </a:moveTo>
                  <a:cubicBezTo>
                    <a:pt x="8723" y="20752"/>
                    <a:pt x="9762" y="21477"/>
                    <a:pt x="10800" y="21477"/>
                  </a:cubicBezTo>
                  <a:cubicBezTo>
                    <a:pt x="12046" y="21477"/>
                    <a:pt x="13085" y="20752"/>
                    <a:pt x="13085" y="20027"/>
                  </a:cubicBezTo>
                  <a:cubicBezTo>
                    <a:pt x="13085" y="19303"/>
                    <a:pt x="12462" y="18868"/>
                    <a:pt x="11631" y="18578"/>
                  </a:cubicBezTo>
                  <a:cubicBezTo>
                    <a:pt x="11838" y="16548"/>
                    <a:pt x="11838" y="16548"/>
                    <a:pt x="11838" y="16548"/>
                  </a:cubicBezTo>
                  <a:cubicBezTo>
                    <a:pt x="14538" y="16693"/>
                    <a:pt x="16200" y="17128"/>
                    <a:pt x="17238" y="17418"/>
                  </a:cubicBezTo>
                  <a:cubicBezTo>
                    <a:pt x="17862" y="17708"/>
                    <a:pt x="18277" y="17853"/>
                    <a:pt x="18485" y="17998"/>
                  </a:cubicBezTo>
                  <a:cubicBezTo>
                    <a:pt x="18485" y="17998"/>
                    <a:pt x="18485" y="18143"/>
                    <a:pt x="18485" y="18143"/>
                  </a:cubicBezTo>
                  <a:cubicBezTo>
                    <a:pt x="18485" y="18723"/>
                    <a:pt x="18485" y="18723"/>
                    <a:pt x="18485" y="18723"/>
                  </a:cubicBezTo>
                  <a:cubicBezTo>
                    <a:pt x="17862" y="18868"/>
                    <a:pt x="17446" y="19447"/>
                    <a:pt x="17446" y="20027"/>
                  </a:cubicBezTo>
                  <a:cubicBezTo>
                    <a:pt x="17446" y="20752"/>
                    <a:pt x="18277" y="21477"/>
                    <a:pt x="19523" y="21477"/>
                  </a:cubicBezTo>
                  <a:cubicBezTo>
                    <a:pt x="20562" y="21477"/>
                    <a:pt x="21600" y="20752"/>
                    <a:pt x="21600" y="20027"/>
                  </a:cubicBezTo>
                  <a:cubicBezTo>
                    <a:pt x="21600" y="19303"/>
                    <a:pt x="20977" y="18723"/>
                    <a:pt x="20146" y="18578"/>
                  </a:cubicBezTo>
                  <a:cubicBezTo>
                    <a:pt x="20146" y="17708"/>
                    <a:pt x="20146" y="17708"/>
                    <a:pt x="20146" y="17708"/>
                  </a:cubicBezTo>
                  <a:cubicBezTo>
                    <a:pt x="19938" y="17708"/>
                    <a:pt x="19938" y="17708"/>
                    <a:pt x="19938" y="17708"/>
                  </a:cubicBezTo>
                  <a:cubicBezTo>
                    <a:pt x="19938" y="17418"/>
                    <a:pt x="18069" y="15678"/>
                    <a:pt x="12046" y="15533"/>
                  </a:cubicBezTo>
                  <a:cubicBezTo>
                    <a:pt x="12254" y="13359"/>
                    <a:pt x="12254" y="13359"/>
                    <a:pt x="12254" y="13359"/>
                  </a:cubicBezTo>
                  <a:cubicBezTo>
                    <a:pt x="18485" y="13359"/>
                    <a:pt x="18485" y="13359"/>
                    <a:pt x="18485" y="13359"/>
                  </a:cubicBezTo>
                  <a:cubicBezTo>
                    <a:pt x="19523" y="13359"/>
                    <a:pt x="20354" y="12779"/>
                    <a:pt x="20354" y="12054"/>
                  </a:cubicBezTo>
                  <a:cubicBezTo>
                    <a:pt x="21185" y="1472"/>
                    <a:pt x="21185" y="1472"/>
                    <a:pt x="21185" y="1472"/>
                  </a:cubicBezTo>
                  <a:cubicBezTo>
                    <a:pt x="21392" y="747"/>
                    <a:pt x="20562" y="22"/>
                    <a:pt x="19523" y="22"/>
                  </a:cubicBezTo>
                  <a:cubicBezTo>
                    <a:pt x="18277" y="-123"/>
                    <a:pt x="17446" y="457"/>
                    <a:pt x="17446" y="1327"/>
                  </a:cubicBezTo>
                  <a:cubicBezTo>
                    <a:pt x="17446" y="1327"/>
                    <a:pt x="17446" y="1327"/>
                    <a:pt x="17446" y="1327"/>
                  </a:cubicBezTo>
                  <a:cubicBezTo>
                    <a:pt x="16615" y="10605"/>
                    <a:pt x="16615" y="10605"/>
                    <a:pt x="16615" y="10605"/>
                  </a:cubicBezTo>
                  <a:cubicBezTo>
                    <a:pt x="3115" y="10605"/>
                    <a:pt x="3115" y="10605"/>
                    <a:pt x="3115" y="10605"/>
                  </a:cubicBezTo>
                  <a:cubicBezTo>
                    <a:pt x="2077" y="10605"/>
                    <a:pt x="1246" y="11184"/>
                    <a:pt x="1246" y="11909"/>
                  </a:cubicBezTo>
                  <a:cubicBezTo>
                    <a:pt x="1246" y="12634"/>
                    <a:pt x="2077" y="13359"/>
                    <a:pt x="3115" y="13359"/>
                  </a:cubicBezTo>
                  <a:cubicBezTo>
                    <a:pt x="9138" y="13359"/>
                    <a:pt x="9138" y="13359"/>
                    <a:pt x="9138" y="13359"/>
                  </a:cubicBezTo>
                  <a:cubicBezTo>
                    <a:pt x="9554" y="15533"/>
                    <a:pt x="9554" y="15533"/>
                    <a:pt x="9554" y="15533"/>
                  </a:cubicBezTo>
                  <a:cubicBezTo>
                    <a:pt x="3323" y="15678"/>
                    <a:pt x="1662" y="17418"/>
                    <a:pt x="1454" y="17708"/>
                  </a:cubicBezTo>
                  <a:cubicBezTo>
                    <a:pt x="1454" y="17708"/>
                    <a:pt x="1454" y="17708"/>
                    <a:pt x="1454" y="17708"/>
                  </a:cubicBezTo>
                  <a:cubicBezTo>
                    <a:pt x="1454" y="18578"/>
                    <a:pt x="1454" y="18578"/>
                    <a:pt x="1454" y="18578"/>
                  </a:cubicBezTo>
                  <a:cubicBezTo>
                    <a:pt x="623" y="18868"/>
                    <a:pt x="0" y="19303"/>
                    <a:pt x="0" y="20027"/>
                  </a:cubicBezTo>
                  <a:cubicBezTo>
                    <a:pt x="0" y="20752"/>
                    <a:pt x="1038" y="21477"/>
                    <a:pt x="2077" y="21477"/>
                  </a:cubicBezTo>
                  <a:cubicBezTo>
                    <a:pt x="3323" y="21477"/>
                    <a:pt x="4154" y="20752"/>
                    <a:pt x="4154" y="20027"/>
                  </a:cubicBezTo>
                  <a:cubicBezTo>
                    <a:pt x="4154" y="19303"/>
                    <a:pt x="3738" y="18868"/>
                    <a:pt x="2908" y="18578"/>
                  </a:cubicBezTo>
                  <a:cubicBezTo>
                    <a:pt x="2908" y="18143"/>
                    <a:pt x="2908" y="18143"/>
                    <a:pt x="2908" y="18143"/>
                  </a:cubicBezTo>
                  <a:cubicBezTo>
                    <a:pt x="3323" y="17708"/>
                    <a:pt x="4985" y="16693"/>
                    <a:pt x="9554" y="16548"/>
                  </a:cubicBezTo>
                  <a:cubicBezTo>
                    <a:pt x="9969" y="18723"/>
                    <a:pt x="9969" y="18723"/>
                    <a:pt x="9969" y="18723"/>
                  </a:cubicBezTo>
                  <a:cubicBezTo>
                    <a:pt x="9346" y="18868"/>
                    <a:pt x="8723" y="19447"/>
                    <a:pt x="8723" y="2002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55" name="Shape 1855"/>
            <p:cNvSpPr/>
            <p:nvPr/>
          </p:nvSpPr>
          <p:spPr>
            <a:xfrm>
              <a:off x="0" y="1211265"/>
              <a:ext cx="533543" cy="759401"/>
            </a:xfrm>
            <a:custGeom>
              <a:avLst/>
              <a:gdLst/>
              <a:ahLst/>
              <a:cxnLst>
                <a:cxn ang="0">
                  <a:pos x="wd2" y="hd2"/>
                </a:cxn>
                <a:cxn ang="5400000">
                  <a:pos x="wd2" y="hd2"/>
                </a:cxn>
                <a:cxn ang="10800000">
                  <a:pos x="wd2" y="hd2"/>
                </a:cxn>
                <a:cxn ang="16200000">
                  <a:pos x="wd2" y="hd2"/>
                </a:cxn>
              </a:cxnLst>
              <a:rect l="0" t="0" r="r" b="b"/>
              <a:pathLst>
                <a:path w="21600" h="21477" fill="norm" stroke="1" extrusionOk="0">
                  <a:moveTo>
                    <a:pt x="1662" y="17708"/>
                  </a:moveTo>
                  <a:cubicBezTo>
                    <a:pt x="1454" y="17708"/>
                    <a:pt x="1454" y="17708"/>
                    <a:pt x="1454" y="17708"/>
                  </a:cubicBezTo>
                  <a:cubicBezTo>
                    <a:pt x="1454" y="18578"/>
                    <a:pt x="1454" y="18578"/>
                    <a:pt x="1454" y="18578"/>
                  </a:cubicBezTo>
                  <a:cubicBezTo>
                    <a:pt x="623" y="18723"/>
                    <a:pt x="0" y="19303"/>
                    <a:pt x="0" y="20027"/>
                  </a:cubicBezTo>
                  <a:cubicBezTo>
                    <a:pt x="0" y="20752"/>
                    <a:pt x="1038" y="21477"/>
                    <a:pt x="2077" y="21477"/>
                  </a:cubicBezTo>
                  <a:cubicBezTo>
                    <a:pt x="3323" y="21477"/>
                    <a:pt x="4154" y="20752"/>
                    <a:pt x="4154" y="20027"/>
                  </a:cubicBezTo>
                  <a:cubicBezTo>
                    <a:pt x="4154" y="19447"/>
                    <a:pt x="3738" y="18868"/>
                    <a:pt x="2908" y="18723"/>
                  </a:cubicBezTo>
                  <a:cubicBezTo>
                    <a:pt x="2908" y="18143"/>
                    <a:pt x="2908" y="18143"/>
                    <a:pt x="2908" y="18143"/>
                  </a:cubicBezTo>
                  <a:cubicBezTo>
                    <a:pt x="3323" y="17708"/>
                    <a:pt x="4985" y="16693"/>
                    <a:pt x="9762" y="16548"/>
                  </a:cubicBezTo>
                  <a:cubicBezTo>
                    <a:pt x="9969" y="18578"/>
                    <a:pt x="9969" y="18578"/>
                    <a:pt x="9969" y="18578"/>
                  </a:cubicBezTo>
                  <a:cubicBezTo>
                    <a:pt x="9138" y="18868"/>
                    <a:pt x="8515" y="19303"/>
                    <a:pt x="8515" y="20027"/>
                  </a:cubicBezTo>
                  <a:cubicBezTo>
                    <a:pt x="8515" y="20752"/>
                    <a:pt x="9554" y="21477"/>
                    <a:pt x="10592" y="21477"/>
                  </a:cubicBezTo>
                  <a:cubicBezTo>
                    <a:pt x="11838" y="21477"/>
                    <a:pt x="12877" y="20752"/>
                    <a:pt x="12877" y="20027"/>
                  </a:cubicBezTo>
                  <a:cubicBezTo>
                    <a:pt x="12877" y="19447"/>
                    <a:pt x="12254" y="18868"/>
                    <a:pt x="11631" y="18723"/>
                  </a:cubicBezTo>
                  <a:cubicBezTo>
                    <a:pt x="12046" y="16548"/>
                    <a:pt x="12046" y="16548"/>
                    <a:pt x="12046" y="16548"/>
                  </a:cubicBezTo>
                  <a:cubicBezTo>
                    <a:pt x="14746" y="16693"/>
                    <a:pt x="16408" y="17128"/>
                    <a:pt x="17446" y="17418"/>
                  </a:cubicBezTo>
                  <a:cubicBezTo>
                    <a:pt x="17862" y="17708"/>
                    <a:pt x="18277" y="17853"/>
                    <a:pt x="18485" y="17998"/>
                  </a:cubicBezTo>
                  <a:cubicBezTo>
                    <a:pt x="18485" y="17998"/>
                    <a:pt x="18692" y="18143"/>
                    <a:pt x="18692" y="18143"/>
                  </a:cubicBezTo>
                  <a:cubicBezTo>
                    <a:pt x="18692" y="18578"/>
                    <a:pt x="18692" y="18578"/>
                    <a:pt x="18692" y="18578"/>
                  </a:cubicBezTo>
                  <a:cubicBezTo>
                    <a:pt x="17862" y="18868"/>
                    <a:pt x="17446" y="19303"/>
                    <a:pt x="17446" y="20027"/>
                  </a:cubicBezTo>
                  <a:cubicBezTo>
                    <a:pt x="17446" y="20752"/>
                    <a:pt x="18277" y="21477"/>
                    <a:pt x="19523" y="21477"/>
                  </a:cubicBezTo>
                  <a:cubicBezTo>
                    <a:pt x="20562" y="21477"/>
                    <a:pt x="21600" y="20752"/>
                    <a:pt x="21600" y="20027"/>
                  </a:cubicBezTo>
                  <a:cubicBezTo>
                    <a:pt x="21600" y="19303"/>
                    <a:pt x="20977" y="18868"/>
                    <a:pt x="20146" y="18578"/>
                  </a:cubicBezTo>
                  <a:cubicBezTo>
                    <a:pt x="20146" y="17708"/>
                    <a:pt x="20146" y="17708"/>
                    <a:pt x="20146" y="17708"/>
                  </a:cubicBezTo>
                  <a:cubicBezTo>
                    <a:pt x="20146" y="17708"/>
                    <a:pt x="20146" y="17708"/>
                    <a:pt x="20146" y="17708"/>
                  </a:cubicBezTo>
                  <a:cubicBezTo>
                    <a:pt x="19938" y="17418"/>
                    <a:pt x="18277" y="15678"/>
                    <a:pt x="12046" y="15533"/>
                  </a:cubicBezTo>
                  <a:cubicBezTo>
                    <a:pt x="12462" y="13359"/>
                    <a:pt x="12462" y="13359"/>
                    <a:pt x="12462" y="13359"/>
                  </a:cubicBezTo>
                  <a:cubicBezTo>
                    <a:pt x="18485" y="13359"/>
                    <a:pt x="18485" y="13359"/>
                    <a:pt x="18485" y="13359"/>
                  </a:cubicBezTo>
                  <a:cubicBezTo>
                    <a:pt x="19523" y="13359"/>
                    <a:pt x="20354" y="12634"/>
                    <a:pt x="20354" y="11909"/>
                  </a:cubicBezTo>
                  <a:cubicBezTo>
                    <a:pt x="20354" y="11184"/>
                    <a:pt x="19523" y="10605"/>
                    <a:pt x="18485" y="10605"/>
                  </a:cubicBezTo>
                  <a:cubicBezTo>
                    <a:pt x="4985" y="10605"/>
                    <a:pt x="4985" y="10605"/>
                    <a:pt x="4985" y="10605"/>
                  </a:cubicBezTo>
                  <a:cubicBezTo>
                    <a:pt x="4154" y="1327"/>
                    <a:pt x="4154" y="1327"/>
                    <a:pt x="4154" y="1327"/>
                  </a:cubicBezTo>
                  <a:cubicBezTo>
                    <a:pt x="4154" y="457"/>
                    <a:pt x="3115" y="-123"/>
                    <a:pt x="2077" y="22"/>
                  </a:cubicBezTo>
                  <a:cubicBezTo>
                    <a:pt x="1038" y="22"/>
                    <a:pt x="208" y="747"/>
                    <a:pt x="208" y="1472"/>
                  </a:cubicBezTo>
                  <a:cubicBezTo>
                    <a:pt x="208" y="1472"/>
                    <a:pt x="208" y="1472"/>
                    <a:pt x="208" y="1472"/>
                  </a:cubicBezTo>
                  <a:cubicBezTo>
                    <a:pt x="1246" y="12054"/>
                    <a:pt x="1246" y="12054"/>
                    <a:pt x="1246" y="12054"/>
                  </a:cubicBezTo>
                  <a:cubicBezTo>
                    <a:pt x="1246" y="12779"/>
                    <a:pt x="2077" y="13359"/>
                    <a:pt x="3115" y="13359"/>
                  </a:cubicBezTo>
                  <a:cubicBezTo>
                    <a:pt x="9138" y="13359"/>
                    <a:pt x="9138" y="13359"/>
                    <a:pt x="9138" y="13359"/>
                  </a:cubicBezTo>
                  <a:cubicBezTo>
                    <a:pt x="9554" y="15533"/>
                    <a:pt x="9554" y="15533"/>
                    <a:pt x="9554" y="15533"/>
                  </a:cubicBezTo>
                  <a:cubicBezTo>
                    <a:pt x="3323" y="15678"/>
                    <a:pt x="1662" y="17418"/>
                    <a:pt x="1662" y="1770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56" name="Shape 1856"/>
            <p:cNvSpPr/>
            <p:nvPr/>
          </p:nvSpPr>
          <p:spPr>
            <a:xfrm>
              <a:off x="580872" y="1191864"/>
              <a:ext cx="768044" cy="7680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6" y="0"/>
                  </a:moveTo>
                  <a:cubicBezTo>
                    <a:pt x="1008" y="0"/>
                    <a:pt x="1008" y="0"/>
                    <a:pt x="1008" y="0"/>
                  </a:cubicBezTo>
                  <a:cubicBezTo>
                    <a:pt x="432" y="0"/>
                    <a:pt x="0" y="288"/>
                    <a:pt x="0" y="864"/>
                  </a:cubicBezTo>
                  <a:cubicBezTo>
                    <a:pt x="0" y="1008"/>
                    <a:pt x="0" y="1008"/>
                    <a:pt x="0" y="1008"/>
                  </a:cubicBezTo>
                  <a:cubicBezTo>
                    <a:pt x="0" y="1440"/>
                    <a:pt x="432" y="1872"/>
                    <a:pt x="1008" y="1872"/>
                  </a:cubicBezTo>
                  <a:cubicBezTo>
                    <a:pt x="6912" y="1872"/>
                    <a:pt x="6912" y="1872"/>
                    <a:pt x="6912" y="1872"/>
                  </a:cubicBezTo>
                  <a:cubicBezTo>
                    <a:pt x="6912" y="21600"/>
                    <a:pt x="6912" y="21600"/>
                    <a:pt x="6912" y="21600"/>
                  </a:cubicBezTo>
                  <a:cubicBezTo>
                    <a:pt x="9072" y="21600"/>
                    <a:pt x="9072" y="21600"/>
                    <a:pt x="9072" y="21600"/>
                  </a:cubicBezTo>
                  <a:cubicBezTo>
                    <a:pt x="9072" y="1728"/>
                    <a:pt x="9072" y="1728"/>
                    <a:pt x="9072" y="1728"/>
                  </a:cubicBezTo>
                  <a:cubicBezTo>
                    <a:pt x="12528" y="1728"/>
                    <a:pt x="12528" y="1728"/>
                    <a:pt x="12528" y="1728"/>
                  </a:cubicBezTo>
                  <a:cubicBezTo>
                    <a:pt x="12528" y="21600"/>
                    <a:pt x="12528" y="21600"/>
                    <a:pt x="12528" y="21600"/>
                  </a:cubicBezTo>
                  <a:cubicBezTo>
                    <a:pt x="14832" y="21600"/>
                    <a:pt x="14832" y="21600"/>
                    <a:pt x="14832" y="21600"/>
                  </a:cubicBezTo>
                  <a:cubicBezTo>
                    <a:pt x="14832" y="1872"/>
                    <a:pt x="14832" y="1872"/>
                    <a:pt x="14832" y="1872"/>
                  </a:cubicBezTo>
                  <a:cubicBezTo>
                    <a:pt x="20736" y="1872"/>
                    <a:pt x="20736" y="1872"/>
                    <a:pt x="20736" y="1872"/>
                  </a:cubicBezTo>
                  <a:cubicBezTo>
                    <a:pt x="21168" y="1872"/>
                    <a:pt x="21600" y="1440"/>
                    <a:pt x="21600" y="1008"/>
                  </a:cubicBezTo>
                  <a:cubicBezTo>
                    <a:pt x="21600" y="864"/>
                    <a:pt x="21600" y="864"/>
                    <a:pt x="21600" y="864"/>
                  </a:cubicBezTo>
                  <a:cubicBezTo>
                    <a:pt x="21600" y="288"/>
                    <a:pt x="21168" y="0"/>
                    <a:pt x="20736"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57" name="Shape 1857"/>
            <p:cNvSpPr/>
            <p:nvPr/>
          </p:nvSpPr>
          <p:spPr>
            <a:xfrm>
              <a:off x="1482300" y="634657"/>
              <a:ext cx="286134" cy="2925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014" y="21600"/>
                    <a:pt x="0" y="16674"/>
                    <a:pt x="0" y="10989"/>
                  </a:cubicBezTo>
                  <a:cubicBezTo>
                    <a:pt x="0" y="4926"/>
                    <a:pt x="5014" y="379"/>
                    <a:pt x="10800" y="0"/>
                  </a:cubicBezTo>
                  <a:cubicBezTo>
                    <a:pt x="16971" y="0"/>
                    <a:pt x="21600" y="4926"/>
                    <a:pt x="21600" y="10611"/>
                  </a:cubicBezTo>
                  <a:cubicBezTo>
                    <a:pt x="21600" y="16674"/>
                    <a:pt x="16971" y="21600"/>
                    <a:pt x="108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58" name="Shape 1858"/>
            <p:cNvSpPr/>
            <p:nvPr/>
          </p:nvSpPr>
          <p:spPr>
            <a:xfrm>
              <a:off x="1219867" y="973794"/>
              <a:ext cx="565662" cy="184998"/>
            </a:xfrm>
            <a:custGeom>
              <a:avLst/>
              <a:gdLst/>
              <a:ahLst/>
              <a:cxnLst>
                <a:cxn ang="0">
                  <a:pos x="wd2" y="hd2"/>
                </a:cxn>
                <a:cxn ang="5400000">
                  <a:pos x="wd2" y="hd2"/>
                </a:cxn>
                <a:cxn ang="10800000">
                  <a:pos x="wd2" y="hd2"/>
                </a:cxn>
                <a:cxn ang="16200000">
                  <a:pos x="wd2" y="hd2"/>
                </a:cxn>
              </a:cxnLst>
              <a:rect l="0" t="0" r="r" b="b"/>
              <a:pathLst>
                <a:path w="21271" h="19148" fill="norm" stroke="1" extrusionOk="0">
                  <a:moveTo>
                    <a:pt x="16037" y="4681"/>
                  </a:moveTo>
                  <a:cubicBezTo>
                    <a:pt x="16808" y="3628"/>
                    <a:pt x="17387" y="2574"/>
                    <a:pt x="17773" y="2047"/>
                  </a:cubicBezTo>
                  <a:cubicBezTo>
                    <a:pt x="17966" y="2047"/>
                    <a:pt x="17966" y="1520"/>
                    <a:pt x="17966" y="1520"/>
                  </a:cubicBezTo>
                  <a:cubicBezTo>
                    <a:pt x="18158" y="1520"/>
                    <a:pt x="18158" y="1520"/>
                    <a:pt x="18158" y="1520"/>
                  </a:cubicBezTo>
                  <a:cubicBezTo>
                    <a:pt x="18158" y="1520"/>
                    <a:pt x="18158" y="1520"/>
                    <a:pt x="18158" y="1520"/>
                  </a:cubicBezTo>
                  <a:cubicBezTo>
                    <a:pt x="18930" y="-587"/>
                    <a:pt x="20087" y="-587"/>
                    <a:pt x="20858" y="2047"/>
                  </a:cubicBezTo>
                  <a:cubicBezTo>
                    <a:pt x="21437" y="4154"/>
                    <a:pt x="21437" y="7315"/>
                    <a:pt x="20666" y="9423"/>
                  </a:cubicBezTo>
                  <a:cubicBezTo>
                    <a:pt x="20666" y="9423"/>
                    <a:pt x="20666" y="9423"/>
                    <a:pt x="20666" y="9423"/>
                  </a:cubicBezTo>
                  <a:cubicBezTo>
                    <a:pt x="20473" y="9423"/>
                    <a:pt x="19508" y="12057"/>
                    <a:pt x="17387" y="14164"/>
                  </a:cubicBezTo>
                  <a:cubicBezTo>
                    <a:pt x="17387" y="14164"/>
                    <a:pt x="17387" y="14164"/>
                    <a:pt x="17387" y="14164"/>
                  </a:cubicBezTo>
                  <a:cubicBezTo>
                    <a:pt x="14494" y="17852"/>
                    <a:pt x="9287" y="21013"/>
                    <a:pt x="1573" y="17852"/>
                  </a:cubicBezTo>
                  <a:cubicBezTo>
                    <a:pt x="608" y="17325"/>
                    <a:pt x="-163" y="14691"/>
                    <a:pt x="30" y="12057"/>
                  </a:cubicBezTo>
                  <a:cubicBezTo>
                    <a:pt x="223" y="8896"/>
                    <a:pt x="1187" y="7315"/>
                    <a:pt x="2151" y="7315"/>
                  </a:cubicBezTo>
                  <a:cubicBezTo>
                    <a:pt x="9287" y="10476"/>
                    <a:pt x="13723" y="7315"/>
                    <a:pt x="16037" y="468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59" name="Shape 1859"/>
            <p:cNvSpPr/>
            <p:nvPr/>
          </p:nvSpPr>
          <p:spPr>
            <a:xfrm>
              <a:off x="1527480" y="1146686"/>
              <a:ext cx="77451" cy="152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12960"/>
                  </a:moveTo>
                  <a:cubicBezTo>
                    <a:pt x="17280" y="8640"/>
                    <a:pt x="20160" y="4320"/>
                    <a:pt x="21600" y="0"/>
                  </a:cubicBezTo>
                  <a:cubicBezTo>
                    <a:pt x="17280" y="720"/>
                    <a:pt x="11520" y="1440"/>
                    <a:pt x="5760" y="1440"/>
                  </a:cubicBezTo>
                  <a:cubicBezTo>
                    <a:pt x="4320" y="5040"/>
                    <a:pt x="1440" y="7920"/>
                    <a:pt x="0" y="10800"/>
                  </a:cubicBezTo>
                  <a:cubicBezTo>
                    <a:pt x="1440" y="14400"/>
                    <a:pt x="2880" y="18000"/>
                    <a:pt x="5760" y="21600"/>
                  </a:cubicBezTo>
                  <a:cubicBezTo>
                    <a:pt x="8640" y="18000"/>
                    <a:pt x="12960" y="15120"/>
                    <a:pt x="17280" y="129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0" name="Shape 1860"/>
            <p:cNvSpPr/>
            <p:nvPr/>
          </p:nvSpPr>
          <p:spPr>
            <a:xfrm>
              <a:off x="1235069" y="910479"/>
              <a:ext cx="643101" cy="1015008"/>
            </a:xfrm>
            <a:custGeom>
              <a:avLst/>
              <a:gdLst/>
              <a:ahLst/>
              <a:cxnLst>
                <a:cxn ang="0">
                  <a:pos x="wd2" y="hd2"/>
                </a:cxn>
                <a:cxn ang="5400000">
                  <a:pos x="wd2" y="hd2"/>
                </a:cxn>
                <a:cxn ang="10800000">
                  <a:pos x="wd2" y="hd2"/>
                </a:cxn>
                <a:cxn ang="16200000">
                  <a:pos x="wd2" y="hd2"/>
                </a:cxn>
              </a:cxnLst>
              <a:rect l="0" t="0" r="r" b="b"/>
              <a:pathLst>
                <a:path w="21170" h="21187" fill="norm" stroke="1" extrusionOk="0">
                  <a:moveTo>
                    <a:pt x="20947" y="3009"/>
                  </a:moveTo>
                  <a:cubicBezTo>
                    <a:pt x="20440" y="870"/>
                    <a:pt x="17740" y="-413"/>
                    <a:pt x="15547" y="122"/>
                  </a:cubicBezTo>
                  <a:cubicBezTo>
                    <a:pt x="15209" y="229"/>
                    <a:pt x="14872" y="336"/>
                    <a:pt x="14703" y="442"/>
                  </a:cubicBezTo>
                  <a:cubicBezTo>
                    <a:pt x="14534" y="442"/>
                    <a:pt x="14534" y="442"/>
                    <a:pt x="14534" y="549"/>
                  </a:cubicBezTo>
                  <a:cubicBezTo>
                    <a:pt x="14197" y="656"/>
                    <a:pt x="13184" y="1298"/>
                    <a:pt x="13184" y="1298"/>
                  </a:cubicBezTo>
                  <a:cubicBezTo>
                    <a:pt x="13015" y="1512"/>
                    <a:pt x="12678" y="1833"/>
                    <a:pt x="12509" y="2260"/>
                  </a:cubicBezTo>
                  <a:cubicBezTo>
                    <a:pt x="12847" y="2153"/>
                    <a:pt x="13015" y="2153"/>
                    <a:pt x="13353" y="2046"/>
                  </a:cubicBezTo>
                  <a:cubicBezTo>
                    <a:pt x="14028" y="1833"/>
                    <a:pt x="14534" y="1726"/>
                    <a:pt x="14872" y="1619"/>
                  </a:cubicBezTo>
                  <a:cubicBezTo>
                    <a:pt x="14872" y="1512"/>
                    <a:pt x="15041" y="1512"/>
                    <a:pt x="15041" y="1405"/>
                  </a:cubicBezTo>
                  <a:cubicBezTo>
                    <a:pt x="15547" y="1191"/>
                    <a:pt x="15884" y="1084"/>
                    <a:pt x="16390" y="1084"/>
                  </a:cubicBezTo>
                  <a:cubicBezTo>
                    <a:pt x="17065" y="1084"/>
                    <a:pt x="17572" y="1298"/>
                    <a:pt x="17909" y="1512"/>
                  </a:cubicBezTo>
                  <a:cubicBezTo>
                    <a:pt x="18753" y="2046"/>
                    <a:pt x="18584" y="2902"/>
                    <a:pt x="17740" y="3330"/>
                  </a:cubicBezTo>
                  <a:cubicBezTo>
                    <a:pt x="17572" y="3437"/>
                    <a:pt x="16728" y="3971"/>
                    <a:pt x="14872" y="4399"/>
                  </a:cubicBezTo>
                  <a:cubicBezTo>
                    <a:pt x="14365" y="4613"/>
                    <a:pt x="13522" y="4720"/>
                    <a:pt x="12678" y="4934"/>
                  </a:cubicBezTo>
                  <a:cubicBezTo>
                    <a:pt x="12678" y="6431"/>
                    <a:pt x="12509" y="7928"/>
                    <a:pt x="11834" y="9425"/>
                  </a:cubicBezTo>
                  <a:cubicBezTo>
                    <a:pt x="11665" y="9638"/>
                    <a:pt x="11497" y="9852"/>
                    <a:pt x="11497" y="10173"/>
                  </a:cubicBezTo>
                  <a:cubicBezTo>
                    <a:pt x="4578" y="10173"/>
                    <a:pt x="4578" y="10173"/>
                    <a:pt x="4578" y="10173"/>
                  </a:cubicBezTo>
                  <a:cubicBezTo>
                    <a:pt x="3228" y="10173"/>
                    <a:pt x="2047" y="10708"/>
                    <a:pt x="1878" y="11563"/>
                  </a:cubicBezTo>
                  <a:cubicBezTo>
                    <a:pt x="22" y="19262"/>
                    <a:pt x="22" y="19262"/>
                    <a:pt x="22" y="19262"/>
                  </a:cubicBezTo>
                  <a:cubicBezTo>
                    <a:pt x="-147" y="20118"/>
                    <a:pt x="697" y="20973"/>
                    <a:pt x="2215" y="21187"/>
                  </a:cubicBezTo>
                  <a:cubicBezTo>
                    <a:pt x="2384" y="21187"/>
                    <a:pt x="2553" y="21187"/>
                    <a:pt x="2553" y="21187"/>
                  </a:cubicBezTo>
                  <a:cubicBezTo>
                    <a:pt x="3903" y="21187"/>
                    <a:pt x="5084" y="20545"/>
                    <a:pt x="5253" y="19797"/>
                  </a:cubicBezTo>
                  <a:cubicBezTo>
                    <a:pt x="6772" y="13488"/>
                    <a:pt x="6772" y="13488"/>
                    <a:pt x="6772" y="13488"/>
                  </a:cubicBezTo>
                  <a:cubicBezTo>
                    <a:pt x="15209" y="13488"/>
                    <a:pt x="15209" y="13488"/>
                    <a:pt x="15209" y="13488"/>
                  </a:cubicBezTo>
                  <a:cubicBezTo>
                    <a:pt x="15378" y="13488"/>
                    <a:pt x="15378" y="13488"/>
                    <a:pt x="15547" y="13488"/>
                  </a:cubicBezTo>
                  <a:cubicBezTo>
                    <a:pt x="15547" y="13488"/>
                    <a:pt x="15716" y="13488"/>
                    <a:pt x="15716" y="13488"/>
                  </a:cubicBezTo>
                  <a:cubicBezTo>
                    <a:pt x="17403" y="13381"/>
                    <a:pt x="19090" y="12419"/>
                    <a:pt x="19765" y="10922"/>
                  </a:cubicBezTo>
                  <a:cubicBezTo>
                    <a:pt x="21116" y="8355"/>
                    <a:pt x="21453" y="5682"/>
                    <a:pt x="20947" y="300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1" name="Shape 1861"/>
            <p:cNvSpPr/>
            <p:nvPr/>
          </p:nvSpPr>
          <p:spPr>
            <a:xfrm>
              <a:off x="1456484" y="920296"/>
              <a:ext cx="129539" cy="123125"/>
            </a:xfrm>
            <a:custGeom>
              <a:avLst/>
              <a:gdLst/>
              <a:ahLst/>
              <a:cxnLst>
                <a:cxn ang="0">
                  <a:pos x="wd2" y="hd2"/>
                </a:cxn>
                <a:cxn ang="5400000">
                  <a:pos x="wd2" y="hd2"/>
                </a:cxn>
                <a:cxn ang="10800000">
                  <a:pos x="wd2" y="hd2"/>
                </a:cxn>
                <a:cxn ang="16200000">
                  <a:pos x="wd2" y="hd2"/>
                </a:cxn>
              </a:cxnLst>
              <a:rect l="0" t="0" r="r" b="b"/>
              <a:pathLst>
                <a:path w="20977" h="20952" fill="norm" stroke="1" extrusionOk="0">
                  <a:moveTo>
                    <a:pt x="17446" y="19224"/>
                  </a:moveTo>
                  <a:cubicBezTo>
                    <a:pt x="18277" y="15768"/>
                    <a:pt x="19938" y="12312"/>
                    <a:pt x="20769" y="8856"/>
                  </a:cubicBezTo>
                  <a:cubicBezTo>
                    <a:pt x="21600" y="5400"/>
                    <a:pt x="19938" y="1080"/>
                    <a:pt x="15785" y="216"/>
                  </a:cubicBezTo>
                  <a:cubicBezTo>
                    <a:pt x="12462" y="-648"/>
                    <a:pt x="8308" y="1080"/>
                    <a:pt x="7477" y="5400"/>
                  </a:cubicBezTo>
                  <a:cubicBezTo>
                    <a:pt x="5815" y="12312"/>
                    <a:pt x="3323" y="17496"/>
                    <a:pt x="0" y="20952"/>
                  </a:cubicBezTo>
                  <a:cubicBezTo>
                    <a:pt x="0" y="20952"/>
                    <a:pt x="0" y="20952"/>
                    <a:pt x="0" y="20952"/>
                  </a:cubicBezTo>
                  <a:cubicBezTo>
                    <a:pt x="5815" y="20952"/>
                    <a:pt x="11631" y="20088"/>
                    <a:pt x="17446" y="1922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2" name="Shape 1862"/>
            <p:cNvSpPr/>
            <p:nvPr/>
          </p:nvSpPr>
          <p:spPr>
            <a:xfrm>
              <a:off x="221591" y="613144"/>
              <a:ext cx="286134" cy="2925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586" y="21600"/>
                    <a:pt x="21600" y="16674"/>
                    <a:pt x="21600" y="10989"/>
                  </a:cubicBezTo>
                  <a:cubicBezTo>
                    <a:pt x="21600" y="4926"/>
                    <a:pt x="16586" y="379"/>
                    <a:pt x="10800" y="0"/>
                  </a:cubicBezTo>
                  <a:cubicBezTo>
                    <a:pt x="4629" y="0"/>
                    <a:pt x="0" y="4926"/>
                    <a:pt x="0" y="10611"/>
                  </a:cubicBezTo>
                  <a:cubicBezTo>
                    <a:pt x="0" y="16674"/>
                    <a:pt x="4629" y="21600"/>
                    <a:pt x="108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3" name="Shape 1863"/>
            <p:cNvSpPr/>
            <p:nvPr/>
          </p:nvSpPr>
          <p:spPr>
            <a:xfrm>
              <a:off x="222610" y="973794"/>
              <a:ext cx="569048" cy="184998"/>
            </a:xfrm>
            <a:custGeom>
              <a:avLst/>
              <a:gdLst/>
              <a:ahLst/>
              <a:cxnLst>
                <a:cxn ang="0">
                  <a:pos x="wd2" y="hd2"/>
                </a:cxn>
                <a:cxn ang="5400000">
                  <a:pos x="wd2" y="hd2"/>
                </a:cxn>
                <a:cxn ang="10800000">
                  <a:pos x="wd2" y="hd2"/>
                </a:cxn>
                <a:cxn ang="16200000">
                  <a:pos x="wd2" y="hd2"/>
                </a:cxn>
              </a:cxnLst>
              <a:rect l="0" t="0" r="r" b="b"/>
              <a:pathLst>
                <a:path w="21160" h="19148" fill="norm" stroke="1" extrusionOk="0">
                  <a:moveTo>
                    <a:pt x="5265" y="4681"/>
                  </a:moveTo>
                  <a:cubicBezTo>
                    <a:pt x="4501" y="3628"/>
                    <a:pt x="3927" y="2574"/>
                    <a:pt x="3545" y="2047"/>
                  </a:cubicBezTo>
                  <a:cubicBezTo>
                    <a:pt x="3354" y="2047"/>
                    <a:pt x="3354" y="1520"/>
                    <a:pt x="3163" y="1520"/>
                  </a:cubicBezTo>
                  <a:cubicBezTo>
                    <a:pt x="3163" y="1520"/>
                    <a:pt x="3163" y="1520"/>
                    <a:pt x="3163" y="1520"/>
                  </a:cubicBezTo>
                  <a:cubicBezTo>
                    <a:pt x="3163" y="1520"/>
                    <a:pt x="3163" y="1520"/>
                    <a:pt x="3163" y="1520"/>
                  </a:cubicBezTo>
                  <a:cubicBezTo>
                    <a:pt x="2398" y="-587"/>
                    <a:pt x="1251" y="-587"/>
                    <a:pt x="487" y="2047"/>
                  </a:cubicBezTo>
                  <a:cubicBezTo>
                    <a:pt x="-278" y="4154"/>
                    <a:pt x="-87" y="7315"/>
                    <a:pt x="678" y="9423"/>
                  </a:cubicBezTo>
                  <a:cubicBezTo>
                    <a:pt x="678" y="9423"/>
                    <a:pt x="678" y="9423"/>
                    <a:pt x="678" y="9423"/>
                  </a:cubicBezTo>
                  <a:cubicBezTo>
                    <a:pt x="678" y="9423"/>
                    <a:pt x="1825" y="12057"/>
                    <a:pt x="3736" y="14164"/>
                  </a:cubicBezTo>
                  <a:cubicBezTo>
                    <a:pt x="3736" y="14164"/>
                    <a:pt x="3736" y="14164"/>
                    <a:pt x="3736" y="14164"/>
                  </a:cubicBezTo>
                  <a:cubicBezTo>
                    <a:pt x="6795" y="17852"/>
                    <a:pt x="11956" y="21013"/>
                    <a:pt x="19410" y="17852"/>
                  </a:cubicBezTo>
                  <a:cubicBezTo>
                    <a:pt x="20557" y="17325"/>
                    <a:pt x="21322" y="14691"/>
                    <a:pt x="21131" y="12057"/>
                  </a:cubicBezTo>
                  <a:cubicBezTo>
                    <a:pt x="20940" y="8896"/>
                    <a:pt x="19984" y="7315"/>
                    <a:pt x="19028" y="7315"/>
                  </a:cubicBezTo>
                  <a:cubicBezTo>
                    <a:pt x="11956" y="10476"/>
                    <a:pt x="7559" y="7315"/>
                    <a:pt x="5265" y="468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4" name="Shape 1864"/>
            <p:cNvSpPr/>
            <p:nvPr/>
          </p:nvSpPr>
          <p:spPr>
            <a:xfrm>
              <a:off x="406610" y="1146686"/>
              <a:ext cx="75298" cy="152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20" y="12960"/>
                  </a:moveTo>
                  <a:cubicBezTo>
                    <a:pt x="8640" y="15120"/>
                    <a:pt x="12960" y="18000"/>
                    <a:pt x="15840" y="21600"/>
                  </a:cubicBezTo>
                  <a:cubicBezTo>
                    <a:pt x="18720" y="18000"/>
                    <a:pt x="20160" y="14400"/>
                    <a:pt x="21600" y="10800"/>
                  </a:cubicBezTo>
                  <a:cubicBezTo>
                    <a:pt x="20160" y="7920"/>
                    <a:pt x="17280" y="5040"/>
                    <a:pt x="14400" y="1440"/>
                  </a:cubicBezTo>
                  <a:cubicBezTo>
                    <a:pt x="8640" y="1440"/>
                    <a:pt x="4320" y="720"/>
                    <a:pt x="0" y="0"/>
                  </a:cubicBezTo>
                  <a:cubicBezTo>
                    <a:pt x="1440" y="4320"/>
                    <a:pt x="2880" y="8640"/>
                    <a:pt x="4320" y="129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5" name="Shape 1865"/>
            <p:cNvSpPr/>
            <p:nvPr/>
          </p:nvSpPr>
          <p:spPr>
            <a:xfrm>
              <a:off x="133342" y="910479"/>
              <a:ext cx="640906" cy="1015008"/>
            </a:xfrm>
            <a:custGeom>
              <a:avLst/>
              <a:gdLst/>
              <a:ahLst/>
              <a:cxnLst>
                <a:cxn ang="0">
                  <a:pos x="wd2" y="hd2"/>
                </a:cxn>
                <a:cxn ang="5400000">
                  <a:pos x="wd2" y="hd2"/>
                </a:cxn>
                <a:cxn ang="10800000">
                  <a:pos x="wd2" y="hd2"/>
                </a:cxn>
                <a:cxn ang="16200000">
                  <a:pos x="wd2" y="hd2"/>
                </a:cxn>
              </a:cxnLst>
              <a:rect l="0" t="0" r="r" b="b"/>
              <a:pathLst>
                <a:path w="21167" h="21187" fill="norm" stroke="1" extrusionOk="0">
                  <a:moveTo>
                    <a:pt x="19292" y="11563"/>
                  </a:moveTo>
                  <a:cubicBezTo>
                    <a:pt x="18955" y="10708"/>
                    <a:pt x="17942" y="10173"/>
                    <a:pt x="16592" y="10173"/>
                  </a:cubicBezTo>
                  <a:cubicBezTo>
                    <a:pt x="9504" y="10173"/>
                    <a:pt x="9504" y="10173"/>
                    <a:pt x="9504" y="10173"/>
                  </a:cubicBezTo>
                  <a:cubicBezTo>
                    <a:pt x="9504" y="9852"/>
                    <a:pt x="9504" y="9638"/>
                    <a:pt x="9336" y="9425"/>
                  </a:cubicBezTo>
                  <a:cubicBezTo>
                    <a:pt x="8661" y="7928"/>
                    <a:pt x="8323" y="6431"/>
                    <a:pt x="8492" y="4934"/>
                  </a:cubicBezTo>
                  <a:cubicBezTo>
                    <a:pt x="7648" y="4720"/>
                    <a:pt x="6805" y="4613"/>
                    <a:pt x="6298" y="4399"/>
                  </a:cubicBezTo>
                  <a:cubicBezTo>
                    <a:pt x="4442" y="3971"/>
                    <a:pt x="3430" y="3437"/>
                    <a:pt x="3261" y="3330"/>
                  </a:cubicBezTo>
                  <a:cubicBezTo>
                    <a:pt x="2586" y="2902"/>
                    <a:pt x="2417" y="2046"/>
                    <a:pt x="3092" y="1512"/>
                  </a:cubicBezTo>
                  <a:cubicBezTo>
                    <a:pt x="3598" y="1298"/>
                    <a:pt x="4105" y="1084"/>
                    <a:pt x="4611" y="1084"/>
                  </a:cubicBezTo>
                  <a:cubicBezTo>
                    <a:pt x="5117" y="1084"/>
                    <a:pt x="5623" y="1191"/>
                    <a:pt x="5961" y="1405"/>
                  </a:cubicBezTo>
                  <a:cubicBezTo>
                    <a:pt x="6130" y="1512"/>
                    <a:pt x="6130" y="1512"/>
                    <a:pt x="6298" y="1619"/>
                  </a:cubicBezTo>
                  <a:cubicBezTo>
                    <a:pt x="6636" y="1726"/>
                    <a:pt x="7142" y="1833"/>
                    <a:pt x="7817" y="2046"/>
                  </a:cubicBezTo>
                  <a:cubicBezTo>
                    <a:pt x="7986" y="2153"/>
                    <a:pt x="8323" y="2153"/>
                    <a:pt x="8661" y="2260"/>
                  </a:cubicBezTo>
                  <a:cubicBezTo>
                    <a:pt x="8492" y="1833"/>
                    <a:pt x="8155" y="1512"/>
                    <a:pt x="7817" y="1298"/>
                  </a:cubicBezTo>
                  <a:cubicBezTo>
                    <a:pt x="7986" y="1298"/>
                    <a:pt x="6973" y="656"/>
                    <a:pt x="6636" y="549"/>
                  </a:cubicBezTo>
                  <a:cubicBezTo>
                    <a:pt x="6636" y="442"/>
                    <a:pt x="6467" y="442"/>
                    <a:pt x="6467" y="442"/>
                  </a:cubicBezTo>
                  <a:cubicBezTo>
                    <a:pt x="6130" y="336"/>
                    <a:pt x="5961" y="229"/>
                    <a:pt x="5623" y="122"/>
                  </a:cubicBezTo>
                  <a:cubicBezTo>
                    <a:pt x="3430" y="-413"/>
                    <a:pt x="730" y="870"/>
                    <a:pt x="223" y="3009"/>
                  </a:cubicBezTo>
                  <a:cubicBezTo>
                    <a:pt x="-283" y="5682"/>
                    <a:pt x="55" y="8355"/>
                    <a:pt x="1405" y="10922"/>
                  </a:cubicBezTo>
                  <a:cubicBezTo>
                    <a:pt x="2080" y="12419"/>
                    <a:pt x="3767" y="13381"/>
                    <a:pt x="5455" y="13488"/>
                  </a:cubicBezTo>
                  <a:cubicBezTo>
                    <a:pt x="5455" y="13488"/>
                    <a:pt x="5455" y="13488"/>
                    <a:pt x="5623" y="13488"/>
                  </a:cubicBezTo>
                  <a:cubicBezTo>
                    <a:pt x="5623" y="13488"/>
                    <a:pt x="5792" y="13488"/>
                    <a:pt x="5961" y="13488"/>
                  </a:cubicBezTo>
                  <a:cubicBezTo>
                    <a:pt x="14398" y="13488"/>
                    <a:pt x="14398" y="13488"/>
                    <a:pt x="14398" y="13488"/>
                  </a:cubicBezTo>
                  <a:cubicBezTo>
                    <a:pt x="15917" y="19797"/>
                    <a:pt x="15917" y="19797"/>
                    <a:pt x="15917" y="19797"/>
                  </a:cubicBezTo>
                  <a:cubicBezTo>
                    <a:pt x="16086" y="20545"/>
                    <a:pt x="17267" y="21187"/>
                    <a:pt x="18448" y="21187"/>
                  </a:cubicBezTo>
                  <a:cubicBezTo>
                    <a:pt x="18617" y="21187"/>
                    <a:pt x="18786" y="21187"/>
                    <a:pt x="18955" y="21187"/>
                  </a:cubicBezTo>
                  <a:cubicBezTo>
                    <a:pt x="20305" y="20973"/>
                    <a:pt x="21317" y="20118"/>
                    <a:pt x="21148" y="19262"/>
                  </a:cubicBezTo>
                  <a:lnTo>
                    <a:pt x="19292" y="1156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6" name="Shape 1866"/>
            <p:cNvSpPr/>
            <p:nvPr/>
          </p:nvSpPr>
          <p:spPr>
            <a:xfrm>
              <a:off x="395854" y="971940"/>
              <a:ext cx="397040" cy="82237"/>
            </a:xfrm>
            <a:custGeom>
              <a:avLst/>
              <a:gdLst/>
              <a:ahLst/>
              <a:cxnLst>
                <a:cxn ang="0">
                  <a:pos x="wd2" y="hd2"/>
                </a:cxn>
                <a:cxn ang="5400000">
                  <a:pos x="wd2" y="hd2"/>
                </a:cxn>
                <a:cxn ang="10800000">
                  <a:pos x="wd2" y="hd2"/>
                </a:cxn>
                <a:cxn ang="16200000">
                  <a:pos x="wd2" y="hd2"/>
                </a:cxn>
              </a:cxnLst>
              <a:rect l="0" t="0" r="r" b="b"/>
              <a:pathLst>
                <a:path w="21432" h="20641" fill="norm" stroke="1" extrusionOk="0">
                  <a:moveTo>
                    <a:pt x="10523" y="19370"/>
                  </a:moveTo>
                  <a:cubicBezTo>
                    <a:pt x="13015" y="19370"/>
                    <a:pt x="15508" y="18100"/>
                    <a:pt x="18000" y="15559"/>
                  </a:cubicBezTo>
                  <a:cubicBezTo>
                    <a:pt x="18277" y="15559"/>
                    <a:pt x="18277" y="15559"/>
                    <a:pt x="18554" y="15559"/>
                  </a:cubicBezTo>
                  <a:cubicBezTo>
                    <a:pt x="19385" y="15559"/>
                    <a:pt x="20215" y="18100"/>
                    <a:pt x="20769" y="20641"/>
                  </a:cubicBezTo>
                  <a:cubicBezTo>
                    <a:pt x="21323" y="16829"/>
                    <a:pt x="21600" y="13017"/>
                    <a:pt x="21323" y="9206"/>
                  </a:cubicBezTo>
                  <a:cubicBezTo>
                    <a:pt x="20769" y="1582"/>
                    <a:pt x="19385" y="-959"/>
                    <a:pt x="17723" y="312"/>
                  </a:cubicBezTo>
                  <a:cubicBezTo>
                    <a:pt x="9692" y="13017"/>
                    <a:pt x="3877" y="14288"/>
                    <a:pt x="0" y="11747"/>
                  </a:cubicBezTo>
                  <a:cubicBezTo>
                    <a:pt x="3046" y="16829"/>
                    <a:pt x="6646" y="19370"/>
                    <a:pt x="10523" y="1937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7" name="Shape 1867"/>
            <p:cNvSpPr/>
            <p:nvPr/>
          </p:nvSpPr>
          <p:spPr>
            <a:xfrm>
              <a:off x="718561" y="823979"/>
              <a:ext cx="51634" cy="2667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077"/>
                  </a:moveTo>
                  <a:lnTo>
                    <a:pt x="15300" y="21600"/>
                  </a:lnTo>
                  <a:lnTo>
                    <a:pt x="0" y="0"/>
                  </a:lnTo>
                  <a:lnTo>
                    <a:pt x="8100" y="0"/>
                  </a:lnTo>
                  <a:lnTo>
                    <a:pt x="21600" y="21077"/>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8" name="Shape 1868"/>
            <p:cNvSpPr/>
            <p:nvPr/>
          </p:nvSpPr>
          <p:spPr>
            <a:xfrm>
              <a:off x="948758" y="249560"/>
              <a:ext cx="544299" cy="48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709" y="21600"/>
                  </a:moveTo>
                  <a:cubicBezTo>
                    <a:pt x="16709" y="21600"/>
                    <a:pt x="16506" y="21600"/>
                    <a:pt x="16506" y="21600"/>
                  </a:cubicBezTo>
                  <a:cubicBezTo>
                    <a:pt x="13857" y="19762"/>
                    <a:pt x="13857" y="19762"/>
                    <a:pt x="13857" y="19762"/>
                  </a:cubicBezTo>
                  <a:cubicBezTo>
                    <a:pt x="12634" y="20221"/>
                    <a:pt x="11411" y="20221"/>
                    <a:pt x="10189" y="20221"/>
                  </a:cubicBezTo>
                  <a:cubicBezTo>
                    <a:pt x="4279" y="20221"/>
                    <a:pt x="0" y="16085"/>
                    <a:pt x="0" y="10111"/>
                  </a:cubicBezTo>
                  <a:cubicBezTo>
                    <a:pt x="0" y="4366"/>
                    <a:pt x="4279" y="0"/>
                    <a:pt x="10189" y="0"/>
                  </a:cubicBezTo>
                  <a:cubicBezTo>
                    <a:pt x="16506" y="0"/>
                    <a:pt x="21600" y="4596"/>
                    <a:pt x="21600" y="10111"/>
                  </a:cubicBezTo>
                  <a:cubicBezTo>
                    <a:pt x="21600" y="13098"/>
                    <a:pt x="20174" y="16085"/>
                    <a:pt x="17525" y="17923"/>
                  </a:cubicBezTo>
                  <a:cubicBezTo>
                    <a:pt x="17525" y="20451"/>
                    <a:pt x="17525" y="20451"/>
                    <a:pt x="17525" y="20451"/>
                  </a:cubicBezTo>
                  <a:cubicBezTo>
                    <a:pt x="17525" y="20681"/>
                    <a:pt x="17525" y="20681"/>
                    <a:pt x="17525" y="20681"/>
                  </a:cubicBezTo>
                  <a:cubicBezTo>
                    <a:pt x="17525" y="21140"/>
                    <a:pt x="17321" y="21600"/>
                    <a:pt x="16913" y="21600"/>
                  </a:cubicBezTo>
                  <a:cubicBezTo>
                    <a:pt x="16913" y="21600"/>
                    <a:pt x="16913" y="21600"/>
                    <a:pt x="16709" y="21600"/>
                  </a:cubicBezTo>
                  <a:close/>
                  <a:moveTo>
                    <a:pt x="13857" y="17923"/>
                  </a:moveTo>
                  <a:cubicBezTo>
                    <a:pt x="14060" y="17923"/>
                    <a:pt x="14264" y="17923"/>
                    <a:pt x="14264" y="18153"/>
                  </a:cubicBezTo>
                  <a:cubicBezTo>
                    <a:pt x="16098" y="19302"/>
                    <a:pt x="16098" y="19302"/>
                    <a:pt x="16098" y="19302"/>
                  </a:cubicBezTo>
                  <a:cubicBezTo>
                    <a:pt x="16098" y="17464"/>
                    <a:pt x="16098" y="17464"/>
                    <a:pt x="16098" y="17464"/>
                  </a:cubicBezTo>
                  <a:cubicBezTo>
                    <a:pt x="16098" y="17234"/>
                    <a:pt x="16098" y="16774"/>
                    <a:pt x="16302" y="16774"/>
                  </a:cubicBezTo>
                  <a:cubicBezTo>
                    <a:pt x="18747" y="15166"/>
                    <a:pt x="19970" y="12638"/>
                    <a:pt x="19970" y="10111"/>
                  </a:cubicBezTo>
                  <a:cubicBezTo>
                    <a:pt x="19970" y="5515"/>
                    <a:pt x="15691" y="1838"/>
                    <a:pt x="10189" y="1838"/>
                  </a:cubicBezTo>
                  <a:cubicBezTo>
                    <a:pt x="5094" y="1838"/>
                    <a:pt x="1630" y="5285"/>
                    <a:pt x="1630" y="10111"/>
                  </a:cubicBezTo>
                  <a:cubicBezTo>
                    <a:pt x="1630" y="15166"/>
                    <a:pt x="5094" y="18613"/>
                    <a:pt x="10189" y="18613"/>
                  </a:cubicBezTo>
                  <a:cubicBezTo>
                    <a:pt x="11411" y="18613"/>
                    <a:pt x="12634" y="18383"/>
                    <a:pt x="13653" y="17923"/>
                  </a:cubicBezTo>
                  <a:cubicBezTo>
                    <a:pt x="13857" y="17923"/>
                    <a:pt x="13857" y="17923"/>
                    <a:pt x="13857" y="1792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69" name="Shape 1869"/>
            <p:cNvSpPr/>
            <p:nvPr/>
          </p:nvSpPr>
          <p:spPr>
            <a:xfrm>
              <a:off x="496968" y="0"/>
              <a:ext cx="815373" cy="7314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770" y="18428"/>
                  </a:moveTo>
                  <a:cubicBezTo>
                    <a:pt x="12362" y="18428"/>
                    <a:pt x="11955" y="18579"/>
                    <a:pt x="11547" y="18579"/>
                  </a:cubicBezTo>
                  <a:cubicBezTo>
                    <a:pt x="10325" y="18579"/>
                    <a:pt x="9102" y="18277"/>
                    <a:pt x="8015" y="17975"/>
                  </a:cubicBezTo>
                  <a:cubicBezTo>
                    <a:pt x="7879" y="17975"/>
                    <a:pt x="7879" y="17975"/>
                    <a:pt x="7743" y="17975"/>
                  </a:cubicBezTo>
                  <a:cubicBezTo>
                    <a:pt x="7608" y="17975"/>
                    <a:pt x="7472" y="17975"/>
                    <a:pt x="7336" y="18126"/>
                  </a:cubicBezTo>
                  <a:cubicBezTo>
                    <a:pt x="5570" y="19183"/>
                    <a:pt x="5570" y="19183"/>
                    <a:pt x="5570" y="19183"/>
                  </a:cubicBezTo>
                  <a:cubicBezTo>
                    <a:pt x="5570" y="17371"/>
                    <a:pt x="5570" y="17371"/>
                    <a:pt x="5570" y="17371"/>
                  </a:cubicBezTo>
                  <a:cubicBezTo>
                    <a:pt x="5570" y="17069"/>
                    <a:pt x="5434" y="16766"/>
                    <a:pt x="5298" y="16615"/>
                  </a:cubicBezTo>
                  <a:cubicBezTo>
                    <a:pt x="2853" y="15105"/>
                    <a:pt x="1630" y="12688"/>
                    <a:pt x="1630" y="10120"/>
                  </a:cubicBezTo>
                  <a:cubicBezTo>
                    <a:pt x="1630" y="5438"/>
                    <a:pt x="5977" y="1662"/>
                    <a:pt x="11547" y="1662"/>
                  </a:cubicBezTo>
                  <a:cubicBezTo>
                    <a:pt x="15487" y="1662"/>
                    <a:pt x="18611" y="3776"/>
                    <a:pt x="19834" y="6948"/>
                  </a:cubicBezTo>
                  <a:cubicBezTo>
                    <a:pt x="20377" y="6948"/>
                    <a:pt x="21057" y="7099"/>
                    <a:pt x="21600" y="7250"/>
                  </a:cubicBezTo>
                  <a:cubicBezTo>
                    <a:pt x="20377" y="2870"/>
                    <a:pt x="16574" y="0"/>
                    <a:pt x="11547" y="0"/>
                  </a:cubicBezTo>
                  <a:cubicBezTo>
                    <a:pt x="5026" y="0"/>
                    <a:pt x="0" y="4380"/>
                    <a:pt x="0" y="10120"/>
                  </a:cubicBezTo>
                  <a:cubicBezTo>
                    <a:pt x="0" y="13141"/>
                    <a:pt x="1494" y="16011"/>
                    <a:pt x="4075" y="17824"/>
                  </a:cubicBezTo>
                  <a:cubicBezTo>
                    <a:pt x="4075" y="20543"/>
                    <a:pt x="4075" y="20543"/>
                    <a:pt x="4075" y="20543"/>
                  </a:cubicBezTo>
                  <a:cubicBezTo>
                    <a:pt x="4075" y="20543"/>
                    <a:pt x="4075" y="20694"/>
                    <a:pt x="4075" y="20694"/>
                  </a:cubicBezTo>
                  <a:cubicBezTo>
                    <a:pt x="4075" y="21147"/>
                    <a:pt x="4347" y="21600"/>
                    <a:pt x="4755" y="21600"/>
                  </a:cubicBezTo>
                  <a:cubicBezTo>
                    <a:pt x="4755" y="21600"/>
                    <a:pt x="4755" y="21600"/>
                    <a:pt x="4891" y="21600"/>
                  </a:cubicBezTo>
                  <a:cubicBezTo>
                    <a:pt x="5026" y="21600"/>
                    <a:pt x="5162" y="21600"/>
                    <a:pt x="5162" y="21449"/>
                  </a:cubicBezTo>
                  <a:cubicBezTo>
                    <a:pt x="7879" y="19787"/>
                    <a:pt x="7879" y="19787"/>
                    <a:pt x="7879" y="19787"/>
                  </a:cubicBezTo>
                  <a:cubicBezTo>
                    <a:pt x="9102" y="20090"/>
                    <a:pt x="10325" y="20241"/>
                    <a:pt x="11547" y="20241"/>
                  </a:cubicBezTo>
                  <a:cubicBezTo>
                    <a:pt x="12498" y="20241"/>
                    <a:pt x="13313" y="20241"/>
                    <a:pt x="14264" y="19938"/>
                  </a:cubicBezTo>
                  <a:cubicBezTo>
                    <a:pt x="13721" y="19485"/>
                    <a:pt x="13177" y="19032"/>
                    <a:pt x="12770" y="1842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0" name="Shape 1870"/>
            <p:cNvSpPr/>
            <p:nvPr/>
          </p:nvSpPr>
          <p:spPr>
            <a:xfrm>
              <a:off x="1056327" y="438881"/>
              <a:ext cx="88207" cy="882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165" y="21600"/>
                  </a:moveTo>
                  <a:cubicBezTo>
                    <a:pt x="5082" y="21600"/>
                    <a:pt x="0" y="16518"/>
                    <a:pt x="0" y="10165"/>
                  </a:cubicBezTo>
                  <a:cubicBezTo>
                    <a:pt x="0" y="5082"/>
                    <a:pt x="5082" y="0"/>
                    <a:pt x="10165" y="0"/>
                  </a:cubicBezTo>
                  <a:cubicBezTo>
                    <a:pt x="16518" y="0"/>
                    <a:pt x="21600" y="5082"/>
                    <a:pt x="21600" y="10165"/>
                  </a:cubicBezTo>
                  <a:cubicBezTo>
                    <a:pt x="21600" y="16518"/>
                    <a:pt x="16518" y="21600"/>
                    <a:pt x="10165" y="21600"/>
                  </a:cubicBezTo>
                  <a:close/>
                  <a:moveTo>
                    <a:pt x="10165" y="5082"/>
                  </a:moveTo>
                  <a:cubicBezTo>
                    <a:pt x="7624" y="5082"/>
                    <a:pt x="5082" y="7624"/>
                    <a:pt x="5082" y="10165"/>
                  </a:cubicBezTo>
                  <a:cubicBezTo>
                    <a:pt x="5082" y="13976"/>
                    <a:pt x="7624" y="16518"/>
                    <a:pt x="10165" y="16518"/>
                  </a:cubicBezTo>
                  <a:cubicBezTo>
                    <a:pt x="13976" y="16518"/>
                    <a:pt x="16518" y="13976"/>
                    <a:pt x="16518" y="10165"/>
                  </a:cubicBezTo>
                  <a:cubicBezTo>
                    <a:pt x="16518" y="7624"/>
                    <a:pt x="13976" y="5082"/>
                    <a:pt x="10165" y="508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1" name="Shape 1871"/>
            <p:cNvSpPr/>
            <p:nvPr/>
          </p:nvSpPr>
          <p:spPr>
            <a:xfrm>
              <a:off x="1168199" y="438881"/>
              <a:ext cx="88206" cy="882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518"/>
                    <a:pt x="0" y="10165"/>
                  </a:cubicBezTo>
                  <a:cubicBezTo>
                    <a:pt x="0" y="5082"/>
                    <a:pt x="5082" y="0"/>
                    <a:pt x="11435" y="0"/>
                  </a:cubicBezTo>
                  <a:cubicBezTo>
                    <a:pt x="16518" y="0"/>
                    <a:pt x="21600" y="5082"/>
                    <a:pt x="21600" y="10165"/>
                  </a:cubicBezTo>
                  <a:cubicBezTo>
                    <a:pt x="21600" y="16518"/>
                    <a:pt x="16518" y="21600"/>
                    <a:pt x="11435" y="21600"/>
                  </a:cubicBezTo>
                  <a:close/>
                  <a:moveTo>
                    <a:pt x="11435" y="5082"/>
                  </a:moveTo>
                  <a:cubicBezTo>
                    <a:pt x="7624" y="5082"/>
                    <a:pt x="5082" y="7624"/>
                    <a:pt x="5082" y="10165"/>
                  </a:cubicBezTo>
                  <a:cubicBezTo>
                    <a:pt x="5082" y="13976"/>
                    <a:pt x="7624" y="16518"/>
                    <a:pt x="11435" y="16518"/>
                  </a:cubicBezTo>
                  <a:cubicBezTo>
                    <a:pt x="13976" y="16518"/>
                    <a:pt x="16518" y="13976"/>
                    <a:pt x="16518" y="10165"/>
                  </a:cubicBezTo>
                  <a:cubicBezTo>
                    <a:pt x="16518" y="7624"/>
                    <a:pt x="13976" y="5082"/>
                    <a:pt x="11435" y="508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2" name="Shape 1872"/>
            <p:cNvSpPr/>
            <p:nvPr/>
          </p:nvSpPr>
          <p:spPr>
            <a:xfrm>
              <a:off x="1282222" y="438881"/>
              <a:ext cx="86057" cy="882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518"/>
                    <a:pt x="0" y="10165"/>
                  </a:cubicBezTo>
                  <a:cubicBezTo>
                    <a:pt x="0" y="5082"/>
                    <a:pt x="5082" y="0"/>
                    <a:pt x="11435" y="0"/>
                  </a:cubicBezTo>
                  <a:cubicBezTo>
                    <a:pt x="16518" y="0"/>
                    <a:pt x="21600" y="5082"/>
                    <a:pt x="21600" y="10165"/>
                  </a:cubicBezTo>
                  <a:cubicBezTo>
                    <a:pt x="21600" y="16518"/>
                    <a:pt x="16518" y="21600"/>
                    <a:pt x="11435" y="21600"/>
                  </a:cubicBezTo>
                  <a:close/>
                  <a:moveTo>
                    <a:pt x="11435" y="5082"/>
                  </a:moveTo>
                  <a:cubicBezTo>
                    <a:pt x="7624" y="5082"/>
                    <a:pt x="5082" y="7624"/>
                    <a:pt x="5082" y="10165"/>
                  </a:cubicBezTo>
                  <a:cubicBezTo>
                    <a:pt x="5082" y="13976"/>
                    <a:pt x="7624" y="16518"/>
                    <a:pt x="11435" y="16518"/>
                  </a:cubicBezTo>
                  <a:cubicBezTo>
                    <a:pt x="13976" y="16518"/>
                    <a:pt x="16518" y="13976"/>
                    <a:pt x="16518" y="10165"/>
                  </a:cubicBezTo>
                  <a:cubicBezTo>
                    <a:pt x="16518" y="7624"/>
                    <a:pt x="13976" y="5082"/>
                    <a:pt x="11435" y="508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887" name="Group 1887"/>
          <p:cNvGrpSpPr/>
          <p:nvPr/>
        </p:nvGrpSpPr>
        <p:grpSpPr>
          <a:xfrm>
            <a:off x="5299176" y="8195503"/>
            <a:ext cx="1238846" cy="1825330"/>
            <a:chOff x="0" y="0"/>
            <a:chExt cx="1238845" cy="1825328"/>
          </a:xfrm>
        </p:grpSpPr>
        <p:sp>
          <p:nvSpPr>
            <p:cNvPr id="1874" name="Shape 1874"/>
            <p:cNvSpPr/>
            <p:nvPr/>
          </p:nvSpPr>
          <p:spPr>
            <a:xfrm>
              <a:off x="89375" y="1100422"/>
              <a:ext cx="127213" cy="222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21600" y="21600"/>
                    <a:pt x="21600" y="21600"/>
                    <a:pt x="21600" y="21600"/>
                  </a:cubicBezTo>
                  <a:cubicBezTo>
                    <a:pt x="21600" y="0"/>
                    <a:pt x="21600" y="0"/>
                    <a:pt x="21600" y="0"/>
                  </a:cubicBezTo>
                  <a:cubicBezTo>
                    <a:pt x="14595" y="0"/>
                    <a:pt x="14595" y="0"/>
                    <a:pt x="14595" y="0"/>
                  </a:cubicBezTo>
                  <a:cubicBezTo>
                    <a:pt x="13427" y="3600"/>
                    <a:pt x="12259" y="7200"/>
                    <a:pt x="11092" y="7200"/>
                  </a:cubicBezTo>
                  <a:cubicBezTo>
                    <a:pt x="10508" y="7200"/>
                    <a:pt x="10508" y="7200"/>
                    <a:pt x="9924" y="7200"/>
                  </a:cubicBezTo>
                  <a:cubicBezTo>
                    <a:pt x="8757" y="7200"/>
                    <a:pt x="7005" y="3600"/>
                    <a:pt x="5838" y="0"/>
                  </a:cubicBezTo>
                  <a:cubicBezTo>
                    <a:pt x="0" y="0"/>
                    <a:pt x="0" y="0"/>
                    <a:pt x="0" y="0"/>
                  </a:cubicBezTo>
                  <a:lnTo>
                    <a:pt x="0"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5" name="Shape 1875"/>
            <p:cNvSpPr/>
            <p:nvPr/>
          </p:nvSpPr>
          <p:spPr>
            <a:xfrm>
              <a:off x="703606" y="-1"/>
              <a:ext cx="352829" cy="351011"/>
            </a:xfrm>
            <a:custGeom>
              <a:avLst/>
              <a:gdLst/>
              <a:ahLst/>
              <a:cxnLst>
                <a:cxn ang="0">
                  <a:pos x="wd2" y="hd2"/>
                </a:cxn>
                <a:cxn ang="5400000">
                  <a:pos x="wd2" y="hd2"/>
                </a:cxn>
                <a:cxn ang="10800000">
                  <a:pos x="wd2" y="hd2"/>
                </a:cxn>
                <a:cxn ang="16200000">
                  <a:pos x="wd2" y="hd2"/>
                </a:cxn>
              </a:cxnLst>
              <a:rect l="0" t="0" r="r" b="b"/>
              <a:pathLst>
                <a:path w="19455" h="19455" fill="norm" stroke="1" extrusionOk="0">
                  <a:moveTo>
                    <a:pt x="12437" y="19060"/>
                  </a:moveTo>
                  <a:cubicBezTo>
                    <a:pt x="17598" y="17531"/>
                    <a:pt x="20465" y="12178"/>
                    <a:pt x="19127" y="7017"/>
                  </a:cubicBezTo>
                  <a:cubicBezTo>
                    <a:pt x="17598" y="1856"/>
                    <a:pt x="12246" y="-1011"/>
                    <a:pt x="7084" y="327"/>
                  </a:cubicBezTo>
                  <a:cubicBezTo>
                    <a:pt x="1923" y="1856"/>
                    <a:pt x="-1135" y="7208"/>
                    <a:pt x="394" y="12370"/>
                  </a:cubicBezTo>
                  <a:cubicBezTo>
                    <a:pt x="1923" y="17531"/>
                    <a:pt x="7276" y="20589"/>
                    <a:pt x="12437" y="190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6" name="Shape 1876"/>
            <p:cNvSpPr/>
            <p:nvPr/>
          </p:nvSpPr>
          <p:spPr>
            <a:xfrm>
              <a:off x="852646" y="372045"/>
              <a:ext cx="386200" cy="1453284"/>
            </a:xfrm>
            <a:custGeom>
              <a:avLst/>
              <a:gdLst/>
              <a:ahLst/>
              <a:cxnLst>
                <a:cxn ang="0">
                  <a:pos x="wd2" y="hd2"/>
                </a:cxn>
                <a:cxn ang="5400000">
                  <a:pos x="wd2" y="hd2"/>
                </a:cxn>
                <a:cxn ang="10800000">
                  <a:pos x="wd2" y="hd2"/>
                </a:cxn>
                <a:cxn ang="16200000">
                  <a:pos x="wd2" y="hd2"/>
                </a:cxn>
              </a:cxnLst>
              <a:rect l="0" t="0" r="r" b="b"/>
              <a:pathLst>
                <a:path w="21186" h="21384" fill="norm" stroke="1" extrusionOk="0">
                  <a:moveTo>
                    <a:pt x="21032" y="8201"/>
                  </a:moveTo>
                  <a:cubicBezTo>
                    <a:pt x="21600" y="5615"/>
                    <a:pt x="20653" y="4145"/>
                    <a:pt x="17242" y="1914"/>
                  </a:cubicBezTo>
                  <a:cubicBezTo>
                    <a:pt x="14779" y="240"/>
                    <a:pt x="9474" y="-216"/>
                    <a:pt x="5874" y="88"/>
                  </a:cubicBezTo>
                  <a:cubicBezTo>
                    <a:pt x="3979" y="240"/>
                    <a:pt x="2653" y="697"/>
                    <a:pt x="2084" y="1254"/>
                  </a:cubicBezTo>
                  <a:cubicBezTo>
                    <a:pt x="947" y="1914"/>
                    <a:pt x="189" y="3638"/>
                    <a:pt x="0" y="5108"/>
                  </a:cubicBezTo>
                  <a:cubicBezTo>
                    <a:pt x="1326" y="4702"/>
                    <a:pt x="2274" y="4246"/>
                    <a:pt x="2842" y="3840"/>
                  </a:cubicBezTo>
                  <a:cubicBezTo>
                    <a:pt x="2842" y="3688"/>
                    <a:pt x="2842" y="3536"/>
                    <a:pt x="2842" y="3384"/>
                  </a:cubicBezTo>
                  <a:cubicBezTo>
                    <a:pt x="2842" y="3485"/>
                    <a:pt x="3032" y="3587"/>
                    <a:pt x="3032" y="3688"/>
                  </a:cubicBezTo>
                  <a:cubicBezTo>
                    <a:pt x="3221" y="3587"/>
                    <a:pt x="3411" y="3435"/>
                    <a:pt x="3411" y="3333"/>
                  </a:cubicBezTo>
                  <a:cubicBezTo>
                    <a:pt x="3979" y="2928"/>
                    <a:pt x="4168" y="2522"/>
                    <a:pt x="4358" y="2269"/>
                  </a:cubicBezTo>
                  <a:cubicBezTo>
                    <a:pt x="4547" y="2116"/>
                    <a:pt x="4547" y="2015"/>
                    <a:pt x="4547" y="1964"/>
                  </a:cubicBezTo>
                  <a:cubicBezTo>
                    <a:pt x="4547" y="1914"/>
                    <a:pt x="4547" y="1914"/>
                    <a:pt x="4547" y="1914"/>
                  </a:cubicBezTo>
                  <a:cubicBezTo>
                    <a:pt x="4547" y="1863"/>
                    <a:pt x="4547" y="1863"/>
                    <a:pt x="4547" y="1863"/>
                  </a:cubicBezTo>
                  <a:cubicBezTo>
                    <a:pt x="4547" y="1254"/>
                    <a:pt x="6442" y="798"/>
                    <a:pt x="8716" y="798"/>
                  </a:cubicBezTo>
                  <a:cubicBezTo>
                    <a:pt x="8905" y="798"/>
                    <a:pt x="8905" y="798"/>
                    <a:pt x="8905" y="798"/>
                  </a:cubicBezTo>
                  <a:cubicBezTo>
                    <a:pt x="10042" y="798"/>
                    <a:pt x="11179" y="899"/>
                    <a:pt x="11937" y="1153"/>
                  </a:cubicBezTo>
                  <a:cubicBezTo>
                    <a:pt x="12695" y="1356"/>
                    <a:pt x="13074" y="1660"/>
                    <a:pt x="13074" y="1964"/>
                  </a:cubicBezTo>
                  <a:cubicBezTo>
                    <a:pt x="13074" y="1964"/>
                    <a:pt x="13074" y="1964"/>
                    <a:pt x="13074" y="1964"/>
                  </a:cubicBezTo>
                  <a:cubicBezTo>
                    <a:pt x="13074" y="1964"/>
                    <a:pt x="13074" y="1964"/>
                    <a:pt x="13074" y="1964"/>
                  </a:cubicBezTo>
                  <a:cubicBezTo>
                    <a:pt x="13074" y="1964"/>
                    <a:pt x="13074" y="1964"/>
                    <a:pt x="13074" y="1964"/>
                  </a:cubicBezTo>
                  <a:cubicBezTo>
                    <a:pt x="12884" y="2471"/>
                    <a:pt x="12505" y="3840"/>
                    <a:pt x="9853" y="5260"/>
                  </a:cubicBezTo>
                  <a:cubicBezTo>
                    <a:pt x="8526" y="5869"/>
                    <a:pt x="7011" y="6477"/>
                    <a:pt x="5116" y="6933"/>
                  </a:cubicBezTo>
                  <a:cubicBezTo>
                    <a:pt x="5305" y="7187"/>
                    <a:pt x="5495" y="7491"/>
                    <a:pt x="5495" y="7694"/>
                  </a:cubicBezTo>
                  <a:cubicBezTo>
                    <a:pt x="5495" y="19964"/>
                    <a:pt x="5495" y="19964"/>
                    <a:pt x="5495" y="19964"/>
                  </a:cubicBezTo>
                  <a:cubicBezTo>
                    <a:pt x="5495" y="20776"/>
                    <a:pt x="7958" y="21384"/>
                    <a:pt x="10800" y="21384"/>
                  </a:cubicBezTo>
                  <a:cubicBezTo>
                    <a:pt x="13832" y="21384"/>
                    <a:pt x="16295" y="20776"/>
                    <a:pt x="16295" y="19964"/>
                  </a:cubicBezTo>
                  <a:cubicBezTo>
                    <a:pt x="16295" y="10128"/>
                    <a:pt x="16295" y="10128"/>
                    <a:pt x="16295" y="10128"/>
                  </a:cubicBezTo>
                  <a:cubicBezTo>
                    <a:pt x="18568" y="9823"/>
                    <a:pt x="20463" y="9316"/>
                    <a:pt x="21032" y="820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7" name="Shape 1877"/>
            <p:cNvSpPr/>
            <p:nvPr/>
          </p:nvSpPr>
          <p:spPr>
            <a:xfrm>
              <a:off x="884954" y="874268"/>
              <a:ext cx="30290" cy="545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6800" y="1350"/>
                    <a:pt x="12000" y="2700"/>
                    <a:pt x="7200" y="5400"/>
                  </a:cubicBezTo>
                  <a:cubicBezTo>
                    <a:pt x="4800" y="5400"/>
                    <a:pt x="2400" y="6750"/>
                    <a:pt x="0" y="8100"/>
                  </a:cubicBezTo>
                  <a:cubicBezTo>
                    <a:pt x="4800" y="13500"/>
                    <a:pt x="9600" y="18900"/>
                    <a:pt x="14400" y="21600"/>
                  </a:cubicBezTo>
                  <a:cubicBezTo>
                    <a:pt x="16800" y="16200"/>
                    <a:pt x="19200" y="8100"/>
                    <a:pt x="216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8" name="Shape 1878"/>
            <p:cNvSpPr/>
            <p:nvPr/>
          </p:nvSpPr>
          <p:spPr>
            <a:xfrm>
              <a:off x="573991" y="440133"/>
              <a:ext cx="502792" cy="5068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15" y="18514"/>
                  </a:moveTo>
                  <a:cubicBezTo>
                    <a:pt x="16126" y="16751"/>
                    <a:pt x="17901" y="14253"/>
                    <a:pt x="19085" y="11902"/>
                  </a:cubicBezTo>
                  <a:cubicBezTo>
                    <a:pt x="21452" y="7347"/>
                    <a:pt x="21452" y="2939"/>
                    <a:pt x="21600" y="2792"/>
                  </a:cubicBezTo>
                  <a:cubicBezTo>
                    <a:pt x="21600" y="1322"/>
                    <a:pt x="20416" y="0"/>
                    <a:pt x="18937" y="0"/>
                  </a:cubicBezTo>
                  <a:cubicBezTo>
                    <a:pt x="17458" y="0"/>
                    <a:pt x="16274" y="1176"/>
                    <a:pt x="16126" y="2645"/>
                  </a:cubicBezTo>
                  <a:cubicBezTo>
                    <a:pt x="16126" y="2645"/>
                    <a:pt x="16126" y="2645"/>
                    <a:pt x="16126" y="2645"/>
                  </a:cubicBezTo>
                  <a:cubicBezTo>
                    <a:pt x="16126" y="2645"/>
                    <a:pt x="16126" y="2792"/>
                    <a:pt x="16126" y="2792"/>
                  </a:cubicBezTo>
                  <a:cubicBezTo>
                    <a:pt x="16126" y="3086"/>
                    <a:pt x="16126" y="3380"/>
                    <a:pt x="16126" y="3820"/>
                  </a:cubicBezTo>
                  <a:cubicBezTo>
                    <a:pt x="15978" y="4555"/>
                    <a:pt x="15682" y="5731"/>
                    <a:pt x="15386" y="7053"/>
                  </a:cubicBezTo>
                  <a:cubicBezTo>
                    <a:pt x="14499" y="9551"/>
                    <a:pt x="13019" y="12343"/>
                    <a:pt x="10356" y="14106"/>
                  </a:cubicBezTo>
                  <a:cubicBezTo>
                    <a:pt x="8581" y="15429"/>
                    <a:pt x="6214" y="16163"/>
                    <a:pt x="2811" y="16163"/>
                  </a:cubicBezTo>
                  <a:cubicBezTo>
                    <a:pt x="2811" y="16163"/>
                    <a:pt x="2663" y="16163"/>
                    <a:pt x="2663" y="16163"/>
                  </a:cubicBezTo>
                  <a:cubicBezTo>
                    <a:pt x="1184" y="16310"/>
                    <a:pt x="0" y="17486"/>
                    <a:pt x="0" y="18955"/>
                  </a:cubicBezTo>
                  <a:cubicBezTo>
                    <a:pt x="0" y="20424"/>
                    <a:pt x="1184" y="21600"/>
                    <a:pt x="2663" y="21600"/>
                  </a:cubicBezTo>
                  <a:cubicBezTo>
                    <a:pt x="2663" y="21600"/>
                    <a:pt x="2663" y="21600"/>
                    <a:pt x="2663" y="21600"/>
                  </a:cubicBezTo>
                  <a:cubicBezTo>
                    <a:pt x="2663" y="21600"/>
                    <a:pt x="2663" y="21600"/>
                    <a:pt x="2811" y="21600"/>
                  </a:cubicBezTo>
                  <a:cubicBezTo>
                    <a:pt x="7101" y="21600"/>
                    <a:pt x="10652" y="20424"/>
                    <a:pt x="13315" y="1851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79" name="Shape 1879"/>
            <p:cNvSpPr/>
            <p:nvPr/>
          </p:nvSpPr>
          <p:spPr>
            <a:xfrm>
              <a:off x="182537" y="-1"/>
              <a:ext cx="351011" cy="351011"/>
            </a:xfrm>
            <a:custGeom>
              <a:avLst/>
              <a:gdLst/>
              <a:ahLst/>
              <a:cxnLst>
                <a:cxn ang="0">
                  <a:pos x="wd2" y="hd2"/>
                </a:cxn>
                <a:cxn ang="5400000">
                  <a:pos x="wd2" y="hd2"/>
                </a:cxn>
                <a:cxn ang="10800000">
                  <a:pos x="wd2" y="hd2"/>
                </a:cxn>
                <a:cxn ang="16200000">
                  <a:pos x="wd2" y="hd2"/>
                </a:cxn>
              </a:cxnLst>
              <a:rect l="0" t="0" r="r" b="b"/>
              <a:pathLst>
                <a:path w="19455" h="19455" fill="norm" stroke="1" extrusionOk="0">
                  <a:moveTo>
                    <a:pt x="394" y="7017"/>
                  </a:moveTo>
                  <a:cubicBezTo>
                    <a:pt x="-1135" y="12178"/>
                    <a:pt x="1923" y="17531"/>
                    <a:pt x="7084" y="19060"/>
                  </a:cubicBezTo>
                  <a:cubicBezTo>
                    <a:pt x="12246" y="20589"/>
                    <a:pt x="17598" y="17531"/>
                    <a:pt x="19127" y="12370"/>
                  </a:cubicBezTo>
                  <a:cubicBezTo>
                    <a:pt x="20465" y="7208"/>
                    <a:pt x="17598" y="1856"/>
                    <a:pt x="12437" y="327"/>
                  </a:cubicBezTo>
                  <a:cubicBezTo>
                    <a:pt x="7276" y="-1011"/>
                    <a:pt x="1923" y="1856"/>
                    <a:pt x="394" y="701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0" name="Shape 1880"/>
            <p:cNvSpPr/>
            <p:nvPr/>
          </p:nvSpPr>
          <p:spPr>
            <a:xfrm>
              <a:off x="85336" y="430887"/>
              <a:ext cx="205095" cy="659441"/>
            </a:xfrm>
            <a:custGeom>
              <a:avLst/>
              <a:gdLst/>
              <a:ahLst/>
              <a:cxnLst>
                <a:cxn ang="0">
                  <a:pos x="wd2" y="hd2"/>
                </a:cxn>
                <a:cxn ang="5400000">
                  <a:pos x="wd2" y="hd2"/>
                </a:cxn>
                <a:cxn ang="10800000">
                  <a:pos x="wd2" y="hd2"/>
                </a:cxn>
                <a:cxn ang="16200000">
                  <a:pos x="wd2" y="hd2"/>
                </a:cxn>
              </a:cxnLst>
              <a:rect l="0" t="0" r="r" b="b"/>
              <a:pathLst>
                <a:path w="20697" h="21311" fill="norm" stroke="1" extrusionOk="0">
                  <a:moveTo>
                    <a:pt x="6271" y="21311"/>
                  </a:moveTo>
                  <a:cubicBezTo>
                    <a:pt x="6619" y="21311"/>
                    <a:pt x="6619" y="21311"/>
                    <a:pt x="6619" y="21311"/>
                  </a:cubicBezTo>
                  <a:cubicBezTo>
                    <a:pt x="10103" y="21311"/>
                    <a:pt x="12890" y="20309"/>
                    <a:pt x="12542" y="19196"/>
                  </a:cubicBezTo>
                  <a:cubicBezTo>
                    <a:pt x="12542" y="18193"/>
                    <a:pt x="12542" y="17191"/>
                    <a:pt x="12542" y="16301"/>
                  </a:cubicBezTo>
                  <a:cubicBezTo>
                    <a:pt x="12542" y="7505"/>
                    <a:pt x="19510" y="3274"/>
                    <a:pt x="19858" y="3051"/>
                  </a:cubicBezTo>
                  <a:cubicBezTo>
                    <a:pt x="19858" y="3051"/>
                    <a:pt x="19858" y="3051"/>
                    <a:pt x="19858" y="3051"/>
                  </a:cubicBezTo>
                  <a:cubicBezTo>
                    <a:pt x="19858" y="3051"/>
                    <a:pt x="19858" y="3051"/>
                    <a:pt x="19858" y="3051"/>
                  </a:cubicBezTo>
                  <a:cubicBezTo>
                    <a:pt x="19858" y="3051"/>
                    <a:pt x="19858" y="3051"/>
                    <a:pt x="19858" y="3051"/>
                  </a:cubicBezTo>
                  <a:cubicBezTo>
                    <a:pt x="21600" y="2049"/>
                    <a:pt x="20555" y="824"/>
                    <a:pt x="17419" y="268"/>
                  </a:cubicBezTo>
                  <a:cubicBezTo>
                    <a:pt x="14632" y="-289"/>
                    <a:pt x="10800" y="45"/>
                    <a:pt x="9058" y="1047"/>
                  </a:cubicBezTo>
                  <a:cubicBezTo>
                    <a:pt x="8361" y="1270"/>
                    <a:pt x="0" y="6169"/>
                    <a:pt x="0" y="16301"/>
                  </a:cubicBezTo>
                  <a:cubicBezTo>
                    <a:pt x="0" y="17303"/>
                    <a:pt x="0" y="18305"/>
                    <a:pt x="0" y="19418"/>
                  </a:cubicBezTo>
                  <a:cubicBezTo>
                    <a:pt x="348" y="20532"/>
                    <a:pt x="3135" y="21311"/>
                    <a:pt x="6271" y="2131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1" name="Shape 1881"/>
            <p:cNvSpPr/>
            <p:nvPr/>
          </p:nvSpPr>
          <p:spPr>
            <a:xfrm>
              <a:off x="0" y="372045"/>
              <a:ext cx="610339" cy="1453284"/>
            </a:xfrm>
            <a:custGeom>
              <a:avLst/>
              <a:gdLst/>
              <a:ahLst/>
              <a:cxnLst>
                <a:cxn ang="0">
                  <a:pos x="wd2" y="hd2"/>
                </a:cxn>
                <a:cxn ang="5400000">
                  <a:pos x="wd2" y="hd2"/>
                </a:cxn>
                <a:cxn ang="10800000">
                  <a:pos x="wd2" y="hd2"/>
                </a:cxn>
                <a:cxn ang="16200000">
                  <a:pos x="wd2" y="hd2"/>
                </a:cxn>
              </a:cxnLst>
              <a:rect l="0" t="0" r="r" b="b"/>
              <a:pathLst>
                <a:path w="21336" h="21384" fill="norm" stroke="1" extrusionOk="0">
                  <a:moveTo>
                    <a:pt x="21336" y="6426"/>
                  </a:moveTo>
                  <a:cubicBezTo>
                    <a:pt x="18681" y="6426"/>
                    <a:pt x="16751" y="6122"/>
                    <a:pt x="15302" y="5716"/>
                  </a:cubicBezTo>
                  <a:cubicBezTo>
                    <a:pt x="14578" y="5514"/>
                    <a:pt x="13975" y="5260"/>
                    <a:pt x="13492" y="5007"/>
                  </a:cubicBezTo>
                  <a:cubicBezTo>
                    <a:pt x="13251" y="3587"/>
                    <a:pt x="12768" y="1914"/>
                    <a:pt x="12165" y="1305"/>
                  </a:cubicBezTo>
                  <a:cubicBezTo>
                    <a:pt x="11803" y="697"/>
                    <a:pt x="10958" y="240"/>
                    <a:pt x="9752" y="88"/>
                  </a:cubicBezTo>
                  <a:cubicBezTo>
                    <a:pt x="7459" y="-216"/>
                    <a:pt x="4080" y="240"/>
                    <a:pt x="2511" y="1914"/>
                  </a:cubicBezTo>
                  <a:cubicBezTo>
                    <a:pt x="339" y="4145"/>
                    <a:pt x="-264" y="5615"/>
                    <a:pt x="98" y="8201"/>
                  </a:cubicBezTo>
                  <a:cubicBezTo>
                    <a:pt x="339" y="9012"/>
                    <a:pt x="1063" y="9519"/>
                    <a:pt x="2029" y="9823"/>
                  </a:cubicBezTo>
                  <a:cubicBezTo>
                    <a:pt x="2391" y="9823"/>
                    <a:pt x="2391" y="9823"/>
                    <a:pt x="2391" y="9823"/>
                  </a:cubicBezTo>
                  <a:cubicBezTo>
                    <a:pt x="2391" y="9823"/>
                    <a:pt x="2270" y="9773"/>
                    <a:pt x="2270" y="9773"/>
                  </a:cubicBezTo>
                  <a:cubicBezTo>
                    <a:pt x="2270" y="9266"/>
                    <a:pt x="2270" y="8759"/>
                    <a:pt x="2270" y="8302"/>
                  </a:cubicBezTo>
                  <a:cubicBezTo>
                    <a:pt x="2270" y="3485"/>
                    <a:pt x="5408" y="1254"/>
                    <a:pt x="5528" y="1204"/>
                  </a:cubicBezTo>
                  <a:cubicBezTo>
                    <a:pt x="6011" y="798"/>
                    <a:pt x="6976" y="595"/>
                    <a:pt x="7942" y="595"/>
                  </a:cubicBezTo>
                  <a:cubicBezTo>
                    <a:pt x="8545" y="595"/>
                    <a:pt x="9028" y="646"/>
                    <a:pt x="9510" y="747"/>
                  </a:cubicBezTo>
                  <a:cubicBezTo>
                    <a:pt x="10114" y="899"/>
                    <a:pt x="10596" y="1204"/>
                    <a:pt x="10838" y="1508"/>
                  </a:cubicBezTo>
                  <a:cubicBezTo>
                    <a:pt x="10958" y="1761"/>
                    <a:pt x="10958" y="2015"/>
                    <a:pt x="10596" y="2269"/>
                  </a:cubicBezTo>
                  <a:cubicBezTo>
                    <a:pt x="10596" y="2269"/>
                    <a:pt x="10596" y="2269"/>
                    <a:pt x="10596" y="2269"/>
                  </a:cubicBezTo>
                  <a:cubicBezTo>
                    <a:pt x="10596" y="2319"/>
                    <a:pt x="10596" y="2319"/>
                    <a:pt x="10596" y="2319"/>
                  </a:cubicBezTo>
                  <a:cubicBezTo>
                    <a:pt x="10596" y="2370"/>
                    <a:pt x="10476" y="2370"/>
                    <a:pt x="10476" y="2421"/>
                  </a:cubicBezTo>
                  <a:cubicBezTo>
                    <a:pt x="10476" y="2421"/>
                    <a:pt x="10476" y="2421"/>
                    <a:pt x="10476" y="2421"/>
                  </a:cubicBezTo>
                  <a:cubicBezTo>
                    <a:pt x="10234" y="2623"/>
                    <a:pt x="8062" y="4449"/>
                    <a:pt x="8062" y="8302"/>
                  </a:cubicBezTo>
                  <a:cubicBezTo>
                    <a:pt x="8062" y="8708"/>
                    <a:pt x="8062" y="9164"/>
                    <a:pt x="8062" y="9621"/>
                  </a:cubicBezTo>
                  <a:cubicBezTo>
                    <a:pt x="8183" y="10280"/>
                    <a:pt x="6976" y="10888"/>
                    <a:pt x="5408" y="10888"/>
                  </a:cubicBezTo>
                  <a:cubicBezTo>
                    <a:pt x="5287" y="10888"/>
                    <a:pt x="5287" y="10888"/>
                    <a:pt x="5166" y="10888"/>
                  </a:cubicBezTo>
                  <a:cubicBezTo>
                    <a:pt x="4442" y="10888"/>
                    <a:pt x="3718" y="10787"/>
                    <a:pt x="3115" y="10533"/>
                  </a:cubicBezTo>
                  <a:cubicBezTo>
                    <a:pt x="3115" y="19964"/>
                    <a:pt x="3115" y="19964"/>
                    <a:pt x="3115" y="19964"/>
                  </a:cubicBezTo>
                  <a:cubicBezTo>
                    <a:pt x="3115" y="20776"/>
                    <a:pt x="4683" y="21384"/>
                    <a:pt x="6494" y="21384"/>
                  </a:cubicBezTo>
                  <a:cubicBezTo>
                    <a:pt x="8424" y="21384"/>
                    <a:pt x="9993" y="20776"/>
                    <a:pt x="9993" y="19964"/>
                  </a:cubicBezTo>
                  <a:cubicBezTo>
                    <a:pt x="9993" y="11040"/>
                    <a:pt x="9993" y="11040"/>
                    <a:pt x="9993" y="11040"/>
                  </a:cubicBezTo>
                  <a:cubicBezTo>
                    <a:pt x="9993" y="9114"/>
                    <a:pt x="9993" y="9114"/>
                    <a:pt x="9993" y="9114"/>
                  </a:cubicBezTo>
                  <a:cubicBezTo>
                    <a:pt x="9993" y="7694"/>
                    <a:pt x="9993" y="7694"/>
                    <a:pt x="9993" y="7694"/>
                  </a:cubicBezTo>
                  <a:cubicBezTo>
                    <a:pt x="9993" y="7288"/>
                    <a:pt x="10234" y="6781"/>
                    <a:pt x="10355" y="6274"/>
                  </a:cubicBezTo>
                  <a:cubicBezTo>
                    <a:pt x="10596" y="6376"/>
                    <a:pt x="10717" y="6477"/>
                    <a:pt x="10958" y="6578"/>
                  </a:cubicBezTo>
                  <a:cubicBezTo>
                    <a:pt x="11200" y="6984"/>
                    <a:pt x="11441" y="7795"/>
                    <a:pt x="11682" y="8201"/>
                  </a:cubicBezTo>
                  <a:cubicBezTo>
                    <a:pt x="12044" y="7998"/>
                    <a:pt x="12406" y="7592"/>
                    <a:pt x="12768" y="7187"/>
                  </a:cubicBezTo>
                  <a:cubicBezTo>
                    <a:pt x="12768" y="7187"/>
                    <a:pt x="12889" y="7238"/>
                    <a:pt x="12889" y="7238"/>
                  </a:cubicBezTo>
                  <a:cubicBezTo>
                    <a:pt x="14699" y="7745"/>
                    <a:pt x="17113" y="8150"/>
                    <a:pt x="20009" y="8252"/>
                  </a:cubicBezTo>
                  <a:cubicBezTo>
                    <a:pt x="19647" y="8049"/>
                    <a:pt x="19405" y="7795"/>
                    <a:pt x="19405" y="7542"/>
                  </a:cubicBezTo>
                  <a:cubicBezTo>
                    <a:pt x="19405" y="7238"/>
                    <a:pt x="19647" y="6933"/>
                    <a:pt x="20250" y="6730"/>
                  </a:cubicBezTo>
                  <a:cubicBezTo>
                    <a:pt x="20491" y="6578"/>
                    <a:pt x="20853" y="6477"/>
                    <a:pt x="21336" y="6426"/>
                  </a:cubicBezTo>
                  <a:close/>
                  <a:moveTo>
                    <a:pt x="11682" y="3688"/>
                  </a:moveTo>
                  <a:cubicBezTo>
                    <a:pt x="11682" y="3688"/>
                    <a:pt x="11562" y="3638"/>
                    <a:pt x="11562" y="3587"/>
                  </a:cubicBezTo>
                  <a:cubicBezTo>
                    <a:pt x="11562" y="3536"/>
                    <a:pt x="11682" y="3485"/>
                    <a:pt x="11682" y="3384"/>
                  </a:cubicBezTo>
                  <a:cubicBezTo>
                    <a:pt x="11682" y="3485"/>
                    <a:pt x="11682" y="3587"/>
                    <a:pt x="11682" y="368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2" name="Shape 1882"/>
            <p:cNvSpPr/>
            <p:nvPr/>
          </p:nvSpPr>
          <p:spPr>
            <a:xfrm>
              <a:off x="376106" y="1455807"/>
              <a:ext cx="470484" cy="1352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523"/>
                  </a:moveTo>
                  <a:cubicBezTo>
                    <a:pt x="21600" y="5538"/>
                    <a:pt x="21600" y="5538"/>
                    <a:pt x="21600" y="5538"/>
                  </a:cubicBezTo>
                  <a:cubicBezTo>
                    <a:pt x="21600" y="2769"/>
                    <a:pt x="20965" y="0"/>
                    <a:pt x="20012" y="0"/>
                  </a:cubicBezTo>
                  <a:cubicBezTo>
                    <a:pt x="1588" y="0"/>
                    <a:pt x="1588" y="0"/>
                    <a:pt x="1588" y="0"/>
                  </a:cubicBezTo>
                  <a:cubicBezTo>
                    <a:pt x="635" y="0"/>
                    <a:pt x="0" y="2769"/>
                    <a:pt x="0" y="5538"/>
                  </a:cubicBezTo>
                  <a:cubicBezTo>
                    <a:pt x="0" y="10523"/>
                    <a:pt x="0" y="10523"/>
                    <a:pt x="0" y="10523"/>
                  </a:cubicBezTo>
                  <a:cubicBezTo>
                    <a:pt x="10800" y="21600"/>
                    <a:pt x="10800" y="21600"/>
                    <a:pt x="10800" y="21600"/>
                  </a:cubicBezTo>
                  <a:lnTo>
                    <a:pt x="21600" y="1052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3" name="Shape 1883"/>
            <p:cNvSpPr/>
            <p:nvPr/>
          </p:nvSpPr>
          <p:spPr>
            <a:xfrm>
              <a:off x="376106" y="1548692"/>
              <a:ext cx="470484" cy="2766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71" y="4860"/>
                  </a:moveTo>
                  <a:cubicBezTo>
                    <a:pt x="12071" y="7560"/>
                    <a:pt x="12071" y="7560"/>
                    <a:pt x="12071" y="7560"/>
                  </a:cubicBezTo>
                  <a:cubicBezTo>
                    <a:pt x="12071" y="7830"/>
                    <a:pt x="11912" y="8370"/>
                    <a:pt x="11594" y="8370"/>
                  </a:cubicBezTo>
                  <a:cubicBezTo>
                    <a:pt x="9847" y="8370"/>
                    <a:pt x="9847" y="8370"/>
                    <a:pt x="9847" y="8370"/>
                  </a:cubicBezTo>
                  <a:cubicBezTo>
                    <a:pt x="9688" y="8370"/>
                    <a:pt x="9529" y="7830"/>
                    <a:pt x="9529" y="7560"/>
                  </a:cubicBezTo>
                  <a:cubicBezTo>
                    <a:pt x="9529" y="4860"/>
                    <a:pt x="9529" y="4860"/>
                    <a:pt x="9529" y="4860"/>
                  </a:cubicBezTo>
                  <a:cubicBezTo>
                    <a:pt x="0" y="0"/>
                    <a:pt x="0" y="0"/>
                    <a:pt x="0" y="0"/>
                  </a:cubicBezTo>
                  <a:cubicBezTo>
                    <a:pt x="0" y="18900"/>
                    <a:pt x="0" y="18900"/>
                    <a:pt x="0" y="18900"/>
                  </a:cubicBezTo>
                  <a:cubicBezTo>
                    <a:pt x="0" y="20520"/>
                    <a:pt x="635" y="21600"/>
                    <a:pt x="1588" y="21600"/>
                  </a:cubicBezTo>
                  <a:cubicBezTo>
                    <a:pt x="20012" y="21600"/>
                    <a:pt x="20012" y="21600"/>
                    <a:pt x="20012" y="21600"/>
                  </a:cubicBezTo>
                  <a:cubicBezTo>
                    <a:pt x="20965" y="21600"/>
                    <a:pt x="21600" y="20520"/>
                    <a:pt x="21600" y="18900"/>
                  </a:cubicBezTo>
                  <a:cubicBezTo>
                    <a:pt x="21600" y="0"/>
                    <a:pt x="21600" y="0"/>
                    <a:pt x="21600" y="0"/>
                  </a:cubicBezTo>
                  <a:lnTo>
                    <a:pt x="12071" y="48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4" name="Shape 1884"/>
            <p:cNvSpPr/>
            <p:nvPr/>
          </p:nvSpPr>
          <p:spPr>
            <a:xfrm>
              <a:off x="515434" y="1393212"/>
              <a:ext cx="191829" cy="222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8000"/>
                    <a:pt x="21214" y="21600"/>
                    <a:pt x="20443" y="21600"/>
                  </a:cubicBezTo>
                  <a:cubicBezTo>
                    <a:pt x="1157" y="21600"/>
                    <a:pt x="1157" y="21600"/>
                    <a:pt x="1157" y="21600"/>
                  </a:cubicBezTo>
                  <a:cubicBezTo>
                    <a:pt x="386" y="21600"/>
                    <a:pt x="0" y="18000"/>
                    <a:pt x="0" y="10800"/>
                  </a:cubicBezTo>
                  <a:cubicBezTo>
                    <a:pt x="0" y="7200"/>
                    <a:pt x="386" y="0"/>
                    <a:pt x="1157" y="0"/>
                  </a:cubicBezTo>
                  <a:cubicBezTo>
                    <a:pt x="20443" y="0"/>
                    <a:pt x="20443" y="0"/>
                    <a:pt x="20443" y="0"/>
                  </a:cubicBezTo>
                  <a:cubicBezTo>
                    <a:pt x="21214" y="0"/>
                    <a:pt x="21600" y="7200"/>
                    <a:pt x="21600" y="10800"/>
                  </a:cubicBezTo>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5" name="Shape 1885"/>
            <p:cNvSpPr/>
            <p:nvPr/>
          </p:nvSpPr>
          <p:spPr>
            <a:xfrm>
              <a:off x="695000" y="1405327"/>
              <a:ext cx="6351" cy="68653"/>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86" name="Shape 1886"/>
            <p:cNvSpPr/>
            <p:nvPr/>
          </p:nvSpPr>
          <p:spPr>
            <a:xfrm>
              <a:off x="517453" y="1405327"/>
              <a:ext cx="10097" cy="70673"/>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888" name="Shape 1888"/>
          <p:cNvSpPr/>
          <p:nvPr/>
        </p:nvSpPr>
        <p:spPr>
          <a:xfrm>
            <a:off x="8434569" y="10614821"/>
            <a:ext cx="1" cy="1559753"/>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889" name="Shape 1889"/>
          <p:cNvSpPr/>
          <p:nvPr/>
        </p:nvSpPr>
        <p:spPr>
          <a:xfrm>
            <a:off x="11085448" y="8496739"/>
            <a:ext cx="1" cy="1559753"/>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grpSp>
        <p:nvGrpSpPr>
          <p:cNvPr id="1908" name="Group 1908"/>
          <p:cNvGrpSpPr/>
          <p:nvPr/>
        </p:nvGrpSpPr>
        <p:grpSpPr>
          <a:xfrm>
            <a:off x="7720065" y="5937090"/>
            <a:ext cx="1365260" cy="1939918"/>
            <a:chOff x="0" y="0"/>
            <a:chExt cx="1365258" cy="1939917"/>
          </a:xfrm>
        </p:grpSpPr>
        <p:sp>
          <p:nvSpPr>
            <p:cNvPr id="1890" name="Shape 1890"/>
            <p:cNvSpPr/>
            <p:nvPr/>
          </p:nvSpPr>
          <p:spPr>
            <a:xfrm>
              <a:off x="0" y="1079317"/>
              <a:ext cx="607053" cy="8606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4" y="17805"/>
                  </a:moveTo>
                  <a:cubicBezTo>
                    <a:pt x="1454" y="17951"/>
                    <a:pt x="1454" y="17951"/>
                    <a:pt x="1454" y="17951"/>
                  </a:cubicBezTo>
                  <a:cubicBezTo>
                    <a:pt x="1454" y="18681"/>
                    <a:pt x="1454" y="18681"/>
                    <a:pt x="1454" y="18681"/>
                  </a:cubicBezTo>
                  <a:cubicBezTo>
                    <a:pt x="623" y="18973"/>
                    <a:pt x="0" y="19411"/>
                    <a:pt x="0" y="20141"/>
                  </a:cubicBezTo>
                  <a:cubicBezTo>
                    <a:pt x="0" y="21016"/>
                    <a:pt x="831" y="21600"/>
                    <a:pt x="2077" y="21600"/>
                  </a:cubicBezTo>
                  <a:cubicBezTo>
                    <a:pt x="3115" y="21600"/>
                    <a:pt x="4154" y="21016"/>
                    <a:pt x="4154" y="20141"/>
                  </a:cubicBezTo>
                  <a:cubicBezTo>
                    <a:pt x="4154" y="19557"/>
                    <a:pt x="3738" y="18973"/>
                    <a:pt x="2908" y="18827"/>
                  </a:cubicBezTo>
                  <a:cubicBezTo>
                    <a:pt x="2908" y="18243"/>
                    <a:pt x="2908" y="18243"/>
                    <a:pt x="2908" y="18243"/>
                  </a:cubicBezTo>
                  <a:cubicBezTo>
                    <a:pt x="3323" y="17951"/>
                    <a:pt x="4985" y="16930"/>
                    <a:pt x="9554" y="16638"/>
                  </a:cubicBezTo>
                  <a:cubicBezTo>
                    <a:pt x="9969" y="18681"/>
                    <a:pt x="9969" y="18681"/>
                    <a:pt x="9969" y="18681"/>
                  </a:cubicBezTo>
                  <a:cubicBezTo>
                    <a:pt x="9138" y="18973"/>
                    <a:pt x="8515" y="19557"/>
                    <a:pt x="8515" y="20141"/>
                  </a:cubicBezTo>
                  <a:cubicBezTo>
                    <a:pt x="8515" y="21016"/>
                    <a:pt x="9554" y="21600"/>
                    <a:pt x="10592" y="21600"/>
                  </a:cubicBezTo>
                  <a:cubicBezTo>
                    <a:pt x="11838" y="21600"/>
                    <a:pt x="12669" y="21016"/>
                    <a:pt x="12669" y="20141"/>
                  </a:cubicBezTo>
                  <a:cubicBezTo>
                    <a:pt x="12669" y="19557"/>
                    <a:pt x="12254" y="19119"/>
                    <a:pt x="11631" y="18827"/>
                  </a:cubicBezTo>
                  <a:cubicBezTo>
                    <a:pt x="11838" y="16638"/>
                    <a:pt x="11838" y="16638"/>
                    <a:pt x="11838" y="16638"/>
                  </a:cubicBezTo>
                  <a:cubicBezTo>
                    <a:pt x="14538" y="16784"/>
                    <a:pt x="16200" y="17222"/>
                    <a:pt x="17238" y="17514"/>
                  </a:cubicBezTo>
                  <a:cubicBezTo>
                    <a:pt x="17862" y="17805"/>
                    <a:pt x="18277" y="17951"/>
                    <a:pt x="18485" y="18097"/>
                  </a:cubicBezTo>
                  <a:cubicBezTo>
                    <a:pt x="18485" y="18243"/>
                    <a:pt x="18485" y="18243"/>
                    <a:pt x="18485" y="18243"/>
                  </a:cubicBezTo>
                  <a:cubicBezTo>
                    <a:pt x="18485" y="18827"/>
                    <a:pt x="18485" y="18827"/>
                    <a:pt x="18485" y="18827"/>
                  </a:cubicBezTo>
                  <a:cubicBezTo>
                    <a:pt x="17862" y="18973"/>
                    <a:pt x="17238" y="19557"/>
                    <a:pt x="17238" y="20141"/>
                  </a:cubicBezTo>
                  <a:cubicBezTo>
                    <a:pt x="17238" y="21016"/>
                    <a:pt x="18277" y="21600"/>
                    <a:pt x="19315" y="21600"/>
                  </a:cubicBezTo>
                  <a:cubicBezTo>
                    <a:pt x="20562" y="21600"/>
                    <a:pt x="21600" y="21016"/>
                    <a:pt x="21600" y="20141"/>
                  </a:cubicBezTo>
                  <a:cubicBezTo>
                    <a:pt x="21600" y="19557"/>
                    <a:pt x="20977" y="18973"/>
                    <a:pt x="20146" y="18681"/>
                  </a:cubicBezTo>
                  <a:cubicBezTo>
                    <a:pt x="20146" y="17951"/>
                    <a:pt x="20146" y="17951"/>
                    <a:pt x="20146" y="17951"/>
                  </a:cubicBezTo>
                  <a:cubicBezTo>
                    <a:pt x="19938" y="17805"/>
                    <a:pt x="19938" y="17805"/>
                    <a:pt x="19938" y="17805"/>
                  </a:cubicBezTo>
                  <a:cubicBezTo>
                    <a:pt x="19938" y="17659"/>
                    <a:pt x="18277" y="15762"/>
                    <a:pt x="12046" y="15616"/>
                  </a:cubicBezTo>
                  <a:cubicBezTo>
                    <a:pt x="12462" y="13427"/>
                    <a:pt x="12462" y="13427"/>
                    <a:pt x="12462" y="13427"/>
                  </a:cubicBezTo>
                  <a:cubicBezTo>
                    <a:pt x="18277" y="13427"/>
                    <a:pt x="18277" y="13427"/>
                    <a:pt x="18277" y="13427"/>
                  </a:cubicBezTo>
                  <a:cubicBezTo>
                    <a:pt x="19523" y="13427"/>
                    <a:pt x="20354" y="12843"/>
                    <a:pt x="20354" y="12114"/>
                  </a:cubicBezTo>
                  <a:cubicBezTo>
                    <a:pt x="20354" y="11238"/>
                    <a:pt x="19523" y="10654"/>
                    <a:pt x="18277" y="10654"/>
                  </a:cubicBezTo>
                  <a:cubicBezTo>
                    <a:pt x="4985" y="10654"/>
                    <a:pt x="4985" y="10654"/>
                    <a:pt x="4985" y="10654"/>
                  </a:cubicBezTo>
                  <a:cubicBezTo>
                    <a:pt x="4154" y="1314"/>
                    <a:pt x="4154" y="1314"/>
                    <a:pt x="4154" y="1314"/>
                  </a:cubicBezTo>
                  <a:cubicBezTo>
                    <a:pt x="4154" y="584"/>
                    <a:pt x="3115" y="0"/>
                    <a:pt x="2077" y="0"/>
                  </a:cubicBezTo>
                  <a:cubicBezTo>
                    <a:pt x="1038" y="0"/>
                    <a:pt x="208" y="730"/>
                    <a:pt x="208" y="1459"/>
                  </a:cubicBezTo>
                  <a:cubicBezTo>
                    <a:pt x="208" y="1459"/>
                    <a:pt x="208" y="1459"/>
                    <a:pt x="208" y="1459"/>
                  </a:cubicBezTo>
                  <a:cubicBezTo>
                    <a:pt x="1246" y="12114"/>
                    <a:pt x="1246" y="12114"/>
                    <a:pt x="1246" y="12114"/>
                  </a:cubicBezTo>
                  <a:cubicBezTo>
                    <a:pt x="1246" y="12843"/>
                    <a:pt x="2077" y="13427"/>
                    <a:pt x="3115" y="13427"/>
                  </a:cubicBezTo>
                  <a:cubicBezTo>
                    <a:pt x="9138" y="13427"/>
                    <a:pt x="9138" y="13427"/>
                    <a:pt x="9138" y="13427"/>
                  </a:cubicBezTo>
                  <a:cubicBezTo>
                    <a:pt x="9554" y="15616"/>
                    <a:pt x="9554" y="15616"/>
                    <a:pt x="9554" y="15616"/>
                  </a:cubicBezTo>
                  <a:cubicBezTo>
                    <a:pt x="3323" y="15762"/>
                    <a:pt x="1662" y="17659"/>
                    <a:pt x="1454" y="1780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1" name="Shape 1891"/>
            <p:cNvSpPr/>
            <p:nvPr/>
          </p:nvSpPr>
          <p:spPr>
            <a:xfrm>
              <a:off x="246234" y="406440"/>
              <a:ext cx="326689" cy="324249"/>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2" name="Shape 1892"/>
            <p:cNvSpPr/>
            <p:nvPr/>
          </p:nvSpPr>
          <p:spPr>
            <a:xfrm>
              <a:off x="252736" y="809860"/>
              <a:ext cx="646872" cy="209969"/>
            </a:xfrm>
            <a:custGeom>
              <a:avLst/>
              <a:gdLst/>
              <a:ahLst/>
              <a:cxnLst>
                <a:cxn ang="0">
                  <a:pos x="wd2" y="hd2"/>
                </a:cxn>
                <a:cxn ang="5400000">
                  <a:pos x="wd2" y="hd2"/>
                </a:cxn>
                <a:cxn ang="10800000">
                  <a:pos x="wd2" y="hd2"/>
                </a:cxn>
                <a:cxn ang="16200000">
                  <a:pos x="wd2" y="hd2"/>
                </a:cxn>
              </a:cxnLst>
              <a:rect l="0" t="0" r="r" b="b"/>
              <a:pathLst>
                <a:path w="21385" h="18983" fill="norm" stroke="1" extrusionOk="0">
                  <a:moveTo>
                    <a:pt x="5378" y="4502"/>
                  </a:moveTo>
                  <a:cubicBezTo>
                    <a:pt x="4606" y="3449"/>
                    <a:pt x="4028" y="2922"/>
                    <a:pt x="3642" y="2395"/>
                  </a:cubicBezTo>
                  <a:cubicBezTo>
                    <a:pt x="3449" y="1868"/>
                    <a:pt x="3256" y="1868"/>
                    <a:pt x="3256" y="1341"/>
                  </a:cubicBezTo>
                  <a:cubicBezTo>
                    <a:pt x="3256" y="1341"/>
                    <a:pt x="3256" y="1341"/>
                    <a:pt x="3256" y="1341"/>
                  </a:cubicBezTo>
                  <a:cubicBezTo>
                    <a:pt x="3256" y="1341"/>
                    <a:pt x="3256" y="1341"/>
                    <a:pt x="3256" y="1341"/>
                  </a:cubicBezTo>
                  <a:cubicBezTo>
                    <a:pt x="2485" y="-766"/>
                    <a:pt x="1135" y="-239"/>
                    <a:pt x="556" y="1868"/>
                  </a:cubicBezTo>
                  <a:cubicBezTo>
                    <a:pt x="-215" y="3975"/>
                    <a:pt x="-215" y="7136"/>
                    <a:pt x="749" y="9244"/>
                  </a:cubicBezTo>
                  <a:cubicBezTo>
                    <a:pt x="749" y="9244"/>
                    <a:pt x="749" y="9244"/>
                    <a:pt x="749" y="9244"/>
                  </a:cubicBezTo>
                  <a:cubicBezTo>
                    <a:pt x="749" y="9771"/>
                    <a:pt x="1714" y="11878"/>
                    <a:pt x="3835" y="14512"/>
                  </a:cubicBezTo>
                  <a:cubicBezTo>
                    <a:pt x="3835" y="14512"/>
                    <a:pt x="3835" y="14512"/>
                    <a:pt x="3835" y="14512"/>
                  </a:cubicBezTo>
                  <a:cubicBezTo>
                    <a:pt x="6921" y="17673"/>
                    <a:pt x="11935" y="20834"/>
                    <a:pt x="19649" y="17673"/>
                  </a:cubicBezTo>
                  <a:cubicBezTo>
                    <a:pt x="20806" y="17673"/>
                    <a:pt x="21385" y="15039"/>
                    <a:pt x="21385" y="11878"/>
                  </a:cubicBezTo>
                  <a:cubicBezTo>
                    <a:pt x="21192" y="9244"/>
                    <a:pt x="20228" y="7136"/>
                    <a:pt x="19071" y="7663"/>
                  </a:cubicBezTo>
                  <a:cubicBezTo>
                    <a:pt x="12128" y="10297"/>
                    <a:pt x="7692" y="7136"/>
                    <a:pt x="5378" y="450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3" name="Shape 1893"/>
            <p:cNvSpPr/>
            <p:nvPr/>
          </p:nvSpPr>
          <p:spPr>
            <a:xfrm>
              <a:off x="460774" y="1011054"/>
              <a:ext cx="87768" cy="168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20" y="12662"/>
                  </a:moveTo>
                  <a:cubicBezTo>
                    <a:pt x="8640" y="15641"/>
                    <a:pt x="11520" y="18621"/>
                    <a:pt x="15840" y="21600"/>
                  </a:cubicBezTo>
                  <a:cubicBezTo>
                    <a:pt x="17280" y="17876"/>
                    <a:pt x="20160" y="14152"/>
                    <a:pt x="21600" y="10428"/>
                  </a:cubicBezTo>
                  <a:cubicBezTo>
                    <a:pt x="18720" y="8193"/>
                    <a:pt x="17280" y="4469"/>
                    <a:pt x="14400" y="1490"/>
                  </a:cubicBezTo>
                  <a:cubicBezTo>
                    <a:pt x="8640" y="745"/>
                    <a:pt x="4320" y="0"/>
                    <a:pt x="0" y="0"/>
                  </a:cubicBezTo>
                  <a:cubicBezTo>
                    <a:pt x="1440" y="3724"/>
                    <a:pt x="2880" y="8193"/>
                    <a:pt x="4320" y="1266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4" name="Shape 1894"/>
            <p:cNvSpPr/>
            <p:nvPr/>
          </p:nvSpPr>
          <p:spPr>
            <a:xfrm>
              <a:off x="151018" y="739403"/>
              <a:ext cx="731207" cy="1146878"/>
            </a:xfrm>
            <a:custGeom>
              <a:avLst/>
              <a:gdLst/>
              <a:ahLst/>
              <a:cxnLst>
                <a:cxn ang="0">
                  <a:pos x="wd2" y="hd2"/>
                </a:cxn>
                <a:cxn ang="5400000">
                  <a:pos x="wd2" y="hd2"/>
                </a:cxn>
                <a:cxn ang="10800000">
                  <a:pos x="wd2" y="hd2"/>
                </a:cxn>
                <a:cxn ang="16200000">
                  <a:pos x="wd2" y="hd2"/>
                </a:cxn>
              </a:cxnLst>
              <a:rect l="0" t="0" r="r" b="b"/>
              <a:pathLst>
                <a:path w="21171" h="21258" fill="norm" stroke="1" extrusionOk="0">
                  <a:moveTo>
                    <a:pt x="19128" y="11586"/>
                  </a:moveTo>
                  <a:cubicBezTo>
                    <a:pt x="18959" y="10834"/>
                    <a:pt x="17947" y="10189"/>
                    <a:pt x="16597" y="10189"/>
                  </a:cubicBezTo>
                  <a:cubicBezTo>
                    <a:pt x="9509" y="10189"/>
                    <a:pt x="9509" y="10189"/>
                    <a:pt x="9509" y="10189"/>
                  </a:cubicBezTo>
                  <a:cubicBezTo>
                    <a:pt x="9509" y="9974"/>
                    <a:pt x="9509" y="9652"/>
                    <a:pt x="9341" y="9437"/>
                  </a:cubicBezTo>
                  <a:cubicBezTo>
                    <a:pt x="8666" y="8040"/>
                    <a:pt x="8328" y="6428"/>
                    <a:pt x="8497" y="4924"/>
                  </a:cubicBezTo>
                  <a:cubicBezTo>
                    <a:pt x="7484" y="4709"/>
                    <a:pt x="6809" y="4601"/>
                    <a:pt x="6135" y="4386"/>
                  </a:cubicBezTo>
                  <a:cubicBezTo>
                    <a:pt x="4447" y="3957"/>
                    <a:pt x="3435" y="3419"/>
                    <a:pt x="3266" y="3312"/>
                  </a:cubicBezTo>
                  <a:cubicBezTo>
                    <a:pt x="2422" y="2882"/>
                    <a:pt x="2422" y="2022"/>
                    <a:pt x="3097" y="1592"/>
                  </a:cubicBezTo>
                  <a:cubicBezTo>
                    <a:pt x="3435" y="1270"/>
                    <a:pt x="4110" y="1162"/>
                    <a:pt x="4616" y="1162"/>
                  </a:cubicBezTo>
                  <a:cubicBezTo>
                    <a:pt x="5122" y="1162"/>
                    <a:pt x="5628" y="1270"/>
                    <a:pt x="5966" y="1485"/>
                  </a:cubicBezTo>
                  <a:cubicBezTo>
                    <a:pt x="6135" y="1485"/>
                    <a:pt x="6135" y="1485"/>
                    <a:pt x="6303" y="1592"/>
                  </a:cubicBezTo>
                  <a:cubicBezTo>
                    <a:pt x="6641" y="1700"/>
                    <a:pt x="7147" y="1915"/>
                    <a:pt x="7822" y="2022"/>
                  </a:cubicBezTo>
                  <a:cubicBezTo>
                    <a:pt x="7991" y="2130"/>
                    <a:pt x="8328" y="2237"/>
                    <a:pt x="8497" y="2237"/>
                  </a:cubicBezTo>
                  <a:cubicBezTo>
                    <a:pt x="8328" y="1807"/>
                    <a:pt x="8160" y="1592"/>
                    <a:pt x="7822" y="1270"/>
                  </a:cubicBezTo>
                  <a:cubicBezTo>
                    <a:pt x="7822" y="1270"/>
                    <a:pt x="6978" y="625"/>
                    <a:pt x="6641" y="518"/>
                  </a:cubicBezTo>
                  <a:cubicBezTo>
                    <a:pt x="6641" y="518"/>
                    <a:pt x="6472" y="410"/>
                    <a:pt x="6472" y="410"/>
                  </a:cubicBezTo>
                  <a:cubicBezTo>
                    <a:pt x="6135" y="303"/>
                    <a:pt x="5797" y="195"/>
                    <a:pt x="5628" y="88"/>
                  </a:cubicBezTo>
                  <a:cubicBezTo>
                    <a:pt x="3435" y="-342"/>
                    <a:pt x="735" y="840"/>
                    <a:pt x="228" y="2989"/>
                  </a:cubicBezTo>
                  <a:cubicBezTo>
                    <a:pt x="-278" y="5676"/>
                    <a:pt x="60" y="8470"/>
                    <a:pt x="1241" y="11049"/>
                  </a:cubicBezTo>
                  <a:cubicBezTo>
                    <a:pt x="1916" y="12446"/>
                    <a:pt x="3772" y="13413"/>
                    <a:pt x="5460" y="13521"/>
                  </a:cubicBezTo>
                  <a:cubicBezTo>
                    <a:pt x="5460" y="13521"/>
                    <a:pt x="5460" y="13521"/>
                    <a:pt x="5460" y="13521"/>
                  </a:cubicBezTo>
                  <a:cubicBezTo>
                    <a:pt x="5628" y="13521"/>
                    <a:pt x="5797" y="13521"/>
                    <a:pt x="5966" y="13521"/>
                  </a:cubicBezTo>
                  <a:cubicBezTo>
                    <a:pt x="14403" y="13521"/>
                    <a:pt x="14403" y="13521"/>
                    <a:pt x="14403" y="13521"/>
                  </a:cubicBezTo>
                  <a:cubicBezTo>
                    <a:pt x="15922" y="19861"/>
                    <a:pt x="15922" y="19861"/>
                    <a:pt x="15922" y="19861"/>
                  </a:cubicBezTo>
                  <a:cubicBezTo>
                    <a:pt x="16091" y="20721"/>
                    <a:pt x="17272" y="21258"/>
                    <a:pt x="18453" y="21258"/>
                  </a:cubicBezTo>
                  <a:cubicBezTo>
                    <a:pt x="18622" y="21258"/>
                    <a:pt x="18791" y="21258"/>
                    <a:pt x="18959" y="21258"/>
                  </a:cubicBezTo>
                  <a:cubicBezTo>
                    <a:pt x="20309" y="21151"/>
                    <a:pt x="21322" y="20291"/>
                    <a:pt x="21153" y="19324"/>
                  </a:cubicBezTo>
                  <a:lnTo>
                    <a:pt x="19128" y="11586"/>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5" name="Shape 1895"/>
            <p:cNvSpPr/>
            <p:nvPr/>
          </p:nvSpPr>
          <p:spPr>
            <a:xfrm>
              <a:off x="451023" y="809269"/>
              <a:ext cx="449928" cy="89640"/>
            </a:xfrm>
            <a:custGeom>
              <a:avLst/>
              <a:gdLst/>
              <a:ahLst/>
              <a:cxnLst>
                <a:cxn ang="0">
                  <a:pos x="wd2" y="hd2"/>
                </a:cxn>
                <a:cxn ang="5400000">
                  <a:pos x="wd2" y="hd2"/>
                </a:cxn>
                <a:cxn ang="10800000">
                  <a:pos x="wd2" y="hd2"/>
                </a:cxn>
                <a:cxn ang="16200000">
                  <a:pos x="wd2" y="hd2"/>
                </a:cxn>
              </a:cxnLst>
              <a:rect l="0" t="0" r="r" b="b"/>
              <a:pathLst>
                <a:path w="21432" h="19855" fill="norm" stroke="1" extrusionOk="0">
                  <a:moveTo>
                    <a:pt x="10523" y="18584"/>
                  </a:moveTo>
                  <a:cubicBezTo>
                    <a:pt x="12738" y="18584"/>
                    <a:pt x="15231" y="17314"/>
                    <a:pt x="18000" y="16043"/>
                  </a:cubicBezTo>
                  <a:cubicBezTo>
                    <a:pt x="18277" y="16043"/>
                    <a:pt x="18277" y="16043"/>
                    <a:pt x="18554" y="16043"/>
                  </a:cubicBezTo>
                  <a:cubicBezTo>
                    <a:pt x="19385" y="16043"/>
                    <a:pt x="20215" y="17314"/>
                    <a:pt x="20769" y="19855"/>
                  </a:cubicBezTo>
                  <a:cubicBezTo>
                    <a:pt x="21323" y="17314"/>
                    <a:pt x="21600" y="12231"/>
                    <a:pt x="21323" y="8420"/>
                  </a:cubicBezTo>
                  <a:cubicBezTo>
                    <a:pt x="20769" y="2067"/>
                    <a:pt x="19108" y="-1745"/>
                    <a:pt x="17723" y="796"/>
                  </a:cubicBezTo>
                  <a:cubicBezTo>
                    <a:pt x="9692" y="12231"/>
                    <a:pt x="3877" y="13502"/>
                    <a:pt x="0" y="10961"/>
                  </a:cubicBezTo>
                  <a:cubicBezTo>
                    <a:pt x="3046" y="16043"/>
                    <a:pt x="6646" y="18584"/>
                    <a:pt x="10523" y="1858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6" name="Shape 1896"/>
            <p:cNvSpPr/>
            <p:nvPr/>
          </p:nvSpPr>
          <p:spPr>
            <a:xfrm>
              <a:off x="560730" y="0"/>
              <a:ext cx="613600" cy="533215"/>
            </a:xfrm>
            <a:custGeom>
              <a:avLst/>
              <a:gdLst/>
              <a:ahLst/>
              <a:cxnLst>
                <a:cxn ang="0">
                  <a:pos x="wd2" y="hd2"/>
                </a:cxn>
                <a:cxn ang="5400000">
                  <a:pos x="wd2" y="hd2"/>
                </a:cxn>
                <a:cxn ang="10800000">
                  <a:pos x="wd2" y="hd2"/>
                </a:cxn>
                <a:cxn ang="16200000">
                  <a:pos x="wd2" y="hd2"/>
                </a:cxn>
              </a:cxnLst>
              <a:rect l="0" t="0" r="r" b="b"/>
              <a:pathLst>
                <a:path w="21403" h="21377" fill="norm" stroke="1" extrusionOk="0">
                  <a:moveTo>
                    <a:pt x="4279" y="21377"/>
                  </a:moveTo>
                  <a:cubicBezTo>
                    <a:pt x="4075" y="21377"/>
                    <a:pt x="4075" y="21145"/>
                    <a:pt x="4075" y="20912"/>
                  </a:cubicBezTo>
                  <a:cubicBezTo>
                    <a:pt x="4075" y="20912"/>
                    <a:pt x="4075" y="20912"/>
                    <a:pt x="4075" y="20912"/>
                  </a:cubicBezTo>
                  <a:cubicBezTo>
                    <a:pt x="4075" y="20912"/>
                    <a:pt x="4075" y="20912"/>
                    <a:pt x="4075" y="20912"/>
                  </a:cubicBezTo>
                  <a:cubicBezTo>
                    <a:pt x="4075" y="17661"/>
                    <a:pt x="4075" y="17661"/>
                    <a:pt x="4075" y="17661"/>
                  </a:cubicBezTo>
                  <a:cubicBezTo>
                    <a:pt x="3872" y="17661"/>
                    <a:pt x="3872" y="17661"/>
                    <a:pt x="3872" y="17661"/>
                  </a:cubicBezTo>
                  <a:cubicBezTo>
                    <a:pt x="1426" y="15571"/>
                    <a:pt x="0" y="12783"/>
                    <a:pt x="0" y="9764"/>
                  </a:cubicBezTo>
                  <a:cubicBezTo>
                    <a:pt x="204" y="4190"/>
                    <a:pt x="5094" y="-223"/>
                    <a:pt x="11411" y="9"/>
                  </a:cubicBezTo>
                  <a:cubicBezTo>
                    <a:pt x="17321" y="9"/>
                    <a:pt x="21600" y="4422"/>
                    <a:pt x="21396" y="10229"/>
                  </a:cubicBezTo>
                  <a:cubicBezTo>
                    <a:pt x="21396" y="16267"/>
                    <a:pt x="17117" y="20216"/>
                    <a:pt x="11208" y="20216"/>
                  </a:cubicBezTo>
                  <a:cubicBezTo>
                    <a:pt x="9985" y="20216"/>
                    <a:pt x="8762" y="19983"/>
                    <a:pt x="7540" y="19519"/>
                  </a:cubicBezTo>
                  <a:cubicBezTo>
                    <a:pt x="7540" y="19519"/>
                    <a:pt x="7540" y="19519"/>
                    <a:pt x="7540" y="19519"/>
                  </a:cubicBezTo>
                  <a:cubicBezTo>
                    <a:pt x="4483" y="21377"/>
                    <a:pt x="4483" y="21377"/>
                    <a:pt x="4483" y="21377"/>
                  </a:cubicBezTo>
                  <a:cubicBezTo>
                    <a:pt x="4483" y="21377"/>
                    <a:pt x="4483" y="21377"/>
                    <a:pt x="4483" y="21377"/>
                  </a:cubicBezTo>
                  <a:lnTo>
                    <a:pt x="4279" y="21377"/>
                  </a:lnTo>
                  <a:close/>
                  <a:moveTo>
                    <a:pt x="11411" y="938"/>
                  </a:moveTo>
                  <a:cubicBezTo>
                    <a:pt x="5706" y="706"/>
                    <a:pt x="815" y="4887"/>
                    <a:pt x="815" y="9764"/>
                  </a:cubicBezTo>
                  <a:cubicBezTo>
                    <a:pt x="815" y="12783"/>
                    <a:pt x="2242" y="15338"/>
                    <a:pt x="4687" y="17196"/>
                  </a:cubicBezTo>
                  <a:cubicBezTo>
                    <a:pt x="4687" y="17196"/>
                    <a:pt x="4891" y="17429"/>
                    <a:pt x="4891" y="17429"/>
                  </a:cubicBezTo>
                  <a:cubicBezTo>
                    <a:pt x="4687" y="20216"/>
                    <a:pt x="4687" y="20216"/>
                    <a:pt x="4687" y="20216"/>
                  </a:cubicBezTo>
                  <a:cubicBezTo>
                    <a:pt x="7132" y="18590"/>
                    <a:pt x="7132" y="18590"/>
                    <a:pt x="7132" y="18590"/>
                  </a:cubicBezTo>
                  <a:cubicBezTo>
                    <a:pt x="7336" y="18590"/>
                    <a:pt x="7336" y="18590"/>
                    <a:pt x="7336" y="18590"/>
                  </a:cubicBezTo>
                  <a:cubicBezTo>
                    <a:pt x="7540" y="18590"/>
                    <a:pt x="7540" y="18590"/>
                    <a:pt x="7540" y="18590"/>
                  </a:cubicBezTo>
                  <a:cubicBezTo>
                    <a:pt x="8762" y="19054"/>
                    <a:pt x="9985" y="19287"/>
                    <a:pt x="11208" y="19287"/>
                  </a:cubicBezTo>
                  <a:cubicBezTo>
                    <a:pt x="16709" y="19287"/>
                    <a:pt x="20581" y="15571"/>
                    <a:pt x="20785" y="10229"/>
                  </a:cubicBezTo>
                  <a:cubicBezTo>
                    <a:pt x="20785" y="4887"/>
                    <a:pt x="16913" y="938"/>
                    <a:pt x="11411" y="93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7" name="Shape 1897"/>
            <p:cNvSpPr/>
            <p:nvPr/>
          </p:nvSpPr>
          <p:spPr>
            <a:xfrm>
              <a:off x="799650" y="993987"/>
              <a:ext cx="258423" cy="34131"/>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8" name="Shape 1898"/>
            <p:cNvSpPr/>
            <p:nvPr/>
          </p:nvSpPr>
          <p:spPr>
            <a:xfrm>
              <a:off x="1080016" y="1381624"/>
              <a:ext cx="285243" cy="5461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04" y="21600"/>
                  </a:moveTo>
                  <a:cubicBezTo>
                    <a:pt x="19396" y="21600"/>
                    <a:pt x="19396" y="21600"/>
                    <a:pt x="19396" y="21600"/>
                  </a:cubicBezTo>
                  <a:cubicBezTo>
                    <a:pt x="20718" y="21140"/>
                    <a:pt x="21600" y="20221"/>
                    <a:pt x="21600" y="19302"/>
                  </a:cubicBezTo>
                  <a:cubicBezTo>
                    <a:pt x="21600" y="2757"/>
                    <a:pt x="21600" y="2757"/>
                    <a:pt x="21600" y="2757"/>
                  </a:cubicBezTo>
                  <a:cubicBezTo>
                    <a:pt x="21600" y="1149"/>
                    <a:pt x="19396" y="0"/>
                    <a:pt x="16310" y="0"/>
                  </a:cubicBezTo>
                  <a:cubicBezTo>
                    <a:pt x="5290" y="0"/>
                    <a:pt x="5290" y="0"/>
                    <a:pt x="5290" y="0"/>
                  </a:cubicBezTo>
                  <a:cubicBezTo>
                    <a:pt x="2204" y="0"/>
                    <a:pt x="0" y="1149"/>
                    <a:pt x="0" y="2757"/>
                  </a:cubicBezTo>
                  <a:cubicBezTo>
                    <a:pt x="0" y="19302"/>
                    <a:pt x="0" y="19302"/>
                    <a:pt x="0" y="19302"/>
                  </a:cubicBezTo>
                  <a:cubicBezTo>
                    <a:pt x="0" y="20221"/>
                    <a:pt x="882" y="21140"/>
                    <a:pt x="2204"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899" name="Shape 1899"/>
            <p:cNvSpPr/>
            <p:nvPr/>
          </p:nvSpPr>
          <p:spPr>
            <a:xfrm>
              <a:off x="1197038" y="482016"/>
              <a:ext cx="70702" cy="516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7015"/>
                  </a:lnTo>
                  <a:lnTo>
                    <a:pt x="10428" y="17015"/>
                  </a:lnTo>
                  <a:lnTo>
                    <a:pt x="10428" y="21600"/>
                  </a:lnTo>
                  <a:lnTo>
                    <a:pt x="21600" y="21600"/>
                  </a:lnTo>
                  <a:lnTo>
                    <a:pt x="21600" y="0"/>
                  </a:lnTo>
                  <a:lnTo>
                    <a:pt x="0" y="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0" name="Shape 1900"/>
            <p:cNvSpPr/>
            <p:nvPr/>
          </p:nvSpPr>
          <p:spPr>
            <a:xfrm>
              <a:off x="1150716" y="993987"/>
              <a:ext cx="151154" cy="341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8000"/>
                    <a:pt x="19938" y="21600"/>
                    <a:pt x="19108" y="21600"/>
                  </a:cubicBezTo>
                  <a:cubicBezTo>
                    <a:pt x="2492" y="21600"/>
                    <a:pt x="2492" y="21600"/>
                    <a:pt x="2492" y="21600"/>
                  </a:cubicBezTo>
                  <a:cubicBezTo>
                    <a:pt x="831" y="21600"/>
                    <a:pt x="0" y="18000"/>
                    <a:pt x="0" y="10800"/>
                  </a:cubicBezTo>
                  <a:cubicBezTo>
                    <a:pt x="0" y="10800"/>
                    <a:pt x="0" y="10800"/>
                    <a:pt x="0" y="10800"/>
                  </a:cubicBezTo>
                  <a:cubicBezTo>
                    <a:pt x="0" y="3600"/>
                    <a:pt x="831" y="0"/>
                    <a:pt x="2492" y="0"/>
                  </a:cubicBezTo>
                  <a:cubicBezTo>
                    <a:pt x="19108" y="0"/>
                    <a:pt x="19108" y="0"/>
                    <a:pt x="19108" y="0"/>
                  </a:cubicBezTo>
                  <a:cubicBezTo>
                    <a:pt x="19938" y="0"/>
                    <a:pt x="21600" y="3600"/>
                    <a:pt x="21600" y="10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1" name="Shape 1901"/>
            <p:cNvSpPr/>
            <p:nvPr/>
          </p:nvSpPr>
          <p:spPr>
            <a:xfrm>
              <a:off x="677752" y="167520"/>
              <a:ext cx="226732" cy="2340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31" y="1620"/>
                  </a:moveTo>
                  <a:cubicBezTo>
                    <a:pt x="11631" y="1620"/>
                    <a:pt x="12185" y="2160"/>
                    <a:pt x="12185" y="2160"/>
                  </a:cubicBezTo>
                  <a:cubicBezTo>
                    <a:pt x="12185" y="3240"/>
                    <a:pt x="12185" y="3240"/>
                    <a:pt x="12185" y="3240"/>
                  </a:cubicBezTo>
                  <a:cubicBezTo>
                    <a:pt x="13292" y="3780"/>
                    <a:pt x="14400" y="3780"/>
                    <a:pt x="14954" y="4320"/>
                  </a:cubicBezTo>
                  <a:cubicBezTo>
                    <a:pt x="15508" y="3780"/>
                    <a:pt x="15508" y="3780"/>
                    <a:pt x="15508" y="3780"/>
                  </a:cubicBezTo>
                  <a:cubicBezTo>
                    <a:pt x="15508" y="3780"/>
                    <a:pt x="16062" y="3780"/>
                    <a:pt x="16062" y="3780"/>
                  </a:cubicBezTo>
                  <a:cubicBezTo>
                    <a:pt x="16615" y="3780"/>
                    <a:pt x="16615" y="3780"/>
                    <a:pt x="16615" y="3780"/>
                  </a:cubicBezTo>
                  <a:cubicBezTo>
                    <a:pt x="17723" y="4860"/>
                    <a:pt x="17723" y="4860"/>
                    <a:pt x="17723" y="4860"/>
                  </a:cubicBezTo>
                  <a:cubicBezTo>
                    <a:pt x="18277" y="5400"/>
                    <a:pt x="18277" y="5400"/>
                    <a:pt x="17723" y="5940"/>
                  </a:cubicBezTo>
                  <a:cubicBezTo>
                    <a:pt x="17169" y="6480"/>
                    <a:pt x="17169" y="6480"/>
                    <a:pt x="17169" y="6480"/>
                  </a:cubicBezTo>
                  <a:cubicBezTo>
                    <a:pt x="17723" y="7560"/>
                    <a:pt x="18277" y="8100"/>
                    <a:pt x="18277" y="9180"/>
                  </a:cubicBezTo>
                  <a:cubicBezTo>
                    <a:pt x="19385" y="9180"/>
                    <a:pt x="19385" y="9180"/>
                    <a:pt x="19385" y="9180"/>
                  </a:cubicBezTo>
                  <a:cubicBezTo>
                    <a:pt x="19385" y="9180"/>
                    <a:pt x="19938" y="9720"/>
                    <a:pt x="19938" y="10260"/>
                  </a:cubicBezTo>
                  <a:cubicBezTo>
                    <a:pt x="19938" y="11340"/>
                    <a:pt x="19938" y="11340"/>
                    <a:pt x="19938" y="11340"/>
                  </a:cubicBezTo>
                  <a:cubicBezTo>
                    <a:pt x="19938" y="11880"/>
                    <a:pt x="19385" y="12420"/>
                    <a:pt x="19385" y="12420"/>
                  </a:cubicBezTo>
                  <a:cubicBezTo>
                    <a:pt x="18277" y="12420"/>
                    <a:pt x="18277" y="12420"/>
                    <a:pt x="18277" y="12420"/>
                  </a:cubicBezTo>
                  <a:cubicBezTo>
                    <a:pt x="18277" y="13500"/>
                    <a:pt x="17723" y="14040"/>
                    <a:pt x="17169" y="15120"/>
                  </a:cubicBezTo>
                  <a:cubicBezTo>
                    <a:pt x="17723" y="15660"/>
                    <a:pt x="17723" y="15660"/>
                    <a:pt x="17723" y="15660"/>
                  </a:cubicBezTo>
                  <a:cubicBezTo>
                    <a:pt x="18277" y="15660"/>
                    <a:pt x="18277" y="16200"/>
                    <a:pt x="17723" y="16740"/>
                  </a:cubicBezTo>
                  <a:cubicBezTo>
                    <a:pt x="16615" y="17820"/>
                    <a:pt x="16615" y="17820"/>
                    <a:pt x="16615" y="17820"/>
                  </a:cubicBezTo>
                  <a:cubicBezTo>
                    <a:pt x="16615" y="17820"/>
                    <a:pt x="16615" y="17820"/>
                    <a:pt x="16062" y="17820"/>
                  </a:cubicBezTo>
                  <a:cubicBezTo>
                    <a:pt x="16062" y="17820"/>
                    <a:pt x="15508" y="17820"/>
                    <a:pt x="15508" y="17820"/>
                  </a:cubicBezTo>
                  <a:cubicBezTo>
                    <a:pt x="14954" y="17280"/>
                    <a:pt x="14954" y="17280"/>
                    <a:pt x="14954" y="17280"/>
                  </a:cubicBezTo>
                  <a:cubicBezTo>
                    <a:pt x="14400" y="17820"/>
                    <a:pt x="13292" y="17820"/>
                    <a:pt x="12185" y="18360"/>
                  </a:cubicBezTo>
                  <a:cubicBezTo>
                    <a:pt x="12185" y="18900"/>
                    <a:pt x="12185" y="18900"/>
                    <a:pt x="12185" y="18900"/>
                  </a:cubicBezTo>
                  <a:cubicBezTo>
                    <a:pt x="12185" y="19440"/>
                    <a:pt x="11631" y="19980"/>
                    <a:pt x="11631" y="19980"/>
                  </a:cubicBezTo>
                  <a:cubicBezTo>
                    <a:pt x="9969" y="19980"/>
                    <a:pt x="9969" y="19980"/>
                    <a:pt x="9969" y="19980"/>
                  </a:cubicBezTo>
                  <a:cubicBezTo>
                    <a:pt x="9415" y="19980"/>
                    <a:pt x="8862" y="19440"/>
                    <a:pt x="8862" y="18900"/>
                  </a:cubicBezTo>
                  <a:cubicBezTo>
                    <a:pt x="8862" y="18360"/>
                    <a:pt x="8862" y="18360"/>
                    <a:pt x="8862" y="18360"/>
                  </a:cubicBezTo>
                  <a:cubicBezTo>
                    <a:pt x="8308" y="17820"/>
                    <a:pt x="7200" y="17820"/>
                    <a:pt x="6646" y="17280"/>
                  </a:cubicBezTo>
                  <a:cubicBezTo>
                    <a:pt x="5538" y="17820"/>
                    <a:pt x="5538" y="17820"/>
                    <a:pt x="5538" y="17820"/>
                  </a:cubicBezTo>
                  <a:cubicBezTo>
                    <a:pt x="5538" y="17820"/>
                    <a:pt x="5538" y="17820"/>
                    <a:pt x="4985" y="17820"/>
                  </a:cubicBezTo>
                  <a:cubicBezTo>
                    <a:pt x="4985" y="17820"/>
                    <a:pt x="4985" y="17820"/>
                    <a:pt x="4431" y="17820"/>
                  </a:cubicBezTo>
                  <a:cubicBezTo>
                    <a:pt x="3323" y="16740"/>
                    <a:pt x="3323" y="16740"/>
                    <a:pt x="3323" y="16740"/>
                  </a:cubicBezTo>
                  <a:cubicBezTo>
                    <a:pt x="3323" y="16200"/>
                    <a:pt x="3323" y="15660"/>
                    <a:pt x="3323" y="15660"/>
                  </a:cubicBezTo>
                  <a:cubicBezTo>
                    <a:pt x="4431" y="15120"/>
                    <a:pt x="4431" y="15120"/>
                    <a:pt x="4431" y="15120"/>
                  </a:cubicBezTo>
                  <a:cubicBezTo>
                    <a:pt x="3877" y="14040"/>
                    <a:pt x="3323" y="13500"/>
                    <a:pt x="3323" y="12420"/>
                  </a:cubicBezTo>
                  <a:cubicBezTo>
                    <a:pt x="2215" y="12420"/>
                    <a:pt x="2215" y="12420"/>
                    <a:pt x="2215" y="12420"/>
                  </a:cubicBezTo>
                  <a:cubicBezTo>
                    <a:pt x="1662" y="12420"/>
                    <a:pt x="1108" y="11880"/>
                    <a:pt x="1108" y="11340"/>
                  </a:cubicBezTo>
                  <a:cubicBezTo>
                    <a:pt x="1108" y="10260"/>
                    <a:pt x="1108" y="10260"/>
                    <a:pt x="1108" y="10260"/>
                  </a:cubicBezTo>
                  <a:cubicBezTo>
                    <a:pt x="1108" y="9720"/>
                    <a:pt x="1662" y="9180"/>
                    <a:pt x="2215" y="9180"/>
                  </a:cubicBezTo>
                  <a:cubicBezTo>
                    <a:pt x="3323" y="9180"/>
                    <a:pt x="3323" y="9180"/>
                    <a:pt x="3323" y="9180"/>
                  </a:cubicBezTo>
                  <a:cubicBezTo>
                    <a:pt x="3323" y="8100"/>
                    <a:pt x="3877" y="7560"/>
                    <a:pt x="4431" y="6480"/>
                  </a:cubicBezTo>
                  <a:cubicBezTo>
                    <a:pt x="3323" y="5940"/>
                    <a:pt x="3323" y="5940"/>
                    <a:pt x="3323" y="5940"/>
                  </a:cubicBezTo>
                  <a:cubicBezTo>
                    <a:pt x="3323" y="5400"/>
                    <a:pt x="3323" y="5400"/>
                    <a:pt x="3323" y="4860"/>
                  </a:cubicBezTo>
                  <a:cubicBezTo>
                    <a:pt x="4431" y="3780"/>
                    <a:pt x="4431" y="3780"/>
                    <a:pt x="4431" y="3780"/>
                  </a:cubicBezTo>
                  <a:cubicBezTo>
                    <a:pt x="4985" y="3780"/>
                    <a:pt x="4985" y="3780"/>
                    <a:pt x="4985" y="3780"/>
                  </a:cubicBezTo>
                  <a:cubicBezTo>
                    <a:pt x="5538" y="3780"/>
                    <a:pt x="5538" y="3780"/>
                    <a:pt x="5538" y="3780"/>
                  </a:cubicBezTo>
                  <a:cubicBezTo>
                    <a:pt x="6646" y="4320"/>
                    <a:pt x="6646" y="4320"/>
                    <a:pt x="6646" y="4320"/>
                  </a:cubicBezTo>
                  <a:cubicBezTo>
                    <a:pt x="7200" y="3780"/>
                    <a:pt x="8308" y="3780"/>
                    <a:pt x="8862" y="3240"/>
                  </a:cubicBezTo>
                  <a:cubicBezTo>
                    <a:pt x="8862" y="2160"/>
                    <a:pt x="8862" y="2160"/>
                    <a:pt x="8862" y="2160"/>
                  </a:cubicBezTo>
                  <a:cubicBezTo>
                    <a:pt x="8862" y="2160"/>
                    <a:pt x="9415" y="1620"/>
                    <a:pt x="9969" y="1620"/>
                  </a:cubicBezTo>
                  <a:cubicBezTo>
                    <a:pt x="11631" y="1620"/>
                    <a:pt x="11631" y="1620"/>
                    <a:pt x="11631" y="1620"/>
                  </a:cubicBezTo>
                  <a:moveTo>
                    <a:pt x="11631" y="0"/>
                  </a:moveTo>
                  <a:cubicBezTo>
                    <a:pt x="9969" y="0"/>
                    <a:pt x="9969" y="0"/>
                    <a:pt x="9969" y="0"/>
                  </a:cubicBezTo>
                  <a:cubicBezTo>
                    <a:pt x="8862" y="0"/>
                    <a:pt x="7754" y="1080"/>
                    <a:pt x="7754" y="2160"/>
                  </a:cubicBezTo>
                  <a:cubicBezTo>
                    <a:pt x="7200" y="2160"/>
                    <a:pt x="7200" y="2160"/>
                    <a:pt x="6646" y="2700"/>
                  </a:cubicBezTo>
                  <a:cubicBezTo>
                    <a:pt x="6092" y="2160"/>
                    <a:pt x="5538" y="2160"/>
                    <a:pt x="4985" y="2160"/>
                  </a:cubicBezTo>
                  <a:cubicBezTo>
                    <a:pt x="4431" y="2160"/>
                    <a:pt x="3877" y="2160"/>
                    <a:pt x="3323" y="2700"/>
                  </a:cubicBezTo>
                  <a:cubicBezTo>
                    <a:pt x="2215" y="3780"/>
                    <a:pt x="2215" y="3780"/>
                    <a:pt x="2215" y="3780"/>
                  </a:cubicBezTo>
                  <a:cubicBezTo>
                    <a:pt x="2215" y="4320"/>
                    <a:pt x="1662" y="4860"/>
                    <a:pt x="1662" y="5400"/>
                  </a:cubicBezTo>
                  <a:cubicBezTo>
                    <a:pt x="1662" y="5940"/>
                    <a:pt x="2215" y="6480"/>
                    <a:pt x="2215" y="7020"/>
                  </a:cubicBezTo>
                  <a:cubicBezTo>
                    <a:pt x="2215" y="7020"/>
                    <a:pt x="2215" y="7560"/>
                    <a:pt x="1662" y="7560"/>
                  </a:cubicBezTo>
                  <a:cubicBezTo>
                    <a:pt x="554" y="8100"/>
                    <a:pt x="0" y="8640"/>
                    <a:pt x="0" y="10260"/>
                  </a:cubicBezTo>
                  <a:cubicBezTo>
                    <a:pt x="0" y="11340"/>
                    <a:pt x="0" y="11340"/>
                    <a:pt x="0" y="11340"/>
                  </a:cubicBezTo>
                  <a:cubicBezTo>
                    <a:pt x="0" y="12420"/>
                    <a:pt x="554" y="13500"/>
                    <a:pt x="1662" y="14040"/>
                  </a:cubicBezTo>
                  <a:cubicBezTo>
                    <a:pt x="2215" y="14040"/>
                    <a:pt x="2215" y="14580"/>
                    <a:pt x="2215" y="14580"/>
                  </a:cubicBezTo>
                  <a:cubicBezTo>
                    <a:pt x="2215" y="15120"/>
                    <a:pt x="1662" y="15660"/>
                    <a:pt x="1662" y="16200"/>
                  </a:cubicBezTo>
                  <a:cubicBezTo>
                    <a:pt x="1662" y="16740"/>
                    <a:pt x="2215" y="17280"/>
                    <a:pt x="2215" y="17820"/>
                  </a:cubicBezTo>
                  <a:cubicBezTo>
                    <a:pt x="3323" y="18900"/>
                    <a:pt x="3323" y="18900"/>
                    <a:pt x="3323" y="18900"/>
                  </a:cubicBezTo>
                  <a:cubicBezTo>
                    <a:pt x="3877" y="19440"/>
                    <a:pt x="4431" y="19440"/>
                    <a:pt x="4985" y="19440"/>
                  </a:cubicBezTo>
                  <a:cubicBezTo>
                    <a:pt x="5538" y="19440"/>
                    <a:pt x="6092" y="19440"/>
                    <a:pt x="6646" y="18900"/>
                  </a:cubicBezTo>
                  <a:cubicBezTo>
                    <a:pt x="7200" y="18900"/>
                    <a:pt x="7200" y="19440"/>
                    <a:pt x="7754" y="19440"/>
                  </a:cubicBezTo>
                  <a:cubicBezTo>
                    <a:pt x="7754" y="20520"/>
                    <a:pt x="8862" y="21600"/>
                    <a:pt x="9969" y="21600"/>
                  </a:cubicBezTo>
                  <a:cubicBezTo>
                    <a:pt x="11631" y="21600"/>
                    <a:pt x="11631" y="21600"/>
                    <a:pt x="11631" y="21600"/>
                  </a:cubicBezTo>
                  <a:cubicBezTo>
                    <a:pt x="12738" y="21600"/>
                    <a:pt x="13846" y="20520"/>
                    <a:pt x="13846" y="19440"/>
                  </a:cubicBezTo>
                  <a:cubicBezTo>
                    <a:pt x="13846" y="19440"/>
                    <a:pt x="14400" y="18900"/>
                    <a:pt x="14954" y="18900"/>
                  </a:cubicBezTo>
                  <a:cubicBezTo>
                    <a:pt x="14954" y="19440"/>
                    <a:pt x="15508" y="19440"/>
                    <a:pt x="16062" y="19440"/>
                  </a:cubicBezTo>
                  <a:cubicBezTo>
                    <a:pt x="16615" y="19440"/>
                    <a:pt x="17169" y="19440"/>
                    <a:pt x="17723" y="18900"/>
                  </a:cubicBezTo>
                  <a:cubicBezTo>
                    <a:pt x="18831" y="17820"/>
                    <a:pt x="18831" y="17820"/>
                    <a:pt x="18831" y="17820"/>
                  </a:cubicBezTo>
                  <a:cubicBezTo>
                    <a:pt x="19385" y="17280"/>
                    <a:pt x="19385" y="16740"/>
                    <a:pt x="19385" y="16200"/>
                  </a:cubicBezTo>
                  <a:cubicBezTo>
                    <a:pt x="19385" y="15660"/>
                    <a:pt x="19385" y="15120"/>
                    <a:pt x="18831" y="14580"/>
                  </a:cubicBezTo>
                  <a:cubicBezTo>
                    <a:pt x="19385" y="14580"/>
                    <a:pt x="19385" y="14040"/>
                    <a:pt x="19385" y="14040"/>
                  </a:cubicBezTo>
                  <a:cubicBezTo>
                    <a:pt x="20492" y="13500"/>
                    <a:pt x="21600" y="12420"/>
                    <a:pt x="21600" y="11340"/>
                  </a:cubicBezTo>
                  <a:cubicBezTo>
                    <a:pt x="21600" y="10260"/>
                    <a:pt x="21600" y="10260"/>
                    <a:pt x="21600" y="10260"/>
                  </a:cubicBezTo>
                  <a:cubicBezTo>
                    <a:pt x="21600" y="8640"/>
                    <a:pt x="20492" y="8100"/>
                    <a:pt x="19385" y="7560"/>
                  </a:cubicBezTo>
                  <a:cubicBezTo>
                    <a:pt x="19385" y="7560"/>
                    <a:pt x="19385" y="7020"/>
                    <a:pt x="18831" y="7020"/>
                  </a:cubicBezTo>
                  <a:cubicBezTo>
                    <a:pt x="19385" y="6480"/>
                    <a:pt x="19385" y="5940"/>
                    <a:pt x="19385" y="5400"/>
                  </a:cubicBezTo>
                  <a:cubicBezTo>
                    <a:pt x="19385" y="4860"/>
                    <a:pt x="19385" y="4320"/>
                    <a:pt x="18831" y="3780"/>
                  </a:cubicBezTo>
                  <a:cubicBezTo>
                    <a:pt x="17723" y="2700"/>
                    <a:pt x="17723" y="2700"/>
                    <a:pt x="17723" y="2700"/>
                  </a:cubicBezTo>
                  <a:cubicBezTo>
                    <a:pt x="17169" y="2160"/>
                    <a:pt x="16615" y="2160"/>
                    <a:pt x="16062" y="2160"/>
                  </a:cubicBezTo>
                  <a:cubicBezTo>
                    <a:pt x="15508" y="2160"/>
                    <a:pt x="14954" y="2160"/>
                    <a:pt x="14954" y="2700"/>
                  </a:cubicBezTo>
                  <a:cubicBezTo>
                    <a:pt x="14400" y="2160"/>
                    <a:pt x="13846" y="2160"/>
                    <a:pt x="13846" y="2160"/>
                  </a:cubicBezTo>
                  <a:cubicBezTo>
                    <a:pt x="13846" y="1080"/>
                    <a:pt x="12738" y="0"/>
                    <a:pt x="11631"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2" name="Shape 1902"/>
            <p:cNvSpPr/>
            <p:nvPr/>
          </p:nvSpPr>
          <p:spPr>
            <a:xfrm>
              <a:off x="736263" y="233345"/>
              <a:ext cx="104834" cy="1023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1200"/>
                  </a:moveTo>
                  <a:cubicBezTo>
                    <a:pt x="6000" y="1200"/>
                    <a:pt x="2400" y="6000"/>
                    <a:pt x="2400" y="10800"/>
                  </a:cubicBezTo>
                  <a:cubicBezTo>
                    <a:pt x="2400" y="15600"/>
                    <a:pt x="6000" y="20400"/>
                    <a:pt x="10800" y="20400"/>
                  </a:cubicBezTo>
                  <a:cubicBezTo>
                    <a:pt x="16800" y="20400"/>
                    <a:pt x="20400" y="15600"/>
                    <a:pt x="20400" y="10800"/>
                  </a:cubicBezTo>
                  <a:cubicBezTo>
                    <a:pt x="20400" y="6000"/>
                    <a:pt x="16800" y="1200"/>
                    <a:pt x="10800" y="12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3" name="Shape 1903"/>
            <p:cNvSpPr/>
            <p:nvPr/>
          </p:nvSpPr>
          <p:spPr>
            <a:xfrm>
              <a:off x="758205" y="255287"/>
              <a:ext cx="58512" cy="585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6480" y="21600"/>
                    <a:pt x="0" y="17280"/>
                    <a:pt x="0" y="10800"/>
                  </a:cubicBezTo>
                  <a:cubicBezTo>
                    <a:pt x="0" y="4320"/>
                    <a:pt x="6480" y="0"/>
                    <a:pt x="10800" y="0"/>
                  </a:cubicBezTo>
                  <a:cubicBezTo>
                    <a:pt x="17280" y="0"/>
                    <a:pt x="21600" y="4320"/>
                    <a:pt x="21600" y="10800"/>
                  </a:cubicBezTo>
                  <a:cubicBezTo>
                    <a:pt x="21600" y="17280"/>
                    <a:pt x="17280" y="21600"/>
                    <a:pt x="10800" y="21600"/>
                  </a:cubicBezTo>
                  <a:close/>
                  <a:moveTo>
                    <a:pt x="10800" y="2160"/>
                  </a:moveTo>
                  <a:cubicBezTo>
                    <a:pt x="6480" y="2160"/>
                    <a:pt x="4320" y="6480"/>
                    <a:pt x="4320" y="10800"/>
                  </a:cubicBezTo>
                  <a:cubicBezTo>
                    <a:pt x="4320" y="15120"/>
                    <a:pt x="6480" y="17280"/>
                    <a:pt x="10800" y="17280"/>
                  </a:cubicBezTo>
                  <a:cubicBezTo>
                    <a:pt x="15120" y="17280"/>
                    <a:pt x="19440" y="15120"/>
                    <a:pt x="19440" y="10800"/>
                  </a:cubicBezTo>
                  <a:cubicBezTo>
                    <a:pt x="19440" y="6480"/>
                    <a:pt x="15120" y="2160"/>
                    <a:pt x="10800" y="21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4" name="Shape 1904"/>
            <p:cNvSpPr/>
            <p:nvPr/>
          </p:nvSpPr>
          <p:spPr>
            <a:xfrm>
              <a:off x="904483" y="111447"/>
              <a:ext cx="187724" cy="1779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75" y="1394"/>
                  </a:moveTo>
                  <a:cubicBezTo>
                    <a:pt x="12150" y="1394"/>
                    <a:pt x="12150" y="1394"/>
                    <a:pt x="12150" y="2090"/>
                  </a:cubicBezTo>
                  <a:cubicBezTo>
                    <a:pt x="12150" y="2787"/>
                    <a:pt x="12150" y="2787"/>
                    <a:pt x="12150" y="2787"/>
                  </a:cubicBezTo>
                  <a:cubicBezTo>
                    <a:pt x="12825" y="3484"/>
                    <a:pt x="14175" y="3484"/>
                    <a:pt x="14850" y="4181"/>
                  </a:cubicBezTo>
                  <a:cubicBezTo>
                    <a:pt x="15525" y="3484"/>
                    <a:pt x="15525" y="3484"/>
                    <a:pt x="15525" y="3484"/>
                  </a:cubicBezTo>
                  <a:cubicBezTo>
                    <a:pt x="15525" y="3484"/>
                    <a:pt x="15525" y="3484"/>
                    <a:pt x="16200" y="3484"/>
                  </a:cubicBezTo>
                  <a:cubicBezTo>
                    <a:pt x="16200" y="3484"/>
                    <a:pt x="16200" y="3484"/>
                    <a:pt x="16875" y="3484"/>
                  </a:cubicBezTo>
                  <a:cubicBezTo>
                    <a:pt x="17550" y="4877"/>
                    <a:pt x="17550" y="4877"/>
                    <a:pt x="17550" y="4877"/>
                  </a:cubicBezTo>
                  <a:cubicBezTo>
                    <a:pt x="18225" y="4877"/>
                    <a:pt x="18225" y="5574"/>
                    <a:pt x="17550" y="5574"/>
                  </a:cubicBezTo>
                  <a:cubicBezTo>
                    <a:pt x="16875" y="6271"/>
                    <a:pt x="16875" y="6271"/>
                    <a:pt x="16875" y="6271"/>
                  </a:cubicBezTo>
                  <a:cubicBezTo>
                    <a:pt x="17550" y="6968"/>
                    <a:pt x="18225" y="8361"/>
                    <a:pt x="18225" y="9058"/>
                  </a:cubicBezTo>
                  <a:cubicBezTo>
                    <a:pt x="18900" y="9058"/>
                    <a:pt x="18900" y="9058"/>
                    <a:pt x="18900" y="9058"/>
                  </a:cubicBezTo>
                  <a:cubicBezTo>
                    <a:pt x="19575" y="9058"/>
                    <a:pt x="19575" y="9755"/>
                    <a:pt x="19575" y="9755"/>
                  </a:cubicBezTo>
                  <a:cubicBezTo>
                    <a:pt x="19575" y="11845"/>
                    <a:pt x="19575" y="11845"/>
                    <a:pt x="19575" y="11845"/>
                  </a:cubicBezTo>
                  <a:cubicBezTo>
                    <a:pt x="19575" y="11845"/>
                    <a:pt x="19575" y="12542"/>
                    <a:pt x="18900" y="12542"/>
                  </a:cubicBezTo>
                  <a:cubicBezTo>
                    <a:pt x="18225" y="12542"/>
                    <a:pt x="18225" y="12542"/>
                    <a:pt x="18225" y="12542"/>
                  </a:cubicBezTo>
                  <a:cubicBezTo>
                    <a:pt x="18225" y="13239"/>
                    <a:pt x="17550" y="13935"/>
                    <a:pt x="16875" y="15329"/>
                  </a:cubicBezTo>
                  <a:cubicBezTo>
                    <a:pt x="17550" y="16026"/>
                    <a:pt x="17550" y="16026"/>
                    <a:pt x="17550" y="16026"/>
                  </a:cubicBezTo>
                  <a:cubicBezTo>
                    <a:pt x="18225" y="16026"/>
                    <a:pt x="18225" y="16723"/>
                    <a:pt x="17550" y="16723"/>
                  </a:cubicBezTo>
                  <a:cubicBezTo>
                    <a:pt x="16875" y="18116"/>
                    <a:pt x="16875" y="18116"/>
                    <a:pt x="16875" y="18116"/>
                  </a:cubicBezTo>
                  <a:cubicBezTo>
                    <a:pt x="16200" y="18116"/>
                    <a:pt x="16200" y="18116"/>
                    <a:pt x="16200" y="18116"/>
                  </a:cubicBezTo>
                  <a:cubicBezTo>
                    <a:pt x="15525" y="18116"/>
                    <a:pt x="15525" y="18116"/>
                    <a:pt x="15525" y="18116"/>
                  </a:cubicBezTo>
                  <a:cubicBezTo>
                    <a:pt x="14850" y="17419"/>
                    <a:pt x="14850" y="17419"/>
                    <a:pt x="14850" y="17419"/>
                  </a:cubicBezTo>
                  <a:cubicBezTo>
                    <a:pt x="14175" y="18116"/>
                    <a:pt x="12825" y="18116"/>
                    <a:pt x="12150" y="18813"/>
                  </a:cubicBezTo>
                  <a:cubicBezTo>
                    <a:pt x="12150" y="19510"/>
                    <a:pt x="12150" y="19510"/>
                    <a:pt x="12150" y="19510"/>
                  </a:cubicBezTo>
                  <a:cubicBezTo>
                    <a:pt x="12150" y="20206"/>
                    <a:pt x="12150" y="20206"/>
                    <a:pt x="11475" y="20206"/>
                  </a:cubicBezTo>
                  <a:cubicBezTo>
                    <a:pt x="10125" y="20206"/>
                    <a:pt x="10125" y="20206"/>
                    <a:pt x="10125" y="20206"/>
                  </a:cubicBezTo>
                  <a:cubicBezTo>
                    <a:pt x="9450" y="20206"/>
                    <a:pt x="9450" y="20206"/>
                    <a:pt x="9450" y="19510"/>
                  </a:cubicBezTo>
                  <a:cubicBezTo>
                    <a:pt x="9450" y="18813"/>
                    <a:pt x="9450" y="18813"/>
                    <a:pt x="9450" y="18813"/>
                  </a:cubicBezTo>
                  <a:cubicBezTo>
                    <a:pt x="8100" y="18116"/>
                    <a:pt x="7425" y="18116"/>
                    <a:pt x="6750" y="17419"/>
                  </a:cubicBezTo>
                  <a:cubicBezTo>
                    <a:pt x="6075" y="18116"/>
                    <a:pt x="6075" y="18116"/>
                    <a:pt x="6075" y="18116"/>
                  </a:cubicBezTo>
                  <a:cubicBezTo>
                    <a:pt x="5400" y="18116"/>
                    <a:pt x="5400" y="18116"/>
                    <a:pt x="5400" y="18116"/>
                  </a:cubicBezTo>
                  <a:cubicBezTo>
                    <a:pt x="4725" y="18116"/>
                    <a:pt x="4725" y="18116"/>
                    <a:pt x="4725" y="18116"/>
                  </a:cubicBezTo>
                  <a:cubicBezTo>
                    <a:pt x="3375" y="16723"/>
                    <a:pt x="3375" y="16723"/>
                    <a:pt x="3375" y="16723"/>
                  </a:cubicBezTo>
                  <a:cubicBezTo>
                    <a:pt x="3375" y="16723"/>
                    <a:pt x="3375" y="16026"/>
                    <a:pt x="3375" y="16026"/>
                  </a:cubicBezTo>
                  <a:cubicBezTo>
                    <a:pt x="4050" y="15329"/>
                    <a:pt x="4050" y="15329"/>
                    <a:pt x="4050" y="15329"/>
                  </a:cubicBezTo>
                  <a:cubicBezTo>
                    <a:pt x="4050" y="13935"/>
                    <a:pt x="3375" y="13239"/>
                    <a:pt x="3375" y="12542"/>
                  </a:cubicBezTo>
                  <a:cubicBezTo>
                    <a:pt x="2025" y="12542"/>
                    <a:pt x="2025" y="12542"/>
                    <a:pt x="2025" y="12542"/>
                  </a:cubicBezTo>
                  <a:cubicBezTo>
                    <a:pt x="2025" y="12542"/>
                    <a:pt x="1350" y="11845"/>
                    <a:pt x="1350" y="11845"/>
                  </a:cubicBezTo>
                  <a:cubicBezTo>
                    <a:pt x="1350" y="9755"/>
                    <a:pt x="1350" y="9755"/>
                    <a:pt x="1350" y="9755"/>
                  </a:cubicBezTo>
                  <a:cubicBezTo>
                    <a:pt x="1350" y="9755"/>
                    <a:pt x="2025" y="9058"/>
                    <a:pt x="2025" y="9058"/>
                  </a:cubicBezTo>
                  <a:cubicBezTo>
                    <a:pt x="3375" y="9058"/>
                    <a:pt x="3375" y="9058"/>
                    <a:pt x="3375" y="9058"/>
                  </a:cubicBezTo>
                  <a:cubicBezTo>
                    <a:pt x="3375" y="8361"/>
                    <a:pt x="4050" y="6968"/>
                    <a:pt x="4050" y="6271"/>
                  </a:cubicBezTo>
                  <a:cubicBezTo>
                    <a:pt x="3375" y="5574"/>
                    <a:pt x="3375" y="5574"/>
                    <a:pt x="3375" y="5574"/>
                  </a:cubicBezTo>
                  <a:cubicBezTo>
                    <a:pt x="3375" y="5574"/>
                    <a:pt x="3375" y="4877"/>
                    <a:pt x="3375" y="4877"/>
                  </a:cubicBezTo>
                  <a:cubicBezTo>
                    <a:pt x="4725" y="3484"/>
                    <a:pt x="4725" y="3484"/>
                    <a:pt x="4725" y="3484"/>
                  </a:cubicBezTo>
                  <a:cubicBezTo>
                    <a:pt x="4725" y="3484"/>
                    <a:pt x="4725" y="3484"/>
                    <a:pt x="5400" y="3484"/>
                  </a:cubicBezTo>
                  <a:cubicBezTo>
                    <a:pt x="5400" y="3484"/>
                    <a:pt x="5400" y="3484"/>
                    <a:pt x="6075" y="3484"/>
                  </a:cubicBezTo>
                  <a:cubicBezTo>
                    <a:pt x="6750" y="4181"/>
                    <a:pt x="6750" y="4181"/>
                    <a:pt x="6750" y="4181"/>
                  </a:cubicBezTo>
                  <a:cubicBezTo>
                    <a:pt x="7425" y="3484"/>
                    <a:pt x="8100" y="3484"/>
                    <a:pt x="9450" y="2787"/>
                  </a:cubicBezTo>
                  <a:cubicBezTo>
                    <a:pt x="9450" y="2090"/>
                    <a:pt x="9450" y="2090"/>
                    <a:pt x="9450" y="2090"/>
                  </a:cubicBezTo>
                  <a:cubicBezTo>
                    <a:pt x="9450" y="1394"/>
                    <a:pt x="9450" y="1394"/>
                    <a:pt x="10125" y="1394"/>
                  </a:cubicBezTo>
                  <a:cubicBezTo>
                    <a:pt x="11475" y="1394"/>
                    <a:pt x="11475" y="1394"/>
                    <a:pt x="11475" y="1394"/>
                  </a:cubicBezTo>
                  <a:moveTo>
                    <a:pt x="11475" y="0"/>
                  </a:moveTo>
                  <a:cubicBezTo>
                    <a:pt x="10125" y="0"/>
                    <a:pt x="10125" y="0"/>
                    <a:pt x="10125" y="0"/>
                  </a:cubicBezTo>
                  <a:cubicBezTo>
                    <a:pt x="8775" y="0"/>
                    <a:pt x="7425" y="697"/>
                    <a:pt x="7425" y="2090"/>
                  </a:cubicBezTo>
                  <a:cubicBezTo>
                    <a:pt x="7425" y="2090"/>
                    <a:pt x="6750" y="2090"/>
                    <a:pt x="6750" y="2090"/>
                  </a:cubicBezTo>
                  <a:cubicBezTo>
                    <a:pt x="6075" y="2090"/>
                    <a:pt x="6075" y="1394"/>
                    <a:pt x="5400" y="1394"/>
                  </a:cubicBezTo>
                  <a:cubicBezTo>
                    <a:pt x="4725" y="1394"/>
                    <a:pt x="4050" y="2090"/>
                    <a:pt x="3375" y="2090"/>
                  </a:cubicBezTo>
                  <a:cubicBezTo>
                    <a:pt x="2700" y="3484"/>
                    <a:pt x="2700" y="3484"/>
                    <a:pt x="2700" y="3484"/>
                  </a:cubicBezTo>
                  <a:cubicBezTo>
                    <a:pt x="2025" y="4181"/>
                    <a:pt x="2025" y="4877"/>
                    <a:pt x="2025" y="4877"/>
                  </a:cubicBezTo>
                  <a:cubicBezTo>
                    <a:pt x="2025" y="5574"/>
                    <a:pt x="2025" y="6271"/>
                    <a:pt x="2700" y="6968"/>
                  </a:cubicBezTo>
                  <a:cubicBezTo>
                    <a:pt x="2025" y="6968"/>
                    <a:pt x="2025" y="6968"/>
                    <a:pt x="2025" y="7665"/>
                  </a:cubicBezTo>
                  <a:cubicBezTo>
                    <a:pt x="675" y="7665"/>
                    <a:pt x="0" y="9058"/>
                    <a:pt x="0" y="9755"/>
                  </a:cubicBezTo>
                  <a:cubicBezTo>
                    <a:pt x="0" y="11845"/>
                    <a:pt x="0" y="11845"/>
                    <a:pt x="0" y="11845"/>
                  </a:cubicBezTo>
                  <a:cubicBezTo>
                    <a:pt x="0" y="12542"/>
                    <a:pt x="675" y="13935"/>
                    <a:pt x="2025" y="13935"/>
                  </a:cubicBezTo>
                  <a:cubicBezTo>
                    <a:pt x="2025" y="13935"/>
                    <a:pt x="2025" y="14632"/>
                    <a:pt x="2700" y="14632"/>
                  </a:cubicBezTo>
                  <a:cubicBezTo>
                    <a:pt x="2025" y="15329"/>
                    <a:pt x="2025" y="16026"/>
                    <a:pt x="2025" y="16026"/>
                  </a:cubicBezTo>
                  <a:cubicBezTo>
                    <a:pt x="2025" y="16723"/>
                    <a:pt x="2025" y="17419"/>
                    <a:pt x="2700" y="18116"/>
                  </a:cubicBezTo>
                  <a:cubicBezTo>
                    <a:pt x="3375" y="18813"/>
                    <a:pt x="3375" y="18813"/>
                    <a:pt x="3375" y="18813"/>
                  </a:cubicBezTo>
                  <a:cubicBezTo>
                    <a:pt x="4050" y="19510"/>
                    <a:pt x="4725" y="19510"/>
                    <a:pt x="5400" y="19510"/>
                  </a:cubicBezTo>
                  <a:cubicBezTo>
                    <a:pt x="6075" y="19510"/>
                    <a:pt x="6075" y="19510"/>
                    <a:pt x="6750" y="19510"/>
                  </a:cubicBezTo>
                  <a:cubicBezTo>
                    <a:pt x="6750" y="19510"/>
                    <a:pt x="7425" y="19510"/>
                    <a:pt x="7425" y="19510"/>
                  </a:cubicBezTo>
                  <a:cubicBezTo>
                    <a:pt x="7425" y="20903"/>
                    <a:pt x="8775" y="21600"/>
                    <a:pt x="10125" y="21600"/>
                  </a:cubicBezTo>
                  <a:cubicBezTo>
                    <a:pt x="11475" y="21600"/>
                    <a:pt x="11475" y="21600"/>
                    <a:pt x="11475" y="21600"/>
                  </a:cubicBezTo>
                  <a:cubicBezTo>
                    <a:pt x="12825" y="21600"/>
                    <a:pt x="13500" y="20903"/>
                    <a:pt x="13500" y="19510"/>
                  </a:cubicBezTo>
                  <a:cubicBezTo>
                    <a:pt x="14175" y="19510"/>
                    <a:pt x="14175" y="19510"/>
                    <a:pt x="14850" y="19510"/>
                  </a:cubicBezTo>
                  <a:cubicBezTo>
                    <a:pt x="14850" y="19510"/>
                    <a:pt x="15525" y="19510"/>
                    <a:pt x="16200" y="19510"/>
                  </a:cubicBezTo>
                  <a:cubicBezTo>
                    <a:pt x="16875" y="19510"/>
                    <a:pt x="17550" y="19510"/>
                    <a:pt x="17550" y="18813"/>
                  </a:cubicBezTo>
                  <a:cubicBezTo>
                    <a:pt x="18900" y="18116"/>
                    <a:pt x="18900" y="18116"/>
                    <a:pt x="18900" y="18116"/>
                  </a:cubicBezTo>
                  <a:cubicBezTo>
                    <a:pt x="18900" y="17419"/>
                    <a:pt x="19575" y="16723"/>
                    <a:pt x="19575" y="16026"/>
                  </a:cubicBezTo>
                  <a:cubicBezTo>
                    <a:pt x="19575" y="16026"/>
                    <a:pt x="19575" y="15329"/>
                    <a:pt x="18900" y="14632"/>
                  </a:cubicBezTo>
                  <a:cubicBezTo>
                    <a:pt x="18900" y="14632"/>
                    <a:pt x="18900" y="13935"/>
                    <a:pt x="19575" y="13935"/>
                  </a:cubicBezTo>
                  <a:cubicBezTo>
                    <a:pt x="20250" y="13935"/>
                    <a:pt x="21600" y="12542"/>
                    <a:pt x="21600" y="11845"/>
                  </a:cubicBezTo>
                  <a:cubicBezTo>
                    <a:pt x="21600" y="9755"/>
                    <a:pt x="21600" y="9755"/>
                    <a:pt x="21600" y="9755"/>
                  </a:cubicBezTo>
                  <a:cubicBezTo>
                    <a:pt x="21600" y="9058"/>
                    <a:pt x="20250" y="7665"/>
                    <a:pt x="19575" y="7665"/>
                  </a:cubicBezTo>
                  <a:cubicBezTo>
                    <a:pt x="18900" y="6968"/>
                    <a:pt x="18900" y="6968"/>
                    <a:pt x="18900" y="6968"/>
                  </a:cubicBezTo>
                  <a:cubicBezTo>
                    <a:pt x="19575" y="6271"/>
                    <a:pt x="19575" y="5574"/>
                    <a:pt x="19575" y="4877"/>
                  </a:cubicBezTo>
                  <a:cubicBezTo>
                    <a:pt x="19575" y="4877"/>
                    <a:pt x="18900" y="4181"/>
                    <a:pt x="18900" y="3484"/>
                  </a:cubicBezTo>
                  <a:cubicBezTo>
                    <a:pt x="17550" y="2090"/>
                    <a:pt x="17550" y="2090"/>
                    <a:pt x="17550" y="2090"/>
                  </a:cubicBezTo>
                  <a:cubicBezTo>
                    <a:pt x="17550" y="2090"/>
                    <a:pt x="16875" y="1394"/>
                    <a:pt x="16200" y="1394"/>
                  </a:cubicBezTo>
                  <a:cubicBezTo>
                    <a:pt x="15525" y="1394"/>
                    <a:pt x="14850" y="2090"/>
                    <a:pt x="14850" y="2090"/>
                  </a:cubicBezTo>
                  <a:cubicBezTo>
                    <a:pt x="14175" y="2090"/>
                    <a:pt x="14175" y="2090"/>
                    <a:pt x="13500" y="2090"/>
                  </a:cubicBezTo>
                  <a:cubicBezTo>
                    <a:pt x="13500" y="697"/>
                    <a:pt x="12825" y="0"/>
                    <a:pt x="11475"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5" name="Shape 1905"/>
            <p:cNvSpPr/>
            <p:nvPr/>
          </p:nvSpPr>
          <p:spPr>
            <a:xfrm>
              <a:off x="950803" y="157769"/>
              <a:ext cx="87768" cy="853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21600"/>
                  </a:moveTo>
                  <a:cubicBezTo>
                    <a:pt x="5760" y="21600"/>
                    <a:pt x="0" y="15840"/>
                    <a:pt x="0" y="10080"/>
                  </a:cubicBezTo>
                  <a:cubicBezTo>
                    <a:pt x="0" y="4320"/>
                    <a:pt x="5760" y="0"/>
                    <a:pt x="11520" y="0"/>
                  </a:cubicBezTo>
                  <a:cubicBezTo>
                    <a:pt x="17280" y="0"/>
                    <a:pt x="21600" y="4320"/>
                    <a:pt x="21600" y="10080"/>
                  </a:cubicBezTo>
                  <a:cubicBezTo>
                    <a:pt x="21600" y="15840"/>
                    <a:pt x="17280" y="21600"/>
                    <a:pt x="11520" y="21600"/>
                  </a:cubicBezTo>
                  <a:close/>
                  <a:moveTo>
                    <a:pt x="11520" y="1440"/>
                  </a:moveTo>
                  <a:cubicBezTo>
                    <a:pt x="5760" y="1440"/>
                    <a:pt x="2880" y="5760"/>
                    <a:pt x="2880" y="10080"/>
                  </a:cubicBezTo>
                  <a:cubicBezTo>
                    <a:pt x="2880" y="15840"/>
                    <a:pt x="5760" y="20160"/>
                    <a:pt x="11520" y="20160"/>
                  </a:cubicBezTo>
                  <a:cubicBezTo>
                    <a:pt x="15840" y="20160"/>
                    <a:pt x="20160" y="15840"/>
                    <a:pt x="20160" y="10080"/>
                  </a:cubicBezTo>
                  <a:cubicBezTo>
                    <a:pt x="20160" y="5760"/>
                    <a:pt x="15840" y="1440"/>
                    <a:pt x="11520" y="144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6" name="Shape 1906"/>
            <p:cNvSpPr/>
            <p:nvPr/>
          </p:nvSpPr>
          <p:spPr>
            <a:xfrm>
              <a:off x="975183" y="174834"/>
              <a:ext cx="46323" cy="463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18900"/>
                    <a:pt x="0" y="10800"/>
                  </a:cubicBezTo>
                  <a:cubicBezTo>
                    <a:pt x="0" y="5400"/>
                    <a:pt x="5400" y="0"/>
                    <a:pt x="10800" y="0"/>
                  </a:cubicBezTo>
                  <a:cubicBezTo>
                    <a:pt x="16200" y="0"/>
                    <a:pt x="21600" y="5400"/>
                    <a:pt x="21600" y="10800"/>
                  </a:cubicBezTo>
                  <a:cubicBezTo>
                    <a:pt x="21600" y="18900"/>
                    <a:pt x="16200" y="21600"/>
                    <a:pt x="10800" y="21600"/>
                  </a:cubicBezTo>
                  <a:close/>
                  <a:moveTo>
                    <a:pt x="10800" y="5400"/>
                  </a:moveTo>
                  <a:cubicBezTo>
                    <a:pt x="5400" y="5400"/>
                    <a:pt x="2700" y="8100"/>
                    <a:pt x="2700" y="10800"/>
                  </a:cubicBezTo>
                  <a:cubicBezTo>
                    <a:pt x="2700" y="16200"/>
                    <a:pt x="5400" y="18900"/>
                    <a:pt x="10800" y="18900"/>
                  </a:cubicBezTo>
                  <a:cubicBezTo>
                    <a:pt x="13500" y="18900"/>
                    <a:pt x="18900" y="16200"/>
                    <a:pt x="18900" y="10800"/>
                  </a:cubicBezTo>
                  <a:cubicBezTo>
                    <a:pt x="18900" y="8100"/>
                    <a:pt x="13500" y="5400"/>
                    <a:pt x="10800" y="5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07" name="Shape 1907"/>
            <p:cNvSpPr/>
            <p:nvPr/>
          </p:nvSpPr>
          <p:spPr>
            <a:xfrm>
              <a:off x="660687" y="1057374"/>
              <a:ext cx="658250" cy="8703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72" y="21600"/>
                  </a:moveTo>
                  <a:cubicBezTo>
                    <a:pt x="13189" y="21168"/>
                    <a:pt x="12998" y="20736"/>
                    <a:pt x="12998" y="20160"/>
                  </a:cubicBezTo>
                  <a:cubicBezTo>
                    <a:pt x="12998" y="9792"/>
                    <a:pt x="12998" y="9792"/>
                    <a:pt x="12998" y="9792"/>
                  </a:cubicBezTo>
                  <a:cubicBezTo>
                    <a:pt x="12998" y="8496"/>
                    <a:pt x="14336" y="7488"/>
                    <a:pt x="16057" y="7488"/>
                  </a:cubicBezTo>
                  <a:cubicBezTo>
                    <a:pt x="21600" y="7488"/>
                    <a:pt x="21600" y="7488"/>
                    <a:pt x="21600" y="7488"/>
                  </a:cubicBezTo>
                  <a:cubicBezTo>
                    <a:pt x="21600" y="0"/>
                    <a:pt x="21600" y="0"/>
                    <a:pt x="21600" y="0"/>
                  </a:cubicBezTo>
                  <a:cubicBezTo>
                    <a:pt x="1147" y="0"/>
                    <a:pt x="1147" y="0"/>
                    <a:pt x="1147" y="0"/>
                  </a:cubicBezTo>
                  <a:cubicBezTo>
                    <a:pt x="573" y="0"/>
                    <a:pt x="0" y="432"/>
                    <a:pt x="0" y="864"/>
                  </a:cubicBezTo>
                  <a:cubicBezTo>
                    <a:pt x="0" y="1008"/>
                    <a:pt x="0" y="1008"/>
                    <a:pt x="0" y="1008"/>
                  </a:cubicBezTo>
                  <a:cubicBezTo>
                    <a:pt x="0" y="1440"/>
                    <a:pt x="573" y="1872"/>
                    <a:pt x="1147" y="1872"/>
                  </a:cubicBezTo>
                  <a:cubicBezTo>
                    <a:pt x="9175" y="1872"/>
                    <a:pt x="9175" y="1872"/>
                    <a:pt x="9175" y="1872"/>
                  </a:cubicBezTo>
                  <a:cubicBezTo>
                    <a:pt x="9175" y="21600"/>
                    <a:pt x="9175" y="21600"/>
                    <a:pt x="9175" y="21600"/>
                  </a:cubicBezTo>
                  <a:lnTo>
                    <a:pt x="13572"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1913" name="Group 1913"/>
          <p:cNvGrpSpPr/>
          <p:nvPr/>
        </p:nvGrpSpPr>
        <p:grpSpPr>
          <a:xfrm>
            <a:off x="9924366" y="3805883"/>
            <a:ext cx="2079283" cy="1969593"/>
            <a:chOff x="0" y="0"/>
            <a:chExt cx="2079281" cy="1969591"/>
          </a:xfrm>
        </p:grpSpPr>
        <p:sp>
          <p:nvSpPr>
            <p:cNvPr id="1909" name="Shape 1909"/>
            <p:cNvSpPr/>
            <p:nvPr/>
          </p:nvSpPr>
          <p:spPr>
            <a:xfrm>
              <a:off x="569422" y="0"/>
              <a:ext cx="1509860" cy="1156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9" y="1871"/>
                  </a:moveTo>
                  <a:cubicBezTo>
                    <a:pt x="21361" y="1871"/>
                    <a:pt x="21361" y="1871"/>
                    <a:pt x="21361" y="1871"/>
                  </a:cubicBezTo>
                  <a:cubicBezTo>
                    <a:pt x="21361" y="19806"/>
                    <a:pt x="21361" y="19806"/>
                    <a:pt x="21361" y="19806"/>
                  </a:cubicBezTo>
                  <a:cubicBezTo>
                    <a:pt x="239" y="19806"/>
                    <a:pt x="239" y="19806"/>
                    <a:pt x="239" y="19806"/>
                  </a:cubicBezTo>
                  <a:cubicBezTo>
                    <a:pt x="239" y="15908"/>
                    <a:pt x="239" y="15908"/>
                    <a:pt x="239" y="15908"/>
                  </a:cubicBezTo>
                  <a:cubicBezTo>
                    <a:pt x="149" y="15947"/>
                    <a:pt x="60" y="15986"/>
                    <a:pt x="0" y="16025"/>
                  </a:cubicBezTo>
                  <a:cubicBezTo>
                    <a:pt x="0" y="19923"/>
                    <a:pt x="0" y="19923"/>
                    <a:pt x="0" y="19923"/>
                  </a:cubicBezTo>
                  <a:cubicBezTo>
                    <a:pt x="0" y="20157"/>
                    <a:pt x="0" y="20157"/>
                    <a:pt x="0" y="20157"/>
                  </a:cubicBezTo>
                  <a:cubicBezTo>
                    <a:pt x="0" y="21600"/>
                    <a:pt x="0" y="21600"/>
                    <a:pt x="0" y="21600"/>
                  </a:cubicBezTo>
                  <a:cubicBezTo>
                    <a:pt x="21600" y="21600"/>
                    <a:pt x="21600" y="21600"/>
                    <a:pt x="21600" y="21600"/>
                  </a:cubicBezTo>
                  <a:cubicBezTo>
                    <a:pt x="21600" y="20157"/>
                    <a:pt x="21600" y="20157"/>
                    <a:pt x="21600" y="20157"/>
                  </a:cubicBezTo>
                  <a:cubicBezTo>
                    <a:pt x="21600" y="19962"/>
                    <a:pt x="21600" y="19962"/>
                    <a:pt x="21600" y="19962"/>
                  </a:cubicBezTo>
                  <a:cubicBezTo>
                    <a:pt x="21600" y="19923"/>
                    <a:pt x="21600" y="19923"/>
                    <a:pt x="21600" y="19923"/>
                  </a:cubicBezTo>
                  <a:cubicBezTo>
                    <a:pt x="21600" y="1677"/>
                    <a:pt x="21600" y="1677"/>
                    <a:pt x="21600" y="1677"/>
                  </a:cubicBezTo>
                  <a:cubicBezTo>
                    <a:pt x="21600" y="1521"/>
                    <a:pt x="21600" y="1521"/>
                    <a:pt x="21600" y="1521"/>
                  </a:cubicBezTo>
                  <a:cubicBezTo>
                    <a:pt x="21600" y="0"/>
                    <a:pt x="21600" y="0"/>
                    <a:pt x="21600" y="0"/>
                  </a:cubicBezTo>
                  <a:cubicBezTo>
                    <a:pt x="0" y="0"/>
                    <a:pt x="0" y="0"/>
                    <a:pt x="0" y="0"/>
                  </a:cubicBezTo>
                  <a:cubicBezTo>
                    <a:pt x="0" y="1521"/>
                    <a:pt x="0" y="1521"/>
                    <a:pt x="0" y="1521"/>
                  </a:cubicBezTo>
                  <a:cubicBezTo>
                    <a:pt x="0" y="1677"/>
                    <a:pt x="0" y="1677"/>
                    <a:pt x="0" y="1677"/>
                  </a:cubicBezTo>
                  <a:cubicBezTo>
                    <a:pt x="0" y="13373"/>
                    <a:pt x="0" y="13373"/>
                    <a:pt x="0" y="13373"/>
                  </a:cubicBezTo>
                  <a:cubicBezTo>
                    <a:pt x="60" y="13334"/>
                    <a:pt x="149" y="13295"/>
                    <a:pt x="239" y="13256"/>
                  </a:cubicBezTo>
                  <a:lnTo>
                    <a:pt x="239" y="18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10" name="Shape 1910"/>
            <p:cNvSpPr/>
            <p:nvPr/>
          </p:nvSpPr>
          <p:spPr>
            <a:xfrm>
              <a:off x="174214" y="453281"/>
              <a:ext cx="279069" cy="28229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11" name="Shape 1911"/>
            <p:cNvSpPr/>
            <p:nvPr/>
          </p:nvSpPr>
          <p:spPr>
            <a:xfrm>
              <a:off x="0" y="581532"/>
              <a:ext cx="955311" cy="1388060"/>
            </a:xfrm>
            <a:custGeom>
              <a:avLst/>
              <a:gdLst/>
              <a:ahLst/>
              <a:cxnLst>
                <a:cxn ang="0">
                  <a:pos x="wd2" y="hd2"/>
                </a:cxn>
                <a:cxn ang="5400000">
                  <a:pos x="wd2" y="hd2"/>
                </a:cxn>
                <a:cxn ang="10800000">
                  <a:pos x="wd2" y="hd2"/>
                </a:cxn>
                <a:cxn ang="16200000">
                  <a:pos x="wd2" y="hd2"/>
                </a:cxn>
              </a:cxnLst>
              <a:rect l="0" t="0" r="r" b="b"/>
              <a:pathLst>
                <a:path w="21463" h="21487" fill="norm" stroke="1" extrusionOk="0">
                  <a:moveTo>
                    <a:pt x="21271" y="340"/>
                  </a:moveTo>
                  <a:cubicBezTo>
                    <a:pt x="20896" y="-16"/>
                    <a:pt x="20191" y="-113"/>
                    <a:pt x="19675" y="146"/>
                  </a:cubicBezTo>
                  <a:cubicBezTo>
                    <a:pt x="17421" y="1245"/>
                    <a:pt x="14885" y="1956"/>
                    <a:pt x="12913" y="2377"/>
                  </a:cubicBezTo>
                  <a:cubicBezTo>
                    <a:pt x="11927" y="2571"/>
                    <a:pt x="11082" y="2700"/>
                    <a:pt x="10471" y="2797"/>
                  </a:cubicBezTo>
                  <a:cubicBezTo>
                    <a:pt x="10190" y="2830"/>
                    <a:pt x="9955" y="2862"/>
                    <a:pt x="9767" y="2894"/>
                  </a:cubicBezTo>
                  <a:cubicBezTo>
                    <a:pt x="9720" y="2894"/>
                    <a:pt x="9626" y="2894"/>
                    <a:pt x="9626" y="2927"/>
                  </a:cubicBezTo>
                  <a:cubicBezTo>
                    <a:pt x="9579" y="2927"/>
                    <a:pt x="9579" y="2927"/>
                    <a:pt x="9579" y="2927"/>
                  </a:cubicBezTo>
                  <a:cubicBezTo>
                    <a:pt x="4508" y="2927"/>
                    <a:pt x="4508" y="2927"/>
                    <a:pt x="4508" y="2927"/>
                  </a:cubicBezTo>
                  <a:cubicBezTo>
                    <a:pt x="4461" y="2927"/>
                    <a:pt x="4414" y="2894"/>
                    <a:pt x="4320" y="2894"/>
                  </a:cubicBezTo>
                  <a:cubicBezTo>
                    <a:pt x="4038" y="2894"/>
                    <a:pt x="3616" y="2927"/>
                    <a:pt x="3099" y="3121"/>
                  </a:cubicBezTo>
                  <a:cubicBezTo>
                    <a:pt x="2348" y="3379"/>
                    <a:pt x="1550" y="3929"/>
                    <a:pt x="986" y="4931"/>
                  </a:cubicBezTo>
                  <a:cubicBezTo>
                    <a:pt x="423" y="5934"/>
                    <a:pt x="0" y="7389"/>
                    <a:pt x="0" y="9588"/>
                  </a:cubicBezTo>
                  <a:cubicBezTo>
                    <a:pt x="0" y="10170"/>
                    <a:pt x="47" y="10784"/>
                    <a:pt x="94" y="11431"/>
                  </a:cubicBezTo>
                  <a:cubicBezTo>
                    <a:pt x="141" y="11851"/>
                    <a:pt x="610" y="12174"/>
                    <a:pt x="1221" y="12174"/>
                  </a:cubicBezTo>
                  <a:cubicBezTo>
                    <a:pt x="1221" y="12174"/>
                    <a:pt x="1268" y="12174"/>
                    <a:pt x="1268" y="12174"/>
                  </a:cubicBezTo>
                  <a:cubicBezTo>
                    <a:pt x="1925" y="12142"/>
                    <a:pt x="2395" y="11786"/>
                    <a:pt x="2348" y="11366"/>
                  </a:cubicBezTo>
                  <a:cubicBezTo>
                    <a:pt x="2301" y="10719"/>
                    <a:pt x="2254" y="10105"/>
                    <a:pt x="2254" y="9588"/>
                  </a:cubicBezTo>
                  <a:cubicBezTo>
                    <a:pt x="2254" y="7227"/>
                    <a:pt x="2770" y="5934"/>
                    <a:pt x="3240" y="5255"/>
                  </a:cubicBezTo>
                  <a:cubicBezTo>
                    <a:pt x="3193" y="20291"/>
                    <a:pt x="3193" y="20291"/>
                    <a:pt x="3193" y="20291"/>
                  </a:cubicBezTo>
                  <a:cubicBezTo>
                    <a:pt x="3193" y="20937"/>
                    <a:pt x="3991" y="21487"/>
                    <a:pt x="4930" y="21487"/>
                  </a:cubicBezTo>
                  <a:cubicBezTo>
                    <a:pt x="5917" y="21487"/>
                    <a:pt x="6668" y="20937"/>
                    <a:pt x="6668" y="20291"/>
                  </a:cubicBezTo>
                  <a:cubicBezTo>
                    <a:pt x="6715" y="11043"/>
                    <a:pt x="6715" y="11043"/>
                    <a:pt x="6715" y="11043"/>
                  </a:cubicBezTo>
                  <a:cubicBezTo>
                    <a:pt x="7372" y="11043"/>
                    <a:pt x="7372" y="11043"/>
                    <a:pt x="7372" y="11043"/>
                  </a:cubicBezTo>
                  <a:cubicBezTo>
                    <a:pt x="7325" y="20291"/>
                    <a:pt x="7325" y="20291"/>
                    <a:pt x="7325" y="20291"/>
                  </a:cubicBezTo>
                  <a:cubicBezTo>
                    <a:pt x="7325" y="20937"/>
                    <a:pt x="8123" y="21487"/>
                    <a:pt x="9063" y="21487"/>
                  </a:cubicBezTo>
                  <a:cubicBezTo>
                    <a:pt x="10049" y="21487"/>
                    <a:pt x="10847" y="20937"/>
                    <a:pt x="10847" y="20291"/>
                  </a:cubicBezTo>
                  <a:cubicBezTo>
                    <a:pt x="10847" y="4317"/>
                    <a:pt x="10847" y="4317"/>
                    <a:pt x="10847" y="4317"/>
                  </a:cubicBezTo>
                  <a:cubicBezTo>
                    <a:pt x="12725" y="4058"/>
                    <a:pt x="17139" y="3282"/>
                    <a:pt x="20990" y="1407"/>
                  </a:cubicBezTo>
                  <a:cubicBezTo>
                    <a:pt x="21506" y="1148"/>
                    <a:pt x="21600" y="695"/>
                    <a:pt x="21271" y="340"/>
                  </a:cubicBezTo>
                  <a:close/>
                  <a:moveTo>
                    <a:pt x="6527" y="3703"/>
                  </a:moveTo>
                  <a:cubicBezTo>
                    <a:pt x="7043" y="3703"/>
                    <a:pt x="7043" y="3703"/>
                    <a:pt x="7043" y="3703"/>
                  </a:cubicBezTo>
                  <a:cubicBezTo>
                    <a:pt x="7560" y="3703"/>
                    <a:pt x="7560" y="3703"/>
                    <a:pt x="7560" y="3703"/>
                  </a:cubicBezTo>
                  <a:cubicBezTo>
                    <a:pt x="7842" y="4446"/>
                    <a:pt x="7842" y="4446"/>
                    <a:pt x="7842" y="4446"/>
                  </a:cubicBezTo>
                  <a:cubicBezTo>
                    <a:pt x="7795" y="4479"/>
                    <a:pt x="7795" y="4479"/>
                    <a:pt x="7795" y="4479"/>
                  </a:cubicBezTo>
                  <a:cubicBezTo>
                    <a:pt x="7607" y="4608"/>
                    <a:pt x="7325" y="4673"/>
                    <a:pt x="7043" y="4673"/>
                  </a:cubicBezTo>
                  <a:cubicBezTo>
                    <a:pt x="6762" y="4673"/>
                    <a:pt x="6480" y="4608"/>
                    <a:pt x="6292" y="4479"/>
                  </a:cubicBezTo>
                  <a:cubicBezTo>
                    <a:pt x="6245" y="4446"/>
                    <a:pt x="6245" y="4446"/>
                    <a:pt x="6245" y="4446"/>
                  </a:cubicBezTo>
                  <a:lnTo>
                    <a:pt x="6527" y="3703"/>
                  </a:lnTo>
                  <a:close/>
                  <a:moveTo>
                    <a:pt x="7043" y="9943"/>
                  </a:moveTo>
                  <a:cubicBezTo>
                    <a:pt x="5729" y="8779"/>
                    <a:pt x="5729" y="8779"/>
                    <a:pt x="5729" y="8779"/>
                  </a:cubicBezTo>
                  <a:cubicBezTo>
                    <a:pt x="6480" y="4899"/>
                    <a:pt x="6480" y="4899"/>
                    <a:pt x="6480" y="4899"/>
                  </a:cubicBezTo>
                  <a:cubicBezTo>
                    <a:pt x="6668" y="4931"/>
                    <a:pt x="6856" y="4964"/>
                    <a:pt x="7043" y="4964"/>
                  </a:cubicBezTo>
                  <a:cubicBezTo>
                    <a:pt x="7043" y="4964"/>
                    <a:pt x="7043" y="4964"/>
                    <a:pt x="7043" y="4964"/>
                  </a:cubicBezTo>
                  <a:cubicBezTo>
                    <a:pt x="7043" y="4964"/>
                    <a:pt x="7043" y="4964"/>
                    <a:pt x="7043" y="4964"/>
                  </a:cubicBezTo>
                  <a:cubicBezTo>
                    <a:pt x="7231" y="4964"/>
                    <a:pt x="7419" y="4931"/>
                    <a:pt x="7607" y="4899"/>
                  </a:cubicBezTo>
                  <a:cubicBezTo>
                    <a:pt x="8358" y="8779"/>
                    <a:pt x="8358" y="8779"/>
                    <a:pt x="8358" y="8779"/>
                  </a:cubicBezTo>
                  <a:lnTo>
                    <a:pt x="7043" y="994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1912" name="Shape 1912"/>
            <p:cNvSpPr/>
            <p:nvPr/>
          </p:nvSpPr>
          <p:spPr>
            <a:xfrm>
              <a:off x="960866" y="217236"/>
              <a:ext cx="796344" cy="6153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69" y="0"/>
                  </a:moveTo>
                  <a:cubicBezTo>
                    <a:pt x="17550" y="0"/>
                    <a:pt x="16538" y="1543"/>
                    <a:pt x="16538" y="3306"/>
                  </a:cubicBezTo>
                  <a:cubicBezTo>
                    <a:pt x="16538" y="4188"/>
                    <a:pt x="16875" y="5069"/>
                    <a:pt x="17381" y="5731"/>
                  </a:cubicBezTo>
                  <a:cubicBezTo>
                    <a:pt x="14175" y="11902"/>
                    <a:pt x="14175" y="11902"/>
                    <a:pt x="14175" y="11902"/>
                  </a:cubicBezTo>
                  <a:cubicBezTo>
                    <a:pt x="14006" y="11682"/>
                    <a:pt x="13669" y="11461"/>
                    <a:pt x="13331" y="11461"/>
                  </a:cubicBezTo>
                  <a:cubicBezTo>
                    <a:pt x="12319" y="11461"/>
                    <a:pt x="11475" y="12343"/>
                    <a:pt x="11137" y="13224"/>
                  </a:cubicBezTo>
                  <a:cubicBezTo>
                    <a:pt x="9281" y="11902"/>
                    <a:pt x="9281" y="11902"/>
                    <a:pt x="9281" y="11902"/>
                  </a:cubicBezTo>
                  <a:cubicBezTo>
                    <a:pt x="9450" y="11682"/>
                    <a:pt x="9450" y="11241"/>
                    <a:pt x="9450" y="10800"/>
                  </a:cubicBezTo>
                  <a:cubicBezTo>
                    <a:pt x="9450" y="8816"/>
                    <a:pt x="8269" y="7494"/>
                    <a:pt x="6919" y="7494"/>
                  </a:cubicBezTo>
                  <a:cubicBezTo>
                    <a:pt x="5569" y="7494"/>
                    <a:pt x="4387" y="8816"/>
                    <a:pt x="4387" y="10800"/>
                  </a:cubicBezTo>
                  <a:cubicBezTo>
                    <a:pt x="4387" y="11682"/>
                    <a:pt x="4725" y="12563"/>
                    <a:pt x="5231" y="13224"/>
                  </a:cubicBezTo>
                  <a:cubicBezTo>
                    <a:pt x="3881" y="15429"/>
                    <a:pt x="3881" y="15429"/>
                    <a:pt x="3881" y="15429"/>
                  </a:cubicBezTo>
                  <a:cubicBezTo>
                    <a:pt x="3544" y="15208"/>
                    <a:pt x="3038" y="14988"/>
                    <a:pt x="2531" y="14988"/>
                  </a:cubicBezTo>
                  <a:cubicBezTo>
                    <a:pt x="1013" y="14988"/>
                    <a:pt x="0" y="16310"/>
                    <a:pt x="0" y="18294"/>
                  </a:cubicBezTo>
                  <a:cubicBezTo>
                    <a:pt x="0" y="20057"/>
                    <a:pt x="1013" y="21600"/>
                    <a:pt x="2531" y="21600"/>
                  </a:cubicBezTo>
                  <a:cubicBezTo>
                    <a:pt x="3881" y="21600"/>
                    <a:pt x="5062" y="20057"/>
                    <a:pt x="5062" y="18294"/>
                  </a:cubicBezTo>
                  <a:cubicBezTo>
                    <a:pt x="5062" y="17412"/>
                    <a:pt x="4725" y="16751"/>
                    <a:pt x="4387" y="16090"/>
                  </a:cubicBezTo>
                  <a:cubicBezTo>
                    <a:pt x="5738" y="13665"/>
                    <a:pt x="5738" y="13665"/>
                    <a:pt x="5738" y="13665"/>
                  </a:cubicBezTo>
                  <a:cubicBezTo>
                    <a:pt x="6075" y="13886"/>
                    <a:pt x="6581" y="14106"/>
                    <a:pt x="6919" y="14106"/>
                  </a:cubicBezTo>
                  <a:cubicBezTo>
                    <a:pt x="7762" y="14106"/>
                    <a:pt x="8606" y="13445"/>
                    <a:pt x="8944" y="12563"/>
                  </a:cubicBezTo>
                  <a:cubicBezTo>
                    <a:pt x="10800" y="14106"/>
                    <a:pt x="10800" y="14106"/>
                    <a:pt x="10800" y="14106"/>
                  </a:cubicBezTo>
                  <a:cubicBezTo>
                    <a:pt x="10800" y="14327"/>
                    <a:pt x="10800" y="14547"/>
                    <a:pt x="10800" y="14988"/>
                  </a:cubicBezTo>
                  <a:cubicBezTo>
                    <a:pt x="10800" y="16751"/>
                    <a:pt x="11813" y="18294"/>
                    <a:pt x="13331" y="18294"/>
                  </a:cubicBezTo>
                  <a:cubicBezTo>
                    <a:pt x="14681" y="18294"/>
                    <a:pt x="15862" y="16751"/>
                    <a:pt x="15862" y="14988"/>
                  </a:cubicBezTo>
                  <a:cubicBezTo>
                    <a:pt x="15862" y="13886"/>
                    <a:pt x="15356" y="12784"/>
                    <a:pt x="14850" y="12343"/>
                  </a:cubicBezTo>
                  <a:cubicBezTo>
                    <a:pt x="17887" y="6171"/>
                    <a:pt x="17887" y="6171"/>
                    <a:pt x="17887" y="6171"/>
                  </a:cubicBezTo>
                  <a:cubicBezTo>
                    <a:pt x="18225" y="6392"/>
                    <a:pt x="18562" y="6612"/>
                    <a:pt x="19069" y="6612"/>
                  </a:cubicBezTo>
                  <a:cubicBezTo>
                    <a:pt x="20419" y="6612"/>
                    <a:pt x="21600" y="5069"/>
                    <a:pt x="21600" y="3306"/>
                  </a:cubicBezTo>
                  <a:cubicBezTo>
                    <a:pt x="21600" y="1543"/>
                    <a:pt x="20419" y="0"/>
                    <a:pt x="19069" y="0"/>
                  </a:cubicBezTo>
                  <a:close/>
                  <a:moveTo>
                    <a:pt x="2531" y="19837"/>
                  </a:moveTo>
                  <a:cubicBezTo>
                    <a:pt x="1856" y="19837"/>
                    <a:pt x="1181" y="19176"/>
                    <a:pt x="1181" y="18294"/>
                  </a:cubicBezTo>
                  <a:cubicBezTo>
                    <a:pt x="1181" y="17192"/>
                    <a:pt x="1856" y="16531"/>
                    <a:pt x="2531" y="16531"/>
                  </a:cubicBezTo>
                  <a:cubicBezTo>
                    <a:pt x="3206" y="16531"/>
                    <a:pt x="3712" y="17192"/>
                    <a:pt x="3712" y="18294"/>
                  </a:cubicBezTo>
                  <a:cubicBezTo>
                    <a:pt x="3712" y="19176"/>
                    <a:pt x="3206" y="19837"/>
                    <a:pt x="2531" y="19837"/>
                  </a:cubicBezTo>
                  <a:close/>
                  <a:moveTo>
                    <a:pt x="6919" y="12343"/>
                  </a:moveTo>
                  <a:cubicBezTo>
                    <a:pt x="6244" y="12343"/>
                    <a:pt x="5738" y="11682"/>
                    <a:pt x="5738" y="10800"/>
                  </a:cubicBezTo>
                  <a:cubicBezTo>
                    <a:pt x="5738" y="9918"/>
                    <a:pt x="6244" y="9037"/>
                    <a:pt x="6919" y="9037"/>
                  </a:cubicBezTo>
                  <a:cubicBezTo>
                    <a:pt x="7594" y="9037"/>
                    <a:pt x="8269" y="9918"/>
                    <a:pt x="8269" y="10800"/>
                  </a:cubicBezTo>
                  <a:cubicBezTo>
                    <a:pt x="8269" y="11682"/>
                    <a:pt x="7594" y="12343"/>
                    <a:pt x="6919" y="12343"/>
                  </a:cubicBezTo>
                  <a:close/>
                  <a:moveTo>
                    <a:pt x="13331" y="16531"/>
                  </a:moveTo>
                  <a:cubicBezTo>
                    <a:pt x="12656" y="16531"/>
                    <a:pt x="11981" y="15869"/>
                    <a:pt x="11981" y="14988"/>
                  </a:cubicBezTo>
                  <a:cubicBezTo>
                    <a:pt x="11981" y="13886"/>
                    <a:pt x="12656" y="13224"/>
                    <a:pt x="13331" y="13224"/>
                  </a:cubicBezTo>
                  <a:cubicBezTo>
                    <a:pt x="14006" y="13224"/>
                    <a:pt x="14512" y="13886"/>
                    <a:pt x="14512" y="14988"/>
                  </a:cubicBezTo>
                  <a:cubicBezTo>
                    <a:pt x="14512" y="15869"/>
                    <a:pt x="14006" y="16531"/>
                    <a:pt x="13331" y="16531"/>
                  </a:cubicBezTo>
                  <a:close/>
                  <a:moveTo>
                    <a:pt x="19069" y="4849"/>
                  </a:moveTo>
                  <a:cubicBezTo>
                    <a:pt x="18225" y="4849"/>
                    <a:pt x="17719" y="4188"/>
                    <a:pt x="17719" y="3306"/>
                  </a:cubicBezTo>
                  <a:cubicBezTo>
                    <a:pt x="17719" y="2424"/>
                    <a:pt x="18225" y="1543"/>
                    <a:pt x="19069" y="1543"/>
                  </a:cubicBezTo>
                  <a:cubicBezTo>
                    <a:pt x="19744" y="1543"/>
                    <a:pt x="20250" y="2424"/>
                    <a:pt x="20250" y="3306"/>
                  </a:cubicBezTo>
                  <a:cubicBezTo>
                    <a:pt x="20250" y="4188"/>
                    <a:pt x="19744" y="4849"/>
                    <a:pt x="19069" y="484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1914" name="Shape 1914"/>
          <p:cNvSpPr/>
          <p:nvPr/>
        </p:nvSpPr>
        <p:spPr>
          <a:xfrm>
            <a:off x="15110257" y="6216407"/>
            <a:ext cx="1" cy="1559753"/>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915" name="Shape 1915"/>
          <p:cNvSpPr/>
          <p:nvPr/>
        </p:nvSpPr>
        <p:spPr>
          <a:xfrm>
            <a:off x="17173547" y="4515089"/>
            <a:ext cx="667300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700">
                <a:solidFill>
                  <a:srgbClr val="FFFFFF"/>
                </a:solidFill>
                <a:latin typeface="Raleway Medium"/>
                <a:ea typeface="Raleway Medium"/>
                <a:cs typeface="Raleway Medium"/>
                <a:sym typeface="Raleway Medium"/>
              </a:defRPr>
            </a:lvl1pPr>
          </a:lstStyle>
          <a:p>
            <a:pPr/>
            <a:r>
              <a:t>Descripción</a:t>
            </a:r>
          </a:p>
        </p:txBody>
      </p:sp>
      <p:sp>
        <p:nvSpPr>
          <p:cNvPr id="1916" name="Shape 1916"/>
          <p:cNvSpPr/>
          <p:nvPr/>
        </p:nvSpPr>
        <p:spPr>
          <a:xfrm>
            <a:off x="12246260" y="4347866"/>
            <a:ext cx="5367128" cy="1021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5600">
                <a:solidFill>
                  <a:srgbClr val="FFFFFF"/>
                </a:solidFill>
                <a:latin typeface="Raleway SemiBold"/>
                <a:ea typeface="Raleway SemiBold"/>
                <a:cs typeface="Raleway SemiBold"/>
                <a:sym typeface="Raleway SemiBold"/>
              </a:defRPr>
            </a:lvl1pPr>
          </a:lstStyle>
          <a:p>
            <a:pPr/>
            <a:r>
              <a:t>Título</a:t>
            </a:r>
          </a:p>
        </p:txBody>
      </p:sp>
      <p:sp>
        <p:nvSpPr>
          <p:cNvPr id="1917" name="Shape 1917"/>
          <p:cNvSpPr/>
          <p:nvPr/>
        </p:nvSpPr>
        <p:spPr>
          <a:xfrm>
            <a:off x="17001119" y="4098325"/>
            <a:ext cx="1" cy="1559753"/>
          </a:xfrm>
          <a:prstGeom prst="line">
            <a:avLst/>
          </a:prstGeom>
          <a:ln w="38100">
            <a:solidFill>
              <a:srgbClr val="FFFFFF"/>
            </a:solidFill>
            <a:miter/>
          </a:ln>
        </p:spPr>
        <p:txBody>
          <a:bodyPr tIns="91439" bIns="91439"/>
          <a:lstStyle/>
          <a:p>
            <a:pPr algn="l" defTabSz="457200">
              <a:defRPr sz="2400">
                <a:latin typeface="Helvetica"/>
                <a:ea typeface="Helvetica"/>
                <a:cs typeface="Helvetica"/>
                <a:sym typeface="Helvetica"/>
              </a:defRPr>
            </a:pPr>
          </a:p>
        </p:txBody>
      </p:sp>
      <p:sp>
        <p:nvSpPr>
          <p:cNvPr id="1918" name="Shape 1918"/>
          <p:cNvSpPr/>
          <p:nvPr/>
        </p:nvSpPr>
        <p:spPr>
          <a:xfrm>
            <a:off x="15339125" y="6713491"/>
            <a:ext cx="6673006"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700">
                <a:solidFill>
                  <a:srgbClr val="FFFFFF"/>
                </a:solidFill>
                <a:latin typeface="Raleway Medium"/>
                <a:ea typeface="Raleway Medium"/>
                <a:cs typeface="Raleway Medium"/>
                <a:sym typeface="Raleway Medium"/>
              </a:defRPr>
            </a:lvl1pPr>
          </a:lstStyle>
          <a:p>
            <a:pPr/>
            <a:r>
              <a:t>Descripción</a:t>
            </a:r>
          </a:p>
        </p:txBody>
      </p:sp>
      <p:sp>
        <p:nvSpPr>
          <p:cNvPr id="1919" name="Shape 1919"/>
          <p:cNvSpPr/>
          <p:nvPr/>
        </p:nvSpPr>
        <p:spPr>
          <a:xfrm>
            <a:off x="9924159" y="6484478"/>
            <a:ext cx="5367128" cy="1021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5600">
                <a:solidFill>
                  <a:srgbClr val="FFFFFF"/>
                </a:solidFill>
                <a:latin typeface="Raleway SemiBold"/>
                <a:ea typeface="Raleway SemiBold"/>
                <a:cs typeface="Raleway SemiBold"/>
                <a:sym typeface="Raleway SemiBold"/>
              </a:defRPr>
            </a:lvl1pPr>
          </a:lstStyle>
          <a:p>
            <a:pPr/>
            <a:r>
              <a:t>Título</a:t>
            </a:r>
          </a:p>
        </p:txBody>
      </p:sp>
      <p:sp>
        <p:nvSpPr>
          <p:cNvPr id="1920" name="Shape 1920"/>
          <p:cNvSpPr/>
          <p:nvPr/>
        </p:nvSpPr>
        <p:spPr>
          <a:xfrm>
            <a:off x="7260545" y="8645794"/>
            <a:ext cx="5367129" cy="1021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5600">
                <a:solidFill>
                  <a:srgbClr val="FFFFFF"/>
                </a:solidFill>
                <a:latin typeface="Raleway SemiBold"/>
                <a:ea typeface="Raleway SemiBold"/>
                <a:cs typeface="Raleway SemiBold"/>
                <a:sym typeface="Raleway SemiBold"/>
              </a:defRPr>
            </a:lvl1pPr>
          </a:lstStyle>
          <a:p>
            <a:pPr/>
            <a:r>
              <a:t>Título</a:t>
            </a:r>
          </a:p>
        </p:txBody>
      </p:sp>
      <p:sp>
        <p:nvSpPr>
          <p:cNvPr id="1921" name="Shape 1921"/>
          <p:cNvSpPr/>
          <p:nvPr/>
        </p:nvSpPr>
        <p:spPr>
          <a:xfrm>
            <a:off x="4686679" y="10884157"/>
            <a:ext cx="5367128" cy="1021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5600">
                <a:solidFill>
                  <a:srgbClr val="FFFFFF"/>
                </a:solidFill>
                <a:latin typeface="Raleway SemiBold"/>
                <a:ea typeface="Raleway SemiBold"/>
                <a:cs typeface="Raleway SemiBold"/>
                <a:sym typeface="Raleway SemiBold"/>
              </a:defRPr>
            </a:lvl1pPr>
          </a:lstStyle>
          <a:p>
            <a:pPr/>
            <a:r>
              <a:t>Título</a:t>
            </a:r>
          </a:p>
        </p:txBody>
      </p:sp>
      <p:sp>
        <p:nvSpPr>
          <p:cNvPr id="1922" name="Shape 1922"/>
          <p:cNvSpPr/>
          <p:nvPr/>
        </p:nvSpPr>
        <p:spPr>
          <a:xfrm>
            <a:off x="11347939" y="8911894"/>
            <a:ext cx="667300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700">
                <a:solidFill>
                  <a:srgbClr val="FFFFFF"/>
                </a:solidFill>
                <a:latin typeface="Raleway Medium"/>
                <a:ea typeface="Raleway Medium"/>
                <a:cs typeface="Raleway Medium"/>
                <a:sym typeface="Raleway Medium"/>
              </a:defRPr>
            </a:lvl1pPr>
          </a:lstStyle>
          <a:p>
            <a:pPr/>
            <a:r>
              <a:t>Descripción</a:t>
            </a:r>
          </a:p>
        </p:txBody>
      </p:sp>
      <p:sp>
        <p:nvSpPr>
          <p:cNvPr id="1923" name="Shape 1923"/>
          <p:cNvSpPr/>
          <p:nvPr/>
        </p:nvSpPr>
        <p:spPr>
          <a:xfrm>
            <a:off x="8665698" y="11119107"/>
            <a:ext cx="6673006"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700">
                <a:solidFill>
                  <a:srgbClr val="FFFFFF"/>
                </a:solidFill>
                <a:latin typeface="Raleway Medium"/>
                <a:ea typeface="Raleway Medium"/>
                <a:cs typeface="Raleway Medium"/>
                <a:sym typeface="Raleway Medium"/>
              </a:defRPr>
            </a:lvl1pPr>
          </a:lstStyle>
          <a:p>
            <a:pPr/>
            <a:r>
              <a:t>Descripción</a:t>
            </a:r>
          </a:p>
        </p:txBody>
      </p:sp>
      <p:sp>
        <p:nvSpPr>
          <p:cNvPr id="1924" name="Shape 192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2" presetID="22" grpId="1" fill="hold">
                                  <p:stCondLst>
                                    <p:cond delay="0"/>
                                  </p:stCondLst>
                                  <p:iterate type="el" backwards="0">
                                    <p:tmAbs val="0"/>
                                  </p:iterate>
                                  <p:childTnLst>
                                    <p:set>
                                      <p:cBhvr>
                                        <p:cTn id="6" fill="hold"/>
                                        <p:tgtEl>
                                          <p:spTgt spid="1850"/>
                                        </p:tgtEl>
                                        <p:attrNameLst>
                                          <p:attrName>style.visibility</p:attrName>
                                        </p:attrNameLst>
                                      </p:cBhvr>
                                      <p:to>
                                        <p:strVal val="visible"/>
                                      </p:to>
                                    </p:set>
                                    <p:animEffect filter="wipe(right)" transition="in">
                                      <p:cBhvr>
                                        <p:cTn id="7" dur="500"/>
                                        <p:tgtEl>
                                          <p:spTgt spid="1850"/>
                                        </p:tgtEl>
                                      </p:cBhvr>
                                    </p:animEffect>
                                  </p:childTnLst>
                                </p:cTn>
                              </p:par>
                            </p:childTnLst>
                          </p:cTn>
                        </p:par>
                        <p:par>
                          <p:cTn id="8" fill="hold">
                            <p:stCondLst>
                              <p:cond delay="500"/>
                            </p:stCondLst>
                            <p:childTnLst>
                              <p:par>
                                <p:cTn id="9" presetClass="entr" nodeType="afterEffect" presetSubtype="2" presetID="22" grpId="2" fill="hold">
                                  <p:stCondLst>
                                    <p:cond delay="0"/>
                                  </p:stCondLst>
                                  <p:iterate type="el" backwards="0">
                                    <p:tmAbs val="0"/>
                                  </p:iterate>
                                  <p:childTnLst>
                                    <p:set>
                                      <p:cBhvr>
                                        <p:cTn id="10" fill="hold"/>
                                        <p:tgtEl>
                                          <p:spTgt spid="1851"/>
                                        </p:tgtEl>
                                        <p:attrNameLst>
                                          <p:attrName>style.visibility</p:attrName>
                                        </p:attrNameLst>
                                      </p:cBhvr>
                                      <p:to>
                                        <p:strVal val="visible"/>
                                      </p:to>
                                    </p:set>
                                    <p:animEffect filter="wipe(right)" transition="in">
                                      <p:cBhvr>
                                        <p:cTn id="11" dur="500"/>
                                        <p:tgtEl>
                                          <p:spTgt spid="1851"/>
                                        </p:tgtEl>
                                      </p:cBhvr>
                                    </p:animEffect>
                                  </p:childTnLst>
                                </p:cTn>
                              </p:par>
                            </p:childTnLst>
                          </p:cTn>
                        </p:par>
                        <p:par>
                          <p:cTn id="12" fill="hold">
                            <p:stCondLst>
                              <p:cond delay="1000"/>
                            </p:stCondLst>
                            <p:childTnLst>
                              <p:par>
                                <p:cTn id="13" presetClass="entr" nodeType="afterEffect" presetSubtype="2" presetID="22" grpId="3" fill="hold">
                                  <p:stCondLst>
                                    <p:cond delay="0"/>
                                  </p:stCondLst>
                                  <p:iterate type="el" backwards="0">
                                    <p:tmAbs val="0"/>
                                  </p:iterate>
                                  <p:childTnLst>
                                    <p:set>
                                      <p:cBhvr>
                                        <p:cTn id="14" fill="hold"/>
                                        <p:tgtEl>
                                          <p:spTgt spid="1852"/>
                                        </p:tgtEl>
                                        <p:attrNameLst>
                                          <p:attrName>style.visibility</p:attrName>
                                        </p:attrNameLst>
                                      </p:cBhvr>
                                      <p:to>
                                        <p:strVal val="visible"/>
                                      </p:to>
                                    </p:set>
                                    <p:animEffect filter="wipe(right)" transition="in">
                                      <p:cBhvr>
                                        <p:cTn id="15" dur="500"/>
                                        <p:tgtEl>
                                          <p:spTgt spid="1852"/>
                                        </p:tgtEl>
                                      </p:cBhvr>
                                    </p:animEffect>
                                  </p:childTnLst>
                                </p:cTn>
                              </p:par>
                            </p:childTnLst>
                          </p:cTn>
                        </p:par>
                        <p:par>
                          <p:cTn id="16" fill="hold">
                            <p:stCondLst>
                              <p:cond delay="1500"/>
                            </p:stCondLst>
                            <p:childTnLst>
                              <p:par>
                                <p:cTn id="17" presetClass="entr" nodeType="afterEffect" presetSubtype="2" presetID="22" grpId="4" fill="hold">
                                  <p:stCondLst>
                                    <p:cond delay="0"/>
                                  </p:stCondLst>
                                  <p:iterate type="el" backwards="0">
                                    <p:tmAbs val="0"/>
                                  </p:iterate>
                                  <p:childTnLst>
                                    <p:set>
                                      <p:cBhvr>
                                        <p:cTn id="18" fill="hold"/>
                                        <p:tgtEl>
                                          <p:spTgt spid="1853"/>
                                        </p:tgtEl>
                                        <p:attrNameLst>
                                          <p:attrName>style.visibility</p:attrName>
                                        </p:attrNameLst>
                                      </p:cBhvr>
                                      <p:to>
                                        <p:strVal val="visible"/>
                                      </p:to>
                                    </p:set>
                                    <p:animEffect filter="wipe(right)" transition="in">
                                      <p:cBhvr>
                                        <p:cTn id="19" dur="500"/>
                                        <p:tgtEl>
                                          <p:spTgt spid="1853"/>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1888"/>
                                        </p:tgtEl>
                                        <p:attrNameLst>
                                          <p:attrName>style.visibility</p:attrName>
                                        </p:attrNameLst>
                                      </p:cBhvr>
                                      <p:to>
                                        <p:strVal val="visible"/>
                                      </p:to>
                                    </p:set>
                                    <p:animEffect filter="dissolve" transition="in">
                                      <p:cBhvr>
                                        <p:cTn id="23" dur="500"/>
                                        <p:tgtEl>
                                          <p:spTgt spid="1888"/>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1889"/>
                                        </p:tgtEl>
                                        <p:attrNameLst>
                                          <p:attrName>style.visibility</p:attrName>
                                        </p:attrNameLst>
                                      </p:cBhvr>
                                      <p:to>
                                        <p:strVal val="visible"/>
                                      </p:to>
                                    </p:set>
                                    <p:animEffect filter="dissolve" transition="in">
                                      <p:cBhvr>
                                        <p:cTn id="27" dur="500"/>
                                        <p:tgtEl>
                                          <p:spTgt spid="1889"/>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1914"/>
                                        </p:tgtEl>
                                        <p:attrNameLst>
                                          <p:attrName>style.visibility</p:attrName>
                                        </p:attrNameLst>
                                      </p:cBhvr>
                                      <p:to>
                                        <p:strVal val="visible"/>
                                      </p:to>
                                    </p:set>
                                    <p:animEffect filter="dissolve" transition="in">
                                      <p:cBhvr>
                                        <p:cTn id="31" dur="500"/>
                                        <p:tgtEl>
                                          <p:spTgt spid="1914"/>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1915"/>
                                        </p:tgtEl>
                                        <p:attrNameLst>
                                          <p:attrName>style.visibility</p:attrName>
                                        </p:attrNameLst>
                                      </p:cBhvr>
                                      <p:to>
                                        <p:strVal val="visible"/>
                                      </p:to>
                                    </p:set>
                                    <p:animEffect filter="dissolve" transition="in">
                                      <p:cBhvr>
                                        <p:cTn id="35" dur="500"/>
                                        <p:tgtEl>
                                          <p:spTgt spid="1915"/>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1916"/>
                                        </p:tgtEl>
                                        <p:attrNameLst>
                                          <p:attrName>style.visibility</p:attrName>
                                        </p:attrNameLst>
                                      </p:cBhvr>
                                      <p:to>
                                        <p:strVal val="visible"/>
                                      </p:to>
                                    </p:set>
                                    <p:animEffect filter="dissolve" transition="in">
                                      <p:cBhvr>
                                        <p:cTn id="39" dur="500"/>
                                        <p:tgtEl>
                                          <p:spTgt spid="1916"/>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1917"/>
                                        </p:tgtEl>
                                        <p:attrNameLst>
                                          <p:attrName>style.visibility</p:attrName>
                                        </p:attrNameLst>
                                      </p:cBhvr>
                                      <p:to>
                                        <p:strVal val="visible"/>
                                      </p:to>
                                    </p:set>
                                    <p:animEffect filter="dissolve" transition="in">
                                      <p:cBhvr>
                                        <p:cTn id="43" dur="500"/>
                                        <p:tgtEl>
                                          <p:spTgt spid="1917"/>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1918"/>
                                        </p:tgtEl>
                                        <p:attrNameLst>
                                          <p:attrName>style.visibility</p:attrName>
                                        </p:attrNameLst>
                                      </p:cBhvr>
                                      <p:to>
                                        <p:strVal val="visible"/>
                                      </p:to>
                                    </p:set>
                                    <p:animEffect filter="dissolve" transition="in">
                                      <p:cBhvr>
                                        <p:cTn id="47" dur="500"/>
                                        <p:tgtEl>
                                          <p:spTgt spid="1918"/>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1919"/>
                                        </p:tgtEl>
                                        <p:attrNameLst>
                                          <p:attrName>style.visibility</p:attrName>
                                        </p:attrNameLst>
                                      </p:cBhvr>
                                      <p:to>
                                        <p:strVal val="visible"/>
                                      </p:to>
                                    </p:set>
                                    <p:animEffect filter="dissolve" transition="in">
                                      <p:cBhvr>
                                        <p:cTn id="51" dur="500"/>
                                        <p:tgtEl>
                                          <p:spTgt spid="1919"/>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1920"/>
                                        </p:tgtEl>
                                        <p:attrNameLst>
                                          <p:attrName>style.visibility</p:attrName>
                                        </p:attrNameLst>
                                      </p:cBhvr>
                                      <p:to>
                                        <p:strVal val="visible"/>
                                      </p:to>
                                    </p:set>
                                    <p:animEffect filter="dissolve" transition="in">
                                      <p:cBhvr>
                                        <p:cTn id="55" dur="500"/>
                                        <p:tgtEl>
                                          <p:spTgt spid="1920"/>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1921"/>
                                        </p:tgtEl>
                                        <p:attrNameLst>
                                          <p:attrName>style.visibility</p:attrName>
                                        </p:attrNameLst>
                                      </p:cBhvr>
                                      <p:to>
                                        <p:strVal val="visible"/>
                                      </p:to>
                                    </p:set>
                                    <p:animEffect filter="dissolve" transition="in">
                                      <p:cBhvr>
                                        <p:cTn id="59" dur="500"/>
                                        <p:tgtEl>
                                          <p:spTgt spid="1921"/>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1922"/>
                                        </p:tgtEl>
                                        <p:attrNameLst>
                                          <p:attrName>style.visibility</p:attrName>
                                        </p:attrNameLst>
                                      </p:cBhvr>
                                      <p:to>
                                        <p:strVal val="visible"/>
                                      </p:to>
                                    </p:set>
                                    <p:animEffect filter="dissolve" transition="in">
                                      <p:cBhvr>
                                        <p:cTn id="63" dur="500"/>
                                        <p:tgtEl>
                                          <p:spTgt spid="1922"/>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1923"/>
                                        </p:tgtEl>
                                        <p:attrNameLst>
                                          <p:attrName>style.visibility</p:attrName>
                                        </p:attrNameLst>
                                      </p:cBhvr>
                                      <p:to>
                                        <p:strVal val="visible"/>
                                      </p:to>
                                    </p:set>
                                    <p:animEffect filter="dissolve" transition="in">
                                      <p:cBhvr>
                                        <p:cTn id="67" dur="500"/>
                                        <p:tgtEl>
                                          <p:spTgt spid="19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921" grpId="14"/>
      <p:bldP build="whole" bldLvl="1" animBg="1" rev="0" advAuto="0" spid="1914" grpId="7"/>
      <p:bldP build="whole" bldLvl="1" animBg="1" rev="0" advAuto="0" spid="1888" grpId="5"/>
      <p:bldP build="whole" bldLvl="1" animBg="1" rev="0" advAuto="0" spid="1853" grpId="4"/>
      <p:bldP build="whole" bldLvl="1" animBg="1" rev="0" advAuto="0" spid="1851" grpId="2"/>
      <p:bldP build="whole" bldLvl="1" animBg="1" rev="0" advAuto="0" spid="1850" grpId="1"/>
      <p:bldP build="whole" bldLvl="1" animBg="1" rev="0" advAuto="0" spid="1918" grpId="11"/>
      <p:bldP build="whole" bldLvl="1" animBg="1" rev="0" advAuto="0" spid="1922" grpId="15"/>
      <p:bldP build="whole" bldLvl="1" animBg="1" rev="0" advAuto="0" spid="1916" grpId="9"/>
      <p:bldP build="whole" bldLvl="1" animBg="1" rev="0" advAuto="0" spid="1917" grpId="10"/>
      <p:bldP build="whole" bldLvl="1" animBg="1" rev="0" advAuto="0" spid="1889" grpId="6"/>
      <p:bldP build="whole" bldLvl="1" animBg="1" rev="0" advAuto="0" spid="1919" grpId="12"/>
      <p:bldP build="whole" bldLvl="1" animBg="1" rev="0" advAuto="0" spid="1920" grpId="13"/>
      <p:bldP build="whole" bldLvl="1" animBg="1" rev="0" advAuto="0" spid="1923" grpId="16"/>
      <p:bldP build="whole" bldLvl="1" animBg="1" rev="0" advAuto="0" spid="1915" grpId="8"/>
      <p:bldP build="whole" bldLvl="1" animBg="1" rev="0" advAuto="0" spid="1852" grpId="3"/>
    </p:bldLst>
  </p:timing>
</p:sld>
</file>

<file path=ppt/slides/slide7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926" name="Shape 192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Proceso</a:t>
            </a:r>
          </a:p>
        </p:txBody>
      </p:sp>
      <p:sp>
        <p:nvSpPr>
          <p:cNvPr id="1927" name="Shape 1927"/>
          <p:cNvSpPr/>
          <p:nvPr/>
        </p:nvSpPr>
        <p:spPr>
          <a:xfrm>
            <a:off x="1906527" y="5250714"/>
            <a:ext cx="3202462" cy="3214572"/>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28" name="Shape 1928"/>
          <p:cNvSpPr/>
          <p:nvPr/>
        </p:nvSpPr>
        <p:spPr>
          <a:xfrm>
            <a:off x="8061060" y="5553593"/>
            <a:ext cx="5439737" cy="26047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32" y="0"/>
                </a:moveTo>
                <a:lnTo>
                  <a:pt x="0" y="0"/>
                </a:lnTo>
                <a:lnTo>
                  <a:pt x="7184" y="10884"/>
                </a:lnTo>
                <a:lnTo>
                  <a:pt x="0" y="21600"/>
                </a:lnTo>
                <a:lnTo>
                  <a:pt x="14432" y="21600"/>
                </a:lnTo>
                <a:lnTo>
                  <a:pt x="21600" y="10884"/>
                </a:lnTo>
                <a:lnTo>
                  <a:pt x="14432"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29" name="Shape 1929"/>
          <p:cNvSpPr/>
          <p:nvPr/>
        </p:nvSpPr>
        <p:spPr>
          <a:xfrm>
            <a:off x="12143886" y="5553593"/>
            <a:ext cx="5443773" cy="26047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21" y="0"/>
                </a:moveTo>
                <a:lnTo>
                  <a:pt x="0" y="0"/>
                </a:lnTo>
                <a:lnTo>
                  <a:pt x="7179" y="10884"/>
                </a:lnTo>
                <a:lnTo>
                  <a:pt x="16" y="21600"/>
                </a:lnTo>
                <a:lnTo>
                  <a:pt x="14421" y="21600"/>
                </a:lnTo>
                <a:lnTo>
                  <a:pt x="21600" y="10884"/>
                </a:lnTo>
                <a:lnTo>
                  <a:pt x="14421"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30" name="Shape 1930"/>
          <p:cNvSpPr/>
          <p:nvPr/>
        </p:nvSpPr>
        <p:spPr>
          <a:xfrm>
            <a:off x="16230753" y="5553593"/>
            <a:ext cx="5443773" cy="26047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21" y="0"/>
                </a:moveTo>
                <a:lnTo>
                  <a:pt x="0" y="0"/>
                </a:lnTo>
                <a:lnTo>
                  <a:pt x="7179" y="10884"/>
                </a:lnTo>
                <a:lnTo>
                  <a:pt x="16" y="21600"/>
                </a:lnTo>
                <a:lnTo>
                  <a:pt x="14421" y="21600"/>
                </a:lnTo>
                <a:lnTo>
                  <a:pt x="21600" y="10884"/>
                </a:lnTo>
                <a:lnTo>
                  <a:pt x="14421"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31" name="Shape 1931"/>
          <p:cNvSpPr/>
          <p:nvPr/>
        </p:nvSpPr>
        <p:spPr>
          <a:xfrm>
            <a:off x="4789953" y="5553593"/>
            <a:ext cx="4628015" cy="26047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151" y="0"/>
                </a:moveTo>
                <a:cubicBezTo>
                  <a:pt x="0" y="0"/>
                  <a:pt x="0" y="0"/>
                  <a:pt x="0" y="0"/>
                </a:cubicBezTo>
                <a:cubicBezTo>
                  <a:pt x="1710" y="2599"/>
                  <a:pt x="2791" y="6498"/>
                  <a:pt x="2791" y="10800"/>
                </a:cubicBezTo>
                <a:cubicBezTo>
                  <a:pt x="2791" y="15147"/>
                  <a:pt x="1710" y="19001"/>
                  <a:pt x="0" y="21600"/>
                </a:cubicBezTo>
                <a:cubicBezTo>
                  <a:pt x="13151" y="21600"/>
                  <a:pt x="13151" y="21600"/>
                  <a:pt x="13151" y="21600"/>
                </a:cubicBezTo>
                <a:cubicBezTo>
                  <a:pt x="21600" y="10890"/>
                  <a:pt x="21600" y="10890"/>
                  <a:pt x="21600" y="10890"/>
                </a:cubicBezTo>
                <a:lnTo>
                  <a:pt x="13151"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32" name="Shape 1932"/>
          <p:cNvSpPr/>
          <p:nvPr/>
        </p:nvSpPr>
        <p:spPr>
          <a:xfrm>
            <a:off x="5895107" y="6396960"/>
            <a:ext cx="1364715" cy="901744"/>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1933" name="Shape 1933"/>
          <p:cNvSpPr/>
          <p:nvPr/>
        </p:nvSpPr>
        <p:spPr>
          <a:xfrm>
            <a:off x="8893767" y="6407128"/>
            <a:ext cx="2502509" cy="901744"/>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1934" name="Shape 1934"/>
          <p:cNvSpPr/>
          <p:nvPr/>
        </p:nvSpPr>
        <p:spPr>
          <a:xfrm>
            <a:off x="13836646" y="6407128"/>
            <a:ext cx="2058258" cy="901744"/>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1935" name="Shape 1935"/>
          <p:cNvSpPr/>
          <p:nvPr/>
        </p:nvSpPr>
        <p:spPr>
          <a:xfrm>
            <a:off x="17913346" y="6407128"/>
            <a:ext cx="2058258" cy="901744"/>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1936" name="Shape 193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938" name="Shape 193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Proceso</a:t>
            </a:r>
          </a:p>
        </p:txBody>
      </p:sp>
      <p:sp>
        <p:nvSpPr>
          <p:cNvPr id="1939" name="Shape 1939"/>
          <p:cNvSpPr/>
          <p:nvPr/>
        </p:nvSpPr>
        <p:spPr>
          <a:xfrm>
            <a:off x="2173583" y="1912937"/>
            <a:ext cx="19174628" cy="89563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11"/>
                </a:moveTo>
                <a:lnTo>
                  <a:pt x="16566" y="21600"/>
                </a:lnTo>
                <a:lnTo>
                  <a:pt x="16566" y="16200"/>
                </a:lnTo>
                <a:lnTo>
                  <a:pt x="0" y="16200"/>
                </a:lnTo>
                <a:lnTo>
                  <a:pt x="0" y="5400"/>
                </a:lnTo>
                <a:lnTo>
                  <a:pt x="16566" y="5400"/>
                </a:lnTo>
                <a:lnTo>
                  <a:pt x="16566" y="0"/>
                </a:lnTo>
                <a:lnTo>
                  <a:pt x="21600" y="10811"/>
                </a:lnTo>
                <a:close/>
              </a:path>
            </a:pathLst>
          </a:custGeom>
          <a:solidFill>
            <a:srgbClr val="41C2CB"/>
          </a:solidFill>
          <a:ln w="12700">
            <a:miter lim="400000"/>
          </a:ln>
        </p:spPr>
        <p:txBody>
          <a:bodyPr lIns="45719" rIns="45719"/>
          <a:lstStyle/>
          <a:p>
            <a:pPr algn="l" defTabSz="914400">
              <a:defRPr sz="1800">
                <a:latin typeface="Calibri"/>
                <a:ea typeface="Calibri"/>
                <a:cs typeface="Calibri"/>
                <a:sym typeface="Calibri"/>
              </a:defRPr>
            </a:pPr>
          </a:p>
        </p:txBody>
      </p:sp>
      <p:sp>
        <p:nvSpPr>
          <p:cNvPr id="1940" name="Shape 1940"/>
          <p:cNvSpPr/>
          <p:nvPr/>
        </p:nvSpPr>
        <p:spPr>
          <a:xfrm>
            <a:off x="617537" y="4595304"/>
            <a:ext cx="4939538" cy="35553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5" y="0"/>
                </a:moveTo>
                <a:cubicBezTo>
                  <a:pt x="19645" y="0"/>
                  <a:pt x="19645" y="0"/>
                  <a:pt x="19645" y="0"/>
                </a:cubicBezTo>
                <a:cubicBezTo>
                  <a:pt x="20697" y="0"/>
                  <a:pt x="21600" y="1214"/>
                  <a:pt x="21600" y="2679"/>
                </a:cubicBezTo>
                <a:cubicBezTo>
                  <a:pt x="21600" y="18879"/>
                  <a:pt x="21600" y="18879"/>
                  <a:pt x="21600" y="18879"/>
                </a:cubicBezTo>
                <a:cubicBezTo>
                  <a:pt x="21600" y="20386"/>
                  <a:pt x="20697" y="21600"/>
                  <a:pt x="19645" y="21600"/>
                </a:cubicBezTo>
                <a:cubicBezTo>
                  <a:pt x="1925" y="21600"/>
                  <a:pt x="1925" y="21600"/>
                  <a:pt x="1925" y="21600"/>
                </a:cubicBezTo>
                <a:cubicBezTo>
                  <a:pt x="872" y="21600"/>
                  <a:pt x="0" y="20386"/>
                  <a:pt x="0" y="18879"/>
                </a:cubicBezTo>
                <a:cubicBezTo>
                  <a:pt x="0" y="2679"/>
                  <a:pt x="0" y="2679"/>
                  <a:pt x="0" y="2679"/>
                </a:cubicBezTo>
                <a:cubicBezTo>
                  <a:pt x="0" y="1214"/>
                  <a:pt x="872" y="0"/>
                  <a:pt x="1925" y="0"/>
                </a:cubicBezTo>
                <a:close/>
              </a:path>
            </a:pathLst>
          </a:custGeom>
          <a:solidFill>
            <a:srgbClr val="144973"/>
          </a:solidFill>
          <a:ln w="12700">
            <a:miter lim="400000"/>
          </a:ln>
        </p:spPr>
        <p:txBody>
          <a:bodyPr lIns="45719" rIns="45719"/>
          <a:lstStyle/>
          <a:p>
            <a:pPr algn="l" defTabSz="914400">
              <a:defRPr sz="1800">
                <a:latin typeface="Calibri"/>
                <a:ea typeface="Calibri"/>
                <a:cs typeface="Calibri"/>
                <a:sym typeface="Calibri"/>
              </a:defRPr>
            </a:pPr>
          </a:p>
        </p:txBody>
      </p:sp>
      <p:sp>
        <p:nvSpPr>
          <p:cNvPr id="1941" name="Shape 1941"/>
          <p:cNvSpPr/>
          <p:nvPr/>
        </p:nvSpPr>
        <p:spPr>
          <a:xfrm>
            <a:off x="6439132" y="4595304"/>
            <a:ext cx="4944062" cy="35553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5" y="0"/>
                </a:moveTo>
                <a:cubicBezTo>
                  <a:pt x="19675" y="0"/>
                  <a:pt x="19675" y="0"/>
                  <a:pt x="19675" y="0"/>
                </a:cubicBezTo>
                <a:cubicBezTo>
                  <a:pt x="20728" y="0"/>
                  <a:pt x="21600" y="1214"/>
                  <a:pt x="21600" y="2679"/>
                </a:cubicBezTo>
                <a:cubicBezTo>
                  <a:pt x="21600" y="18879"/>
                  <a:pt x="21600" y="18879"/>
                  <a:pt x="21600" y="18879"/>
                </a:cubicBezTo>
                <a:cubicBezTo>
                  <a:pt x="21600" y="20386"/>
                  <a:pt x="20728" y="21600"/>
                  <a:pt x="19675" y="21600"/>
                </a:cubicBezTo>
                <a:cubicBezTo>
                  <a:pt x="1955" y="21600"/>
                  <a:pt x="1955" y="21600"/>
                  <a:pt x="1955" y="21600"/>
                </a:cubicBezTo>
                <a:cubicBezTo>
                  <a:pt x="872" y="21600"/>
                  <a:pt x="0" y="20386"/>
                  <a:pt x="0" y="18879"/>
                </a:cubicBezTo>
                <a:cubicBezTo>
                  <a:pt x="0" y="2679"/>
                  <a:pt x="0" y="2679"/>
                  <a:pt x="0" y="2679"/>
                </a:cubicBezTo>
                <a:cubicBezTo>
                  <a:pt x="0" y="1214"/>
                  <a:pt x="872" y="0"/>
                  <a:pt x="1955" y="0"/>
                </a:cubicBezTo>
                <a:close/>
              </a:path>
            </a:pathLst>
          </a:custGeom>
          <a:solidFill>
            <a:srgbClr val="144973"/>
          </a:solidFill>
          <a:ln w="12700">
            <a:miter lim="400000"/>
          </a:ln>
        </p:spPr>
        <p:txBody>
          <a:bodyPr lIns="45719" rIns="45719"/>
          <a:lstStyle/>
          <a:p>
            <a:pPr algn="l" defTabSz="914400">
              <a:defRPr sz="1800">
                <a:latin typeface="Calibri"/>
                <a:ea typeface="Calibri"/>
                <a:cs typeface="Calibri"/>
                <a:sym typeface="Calibri"/>
              </a:defRPr>
            </a:pPr>
          </a:p>
        </p:txBody>
      </p:sp>
      <p:sp>
        <p:nvSpPr>
          <p:cNvPr id="1942" name="Shape 1942"/>
          <p:cNvSpPr/>
          <p:nvPr/>
        </p:nvSpPr>
        <p:spPr>
          <a:xfrm>
            <a:off x="12242636" y="4595304"/>
            <a:ext cx="4939537" cy="35553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5" y="0"/>
                </a:moveTo>
                <a:cubicBezTo>
                  <a:pt x="19675" y="0"/>
                  <a:pt x="19675" y="0"/>
                  <a:pt x="19675" y="0"/>
                </a:cubicBezTo>
                <a:cubicBezTo>
                  <a:pt x="20728" y="0"/>
                  <a:pt x="21600" y="1214"/>
                  <a:pt x="21600" y="2679"/>
                </a:cubicBezTo>
                <a:cubicBezTo>
                  <a:pt x="21600" y="18879"/>
                  <a:pt x="21600" y="18879"/>
                  <a:pt x="21600" y="18879"/>
                </a:cubicBezTo>
                <a:cubicBezTo>
                  <a:pt x="21600" y="20386"/>
                  <a:pt x="20728" y="21600"/>
                  <a:pt x="19675" y="21600"/>
                </a:cubicBezTo>
                <a:cubicBezTo>
                  <a:pt x="1955" y="21600"/>
                  <a:pt x="1955" y="21600"/>
                  <a:pt x="1955" y="21600"/>
                </a:cubicBezTo>
                <a:cubicBezTo>
                  <a:pt x="872" y="21600"/>
                  <a:pt x="0" y="20386"/>
                  <a:pt x="0" y="18879"/>
                </a:cubicBezTo>
                <a:cubicBezTo>
                  <a:pt x="0" y="2679"/>
                  <a:pt x="0" y="2679"/>
                  <a:pt x="0" y="2679"/>
                </a:cubicBezTo>
                <a:cubicBezTo>
                  <a:pt x="0" y="1214"/>
                  <a:pt x="872" y="0"/>
                  <a:pt x="1955" y="0"/>
                </a:cubicBezTo>
                <a:close/>
              </a:path>
            </a:pathLst>
          </a:custGeom>
          <a:solidFill>
            <a:srgbClr val="144973"/>
          </a:solidFill>
          <a:ln w="12700">
            <a:miter lim="400000"/>
          </a:ln>
        </p:spPr>
        <p:txBody>
          <a:bodyPr lIns="45719" rIns="45719"/>
          <a:lstStyle/>
          <a:p>
            <a:pPr algn="l" defTabSz="914400">
              <a:defRPr sz="1800">
                <a:latin typeface="Calibri"/>
                <a:ea typeface="Calibri"/>
                <a:cs typeface="Calibri"/>
                <a:sym typeface="Calibri"/>
              </a:defRPr>
            </a:pPr>
          </a:p>
        </p:txBody>
      </p:sp>
      <p:sp>
        <p:nvSpPr>
          <p:cNvPr id="1943" name="Shape 1943"/>
          <p:cNvSpPr/>
          <p:nvPr/>
        </p:nvSpPr>
        <p:spPr>
          <a:xfrm>
            <a:off x="18014475" y="4595304"/>
            <a:ext cx="4944062" cy="35553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5" y="0"/>
                </a:moveTo>
                <a:cubicBezTo>
                  <a:pt x="19645" y="0"/>
                  <a:pt x="19645" y="0"/>
                  <a:pt x="19645" y="0"/>
                </a:cubicBezTo>
                <a:cubicBezTo>
                  <a:pt x="20728" y="0"/>
                  <a:pt x="21600" y="1214"/>
                  <a:pt x="21600" y="2679"/>
                </a:cubicBezTo>
                <a:cubicBezTo>
                  <a:pt x="21600" y="18879"/>
                  <a:pt x="21600" y="18879"/>
                  <a:pt x="21600" y="18879"/>
                </a:cubicBezTo>
                <a:cubicBezTo>
                  <a:pt x="21600" y="20386"/>
                  <a:pt x="20728" y="21600"/>
                  <a:pt x="19645" y="21600"/>
                </a:cubicBezTo>
                <a:cubicBezTo>
                  <a:pt x="1955" y="21600"/>
                  <a:pt x="1955" y="21600"/>
                  <a:pt x="1955" y="21600"/>
                </a:cubicBezTo>
                <a:cubicBezTo>
                  <a:pt x="872" y="21600"/>
                  <a:pt x="0" y="20386"/>
                  <a:pt x="0" y="18879"/>
                </a:cubicBezTo>
                <a:cubicBezTo>
                  <a:pt x="0" y="2679"/>
                  <a:pt x="0" y="2679"/>
                  <a:pt x="0" y="2679"/>
                </a:cubicBezTo>
                <a:cubicBezTo>
                  <a:pt x="0" y="1214"/>
                  <a:pt x="872" y="0"/>
                  <a:pt x="1955" y="0"/>
                </a:cubicBezTo>
                <a:close/>
              </a:path>
            </a:pathLst>
          </a:custGeom>
          <a:solidFill>
            <a:srgbClr val="144973"/>
          </a:solidFill>
          <a:ln w="12700">
            <a:miter lim="400000"/>
          </a:ln>
        </p:spPr>
        <p:txBody>
          <a:bodyPr lIns="45719" rIns="45719"/>
          <a:lstStyle/>
          <a:p>
            <a:pPr algn="l" defTabSz="914400">
              <a:defRPr sz="1800">
                <a:latin typeface="Calibri"/>
                <a:ea typeface="Calibri"/>
                <a:cs typeface="Calibri"/>
                <a:sym typeface="Calibri"/>
              </a:defRPr>
            </a:pPr>
          </a:p>
        </p:txBody>
      </p:sp>
      <p:sp>
        <p:nvSpPr>
          <p:cNvPr id="1944" name="Shape 1944"/>
          <p:cNvSpPr/>
          <p:nvPr/>
        </p:nvSpPr>
        <p:spPr>
          <a:xfrm>
            <a:off x="2186558" y="5569613"/>
            <a:ext cx="1801496" cy="739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000">
                <a:solidFill>
                  <a:srgbClr val="FFFFFF"/>
                </a:solidFill>
                <a:latin typeface="Raleway Bold"/>
                <a:ea typeface="Raleway Bold"/>
                <a:cs typeface="Raleway Bold"/>
                <a:sym typeface="Raleway Bold"/>
              </a:defRPr>
            </a:lvl1pPr>
          </a:lstStyle>
          <a:p>
            <a:pPr>
              <a:defRPr sz="3600"/>
            </a:pPr>
            <a:r>
              <a:rPr sz="4000"/>
              <a:t>ICONO</a:t>
            </a:r>
          </a:p>
        </p:txBody>
      </p:sp>
      <p:sp>
        <p:nvSpPr>
          <p:cNvPr id="1945" name="Shape 1945"/>
          <p:cNvSpPr/>
          <p:nvPr/>
        </p:nvSpPr>
        <p:spPr>
          <a:xfrm>
            <a:off x="2453360" y="6551612"/>
            <a:ext cx="1267893" cy="612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3200">
                <a:solidFill>
                  <a:srgbClr val="FFFFFF"/>
                </a:solidFill>
                <a:latin typeface="Raleway SemiBold"/>
                <a:ea typeface="Raleway SemiBold"/>
                <a:cs typeface="Raleway SemiBold"/>
                <a:sym typeface="Raleway SemiBold"/>
              </a:defRPr>
            </a:lvl1pPr>
          </a:lstStyle>
          <a:p>
            <a:pPr/>
            <a:r>
              <a:t>Título</a:t>
            </a:r>
          </a:p>
        </p:txBody>
      </p:sp>
      <p:sp>
        <p:nvSpPr>
          <p:cNvPr id="1946" name="Shape 1946"/>
          <p:cNvSpPr/>
          <p:nvPr/>
        </p:nvSpPr>
        <p:spPr>
          <a:xfrm>
            <a:off x="8010415" y="5575606"/>
            <a:ext cx="1801496" cy="739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000">
                <a:solidFill>
                  <a:srgbClr val="FFFFFF"/>
                </a:solidFill>
                <a:latin typeface="Raleway Bold"/>
                <a:ea typeface="Raleway Bold"/>
                <a:cs typeface="Raleway Bold"/>
                <a:sym typeface="Raleway Bold"/>
              </a:defRPr>
            </a:lvl1pPr>
          </a:lstStyle>
          <a:p>
            <a:pPr>
              <a:defRPr sz="3600"/>
            </a:pPr>
            <a:r>
              <a:rPr sz="4000"/>
              <a:t>ICONO</a:t>
            </a:r>
          </a:p>
        </p:txBody>
      </p:sp>
      <p:sp>
        <p:nvSpPr>
          <p:cNvPr id="1947" name="Shape 1947"/>
          <p:cNvSpPr/>
          <p:nvPr/>
        </p:nvSpPr>
        <p:spPr>
          <a:xfrm>
            <a:off x="8277217" y="6557605"/>
            <a:ext cx="1267892" cy="612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3200">
                <a:solidFill>
                  <a:srgbClr val="FFFFFF"/>
                </a:solidFill>
                <a:latin typeface="Raleway SemiBold"/>
                <a:ea typeface="Raleway SemiBold"/>
                <a:cs typeface="Raleway SemiBold"/>
                <a:sym typeface="Raleway SemiBold"/>
              </a:defRPr>
            </a:lvl1pPr>
          </a:lstStyle>
          <a:p>
            <a:pPr/>
            <a:r>
              <a:t>Título</a:t>
            </a:r>
          </a:p>
        </p:txBody>
      </p:sp>
      <p:sp>
        <p:nvSpPr>
          <p:cNvPr id="1948" name="Shape 1948"/>
          <p:cNvSpPr/>
          <p:nvPr/>
        </p:nvSpPr>
        <p:spPr>
          <a:xfrm>
            <a:off x="13834272" y="5575606"/>
            <a:ext cx="1801496" cy="739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000">
                <a:solidFill>
                  <a:srgbClr val="FFFFFF"/>
                </a:solidFill>
                <a:latin typeface="Raleway Bold"/>
                <a:ea typeface="Raleway Bold"/>
                <a:cs typeface="Raleway Bold"/>
                <a:sym typeface="Raleway Bold"/>
              </a:defRPr>
            </a:lvl1pPr>
          </a:lstStyle>
          <a:p>
            <a:pPr>
              <a:defRPr sz="3600"/>
            </a:pPr>
            <a:r>
              <a:rPr sz="4000"/>
              <a:t>ICONO</a:t>
            </a:r>
          </a:p>
        </p:txBody>
      </p:sp>
      <p:sp>
        <p:nvSpPr>
          <p:cNvPr id="1949" name="Shape 1949"/>
          <p:cNvSpPr/>
          <p:nvPr/>
        </p:nvSpPr>
        <p:spPr>
          <a:xfrm>
            <a:off x="14101074" y="6557605"/>
            <a:ext cx="1267892" cy="612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3200">
                <a:solidFill>
                  <a:srgbClr val="FFFFFF"/>
                </a:solidFill>
                <a:latin typeface="Raleway SemiBold"/>
                <a:ea typeface="Raleway SemiBold"/>
                <a:cs typeface="Raleway SemiBold"/>
                <a:sym typeface="Raleway SemiBold"/>
              </a:defRPr>
            </a:lvl1pPr>
          </a:lstStyle>
          <a:p>
            <a:pPr/>
            <a:r>
              <a:t>Título</a:t>
            </a:r>
          </a:p>
        </p:txBody>
      </p:sp>
      <p:sp>
        <p:nvSpPr>
          <p:cNvPr id="1950" name="Shape 1950"/>
          <p:cNvSpPr/>
          <p:nvPr/>
        </p:nvSpPr>
        <p:spPr>
          <a:xfrm>
            <a:off x="19585758" y="5575606"/>
            <a:ext cx="1801496" cy="739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000">
                <a:solidFill>
                  <a:srgbClr val="FFFFFF"/>
                </a:solidFill>
                <a:latin typeface="Raleway Bold"/>
                <a:ea typeface="Raleway Bold"/>
                <a:cs typeface="Raleway Bold"/>
                <a:sym typeface="Raleway Bold"/>
              </a:defRPr>
            </a:lvl1pPr>
          </a:lstStyle>
          <a:p>
            <a:pPr>
              <a:defRPr sz="3600"/>
            </a:pPr>
            <a:r>
              <a:rPr sz="4000"/>
              <a:t>ICONO</a:t>
            </a:r>
          </a:p>
        </p:txBody>
      </p:sp>
      <p:sp>
        <p:nvSpPr>
          <p:cNvPr id="1951" name="Shape 1951"/>
          <p:cNvSpPr/>
          <p:nvPr/>
        </p:nvSpPr>
        <p:spPr>
          <a:xfrm>
            <a:off x="19852560" y="6557605"/>
            <a:ext cx="1267893" cy="6127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3200">
                <a:solidFill>
                  <a:srgbClr val="FFFFFF"/>
                </a:solidFill>
                <a:latin typeface="Raleway SemiBold"/>
                <a:ea typeface="Raleway SemiBold"/>
                <a:cs typeface="Raleway SemiBold"/>
                <a:sym typeface="Raleway SemiBold"/>
              </a:defRPr>
            </a:lvl1pPr>
          </a:lstStyle>
          <a:p>
            <a:pPr/>
            <a:r>
              <a:t>Título</a:t>
            </a:r>
          </a:p>
        </p:txBody>
      </p:sp>
      <p:sp>
        <p:nvSpPr>
          <p:cNvPr id="1952" name="Shape 195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954" name="Shape 1954"/>
          <p:cNvSpPr/>
          <p:nvPr/>
        </p:nvSpPr>
        <p:spPr>
          <a:xfrm>
            <a:off x="18288000" y="2895600"/>
            <a:ext cx="6096000" cy="7924800"/>
          </a:xfrm>
          <a:prstGeom prst="rect">
            <a:avLst/>
          </a:pr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55" name="Shape 195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Proceso</a:t>
            </a:r>
          </a:p>
        </p:txBody>
      </p:sp>
      <p:sp>
        <p:nvSpPr>
          <p:cNvPr id="1956" name="Shape 1956"/>
          <p:cNvSpPr/>
          <p:nvPr/>
        </p:nvSpPr>
        <p:spPr>
          <a:xfrm>
            <a:off x="12192000" y="2895600"/>
            <a:ext cx="6096000" cy="7924800"/>
          </a:xfrm>
          <a:prstGeom prst="rect">
            <a:avLst/>
          </a:pr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57" name="Shape 1957"/>
          <p:cNvSpPr/>
          <p:nvPr/>
        </p:nvSpPr>
        <p:spPr>
          <a:xfrm rot="19847529">
            <a:off x="17858122" y="8954023"/>
            <a:ext cx="1151919" cy="1036726"/>
          </a:xfrm>
          <a:prstGeom prst="triangle">
            <a:avLst/>
          </a:pr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58" name="Shape 1958"/>
          <p:cNvSpPr/>
          <p:nvPr/>
        </p:nvSpPr>
        <p:spPr>
          <a:xfrm>
            <a:off x="6096000" y="2895600"/>
            <a:ext cx="6096000" cy="7924800"/>
          </a:xfrm>
          <a:prstGeom prst="rect">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59" name="Shape 1959"/>
          <p:cNvSpPr/>
          <p:nvPr/>
        </p:nvSpPr>
        <p:spPr>
          <a:xfrm rot="19847529">
            <a:off x="11704872" y="8954023"/>
            <a:ext cx="1151918" cy="1036726"/>
          </a:xfrm>
          <a:prstGeom prst="triangle">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grpSp>
        <p:nvGrpSpPr>
          <p:cNvPr id="1962" name="Group 1962"/>
          <p:cNvGrpSpPr/>
          <p:nvPr/>
        </p:nvGrpSpPr>
        <p:grpSpPr>
          <a:xfrm>
            <a:off x="0" y="2895600"/>
            <a:ext cx="6977873" cy="7924800"/>
            <a:chOff x="0" y="0"/>
            <a:chExt cx="6977872" cy="7924800"/>
          </a:xfrm>
        </p:grpSpPr>
        <p:sp>
          <p:nvSpPr>
            <p:cNvPr id="1960" name="Shape 1960"/>
            <p:cNvSpPr/>
            <p:nvPr/>
          </p:nvSpPr>
          <p:spPr>
            <a:xfrm>
              <a:off x="0" y="0"/>
              <a:ext cx="6096000" cy="7924800"/>
            </a:xfrm>
            <a:prstGeom prst="rect">
              <a:avLst/>
            </a:prstGeom>
            <a:solidFill>
              <a:srgbClr val="144973"/>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1961" name="Shape 1961"/>
            <p:cNvSpPr/>
            <p:nvPr/>
          </p:nvSpPr>
          <p:spPr>
            <a:xfrm rot="19847529">
              <a:off x="5646235" y="6058423"/>
              <a:ext cx="1151918" cy="1036726"/>
            </a:xfrm>
            <a:prstGeom prst="triangle">
              <a:avLst/>
            </a:prstGeom>
            <a:solidFill>
              <a:srgbClr val="144973"/>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sp>
        <p:nvSpPr>
          <p:cNvPr id="1963" name="Shape 1963"/>
          <p:cNvSpPr/>
          <p:nvPr/>
        </p:nvSpPr>
        <p:spPr>
          <a:xfrm>
            <a:off x="1828800" y="4050069"/>
            <a:ext cx="2438400" cy="2438401"/>
          </a:xfrm>
          <a:prstGeom prst="ellipse">
            <a:avLst/>
          </a:prstGeom>
          <a:ln w="76200">
            <a:solidFill>
              <a:srgbClr val="FFFFFF"/>
            </a:solidFill>
            <a:bevel/>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64" name="Shape 1964"/>
          <p:cNvSpPr/>
          <p:nvPr/>
        </p:nvSpPr>
        <p:spPr>
          <a:xfrm>
            <a:off x="14020800" y="4050069"/>
            <a:ext cx="2438400" cy="2438401"/>
          </a:xfrm>
          <a:prstGeom prst="ellipse">
            <a:avLst/>
          </a:prstGeom>
          <a:ln w="76200">
            <a:solidFill>
              <a:srgbClr val="FFFFFF"/>
            </a:solidFill>
            <a:bevel/>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65" name="Shape 1965"/>
          <p:cNvSpPr/>
          <p:nvPr/>
        </p:nvSpPr>
        <p:spPr>
          <a:xfrm>
            <a:off x="20116800" y="4050069"/>
            <a:ext cx="2438400" cy="2438401"/>
          </a:xfrm>
          <a:prstGeom prst="ellipse">
            <a:avLst/>
          </a:prstGeom>
          <a:ln w="76200">
            <a:solidFill>
              <a:srgbClr val="FFFFFF"/>
            </a:solidFill>
            <a:bevel/>
          </a:ln>
          <a:extLst>
            <a:ext uri="{C572A759-6A51-4108-AA02-DFA0A04FC94B}">
              <ma14:wrappingTextBoxFlag xmlns:ma14="http://schemas.microsoft.com/office/mac/drawingml/2011/main" val="1"/>
            </a:ext>
          </a:extLst>
        </p:spPr>
        <p:txBody>
          <a:bodyPr lIns="45719" rIns="45719" anchor="ctr"/>
          <a:lstStyle>
            <a:lvl1pPr defTabSz="914400">
              <a:defRPr sz="2800">
                <a:latin typeface="Raleway ExtraBold"/>
                <a:ea typeface="Raleway ExtraBold"/>
                <a:cs typeface="Raleway ExtraBold"/>
                <a:sym typeface="Raleway ExtraBold"/>
              </a:defRPr>
            </a:lvl1pPr>
          </a:lstStyle>
          <a:p>
            <a:pPr/>
            <a:r>
              <a:t>icono</a:t>
            </a:r>
          </a:p>
        </p:txBody>
      </p:sp>
      <p:sp>
        <p:nvSpPr>
          <p:cNvPr id="1966" name="Shape 1966"/>
          <p:cNvSpPr/>
          <p:nvPr/>
        </p:nvSpPr>
        <p:spPr>
          <a:xfrm>
            <a:off x="7924800" y="4050069"/>
            <a:ext cx="2438400" cy="2438401"/>
          </a:xfrm>
          <a:prstGeom prst="ellipse">
            <a:avLst/>
          </a:prstGeom>
          <a:ln w="76200">
            <a:solidFill>
              <a:srgbClr val="FFFFFF"/>
            </a:solidFill>
            <a:bevel/>
          </a:ln>
        </p:spPr>
        <p:txBody>
          <a:bodyPr lIns="45719" rIns="45719" anchor="ctr"/>
          <a:lstStyle/>
          <a:p>
            <a:pPr defTabSz="914400">
              <a:defRPr sz="1800">
                <a:solidFill>
                  <a:srgbClr val="FFFFFF"/>
                </a:solidFill>
                <a:latin typeface="Calibri"/>
                <a:ea typeface="Calibri"/>
                <a:cs typeface="Calibri"/>
                <a:sym typeface="Calibri"/>
              </a:defRPr>
            </a:pPr>
          </a:p>
        </p:txBody>
      </p:sp>
      <p:sp>
        <p:nvSpPr>
          <p:cNvPr id="1967" name="Shape 1967"/>
          <p:cNvSpPr/>
          <p:nvPr/>
        </p:nvSpPr>
        <p:spPr>
          <a:xfrm>
            <a:off x="14688019" y="4988281"/>
            <a:ext cx="1103962"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latin typeface="Raleway ExtraBold"/>
                <a:ea typeface="Raleway ExtraBold"/>
                <a:cs typeface="Raleway ExtraBold"/>
                <a:sym typeface="Raleway ExtraBold"/>
              </a:defRPr>
            </a:lvl1pPr>
          </a:lstStyle>
          <a:p>
            <a:pPr/>
            <a:r>
              <a:t>icono</a:t>
            </a:r>
          </a:p>
        </p:txBody>
      </p:sp>
      <p:sp>
        <p:nvSpPr>
          <p:cNvPr id="1968" name="Shape 1968"/>
          <p:cNvSpPr/>
          <p:nvPr/>
        </p:nvSpPr>
        <p:spPr>
          <a:xfrm>
            <a:off x="8592019" y="4988281"/>
            <a:ext cx="1103962"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latin typeface="Raleway ExtraBold"/>
                <a:ea typeface="Raleway ExtraBold"/>
                <a:cs typeface="Raleway ExtraBold"/>
                <a:sym typeface="Raleway ExtraBold"/>
              </a:defRPr>
            </a:lvl1pPr>
          </a:lstStyle>
          <a:p>
            <a:pPr/>
            <a:r>
              <a:t>icono</a:t>
            </a:r>
          </a:p>
        </p:txBody>
      </p:sp>
      <p:sp>
        <p:nvSpPr>
          <p:cNvPr id="1969" name="Shape 1969"/>
          <p:cNvSpPr/>
          <p:nvPr/>
        </p:nvSpPr>
        <p:spPr>
          <a:xfrm>
            <a:off x="2496019" y="4988281"/>
            <a:ext cx="1103962"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solidFill>
                  <a:srgbClr val="FFFFFF"/>
                </a:solidFill>
                <a:latin typeface="Raleway ExtraBold"/>
                <a:ea typeface="Raleway ExtraBold"/>
                <a:cs typeface="Raleway ExtraBold"/>
                <a:sym typeface="Raleway ExtraBold"/>
              </a:defRPr>
            </a:lvl1pPr>
          </a:lstStyle>
          <a:p>
            <a:pPr/>
            <a:r>
              <a:t>icono</a:t>
            </a:r>
          </a:p>
        </p:txBody>
      </p:sp>
      <p:sp>
        <p:nvSpPr>
          <p:cNvPr id="1970" name="Shape 1970"/>
          <p:cNvSpPr/>
          <p:nvPr/>
        </p:nvSpPr>
        <p:spPr>
          <a:xfrm>
            <a:off x="1205053" y="7235524"/>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71" name="Shape 1971"/>
          <p:cNvSpPr/>
          <p:nvPr/>
        </p:nvSpPr>
        <p:spPr>
          <a:xfrm>
            <a:off x="7301053" y="7235524"/>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72" name="Shape 1972"/>
          <p:cNvSpPr/>
          <p:nvPr/>
        </p:nvSpPr>
        <p:spPr>
          <a:xfrm>
            <a:off x="13397053" y="7235524"/>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73" name="Shape 1973"/>
          <p:cNvSpPr/>
          <p:nvPr/>
        </p:nvSpPr>
        <p:spPr>
          <a:xfrm>
            <a:off x="19493053" y="7235524"/>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74" name="Shape 197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976" name="Shape 197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a:t>
            </a:r>
          </a:p>
        </p:txBody>
      </p:sp>
      <p:sp>
        <p:nvSpPr>
          <p:cNvPr id="1977" name="Shape 1977"/>
          <p:cNvSpPr/>
          <p:nvPr/>
        </p:nvSpPr>
        <p:spPr>
          <a:xfrm>
            <a:off x="-682627" y="11658925"/>
            <a:ext cx="7175149" cy="7285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19407" y="21600"/>
                </a:lnTo>
                <a:lnTo>
                  <a:pt x="21600" y="0"/>
                </a:lnTo>
                <a:lnTo>
                  <a:pt x="0"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78" name="Shape 1978"/>
          <p:cNvSpPr/>
          <p:nvPr/>
        </p:nvSpPr>
        <p:spPr>
          <a:xfrm>
            <a:off x="5768592" y="9771210"/>
            <a:ext cx="723930" cy="1887715"/>
          </a:xfrm>
          <a:prstGeom prst="rect">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79" name="Shape 1979"/>
          <p:cNvSpPr/>
          <p:nvPr/>
        </p:nvSpPr>
        <p:spPr>
          <a:xfrm>
            <a:off x="5768592" y="9047281"/>
            <a:ext cx="5191217" cy="7239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12" y="0"/>
                </a:moveTo>
                <a:lnTo>
                  <a:pt x="0" y="21600"/>
                </a:lnTo>
                <a:lnTo>
                  <a:pt x="18569" y="21600"/>
                </a:lnTo>
                <a:lnTo>
                  <a:pt x="21600" y="0"/>
                </a:lnTo>
                <a:lnTo>
                  <a:pt x="3012"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0" name="Shape 1980"/>
          <p:cNvSpPr/>
          <p:nvPr/>
        </p:nvSpPr>
        <p:spPr>
          <a:xfrm>
            <a:off x="10231296" y="7159566"/>
            <a:ext cx="723930" cy="26116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15613"/>
                </a:lnTo>
                <a:lnTo>
                  <a:pt x="21600" y="0"/>
                </a:lnTo>
                <a:lnTo>
                  <a:pt x="0"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1" name="Shape 1981"/>
          <p:cNvSpPr/>
          <p:nvPr/>
        </p:nvSpPr>
        <p:spPr>
          <a:xfrm>
            <a:off x="10231296" y="6435637"/>
            <a:ext cx="5182054" cy="7239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18" y="0"/>
                </a:moveTo>
                <a:lnTo>
                  <a:pt x="0" y="21600"/>
                </a:lnTo>
                <a:lnTo>
                  <a:pt x="18563" y="21600"/>
                </a:lnTo>
                <a:lnTo>
                  <a:pt x="21600" y="0"/>
                </a:lnTo>
                <a:lnTo>
                  <a:pt x="3018"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2" name="Shape 1982"/>
          <p:cNvSpPr/>
          <p:nvPr/>
        </p:nvSpPr>
        <p:spPr>
          <a:xfrm>
            <a:off x="14684835" y="4547923"/>
            <a:ext cx="723930" cy="26116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15613"/>
                </a:lnTo>
                <a:lnTo>
                  <a:pt x="21600" y="0"/>
                </a:lnTo>
                <a:lnTo>
                  <a:pt x="0"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3" name="Shape 1983"/>
          <p:cNvSpPr/>
          <p:nvPr/>
        </p:nvSpPr>
        <p:spPr>
          <a:xfrm>
            <a:off x="14684835" y="3823994"/>
            <a:ext cx="5191217" cy="7239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12" y="0"/>
                </a:moveTo>
                <a:lnTo>
                  <a:pt x="0" y="21600"/>
                </a:lnTo>
                <a:lnTo>
                  <a:pt x="18550" y="21600"/>
                </a:lnTo>
                <a:lnTo>
                  <a:pt x="21600" y="0"/>
                </a:lnTo>
                <a:lnTo>
                  <a:pt x="3012"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4" name="Shape 1984"/>
          <p:cNvSpPr/>
          <p:nvPr/>
        </p:nvSpPr>
        <p:spPr>
          <a:xfrm>
            <a:off x="19138374" y="1936279"/>
            <a:ext cx="723930" cy="26116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15613"/>
                </a:lnTo>
                <a:lnTo>
                  <a:pt x="21600" y="0"/>
                </a:lnTo>
                <a:lnTo>
                  <a:pt x="0"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5" name="Shape 1985"/>
          <p:cNvSpPr/>
          <p:nvPr/>
        </p:nvSpPr>
        <p:spPr>
          <a:xfrm>
            <a:off x="19138374" y="1212350"/>
            <a:ext cx="5191217" cy="7239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12" y="0"/>
                </a:moveTo>
                <a:lnTo>
                  <a:pt x="0" y="21600"/>
                </a:lnTo>
                <a:lnTo>
                  <a:pt x="18550" y="21600"/>
                </a:lnTo>
                <a:lnTo>
                  <a:pt x="21600" y="0"/>
                </a:lnTo>
                <a:lnTo>
                  <a:pt x="3012"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1986" name="Shape 1986"/>
          <p:cNvSpPr/>
          <p:nvPr/>
        </p:nvSpPr>
        <p:spPr>
          <a:xfrm>
            <a:off x="6545402" y="10094519"/>
            <a:ext cx="3685895"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r>
              <a:t>Texto</a:t>
            </a:r>
          </a:p>
        </p:txBody>
      </p:sp>
      <p:sp>
        <p:nvSpPr>
          <p:cNvPr id="1987" name="Shape 1987"/>
          <p:cNvSpPr/>
          <p:nvPr/>
        </p:nvSpPr>
        <p:spPr>
          <a:xfrm>
            <a:off x="10959551" y="7452270"/>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88" name="Shape 1988"/>
          <p:cNvSpPr/>
          <p:nvPr/>
        </p:nvSpPr>
        <p:spPr>
          <a:xfrm>
            <a:off x="15452481" y="4920005"/>
            <a:ext cx="3685894" cy="1033663"/>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89" name="Shape 1989"/>
          <p:cNvSpPr/>
          <p:nvPr/>
        </p:nvSpPr>
        <p:spPr>
          <a:xfrm>
            <a:off x="19890209" y="2337613"/>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90" name="Shape 1990"/>
          <p:cNvSpPr/>
          <p:nvPr/>
        </p:nvSpPr>
        <p:spPr>
          <a:xfrm>
            <a:off x="1559098" y="10504591"/>
            <a:ext cx="3685894" cy="1033662"/>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6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1991" name="Shape 199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993" name="Shape 1993"/>
          <p:cNvSpPr/>
          <p:nvPr/>
        </p:nvSpPr>
        <p:spPr>
          <a:xfrm>
            <a:off x="303300" y="819179"/>
            <a:ext cx="550964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Estrategias</a:t>
            </a:r>
          </a:p>
          <a:p>
            <a:pPr algn="l" defTabSz="825500">
              <a:lnSpc>
                <a:spcPct val="90000"/>
              </a:lnSpc>
              <a:defRPr spc="-59" sz="3000">
                <a:latin typeface="Raleway SemiBold"/>
                <a:ea typeface="Raleway SemiBold"/>
                <a:cs typeface="Raleway SemiBold"/>
                <a:sym typeface="Raleway SemiBold"/>
              </a:defRPr>
            </a:pPr>
            <a:r>
              <a:t>Cambia los colores y contenido</a:t>
            </a:r>
          </a:p>
        </p:txBody>
      </p:sp>
      <p:sp>
        <p:nvSpPr>
          <p:cNvPr id="1994" name="Shape 199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995" name="Shape 1995"/>
          <p:cNvSpPr/>
          <p:nvPr/>
        </p:nvSpPr>
        <p:spPr>
          <a:xfrm>
            <a:off x="10432756" y="4147184"/>
            <a:ext cx="11432614" cy="54216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685800">
              <a:defRPr b="1" sz="2500">
                <a:latin typeface="Montserrat"/>
                <a:ea typeface="Montserrat"/>
                <a:cs typeface="Montserrat"/>
                <a:sym typeface="Montserrat"/>
              </a:defRPr>
            </a:pPr>
            <a:r>
              <a:rPr sz="2800"/>
              <a:t>Texto</a:t>
            </a:r>
            <a:endParaRPr sz="2800"/>
          </a:p>
          <a:p>
            <a:pPr algn="just" defTabSz="457200">
              <a:lnSpc>
                <a:spcPct val="150000"/>
              </a:lnSpc>
              <a:defRPr sz="2900">
                <a:solidFill>
                  <a:srgbClr val="C7C7C7"/>
                </a:solidFill>
                <a:latin typeface="Raleway SemiBold"/>
                <a:ea typeface="Raleway SemiBold"/>
                <a:cs typeface="Raleway SemiBold"/>
                <a:sym typeface="Raleway SemiBold"/>
              </a:defRPr>
            </a:pPr>
            <a:r>
              <a:rPr sz="2800">
                <a:solidFill>
                  <a:srgbClr val="797979"/>
                </a:solidFill>
              </a:rPr>
              <a:t>Caramels icing lollipop cake jelly beans chocolate dessert jelly beans cotton candy. Marzipan carrot cake brownie chocolate bar brownie. Dragée sweet soufflé candy. Croissant cheesecake brownie chocolate topping cake muffin muffin powder. Gummies cotton candy lemon drops. Pastry bear claw jelly-o dragée jelly beans fruitcake chocolate bar. Toffee croissant lollipop fruitcake carrot cake pie. Jelly tiramisu dessert marshmallow tart cheesecake cake chocolate cake.</a:t>
            </a:r>
          </a:p>
        </p:txBody>
      </p:sp>
      <p:sp>
        <p:nvSpPr>
          <p:cNvPr id="1996" name="Shape 1996"/>
          <p:cNvSpPr/>
          <p:nvPr/>
        </p:nvSpPr>
        <p:spPr>
          <a:xfrm>
            <a:off x="1553757" y="6334693"/>
            <a:ext cx="3457691" cy="3416541"/>
          </a:xfrm>
          <a:custGeom>
            <a:avLst/>
            <a:gdLst/>
            <a:ahLst/>
            <a:cxnLst>
              <a:cxn ang="0">
                <a:pos x="wd2" y="hd2"/>
              </a:cxn>
              <a:cxn ang="5400000">
                <a:pos x="wd2" y="hd2"/>
              </a:cxn>
              <a:cxn ang="10800000">
                <a:pos x="wd2" y="hd2"/>
              </a:cxn>
              <a:cxn ang="16200000">
                <a:pos x="wd2" y="hd2"/>
              </a:cxn>
            </a:cxnLst>
            <a:rect l="0" t="0" r="r" b="b"/>
            <a:pathLst>
              <a:path w="17237" h="19684" fill="norm" stroke="1" extrusionOk="0">
                <a:moveTo>
                  <a:pt x="8590" y="19684"/>
                </a:moveTo>
                <a:cubicBezTo>
                  <a:pt x="901" y="19684"/>
                  <a:pt x="-2176" y="13415"/>
                  <a:pt x="1630" y="5749"/>
                </a:cubicBezTo>
                <a:cubicBezTo>
                  <a:pt x="5513" y="-1916"/>
                  <a:pt x="11744" y="-1916"/>
                  <a:pt x="15627" y="5749"/>
                </a:cubicBezTo>
                <a:cubicBezTo>
                  <a:pt x="19424" y="13415"/>
                  <a:pt x="16278" y="19684"/>
                  <a:pt x="8590" y="19684"/>
                </a:cubicBezTo>
              </a:path>
            </a:pathLst>
          </a:custGeom>
          <a:solidFill>
            <a:srgbClr val="004B75"/>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997" name="Shape 1997"/>
          <p:cNvSpPr/>
          <p:nvPr/>
        </p:nvSpPr>
        <p:spPr>
          <a:xfrm>
            <a:off x="2508132" y="4963876"/>
            <a:ext cx="1551161" cy="1165247"/>
          </a:xfrm>
          <a:custGeom>
            <a:avLst/>
            <a:gdLst/>
            <a:ahLst/>
            <a:cxnLst>
              <a:cxn ang="0">
                <a:pos x="wd2" y="hd2"/>
              </a:cxn>
              <a:cxn ang="5400000">
                <a:pos x="wd2" y="hd2"/>
              </a:cxn>
              <a:cxn ang="10800000">
                <a:pos x="wd2" y="hd2"/>
              </a:cxn>
              <a:cxn ang="16200000">
                <a:pos x="wd2" y="hd2"/>
              </a:cxn>
            </a:cxnLst>
            <a:rect l="0" t="0" r="r" b="b"/>
            <a:pathLst>
              <a:path w="21281" h="21600" fill="norm" stroke="1" extrusionOk="0">
                <a:moveTo>
                  <a:pt x="19906" y="3589"/>
                </a:moveTo>
                <a:cubicBezTo>
                  <a:pt x="18772" y="3589"/>
                  <a:pt x="17663" y="4193"/>
                  <a:pt x="17002" y="5082"/>
                </a:cubicBezTo>
                <a:cubicBezTo>
                  <a:pt x="16341" y="5686"/>
                  <a:pt x="15656" y="5400"/>
                  <a:pt x="15208" y="4193"/>
                </a:cubicBezTo>
                <a:cubicBezTo>
                  <a:pt x="14547" y="2382"/>
                  <a:pt x="14547" y="2382"/>
                  <a:pt x="14547" y="2382"/>
                </a:cubicBezTo>
                <a:cubicBezTo>
                  <a:pt x="14098" y="1207"/>
                  <a:pt x="13650" y="0"/>
                  <a:pt x="13201" y="0"/>
                </a:cubicBezTo>
                <a:cubicBezTo>
                  <a:pt x="12989" y="0"/>
                  <a:pt x="12540" y="1207"/>
                  <a:pt x="12092" y="2382"/>
                </a:cubicBezTo>
                <a:cubicBezTo>
                  <a:pt x="11431" y="4193"/>
                  <a:pt x="11431" y="4193"/>
                  <a:pt x="11431" y="4193"/>
                </a:cubicBezTo>
                <a:cubicBezTo>
                  <a:pt x="10982" y="5400"/>
                  <a:pt x="10085" y="5400"/>
                  <a:pt x="9637" y="4511"/>
                </a:cubicBezTo>
                <a:cubicBezTo>
                  <a:pt x="9424" y="4511"/>
                  <a:pt x="9424" y="4511"/>
                  <a:pt x="9424" y="4511"/>
                </a:cubicBezTo>
                <a:cubicBezTo>
                  <a:pt x="8976" y="3304"/>
                  <a:pt x="8315" y="2382"/>
                  <a:pt x="7866" y="2382"/>
                </a:cubicBezTo>
                <a:cubicBezTo>
                  <a:pt x="7630" y="2382"/>
                  <a:pt x="6969" y="3589"/>
                  <a:pt x="6521" y="4511"/>
                </a:cubicBezTo>
                <a:cubicBezTo>
                  <a:pt x="6072" y="5400"/>
                  <a:pt x="6072" y="5400"/>
                  <a:pt x="6072" y="5400"/>
                </a:cubicBezTo>
                <a:cubicBezTo>
                  <a:pt x="5624" y="6575"/>
                  <a:pt x="4750" y="6575"/>
                  <a:pt x="4302" y="5686"/>
                </a:cubicBezTo>
                <a:cubicBezTo>
                  <a:pt x="3617" y="4511"/>
                  <a:pt x="2295" y="3589"/>
                  <a:pt x="1398" y="3589"/>
                </a:cubicBezTo>
                <a:cubicBezTo>
                  <a:pt x="1186" y="3589"/>
                  <a:pt x="1186" y="3589"/>
                  <a:pt x="1186" y="3589"/>
                </a:cubicBezTo>
                <a:cubicBezTo>
                  <a:pt x="289" y="3589"/>
                  <a:pt x="-160" y="4796"/>
                  <a:pt x="52" y="6004"/>
                </a:cubicBezTo>
                <a:cubicBezTo>
                  <a:pt x="3405" y="19472"/>
                  <a:pt x="3405" y="19472"/>
                  <a:pt x="3405" y="19472"/>
                </a:cubicBezTo>
                <a:cubicBezTo>
                  <a:pt x="3617" y="20679"/>
                  <a:pt x="4750" y="21600"/>
                  <a:pt x="5624" y="21600"/>
                </a:cubicBezTo>
                <a:cubicBezTo>
                  <a:pt x="15444" y="21600"/>
                  <a:pt x="15444" y="21600"/>
                  <a:pt x="15444" y="21600"/>
                </a:cubicBezTo>
                <a:cubicBezTo>
                  <a:pt x="16553" y="21600"/>
                  <a:pt x="17450" y="20679"/>
                  <a:pt x="17875" y="19472"/>
                </a:cubicBezTo>
                <a:cubicBezTo>
                  <a:pt x="21228" y="6004"/>
                  <a:pt x="21228" y="6004"/>
                  <a:pt x="21228" y="6004"/>
                </a:cubicBezTo>
                <a:cubicBezTo>
                  <a:pt x="21440" y="4796"/>
                  <a:pt x="21015" y="3589"/>
                  <a:pt x="19906" y="3589"/>
                </a:cubicBezTo>
              </a:path>
            </a:pathLst>
          </a:custGeom>
          <a:solidFill>
            <a:srgbClr val="004B75"/>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998" name="Shape 1998"/>
          <p:cNvSpPr/>
          <p:nvPr/>
        </p:nvSpPr>
        <p:spPr>
          <a:xfrm>
            <a:off x="2663147" y="6100524"/>
            <a:ext cx="1233440" cy="3241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57"/>
                </a:moveTo>
                <a:cubicBezTo>
                  <a:pt x="21600" y="17371"/>
                  <a:pt x="20156" y="21600"/>
                  <a:pt x="18201" y="21600"/>
                </a:cubicBezTo>
                <a:cubicBezTo>
                  <a:pt x="3700" y="21600"/>
                  <a:pt x="3700" y="21600"/>
                  <a:pt x="3700" y="21600"/>
                </a:cubicBezTo>
                <a:cubicBezTo>
                  <a:pt x="1715" y="21600"/>
                  <a:pt x="0" y="17371"/>
                  <a:pt x="0" y="10857"/>
                </a:cubicBezTo>
                <a:cubicBezTo>
                  <a:pt x="0" y="5486"/>
                  <a:pt x="1715" y="0"/>
                  <a:pt x="3700" y="0"/>
                </a:cubicBezTo>
                <a:cubicBezTo>
                  <a:pt x="18201" y="0"/>
                  <a:pt x="18201" y="0"/>
                  <a:pt x="18201" y="0"/>
                </a:cubicBezTo>
                <a:cubicBezTo>
                  <a:pt x="20156" y="0"/>
                  <a:pt x="21600" y="5486"/>
                  <a:pt x="21600" y="10857"/>
                </a:cubicBezTo>
              </a:path>
            </a:pathLst>
          </a:custGeom>
          <a:solidFill>
            <a:srgbClr val="B3E6F1"/>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1999" name="Shape 1999"/>
          <p:cNvSpPr/>
          <p:nvPr/>
        </p:nvSpPr>
        <p:spPr>
          <a:xfrm>
            <a:off x="2647993" y="7335684"/>
            <a:ext cx="846974" cy="11804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127"/>
                </a:moveTo>
                <a:cubicBezTo>
                  <a:pt x="20324" y="21004"/>
                  <a:pt x="17861" y="21600"/>
                  <a:pt x="14957" y="21600"/>
                </a:cubicBezTo>
                <a:cubicBezTo>
                  <a:pt x="11218" y="21600"/>
                  <a:pt x="8270" y="20722"/>
                  <a:pt x="5807" y="18653"/>
                </a:cubicBezTo>
                <a:cubicBezTo>
                  <a:pt x="4135" y="17462"/>
                  <a:pt x="2903" y="15393"/>
                  <a:pt x="2464" y="13324"/>
                </a:cubicBezTo>
                <a:cubicBezTo>
                  <a:pt x="0" y="13324"/>
                  <a:pt x="0" y="13324"/>
                  <a:pt x="0" y="13324"/>
                </a:cubicBezTo>
                <a:cubicBezTo>
                  <a:pt x="0" y="11537"/>
                  <a:pt x="0" y="11537"/>
                  <a:pt x="0" y="11537"/>
                </a:cubicBezTo>
                <a:cubicBezTo>
                  <a:pt x="2464" y="11537"/>
                  <a:pt x="2464" y="11537"/>
                  <a:pt x="2464" y="11537"/>
                </a:cubicBezTo>
                <a:lnTo>
                  <a:pt x="2464" y="11255"/>
                </a:lnTo>
                <a:cubicBezTo>
                  <a:pt x="2464" y="10659"/>
                  <a:pt x="2464" y="10063"/>
                  <a:pt x="2464" y="9781"/>
                </a:cubicBezTo>
                <a:cubicBezTo>
                  <a:pt x="0" y="9781"/>
                  <a:pt x="0" y="9781"/>
                  <a:pt x="0" y="9781"/>
                </a:cubicBezTo>
                <a:cubicBezTo>
                  <a:pt x="0" y="7994"/>
                  <a:pt x="0" y="7994"/>
                  <a:pt x="0" y="7994"/>
                </a:cubicBezTo>
                <a:cubicBezTo>
                  <a:pt x="2903" y="7994"/>
                  <a:pt x="2903" y="7994"/>
                  <a:pt x="2903" y="7994"/>
                </a:cubicBezTo>
                <a:cubicBezTo>
                  <a:pt x="3299" y="5925"/>
                  <a:pt x="4575" y="4138"/>
                  <a:pt x="6643" y="2665"/>
                </a:cubicBezTo>
                <a:cubicBezTo>
                  <a:pt x="8710" y="878"/>
                  <a:pt x="11614" y="0"/>
                  <a:pt x="15353" y="0"/>
                </a:cubicBezTo>
                <a:cubicBezTo>
                  <a:pt x="17861" y="0"/>
                  <a:pt x="19928" y="596"/>
                  <a:pt x="21160" y="1191"/>
                </a:cubicBezTo>
                <a:cubicBezTo>
                  <a:pt x="20324" y="3260"/>
                  <a:pt x="20324" y="3260"/>
                  <a:pt x="20324" y="3260"/>
                </a:cubicBezTo>
                <a:cubicBezTo>
                  <a:pt x="19488" y="2665"/>
                  <a:pt x="17421" y="2351"/>
                  <a:pt x="15353" y="2351"/>
                </a:cubicBezTo>
                <a:cubicBezTo>
                  <a:pt x="12846" y="2351"/>
                  <a:pt x="11218" y="2947"/>
                  <a:pt x="9546" y="4138"/>
                </a:cubicBezTo>
                <a:cubicBezTo>
                  <a:pt x="8270" y="5047"/>
                  <a:pt x="7039" y="6521"/>
                  <a:pt x="6643" y="7994"/>
                </a:cubicBezTo>
                <a:cubicBezTo>
                  <a:pt x="19488" y="7994"/>
                  <a:pt x="19488" y="7994"/>
                  <a:pt x="19488" y="7994"/>
                </a:cubicBezTo>
                <a:cubicBezTo>
                  <a:pt x="19488" y="9781"/>
                  <a:pt x="19488" y="9781"/>
                  <a:pt x="19488" y="9781"/>
                </a:cubicBezTo>
                <a:cubicBezTo>
                  <a:pt x="6203" y="9781"/>
                  <a:pt x="6203" y="9781"/>
                  <a:pt x="6203" y="9781"/>
                </a:cubicBezTo>
                <a:cubicBezTo>
                  <a:pt x="6203" y="10063"/>
                  <a:pt x="6203" y="10659"/>
                  <a:pt x="6203" y="10941"/>
                </a:cubicBezTo>
                <a:cubicBezTo>
                  <a:pt x="6203" y="11255"/>
                  <a:pt x="6203" y="11537"/>
                  <a:pt x="6203" y="11537"/>
                </a:cubicBezTo>
                <a:cubicBezTo>
                  <a:pt x="19488" y="11537"/>
                  <a:pt x="19488" y="11537"/>
                  <a:pt x="19488" y="11537"/>
                </a:cubicBezTo>
                <a:cubicBezTo>
                  <a:pt x="19488" y="13324"/>
                  <a:pt x="19488" y="13324"/>
                  <a:pt x="19488" y="13324"/>
                </a:cubicBezTo>
                <a:cubicBezTo>
                  <a:pt x="6643" y="13324"/>
                  <a:pt x="6643" y="13324"/>
                  <a:pt x="6643" y="13324"/>
                </a:cubicBezTo>
                <a:cubicBezTo>
                  <a:pt x="7039" y="15079"/>
                  <a:pt x="7875" y="16584"/>
                  <a:pt x="9106" y="17462"/>
                </a:cubicBezTo>
                <a:cubicBezTo>
                  <a:pt x="10778" y="18653"/>
                  <a:pt x="12846" y="19249"/>
                  <a:pt x="15353" y="19249"/>
                </a:cubicBezTo>
                <a:cubicBezTo>
                  <a:pt x="17861" y="19249"/>
                  <a:pt x="19928" y="18653"/>
                  <a:pt x="20764" y="18340"/>
                </a:cubicBezTo>
                <a:lnTo>
                  <a:pt x="21600" y="20127"/>
                </a:lnTo>
              </a:path>
            </a:pathLst>
          </a:custGeom>
          <a:solidFill>
            <a:srgbClr val="FFFFF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0" name="Shape 2000"/>
          <p:cNvSpPr/>
          <p:nvPr/>
        </p:nvSpPr>
        <p:spPr>
          <a:xfrm>
            <a:off x="6656006" y="6182042"/>
            <a:ext cx="3182947" cy="3167578"/>
          </a:xfrm>
          <a:custGeom>
            <a:avLst/>
            <a:gdLst/>
            <a:ahLst/>
            <a:cxnLst>
              <a:cxn ang="0">
                <a:pos x="wd2" y="hd2"/>
              </a:cxn>
              <a:cxn ang="5400000">
                <a:pos x="wd2" y="hd2"/>
              </a:cxn>
              <a:cxn ang="10800000">
                <a:pos x="wd2" y="hd2"/>
              </a:cxn>
              <a:cxn ang="16200000">
                <a:pos x="wd2" y="hd2"/>
              </a:cxn>
            </a:cxnLst>
            <a:rect l="0" t="0" r="r" b="b"/>
            <a:pathLst>
              <a:path w="17223" h="19682" fill="norm" stroke="1" extrusionOk="0">
                <a:moveTo>
                  <a:pt x="8588" y="19682"/>
                </a:moveTo>
                <a:cubicBezTo>
                  <a:pt x="951" y="19682"/>
                  <a:pt x="-2212" y="13419"/>
                  <a:pt x="1648" y="5756"/>
                </a:cubicBezTo>
                <a:cubicBezTo>
                  <a:pt x="5425" y="-1918"/>
                  <a:pt x="11751" y="-1918"/>
                  <a:pt x="15611" y="5756"/>
                </a:cubicBezTo>
                <a:cubicBezTo>
                  <a:pt x="19388" y="13419"/>
                  <a:pt x="16318" y="19682"/>
                  <a:pt x="8588" y="19682"/>
                </a:cubicBezTo>
              </a:path>
            </a:pathLst>
          </a:custGeom>
          <a:solidFill>
            <a:srgbClr val="004B75"/>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1" name="Shape 2001"/>
          <p:cNvSpPr/>
          <p:nvPr/>
        </p:nvSpPr>
        <p:spPr>
          <a:xfrm>
            <a:off x="7534976" y="4933565"/>
            <a:ext cx="1425988" cy="1074305"/>
          </a:xfrm>
          <a:custGeom>
            <a:avLst/>
            <a:gdLst/>
            <a:ahLst/>
            <a:cxnLst>
              <a:cxn ang="0">
                <a:pos x="wd2" y="hd2"/>
              </a:cxn>
              <a:cxn ang="5400000">
                <a:pos x="wd2" y="hd2"/>
              </a:cxn>
              <a:cxn ang="10800000">
                <a:pos x="wd2" y="hd2"/>
              </a:cxn>
              <a:cxn ang="16200000">
                <a:pos x="wd2" y="hd2"/>
              </a:cxn>
            </a:cxnLst>
            <a:rect l="0" t="0" r="r" b="b"/>
            <a:pathLst>
              <a:path w="21085" h="21600" fill="norm" stroke="1" extrusionOk="0">
                <a:moveTo>
                  <a:pt x="19595" y="3606"/>
                </a:moveTo>
                <a:cubicBezTo>
                  <a:pt x="18629" y="3606"/>
                  <a:pt x="17435" y="4265"/>
                  <a:pt x="16952" y="4889"/>
                </a:cubicBezTo>
                <a:cubicBezTo>
                  <a:pt x="16240" y="5894"/>
                  <a:pt x="15504" y="5235"/>
                  <a:pt x="15021" y="4265"/>
                </a:cubicBezTo>
                <a:cubicBezTo>
                  <a:pt x="14309" y="2288"/>
                  <a:pt x="14309" y="2288"/>
                  <a:pt x="14309" y="2288"/>
                </a:cubicBezTo>
                <a:cubicBezTo>
                  <a:pt x="14055" y="971"/>
                  <a:pt x="13344" y="0"/>
                  <a:pt x="13115" y="0"/>
                </a:cubicBezTo>
                <a:cubicBezTo>
                  <a:pt x="12861" y="0"/>
                  <a:pt x="12403" y="971"/>
                  <a:pt x="11895" y="2288"/>
                </a:cubicBezTo>
                <a:cubicBezTo>
                  <a:pt x="11184" y="4265"/>
                  <a:pt x="11184" y="4265"/>
                  <a:pt x="11184" y="4265"/>
                </a:cubicBezTo>
                <a:cubicBezTo>
                  <a:pt x="10955" y="5235"/>
                  <a:pt x="9989" y="5582"/>
                  <a:pt x="9506" y="4577"/>
                </a:cubicBezTo>
                <a:cubicBezTo>
                  <a:pt x="9506" y="4265"/>
                  <a:pt x="9506" y="4265"/>
                  <a:pt x="9506" y="4265"/>
                </a:cubicBezTo>
                <a:cubicBezTo>
                  <a:pt x="8795" y="3259"/>
                  <a:pt x="8058" y="2600"/>
                  <a:pt x="7829" y="2600"/>
                </a:cubicBezTo>
                <a:cubicBezTo>
                  <a:pt x="7600" y="2600"/>
                  <a:pt x="6864" y="3259"/>
                  <a:pt x="6381" y="4577"/>
                </a:cubicBezTo>
                <a:cubicBezTo>
                  <a:pt x="6152" y="5582"/>
                  <a:pt x="6152" y="5582"/>
                  <a:pt x="6152" y="5582"/>
                </a:cubicBezTo>
                <a:cubicBezTo>
                  <a:pt x="5669" y="6553"/>
                  <a:pt x="4704" y="6553"/>
                  <a:pt x="4221" y="5582"/>
                </a:cubicBezTo>
                <a:cubicBezTo>
                  <a:pt x="3509" y="4577"/>
                  <a:pt x="2315" y="3606"/>
                  <a:pt x="1349" y="3606"/>
                </a:cubicBezTo>
                <a:cubicBezTo>
                  <a:pt x="384" y="3606"/>
                  <a:pt x="-328" y="4577"/>
                  <a:pt x="155" y="5894"/>
                </a:cubicBezTo>
                <a:cubicBezTo>
                  <a:pt x="3280" y="19312"/>
                  <a:pt x="3280" y="19312"/>
                  <a:pt x="3280" y="19312"/>
                </a:cubicBezTo>
                <a:cubicBezTo>
                  <a:pt x="3763" y="20629"/>
                  <a:pt x="4704" y="21600"/>
                  <a:pt x="5669" y="21600"/>
                </a:cubicBezTo>
                <a:cubicBezTo>
                  <a:pt x="15275" y="21600"/>
                  <a:pt x="15275" y="21600"/>
                  <a:pt x="15275" y="21600"/>
                </a:cubicBezTo>
                <a:cubicBezTo>
                  <a:pt x="16240" y="21600"/>
                  <a:pt x="17435" y="20629"/>
                  <a:pt x="17664" y="19312"/>
                </a:cubicBezTo>
                <a:cubicBezTo>
                  <a:pt x="21018" y="5894"/>
                  <a:pt x="21018" y="5894"/>
                  <a:pt x="21018" y="5894"/>
                </a:cubicBezTo>
                <a:cubicBezTo>
                  <a:pt x="21272" y="4577"/>
                  <a:pt x="20789" y="3606"/>
                  <a:pt x="19824" y="3606"/>
                </a:cubicBezTo>
                <a:lnTo>
                  <a:pt x="19595" y="3606"/>
                </a:lnTo>
              </a:path>
            </a:pathLst>
          </a:custGeom>
          <a:solidFill>
            <a:srgbClr val="004B75"/>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2" name="Shape 2002"/>
          <p:cNvSpPr/>
          <p:nvPr/>
        </p:nvSpPr>
        <p:spPr>
          <a:xfrm>
            <a:off x="7671972" y="5971706"/>
            <a:ext cx="1134932" cy="3089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464"/>
                </a:moveTo>
                <a:cubicBezTo>
                  <a:pt x="21600" y="17135"/>
                  <a:pt x="20064" y="21600"/>
                  <a:pt x="18234" y="21600"/>
                </a:cubicBezTo>
                <a:cubicBezTo>
                  <a:pt x="3725" y="21600"/>
                  <a:pt x="3725" y="21600"/>
                  <a:pt x="3725" y="21600"/>
                </a:cubicBezTo>
                <a:cubicBezTo>
                  <a:pt x="1863" y="21600"/>
                  <a:pt x="0" y="17135"/>
                  <a:pt x="0" y="11464"/>
                </a:cubicBezTo>
                <a:cubicBezTo>
                  <a:pt x="0" y="5672"/>
                  <a:pt x="1863" y="0"/>
                  <a:pt x="3725" y="0"/>
                </a:cubicBezTo>
                <a:cubicBezTo>
                  <a:pt x="18234" y="0"/>
                  <a:pt x="18234" y="0"/>
                  <a:pt x="18234" y="0"/>
                </a:cubicBezTo>
                <a:cubicBezTo>
                  <a:pt x="20064" y="0"/>
                  <a:pt x="21600" y="5672"/>
                  <a:pt x="21600" y="11464"/>
                </a:cubicBezTo>
              </a:path>
            </a:pathLst>
          </a:custGeom>
          <a:solidFill>
            <a:srgbClr val="B3E6F1"/>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3" name="Shape 2003"/>
          <p:cNvSpPr/>
          <p:nvPr/>
        </p:nvSpPr>
        <p:spPr>
          <a:xfrm>
            <a:off x="7800795" y="7199286"/>
            <a:ext cx="892445" cy="12182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57" y="21600"/>
                </a:moveTo>
                <a:cubicBezTo>
                  <a:pt x="8657" y="15842"/>
                  <a:pt x="8657" y="15842"/>
                  <a:pt x="8657" y="15842"/>
                </a:cubicBezTo>
                <a:cubicBezTo>
                  <a:pt x="1582" y="15842"/>
                  <a:pt x="1582" y="15842"/>
                  <a:pt x="1582" y="15842"/>
                </a:cubicBezTo>
                <a:cubicBezTo>
                  <a:pt x="1582" y="14106"/>
                  <a:pt x="1582" y="14106"/>
                  <a:pt x="1582" y="14106"/>
                </a:cubicBezTo>
                <a:cubicBezTo>
                  <a:pt x="8657" y="14106"/>
                  <a:pt x="8657" y="14106"/>
                  <a:pt x="8657" y="14106"/>
                </a:cubicBezTo>
                <a:cubicBezTo>
                  <a:pt x="8657" y="11821"/>
                  <a:pt x="8657" y="11821"/>
                  <a:pt x="8657" y="11821"/>
                </a:cubicBezTo>
                <a:cubicBezTo>
                  <a:pt x="1582" y="11821"/>
                  <a:pt x="1582" y="11821"/>
                  <a:pt x="1582" y="11821"/>
                </a:cubicBezTo>
                <a:cubicBezTo>
                  <a:pt x="1582" y="10084"/>
                  <a:pt x="1582" y="10084"/>
                  <a:pt x="1582" y="10084"/>
                </a:cubicBezTo>
                <a:cubicBezTo>
                  <a:pt x="7450" y="10084"/>
                  <a:pt x="7450" y="10084"/>
                  <a:pt x="7450" y="10084"/>
                </a:cubicBezTo>
                <a:cubicBezTo>
                  <a:pt x="0" y="0"/>
                  <a:pt x="0" y="0"/>
                  <a:pt x="0" y="0"/>
                </a:cubicBezTo>
                <a:cubicBezTo>
                  <a:pt x="3912" y="0"/>
                  <a:pt x="3912" y="0"/>
                  <a:pt x="3912" y="0"/>
                </a:cubicBezTo>
                <a:cubicBezTo>
                  <a:pt x="8657" y="6916"/>
                  <a:pt x="8657" y="6916"/>
                  <a:pt x="8657" y="6916"/>
                </a:cubicBezTo>
                <a:cubicBezTo>
                  <a:pt x="9447" y="7769"/>
                  <a:pt x="10197" y="8926"/>
                  <a:pt x="10613" y="9810"/>
                </a:cubicBezTo>
                <a:cubicBezTo>
                  <a:pt x="11403" y="8926"/>
                  <a:pt x="11778" y="7769"/>
                  <a:pt x="12569" y="6641"/>
                </a:cubicBezTo>
                <a:cubicBezTo>
                  <a:pt x="17688" y="0"/>
                  <a:pt x="17688" y="0"/>
                  <a:pt x="17688" y="0"/>
                </a:cubicBezTo>
                <a:cubicBezTo>
                  <a:pt x="21600" y="0"/>
                  <a:pt x="21600" y="0"/>
                  <a:pt x="21600" y="0"/>
                </a:cubicBezTo>
                <a:cubicBezTo>
                  <a:pt x="13360" y="10084"/>
                  <a:pt x="13360" y="10084"/>
                  <a:pt x="13360" y="10084"/>
                </a:cubicBezTo>
                <a:cubicBezTo>
                  <a:pt x="19644" y="10084"/>
                  <a:pt x="19644" y="10084"/>
                  <a:pt x="19644" y="10084"/>
                </a:cubicBezTo>
                <a:cubicBezTo>
                  <a:pt x="19644" y="11821"/>
                  <a:pt x="19644" y="11821"/>
                  <a:pt x="19644" y="11821"/>
                </a:cubicBezTo>
                <a:cubicBezTo>
                  <a:pt x="12194" y="11821"/>
                  <a:pt x="12194" y="11821"/>
                  <a:pt x="12194" y="11821"/>
                </a:cubicBezTo>
                <a:cubicBezTo>
                  <a:pt x="12194" y="14106"/>
                  <a:pt x="12194" y="14106"/>
                  <a:pt x="12194" y="14106"/>
                </a:cubicBezTo>
                <a:cubicBezTo>
                  <a:pt x="19644" y="14106"/>
                  <a:pt x="19644" y="14106"/>
                  <a:pt x="19644" y="14106"/>
                </a:cubicBezTo>
                <a:cubicBezTo>
                  <a:pt x="19644" y="15842"/>
                  <a:pt x="19644" y="15842"/>
                  <a:pt x="19644" y="15842"/>
                </a:cubicBezTo>
                <a:cubicBezTo>
                  <a:pt x="12194" y="15842"/>
                  <a:pt x="12194" y="15842"/>
                  <a:pt x="12194" y="15842"/>
                </a:cubicBezTo>
                <a:cubicBezTo>
                  <a:pt x="12194" y="21600"/>
                  <a:pt x="12194" y="21600"/>
                  <a:pt x="12194" y="21600"/>
                </a:cubicBezTo>
                <a:lnTo>
                  <a:pt x="8657" y="21600"/>
                </a:lnTo>
              </a:path>
            </a:pathLst>
          </a:custGeom>
          <a:solidFill>
            <a:srgbClr val="FFFFF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4" name="Shape 2004"/>
          <p:cNvSpPr/>
          <p:nvPr/>
        </p:nvSpPr>
        <p:spPr>
          <a:xfrm>
            <a:off x="3773985" y="6384366"/>
            <a:ext cx="4118474" cy="4079169"/>
          </a:xfrm>
          <a:custGeom>
            <a:avLst/>
            <a:gdLst/>
            <a:ahLst/>
            <a:cxnLst>
              <a:cxn ang="0">
                <a:pos x="wd2" y="hd2"/>
              </a:cxn>
              <a:cxn ang="5400000">
                <a:pos x="wd2" y="hd2"/>
              </a:cxn>
              <a:cxn ang="10800000">
                <a:pos x="wd2" y="hd2"/>
              </a:cxn>
              <a:cxn ang="16200000">
                <a:pos x="wd2" y="hd2"/>
              </a:cxn>
            </a:cxnLst>
            <a:rect l="0" t="0" r="r" b="b"/>
            <a:pathLst>
              <a:path w="17194" h="19682" fill="norm" stroke="1" extrusionOk="0">
                <a:moveTo>
                  <a:pt x="8560" y="19682"/>
                </a:moveTo>
                <a:cubicBezTo>
                  <a:pt x="912" y="19682"/>
                  <a:pt x="-2201" y="13422"/>
                  <a:pt x="1658" y="5752"/>
                </a:cubicBezTo>
                <a:cubicBezTo>
                  <a:pt x="5446" y="-1918"/>
                  <a:pt x="11745" y="-1918"/>
                  <a:pt x="15540" y="5752"/>
                </a:cubicBezTo>
                <a:cubicBezTo>
                  <a:pt x="19399" y="13422"/>
                  <a:pt x="16278" y="19682"/>
                  <a:pt x="8560" y="19682"/>
                </a:cubicBezTo>
              </a:path>
            </a:pathLst>
          </a:custGeom>
          <a:solidFill>
            <a:srgbClr val="6388B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5" name="Shape 2005"/>
          <p:cNvSpPr/>
          <p:nvPr/>
        </p:nvSpPr>
        <p:spPr>
          <a:xfrm>
            <a:off x="4904788" y="4751702"/>
            <a:ext cx="1848851" cy="1392575"/>
          </a:xfrm>
          <a:custGeom>
            <a:avLst/>
            <a:gdLst/>
            <a:ahLst/>
            <a:cxnLst>
              <a:cxn ang="0">
                <a:pos x="wd2" y="hd2"/>
              </a:cxn>
              <a:cxn ang="5400000">
                <a:pos x="wd2" y="hd2"/>
              </a:cxn>
              <a:cxn ang="10800000">
                <a:pos x="wd2" y="hd2"/>
              </a:cxn>
              <a:cxn ang="16200000">
                <a:pos x="wd2" y="hd2"/>
              </a:cxn>
            </a:cxnLst>
            <a:rect l="0" t="0" r="r" b="b"/>
            <a:pathLst>
              <a:path w="21099" h="21600" fill="norm" stroke="1" extrusionOk="0">
                <a:moveTo>
                  <a:pt x="19691" y="3777"/>
                </a:moveTo>
                <a:cubicBezTo>
                  <a:pt x="18771" y="3777"/>
                  <a:pt x="17479" y="4283"/>
                  <a:pt x="16930" y="5028"/>
                </a:cubicBezTo>
                <a:cubicBezTo>
                  <a:pt x="16362" y="5772"/>
                  <a:pt x="15442" y="5267"/>
                  <a:pt x="15070" y="4017"/>
                </a:cubicBezTo>
                <a:cubicBezTo>
                  <a:pt x="14345" y="2261"/>
                  <a:pt x="14345" y="2261"/>
                  <a:pt x="14345" y="2261"/>
                </a:cubicBezTo>
                <a:cubicBezTo>
                  <a:pt x="13973" y="1011"/>
                  <a:pt x="13405" y="0"/>
                  <a:pt x="13229" y="0"/>
                </a:cubicBezTo>
                <a:cubicBezTo>
                  <a:pt x="12857" y="0"/>
                  <a:pt x="12309" y="1011"/>
                  <a:pt x="11937" y="2261"/>
                </a:cubicBezTo>
                <a:cubicBezTo>
                  <a:pt x="11192" y="4017"/>
                  <a:pt x="11192" y="4017"/>
                  <a:pt x="11192" y="4017"/>
                </a:cubicBezTo>
                <a:cubicBezTo>
                  <a:pt x="10820" y="5267"/>
                  <a:pt x="10076" y="5533"/>
                  <a:pt x="9528" y="4283"/>
                </a:cubicBezTo>
                <a:cubicBezTo>
                  <a:pt x="8784" y="3272"/>
                  <a:pt x="8235" y="2500"/>
                  <a:pt x="7863" y="2500"/>
                </a:cubicBezTo>
                <a:cubicBezTo>
                  <a:pt x="7687" y="2500"/>
                  <a:pt x="6943" y="3272"/>
                  <a:pt x="6571" y="4522"/>
                </a:cubicBezTo>
                <a:cubicBezTo>
                  <a:pt x="6199" y="5267"/>
                  <a:pt x="6199" y="5267"/>
                  <a:pt x="6199" y="5267"/>
                </a:cubicBezTo>
                <a:cubicBezTo>
                  <a:pt x="5650" y="6517"/>
                  <a:pt x="4730" y="6517"/>
                  <a:pt x="4162" y="5533"/>
                </a:cubicBezTo>
                <a:cubicBezTo>
                  <a:pt x="3614" y="4522"/>
                  <a:pt x="2321" y="3777"/>
                  <a:pt x="1401" y="3777"/>
                </a:cubicBezTo>
                <a:cubicBezTo>
                  <a:pt x="1225" y="3777"/>
                  <a:pt x="1225" y="3777"/>
                  <a:pt x="1225" y="3777"/>
                </a:cubicBezTo>
                <a:cubicBezTo>
                  <a:pt x="304" y="3777"/>
                  <a:pt x="-244" y="4762"/>
                  <a:pt x="108" y="6038"/>
                </a:cubicBezTo>
                <a:cubicBezTo>
                  <a:pt x="3418" y="19339"/>
                  <a:pt x="3418" y="19339"/>
                  <a:pt x="3418" y="19339"/>
                </a:cubicBezTo>
                <a:cubicBezTo>
                  <a:pt x="3614" y="20589"/>
                  <a:pt x="4730" y="21600"/>
                  <a:pt x="5650" y="21600"/>
                </a:cubicBezTo>
                <a:cubicBezTo>
                  <a:pt x="15442" y="21600"/>
                  <a:pt x="15442" y="21600"/>
                  <a:pt x="15442" y="21600"/>
                </a:cubicBezTo>
                <a:cubicBezTo>
                  <a:pt x="16362" y="21600"/>
                  <a:pt x="17302" y="20589"/>
                  <a:pt x="17655" y="19339"/>
                </a:cubicBezTo>
                <a:cubicBezTo>
                  <a:pt x="20984" y="6038"/>
                  <a:pt x="20984" y="6038"/>
                  <a:pt x="20984" y="6038"/>
                </a:cubicBezTo>
                <a:cubicBezTo>
                  <a:pt x="21356" y="4762"/>
                  <a:pt x="20808" y="3777"/>
                  <a:pt x="19691" y="3777"/>
                </a:cubicBezTo>
              </a:path>
            </a:pathLst>
          </a:custGeom>
          <a:solidFill>
            <a:srgbClr val="6388B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6" name="Shape 2006"/>
          <p:cNvSpPr/>
          <p:nvPr/>
        </p:nvSpPr>
        <p:spPr>
          <a:xfrm>
            <a:off x="5095571" y="6100524"/>
            <a:ext cx="1475928" cy="3923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48"/>
                </a:moveTo>
                <a:cubicBezTo>
                  <a:pt x="21600" y="17128"/>
                  <a:pt x="19940" y="21600"/>
                  <a:pt x="18054" y="21600"/>
                </a:cubicBezTo>
                <a:cubicBezTo>
                  <a:pt x="3571" y="21600"/>
                  <a:pt x="3571" y="21600"/>
                  <a:pt x="3571" y="21600"/>
                </a:cubicBezTo>
                <a:cubicBezTo>
                  <a:pt x="1660" y="21600"/>
                  <a:pt x="0" y="17128"/>
                  <a:pt x="0" y="10848"/>
                </a:cubicBezTo>
                <a:cubicBezTo>
                  <a:pt x="0" y="5424"/>
                  <a:pt x="1660" y="0"/>
                  <a:pt x="3571" y="0"/>
                </a:cubicBezTo>
                <a:cubicBezTo>
                  <a:pt x="18054" y="0"/>
                  <a:pt x="18054" y="0"/>
                  <a:pt x="18054" y="0"/>
                </a:cubicBezTo>
                <a:cubicBezTo>
                  <a:pt x="19940" y="0"/>
                  <a:pt x="21600" y="5424"/>
                  <a:pt x="21600" y="10848"/>
                </a:cubicBezTo>
              </a:path>
            </a:pathLst>
          </a:custGeom>
          <a:solidFill>
            <a:srgbClr val="B3E6F1"/>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
        <p:nvSpPr>
          <p:cNvPr id="2007" name="Shape 2007"/>
          <p:cNvSpPr/>
          <p:nvPr/>
        </p:nvSpPr>
        <p:spPr>
          <a:xfrm>
            <a:off x="5383522" y="7434191"/>
            <a:ext cx="892445" cy="1945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031" y="21600"/>
                </a:moveTo>
                <a:cubicBezTo>
                  <a:pt x="9031" y="18893"/>
                  <a:pt x="9031" y="18893"/>
                  <a:pt x="9031" y="18893"/>
                </a:cubicBezTo>
                <a:cubicBezTo>
                  <a:pt x="5494" y="18893"/>
                  <a:pt x="1998" y="18340"/>
                  <a:pt x="0" y="17806"/>
                </a:cubicBezTo>
                <a:cubicBezTo>
                  <a:pt x="1582" y="16014"/>
                  <a:pt x="1582" y="16014"/>
                  <a:pt x="1582" y="16014"/>
                </a:cubicBezTo>
                <a:cubicBezTo>
                  <a:pt x="3538" y="16548"/>
                  <a:pt x="6701" y="17101"/>
                  <a:pt x="9822" y="17101"/>
                </a:cubicBezTo>
                <a:cubicBezTo>
                  <a:pt x="13776" y="17101"/>
                  <a:pt x="16523" y="16014"/>
                  <a:pt x="16523" y="14565"/>
                </a:cubicBezTo>
                <a:cubicBezTo>
                  <a:pt x="16523" y="13135"/>
                  <a:pt x="14566" y="12239"/>
                  <a:pt x="10238" y="11343"/>
                </a:cubicBezTo>
                <a:cubicBezTo>
                  <a:pt x="4328" y="10428"/>
                  <a:pt x="791" y="9170"/>
                  <a:pt x="791" y="6825"/>
                </a:cubicBezTo>
                <a:cubicBezTo>
                  <a:pt x="791" y="4671"/>
                  <a:pt x="3954" y="3050"/>
                  <a:pt x="9447" y="2517"/>
                </a:cubicBezTo>
                <a:cubicBezTo>
                  <a:pt x="9447" y="0"/>
                  <a:pt x="9447" y="0"/>
                  <a:pt x="9447" y="0"/>
                </a:cubicBezTo>
                <a:cubicBezTo>
                  <a:pt x="12985" y="0"/>
                  <a:pt x="12985" y="0"/>
                  <a:pt x="12985" y="0"/>
                </a:cubicBezTo>
                <a:cubicBezTo>
                  <a:pt x="12985" y="2517"/>
                  <a:pt x="12985" y="2517"/>
                  <a:pt x="12985" y="2517"/>
                </a:cubicBezTo>
                <a:cubicBezTo>
                  <a:pt x="16523" y="2517"/>
                  <a:pt x="18895" y="2879"/>
                  <a:pt x="20435" y="3413"/>
                </a:cubicBezTo>
                <a:cubicBezTo>
                  <a:pt x="18895" y="5205"/>
                  <a:pt x="18895" y="5205"/>
                  <a:pt x="18895" y="5205"/>
                </a:cubicBezTo>
                <a:cubicBezTo>
                  <a:pt x="17688" y="4861"/>
                  <a:pt x="15316" y="4309"/>
                  <a:pt x="11778" y="4309"/>
                </a:cubicBezTo>
                <a:cubicBezTo>
                  <a:pt x="7075" y="4309"/>
                  <a:pt x="5494" y="5395"/>
                  <a:pt x="5494" y="6482"/>
                </a:cubicBezTo>
                <a:cubicBezTo>
                  <a:pt x="5494" y="7912"/>
                  <a:pt x="7866" y="8636"/>
                  <a:pt x="12569" y="9532"/>
                </a:cubicBezTo>
                <a:cubicBezTo>
                  <a:pt x="18479" y="10619"/>
                  <a:pt x="21600" y="12049"/>
                  <a:pt x="21600" y="14394"/>
                </a:cubicBezTo>
                <a:cubicBezTo>
                  <a:pt x="21600" y="16376"/>
                  <a:pt x="18479" y="18340"/>
                  <a:pt x="12569" y="18893"/>
                </a:cubicBezTo>
                <a:cubicBezTo>
                  <a:pt x="12569" y="21600"/>
                  <a:pt x="12569" y="21600"/>
                  <a:pt x="12569" y="21600"/>
                </a:cubicBezTo>
                <a:lnTo>
                  <a:pt x="9031" y="21600"/>
                </a:lnTo>
              </a:path>
            </a:pathLst>
          </a:custGeom>
          <a:solidFill>
            <a:srgbClr val="FFFFFF"/>
          </a:solidFill>
          <a:ln w="12700">
            <a:miter lim="400000"/>
          </a:ln>
        </p:spPr>
        <p:txBody>
          <a:bodyPr lIns="45718" tIns="45718" rIns="45718" bIns="45718" anchor="ctr"/>
          <a:lstStyle/>
          <a:p>
            <a:pPr algn="l" defTabSz="1828432">
              <a:defRPr sz="3600">
                <a:solidFill>
                  <a:srgbClr val="737572"/>
                </a:solidFill>
                <a:latin typeface="Lato Light"/>
                <a:ea typeface="Lato Light"/>
                <a:cs typeface="Lato Light"/>
                <a:sym typeface="Lato Light"/>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995"/>
                                        </p:tgtEl>
                                        <p:attrNameLst>
                                          <p:attrName>style.visibility</p:attrName>
                                        </p:attrNameLst>
                                      </p:cBhvr>
                                      <p:to>
                                        <p:strVal val="visible"/>
                                      </p:to>
                                    </p:set>
                                    <p:animEffect filter="dissolve" transition="in">
                                      <p:cBhvr>
                                        <p:cTn id="7" dur="500"/>
                                        <p:tgtEl>
                                          <p:spTgt spid="19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995" grpId="1"/>
    </p:bldLst>
  </p:timing>
</p:sld>
</file>

<file path=ppt/slides/slide7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009" name="Shape 200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a:t>
            </a:r>
          </a:p>
        </p:txBody>
      </p:sp>
      <p:sp>
        <p:nvSpPr>
          <p:cNvPr id="2010" name="Shape 2010"/>
          <p:cNvSpPr/>
          <p:nvPr/>
        </p:nvSpPr>
        <p:spPr>
          <a:xfrm flipH="1">
            <a:off x="9339983" y="8638191"/>
            <a:ext cx="2603781" cy="22135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455" y="0"/>
                </a:moveTo>
                <a:cubicBezTo>
                  <a:pt x="14820" y="2793"/>
                  <a:pt x="14820" y="2793"/>
                  <a:pt x="14820" y="2793"/>
                </a:cubicBezTo>
                <a:cubicBezTo>
                  <a:pt x="15451" y="2048"/>
                  <a:pt x="16239" y="1490"/>
                  <a:pt x="17185" y="1490"/>
                </a:cubicBezTo>
                <a:cubicBezTo>
                  <a:pt x="19077" y="1490"/>
                  <a:pt x="20654" y="3352"/>
                  <a:pt x="20654" y="5586"/>
                </a:cubicBezTo>
                <a:cubicBezTo>
                  <a:pt x="20654" y="6703"/>
                  <a:pt x="20339" y="7821"/>
                  <a:pt x="19708" y="8566"/>
                </a:cubicBezTo>
                <a:cubicBezTo>
                  <a:pt x="21600" y="10986"/>
                  <a:pt x="21600" y="10986"/>
                  <a:pt x="21600" y="10986"/>
                </a:cubicBezTo>
                <a:cubicBezTo>
                  <a:pt x="16082" y="17503"/>
                  <a:pt x="8356" y="21600"/>
                  <a:pt x="0" y="21600"/>
                </a:cubicBezTo>
                <a:cubicBezTo>
                  <a:pt x="0" y="6145"/>
                  <a:pt x="0" y="6145"/>
                  <a:pt x="0" y="6145"/>
                </a:cubicBezTo>
                <a:cubicBezTo>
                  <a:pt x="4730" y="6145"/>
                  <a:pt x="9145" y="3724"/>
                  <a:pt x="12455"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1" name="Shape 2011"/>
          <p:cNvSpPr/>
          <p:nvPr/>
        </p:nvSpPr>
        <p:spPr>
          <a:xfrm flipH="1">
            <a:off x="11489411" y="8658579"/>
            <a:ext cx="3061043" cy="2193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1082"/>
                </a:moveTo>
                <a:cubicBezTo>
                  <a:pt x="7916" y="0"/>
                  <a:pt x="7916" y="0"/>
                  <a:pt x="7916" y="0"/>
                </a:cubicBezTo>
                <a:cubicBezTo>
                  <a:pt x="10599" y="3757"/>
                  <a:pt x="14221" y="6010"/>
                  <a:pt x="18380" y="6010"/>
                </a:cubicBezTo>
                <a:cubicBezTo>
                  <a:pt x="18380" y="9579"/>
                  <a:pt x="18380" y="9579"/>
                  <a:pt x="18380" y="9579"/>
                </a:cubicBezTo>
                <a:cubicBezTo>
                  <a:pt x="18380" y="9579"/>
                  <a:pt x="18514" y="9579"/>
                  <a:pt x="18648" y="9579"/>
                </a:cubicBezTo>
                <a:cubicBezTo>
                  <a:pt x="20258" y="9579"/>
                  <a:pt x="21600" y="11457"/>
                  <a:pt x="21600" y="13711"/>
                </a:cubicBezTo>
                <a:cubicBezTo>
                  <a:pt x="21600" y="15965"/>
                  <a:pt x="20258" y="17843"/>
                  <a:pt x="18648" y="17843"/>
                </a:cubicBezTo>
                <a:cubicBezTo>
                  <a:pt x="18514" y="17843"/>
                  <a:pt x="18380" y="17843"/>
                  <a:pt x="18380" y="17843"/>
                </a:cubicBezTo>
                <a:cubicBezTo>
                  <a:pt x="18380" y="21600"/>
                  <a:pt x="18380" y="21600"/>
                  <a:pt x="18380" y="21600"/>
                </a:cubicBezTo>
                <a:cubicBezTo>
                  <a:pt x="11135" y="21600"/>
                  <a:pt x="4696" y="17468"/>
                  <a:pt x="0" y="11082"/>
                </a:cubicBez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2" name="Shape 2012"/>
          <p:cNvSpPr/>
          <p:nvPr/>
        </p:nvSpPr>
        <p:spPr>
          <a:xfrm flipH="1">
            <a:off x="13429141" y="7129513"/>
            <a:ext cx="2225155" cy="26532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23" y="0"/>
                </a:moveTo>
                <a:cubicBezTo>
                  <a:pt x="15323" y="4817"/>
                  <a:pt x="17723" y="9324"/>
                  <a:pt x="21600" y="12432"/>
                </a:cubicBezTo>
                <a:cubicBezTo>
                  <a:pt x="18646" y="14918"/>
                  <a:pt x="18646" y="14918"/>
                  <a:pt x="18646" y="14918"/>
                </a:cubicBezTo>
                <a:cubicBezTo>
                  <a:pt x="19938" y="15384"/>
                  <a:pt x="20677" y="16472"/>
                  <a:pt x="20677" y="17715"/>
                </a:cubicBezTo>
                <a:cubicBezTo>
                  <a:pt x="20677" y="19580"/>
                  <a:pt x="18831" y="21134"/>
                  <a:pt x="16615" y="21134"/>
                </a:cubicBezTo>
                <a:cubicBezTo>
                  <a:pt x="15138" y="21134"/>
                  <a:pt x="13846" y="20512"/>
                  <a:pt x="13108" y="19580"/>
                </a:cubicBezTo>
                <a:cubicBezTo>
                  <a:pt x="10708" y="21600"/>
                  <a:pt x="10708" y="21600"/>
                  <a:pt x="10708" y="21600"/>
                </a:cubicBezTo>
                <a:cubicBezTo>
                  <a:pt x="4062" y="16006"/>
                  <a:pt x="0" y="8391"/>
                  <a:pt x="0" y="0"/>
                </a:cubicBezTo>
                <a:lnTo>
                  <a:pt x="15323"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3" name="Shape 2013"/>
          <p:cNvSpPr/>
          <p:nvPr/>
        </p:nvSpPr>
        <p:spPr>
          <a:xfrm>
            <a:off x="13458184" y="4510573"/>
            <a:ext cx="2204767" cy="30901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400"/>
                </a:moveTo>
                <a:cubicBezTo>
                  <a:pt x="21600" y="11200"/>
                  <a:pt x="17503" y="4800"/>
                  <a:pt x="10986" y="0"/>
                </a:cubicBezTo>
                <a:cubicBezTo>
                  <a:pt x="0" y="7867"/>
                  <a:pt x="0" y="7867"/>
                  <a:pt x="0" y="7867"/>
                </a:cubicBezTo>
                <a:cubicBezTo>
                  <a:pt x="3724" y="10533"/>
                  <a:pt x="6145" y="14267"/>
                  <a:pt x="6145" y="18400"/>
                </a:cubicBezTo>
                <a:cubicBezTo>
                  <a:pt x="9869" y="18400"/>
                  <a:pt x="9869" y="18400"/>
                  <a:pt x="9869" y="18400"/>
                </a:cubicBezTo>
                <a:cubicBezTo>
                  <a:pt x="9869" y="18533"/>
                  <a:pt x="9869" y="18667"/>
                  <a:pt x="9869" y="18800"/>
                </a:cubicBezTo>
                <a:cubicBezTo>
                  <a:pt x="9869" y="20400"/>
                  <a:pt x="11545" y="21600"/>
                  <a:pt x="13779" y="21600"/>
                </a:cubicBezTo>
                <a:cubicBezTo>
                  <a:pt x="16200" y="21600"/>
                  <a:pt x="17876" y="20400"/>
                  <a:pt x="17876" y="18800"/>
                </a:cubicBezTo>
                <a:cubicBezTo>
                  <a:pt x="17876" y="18667"/>
                  <a:pt x="17876" y="18533"/>
                  <a:pt x="17876" y="18400"/>
                </a:cubicBezTo>
                <a:lnTo>
                  <a:pt x="21600" y="1840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4" name="Shape 2014"/>
          <p:cNvSpPr/>
          <p:nvPr/>
        </p:nvSpPr>
        <p:spPr>
          <a:xfrm>
            <a:off x="11955330" y="3421295"/>
            <a:ext cx="2624169" cy="22135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96" y="13593"/>
                </a:moveTo>
                <a:cubicBezTo>
                  <a:pt x="21600" y="10614"/>
                  <a:pt x="21600" y="10614"/>
                  <a:pt x="21600" y="10614"/>
                </a:cubicBezTo>
                <a:cubicBezTo>
                  <a:pt x="16122" y="4097"/>
                  <a:pt x="8452" y="0"/>
                  <a:pt x="0" y="0"/>
                </a:cubicBezTo>
                <a:cubicBezTo>
                  <a:pt x="0" y="15455"/>
                  <a:pt x="0" y="15455"/>
                  <a:pt x="0" y="15455"/>
                </a:cubicBezTo>
                <a:cubicBezTo>
                  <a:pt x="4852" y="15455"/>
                  <a:pt x="9235" y="17876"/>
                  <a:pt x="12365" y="21600"/>
                </a:cubicBezTo>
                <a:cubicBezTo>
                  <a:pt x="14400" y="19179"/>
                  <a:pt x="14400" y="19179"/>
                  <a:pt x="14400" y="19179"/>
                </a:cubicBezTo>
                <a:cubicBezTo>
                  <a:pt x="15026" y="20297"/>
                  <a:pt x="15965" y="20855"/>
                  <a:pt x="17217" y="20855"/>
                </a:cubicBezTo>
                <a:cubicBezTo>
                  <a:pt x="19096" y="20855"/>
                  <a:pt x="20661" y="19179"/>
                  <a:pt x="20661" y="16759"/>
                </a:cubicBezTo>
                <a:cubicBezTo>
                  <a:pt x="20661" y="15455"/>
                  <a:pt x="20035" y="14338"/>
                  <a:pt x="19096" y="1359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5" name="Shape 2015"/>
          <p:cNvSpPr/>
          <p:nvPr/>
        </p:nvSpPr>
        <p:spPr>
          <a:xfrm>
            <a:off x="9310776" y="3421295"/>
            <a:ext cx="2644556" cy="22338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323"/>
                </a:moveTo>
                <a:cubicBezTo>
                  <a:pt x="21600" y="0"/>
                  <a:pt x="21600" y="0"/>
                  <a:pt x="21600" y="0"/>
                </a:cubicBezTo>
                <a:cubicBezTo>
                  <a:pt x="13209" y="0"/>
                  <a:pt x="5594" y="4246"/>
                  <a:pt x="0" y="10892"/>
                </a:cubicBezTo>
                <a:cubicBezTo>
                  <a:pt x="9168" y="21600"/>
                  <a:pt x="9168" y="21600"/>
                  <a:pt x="9168" y="21600"/>
                </a:cubicBezTo>
                <a:cubicBezTo>
                  <a:pt x="12276" y="17723"/>
                  <a:pt x="16783" y="15323"/>
                  <a:pt x="21600" y="15323"/>
                </a:cubicBez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6" name="Shape 2016"/>
          <p:cNvSpPr/>
          <p:nvPr/>
        </p:nvSpPr>
        <p:spPr>
          <a:xfrm>
            <a:off x="11594181" y="3764971"/>
            <a:ext cx="818413" cy="838805"/>
          </a:xfrm>
          <a:prstGeom prst="ellipse">
            <a:avLst/>
          </a:pr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7" name="Shape 2017"/>
          <p:cNvSpPr/>
          <p:nvPr/>
        </p:nvSpPr>
        <p:spPr>
          <a:xfrm>
            <a:off x="8244799" y="4548435"/>
            <a:ext cx="2187293" cy="25950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6829"/>
                </a:moveTo>
                <a:cubicBezTo>
                  <a:pt x="19534" y="6194"/>
                  <a:pt x="20097" y="5241"/>
                  <a:pt x="20097" y="4288"/>
                </a:cubicBezTo>
                <a:cubicBezTo>
                  <a:pt x="20097" y="2224"/>
                  <a:pt x="18407" y="794"/>
                  <a:pt x="16153" y="794"/>
                </a:cubicBezTo>
                <a:cubicBezTo>
                  <a:pt x="14838" y="794"/>
                  <a:pt x="13711" y="1271"/>
                  <a:pt x="12960" y="1906"/>
                </a:cubicBezTo>
                <a:cubicBezTo>
                  <a:pt x="10518" y="0"/>
                  <a:pt x="10518" y="0"/>
                  <a:pt x="10518" y="0"/>
                </a:cubicBezTo>
                <a:cubicBezTo>
                  <a:pt x="4132" y="5559"/>
                  <a:pt x="0" y="13182"/>
                  <a:pt x="0" y="21600"/>
                </a:cubicBezTo>
                <a:cubicBezTo>
                  <a:pt x="15590" y="21600"/>
                  <a:pt x="15590" y="21600"/>
                  <a:pt x="15590" y="21600"/>
                </a:cubicBezTo>
                <a:cubicBezTo>
                  <a:pt x="15590" y="16835"/>
                  <a:pt x="17843" y="12388"/>
                  <a:pt x="21600" y="9212"/>
                </a:cubicBezTo>
                <a:lnTo>
                  <a:pt x="18783" y="6829"/>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8" name="Shape 2018"/>
          <p:cNvSpPr/>
          <p:nvPr/>
        </p:nvSpPr>
        <p:spPr>
          <a:xfrm flipH="1">
            <a:off x="8256529" y="6747975"/>
            <a:ext cx="2187293" cy="30173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198" y="2734"/>
                </a:moveTo>
                <a:cubicBezTo>
                  <a:pt x="9767" y="2734"/>
                  <a:pt x="9767" y="2734"/>
                  <a:pt x="9767" y="2734"/>
                </a:cubicBezTo>
                <a:cubicBezTo>
                  <a:pt x="9955" y="1230"/>
                  <a:pt x="11833" y="0"/>
                  <a:pt x="13899" y="0"/>
                </a:cubicBezTo>
                <a:cubicBezTo>
                  <a:pt x="15965" y="0"/>
                  <a:pt x="17656" y="1230"/>
                  <a:pt x="18031" y="2734"/>
                </a:cubicBezTo>
                <a:cubicBezTo>
                  <a:pt x="21600" y="2734"/>
                  <a:pt x="21600" y="2734"/>
                  <a:pt x="21600" y="2734"/>
                </a:cubicBezTo>
                <a:cubicBezTo>
                  <a:pt x="21600" y="10116"/>
                  <a:pt x="17468" y="16678"/>
                  <a:pt x="10894" y="21600"/>
                </a:cubicBezTo>
                <a:cubicBezTo>
                  <a:pt x="0" y="13534"/>
                  <a:pt x="0" y="13534"/>
                  <a:pt x="0" y="13534"/>
                </a:cubicBezTo>
                <a:cubicBezTo>
                  <a:pt x="3757" y="10800"/>
                  <a:pt x="6198" y="6972"/>
                  <a:pt x="6198" y="2734"/>
                </a:cubicBez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19" name="Shape 2019"/>
          <p:cNvSpPr/>
          <p:nvPr/>
        </p:nvSpPr>
        <p:spPr>
          <a:xfrm>
            <a:off x="9507029" y="8771675"/>
            <a:ext cx="818417" cy="838805"/>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20" name="Shape 2020"/>
          <p:cNvSpPr/>
          <p:nvPr/>
        </p:nvSpPr>
        <p:spPr>
          <a:xfrm flipH="1" rot="10800000">
            <a:off x="13633143" y="3178125"/>
            <a:ext cx="2656569" cy="7171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92" y="0"/>
                </a:moveTo>
                <a:lnTo>
                  <a:pt x="0" y="0"/>
                </a:lnTo>
                <a:lnTo>
                  <a:pt x="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21" name="Shape 2021"/>
          <p:cNvSpPr/>
          <p:nvPr/>
        </p:nvSpPr>
        <p:spPr>
          <a:xfrm>
            <a:off x="15219960" y="5405081"/>
            <a:ext cx="1732991" cy="3900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22" name="Shape 2022"/>
          <p:cNvSpPr/>
          <p:nvPr/>
        </p:nvSpPr>
        <p:spPr>
          <a:xfrm>
            <a:off x="16302260" y="2715803"/>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23" name="Shape 2023"/>
          <p:cNvSpPr/>
          <p:nvPr/>
        </p:nvSpPr>
        <p:spPr>
          <a:xfrm>
            <a:off x="16302260" y="3145287"/>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24" name="Shape 2024"/>
          <p:cNvSpPr/>
          <p:nvPr/>
        </p:nvSpPr>
        <p:spPr>
          <a:xfrm>
            <a:off x="16977910" y="5365689"/>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25" name="Shape 2025"/>
          <p:cNvSpPr/>
          <p:nvPr/>
        </p:nvSpPr>
        <p:spPr>
          <a:xfrm>
            <a:off x="16977910" y="5795173"/>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26" name="Shape 2026"/>
          <p:cNvSpPr/>
          <p:nvPr/>
        </p:nvSpPr>
        <p:spPr>
          <a:xfrm flipH="1" rot="10800000">
            <a:off x="13730544" y="10019389"/>
            <a:ext cx="2969337" cy="3413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27" name="Shape 2027"/>
          <p:cNvSpPr/>
          <p:nvPr/>
        </p:nvSpPr>
        <p:spPr>
          <a:xfrm flipH="1" rot="10800000">
            <a:off x="15457898" y="7865477"/>
            <a:ext cx="1732991" cy="405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28" name="Shape 2028"/>
          <p:cNvSpPr/>
          <p:nvPr/>
        </p:nvSpPr>
        <p:spPr>
          <a:xfrm>
            <a:off x="17233878" y="7341001"/>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29" name="Shape 2029"/>
          <p:cNvSpPr/>
          <p:nvPr/>
        </p:nvSpPr>
        <p:spPr>
          <a:xfrm>
            <a:off x="17591065" y="7771887"/>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30" name="Shape 2030"/>
          <p:cNvSpPr/>
          <p:nvPr/>
        </p:nvSpPr>
        <p:spPr>
          <a:xfrm>
            <a:off x="16845573" y="9560063"/>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31" name="Shape 2031"/>
          <p:cNvSpPr/>
          <p:nvPr/>
        </p:nvSpPr>
        <p:spPr>
          <a:xfrm>
            <a:off x="16845573" y="9989547"/>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32" name="Shape 2032"/>
          <p:cNvSpPr/>
          <p:nvPr/>
        </p:nvSpPr>
        <p:spPr>
          <a:xfrm flipH="1">
            <a:off x="7237561" y="10098759"/>
            <a:ext cx="2874033" cy="4909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33" name="Shape 2033"/>
          <p:cNvSpPr/>
          <p:nvPr/>
        </p:nvSpPr>
        <p:spPr>
          <a:xfrm flipH="1">
            <a:off x="6524814" y="7600751"/>
            <a:ext cx="1695109" cy="7031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34" name="Shape 2034"/>
          <p:cNvSpPr/>
          <p:nvPr/>
        </p:nvSpPr>
        <p:spPr>
          <a:xfrm>
            <a:off x="6158314" y="2998873"/>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35" name="Shape 2035"/>
          <p:cNvSpPr/>
          <p:nvPr/>
        </p:nvSpPr>
        <p:spPr>
          <a:xfrm>
            <a:off x="2734286" y="3428357"/>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36" name="Shape 2036"/>
          <p:cNvSpPr/>
          <p:nvPr/>
        </p:nvSpPr>
        <p:spPr>
          <a:xfrm>
            <a:off x="5660854" y="490696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37" name="Shape 2037"/>
          <p:cNvSpPr/>
          <p:nvPr/>
        </p:nvSpPr>
        <p:spPr>
          <a:xfrm>
            <a:off x="2236827" y="5336451"/>
            <a:ext cx="4503274"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38" name="Shape 2038"/>
          <p:cNvSpPr/>
          <p:nvPr/>
        </p:nvSpPr>
        <p:spPr>
          <a:xfrm rot="10800000">
            <a:off x="7346268" y="3501911"/>
            <a:ext cx="2790171" cy="438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39" name="Shape 2039"/>
          <p:cNvSpPr/>
          <p:nvPr/>
        </p:nvSpPr>
        <p:spPr>
          <a:xfrm rot="10800000">
            <a:off x="6779007" y="5274523"/>
            <a:ext cx="1747649" cy="4097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miter lim="400000"/>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040" name="Shape 2040"/>
          <p:cNvSpPr/>
          <p:nvPr/>
        </p:nvSpPr>
        <p:spPr>
          <a:xfrm>
            <a:off x="5340751" y="7691749"/>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41" name="Shape 2041"/>
          <p:cNvSpPr/>
          <p:nvPr/>
        </p:nvSpPr>
        <p:spPr>
          <a:xfrm>
            <a:off x="1916722" y="8121233"/>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42" name="Shape 2042"/>
          <p:cNvSpPr/>
          <p:nvPr/>
        </p:nvSpPr>
        <p:spPr>
          <a:xfrm>
            <a:off x="5929509" y="10031401"/>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2043" name="Shape 2043"/>
          <p:cNvSpPr/>
          <p:nvPr/>
        </p:nvSpPr>
        <p:spPr>
          <a:xfrm>
            <a:off x="2505480" y="10460885"/>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044" name="Shape 204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2014"/>
                                        </p:tgtEl>
                                        <p:attrNameLst>
                                          <p:attrName>style.visibility</p:attrName>
                                        </p:attrNameLst>
                                      </p:cBhvr>
                                      <p:to>
                                        <p:strVal val="visible"/>
                                      </p:to>
                                    </p:set>
                                    <p:animEffect filter="wipe(left)" transition="in">
                                      <p:cBhvr>
                                        <p:cTn id="7" dur="500"/>
                                        <p:tgtEl>
                                          <p:spTgt spid="2014"/>
                                        </p:tgtEl>
                                      </p:cBhvr>
                                    </p:animEffect>
                                  </p:childTnLst>
                                </p:cTn>
                              </p:par>
                            </p:childTnLst>
                          </p:cTn>
                        </p:par>
                        <p:par>
                          <p:cTn id="8" fill="hold">
                            <p:stCondLst>
                              <p:cond delay="500"/>
                            </p:stCondLst>
                            <p:childTnLst>
                              <p:par>
                                <p:cTn id="9" presetClass="entr" nodeType="afterEffect" presetSubtype="1" presetID="22" grpId="2" fill="hold">
                                  <p:stCondLst>
                                    <p:cond delay="0"/>
                                  </p:stCondLst>
                                  <p:iterate type="el" backwards="0">
                                    <p:tmAbs val="0"/>
                                  </p:iterate>
                                  <p:childTnLst>
                                    <p:set>
                                      <p:cBhvr>
                                        <p:cTn id="10" fill="hold"/>
                                        <p:tgtEl>
                                          <p:spTgt spid="2013"/>
                                        </p:tgtEl>
                                        <p:attrNameLst>
                                          <p:attrName>style.visibility</p:attrName>
                                        </p:attrNameLst>
                                      </p:cBhvr>
                                      <p:to>
                                        <p:strVal val="visible"/>
                                      </p:to>
                                    </p:set>
                                    <p:animEffect filter="wipe(up)" transition="in">
                                      <p:cBhvr>
                                        <p:cTn id="11" dur="500"/>
                                        <p:tgtEl>
                                          <p:spTgt spid="2013"/>
                                        </p:tgtEl>
                                      </p:cBhvr>
                                    </p:animEffect>
                                  </p:childTnLst>
                                </p:cTn>
                              </p:par>
                            </p:childTnLst>
                          </p:cTn>
                        </p:par>
                        <p:par>
                          <p:cTn id="12" fill="hold">
                            <p:stCondLst>
                              <p:cond delay="1000"/>
                            </p:stCondLst>
                            <p:childTnLst>
                              <p:par>
                                <p:cTn id="13" presetClass="entr" nodeType="afterEffect" presetSubtype="1" presetID="22" grpId="3" fill="hold">
                                  <p:stCondLst>
                                    <p:cond delay="0"/>
                                  </p:stCondLst>
                                  <p:iterate type="el" backwards="0">
                                    <p:tmAbs val="0"/>
                                  </p:iterate>
                                  <p:childTnLst>
                                    <p:set>
                                      <p:cBhvr>
                                        <p:cTn id="14" fill="hold"/>
                                        <p:tgtEl>
                                          <p:spTgt spid="2012"/>
                                        </p:tgtEl>
                                        <p:attrNameLst>
                                          <p:attrName>style.visibility</p:attrName>
                                        </p:attrNameLst>
                                      </p:cBhvr>
                                      <p:to>
                                        <p:strVal val="visible"/>
                                      </p:to>
                                    </p:set>
                                    <p:animEffect filter="wipe(up)" transition="in">
                                      <p:cBhvr>
                                        <p:cTn id="15" dur="500"/>
                                        <p:tgtEl>
                                          <p:spTgt spid="2012"/>
                                        </p:tgtEl>
                                      </p:cBhvr>
                                    </p:animEffect>
                                  </p:childTnLst>
                                </p:cTn>
                              </p:par>
                            </p:childTnLst>
                          </p:cTn>
                        </p:par>
                        <p:par>
                          <p:cTn id="16" fill="hold">
                            <p:stCondLst>
                              <p:cond delay="1500"/>
                            </p:stCondLst>
                            <p:childTnLst>
                              <p:par>
                                <p:cTn id="17" presetClass="entr" nodeType="afterEffect" presetSubtype="2" presetID="22" grpId="4" fill="hold">
                                  <p:stCondLst>
                                    <p:cond delay="0"/>
                                  </p:stCondLst>
                                  <p:iterate type="el" backwards="0">
                                    <p:tmAbs val="0"/>
                                  </p:iterate>
                                  <p:childTnLst>
                                    <p:set>
                                      <p:cBhvr>
                                        <p:cTn id="18" fill="hold"/>
                                        <p:tgtEl>
                                          <p:spTgt spid="2011"/>
                                        </p:tgtEl>
                                        <p:attrNameLst>
                                          <p:attrName>style.visibility</p:attrName>
                                        </p:attrNameLst>
                                      </p:cBhvr>
                                      <p:to>
                                        <p:strVal val="visible"/>
                                      </p:to>
                                    </p:set>
                                    <p:animEffect filter="wipe(right)" transition="in">
                                      <p:cBhvr>
                                        <p:cTn id="19" dur="500"/>
                                        <p:tgtEl>
                                          <p:spTgt spid="2011"/>
                                        </p:tgtEl>
                                      </p:cBhvr>
                                    </p:animEffect>
                                  </p:childTnLst>
                                </p:cTn>
                              </p:par>
                            </p:childTnLst>
                          </p:cTn>
                        </p:par>
                        <p:par>
                          <p:cTn id="20" fill="hold">
                            <p:stCondLst>
                              <p:cond delay="2000"/>
                            </p:stCondLst>
                            <p:childTnLst>
                              <p:par>
                                <p:cTn id="21" presetClass="entr" nodeType="afterEffect" presetSubtype="2" presetID="22" grpId="5" fill="hold">
                                  <p:stCondLst>
                                    <p:cond delay="0"/>
                                  </p:stCondLst>
                                  <p:iterate type="el" backwards="0">
                                    <p:tmAbs val="0"/>
                                  </p:iterate>
                                  <p:childTnLst>
                                    <p:set>
                                      <p:cBhvr>
                                        <p:cTn id="22" fill="hold"/>
                                        <p:tgtEl>
                                          <p:spTgt spid="2010"/>
                                        </p:tgtEl>
                                        <p:attrNameLst>
                                          <p:attrName>style.visibility</p:attrName>
                                        </p:attrNameLst>
                                      </p:cBhvr>
                                      <p:to>
                                        <p:strVal val="visible"/>
                                      </p:to>
                                    </p:set>
                                    <p:animEffect filter="wipe(right)" transition="in">
                                      <p:cBhvr>
                                        <p:cTn id="23" dur="500"/>
                                        <p:tgtEl>
                                          <p:spTgt spid="2010"/>
                                        </p:tgtEl>
                                      </p:cBhvr>
                                    </p:animEffect>
                                  </p:childTnLst>
                                </p:cTn>
                              </p:par>
                            </p:childTnLst>
                          </p:cTn>
                        </p:par>
                        <p:par>
                          <p:cTn id="24" fill="hold">
                            <p:stCondLst>
                              <p:cond delay="2500"/>
                            </p:stCondLst>
                            <p:childTnLst>
                              <p:par>
                                <p:cTn id="25" presetClass="entr" nodeType="afterEffect" presetSubtype="2" presetID="22" grpId="6" fill="hold">
                                  <p:stCondLst>
                                    <p:cond delay="250"/>
                                  </p:stCondLst>
                                  <p:iterate type="el" backwards="0">
                                    <p:tmAbs val="0"/>
                                  </p:iterate>
                                  <p:childTnLst>
                                    <p:set>
                                      <p:cBhvr>
                                        <p:cTn id="26" fill="hold"/>
                                        <p:tgtEl>
                                          <p:spTgt spid="2019"/>
                                        </p:tgtEl>
                                        <p:attrNameLst>
                                          <p:attrName>style.visibility</p:attrName>
                                        </p:attrNameLst>
                                      </p:cBhvr>
                                      <p:to>
                                        <p:strVal val="visible"/>
                                      </p:to>
                                    </p:set>
                                    <p:animEffect filter="wipe(right)" transition="in">
                                      <p:cBhvr>
                                        <p:cTn id="27" dur="500"/>
                                        <p:tgtEl>
                                          <p:spTgt spid="2019"/>
                                        </p:tgtEl>
                                      </p:cBhvr>
                                    </p:animEffect>
                                  </p:childTnLst>
                                </p:cTn>
                              </p:par>
                            </p:childTnLst>
                          </p:cTn>
                        </p:par>
                        <p:par>
                          <p:cTn id="28" fill="hold">
                            <p:stCondLst>
                              <p:cond delay="3250"/>
                            </p:stCondLst>
                            <p:childTnLst>
                              <p:par>
                                <p:cTn id="29" presetClass="entr" nodeType="afterEffect" presetSubtype="4" presetID="22" grpId="7" fill="hold">
                                  <p:stCondLst>
                                    <p:cond delay="0"/>
                                  </p:stCondLst>
                                  <p:iterate type="el" backwards="0">
                                    <p:tmAbs val="0"/>
                                  </p:iterate>
                                  <p:childTnLst>
                                    <p:set>
                                      <p:cBhvr>
                                        <p:cTn id="30" fill="hold"/>
                                        <p:tgtEl>
                                          <p:spTgt spid="2018"/>
                                        </p:tgtEl>
                                        <p:attrNameLst>
                                          <p:attrName>style.visibility</p:attrName>
                                        </p:attrNameLst>
                                      </p:cBhvr>
                                      <p:to>
                                        <p:strVal val="visible"/>
                                      </p:to>
                                    </p:set>
                                    <p:animEffect filter="wipe(down)" transition="in">
                                      <p:cBhvr>
                                        <p:cTn id="31" dur="500"/>
                                        <p:tgtEl>
                                          <p:spTgt spid="2018"/>
                                        </p:tgtEl>
                                      </p:cBhvr>
                                    </p:animEffect>
                                  </p:childTnLst>
                                </p:cTn>
                              </p:par>
                            </p:childTnLst>
                          </p:cTn>
                        </p:par>
                        <p:par>
                          <p:cTn id="32" fill="hold">
                            <p:stCondLst>
                              <p:cond delay="3750"/>
                            </p:stCondLst>
                            <p:childTnLst>
                              <p:par>
                                <p:cTn id="33" presetClass="entr" nodeType="afterEffect" presetSubtype="4" presetID="22" grpId="8" fill="hold">
                                  <p:stCondLst>
                                    <p:cond delay="0"/>
                                  </p:stCondLst>
                                  <p:iterate type="el" backwards="0">
                                    <p:tmAbs val="0"/>
                                  </p:iterate>
                                  <p:childTnLst>
                                    <p:set>
                                      <p:cBhvr>
                                        <p:cTn id="34" fill="hold"/>
                                        <p:tgtEl>
                                          <p:spTgt spid="2017"/>
                                        </p:tgtEl>
                                        <p:attrNameLst>
                                          <p:attrName>style.visibility</p:attrName>
                                        </p:attrNameLst>
                                      </p:cBhvr>
                                      <p:to>
                                        <p:strVal val="visible"/>
                                      </p:to>
                                    </p:set>
                                    <p:animEffect filter="wipe(down)" transition="in">
                                      <p:cBhvr>
                                        <p:cTn id="35" dur="500"/>
                                        <p:tgtEl>
                                          <p:spTgt spid="2017"/>
                                        </p:tgtEl>
                                      </p:cBhvr>
                                    </p:animEffect>
                                  </p:childTnLst>
                                </p:cTn>
                              </p:par>
                            </p:childTnLst>
                          </p:cTn>
                        </p:par>
                        <p:par>
                          <p:cTn id="36" fill="hold">
                            <p:stCondLst>
                              <p:cond delay="4250"/>
                            </p:stCondLst>
                            <p:childTnLst>
                              <p:par>
                                <p:cTn id="37" presetClass="entr" nodeType="afterEffect" presetSubtype="8" presetID="22" grpId="9" fill="hold">
                                  <p:stCondLst>
                                    <p:cond delay="0"/>
                                  </p:stCondLst>
                                  <p:iterate type="el" backwards="0">
                                    <p:tmAbs val="0"/>
                                  </p:iterate>
                                  <p:childTnLst>
                                    <p:set>
                                      <p:cBhvr>
                                        <p:cTn id="38" fill="hold"/>
                                        <p:tgtEl>
                                          <p:spTgt spid="2020"/>
                                        </p:tgtEl>
                                        <p:attrNameLst>
                                          <p:attrName>style.visibility</p:attrName>
                                        </p:attrNameLst>
                                      </p:cBhvr>
                                      <p:to>
                                        <p:strVal val="visible"/>
                                      </p:to>
                                    </p:set>
                                    <p:animEffect filter="wipe(left)" transition="in">
                                      <p:cBhvr>
                                        <p:cTn id="39" dur="500"/>
                                        <p:tgtEl>
                                          <p:spTgt spid="2020"/>
                                        </p:tgtEl>
                                      </p:cBhvr>
                                    </p:animEffect>
                                  </p:childTnLst>
                                </p:cTn>
                              </p:par>
                            </p:childTnLst>
                          </p:cTn>
                        </p:par>
                        <p:par>
                          <p:cTn id="40" fill="hold">
                            <p:stCondLst>
                              <p:cond delay="4750"/>
                            </p:stCondLst>
                            <p:childTnLst>
                              <p:par>
                                <p:cTn id="41" presetClass="entr" nodeType="afterEffect" presetSubtype="8" presetID="22" grpId="10" fill="hold">
                                  <p:stCondLst>
                                    <p:cond delay="0"/>
                                  </p:stCondLst>
                                  <p:iterate type="el" backwards="0">
                                    <p:tmAbs val="0"/>
                                  </p:iterate>
                                  <p:childTnLst>
                                    <p:set>
                                      <p:cBhvr>
                                        <p:cTn id="42" fill="hold"/>
                                        <p:tgtEl>
                                          <p:spTgt spid="2021"/>
                                        </p:tgtEl>
                                        <p:attrNameLst>
                                          <p:attrName>style.visibility</p:attrName>
                                        </p:attrNameLst>
                                      </p:cBhvr>
                                      <p:to>
                                        <p:strVal val="visible"/>
                                      </p:to>
                                    </p:set>
                                    <p:animEffect filter="wipe(left)" transition="in">
                                      <p:cBhvr>
                                        <p:cTn id="43" dur="500"/>
                                        <p:tgtEl>
                                          <p:spTgt spid="2021"/>
                                        </p:tgtEl>
                                      </p:cBhvr>
                                    </p:animEffect>
                                  </p:childTnLst>
                                </p:cTn>
                              </p:par>
                            </p:childTnLst>
                          </p:cTn>
                        </p:par>
                        <p:par>
                          <p:cTn id="44" fill="hold">
                            <p:stCondLst>
                              <p:cond delay="5250"/>
                            </p:stCondLst>
                            <p:childTnLst>
                              <p:par>
                                <p:cTn id="45" presetClass="entr" nodeType="afterEffect" presetSubtype="8" presetID="22" grpId="11" fill="hold">
                                  <p:stCondLst>
                                    <p:cond delay="0"/>
                                  </p:stCondLst>
                                  <p:iterate type="el" backwards="0">
                                    <p:tmAbs val="0"/>
                                  </p:iterate>
                                  <p:childTnLst>
                                    <p:set>
                                      <p:cBhvr>
                                        <p:cTn id="46" fill="hold"/>
                                        <p:tgtEl>
                                          <p:spTgt spid="2026"/>
                                        </p:tgtEl>
                                        <p:attrNameLst>
                                          <p:attrName>style.visibility</p:attrName>
                                        </p:attrNameLst>
                                      </p:cBhvr>
                                      <p:to>
                                        <p:strVal val="visible"/>
                                      </p:to>
                                    </p:set>
                                    <p:animEffect filter="wipe(left)" transition="in">
                                      <p:cBhvr>
                                        <p:cTn id="47" dur="500"/>
                                        <p:tgtEl>
                                          <p:spTgt spid="2026"/>
                                        </p:tgtEl>
                                      </p:cBhvr>
                                    </p:animEffect>
                                  </p:childTnLst>
                                </p:cTn>
                              </p:par>
                            </p:childTnLst>
                          </p:cTn>
                        </p:par>
                        <p:par>
                          <p:cTn id="48" fill="hold">
                            <p:stCondLst>
                              <p:cond delay="5750"/>
                            </p:stCondLst>
                            <p:childTnLst>
                              <p:par>
                                <p:cTn id="49" presetClass="entr" nodeType="afterEffect" presetSubtype="8" presetID="22" grpId="12" fill="hold">
                                  <p:stCondLst>
                                    <p:cond delay="0"/>
                                  </p:stCondLst>
                                  <p:iterate type="el" backwards="0">
                                    <p:tmAbs val="0"/>
                                  </p:iterate>
                                  <p:childTnLst>
                                    <p:set>
                                      <p:cBhvr>
                                        <p:cTn id="50" fill="hold"/>
                                        <p:tgtEl>
                                          <p:spTgt spid="2027"/>
                                        </p:tgtEl>
                                        <p:attrNameLst>
                                          <p:attrName>style.visibility</p:attrName>
                                        </p:attrNameLst>
                                      </p:cBhvr>
                                      <p:to>
                                        <p:strVal val="visible"/>
                                      </p:to>
                                    </p:set>
                                    <p:animEffect filter="wipe(left)" transition="in">
                                      <p:cBhvr>
                                        <p:cTn id="51" dur="500"/>
                                        <p:tgtEl>
                                          <p:spTgt spid="2027"/>
                                        </p:tgtEl>
                                      </p:cBhvr>
                                    </p:animEffect>
                                  </p:childTnLst>
                                </p:cTn>
                              </p:par>
                            </p:childTnLst>
                          </p:cTn>
                        </p:par>
                        <p:par>
                          <p:cTn id="52" fill="hold">
                            <p:stCondLst>
                              <p:cond delay="6250"/>
                            </p:stCondLst>
                            <p:childTnLst>
                              <p:par>
                                <p:cTn id="53" presetClass="entr" nodeType="afterEffect" presetSubtype="2" presetID="22" grpId="13" fill="hold">
                                  <p:stCondLst>
                                    <p:cond delay="0"/>
                                  </p:stCondLst>
                                  <p:iterate type="el" backwards="0">
                                    <p:tmAbs val="0"/>
                                  </p:iterate>
                                  <p:childTnLst>
                                    <p:set>
                                      <p:cBhvr>
                                        <p:cTn id="54" fill="hold"/>
                                        <p:tgtEl>
                                          <p:spTgt spid="2032"/>
                                        </p:tgtEl>
                                        <p:attrNameLst>
                                          <p:attrName>style.visibility</p:attrName>
                                        </p:attrNameLst>
                                      </p:cBhvr>
                                      <p:to>
                                        <p:strVal val="visible"/>
                                      </p:to>
                                    </p:set>
                                    <p:animEffect filter="wipe(right)" transition="in">
                                      <p:cBhvr>
                                        <p:cTn id="55" dur="500"/>
                                        <p:tgtEl>
                                          <p:spTgt spid="2032"/>
                                        </p:tgtEl>
                                      </p:cBhvr>
                                    </p:animEffect>
                                  </p:childTnLst>
                                </p:cTn>
                              </p:par>
                            </p:childTnLst>
                          </p:cTn>
                        </p:par>
                        <p:par>
                          <p:cTn id="56" fill="hold">
                            <p:stCondLst>
                              <p:cond delay="6750"/>
                            </p:stCondLst>
                            <p:childTnLst>
                              <p:par>
                                <p:cTn id="57" presetClass="entr" nodeType="afterEffect" presetSubtype="2" presetID="22" grpId="14" fill="hold">
                                  <p:stCondLst>
                                    <p:cond delay="0"/>
                                  </p:stCondLst>
                                  <p:iterate type="el" backwards="0">
                                    <p:tmAbs val="0"/>
                                  </p:iterate>
                                  <p:childTnLst>
                                    <p:set>
                                      <p:cBhvr>
                                        <p:cTn id="58" fill="hold"/>
                                        <p:tgtEl>
                                          <p:spTgt spid="2033"/>
                                        </p:tgtEl>
                                        <p:attrNameLst>
                                          <p:attrName>style.visibility</p:attrName>
                                        </p:attrNameLst>
                                      </p:cBhvr>
                                      <p:to>
                                        <p:strVal val="visible"/>
                                      </p:to>
                                    </p:set>
                                    <p:animEffect filter="wipe(right)" transition="in">
                                      <p:cBhvr>
                                        <p:cTn id="59" dur="500"/>
                                        <p:tgtEl>
                                          <p:spTgt spid="2033"/>
                                        </p:tgtEl>
                                      </p:cBhvr>
                                    </p:animEffect>
                                  </p:childTnLst>
                                </p:cTn>
                              </p:par>
                            </p:childTnLst>
                          </p:cTn>
                        </p:par>
                        <p:par>
                          <p:cTn id="60" fill="hold">
                            <p:stCondLst>
                              <p:cond delay="7250"/>
                            </p:stCondLst>
                            <p:childTnLst>
                              <p:par>
                                <p:cTn id="61" presetClass="entr" nodeType="afterEffect" presetSubtype="2" presetID="22" grpId="15" fill="hold">
                                  <p:stCondLst>
                                    <p:cond delay="0"/>
                                  </p:stCondLst>
                                  <p:iterate type="el" backwards="0">
                                    <p:tmAbs val="0"/>
                                  </p:iterate>
                                  <p:childTnLst>
                                    <p:set>
                                      <p:cBhvr>
                                        <p:cTn id="62" fill="hold"/>
                                        <p:tgtEl>
                                          <p:spTgt spid="2038"/>
                                        </p:tgtEl>
                                        <p:attrNameLst>
                                          <p:attrName>style.visibility</p:attrName>
                                        </p:attrNameLst>
                                      </p:cBhvr>
                                      <p:to>
                                        <p:strVal val="visible"/>
                                      </p:to>
                                    </p:set>
                                    <p:animEffect filter="wipe(right)" transition="in">
                                      <p:cBhvr>
                                        <p:cTn id="63" dur="500"/>
                                        <p:tgtEl>
                                          <p:spTgt spid="2038"/>
                                        </p:tgtEl>
                                      </p:cBhvr>
                                    </p:animEffect>
                                  </p:childTnLst>
                                </p:cTn>
                              </p:par>
                            </p:childTnLst>
                          </p:cTn>
                        </p:par>
                        <p:par>
                          <p:cTn id="64" fill="hold">
                            <p:stCondLst>
                              <p:cond delay="7750"/>
                            </p:stCondLst>
                            <p:childTnLst>
                              <p:par>
                                <p:cTn id="65" presetClass="entr" nodeType="afterEffect" presetSubtype="2" presetID="22" grpId="16" fill="hold">
                                  <p:stCondLst>
                                    <p:cond delay="0"/>
                                  </p:stCondLst>
                                  <p:iterate type="el" backwards="0">
                                    <p:tmAbs val="0"/>
                                  </p:iterate>
                                  <p:childTnLst>
                                    <p:set>
                                      <p:cBhvr>
                                        <p:cTn id="66" fill="hold"/>
                                        <p:tgtEl>
                                          <p:spTgt spid="2039"/>
                                        </p:tgtEl>
                                        <p:attrNameLst>
                                          <p:attrName>style.visibility</p:attrName>
                                        </p:attrNameLst>
                                      </p:cBhvr>
                                      <p:to>
                                        <p:strVal val="visible"/>
                                      </p:to>
                                    </p:set>
                                    <p:animEffect filter="wipe(right)" transition="in">
                                      <p:cBhvr>
                                        <p:cTn id="67" dur="500"/>
                                        <p:tgtEl>
                                          <p:spTgt spid="2039"/>
                                        </p:tgtEl>
                                      </p:cBhvr>
                                    </p:animEffect>
                                  </p:childTnLst>
                                </p:cTn>
                              </p:par>
                            </p:childTnLst>
                          </p:cTn>
                        </p:par>
                        <p:par>
                          <p:cTn id="68" fill="hold">
                            <p:stCondLst>
                              <p:cond delay="8250"/>
                            </p:stCondLst>
                            <p:childTnLst>
                              <p:par>
                                <p:cTn id="69" presetClass="entr" nodeType="afterEffect" presetID="9" grpId="17" fill="hold">
                                  <p:stCondLst>
                                    <p:cond delay="0"/>
                                  </p:stCondLst>
                                  <p:iterate type="el" backwards="0">
                                    <p:tmAbs val="0"/>
                                  </p:iterate>
                                  <p:childTnLst>
                                    <p:set>
                                      <p:cBhvr>
                                        <p:cTn id="70" fill="hold"/>
                                        <p:tgtEl>
                                          <p:spTgt spid="2022"/>
                                        </p:tgtEl>
                                        <p:attrNameLst>
                                          <p:attrName>style.visibility</p:attrName>
                                        </p:attrNameLst>
                                      </p:cBhvr>
                                      <p:to>
                                        <p:strVal val="visible"/>
                                      </p:to>
                                    </p:set>
                                    <p:animEffect filter="dissolve" transition="in">
                                      <p:cBhvr>
                                        <p:cTn id="71" dur="500"/>
                                        <p:tgtEl>
                                          <p:spTgt spid="2022"/>
                                        </p:tgtEl>
                                      </p:cBhvr>
                                    </p:animEffect>
                                  </p:childTnLst>
                                </p:cTn>
                              </p:par>
                            </p:childTnLst>
                          </p:cTn>
                        </p:par>
                        <p:par>
                          <p:cTn id="72" fill="hold">
                            <p:stCondLst>
                              <p:cond delay="8750"/>
                            </p:stCondLst>
                            <p:childTnLst>
                              <p:par>
                                <p:cTn id="73" presetClass="entr" nodeType="afterEffect" presetID="9" grpId="18" fill="hold">
                                  <p:stCondLst>
                                    <p:cond delay="0"/>
                                  </p:stCondLst>
                                  <p:iterate type="el" backwards="0">
                                    <p:tmAbs val="0"/>
                                  </p:iterate>
                                  <p:childTnLst>
                                    <p:set>
                                      <p:cBhvr>
                                        <p:cTn id="74" fill="hold"/>
                                        <p:tgtEl>
                                          <p:spTgt spid="2023"/>
                                        </p:tgtEl>
                                        <p:attrNameLst>
                                          <p:attrName>style.visibility</p:attrName>
                                        </p:attrNameLst>
                                      </p:cBhvr>
                                      <p:to>
                                        <p:strVal val="visible"/>
                                      </p:to>
                                    </p:set>
                                    <p:animEffect filter="dissolve" transition="in">
                                      <p:cBhvr>
                                        <p:cTn id="75" dur="500"/>
                                        <p:tgtEl>
                                          <p:spTgt spid="2023"/>
                                        </p:tgtEl>
                                      </p:cBhvr>
                                    </p:animEffect>
                                  </p:childTnLst>
                                </p:cTn>
                              </p:par>
                            </p:childTnLst>
                          </p:cTn>
                        </p:par>
                        <p:par>
                          <p:cTn id="76" fill="hold">
                            <p:stCondLst>
                              <p:cond delay="9250"/>
                            </p:stCondLst>
                            <p:childTnLst>
                              <p:par>
                                <p:cTn id="77" presetClass="entr" nodeType="afterEffect" presetID="9" grpId="19" fill="hold">
                                  <p:stCondLst>
                                    <p:cond delay="0"/>
                                  </p:stCondLst>
                                  <p:iterate type="el" backwards="0">
                                    <p:tmAbs val="0"/>
                                  </p:iterate>
                                  <p:childTnLst>
                                    <p:set>
                                      <p:cBhvr>
                                        <p:cTn id="78" fill="hold"/>
                                        <p:tgtEl>
                                          <p:spTgt spid="2024"/>
                                        </p:tgtEl>
                                        <p:attrNameLst>
                                          <p:attrName>style.visibility</p:attrName>
                                        </p:attrNameLst>
                                      </p:cBhvr>
                                      <p:to>
                                        <p:strVal val="visible"/>
                                      </p:to>
                                    </p:set>
                                    <p:animEffect filter="dissolve" transition="in">
                                      <p:cBhvr>
                                        <p:cTn id="79" dur="500"/>
                                        <p:tgtEl>
                                          <p:spTgt spid="2024"/>
                                        </p:tgtEl>
                                      </p:cBhvr>
                                    </p:animEffect>
                                  </p:childTnLst>
                                </p:cTn>
                              </p:par>
                            </p:childTnLst>
                          </p:cTn>
                        </p:par>
                        <p:par>
                          <p:cTn id="80" fill="hold">
                            <p:stCondLst>
                              <p:cond delay="9750"/>
                            </p:stCondLst>
                            <p:childTnLst>
                              <p:par>
                                <p:cTn id="81" presetClass="entr" nodeType="afterEffect" presetID="9" grpId="20" fill="hold">
                                  <p:stCondLst>
                                    <p:cond delay="0"/>
                                  </p:stCondLst>
                                  <p:iterate type="el" backwards="0">
                                    <p:tmAbs val="0"/>
                                  </p:iterate>
                                  <p:childTnLst>
                                    <p:set>
                                      <p:cBhvr>
                                        <p:cTn id="82" fill="hold"/>
                                        <p:tgtEl>
                                          <p:spTgt spid="2025"/>
                                        </p:tgtEl>
                                        <p:attrNameLst>
                                          <p:attrName>style.visibility</p:attrName>
                                        </p:attrNameLst>
                                      </p:cBhvr>
                                      <p:to>
                                        <p:strVal val="visible"/>
                                      </p:to>
                                    </p:set>
                                    <p:animEffect filter="dissolve" transition="in">
                                      <p:cBhvr>
                                        <p:cTn id="83" dur="500"/>
                                        <p:tgtEl>
                                          <p:spTgt spid="2025"/>
                                        </p:tgtEl>
                                      </p:cBhvr>
                                    </p:animEffect>
                                  </p:childTnLst>
                                </p:cTn>
                              </p:par>
                            </p:childTnLst>
                          </p:cTn>
                        </p:par>
                        <p:par>
                          <p:cTn id="84" fill="hold">
                            <p:stCondLst>
                              <p:cond delay="10250"/>
                            </p:stCondLst>
                            <p:childTnLst>
                              <p:par>
                                <p:cTn id="85" presetClass="entr" nodeType="afterEffect" presetID="9" grpId="21" fill="hold">
                                  <p:stCondLst>
                                    <p:cond delay="0"/>
                                  </p:stCondLst>
                                  <p:iterate type="el" backwards="0">
                                    <p:tmAbs val="0"/>
                                  </p:iterate>
                                  <p:childTnLst>
                                    <p:set>
                                      <p:cBhvr>
                                        <p:cTn id="86" fill="hold"/>
                                        <p:tgtEl>
                                          <p:spTgt spid="2029"/>
                                        </p:tgtEl>
                                        <p:attrNameLst>
                                          <p:attrName>style.visibility</p:attrName>
                                        </p:attrNameLst>
                                      </p:cBhvr>
                                      <p:to>
                                        <p:strVal val="visible"/>
                                      </p:to>
                                    </p:set>
                                    <p:animEffect filter="dissolve" transition="in">
                                      <p:cBhvr>
                                        <p:cTn id="87" dur="500"/>
                                        <p:tgtEl>
                                          <p:spTgt spid="2029"/>
                                        </p:tgtEl>
                                      </p:cBhvr>
                                    </p:animEffect>
                                  </p:childTnLst>
                                </p:cTn>
                              </p:par>
                            </p:childTnLst>
                          </p:cTn>
                        </p:par>
                        <p:par>
                          <p:cTn id="88" fill="hold">
                            <p:stCondLst>
                              <p:cond delay="10750"/>
                            </p:stCondLst>
                            <p:childTnLst>
                              <p:par>
                                <p:cTn id="89" presetClass="entr" nodeType="afterEffect" presetID="9" grpId="22" fill="hold">
                                  <p:stCondLst>
                                    <p:cond delay="0"/>
                                  </p:stCondLst>
                                  <p:iterate type="el" backwards="0">
                                    <p:tmAbs val="0"/>
                                  </p:iterate>
                                  <p:childTnLst>
                                    <p:set>
                                      <p:cBhvr>
                                        <p:cTn id="90" fill="hold"/>
                                        <p:tgtEl>
                                          <p:spTgt spid="2028"/>
                                        </p:tgtEl>
                                        <p:attrNameLst>
                                          <p:attrName>style.visibility</p:attrName>
                                        </p:attrNameLst>
                                      </p:cBhvr>
                                      <p:to>
                                        <p:strVal val="visible"/>
                                      </p:to>
                                    </p:set>
                                    <p:animEffect filter="dissolve" transition="in">
                                      <p:cBhvr>
                                        <p:cTn id="91" dur="500"/>
                                        <p:tgtEl>
                                          <p:spTgt spid="2028"/>
                                        </p:tgtEl>
                                      </p:cBhvr>
                                    </p:animEffect>
                                  </p:childTnLst>
                                </p:cTn>
                              </p:par>
                            </p:childTnLst>
                          </p:cTn>
                        </p:par>
                        <p:par>
                          <p:cTn id="92" fill="hold">
                            <p:stCondLst>
                              <p:cond delay="11250"/>
                            </p:stCondLst>
                            <p:childTnLst>
                              <p:par>
                                <p:cTn id="93" presetClass="entr" nodeType="afterEffect" presetID="9" grpId="23" fill="hold">
                                  <p:stCondLst>
                                    <p:cond delay="0"/>
                                  </p:stCondLst>
                                  <p:iterate type="el" backwards="0">
                                    <p:tmAbs val="0"/>
                                  </p:iterate>
                                  <p:childTnLst>
                                    <p:set>
                                      <p:cBhvr>
                                        <p:cTn id="94" fill="hold"/>
                                        <p:tgtEl>
                                          <p:spTgt spid="2030"/>
                                        </p:tgtEl>
                                        <p:attrNameLst>
                                          <p:attrName>style.visibility</p:attrName>
                                        </p:attrNameLst>
                                      </p:cBhvr>
                                      <p:to>
                                        <p:strVal val="visible"/>
                                      </p:to>
                                    </p:set>
                                    <p:animEffect filter="dissolve" transition="in">
                                      <p:cBhvr>
                                        <p:cTn id="95" dur="500"/>
                                        <p:tgtEl>
                                          <p:spTgt spid="2030"/>
                                        </p:tgtEl>
                                      </p:cBhvr>
                                    </p:animEffect>
                                  </p:childTnLst>
                                </p:cTn>
                              </p:par>
                            </p:childTnLst>
                          </p:cTn>
                        </p:par>
                        <p:par>
                          <p:cTn id="96" fill="hold">
                            <p:stCondLst>
                              <p:cond delay="11750"/>
                            </p:stCondLst>
                            <p:childTnLst>
                              <p:par>
                                <p:cTn id="97" presetClass="entr" nodeType="afterEffect" presetID="9" grpId="24" fill="hold">
                                  <p:stCondLst>
                                    <p:cond delay="0"/>
                                  </p:stCondLst>
                                  <p:iterate type="el" backwards="0">
                                    <p:tmAbs val="0"/>
                                  </p:iterate>
                                  <p:childTnLst>
                                    <p:set>
                                      <p:cBhvr>
                                        <p:cTn id="98" fill="hold"/>
                                        <p:tgtEl>
                                          <p:spTgt spid="2031"/>
                                        </p:tgtEl>
                                        <p:attrNameLst>
                                          <p:attrName>style.visibility</p:attrName>
                                        </p:attrNameLst>
                                      </p:cBhvr>
                                      <p:to>
                                        <p:strVal val="visible"/>
                                      </p:to>
                                    </p:set>
                                    <p:animEffect filter="dissolve" transition="in">
                                      <p:cBhvr>
                                        <p:cTn id="99" dur="500"/>
                                        <p:tgtEl>
                                          <p:spTgt spid="2031"/>
                                        </p:tgtEl>
                                      </p:cBhvr>
                                    </p:animEffect>
                                  </p:childTnLst>
                                </p:cTn>
                              </p:par>
                            </p:childTnLst>
                          </p:cTn>
                        </p:par>
                        <p:par>
                          <p:cTn id="100" fill="hold">
                            <p:stCondLst>
                              <p:cond delay="12250"/>
                            </p:stCondLst>
                            <p:childTnLst>
                              <p:par>
                                <p:cTn id="101" presetClass="entr" nodeType="afterEffect" presetID="9" grpId="25" fill="hold">
                                  <p:stCondLst>
                                    <p:cond delay="0"/>
                                  </p:stCondLst>
                                  <p:iterate type="el" backwards="0">
                                    <p:tmAbs val="0"/>
                                  </p:iterate>
                                  <p:childTnLst>
                                    <p:set>
                                      <p:cBhvr>
                                        <p:cTn id="102" fill="hold"/>
                                        <p:tgtEl>
                                          <p:spTgt spid="2034"/>
                                        </p:tgtEl>
                                        <p:attrNameLst>
                                          <p:attrName>style.visibility</p:attrName>
                                        </p:attrNameLst>
                                      </p:cBhvr>
                                      <p:to>
                                        <p:strVal val="visible"/>
                                      </p:to>
                                    </p:set>
                                    <p:animEffect filter="dissolve" transition="in">
                                      <p:cBhvr>
                                        <p:cTn id="103" dur="500"/>
                                        <p:tgtEl>
                                          <p:spTgt spid="2034"/>
                                        </p:tgtEl>
                                      </p:cBhvr>
                                    </p:animEffect>
                                  </p:childTnLst>
                                </p:cTn>
                              </p:par>
                            </p:childTnLst>
                          </p:cTn>
                        </p:par>
                        <p:par>
                          <p:cTn id="104" fill="hold">
                            <p:stCondLst>
                              <p:cond delay="12750"/>
                            </p:stCondLst>
                            <p:childTnLst>
                              <p:par>
                                <p:cTn id="105" presetClass="entr" nodeType="afterEffect" presetID="9" grpId="26" fill="hold">
                                  <p:stCondLst>
                                    <p:cond delay="0"/>
                                  </p:stCondLst>
                                  <p:iterate type="el" backwards="0">
                                    <p:tmAbs val="0"/>
                                  </p:iterate>
                                  <p:childTnLst>
                                    <p:set>
                                      <p:cBhvr>
                                        <p:cTn id="106" fill="hold"/>
                                        <p:tgtEl>
                                          <p:spTgt spid="2035"/>
                                        </p:tgtEl>
                                        <p:attrNameLst>
                                          <p:attrName>style.visibility</p:attrName>
                                        </p:attrNameLst>
                                      </p:cBhvr>
                                      <p:to>
                                        <p:strVal val="visible"/>
                                      </p:to>
                                    </p:set>
                                    <p:animEffect filter="dissolve" transition="in">
                                      <p:cBhvr>
                                        <p:cTn id="107" dur="500"/>
                                        <p:tgtEl>
                                          <p:spTgt spid="2035"/>
                                        </p:tgtEl>
                                      </p:cBhvr>
                                    </p:animEffect>
                                  </p:childTnLst>
                                </p:cTn>
                              </p:par>
                            </p:childTnLst>
                          </p:cTn>
                        </p:par>
                        <p:par>
                          <p:cTn id="108" fill="hold">
                            <p:stCondLst>
                              <p:cond delay="13250"/>
                            </p:stCondLst>
                            <p:childTnLst>
                              <p:par>
                                <p:cTn id="109" presetClass="entr" nodeType="afterEffect" presetID="9" grpId="27" fill="hold">
                                  <p:stCondLst>
                                    <p:cond delay="0"/>
                                  </p:stCondLst>
                                  <p:iterate type="el" backwards="0">
                                    <p:tmAbs val="0"/>
                                  </p:iterate>
                                  <p:childTnLst>
                                    <p:set>
                                      <p:cBhvr>
                                        <p:cTn id="110" fill="hold"/>
                                        <p:tgtEl>
                                          <p:spTgt spid="2036"/>
                                        </p:tgtEl>
                                        <p:attrNameLst>
                                          <p:attrName>style.visibility</p:attrName>
                                        </p:attrNameLst>
                                      </p:cBhvr>
                                      <p:to>
                                        <p:strVal val="visible"/>
                                      </p:to>
                                    </p:set>
                                    <p:animEffect filter="dissolve" transition="in">
                                      <p:cBhvr>
                                        <p:cTn id="111" dur="500"/>
                                        <p:tgtEl>
                                          <p:spTgt spid="2036"/>
                                        </p:tgtEl>
                                      </p:cBhvr>
                                    </p:animEffect>
                                  </p:childTnLst>
                                </p:cTn>
                              </p:par>
                            </p:childTnLst>
                          </p:cTn>
                        </p:par>
                        <p:par>
                          <p:cTn id="112" fill="hold">
                            <p:stCondLst>
                              <p:cond delay="13750"/>
                            </p:stCondLst>
                            <p:childTnLst>
                              <p:par>
                                <p:cTn id="113" presetClass="entr" nodeType="afterEffect" presetID="9" grpId="28" fill="hold">
                                  <p:stCondLst>
                                    <p:cond delay="0"/>
                                  </p:stCondLst>
                                  <p:iterate type="el" backwards="0">
                                    <p:tmAbs val="0"/>
                                  </p:iterate>
                                  <p:childTnLst>
                                    <p:set>
                                      <p:cBhvr>
                                        <p:cTn id="114" fill="hold"/>
                                        <p:tgtEl>
                                          <p:spTgt spid="2037"/>
                                        </p:tgtEl>
                                        <p:attrNameLst>
                                          <p:attrName>style.visibility</p:attrName>
                                        </p:attrNameLst>
                                      </p:cBhvr>
                                      <p:to>
                                        <p:strVal val="visible"/>
                                      </p:to>
                                    </p:set>
                                    <p:animEffect filter="dissolve" transition="in">
                                      <p:cBhvr>
                                        <p:cTn id="115" dur="500"/>
                                        <p:tgtEl>
                                          <p:spTgt spid="2037"/>
                                        </p:tgtEl>
                                      </p:cBhvr>
                                    </p:animEffect>
                                  </p:childTnLst>
                                </p:cTn>
                              </p:par>
                            </p:childTnLst>
                          </p:cTn>
                        </p:par>
                        <p:par>
                          <p:cTn id="116" fill="hold">
                            <p:stCondLst>
                              <p:cond delay="14250"/>
                            </p:stCondLst>
                            <p:childTnLst>
                              <p:par>
                                <p:cTn id="117" presetClass="entr" nodeType="afterEffect" presetID="9" grpId="29" fill="hold">
                                  <p:stCondLst>
                                    <p:cond delay="0"/>
                                  </p:stCondLst>
                                  <p:iterate type="el" backwards="0">
                                    <p:tmAbs val="0"/>
                                  </p:iterate>
                                  <p:childTnLst>
                                    <p:set>
                                      <p:cBhvr>
                                        <p:cTn id="118" fill="hold"/>
                                        <p:tgtEl>
                                          <p:spTgt spid="2040"/>
                                        </p:tgtEl>
                                        <p:attrNameLst>
                                          <p:attrName>style.visibility</p:attrName>
                                        </p:attrNameLst>
                                      </p:cBhvr>
                                      <p:to>
                                        <p:strVal val="visible"/>
                                      </p:to>
                                    </p:set>
                                    <p:animEffect filter="dissolve" transition="in">
                                      <p:cBhvr>
                                        <p:cTn id="119" dur="500"/>
                                        <p:tgtEl>
                                          <p:spTgt spid="2040"/>
                                        </p:tgtEl>
                                      </p:cBhvr>
                                    </p:animEffect>
                                  </p:childTnLst>
                                </p:cTn>
                              </p:par>
                            </p:childTnLst>
                          </p:cTn>
                        </p:par>
                        <p:par>
                          <p:cTn id="120" fill="hold">
                            <p:stCondLst>
                              <p:cond delay="14750"/>
                            </p:stCondLst>
                            <p:childTnLst>
                              <p:par>
                                <p:cTn id="121" presetClass="entr" nodeType="afterEffect" presetID="9" grpId="30" fill="hold">
                                  <p:stCondLst>
                                    <p:cond delay="0"/>
                                  </p:stCondLst>
                                  <p:iterate type="el" backwards="0">
                                    <p:tmAbs val="0"/>
                                  </p:iterate>
                                  <p:childTnLst>
                                    <p:set>
                                      <p:cBhvr>
                                        <p:cTn id="122" fill="hold"/>
                                        <p:tgtEl>
                                          <p:spTgt spid="2041"/>
                                        </p:tgtEl>
                                        <p:attrNameLst>
                                          <p:attrName>style.visibility</p:attrName>
                                        </p:attrNameLst>
                                      </p:cBhvr>
                                      <p:to>
                                        <p:strVal val="visible"/>
                                      </p:to>
                                    </p:set>
                                    <p:animEffect filter="dissolve" transition="in">
                                      <p:cBhvr>
                                        <p:cTn id="123" dur="500"/>
                                        <p:tgtEl>
                                          <p:spTgt spid="2041"/>
                                        </p:tgtEl>
                                      </p:cBhvr>
                                    </p:animEffect>
                                  </p:childTnLst>
                                </p:cTn>
                              </p:par>
                            </p:childTnLst>
                          </p:cTn>
                        </p:par>
                        <p:par>
                          <p:cTn id="124" fill="hold">
                            <p:stCondLst>
                              <p:cond delay="15250"/>
                            </p:stCondLst>
                            <p:childTnLst>
                              <p:par>
                                <p:cTn id="125" presetClass="entr" nodeType="afterEffect" presetID="9" grpId="31" fill="hold">
                                  <p:stCondLst>
                                    <p:cond delay="0"/>
                                  </p:stCondLst>
                                  <p:iterate type="el" backwards="0">
                                    <p:tmAbs val="0"/>
                                  </p:iterate>
                                  <p:childTnLst>
                                    <p:set>
                                      <p:cBhvr>
                                        <p:cTn id="126" fill="hold"/>
                                        <p:tgtEl>
                                          <p:spTgt spid="2042"/>
                                        </p:tgtEl>
                                        <p:attrNameLst>
                                          <p:attrName>style.visibility</p:attrName>
                                        </p:attrNameLst>
                                      </p:cBhvr>
                                      <p:to>
                                        <p:strVal val="visible"/>
                                      </p:to>
                                    </p:set>
                                    <p:animEffect filter="dissolve" transition="in">
                                      <p:cBhvr>
                                        <p:cTn id="127" dur="500"/>
                                        <p:tgtEl>
                                          <p:spTgt spid="2042"/>
                                        </p:tgtEl>
                                      </p:cBhvr>
                                    </p:animEffect>
                                  </p:childTnLst>
                                </p:cTn>
                              </p:par>
                            </p:childTnLst>
                          </p:cTn>
                        </p:par>
                        <p:par>
                          <p:cTn id="128" fill="hold">
                            <p:stCondLst>
                              <p:cond delay="15750"/>
                            </p:stCondLst>
                            <p:childTnLst>
                              <p:par>
                                <p:cTn id="129" presetClass="entr" nodeType="afterEffect" presetID="9" grpId="32" fill="hold">
                                  <p:stCondLst>
                                    <p:cond delay="0"/>
                                  </p:stCondLst>
                                  <p:iterate type="el" backwards="0">
                                    <p:tmAbs val="0"/>
                                  </p:iterate>
                                  <p:childTnLst>
                                    <p:set>
                                      <p:cBhvr>
                                        <p:cTn id="130" fill="hold"/>
                                        <p:tgtEl>
                                          <p:spTgt spid="2043"/>
                                        </p:tgtEl>
                                        <p:attrNameLst>
                                          <p:attrName>style.visibility</p:attrName>
                                        </p:attrNameLst>
                                      </p:cBhvr>
                                      <p:to>
                                        <p:strVal val="visible"/>
                                      </p:to>
                                    </p:set>
                                    <p:animEffect filter="dissolve" transition="in">
                                      <p:cBhvr>
                                        <p:cTn id="131" dur="500"/>
                                        <p:tgtEl>
                                          <p:spTgt spid="204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033" grpId="14"/>
      <p:bldP build="whole" bldLvl="1" animBg="1" rev="0" advAuto="0" spid="2030" grpId="23"/>
      <p:bldP build="whole" bldLvl="1" animBg="1" rev="0" advAuto="0" spid="2014" grpId="1"/>
      <p:bldP build="whole" bldLvl="1" animBg="1" rev="0" advAuto="0" spid="2023" grpId="18"/>
      <p:bldP build="whole" bldLvl="1" animBg="1" rev="0" advAuto="0" spid="2018" grpId="7"/>
      <p:bldP build="whole" bldLvl="1" animBg="1" rev="0" advAuto="0" spid="2031" grpId="24"/>
      <p:bldP build="whole" bldLvl="1" animBg="1" rev="0" advAuto="0" spid="2034" grpId="25"/>
      <p:bldP build="whole" bldLvl="1" animBg="1" rev="0" advAuto="0" spid="2024" grpId="19"/>
      <p:bldP build="whole" bldLvl="1" animBg="1" rev="0" advAuto="0" spid="2041" grpId="30"/>
      <p:bldP build="whole" bldLvl="1" animBg="1" rev="0" advAuto="0" spid="2026" grpId="11"/>
      <p:bldP build="whole" bldLvl="1" animBg="1" rev="0" advAuto="0" spid="2021" grpId="10"/>
      <p:bldP build="whole" bldLvl="1" animBg="1" rev="0" advAuto="0" spid="2035" grpId="26"/>
      <p:bldP build="whole" bldLvl="1" animBg="1" rev="0" advAuto="0" spid="2040" grpId="29"/>
      <p:bldP build="whole" bldLvl="1" animBg="1" rev="0" advAuto="0" spid="2042" grpId="31"/>
      <p:bldP build="whole" bldLvl="1" animBg="1" rev="0" advAuto="0" spid="2036" grpId="27"/>
      <p:bldP build="whole" bldLvl="1" animBg="1" rev="0" advAuto="0" spid="2037" grpId="28"/>
      <p:bldP build="whole" bldLvl="1" animBg="1" rev="0" advAuto="0" spid="2027" grpId="12"/>
      <p:bldP build="whole" bldLvl="1" animBg="1" rev="0" advAuto="0" spid="2029" grpId="21"/>
      <p:bldP build="whole" bldLvl="1" animBg="1" rev="0" advAuto="0" spid="2025" grpId="20"/>
      <p:bldP build="whole" bldLvl="1" animBg="1" rev="0" advAuto="0" spid="2043" grpId="32"/>
      <p:bldP build="whole" bldLvl="1" animBg="1" rev="0" advAuto="0" spid="2020" grpId="9"/>
      <p:bldP build="whole" bldLvl="1" animBg="1" rev="0" advAuto="0" spid="2011" grpId="4"/>
      <p:bldP build="whole" bldLvl="1" animBg="1" rev="0" advAuto="0" spid="2017" grpId="8"/>
      <p:bldP build="whole" bldLvl="1" animBg="1" rev="0" advAuto="0" spid="2039" grpId="16"/>
      <p:bldP build="whole" bldLvl="1" animBg="1" rev="0" advAuto="0" spid="2013" grpId="2"/>
      <p:bldP build="whole" bldLvl="1" animBg="1" rev="0" advAuto="0" spid="2010" grpId="5"/>
      <p:bldP build="whole" bldLvl="1" animBg="1" rev="0" advAuto="0" spid="2012" grpId="3"/>
      <p:bldP build="whole" bldLvl="1" animBg="1" rev="0" advAuto="0" spid="2022" grpId="17"/>
      <p:bldP build="whole" bldLvl="1" animBg="1" rev="0" advAuto="0" spid="2032" grpId="13"/>
      <p:bldP build="whole" bldLvl="1" animBg="1" rev="0" advAuto="0" spid="2028" grpId="22"/>
      <p:bldP build="whole" bldLvl="1" animBg="1" rev="0" advAuto="0" spid="2038" grpId="15"/>
      <p:bldP build="whole" bldLvl="1" animBg="1" rev="0" advAuto="0" spid="2019" grpId="6"/>
    </p:bldLst>
  </p:timing>
</p:sld>
</file>

<file path=ppt/slides/slide7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046" name="Shape 204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sp>
        <p:nvSpPr>
          <p:cNvPr id="2047" name="Shape 2047"/>
          <p:cNvSpPr/>
          <p:nvPr/>
        </p:nvSpPr>
        <p:spPr>
          <a:xfrm>
            <a:off x="12294300" y="3158572"/>
            <a:ext cx="4562648" cy="46598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131"/>
                </a:moveTo>
                <a:cubicBezTo>
                  <a:pt x="0" y="0"/>
                  <a:pt x="0" y="0"/>
                  <a:pt x="0" y="0"/>
                </a:cubicBezTo>
                <a:cubicBezTo>
                  <a:pt x="10685" y="0"/>
                  <a:pt x="19302" y="8437"/>
                  <a:pt x="19360" y="18900"/>
                </a:cubicBezTo>
                <a:cubicBezTo>
                  <a:pt x="21600" y="18900"/>
                  <a:pt x="21600" y="18900"/>
                  <a:pt x="21600" y="18900"/>
                </a:cubicBezTo>
                <a:cubicBezTo>
                  <a:pt x="16372" y="21600"/>
                  <a:pt x="16372" y="21600"/>
                  <a:pt x="16372" y="21600"/>
                </a:cubicBezTo>
                <a:cubicBezTo>
                  <a:pt x="11145" y="18900"/>
                  <a:pt x="11145" y="18900"/>
                  <a:pt x="11145" y="18900"/>
                </a:cubicBezTo>
                <a:cubicBezTo>
                  <a:pt x="13328" y="18900"/>
                  <a:pt x="13328" y="18900"/>
                  <a:pt x="13328" y="18900"/>
                </a:cubicBezTo>
                <a:cubicBezTo>
                  <a:pt x="13213" y="11812"/>
                  <a:pt x="7353" y="6131"/>
                  <a:pt x="115" y="6131"/>
                </a:cubicBezTo>
                <a:cubicBezTo>
                  <a:pt x="57" y="6131"/>
                  <a:pt x="57" y="6131"/>
                  <a:pt x="0" y="6131"/>
                </a:cubicBezTo>
                <a:close/>
              </a:path>
            </a:pathLst>
          </a:custGeom>
          <a:solidFill>
            <a:srgbClr val="397ECA"/>
          </a:solidFill>
          <a:ln w="12700">
            <a:miter lim="400000"/>
          </a:ln>
        </p:spPr>
        <p:txBody>
          <a:bodyPr lIns="45719" rIns="45719"/>
          <a:lstStyle/>
          <a:p>
            <a:pPr algn="l" defTabSz="914400">
              <a:defRPr sz="1800">
                <a:latin typeface="Calibri"/>
                <a:ea typeface="Calibri"/>
                <a:cs typeface="Calibri"/>
                <a:sym typeface="Calibri"/>
              </a:defRPr>
            </a:pPr>
          </a:p>
        </p:txBody>
      </p:sp>
      <p:sp>
        <p:nvSpPr>
          <p:cNvPr id="2048" name="Shape 2048"/>
          <p:cNvSpPr/>
          <p:nvPr/>
        </p:nvSpPr>
        <p:spPr>
          <a:xfrm>
            <a:off x="8207359" y="2662409"/>
            <a:ext cx="4670066" cy="45882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7" y="2343"/>
                </a:moveTo>
                <a:cubicBezTo>
                  <a:pt x="8472" y="2343"/>
                  <a:pt x="0" y="10971"/>
                  <a:pt x="0" y="21600"/>
                </a:cubicBezTo>
                <a:cubicBezTo>
                  <a:pt x="5891" y="21600"/>
                  <a:pt x="5891" y="21600"/>
                  <a:pt x="5891" y="21600"/>
                </a:cubicBezTo>
                <a:cubicBezTo>
                  <a:pt x="5947" y="14400"/>
                  <a:pt x="11726" y="8571"/>
                  <a:pt x="18795" y="8571"/>
                </a:cubicBezTo>
                <a:cubicBezTo>
                  <a:pt x="18795" y="8571"/>
                  <a:pt x="18851" y="8571"/>
                  <a:pt x="18907" y="8571"/>
                </a:cubicBezTo>
                <a:cubicBezTo>
                  <a:pt x="18907" y="10400"/>
                  <a:pt x="18907" y="10400"/>
                  <a:pt x="18907" y="10400"/>
                </a:cubicBezTo>
                <a:cubicBezTo>
                  <a:pt x="21600" y="5200"/>
                  <a:pt x="21600" y="5200"/>
                  <a:pt x="21600" y="5200"/>
                </a:cubicBezTo>
                <a:cubicBezTo>
                  <a:pt x="18907" y="0"/>
                  <a:pt x="18907" y="0"/>
                  <a:pt x="18907" y="0"/>
                </a:cubicBezTo>
                <a:lnTo>
                  <a:pt x="18907" y="2343"/>
                </a:lnTo>
                <a:close/>
              </a:path>
            </a:pathLst>
          </a:custGeom>
          <a:solidFill>
            <a:srgbClr val="144973"/>
          </a:solidFill>
          <a:ln w="12700">
            <a:miter lim="400000"/>
          </a:ln>
        </p:spPr>
        <p:txBody>
          <a:bodyPr lIns="45719" rIns="45719"/>
          <a:lstStyle/>
          <a:p>
            <a:pPr algn="l" defTabSz="914400">
              <a:defRPr sz="1800">
                <a:latin typeface="Calibri"/>
                <a:ea typeface="Calibri"/>
                <a:cs typeface="Calibri"/>
                <a:sym typeface="Calibri"/>
              </a:defRPr>
            </a:pPr>
          </a:p>
        </p:txBody>
      </p:sp>
      <p:sp>
        <p:nvSpPr>
          <p:cNvPr id="2049" name="Shape 2049"/>
          <p:cNvSpPr/>
          <p:nvPr/>
        </p:nvSpPr>
        <p:spPr>
          <a:xfrm>
            <a:off x="7721424" y="6677744"/>
            <a:ext cx="4572877" cy="46496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763"/>
                </a:moveTo>
                <a:cubicBezTo>
                  <a:pt x="2292" y="2763"/>
                  <a:pt x="2292" y="2763"/>
                  <a:pt x="2292" y="2763"/>
                </a:cubicBezTo>
                <a:cubicBezTo>
                  <a:pt x="2349" y="13197"/>
                  <a:pt x="11001" y="21600"/>
                  <a:pt x="21600" y="21600"/>
                </a:cubicBezTo>
                <a:cubicBezTo>
                  <a:pt x="21600" y="15509"/>
                  <a:pt x="21600" y="15509"/>
                  <a:pt x="21600" y="15509"/>
                </a:cubicBezTo>
                <a:cubicBezTo>
                  <a:pt x="21543" y="15509"/>
                  <a:pt x="21543" y="15509"/>
                  <a:pt x="21485" y="15509"/>
                </a:cubicBezTo>
                <a:cubicBezTo>
                  <a:pt x="14266" y="15509"/>
                  <a:pt x="8422" y="9813"/>
                  <a:pt x="8308" y="2763"/>
                </a:cubicBezTo>
                <a:cubicBezTo>
                  <a:pt x="10428" y="2763"/>
                  <a:pt x="10428" y="2763"/>
                  <a:pt x="10428" y="2763"/>
                </a:cubicBezTo>
                <a:cubicBezTo>
                  <a:pt x="5214" y="0"/>
                  <a:pt x="5214" y="0"/>
                  <a:pt x="5214" y="0"/>
                </a:cubicBezTo>
                <a:lnTo>
                  <a:pt x="0" y="2763"/>
                </a:lnTo>
                <a:close/>
              </a:path>
            </a:pathLst>
          </a:custGeom>
          <a:solidFill>
            <a:srgbClr val="66B3E0"/>
          </a:solidFill>
          <a:ln w="12700">
            <a:miter lim="400000"/>
          </a:ln>
        </p:spPr>
        <p:txBody>
          <a:bodyPr lIns="45719" rIns="45719"/>
          <a:lstStyle/>
          <a:p>
            <a:pPr algn="l" defTabSz="914400">
              <a:defRPr sz="1800">
                <a:latin typeface="Calibri"/>
                <a:ea typeface="Calibri"/>
                <a:cs typeface="Calibri"/>
                <a:sym typeface="Calibri"/>
              </a:defRPr>
            </a:pPr>
          </a:p>
        </p:txBody>
      </p:sp>
      <p:sp>
        <p:nvSpPr>
          <p:cNvPr id="2050" name="Shape 2050"/>
          <p:cNvSpPr/>
          <p:nvPr/>
        </p:nvSpPr>
        <p:spPr>
          <a:xfrm>
            <a:off x="11711182" y="7465466"/>
            <a:ext cx="4659834" cy="42966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00" y="19403"/>
                </a:moveTo>
                <a:cubicBezTo>
                  <a:pt x="12769" y="19403"/>
                  <a:pt x="21037" y="10861"/>
                  <a:pt x="21600" y="122"/>
                </a:cubicBezTo>
                <a:cubicBezTo>
                  <a:pt x="18731" y="1769"/>
                  <a:pt x="18731" y="1769"/>
                  <a:pt x="18731" y="1769"/>
                </a:cubicBezTo>
                <a:cubicBezTo>
                  <a:pt x="15694" y="0"/>
                  <a:pt x="15694" y="0"/>
                  <a:pt x="15694" y="0"/>
                </a:cubicBezTo>
                <a:cubicBezTo>
                  <a:pt x="15075" y="7200"/>
                  <a:pt x="9563" y="12814"/>
                  <a:pt x="2812" y="12814"/>
                </a:cubicBezTo>
                <a:cubicBezTo>
                  <a:pt x="2756" y="12814"/>
                  <a:pt x="2756" y="12814"/>
                  <a:pt x="2700" y="12814"/>
                </a:cubicBezTo>
                <a:cubicBezTo>
                  <a:pt x="2700" y="10495"/>
                  <a:pt x="2700" y="10495"/>
                  <a:pt x="2700" y="10495"/>
                </a:cubicBezTo>
                <a:cubicBezTo>
                  <a:pt x="0" y="16047"/>
                  <a:pt x="0" y="16047"/>
                  <a:pt x="0" y="16047"/>
                </a:cubicBezTo>
                <a:cubicBezTo>
                  <a:pt x="2700" y="21600"/>
                  <a:pt x="2700" y="21600"/>
                  <a:pt x="2700" y="21600"/>
                </a:cubicBezTo>
                <a:lnTo>
                  <a:pt x="2700" y="19403"/>
                </a:lnTo>
                <a:close/>
              </a:path>
            </a:pathLst>
          </a:custGeom>
          <a:solidFill>
            <a:srgbClr val="029FDC"/>
          </a:solidFill>
          <a:ln w="12700">
            <a:miter lim="400000"/>
          </a:ln>
        </p:spPr>
        <p:txBody>
          <a:bodyPr lIns="45719" rIns="45719"/>
          <a:lstStyle/>
          <a:p>
            <a:pPr algn="l" defTabSz="914400">
              <a:defRPr sz="1800">
                <a:latin typeface="Calibri"/>
                <a:ea typeface="Calibri"/>
                <a:cs typeface="Calibri"/>
                <a:sym typeface="Calibri"/>
              </a:defRPr>
            </a:pPr>
          </a:p>
        </p:txBody>
      </p:sp>
      <p:sp>
        <p:nvSpPr>
          <p:cNvPr id="2051" name="Shape 2051"/>
          <p:cNvSpPr/>
          <p:nvPr/>
        </p:nvSpPr>
        <p:spPr>
          <a:xfrm>
            <a:off x="18606303" y="3599439"/>
            <a:ext cx="4081830" cy="2727700"/>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700">
                <a:latin typeface="Raleway ExtraBold"/>
                <a:ea typeface="Raleway ExtraBold"/>
                <a:cs typeface="Raleway ExtraBold"/>
                <a:sym typeface="Raleway ExtraBold"/>
              </a:defRPr>
            </a:pPr>
            <a:r>
              <a:rPr>
                <a:solidFill>
                  <a:srgbClr val="595959"/>
                </a:solidFill>
              </a:rPr>
              <a:t>Título</a:t>
            </a:r>
            <a:endParaRPr>
              <a:solidFill>
                <a:srgbClr val="595959"/>
              </a:solidFill>
            </a:endParaRPr>
          </a:p>
          <a:p>
            <a:pPr algn="l" defTabSz="914400">
              <a:defRPr sz="2000">
                <a:latin typeface="Raleway SemiBold"/>
                <a:ea typeface="Raleway SemiBold"/>
                <a:cs typeface="Raleway SemiBold"/>
                <a:sym typeface="Raleway SemiBold"/>
              </a:defRPr>
            </a:pPr>
            <a:r>
              <a:rPr>
                <a:solidFill>
                  <a:srgbClr val="595959"/>
                </a:solidFill>
              </a:rPr>
              <a:t>Jelly-o gingerbread oat cake pudding pastry biscuit tootsie roll. </a:t>
            </a:r>
          </a:p>
        </p:txBody>
      </p:sp>
      <p:sp>
        <p:nvSpPr>
          <p:cNvPr id="2052" name="Shape 2052"/>
          <p:cNvSpPr/>
          <p:nvPr/>
        </p:nvSpPr>
        <p:spPr>
          <a:xfrm>
            <a:off x="18606303" y="7874672"/>
            <a:ext cx="4081830" cy="2727699"/>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700">
                <a:latin typeface="Raleway ExtraBold"/>
                <a:ea typeface="Raleway ExtraBold"/>
                <a:cs typeface="Raleway ExtraBold"/>
                <a:sym typeface="Raleway ExtraBold"/>
              </a:defRPr>
            </a:pPr>
            <a:r>
              <a:rPr>
                <a:solidFill>
                  <a:srgbClr val="595959"/>
                </a:solidFill>
              </a:rPr>
              <a:t>Título</a:t>
            </a:r>
            <a:endParaRPr>
              <a:solidFill>
                <a:srgbClr val="595959"/>
              </a:solidFill>
            </a:endParaRPr>
          </a:p>
          <a:p>
            <a:pPr algn="l" defTabSz="914400">
              <a:defRPr sz="2000">
                <a:latin typeface="Raleway SemiBold"/>
                <a:ea typeface="Raleway SemiBold"/>
                <a:cs typeface="Raleway SemiBold"/>
                <a:sym typeface="Raleway SemiBold"/>
              </a:defRPr>
            </a:pPr>
            <a:r>
              <a:rPr>
                <a:solidFill>
                  <a:srgbClr val="595959"/>
                </a:solidFill>
              </a:rPr>
              <a:t>Jelly-o gingerbread oat cake pudding pastry biscuit tootsie roll. </a:t>
            </a:r>
          </a:p>
        </p:txBody>
      </p:sp>
      <p:sp>
        <p:nvSpPr>
          <p:cNvPr id="2053" name="Shape 2053"/>
          <p:cNvSpPr/>
          <p:nvPr/>
        </p:nvSpPr>
        <p:spPr>
          <a:xfrm>
            <a:off x="1695867" y="3598470"/>
            <a:ext cx="4081830" cy="2727699"/>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700">
                <a:latin typeface="Raleway ExtraBold"/>
                <a:ea typeface="Raleway ExtraBold"/>
                <a:cs typeface="Raleway ExtraBold"/>
                <a:sym typeface="Raleway ExtraBold"/>
              </a:defRPr>
            </a:pPr>
            <a:r>
              <a:rPr>
                <a:solidFill>
                  <a:srgbClr val="595959"/>
                </a:solidFill>
              </a:rPr>
              <a:t>Título</a:t>
            </a:r>
            <a:endParaRPr>
              <a:solidFill>
                <a:srgbClr val="595959"/>
              </a:solidFill>
            </a:endParaRPr>
          </a:p>
          <a:p>
            <a:pPr algn="r" defTabSz="914400">
              <a:defRPr sz="2000">
                <a:latin typeface="Raleway SemiBold"/>
                <a:ea typeface="Raleway SemiBold"/>
                <a:cs typeface="Raleway SemiBold"/>
                <a:sym typeface="Raleway SemiBold"/>
              </a:defRPr>
            </a:pPr>
            <a:r>
              <a:rPr>
                <a:solidFill>
                  <a:srgbClr val="595959"/>
                </a:solidFill>
              </a:rPr>
              <a:t>Jelly-o gingerbread oat cake pudding pastry biscuit tootsie roll. </a:t>
            </a:r>
          </a:p>
        </p:txBody>
      </p:sp>
      <p:sp>
        <p:nvSpPr>
          <p:cNvPr id="2054" name="Shape 2054"/>
          <p:cNvSpPr/>
          <p:nvPr/>
        </p:nvSpPr>
        <p:spPr>
          <a:xfrm>
            <a:off x="1695867" y="7873703"/>
            <a:ext cx="4081830" cy="2727699"/>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700">
                <a:latin typeface="Raleway ExtraBold"/>
                <a:ea typeface="Raleway ExtraBold"/>
                <a:cs typeface="Raleway ExtraBold"/>
                <a:sym typeface="Raleway ExtraBold"/>
              </a:defRPr>
            </a:pPr>
            <a:r>
              <a:rPr>
                <a:solidFill>
                  <a:srgbClr val="595959"/>
                </a:solidFill>
              </a:rPr>
              <a:t>Título</a:t>
            </a:r>
            <a:endParaRPr>
              <a:solidFill>
                <a:srgbClr val="595959"/>
              </a:solidFill>
            </a:endParaRPr>
          </a:p>
          <a:p>
            <a:pPr algn="r" defTabSz="914400">
              <a:defRPr sz="2000">
                <a:latin typeface="Raleway SemiBold"/>
                <a:ea typeface="Raleway SemiBold"/>
                <a:cs typeface="Raleway SemiBold"/>
                <a:sym typeface="Raleway SemiBold"/>
              </a:defRPr>
            </a:pPr>
            <a:r>
              <a:rPr>
                <a:solidFill>
                  <a:srgbClr val="595959"/>
                </a:solidFill>
              </a:rPr>
              <a:t>Jelly-o gingerbread oat cake pudding pastry biscuit tootsie roll. </a:t>
            </a:r>
          </a:p>
        </p:txBody>
      </p:sp>
      <p:sp>
        <p:nvSpPr>
          <p:cNvPr id="2055" name="Shape 2055"/>
          <p:cNvSpPr/>
          <p:nvPr/>
        </p:nvSpPr>
        <p:spPr>
          <a:xfrm>
            <a:off x="16662575" y="8003330"/>
            <a:ext cx="1554983" cy="1554984"/>
          </a:xfrm>
          <a:prstGeom prst="ellipse">
            <a:avLst/>
          </a:prstGeom>
          <a:solidFill>
            <a:srgbClr val="029FDC"/>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500">
                <a:solidFill>
                  <a:srgbClr val="FFFFFF"/>
                </a:solidFill>
                <a:latin typeface="Raleway Heavy"/>
                <a:ea typeface="Raleway Heavy"/>
                <a:cs typeface="Raleway Heavy"/>
                <a:sym typeface="Raleway Heavy"/>
              </a:defRPr>
            </a:lvl1pPr>
          </a:lstStyle>
          <a:p>
            <a:pPr/>
            <a:r>
              <a:t>icono</a:t>
            </a:r>
          </a:p>
        </p:txBody>
      </p:sp>
      <p:sp>
        <p:nvSpPr>
          <p:cNvPr id="2056" name="Shape 2056"/>
          <p:cNvSpPr/>
          <p:nvPr/>
        </p:nvSpPr>
        <p:spPr>
          <a:xfrm>
            <a:off x="6166442" y="8002361"/>
            <a:ext cx="1554984" cy="1554984"/>
          </a:xfrm>
          <a:prstGeom prst="ellipse">
            <a:avLst/>
          </a:pr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057" name="Shape 2057"/>
          <p:cNvSpPr/>
          <p:nvPr/>
        </p:nvSpPr>
        <p:spPr>
          <a:xfrm>
            <a:off x="16662575" y="3728098"/>
            <a:ext cx="1554983" cy="1554983"/>
          </a:xfrm>
          <a:prstGeom prst="ellipse">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058" name="Shape 2058"/>
          <p:cNvSpPr/>
          <p:nvPr/>
        </p:nvSpPr>
        <p:spPr>
          <a:xfrm>
            <a:off x="6166442" y="3727128"/>
            <a:ext cx="1554984" cy="1554984"/>
          </a:xfrm>
          <a:prstGeom prst="ellipse">
            <a:avLst/>
          </a:prstGeom>
          <a:solidFill>
            <a:srgbClr val="144973"/>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059" name="Shape 2059"/>
          <p:cNvSpPr/>
          <p:nvPr/>
        </p:nvSpPr>
        <p:spPr>
          <a:xfrm>
            <a:off x="16932700" y="4243651"/>
            <a:ext cx="101473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500">
                <a:solidFill>
                  <a:srgbClr val="FFFFFF"/>
                </a:solidFill>
                <a:latin typeface="Raleway Heavy"/>
                <a:ea typeface="Raleway Heavy"/>
                <a:cs typeface="Raleway Heavy"/>
                <a:sym typeface="Raleway Heavy"/>
              </a:defRPr>
            </a:lvl1pPr>
          </a:lstStyle>
          <a:p>
            <a:pPr/>
            <a:r>
              <a:t>icono</a:t>
            </a:r>
          </a:p>
        </p:txBody>
      </p:sp>
      <p:sp>
        <p:nvSpPr>
          <p:cNvPr id="2060" name="Shape 2060"/>
          <p:cNvSpPr/>
          <p:nvPr/>
        </p:nvSpPr>
        <p:spPr>
          <a:xfrm>
            <a:off x="6436568" y="4243651"/>
            <a:ext cx="101473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500">
                <a:solidFill>
                  <a:srgbClr val="FFFFFF"/>
                </a:solidFill>
                <a:latin typeface="Raleway Heavy"/>
                <a:ea typeface="Raleway Heavy"/>
                <a:cs typeface="Raleway Heavy"/>
                <a:sym typeface="Raleway Heavy"/>
              </a:defRPr>
            </a:lvl1pPr>
          </a:lstStyle>
          <a:p>
            <a:pPr/>
            <a:r>
              <a:t>icono</a:t>
            </a:r>
          </a:p>
        </p:txBody>
      </p:sp>
      <p:sp>
        <p:nvSpPr>
          <p:cNvPr id="2061" name="Shape 2061"/>
          <p:cNvSpPr/>
          <p:nvPr/>
        </p:nvSpPr>
        <p:spPr>
          <a:xfrm>
            <a:off x="6436568" y="8518884"/>
            <a:ext cx="101473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500">
                <a:solidFill>
                  <a:srgbClr val="FFFFFF"/>
                </a:solidFill>
                <a:latin typeface="Raleway Heavy"/>
                <a:ea typeface="Raleway Heavy"/>
                <a:cs typeface="Raleway Heavy"/>
                <a:sym typeface="Raleway Heavy"/>
              </a:defRPr>
            </a:lvl1pPr>
          </a:lstStyle>
          <a:p>
            <a:pPr/>
            <a:r>
              <a:t>icono</a:t>
            </a:r>
          </a:p>
        </p:txBody>
      </p:sp>
      <p:sp>
        <p:nvSpPr>
          <p:cNvPr id="2062" name="Shape 206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064" name="Shape 2064"/>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sp>
        <p:nvSpPr>
          <p:cNvPr id="2065" name="Shape 2065"/>
          <p:cNvSpPr/>
          <p:nvPr/>
        </p:nvSpPr>
        <p:spPr>
          <a:xfrm>
            <a:off x="9525" y="1914525"/>
            <a:ext cx="2168848" cy="31312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17" y="21600"/>
                </a:moveTo>
                <a:lnTo>
                  <a:pt x="21600" y="15406"/>
                </a:lnTo>
                <a:lnTo>
                  <a:pt x="138" y="0"/>
                </a:lnTo>
                <a:lnTo>
                  <a:pt x="0" y="12198"/>
                </a:lnTo>
                <a:lnTo>
                  <a:pt x="21417" y="21600"/>
                </a:lnTo>
                <a:close/>
              </a:path>
            </a:pathLst>
          </a:custGeom>
          <a:solidFill>
            <a:srgbClr val="0A3355"/>
          </a:solidFill>
          <a:ln w="12700">
            <a:miter lim="400000"/>
          </a:ln>
        </p:spPr>
        <p:txBody>
          <a:bodyPr lIns="45719" rIns="45719"/>
          <a:lstStyle/>
          <a:p>
            <a:pPr algn="l" defTabSz="914400">
              <a:defRPr sz="1800">
                <a:latin typeface="Calibri"/>
                <a:ea typeface="Calibri"/>
                <a:cs typeface="Calibri"/>
                <a:sym typeface="Calibri"/>
              </a:defRPr>
            </a:pPr>
          </a:p>
        </p:txBody>
      </p:sp>
      <p:sp>
        <p:nvSpPr>
          <p:cNvPr id="2066" name="Shape 2066"/>
          <p:cNvSpPr/>
          <p:nvPr/>
        </p:nvSpPr>
        <p:spPr>
          <a:xfrm>
            <a:off x="2159953" y="3949833"/>
            <a:ext cx="8196491" cy="13169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474"/>
                </a:moveTo>
                <a:lnTo>
                  <a:pt x="20022" y="3474"/>
                </a:lnTo>
                <a:lnTo>
                  <a:pt x="20022" y="0"/>
                </a:lnTo>
                <a:lnTo>
                  <a:pt x="21600" y="10800"/>
                </a:lnTo>
                <a:lnTo>
                  <a:pt x="20022" y="21600"/>
                </a:lnTo>
                <a:lnTo>
                  <a:pt x="20022" y="17975"/>
                </a:lnTo>
                <a:lnTo>
                  <a:pt x="0" y="17975"/>
                </a:lnTo>
                <a:lnTo>
                  <a:pt x="0" y="3474"/>
                </a:lnTo>
                <a:close/>
              </a:path>
            </a:pathLst>
          </a:custGeom>
          <a:solidFill>
            <a:srgbClr val="144973"/>
          </a:solidFill>
          <a:ln w="12700">
            <a:miter lim="400000"/>
          </a:ln>
        </p:spPr>
        <p:txBody>
          <a:bodyPr lIns="45719" rIns="45719"/>
          <a:lstStyle/>
          <a:p>
            <a:pPr algn="l" defTabSz="914400">
              <a:defRPr sz="1800">
                <a:latin typeface="Calibri"/>
                <a:ea typeface="Calibri"/>
                <a:cs typeface="Calibri"/>
                <a:sym typeface="Calibri"/>
              </a:defRPr>
            </a:pPr>
          </a:p>
        </p:txBody>
      </p:sp>
      <p:sp>
        <p:nvSpPr>
          <p:cNvPr id="2067" name="Shape 2067"/>
          <p:cNvSpPr/>
          <p:nvPr/>
        </p:nvSpPr>
        <p:spPr>
          <a:xfrm>
            <a:off x="9525" y="4401100"/>
            <a:ext cx="2168848" cy="22010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17" y="21600"/>
                </a:moveTo>
                <a:lnTo>
                  <a:pt x="21600" y="12924"/>
                </a:lnTo>
                <a:lnTo>
                  <a:pt x="0" y="0"/>
                </a:lnTo>
                <a:lnTo>
                  <a:pt x="0" y="16720"/>
                </a:lnTo>
                <a:lnTo>
                  <a:pt x="21417" y="21600"/>
                </a:lnTo>
                <a:close/>
              </a:path>
            </a:pathLst>
          </a:custGeom>
          <a:solidFill>
            <a:srgbClr val="2D69AE"/>
          </a:solidFill>
          <a:ln w="12700">
            <a:miter lim="400000"/>
          </a:ln>
        </p:spPr>
        <p:txBody>
          <a:bodyPr lIns="45719" rIns="45719"/>
          <a:lstStyle/>
          <a:p>
            <a:pPr algn="l" defTabSz="914400">
              <a:defRPr sz="1800">
                <a:latin typeface="Calibri"/>
                <a:ea typeface="Calibri"/>
                <a:cs typeface="Calibri"/>
                <a:sym typeface="Calibri"/>
              </a:defRPr>
            </a:pPr>
          </a:p>
        </p:txBody>
      </p:sp>
      <p:sp>
        <p:nvSpPr>
          <p:cNvPr id="2068" name="Shape 2068"/>
          <p:cNvSpPr/>
          <p:nvPr/>
        </p:nvSpPr>
        <p:spPr>
          <a:xfrm>
            <a:off x="2159954" y="5492429"/>
            <a:ext cx="10392967" cy="13307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662"/>
                </a:moveTo>
                <a:lnTo>
                  <a:pt x="20356" y="3662"/>
                </a:lnTo>
                <a:lnTo>
                  <a:pt x="20356" y="0"/>
                </a:lnTo>
                <a:lnTo>
                  <a:pt x="21600" y="10912"/>
                </a:lnTo>
                <a:lnTo>
                  <a:pt x="20356" y="21600"/>
                </a:lnTo>
                <a:lnTo>
                  <a:pt x="20356" y="18012"/>
                </a:lnTo>
                <a:lnTo>
                  <a:pt x="0" y="18012"/>
                </a:lnTo>
                <a:lnTo>
                  <a:pt x="0" y="3662"/>
                </a:lnTo>
                <a:close/>
              </a:path>
            </a:pathLst>
          </a:custGeom>
          <a:solidFill>
            <a:srgbClr val="397ECA"/>
          </a:solidFill>
          <a:ln w="12700">
            <a:miter lim="400000"/>
          </a:ln>
        </p:spPr>
        <p:txBody>
          <a:bodyPr lIns="45719" rIns="45719"/>
          <a:lstStyle/>
          <a:p>
            <a:pPr algn="l" defTabSz="914400">
              <a:defRPr sz="1800">
                <a:latin typeface="Calibri"/>
                <a:ea typeface="Calibri"/>
                <a:cs typeface="Calibri"/>
                <a:sym typeface="Calibri"/>
              </a:defRPr>
            </a:pPr>
          </a:p>
        </p:txBody>
      </p:sp>
      <p:sp>
        <p:nvSpPr>
          <p:cNvPr id="2069" name="Shape 2069"/>
          <p:cNvSpPr/>
          <p:nvPr/>
        </p:nvSpPr>
        <p:spPr>
          <a:xfrm>
            <a:off x="9525" y="6795580"/>
            <a:ext cx="2168848" cy="17221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17" y="4678"/>
                </a:moveTo>
                <a:lnTo>
                  <a:pt x="21600" y="15940"/>
                </a:lnTo>
                <a:lnTo>
                  <a:pt x="0" y="21600"/>
                </a:lnTo>
                <a:lnTo>
                  <a:pt x="138" y="0"/>
                </a:lnTo>
                <a:lnTo>
                  <a:pt x="21417" y="4678"/>
                </a:lnTo>
                <a:close/>
              </a:path>
            </a:pathLst>
          </a:custGeom>
          <a:solidFill>
            <a:srgbClr val="007CAF"/>
          </a:solidFill>
          <a:ln w="12700">
            <a:miter lim="400000"/>
          </a:ln>
        </p:spPr>
        <p:txBody>
          <a:bodyPr lIns="45719" rIns="45719"/>
          <a:lstStyle/>
          <a:p>
            <a:pPr algn="l" defTabSz="914400">
              <a:defRPr sz="1800">
                <a:latin typeface="Calibri"/>
                <a:ea typeface="Calibri"/>
                <a:cs typeface="Calibri"/>
                <a:sym typeface="Calibri"/>
              </a:defRPr>
            </a:pPr>
          </a:p>
        </p:txBody>
      </p:sp>
      <p:sp>
        <p:nvSpPr>
          <p:cNvPr id="2070" name="Shape 2070"/>
          <p:cNvSpPr/>
          <p:nvPr/>
        </p:nvSpPr>
        <p:spPr>
          <a:xfrm>
            <a:off x="2159954" y="6942932"/>
            <a:ext cx="12953219" cy="13169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927"/>
                </a:moveTo>
                <a:lnTo>
                  <a:pt x="20579" y="3927"/>
                </a:lnTo>
                <a:lnTo>
                  <a:pt x="20579" y="0"/>
                </a:lnTo>
                <a:lnTo>
                  <a:pt x="21600" y="10800"/>
                </a:lnTo>
                <a:lnTo>
                  <a:pt x="20579" y="21600"/>
                </a:lnTo>
                <a:lnTo>
                  <a:pt x="20579" y="18428"/>
                </a:lnTo>
                <a:lnTo>
                  <a:pt x="0" y="18428"/>
                </a:lnTo>
                <a:lnTo>
                  <a:pt x="0" y="3927"/>
                </a:lnTo>
                <a:close/>
              </a:path>
            </a:pathLst>
          </a:custGeom>
          <a:solidFill>
            <a:srgbClr val="029FDC"/>
          </a:solidFill>
          <a:ln w="12700">
            <a:miter lim="400000"/>
          </a:ln>
        </p:spPr>
        <p:txBody>
          <a:bodyPr lIns="45719" rIns="45719"/>
          <a:lstStyle/>
          <a:p>
            <a:pPr algn="l" defTabSz="914400">
              <a:defRPr sz="1800">
                <a:latin typeface="Calibri"/>
                <a:ea typeface="Calibri"/>
                <a:cs typeface="Calibri"/>
                <a:sym typeface="Calibri"/>
              </a:defRPr>
            </a:pPr>
          </a:p>
        </p:txBody>
      </p:sp>
      <p:sp>
        <p:nvSpPr>
          <p:cNvPr id="2071" name="Shape 2071"/>
          <p:cNvSpPr/>
          <p:nvPr/>
        </p:nvSpPr>
        <p:spPr>
          <a:xfrm>
            <a:off x="9525" y="10267577"/>
            <a:ext cx="2168848" cy="31128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17" y="0"/>
                </a:moveTo>
                <a:lnTo>
                  <a:pt x="21600" y="6135"/>
                </a:lnTo>
                <a:lnTo>
                  <a:pt x="138" y="21600"/>
                </a:lnTo>
                <a:lnTo>
                  <a:pt x="0" y="9458"/>
                </a:lnTo>
                <a:lnTo>
                  <a:pt x="21417" y="0"/>
                </a:lnTo>
                <a:close/>
              </a:path>
            </a:pathLst>
          </a:custGeom>
          <a:solidFill>
            <a:srgbClr val="A7D5E0"/>
          </a:solidFill>
          <a:ln w="12700">
            <a:miter lim="400000"/>
          </a:ln>
        </p:spPr>
        <p:txBody>
          <a:bodyPr lIns="45719" rIns="45719"/>
          <a:lstStyle/>
          <a:p>
            <a:pPr algn="l" defTabSz="914400">
              <a:defRPr sz="1800">
                <a:latin typeface="Calibri"/>
                <a:ea typeface="Calibri"/>
                <a:cs typeface="Calibri"/>
                <a:sym typeface="Calibri"/>
              </a:defRPr>
            </a:pPr>
          </a:p>
        </p:txBody>
      </p:sp>
      <p:sp>
        <p:nvSpPr>
          <p:cNvPr id="2072" name="Shape 2072"/>
          <p:cNvSpPr/>
          <p:nvPr/>
        </p:nvSpPr>
        <p:spPr>
          <a:xfrm>
            <a:off x="2159953" y="10055757"/>
            <a:ext cx="8196491" cy="1335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650"/>
                </a:moveTo>
                <a:lnTo>
                  <a:pt x="20022" y="3650"/>
                </a:lnTo>
                <a:lnTo>
                  <a:pt x="20022" y="0"/>
                </a:lnTo>
                <a:lnTo>
                  <a:pt x="21600" y="10949"/>
                </a:lnTo>
                <a:lnTo>
                  <a:pt x="20022" y="21600"/>
                </a:lnTo>
                <a:lnTo>
                  <a:pt x="20022" y="17727"/>
                </a:lnTo>
                <a:lnTo>
                  <a:pt x="0" y="17727"/>
                </a:lnTo>
                <a:lnTo>
                  <a:pt x="0" y="3650"/>
                </a:lnTo>
                <a:close/>
              </a:path>
            </a:pathLst>
          </a:custGeom>
          <a:solidFill>
            <a:srgbClr val="B4E6F1"/>
          </a:solidFill>
          <a:ln w="12700">
            <a:miter lim="400000"/>
          </a:ln>
        </p:spPr>
        <p:txBody>
          <a:bodyPr lIns="45719" rIns="45719"/>
          <a:lstStyle/>
          <a:p>
            <a:pPr algn="l" defTabSz="914400">
              <a:defRPr sz="1800">
                <a:latin typeface="Calibri"/>
                <a:ea typeface="Calibri"/>
                <a:cs typeface="Calibri"/>
                <a:sym typeface="Calibri"/>
              </a:defRPr>
            </a:pPr>
          </a:p>
        </p:txBody>
      </p:sp>
      <p:sp>
        <p:nvSpPr>
          <p:cNvPr id="2073" name="Shape 2073"/>
          <p:cNvSpPr/>
          <p:nvPr/>
        </p:nvSpPr>
        <p:spPr>
          <a:xfrm>
            <a:off x="9525" y="8738793"/>
            <a:ext cx="2168848" cy="22010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17" y="0"/>
                </a:moveTo>
                <a:lnTo>
                  <a:pt x="21600" y="8812"/>
                </a:lnTo>
                <a:lnTo>
                  <a:pt x="0" y="21600"/>
                </a:lnTo>
                <a:lnTo>
                  <a:pt x="0" y="4880"/>
                </a:lnTo>
                <a:lnTo>
                  <a:pt x="21417" y="0"/>
                </a:lnTo>
                <a:close/>
              </a:path>
            </a:pathLst>
          </a:custGeom>
          <a:solidFill>
            <a:srgbClr val="5AA3CC"/>
          </a:solidFill>
          <a:ln w="12700">
            <a:miter lim="400000"/>
          </a:ln>
        </p:spPr>
        <p:txBody>
          <a:bodyPr lIns="45719" rIns="45719"/>
          <a:lstStyle/>
          <a:p>
            <a:pPr algn="l" defTabSz="914400">
              <a:defRPr sz="1800">
                <a:latin typeface="Calibri"/>
                <a:ea typeface="Calibri"/>
                <a:cs typeface="Calibri"/>
                <a:sym typeface="Calibri"/>
              </a:defRPr>
            </a:pPr>
          </a:p>
        </p:txBody>
      </p:sp>
      <p:sp>
        <p:nvSpPr>
          <p:cNvPr id="2074" name="Shape 2074"/>
          <p:cNvSpPr/>
          <p:nvPr/>
        </p:nvSpPr>
        <p:spPr>
          <a:xfrm>
            <a:off x="2159954" y="8517764"/>
            <a:ext cx="10392967" cy="13307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588"/>
                </a:moveTo>
                <a:lnTo>
                  <a:pt x="20356" y="3588"/>
                </a:lnTo>
                <a:lnTo>
                  <a:pt x="20356" y="0"/>
                </a:lnTo>
                <a:lnTo>
                  <a:pt x="21600" y="10912"/>
                </a:lnTo>
                <a:lnTo>
                  <a:pt x="20356" y="21600"/>
                </a:lnTo>
                <a:lnTo>
                  <a:pt x="20356" y="17938"/>
                </a:lnTo>
                <a:lnTo>
                  <a:pt x="0" y="17938"/>
                </a:lnTo>
                <a:lnTo>
                  <a:pt x="0" y="3588"/>
                </a:lnTo>
                <a:close/>
              </a:path>
            </a:pathLst>
          </a:custGeom>
          <a:solidFill>
            <a:srgbClr val="66B3E0"/>
          </a:solidFill>
          <a:ln w="12700">
            <a:miter lim="400000"/>
          </a:ln>
        </p:spPr>
        <p:txBody>
          <a:bodyPr lIns="45719" rIns="45719"/>
          <a:lstStyle/>
          <a:p>
            <a:pPr algn="l" defTabSz="914400">
              <a:defRPr sz="1800">
                <a:latin typeface="Calibri"/>
                <a:ea typeface="Calibri"/>
                <a:cs typeface="Calibri"/>
                <a:sym typeface="Calibri"/>
              </a:defRPr>
            </a:pPr>
          </a:p>
        </p:txBody>
      </p:sp>
      <p:sp>
        <p:nvSpPr>
          <p:cNvPr id="2075" name="Shape 2075"/>
          <p:cNvSpPr/>
          <p:nvPr/>
        </p:nvSpPr>
        <p:spPr>
          <a:xfrm>
            <a:off x="10576545" y="4237998"/>
            <a:ext cx="2546237" cy="1127248"/>
          </a:xfrm>
          <a:prstGeom prst="rect">
            <a:avLst/>
          </a:prstGeom>
          <a:ln w="12700">
            <a:miter lim="400000"/>
          </a:ln>
          <a:extLst>
            <a:ext uri="{C572A759-6A51-4108-AA02-DFA0A04FC94B}">
              <ma14:wrappingTextBoxFlag xmlns:ma14="http://schemas.microsoft.com/office/mac/drawingml/2011/main" val="1"/>
            </a:ext>
          </a:extLst>
        </p:spPr>
        <p:txBody>
          <a:bodyPr lIns="22859" tIns="22859" rIns="22859" bIns="22859"/>
          <a:lstStyle>
            <a:lvl1pPr algn="l" defTabSz="1088232">
              <a:defRPr spc="-270" sz="3600">
                <a:latin typeface="Raleway Regular"/>
                <a:ea typeface="Raleway Regular"/>
                <a:cs typeface="Raleway Regular"/>
                <a:sym typeface="Raleway Regular"/>
              </a:defRPr>
            </a:lvl1pPr>
          </a:lstStyle>
          <a:p>
            <a:pPr>
              <a:defRPr spc="0"/>
            </a:pPr>
            <a:r>
              <a:rPr spc="-270"/>
              <a:t>Texto</a:t>
            </a:r>
          </a:p>
        </p:txBody>
      </p:sp>
      <p:sp>
        <p:nvSpPr>
          <p:cNvPr id="2076" name="Shape 2076"/>
          <p:cNvSpPr/>
          <p:nvPr/>
        </p:nvSpPr>
        <p:spPr>
          <a:xfrm>
            <a:off x="12635807" y="5771486"/>
            <a:ext cx="1561320" cy="1127249"/>
          </a:xfrm>
          <a:prstGeom prst="rect">
            <a:avLst/>
          </a:prstGeom>
          <a:ln w="12700">
            <a:miter lim="400000"/>
          </a:ln>
          <a:extLst>
            <a:ext uri="{C572A759-6A51-4108-AA02-DFA0A04FC94B}">
              <ma14:wrappingTextBoxFlag xmlns:ma14="http://schemas.microsoft.com/office/mac/drawingml/2011/main" val="1"/>
            </a:ext>
          </a:extLst>
        </p:spPr>
        <p:txBody>
          <a:bodyPr lIns="22859" tIns="22859" rIns="22859" bIns="22859"/>
          <a:lstStyle>
            <a:lvl1pPr algn="l" defTabSz="1088232">
              <a:defRPr spc="-270" sz="3600">
                <a:latin typeface="Raleway Regular"/>
                <a:ea typeface="Raleway Regular"/>
                <a:cs typeface="Raleway Regular"/>
                <a:sym typeface="Raleway Regular"/>
              </a:defRPr>
            </a:lvl1pPr>
          </a:lstStyle>
          <a:p>
            <a:pPr>
              <a:defRPr spc="0"/>
            </a:pPr>
            <a:r>
              <a:rPr spc="-270"/>
              <a:t>Texto</a:t>
            </a:r>
          </a:p>
        </p:txBody>
      </p:sp>
      <p:sp>
        <p:nvSpPr>
          <p:cNvPr id="2077" name="Shape 2077"/>
          <p:cNvSpPr/>
          <p:nvPr/>
        </p:nvSpPr>
        <p:spPr>
          <a:xfrm>
            <a:off x="15366607" y="7215081"/>
            <a:ext cx="1962223" cy="1127248"/>
          </a:xfrm>
          <a:prstGeom prst="rect">
            <a:avLst/>
          </a:prstGeom>
          <a:ln w="12700">
            <a:miter lim="400000"/>
          </a:ln>
          <a:extLst>
            <a:ext uri="{C572A759-6A51-4108-AA02-DFA0A04FC94B}">
              <ma14:wrappingTextBoxFlag xmlns:ma14="http://schemas.microsoft.com/office/mac/drawingml/2011/main" val="1"/>
            </a:ext>
          </a:extLst>
        </p:spPr>
        <p:txBody>
          <a:bodyPr lIns="22859" tIns="22859" rIns="22859" bIns="22859"/>
          <a:lstStyle>
            <a:lvl1pPr algn="l" defTabSz="1088232">
              <a:defRPr spc="-270" sz="3600">
                <a:latin typeface="Raleway Regular"/>
                <a:ea typeface="Raleway Regular"/>
                <a:cs typeface="Raleway Regular"/>
                <a:sym typeface="Raleway Regular"/>
              </a:defRPr>
            </a:lvl1pPr>
          </a:lstStyle>
          <a:p>
            <a:pPr>
              <a:defRPr spc="0"/>
            </a:pPr>
            <a:r>
              <a:rPr spc="-270"/>
              <a:t>Texto</a:t>
            </a:r>
          </a:p>
        </p:txBody>
      </p:sp>
      <p:sp>
        <p:nvSpPr>
          <p:cNvPr id="2078" name="Shape 2078"/>
          <p:cNvSpPr/>
          <p:nvPr/>
        </p:nvSpPr>
        <p:spPr>
          <a:xfrm>
            <a:off x="12635807" y="8865793"/>
            <a:ext cx="3853775" cy="1127249"/>
          </a:xfrm>
          <a:prstGeom prst="rect">
            <a:avLst/>
          </a:prstGeom>
          <a:ln w="12700">
            <a:miter lim="400000"/>
          </a:ln>
          <a:extLst>
            <a:ext uri="{C572A759-6A51-4108-AA02-DFA0A04FC94B}">
              <ma14:wrappingTextBoxFlag xmlns:ma14="http://schemas.microsoft.com/office/mac/drawingml/2011/main" val="1"/>
            </a:ext>
          </a:extLst>
        </p:spPr>
        <p:txBody>
          <a:bodyPr lIns="22859" tIns="22859" rIns="22859" bIns="22859"/>
          <a:lstStyle>
            <a:lvl1pPr algn="l" defTabSz="1088232">
              <a:defRPr spc="-270" sz="3600">
                <a:latin typeface="Raleway Regular"/>
                <a:ea typeface="Raleway Regular"/>
                <a:cs typeface="Raleway Regular"/>
                <a:sym typeface="Raleway Regular"/>
              </a:defRPr>
            </a:lvl1pPr>
          </a:lstStyle>
          <a:p>
            <a:pPr>
              <a:defRPr spc="0"/>
            </a:pPr>
            <a:r>
              <a:rPr spc="-270"/>
              <a:t>Texto</a:t>
            </a:r>
          </a:p>
        </p:txBody>
      </p:sp>
      <p:sp>
        <p:nvSpPr>
          <p:cNvPr id="2079" name="Shape 2079"/>
          <p:cNvSpPr/>
          <p:nvPr/>
        </p:nvSpPr>
        <p:spPr>
          <a:xfrm>
            <a:off x="10576545" y="10389973"/>
            <a:ext cx="1621757" cy="1127249"/>
          </a:xfrm>
          <a:prstGeom prst="rect">
            <a:avLst/>
          </a:prstGeom>
          <a:ln w="12700">
            <a:miter lim="400000"/>
          </a:ln>
          <a:extLst>
            <a:ext uri="{C572A759-6A51-4108-AA02-DFA0A04FC94B}">
              <ma14:wrappingTextBoxFlag xmlns:ma14="http://schemas.microsoft.com/office/mac/drawingml/2011/main" val="1"/>
            </a:ext>
          </a:extLst>
        </p:spPr>
        <p:txBody>
          <a:bodyPr lIns="22859" tIns="22859" rIns="22859" bIns="22859"/>
          <a:lstStyle>
            <a:lvl1pPr algn="l" defTabSz="1088232">
              <a:defRPr spc="-270" sz="3600">
                <a:latin typeface="Raleway Regular"/>
                <a:ea typeface="Raleway Regular"/>
                <a:cs typeface="Raleway Regular"/>
                <a:sym typeface="Raleway Regular"/>
              </a:defRPr>
            </a:lvl1pPr>
          </a:lstStyle>
          <a:p>
            <a:pPr>
              <a:defRPr spc="0"/>
            </a:pPr>
            <a:r>
              <a:rPr spc="-270"/>
              <a:t>Texto</a:t>
            </a:r>
          </a:p>
        </p:txBody>
      </p:sp>
      <p:sp>
        <p:nvSpPr>
          <p:cNvPr id="2080" name="Shape 208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7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082" name="Shape 208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sp>
        <p:nvSpPr>
          <p:cNvPr id="2083" name="Shape 2083"/>
          <p:cNvSpPr/>
          <p:nvPr/>
        </p:nvSpPr>
        <p:spPr>
          <a:xfrm>
            <a:off x="1554227" y="3611812"/>
            <a:ext cx="1562317" cy="1803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16336"/>
                </a:lnTo>
                <a:lnTo>
                  <a:pt x="21600" y="0"/>
                </a:lnTo>
                <a:lnTo>
                  <a:pt x="0" y="11653"/>
                </a:lnTo>
                <a:lnTo>
                  <a:pt x="0" y="21600"/>
                </a:lnTo>
                <a:close/>
              </a:path>
            </a:pathLst>
          </a:custGeom>
          <a:solidFill>
            <a:srgbClr val="0B375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84" name="Shape 2084"/>
          <p:cNvSpPr/>
          <p:nvPr/>
        </p:nvSpPr>
        <p:spPr>
          <a:xfrm>
            <a:off x="1554227" y="5498500"/>
            <a:ext cx="1562317" cy="1609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7003"/>
                </a:moveTo>
                <a:lnTo>
                  <a:pt x="21600" y="21600"/>
                </a:lnTo>
                <a:lnTo>
                  <a:pt x="21600" y="0"/>
                </a:lnTo>
                <a:lnTo>
                  <a:pt x="0" y="5898"/>
                </a:lnTo>
                <a:lnTo>
                  <a:pt x="0" y="17003"/>
                </a:lnTo>
                <a:close/>
              </a:path>
            </a:pathLst>
          </a:custGeom>
          <a:solidFill>
            <a:srgbClr val="2C67A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85" name="Shape 2085"/>
          <p:cNvSpPr/>
          <p:nvPr/>
        </p:nvSpPr>
        <p:spPr>
          <a:xfrm>
            <a:off x="1554227" y="7288169"/>
            <a:ext cx="1562317" cy="1803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9947"/>
                </a:moveTo>
                <a:lnTo>
                  <a:pt x="21600" y="21600"/>
                </a:lnTo>
                <a:lnTo>
                  <a:pt x="21600" y="4102"/>
                </a:lnTo>
                <a:lnTo>
                  <a:pt x="0" y="0"/>
                </a:lnTo>
                <a:lnTo>
                  <a:pt x="0" y="9947"/>
                </a:lnTo>
                <a:close/>
              </a:path>
            </a:pathLst>
          </a:custGeom>
          <a:solidFill>
            <a:srgbClr val="008AC2"/>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86" name="Shape 2086"/>
          <p:cNvSpPr/>
          <p:nvPr/>
        </p:nvSpPr>
        <p:spPr>
          <a:xfrm>
            <a:off x="1554227" y="8641247"/>
            <a:ext cx="1562317" cy="22890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7810"/>
                </a:moveTo>
                <a:lnTo>
                  <a:pt x="21600" y="21600"/>
                </a:lnTo>
                <a:lnTo>
                  <a:pt x="21600" y="9184"/>
                </a:lnTo>
                <a:lnTo>
                  <a:pt x="0" y="0"/>
                </a:lnTo>
                <a:lnTo>
                  <a:pt x="0" y="7810"/>
                </a:lnTo>
                <a:close/>
              </a:path>
            </a:pathLst>
          </a:custGeom>
          <a:solidFill>
            <a:srgbClr val="67B3E0"/>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87" name="Shape 2087"/>
          <p:cNvSpPr/>
          <p:nvPr/>
        </p:nvSpPr>
        <p:spPr>
          <a:xfrm>
            <a:off x="-63797" y="4585048"/>
            <a:ext cx="1553442" cy="830737"/>
          </a:xfrm>
          <a:prstGeom prst="rect">
            <a:avLst/>
          </a:pr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88" name="Shape 2088"/>
          <p:cNvSpPr/>
          <p:nvPr/>
        </p:nvSpPr>
        <p:spPr>
          <a:xfrm>
            <a:off x="-63797" y="5938125"/>
            <a:ext cx="1553442" cy="827707"/>
          </a:xfrm>
          <a:prstGeom prst="rect">
            <a:avLst/>
          </a:pr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89" name="Shape 2089"/>
          <p:cNvSpPr/>
          <p:nvPr/>
        </p:nvSpPr>
        <p:spPr>
          <a:xfrm>
            <a:off x="-63797" y="7288169"/>
            <a:ext cx="1553442" cy="830737"/>
          </a:xfrm>
          <a:prstGeom prst="rect">
            <a:avLst/>
          </a:pr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90" name="Shape 2090"/>
          <p:cNvSpPr/>
          <p:nvPr/>
        </p:nvSpPr>
        <p:spPr>
          <a:xfrm>
            <a:off x="-63797" y="8641247"/>
            <a:ext cx="1553442" cy="827707"/>
          </a:xfrm>
          <a:prstGeom prst="rect">
            <a:avLst/>
          </a:prstGeom>
          <a:solidFill>
            <a:srgbClr val="67B3E0"/>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91" name="Shape 2091"/>
          <p:cNvSpPr/>
          <p:nvPr/>
        </p:nvSpPr>
        <p:spPr>
          <a:xfrm>
            <a:off x="3190445" y="3611812"/>
            <a:ext cx="6038603" cy="13643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19917" y="0"/>
                </a:lnTo>
                <a:lnTo>
                  <a:pt x="21600" y="10800"/>
                </a:lnTo>
                <a:lnTo>
                  <a:pt x="19917" y="21600"/>
                </a:lnTo>
                <a:lnTo>
                  <a:pt x="0" y="21600"/>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92" name="Shape 2092"/>
          <p:cNvSpPr/>
          <p:nvPr/>
        </p:nvSpPr>
        <p:spPr>
          <a:xfrm>
            <a:off x="3393263" y="3765200"/>
            <a:ext cx="2328419" cy="10718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0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Título</a:t>
            </a:r>
          </a:p>
        </p:txBody>
      </p:sp>
      <p:sp>
        <p:nvSpPr>
          <p:cNvPr id="2093" name="Shape 2093"/>
          <p:cNvSpPr/>
          <p:nvPr/>
        </p:nvSpPr>
        <p:spPr>
          <a:xfrm>
            <a:off x="11096304" y="3765200"/>
            <a:ext cx="89912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just"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Descripción</a:t>
            </a:r>
          </a:p>
        </p:txBody>
      </p:sp>
      <p:sp>
        <p:nvSpPr>
          <p:cNvPr id="2094" name="Shape 2094"/>
          <p:cNvSpPr/>
          <p:nvPr/>
        </p:nvSpPr>
        <p:spPr>
          <a:xfrm>
            <a:off x="3190445" y="5498500"/>
            <a:ext cx="6038603" cy="1609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19917" y="21600"/>
                </a:lnTo>
                <a:lnTo>
                  <a:pt x="21600" y="11105"/>
                </a:lnTo>
                <a:lnTo>
                  <a:pt x="19917" y="0"/>
                </a:lnTo>
                <a:lnTo>
                  <a:pt x="0" y="0"/>
                </a:ln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95" name="Shape 2095"/>
          <p:cNvSpPr/>
          <p:nvPr/>
        </p:nvSpPr>
        <p:spPr>
          <a:xfrm>
            <a:off x="3393263" y="5767047"/>
            <a:ext cx="2328419" cy="10718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0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Título</a:t>
            </a:r>
          </a:p>
        </p:txBody>
      </p:sp>
      <p:sp>
        <p:nvSpPr>
          <p:cNvPr id="2096" name="Shape 2096"/>
          <p:cNvSpPr/>
          <p:nvPr/>
        </p:nvSpPr>
        <p:spPr>
          <a:xfrm>
            <a:off x="11096304" y="5721346"/>
            <a:ext cx="89912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just"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Descripción</a:t>
            </a:r>
          </a:p>
        </p:txBody>
      </p:sp>
      <p:sp>
        <p:nvSpPr>
          <p:cNvPr id="2097" name="Shape 2097"/>
          <p:cNvSpPr/>
          <p:nvPr/>
        </p:nvSpPr>
        <p:spPr>
          <a:xfrm>
            <a:off x="3190445" y="7630773"/>
            <a:ext cx="6038603" cy="14613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19917" y="0"/>
                </a:lnTo>
                <a:lnTo>
                  <a:pt x="21600" y="10800"/>
                </a:lnTo>
                <a:lnTo>
                  <a:pt x="19917" y="21600"/>
                </a:lnTo>
                <a:lnTo>
                  <a:pt x="0" y="21600"/>
                </a:lnTo>
                <a:close/>
              </a:path>
            </a:pathLst>
          </a:cu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098" name="Shape 2098"/>
          <p:cNvSpPr/>
          <p:nvPr/>
        </p:nvSpPr>
        <p:spPr>
          <a:xfrm>
            <a:off x="3393263" y="7832672"/>
            <a:ext cx="2328419" cy="10718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0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Título</a:t>
            </a:r>
          </a:p>
        </p:txBody>
      </p:sp>
      <p:sp>
        <p:nvSpPr>
          <p:cNvPr id="2099" name="Shape 2099"/>
          <p:cNvSpPr/>
          <p:nvPr/>
        </p:nvSpPr>
        <p:spPr>
          <a:xfrm>
            <a:off x="11096304" y="7835344"/>
            <a:ext cx="89912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just"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Descripción</a:t>
            </a:r>
          </a:p>
        </p:txBody>
      </p:sp>
      <p:sp>
        <p:nvSpPr>
          <p:cNvPr id="2100" name="Shape 2100"/>
          <p:cNvSpPr/>
          <p:nvPr/>
        </p:nvSpPr>
        <p:spPr>
          <a:xfrm>
            <a:off x="3190445" y="9614483"/>
            <a:ext cx="6038603" cy="13158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19917" y="21600"/>
                </a:lnTo>
                <a:lnTo>
                  <a:pt x="21600" y="11198"/>
                </a:lnTo>
                <a:lnTo>
                  <a:pt x="19917" y="0"/>
                </a:lnTo>
                <a:lnTo>
                  <a:pt x="0" y="0"/>
                </a:lnTo>
                <a:close/>
              </a:path>
            </a:pathLst>
          </a:custGeom>
          <a:solidFill>
            <a:srgbClr val="67B3E0"/>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101" name="Shape 2101"/>
          <p:cNvSpPr/>
          <p:nvPr/>
        </p:nvSpPr>
        <p:spPr>
          <a:xfrm>
            <a:off x="3393263" y="9764883"/>
            <a:ext cx="2328419" cy="10718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000">
                <a:solidFill>
                  <a:srgbClr val="FFFFFF"/>
                </a:solidFill>
                <a:latin typeface="Raleway Bold"/>
                <a:ea typeface="Raleway Bold"/>
                <a:cs typeface="Raleway Bold"/>
                <a:sym typeface="Raleway Bold"/>
              </a:defRPr>
            </a:lvl1pPr>
          </a:lstStyle>
          <a:p>
            <a:pPr>
              <a:defRPr>
                <a:solidFill>
                  <a:srgbClr val="0A0A0A"/>
                </a:solidFill>
                <a:latin typeface="Calibri"/>
                <a:ea typeface="Calibri"/>
                <a:cs typeface="Calibri"/>
                <a:sym typeface="Calibri"/>
              </a:defRPr>
            </a:pPr>
            <a:r>
              <a:rPr>
                <a:solidFill>
                  <a:srgbClr val="FFFFFF"/>
                </a:solidFill>
                <a:latin typeface="Raleway Bold"/>
                <a:ea typeface="Raleway Bold"/>
                <a:cs typeface="Raleway Bold"/>
                <a:sym typeface="Raleway Bold"/>
              </a:rPr>
              <a:t>Título</a:t>
            </a:r>
          </a:p>
        </p:txBody>
      </p:sp>
      <p:sp>
        <p:nvSpPr>
          <p:cNvPr id="2102" name="Shape 2102"/>
          <p:cNvSpPr/>
          <p:nvPr/>
        </p:nvSpPr>
        <p:spPr>
          <a:xfrm>
            <a:off x="11096304" y="9798227"/>
            <a:ext cx="89912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just"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Descripción</a:t>
            </a:r>
          </a:p>
        </p:txBody>
      </p:sp>
      <p:sp>
        <p:nvSpPr>
          <p:cNvPr id="2103" name="Shape 2103"/>
          <p:cNvSpPr/>
          <p:nvPr/>
        </p:nvSpPr>
        <p:spPr>
          <a:xfrm rot="2700000">
            <a:off x="9913170" y="3854150"/>
            <a:ext cx="499013" cy="9190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81" y="7388"/>
                </a:moveTo>
                <a:cubicBezTo>
                  <a:pt x="17981" y="2979"/>
                  <a:pt x="17981" y="2979"/>
                  <a:pt x="17981" y="2979"/>
                </a:cubicBezTo>
                <a:cubicBezTo>
                  <a:pt x="18951" y="2718"/>
                  <a:pt x="19585" y="2194"/>
                  <a:pt x="19585" y="1590"/>
                </a:cubicBezTo>
                <a:cubicBezTo>
                  <a:pt x="19585" y="705"/>
                  <a:pt x="18280" y="0"/>
                  <a:pt x="16676" y="0"/>
                </a:cubicBezTo>
                <a:cubicBezTo>
                  <a:pt x="4924" y="0"/>
                  <a:pt x="4924" y="0"/>
                  <a:pt x="4924" y="0"/>
                </a:cubicBezTo>
                <a:cubicBezTo>
                  <a:pt x="3320" y="0"/>
                  <a:pt x="2015" y="705"/>
                  <a:pt x="2015" y="1590"/>
                </a:cubicBezTo>
                <a:cubicBezTo>
                  <a:pt x="2015" y="2194"/>
                  <a:pt x="2649" y="2718"/>
                  <a:pt x="3581" y="2979"/>
                </a:cubicBezTo>
                <a:cubicBezTo>
                  <a:pt x="3581" y="7388"/>
                  <a:pt x="3581" y="7388"/>
                  <a:pt x="3581" y="7388"/>
                </a:cubicBezTo>
                <a:cubicBezTo>
                  <a:pt x="1306" y="8495"/>
                  <a:pt x="0" y="10065"/>
                  <a:pt x="0" y="11736"/>
                </a:cubicBezTo>
                <a:cubicBezTo>
                  <a:pt x="0" y="12320"/>
                  <a:pt x="0" y="12320"/>
                  <a:pt x="0" y="12320"/>
                </a:cubicBezTo>
                <a:cubicBezTo>
                  <a:pt x="8356" y="12320"/>
                  <a:pt x="8356" y="12320"/>
                  <a:pt x="8356" y="12320"/>
                </a:cubicBezTo>
                <a:cubicBezTo>
                  <a:pt x="8356" y="18580"/>
                  <a:pt x="8356" y="18580"/>
                  <a:pt x="8356" y="18580"/>
                </a:cubicBezTo>
                <a:cubicBezTo>
                  <a:pt x="10781" y="21600"/>
                  <a:pt x="10781" y="21600"/>
                  <a:pt x="10781" y="21600"/>
                </a:cubicBezTo>
                <a:cubicBezTo>
                  <a:pt x="13244" y="18580"/>
                  <a:pt x="13244" y="18580"/>
                  <a:pt x="13244" y="18580"/>
                </a:cubicBezTo>
                <a:cubicBezTo>
                  <a:pt x="13244" y="12320"/>
                  <a:pt x="13244" y="12320"/>
                  <a:pt x="13244" y="12320"/>
                </a:cubicBezTo>
                <a:cubicBezTo>
                  <a:pt x="21600" y="12320"/>
                  <a:pt x="21600" y="12320"/>
                  <a:pt x="21600" y="12320"/>
                </a:cubicBezTo>
                <a:cubicBezTo>
                  <a:pt x="21600" y="11736"/>
                  <a:pt x="21600" y="11736"/>
                  <a:pt x="21600" y="11736"/>
                </a:cubicBezTo>
                <a:cubicBezTo>
                  <a:pt x="21600" y="10065"/>
                  <a:pt x="20294" y="8495"/>
                  <a:pt x="17981" y="7388"/>
                </a:cubicBezTo>
                <a:close/>
                <a:moveTo>
                  <a:pt x="4924" y="1168"/>
                </a:moveTo>
                <a:cubicBezTo>
                  <a:pt x="16676" y="1168"/>
                  <a:pt x="16676" y="1168"/>
                  <a:pt x="16676" y="1168"/>
                </a:cubicBezTo>
                <a:cubicBezTo>
                  <a:pt x="17086" y="1168"/>
                  <a:pt x="17422" y="1349"/>
                  <a:pt x="17422" y="1590"/>
                </a:cubicBezTo>
                <a:cubicBezTo>
                  <a:pt x="17422" y="1792"/>
                  <a:pt x="17123" y="1953"/>
                  <a:pt x="16750" y="1993"/>
                </a:cubicBezTo>
                <a:cubicBezTo>
                  <a:pt x="16265" y="2033"/>
                  <a:pt x="16265" y="2033"/>
                  <a:pt x="16265" y="2033"/>
                </a:cubicBezTo>
                <a:cubicBezTo>
                  <a:pt x="5335" y="2033"/>
                  <a:pt x="5335" y="2033"/>
                  <a:pt x="5335" y="2033"/>
                </a:cubicBezTo>
                <a:cubicBezTo>
                  <a:pt x="4812" y="1993"/>
                  <a:pt x="4812" y="1993"/>
                  <a:pt x="4812" y="1993"/>
                </a:cubicBezTo>
                <a:cubicBezTo>
                  <a:pt x="4439" y="1953"/>
                  <a:pt x="4141" y="1792"/>
                  <a:pt x="4141" y="1590"/>
                </a:cubicBezTo>
                <a:cubicBezTo>
                  <a:pt x="4141" y="1349"/>
                  <a:pt x="4514" y="1168"/>
                  <a:pt x="4924" y="1168"/>
                </a:cubicBezTo>
                <a:close/>
                <a:moveTo>
                  <a:pt x="15818" y="7448"/>
                </a:moveTo>
                <a:cubicBezTo>
                  <a:pt x="5745" y="7448"/>
                  <a:pt x="5745" y="7448"/>
                  <a:pt x="5745" y="7448"/>
                </a:cubicBezTo>
                <a:cubicBezTo>
                  <a:pt x="5745" y="2617"/>
                  <a:pt x="5745" y="2617"/>
                  <a:pt x="5745" y="2617"/>
                </a:cubicBezTo>
                <a:cubicBezTo>
                  <a:pt x="15818" y="2617"/>
                  <a:pt x="15818" y="2617"/>
                  <a:pt x="15818" y="2617"/>
                </a:cubicBezTo>
                <a:lnTo>
                  <a:pt x="15818" y="7448"/>
                </a:lnTo>
                <a:close/>
                <a:moveTo>
                  <a:pt x="11080" y="18339"/>
                </a:moveTo>
                <a:cubicBezTo>
                  <a:pt x="10781" y="18681"/>
                  <a:pt x="10781" y="18681"/>
                  <a:pt x="10781" y="18681"/>
                </a:cubicBezTo>
                <a:cubicBezTo>
                  <a:pt x="10520" y="18339"/>
                  <a:pt x="10520" y="18339"/>
                  <a:pt x="10520" y="18339"/>
                </a:cubicBezTo>
                <a:cubicBezTo>
                  <a:pt x="10520" y="12320"/>
                  <a:pt x="10520" y="12320"/>
                  <a:pt x="10520" y="12320"/>
                </a:cubicBezTo>
                <a:cubicBezTo>
                  <a:pt x="11080" y="12320"/>
                  <a:pt x="11080" y="12320"/>
                  <a:pt x="11080" y="12320"/>
                </a:cubicBezTo>
                <a:lnTo>
                  <a:pt x="11080" y="18339"/>
                </a:lnTo>
                <a:close/>
                <a:moveTo>
                  <a:pt x="13244" y="11152"/>
                </a:moveTo>
                <a:cubicBezTo>
                  <a:pt x="8356" y="11152"/>
                  <a:pt x="8356" y="11152"/>
                  <a:pt x="8356" y="11152"/>
                </a:cubicBezTo>
                <a:cubicBezTo>
                  <a:pt x="2201" y="11152"/>
                  <a:pt x="2201" y="11152"/>
                  <a:pt x="2201" y="11152"/>
                </a:cubicBezTo>
                <a:cubicBezTo>
                  <a:pt x="2499" y="9965"/>
                  <a:pt x="3619" y="8878"/>
                  <a:pt x="5372" y="8113"/>
                </a:cubicBezTo>
                <a:cubicBezTo>
                  <a:pt x="5559" y="8032"/>
                  <a:pt x="5559" y="8032"/>
                  <a:pt x="5559" y="8032"/>
                </a:cubicBezTo>
                <a:cubicBezTo>
                  <a:pt x="16041" y="8032"/>
                  <a:pt x="16041" y="8032"/>
                  <a:pt x="16041" y="8032"/>
                </a:cubicBezTo>
                <a:cubicBezTo>
                  <a:pt x="16228" y="8113"/>
                  <a:pt x="16228" y="8113"/>
                  <a:pt x="16228" y="8113"/>
                </a:cubicBezTo>
                <a:cubicBezTo>
                  <a:pt x="17981" y="8878"/>
                  <a:pt x="19101" y="9965"/>
                  <a:pt x="19362" y="11152"/>
                </a:cubicBezTo>
                <a:lnTo>
                  <a:pt x="13244" y="11152"/>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110" name="Group 2110"/>
          <p:cNvGrpSpPr/>
          <p:nvPr/>
        </p:nvGrpSpPr>
        <p:grpSpPr>
          <a:xfrm>
            <a:off x="9780758" y="8004446"/>
            <a:ext cx="763837" cy="726877"/>
            <a:chOff x="0" y="0"/>
            <a:chExt cx="763836" cy="726876"/>
          </a:xfrm>
        </p:grpSpPr>
        <p:sp>
          <p:nvSpPr>
            <p:cNvPr id="2104" name="Shape 2104"/>
            <p:cNvSpPr/>
            <p:nvPr/>
          </p:nvSpPr>
          <p:spPr>
            <a:xfrm>
              <a:off x="0" y="0"/>
              <a:ext cx="763837" cy="7268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0"/>
                  </a:moveTo>
                  <a:cubicBezTo>
                    <a:pt x="1856" y="0"/>
                    <a:pt x="1856" y="0"/>
                    <a:pt x="1856" y="0"/>
                  </a:cubicBezTo>
                  <a:cubicBezTo>
                    <a:pt x="844" y="0"/>
                    <a:pt x="0" y="885"/>
                    <a:pt x="0" y="1948"/>
                  </a:cubicBezTo>
                  <a:cubicBezTo>
                    <a:pt x="0" y="16466"/>
                    <a:pt x="0" y="16466"/>
                    <a:pt x="0" y="16466"/>
                  </a:cubicBezTo>
                  <a:cubicBezTo>
                    <a:pt x="0" y="17528"/>
                    <a:pt x="844" y="18413"/>
                    <a:pt x="1856" y="18413"/>
                  </a:cubicBezTo>
                  <a:cubicBezTo>
                    <a:pt x="7256" y="18413"/>
                    <a:pt x="7256" y="18413"/>
                    <a:pt x="7256" y="18413"/>
                  </a:cubicBezTo>
                  <a:cubicBezTo>
                    <a:pt x="7087" y="18767"/>
                    <a:pt x="6581" y="19298"/>
                    <a:pt x="6412" y="19475"/>
                  </a:cubicBezTo>
                  <a:cubicBezTo>
                    <a:pt x="6075" y="19652"/>
                    <a:pt x="5906" y="19830"/>
                    <a:pt x="5906" y="20007"/>
                  </a:cubicBezTo>
                  <a:cubicBezTo>
                    <a:pt x="5737" y="20184"/>
                    <a:pt x="5569" y="20538"/>
                    <a:pt x="5737" y="20892"/>
                  </a:cubicBezTo>
                  <a:cubicBezTo>
                    <a:pt x="5906" y="21246"/>
                    <a:pt x="6244" y="21600"/>
                    <a:pt x="7087" y="21600"/>
                  </a:cubicBezTo>
                  <a:cubicBezTo>
                    <a:pt x="14512" y="21600"/>
                    <a:pt x="14512" y="21600"/>
                    <a:pt x="14512" y="21600"/>
                  </a:cubicBezTo>
                  <a:cubicBezTo>
                    <a:pt x="15356" y="21600"/>
                    <a:pt x="15694" y="21246"/>
                    <a:pt x="15862" y="20892"/>
                  </a:cubicBezTo>
                  <a:cubicBezTo>
                    <a:pt x="16031" y="20538"/>
                    <a:pt x="16031" y="20184"/>
                    <a:pt x="15862" y="20007"/>
                  </a:cubicBezTo>
                  <a:cubicBezTo>
                    <a:pt x="15694" y="19830"/>
                    <a:pt x="15525" y="19652"/>
                    <a:pt x="15356" y="19475"/>
                  </a:cubicBezTo>
                  <a:cubicBezTo>
                    <a:pt x="15019" y="19298"/>
                    <a:pt x="14681" y="18767"/>
                    <a:pt x="14344" y="18413"/>
                  </a:cubicBezTo>
                  <a:cubicBezTo>
                    <a:pt x="19744" y="18413"/>
                    <a:pt x="19744" y="18413"/>
                    <a:pt x="19744" y="18413"/>
                  </a:cubicBezTo>
                  <a:cubicBezTo>
                    <a:pt x="20756" y="18413"/>
                    <a:pt x="21600" y="17528"/>
                    <a:pt x="21600" y="16466"/>
                  </a:cubicBezTo>
                  <a:cubicBezTo>
                    <a:pt x="21600" y="1948"/>
                    <a:pt x="21600" y="1948"/>
                    <a:pt x="21600" y="1948"/>
                  </a:cubicBezTo>
                  <a:cubicBezTo>
                    <a:pt x="21600" y="885"/>
                    <a:pt x="20756" y="0"/>
                    <a:pt x="19744" y="0"/>
                  </a:cubicBezTo>
                  <a:close/>
                  <a:moveTo>
                    <a:pt x="14850" y="20007"/>
                  </a:moveTo>
                  <a:cubicBezTo>
                    <a:pt x="15019" y="20184"/>
                    <a:pt x="15188" y="20361"/>
                    <a:pt x="15188" y="20538"/>
                  </a:cubicBezTo>
                  <a:cubicBezTo>
                    <a:pt x="15188" y="20538"/>
                    <a:pt x="15356" y="20538"/>
                    <a:pt x="15188" y="20538"/>
                  </a:cubicBezTo>
                  <a:cubicBezTo>
                    <a:pt x="15188" y="20715"/>
                    <a:pt x="14850" y="20892"/>
                    <a:pt x="14512" y="20892"/>
                  </a:cubicBezTo>
                  <a:cubicBezTo>
                    <a:pt x="7087" y="20892"/>
                    <a:pt x="7087" y="20892"/>
                    <a:pt x="7087" y="20892"/>
                  </a:cubicBezTo>
                  <a:cubicBezTo>
                    <a:pt x="6750" y="20892"/>
                    <a:pt x="6412" y="20715"/>
                    <a:pt x="6412" y="20538"/>
                  </a:cubicBezTo>
                  <a:cubicBezTo>
                    <a:pt x="6412" y="20538"/>
                    <a:pt x="6412" y="20538"/>
                    <a:pt x="6412" y="20538"/>
                  </a:cubicBezTo>
                  <a:cubicBezTo>
                    <a:pt x="6412" y="20538"/>
                    <a:pt x="6412" y="20538"/>
                    <a:pt x="6412" y="20538"/>
                  </a:cubicBezTo>
                  <a:cubicBezTo>
                    <a:pt x="6412" y="20361"/>
                    <a:pt x="6581" y="20184"/>
                    <a:pt x="6750" y="20007"/>
                  </a:cubicBezTo>
                  <a:cubicBezTo>
                    <a:pt x="7425" y="19298"/>
                    <a:pt x="7931" y="18767"/>
                    <a:pt x="8100" y="18413"/>
                  </a:cubicBezTo>
                  <a:cubicBezTo>
                    <a:pt x="13500" y="18413"/>
                    <a:pt x="13500" y="18413"/>
                    <a:pt x="13500" y="18413"/>
                  </a:cubicBezTo>
                  <a:cubicBezTo>
                    <a:pt x="13837" y="18767"/>
                    <a:pt x="14175" y="19298"/>
                    <a:pt x="14850" y="20007"/>
                  </a:cubicBezTo>
                  <a:close/>
                  <a:moveTo>
                    <a:pt x="20250" y="16466"/>
                  </a:moveTo>
                  <a:cubicBezTo>
                    <a:pt x="20250" y="16820"/>
                    <a:pt x="20081" y="16997"/>
                    <a:pt x="19744" y="16997"/>
                  </a:cubicBezTo>
                  <a:cubicBezTo>
                    <a:pt x="1856" y="16997"/>
                    <a:pt x="1856" y="16997"/>
                    <a:pt x="1856" y="16997"/>
                  </a:cubicBezTo>
                  <a:cubicBezTo>
                    <a:pt x="1519" y="16997"/>
                    <a:pt x="1350" y="16820"/>
                    <a:pt x="1350" y="16466"/>
                  </a:cubicBezTo>
                  <a:cubicBezTo>
                    <a:pt x="1350" y="1948"/>
                    <a:pt x="1350" y="1948"/>
                    <a:pt x="1350" y="1948"/>
                  </a:cubicBezTo>
                  <a:cubicBezTo>
                    <a:pt x="1350" y="1593"/>
                    <a:pt x="1519" y="1416"/>
                    <a:pt x="1856" y="1416"/>
                  </a:cubicBezTo>
                  <a:cubicBezTo>
                    <a:pt x="19744" y="1416"/>
                    <a:pt x="19744" y="1416"/>
                    <a:pt x="19744" y="1416"/>
                  </a:cubicBezTo>
                  <a:cubicBezTo>
                    <a:pt x="20081" y="1416"/>
                    <a:pt x="20250" y="1593"/>
                    <a:pt x="20250" y="1948"/>
                  </a:cubicBezTo>
                  <a:lnTo>
                    <a:pt x="20250" y="16466"/>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05" name="Shape 2105"/>
            <p:cNvSpPr/>
            <p:nvPr/>
          </p:nvSpPr>
          <p:spPr>
            <a:xfrm>
              <a:off x="96096" y="93631"/>
              <a:ext cx="571646" cy="3843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25" y="0"/>
                  </a:moveTo>
                  <a:cubicBezTo>
                    <a:pt x="1575" y="0"/>
                    <a:pt x="1575" y="0"/>
                    <a:pt x="1575" y="0"/>
                  </a:cubicBezTo>
                  <a:cubicBezTo>
                    <a:pt x="675" y="0"/>
                    <a:pt x="0" y="1012"/>
                    <a:pt x="0" y="2362"/>
                  </a:cubicBezTo>
                  <a:cubicBezTo>
                    <a:pt x="0" y="19238"/>
                    <a:pt x="0" y="19238"/>
                    <a:pt x="0" y="19238"/>
                  </a:cubicBezTo>
                  <a:cubicBezTo>
                    <a:pt x="0" y="20588"/>
                    <a:pt x="675" y="21600"/>
                    <a:pt x="1575" y="21600"/>
                  </a:cubicBezTo>
                  <a:cubicBezTo>
                    <a:pt x="20025" y="21600"/>
                    <a:pt x="20025" y="21600"/>
                    <a:pt x="20025" y="21600"/>
                  </a:cubicBezTo>
                  <a:cubicBezTo>
                    <a:pt x="20925" y="21600"/>
                    <a:pt x="21600" y="20588"/>
                    <a:pt x="21600" y="19238"/>
                  </a:cubicBezTo>
                  <a:cubicBezTo>
                    <a:pt x="21600" y="2362"/>
                    <a:pt x="21600" y="2362"/>
                    <a:pt x="21600" y="2362"/>
                  </a:cubicBezTo>
                  <a:cubicBezTo>
                    <a:pt x="21600" y="1012"/>
                    <a:pt x="20925" y="0"/>
                    <a:pt x="20025" y="0"/>
                  </a:cubicBezTo>
                  <a:close/>
                  <a:moveTo>
                    <a:pt x="20700" y="19238"/>
                  </a:moveTo>
                  <a:cubicBezTo>
                    <a:pt x="20700" y="19913"/>
                    <a:pt x="20475" y="20250"/>
                    <a:pt x="20025" y="20250"/>
                  </a:cubicBezTo>
                  <a:cubicBezTo>
                    <a:pt x="1575" y="20250"/>
                    <a:pt x="1575" y="20250"/>
                    <a:pt x="1575" y="20250"/>
                  </a:cubicBezTo>
                  <a:cubicBezTo>
                    <a:pt x="1125" y="20250"/>
                    <a:pt x="900" y="19913"/>
                    <a:pt x="900" y="19238"/>
                  </a:cubicBezTo>
                  <a:cubicBezTo>
                    <a:pt x="900" y="2362"/>
                    <a:pt x="900" y="2362"/>
                    <a:pt x="900" y="2362"/>
                  </a:cubicBezTo>
                  <a:cubicBezTo>
                    <a:pt x="900" y="1687"/>
                    <a:pt x="1125" y="1350"/>
                    <a:pt x="1575" y="1350"/>
                  </a:cubicBezTo>
                  <a:cubicBezTo>
                    <a:pt x="20025" y="1350"/>
                    <a:pt x="20025" y="1350"/>
                    <a:pt x="20025" y="1350"/>
                  </a:cubicBezTo>
                  <a:cubicBezTo>
                    <a:pt x="20475" y="1350"/>
                    <a:pt x="20700" y="1687"/>
                    <a:pt x="20700" y="2362"/>
                  </a:cubicBezTo>
                  <a:lnTo>
                    <a:pt x="20700" y="19238"/>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06" name="Shape 2106"/>
            <p:cNvSpPr/>
            <p:nvPr/>
          </p:nvSpPr>
          <p:spPr>
            <a:xfrm>
              <a:off x="347422" y="487869"/>
              <a:ext cx="71458" cy="739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5400"/>
                    <a:pt x="0" y="10800"/>
                  </a:cubicBezTo>
                  <a:cubicBezTo>
                    <a:pt x="0" y="16200"/>
                    <a:pt x="5400" y="21600"/>
                    <a:pt x="10800" y="21600"/>
                  </a:cubicBezTo>
                  <a:cubicBezTo>
                    <a:pt x="16200" y="21600"/>
                    <a:pt x="21600" y="16200"/>
                    <a:pt x="21600" y="10800"/>
                  </a:cubicBezTo>
                  <a:cubicBezTo>
                    <a:pt x="21600" y="5400"/>
                    <a:pt x="16200" y="0"/>
                    <a:pt x="10800" y="0"/>
                  </a:cubicBezTo>
                  <a:close/>
                  <a:moveTo>
                    <a:pt x="10800" y="14400"/>
                  </a:moveTo>
                  <a:cubicBezTo>
                    <a:pt x="9000" y="14400"/>
                    <a:pt x="7200" y="12600"/>
                    <a:pt x="7200" y="10800"/>
                  </a:cubicBezTo>
                  <a:cubicBezTo>
                    <a:pt x="7200" y="9000"/>
                    <a:pt x="9000" y="7200"/>
                    <a:pt x="10800" y="7200"/>
                  </a:cubicBezTo>
                  <a:cubicBezTo>
                    <a:pt x="12600" y="7200"/>
                    <a:pt x="14400" y="9000"/>
                    <a:pt x="14400" y="10800"/>
                  </a:cubicBezTo>
                  <a:cubicBezTo>
                    <a:pt x="14400" y="12600"/>
                    <a:pt x="12600" y="14400"/>
                    <a:pt x="10800" y="14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07" name="Shape 2107"/>
            <p:cNvSpPr/>
            <p:nvPr/>
          </p:nvSpPr>
          <p:spPr>
            <a:xfrm>
              <a:off x="251326" y="243934"/>
              <a:ext cx="96097" cy="101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644"/>
                  </a:moveTo>
                  <a:lnTo>
                    <a:pt x="21600" y="21600"/>
                  </a:lnTo>
                  <a:lnTo>
                    <a:pt x="21600" y="16859"/>
                  </a:lnTo>
                  <a:lnTo>
                    <a:pt x="6646" y="10010"/>
                  </a:lnTo>
                  <a:lnTo>
                    <a:pt x="21600" y="5268"/>
                  </a:lnTo>
                  <a:lnTo>
                    <a:pt x="21600" y="0"/>
                  </a:lnTo>
                  <a:lnTo>
                    <a:pt x="0" y="8956"/>
                  </a:lnTo>
                  <a:lnTo>
                    <a:pt x="0" y="12644"/>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08" name="Shape 2108"/>
            <p:cNvSpPr/>
            <p:nvPr/>
          </p:nvSpPr>
          <p:spPr>
            <a:xfrm>
              <a:off x="357278" y="226687"/>
              <a:ext cx="49281" cy="1355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16200" y="0"/>
                    <a:pt x="16200" y="0"/>
                    <a:pt x="13500" y="0"/>
                  </a:cubicBezTo>
                  <a:cubicBezTo>
                    <a:pt x="13500" y="0"/>
                    <a:pt x="13500" y="939"/>
                    <a:pt x="13500" y="1878"/>
                  </a:cubicBezTo>
                  <a:cubicBezTo>
                    <a:pt x="0" y="18783"/>
                    <a:pt x="0" y="18783"/>
                    <a:pt x="0" y="18783"/>
                  </a:cubicBezTo>
                  <a:cubicBezTo>
                    <a:pt x="0" y="19722"/>
                    <a:pt x="0" y="20661"/>
                    <a:pt x="0" y="20661"/>
                  </a:cubicBezTo>
                  <a:cubicBezTo>
                    <a:pt x="0" y="21600"/>
                    <a:pt x="2700" y="21600"/>
                    <a:pt x="5400" y="21600"/>
                  </a:cubicBezTo>
                  <a:cubicBezTo>
                    <a:pt x="5400" y="21600"/>
                    <a:pt x="5400" y="21600"/>
                    <a:pt x="8100" y="21600"/>
                  </a:cubicBezTo>
                  <a:cubicBezTo>
                    <a:pt x="8100" y="21600"/>
                    <a:pt x="8100" y="20661"/>
                    <a:pt x="8100" y="20661"/>
                  </a:cubicBezTo>
                  <a:cubicBezTo>
                    <a:pt x="8100" y="20661"/>
                    <a:pt x="8100" y="19722"/>
                    <a:pt x="10800" y="19722"/>
                  </a:cubicBezTo>
                  <a:cubicBezTo>
                    <a:pt x="21600" y="2817"/>
                    <a:pt x="21600" y="2817"/>
                    <a:pt x="21600" y="2817"/>
                  </a:cubicBezTo>
                  <a:cubicBezTo>
                    <a:pt x="21600" y="1878"/>
                    <a:pt x="21600" y="939"/>
                    <a:pt x="21600" y="939"/>
                  </a:cubicBezTo>
                  <a:cubicBezTo>
                    <a:pt x="21600" y="0"/>
                    <a:pt x="21600" y="0"/>
                    <a:pt x="21600" y="0"/>
                  </a:cubicBezTo>
                  <a:cubicBezTo>
                    <a:pt x="21600" y="0"/>
                    <a:pt x="18900" y="0"/>
                    <a:pt x="189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09" name="Shape 2109"/>
            <p:cNvSpPr/>
            <p:nvPr/>
          </p:nvSpPr>
          <p:spPr>
            <a:xfrm>
              <a:off x="418877" y="243934"/>
              <a:ext cx="93633" cy="101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268"/>
                  </a:moveTo>
                  <a:lnTo>
                    <a:pt x="14779" y="10010"/>
                  </a:lnTo>
                  <a:lnTo>
                    <a:pt x="0" y="16859"/>
                  </a:lnTo>
                  <a:lnTo>
                    <a:pt x="0" y="21600"/>
                  </a:lnTo>
                  <a:lnTo>
                    <a:pt x="21600" y="12644"/>
                  </a:lnTo>
                  <a:lnTo>
                    <a:pt x="21600" y="8956"/>
                  </a:lnTo>
                  <a:lnTo>
                    <a:pt x="0" y="0"/>
                  </a:lnTo>
                  <a:lnTo>
                    <a:pt x="0" y="5268"/>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111" name="Shape 2111"/>
          <p:cNvSpPr/>
          <p:nvPr/>
        </p:nvSpPr>
        <p:spPr>
          <a:xfrm>
            <a:off x="9775273" y="5867508"/>
            <a:ext cx="774805" cy="7795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112"/>
                </a:moveTo>
                <a:lnTo>
                  <a:pt x="14510" y="0"/>
                </a:lnTo>
                <a:lnTo>
                  <a:pt x="2054" y="12380"/>
                </a:lnTo>
                <a:lnTo>
                  <a:pt x="0" y="21600"/>
                </a:lnTo>
                <a:lnTo>
                  <a:pt x="9210" y="19427"/>
                </a:lnTo>
                <a:lnTo>
                  <a:pt x="21600" y="7112"/>
                </a:lnTo>
                <a:close/>
                <a:moveTo>
                  <a:pt x="8547" y="18110"/>
                </a:moveTo>
                <a:lnTo>
                  <a:pt x="7421" y="16990"/>
                </a:lnTo>
                <a:lnTo>
                  <a:pt x="18552" y="5993"/>
                </a:lnTo>
                <a:lnTo>
                  <a:pt x="19679" y="7112"/>
                </a:lnTo>
                <a:lnTo>
                  <a:pt x="8547" y="18110"/>
                </a:lnTo>
                <a:close/>
                <a:moveTo>
                  <a:pt x="4439" y="19098"/>
                </a:moveTo>
                <a:lnTo>
                  <a:pt x="2452" y="17122"/>
                </a:lnTo>
                <a:lnTo>
                  <a:pt x="3180" y="13698"/>
                </a:lnTo>
                <a:lnTo>
                  <a:pt x="6957" y="17451"/>
                </a:lnTo>
                <a:lnTo>
                  <a:pt x="7885" y="18307"/>
                </a:lnTo>
                <a:lnTo>
                  <a:pt x="4439" y="19098"/>
                </a:lnTo>
                <a:close/>
                <a:moveTo>
                  <a:pt x="18022" y="5466"/>
                </a:moveTo>
                <a:lnTo>
                  <a:pt x="6957" y="16463"/>
                </a:lnTo>
                <a:lnTo>
                  <a:pt x="5301" y="14883"/>
                </a:lnTo>
                <a:lnTo>
                  <a:pt x="16432" y="3885"/>
                </a:lnTo>
                <a:lnTo>
                  <a:pt x="18022" y="5466"/>
                </a:lnTo>
                <a:close/>
                <a:moveTo>
                  <a:pt x="14510" y="1976"/>
                </a:moveTo>
                <a:lnTo>
                  <a:pt x="15902" y="3359"/>
                </a:lnTo>
                <a:lnTo>
                  <a:pt x="4837" y="14356"/>
                </a:lnTo>
                <a:lnTo>
                  <a:pt x="3445" y="12973"/>
                </a:lnTo>
                <a:lnTo>
                  <a:pt x="14510" y="1976"/>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115" name="Group 2115"/>
          <p:cNvGrpSpPr/>
          <p:nvPr/>
        </p:nvGrpSpPr>
        <p:grpSpPr>
          <a:xfrm>
            <a:off x="9711705" y="9856410"/>
            <a:ext cx="928738" cy="928737"/>
            <a:chOff x="0" y="0"/>
            <a:chExt cx="928736" cy="928736"/>
          </a:xfrm>
        </p:grpSpPr>
        <p:sp>
          <p:nvSpPr>
            <p:cNvPr id="2112" name="Shape 2112"/>
            <p:cNvSpPr/>
            <p:nvPr/>
          </p:nvSpPr>
          <p:spPr>
            <a:xfrm rot="2700000">
              <a:off x="231809" y="40210"/>
              <a:ext cx="465118" cy="848316"/>
            </a:xfrm>
            <a:custGeom>
              <a:avLst/>
              <a:gdLst/>
              <a:ahLst/>
              <a:cxnLst>
                <a:cxn ang="0">
                  <a:pos x="wd2" y="hd2"/>
                </a:cxn>
                <a:cxn ang="5400000">
                  <a:pos x="wd2" y="hd2"/>
                </a:cxn>
                <a:cxn ang="10800000">
                  <a:pos x="wd2" y="hd2"/>
                </a:cxn>
                <a:cxn ang="16200000">
                  <a:pos x="wd2" y="hd2"/>
                </a:cxn>
              </a:cxnLst>
              <a:rect l="0" t="0" r="r" b="b"/>
              <a:pathLst>
                <a:path w="19756" h="21600" fill="norm" stroke="1" extrusionOk="0">
                  <a:moveTo>
                    <a:pt x="4948" y="21600"/>
                  </a:moveTo>
                  <a:cubicBezTo>
                    <a:pt x="2835" y="19649"/>
                    <a:pt x="2835" y="19649"/>
                    <a:pt x="2835" y="19649"/>
                  </a:cubicBezTo>
                  <a:cubicBezTo>
                    <a:pt x="2365" y="19231"/>
                    <a:pt x="-922" y="16026"/>
                    <a:pt x="252" y="13866"/>
                  </a:cubicBezTo>
                  <a:cubicBezTo>
                    <a:pt x="721" y="13030"/>
                    <a:pt x="1895" y="12403"/>
                    <a:pt x="3656" y="11915"/>
                  </a:cubicBezTo>
                  <a:cubicBezTo>
                    <a:pt x="2952" y="10521"/>
                    <a:pt x="2600" y="9197"/>
                    <a:pt x="2600" y="8083"/>
                  </a:cubicBezTo>
                  <a:cubicBezTo>
                    <a:pt x="2600" y="7107"/>
                    <a:pt x="2835" y="6062"/>
                    <a:pt x="3304" y="5086"/>
                  </a:cubicBezTo>
                  <a:cubicBezTo>
                    <a:pt x="3304" y="5017"/>
                    <a:pt x="3304" y="5017"/>
                    <a:pt x="3304" y="5017"/>
                  </a:cubicBezTo>
                  <a:cubicBezTo>
                    <a:pt x="4948" y="2439"/>
                    <a:pt x="8117" y="0"/>
                    <a:pt x="9878" y="0"/>
                  </a:cubicBezTo>
                  <a:cubicBezTo>
                    <a:pt x="11639" y="0"/>
                    <a:pt x="14808" y="2439"/>
                    <a:pt x="16452" y="5017"/>
                  </a:cubicBezTo>
                  <a:cubicBezTo>
                    <a:pt x="16452" y="5086"/>
                    <a:pt x="16452" y="5086"/>
                    <a:pt x="16452" y="5086"/>
                  </a:cubicBezTo>
                  <a:cubicBezTo>
                    <a:pt x="16921" y="6062"/>
                    <a:pt x="17274" y="7107"/>
                    <a:pt x="17274" y="8083"/>
                  </a:cubicBezTo>
                  <a:cubicBezTo>
                    <a:pt x="17274" y="9197"/>
                    <a:pt x="16921" y="10521"/>
                    <a:pt x="16100" y="11915"/>
                  </a:cubicBezTo>
                  <a:cubicBezTo>
                    <a:pt x="17861" y="12403"/>
                    <a:pt x="19035" y="13030"/>
                    <a:pt x="19504" y="13866"/>
                  </a:cubicBezTo>
                  <a:cubicBezTo>
                    <a:pt x="20678" y="16026"/>
                    <a:pt x="17391" y="19231"/>
                    <a:pt x="17039" y="19649"/>
                  </a:cubicBezTo>
                  <a:cubicBezTo>
                    <a:pt x="14808" y="21600"/>
                    <a:pt x="14808" y="21600"/>
                    <a:pt x="14808" y="21600"/>
                  </a:cubicBezTo>
                  <a:cubicBezTo>
                    <a:pt x="14808" y="19231"/>
                    <a:pt x="14808" y="19231"/>
                    <a:pt x="14808" y="19231"/>
                  </a:cubicBezTo>
                  <a:cubicBezTo>
                    <a:pt x="14808" y="18255"/>
                    <a:pt x="14104" y="17280"/>
                    <a:pt x="12930" y="16653"/>
                  </a:cubicBezTo>
                  <a:cubicBezTo>
                    <a:pt x="12930" y="16653"/>
                    <a:pt x="12930" y="16653"/>
                    <a:pt x="12930" y="16723"/>
                  </a:cubicBezTo>
                  <a:cubicBezTo>
                    <a:pt x="12578" y="17141"/>
                    <a:pt x="12578" y="17141"/>
                    <a:pt x="12578" y="17141"/>
                  </a:cubicBezTo>
                  <a:cubicBezTo>
                    <a:pt x="11756" y="17071"/>
                    <a:pt x="11756" y="17071"/>
                    <a:pt x="11756" y="17071"/>
                  </a:cubicBezTo>
                  <a:cubicBezTo>
                    <a:pt x="10582" y="17071"/>
                    <a:pt x="9291" y="17071"/>
                    <a:pt x="8000" y="17071"/>
                  </a:cubicBezTo>
                  <a:cubicBezTo>
                    <a:pt x="7178" y="17141"/>
                    <a:pt x="7178" y="17141"/>
                    <a:pt x="7178" y="17141"/>
                  </a:cubicBezTo>
                  <a:cubicBezTo>
                    <a:pt x="6826" y="16723"/>
                    <a:pt x="6826" y="16723"/>
                    <a:pt x="6826" y="16723"/>
                  </a:cubicBezTo>
                  <a:cubicBezTo>
                    <a:pt x="6826" y="16653"/>
                    <a:pt x="6826" y="16653"/>
                    <a:pt x="6826" y="16653"/>
                  </a:cubicBezTo>
                  <a:cubicBezTo>
                    <a:pt x="5652" y="17350"/>
                    <a:pt x="4948" y="18255"/>
                    <a:pt x="4948" y="19231"/>
                  </a:cubicBezTo>
                  <a:lnTo>
                    <a:pt x="4948" y="21600"/>
                  </a:lnTo>
                  <a:close/>
                  <a:moveTo>
                    <a:pt x="5535" y="5505"/>
                  </a:moveTo>
                  <a:cubicBezTo>
                    <a:pt x="5182" y="6341"/>
                    <a:pt x="4948" y="7246"/>
                    <a:pt x="4948" y="8083"/>
                  </a:cubicBezTo>
                  <a:cubicBezTo>
                    <a:pt x="4948" y="9197"/>
                    <a:pt x="5300" y="10591"/>
                    <a:pt x="6239" y="12124"/>
                  </a:cubicBezTo>
                  <a:cubicBezTo>
                    <a:pt x="6591" y="12821"/>
                    <a:pt x="6591" y="12821"/>
                    <a:pt x="6591" y="12821"/>
                  </a:cubicBezTo>
                  <a:cubicBezTo>
                    <a:pt x="5417" y="13030"/>
                    <a:pt x="5417" y="13030"/>
                    <a:pt x="5417" y="13030"/>
                  </a:cubicBezTo>
                  <a:cubicBezTo>
                    <a:pt x="4361" y="13239"/>
                    <a:pt x="2952" y="13657"/>
                    <a:pt x="2482" y="14284"/>
                  </a:cubicBezTo>
                  <a:cubicBezTo>
                    <a:pt x="2130" y="15050"/>
                    <a:pt x="2600" y="16235"/>
                    <a:pt x="3304" y="17210"/>
                  </a:cubicBezTo>
                  <a:cubicBezTo>
                    <a:pt x="4008" y="16305"/>
                    <a:pt x="5182" y="15538"/>
                    <a:pt x="6708" y="14981"/>
                  </a:cubicBezTo>
                  <a:cubicBezTo>
                    <a:pt x="7765" y="14563"/>
                    <a:pt x="7765" y="14563"/>
                    <a:pt x="7765" y="14563"/>
                  </a:cubicBezTo>
                  <a:cubicBezTo>
                    <a:pt x="8352" y="15259"/>
                    <a:pt x="8352" y="15259"/>
                    <a:pt x="8352" y="15259"/>
                  </a:cubicBezTo>
                  <a:cubicBezTo>
                    <a:pt x="8469" y="15399"/>
                    <a:pt x="8587" y="15538"/>
                    <a:pt x="8704" y="15677"/>
                  </a:cubicBezTo>
                  <a:cubicBezTo>
                    <a:pt x="9526" y="15677"/>
                    <a:pt x="10348" y="15677"/>
                    <a:pt x="11169" y="15677"/>
                  </a:cubicBezTo>
                  <a:cubicBezTo>
                    <a:pt x="11287" y="15538"/>
                    <a:pt x="11404" y="15399"/>
                    <a:pt x="11404" y="15259"/>
                  </a:cubicBezTo>
                  <a:cubicBezTo>
                    <a:pt x="11991" y="14563"/>
                    <a:pt x="11991" y="14563"/>
                    <a:pt x="11991" y="14563"/>
                  </a:cubicBezTo>
                  <a:cubicBezTo>
                    <a:pt x="13165" y="14981"/>
                    <a:pt x="13165" y="14981"/>
                    <a:pt x="13165" y="14981"/>
                  </a:cubicBezTo>
                  <a:cubicBezTo>
                    <a:pt x="14691" y="15538"/>
                    <a:pt x="15748" y="16305"/>
                    <a:pt x="16452" y="17210"/>
                  </a:cubicBezTo>
                  <a:cubicBezTo>
                    <a:pt x="17156" y="16235"/>
                    <a:pt x="17743" y="15050"/>
                    <a:pt x="17274" y="14284"/>
                  </a:cubicBezTo>
                  <a:cubicBezTo>
                    <a:pt x="16921" y="13657"/>
                    <a:pt x="15513" y="13239"/>
                    <a:pt x="14339" y="13030"/>
                  </a:cubicBezTo>
                  <a:cubicBezTo>
                    <a:pt x="13165" y="12821"/>
                    <a:pt x="13165" y="12821"/>
                    <a:pt x="13165" y="12821"/>
                  </a:cubicBezTo>
                  <a:cubicBezTo>
                    <a:pt x="13517" y="12124"/>
                    <a:pt x="13517" y="12124"/>
                    <a:pt x="13517" y="12124"/>
                  </a:cubicBezTo>
                  <a:cubicBezTo>
                    <a:pt x="14456" y="10591"/>
                    <a:pt x="14926" y="9197"/>
                    <a:pt x="14926" y="8083"/>
                  </a:cubicBezTo>
                  <a:cubicBezTo>
                    <a:pt x="14926" y="7246"/>
                    <a:pt x="14691" y="6341"/>
                    <a:pt x="14221" y="5505"/>
                  </a:cubicBezTo>
                  <a:cubicBezTo>
                    <a:pt x="12813" y="3275"/>
                    <a:pt x="10700" y="1812"/>
                    <a:pt x="9878" y="1463"/>
                  </a:cubicBezTo>
                  <a:cubicBezTo>
                    <a:pt x="9056" y="1812"/>
                    <a:pt x="6943" y="3275"/>
                    <a:pt x="5535" y="550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13" name="Shape 2113"/>
            <p:cNvSpPr/>
            <p:nvPr/>
          </p:nvSpPr>
          <p:spPr>
            <a:xfrm rot="2700000">
              <a:off x="437664" y="314621"/>
              <a:ext cx="176781" cy="1744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725" y="21600"/>
                    <a:pt x="0" y="16875"/>
                    <a:pt x="0" y="10800"/>
                  </a:cubicBezTo>
                  <a:cubicBezTo>
                    <a:pt x="0" y="4725"/>
                    <a:pt x="4725" y="0"/>
                    <a:pt x="10800" y="0"/>
                  </a:cubicBezTo>
                  <a:cubicBezTo>
                    <a:pt x="16875" y="0"/>
                    <a:pt x="21600" y="4725"/>
                    <a:pt x="21600" y="10800"/>
                  </a:cubicBezTo>
                  <a:cubicBezTo>
                    <a:pt x="21600" y="16875"/>
                    <a:pt x="16875" y="21600"/>
                    <a:pt x="10800" y="21600"/>
                  </a:cubicBezTo>
                  <a:close/>
                  <a:moveTo>
                    <a:pt x="10800" y="4050"/>
                  </a:moveTo>
                  <a:cubicBezTo>
                    <a:pt x="7088" y="4050"/>
                    <a:pt x="4050" y="7087"/>
                    <a:pt x="4050" y="10800"/>
                  </a:cubicBezTo>
                  <a:cubicBezTo>
                    <a:pt x="4050" y="14513"/>
                    <a:pt x="7088" y="17550"/>
                    <a:pt x="10800" y="17550"/>
                  </a:cubicBezTo>
                  <a:cubicBezTo>
                    <a:pt x="14512" y="17550"/>
                    <a:pt x="17550" y="14513"/>
                    <a:pt x="17550" y="10800"/>
                  </a:cubicBezTo>
                  <a:cubicBezTo>
                    <a:pt x="17550" y="7087"/>
                    <a:pt x="14512" y="4050"/>
                    <a:pt x="10800" y="405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114" name="Shape 2114"/>
            <p:cNvSpPr/>
            <p:nvPr/>
          </p:nvSpPr>
          <p:spPr>
            <a:xfrm rot="2700000">
              <a:off x="149091" y="570855"/>
              <a:ext cx="163006" cy="2594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17" y="21600"/>
                  </a:moveTo>
                  <a:cubicBezTo>
                    <a:pt x="8786" y="19326"/>
                    <a:pt x="8786" y="19326"/>
                    <a:pt x="8786" y="19326"/>
                  </a:cubicBezTo>
                  <a:cubicBezTo>
                    <a:pt x="7322" y="17507"/>
                    <a:pt x="0" y="8640"/>
                    <a:pt x="0" y="5912"/>
                  </a:cubicBezTo>
                  <a:cubicBezTo>
                    <a:pt x="0" y="2728"/>
                    <a:pt x="4759" y="0"/>
                    <a:pt x="10617" y="0"/>
                  </a:cubicBezTo>
                  <a:cubicBezTo>
                    <a:pt x="16475" y="0"/>
                    <a:pt x="21600" y="2728"/>
                    <a:pt x="21600" y="5912"/>
                  </a:cubicBezTo>
                  <a:cubicBezTo>
                    <a:pt x="21600" y="8640"/>
                    <a:pt x="14278" y="17507"/>
                    <a:pt x="12447" y="19326"/>
                  </a:cubicBezTo>
                  <a:lnTo>
                    <a:pt x="10617" y="21600"/>
                  </a:lnTo>
                  <a:close/>
                  <a:moveTo>
                    <a:pt x="10617" y="2728"/>
                  </a:moveTo>
                  <a:cubicBezTo>
                    <a:pt x="6956" y="2728"/>
                    <a:pt x="4393" y="4093"/>
                    <a:pt x="4393" y="5912"/>
                  </a:cubicBezTo>
                  <a:cubicBezTo>
                    <a:pt x="4393" y="7048"/>
                    <a:pt x="7322" y="11368"/>
                    <a:pt x="10617" y="15688"/>
                  </a:cubicBezTo>
                  <a:cubicBezTo>
                    <a:pt x="13912" y="11368"/>
                    <a:pt x="17207" y="7048"/>
                    <a:pt x="17207" y="5912"/>
                  </a:cubicBezTo>
                  <a:cubicBezTo>
                    <a:pt x="17207" y="4093"/>
                    <a:pt x="14278" y="2728"/>
                    <a:pt x="10617" y="272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116" name="Shape 2116"/>
          <p:cNvSpPr/>
          <p:nvPr/>
        </p:nvSpPr>
        <p:spPr>
          <a:xfrm>
            <a:off x="188421" y="4485375"/>
            <a:ext cx="871018" cy="8940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4800">
                <a:solidFill>
                  <a:srgbClr val="FFFFFF"/>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4800">
                <a:solidFill>
                  <a:srgbClr val="FFFFFF"/>
                </a:solidFill>
                <a:latin typeface="Raleway Bold"/>
                <a:ea typeface="Raleway Bold"/>
                <a:cs typeface="Raleway Bold"/>
                <a:sym typeface="Raleway Bold"/>
              </a:rPr>
              <a:t>01</a:t>
            </a:r>
          </a:p>
        </p:txBody>
      </p:sp>
      <p:sp>
        <p:nvSpPr>
          <p:cNvPr id="2117" name="Shape 2117"/>
          <p:cNvSpPr/>
          <p:nvPr/>
        </p:nvSpPr>
        <p:spPr>
          <a:xfrm>
            <a:off x="164375" y="5837411"/>
            <a:ext cx="913690" cy="8940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4800">
                <a:solidFill>
                  <a:srgbClr val="FFFFFF"/>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4800">
                <a:solidFill>
                  <a:srgbClr val="FFFFFF"/>
                </a:solidFill>
                <a:latin typeface="Raleway Bold"/>
                <a:ea typeface="Raleway Bold"/>
                <a:cs typeface="Raleway Bold"/>
                <a:sym typeface="Raleway Bold"/>
              </a:rPr>
              <a:t>02</a:t>
            </a:r>
          </a:p>
        </p:txBody>
      </p:sp>
      <p:sp>
        <p:nvSpPr>
          <p:cNvPr id="2118" name="Shape 2118"/>
          <p:cNvSpPr/>
          <p:nvPr/>
        </p:nvSpPr>
        <p:spPr>
          <a:xfrm>
            <a:off x="167581" y="7207242"/>
            <a:ext cx="910033" cy="8940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4800">
                <a:solidFill>
                  <a:srgbClr val="FFFFFF"/>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4800">
                <a:solidFill>
                  <a:srgbClr val="FFFFFF"/>
                </a:solidFill>
                <a:latin typeface="Raleway Bold"/>
                <a:ea typeface="Raleway Bold"/>
                <a:cs typeface="Raleway Bold"/>
                <a:sym typeface="Raleway Bold"/>
              </a:rPr>
              <a:t>03</a:t>
            </a:r>
          </a:p>
        </p:txBody>
      </p:sp>
      <p:sp>
        <p:nvSpPr>
          <p:cNvPr id="2119" name="Shape 2119"/>
          <p:cNvSpPr/>
          <p:nvPr/>
        </p:nvSpPr>
        <p:spPr>
          <a:xfrm>
            <a:off x="165979" y="8559278"/>
            <a:ext cx="917957" cy="8940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4800">
                <a:solidFill>
                  <a:srgbClr val="FFFFFF"/>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4800">
                <a:solidFill>
                  <a:srgbClr val="FFFFFF"/>
                </a:solidFill>
                <a:latin typeface="Raleway Bold"/>
                <a:ea typeface="Raleway Bold"/>
                <a:cs typeface="Raleway Bold"/>
                <a:sym typeface="Raleway Bold"/>
              </a:rPr>
              <a:t>04</a:t>
            </a:r>
          </a:p>
        </p:txBody>
      </p:sp>
      <p:sp>
        <p:nvSpPr>
          <p:cNvPr id="2120" name="Shape 2120"/>
          <p:cNvSpPr/>
          <p:nvPr/>
        </p:nvSpPr>
        <p:spPr>
          <a:xfrm>
            <a:off x="11054801" y="3558282"/>
            <a:ext cx="1329" cy="1510749"/>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121" name="Shape 2121"/>
          <p:cNvSpPr/>
          <p:nvPr/>
        </p:nvSpPr>
        <p:spPr>
          <a:xfrm>
            <a:off x="11054801" y="5501911"/>
            <a:ext cx="1329" cy="1510749"/>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122" name="Shape 2122"/>
          <p:cNvSpPr/>
          <p:nvPr/>
        </p:nvSpPr>
        <p:spPr>
          <a:xfrm>
            <a:off x="11054801" y="7612509"/>
            <a:ext cx="1329" cy="1510749"/>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123" name="Shape 2123"/>
          <p:cNvSpPr/>
          <p:nvPr/>
        </p:nvSpPr>
        <p:spPr>
          <a:xfrm>
            <a:off x="11054801" y="9578793"/>
            <a:ext cx="1329" cy="1510749"/>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124" name="Shape 212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2087"/>
                                        </p:tgtEl>
                                        <p:attrNameLst>
                                          <p:attrName>style.visibility</p:attrName>
                                        </p:attrNameLst>
                                      </p:cBhvr>
                                      <p:to>
                                        <p:strVal val="visible"/>
                                      </p:to>
                                    </p:set>
                                    <p:animEffect filter="wipe(left)" transition="in">
                                      <p:cBhvr>
                                        <p:cTn id="7" dur="500"/>
                                        <p:tgtEl>
                                          <p:spTgt spid="2087"/>
                                        </p:tgtEl>
                                      </p:cBhvr>
                                    </p:animEffect>
                                  </p:childTnLst>
                                </p:cTn>
                              </p:par>
                            </p:childTnLst>
                          </p:cTn>
                        </p:par>
                        <p:par>
                          <p:cTn id="8" fill="hold">
                            <p:stCondLst>
                              <p:cond delay="500"/>
                            </p:stCondLst>
                            <p:childTnLst>
                              <p:par>
                                <p:cTn id="9" presetClass="entr" nodeType="afterEffect" presetSubtype="8" presetID="22" grpId="2" fill="hold">
                                  <p:stCondLst>
                                    <p:cond delay="0"/>
                                  </p:stCondLst>
                                  <p:iterate type="el" backwards="0">
                                    <p:tmAbs val="0"/>
                                  </p:iterate>
                                  <p:childTnLst>
                                    <p:set>
                                      <p:cBhvr>
                                        <p:cTn id="10" fill="hold"/>
                                        <p:tgtEl>
                                          <p:spTgt spid="2088"/>
                                        </p:tgtEl>
                                        <p:attrNameLst>
                                          <p:attrName>style.visibility</p:attrName>
                                        </p:attrNameLst>
                                      </p:cBhvr>
                                      <p:to>
                                        <p:strVal val="visible"/>
                                      </p:to>
                                    </p:set>
                                    <p:animEffect filter="wipe(left)" transition="in">
                                      <p:cBhvr>
                                        <p:cTn id="11" dur="500"/>
                                        <p:tgtEl>
                                          <p:spTgt spid="2088"/>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2089"/>
                                        </p:tgtEl>
                                        <p:attrNameLst>
                                          <p:attrName>style.visibility</p:attrName>
                                        </p:attrNameLst>
                                      </p:cBhvr>
                                      <p:to>
                                        <p:strVal val="visible"/>
                                      </p:to>
                                    </p:set>
                                    <p:animEffect filter="wipe(left)" transition="in">
                                      <p:cBhvr>
                                        <p:cTn id="15" dur="500"/>
                                        <p:tgtEl>
                                          <p:spTgt spid="2089"/>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2090"/>
                                        </p:tgtEl>
                                        <p:attrNameLst>
                                          <p:attrName>style.visibility</p:attrName>
                                        </p:attrNameLst>
                                      </p:cBhvr>
                                      <p:to>
                                        <p:strVal val="visible"/>
                                      </p:to>
                                    </p:set>
                                    <p:animEffect filter="wipe(left)" transition="in">
                                      <p:cBhvr>
                                        <p:cTn id="19" dur="500"/>
                                        <p:tgtEl>
                                          <p:spTgt spid="2090"/>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2116"/>
                                        </p:tgtEl>
                                        <p:attrNameLst>
                                          <p:attrName>style.visibility</p:attrName>
                                        </p:attrNameLst>
                                      </p:cBhvr>
                                      <p:to>
                                        <p:strVal val="visible"/>
                                      </p:to>
                                    </p:set>
                                    <p:animEffect filter="dissolve" transition="in">
                                      <p:cBhvr>
                                        <p:cTn id="23" dur="500"/>
                                        <p:tgtEl>
                                          <p:spTgt spid="2116"/>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2117"/>
                                        </p:tgtEl>
                                        <p:attrNameLst>
                                          <p:attrName>style.visibility</p:attrName>
                                        </p:attrNameLst>
                                      </p:cBhvr>
                                      <p:to>
                                        <p:strVal val="visible"/>
                                      </p:to>
                                    </p:set>
                                    <p:animEffect filter="dissolve" transition="in">
                                      <p:cBhvr>
                                        <p:cTn id="27" dur="500"/>
                                        <p:tgtEl>
                                          <p:spTgt spid="2117"/>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2118"/>
                                        </p:tgtEl>
                                        <p:attrNameLst>
                                          <p:attrName>style.visibility</p:attrName>
                                        </p:attrNameLst>
                                      </p:cBhvr>
                                      <p:to>
                                        <p:strVal val="visible"/>
                                      </p:to>
                                    </p:set>
                                    <p:animEffect filter="dissolve" transition="in">
                                      <p:cBhvr>
                                        <p:cTn id="31" dur="500"/>
                                        <p:tgtEl>
                                          <p:spTgt spid="2118"/>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2119"/>
                                        </p:tgtEl>
                                        <p:attrNameLst>
                                          <p:attrName>style.visibility</p:attrName>
                                        </p:attrNameLst>
                                      </p:cBhvr>
                                      <p:to>
                                        <p:strVal val="visible"/>
                                      </p:to>
                                    </p:set>
                                    <p:animEffect filter="dissolve" transition="in">
                                      <p:cBhvr>
                                        <p:cTn id="35" dur="500"/>
                                        <p:tgtEl>
                                          <p:spTgt spid="2119"/>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2083"/>
                                        </p:tgtEl>
                                        <p:attrNameLst>
                                          <p:attrName>style.visibility</p:attrName>
                                        </p:attrNameLst>
                                      </p:cBhvr>
                                      <p:to>
                                        <p:strVal val="visible"/>
                                      </p:to>
                                    </p:set>
                                    <p:animEffect filter="wipe(left)" transition="in">
                                      <p:cBhvr>
                                        <p:cTn id="39" dur="500"/>
                                        <p:tgtEl>
                                          <p:spTgt spid="2083"/>
                                        </p:tgtEl>
                                      </p:cBhvr>
                                    </p:animEffect>
                                  </p:childTnLst>
                                </p:cTn>
                              </p:par>
                            </p:childTnLst>
                          </p:cTn>
                        </p:par>
                        <p:par>
                          <p:cTn id="40" fill="hold">
                            <p:stCondLst>
                              <p:cond delay="4500"/>
                            </p:stCondLst>
                            <p:childTnLst>
                              <p:par>
                                <p:cTn id="41" presetClass="entr" nodeType="afterEffect" presetSubtype="8" presetID="22" grpId="10" fill="hold">
                                  <p:stCondLst>
                                    <p:cond delay="0"/>
                                  </p:stCondLst>
                                  <p:iterate type="el" backwards="0">
                                    <p:tmAbs val="0"/>
                                  </p:iterate>
                                  <p:childTnLst>
                                    <p:set>
                                      <p:cBhvr>
                                        <p:cTn id="42" fill="hold"/>
                                        <p:tgtEl>
                                          <p:spTgt spid="2084"/>
                                        </p:tgtEl>
                                        <p:attrNameLst>
                                          <p:attrName>style.visibility</p:attrName>
                                        </p:attrNameLst>
                                      </p:cBhvr>
                                      <p:to>
                                        <p:strVal val="visible"/>
                                      </p:to>
                                    </p:set>
                                    <p:animEffect filter="wipe(left)" transition="in">
                                      <p:cBhvr>
                                        <p:cTn id="43" dur="500"/>
                                        <p:tgtEl>
                                          <p:spTgt spid="2084"/>
                                        </p:tgtEl>
                                      </p:cBhvr>
                                    </p:animEffect>
                                  </p:childTnLst>
                                </p:cTn>
                              </p:par>
                            </p:childTnLst>
                          </p:cTn>
                        </p:par>
                        <p:par>
                          <p:cTn id="44" fill="hold">
                            <p:stCondLst>
                              <p:cond delay="5000"/>
                            </p:stCondLst>
                            <p:childTnLst>
                              <p:par>
                                <p:cTn id="45" presetClass="entr" nodeType="afterEffect" presetSubtype="8" presetID="22" grpId="11" fill="hold">
                                  <p:stCondLst>
                                    <p:cond delay="0"/>
                                  </p:stCondLst>
                                  <p:iterate type="el" backwards="0">
                                    <p:tmAbs val="0"/>
                                  </p:iterate>
                                  <p:childTnLst>
                                    <p:set>
                                      <p:cBhvr>
                                        <p:cTn id="46" fill="hold"/>
                                        <p:tgtEl>
                                          <p:spTgt spid="2085"/>
                                        </p:tgtEl>
                                        <p:attrNameLst>
                                          <p:attrName>style.visibility</p:attrName>
                                        </p:attrNameLst>
                                      </p:cBhvr>
                                      <p:to>
                                        <p:strVal val="visible"/>
                                      </p:to>
                                    </p:set>
                                    <p:animEffect filter="wipe(left)" transition="in">
                                      <p:cBhvr>
                                        <p:cTn id="47" dur="500"/>
                                        <p:tgtEl>
                                          <p:spTgt spid="2085"/>
                                        </p:tgtEl>
                                      </p:cBhvr>
                                    </p:animEffect>
                                  </p:childTnLst>
                                </p:cTn>
                              </p:par>
                            </p:childTnLst>
                          </p:cTn>
                        </p:par>
                        <p:par>
                          <p:cTn id="48" fill="hold">
                            <p:stCondLst>
                              <p:cond delay="5500"/>
                            </p:stCondLst>
                            <p:childTnLst>
                              <p:par>
                                <p:cTn id="49" presetClass="entr" nodeType="afterEffect" presetSubtype="8" presetID="22" grpId="12" fill="hold">
                                  <p:stCondLst>
                                    <p:cond delay="0"/>
                                  </p:stCondLst>
                                  <p:iterate type="el" backwards="0">
                                    <p:tmAbs val="0"/>
                                  </p:iterate>
                                  <p:childTnLst>
                                    <p:set>
                                      <p:cBhvr>
                                        <p:cTn id="50" fill="hold"/>
                                        <p:tgtEl>
                                          <p:spTgt spid="2086"/>
                                        </p:tgtEl>
                                        <p:attrNameLst>
                                          <p:attrName>style.visibility</p:attrName>
                                        </p:attrNameLst>
                                      </p:cBhvr>
                                      <p:to>
                                        <p:strVal val="visible"/>
                                      </p:to>
                                    </p:set>
                                    <p:animEffect filter="wipe(left)" transition="in">
                                      <p:cBhvr>
                                        <p:cTn id="51" dur="500"/>
                                        <p:tgtEl>
                                          <p:spTgt spid="2086"/>
                                        </p:tgtEl>
                                      </p:cBhvr>
                                    </p:animEffect>
                                  </p:childTnLst>
                                </p:cTn>
                              </p:par>
                            </p:childTnLst>
                          </p:cTn>
                        </p:par>
                        <p:par>
                          <p:cTn id="52" fill="hold">
                            <p:stCondLst>
                              <p:cond delay="6000"/>
                            </p:stCondLst>
                            <p:childTnLst>
                              <p:par>
                                <p:cTn id="53" presetClass="entr" nodeType="afterEffect" presetSubtype="8" presetID="22" grpId="13" fill="hold">
                                  <p:stCondLst>
                                    <p:cond delay="0"/>
                                  </p:stCondLst>
                                  <p:iterate type="el" backwards="0">
                                    <p:tmAbs val="0"/>
                                  </p:iterate>
                                  <p:childTnLst>
                                    <p:set>
                                      <p:cBhvr>
                                        <p:cTn id="54" fill="hold"/>
                                        <p:tgtEl>
                                          <p:spTgt spid="2091"/>
                                        </p:tgtEl>
                                        <p:attrNameLst>
                                          <p:attrName>style.visibility</p:attrName>
                                        </p:attrNameLst>
                                      </p:cBhvr>
                                      <p:to>
                                        <p:strVal val="visible"/>
                                      </p:to>
                                    </p:set>
                                    <p:animEffect filter="wipe(left)" transition="in">
                                      <p:cBhvr>
                                        <p:cTn id="55" dur="500"/>
                                        <p:tgtEl>
                                          <p:spTgt spid="2091"/>
                                        </p:tgtEl>
                                      </p:cBhvr>
                                    </p:animEffect>
                                  </p:childTnLst>
                                </p:cTn>
                              </p:par>
                            </p:childTnLst>
                          </p:cTn>
                        </p:par>
                        <p:par>
                          <p:cTn id="56" fill="hold">
                            <p:stCondLst>
                              <p:cond delay="6500"/>
                            </p:stCondLst>
                            <p:childTnLst>
                              <p:par>
                                <p:cTn id="57" presetClass="entr" nodeType="afterEffect" presetSubtype="8" presetID="22" grpId="14" fill="hold">
                                  <p:stCondLst>
                                    <p:cond delay="0"/>
                                  </p:stCondLst>
                                  <p:iterate type="el" backwards="0">
                                    <p:tmAbs val="0"/>
                                  </p:iterate>
                                  <p:childTnLst>
                                    <p:set>
                                      <p:cBhvr>
                                        <p:cTn id="58" fill="hold"/>
                                        <p:tgtEl>
                                          <p:spTgt spid="2094"/>
                                        </p:tgtEl>
                                        <p:attrNameLst>
                                          <p:attrName>style.visibility</p:attrName>
                                        </p:attrNameLst>
                                      </p:cBhvr>
                                      <p:to>
                                        <p:strVal val="visible"/>
                                      </p:to>
                                    </p:set>
                                    <p:animEffect filter="wipe(left)" transition="in">
                                      <p:cBhvr>
                                        <p:cTn id="59" dur="500"/>
                                        <p:tgtEl>
                                          <p:spTgt spid="2094"/>
                                        </p:tgtEl>
                                      </p:cBhvr>
                                    </p:animEffect>
                                  </p:childTnLst>
                                </p:cTn>
                              </p:par>
                            </p:childTnLst>
                          </p:cTn>
                        </p:par>
                        <p:par>
                          <p:cTn id="60" fill="hold">
                            <p:stCondLst>
                              <p:cond delay="7000"/>
                            </p:stCondLst>
                            <p:childTnLst>
                              <p:par>
                                <p:cTn id="61" presetClass="entr" nodeType="afterEffect" presetSubtype="8" presetID="22" grpId="15" fill="hold">
                                  <p:stCondLst>
                                    <p:cond delay="0"/>
                                  </p:stCondLst>
                                  <p:iterate type="el" backwards="0">
                                    <p:tmAbs val="0"/>
                                  </p:iterate>
                                  <p:childTnLst>
                                    <p:set>
                                      <p:cBhvr>
                                        <p:cTn id="62" fill="hold"/>
                                        <p:tgtEl>
                                          <p:spTgt spid="2097"/>
                                        </p:tgtEl>
                                        <p:attrNameLst>
                                          <p:attrName>style.visibility</p:attrName>
                                        </p:attrNameLst>
                                      </p:cBhvr>
                                      <p:to>
                                        <p:strVal val="visible"/>
                                      </p:to>
                                    </p:set>
                                    <p:animEffect filter="wipe(left)" transition="in">
                                      <p:cBhvr>
                                        <p:cTn id="63" dur="500"/>
                                        <p:tgtEl>
                                          <p:spTgt spid="2097"/>
                                        </p:tgtEl>
                                      </p:cBhvr>
                                    </p:animEffect>
                                  </p:childTnLst>
                                </p:cTn>
                              </p:par>
                            </p:childTnLst>
                          </p:cTn>
                        </p:par>
                        <p:par>
                          <p:cTn id="64" fill="hold">
                            <p:stCondLst>
                              <p:cond delay="7500"/>
                            </p:stCondLst>
                            <p:childTnLst>
                              <p:par>
                                <p:cTn id="65" presetClass="entr" nodeType="afterEffect" presetSubtype="8" presetID="22" grpId="16" fill="hold">
                                  <p:stCondLst>
                                    <p:cond delay="0"/>
                                  </p:stCondLst>
                                  <p:iterate type="el" backwards="0">
                                    <p:tmAbs val="0"/>
                                  </p:iterate>
                                  <p:childTnLst>
                                    <p:set>
                                      <p:cBhvr>
                                        <p:cTn id="66" fill="hold"/>
                                        <p:tgtEl>
                                          <p:spTgt spid="2100"/>
                                        </p:tgtEl>
                                        <p:attrNameLst>
                                          <p:attrName>style.visibility</p:attrName>
                                        </p:attrNameLst>
                                      </p:cBhvr>
                                      <p:to>
                                        <p:strVal val="visible"/>
                                      </p:to>
                                    </p:set>
                                    <p:animEffect filter="wipe(left)" transition="in">
                                      <p:cBhvr>
                                        <p:cTn id="67" dur="500"/>
                                        <p:tgtEl>
                                          <p:spTgt spid="2100"/>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2092"/>
                                        </p:tgtEl>
                                        <p:attrNameLst>
                                          <p:attrName>style.visibility</p:attrName>
                                        </p:attrNameLst>
                                      </p:cBhvr>
                                      <p:to>
                                        <p:strVal val="visible"/>
                                      </p:to>
                                    </p:set>
                                    <p:animEffect filter="dissolve" transition="in">
                                      <p:cBhvr>
                                        <p:cTn id="71" dur="500"/>
                                        <p:tgtEl>
                                          <p:spTgt spid="2092"/>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2095"/>
                                        </p:tgtEl>
                                        <p:attrNameLst>
                                          <p:attrName>style.visibility</p:attrName>
                                        </p:attrNameLst>
                                      </p:cBhvr>
                                      <p:to>
                                        <p:strVal val="visible"/>
                                      </p:to>
                                    </p:set>
                                    <p:animEffect filter="dissolve" transition="in">
                                      <p:cBhvr>
                                        <p:cTn id="75" dur="500"/>
                                        <p:tgtEl>
                                          <p:spTgt spid="2095"/>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2098"/>
                                        </p:tgtEl>
                                        <p:attrNameLst>
                                          <p:attrName>style.visibility</p:attrName>
                                        </p:attrNameLst>
                                      </p:cBhvr>
                                      <p:to>
                                        <p:strVal val="visible"/>
                                      </p:to>
                                    </p:set>
                                    <p:animEffect filter="dissolve" transition="in">
                                      <p:cBhvr>
                                        <p:cTn id="79" dur="500"/>
                                        <p:tgtEl>
                                          <p:spTgt spid="2098"/>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2101"/>
                                        </p:tgtEl>
                                        <p:attrNameLst>
                                          <p:attrName>style.visibility</p:attrName>
                                        </p:attrNameLst>
                                      </p:cBhvr>
                                      <p:to>
                                        <p:strVal val="visible"/>
                                      </p:to>
                                    </p:set>
                                    <p:animEffect filter="dissolve" transition="in">
                                      <p:cBhvr>
                                        <p:cTn id="83" dur="500"/>
                                        <p:tgtEl>
                                          <p:spTgt spid="2101"/>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2103"/>
                                        </p:tgtEl>
                                        <p:attrNameLst>
                                          <p:attrName>style.visibility</p:attrName>
                                        </p:attrNameLst>
                                      </p:cBhvr>
                                      <p:to>
                                        <p:strVal val="visible"/>
                                      </p:to>
                                    </p:set>
                                    <p:animEffect filter="dissolve" transition="in">
                                      <p:cBhvr>
                                        <p:cTn id="87" dur="500"/>
                                        <p:tgtEl>
                                          <p:spTgt spid="2103"/>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2111"/>
                                        </p:tgtEl>
                                        <p:attrNameLst>
                                          <p:attrName>style.visibility</p:attrName>
                                        </p:attrNameLst>
                                      </p:cBhvr>
                                      <p:to>
                                        <p:strVal val="visible"/>
                                      </p:to>
                                    </p:set>
                                    <p:animEffect filter="dissolve" transition="in">
                                      <p:cBhvr>
                                        <p:cTn id="91" dur="500"/>
                                        <p:tgtEl>
                                          <p:spTgt spid="2111"/>
                                        </p:tgtEl>
                                      </p:cBhvr>
                                    </p:animEffect>
                                  </p:childTnLst>
                                </p:cTn>
                              </p:par>
                            </p:childTnLst>
                          </p:cTn>
                        </p:par>
                        <p:par>
                          <p:cTn id="92" fill="hold">
                            <p:stCondLst>
                              <p:cond delay="11000"/>
                            </p:stCondLst>
                            <p:childTnLst>
                              <p:par>
                                <p:cTn id="93" presetClass="entr" nodeType="afterEffect" presetID="9" grpId="23" fill="hold">
                                  <p:stCondLst>
                                    <p:cond delay="0"/>
                                  </p:stCondLst>
                                  <p:iterate type="el" backwards="0">
                                    <p:tmAbs val="0"/>
                                  </p:iterate>
                                  <p:childTnLst>
                                    <p:set>
                                      <p:cBhvr>
                                        <p:cTn id="94" fill="hold"/>
                                        <p:tgtEl>
                                          <p:spTgt spid="2120"/>
                                        </p:tgtEl>
                                        <p:attrNameLst>
                                          <p:attrName>style.visibility</p:attrName>
                                        </p:attrNameLst>
                                      </p:cBhvr>
                                      <p:to>
                                        <p:strVal val="visible"/>
                                      </p:to>
                                    </p:set>
                                    <p:animEffect filter="dissolve" transition="in">
                                      <p:cBhvr>
                                        <p:cTn id="95" dur="500"/>
                                        <p:tgtEl>
                                          <p:spTgt spid="2120"/>
                                        </p:tgtEl>
                                      </p:cBhvr>
                                    </p:animEffect>
                                  </p:childTnLst>
                                </p:cTn>
                              </p:par>
                            </p:childTnLst>
                          </p:cTn>
                        </p:par>
                        <p:par>
                          <p:cTn id="96" fill="hold">
                            <p:stCondLst>
                              <p:cond delay="11500"/>
                            </p:stCondLst>
                            <p:childTnLst>
                              <p:par>
                                <p:cTn id="97" presetClass="entr" nodeType="afterEffect" presetID="9" grpId="24" fill="hold">
                                  <p:stCondLst>
                                    <p:cond delay="0"/>
                                  </p:stCondLst>
                                  <p:iterate type="el" backwards="0">
                                    <p:tmAbs val="0"/>
                                  </p:iterate>
                                  <p:childTnLst>
                                    <p:set>
                                      <p:cBhvr>
                                        <p:cTn id="98" fill="hold"/>
                                        <p:tgtEl>
                                          <p:spTgt spid="2121"/>
                                        </p:tgtEl>
                                        <p:attrNameLst>
                                          <p:attrName>style.visibility</p:attrName>
                                        </p:attrNameLst>
                                      </p:cBhvr>
                                      <p:to>
                                        <p:strVal val="visible"/>
                                      </p:to>
                                    </p:set>
                                    <p:animEffect filter="dissolve" transition="in">
                                      <p:cBhvr>
                                        <p:cTn id="99" dur="500"/>
                                        <p:tgtEl>
                                          <p:spTgt spid="2121"/>
                                        </p:tgtEl>
                                      </p:cBhvr>
                                    </p:animEffect>
                                  </p:childTnLst>
                                </p:cTn>
                              </p:par>
                            </p:childTnLst>
                          </p:cTn>
                        </p:par>
                        <p:par>
                          <p:cTn id="100" fill="hold">
                            <p:stCondLst>
                              <p:cond delay="12000"/>
                            </p:stCondLst>
                            <p:childTnLst>
                              <p:par>
                                <p:cTn id="101" presetClass="entr" nodeType="afterEffect" presetID="9" grpId="25" fill="hold">
                                  <p:stCondLst>
                                    <p:cond delay="0"/>
                                  </p:stCondLst>
                                  <p:iterate type="el" backwards="0">
                                    <p:tmAbs val="0"/>
                                  </p:iterate>
                                  <p:childTnLst>
                                    <p:set>
                                      <p:cBhvr>
                                        <p:cTn id="102" fill="hold"/>
                                        <p:tgtEl>
                                          <p:spTgt spid="2122"/>
                                        </p:tgtEl>
                                        <p:attrNameLst>
                                          <p:attrName>style.visibility</p:attrName>
                                        </p:attrNameLst>
                                      </p:cBhvr>
                                      <p:to>
                                        <p:strVal val="visible"/>
                                      </p:to>
                                    </p:set>
                                    <p:animEffect filter="dissolve" transition="in">
                                      <p:cBhvr>
                                        <p:cTn id="103" dur="500"/>
                                        <p:tgtEl>
                                          <p:spTgt spid="2122"/>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2123"/>
                                        </p:tgtEl>
                                        <p:attrNameLst>
                                          <p:attrName>style.visibility</p:attrName>
                                        </p:attrNameLst>
                                      </p:cBhvr>
                                      <p:to>
                                        <p:strVal val="visible"/>
                                      </p:to>
                                    </p:set>
                                    <p:animEffect filter="dissolve" transition="in">
                                      <p:cBhvr>
                                        <p:cTn id="107" dur="500"/>
                                        <p:tgtEl>
                                          <p:spTgt spid="2123"/>
                                        </p:tgtEl>
                                      </p:cBhvr>
                                    </p:animEffect>
                                  </p:childTnLst>
                                </p:cTn>
                              </p:par>
                            </p:childTnLst>
                          </p:cTn>
                        </p:par>
                        <p:par>
                          <p:cTn id="108" fill="hold">
                            <p:stCondLst>
                              <p:cond delay="13000"/>
                            </p:stCondLst>
                            <p:childTnLst>
                              <p:par>
                                <p:cTn id="109" presetClass="entr" nodeType="afterEffect" presetID="9" grpId="27" fill="hold">
                                  <p:stCondLst>
                                    <p:cond delay="0"/>
                                  </p:stCondLst>
                                  <p:iterate type="el" backwards="0">
                                    <p:tmAbs val="0"/>
                                  </p:iterate>
                                  <p:childTnLst>
                                    <p:set>
                                      <p:cBhvr>
                                        <p:cTn id="110" fill="hold"/>
                                        <p:tgtEl>
                                          <p:spTgt spid="2093"/>
                                        </p:tgtEl>
                                        <p:attrNameLst>
                                          <p:attrName>style.visibility</p:attrName>
                                        </p:attrNameLst>
                                      </p:cBhvr>
                                      <p:to>
                                        <p:strVal val="visible"/>
                                      </p:to>
                                    </p:set>
                                    <p:animEffect filter="dissolve" transition="in">
                                      <p:cBhvr>
                                        <p:cTn id="111" dur="500"/>
                                        <p:tgtEl>
                                          <p:spTgt spid="2093"/>
                                        </p:tgtEl>
                                      </p:cBhvr>
                                    </p:animEffect>
                                  </p:childTnLst>
                                </p:cTn>
                              </p:par>
                            </p:childTnLst>
                          </p:cTn>
                        </p:par>
                        <p:par>
                          <p:cTn id="112" fill="hold">
                            <p:stCondLst>
                              <p:cond delay="13500"/>
                            </p:stCondLst>
                            <p:childTnLst>
                              <p:par>
                                <p:cTn id="113" presetClass="entr" nodeType="afterEffect" presetID="9" grpId="28" fill="hold">
                                  <p:stCondLst>
                                    <p:cond delay="0"/>
                                  </p:stCondLst>
                                  <p:iterate type="el" backwards="0">
                                    <p:tmAbs val="0"/>
                                  </p:iterate>
                                  <p:childTnLst>
                                    <p:set>
                                      <p:cBhvr>
                                        <p:cTn id="114" fill="hold"/>
                                        <p:tgtEl>
                                          <p:spTgt spid="2096"/>
                                        </p:tgtEl>
                                        <p:attrNameLst>
                                          <p:attrName>style.visibility</p:attrName>
                                        </p:attrNameLst>
                                      </p:cBhvr>
                                      <p:to>
                                        <p:strVal val="visible"/>
                                      </p:to>
                                    </p:set>
                                    <p:animEffect filter="dissolve" transition="in">
                                      <p:cBhvr>
                                        <p:cTn id="115" dur="500"/>
                                        <p:tgtEl>
                                          <p:spTgt spid="2096"/>
                                        </p:tgtEl>
                                      </p:cBhvr>
                                    </p:animEffect>
                                  </p:childTnLst>
                                </p:cTn>
                              </p:par>
                            </p:childTnLst>
                          </p:cTn>
                        </p:par>
                        <p:par>
                          <p:cTn id="116" fill="hold">
                            <p:stCondLst>
                              <p:cond delay="14000"/>
                            </p:stCondLst>
                            <p:childTnLst>
                              <p:par>
                                <p:cTn id="117" presetClass="entr" nodeType="afterEffect" presetID="9" grpId="29" fill="hold">
                                  <p:stCondLst>
                                    <p:cond delay="0"/>
                                  </p:stCondLst>
                                  <p:iterate type="el" backwards="0">
                                    <p:tmAbs val="0"/>
                                  </p:iterate>
                                  <p:childTnLst>
                                    <p:set>
                                      <p:cBhvr>
                                        <p:cTn id="118" fill="hold"/>
                                        <p:tgtEl>
                                          <p:spTgt spid="2099"/>
                                        </p:tgtEl>
                                        <p:attrNameLst>
                                          <p:attrName>style.visibility</p:attrName>
                                        </p:attrNameLst>
                                      </p:cBhvr>
                                      <p:to>
                                        <p:strVal val="visible"/>
                                      </p:to>
                                    </p:set>
                                    <p:animEffect filter="dissolve" transition="in">
                                      <p:cBhvr>
                                        <p:cTn id="119" dur="500"/>
                                        <p:tgtEl>
                                          <p:spTgt spid="2099"/>
                                        </p:tgtEl>
                                      </p:cBhvr>
                                    </p:animEffect>
                                  </p:childTnLst>
                                </p:cTn>
                              </p:par>
                            </p:childTnLst>
                          </p:cTn>
                        </p:par>
                        <p:par>
                          <p:cTn id="120" fill="hold">
                            <p:stCondLst>
                              <p:cond delay="14500"/>
                            </p:stCondLst>
                            <p:childTnLst>
                              <p:par>
                                <p:cTn id="121" presetClass="entr" nodeType="afterEffect" presetID="9" grpId="30" fill="hold">
                                  <p:stCondLst>
                                    <p:cond delay="0"/>
                                  </p:stCondLst>
                                  <p:iterate type="el" backwards="0">
                                    <p:tmAbs val="0"/>
                                  </p:iterate>
                                  <p:childTnLst>
                                    <p:set>
                                      <p:cBhvr>
                                        <p:cTn id="122" fill="hold"/>
                                        <p:tgtEl>
                                          <p:spTgt spid="2102"/>
                                        </p:tgtEl>
                                        <p:attrNameLst>
                                          <p:attrName>style.visibility</p:attrName>
                                        </p:attrNameLst>
                                      </p:cBhvr>
                                      <p:to>
                                        <p:strVal val="visible"/>
                                      </p:to>
                                    </p:set>
                                    <p:animEffect filter="dissolve" transition="in">
                                      <p:cBhvr>
                                        <p:cTn id="123" dur="500"/>
                                        <p:tgtEl>
                                          <p:spTgt spid="21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085" grpId="11"/>
      <p:bldP build="whole" bldLvl="1" animBg="1" rev="0" advAuto="0" spid="2101" grpId="20"/>
      <p:bldP build="whole" bldLvl="1" animBg="1" rev="0" advAuto="0" spid="2100" grpId="16"/>
      <p:bldP build="whole" bldLvl="1" animBg="1" rev="0" advAuto="0" spid="2098" grpId="19"/>
      <p:bldP build="whole" bldLvl="1" animBg="1" rev="0" advAuto="0" spid="2091" grpId="13"/>
      <p:bldP build="whole" bldLvl="1" animBg="1" rev="0" advAuto="0" spid="2123" grpId="26"/>
      <p:bldP build="whole" bldLvl="1" animBg="1" rev="0" advAuto="0" spid="2117" grpId="6"/>
      <p:bldP build="whole" bldLvl="1" animBg="1" rev="0" advAuto="0" spid="2084" grpId="10"/>
      <p:bldP build="whole" bldLvl="1" animBg="1" rev="0" advAuto="0" spid="2118" grpId="7"/>
      <p:bldP build="whole" bldLvl="1" animBg="1" rev="0" advAuto="0" spid="2095" grpId="18"/>
      <p:bldP build="whole" bldLvl="1" animBg="1" rev="0" advAuto="0" spid="2086" grpId="12"/>
      <p:bldP build="whole" bldLvl="1" animBg="1" rev="0" advAuto="0" spid="2087" grpId="1"/>
      <p:bldP build="whole" bldLvl="1" animBg="1" rev="0" advAuto="0" spid="2111" grpId="22"/>
      <p:bldP build="whole" bldLvl="1" animBg="1" rev="0" advAuto="0" spid="2093" grpId="27"/>
      <p:bldP build="whole" bldLvl="1" animBg="1" rev="0" advAuto="0" spid="2102" grpId="30"/>
      <p:bldP build="whole" bldLvl="1" animBg="1" rev="0" advAuto="0" spid="2099" grpId="29"/>
      <p:bldP build="whole" bldLvl="1" animBg="1" rev="0" advAuto="0" spid="2120" grpId="23"/>
      <p:bldP build="whole" bldLvl="1" animBg="1" rev="0" advAuto="0" spid="2096" grpId="28"/>
      <p:bldP build="whole" bldLvl="1" animBg="1" rev="0" advAuto="0" spid="2092" grpId="17"/>
      <p:bldP build="whole" bldLvl="1" animBg="1" rev="0" advAuto="0" spid="2090" grpId="4"/>
      <p:bldP build="whole" bldLvl="1" animBg="1" rev="0" advAuto="0" spid="2089" grpId="3"/>
      <p:bldP build="whole" bldLvl="1" animBg="1" rev="0" advAuto="0" spid="2088" grpId="2"/>
      <p:bldP build="whole" bldLvl="1" animBg="1" rev="0" advAuto="0" spid="2116" grpId="5"/>
      <p:bldP build="whole" bldLvl="1" animBg="1" rev="0" advAuto="0" spid="2119" grpId="8"/>
      <p:bldP build="whole" bldLvl="1" animBg="1" rev="0" advAuto="0" spid="2083" grpId="9"/>
      <p:bldP build="whole" bldLvl="1" animBg="1" rev="0" advAuto="0" spid="2097" grpId="15"/>
      <p:bldP build="whole" bldLvl="1" animBg="1" rev="0" advAuto="0" spid="2103" grpId="21"/>
      <p:bldP build="whole" bldLvl="1" animBg="1" rev="0" advAuto="0" spid="2121" grpId="24"/>
      <p:bldP build="whole" bldLvl="1" animBg="1" rev="0" advAuto="0" spid="2094" grpId="14"/>
      <p:bldP build="whole" bldLvl="1" animBg="1" rev="0" advAuto="0" spid="2122" grpId="25"/>
    </p:bldLst>
  </p:timing>
</p:sld>
</file>

<file path=ppt/slides/slide8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126" name="Shape 212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Matriz</a:t>
            </a:r>
          </a:p>
        </p:txBody>
      </p:sp>
      <p:sp>
        <p:nvSpPr>
          <p:cNvPr id="2127" name="Shape 2127"/>
          <p:cNvSpPr/>
          <p:nvPr/>
        </p:nvSpPr>
        <p:spPr>
          <a:xfrm>
            <a:off x="6856275" y="2820032"/>
            <a:ext cx="4252011" cy="4252012"/>
          </a:xfrm>
          <a:prstGeom prst="rect">
            <a:avLst/>
          </a:prstGeom>
          <a:solidFill>
            <a:srgbClr val="D9D9D9">
              <a:alpha val="50000"/>
            </a:srgbClr>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28" name="Shape 2128"/>
          <p:cNvSpPr/>
          <p:nvPr/>
        </p:nvSpPr>
        <p:spPr>
          <a:xfrm>
            <a:off x="11273952" y="2820032"/>
            <a:ext cx="4252012" cy="4252012"/>
          </a:xfrm>
          <a:prstGeom prst="rect">
            <a:avLst/>
          </a:prstGeom>
          <a:solidFill>
            <a:srgbClr val="D9D9D9"/>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29" name="Shape 2129"/>
          <p:cNvSpPr/>
          <p:nvPr/>
        </p:nvSpPr>
        <p:spPr>
          <a:xfrm>
            <a:off x="6856275" y="7237708"/>
            <a:ext cx="4252011" cy="4252012"/>
          </a:xfrm>
          <a:prstGeom prst="rect">
            <a:avLst/>
          </a:prstGeom>
          <a:solidFill>
            <a:srgbClr val="D9D9D9"/>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30" name="Shape 2130"/>
          <p:cNvSpPr/>
          <p:nvPr/>
        </p:nvSpPr>
        <p:spPr>
          <a:xfrm>
            <a:off x="11273952" y="7237708"/>
            <a:ext cx="4252012" cy="4252012"/>
          </a:xfrm>
          <a:prstGeom prst="rect">
            <a:avLst/>
          </a:prstGeom>
          <a:solidFill>
            <a:srgbClr val="D9D9D9">
              <a:alpha val="50000"/>
            </a:srgbClr>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31" name="Shape 2131"/>
          <p:cNvSpPr/>
          <p:nvPr/>
        </p:nvSpPr>
        <p:spPr>
          <a:xfrm>
            <a:off x="8249022" y="2070731"/>
            <a:ext cx="1466518" cy="81338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2132" name="Shape 2132"/>
          <p:cNvSpPr/>
          <p:nvPr/>
        </p:nvSpPr>
        <p:spPr>
          <a:xfrm rot="5400000">
            <a:off x="15489708" y="4608708"/>
            <a:ext cx="1466519" cy="813385"/>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2133" name="Shape 2133"/>
          <p:cNvSpPr/>
          <p:nvPr/>
        </p:nvSpPr>
        <p:spPr>
          <a:xfrm>
            <a:off x="7492114" y="3305893"/>
            <a:ext cx="1391225" cy="1391225"/>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34" name="Shape 2134"/>
          <p:cNvSpPr/>
          <p:nvPr/>
        </p:nvSpPr>
        <p:spPr>
          <a:xfrm rot="16200000">
            <a:off x="603993" y="6126322"/>
            <a:ext cx="10378588" cy="1463356"/>
          </a:xfrm>
          <a:prstGeom prst="rightArrow">
            <a:avLst>
              <a:gd name="adj1" fmla="val 50000"/>
              <a:gd name="adj2" fmla="val 78302"/>
            </a:avLst>
          </a:prstGeom>
          <a:solidFill>
            <a:srgbClr val="FFC003"/>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35" name="Shape 2135"/>
          <p:cNvSpPr/>
          <p:nvPr/>
        </p:nvSpPr>
        <p:spPr>
          <a:xfrm rot="16200000">
            <a:off x="5008360" y="6575004"/>
            <a:ext cx="1481775" cy="81338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000">
                <a:solidFill>
                  <a:srgbClr val="FFFFFF"/>
                </a:solidFill>
                <a:latin typeface="Calibri"/>
                <a:ea typeface="Calibri"/>
                <a:cs typeface="Calibri"/>
                <a:sym typeface="Calibri"/>
              </a:defRPr>
            </a:lvl1pPr>
          </a:lstStyle>
          <a:p>
            <a:pPr/>
            <a:r>
              <a:t>SKILL</a:t>
            </a:r>
          </a:p>
        </p:txBody>
      </p:sp>
      <p:sp>
        <p:nvSpPr>
          <p:cNvPr id="2136" name="Shape 2136"/>
          <p:cNvSpPr/>
          <p:nvPr/>
        </p:nvSpPr>
        <p:spPr>
          <a:xfrm>
            <a:off x="6524966" y="11691294"/>
            <a:ext cx="10547185" cy="1463357"/>
          </a:xfrm>
          <a:prstGeom prst="rightArrow">
            <a:avLst>
              <a:gd name="adj1" fmla="val 50000"/>
              <a:gd name="adj2" fmla="val 78302"/>
            </a:avLst>
          </a:prstGeom>
          <a:solidFill>
            <a:srgbClr val="FFC003"/>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37" name="Shape 2137"/>
          <p:cNvSpPr/>
          <p:nvPr/>
        </p:nvSpPr>
        <p:spPr>
          <a:xfrm>
            <a:off x="10365233" y="11993513"/>
            <a:ext cx="1380307" cy="813385"/>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algn="l" defTabSz="685800">
              <a:defRPr sz="1000">
                <a:solidFill>
                  <a:srgbClr val="FFFFFF"/>
                </a:solidFill>
                <a:latin typeface="Calibri"/>
                <a:ea typeface="Calibri"/>
                <a:cs typeface="Calibri"/>
                <a:sym typeface="Calibri"/>
              </a:defRPr>
            </a:lvl1pPr>
          </a:lstStyle>
          <a:p>
            <a:pPr/>
            <a:r>
              <a:t>WILL</a:t>
            </a:r>
          </a:p>
        </p:txBody>
      </p:sp>
      <p:sp>
        <p:nvSpPr>
          <p:cNvPr id="2138" name="Shape 2138"/>
          <p:cNvSpPr/>
          <p:nvPr/>
        </p:nvSpPr>
        <p:spPr>
          <a:xfrm>
            <a:off x="12666698" y="2070731"/>
            <a:ext cx="1466519" cy="81338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2139" name="Shape 2139"/>
          <p:cNvSpPr/>
          <p:nvPr/>
        </p:nvSpPr>
        <p:spPr>
          <a:xfrm rot="5400000">
            <a:off x="15489708" y="8957022"/>
            <a:ext cx="1466519" cy="81338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2140" name="Shape 2140"/>
          <p:cNvSpPr/>
          <p:nvPr/>
        </p:nvSpPr>
        <p:spPr>
          <a:xfrm>
            <a:off x="13047750" y="4559524"/>
            <a:ext cx="1391226" cy="1391225"/>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41" name="Shape 2141"/>
          <p:cNvSpPr/>
          <p:nvPr/>
        </p:nvSpPr>
        <p:spPr>
          <a:xfrm>
            <a:off x="8367433" y="8668101"/>
            <a:ext cx="1391225" cy="1391226"/>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42" name="Shape 2142"/>
          <p:cNvSpPr/>
          <p:nvPr/>
        </p:nvSpPr>
        <p:spPr>
          <a:xfrm>
            <a:off x="12582582" y="8668101"/>
            <a:ext cx="1391225" cy="1391226"/>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43" name="Shape 2143"/>
          <p:cNvSpPr/>
          <p:nvPr/>
        </p:nvSpPr>
        <p:spPr>
          <a:xfrm>
            <a:off x="8904655" y="4678164"/>
            <a:ext cx="1026951" cy="1026951"/>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44" name="Shape 2144"/>
          <p:cNvSpPr/>
          <p:nvPr/>
        </p:nvSpPr>
        <p:spPr>
          <a:xfrm>
            <a:off x="12117413" y="3682255"/>
            <a:ext cx="1026951" cy="1026951"/>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45" name="Shape 2145"/>
          <p:cNvSpPr/>
          <p:nvPr/>
        </p:nvSpPr>
        <p:spPr>
          <a:xfrm>
            <a:off x="13918404" y="7897266"/>
            <a:ext cx="1026951" cy="1026951"/>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2146" name="Shape 2146"/>
          <p:cNvSpPr/>
          <p:nvPr/>
        </p:nvSpPr>
        <p:spPr>
          <a:xfrm>
            <a:off x="7390356" y="7897266"/>
            <a:ext cx="1026951" cy="1026951"/>
          </a:xfrm>
          <a:prstGeom prst="ellipse">
            <a:avLst/>
          </a:prstGeom>
          <a:solidFill>
            <a:srgbClr val="004B75"/>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8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148" name="Shape 214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Matriz</a:t>
            </a:r>
          </a:p>
        </p:txBody>
      </p:sp>
      <p:grpSp>
        <p:nvGrpSpPr>
          <p:cNvPr id="2151" name="Group 2151"/>
          <p:cNvGrpSpPr/>
          <p:nvPr/>
        </p:nvGrpSpPr>
        <p:grpSpPr>
          <a:xfrm>
            <a:off x="7671273" y="2647907"/>
            <a:ext cx="4276228" cy="4431915"/>
            <a:chOff x="0" y="0"/>
            <a:chExt cx="4276226" cy="4431914"/>
          </a:xfrm>
        </p:grpSpPr>
        <p:sp>
          <p:nvSpPr>
            <p:cNvPr id="2149" name="Shape 2149"/>
            <p:cNvSpPr/>
            <p:nvPr/>
          </p:nvSpPr>
          <p:spPr>
            <a:xfrm>
              <a:off x="0" y="155687"/>
              <a:ext cx="4276227" cy="4276228"/>
            </a:xfrm>
            <a:prstGeom prst="roundRect">
              <a:avLst>
                <a:gd name="adj" fmla="val 16667"/>
              </a:avLst>
            </a:prstGeom>
            <a:solidFill>
              <a:srgbClr val="006CAA"/>
            </a:solidFill>
            <a:ln w="3175" cap="flat">
              <a:solidFill>
                <a:srgbClr val="1F5FA0"/>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2150" name="Shape 2150"/>
            <p:cNvSpPr/>
            <p:nvPr/>
          </p:nvSpPr>
          <p:spPr>
            <a:xfrm>
              <a:off x="0" y="0"/>
              <a:ext cx="4276227" cy="4276227"/>
            </a:xfrm>
            <a:prstGeom prst="roundRect">
              <a:avLst>
                <a:gd name="adj" fmla="val 16667"/>
              </a:avLst>
            </a:prstGeom>
            <a:solidFill>
              <a:srgbClr val="004B75"/>
            </a:solidFill>
            <a:ln w="3175" cap="flat">
              <a:solidFill>
                <a:srgbClr val="297FD5"/>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2154" name="Group 2154"/>
          <p:cNvGrpSpPr/>
          <p:nvPr/>
        </p:nvGrpSpPr>
        <p:grpSpPr>
          <a:xfrm>
            <a:off x="12175843" y="2647907"/>
            <a:ext cx="4276228" cy="4431915"/>
            <a:chOff x="0" y="0"/>
            <a:chExt cx="4276226" cy="4431914"/>
          </a:xfrm>
        </p:grpSpPr>
        <p:sp>
          <p:nvSpPr>
            <p:cNvPr id="2152" name="Shape 2152"/>
            <p:cNvSpPr/>
            <p:nvPr/>
          </p:nvSpPr>
          <p:spPr>
            <a:xfrm>
              <a:off x="0" y="155687"/>
              <a:ext cx="4276227" cy="4276228"/>
            </a:xfrm>
            <a:prstGeom prst="roundRect">
              <a:avLst>
                <a:gd name="adj" fmla="val 16667"/>
              </a:avLst>
            </a:prstGeom>
            <a:solidFill>
              <a:srgbClr val="9EC3F5"/>
            </a:solidFill>
            <a:ln w="3175" cap="flat">
              <a:solidFill>
                <a:srgbClr val="3477B2"/>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2153" name="Shape 2153"/>
            <p:cNvSpPr/>
            <p:nvPr/>
          </p:nvSpPr>
          <p:spPr>
            <a:xfrm>
              <a:off x="0" y="0"/>
              <a:ext cx="4276227" cy="4276227"/>
            </a:xfrm>
            <a:prstGeom prst="roundRect">
              <a:avLst>
                <a:gd name="adj" fmla="val 16667"/>
              </a:avLst>
            </a:prstGeom>
            <a:solidFill>
              <a:srgbClr val="6388BF"/>
            </a:solidFill>
            <a:ln w="3175" cap="flat">
              <a:solidFill>
                <a:srgbClr val="629DD1"/>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2157" name="Group 2157"/>
          <p:cNvGrpSpPr/>
          <p:nvPr/>
        </p:nvGrpSpPr>
        <p:grpSpPr>
          <a:xfrm>
            <a:off x="7671273" y="7225134"/>
            <a:ext cx="4276228" cy="4431915"/>
            <a:chOff x="0" y="0"/>
            <a:chExt cx="4276226" cy="4431914"/>
          </a:xfrm>
        </p:grpSpPr>
        <p:sp>
          <p:nvSpPr>
            <p:cNvPr id="2155" name="Shape 2155"/>
            <p:cNvSpPr/>
            <p:nvPr/>
          </p:nvSpPr>
          <p:spPr>
            <a:xfrm>
              <a:off x="0" y="155687"/>
              <a:ext cx="4276227" cy="4276228"/>
            </a:xfrm>
            <a:prstGeom prst="roundRect">
              <a:avLst>
                <a:gd name="adj" fmla="val 16667"/>
              </a:avLst>
            </a:prstGeom>
            <a:solidFill>
              <a:srgbClr val="43DDFF"/>
            </a:solidFill>
            <a:ln w="3175" cap="flat">
              <a:solidFill>
                <a:srgbClr val="596A85"/>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2156" name="Shape 2156"/>
            <p:cNvSpPr/>
            <p:nvPr/>
          </p:nvSpPr>
          <p:spPr>
            <a:xfrm>
              <a:off x="0" y="0"/>
              <a:ext cx="4276227" cy="4276227"/>
            </a:xfrm>
            <a:prstGeom prst="roundRect">
              <a:avLst>
                <a:gd name="adj" fmla="val 16667"/>
              </a:avLst>
            </a:prstGeom>
            <a:solidFill>
              <a:srgbClr val="3BC7E2"/>
            </a:solidFill>
            <a:ln w="3175" cap="flat">
              <a:solidFill>
                <a:srgbClr val="7F8FA9"/>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2160" name="Group 2160"/>
          <p:cNvGrpSpPr/>
          <p:nvPr/>
        </p:nvGrpSpPr>
        <p:grpSpPr>
          <a:xfrm>
            <a:off x="12175843" y="7225134"/>
            <a:ext cx="4276228" cy="4431915"/>
            <a:chOff x="0" y="0"/>
            <a:chExt cx="4276226" cy="4431914"/>
          </a:xfrm>
        </p:grpSpPr>
        <p:sp>
          <p:nvSpPr>
            <p:cNvPr id="2158" name="Shape 2158"/>
            <p:cNvSpPr/>
            <p:nvPr/>
          </p:nvSpPr>
          <p:spPr>
            <a:xfrm>
              <a:off x="0" y="155687"/>
              <a:ext cx="4276227" cy="4276228"/>
            </a:xfrm>
            <a:prstGeom prst="roundRect">
              <a:avLst>
                <a:gd name="adj" fmla="val 16667"/>
              </a:avLst>
            </a:prstGeom>
            <a:solidFill>
              <a:srgbClr val="B3E6F1"/>
            </a:solidFill>
            <a:ln w="3175" cap="flat">
              <a:solidFill>
                <a:srgbClr val="384C81"/>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2159" name="Shape 2159"/>
            <p:cNvSpPr/>
            <p:nvPr/>
          </p:nvSpPr>
          <p:spPr>
            <a:xfrm>
              <a:off x="0" y="0"/>
              <a:ext cx="4276227" cy="4276227"/>
            </a:xfrm>
            <a:prstGeom prst="roundRect">
              <a:avLst>
                <a:gd name="adj" fmla="val 16667"/>
              </a:avLst>
            </a:prstGeom>
            <a:solidFill>
              <a:srgbClr val="82D1F1"/>
            </a:solidFill>
            <a:ln w="3175" cap="flat">
              <a:solidFill>
                <a:srgbClr val="4A66AC"/>
              </a:solidFill>
              <a:prstDash val="solid"/>
              <a:miter lim="8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sp>
        <p:nvSpPr>
          <p:cNvPr id="2161" name="Shape 2161"/>
          <p:cNvSpPr/>
          <p:nvPr/>
        </p:nvSpPr>
        <p:spPr>
          <a:xfrm>
            <a:off x="6436986" y="1873343"/>
            <a:ext cx="1232755" cy="723392"/>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ALTO</a:t>
            </a:r>
          </a:p>
        </p:txBody>
      </p:sp>
      <p:sp>
        <p:nvSpPr>
          <p:cNvPr id="2162" name="Shape 2162"/>
          <p:cNvSpPr/>
          <p:nvPr/>
        </p:nvSpPr>
        <p:spPr>
          <a:xfrm flipH="1">
            <a:off x="7118611" y="2705852"/>
            <a:ext cx="1" cy="7941605"/>
          </a:xfrm>
          <a:prstGeom prst="line">
            <a:avLst/>
          </a:prstGeom>
          <a:ln w="76200">
            <a:solidFill>
              <a:srgbClr val="F7BB00"/>
            </a:solidFill>
            <a:miter/>
            <a:headEnd type="triangle"/>
            <a:tailEnd type="triangle"/>
          </a:ln>
        </p:spPr>
        <p:txBody>
          <a:bodyPr lIns="34289" tIns="34289" rIns="34289" bIns="34289"/>
          <a:lstStyle/>
          <a:p>
            <a:pPr algn="l" defTabSz="685800">
              <a:defRPr sz="1200">
                <a:latin typeface="Calibri"/>
                <a:ea typeface="Calibri"/>
                <a:cs typeface="Calibri"/>
                <a:sym typeface="Calibri"/>
              </a:defRPr>
            </a:pPr>
          </a:p>
        </p:txBody>
      </p:sp>
      <p:sp>
        <p:nvSpPr>
          <p:cNvPr id="2163" name="Shape 2163"/>
          <p:cNvSpPr/>
          <p:nvPr/>
        </p:nvSpPr>
        <p:spPr>
          <a:xfrm>
            <a:off x="7892911" y="2279989"/>
            <a:ext cx="7425556" cy="1"/>
          </a:xfrm>
          <a:prstGeom prst="line">
            <a:avLst/>
          </a:prstGeom>
          <a:ln w="76200">
            <a:solidFill>
              <a:srgbClr val="F7BB00"/>
            </a:solidFill>
            <a:miter/>
            <a:headEnd type="triangle"/>
            <a:tailEnd type="triangle"/>
          </a:ln>
        </p:spPr>
        <p:txBody>
          <a:bodyPr lIns="34289" tIns="34289" rIns="34289" bIns="34289"/>
          <a:lstStyle/>
          <a:p>
            <a:pPr algn="l" defTabSz="685800">
              <a:defRPr sz="1200">
                <a:latin typeface="Calibri"/>
                <a:ea typeface="Calibri"/>
                <a:cs typeface="Calibri"/>
                <a:sym typeface="Calibri"/>
              </a:defRPr>
            </a:pPr>
          </a:p>
        </p:txBody>
      </p:sp>
      <p:sp>
        <p:nvSpPr>
          <p:cNvPr id="2164" name="Shape 2164"/>
          <p:cNvSpPr/>
          <p:nvPr/>
        </p:nvSpPr>
        <p:spPr>
          <a:xfrm>
            <a:off x="6436986" y="10899950"/>
            <a:ext cx="1232755" cy="723392"/>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BAJO</a:t>
            </a:r>
          </a:p>
        </p:txBody>
      </p:sp>
      <p:sp>
        <p:nvSpPr>
          <p:cNvPr id="2165" name="Shape 2165"/>
          <p:cNvSpPr/>
          <p:nvPr/>
        </p:nvSpPr>
        <p:spPr>
          <a:xfrm>
            <a:off x="15546809" y="1918293"/>
            <a:ext cx="1232755" cy="723392"/>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BAJO</a:t>
            </a:r>
          </a:p>
        </p:txBody>
      </p:sp>
      <p:sp>
        <p:nvSpPr>
          <p:cNvPr id="2166" name="Shape 2166"/>
          <p:cNvSpPr/>
          <p:nvPr/>
        </p:nvSpPr>
        <p:spPr>
          <a:xfrm>
            <a:off x="14053314" y="4223425"/>
            <a:ext cx="952592" cy="1167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50" y="0"/>
                </a:moveTo>
                <a:cubicBezTo>
                  <a:pt x="14602" y="0"/>
                  <a:pt x="14602" y="0"/>
                  <a:pt x="13349" y="0"/>
                </a:cubicBezTo>
                <a:cubicBezTo>
                  <a:pt x="3154" y="0"/>
                  <a:pt x="3154" y="0"/>
                  <a:pt x="3154" y="0"/>
                </a:cubicBezTo>
                <a:cubicBezTo>
                  <a:pt x="1253" y="0"/>
                  <a:pt x="0" y="1014"/>
                  <a:pt x="0" y="2586"/>
                </a:cubicBezTo>
                <a:cubicBezTo>
                  <a:pt x="0" y="19049"/>
                  <a:pt x="0" y="19049"/>
                  <a:pt x="0" y="19049"/>
                </a:cubicBezTo>
                <a:cubicBezTo>
                  <a:pt x="0" y="20586"/>
                  <a:pt x="1253" y="21600"/>
                  <a:pt x="3154" y="21600"/>
                </a:cubicBezTo>
                <a:cubicBezTo>
                  <a:pt x="18446" y="21600"/>
                  <a:pt x="18446" y="21600"/>
                  <a:pt x="18446" y="21600"/>
                </a:cubicBezTo>
                <a:cubicBezTo>
                  <a:pt x="20347" y="21600"/>
                  <a:pt x="21600" y="20586"/>
                  <a:pt x="21600" y="19049"/>
                </a:cubicBezTo>
                <a:cubicBezTo>
                  <a:pt x="21600" y="5138"/>
                  <a:pt x="21600" y="5138"/>
                  <a:pt x="21600" y="5138"/>
                </a:cubicBezTo>
                <a:lnTo>
                  <a:pt x="15250" y="0"/>
                </a:lnTo>
                <a:close/>
                <a:moveTo>
                  <a:pt x="20347" y="19049"/>
                </a:moveTo>
                <a:cubicBezTo>
                  <a:pt x="20347" y="19538"/>
                  <a:pt x="19051" y="20586"/>
                  <a:pt x="18446" y="20586"/>
                </a:cubicBezTo>
                <a:cubicBezTo>
                  <a:pt x="3154" y="20586"/>
                  <a:pt x="3154" y="20586"/>
                  <a:pt x="3154" y="20586"/>
                </a:cubicBezTo>
                <a:cubicBezTo>
                  <a:pt x="2549" y="20586"/>
                  <a:pt x="1253" y="19538"/>
                  <a:pt x="1253" y="19049"/>
                </a:cubicBezTo>
                <a:cubicBezTo>
                  <a:pt x="1253" y="2586"/>
                  <a:pt x="1253" y="2586"/>
                  <a:pt x="1253" y="2586"/>
                </a:cubicBezTo>
                <a:cubicBezTo>
                  <a:pt x="1253" y="2062"/>
                  <a:pt x="2549" y="1014"/>
                  <a:pt x="3154" y="1014"/>
                </a:cubicBezTo>
                <a:cubicBezTo>
                  <a:pt x="13349" y="1014"/>
                  <a:pt x="13349" y="1014"/>
                  <a:pt x="13349" y="1014"/>
                </a:cubicBezTo>
                <a:cubicBezTo>
                  <a:pt x="13349" y="3076"/>
                  <a:pt x="13349" y="4124"/>
                  <a:pt x="13349" y="4124"/>
                </a:cubicBezTo>
                <a:cubicBezTo>
                  <a:pt x="13349" y="5662"/>
                  <a:pt x="14602" y="6711"/>
                  <a:pt x="16502" y="6711"/>
                </a:cubicBezTo>
                <a:cubicBezTo>
                  <a:pt x="16502" y="6711"/>
                  <a:pt x="18446" y="6711"/>
                  <a:pt x="20347" y="6711"/>
                </a:cubicBezTo>
                <a:lnTo>
                  <a:pt x="20347" y="19049"/>
                </a:lnTo>
                <a:close/>
                <a:moveTo>
                  <a:pt x="16502" y="5138"/>
                </a:moveTo>
                <a:cubicBezTo>
                  <a:pt x="15898" y="5138"/>
                  <a:pt x="15250" y="4649"/>
                  <a:pt x="15250" y="4124"/>
                </a:cubicBezTo>
                <a:cubicBezTo>
                  <a:pt x="15250" y="4124"/>
                  <a:pt x="15250" y="3076"/>
                  <a:pt x="15250" y="1014"/>
                </a:cubicBezTo>
                <a:cubicBezTo>
                  <a:pt x="20347" y="5138"/>
                  <a:pt x="20347" y="5138"/>
                  <a:pt x="20347" y="5138"/>
                </a:cubicBezTo>
                <a:lnTo>
                  <a:pt x="16502" y="5138"/>
                </a:lnTo>
                <a:close/>
                <a:moveTo>
                  <a:pt x="15898" y="14924"/>
                </a:moveTo>
                <a:cubicBezTo>
                  <a:pt x="5702" y="14924"/>
                  <a:pt x="5702" y="14924"/>
                  <a:pt x="5702" y="14924"/>
                </a:cubicBezTo>
                <a:cubicBezTo>
                  <a:pt x="5098" y="14924"/>
                  <a:pt x="5098" y="15449"/>
                  <a:pt x="5098" y="15449"/>
                </a:cubicBezTo>
                <a:cubicBezTo>
                  <a:pt x="5098" y="15973"/>
                  <a:pt x="5098" y="16462"/>
                  <a:pt x="5702" y="16462"/>
                </a:cubicBezTo>
                <a:cubicBezTo>
                  <a:pt x="15898" y="16462"/>
                  <a:pt x="15898" y="16462"/>
                  <a:pt x="15898" y="16462"/>
                </a:cubicBezTo>
                <a:cubicBezTo>
                  <a:pt x="16502" y="16462"/>
                  <a:pt x="16502" y="15973"/>
                  <a:pt x="16502" y="15449"/>
                </a:cubicBezTo>
                <a:cubicBezTo>
                  <a:pt x="16502" y="15449"/>
                  <a:pt x="16502" y="14924"/>
                  <a:pt x="15898" y="14924"/>
                </a:cubicBezTo>
                <a:close/>
                <a:moveTo>
                  <a:pt x="15898" y="10800"/>
                </a:moveTo>
                <a:cubicBezTo>
                  <a:pt x="5702" y="10800"/>
                  <a:pt x="5702" y="10800"/>
                  <a:pt x="5702" y="10800"/>
                </a:cubicBezTo>
                <a:cubicBezTo>
                  <a:pt x="5098" y="10800"/>
                  <a:pt x="5098" y="11324"/>
                  <a:pt x="5098" y="11324"/>
                </a:cubicBezTo>
                <a:cubicBezTo>
                  <a:pt x="5098" y="11849"/>
                  <a:pt x="5098" y="12373"/>
                  <a:pt x="5702" y="12373"/>
                </a:cubicBezTo>
                <a:cubicBezTo>
                  <a:pt x="15898" y="12373"/>
                  <a:pt x="15898" y="12373"/>
                  <a:pt x="15898" y="12373"/>
                </a:cubicBezTo>
                <a:cubicBezTo>
                  <a:pt x="16502" y="12373"/>
                  <a:pt x="16502" y="11849"/>
                  <a:pt x="16502" y="11324"/>
                </a:cubicBezTo>
                <a:cubicBezTo>
                  <a:pt x="16502" y="11324"/>
                  <a:pt x="16502" y="10800"/>
                  <a:pt x="15898" y="10800"/>
                </a:cubicBezTo>
                <a:close/>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2167" name="Shape 2167"/>
          <p:cNvSpPr/>
          <p:nvPr/>
        </p:nvSpPr>
        <p:spPr>
          <a:xfrm>
            <a:off x="9509659" y="4223425"/>
            <a:ext cx="952592" cy="1167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50" y="0"/>
                </a:moveTo>
                <a:cubicBezTo>
                  <a:pt x="14602" y="0"/>
                  <a:pt x="14602" y="0"/>
                  <a:pt x="13349" y="0"/>
                </a:cubicBezTo>
                <a:cubicBezTo>
                  <a:pt x="3154" y="0"/>
                  <a:pt x="3154" y="0"/>
                  <a:pt x="3154" y="0"/>
                </a:cubicBezTo>
                <a:cubicBezTo>
                  <a:pt x="1253" y="0"/>
                  <a:pt x="0" y="1014"/>
                  <a:pt x="0" y="2586"/>
                </a:cubicBezTo>
                <a:cubicBezTo>
                  <a:pt x="0" y="19049"/>
                  <a:pt x="0" y="19049"/>
                  <a:pt x="0" y="19049"/>
                </a:cubicBezTo>
                <a:cubicBezTo>
                  <a:pt x="0" y="20586"/>
                  <a:pt x="1253" y="21600"/>
                  <a:pt x="3154" y="21600"/>
                </a:cubicBezTo>
                <a:cubicBezTo>
                  <a:pt x="18446" y="21600"/>
                  <a:pt x="18446" y="21600"/>
                  <a:pt x="18446" y="21600"/>
                </a:cubicBezTo>
                <a:cubicBezTo>
                  <a:pt x="20347" y="21600"/>
                  <a:pt x="21600" y="20586"/>
                  <a:pt x="21600" y="19049"/>
                </a:cubicBezTo>
                <a:cubicBezTo>
                  <a:pt x="21600" y="5138"/>
                  <a:pt x="21600" y="5138"/>
                  <a:pt x="21600" y="5138"/>
                </a:cubicBezTo>
                <a:lnTo>
                  <a:pt x="15250" y="0"/>
                </a:lnTo>
                <a:close/>
                <a:moveTo>
                  <a:pt x="20347" y="19049"/>
                </a:moveTo>
                <a:cubicBezTo>
                  <a:pt x="20347" y="19538"/>
                  <a:pt x="19051" y="20586"/>
                  <a:pt x="18446" y="20586"/>
                </a:cubicBezTo>
                <a:cubicBezTo>
                  <a:pt x="3154" y="20586"/>
                  <a:pt x="3154" y="20586"/>
                  <a:pt x="3154" y="20586"/>
                </a:cubicBezTo>
                <a:cubicBezTo>
                  <a:pt x="2549" y="20586"/>
                  <a:pt x="1253" y="19538"/>
                  <a:pt x="1253" y="19049"/>
                </a:cubicBezTo>
                <a:cubicBezTo>
                  <a:pt x="1253" y="2586"/>
                  <a:pt x="1253" y="2586"/>
                  <a:pt x="1253" y="2586"/>
                </a:cubicBezTo>
                <a:cubicBezTo>
                  <a:pt x="1253" y="2062"/>
                  <a:pt x="2549" y="1014"/>
                  <a:pt x="3154" y="1014"/>
                </a:cubicBezTo>
                <a:cubicBezTo>
                  <a:pt x="13349" y="1014"/>
                  <a:pt x="13349" y="1014"/>
                  <a:pt x="13349" y="1014"/>
                </a:cubicBezTo>
                <a:cubicBezTo>
                  <a:pt x="13349" y="3076"/>
                  <a:pt x="13349" y="4124"/>
                  <a:pt x="13349" y="4124"/>
                </a:cubicBezTo>
                <a:cubicBezTo>
                  <a:pt x="13349" y="5662"/>
                  <a:pt x="14602" y="6711"/>
                  <a:pt x="16502" y="6711"/>
                </a:cubicBezTo>
                <a:cubicBezTo>
                  <a:pt x="16502" y="6711"/>
                  <a:pt x="18446" y="6711"/>
                  <a:pt x="20347" y="6711"/>
                </a:cubicBezTo>
                <a:lnTo>
                  <a:pt x="20347" y="19049"/>
                </a:lnTo>
                <a:close/>
                <a:moveTo>
                  <a:pt x="16502" y="5138"/>
                </a:moveTo>
                <a:cubicBezTo>
                  <a:pt x="15898" y="5138"/>
                  <a:pt x="15250" y="4649"/>
                  <a:pt x="15250" y="4124"/>
                </a:cubicBezTo>
                <a:cubicBezTo>
                  <a:pt x="15250" y="4124"/>
                  <a:pt x="15250" y="3076"/>
                  <a:pt x="15250" y="1014"/>
                </a:cubicBezTo>
                <a:cubicBezTo>
                  <a:pt x="20347" y="5138"/>
                  <a:pt x="20347" y="5138"/>
                  <a:pt x="20347" y="5138"/>
                </a:cubicBezTo>
                <a:lnTo>
                  <a:pt x="16502" y="5138"/>
                </a:lnTo>
                <a:close/>
                <a:moveTo>
                  <a:pt x="15898" y="14924"/>
                </a:moveTo>
                <a:cubicBezTo>
                  <a:pt x="5702" y="14924"/>
                  <a:pt x="5702" y="14924"/>
                  <a:pt x="5702" y="14924"/>
                </a:cubicBezTo>
                <a:cubicBezTo>
                  <a:pt x="5098" y="14924"/>
                  <a:pt x="5098" y="15449"/>
                  <a:pt x="5098" y="15449"/>
                </a:cubicBezTo>
                <a:cubicBezTo>
                  <a:pt x="5098" y="15973"/>
                  <a:pt x="5098" y="16462"/>
                  <a:pt x="5702" y="16462"/>
                </a:cubicBezTo>
                <a:cubicBezTo>
                  <a:pt x="15898" y="16462"/>
                  <a:pt x="15898" y="16462"/>
                  <a:pt x="15898" y="16462"/>
                </a:cubicBezTo>
                <a:cubicBezTo>
                  <a:pt x="16502" y="16462"/>
                  <a:pt x="16502" y="15973"/>
                  <a:pt x="16502" y="15449"/>
                </a:cubicBezTo>
                <a:cubicBezTo>
                  <a:pt x="16502" y="15449"/>
                  <a:pt x="16502" y="14924"/>
                  <a:pt x="15898" y="14924"/>
                </a:cubicBezTo>
                <a:close/>
                <a:moveTo>
                  <a:pt x="15898" y="10800"/>
                </a:moveTo>
                <a:cubicBezTo>
                  <a:pt x="5702" y="10800"/>
                  <a:pt x="5702" y="10800"/>
                  <a:pt x="5702" y="10800"/>
                </a:cubicBezTo>
                <a:cubicBezTo>
                  <a:pt x="5098" y="10800"/>
                  <a:pt x="5098" y="11324"/>
                  <a:pt x="5098" y="11324"/>
                </a:cubicBezTo>
                <a:cubicBezTo>
                  <a:pt x="5098" y="11849"/>
                  <a:pt x="5098" y="12373"/>
                  <a:pt x="5702" y="12373"/>
                </a:cubicBezTo>
                <a:cubicBezTo>
                  <a:pt x="15898" y="12373"/>
                  <a:pt x="15898" y="12373"/>
                  <a:pt x="15898" y="12373"/>
                </a:cubicBezTo>
                <a:cubicBezTo>
                  <a:pt x="16502" y="12373"/>
                  <a:pt x="16502" y="11849"/>
                  <a:pt x="16502" y="11324"/>
                </a:cubicBezTo>
                <a:cubicBezTo>
                  <a:pt x="16502" y="11324"/>
                  <a:pt x="16502" y="10800"/>
                  <a:pt x="15898" y="10800"/>
                </a:cubicBezTo>
                <a:close/>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2168" name="Shape 2168"/>
          <p:cNvSpPr/>
          <p:nvPr/>
        </p:nvSpPr>
        <p:spPr>
          <a:xfrm>
            <a:off x="14053314" y="8857344"/>
            <a:ext cx="952592" cy="11674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50" y="0"/>
                </a:moveTo>
                <a:cubicBezTo>
                  <a:pt x="14602" y="0"/>
                  <a:pt x="14602" y="0"/>
                  <a:pt x="13349" y="0"/>
                </a:cubicBezTo>
                <a:cubicBezTo>
                  <a:pt x="3154" y="0"/>
                  <a:pt x="3154" y="0"/>
                  <a:pt x="3154" y="0"/>
                </a:cubicBezTo>
                <a:cubicBezTo>
                  <a:pt x="1253" y="0"/>
                  <a:pt x="0" y="1014"/>
                  <a:pt x="0" y="2586"/>
                </a:cubicBezTo>
                <a:cubicBezTo>
                  <a:pt x="0" y="19049"/>
                  <a:pt x="0" y="19049"/>
                  <a:pt x="0" y="19049"/>
                </a:cubicBezTo>
                <a:cubicBezTo>
                  <a:pt x="0" y="20586"/>
                  <a:pt x="1253" y="21600"/>
                  <a:pt x="3154" y="21600"/>
                </a:cubicBezTo>
                <a:cubicBezTo>
                  <a:pt x="18446" y="21600"/>
                  <a:pt x="18446" y="21600"/>
                  <a:pt x="18446" y="21600"/>
                </a:cubicBezTo>
                <a:cubicBezTo>
                  <a:pt x="20347" y="21600"/>
                  <a:pt x="21600" y="20586"/>
                  <a:pt x="21600" y="19049"/>
                </a:cubicBezTo>
                <a:cubicBezTo>
                  <a:pt x="21600" y="5138"/>
                  <a:pt x="21600" y="5138"/>
                  <a:pt x="21600" y="5138"/>
                </a:cubicBezTo>
                <a:lnTo>
                  <a:pt x="15250" y="0"/>
                </a:lnTo>
                <a:close/>
                <a:moveTo>
                  <a:pt x="20347" y="19049"/>
                </a:moveTo>
                <a:cubicBezTo>
                  <a:pt x="20347" y="19538"/>
                  <a:pt x="19051" y="20586"/>
                  <a:pt x="18446" y="20586"/>
                </a:cubicBezTo>
                <a:cubicBezTo>
                  <a:pt x="3154" y="20586"/>
                  <a:pt x="3154" y="20586"/>
                  <a:pt x="3154" y="20586"/>
                </a:cubicBezTo>
                <a:cubicBezTo>
                  <a:pt x="2549" y="20586"/>
                  <a:pt x="1253" y="19538"/>
                  <a:pt x="1253" y="19049"/>
                </a:cubicBezTo>
                <a:cubicBezTo>
                  <a:pt x="1253" y="2586"/>
                  <a:pt x="1253" y="2586"/>
                  <a:pt x="1253" y="2586"/>
                </a:cubicBezTo>
                <a:cubicBezTo>
                  <a:pt x="1253" y="2062"/>
                  <a:pt x="2549" y="1014"/>
                  <a:pt x="3154" y="1014"/>
                </a:cubicBezTo>
                <a:cubicBezTo>
                  <a:pt x="13349" y="1014"/>
                  <a:pt x="13349" y="1014"/>
                  <a:pt x="13349" y="1014"/>
                </a:cubicBezTo>
                <a:cubicBezTo>
                  <a:pt x="13349" y="3076"/>
                  <a:pt x="13349" y="4124"/>
                  <a:pt x="13349" y="4124"/>
                </a:cubicBezTo>
                <a:cubicBezTo>
                  <a:pt x="13349" y="5662"/>
                  <a:pt x="14602" y="6711"/>
                  <a:pt x="16502" y="6711"/>
                </a:cubicBezTo>
                <a:cubicBezTo>
                  <a:pt x="16502" y="6711"/>
                  <a:pt x="18446" y="6711"/>
                  <a:pt x="20347" y="6711"/>
                </a:cubicBezTo>
                <a:lnTo>
                  <a:pt x="20347" y="19049"/>
                </a:lnTo>
                <a:close/>
                <a:moveTo>
                  <a:pt x="16502" y="5138"/>
                </a:moveTo>
                <a:cubicBezTo>
                  <a:pt x="15898" y="5138"/>
                  <a:pt x="15250" y="4649"/>
                  <a:pt x="15250" y="4124"/>
                </a:cubicBezTo>
                <a:cubicBezTo>
                  <a:pt x="15250" y="4124"/>
                  <a:pt x="15250" y="3076"/>
                  <a:pt x="15250" y="1014"/>
                </a:cubicBezTo>
                <a:cubicBezTo>
                  <a:pt x="20347" y="5138"/>
                  <a:pt x="20347" y="5138"/>
                  <a:pt x="20347" y="5138"/>
                </a:cubicBezTo>
                <a:lnTo>
                  <a:pt x="16502" y="5138"/>
                </a:lnTo>
                <a:close/>
                <a:moveTo>
                  <a:pt x="15898" y="14924"/>
                </a:moveTo>
                <a:cubicBezTo>
                  <a:pt x="5702" y="14924"/>
                  <a:pt x="5702" y="14924"/>
                  <a:pt x="5702" y="14924"/>
                </a:cubicBezTo>
                <a:cubicBezTo>
                  <a:pt x="5098" y="14924"/>
                  <a:pt x="5098" y="15449"/>
                  <a:pt x="5098" y="15449"/>
                </a:cubicBezTo>
                <a:cubicBezTo>
                  <a:pt x="5098" y="15973"/>
                  <a:pt x="5098" y="16462"/>
                  <a:pt x="5702" y="16462"/>
                </a:cubicBezTo>
                <a:cubicBezTo>
                  <a:pt x="15898" y="16462"/>
                  <a:pt x="15898" y="16462"/>
                  <a:pt x="15898" y="16462"/>
                </a:cubicBezTo>
                <a:cubicBezTo>
                  <a:pt x="16502" y="16462"/>
                  <a:pt x="16502" y="15973"/>
                  <a:pt x="16502" y="15449"/>
                </a:cubicBezTo>
                <a:cubicBezTo>
                  <a:pt x="16502" y="15449"/>
                  <a:pt x="16502" y="14924"/>
                  <a:pt x="15898" y="14924"/>
                </a:cubicBezTo>
                <a:close/>
                <a:moveTo>
                  <a:pt x="15898" y="10800"/>
                </a:moveTo>
                <a:cubicBezTo>
                  <a:pt x="5702" y="10800"/>
                  <a:pt x="5702" y="10800"/>
                  <a:pt x="5702" y="10800"/>
                </a:cubicBezTo>
                <a:cubicBezTo>
                  <a:pt x="5098" y="10800"/>
                  <a:pt x="5098" y="11324"/>
                  <a:pt x="5098" y="11324"/>
                </a:cubicBezTo>
                <a:cubicBezTo>
                  <a:pt x="5098" y="11849"/>
                  <a:pt x="5098" y="12373"/>
                  <a:pt x="5702" y="12373"/>
                </a:cubicBezTo>
                <a:cubicBezTo>
                  <a:pt x="15898" y="12373"/>
                  <a:pt x="15898" y="12373"/>
                  <a:pt x="15898" y="12373"/>
                </a:cubicBezTo>
                <a:cubicBezTo>
                  <a:pt x="16502" y="12373"/>
                  <a:pt x="16502" y="11849"/>
                  <a:pt x="16502" y="11324"/>
                </a:cubicBezTo>
                <a:cubicBezTo>
                  <a:pt x="16502" y="11324"/>
                  <a:pt x="16502" y="10800"/>
                  <a:pt x="15898" y="10800"/>
                </a:cubicBezTo>
                <a:close/>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2169" name="Shape 2169"/>
          <p:cNvSpPr/>
          <p:nvPr/>
        </p:nvSpPr>
        <p:spPr>
          <a:xfrm>
            <a:off x="9509659" y="8857344"/>
            <a:ext cx="952592" cy="11674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50" y="0"/>
                </a:moveTo>
                <a:cubicBezTo>
                  <a:pt x="14602" y="0"/>
                  <a:pt x="14602" y="0"/>
                  <a:pt x="13349" y="0"/>
                </a:cubicBezTo>
                <a:cubicBezTo>
                  <a:pt x="3154" y="0"/>
                  <a:pt x="3154" y="0"/>
                  <a:pt x="3154" y="0"/>
                </a:cubicBezTo>
                <a:cubicBezTo>
                  <a:pt x="1253" y="0"/>
                  <a:pt x="0" y="1014"/>
                  <a:pt x="0" y="2586"/>
                </a:cubicBezTo>
                <a:cubicBezTo>
                  <a:pt x="0" y="19049"/>
                  <a:pt x="0" y="19049"/>
                  <a:pt x="0" y="19049"/>
                </a:cubicBezTo>
                <a:cubicBezTo>
                  <a:pt x="0" y="20586"/>
                  <a:pt x="1253" y="21600"/>
                  <a:pt x="3154" y="21600"/>
                </a:cubicBezTo>
                <a:cubicBezTo>
                  <a:pt x="18446" y="21600"/>
                  <a:pt x="18446" y="21600"/>
                  <a:pt x="18446" y="21600"/>
                </a:cubicBezTo>
                <a:cubicBezTo>
                  <a:pt x="20347" y="21600"/>
                  <a:pt x="21600" y="20586"/>
                  <a:pt x="21600" y="19049"/>
                </a:cubicBezTo>
                <a:cubicBezTo>
                  <a:pt x="21600" y="5138"/>
                  <a:pt x="21600" y="5138"/>
                  <a:pt x="21600" y="5138"/>
                </a:cubicBezTo>
                <a:lnTo>
                  <a:pt x="15250" y="0"/>
                </a:lnTo>
                <a:close/>
                <a:moveTo>
                  <a:pt x="20347" y="19049"/>
                </a:moveTo>
                <a:cubicBezTo>
                  <a:pt x="20347" y="19538"/>
                  <a:pt x="19051" y="20586"/>
                  <a:pt x="18446" y="20586"/>
                </a:cubicBezTo>
                <a:cubicBezTo>
                  <a:pt x="3154" y="20586"/>
                  <a:pt x="3154" y="20586"/>
                  <a:pt x="3154" y="20586"/>
                </a:cubicBezTo>
                <a:cubicBezTo>
                  <a:pt x="2549" y="20586"/>
                  <a:pt x="1253" y="19538"/>
                  <a:pt x="1253" y="19049"/>
                </a:cubicBezTo>
                <a:cubicBezTo>
                  <a:pt x="1253" y="2586"/>
                  <a:pt x="1253" y="2586"/>
                  <a:pt x="1253" y="2586"/>
                </a:cubicBezTo>
                <a:cubicBezTo>
                  <a:pt x="1253" y="2062"/>
                  <a:pt x="2549" y="1014"/>
                  <a:pt x="3154" y="1014"/>
                </a:cubicBezTo>
                <a:cubicBezTo>
                  <a:pt x="13349" y="1014"/>
                  <a:pt x="13349" y="1014"/>
                  <a:pt x="13349" y="1014"/>
                </a:cubicBezTo>
                <a:cubicBezTo>
                  <a:pt x="13349" y="3076"/>
                  <a:pt x="13349" y="4124"/>
                  <a:pt x="13349" y="4124"/>
                </a:cubicBezTo>
                <a:cubicBezTo>
                  <a:pt x="13349" y="5662"/>
                  <a:pt x="14602" y="6711"/>
                  <a:pt x="16502" y="6711"/>
                </a:cubicBezTo>
                <a:cubicBezTo>
                  <a:pt x="16502" y="6711"/>
                  <a:pt x="18446" y="6711"/>
                  <a:pt x="20347" y="6711"/>
                </a:cubicBezTo>
                <a:lnTo>
                  <a:pt x="20347" y="19049"/>
                </a:lnTo>
                <a:close/>
                <a:moveTo>
                  <a:pt x="16502" y="5138"/>
                </a:moveTo>
                <a:cubicBezTo>
                  <a:pt x="15898" y="5138"/>
                  <a:pt x="15250" y="4649"/>
                  <a:pt x="15250" y="4124"/>
                </a:cubicBezTo>
                <a:cubicBezTo>
                  <a:pt x="15250" y="4124"/>
                  <a:pt x="15250" y="3076"/>
                  <a:pt x="15250" y="1014"/>
                </a:cubicBezTo>
                <a:cubicBezTo>
                  <a:pt x="20347" y="5138"/>
                  <a:pt x="20347" y="5138"/>
                  <a:pt x="20347" y="5138"/>
                </a:cubicBezTo>
                <a:lnTo>
                  <a:pt x="16502" y="5138"/>
                </a:lnTo>
                <a:close/>
                <a:moveTo>
                  <a:pt x="15898" y="14924"/>
                </a:moveTo>
                <a:cubicBezTo>
                  <a:pt x="5702" y="14924"/>
                  <a:pt x="5702" y="14924"/>
                  <a:pt x="5702" y="14924"/>
                </a:cubicBezTo>
                <a:cubicBezTo>
                  <a:pt x="5098" y="14924"/>
                  <a:pt x="5098" y="15449"/>
                  <a:pt x="5098" y="15449"/>
                </a:cubicBezTo>
                <a:cubicBezTo>
                  <a:pt x="5098" y="15973"/>
                  <a:pt x="5098" y="16462"/>
                  <a:pt x="5702" y="16462"/>
                </a:cubicBezTo>
                <a:cubicBezTo>
                  <a:pt x="15898" y="16462"/>
                  <a:pt x="15898" y="16462"/>
                  <a:pt x="15898" y="16462"/>
                </a:cubicBezTo>
                <a:cubicBezTo>
                  <a:pt x="16502" y="16462"/>
                  <a:pt x="16502" y="15973"/>
                  <a:pt x="16502" y="15449"/>
                </a:cubicBezTo>
                <a:cubicBezTo>
                  <a:pt x="16502" y="15449"/>
                  <a:pt x="16502" y="14924"/>
                  <a:pt x="15898" y="14924"/>
                </a:cubicBezTo>
                <a:close/>
                <a:moveTo>
                  <a:pt x="15898" y="10800"/>
                </a:moveTo>
                <a:cubicBezTo>
                  <a:pt x="5702" y="10800"/>
                  <a:pt x="5702" y="10800"/>
                  <a:pt x="5702" y="10800"/>
                </a:cubicBezTo>
                <a:cubicBezTo>
                  <a:pt x="5098" y="10800"/>
                  <a:pt x="5098" y="11324"/>
                  <a:pt x="5098" y="11324"/>
                </a:cubicBezTo>
                <a:cubicBezTo>
                  <a:pt x="5098" y="11849"/>
                  <a:pt x="5098" y="12373"/>
                  <a:pt x="5702" y="12373"/>
                </a:cubicBezTo>
                <a:cubicBezTo>
                  <a:pt x="15898" y="12373"/>
                  <a:pt x="15898" y="12373"/>
                  <a:pt x="15898" y="12373"/>
                </a:cubicBezTo>
                <a:cubicBezTo>
                  <a:pt x="16502" y="12373"/>
                  <a:pt x="16502" y="11849"/>
                  <a:pt x="16502" y="11324"/>
                </a:cubicBezTo>
                <a:cubicBezTo>
                  <a:pt x="16502" y="11324"/>
                  <a:pt x="16502" y="10800"/>
                  <a:pt x="15898" y="10800"/>
                </a:cubicBezTo>
                <a:close/>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Tree>
  </p:cSld>
  <p:clrMapOvr>
    <a:masterClrMapping/>
  </p:clrMapOvr>
  <p:transition xmlns:p14="http://schemas.microsoft.com/office/powerpoint/2010/main" spd="med" advClick="1" p14:dur="1000"/>
</p:sld>
</file>

<file path=ppt/slides/slide8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171" name="Shape 2171"/>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a:t>
            </a:r>
          </a:p>
        </p:txBody>
      </p:sp>
      <p:sp>
        <p:nvSpPr>
          <p:cNvPr id="2172" name="Shape 2172"/>
          <p:cNvSpPr/>
          <p:nvPr/>
        </p:nvSpPr>
        <p:spPr>
          <a:xfrm>
            <a:off x="2636543" y="6879481"/>
            <a:ext cx="18720001" cy="1"/>
          </a:xfrm>
          <a:prstGeom prst="line">
            <a:avLst/>
          </a:prstGeom>
          <a:ln w="38100">
            <a:solidFill>
              <a:srgbClr val="2F5379"/>
            </a:solidFill>
            <a:miter/>
            <a:tailEnd type="triangle"/>
          </a:ln>
        </p:spPr>
        <p:txBody>
          <a:bodyPr tIns="91439" bIns="91439"/>
          <a:lstStyle/>
          <a:p>
            <a:pPr algn="l" defTabSz="457200">
              <a:defRPr sz="2400">
                <a:latin typeface="Helvetica"/>
                <a:ea typeface="Helvetica"/>
                <a:cs typeface="Helvetica"/>
                <a:sym typeface="Helvetica"/>
              </a:defRPr>
            </a:pPr>
          </a:p>
        </p:txBody>
      </p:sp>
      <p:sp>
        <p:nvSpPr>
          <p:cNvPr id="2173" name="Shape 2173"/>
          <p:cNvSpPr/>
          <p:nvPr/>
        </p:nvSpPr>
        <p:spPr>
          <a:xfrm>
            <a:off x="4803659" y="6699481"/>
            <a:ext cx="360001" cy="36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74" name="Shape 2174"/>
          <p:cNvSpPr/>
          <p:nvPr/>
        </p:nvSpPr>
        <p:spPr>
          <a:xfrm>
            <a:off x="7706844" y="6699481"/>
            <a:ext cx="360001" cy="36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75" name="Shape 2175"/>
          <p:cNvSpPr/>
          <p:nvPr/>
        </p:nvSpPr>
        <p:spPr>
          <a:xfrm>
            <a:off x="10604402" y="6699481"/>
            <a:ext cx="360001" cy="36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76" name="Shape 2176"/>
          <p:cNvSpPr/>
          <p:nvPr/>
        </p:nvSpPr>
        <p:spPr>
          <a:xfrm>
            <a:off x="13479105" y="6699481"/>
            <a:ext cx="360001" cy="36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77" name="Shape 2177"/>
          <p:cNvSpPr/>
          <p:nvPr/>
        </p:nvSpPr>
        <p:spPr>
          <a:xfrm>
            <a:off x="16330085" y="6676477"/>
            <a:ext cx="360001" cy="36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78" name="Shape 2178"/>
          <p:cNvSpPr/>
          <p:nvPr/>
        </p:nvSpPr>
        <p:spPr>
          <a:xfrm>
            <a:off x="19204300" y="6705231"/>
            <a:ext cx="360001" cy="36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cxnSp>
        <p:nvCxnSpPr>
          <p:cNvPr id="2179" name="Connector 2179"/>
          <p:cNvCxnSpPr>
            <a:stCxn id="2173" idx="0"/>
            <a:endCxn id="2192" idx="0"/>
          </p:cNvCxnSpPr>
          <p:nvPr/>
        </p:nvCxnSpPr>
        <p:spPr>
          <a:xfrm>
            <a:off x="4983659" y="6879481"/>
            <a:ext cx="2" cy="1200068"/>
          </a:xfrm>
          <a:prstGeom prst="straightConnector1">
            <a:avLst/>
          </a:prstGeom>
          <a:ln w="38100">
            <a:solidFill>
              <a:srgbClr val="2F5379"/>
            </a:solidFill>
            <a:miter/>
          </a:ln>
        </p:spPr>
      </p:cxnSp>
      <p:cxnSp>
        <p:nvCxnSpPr>
          <p:cNvPr id="2180" name="Connector 2180"/>
          <p:cNvCxnSpPr>
            <a:stCxn id="2195" idx="0"/>
            <a:endCxn id="2174" idx="0"/>
          </p:cNvCxnSpPr>
          <p:nvPr/>
        </p:nvCxnSpPr>
        <p:spPr>
          <a:xfrm>
            <a:off x="7886843" y="5511181"/>
            <a:ext cx="2" cy="1368301"/>
          </a:xfrm>
          <a:prstGeom prst="straightConnector1">
            <a:avLst/>
          </a:prstGeom>
          <a:ln w="38100">
            <a:solidFill>
              <a:srgbClr val="2F5379"/>
            </a:solidFill>
            <a:miter/>
          </a:ln>
        </p:spPr>
      </p:cxnSp>
      <p:cxnSp>
        <p:nvCxnSpPr>
          <p:cNvPr id="2181" name="Connector 2181"/>
          <p:cNvCxnSpPr>
            <a:stCxn id="2175" idx="0"/>
            <a:endCxn id="2198" idx="0"/>
          </p:cNvCxnSpPr>
          <p:nvPr/>
        </p:nvCxnSpPr>
        <p:spPr>
          <a:xfrm flipH="1">
            <a:off x="10784401" y="6879481"/>
            <a:ext cx="2" cy="1200068"/>
          </a:xfrm>
          <a:prstGeom prst="straightConnector1">
            <a:avLst/>
          </a:prstGeom>
          <a:ln w="38100">
            <a:solidFill>
              <a:srgbClr val="2F5379"/>
            </a:solidFill>
            <a:miter/>
          </a:ln>
        </p:spPr>
      </p:cxnSp>
      <p:cxnSp>
        <p:nvCxnSpPr>
          <p:cNvPr id="2182" name="Connector 2182"/>
          <p:cNvCxnSpPr>
            <a:stCxn id="2196" idx="0"/>
            <a:endCxn id="2176" idx="0"/>
          </p:cNvCxnSpPr>
          <p:nvPr/>
        </p:nvCxnSpPr>
        <p:spPr>
          <a:xfrm flipH="1">
            <a:off x="13659105" y="5511181"/>
            <a:ext cx="2" cy="1368301"/>
          </a:xfrm>
          <a:prstGeom prst="straightConnector1">
            <a:avLst/>
          </a:prstGeom>
          <a:ln w="38100">
            <a:solidFill>
              <a:srgbClr val="2F5379"/>
            </a:solidFill>
            <a:miter/>
          </a:ln>
        </p:spPr>
      </p:cxnSp>
      <p:cxnSp>
        <p:nvCxnSpPr>
          <p:cNvPr id="2183" name="Connector 2183"/>
          <p:cNvCxnSpPr>
            <a:stCxn id="2177" idx="0"/>
            <a:endCxn id="2197" idx="0"/>
          </p:cNvCxnSpPr>
          <p:nvPr/>
        </p:nvCxnSpPr>
        <p:spPr>
          <a:xfrm>
            <a:off x="16510085" y="6856477"/>
            <a:ext cx="1" cy="1223072"/>
          </a:xfrm>
          <a:prstGeom prst="straightConnector1">
            <a:avLst/>
          </a:prstGeom>
          <a:ln w="38100">
            <a:solidFill>
              <a:srgbClr val="2F5379"/>
            </a:solidFill>
            <a:miter/>
          </a:ln>
        </p:spPr>
      </p:cxnSp>
      <p:cxnSp>
        <p:nvCxnSpPr>
          <p:cNvPr id="2184" name="Connector 2184"/>
          <p:cNvCxnSpPr>
            <a:stCxn id="2191" idx="0"/>
            <a:endCxn id="2178" idx="0"/>
          </p:cNvCxnSpPr>
          <p:nvPr/>
        </p:nvCxnSpPr>
        <p:spPr>
          <a:xfrm>
            <a:off x="19384299" y="5511181"/>
            <a:ext cx="2" cy="1374051"/>
          </a:xfrm>
          <a:prstGeom prst="straightConnector1">
            <a:avLst/>
          </a:prstGeom>
          <a:ln w="38100">
            <a:solidFill>
              <a:srgbClr val="2F5379"/>
            </a:solidFill>
            <a:miter/>
          </a:ln>
        </p:spPr>
      </p:cxnSp>
      <p:sp>
        <p:nvSpPr>
          <p:cNvPr id="2185" name="Shape 2185"/>
          <p:cNvSpPr/>
          <p:nvPr/>
        </p:nvSpPr>
        <p:spPr>
          <a:xfrm flipH="1" rot="5400000">
            <a:off x="6888437" y="3973505"/>
            <a:ext cx="1011353" cy="9840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186" name="Shape 2186"/>
          <p:cNvSpPr/>
          <p:nvPr/>
        </p:nvSpPr>
        <p:spPr>
          <a:xfrm flipH="1" rot="5400000">
            <a:off x="12723738" y="4051139"/>
            <a:ext cx="1011353" cy="828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187" name="Shape 2187"/>
          <p:cNvSpPr/>
          <p:nvPr/>
        </p:nvSpPr>
        <p:spPr>
          <a:xfrm flipH="1" rot="5400000">
            <a:off x="18491967" y="4068391"/>
            <a:ext cx="1011353" cy="7942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188" name="Shape 2188"/>
          <p:cNvSpPr/>
          <p:nvPr/>
        </p:nvSpPr>
        <p:spPr>
          <a:xfrm flipH="1" rot="16200000">
            <a:off x="4696262" y="8906946"/>
            <a:ext cx="1143903" cy="569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189" name="Shape 2189"/>
          <p:cNvSpPr/>
          <p:nvPr/>
        </p:nvSpPr>
        <p:spPr>
          <a:xfrm flipH="1" rot="16200000">
            <a:off x="10501407" y="8902541"/>
            <a:ext cx="1143903" cy="577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190" name="Shape 2190"/>
          <p:cNvSpPr/>
          <p:nvPr/>
        </p:nvSpPr>
        <p:spPr>
          <a:xfrm flipH="1" rot="16200000">
            <a:off x="16219972" y="8909662"/>
            <a:ext cx="1143903" cy="5636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191" name="Shape 2191"/>
          <p:cNvSpPr/>
          <p:nvPr/>
        </p:nvSpPr>
        <p:spPr>
          <a:xfrm>
            <a:off x="18844299" y="4971181"/>
            <a:ext cx="1080001" cy="108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2" name="Shape 2192"/>
          <p:cNvSpPr/>
          <p:nvPr/>
        </p:nvSpPr>
        <p:spPr>
          <a:xfrm>
            <a:off x="4443660" y="7539548"/>
            <a:ext cx="1080001" cy="108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3" name="Shape 2193"/>
          <p:cNvSpPr/>
          <p:nvPr/>
        </p:nvSpPr>
        <p:spPr>
          <a:xfrm>
            <a:off x="2120751" y="6327980"/>
            <a:ext cx="1080001" cy="1080000"/>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4" name="Shape 2194"/>
          <p:cNvSpPr/>
          <p:nvPr/>
        </p:nvSpPr>
        <p:spPr>
          <a:xfrm>
            <a:off x="21149124" y="6327980"/>
            <a:ext cx="1080001" cy="1080000"/>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5" name="Shape 2195"/>
          <p:cNvSpPr/>
          <p:nvPr/>
        </p:nvSpPr>
        <p:spPr>
          <a:xfrm>
            <a:off x="7346843" y="4971181"/>
            <a:ext cx="1080001" cy="108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6" name="Shape 2196"/>
          <p:cNvSpPr/>
          <p:nvPr/>
        </p:nvSpPr>
        <p:spPr>
          <a:xfrm>
            <a:off x="13119106" y="4971181"/>
            <a:ext cx="1080001" cy="108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7" name="Shape 2197"/>
          <p:cNvSpPr/>
          <p:nvPr/>
        </p:nvSpPr>
        <p:spPr>
          <a:xfrm>
            <a:off x="15970085" y="7539548"/>
            <a:ext cx="1080001" cy="108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8" name="Shape 2198"/>
          <p:cNvSpPr/>
          <p:nvPr/>
        </p:nvSpPr>
        <p:spPr>
          <a:xfrm>
            <a:off x="10244401" y="7539548"/>
            <a:ext cx="1080001" cy="1080001"/>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2199" name="Shape 2199"/>
          <p:cNvSpPr/>
          <p:nvPr/>
        </p:nvSpPr>
        <p:spPr>
          <a:xfrm>
            <a:off x="5788252" y="9162623"/>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00" name="Shape 2200"/>
          <p:cNvSpPr/>
          <p:nvPr/>
        </p:nvSpPr>
        <p:spPr>
          <a:xfrm>
            <a:off x="5788252" y="9779813"/>
            <a:ext cx="402552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201" name="Shape 2201"/>
          <p:cNvSpPr/>
          <p:nvPr/>
        </p:nvSpPr>
        <p:spPr>
          <a:xfrm>
            <a:off x="5788252" y="9778178"/>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02" name="Shape 2202"/>
          <p:cNvSpPr/>
          <p:nvPr/>
        </p:nvSpPr>
        <p:spPr>
          <a:xfrm>
            <a:off x="5435065" y="3371112"/>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03" name="Shape 2203"/>
          <p:cNvSpPr/>
          <p:nvPr/>
        </p:nvSpPr>
        <p:spPr>
          <a:xfrm>
            <a:off x="2600445" y="3988301"/>
            <a:ext cx="402552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204" name="Shape 2204"/>
          <p:cNvSpPr/>
          <p:nvPr/>
        </p:nvSpPr>
        <p:spPr>
          <a:xfrm>
            <a:off x="3529970" y="3986665"/>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05" name="Shape 2205"/>
          <p:cNvSpPr/>
          <p:nvPr/>
        </p:nvSpPr>
        <p:spPr>
          <a:xfrm>
            <a:off x="11700040" y="9145882"/>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06" name="Shape 2206"/>
          <p:cNvSpPr/>
          <p:nvPr/>
        </p:nvSpPr>
        <p:spPr>
          <a:xfrm>
            <a:off x="11700040" y="9763072"/>
            <a:ext cx="402552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207" name="Shape 2207"/>
          <p:cNvSpPr/>
          <p:nvPr/>
        </p:nvSpPr>
        <p:spPr>
          <a:xfrm>
            <a:off x="11700040" y="9761435"/>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08" name="Shape 2208"/>
          <p:cNvSpPr/>
          <p:nvPr/>
        </p:nvSpPr>
        <p:spPr>
          <a:xfrm>
            <a:off x="11407141" y="3354370"/>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09" name="Shape 2209"/>
          <p:cNvSpPr/>
          <p:nvPr/>
        </p:nvSpPr>
        <p:spPr>
          <a:xfrm>
            <a:off x="8572521" y="3971559"/>
            <a:ext cx="402552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210" name="Shape 2210"/>
          <p:cNvSpPr/>
          <p:nvPr/>
        </p:nvSpPr>
        <p:spPr>
          <a:xfrm>
            <a:off x="9502046" y="396992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11" name="Shape 2211"/>
          <p:cNvSpPr/>
          <p:nvPr/>
        </p:nvSpPr>
        <p:spPr>
          <a:xfrm>
            <a:off x="17390752" y="9149239"/>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12" name="Shape 2212"/>
          <p:cNvSpPr/>
          <p:nvPr/>
        </p:nvSpPr>
        <p:spPr>
          <a:xfrm>
            <a:off x="17390752" y="9766430"/>
            <a:ext cx="402552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213" name="Shape 2213"/>
          <p:cNvSpPr/>
          <p:nvPr/>
        </p:nvSpPr>
        <p:spPr>
          <a:xfrm>
            <a:off x="17390752" y="976479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14" name="Shape 2214"/>
          <p:cNvSpPr/>
          <p:nvPr/>
        </p:nvSpPr>
        <p:spPr>
          <a:xfrm>
            <a:off x="17178237" y="3357727"/>
            <a:ext cx="119090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15" name="Shape 2215"/>
          <p:cNvSpPr/>
          <p:nvPr/>
        </p:nvSpPr>
        <p:spPr>
          <a:xfrm>
            <a:off x="14343617" y="3974917"/>
            <a:ext cx="402552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6C6C6C"/>
                </a:solidFill>
                <a:latin typeface="Calibri"/>
                <a:ea typeface="Calibri"/>
                <a:cs typeface="Calibri"/>
                <a:sym typeface="Calibri"/>
              </a:defRPr>
            </a:lvl1pPr>
          </a:lstStyle>
          <a:p>
            <a:pPr>
              <a:defRPr sz="3600">
                <a:solidFill>
                  <a:srgbClr val="0A0A0A"/>
                </a:solidFill>
              </a:defRPr>
            </a:pPr>
            <a:r>
              <a:rPr sz="2400">
                <a:solidFill>
                  <a:srgbClr val="6C6C6C"/>
                </a:solidFill>
              </a:rPr>
              <a:t>Descripción</a:t>
            </a:r>
          </a:p>
        </p:txBody>
      </p:sp>
      <p:sp>
        <p:nvSpPr>
          <p:cNvPr id="2216" name="Shape 2216"/>
          <p:cNvSpPr/>
          <p:nvPr/>
        </p:nvSpPr>
        <p:spPr>
          <a:xfrm>
            <a:off x="15273142" y="3973281"/>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17" name="Shape 221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2193"/>
                                        </p:tgtEl>
                                        <p:attrNameLst>
                                          <p:attrName>style.visibility</p:attrName>
                                        </p:attrNameLst>
                                      </p:cBhvr>
                                      <p:to>
                                        <p:strVal val="visible"/>
                                      </p:to>
                                    </p:set>
                                    <p:anim calcmode="lin" valueType="num">
                                      <p:cBhvr>
                                        <p:cTn id="7" dur="500" fill="hold"/>
                                        <p:tgtEl>
                                          <p:spTgt spid="2193"/>
                                        </p:tgtEl>
                                        <p:attrNameLst>
                                          <p:attrName>ppt_w</p:attrName>
                                        </p:attrNameLst>
                                      </p:cBhvr>
                                      <p:tavLst>
                                        <p:tav tm="0">
                                          <p:val>
                                            <p:fltVal val="0"/>
                                          </p:val>
                                        </p:tav>
                                        <p:tav tm="100000">
                                          <p:val>
                                            <p:strVal val="#ppt_w"/>
                                          </p:val>
                                        </p:tav>
                                      </p:tavLst>
                                    </p:anim>
                                    <p:anim calcmode="lin" valueType="num">
                                      <p:cBhvr>
                                        <p:cTn id="8" dur="500" fill="hold"/>
                                        <p:tgtEl>
                                          <p:spTgt spid="2193"/>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8" presetID="22" grpId="2" fill="hold">
                                  <p:stCondLst>
                                    <p:cond delay="0"/>
                                  </p:stCondLst>
                                  <p:iterate type="el" backwards="0">
                                    <p:tmAbs val="0"/>
                                  </p:iterate>
                                  <p:childTnLst>
                                    <p:set>
                                      <p:cBhvr>
                                        <p:cTn id="11" fill="hold"/>
                                        <p:tgtEl>
                                          <p:spTgt spid="2172"/>
                                        </p:tgtEl>
                                        <p:attrNameLst>
                                          <p:attrName>style.visibility</p:attrName>
                                        </p:attrNameLst>
                                      </p:cBhvr>
                                      <p:to>
                                        <p:strVal val="visible"/>
                                      </p:to>
                                    </p:set>
                                    <p:animEffect filter="wipe(left)" transition="in">
                                      <p:cBhvr>
                                        <p:cTn id="12" dur="500"/>
                                        <p:tgtEl>
                                          <p:spTgt spid="2172"/>
                                        </p:tgtEl>
                                      </p:cBhvr>
                                    </p:animEffect>
                                  </p:childTnLst>
                                </p:cTn>
                              </p:par>
                            </p:childTnLst>
                          </p:cTn>
                        </p:par>
                        <p:par>
                          <p:cTn id="13" fill="hold">
                            <p:stCondLst>
                              <p:cond delay="1000"/>
                            </p:stCondLst>
                            <p:childTnLst>
                              <p:par>
                                <p:cTn id="14" presetClass="entr" nodeType="afterEffect" presetSubtype="16" presetID="23" grpId="3" fill="hold">
                                  <p:stCondLst>
                                    <p:cond delay="0"/>
                                  </p:stCondLst>
                                  <p:iterate type="el" backwards="0">
                                    <p:tmAbs val="0"/>
                                  </p:iterate>
                                  <p:childTnLst>
                                    <p:set>
                                      <p:cBhvr>
                                        <p:cTn id="15" fill="hold"/>
                                        <p:tgtEl>
                                          <p:spTgt spid="2194"/>
                                        </p:tgtEl>
                                        <p:attrNameLst>
                                          <p:attrName>style.visibility</p:attrName>
                                        </p:attrNameLst>
                                      </p:cBhvr>
                                      <p:to>
                                        <p:strVal val="visible"/>
                                      </p:to>
                                    </p:set>
                                    <p:anim calcmode="lin" valueType="num">
                                      <p:cBhvr>
                                        <p:cTn id="16" dur="500" fill="hold"/>
                                        <p:tgtEl>
                                          <p:spTgt spid="2194"/>
                                        </p:tgtEl>
                                        <p:attrNameLst>
                                          <p:attrName>ppt_w</p:attrName>
                                        </p:attrNameLst>
                                      </p:cBhvr>
                                      <p:tavLst>
                                        <p:tav tm="0">
                                          <p:val>
                                            <p:fltVal val="0"/>
                                          </p:val>
                                        </p:tav>
                                        <p:tav tm="100000">
                                          <p:val>
                                            <p:strVal val="#ppt_w"/>
                                          </p:val>
                                        </p:tav>
                                      </p:tavLst>
                                    </p:anim>
                                    <p:anim calcmode="lin" valueType="num">
                                      <p:cBhvr>
                                        <p:cTn id="17" dur="500" fill="hold"/>
                                        <p:tgtEl>
                                          <p:spTgt spid="2194"/>
                                        </p:tgtEl>
                                        <p:attrNameLst>
                                          <p:attrName>ppt_h</p:attrName>
                                        </p:attrNameLst>
                                      </p:cBhvr>
                                      <p:tavLst>
                                        <p:tav tm="0">
                                          <p:val>
                                            <p:fltVal val="0"/>
                                          </p:val>
                                        </p:tav>
                                        <p:tav tm="100000">
                                          <p:val>
                                            <p:strVal val="#ppt_h"/>
                                          </p:val>
                                        </p:tav>
                                      </p:tavLst>
                                    </p:anim>
                                  </p:childTnLst>
                                </p:cTn>
                              </p:par>
                            </p:childTnLst>
                          </p:cTn>
                        </p:par>
                        <p:par>
                          <p:cTn id="18" fill="hold">
                            <p:stCondLst>
                              <p:cond delay="1500"/>
                            </p:stCondLst>
                            <p:childTnLst>
                              <p:par>
                                <p:cTn id="19" presetClass="entr" nodeType="afterEffect" presetID="9" grpId="4" fill="hold">
                                  <p:stCondLst>
                                    <p:cond delay="0"/>
                                  </p:stCondLst>
                                  <p:iterate type="el" backwards="0">
                                    <p:tmAbs val="0"/>
                                  </p:iterate>
                                  <p:childTnLst>
                                    <p:set>
                                      <p:cBhvr>
                                        <p:cTn id="20" fill="hold"/>
                                        <p:tgtEl>
                                          <p:spTgt spid="2173"/>
                                        </p:tgtEl>
                                        <p:attrNameLst>
                                          <p:attrName>style.visibility</p:attrName>
                                        </p:attrNameLst>
                                      </p:cBhvr>
                                      <p:to>
                                        <p:strVal val="visible"/>
                                      </p:to>
                                    </p:set>
                                    <p:animEffect filter="dissolve" transition="in">
                                      <p:cBhvr>
                                        <p:cTn id="21" dur="500"/>
                                        <p:tgtEl>
                                          <p:spTgt spid="2173"/>
                                        </p:tgtEl>
                                      </p:cBhvr>
                                    </p:animEffect>
                                  </p:childTnLst>
                                </p:cTn>
                              </p:par>
                            </p:childTnLst>
                          </p:cTn>
                        </p:par>
                        <p:par>
                          <p:cTn id="22" fill="hold">
                            <p:stCondLst>
                              <p:cond delay="2000"/>
                            </p:stCondLst>
                            <p:childTnLst>
                              <p:par>
                                <p:cTn id="23" presetClass="entr" nodeType="afterEffect" presetSubtype="1" presetID="22" grpId="5" fill="hold">
                                  <p:stCondLst>
                                    <p:cond delay="0"/>
                                  </p:stCondLst>
                                  <p:iterate type="el" backwards="0">
                                    <p:tmAbs val="0"/>
                                  </p:iterate>
                                  <p:childTnLst>
                                    <p:set>
                                      <p:cBhvr>
                                        <p:cTn id="24" fill="hold"/>
                                        <p:tgtEl>
                                          <p:spTgt spid="2179"/>
                                        </p:tgtEl>
                                        <p:attrNameLst>
                                          <p:attrName>style.visibility</p:attrName>
                                        </p:attrNameLst>
                                      </p:cBhvr>
                                      <p:to>
                                        <p:strVal val="visible"/>
                                      </p:to>
                                    </p:set>
                                    <p:animEffect filter="wipe(up)" transition="in">
                                      <p:cBhvr>
                                        <p:cTn id="25" dur="500"/>
                                        <p:tgtEl>
                                          <p:spTgt spid="2179"/>
                                        </p:tgtEl>
                                      </p:cBhvr>
                                    </p:animEffect>
                                  </p:childTnLst>
                                </p:cTn>
                              </p:par>
                            </p:childTnLst>
                          </p:cTn>
                        </p:par>
                        <p:par>
                          <p:cTn id="26" fill="hold">
                            <p:stCondLst>
                              <p:cond delay="2500"/>
                            </p:stCondLst>
                            <p:childTnLst>
                              <p:par>
                                <p:cTn id="27" presetClass="entr" nodeType="afterEffect" presetSubtype="16" presetID="23" grpId="6" fill="hold">
                                  <p:stCondLst>
                                    <p:cond delay="0"/>
                                  </p:stCondLst>
                                  <p:iterate type="el" backwards="0">
                                    <p:tmAbs val="0"/>
                                  </p:iterate>
                                  <p:childTnLst>
                                    <p:set>
                                      <p:cBhvr>
                                        <p:cTn id="28" fill="hold"/>
                                        <p:tgtEl>
                                          <p:spTgt spid="2192"/>
                                        </p:tgtEl>
                                        <p:attrNameLst>
                                          <p:attrName>style.visibility</p:attrName>
                                        </p:attrNameLst>
                                      </p:cBhvr>
                                      <p:to>
                                        <p:strVal val="visible"/>
                                      </p:to>
                                    </p:set>
                                    <p:anim calcmode="lin" valueType="num">
                                      <p:cBhvr>
                                        <p:cTn id="29" dur="500" fill="hold"/>
                                        <p:tgtEl>
                                          <p:spTgt spid="2192"/>
                                        </p:tgtEl>
                                        <p:attrNameLst>
                                          <p:attrName>ppt_w</p:attrName>
                                        </p:attrNameLst>
                                      </p:cBhvr>
                                      <p:tavLst>
                                        <p:tav tm="0">
                                          <p:val>
                                            <p:fltVal val="0"/>
                                          </p:val>
                                        </p:tav>
                                        <p:tav tm="100000">
                                          <p:val>
                                            <p:strVal val="#ppt_w"/>
                                          </p:val>
                                        </p:tav>
                                      </p:tavLst>
                                    </p:anim>
                                    <p:anim calcmode="lin" valueType="num">
                                      <p:cBhvr>
                                        <p:cTn id="30" dur="500" fill="hold"/>
                                        <p:tgtEl>
                                          <p:spTgt spid="2192"/>
                                        </p:tgtEl>
                                        <p:attrNameLst>
                                          <p:attrName>ppt_h</p:attrName>
                                        </p:attrNameLst>
                                      </p:cBhvr>
                                      <p:tavLst>
                                        <p:tav tm="0">
                                          <p:val>
                                            <p:fltVal val="0"/>
                                          </p:val>
                                        </p:tav>
                                        <p:tav tm="100000">
                                          <p:val>
                                            <p:strVal val="#ppt_h"/>
                                          </p:val>
                                        </p:tav>
                                      </p:tavLst>
                                    </p:anim>
                                  </p:childTnLst>
                                </p:cTn>
                              </p:par>
                            </p:childTnLst>
                          </p:cTn>
                        </p:par>
                        <p:par>
                          <p:cTn id="31" fill="hold">
                            <p:stCondLst>
                              <p:cond delay="3000"/>
                            </p:stCondLst>
                            <p:childTnLst>
                              <p:par>
                                <p:cTn id="32" presetClass="entr" nodeType="afterEffect" presetSubtype="1" presetID="22" grpId="7" fill="hold">
                                  <p:stCondLst>
                                    <p:cond delay="0"/>
                                  </p:stCondLst>
                                  <p:iterate type="el" backwards="0">
                                    <p:tmAbs val="0"/>
                                  </p:iterate>
                                  <p:childTnLst>
                                    <p:set>
                                      <p:cBhvr>
                                        <p:cTn id="33" fill="hold"/>
                                        <p:tgtEl>
                                          <p:spTgt spid="2188"/>
                                        </p:tgtEl>
                                        <p:attrNameLst>
                                          <p:attrName>style.visibility</p:attrName>
                                        </p:attrNameLst>
                                      </p:cBhvr>
                                      <p:to>
                                        <p:strVal val="visible"/>
                                      </p:to>
                                    </p:set>
                                    <p:animEffect filter="wipe(up)" transition="in">
                                      <p:cBhvr>
                                        <p:cTn id="34" dur="500"/>
                                        <p:tgtEl>
                                          <p:spTgt spid="2188"/>
                                        </p:tgtEl>
                                      </p:cBhvr>
                                    </p:animEffect>
                                  </p:childTnLst>
                                </p:cTn>
                              </p:par>
                            </p:childTnLst>
                          </p:cTn>
                        </p:par>
                        <p:par>
                          <p:cTn id="35" fill="hold">
                            <p:stCondLst>
                              <p:cond delay="3500"/>
                            </p:stCondLst>
                            <p:childTnLst>
                              <p:par>
                                <p:cTn id="36" presetClass="entr" nodeType="afterEffect" presetID="9" grpId="8" fill="hold">
                                  <p:stCondLst>
                                    <p:cond delay="0"/>
                                  </p:stCondLst>
                                  <p:iterate type="el" backwards="0">
                                    <p:tmAbs val="0"/>
                                  </p:iterate>
                                  <p:childTnLst>
                                    <p:set>
                                      <p:cBhvr>
                                        <p:cTn id="37" fill="hold"/>
                                        <p:tgtEl>
                                          <p:spTgt spid="2199"/>
                                        </p:tgtEl>
                                        <p:attrNameLst>
                                          <p:attrName>style.visibility</p:attrName>
                                        </p:attrNameLst>
                                      </p:cBhvr>
                                      <p:to>
                                        <p:strVal val="visible"/>
                                      </p:to>
                                    </p:set>
                                    <p:animEffect filter="dissolve" transition="in">
                                      <p:cBhvr>
                                        <p:cTn id="38" dur="500"/>
                                        <p:tgtEl>
                                          <p:spTgt spid="2199"/>
                                        </p:tgtEl>
                                      </p:cBhvr>
                                    </p:animEffect>
                                  </p:childTnLst>
                                </p:cTn>
                              </p:par>
                            </p:childTnLst>
                          </p:cTn>
                        </p:par>
                        <p:par>
                          <p:cTn id="39" fill="hold">
                            <p:stCondLst>
                              <p:cond delay="4000"/>
                            </p:stCondLst>
                            <p:childTnLst>
                              <p:par>
                                <p:cTn id="40" presetClass="entr" nodeType="afterEffect" presetID="9" grpId="9" fill="hold">
                                  <p:stCondLst>
                                    <p:cond delay="0"/>
                                  </p:stCondLst>
                                  <p:iterate type="el" backwards="0">
                                    <p:tmAbs val="0"/>
                                  </p:iterate>
                                  <p:childTnLst>
                                    <p:set>
                                      <p:cBhvr>
                                        <p:cTn id="41" fill="hold"/>
                                        <p:tgtEl>
                                          <p:spTgt spid="2201"/>
                                        </p:tgtEl>
                                        <p:attrNameLst>
                                          <p:attrName>style.visibility</p:attrName>
                                        </p:attrNameLst>
                                      </p:cBhvr>
                                      <p:to>
                                        <p:strVal val="visible"/>
                                      </p:to>
                                    </p:set>
                                    <p:animEffect filter="dissolve" transition="in">
                                      <p:cBhvr>
                                        <p:cTn id="42" dur="500"/>
                                        <p:tgtEl>
                                          <p:spTgt spid="2201"/>
                                        </p:tgtEl>
                                      </p:cBhvr>
                                    </p:animEffect>
                                  </p:childTnLst>
                                </p:cTn>
                              </p:par>
                            </p:childTnLst>
                          </p:cTn>
                        </p:par>
                        <p:par>
                          <p:cTn id="43" fill="hold">
                            <p:stCondLst>
                              <p:cond delay="4500"/>
                            </p:stCondLst>
                            <p:childTnLst>
                              <p:par>
                                <p:cTn id="44" presetClass="entr" nodeType="afterEffect" presetID="9" grpId="10" fill="hold">
                                  <p:stCondLst>
                                    <p:cond delay="0"/>
                                  </p:stCondLst>
                                  <p:iterate type="el" backwards="0">
                                    <p:tmAbs val="0"/>
                                  </p:iterate>
                                  <p:childTnLst>
                                    <p:set>
                                      <p:cBhvr>
                                        <p:cTn id="45" fill="hold"/>
                                        <p:tgtEl>
                                          <p:spTgt spid="2200"/>
                                        </p:tgtEl>
                                        <p:attrNameLst>
                                          <p:attrName>style.visibility</p:attrName>
                                        </p:attrNameLst>
                                      </p:cBhvr>
                                      <p:to>
                                        <p:strVal val="visible"/>
                                      </p:to>
                                    </p:set>
                                    <p:animEffect filter="dissolve" transition="in">
                                      <p:cBhvr>
                                        <p:cTn id="46" dur="500"/>
                                        <p:tgtEl>
                                          <p:spTgt spid="2200"/>
                                        </p:tgtEl>
                                      </p:cBhvr>
                                    </p:animEffect>
                                  </p:childTnLst>
                                </p:cTn>
                              </p:par>
                            </p:childTnLst>
                          </p:cTn>
                        </p:par>
                        <p:par>
                          <p:cTn id="47" fill="hold">
                            <p:stCondLst>
                              <p:cond delay="5000"/>
                            </p:stCondLst>
                            <p:childTnLst>
                              <p:par>
                                <p:cTn id="48" presetClass="entr" nodeType="afterEffect" presetID="9" grpId="11" fill="hold">
                                  <p:stCondLst>
                                    <p:cond delay="0"/>
                                  </p:stCondLst>
                                  <p:iterate type="el" backwards="0">
                                    <p:tmAbs val="0"/>
                                  </p:iterate>
                                  <p:childTnLst>
                                    <p:set>
                                      <p:cBhvr>
                                        <p:cTn id="49" fill="hold"/>
                                        <p:tgtEl>
                                          <p:spTgt spid="2174"/>
                                        </p:tgtEl>
                                        <p:attrNameLst>
                                          <p:attrName>style.visibility</p:attrName>
                                        </p:attrNameLst>
                                      </p:cBhvr>
                                      <p:to>
                                        <p:strVal val="visible"/>
                                      </p:to>
                                    </p:set>
                                    <p:animEffect filter="dissolve" transition="in">
                                      <p:cBhvr>
                                        <p:cTn id="50" dur="500"/>
                                        <p:tgtEl>
                                          <p:spTgt spid="2174"/>
                                        </p:tgtEl>
                                      </p:cBhvr>
                                    </p:animEffect>
                                  </p:childTnLst>
                                </p:cTn>
                              </p:par>
                            </p:childTnLst>
                          </p:cTn>
                        </p:par>
                        <p:par>
                          <p:cTn id="51" fill="hold">
                            <p:stCondLst>
                              <p:cond delay="5500"/>
                            </p:stCondLst>
                            <p:childTnLst>
                              <p:par>
                                <p:cTn id="52" presetClass="entr" nodeType="afterEffect" presetSubtype="4" presetID="22" grpId="12" fill="hold">
                                  <p:stCondLst>
                                    <p:cond delay="0"/>
                                  </p:stCondLst>
                                  <p:iterate type="el" backwards="0">
                                    <p:tmAbs val="0"/>
                                  </p:iterate>
                                  <p:childTnLst>
                                    <p:set>
                                      <p:cBhvr>
                                        <p:cTn id="53" fill="hold"/>
                                        <p:tgtEl>
                                          <p:spTgt spid="2180"/>
                                        </p:tgtEl>
                                        <p:attrNameLst>
                                          <p:attrName>style.visibility</p:attrName>
                                        </p:attrNameLst>
                                      </p:cBhvr>
                                      <p:to>
                                        <p:strVal val="visible"/>
                                      </p:to>
                                    </p:set>
                                    <p:animEffect filter="wipe(down)" transition="in">
                                      <p:cBhvr>
                                        <p:cTn id="54" dur="500"/>
                                        <p:tgtEl>
                                          <p:spTgt spid="2180"/>
                                        </p:tgtEl>
                                      </p:cBhvr>
                                    </p:animEffect>
                                  </p:childTnLst>
                                </p:cTn>
                              </p:par>
                            </p:childTnLst>
                          </p:cTn>
                        </p:par>
                        <p:par>
                          <p:cTn id="55" fill="hold">
                            <p:stCondLst>
                              <p:cond delay="6000"/>
                            </p:stCondLst>
                            <p:childTnLst>
                              <p:par>
                                <p:cTn id="56" presetClass="entr" nodeType="afterEffect" presetSubtype="16" presetID="23" grpId="13" fill="hold">
                                  <p:stCondLst>
                                    <p:cond delay="0"/>
                                  </p:stCondLst>
                                  <p:iterate type="el" backwards="0">
                                    <p:tmAbs val="0"/>
                                  </p:iterate>
                                  <p:childTnLst>
                                    <p:set>
                                      <p:cBhvr>
                                        <p:cTn id="57" fill="hold"/>
                                        <p:tgtEl>
                                          <p:spTgt spid="2195"/>
                                        </p:tgtEl>
                                        <p:attrNameLst>
                                          <p:attrName>style.visibility</p:attrName>
                                        </p:attrNameLst>
                                      </p:cBhvr>
                                      <p:to>
                                        <p:strVal val="visible"/>
                                      </p:to>
                                    </p:set>
                                    <p:anim calcmode="lin" valueType="num">
                                      <p:cBhvr>
                                        <p:cTn id="58" dur="500" fill="hold"/>
                                        <p:tgtEl>
                                          <p:spTgt spid="2195"/>
                                        </p:tgtEl>
                                        <p:attrNameLst>
                                          <p:attrName>ppt_w</p:attrName>
                                        </p:attrNameLst>
                                      </p:cBhvr>
                                      <p:tavLst>
                                        <p:tav tm="0">
                                          <p:val>
                                            <p:fltVal val="0"/>
                                          </p:val>
                                        </p:tav>
                                        <p:tav tm="100000">
                                          <p:val>
                                            <p:strVal val="#ppt_w"/>
                                          </p:val>
                                        </p:tav>
                                      </p:tavLst>
                                    </p:anim>
                                    <p:anim calcmode="lin" valueType="num">
                                      <p:cBhvr>
                                        <p:cTn id="59" dur="500" fill="hold"/>
                                        <p:tgtEl>
                                          <p:spTgt spid="2195"/>
                                        </p:tgtEl>
                                        <p:attrNameLst>
                                          <p:attrName>ppt_h</p:attrName>
                                        </p:attrNameLst>
                                      </p:cBhvr>
                                      <p:tavLst>
                                        <p:tav tm="0">
                                          <p:val>
                                            <p:fltVal val="0"/>
                                          </p:val>
                                        </p:tav>
                                        <p:tav tm="100000">
                                          <p:val>
                                            <p:strVal val="#ppt_h"/>
                                          </p:val>
                                        </p:tav>
                                      </p:tavLst>
                                    </p:anim>
                                  </p:childTnLst>
                                </p:cTn>
                              </p:par>
                            </p:childTnLst>
                          </p:cTn>
                        </p:par>
                        <p:par>
                          <p:cTn id="60" fill="hold">
                            <p:stCondLst>
                              <p:cond delay="6500"/>
                            </p:stCondLst>
                            <p:childTnLst>
                              <p:par>
                                <p:cTn id="61" presetClass="entr" nodeType="afterEffect" presetSubtype="4" presetID="22" grpId="14" fill="hold">
                                  <p:stCondLst>
                                    <p:cond delay="0"/>
                                  </p:stCondLst>
                                  <p:iterate type="el" backwards="0">
                                    <p:tmAbs val="0"/>
                                  </p:iterate>
                                  <p:childTnLst>
                                    <p:set>
                                      <p:cBhvr>
                                        <p:cTn id="62" fill="hold"/>
                                        <p:tgtEl>
                                          <p:spTgt spid="2185"/>
                                        </p:tgtEl>
                                        <p:attrNameLst>
                                          <p:attrName>style.visibility</p:attrName>
                                        </p:attrNameLst>
                                      </p:cBhvr>
                                      <p:to>
                                        <p:strVal val="visible"/>
                                      </p:to>
                                    </p:set>
                                    <p:animEffect filter="wipe(down)" transition="in">
                                      <p:cBhvr>
                                        <p:cTn id="63" dur="500"/>
                                        <p:tgtEl>
                                          <p:spTgt spid="2185"/>
                                        </p:tgtEl>
                                      </p:cBhvr>
                                    </p:animEffect>
                                  </p:childTnLst>
                                </p:cTn>
                              </p:par>
                            </p:childTnLst>
                          </p:cTn>
                        </p:par>
                        <p:par>
                          <p:cTn id="64" fill="hold">
                            <p:stCondLst>
                              <p:cond delay="7000"/>
                            </p:stCondLst>
                            <p:childTnLst>
                              <p:par>
                                <p:cTn id="65" presetClass="entr" nodeType="afterEffect" presetID="9" grpId="15" fill="hold">
                                  <p:stCondLst>
                                    <p:cond delay="0"/>
                                  </p:stCondLst>
                                  <p:iterate type="el" backwards="0">
                                    <p:tmAbs val="0"/>
                                  </p:iterate>
                                  <p:childTnLst>
                                    <p:set>
                                      <p:cBhvr>
                                        <p:cTn id="66" fill="hold"/>
                                        <p:tgtEl>
                                          <p:spTgt spid="2202"/>
                                        </p:tgtEl>
                                        <p:attrNameLst>
                                          <p:attrName>style.visibility</p:attrName>
                                        </p:attrNameLst>
                                      </p:cBhvr>
                                      <p:to>
                                        <p:strVal val="visible"/>
                                      </p:to>
                                    </p:set>
                                    <p:animEffect filter="dissolve" transition="in">
                                      <p:cBhvr>
                                        <p:cTn id="67" dur="500"/>
                                        <p:tgtEl>
                                          <p:spTgt spid="2202"/>
                                        </p:tgtEl>
                                      </p:cBhvr>
                                    </p:animEffect>
                                  </p:childTnLst>
                                </p:cTn>
                              </p:par>
                            </p:childTnLst>
                          </p:cTn>
                        </p:par>
                        <p:par>
                          <p:cTn id="68" fill="hold">
                            <p:stCondLst>
                              <p:cond delay="7500"/>
                            </p:stCondLst>
                            <p:childTnLst>
                              <p:par>
                                <p:cTn id="69" presetClass="entr" nodeType="afterEffect" presetID="9" grpId="16" fill="hold">
                                  <p:stCondLst>
                                    <p:cond delay="0"/>
                                  </p:stCondLst>
                                  <p:iterate type="el" backwards="0">
                                    <p:tmAbs val="0"/>
                                  </p:iterate>
                                  <p:childTnLst>
                                    <p:set>
                                      <p:cBhvr>
                                        <p:cTn id="70" fill="hold"/>
                                        <p:tgtEl>
                                          <p:spTgt spid="2203"/>
                                        </p:tgtEl>
                                        <p:attrNameLst>
                                          <p:attrName>style.visibility</p:attrName>
                                        </p:attrNameLst>
                                      </p:cBhvr>
                                      <p:to>
                                        <p:strVal val="visible"/>
                                      </p:to>
                                    </p:set>
                                    <p:animEffect filter="dissolve" transition="in">
                                      <p:cBhvr>
                                        <p:cTn id="71" dur="500"/>
                                        <p:tgtEl>
                                          <p:spTgt spid="2203"/>
                                        </p:tgtEl>
                                      </p:cBhvr>
                                    </p:animEffect>
                                  </p:childTnLst>
                                </p:cTn>
                              </p:par>
                            </p:childTnLst>
                          </p:cTn>
                        </p:par>
                        <p:par>
                          <p:cTn id="72" fill="hold">
                            <p:stCondLst>
                              <p:cond delay="8000"/>
                            </p:stCondLst>
                            <p:childTnLst>
                              <p:par>
                                <p:cTn id="73" presetClass="entr" nodeType="afterEffect" presetID="9" grpId="17" fill="hold">
                                  <p:stCondLst>
                                    <p:cond delay="0"/>
                                  </p:stCondLst>
                                  <p:iterate type="el" backwards="0">
                                    <p:tmAbs val="0"/>
                                  </p:iterate>
                                  <p:childTnLst>
                                    <p:set>
                                      <p:cBhvr>
                                        <p:cTn id="74" fill="hold"/>
                                        <p:tgtEl>
                                          <p:spTgt spid="2204"/>
                                        </p:tgtEl>
                                        <p:attrNameLst>
                                          <p:attrName>style.visibility</p:attrName>
                                        </p:attrNameLst>
                                      </p:cBhvr>
                                      <p:to>
                                        <p:strVal val="visible"/>
                                      </p:to>
                                    </p:set>
                                    <p:animEffect filter="dissolve" transition="in">
                                      <p:cBhvr>
                                        <p:cTn id="75" dur="500"/>
                                        <p:tgtEl>
                                          <p:spTgt spid="2204"/>
                                        </p:tgtEl>
                                      </p:cBhvr>
                                    </p:animEffect>
                                  </p:childTnLst>
                                </p:cTn>
                              </p:par>
                            </p:childTnLst>
                          </p:cTn>
                        </p:par>
                        <p:par>
                          <p:cTn id="76" fill="hold">
                            <p:stCondLst>
                              <p:cond delay="8500"/>
                            </p:stCondLst>
                            <p:childTnLst>
                              <p:par>
                                <p:cTn id="77" presetClass="entr" nodeType="afterEffect" presetID="9" grpId="18" fill="hold">
                                  <p:stCondLst>
                                    <p:cond delay="0"/>
                                  </p:stCondLst>
                                  <p:iterate type="el" backwards="0">
                                    <p:tmAbs val="0"/>
                                  </p:iterate>
                                  <p:childTnLst>
                                    <p:set>
                                      <p:cBhvr>
                                        <p:cTn id="78" fill="hold"/>
                                        <p:tgtEl>
                                          <p:spTgt spid="2175"/>
                                        </p:tgtEl>
                                        <p:attrNameLst>
                                          <p:attrName>style.visibility</p:attrName>
                                        </p:attrNameLst>
                                      </p:cBhvr>
                                      <p:to>
                                        <p:strVal val="visible"/>
                                      </p:to>
                                    </p:set>
                                    <p:animEffect filter="dissolve" transition="in">
                                      <p:cBhvr>
                                        <p:cTn id="79" dur="500"/>
                                        <p:tgtEl>
                                          <p:spTgt spid="2175"/>
                                        </p:tgtEl>
                                      </p:cBhvr>
                                    </p:animEffect>
                                  </p:childTnLst>
                                </p:cTn>
                              </p:par>
                            </p:childTnLst>
                          </p:cTn>
                        </p:par>
                        <p:par>
                          <p:cTn id="80" fill="hold">
                            <p:stCondLst>
                              <p:cond delay="9000"/>
                            </p:stCondLst>
                            <p:childTnLst>
                              <p:par>
                                <p:cTn id="81" presetClass="entr" nodeType="afterEffect" presetSubtype="1" presetID="22" grpId="19" fill="hold">
                                  <p:stCondLst>
                                    <p:cond delay="0"/>
                                  </p:stCondLst>
                                  <p:iterate type="el" backwards="0">
                                    <p:tmAbs val="0"/>
                                  </p:iterate>
                                  <p:childTnLst>
                                    <p:set>
                                      <p:cBhvr>
                                        <p:cTn id="82" fill="hold"/>
                                        <p:tgtEl>
                                          <p:spTgt spid="2181"/>
                                        </p:tgtEl>
                                        <p:attrNameLst>
                                          <p:attrName>style.visibility</p:attrName>
                                        </p:attrNameLst>
                                      </p:cBhvr>
                                      <p:to>
                                        <p:strVal val="visible"/>
                                      </p:to>
                                    </p:set>
                                    <p:animEffect filter="wipe(up)" transition="in">
                                      <p:cBhvr>
                                        <p:cTn id="83" dur="500"/>
                                        <p:tgtEl>
                                          <p:spTgt spid="2181"/>
                                        </p:tgtEl>
                                      </p:cBhvr>
                                    </p:animEffect>
                                  </p:childTnLst>
                                </p:cTn>
                              </p:par>
                            </p:childTnLst>
                          </p:cTn>
                        </p:par>
                        <p:par>
                          <p:cTn id="84" fill="hold">
                            <p:stCondLst>
                              <p:cond delay="9500"/>
                            </p:stCondLst>
                            <p:childTnLst>
                              <p:par>
                                <p:cTn id="85" presetClass="entr" nodeType="afterEffect" presetSubtype="16" presetID="23" grpId="20" fill="hold">
                                  <p:stCondLst>
                                    <p:cond delay="0"/>
                                  </p:stCondLst>
                                  <p:iterate type="el" backwards="0">
                                    <p:tmAbs val="0"/>
                                  </p:iterate>
                                  <p:childTnLst>
                                    <p:set>
                                      <p:cBhvr>
                                        <p:cTn id="86" fill="hold"/>
                                        <p:tgtEl>
                                          <p:spTgt spid="2198"/>
                                        </p:tgtEl>
                                        <p:attrNameLst>
                                          <p:attrName>style.visibility</p:attrName>
                                        </p:attrNameLst>
                                      </p:cBhvr>
                                      <p:to>
                                        <p:strVal val="visible"/>
                                      </p:to>
                                    </p:set>
                                    <p:anim calcmode="lin" valueType="num">
                                      <p:cBhvr>
                                        <p:cTn id="87" dur="500" fill="hold"/>
                                        <p:tgtEl>
                                          <p:spTgt spid="2198"/>
                                        </p:tgtEl>
                                        <p:attrNameLst>
                                          <p:attrName>ppt_w</p:attrName>
                                        </p:attrNameLst>
                                      </p:cBhvr>
                                      <p:tavLst>
                                        <p:tav tm="0">
                                          <p:val>
                                            <p:fltVal val="0"/>
                                          </p:val>
                                        </p:tav>
                                        <p:tav tm="100000">
                                          <p:val>
                                            <p:strVal val="#ppt_w"/>
                                          </p:val>
                                        </p:tav>
                                      </p:tavLst>
                                    </p:anim>
                                    <p:anim calcmode="lin" valueType="num">
                                      <p:cBhvr>
                                        <p:cTn id="88" dur="500" fill="hold"/>
                                        <p:tgtEl>
                                          <p:spTgt spid="2198"/>
                                        </p:tgtEl>
                                        <p:attrNameLst>
                                          <p:attrName>ppt_h</p:attrName>
                                        </p:attrNameLst>
                                      </p:cBhvr>
                                      <p:tavLst>
                                        <p:tav tm="0">
                                          <p:val>
                                            <p:fltVal val="0"/>
                                          </p:val>
                                        </p:tav>
                                        <p:tav tm="100000">
                                          <p:val>
                                            <p:strVal val="#ppt_h"/>
                                          </p:val>
                                        </p:tav>
                                      </p:tavLst>
                                    </p:anim>
                                  </p:childTnLst>
                                </p:cTn>
                              </p:par>
                            </p:childTnLst>
                          </p:cTn>
                        </p:par>
                        <p:par>
                          <p:cTn id="89" fill="hold">
                            <p:stCondLst>
                              <p:cond delay="10000"/>
                            </p:stCondLst>
                            <p:childTnLst>
                              <p:par>
                                <p:cTn id="90" presetClass="entr" nodeType="afterEffect" presetSubtype="1" presetID="22" grpId="21" fill="hold">
                                  <p:stCondLst>
                                    <p:cond delay="0"/>
                                  </p:stCondLst>
                                  <p:iterate type="el" backwards="0">
                                    <p:tmAbs val="0"/>
                                  </p:iterate>
                                  <p:childTnLst>
                                    <p:set>
                                      <p:cBhvr>
                                        <p:cTn id="91" fill="hold"/>
                                        <p:tgtEl>
                                          <p:spTgt spid="2189"/>
                                        </p:tgtEl>
                                        <p:attrNameLst>
                                          <p:attrName>style.visibility</p:attrName>
                                        </p:attrNameLst>
                                      </p:cBhvr>
                                      <p:to>
                                        <p:strVal val="visible"/>
                                      </p:to>
                                    </p:set>
                                    <p:animEffect filter="wipe(up)" transition="in">
                                      <p:cBhvr>
                                        <p:cTn id="92" dur="500"/>
                                        <p:tgtEl>
                                          <p:spTgt spid="2189"/>
                                        </p:tgtEl>
                                      </p:cBhvr>
                                    </p:animEffect>
                                  </p:childTnLst>
                                </p:cTn>
                              </p:par>
                            </p:childTnLst>
                          </p:cTn>
                        </p:par>
                        <p:par>
                          <p:cTn id="93" fill="hold">
                            <p:stCondLst>
                              <p:cond delay="10500"/>
                            </p:stCondLst>
                            <p:childTnLst>
                              <p:par>
                                <p:cTn id="94" presetClass="entr" nodeType="afterEffect" presetID="9" grpId="22" fill="hold">
                                  <p:stCondLst>
                                    <p:cond delay="0"/>
                                  </p:stCondLst>
                                  <p:iterate type="el" backwards="0">
                                    <p:tmAbs val="0"/>
                                  </p:iterate>
                                  <p:childTnLst>
                                    <p:set>
                                      <p:cBhvr>
                                        <p:cTn id="95" fill="hold"/>
                                        <p:tgtEl>
                                          <p:spTgt spid="2205"/>
                                        </p:tgtEl>
                                        <p:attrNameLst>
                                          <p:attrName>style.visibility</p:attrName>
                                        </p:attrNameLst>
                                      </p:cBhvr>
                                      <p:to>
                                        <p:strVal val="visible"/>
                                      </p:to>
                                    </p:set>
                                    <p:animEffect filter="dissolve" transition="in">
                                      <p:cBhvr>
                                        <p:cTn id="96" dur="500"/>
                                        <p:tgtEl>
                                          <p:spTgt spid="2205"/>
                                        </p:tgtEl>
                                      </p:cBhvr>
                                    </p:animEffect>
                                  </p:childTnLst>
                                </p:cTn>
                              </p:par>
                            </p:childTnLst>
                          </p:cTn>
                        </p:par>
                        <p:par>
                          <p:cTn id="97" fill="hold">
                            <p:stCondLst>
                              <p:cond delay="11000"/>
                            </p:stCondLst>
                            <p:childTnLst>
                              <p:par>
                                <p:cTn id="98" presetClass="entr" nodeType="afterEffect" presetID="9" grpId="23" fill="hold">
                                  <p:stCondLst>
                                    <p:cond delay="0"/>
                                  </p:stCondLst>
                                  <p:iterate type="el" backwards="0">
                                    <p:tmAbs val="0"/>
                                  </p:iterate>
                                  <p:childTnLst>
                                    <p:set>
                                      <p:cBhvr>
                                        <p:cTn id="99" fill="hold"/>
                                        <p:tgtEl>
                                          <p:spTgt spid="2206"/>
                                        </p:tgtEl>
                                        <p:attrNameLst>
                                          <p:attrName>style.visibility</p:attrName>
                                        </p:attrNameLst>
                                      </p:cBhvr>
                                      <p:to>
                                        <p:strVal val="visible"/>
                                      </p:to>
                                    </p:set>
                                    <p:animEffect filter="dissolve" transition="in">
                                      <p:cBhvr>
                                        <p:cTn id="100" dur="500"/>
                                        <p:tgtEl>
                                          <p:spTgt spid="2206"/>
                                        </p:tgtEl>
                                      </p:cBhvr>
                                    </p:animEffect>
                                  </p:childTnLst>
                                </p:cTn>
                              </p:par>
                            </p:childTnLst>
                          </p:cTn>
                        </p:par>
                        <p:par>
                          <p:cTn id="101" fill="hold">
                            <p:stCondLst>
                              <p:cond delay="11500"/>
                            </p:stCondLst>
                            <p:childTnLst>
                              <p:par>
                                <p:cTn id="102" presetClass="entr" nodeType="afterEffect" presetID="9" grpId="24" fill="hold">
                                  <p:stCondLst>
                                    <p:cond delay="0"/>
                                  </p:stCondLst>
                                  <p:iterate type="el" backwards="0">
                                    <p:tmAbs val="0"/>
                                  </p:iterate>
                                  <p:childTnLst>
                                    <p:set>
                                      <p:cBhvr>
                                        <p:cTn id="103" fill="hold"/>
                                        <p:tgtEl>
                                          <p:spTgt spid="2207"/>
                                        </p:tgtEl>
                                        <p:attrNameLst>
                                          <p:attrName>style.visibility</p:attrName>
                                        </p:attrNameLst>
                                      </p:cBhvr>
                                      <p:to>
                                        <p:strVal val="visible"/>
                                      </p:to>
                                    </p:set>
                                    <p:animEffect filter="dissolve" transition="in">
                                      <p:cBhvr>
                                        <p:cTn id="104" dur="500"/>
                                        <p:tgtEl>
                                          <p:spTgt spid="2207"/>
                                        </p:tgtEl>
                                      </p:cBhvr>
                                    </p:animEffect>
                                  </p:childTnLst>
                                </p:cTn>
                              </p:par>
                            </p:childTnLst>
                          </p:cTn>
                        </p:par>
                        <p:par>
                          <p:cTn id="105" fill="hold">
                            <p:stCondLst>
                              <p:cond delay="12000"/>
                            </p:stCondLst>
                            <p:childTnLst>
                              <p:par>
                                <p:cTn id="106" presetClass="entr" nodeType="afterEffect" presetID="9" grpId="25" fill="hold">
                                  <p:stCondLst>
                                    <p:cond delay="0"/>
                                  </p:stCondLst>
                                  <p:iterate type="el" backwards="0">
                                    <p:tmAbs val="0"/>
                                  </p:iterate>
                                  <p:childTnLst>
                                    <p:set>
                                      <p:cBhvr>
                                        <p:cTn id="107" fill="hold"/>
                                        <p:tgtEl>
                                          <p:spTgt spid="2176"/>
                                        </p:tgtEl>
                                        <p:attrNameLst>
                                          <p:attrName>style.visibility</p:attrName>
                                        </p:attrNameLst>
                                      </p:cBhvr>
                                      <p:to>
                                        <p:strVal val="visible"/>
                                      </p:to>
                                    </p:set>
                                    <p:animEffect filter="dissolve" transition="in">
                                      <p:cBhvr>
                                        <p:cTn id="108" dur="500"/>
                                        <p:tgtEl>
                                          <p:spTgt spid="2176"/>
                                        </p:tgtEl>
                                      </p:cBhvr>
                                    </p:animEffect>
                                  </p:childTnLst>
                                </p:cTn>
                              </p:par>
                            </p:childTnLst>
                          </p:cTn>
                        </p:par>
                        <p:par>
                          <p:cTn id="109" fill="hold">
                            <p:stCondLst>
                              <p:cond delay="12500"/>
                            </p:stCondLst>
                            <p:childTnLst>
                              <p:par>
                                <p:cTn id="110" presetClass="entr" nodeType="afterEffect" presetSubtype="4" presetID="22" grpId="26" fill="hold">
                                  <p:stCondLst>
                                    <p:cond delay="0"/>
                                  </p:stCondLst>
                                  <p:iterate type="el" backwards="0">
                                    <p:tmAbs val="0"/>
                                  </p:iterate>
                                  <p:childTnLst>
                                    <p:set>
                                      <p:cBhvr>
                                        <p:cTn id="111" fill="hold"/>
                                        <p:tgtEl>
                                          <p:spTgt spid="2182"/>
                                        </p:tgtEl>
                                        <p:attrNameLst>
                                          <p:attrName>style.visibility</p:attrName>
                                        </p:attrNameLst>
                                      </p:cBhvr>
                                      <p:to>
                                        <p:strVal val="visible"/>
                                      </p:to>
                                    </p:set>
                                    <p:animEffect filter="wipe(down)" transition="in">
                                      <p:cBhvr>
                                        <p:cTn id="112" dur="500"/>
                                        <p:tgtEl>
                                          <p:spTgt spid="2182"/>
                                        </p:tgtEl>
                                      </p:cBhvr>
                                    </p:animEffect>
                                  </p:childTnLst>
                                </p:cTn>
                              </p:par>
                            </p:childTnLst>
                          </p:cTn>
                        </p:par>
                        <p:par>
                          <p:cTn id="113" fill="hold">
                            <p:stCondLst>
                              <p:cond delay="13000"/>
                            </p:stCondLst>
                            <p:childTnLst>
                              <p:par>
                                <p:cTn id="114" presetClass="entr" nodeType="afterEffect" presetSubtype="16" presetID="23" grpId="27" fill="hold">
                                  <p:stCondLst>
                                    <p:cond delay="0"/>
                                  </p:stCondLst>
                                  <p:iterate type="el" backwards="0">
                                    <p:tmAbs val="0"/>
                                  </p:iterate>
                                  <p:childTnLst>
                                    <p:set>
                                      <p:cBhvr>
                                        <p:cTn id="115" fill="hold"/>
                                        <p:tgtEl>
                                          <p:spTgt spid="2196"/>
                                        </p:tgtEl>
                                        <p:attrNameLst>
                                          <p:attrName>style.visibility</p:attrName>
                                        </p:attrNameLst>
                                      </p:cBhvr>
                                      <p:to>
                                        <p:strVal val="visible"/>
                                      </p:to>
                                    </p:set>
                                    <p:anim calcmode="lin" valueType="num">
                                      <p:cBhvr>
                                        <p:cTn id="116" dur="500" fill="hold"/>
                                        <p:tgtEl>
                                          <p:spTgt spid="2196"/>
                                        </p:tgtEl>
                                        <p:attrNameLst>
                                          <p:attrName>ppt_w</p:attrName>
                                        </p:attrNameLst>
                                      </p:cBhvr>
                                      <p:tavLst>
                                        <p:tav tm="0">
                                          <p:val>
                                            <p:fltVal val="0"/>
                                          </p:val>
                                        </p:tav>
                                        <p:tav tm="100000">
                                          <p:val>
                                            <p:strVal val="#ppt_w"/>
                                          </p:val>
                                        </p:tav>
                                      </p:tavLst>
                                    </p:anim>
                                    <p:anim calcmode="lin" valueType="num">
                                      <p:cBhvr>
                                        <p:cTn id="117" dur="500" fill="hold"/>
                                        <p:tgtEl>
                                          <p:spTgt spid="2196"/>
                                        </p:tgtEl>
                                        <p:attrNameLst>
                                          <p:attrName>ppt_h</p:attrName>
                                        </p:attrNameLst>
                                      </p:cBhvr>
                                      <p:tavLst>
                                        <p:tav tm="0">
                                          <p:val>
                                            <p:fltVal val="0"/>
                                          </p:val>
                                        </p:tav>
                                        <p:tav tm="100000">
                                          <p:val>
                                            <p:strVal val="#ppt_h"/>
                                          </p:val>
                                        </p:tav>
                                      </p:tavLst>
                                    </p:anim>
                                  </p:childTnLst>
                                </p:cTn>
                              </p:par>
                            </p:childTnLst>
                          </p:cTn>
                        </p:par>
                        <p:par>
                          <p:cTn id="118" fill="hold">
                            <p:stCondLst>
                              <p:cond delay="13500"/>
                            </p:stCondLst>
                            <p:childTnLst>
                              <p:par>
                                <p:cTn id="119" presetClass="entr" nodeType="afterEffect" presetSubtype="4" presetID="22" grpId="28" fill="hold">
                                  <p:stCondLst>
                                    <p:cond delay="0"/>
                                  </p:stCondLst>
                                  <p:iterate type="el" backwards="0">
                                    <p:tmAbs val="0"/>
                                  </p:iterate>
                                  <p:childTnLst>
                                    <p:set>
                                      <p:cBhvr>
                                        <p:cTn id="120" fill="hold"/>
                                        <p:tgtEl>
                                          <p:spTgt spid="2186"/>
                                        </p:tgtEl>
                                        <p:attrNameLst>
                                          <p:attrName>style.visibility</p:attrName>
                                        </p:attrNameLst>
                                      </p:cBhvr>
                                      <p:to>
                                        <p:strVal val="visible"/>
                                      </p:to>
                                    </p:set>
                                    <p:animEffect filter="wipe(down)" transition="in">
                                      <p:cBhvr>
                                        <p:cTn id="121" dur="500"/>
                                        <p:tgtEl>
                                          <p:spTgt spid="2186"/>
                                        </p:tgtEl>
                                      </p:cBhvr>
                                    </p:animEffect>
                                  </p:childTnLst>
                                </p:cTn>
                              </p:par>
                            </p:childTnLst>
                          </p:cTn>
                        </p:par>
                        <p:par>
                          <p:cTn id="122" fill="hold">
                            <p:stCondLst>
                              <p:cond delay="14000"/>
                            </p:stCondLst>
                            <p:childTnLst>
                              <p:par>
                                <p:cTn id="123" presetClass="entr" nodeType="afterEffect" presetID="9" grpId="29" fill="hold">
                                  <p:stCondLst>
                                    <p:cond delay="0"/>
                                  </p:stCondLst>
                                  <p:iterate type="el" backwards="0">
                                    <p:tmAbs val="0"/>
                                  </p:iterate>
                                  <p:childTnLst>
                                    <p:set>
                                      <p:cBhvr>
                                        <p:cTn id="124" fill="hold"/>
                                        <p:tgtEl>
                                          <p:spTgt spid="2208"/>
                                        </p:tgtEl>
                                        <p:attrNameLst>
                                          <p:attrName>style.visibility</p:attrName>
                                        </p:attrNameLst>
                                      </p:cBhvr>
                                      <p:to>
                                        <p:strVal val="visible"/>
                                      </p:to>
                                    </p:set>
                                    <p:animEffect filter="dissolve" transition="in">
                                      <p:cBhvr>
                                        <p:cTn id="125" dur="500"/>
                                        <p:tgtEl>
                                          <p:spTgt spid="2208"/>
                                        </p:tgtEl>
                                      </p:cBhvr>
                                    </p:animEffect>
                                  </p:childTnLst>
                                </p:cTn>
                              </p:par>
                            </p:childTnLst>
                          </p:cTn>
                        </p:par>
                        <p:par>
                          <p:cTn id="126" fill="hold">
                            <p:stCondLst>
                              <p:cond delay="14500"/>
                            </p:stCondLst>
                            <p:childTnLst>
                              <p:par>
                                <p:cTn id="127" presetClass="entr" nodeType="afterEffect" presetID="9" grpId="30" fill="hold">
                                  <p:stCondLst>
                                    <p:cond delay="0"/>
                                  </p:stCondLst>
                                  <p:iterate type="el" backwards="0">
                                    <p:tmAbs val="0"/>
                                  </p:iterate>
                                  <p:childTnLst>
                                    <p:set>
                                      <p:cBhvr>
                                        <p:cTn id="128" fill="hold"/>
                                        <p:tgtEl>
                                          <p:spTgt spid="2210"/>
                                        </p:tgtEl>
                                        <p:attrNameLst>
                                          <p:attrName>style.visibility</p:attrName>
                                        </p:attrNameLst>
                                      </p:cBhvr>
                                      <p:to>
                                        <p:strVal val="visible"/>
                                      </p:to>
                                    </p:set>
                                    <p:animEffect filter="dissolve" transition="in">
                                      <p:cBhvr>
                                        <p:cTn id="129" dur="500"/>
                                        <p:tgtEl>
                                          <p:spTgt spid="2210"/>
                                        </p:tgtEl>
                                      </p:cBhvr>
                                    </p:animEffect>
                                  </p:childTnLst>
                                </p:cTn>
                              </p:par>
                            </p:childTnLst>
                          </p:cTn>
                        </p:par>
                        <p:par>
                          <p:cTn id="130" fill="hold">
                            <p:stCondLst>
                              <p:cond delay="15000"/>
                            </p:stCondLst>
                            <p:childTnLst>
                              <p:par>
                                <p:cTn id="131" presetClass="entr" nodeType="afterEffect" presetID="9" grpId="31" fill="hold">
                                  <p:stCondLst>
                                    <p:cond delay="0"/>
                                  </p:stCondLst>
                                  <p:iterate type="el" backwards="0">
                                    <p:tmAbs val="0"/>
                                  </p:iterate>
                                  <p:childTnLst>
                                    <p:set>
                                      <p:cBhvr>
                                        <p:cTn id="132" fill="hold"/>
                                        <p:tgtEl>
                                          <p:spTgt spid="2209"/>
                                        </p:tgtEl>
                                        <p:attrNameLst>
                                          <p:attrName>style.visibility</p:attrName>
                                        </p:attrNameLst>
                                      </p:cBhvr>
                                      <p:to>
                                        <p:strVal val="visible"/>
                                      </p:to>
                                    </p:set>
                                    <p:animEffect filter="dissolve" transition="in">
                                      <p:cBhvr>
                                        <p:cTn id="133" dur="500"/>
                                        <p:tgtEl>
                                          <p:spTgt spid="2209"/>
                                        </p:tgtEl>
                                      </p:cBhvr>
                                    </p:animEffect>
                                  </p:childTnLst>
                                </p:cTn>
                              </p:par>
                            </p:childTnLst>
                          </p:cTn>
                        </p:par>
                        <p:par>
                          <p:cTn id="134" fill="hold">
                            <p:stCondLst>
                              <p:cond delay="15500"/>
                            </p:stCondLst>
                            <p:childTnLst>
                              <p:par>
                                <p:cTn id="135" presetClass="entr" nodeType="afterEffect" presetID="9" grpId="32" fill="hold">
                                  <p:stCondLst>
                                    <p:cond delay="0"/>
                                  </p:stCondLst>
                                  <p:iterate type="el" backwards="0">
                                    <p:tmAbs val="0"/>
                                  </p:iterate>
                                  <p:childTnLst>
                                    <p:set>
                                      <p:cBhvr>
                                        <p:cTn id="136" fill="hold"/>
                                        <p:tgtEl>
                                          <p:spTgt spid="2177"/>
                                        </p:tgtEl>
                                        <p:attrNameLst>
                                          <p:attrName>style.visibility</p:attrName>
                                        </p:attrNameLst>
                                      </p:cBhvr>
                                      <p:to>
                                        <p:strVal val="visible"/>
                                      </p:to>
                                    </p:set>
                                    <p:animEffect filter="dissolve" transition="in">
                                      <p:cBhvr>
                                        <p:cTn id="137" dur="500"/>
                                        <p:tgtEl>
                                          <p:spTgt spid="2177"/>
                                        </p:tgtEl>
                                      </p:cBhvr>
                                    </p:animEffect>
                                  </p:childTnLst>
                                </p:cTn>
                              </p:par>
                            </p:childTnLst>
                          </p:cTn>
                        </p:par>
                        <p:par>
                          <p:cTn id="138" fill="hold">
                            <p:stCondLst>
                              <p:cond delay="16000"/>
                            </p:stCondLst>
                            <p:childTnLst>
                              <p:par>
                                <p:cTn id="139" presetClass="entr" nodeType="afterEffect" presetSubtype="1" presetID="22" grpId="33" fill="hold">
                                  <p:stCondLst>
                                    <p:cond delay="0"/>
                                  </p:stCondLst>
                                  <p:iterate type="el" backwards="0">
                                    <p:tmAbs val="0"/>
                                  </p:iterate>
                                  <p:childTnLst>
                                    <p:set>
                                      <p:cBhvr>
                                        <p:cTn id="140" fill="hold"/>
                                        <p:tgtEl>
                                          <p:spTgt spid="2183"/>
                                        </p:tgtEl>
                                        <p:attrNameLst>
                                          <p:attrName>style.visibility</p:attrName>
                                        </p:attrNameLst>
                                      </p:cBhvr>
                                      <p:to>
                                        <p:strVal val="visible"/>
                                      </p:to>
                                    </p:set>
                                    <p:animEffect filter="wipe(up)" transition="in">
                                      <p:cBhvr>
                                        <p:cTn id="141" dur="500"/>
                                        <p:tgtEl>
                                          <p:spTgt spid="2183"/>
                                        </p:tgtEl>
                                      </p:cBhvr>
                                    </p:animEffect>
                                  </p:childTnLst>
                                </p:cTn>
                              </p:par>
                            </p:childTnLst>
                          </p:cTn>
                        </p:par>
                        <p:par>
                          <p:cTn id="142" fill="hold">
                            <p:stCondLst>
                              <p:cond delay="16500"/>
                            </p:stCondLst>
                            <p:childTnLst>
                              <p:par>
                                <p:cTn id="143" presetClass="entr" nodeType="afterEffect" presetSubtype="16" presetID="23" grpId="34" fill="hold">
                                  <p:stCondLst>
                                    <p:cond delay="0"/>
                                  </p:stCondLst>
                                  <p:iterate type="el" backwards="0">
                                    <p:tmAbs val="0"/>
                                  </p:iterate>
                                  <p:childTnLst>
                                    <p:set>
                                      <p:cBhvr>
                                        <p:cTn id="144" fill="hold"/>
                                        <p:tgtEl>
                                          <p:spTgt spid="2197"/>
                                        </p:tgtEl>
                                        <p:attrNameLst>
                                          <p:attrName>style.visibility</p:attrName>
                                        </p:attrNameLst>
                                      </p:cBhvr>
                                      <p:to>
                                        <p:strVal val="visible"/>
                                      </p:to>
                                    </p:set>
                                    <p:anim calcmode="lin" valueType="num">
                                      <p:cBhvr>
                                        <p:cTn id="145" dur="500" fill="hold"/>
                                        <p:tgtEl>
                                          <p:spTgt spid="2197"/>
                                        </p:tgtEl>
                                        <p:attrNameLst>
                                          <p:attrName>ppt_w</p:attrName>
                                        </p:attrNameLst>
                                      </p:cBhvr>
                                      <p:tavLst>
                                        <p:tav tm="0">
                                          <p:val>
                                            <p:fltVal val="0"/>
                                          </p:val>
                                        </p:tav>
                                        <p:tav tm="100000">
                                          <p:val>
                                            <p:strVal val="#ppt_w"/>
                                          </p:val>
                                        </p:tav>
                                      </p:tavLst>
                                    </p:anim>
                                    <p:anim calcmode="lin" valueType="num">
                                      <p:cBhvr>
                                        <p:cTn id="146" dur="500" fill="hold"/>
                                        <p:tgtEl>
                                          <p:spTgt spid="2197"/>
                                        </p:tgtEl>
                                        <p:attrNameLst>
                                          <p:attrName>ppt_h</p:attrName>
                                        </p:attrNameLst>
                                      </p:cBhvr>
                                      <p:tavLst>
                                        <p:tav tm="0">
                                          <p:val>
                                            <p:fltVal val="0"/>
                                          </p:val>
                                        </p:tav>
                                        <p:tav tm="100000">
                                          <p:val>
                                            <p:strVal val="#ppt_h"/>
                                          </p:val>
                                        </p:tav>
                                      </p:tavLst>
                                    </p:anim>
                                  </p:childTnLst>
                                </p:cTn>
                              </p:par>
                            </p:childTnLst>
                          </p:cTn>
                        </p:par>
                        <p:par>
                          <p:cTn id="147" fill="hold">
                            <p:stCondLst>
                              <p:cond delay="17000"/>
                            </p:stCondLst>
                            <p:childTnLst>
                              <p:par>
                                <p:cTn id="148" presetClass="entr" nodeType="afterEffect" presetID="9" grpId="35" fill="hold">
                                  <p:stCondLst>
                                    <p:cond delay="0"/>
                                  </p:stCondLst>
                                  <p:iterate type="el" backwards="0">
                                    <p:tmAbs val="0"/>
                                  </p:iterate>
                                  <p:childTnLst>
                                    <p:set>
                                      <p:cBhvr>
                                        <p:cTn id="149" fill="hold"/>
                                        <p:tgtEl>
                                          <p:spTgt spid="2211"/>
                                        </p:tgtEl>
                                        <p:attrNameLst>
                                          <p:attrName>style.visibility</p:attrName>
                                        </p:attrNameLst>
                                      </p:cBhvr>
                                      <p:to>
                                        <p:strVal val="visible"/>
                                      </p:to>
                                    </p:set>
                                    <p:animEffect filter="dissolve" transition="in">
                                      <p:cBhvr>
                                        <p:cTn id="150" dur="500"/>
                                        <p:tgtEl>
                                          <p:spTgt spid="2211"/>
                                        </p:tgtEl>
                                      </p:cBhvr>
                                    </p:animEffect>
                                  </p:childTnLst>
                                </p:cTn>
                              </p:par>
                            </p:childTnLst>
                          </p:cTn>
                        </p:par>
                        <p:par>
                          <p:cTn id="151" fill="hold">
                            <p:stCondLst>
                              <p:cond delay="17500"/>
                            </p:stCondLst>
                            <p:childTnLst>
                              <p:par>
                                <p:cTn id="152" presetClass="entr" nodeType="afterEffect" presetID="9" grpId="36" fill="hold">
                                  <p:stCondLst>
                                    <p:cond delay="0"/>
                                  </p:stCondLst>
                                  <p:iterate type="el" backwards="0">
                                    <p:tmAbs val="0"/>
                                  </p:iterate>
                                  <p:childTnLst>
                                    <p:set>
                                      <p:cBhvr>
                                        <p:cTn id="153" fill="hold"/>
                                        <p:tgtEl>
                                          <p:spTgt spid="2212"/>
                                        </p:tgtEl>
                                        <p:attrNameLst>
                                          <p:attrName>style.visibility</p:attrName>
                                        </p:attrNameLst>
                                      </p:cBhvr>
                                      <p:to>
                                        <p:strVal val="visible"/>
                                      </p:to>
                                    </p:set>
                                    <p:animEffect filter="dissolve" transition="in">
                                      <p:cBhvr>
                                        <p:cTn id="154" dur="500"/>
                                        <p:tgtEl>
                                          <p:spTgt spid="2212"/>
                                        </p:tgtEl>
                                      </p:cBhvr>
                                    </p:animEffect>
                                  </p:childTnLst>
                                </p:cTn>
                              </p:par>
                            </p:childTnLst>
                          </p:cTn>
                        </p:par>
                        <p:par>
                          <p:cTn id="155" fill="hold">
                            <p:stCondLst>
                              <p:cond delay="18000"/>
                            </p:stCondLst>
                            <p:childTnLst>
                              <p:par>
                                <p:cTn id="156" presetClass="entr" nodeType="afterEffect" presetID="9" grpId="37" fill="hold">
                                  <p:stCondLst>
                                    <p:cond delay="0"/>
                                  </p:stCondLst>
                                  <p:iterate type="el" backwards="0">
                                    <p:tmAbs val="0"/>
                                  </p:iterate>
                                  <p:childTnLst>
                                    <p:set>
                                      <p:cBhvr>
                                        <p:cTn id="157" fill="hold"/>
                                        <p:tgtEl>
                                          <p:spTgt spid="2213"/>
                                        </p:tgtEl>
                                        <p:attrNameLst>
                                          <p:attrName>style.visibility</p:attrName>
                                        </p:attrNameLst>
                                      </p:cBhvr>
                                      <p:to>
                                        <p:strVal val="visible"/>
                                      </p:to>
                                    </p:set>
                                    <p:animEffect filter="dissolve" transition="in">
                                      <p:cBhvr>
                                        <p:cTn id="158" dur="500"/>
                                        <p:tgtEl>
                                          <p:spTgt spid="2213"/>
                                        </p:tgtEl>
                                      </p:cBhvr>
                                    </p:animEffect>
                                  </p:childTnLst>
                                </p:cTn>
                              </p:par>
                            </p:childTnLst>
                          </p:cTn>
                        </p:par>
                        <p:par>
                          <p:cTn id="159" fill="hold">
                            <p:stCondLst>
                              <p:cond delay="18500"/>
                            </p:stCondLst>
                            <p:childTnLst>
                              <p:par>
                                <p:cTn id="160" presetClass="entr" nodeType="afterEffect" presetSubtype="1" presetID="22" grpId="38" fill="hold">
                                  <p:stCondLst>
                                    <p:cond delay="0"/>
                                  </p:stCondLst>
                                  <p:iterate type="el" backwards="0">
                                    <p:tmAbs val="0"/>
                                  </p:iterate>
                                  <p:childTnLst>
                                    <p:set>
                                      <p:cBhvr>
                                        <p:cTn id="161" fill="hold"/>
                                        <p:tgtEl>
                                          <p:spTgt spid="2190"/>
                                        </p:tgtEl>
                                        <p:attrNameLst>
                                          <p:attrName>style.visibility</p:attrName>
                                        </p:attrNameLst>
                                      </p:cBhvr>
                                      <p:to>
                                        <p:strVal val="visible"/>
                                      </p:to>
                                    </p:set>
                                    <p:animEffect filter="wipe(up)" transition="in">
                                      <p:cBhvr>
                                        <p:cTn id="162" dur="500"/>
                                        <p:tgtEl>
                                          <p:spTgt spid="2190"/>
                                        </p:tgtEl>
                                      </p:cBhvr>
                                    </p:animEffect>
                                  </p:childTnLst>
                                </p:cTn>
                              </p:par>
                            </p:childTnLst>
                          </p:cTn>
                        </p:par>
                        <p:par>
                          <p:cTn id="163" fill="hold">
                            <p:stCondLst>
                              <p:cond delay="19000"/>
                            </p:stCondLst>
                            <p:childTnLst>
                              <p:par>
                                <p:cTn id="164" presetClass="entr" nodeType="afterEffect" presetID="9" grpId="39" fill="hold">
                                  <p:stCondLst>
                                    <p:cond delay="0"/>
                                  </p:stCondLst>
                                  <p:iterate type="el" backwards="0">
                                    <p:tmAbs val="0"/>
                                  </p:iterate>
                                  <p:childTnLst>
                                    <p:set>
                                      <p:cBhvr>
                                        <p:cTn id="165" fill="hold"/>
                                        <p:tgtEl>
                                          <p:spTgt spid="2178"/>
                                        </p:tgtEl>
                                        <p:attrNameLst>
                                          <p:attrName>style.visibility</p:attrName>
                                        </p:attrNameLst>
                                      </p:cBhvr>
                                      <p:to>
                                        <p:strVal val="visible"/>
                                      </p:to>
                                    </p:set>
                                    <p:animEffect filter="dissolve" transition="in">
                                      <p:cBhvr>
                                        <p:cTn id="166" dur="500"/>
                                        <p:tgtEl>
                                          <p:spTgt spid="2178"/>
                                        </p:tgtEl>
                                      </p:cBhvr>
                                    </p:animEffect>
                                  </p:childTnLst>
                                </p:cTn>
                              </p:par>
                            </p:childTnLst>
                          </p:cTn>
                        </p:par>
                        <p:par>
                          <p:cTn id="167" fill="hold">
                            <p:stCondLst>
                              <p:cond delay="19500"/>
                            </p:stCondLst>
                            <p:childTnLst>
                              <p:par>
                                <p:cTn id="168" presetClass="entr" nodeType="afterEffect" presetSubtype="4" presetID="22" grpId="40" fill="hold">
                                  <p:stCondLst>
                                    <p:cond delay="0"/>
                                  </p:stCondLst>
                                  <p:iterate type="el" backwards="0">
                                    <p:tmAbs val="0"/>
                                  </p:iterate>
                                  <p:childTnLst>
                                    <p:set>
                                      <p:cBhvr>
                                        <p:cTn id="169" fill="hold"/>
                                        <p:tgtEl>
                                          <p:spTgt spid="2184"/>
                                        </p:tgtEl>
                                        <p:attrNameLst>
                                          <p:attrName>style.visibility</p:attrName>
                                        </p:attrNameLst>
                                      </p:cBhvr>
                                      <p:to>
                                        <p:strVal val="visible"/>
                                      </p:to>
                                    </p:set>
                                    <p:animEffect filter="wipe(down)" transition="in">
                                      <p:cBhvr>
                                        <p:cTn id="170" dur="500"/>
                                        <p:tgtEl>
                                          <p:spTgt spid="2184"/>
                                        </p:tgtEl>
                                      </p:cBhvr>
                                    </p:animEffect>
                                  </p:childTnLst>
                                </p:cTn>
                              </p:par>
                            </p:childTnLst>
                          </p:cTn>
                        </p:par>
                        <p:par>
                          <p:cTn id="171" fill="hold">
                            <p:stCondLst>
                              <p:cond delay="20000"/>
                            </p:stCondLst>
                            <p:childTnLst>
                              <p:par>
                                <p:cTn id="172" presetClass="entr" nodeType="afterEffect" presetSubtype="16" presetID="23" grpId="41" fill="hold">
                                  <p:stCondLst>
                                    <p:cond delay="0"/>
                                  </p:stCondLst>
                                  <p:iterate type="el" backwards="0">
                                    <p:tmAbs val="0"/>
                                  </p:iterate>
                                  <p:childTnLst>
                                    <p:set>
                                      <p:cBhvr>
                                        <p:cTn id="173" fill="hold"/>
                                        <p:tgtEl>
                                          <p:spTgt spid="2191"/>
                                        </p:tgtEl>
                                        <p:attrNameLst>
                                          <p:attrName>style.visibility</p:attrName>
                                        </p:attrNameLst>
                                      </p:cBhvr>
                                      <p:to>
                                        <p:strVal val="visible"/>
                                      </p:to>
                                    </p:set>
                                    <p:anim calcmode="lin" valueType="num">
                                      <p:cBhvr>
                                        <p:cTn id="174" dur="500" fill="hold"/>
                                        <p:tgtEl>
                                          <p:spTgt spid="2191"/>
                                        </p:tgtEl>
                                        <p:attrNameLst>
                                          <p:attrName>ppt_w</p:attrName>
                                        </p:attrNameLst>
                                      </p:cBhvr>
                                      <p:tavLst>
                                        <p:tav tm="0">
                                          <p:val>
                                            <p:fltVal val="0"/>
                                          </p:val>
                                        </p:tav>
                                        <p:tav tm="100000">
                                          <p:val>
                                            <p:strVal val="#ppt_w"/>
                                          </p:val>
                                        </p:tav>
                                      </p:tavLst>
                                    </p:anim>
                                    <p:anim calcmode="lin" valueType="num">
                                      <p:cBhvr>
                                        <p:cTn id="175" dur="500" fill="hold"/>
                                        <p:tgtEl>
                                          <p:spTgt spid="2191"/>
                                        </p:tgtEl>
                                        <p:attrNameLst>
                                          <p:attrName>ppt_h</p:attrName>
                                        </p:attrNameLst>
                                      </p:cBhvr>
                                      <p:tavLst>
                                        <p:tav tm="0">
                                          <p:val>
                                            <p:fltVal val="0"/>
                                          </p:val>
                                        </p:tav>
                                        <p:tav tm="100000">
                                          <p:val>
                                            <p:strVal val="#ppt_h"/>
                                          </p:val>
                                        </p:tav>
                                      </p:tavLst>
                                    </p:anim>
                                  </p:childTnLst>
                                </p:cTn>
                              </p:par>
                            </p:childTnLst>
                          </p:cTn>
                        </p:par>
                        <p:par>
                          <p:cTn id="176" fill="hold">
                            <p:stCondLst>
                              <p:cond delay="20500"/>
                            </p:stCondLst>
                            <p:childTnLst>
                              <p:par>
                                <p:cTn id="177" presetClass="entr" nodeType="afterEffect" presetSubtype="4" presetID="22" grpId="42" fill="hold">
                                  <p:stCondLst>
                                    <p:cond delay="0"/>
                                  </p:stCondLst>
                                  <p:iterate type="el" backwards="0">
                                    <p:tmAbs val="0"/>
                                  </p:iterate>
                                  <p:childTnLst>
                                    <p:set>
                                      <p:cBhvr>
                                        <p:cTn id="178" fill="hold"/>
                                        <p:tgtEl>
                                          <p:spTgt spid="2187"/>
                                        </p:tgtEl>
                                        <p:attrNameLst>
                                          <p:attrName>style.visibility</p:attrName>
                                        </p:attrNameLst>
                                      </p:cBhvr>
                                      <p:to>
                                        <p:strVal val="visible"/>
                                      </p:to>
                                    </p:set>
                                    <p:animEffect filter="wipe(down)" transition="in">
                                      <p:cBhvr>
                                        <p:cTn id="179" dur="500"/>
                                        <p:tgtEl>
                                          <p:spTgt spid="2187"/>
                                        </p:tgtEl>
                                      </p:cBhvr>
                                    </p:animEffect>
                                  </p:childTnLst>
                                </p:cTn>
                              </p:par>
                            </p:childTnLst>
                          </p:cTn>
                        </p:par>
                        <p:par>
                          <p:cTn id="180" fill="hold">
                            <p:stCondLst>
                              <p:cond delay="21000"/>
                            </p:stCondLst>
                            <p:childTnLst>
                              <p:par>
                                <p:cTn id="181" presetClass="entr" nodeType="afterEffect" presetID="9" grpId="43" fill="hold">
                                  <p:stCondLst>
                                    <p:cond delay="0"/>
                                  </p:stCondLst>
                                  <p:iterate type="el" backwards="0">
                                    <p:tmAbs val="0"/>
                                  </p:iterate>
                                  <p:childTnLst>
                                    <p:set>
                                      <p:cBhvr>
                                        <p:cTn id="182" fill="hold"/>
                                        <p:tgtEl>
                                          <p:spTgt spid="2214"/>
                                        </p:tgtEl>
                                        <p:attrNameLst>
                                          <p:attrName>style.visibility</p:attrName>
                                        </p:attrNameLst>
                                      </p:cBhvr>
                                      <p:to>
                                        <p:strVal val="visible"/>
                                      </p:to>
                                    </p:set>
                                    <p:animEffect filter="dissolve" transition="in">
                                      <p:cBhvr>
                                        <p:cTn id="183" dur="500"/>
                                        <p:tgtEl>
                                          <p:spTgt spid="2214"/>
                                        </p:tgtEl>
                                      </p:cBhvr>
                                    </p:animEffect>
                                  </p:childTnLst>
                                </p:cTn>
                              </p:par>
                            </p:childTnLst>
                          </p:cTn>
                        </p:par>
                        <p:par>
                          <p:cTn id="184" fill="hold">
                            <p:stCondLst>
                              <p:cond delay="21500"/>
                            </p:stCondLst>
                            <p:childTnLst>
                              <p:par>
                                <p:cTn id="185" presetClass="entr" nodeType="afterEffect" presetID="9" grpId="44" fill="hold">
                                  <p:stCondLst>
                                    <p:cond delay="0"/>
                                  </p:stCondLst>
                                  <p:iterate type="el" backwards="0">
                                    <p:tmAbs val="0"/>
                                  </p:iterate>
                                  <p:childTnLst>
                                    <p:set>
                                      <p:cBhvr>
                                        <p:cTn id="186" fill="hold"/>
                                        <p:tgtEl>
                                          <p:spTgt spid="2216"/>
                                        </p:tgtEl>
                                        <p:attrNameLst>
                                          <p:attrName>style.visibility</p:attrName>
                                        </p:attrNameLst>
                                      </p:cBhvr>
                                      <p:to>
                                        <p:strVal val="visible"/>
                                      </p:to>
                                    </p:set>
                                    <p:animEffect filter="dissolve" transition="in">
                                      <p:cBhvr>
                                        <p:cTn id="187" dur="500"/>
                                        <p:tgtEl>
                                          <p:spTgt spid="2216"/>
                                        </p:tgtEl>
                                      </p:cBhvr>
                                    </p:animEffect>
                                  </p:childTnLst>
                                </p:cTn>
                              </p:par>
                            </p:childTnLst>
                          </p:cTn>
                        </p:par>
                        <p:par>
                          <p:cTn id="188" fill="hold">
                            <p:stCondLst>
                              <p:cond delay="22000"/>
                            </p:stCondLst>
                            <p:childTnLst>
                              <p:par>
                                <p:cTn id="189" presetClass="entr" nodeType="afterEffect" presetID="9" grpId="45" fill="hold">
                                  <p:stCondLst>
                                    <p:cond delay="0"/>
                                  </p:stCondLst>
                                  <p:iterate type="el" backwards="0">
                                    <p:tmAbs val="0"/>
                                  </p:iterate>
                                  <p:childTnLst>
                                    <p:set>
                                      <p:cBhvr>
                                        <p:cTn id="190" fill="hold"/>
                                        <p:tgtEl>
                                          <p:spTgt spid="2215"/>
                                        </p:tgtEl>
                                        <p:attrNameLst>
                                          <p:attrName>style.visibility</p:attrName>
                                        </p:attrNameLst>
                                      </p:cBhvr>
                                      <p:to>
                                        <p:strVal val="visible"/>
                                      </p:to>
                                    </p:set>
                                    <p:animEffect filter="dissolve" transition="in">
                                      <p:cBhvr>
                                        <p:cTn id="191" dur="500"/>
                                        <p:tgtEl>
                                          <p:spTgt spid="22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210" grpId="30"/>
      <p:bldP build="whole" bldLvl="1" animBg="1" rev="0" advAuto="0" spid="2201" grpId="9"/>
      <p:bldP build="whole" bldLvl="1" animBg="1" rev="0" advAuto="0" spid="2204" grpId="17"/>
      <p:bldP build="whole" bldLvl="1" animBg="1" rev="0" advAuto="0" spid="2195" grpId="13"/>
      <p:bldP build="whole" bldLvl="1" animBg="1" rev="0" advAuto="0" spid="2175" grpId="18"/>
      <p:bldP build="whole" bldLvl="1" animBg="1" rev="0" advAuto="0" spid="2187" grpId="42"/>
      <p:bldP build="whole" bldLvl="1" animBg="1" rev="0" advAuto="0" spid="2197" grpId="34"/>
      <p:bldP build="whole" bldLvl="1" animBg="1" rev="0" advAuto="0" spid="2212" grpId="36"/>
      <p:bldP build="whole" bldLvl="1" animBg="1" rev="0" advAuto="0" spid="2203" grpId="16"/>
      <p:bldP build="whole" bldLvl="1" animBg="1" rev="0" advAuto="0" spid="2184" grpId="40"/>
      <p:bldP build="whole" bldLvl="1" animBg="1" rev="0" advAuto="0" spid="2191" grpId="41"/>
      <p:bldP build="whole" bldLvl="1" animBg="1" rev="0" advAuto="0" spid="2216" grpId="44"/>
      <p:bldP build="whole" bldLvl="1" animBg="1" rev="0" advAuto="0" spid="2198" grpId="20"/>
      <p:bldP build="whole" bldLvl="1" animBg="1" rev="0" advAuto="0" spid="2192" grpId="6"/>
      <p:bldP build="whole" bldLvl="1" animBg="1" rev="0" advAuto="0" spid="2200" grpId="10"/>
      <p:bldP build="whole" bldLvl="1" animBg="1" rev="0" advAuto="0" spid="2181" grpId="19"/>
      <p:bldP build="whole" bldLvl="1" animBg="1" rev="0" advAuto="0" spid="2213" grpId="37"/>
      <p:bldP build="whole" bldLvl="1" animBg="1" rev="0" advAuto="0" spid="2215" grpId="45"/>
      <p:bldP build="whole" bldLvl="1" animBg="1" rev="0" advAuto="0" spid="2173" grpId="4"/>
      <p:bldP build="whole" bldLvl="1" animBg="1" rev="0" advAuto="0" spid="2196" grpId="27"/>
      <p:bldP build="whole" bldLvl="1" animBg="1" rev="0" advAuto="0" spid="2194" grpId="3"/>
      <p:bldP build="whole" bldLvl="1" animBg="1" rev="0" advAuto="0" spid="2176" grpId="25"/>
      <p:bldP build="whole" bldLvl="1" animBg="1" rev="0" advAuto="0" spid="2206" grpId="23"/>
      <p:bldP build="whole" bldLvl="1" animBg="1" rev="0" advAuto="0" spid="2189" grpId="21"/>
      <p:bldP build="whole" bldLvl="1" animBg="1" rev="0" advAuto="0" spid="2179" grpId="5"/>
      <p:bldP build="whole" bldLvl="1" animBg="1" rev="0" advAuto="0" spid="2182" grpId="26"/>
      <p:bldP build="whole" bldLvl="1" animBg="1" rev="0" advAuto="0" spid="2178" grpId="39"/>
      <p:bldP build="whole" bldLvl="1" animBg="1" rev="0" advAuto="0" spid="2211" grpId="35"/>
      <p:bldP build="whole" bldLvl="1" animBg="1" rev="0" advAuto="0" spid="2202" grpId="15"/>
      <p:bldP build="whole" bldLvl="1" animBg="1" rev="0" advAuto="0" spid="2207" grpId="24"/>
      <p:bldP build="whole" bldLvl="1" animBg="1" rev="0" advAuto="0" spid="2172" grpId="2"/>
      <p:bldP build="whole" bldLvl="1" animBg="1" rev="0" advAuto="0" spid="2209" grpId="31"/>
      <p:bldP build="whole" bldLvl="1" animBg="1" rev="0" advAuto="0" spid="2174" grpId="11"/>
      <p:bldP build="whole" bldLvl="1" animBg="1" rev="0" advAuto="0" spid="2180" grpId="12"/>
      <p:bldP build="whole" bldLvl="1" animBg="1" rev="0" advAuto="0" spid="2205" grpId="22"/>
      <p:bldP build="whole" bldLvl="1" animBg="1" rev="0" advAuto="0" spid="2199" grpId="8"/>
      <p:bldP build="whole" bldLvl="1" animBg="1" rev="0" advAuto="0" spid="2193" grpId="1"/>
      <p:bldP build="whole" bldLvl="1" animBg="1" rev="0" advAuto="0" spid="2188" grpId="7"/>
      <p:bldP build="whole" bldLvl="1" animBg="1" rev="0" advAuto="0" spid="2186" grpId="28"/>
      <p:bldP build="whole" bldLvl="1" animBg="1" rev="0" advAuto="0" spid="2185" grpId="14"/>
      <p:bldP build="whole" bldLvl="1" animBg="1" rev="0" advAuto="0" spid="2183" grpId="33"/>
      <p:bldP build="whole" bldLvl="1" animBg="1" rev="0" advAuto="0" spid="2214" grpId="43"/>
      <p:bldP build="whole" bldLvl="1" animBg="1" rev="0" advAuto="0" spid="2190" grpId="38"/>
      <p:bldP build="whole" bldLvl="1" animBg="1" rev="0" advAuto="0" spid="2208" grpId="29"/>
      <p:bldP build="whole" bldLvl="1" animBg="1" rev="0" advAuto="0" spid="2177" grpId="32"/>
    </p:bldLst>
  </p:timing>
</p:sld>
</file>

<file path=ppt/slides/slide8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219" name="Shape 2219"/>
          <p:cNvSpPr/>
          <p:nvPr/>
        </p:nvSpPr>
        <p:spPr>
          <a:xfrm>
            <a:off x="303300" y="385686"/>
            <a:ext cx="604012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Data redes sociales</a:t>
            </a:r>
          </a:p>
        </p:txBody>
      </p:sp>
      <p:sp>
        <p:nvSpPr>
          <p:cNvPr id="2220" name="Shape 2220"/>
          <p:cNvSpPr/>
          <p:nvPr/>
        </p:nvSpPr>
        <p:spPr>
          <a:xfrm>
            <a:off x="11698831" y="3970992"/>
            <a:ext cx="843159" cy="47601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472" y="21600"/>
                </a:moveTo>
                <a:lnTo>
                  <a:pt x="0" y="21493"/>
                </a:lnTo>
                <a:lnTo>
                  <a:pt x="17204" y="0"/>
                </a:lnTo>
                <a:lnTo>
                  <a:pt x="21600" y="94"/>
                </a:lnTo>
                <a:lnTo>
                  <a:pt x="4472"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1" name="Shape 2221"/>
          <p:cNvSpPr/>
          <p:nvPr/>
        </p:nvSpPr>
        <p:spPr>
          <a:xfrm>
            <a:off x="11716581" y="6148408"/>
            <a:ext cx="1914117" cy="2618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02" y="21600"/>
                </a:moveTo>
                <a:lnTo>
                  <a:pt x="0" y="20770"/>
                </a:lnTo>
                <a:lnTo>
                  <a:pt x="19964" y="0"/>
                </a:lnTo>
                <a:lnTo>
                  <a:pt x="21600" y="854"/>
                </a:lnTo>
                <a:lnTo>
                  <a:pt x="1602"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2" name="Shape 2222"/>
          <p:cNvSpPr/>
          <p:nvPr/>
        </p:nvSpPr>
        <p:spPr>
          <a:xfrm>
            <a:off x="11763918" y="7485626"/>
            <a:ext cx="4357793" cy="13194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0" y="21600"/>
                </a:moveTo>
                <a:lnTo>
                  <a:pt x="0" y="18791"/>
                </a:lnTo>
                <a:lnTo>
                  <a:pt x="21380" y="0"/>
                </a:lnTo>
                <a:lnTo>
                  <a:pt x="21600" y="2809"/>
                </a:lnTo>
                <a:lnTo>
                  <a:pt x="220"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3" name="Shape 2223"/>
          <p:cNvSpPr/>
          <p:nvPr/>
        </p:nvSpPr>
        <p:spPr>
          <a:xfrm>
            <a:off x="11722497" y="8657170"/>
            <a:ext cx="3118203" cy="33016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9" y="21600"/>
                </a:moveTo>
                <a:lnTo>
                  <a:pt x="0" y="794"/>
                </a:lnTo>
                <a:lnTo>
                  <a:pt x="881" y="0"/>
                </a:lnTo>
                <a:lnTo>
                  <a:pt x="21600" y="20806"/>
                </a:lnTo>
                <a:lnTo>
                  <a:pt x="20739"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4" name="Shape 2224"/>
          <p:cNvSpPr/>
          <p:nvPr/>
        </p:nvSpPr>
        <p:spPr>
          <a:xfrm>
            <a:off x="9154568" y="8648293"/>
            <a:ext cx="2683313" cy="19821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10" y="21600"/>
                </a:moveTo>
                <a:lnTo>
                  <a:pt x="0" y="20085"/>
                </a:lnTo>
                <a:lnTo>
                  <a:pt x="20766" y="0"/>
                </a:lnTo>
                <a:lnTo>
                  <a:pt x="21600" y="1547"/>
                </a:lnTo>
                <a:lnTo>
                  <a:pt x="810"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5" name="Shape 2225"/>
          <p:cNvSpPr/>
          <p:nvPr/>
        </p:nvSpPr>
        <p:spPr>
          <a:xfrm>
            <a:off x="8246323" y="8145357"/>
            <a:ext cx="3553097" cy="659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56" y="21600"/>
                </a:moveTo>
                <a:lnTo>
                  <a:pt x="0" y="5618"/>
                </a:lnTo>
                <a:lnTo>
                  <a:pt x="144" y="0"/>
                </a:lnTo>
                <a:lnTo>
                  <a:pt x="21600" y="15982"/>
                </a:lnTo>
                <a:lnTo>
                  <a:pt x="21456"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6" name="Shape 2226"/>
          <p:cNvSpPr/>
          <p:nvPr/>
        </p:nvSpPr>
        <p:spPr>
          <a:xfrm>
            <a:off x="10570807" y="7282177"/>
            <a:ext cx="2613374" cy="2612652"/>
          </a:xfrm>
          <a:custGeom>
            <a:avLst/>
            <a:gdLst/>
            <a:ahLst/>
            <a:cxnLst>
              <a:cxn ang="0">
                <a:pos x="wd2" y="hd2"/>
              </a:cxn>
              <a:cxn ang="5400000">
                <a:pos x="wd2" y="hd2"/>
              </a:cxn>
              <a:cxn ang="10800000">
                <a:pos x="wd2" y="hd2"/>
              </a:cxn>
              <a:cxn ang="16200000">
                <a:pos x="wd2" y="hd2"/>
              </a:cxn>
            </a:cxnLst>
            <a:rect l="0" t="0" r="r" b="b"/>
            <a:pathLst>
              <a:path w="19684" h="19678" fill="norm" stroke="1" extrusionOk="0">
                <a:moveTo>
                  <a:pt x="2874" y="16805"/>
                </a:moveTo>
                <a:cubicBezTo>
                  <a:pt x="-958" y="12972"/>
                  <a:pt x="-958" y="6745"/>
                  <a:pt x="2874" y="2869"/>
                </a:cubicBezTo>
                <a:cubicBezTo>
                  <a:pt x="6750" y="-963"/>
                  <a:pt x="12977" y="-963"/>
                  <a:pt x="16810" y="2913"/>
                </a:cubicBezTo>
                <a:cubicBezTo>
                  <a:pt x="20642" y="6745"/>
                  <a:pt x="20642" y="12972"/>
                  <a:pt x="16810" y="16805"/>
                </a:cubicBezTo>
                <a:cubicBezTo>
                  <a:pt x="12977" y="20637"/>
                  <a:pt x="6750" y="20637"/>
                  <a:pt x="2874" y="16805"/>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7" name="Shape 2227"/>
          <p:cNvSpPr/>
          <p:nvPr/>
        </p:nvSpPr>
        <p:spPr>
          <a:xfrm>
            <a:off x="15320178" y="6792538"/>
            <a:ext cx="1559837" cy="1562531"/>
          </a:xfrm>
          <a:custGeom>
            <a:avLst/>
            <a:gdLst/>
            <a:ahLst/>
            <a:cxnLst>
              <a:cxn ang="0">
                <a:pos x="wd2" y="hd2"/>
              </a:cxn>
              <a:cxn ang="5400000">
                <a:pos x="wd2" y="hd2"/>
              </a:cxn>
              <a:cxn ang="10800000">
                <a:pos x="wd2" y="hd2"/>
              </a:cxn>
              <a:cxn ang="16200000">
                <a:pos x="wd2" y="hd2"/>
              </a:cxn>
            </a:cxnLst>
            <a:rect l="0" t="0" r="r" b="b"/>
            <a:pathLst>
              <a:path w="19669" h="19669" fill="norm" stroke="1" extrusionOk="0">
                <a:moveTo>
                  <a:pt x="2917" y="16752"/>
                </a:moveTo>
                <a:cubicBezTo>
                  <a:pt x="-973" y="12919"/>
                  <a:pt x="-973" y="6707"/>
                  <a:pt x="2917" y="2874"/>
                </a:cubicBezTo>
                <a:cubicBezTo>
                  <a:pt x="6750" y="-958"/>
                  <a:pt x="12962" y="-958"/>
                  <a:pt x="16795" y="2874"/>
                </a:cubicBezTo>
                <a:cubicBezTo>
                  <a:pt x="20627" y="6707"/>
                  <a:pt x="20627" y="12919"/>
                  <a:pt x="16795" y="16752"/>
                </a:cubicBezTo>
                <a:cubicBezTo>
                  <a:pt x="12962" y="20642"/>
                  <a:pt x="6750" y="20642"/>
                  <a:pt x="2917" y="1675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8" name="Shape 2228"/>
          <p:cNvSpPr/>
          <p:nvPr/>
        </p:nvSpPr>
        <p:spPr>
          <a:xfrm>
            <a:off x="11429053" y="3233120"/>
            <a:ext cx="2079302" cy="2073041"/>
          </a:xfrm>
          <a:custGeom>
            <a:avLst/>
            <a:gdLst/>
            <a:ahLst/>
            <a:cxnLst>
              <a:cxn ang="0">
                <a:pos x="wd2" y="hd2"/>
              </a:cxn>
              <a:cxn ang="5400000">
                <a:pos x="wd2" y="hd2"/>
              </a:cxn>
              <a:cxn ang="10800000">
                <a:pos x="wd2" y="hd2"/>
              </a:cxn>
              <a:cxn ang="16200000">
                <a:pos x="wd2" y="hd2"/>
              </a:cxn>
            </a:cxnLst>
            <a:rect l="0" t="0" r="r" b="b"/>
            <a:pathLst>
              <a:path w="19678" h="19687" fill="norm" stroke="1" extrusionOk="0">
                <a:moveTo>
                  <a:pt x="2906" y="16818"/>
                </a:moveTo>
                <a:cubicBezTo>
                  <a:pt x="-968" y="12934"/>
                  <a:pt x="-968" y="6695"/>
                  <a:pt x="2906" y="2870"/>
                </a:cubicBezTo>
                <a:cubicBezTo>
                  <a:pt x="6721" y="-956"/>
                  <a:pt x="12943" y="-956"/>
                  <a:pt x="16817" y="2870"/>
                </a:cubicBezTo>
                <a:cubicBezTo>
                  <a:pt x="20632" y="6695"/>
                  <a:pt x="20632" y="12934"/>
                  <a:pt x="16817" y="16818"/>
                </a:cubicBezTo>
                <a:cubicBezTo>
                  <a:pt x="12943" y="20644"/>
                  <a:pt x="6721" y="20644"/>
                  <a:pt x="2906" y="1681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29" name="Shape 2229"/>
          <p:cNvSpPr/>
          <p:nvPr/>
        </p:nvSpPr>
        <p:spPr>
          <a:xfrm>
            <a:off x="7523057" y="7496054"/>
            <a:ext cx="1468395" cy="1468393"/>
          </a:xfrm>
          <a:custGeom>
            <a:avLst/>
            <a:gdLst/>
            <a:ahLst/>
            <a:cxnLst>
              <a:cxn ang="0">
                <a:pos x="wd2" y="hd2"/>
              </a:cxn>
              <a:cxn ang="5400000">
                <a:pos x="wd2" y="hd2"/>
              </a:cxn>
              <a:cxn ang="10800000">
                <a:pos x="wd2" y="hd2"/>
              </a:cxn>
              <a:cxn ang="16200000">
                <a:pos x="wd2" y="hd2"/>
              </a:cxn>
            </a:cxnLst>
            <a:rect l="0" t="0" r="r" b="b"/>
            <a:pathLst>
              <a:path w="19671" h="19671" fill="norm" stroke="1" extrusionOk="0">
                <a:moveTo>
                  <a:pt x="2916" y="16802"/>
                </a:moveTo>
                <a:cubicBezTo>
                  <a:pt x="-972" y="12975"/>
                  <a:pt x="-972" y="6742"/>
                  <a:pt x="2916" y="2916"/>
                </a:cubicBezTo>
                <a:cubicBezTo>
                  <a:pt x="6742" y="-972"/>
                  <a:pt x="12975" y="-972"/>
                  <a:pt x="16802" y="2916"/>
                </a:cubicBezTo>
                <a:cubicBezTo>
                  <a:pt x="20628" y="6742"/>
                  <a:pt x="20628" y="12975"/>
                  <a:pt x="16802" y="16802"/>
                </a:cubicBezTo>
                <a:cubicBezTo>
                  <a:pt x="12975" y="20628"/>
                  <a:pt x="6742" y="20628"/>
                  <a:pt x="2916" y="1680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30" name="Shape 2230"/>
          <p:cNvSpPr/>
          <p:nvPr/>
        </p:nvSpPr>
        <p:spPr>
          <a:xfrm>
            <a:off x="14215555" y="11336609"/>
            <a:ext cx="1128996" cy="1128994"/>
          </a:xfrm>
          <a:custGeom>
            <a:avLst/>
            <a:gdLst/>
            <a:ahLst/>
            <a:cxnLst>
              <a:cxn ang="0">
                <a:pos x="wd2" y="hd2"/>
              </a:cxn>
              <a:cxn ang="5400000">
                <a:pos x="wd2" y="hd2"/>
              </a:cxn>
              <a:cxn ang="10800000">
                <a:pos x="wd2" y="hd2"/>
              </a:cxn>
              <a:cxn ang="16200000">
                <a:pos x="wd2" y="hd2"/>
              </a:cxn>
            </a:cxnLst>
            <a:rect l="0" t="0" r="r" b="b"/>
            <a:pathLst>
              <a:path w="19673" h="19673" fill="norm" stroke="1" extrusionOk="0">
                <a:moveTo>
                  <a:pt x="2890" y="16782"/>
                </a:moveTo>
                <a:cubicBezTo>
                  <a:pt x="-964" y="12927"/>
                  <a:pt x="-964" y="6664"/>
                  <a:pt x="2890" y="2890"/>
                </a:cubicBezTo>
                <a:cubicBezTo>
                  <a:pt x="6745" y="-964"/>
                  <a:pt x="12927" y="-964"/>
                  <a:pt x="16782" y="2890"/>
                </a:cubicBezTo>
                <a:cubicBezTo>
                  <a:pt x="20636" y="6664"/>
                  <a:pt x="20636" y="12927"/>
                  <a:pt x="16782" y="16782"/>
                </a:cubicBezTo>
                <a:cubicBezTo>
                  <a:pt x="12927" y="20636"/>
                  <a:pt x="6745" y="20636"/>
                  <a:pt x="2890" y="1678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31" name="Shape 2231"/>
          <p:cNvSpPr/>
          <p:nvPr/>
        </p:nvSpPr>
        <p:spPr>
          <a:xfrm>
            <a:off x="12951338" y="5593476"/>
            <a:ext cx="1212127" cy="1214738"/>
          </a:xfrm>
          <a:custGeom>
            <a:avLst/>
            <a:gdLst/>
            <a:ahLst/>
            <a:cxnLst>
              <a:cxn ang="0">
                <a:pos x="wd2" y="hd2"/>
              </a:cxn>
              <a:cxn ang="5400000">
                <a:pos x="wd2" y="hd2"/>
              </a:cxn>
              <a:cxn ang="10800000">
                <a:pos x="wd2" y="hd2"/>
              </a:cxn>
              <a:cxn ang="16200000">
                <a:pos x="wd2" y="hd2"/>
              </a:cxn>
            </a:cxnLst>
            <a:rect l="0" t="0" r="r" b="b"/>
            <a:pathLst>
              <a:path w="19073" h="19073" fill="norm" stroke="1" extrusionOk="0">
                <a:moveTo>
                  <a:pt x="15180" y="1843"/>
                </a:moveTo>
                <a:cubicBezTo>
                  <a:pt x="19456" y="4960"/>
                  <a:pt x="20326" y="10976"/>
                  <a:pt x="17209" y="15180"/>
                </a:cubicBezTo>
                <a:cubicBezTo>
                  <a:pt x="14092" y="19456"/>
                  <a:pt x="8149" y="20326"/>
                  <a:pt x="3872" y="17209"/>
                </a:cubicBezTo>
                <a:cubicBezTo>
                  <a:pt x="-332" y="14092"/>
                  <a:pt x="-1274" y="8149"/>
                  <a:pt x="1843" y="3872"/>
                </a:cubicBezTo>
                <a:cubicBezTo>
                  <a:pt x="4960" y="-332"/>
                  <a:pt x="10976" y="-1274"/>
                  <a:pt x="15180" y="1843"/>
                </a:cubicBezTo>
                <a:close/>
              </a:path>
            </a:pathLst>
          </a:cu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32" name="Shape 2232"/>
          <p:cNvSpPr/>
          <p:nvPr/>
        </p:nvSpPr>
        <p:spPr>
          <a:xfrm>
            <a:off x="8679884" y="10071723"/>
            <a:ext cx="1051108" cy="1046460"/>
          </a:xfrm>
          <a:custGeom>
            <a:avLst/>
            <a:gdLst/>
            <a:ahLst/>
            <a:cxnLst>
              <a:cxn ang="0">
                <a:pos x="wd2" y="hd2"/>
              </a:cxn>
              <a:cxn ang="5400000">
                <a:pos x="wd2" y="hd2"/>
              </a:cxn>
              <a:cxn ang="10800000">
                <a:pos x="wd2" y="hd2"/>
              </a:cxn>
              <a:cxn ang="16200000">
                <a:pos x="wd2" y="hd2"/>
              </a:cxn>
            </a:cxnLst>
            <a:rect l="0" t="0" r="r" b="b"/>
            <a:pathLst>
              <a:path w="19678" h="19692" fill="norm" stroke="1" extrusionOk="0">
                <a:moveTo>
                  <a:pt x="2916" y="16829"/>
                </a:moveTo>
                <a:cubicBezTo>
                  <a:pt x="-972" y="13012"/>
                  <a:pt x="-972" y="6766"/>
                  <a:pt x="2916" y="2863"/>
                </a:cubicBezTo>
                <a:cubicBezTo>
                  <a:pt x="6718" y="-954"/>
                  <a:pt x="12938" y="-954"/>
                  <a:pt x="16826" y="2863"/>
                </a:cubicBezTo>
                <a:cubicBezTo>
                  <a:pt x="20628" y="6766"/>
                  <a:pt x="20628" y="13012"/>
                  <a:pt x="16826" y="16829"/>
                </a:cubicBezTo>
                <a:cubicBezTo>
                  <a:pt x="12938" y="20646"/>
                  <a:pt x="6718" y="20646"/>
                  <a:pt x="2916" y="16829"/>
                </a:cubicBezTo>
                <a:close/>
              </a:path>
            </a:pathLst>
          </a:cu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33" name="Shape 2233"/>
          <p:cNvSpPr/>
          <p:nvPr/>
        </p:nvSpPr>
        <p:spPr>
          <a:xfrm>
            <a:off x="5153259" y="7671188"/>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34" name="Shape 2234"/>
          <p:cNvSpPr/>
          <p:nvPr/>
        </p:nvSpPr>
        <p:spPr>
          <a:xfrm>
            <a:off x="2113691" y="8288377"/>
            <a:ext cx="4230471" cy="1287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Jelly-o gingerbread oat cake pudding pastry biscuit tootsie roll. </a:t>
            </a:r>
          </a:p>
        </p:txBody>
      </p:sp>
      <p:sp>
        <p:nvSpPr>
          <p:cNvPr id="2235" name="Shape 2235"/>
          <p:cNvSpPr/>
          <p:nvPr/>
        </p:nvSpPr>
        <p:spPr>
          <a:xfrm>
            <a:off x="3248163" y="8286742"/>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36" name="Shape 2236"/>
          <p:cNvSpPr/>
          <p:nvPr/>
        </p:nvSpPr>
        <p:spPr>
          <a:xfrm>
            <a:off x="8038607" y="3538789"/>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37" name="Shape 2237"/>
          <p:cNvSpPr/>
          <p:nvPr/>
        </p:nvSpPr>
        <p:spPr>
          <a:xfrm>
            <a:off x="5296548" y="4155980"/>
            <a:ext cx="3932962" cy="1287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Jelly-o gingerbread oat cake pudding pastry biscuit tootsie roll. </a:t>
            </a:r>
          </a:p>
        </p:txBody>
      </p:sp>
      <p:sp>
        <p:nvSpPr>
          <p:cNvPr id="2238" name="Shape 2238"/>
          <p:cNvSpPr/>
          <p:nvPr/>
        </p:nvSpPr>
        <p:spPr>
          <a:xfrm>
            <a:off x="6133512" y="4154344"/>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39" name="Shape 2239"/>
          <p:cNvSpPr/>
          <p:nvPr/>
        </p:nvSpPr>
        <p:spPr>
          <a:xfrm>
            <a:off x="17149875" y="3834426"/>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40" name="Shape 2240"/>
          <p:cNvSpPr/>
          <p:nvPr/>
        </p:nvSpPr>
        <p:spPr>
          <a:xfrm>
            <a:off x="17155920" y="4449979"/>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41" name="Shape 2241"/>
          <p:cNvSpPr/>
          <p:nvPr/>
        </p:nvSpPr>
        <p:spPr>
          <a:xfrm>
            <a:off x="17155920" y="4496049"/>
            <a:ext cx="3842085" cy="1287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Jelly-o gingerbread oat cake pudding pastry biscuit tootsie roll. </a:t>
            </a:r>
          </a:p>
        </p:txBody>
      </p:sp>
      <p:sp>
        <p:nvSpPr>
          <p:cNvPr id="2242" name="Shape 2242"/>
          <p:cNvSpPr/>
          <p:nvPr/>
        </p:nvSpPr>
        <p:spPr>
          <a:xfrm>
            <a:off x="16824309" y="8799590"/>
            <a:ext cx="119090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Título</a:t>
            </a:r>
          </a:p>
        </p:txBody>
      </p:sp>
      <p:sp>
        <p:nvSpPr>
          <p:cNvPr id="2243" name="Shape 2243"/>
          <p:cNvSpPr/>
          <p:nvPr/>
        </p:nvSpPr>
        <p:spPr>
          <a:xfrm>
            <a:off x="16830354" y="9382520"/>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44" name="Shape 2244"/>
          <p:cNvSpPr/>
          <p:nvPr/>
        </p:nvSpPr>
        <p:spPr>
          <a:xfrm>
            <a:off x="16830354" y="9428590"/>
            <a:ext cx="4037132" cy="1287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Jelly-o gingerbread oat cake pudding pastry biscuit tootsie roll. </a:t>
            </a:r>
          </a:p>
        </p:txBody>
      </p:sp>
      <p:sp>
        <p:nvSpPr>
          <p:cNvPr id="2245" name="Shape 2245"/>
          <p:cNvSpPr/>
          <p:nvPr/>
        </p:nvSpPr>
        <p:spPr>
          <a:xfrm flipH="1">
            <a:off x="6617860" y="8274543"/>
            <a:ext cx="723803" cy="2414"/>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2246" name="Shape 2246"/>
          <p:cNvSpPr/>
          <p:nvPr/>
        </p:nvSpPr>
        <p:spPr>
          <a:xfrm rot="16200000">
            <a:off x="15381653" y="5169960"/>
            <a:ext cx="2213601" cy="7709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lnTo>
                  <a:pt x="21545" y="21600"/>
                </a:lnTo>
              </a:path>
            </a:pathLst>
          </a:custGeom>
          <a:ln w="38100">
            <a:solidFill>
              <a:srgbClr val="2F5379"/>
            </a:solidFill>
            <a:prstDash val="sysDash"/>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247" name="Shape 2247"/>
          <p:cNvSpPr/>
          <p:nvPr/>
        </p:nvSpPr>
        <p:spPr>
          <a:xfrm flipH="1">
            <a:off x="9501624" y="4170304"/>
            <a:ext cx="1731802" cy="2540"/>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2248" name="Shape 2248"/>
          <p:cNvSpPr/>
          <p:nvPr/>
        </p:nvSpPr>
        <p:spPr>
          <a:xfrm flipH="1" rot="10800000">
            <a:off x="14909386" y="9402709"/>
            <a:ext cx="1673109" cy="16299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 y="0"/>
                </a:moveTo>
                <a:lnTo>
                  <a:pt x="0" y="0"/>
                </a:lnTo>
                <a:lnTo>
                  <a:pt x="0" y="21600"/>
                </a:lnTo>
                <a:lnTo>
                  <a:pt x="21600" y="21600"/>
                </a:lnTo>
              </a:path>
            </a:pathLst>
          </a:custGeom>
          <a:ln w="38100">
            <a:solidFill>
              <a:srgbClr val="2F5379"/>
            </a:solidFill>
            <a:prstDash val="sysDash"/>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2249" name="Shape 224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250" name="Shape 2250"/>
          <p:cNvSpPr/>
          <p:nvPr/>
        </p:nvSpPr>
        <p:spPr>
          <a:xfrm>
            <a:off x="12082953" y="3883890"/>
            <a:ext cx="771501" cy="771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251" name="Shape 2251"/>
          <p:cNvSpPr/>
          <p:nvPr/>
        </p:nvSpPr>
        <p:spPr>
          <a:xfrm>
            <a:off x="13174048" y="5809393"/>
            <a:ext cx="771501" cy="771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252" name="Shape 2252"/>
          <p:cNvSpPr/>
          <p:nvPr/>
        </p:nvSpPr>
        <p:spPr>
          <a:xfrm>
            <a:off x="11491744" y="8202752"/>
            <a:ext cx="771500" cy="771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253" name="Shape 2253"/>
          <p:cNvSpPr/>
          <p:nvPr/>
        </p:nvSpPr>
        <p:spPr>
          <a:xfrm>
            <a:off x="15714346" y="7187900"/>
            <a:ext cx="771500" cy="7715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254" name="Shape 2254"/>
          <p:cNvSpPr/>
          <p:nvPr/>
        </p:nvSpPr>
        <p:spPr>
          <a:xfrm>
            <a:off x="14394302" y="11515356"/>
            <a:ext cx="771501" cy="7715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255" name="Shape 2255"/>
          <p:cNvSpPr/>
          <p:nvPr/>
        </p:nvSpPr>
        <p:spPr>
          <a:xfrm>
            <a:off x="8819688" y="10209203"/>
            <a:ext cx="771500" cy="7715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256" name="Shape 2256"/>
          <p:cNvSpPr/>
          <p:nvPr/>
        </p:nvSpPr>
        <p:spPr>
          <a:xfrm>
            <a:off x="7871504" y="7895023"/>
            <a:ext cx="771501" cy="771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0" y="0"/>
                  <a:pt x="17459" y="155"/>
                  <a:pt x="18185" y="472"/>
                </a:cubicBezTo>
                <a:cubicBezTo>
                  <a:pt x="18911" y="788"/>
                  <a:pt x="19527" y="1231"/>
                  <a:pt x="20035" y="1804"/>
                </a:cubicBezTo>
                <a:cubicBezTo>
                  <a:pt x="20543" y="2378"/>
                  <a:pt x="20929" y="3078"/>
                  <a:pt x="21199" y="3905"/>
                </a:cubicBezTo>
                <a:cubicBezTo>
                  <a:pt x="21465" y="4736"/>
                  <a:pt x="21600" y="5659"/>
                  <a:pt x="21600" y="6676"/>
                </a:cubicBezTo>
                <a:cubicBezTo>
                  <a:pt x="21600" y="7271"/>
                  <a:pt x="21527" y="7856"/>
                  <a:pt x="21377" y="8432"/>
                </a:cubicBezTo>
                <a:cubicBezTo>
                  <a:pt x="21227" y="9011"/>
                  <a:pt x="21027" y="9573"/>
                  <a:pt x="20766" y="10115"/>
                </a:cubicBezTo>
                <a:cubicBezTo>
                  <a:pt x="20506" y="10660"/>
                  <a:pt x="20210" y="11180"/>
                  <a:pt x="19872" y="11671"/>
                </a:cubicBezTo>
                <a:cubicBezTo>
                  <a:pt x="19539" y="12163"/>
                  <a:pt x="19189" y="12612"/>
                  <a:pt x="18831" y="13015"/>
                </a:cubicBezTo>
                <a:lnTo>
                  <a:pt x="11457" y="21289"/>
                </a:lnTo>
                <a:cubicBezTo>
                  <a:pt x="11277" y="21496"/>
                  <a:pt x="11057" y="21600"/>
                  <a:pt x="10799" y="21600"/>
                </a:cubicBezTo>
                <a:cubicBezTo>
                  <a:pt x="10553" y="21600"/>
                  <a:pt x="10323" y="21496"/>
                  <a:pt x="10118" y="21289"/>
                </a:cubicBezTo>
                <a:lnTo>
                  <a:pt x="2747" y="12990"/>
                </a:lnTo>
                <a:cubicBezTo>
                  <a:pt x="2386" y="12583"/>
                  <a:pt x="2038" y="12137"/>
                  <a:pt x="1703" y="11643"/>
                </a:cubicBezTo>
                <a:cubicBezTo>
                  <a:pt x="1367" y="11152"/>
                  <a:pt x="1074" y="10640"/>
                  <a:pt x="821" y="10104"/>
                </a:cubicBezTo>
                <a:cubicBezTo>
                  <a:pt x="568" y="9570"/>
                  <a:pt x="371" y="9005"/>
                  <a:pt x="223" y="8427"/>
                </a:cubicBezTo>
                <a:cubicBezTo>
                  <a:pt x="73" y="7845"/>
                  <a:pt x="0" y="7263"/>
                  <a:pt x="0" y="6676"/>
                </a:cubicBezTo>
                <a:cubicBezTo>
                  <a:pt x="0" y="5659"/>
                  <a:pt x="138" y="4733"/>
                  <a:pt x="408" y="3905"/>
                </a:cubicBezTo>
                <a:cubicBezTo>
                  <a:pt x="679" y="3078"/>
                  <a:pt x="1072" y="2378"/>
                  <a:pt x="1577" y="1805"/>
                </a:cubicBezTo>
                <a:cubicBezTo>
                  <a:pt x="2083" y="1231"/>
                  <a:pt x="2699" y="788"/>
                  <a:pt x="3418" y="472"/>
                </a:cubicBezTo>
                <a:cubicBezTo>
                  <a:pt x="4136" y="155"/>
                  <a:pt x="4942" y="0"/>
                  <a:pt x="5839" y="0"/>
                </a:cubicBezTo>
                <a:cubicBezTo>
                  <a:pt x="6307" y="0"/>
                  <a:pt x="6778" y="82"/>
                  <a:pt x="7238" y="249"/>
                </a:cubicBezTo>
                <a:cubicBezTo>
                  <a:pt x="7702" y="412"/>
                  <a:pt x="8142" y="635"/>
                  <a:pt x="8558" y="904"/>
                </a:cubicBezTo>
                <a:cubicBezTo>
                  <a:pt x="8973" y="1175"/>
                  <a:pt x="9369" y="1483"/>
                  <a:pt x="9745" y="1830"/>
                </a:cubicBezTo>
                <a:cubicBezTo>
                  <a:pt x="10123" y="2177"/>
                  <a:pt x="10471" y="2528"/>
                  <a:pt x="10799" y="2881"/>
                </a:cubicBezTo>
                <a:cubicBezTo>
                  <a:pt x="11109" y="2528"/>
                  <a:pt x="11457" y="2177"/>
                  <a:pt x="11843" y="1830"/>
                </a:cubicBezTo>
                <a:cubicBezTo>
                  <a:pt x="12226" y="1483"/>
                  <a:pt x="12626" y="1175"/>
                  <a:pt x="13047" y="904"/>
                </a:cubicBezTo>
                <a:cubicBezTo>
                  <a:pt x="13468" y="635"/>
                  <a:pt x="13903" y="412"/>
                  <a:pt x="14352" y="249"/>
                </a:cubicBezTo>
                <a:cubicBezTo>
                  <a:pt x="14805" y="85"/>
                  <a:pt x="15268" y="0"/>
                  <a:pt x="15739" y="0"/>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2224"/>
                                        </p:tgtEl>
                                        <p:attrNameLst>
                                          <p:attrName>style.visibility</p:attrName>
                                        </p:attrNameLst>
                                      </p:cBhvr>
                                      <p:to>
                                        <p:strVal val="visible"/>
                                      </p:to>
                                    </p:set>
                                    <p:animEffect filter="wipe(up)" transition="in">
                                      <p:cBhvr>
                                        <p:cTn id="7" dur="500"/>
                                        <p:tgtEl>
                                          <p:spTgt spid="2224"/>
                                        </p:tgtEl>
                                      </p:cBhvr>
                                    </p:animEffect>
                                  </p:childTnLst>
                                </p:cTn>
                              </p:par>
                            </p:childTnLst>
                          </p:cTn>
                        </p:par>
                        <p:par>
                          <p:cTn id="8" fill="hold">
                            <p:stCondLst>
                              <p:cond delay="500"/>
                            </p:stCondLst>
                            <p:childTnLst>
                              <p:par>
                                <p:cTn id="9" presetClass="entr" nodeType="afterEffect" presetSubtype="2" presetID="22" grpId="2" fill="hold">
                                  <p:stCondLst>
                                    <p:cond delay="0"/>
                                  </p:stCondLst>
                                  <p:iterate type="el" backwards="0">
                                    <p:tmAbs val="0"/>
                                  </p:iterate>
                                  <p:childTnLst>
                                    <p:set>
                                      <p:cBhvr>
                                        <p:cTn id="10" fill="hold"/>
                                        <p:tgtEl>
                                          <p:spTgt spid="2225"/>
                                        </p:tgtEl>
                                        <p:attrNameLst>
                                          <p:attrName>style.visibility</p:attrName>
                                        </p:attrNameLst>
                                      </p:cBhvr>
                                      <p:to>
                                        <p:strVal val="visible"/>
                                      </p:to>
                                    </p:set>
                                    <p:animEffect filter="wipe(right)" transition="in">
                                      <p:cBhvr>
                                        <p:cTn id="11" dur="500"/>
                                        <p:tgtEl>
                                          <p:spTgt spid="2225"/>
                                        </p:tgtEl>
                                      </p:cBhvr>
                                    </p:animEffect>
                                  </p:childTnLst>
                                </p:cTn>
                              </p:par>
                            </p:childTnLst>
                          </p:cTn>
                        </p:par>
                        <p:par>
                          <p:cTn id="12" fill="hold">
                            <p:stCondLst>
                              <p:cond delay="1000"/>
                            </p:stCondLst>
                            <p:childTnLst>
                              <p:par>
                                <p:cTn id="13" presetClass="entr" nodeType="afterEffect" presetSubtype="4" presetID="22" grpId="3" fill="hold">
                                  <p:stCondLst>
                                    <p:cond delay="0"/>
                                  </p:stCondLst>
                                  <p:iterate type="el" backwards="0">
                                    <p:tmAbs val="0"/>
                                  </p:iterate>
                                  <p:childTnLst>
                                    <p:set>
                                      <p:cBhvr>
                                        <p:cTn id="14" fill="hold"/>
                                        <p:tgtEl>
                                          <p:spTgt spid="2220"/>
                                        </p:tgtEl>
                                        <p:attrNameLst>
                                          <p:attrName>style.visibility</p:attrName>
                                        </p:attrNameLst>
                                      </p:cBhvr>
                                      <p:to>
                                        <p:strVal val="visible"/>
                                      </p:to>
                                    </p:set>
                                    <p:animEffect filter="wipe(down)" transition="in">
                                      <p:cBhvr>
                                        <p:cTn id="15" dur="500"/>
                                        <p:tgtEl>
                                          <p:spTgt spid="2220"/>
                                        </p:tgtEl>
                                      </p:cBhvr>
                                    </p:animEffect>
                                  </p:childTnLst>
                                </p:cTn>
                              </p:par>
                            </p:childTnLst>
                          </p:cTn>
                        </p:par>
                        <p:par>
                          <p:cTn id="16" fill="hold">
                            <p:stCondLst>
                              <p:cond delay="1500"/>
                            </p:stCondLst>
                            <p:childTnLst>
                              <p:par>
                                <p:cTn id="17" presetClass="entr" nodeType="afterEffect" presetSubtype="4" presetID="22" grpId="4" fill="hold">
                                  <p:stCondLst>
                                    <p:cond delay="0"/>
                                  </p:stCondLst>
                                  <p:iterate type="el" backwards="0">
                                    <p:tmAbs val="0"/>
                                  </p:iterate>
                                  <p:childTnLst>
                                    <p:set>
                                      <p:cBhvr>
                                        <p:cTn id="18" fill="hold"/>
                                        <p:tgtEl>
                                          <p:spTgt spid="2221"/>
                                        </p:tgtEl>
                                        <p:attrNameLst>
                                          <p:attrName>style.visibility</p:attrName>
                                        </p:attrNameLst>
                                      </p:cBhvr>
                                      <p:to>
                                        <p:strVal val="visible"/>
                                      </p:to>
                                    </p:set>
                                    <p:animEffect filter="wipe(down)" transition="in">
                                      <p:cBhvr>
                                        <p:cTn id="19" dur="500"/>
                                        <p:tgtEl>
                                          <p:spTgt spid="2221"/>
                                        </p:tgtEl>
                                      </p:cBhvr>
                                    </p:animEffect>
                                  </p:childTnLst>
                                </p:cTn>
                              </p:par>
                            </p:childTnLst>
                          </p:cTn>
                        </p:par>
                        <p:par>
                          <p:cTn id="20" fill="hold">
                            <p:stCondLst>
                              <p:cond delay="2000"/>
                            </p:stCondLst>
                            <p:childTnLst>
                              <p:par>
                                <p:cTn id="21" presetClass="entr" nodeType="afterEffect" presetSubtype="4" presetID="22" grpId="5" fill="hold">
                                  <p:stCondLst>
                                    <p:cond delay="0"/>
                                  </p:stCondLst>
                                  <p:iterate type="el" backwards="0">
                                    <p:tmAbs val="0"/>
                                  </p:iterate>
                                  <p:childTnLst>
                                    <p:set>
                                      <p:cBhvr>
                                        <p:cTn id="22" fill="hold"/>
                                        <p:tgtEl>
                                          <p:spTgt spid="2222"/>
                                        </p:tgtEl>
                                        <p:attrNameLst>
                                          <p:attrName>style.visibility</p:attrName>
                                        </p:attrNameLst>
                                      </p:cBhvr>
                                      <p:to>
                                        <p:strVal val="visible"/>
                                      </p:to>
                                    </p:set>
                                    <p:animEffect filter="wipe(down)" transition="in">
                                      <p:cBhvr>
                                        <p:cTn id="23" dur="500"/>
                                        <p:tgtEl>
                                          <p:spTgt spid="2222"/>
                                        </p:tgtEl>
                                      </p:cBhvr>
                                    </p:animEffect>
                                  </p:childTnLst>
                                </p:cTn>
                              </p:par>
                            </p:childTnLst>
                          </p:cTn>
                        </p:par>
                        <p:par>
                          <p:cTn id="24" fill="hold">
                            <p:stCondLst>
                              <p:cond delay="2500"/>
                            </p:stCondLst>
                            <p:childTnLst>
                              <p:par>
                                <p:cTn id="25" presetClass="entr" nodeType="afterEffect" presetSubtype="1" presetID="22" grpId="6" fill="hold">
                                  <p:stCondLst>
                                    <p:cond delay="0"/>
                                  </p:stCondLst>
                                  <p:iterate type="el" backwards="0">
                                    <p:tmAbs val="0"/>
                                  </p:iterate>
                                  <p:childTnLst>
                                    <p:set>
                                      <p:cBhvr>
                                        <p:cTn id="26" fill="hold"/>
                                        <p:tgtEl>
                                          <p:spTgt spid="2223"/>
                                        </p:tgtEl>
                                        <p:attrNameLst>
                                          <p:attrName>style.visibility</p:attrName>
                                        </p:attrNameLst>
                                      </p:cBhvr>
                                      <p:to>
                                        <p:strVal val="visible"/>
                                      </p:to>
                                    </p:set>
                                    <p:animEffect filter="wipe(up)" transition="in">
                                      <p:cBhvr>
                                        <p:cTn id="27" dur="500"/>
                                        <p:tgtEl>
                                          <p:spTgt spid="2223"/>
                                        </p:tgtEl>
                                      </p:cBhvr>
                                    </p:animEffect>
                                  </p:childTnLst>
                                </p:cTn>
                              </p:par>
                            </p:childTnLst>
                          </p:cTn>
                        </p:par>
                        <p:par>
                          <p:cTn id="28" fill="hold">
                            <p:stCondLst>
                              <p:cond delay="3000"/>
                            </p:stCondLst>
                            <p:childTnLst>
                              <p:par>
                                <p:cTn id="29" presetClass="entr" nodeType="afterEffect" presetSubtype="2" presetID="22" grpId="7" fill="hold">
                                  <p:stCondLst>
                                    <p:cond delay="0"/>
                                  </p:stCondLst>
                                  <p:iterate type="el" backwards="0">
                                    <p:tmAbs val="0"/>
                                  </p:iterate>
                                  <p:childTnLst>
                                    <p:set>
                                      <p:cBhvr>
                                        <p:cTn id="30" fill="hold"/>
                                        <p:tgtEl>
                                          <p:spTgt spid="2245"/>
                                        </p:tgtEl>
                                        <p:attrNameLst>
                                          <p:attrName>style.visibility</p:attrName>
                                        </p:attrNameLst>
                                      </p:cBhvr>
                                      <p:to>
                                        <p:strVal val="visible"/>
                                      </p:to>
                                    </p:set>
                                    <p:animEffect filter="wipe(right)" transition="in">
                                      <p:cBhvr>
                                        <p:cTn id="31" dur="500"/>
                                        <p:tgtEl>
                                          <p:spTgt spid="2245"/>
                                        </p:tgtEl>
                                      </p:cBhvr>
                                    </p:animEffect>
                                  </p:childTnLst>
                                </p:cTn>
                              </p:par>
                            </p:childTnLst>
                          </p:cTn>
                        </p:par>
                        <p:par>
                          <p:cTn id="32" fill="hold">
                            <p:stCondLst>
                              <p:cond delay="3500"/>
                            </p:stCondLst>
                            <p:childTnLst>
                              <p:par>
                                <p:cTn id="33" presetClass="entr" nodeType="afterEffect" presetSubtype="2" presetID="22" grpId="8" fill="hold">
                                  <p:stCondLst>
                                    <p:cond delay="0"/>
                                  </p:stCondLst>
                                  <p:iterate type="el" backwards="0">
                                    <p:tmAbs val="0"/>
                                  </p:iterate>
                                  <p:childTnLst>
                                    <p:set>
                                      <p:cBhvr>
                                        <p:cTn id="34" fill="hold"/>
                                        <p:tgtEl>
                                          <p:spTgt spid="2247"/>
                                        </p:tgtEl>
                                        <p:attrNameLst>
                                          <p:attrName>style.visibility</p:attrName>
                                        </p:attrNameLst>
                                      </p:cBhvr>
                                      <p:to>
                                        <p:strVal val="visible"/>
                                      </p:to>
                                    </p:set>
                                    <p:animEffect filter="wipe(right)" transition="in">
                                      <p:cBhvr>
                                        <p:cTn id="35" dur="500"/>
                                        <p:tgtEl>
                                          <p:spTgt spid="2247"/>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2246"/>
                                        </p:tgtEl>
                                        <p:attrNameLst>
                                          <p:attrName>style.visibility</p:attrName>
                                        </p:attrNameLst>
                                      </p:cBhvr>
                                      <p:to>
                                        <p:strVal val="visible"/>
                                      </p:to>
                                    </p:set>
                                    <p:animEffect filter="wipe(left)" transition="in">
                                      <p:cBhvr>
                                        <p:cTn id="39" dur="500"/>
                                        <p:tgtEl>
                                          <p:spTgt spid="2246"/>
                                        </p:tgtEl>
                                      </p:cBhvr>
                                    </p:animEffect>
                                  </p:childTnLst>
                                </p:cTn>
                              </p:par>
                            </p:childTnLst>
                          </p:cTn>
                        </p:par>
                        <p:par>
                          <p:cTn id="40" fill="hold">
                            <p:stCondLst>
                              <p:cond delay="4500"/>
                            </p:stCondLst>
                            <p:childTnLst>
                              <p:par>
                                <p:cTn id="41" presetClass="entr" nodeType="afterEffect" presetSubtype="8" presetID="22" grpId="10" fill="hold">
                                  <p:stCondLst>
                                    <p:cond delay="0"/>
                                  </p:stCondLst>
                                  <p:iterate type="el" backwards="0">
                                    <p:tmAbs val="0"/>
                                  </p:iterate>
                                  <p:childTnLst>
                                    <p:set>
                                      <p:cBhvr>
                                        <p:cTn id="42" fill="hold"/>
                                        <p:tgtEl>
                                          <p:spTgt spid="2248"/>
                                        </p:tgtEl>
                                        <p:attrNameLst>
                                          <p:attrName>style.visibility</p:attrName>
                                        </p:attrNameLst>
                                      </p:cBhvr>
                                      <p:to>
                                        <p:strVal val="visible"/>
                                      </p:to>
                                    </p:set>
                                    <p:animEffect filter="wipe(left)" transition="in">
                                      <p:cBhvr>
                                        <p:cTn id="43" dur="500"/>
                                        <p:tgtEl>
                                          <p:spTgt spid="2248"/>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2236"/>
                                        </p:tgtEl>
                                        <p:attrNameLst>
                                          <p:attrName>style.visibility</p:attrName>
                                        </p:attrNameLst>
                                      </p:cBhvr>
                                      <p:to>
                                        <p:strVal val="visible"/>
                                      </p:to>
                                    </p:set>
                                    <p:animEffect filter="dissolve" transition="in">
                                      <p:cBhvr>
                                        <p:cTn id="47" dur="500"/>
                                        <p:tgtEl>
                                          <p:spTgt spid="2236"/>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2237"/>
                                        </p:tgtEl>
                                        <p:attrNameLst>
                                          <p:attrName>style.visibility</p:attrName>
                                        </p:attrNameLst>
                                      </p:cBhvr>
                                      <p:to>
                                        <p:strVal val="visible"/>
                                      </p:to>
                                    </p:set>
                                    <p:animEffect filter="dissolve" transition="in">
                                      <p:cBhvr>
                                        <p:cTn id="51" dur="500"/>
                                        <p:tgtEl>
                                          <p:spTgt spid="2237"/>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2239"/>
                                        </p:tgtEl>
                                        <p:attrNameLst>
                                          <p:attrName>style.visibility</p:attrName>
                                        </p:attrNameLst>
                                      </p:cBhvr>
                                      <p:to>
                                        <p:strVal val="visible"/>
                                      </p:to>
                                    </p:set>
                                    <p:animEffect filter="dissolve" transition="in">
                                      <p:cBhvr>
                                        <p:cTn id="55" dur="500"/>
                                        <p:tgtEl>
                                          <p:spTgt spid="223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2241"/>
                                        </p:tgtEl>
                                        <p:attrNameLst>
                                          <p:attrName>style.visibility</p:attrName>
                                        </p:attrNameLst>
                                      </p:cBhvr>
                                      <p:to>
                                        <p:strVal val="visible"/>
                                      </p:to>
                                    </p:set>
                                    <p:animEffect filter="dissolve" transition="in">
                                      <p:cBhvr>
                                        <p:cTn id="59" dur="500"/>
                                        <p:tgtEl>
                                          <p:spTgt spid="2241"/>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2242"/>
                                        </p:tgtEl>
                                        <p:attrNameLst>
                                          <p:attrName>style.visibility</p:attrName>
                                        </p:attrNameLst>
                                      </p:cBhvr>
                                      <p:to>
                                        <p:strVal val="visible"/>
                                      </p:to>
                                    </p:set>
                                    <p:animEffect filter="dissolve" transition="in">
                                      <p:cBhvr>
                                        <p:cTn id="63" dur="500"/>
                                        <p:tgtEl>
                                          <p:spTgt spid="2242"/>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2244"/>
                                        </p:tgtEl>
                                        <p:attrNameLst>
                                          <p:attrName>style.visibility</p:attrName>
                                        </p:attrNameLst>
                                      </p:cBhvr>
                                      <p:to>
                                        <p:strVal val="visible"/>
                                      </p:to>
                                    </p:set>
                                    <p:animEffect filter="dissolve" transition="in">
                                      <p:cBhvr>
                                        <p:cTn id="67" dur="500"/>
                                        <p:tgtEl>
                                          <p:spTgt spid="2244"/>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2243"/>
                                        </p:tgtEl>
                                        <p:attrNameLst>
                                          <p:attrName>style.visibility</p:attrName>
                                        </p:attrNameLst>
                                      </p:cBhvr>
                                      <p:to>
                                        <p:strVal val="visible"/>
                                      </p:to>
                                    </p:set>
                                    <p:animEffect filter="dissolve" transition="in">
                                      <p:cBhvr>
                                        <p:cTn id="71" dur="500"/>
                                        <p:tgtEl>
                                          <p:spTgt spid="2243"/>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2240"/>
                                        </p:tgtEl>
                                        <p:attrNameLst>
                                          <p:attrName>style.visibility</p:attrName>
                                        </p:attrNameLst>
                                      </p:cBhvr>
                                      <p:to>
                                        <p:strVal val="visible"/>
                                      </p:to>
                                    </p:set>
                                    <p:animEffect filter="dissolve" transition="in">
                                      <p:cBhvr>
                                        <p:cTn id="75" dur="500"/>
                                        <p:tgtEl>
                                          <p:spTgt spid="2240"/>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2238"/>
                                        </p:tgtEl>
                                        <p:attrNameLst>
                                          <p:attrName>style.visibility</p:attrName>
                                        </p:attrNameLst>
                                      </p:cBhvr>
                                      <p:to>
                                        <p:strVal val="visible"/>
                                      </p:to>
                                    </p:set>
                                    <p:animEffect filter="dissolve" transition="in">
                                      <p:cBhvr>
                                        <p:cTn id="79" dur="500"/>
                                        <p:tgtEl>
                                          <p:spTgt spid="2238"/>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2233"/>
                                        </p:tgtEl>
                                        <p:attrNameLst>
                                          <p:attrName>style.visibility</p:attrName>
                                        </p:attrNameLst>
                                      </p:cBhvr>
                                      <p:to>
                                        <p:strVal val="visible"/>
                                      </p:to>
                                    </p:set>
                                    <p:animEffect filter="dissolve" transition="in">
                                      <p:cBhvr>
                                        <p:cTn id="83" dur="500"/>
                                        <p:tgtEl>
                                          <p:spTgt spid="2233"/>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2234"/>
                                        </p:tgtEl>
                                        <p:attrNameLst>
                                          <p:attrName>style.visibility</p:attrName>
                                        </p:attrNameLst>
                                      </p:cBhvr>
                                      <p:to>
                                        <p:strVal val="visible"/>
                                      </p:to>
                                    </p:set>
                                    <p:animEffect filter="dissolve" transition="in">
                                      <p:cBhvr>
                                        <p:cTn id="87" dur="500"/>
                                        <p:tgtEl>
                                          <p:spTgt spid="2234"/>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2235"/>
                                        </p:tgtEl>
                                        <p:attrNameLst>
                                          <p:attrName>style.visibility</p:attrName>
                                        </p:attrNameLst>
                                      </p:cBhvr>
                                      <p:to>
                                        <p:strVal val="visible"/>
                                      </p:to>
                                    </p:set>
                                    <p:animEffect filter="dissolve" transition="in">
                                      <p:cBhvr>
                                        <p:cTn id="91" dur="500"/>
                                        <p:tgtEl>
                                          <p:spTgt spid="22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247" grpId="8"/>
      <p:bldP build="whole" bldLvl="1" animBg="1" rev="0" advAuto="0" spid="2244" grpId="16"/>
      <p:bldP build="whole" bldLvl="1" animBg="1" rev="0" advAuto="0" spid="2238" grpId="19"/>
      <p:bldP build="whole" bldLvl="1" animBg="1" rev="0" advAuto="0" spid="2236" grpId="11"/>
      <p:bldP build="whole" bldLvl="1" animBg="1" rev="0" advAuto="0" spid="2224" grpId="1"/>
      <p:bldP build="whole" bldLvl="1" animBg="1" rev="0" advAuto="0" spid="2234" grpId="21"/>
      <p:bldP build="whole" bldLvl="1" animBg="1" rev="0" advAuto="0" spid="2241" grpId="14"/>
      <p:bldP build="whole" bldLvl="1" animBg="1" rev="0" advAuto="0" spid="2237" grpId="12"/>
      <p:bldP build="whole" bldLvl="1" animBg="1" rev="0" advAuto="0" spid="2225" grpId="2"/>
      <p:bldP build="whole" bldLvl="1" animBg="1" rev="0" advAuto="0" spid="2239" grpId="13"/>
      <p:bldP build="whole" bldLvl="1" animBg="1" rev="0" advAuto="0" spid="2245" grpId="7"/>
      <p:bldP build="whole" bldLvl="1" animBg="1" rev="0" advAuto="0" spid="2246" grpId="9"/>
      <p:bldP build="whole" bldLvl="1" animBg="1" rev="0" advAuto="0" spid="2243" grpId="17"/>
      <p:bldP build="whole" bldLvl="1" animBg="1" rev="0" advAuto="0" spid="2240" grpId="18"/>
      <p:bldP build="whole" bldLvl="1" animBg="1" rev="0" advAuto="0" spid="2223" grpId="6"/>
      <p:bldP build="whole" bldLvl="1" animBg="1" rev="0" advAuto="0" spid="2221" grpId="4"/>
      <p:bldP build="whole" bldLvl="1" animBg="1" rev="0" advAuto="0" spid="2248" grpId="10"/>
      <p:bldP build="whole" bldLvl="1" animBg="1" rev="0" advAuto="0" spid="2222" grpId="5"/>
      <p:bldP build="whole" bldLvl="1" animBg="1" rev="0" advAuto="0" spid="2220" grpId="3"/>
      <p:bldP build="whole" bldLvl="1" animBg="1" rev="0" advAuto="0" spid="2242" grpId="15"/>
      <p:bldP build="whole" bldLvl="1" animBg="1" rev="0" advAuto="0" spid="2233" grpId="20"/>
      <p:bldP build="whole" bldLvl="1" animBg="1" rev="0" advAuto="0" spid="2235" grpId="22"/>
    </p:bldLst>
  </p:timing>
</p:sld>
</file>

<file path=ppt/slides/slide8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258" name="Shape 2258"/>
          <p:cNvSpPr/>
          <p:nvPr/>
        </p:nvSpPr>
        <p:spPr>
          <a:xfrm>
            <a:off x="6324136" y="6584952"/>
            <a:ext cx="327029" cy="330201"/>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59" name="Shape 2259"/>
          <p:cNvSpPr/>
          <p:nvPr/>
        </p:nvSpPr>
        <p:spPr>
          <a:xfrm>
            <a:off x="18433586" y="5969001"/>
            <a:ext cx="327029" cy="330201"/>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0" name="Shape 2260"/>
          <p:cNvSpPr/>
          <p:nvPr/>
        </p:nvSpPr>
        <p:spPr>
          <a:xfrm>
            <a:off x="16687336" y="6515102"/>
            <a:ext cx="327029" cy="336553"/>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1" name="Shape 2261"/>
          <p:cNvSpPr/>
          <p:nvPr/>
        </p:nvSpPr>
        <p:spPr>
          <a:xfrm>
            <a:off x="14953786" y="6350001"/>
            <a:ext cx="327029" cy="3270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2" name="Shape 2262"/>
          <p:cNvSpPr/>
          <p:nvPr/>
        </p:nvSpPr>
        <p:spPr>
          <a:xfrm>
            <a:off x="13217059" y="5343526"/>
            <a:ext cx="327029" cy="3270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3" name="Shape 2263"/>
          <p:cNvSpPr/>
          <p:nvPr/>
        </p:nvSpPr>
        <p:spPr>
          <a:xfrm>
            <a:off x="11470809" y="6556375"/>
            <a:ext cx="336553" cy="3270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4" name="Shape 2264"/>
          <p:cNvSpPr/>
          <p:nvPr/>
        </p:nvSpPr>
        <p:spPr>
          <a:xfrm>
            <a:off x="9734085" y="6350001"/>
            <a:ext cx="327029" cy="3270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5" name="Shape 2265"/>
          <p:cNvSpPr/>
          <p:nvPr/>
        </p:nvSpPr>
        <p:spPr>
          <a:xfrm>
            <a:off x="4517559" y="7067552"/>
            <a:ext cx="323853" cy="3397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6" name="Shape 2266"/>
          <p:cNvSpPr/>
          <p:nvPr/>
        </p:nvSpPr>
        <p:spPr>
          <a:xfrm>
            <a:off x="7997359" y="8035925"/>
            <a:ext cx="327029" cy="3397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7" name="Shape 2267"/>
          <p:cNvSpPr/>
          <p:nvPr/>
        </p:nvSpPr>
        <p:spPr>
          <a:xfrm>
            <a:off x="18230386" y="5762625"/>
            <a:ext cx="736601" cy="7397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10800"/>
                </a:moveTo>
                <a:cubicBezTo>
                  <a:pt x="18000" y="14700"/>
                  <a:pt x="14700" y="18000"/>
                  <a:pt x="10800" y="18000"/>
                </a:cubicBezTo>
                <a:cubicBezTo>
                  <a:pt x="6900" y="18000"/>
                  <a:pt x="3600" y="14700"/>
                  <a:pt x="3600" y="10800"/>
                </a:cubicBezTo>
                <a:cubicBezTo>
                  <a:pt x="3600" y="6900"/>
                  <a:pt x="6900" y="3600"/>
                  <a:pt x="10800" y="3600"/>
                </a:cubicBezTo>
                <a:cubicBezTo>
                  <a:pt x="14700" y="3600"/>
                  <a:pt x="18000" y="6900"/>
                  <a:pt x="18000" y="10800"/>
                </a:cubicBezTo>
                <a:close/>
                <a:moveTo>
                  <a:pt x="10800" y="0"/>
                </a:moveTo>
                <a:cubicBezTo>
                  <a:pt x="4800" y="0"/>
                  <a:pt x="0" y="4800"/>
                  <a:pt x="0" y="10800"/>
                </a:cubicBezTo>
                <a:cubicBezTo>
                  <a:pt x="0" y="16800"/>
                  <a:pt x="4800" y="21600"/>
                  <a:pt x="10800" y="21600"/>
                </a:cubicBezTo>
                <a:cubicBezTo>
                  <a:pt x="16800" y="21600"/>
                  <a:pt x="21600" y="16800"/>
                  <a:pt x="21600" y="10800"/>
                </a:cubicBezTo>
                <a:cubicBezTo>
                  <a:pt x="21600" y="4800"/>
                  <a:pt x="16800" y="0"/>
                  <a:pt x="10800"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8" name="Shape 2268"/>
          <p:cNvSpPr/>
          <p:nvPr/>
        </p:nvSpPr>
        <p:spPr>
          <a:xfrm>
            <a:off x="16484136" y="6308725"/>
            <a:ext cx="736601" cy="749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10948"/>
                </a:moveTo>
                <a:cubicBezTo>
                  <a:pt x="18000" y="14795"/>
                  <a:pt x="14700" y="18049"/>
                  <a:pt x="10800" y="18049"/>
                </a:cubicBezTo>
                <a:cubicBezTo>
                  <a:pt x="6900" y="18049"/>
                  <a:pt x="3600" y="14795"/>
                  <a:pt x="3600" y="10948"/>
                </a:cubicBezTo>
                <a:cubicBezTo>
                  <a:pt x="3600" y="6805"/>
                  <a:pt x="6900" y="3847"/>
                  <a:pt x="10800" y="3847"/>
                </a:cubicBezTo>
                <a:cubicBezTo>
                  <a:pt x="14700" y="3847"/>
                  <a:pt x="18000" y="6805"/>
                  <a:pt x="18000" y="10948"/>
                </a:cubicBezTo>
                <a:close/>
                <a:moveTo>
                  <a:pt x="10800" y="0"/>
                </a:moveTo>
                <a:cubicBezTo>
                  <a:pt x="4800" y="0"/>
                  <a:pt x="0" y="5030"/>
                  <a:pt x="0" y="10948"/>
                </a:cubicBezTo>
                <a:cubicBezTo>
                  <a:pt x="0" y="16866"/>
                  <a:pt x="4800" y="21600"/>
                  <a:pt x="10800" y="21600"/>
                </a:cubicBezTo>
                <a:cubicBezTo>
                  <a:pt x="16800" y="21600"/>
                  <a:pt x="21600" y="16866"/>
                  <a:pt x="21600" y="10948"/>
                </a:cubicBezTo>
                <a:cubicBezTo>
                  <a:pt x="21600" y="5030"/>
                  <a:pt x="16800" y="0"/>
                  <a:pt x="10800"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69" name="Shape 2269"/>
          <p:cNvSpPr/>
          <p:nvPr/>
        </p:nvSpPr>
        <p:spPr>
          <a:xfrm>
            <a:off x="14747409" y="6143625"/>
            <a:ext cx="736601" cy="7397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10800"/>
                </a:moveTo>
                <a:cubicBezTo>
                  <a:pt x="18000" y="14700"/>
                  <a:pt x="14700" y="18000"/>
                  <a:pt x="10800" y="18000"/>
                </a:cubicBezTo>
                <a:cubicBezTo>
                  <a:pt x="6900" y="18000"/>
                  <a:pt x="3600" y="14700"/>
                  <a:pt x="3600" y="10800"/>
                </a:cubicBezTo>
                <a:cubicBezTo>
                  <a:pt x="3600" y="6900"/>
                  <a:pt x="6900" y="3600"/>
                  <a:pt x="10800" y="3600"/>
                </a:cubicBezTo>
                <a:cubicBezTo>
                  <a:pt x="14700" y="3600"/>
                  <a:pt x="18000" y="6900"/>
                  <a:pt x="18000" y="10800"/>
                </a:cubicBezTo>
                <a:close/>
                <a:moveTo>
                  <a:pt x="10800" y="0"/>
                </a:moveTo>
                <a:cubicBezTo>
                  <a:pt x="4800" y="0"/>
                  <a:pt x="0" y="4800"/>
                  <a:pt x="0" y="10800"/>
                </a:cubicBezTo>
                <a:cubicBezTo>
                  <a:pt x="0" y="16800"/>
                  <a:pt x="4800" y="21600"/>
                  <a:pt x="10800" y="21600"/>
                </a:cubicBezTo>
                <a:cubicBezTo>
                  <a:pt x="16800" y="21600"/>
                  <a:pt x="21600" y="16800"/>
                  <a:pt x="21600" y="10800"/>
                </a:cubicBezTo>
                <a:cubicBezTo>
                  <a:pt x="21600" y="4800"/>
                  <a:pt x="16800" y="0"/>
                  <a:pt x="10800"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0" name="Shape 2270"/>
          <p:cNvSpPr/>
          <p:nvPr/>
        </p:nvSpPr>
        <p:spPr>
          <a:xfrm>
            <a:off x="13013859" y="5137151"/>
            <a:ext cx="733427" cy="749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10652"/>
                </a:moveTo>
                <a:cubicBezTo>
                  <a:pt x="18000" y="14795"/>
                  <a:pt x="14700" y="17753"/>
                  <a:pt x="10800" y="17753"/>
                </a:cubicBezTo>
                <a:cubicBezTo>
                  <a:pt x="6900" y="17753"/>
                  <a:pt x="3600" y="14795"/>
                  <a:pt x="3600" y="10652"/>
                </a:cubicBezTo>
                <a:cubicBezTo>
                  <a:pt x="3600" y="6805"/>
                  <a:pt x="6900" y="3551"/>
                  <a:pt x="10800" y="3551"/>
                </a:cubicBezTo>
                <a:cubicBezTo>
                  <a:pt x="14700" y="3551"/>
                  <a:pt x="18000" y="6805"/>
                  <a:pt x="18000" y="10652"/>
                </a:cubicBezTo>
                <a:close/>
                <a:moveTo>
                  <a:pt x="10800" y="0"/>
                </a:moveTo>
                <a:cubicBezTo>
                  <a:pt x="4800" y="0"/>
                  <a:pt x="0" y="4734"/>
                  <a:pt x="0" y="10652"/>
                </a:cubicBezTo>
                <a:cubicBezTo>
                  <a:pt x="0" y="16570"/>
                  <a:pt x="4800" y="21600"/>
                  <a:pt x="10800" y="21600"/>
                </a:cubicBezTo>
                <a:cubicBezTo>
                  <a:pt x="16800" y="21600"/>
                  <a:pt x="21600" y="16570"/>
                  <a:pt x="21600" y="10652"/>
                </a:cubicBezTo>
                <a:cubicBezTo>
                  <a:pt x="21600" y="4734"/>
                  <a:pt x="16800" y="0"/>
                  <a:pt x="10800"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1" name="Shape 2271"/>
          <p:cNvSpPr/>
          <p:nvPr/>
        </p:nvSpPr>
        <p:spPr>
          <a:xfrm>
            <a:off x="9530886" y="6143625"/>
            <a:ext cx="733427" cy="7397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00" y="0"/>
                  <a:pt x="0" y="4800"/>
                  <a:pt x="0" y="10800"/>
                </a:cubicBezTo>
                <a:cubicBezTo>
                  <a:pt x="0" y="16800"/>
                  <a:pt x="4800" y="21600"/>
                  <a:pt x="10800" y="21600"/>
                </a:cubicBezTo>
                <a:cubicBezTo>
                  <a:pt x="16800" y="21600"/>
                  <a:pt x="21600" y="16800"/>
                  <a:pt x="21600" y="10800"/>
                </a:cubicBezTo>
                <a:cubicBezTo>
                  <a:pt x="21600" y="4800"/>
                  <a:pt x="16800" y="0"/>
                  <a:pt x="10800" y="0"/>
                </a:cubicBezTo>
                <a:close/>
                <a:moveTo>
                  <a:pt x="10800" y="18000"/>
                </a:moveTo>
                <a:cubicBezTo>
                  <a:pt x="6900" y="18000"/>
                  <a:pt x="3600" y="14700"/>
                  <a:pt x="3600" y="10800"/>
                </a:cubicBezTo>
                <a:cubicBezTo>
                  <a:pt x="3600" y="6900"/>
                  <a:pt x="6900" y="3600"/>
                  <a:pt x="10800" y="3600"/>
                </a:cubicBezTo>
                <a:cubicBezTo>
                  <a:pt x="14700" y="3600"/>
                  <a:pt x="18000" y="6900"/>
                  <a:pt x="18000" y="10800"/>
                </a:cubicBezTo>
                <a:cubicBezTo>
                  <a:pt x="18000" y="14700"/>
                  <a:pt x="14700" y="18000"/>
                  <a:pt x="10800" y="1800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2" name="Shape 2272"/>
          <p:cNvSpPr/>
          <p:nvPr/>
        </p:nvSpPr>
        <p:spPr>
          <a:xfrm>
            <a:off x="6120936" y="6381751"/>
            <a:ext cx="733427" cy="749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00" y="0"/>
                  <a:pt x="0" y="4734"/>
                  <a:pt x="0" y="10652"/>
                </a:cubicBezTo>
                <a:cubicBezTo>
                  <a:pt x="0" y="16570"/>
                  <a:pt x="4800" y="21600"/>
                  <a:pt x="10800" y="21600"/>
                </a:cubicBezTo>
                <a:cubicBezTo>
                  <a:pt x="16800" y="21600"/>
                  <a:pt x="21600" y="16570"/>
                  <a:pt x="21600" y="10652"/>
                </a:cubicBezTo>
                <a:cubicBezTo>
                  <a:pt x="21600" y="4734"/>
                  <a:pt x="16800" y="0"/>
                  <a:pt x="10800" y="0"/>
                </a:cubicBezTo>
                <a:close/>
                <a:moveTo>
                  <a:pt x="10800" y="17753"/>
                </a:moveTo>
                <a:cubicBezTo>
                  <a:pt x="6900" y="17753"/>
                  <a:pt x="3600" y="14795"/>
                  <a:pt x="3600" y="10652"/>
                </a:cubicBezTo>
                <a:cubicBezTo>
                  <a:pt x="3600" y="6805"/>
                  <a:pt x="6900" y="3551"/>
                  <a:pt x="10800" y="3551"/>
                </a:cubicBezTo>
                <a:cubicBezTo>
                  <a:pt x="14700" y="3551"/>
                  <a:pt x="18000" y="6805"/>
                  <a:pt x="18000" y="10652"/>
                </a:cubicBezTo>
                <a:cubicBezTo>
                  <a:pt x="18000" y="14795"/>
                  <a:pt x="14700" y="17753"/>
                  <a:pt x="10800" y="17753"/>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3" name="Shape 2273"/>
          <p:cNvSpPr/>
          <p:nvPr/>
        </p:nvSpPr>
        <p:spPr>
          <a:xfrm>
            <a:off x="4311186" y="6864351"/>
            <a:ext cx="736601" cy="749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00" y="0"/>
                  <a:pt x="0" y="4734"/>
                  <a:pt x="0" y="10652"/>
                </a:cubicBezTo>
                <a:cubicBezTo>
                  <a:pt x="0" y="16570"/>
                  <a:pt x="4800" y="21600"/>
                  <a:pt x="10800" y="21600"/>
                </a:cubicBezTo>
                <a:cubicBezTo>
                  <a:pt x="16800" y="21600"/>
                  <a:pt x="21600" y="16570"/>
                  <a:pt x="21600" y="10652"/>
                </a:cubicBezTo>
                <a:cubicBezTo>
                  <a:pt x="21600" y="4734"/>
                  <a:pt x="16800" y="0"/>
                  <a:pt x="10800" y="0"/>
                </a:cubicBezTo>
                <a:close/>
                <a:moveTo>
                  <a:pt x="10800" y="17753"/>
                </a:moveTo>
                <a:cubicBezTo>
                  <a:pt x="6900" y="17753"/>
                  <a:pt x="3600" y="14795"/>
                  <a:pt x="3600" y="10652"/>
                </a:cubicBezTo>
                <a:cubicBezTo>
                  <a:pt x="3600" y="6805"/>
                  <a:pt x="6900" y="3551"/>
                  <a:pt x="10800" y="3551"/>
                </a:cubicBezTo>
                <a:cubicBezTo>
                  <a:pt x="14700" y="3551"/>
                  <a:pt x="18000" y="6805"/>
                  <a:pt x="18000" y="10652"/>
                </a:cubicBezTo>
                <a:cubicBezTo>
                  <a:pt x="18000" y="14795"/>
                  <a:pt x="14700" y="17753"/>
                  <a:pt x="10800" y="17753"/>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4" name="Shape 2274"/>
          <p:cNvSpPr/>
          <p:nvPr/>
        </p:nvSpPr>
        <p:spPr>
          <a:xfrm>
            <a:off x="5016036" y="6791325"/>
            <a:ext cx="1133477" cy="4127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16" y="0"/>
                </a:moveTo>
                <a:cubicBezTo>
                  <a:pt x="0" y="15120"/>
                  <a:pt x="0" y="15120"/>
                  <a:pt x="0" y="15120"/>
                </a:cubicBezTo>
                <a:cubicBezTo>
                  <a:pt x="389" y="17280"/>
                  <a:pt x="584" y="19440"/>
                  <a:pt x="584" y="21600"/>
                </a:cubicBezTo>
                <a:cubicBezTo>
                  <a:pt x="21600" y="5940"/>
                  <a:pt x="21600" y="5940"/>
                  <a:pt x="21600" y="5940"/>
                </a:cubicBezTo>
                <a:cubicBezTo>
                  <a:pt x="21211" y="4320"/>
                  <a:pt x="21016" y="2160"/>
                  <a:pt x="21016"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5" name="Shape 2275"/>
          <p:cNvSpPr/>
          <p:nvPr/>
        </p:nvSpPr>
        <p:spPr>
          <a:xfrm>
            <a:off x="7784636" y="7829551"/>
            <a:ext cx="746127" cy="749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48" y="0"/>
                </a:moveTo>
                <a:cubicBezTo>
                  <a:pt x="5030" y="0"/>
                  <a:pt x="0" y="5030"/>
                  <a:pt x="0" y="10948"/>
                </a:cubicBezTo>
                <a:cubicBezTo>
                  <a:pt x="0" y="16866"/>
                  <a:pt x="5030" y="21600"/>
                  <a:pt x="10948" y="21600"/>
                </a:cubicBezTo>
                <a:cubicBezTo>
                  <a:pt x="16866" y="21600"/>
                  <a:pt x="21600" y="16866"/>
                  <a:pt x="21600" y="10948"/>
                </a:cubicBezTo>
                <a:cubicBezTo>
                  <a:pt x="21600" y="5030"/>
                  <a:pt x="16866" y="0"/>
                  <a:pt x="10948" y="0"/>
                </a:cubicBezTo>
                <a:close/>
                <a:moveTo>
                  <a:pt x="10948" y="18049"/>
                </a:moveTo>
                <a:cubicBezTo>
                  <a:pt x="6805" y="18049"/>
                  <a:pt x="3847" y="14795"/>
                  <a:pt x="3847" y="10948"/>
                </a:cubicBezTo>
                <a:cubicBezTo>
                  <a:pt x="3847" y="6805"/>
                  <a:pt x="6805" y="3847"/>
                  <a:pt x="10948" y="3847"/>
                </a:cubicBezTo>
                <a:cubicBezTo>
                  <a:pt x="14795" y="3847"/>
                  <a:pt x="18049" y="6805"/>
                  <a:pt x="18049" y="10948"/>
                </a:cubicBezTo>
                <a:cubicBezTo>
                  <a:pt x="18049" y="14795"/>
                  <a:pt x="14795" y="18049"/>
                  <a:pt x="10948" y="18049"/>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6" name="Shape 2276"/>
          <p:cNvSpPr/>
          <p:nvPr/>
        </p:nvSpPr>
        <p:spPr>
          <a:xfrm>
            <a:off x="6721009" y="6946901"/>
            <a:ext cx="1206501" cy="10668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731"/>
                </a:moveTo>
                <a:cubicBezTo>
                  <a:pt x="1464" y="0"/>
                  <a:pt x="1464" y="0"/>
                  <a:pt x="1464" y="0"/>
                </a:cubicBezTo>
                <a:cubicBezTo>
                  <a:pt x="1098" y="831"/>
                  <a:pt x="549" y="1454"/>
                  <a:pt x="0" y="1869"/>
                </a:cubicBezTo>
                <a:cubicBezTo>
                  <a:pt x="20136" y="21600"/>
                  <a:pt x="20136" y="21600"/>
                  <a:pt x="20136" y="21600"/>
                </a:cubicBezTo>
                <a:cubicBezTo>
                  <a:pt x="20502" y="20769"/>
                  <a:pt x="20868" y="20146"/>
                  <a:pt x="21600" y="19731"/>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7" name="Shape 2277"/>
          <p:cNvSpPr/>
          <p:nvPr/>
        </p:nvSpPr>
        <p:spPr>
          <a:xfrm>
            <a:off x="8375186" y="6718301"/>
            <a:ext cx="1308101" cy="12763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81" y="0"/>
                </a:moveTo>
                <a:cubicBezTo>
                  <a:pt x="0" y="20032"/>
                  <a:pt x="0" y="20032"/>
                  <a:pt x="0" y="20032"/>
                </a:cubicBezTo>
                <a:cubicBezTo>
                  <a:pt x="506" y="20555"/>
                  <a:pt x="1012" y="21077"/>
                  <a:pt x="1519" y="21600"/>
                </a:cubicBezTo>
                <a:cubicBezTo>
                  <a:pt x="21600" y="1568"/>
                  <a:pt x="21600" y="1568"/>
                  <a:pt x="21600" y="1568"/>
                </a:cubicBezTo>
                <a:cubicBezTo>
                  <a:pt x="20925" y="1219"/>
                  <a:pt x="20419" y="697"/>
                  <a:pt x="20081"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8" name="Shape 2278"/>
          <p:cNvSpPr/>
          <p:nvPr/>
        </p:nvSpPr>
        <p:spPr>
          <a:xfrm>
            <a:off x="11267609" y="6350001"/>
            <a:ext cx="742951" cy="7397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49" y="10800"/>
                </a:moveTo>
                <a:cubicBezTo>
                  <a:pt x="18049" y="14700"/>
                  <a:pt x="14795" y="18000"/>
                  <a:pt x="10652" y="18000"/>
                </a:cubicBezTo>
                <a:cubicBezTo>
                  <a:pt x="6805" y="18000"/>
                  <a:pt x="3551" y="14700"/>
                  <a:pt x="3551" y="10800"/>
                </a:cubicBezTo>
                <a:cubicBezTo>
                  <a:pt x="3551" y="6900"/>
                  <a:pt x="6805" y="3600"/>
                  <a:pt x="10652" y="3600"/>
                </a:cubicBezTo>
                <a:cubicBezTo>
                  <a:pt x="14795" y="3600"/>
                  <a:pt x="18049" y="6900"/>
                  <a:pt x="18049" y="10800"/>
                </a:cubicBezTo>
                <a:close/>
                <a:moveTo>
                  <a:pt x="10652" y="0"/>
                </a:moveTo>
                <a:cubicBezTo>
                  <a:pt x="4734" y="0"/>
                  <a:pt x="0" y="4800"/>
                  <a:pt x="0" y="10800"/>
                </a:cubicBezTo>
                <a:cubicBezTo>
                  <a:pt x="0" y="16800"/>
                  <a:pt x="4734" y="21600"/>
                  <a:pt x="10652" y="21600"/>
                </a:cubicBezTo>
                <a:cubicBezTo>
                  <a:pt x="16570" y="21600"/>
                  <a:pt x="21600" y="16800"/>
                  <a:pt x="21600" y="10800"/>
                </a:cubicBezTo>
                <a:cubicBezTo>
                  <a:pt x="21600" y="4800"/>
                  <a:pt x="16570" y="0"/>
                  <a:pt x="10652"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79" name="Shape 2279"/>
          <p:cNvSpPr/>
          <p:nvPr/>
        </p:nvSpPr>
        <p:spPr>
          <a:xfrm>
            <a:off x="10254786" y="6492875"/>
            <a:ext cx="1031877" cy="247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72" y="21600"/>
                </a:moveTo>
                <a:cubicBezTo>
                  <a:pt x="21172" y="20700"/>
                  <a:pt x="21172" y="20700"/>
                  <a:pt x="21172" y="19800"/>
                </a:cubicBezTo>
                <a:cubicBezTo>
                  <a:pt x="21172" y="16200"/>
                  <a:pt x="21386" y="13500"/>
                  <a:pt x="21600" y="10800"/>
                </a:cubicBezTo>
                <a:cubicBezTo>
                  <a:pt x="214" y="0"/>
                  <a:pt x="214" y="0"/>
                  <a:pt x="214" y="0"/>
                </a:cubicBezTo>
                <a:cubicBezTo>
                  <a:pt x="214" y="900"/>
                  <a:pt x="214" y="900"/>
                  <a:pt x="214" y="1800"/>
                </a:cubicBezTo>
                <a:cubicBezTo>
                  <a:pt x="214" y="4500"/>
                  <a:pt x="214" y="8100"/>
                  <a:pt x="0" y="10800"/>
                </a:cubicBezTo>
                <a:lnTo>
                  <a:pt x="21172"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80" name="Shape 2280"/>
          <p:cNvSpPr/>
          <p:nvPr/>
        </p:nvSpPr>
        <p:spPr>
          <a:xfrm>
            <a:off x="11899436" y="5629275"/>
            <a:ext cx="1266827" cy="9366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81" y="0"/>
                </a:moveTo>
                <a:cubicBezTo>
                  <a:pt x="0" y="19226"/>
                  <a:pt x="0" y="19226"/>
                  <a:pt x="0" y="19226"/>
                </a:cubicBezTo>
                <a:cubicBezTo>
                  <a:pt x="523" y="19938"/>
                  <a:pt x="1045" y="20651"/>
                  <a:pt x="1219" y="21600"/>
                </a:cubicBezTo>
                <a:cubicBezTo>
                  <a:pt x="21600" y="2374"/>
                  <a:pt x="21600" y="2374"/>
                  <a:pt x="21600" y="2374"/>
                </a:cubicBezTo>
                <a:cubicBezTo>
                  <a:pt x="21077" y="1662"/>
                  <a:pt x="20729" y="949"/>
                  <a:pt x="20381"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81" name="Shape 2281"/>
          <p:cNvSpPr/>
          <p:nvPr/>
        </p:nvSpPr>
        <p:spPr>
          <a:xfrm>
            <a:off x="13604409" y="5610225"/>
            <a:ext cx="1285877" cy="800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831"/>
                </a:moveTo>
                <a:cubicBezTo>
                  <a:pt x="1029" y="0"/>
                  <a:pt x="1029" y="0"/>
                  <a:pt x="1029" y="0"/>
                </a:cubicBezTo>
                <a:cubicBezTo>
                  <a:pt x="857" y="1108"/>
                  <a:pt x="514" y="1938"/>
                  <a:pt x="0" y="2769"/>
                </a:cubicBezTo>
                <a:cubicBezTo>
                  <a:pt x="20571" y="21600"/>
                  <a:pt x="20571" y="21600"/>
                  <a:pt x="20571" y="21600"/>
                </a:cubicBezTo>
                <a:cubicBezTo>
                  <a:pt x="20743" y="20492"/>
                  <a:pt x="21086" y="19662"/>
                  <a:pt x="21600" y="18831"/>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82" name="Shape 2282"/>
          <p:cNvSpPr/>
          <p:nvPr/>
        </p:nvSpPr>
        <p:spPr>
          <a:xfrm>
            <a:off x="15410986" y="6483351"/>
            <a:ext cx="1146177" cy="2349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07" y="21600"/>
                </a:moveTo>
                <a:cubicBezTo>
                  <a:pt x="21407" y="20661"/>
                  <a:pt x="21407" y="19722"/>
                  <a:pt x="21407" y="18783"/>
                </a:cubicBezTo>
                <a:cubicBezTo>
                  <a:pt x="21407" y="15026"/>
                  <a:pt x="21407" y="12209"/>
                  <a:pt x="21600" y="10330"/>
                </a:cubicBezTo>
                <a:cubicBezTo>
                  <a:pt x="193" y="0"/>
                  <a:pt x="193" y="0"/>
                  <a:pt x="193" y="0"/>
                </a:cubicBezTo>
                <a:cubicBezTo>
                  <a:pt x="193" y="939"/>
                  <a:pt x="193" y="1878"/>
                  <a:pt x="193" y="2817"/>
                </a:cubicBezTo>
                <a:cubicBezTo>
                  <a:pt x="193" y="5635"/>
                  <a:pt x="193" y="8452"/>
                  <a:pt x="0" y="11270"/>
                </a:cubicBezTo>
                <a:lnTo>
                  <a:pt x="21407" y="21600"/>
                </a:ln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83" name="Shape 2283"/>
          <p:cNvSpPr/>
          <p:nvPr/>
        </p:nvSpPr>
        <p:spPr>
          <a:xfrm>
            <a:off x="17119136" y="6165851"/>
            <a:ext cx="1212851" cy="4921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74" y="0"/>
                </a:moveTo>
                <a:cubicBezTo>
                  <a:pt x="0" y="16200"/>
                  <a:pt x="0" y="16200"/>
                  <a:pt x="0" y="16200"/>
                </a:cubicBezTo>
                <a:cubicBezTo>
                  <a:pt x="363" y="17550"/>
                  <a:pt x="545" y="19350"/>
                  <a:pt x="726" y="21600"/>
                </a:cubicBezTo>
                <a:cubicBezTo>
                  <a:pt x="21600" y="4950"/>
                  <a:pt x="21600" y="4950"/>
                  <a:pt x="21600" y="4950"/>
                </a:cubicBezTo>
                <a:cubicBezTo>
                  <a:pt x="21237" y="3600"/>
                  <a:pt x="20874" y="1800"/>
                  <a:pt x="20874" y="0"/>
                </a:cubicBezTo>
                <a:close/>
              </a:path>
            </a:pathLst>
          </a:custGeom>
          <a:solidFill>
            <a:srgbClr val="D8D8D8"/>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284" name="Shape 2284"/>
          <p:cNvSpPr/>
          <p:nvPr/>
        </p:nvSpPr>
        <p:spPr>
          <a:xfrm>
            <a:off x="3619384" y="3876056"/>
            <a:ext cx="1803959"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Planificar</a:t>
            </a:r>
          </a:p>
        </p:txBody>
      </p:sp>
      <p:sp>
        <p:nvSpPr>
          <p:cNvPr id="2285" name="Shape 2285"/>
          <p:cNvSpPr/>
          <p:nvPr/>
        </p:nvSpPr>
        <p:spPr>
          <a:xfrm>
            <a:off x="3619384" y="4493245"/>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286" name="Shape 2286"/>
          <p:cNvSpPr/>
          <p:nvPr/>
        </p:nvSpPr>
        <p:spPr>
          <a:xfrm>
            <a:off x="3619384" y="4491609"/>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87" name="Shape 2287"/>
          <p:cNvSpPr/>
          <p:nvPr/>
        </p:nvSpPr>
        <p:spPr>
          <a:xfrm flipH="1" flipV="1">
            <a:off x="2882434" y="5343526"/>
            <a:ext cx="1729350" cy="177981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88" name="Shape 2288"/>
          <p:cNvSpPr/>
          <p:nvPr/>
        </p:nvSpPr>
        <p:spPr>
          <a:xfrm flipV="1">
            <a:off x="5486289" y="6866796"/>
            <a:ext cx="885740" cy="2194199"/>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89" name="Shape 2289"/>
          <p:cNvSpPr/>
          <p:nvPr/>
        </p:nvSpPr>
        <p:spPr>
          <a:xfrm>
            <a:off x="2894519" y="8834548"/>
            <a:ext cx="1880769"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Investigar</a:t>
            </a:r>
          </a:p>
        </p:txBody>
      </p:sp>
      <p:sp>
        <p:nvSpPr>
          <p:cNvPr id="2290" name="Shape 2290"/>
          <p:cNvSpPr/>
          <p:nvPr/>
        </p:nvSpPr>
        <p:spPr>
          <a:xfrm>
            <a:off x="749763" y="9451737"/>
            <a:ext cx="4025526"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291" name="Shape 2291"/>
          <p:cNvSpPr/>
          <p:nvPr/>
        </p:nvSpPr>
        <p:spPr>
          <a:xfrm>
            <a:off x="1679288" y="9450102"/>
            <a:ext cx="3096000"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92" name="Shape 2292"/>
          <p:cNvSpPr/>
          <p:nvPr/>
        </p:nvSpPr>
        <p:spPr>
          <a:xfrm flipV="1">
            <a:off x="8151579" y="4749316"/>
            <a:ext cx="61017" cy="3336366"/>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93" name="Shape 2293"/>
          <p:cNvSpPr/>
          <p:nvPr/>
        </p:nvSpPr>
        <p:spPr>
          <a:xfrm>
            <a:off x="8856629" y="3586010"/>
            <a:ext cx="210017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Estrategias</a:t>
            </a:r>
          </a:p>
        </p:txBody>
      </p:sp>
      <p:sp>
        <p:nvSpPr>
          <p:cNvPr id="2294" name="Shape 2294"/>
          <p:cNvSpPr/>
          <p:nvPr/>
        </p:nvSpPr>
        <p:spPr>
          <a:xfrm>
            <a:off x="8856629" y="4203200"/>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295" name="Shape 2295"/>
          <p:cNvSpPr/>
          <p:nvPr/>
        </p:nvSpPr>
        <p:spPr>
          <a:xfrm>
            <a:off x="8856629" y="4201564"/>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96" name="Shape 2296"/>
          <p:cNvSpPr/>
          <p:nvPr/>
        </p:nvSpPr>
        <p:spPr>
          <a:xfrm flipV="1">
            <a:off x="8884881" y="6488332"/>
            <a:ext cx="984036" cy="381487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297" name="Shape 2297"/>
          <p:cNvSpPr/>
          <p:nvPr/>
        </p:nvSpPr>
        <p:spPr>
          <a:xfrm>
            <a:off x="6896141" y="10309514"/>
            <a:ext cx="1118363"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Ideas</a:t>
            </a:r>
          </a:p>
        </p:txBody>
      </p:sp>
      <p:sp>
        <p:nvSpPr>
          <p:cNvPr id="2298" name="Shape 2298"/>
          <p:cNvSpPr/>
          <p:nvPr/>
        </p:nvSpPr>
        <p:spPr>
          <a:xfrm>
            <a:off x="3988980" y="10926704"/>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299" name="Shape 2299"/>
          <p:cNvSpPr/>
          <p:nvPr/>
        </p:nvSpPr>
        <p:spPr>
          <a:xfrm>
            <a:off x="4918504" y="10925068"/>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00" name="Shape 2300"/>
          <p:cNvSpPr/>
          <p:nvPr/>
        </p:nvSpPr>
        <p:spPr>
          <a:xfrm flipV="1">
            <a:off x="10419883" y="6677032"/>
            <a:ext cx="1191869" cy="2157517"/>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01" name="Shape 2301"/>
          <p:cNvSpPr/>
          <p:nvPr/>
        </p:nvSpPr>
        <p:spPr>
          <a:xfrm>
            <a:off x="10649819" y="9306204"/>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302" name="Shape 2302"/>
          <p:cNvSpPr/>
          <p:nvPr/>
        </p:nvSpPr>
        <p:spPr>
          <a:xfrm>
            <a:off x="10649819" y="9304567"/>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03" name="Shape 2303"/>
          <p:cNvSpPr/>
          <p:nvPr/>
        </p:nvSpPr>
        <p:spPr>
          <a:xfrm flipV="1">
            <a:off x="13423106" y="4567308"/>
            <a:ext cx="393997" cy="861283"/>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04" name="Shape 2304"/>
          <p:cNvSpPr/>
          <p:nvPr/>
        </p:nvSpPr>
        <p:spPr>
          <a:xfrm>
            <a:off x="14724022" y="3359761"/>
            <a:ext cx="2249171"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Distribución</a:t>
            </a:r>
          </a:p>
        </p:txBody>
      </p:sp>
      <p:sp>
        <p:nvSpPr>
          <p:cNvPr id="2305" name="Shape 2305"/>
          <p:cNvSpPr/>
          <p:nvPr/>
        </p:nvSpPr>
        <p:spPr>
          <a:xfrm>
            <a:off x="14724022" y="3976951"/>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306" name="Shape 2306"/>
          <p:cNvSpPr/>
          <p:nvPr/>
        </p:nvSpPr>
        <p:spPr>
          <a:xfrm>
            <a:off x="14724022" y="3975315"/>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07" name="Shape 2307"/>
          <p:cNvSpPr/>
          <p:nvPr/>
        </p:nvSpPr>
        <p:spPr>
          <a:xfrm>
            <a:off x="14676776" y="10152061"/>
            <a:ext cx="2029054"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Promoción</a:t>
            </a:r>
          </a:p>
        </p:txBody>
      </p:sp>
      <p:sp>
        <p:nvSpPr>
          <p:cNvPr id="2308" name="Shape 2308"/>
          <p:cNvSpPr/>
          <p:nvPr/>
        </p:nvSpPr>
        <p:spPr>
          <a:xfrm>
            <a:off x="12680305" y="10769251"/>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309" name="Shape 2309"/>
          <p:cNvSpPr/>
          <p:nvPr/>
        </p:nvSpPr>
        <p:spPr>
          <a:xfrm>
            <a:off x="13609829" y="10767615"/>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10" name="Shape 2310"/>
          <p:cNvSpPr/>
          <p:nvPr/>
        </p:nvSpPr>
        <p:spPr>
          <a:xfrm flipH="1" flipV="1">
            <a:off x="15117300" y="6677027"/>
            <a:ext cx="1247971" cy="3352467"/>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11" name="Shape 2311"/>
          <p:cNvSpPr/>
          <p:nvPr/>
        </p:nvSpPr>
        <p:spPr>
          <a:xfrm flipH="1" flipV="1">
            <a:off x="16868729" y="6645277"/>
            <a:ext cx="942685" cy="1923012"/>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12" name="Shape 2312"/>
          <p:cNvSpPr/>
          <p:nvPr/>
        </p:nvSpPr>
        <p:spPr>
          <a:xfrm flipH="1">
            <a:off x="18597100" y="4968831"/>
            <a:ext cx="300242" cy="1000169"/>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13" name="Shape 2313"/>
          <p:cNvSpPr/>
          <p:nvPr/>
        </p:nvSpPr>
        <p:spPr>
          <a:xfrm>
            <a:off x="18552439" y="8545031"/>
            <a:ext cx="1586333"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Análisis </a:t>
            </a:r>
          </a:p>
        </p:txBody>
      </p:sp>
      <p:sp>
        <p:nvSpPr>
          <p:cNvPr id="2314" name="Shape 2314"/>
          <p:cNvSpPr/>
          <p:nvPr/>
        </p:nvSpPr>
        <p:spPr>
          <a:xfrm>
            <a:off x="18552439" y="9162222"/>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315" name="Shape 2315"/>
          <p:cNvSpPr/>
          <p:nvPr/>
        </p:nvSpPr>
        <p:spPr>
          <a:xfrm>
            <a:off x="18552439" y="9160585"/>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16" name="Shape 2316"/>
          <p:cNvSpPr/>
          <p:nvPr/>
        </p:nvSpPr>
        <p:spPr>
          <a:xfrm>
            <a:off x="19575820" y="3746744"/>
            <a:ext cx="1755243"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Medición</a:t>
            </a:r>
          </a:p>
        </p:txBody>
      </p:sp>
      <p:sp>
        <p:nvSpPr>
          <p:cNvPr id="2317" name="Shape 2317"/>
          <p:cNvSpPr/>
          <p:nvPr/>
        </p:nvSpPr>
        <p:spPr>
          <a:xfrm>
            <a:off x="19575820" y="4363934"/>
            <a:ext cx="4025525"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6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2318" name="Shape 2318"/>
          <p:cNvSpPr/>
          <p:nvPr/>
        </p:nvSpPr>
        <p:spPr>
          <a:xfrm>
            <a:off x="19575820" y="4362298"/>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319" name="Shape 2319"/>
          <p:cNvSpPr/>
          <p:nvPr/>
        </p:nvSpPr>
        <p:spPr>
          <a:xfrm>
            <a:off x="2776183" y="3958151"/>
            <a:ext cx="902210"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0" name="Shape 2320"/>
          <p:cNvSpPr/>
          <p:nvPr/>
        </p:nvSpPr>
        <p:spPr>
          <a:xfrm>
            <a:off x="10573408" y="8641537"/>
            <a:ext cx="2387855"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Planificación</a:t>
            </a:r>
          </a:p>
        </p:txBody>
      </p:sp>
      <p:sp>
        <p:nvSpPr>
          <p:cNvPr id="2321" name="Shape 2321"/>
          <p:cNvSpPr/>
          <p:nvPr/>
        </p:nvSpPr>
        <p:spPr>
          <a:xfrm>
            <a:off x="7817057" y="3585271"/>
            <a:ext cx="902211" cy="936626"/>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2" name="Shape 2322"/>
          <p:cNvSpPr/>
          <p:nvPr/>
        </p:nvSpPr>
        <p:spPr>
          <a:xfrm>
            <a:off x="13694644" y="3424206"/>
            <a:ext cx="902211"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3" name="Shape 2323"/>
          <p:cNvSpPr/>
          <p:nvPr/>
        </p:nvSpPr>
        <p:spPr>
          <a:xfrm>
            <a:off x="18690869" y="3734887"/>
            <a:ext cx="902211"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4" name="Shape 2324"/>
          <p:cNvSpPr/>
          <p:nvPr/>
        </p:nvSpPr>
        <p:spPr>
          <a:xfrm>
            <a:off x="4716279" y="8791522"/>
            <a:ext cx="902210"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5" name="Shape 2325"/>
          <p:cNvSpPr/>
          <p:nvPr/>
        </p:nvSpPr>
        <p:spPr>
          <a:xfrm>
            <a:off x="7975245" y="10181616"/>
            <a:ext cx="902211"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6" name="Shape 2326"/>
          <p:cNvSpPr/>
          <p:nvPr/>
        </p:nvSpPr>
        <p:spPr>
          <a:xfrm>
            <a:off x="9737370" y="8791522"/>
            <a:ext cx="902211"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7" name="Shape 2327"/>
          <p:cNvSpPr/>
          <p:nvPr/>
        </p:nvSpPr>
        <p:spPr>
          <a:xfrm>
            <a:off x="16690511" y="9984738"/>
            <a:ext cx="902210"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8" name="Shape 2328"/>
          <p:cNvSpPr/>
          <p:nvPr/>
        </p:nvSpPr>
        <p:spPr>
          <a:xfrm>
            <a:off x="17736751" y="8377708"/>
            <a:ext cx="902210" cy="936627"/>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000">
                <a:solidFill>
                  <a:srgbClr val="FFFFFF"/>
                </a:solidFill>
                <a:latin typeface="Raleway SemiBold"/>
                <a:ea typeface="Raleway SemiBold"/>
                <a:cs typeface="Raleway SemiBold"/>
                <a:sym typeface="Raleway SemiBold"/>
              </a:defRPr>
            </a:lvl1pPr>
          </a:lstStyle>
          <a:p>
            <a:pPr/>
            <a:r>
              <a:t>icono</a:t>
            </a:r>
          </a:p>
        </p:txBody>
      </p:sp>
      <p:sp>
        <p:nvSpPr>
          <p:cNvPr id="2329" name="Shape 2329"/>
          <p:cNvSpPr/>
          <p:nvPr/>
        </p:nvSpPr>
        <p:spPr>
          <a:xfrm>
            <a:off x="303300" y="385686"/>
            <a:ext cx="110794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 de marketing, estrategias, etc…</a:t>
            </a:r>
          </a:p>
        </p:txBody>
      </p:sp>
      <p:sp>
        <p:nvSpPr>
          <p:cNvPr id="2330" name="Shape 233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2265"/>
                                        </p:tgtEl>
                                        <p:attrNameLst>
                                          <p:attrName>style.visibility</p:attrName>
                                        </p:attrNameLst>
                                      </p:cBhvr>
                                      <p:to>
                                        <p:strVal val="visible"/>
                                      </p:to>
                                    </p:set>
                                    <p:anim calcmode="lin" valueType="num">
                                      <p:cBhvr>
                                        <p:cTn id="7" dur="500" fill="hold"/>
                                        <p:tgtEl>
                                          <p:spTgt spid="2265"/>
                                        </p:tgtEl>
                                        <p:attrNameLst>
                                          <p:attrName>ppt_w</p:attrName>
                                        </p:attrNameLst>
                                      </p:cBhvr>
                                      <p:tavLst>
                                        <p:tav tm="0">
                                          <p:val>
                                            <p:fltVal val="0"/>
                                          </p:val>
                                        </p:tav>
                                        <p:tav tm="100000">
                                          <p:val>
                                            <p:strVal val="#ppt_w"/>
                                          </p:val>
                                        </p:tav>
                                      </p:tavLst>
                                    </p:anim>
                                    <p:anim calcmode="lin" valueType="num">
                                      <p:cBhvr>
                                        <p:cTn id="8" dur="500" fill="hold"/>
                                        <p:tgtEl>
                                          <p:spTgt spid="2265"/>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2258"/>
                                        </p:tgtEl>
                                        <p:attrNameLst>
                                          <p:attrName>style.visibility</p:attrName>
                                        </p:attrNameLst>
                                      </p:cBhvr>
                                      <p:to>
                                        <p:strVal val="visible"/>
                                      </p:to>
                                    </p:set>
                                    <p:anim calcmode="lin" valueType="num">
                                      <p:cBhvr>
                                        <p:cTn id="12" dur="500" fill="hold"/>
                                        <p:tgtEl>
                                          <p:spTgt spid="2258"/>
                                        </p:tgtEl>
                                        <p:attrNameLst>
                                          <p:attrName>ppt_w</p:attrName>
                                        </p:attrNameLst>
                                      </p:cBhvr>
                                      <p:tavLst>
                                        <p:tav tm="0">
                                          <p:val>
                                            <p:fltVal val="0"/>
                                          </p:val>
                                        </p:tav>
                                        <p:tav tm="100000">
                                          <p:val>
                                            <p:strVal val="#ppt_w"/>
                                          </p:val>
                                        </p:tav>
                                      </p:tavLst>
                                    </p:anim>
                                    <p:anim calcmode="lin" valueType="num">
                                      <p:cBhvr>
                                        <p:cTn id="13" dur="500" fill="hold"/>
                                        <p:tgtEl>
                                          <p:spTgt spid="225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2266"/>
                                        </p:tgtEl>
                                        <p:attrNameLst>
                                          <p:attrName>style.visibility</p:attrName>
                                        </p:attrNameLst>
                                      </p:cBhvr>
                                      <p:to>
                                        <p:strVal val="visible"/>
                                      </p:to>
                                    </p:set>
                                    <p:anim calcmode="lin" valueType="num">
                                      <p:cBhvr>
                                        <p:cTn id="17" dur="500" fill="hold"/>
                                        <p:tgtEl>
                                          <p:spTgt spid="2266"/>
                                        </p:tgtEl>
                                        <p:attrNameLst>
                                          <p:attrName>ppt_w</p:attrName>
                                        </p:attrNameLst>
                                      </p:cBhvr>
                                      <p:tavLst>
                                        <p:tav tm="0">
                                          <p:val>
                                            <p:fltVal val="0"/>
                                          </p:val>
                                        </p:tav>
                                        <p:tav tm="100000">
                                          <p:val>
                                            <p:strVal val="#ppt_w"/>
                                          </p:val>
                                        </p:tav>
                                      </p:tavLst>
                                    </p:anim>
                                    <p:anim calcmode="lin" valueType="num">
                                      <p:cBhvr>
                                        <p:cTn id="18" dur="500" fill="hold"/>
                                        <p:tgtEl>
                                          <p:spTgt spid="2266"/>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2264"/>
                                        </p:tgtEl>
                                        <p:attrNameLst>
                                          <p:attrName>style.visibility</p:attrName>
                                        </p:attrNameLst>
                                      </p:cBhvr>
                                      <p:to>
                                        <p:strVal val="visible"/>
                                      </p:to>
                                    </p:set>
                                    <p:anim calcmode="lin" valueType="num">
                                      <p:cBhvr>
                                        <p:cTn id="22" dur="500" fill="hold"/>
                                        <p:tgtEl>
                                          <p:spTgt spid="2264"/>
                                        </p:tgtEl>
                                        <p:attrNameLst>
                                          <p:attrName>ppt_w</p:attrName>
                                        </p:attrNameLst>
                                      </p:cBhvr>
                                      <p:tavLst>
                                        <p:tav tm="0">
                                          <p:val>
                                            <p:fltVal val="0"/>
                                          </p:val>
                                        </p:tav>
                                        <p:tav tm="100000">
                                          <p:val>
                                            <p:strVal val="#ppt_w"/>
                                          </p:val>
                                        </p:tav>
                                      </p:tavLst>
                                    </p:anim>
                                    <p:anim calcmode="lin" valueType="num">
                                      <p:cBhvr>
                                        <p:cTn id="23" dur="500" fill="hold"/>
                                        <p:tgtEl>
                                          <p:spTgt spid="2264"/>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2263"/>
                                        </p:tgtEl>
                                        <p:attrNameLst>
                                          <p:attrName>style.visibility</p:attrName>
                                        </p:attrNameLst>
                                      </p:cBhvr>
                                      <p:to>
                                        <p:strVal val="visible"/>
                                      </p:to>
                                    </p:set>
                                    <p:anim calcmode="lin" valueType="num">
                                      <p:cBhvr>
                                        <p:cTn id="27" dur="500" fill="hold"/>
                                        <p:tgtEl>
                                          <p:spTgt spid="2263"/>
                                        </p:tgtEl>
                                        <p:attrNameLst>
                                          <p:attrName>ppt_w</p:attrName>
                                        </p:attrNameLst>
                                      </p:cBhvr>
                                      <p:tavLst>
                                        <p:tav tm="0">
                                          <p:val>
                                            <p:fltVal val="0"/>
                                          </p:val>
                                        </p:tav>
                                        <p:tav tm="100000">
                                          <p:val>
                                            <p:strVal val="#ppt_w"/>
                                          </p:val>
                                        </p:tav>
                                      </p:tavLst>
                                    </p:anim>
                                    <p:anim calcmode="lin" valueType="num">
                                      <p:cBhvr>
                                        <p:cTn id="28" dur="500" fill="hold"/>
                                        <p:tgtEl>
                                          <p:spTgt spid="2263"/>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2262"/>
                                        </p:tgtEl>
                                        <p:attrNameLst>
                                          <p:attrName>style.visibility</p:attrName>
                                        </p:attrNameLst>
                                      </p:cBhvr>
                                      <p:to>
                                        <p:strVal val="visible"/>
                                      </p:to>
                                    </p:set>
                                    <p:anim calcmode="lin" valueType="num">
                                      <p:cBhvr>
                                        <p:cTn id="32" dur="500" fill="hold"/>
                                        <p:tgtEl>
                                          <p:spTgt spid="2262"/>
                                        </p:tgtEl>
                                        <p:attrNameLst>
                                          <p:attrName>ppt_w</p:attrName>
                                        </p:attrNameLst>
                                      </p:cBhvr>
                                      <p:tavLst>
                                        <p:tav tm="0">
                                          <p:val>
                                            <p:fltVal val="0"/>
                                          </p:val>
                                        </p:tav>
                                        <p:tav tm="100000">
                                          <p:val>
                                            <p:strVal val="#ppt_w"/>
                                          </p:val>
                                        </p:tav>
                                      </p:tavLst>
                                    </p:anim>
                                    <p:anim calcmode="lin" valueType="num">
                                      <p:cBhvr>
                                        <p:cTn id="33" dur="500" fill="hold"/>
                                        <p:tgtEl>
                                          <p:spTgt spid="2262"/>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2261"/>
                                        </p:tgtEl>
                                        <p:attrNameLst>
                                          <p:attrName>style.visibility</p:attrName>
                                        </p:attrNameLst>
                                      </p:cBhvr>
                                      <p:to>
                                        <p:strVal val="visible"/>
                                      </p:to>
                                    </p:set>
                                    <p:anim calcmode="lin" valueType="num">
                                      <p:cBhvr>
                                        <p:cTn id="37" dur="500" fill="hold"/>
                                        <p:tgtEl>
                                          <p:spTgt spid="2261"/>
                                        </p:tgtEl>
                                        <p:attrNameLst>
                                          <p:attrName>ppt_w</p:attrName>
                                        </p:attrNameLst>
                                      </p:cBhvr>
                                      <p:tavLst>
                                        <p:tav tm="0">
                                          <p:val>
                                            <p:fltVal val="0"/>
                                          </p:val>
                                        </p:tav>
                                        <p:tav tm="100000">
                                          <p:val>
                                            <p:strVal val="#ppt_w"/>
                                          </p:val>
                                        </p:tav>
                                      </p:tavLst>
                                    </p:anim>
                                    <p:anim calcmode="lin" valueType="num">
                                      <p:cBhvr>
                                        <p:cTn id="38" dur="500" fill="hold"/>
                                        <p:tgtEl>
                                          <p:spTgt spid="2261"/>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2260"/>
                                        </p:tgtEl>
                                        <p:attrNameLst>
                                          <p:attrName>style.visibility</p:attrName>
                                        </p:attrNameLst>
                                      </p:cBhvr>
                                      <p:to>
                                        <p:strVal val="visible"/>
                                      </p:to>
                                    </p:set>
                                    <p:anim calcmode="lin" valueType="num">
                                      <p:cBhvr>
                                        <p:cTn id="42" dur="500" fill="hold"/>
                                        <p:tgtEl>
                                          <p:spTgt spid="2260"/>
                                        </p:tgtEl>
                                        <p:attrNameLst>
                                          <p:attrName>ppt_w</p:attrName>
                                        </p:attrNameLst>
                                      </p:cBhvr>
                                      <p:tavLst>
                                        <p:tav tm="0">
                                          <p:val>
                                            <p:fltVal val="0"/>
                                          </p:val>
                                        </p:tav>
                                        <p:tav tm="100000">
                                          <p:val>
                                            <p:strVal val="#ppt_w"/>
                                          </p:val>
                                        </p:tav>
                                      </p:tavLst>
                                    </p:anim>
                                    <p:anim calcmode="lin" valueType="num">
                                      <p:cBhvr>
                                        <p:cTn id="43" dur="500" fill="hold"/>
                                        <p:tgtEl>
                                          <p:spTgt spid="2260"/>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Class="entr" nodeType="afterEffect" presetSubtype="16" presetID="23" grpId="9" fill="hold">
                                  <p:stCondLst>
                                    <p:cond delay="0"/>
                                  </p:stCondLst>
                                  <p:iterate type="el" backwards="0">
                                    <p:tmAbs val="0"/>
                                  </p:iterate>
                                  <p:childTnLst>
                                    <p:set>
                                      <p:cBhvr>
                                        <p:cTn id="46" fill="hold"/>
                                        <p:tgtEl>
                                          <p:spTgt spid="2259"/>
                                        </p:tgtEl>
                                        <p:attrNameLst>
                                          <p:attrName>style.visibility</p:attrName>
                                        </p:attrNameLst>
                                      </p:cBhvr>
                                      <p:to>
                                        <p:strVal val="visible"/>
                                      </p:to>
                                    </p:set>
                                    <p:anim calcmode="lin" valueType="num">
                                      <p:cBhvr>
                                        <p:cTn id="47" dur="500" fill="hold"/>
                                        <p:tgtEl>
                                          <p:spTgt spid="2259"/>
                                        </p:tgtEl>
                                        <p:attrNameLst>
                                          <p:attrName>ppt_w</p:attrName>
                                        </p:attrNameLst>
                                      </p:cBhvr>
                                      <p:tavLst>
                                        <p:tav tm="0">
                                          <p:val>
                                            <p:fltVal val="0"/>
                                          </p:val>
                                        </p:tav>
                                        <p:tav tm="100000">
                                          <p:val>
                                            <p:strVal val="#ppt_w"/>
                                          </p:val>
                                        </p:tav>
                                      </p:tavLst>
                                    </p:anim>
                                    <p:anim calcmode="lin" valueType="num">
                                      <p:cBhvr>
                                        <p:cTn id="48" dur="500" fill="hold"/>
                                        <p:tgtEl>
                                          <p:spTgt spid="2259"/>
                                        </p:tgtEl>
                                        <p:attrNameLst>
                                          <p:attrName>ppt_h</p:attrName>
                                        </p:attrNameLst>
                                      </p:cBhvr>
                                      <p:tavLst>
                                        <p:tav tm="0">
                                          <p:val>
                                            <p:fltVal val="0"/>
                                          </p:val>
                                        </p:tav>
                                        <p:tav tm="100000">
                                          <p:val>
                                            <p:strVal val="#ppt_h"/>
                                          </p:val>
                                        </p:tav>
                                      </p:tavLst>
                                    </p:anim>
                                  </p:childTnLst>
                                </p:cTn>
                              </p:par>
                            </p:childTnLst>
                          </p:cTn>
                        </p:par>
                        <p:par>
                          <p:cTn id="49" fill="hold">
                            <p:stCondLst>
                              <p:cond delay="4500"/>
                            </p:stCondLst>
                            <p:childTnLst>
                              <p:par>
                                <p:cTn id="50" presetClass="entr" nodeType="afterEffect" presetSubtype="4" presetID="22" grpId="10" fill="hold">
                                  <p:stCondLst>
                                    <p:cond delay="0"/>
                                  </p:stCondLst>
                                  <p:iterate type="el" backwards="0">
                                    <p:tmAbs val="0"/>
                                  </p:iterate>
                                  <p:childTnLst>
                                    <p:set>
                                      <p:cBhvr>
                                        <p:cTn id="51" fill="hold"/>
                                        <p:tgtEl>
                                          <p:spTgt spid="2287"/>
                                        </p:tgtEl>
                                        <p:attrNameLst>
                                          <p:attrName>style.visibility</p:attrName>
                                        </p:attrNameLst>
                                      </p:cBhvr>
                                      <p:to>
                                        <p:strVal val="visible"/>
                                      </p:to>
                                    </p:set>
                                    <p:animEffect filter="wipe(down)" transition="in">
                                      <p:cBhvr>
                                        <p:cTn id="52" dur="500"/>
                                        <p:tgtEl>
                                          <p:spTgt spid="2287"/>
                                        </p:tgtEl>
                                      </p:cBhvr>
                                    </p:animEffect>
                                  </p:childTnLst>
                                </p:cTn>
                              </p:par>
                            </p:childTnLst>
                          </p:cTn>
                        </p:par>
                        <p:par>
                          <p:cTn id="53" fill="hold">
                            <p:stCondLst>
                              <p:cond delay="5000"/>
                            </p:stCondLst>
                            <p:childTnLst>
                              <p:par>
                                <p:cTn id="54" presetClass="entr" nodeType="afterEffect" presetSubtype="1" presetID="22" grpId="11" fill="hold">
                                  <p:stCondLst>
                                    <p:cond delay="0"/>
                                  </p:stCondLst>
                                  <p:iterate type="el" backwards="0">
                                    <p:tmAbs val="0"/>
                                  </p:iterate>
                                  <p:childTnLst>
                                    <p:set>
                                      <p:cBhvr>
                                        <p:cTn id="55" fill="hold"/>
                                        <p:tgtEl>
                                          <p:spTgt spid="2288"/>
                                        </p:tgtEl>
                                        <p:attrNameLst>
                                          <p:attrName>style.visibility</p:attrName>
                                        </p:attrNameLst>
                                      </p:cBhvr>
                                      <p:to>
                                        <p:strVal val="visible"/>
                                      </p:to>
                                    </p:set>
                                    <p:animEffect filter="wipe(up)" transition="in">
                                      <p:cBhvr>
                                        <p:cTn id="56" dur="500"/>
                                        <p:tgtEl>
                                          <p:spTgt spid="2288"/>
                                        </p:tgtEl>
                                      </p:cBhvr>
                                    </p:animEffect>
                                  </p:childTnLst>
                                </p:cTn>
                              </p:par>
                            </p:childTnLst>
                          </p:cTn>
                        </p:par>
                        <p:par>
                          <p:cTn id="57" fill="hold">
                            <p:stCondLst>
                              <p:cond delay="5500"/>
                            </p:stCondLst>
                            <p:childTnLst>
                              <p:par>
                                <p:cTn id="58" presetClass="entr" nodeType="afterEffect" presetSubtype="4" presetID="22" grpId="12" fill="hold">
                                  <p:stCondLst>
                                    <p:cond delay="0"/>
                                  </p:stCondLst>
                                  <p:iterate type="el" backwards="0">
                                    <p:tmAbs val="0"/>
                                  </p:iterate>
                                  <p:childTnLst>
                                    <p:set>
                                      <p:cBhvr>
                                        <p:cTn id="59" fill="hold"/>
                                        <p:tgtEl>
                                          <p:spTgt spid="2292"/>
                                        </p:tgtEl>
                                        <p:attrNameLst>
                                          <p:attrName>style.visibility</p:attrName>
                                        </p:attrNameLst>
                                      </p:cBhvr>
                                      <p:to>
                                        <p:strVal val="visible"/>
                                      </p:to>
                                    </p:set>
                                    <p:animEffect filter="wipe(down)" transition="in">
                                      <p:cBhvr>
                                        <p:cTn id="60" dur="500"/>
                                        <p:tgtEl>
                                          <p:spTgt spid="2292"/>
                                        </p:tgtEl>
                                      </p:cBhvr>
                                    </p:animEffect>
                                  </p:childTnLst>
                                </p:cTn>
                              </p:par>
                            </p:childTnLst>
                          </p:cTn>
                        </p:par>
                        <p:par>
                          <p:cTn id="61" fill="hold">
                            <p:stCondLst>
                              <p:cond delay="6000"/>
                            </p:stCondLst>
                            <p:childTnLst>
                              <p:par>
                                <p:cTn id="62" presetClass="entr" nodeType="afterEffect" presetSubtype="1" presetID="22" grpId="13" fill="hold">
                                  <p:stCondLst>
                                    <p:cond delay="0"/>
                                  </p:stCondLst>
                                  <p:iterate type="el" backwards="0">
                                    <p:tmAbs val="0"/>
                                  </p:iterate>
                                  <p:childTnLst>
                                    <p:set>
                                      <p:cBhvr>
                                        <p:cTn id="63" fill="hold"/>
                                        <p:tgtEl>
                                          <p:spTgt spid="2296"/>
                                        </p:tgtEl>
                                        <p:attrNameLst>
                                          <p:attrName>style.visibility</p:attrName>
                                        </p:attrNameLst>
                                      </p:cBhvr>
                                      <p:to>
                                        <p:strVal val="visible"/>
                                      </p:to>
                                    </p:set>
                                    <p:animEffect filter="wipe(up)" transition="in">
                                      <p:cBhvr>
                                        <p:cTn id="64" dur="500"/>
                                        <p:tgtEl>
                                          <p:spTgt spid="2296"/>
                                        </p:tgtEl>
                                      </p:cBhvr>
                                    </p:animEffect>
                                  </p:childTnLst>
                                </p:cTn>
                              </p:par>
                            </p:childTnLst>
                          </p:cTn>
                        </p:par>
                        <p:par>
                          <p:cTn id="65" fill="hold">
                            <p:stCondLst>
                              <p:cond delay="6500"/>
                            </p:stCondLst>
                            <p:childTnLst>
                              <p:par>
                                <p:cTn id="66" presetClass="entr" nodeType="afterEffect" presetSubtype="1" presetID="22" grpId="14" fill="hold">
                                  <p:stCondLst>
                                    <p:cond delay="0"/>
                                  </p:stCondLst>
                                  <p:iterate type="el" backwards="0">
                                    <p:tmAbs val="0"/>
                                  </p:iterate>
                                  <p:childTnLst>
                                    <p:set>
                                      <p:cBhvr>
                                        <p:cTn id="67" fill="hold"/>
                                        <p:tgtEl>
                                          <p:spTgt spid="2300"/>
                                        </p:tgtEl>
                                        <p:attrNameLst>
                                          <p:attrName>style.visibility</p:attrName>
                                        </p:attrNameLst>
                                      </p:cBhvr>
                                      <p:to>
                                        <p:strVal val="visible"/>
                                      </p:to>
                                    </p:set>
                                    <p:animEffect filter="wipe(up)" transition="in">
                                      <p:cBhvr>
                                        <p:cTn id="68" dur="500"/>
                                        <p:tgtEl>
                                          <p:spTgt spid="2300"/>
                                        </p:tgtEl>
                                      </p:cBhvr>
                                    </p:animEffect>
                                  </p:childTnLst>
                                </p:cTn>
                              </p:par>
                            </p:childTnLst>
                          </p:cTn>
                        </p:par>
                        <p:par>
                          <p:cTn id="69" fill="hold">
                            <p:stCondLst>
                              <p:cond delay="7000"/>
                            </p:stCondLst>
                            <p:childTnLst>
                              <p:par>
                                <p:cTn id="70" presetClass="entr" nodeType="afterEffect" presetSubtype="4" presetID="22" grpId="15" fill="hold">
                                  <p:stCondLst>
                                    <p:cond delay="0"/>
                                  </p:stCondLst>
                                  <p:iterate type="el" backwards="0">
                                    <p:tmAbs val="0"/>
                                  </p:iterate>
                                  <p:childTnLst>
                                    <p:set>
                                      <p:cBhvr>
                                        <p:cTn id="71" fill="hold"/>
                                        <p:tgtEl>
                                          <p:spTgt spid="2303"/>
                                        </p:tgtEl>
                                        <p:attrNameLst>
                                          <p:attrName>style.visibility</p:attrName>
                                        </p:attrNameLst>
                                      </p:cBhvr>
                                      <p:to>
                                        <p:strVal val="visible"/>
                                      </p:to>
                                    </p:set>
                                    <p:animEffect filter="wipe(down)" transition="in">
                                      <p:cBhvr>
                                        <p:cTn id="72" dur="500"/>
                                        <p:tgtEl>
                                          <p:spTgt spid="2303"/>
                                        </p:tgtEl>
                                      </p:cBhvr>
                                    </p:animEffect>
                                  </p:childTnLst>
                                </p:cTn>
                              </p:par>
                            </p:childTnLst>
                          </p:cTn>
                        </p:par>
                        <p:par>
                          <p:cTn id="73" fill="hold">
                            <p:stCondLst>
                              <p:cond delay="7500"/>
                            </p:stCondLst>
                            <p:childTnLst>
                              <p:par>
                                <p:cTn id="74" presetClass="entr" nodeType="afterEffect" presetSubtype="1" presetID="22" grpId="16" fill="hold">
                                  <p:stCondLst>
                                    <p:cond delay="0"/>
                                  </p:stCondLst>
                                  <p:iterate type="el" backwards="0">
                                    <p:tmAbs val="0"/>
                                  </p:iterate>
                                  <p:childTnLst>
                                    <p:set>
                                      <p:cBhvr>
                                        <p:cTn id="75" fill="hold"/>
                                        <p:tgtEl>
                                          <p:spTgt spid="2310"/>
                                        </p:tgtEl>
                                        <p:attrNameLst>
                                          <p:attrName>style.visibility</p:attrName>
                                        </p:attrNameLst>
                                      </p:cBhvr>
                                      <p:to>
                                        <p:strVal val="visible"/>
                                      </p:to>
                                    </p:set>
                                    <p:animEffect filter="wipe(up)" transition="in">
                                      <p:cBhvr>
                                        <p:cTn id="76" dur="500"/>
                                        <p:tgtEl>
                                          <p:spTgt spid="2310"/>
                                        </p:tgtEl>
                                      </p:cBhvr>
                                    </p:animEffect>
                                  </p:childTnLst>
                                </p:cTn>
                              </p:par>
                            </p:childTnLst>
                          </p:cTn>
                        </p:par>
                        <p:par>
                          <p:cTn id="77" fill="hold">
                            <p:stCondLst>
                              <p:cond delay="8000"/>
                            </p:stCondLst>
                            <p:childTnLst>
                              <p:par>
                                <p:cTn id="78" presetClass="entr" nodeType="afterEffect" presetSubtype="1" presetID="22" grpId="17" fill="hold">
                                  <p:stCondLst>
                                    <p:cond delay="0"/>
                                  </p:stCondLst>
                                  <p:iterate type="el" backwards="0">
                                    <p:tmAbs val="0"/>
                                  </p:iterate>
                                  <p:childTnLst>
                                    <p:set>
                                      <p:cBhvr>
                                        <p:cTn id="79" fill="hold"/>
                                        <p:tgtEl>
                                          <p:spTgt spid="2311"/>
                                        </p:tgtEl>
                                        <p:attrNameLst>
                                          <p:attrName>style.visibility</p:attrName>
                                        </p:attrNameLst>
                                      </p:cBhvr>
                                      <p:to>
                                        <p:strVal val="visible"/>
                                      </p:to>
                                    </p:set>
                                    <p:animEffect filter="wipe(up)" transition="in">
                                      <p:cBhvr>
                                        <p:cTn id="80" dur="500"/>
                                        <p:tgtEl>
                                          <p:spTgt spid="2311"/>
                                        </p:tgtEl>
                                      </p:cBhvr>
                                    </p:animEffect>
                                  </p:childTnLst>
                                </p:cTn>
                              </p:par>
                            </p:childTnLst>
                          </p:cTn>
                        </p:par>
                        <p:par>
                          <p:cTn id="81" fill="hold">
                            <p:stCondLst>
                              <p:cond delay="8500"/>
                            </p:stCondLst>
                            <p:childTnLst>
                              <p:par>
                                <p:cTn id="82" presetClass="entr" nodeType="afterEffect" presetSubtype="4" presetID="22" grpId="18" fill="hold">
                                  <p:stCondLst>
                                    <p:cond delay="0"/>
                                  </p:stCondLst>
                                  <p:iterate type="el" backwards="0">
                                    <p:tmAbs val="0"/>
                                  </p:iterate>
                                  <p:childTnLst>
                                    <p:set>
                                      <p:cBhvr>
                                        <p:cTn id="83" fill="hold"/>
                                        <p:tgtEl>
                                          <p:spTgt spid="2312"/>
                                        </p:tgtEl>
                                        <p:attrNameLst>
                                          <p:attrName>style.visibility</p:attrName>
                                        </p:attrNameLst>
                                      </p:cBhvr>
                                      <p:to>
                                        <p:strVal val="visible"/>
                                      </p:to>
                                    </p:set>
                                    <p:animEffect filter="wipe(down)" transition="in">
                                      <p:cBhvr>
                                        <p:cTn id="84" dur="500"/>
                                        <p:tgtEl>
                                          <p:spTgt spid="2312"/>
                                        </p:tgtEl>
                                      </p:cBhvr>
                                    </p:animEffect>
                                  </p:childTnLst>
                                </p:cTn>
                              </p:par>
                            </p:childTnLst>
                          </p:cTn>
                        </p:par>
                        <p:par>
                          <p:cTn id="85" fill="hold">
                            <p:stCondLst>
                              <p:cond delay="9000"/>
                            </p:stCondLst>
                            <p:childTnLst>
                              <p:par>
                                <p:cTn id="86" presetClass="entr" nodeType="afterEffect" presetID="9" grpId="19" fill="hold">
                                  <p:stCondLst>
                                    <p:cond delay="0"/>
                                  </p:stCondLst>
                                  <p:iterate type="el" backwards="0">
                                    <p:tmAbs val="0"/>
                                  </p:iterate>
                                  <p:childTnLst>
                                    <p:set>
                                      <p:cBhvr>
                                        <p:cTn id="87" fill="hold"/>
                                        <p:tgtEl>
                                          <p:spTgt spid="2284"/>
                                        </p:tgtEl>
                                        <p:attrNameLst>
                                          <p:attrName>style.visibility</p:attrName>
                                        </p:attrNameLst>
                                      </p:cBhvr>
                                      <p:to>
                                        <p:strVal val="visible"/>
                                      </p:to>
                                    </p:set>
                                    <p:animEffect filter="dissolve" transition="in">
                                      <p:cBhvr>
                                        <p:cTn id="88" dur="500"/>
                                        <p:tgtEl>
                                          <p:spTgt spid="2284"/>
                                        </p:tgtEl>
                                      </p:cBhvr>
                                    </p:animEffect>
                                  </p:childTnLst>
                                </p:cTn>
                              </p:par>
                            </p:childTnLst>
                          </p:cTn>
                        </p:par>
                        <p:par>
                          <p:cTn id="89" fill="hold">
                            <p:stCondLst>
                              <p:cond delay="9500"/>
                            </p:stCondLst>
                            <p:childTnLst>
                              <p:par>
                                <p:cTn id="90" presetClass="entr" nodeType="afterEffect" presetID="9" grpId="20" fill="hold">
                                  <p:stCondLst>
                                    <p:cond delay="0"/>
                                  </p:stCondLst>
                                  <p:iterate type="el" backwards="0">
                                    <p:tmAbs val="0"/>
                                  </p:iterate>
                                  <p:childTnLst>
                                    <p:set>
                                      <p:cBhvr>
                                        <p:cTn id="91" fill="hold"/>
                                        <p:tgtEl>
                                          <p:spTgt spid="2286"/>
                                        </p:tgtEl>
                                        <p:attrNameLst>
                                          <p:attrName>style.visibility</p:attrName>
                                        </p:attrNameLst>
                                      </p:cBhvr>
                                      <p:to>
                                        <p:strVal val="visible"/>
                                      </p:to>
                                    </p:set>
                                    <p:animEffect filter="dissolve" transition="in">
                                      <p:cBhvr>
                                        <p:cTn id="92" dur="500"/>
                                        <p:tgtEl>
                                          <p:spTgt spid="2286"/>
                                        </p:tgtEl>
                                      </p:cBhvr>
                                    </p:animEffect>
                                  </p:childTnLst>
                                </p:cTn>
                              </p:par>
                            </p:childTnLst>
                          </p:cTn>
                        </p:par>
                        <p:par>
                          <p:cTn id="93" fill="hold">
                            <p:stCondLst>
                              <p:cond delay="10000"/>
                            </p:stCondLst>
                            <p:childTnLst>
                              <p:par>
                                <p:cTn id="94" presetClass="entr" nodeType="afterEffect" presetID="9" grpId="21" fill="hold">
                                  <p:stCondLst>
                                    <p:cond delay="0"/>
                                  </p:stCondLst>
                                  <p:iterate type="el" backwards="0">
                                    <p:tmAbs val="0"/>
                                  </p:iterate>
                                  <p:childTnLst>
                                    <p:set>
                                      <p:cBhvr>
                                        <p:cTn id="95" fill="hold"/>
                                        <p:tgtEl>
                                          <p:spTgt spid="2285"/>
                                        </p:tgtEl>
                                        <p:attrNameLst>
                                          <p:attrName>style.visibility</p:attrName>
                                        </p:attrNameLst>
                                      </p:cBhvr>
                                      <p:to>
                                        <p:strVal val="visible"/>
                                      </p:to>
                                    </p:set>
                                    <p:animEffect filter="dissolve" transition="in">
                                      <p:cBhvr>
                                        <p:cTn id="96" dur="500"/>
                                        <p:tgtEl>
                                          <p:spTgt spid="2285"/>
                                        </p:tgtEl>
                                      </p:cBhvr>
                                    </p:animEffect>
                                  </p:childTnLst>
                                </p:cTn>
                              </p:par>
                            </p:childTnLst>
                          </p:cTn>
                        </p:par>
                        <p:par>
                          <p:cTn id="97" fill="hold">
                            <p:stCondLst>
                              <p:cond delay="10500"/>
                            </p:stCondLst>
                            <p:childTnLst>
                              <p:par>
                                <p:cTn id="98" presetClass="entr" nodeType="afterEffect" presetID="9" grpId="22" fill="hold">
                                  <p:stCondLst>
                                    <p:cond delay="0"/>
                                  </p:stCondLst>
                                  <p:iterate type="el" backwards="0">
                                    <p:tmAbs val="0"/>
                                  </p:iterate>
                                  <p:childTnLst>
                                    <p:set>
                                      <p:cBhvr>
                                        <p:cTn id="99" fill="hold"/>
                                        <p:tgtEl>
                                          <p:spTgt spid="2289"/>
                                        </p:tgtEl>
                                        <p:attrNameLst>
                                          <p:attrName>style.visibility</p:attrName>
                                        </p:attrNameLst>
                                      </p:cBhvr>
                                      <p:to>
                                        <p:strVal val="visible"/>
                                      </p:to>
                                    </p:set>
                                    <p:animEffect filter="dissolve" transition="in">
                                      <p:cBhvr>
                                        <p:cTn id="100" dur="500"/>
                                        <p:tgtEl>
                                          <p:spTgt spid="2289"/>
                                        </p:tgtEl>
                                      </p:cBhvr>
                                    </p:animEffect>
                                  </p:childTnLst>
                                </p:cTn>
                              </p:par>
                            </p:childTnLst>
                          </p:cTn>
                        </p:par>
                        <p:par>
                          <p:cTn id="101" fill="hold">
                            <p:stCondLst>
                              <p:cond delay="11000"/>
                            </p:stCondLst>
                            <p:childTnLst>
                              <p:par>
                                <p:cTn id="102" presetClass="entr" nodeType="afterEffect" presetID="9" grpId="23" fill="hold">
                                  <p:stCondLst>
                                    <p:cond delay="0"/>
                                  </p:stCondLst>
                                  <p:iterate type="el" backwards="0">
                                    <p:tmAbs val="0"/>
                                  </p:iterate>
                                  <p:childTnLst>
                                    <p:set>
                                      <p:cBhvr>
                                        <p:cTn id="103" fill="hold"/>
                                        <p:tgtEl>
                                          <p:spTgt spid="2291"/>
                                        </p:tgtEl>
                                        <p:attrNameLst>
                                          <p:attrName>style.visibility</p:attrName>
                                        </p:attrNameLst>
                                      </p:cBhvr>
                                      <p:to>
                                        <p:strVal val="visible"/>
                                      </p:to>
                                    </p:set>
                                    <p:animEffect filter="dissolve" transition="in">
                                      <p:cBhvr>
                                        <p:cTn id="104" dur="500"/>
                                        <p:tgtEl>
                                          <p:spTgt spid="2291"/>
                                        </p:tgtEl>
                                      </p:cBhvr>
                                    </p:animEffect>
                                  </p:childTnLst>
                                </p:cTn>
                              </p:par>
                            </p:childTnLst>
                          </p:cTn>
                        </p:par>
                        <p:par>
                          <p:cTn id="105" fill="hold">
                            <p:stCondLst>
                              <p:cond delay="11500"/>
                            </p:stCondLst>
                            <p:childTnLst>
                              <p:par>
                                <p:cTn id="106" presetClass="entr" nodeType="afterEffect" presetID="9" grpId="24" fill="hold">
                                  <p:stCondLst>
                                    <p:cond delay="0"/>
                                  </p:stCondLst>
                                  <p:iterate type="el" backwards="0">
                                    <p:tmAbs val="0"/>
                                  </p:iterate>
                                  <p:childTnLst>
                                    <p:set>
                                      <p:cBhvr>
                                        <p:cTn id="107" fill="hold"/>
                                        <p:tgtEl>
                                          <p:spTgt spid="2290"/>
                                        </p:tgtEl>
                                        <p:attrNameLst>
                                          <p:attrName>style.visibility</p:attrName>
                                        </p:attrNameLst>
                                      </p:cBhvr>
                                      <p:to>
                                        <p:strVal val="visible"/>
                                      </p:to>
                                    </p:set>
                                    <p:animEffect filter="dissolve" transition="in">
                                      <p:cBhvr>
                                        <p:cTn id="108" dur="500"/>
                                        <p:tgtEl>
                                          <p:spTgt spid="2290"/>
                                        </p:tgtEl>
                                      </p:cBhvr>
                                    </p:animEffect>
                                  </p:childTnLst>
                                </p:cTn>
                              </p:par>
                            </p:childTnLst>
                          </p:cTn>
                        </p:par>
                        <p:par>
                          <p:cTn id="109" fill="hold">
                            <p:stCondLst>
                              <p:cond delay="12000"/>
                            </p:stCondLst>
                            <p:childTnLst>
                              <p:par>
                                <p:cTn id="110" presetClass="entr" nodeType="afterEffect" presetID="9" grpId="25" fill="hold">
                                  <p:stCondLst>
                                    <p:cond delay="0"/>
                                  </p:stCondLst>
                                  <p:iterate type="el" backwards="0">
                                    <p:tmAbs val="0"/>
                                  </p:iterate>
                                  <p:childTnLst>
                                    <p:set>
                                      <p:cBhvr>
                                        <p:cTn id="111" fill="hold"/>
                                        <p:tgtEl>
                                          <p:spTgt spid="2293"/>
                                        </p:tgtEl>
                                        <p:attrNameLst>
                                          <p:attrName>style.visibility</p:attrName>
                                        </p:attrNameLst>
                                      </p:cBhvr>
                                      <p:to>
                                        <p:strVal val="visible"/>
                                      </p:to>
                                    </p:set>
                                    <p:animEffect filter="dissolve" transition="in">
                                      <p:cBhvr>
                                        <p:cTn id="112" dur="500"/>
                                        <p:tgtEl>
                                          <p:spTgt spid="2293"/>
                                        </p:tgtEl>
                                      </p:cBhvr>
                                    </p:animEffect>
                                  </p:childTnLst>
                                </p:cTn>
                              </p:par>
                            </p:childTnLst>
                          </p:cTn>
                        </p:par>
                        <p:par>
                          <p:cTn id="113" fill="hold">
                            <p:stCondLst>
                              <p:cond delay="12500"/>
                            </p:stCondLst>
                            <p:childTnLst>
                              <p:par>
                                <p:cTn id="114" presetClass="entr" nodeType="afterEffect" presetID="9" grpId="26" fill="hold">
                                  <p:stCondLst>
                                    <p:cond delay="0"/>
                                  </p:stCondLst>
                                  <p:iterate type="el" backwards="0">
                                    <p:tmAbs val="0"/>
                                  </p:iterate>
                                  <p:childTnLst>
                                    <p:set>
                                      <p:cBhvr>
                                        <p:cTn id="115" fill="hold"/>
                                        <p:tgtEl>
                                          <p:spTgt spid="2295"/>
                                        </p:tgtEl>
                                        <p:attrNameLst>
                                          <p:attrName>style.visibility</p:attrName>
                                        </p:attrNameLst>
                                      </p:cBhvr>
                                      <p:to>
                                        <p:strVal val="visible"/>
                                      </p:to>
                                    </p:set>
                                    <p:animEffect filter="dissolve" transition="in">
                                      <p:cBhvr>
                                        <p:cTn id="116" dur="500"/>
                                        <p:tgtEl>
                                          <p:spTgt spid="2295"/>
                                        </p:tgtEl>
                                      </p:cBhvr>
                                    </p:animEffect>
                                  </p:childTnLst>
                                </p:cTn>
                              </p:par>
                            </p:childTnLst>
                          </p:cTn>
                        </p:par>
                        <p:par>
                          <p:cTn id="117" fill="hold">
                            <p:stCondLst>
                              <p:cond delay="13000"/>
                            </p:stCondLst>
                            <p:childTnLst>
                              <p:par>
                                <p:cTn id="118" presetClass="entr" nodeType="afterEffect" presetID="9" grpId="27" fill="hold">
                                  <p:stCondLst>
                                    <p:cond delay="0"/>
                                  </p:stCondLst>
                                  <p:iterate type="el" backwards="0">
                                    <p:tmAbs val="0"/>
                                  </p:iterate>
                                  <p:childTnLst>
                                    <p:set>
                                      <p:cBhvr>
                                        <p:cTn id="119" fill="hold"/>
                                        <p:tgtEl>
                                          <p:spTgt spid="2294"/>
                                        </p:tgtEl>
                                        <p:attrNameLst>
                                          <p:attrName>style.visibility</p:attrName>
                                        </p:attrNameLst>
                                      </p:cBhvr>
                                      <p:to>
                                        <p:strVal val="visible"/>
                                      </p:to>
                                    </p:set>
                                    <p:animEffect filter="dissolve" transition="in">
                                      <p:cBhvr>
                                        <p:cTn id="120" dur="500"/>
                                        <p:tgtEl>
                                          <p:spTgt spid="2294"/>
                                        </p:tgtEl>
                                      </p:cBhvr>
                                    </p:animEffect>
                                  </p:childTnLst>
                                </p:cTn>
                              </p:par>
                            </p:childTnLst>
                          </p:cTn>
                        </p:par>
                        <p:par>
                          <p:cTn id="121" fill="hold">
                            <p:stCondLst>
                              <p:cond delay="13500"/>
                            </p:stCondLst>
                            <p:childTnLst>
                              <p:par>
                                <p:cTn id="122" presetClass="entr" nodeType="afterEffect" presetID="9" grpId="28" fill="hold">
                                  <p:stCondLst>
                                    <p:cond delay="0"/>
                                  </p:stCondLst>
                                  <p:iterate type="el" backwards="0">
                                    <p:tmAbs val="0"/>
                                  </p:iterate>
                                  <p:childTnLst>
                                    <p:set>
                                      <p:cBhvr>
                                        <p:cTn id="123" fill="hold"/>
                                        <p:tgtEl>
                                          <p:spTgt spid="2297"/>
                                        </p:tgtEl>
                                        <p:attrNameLst>
                                          <p:attrName>style.visibility</p:attrName>
                                        </p:attrNameLst>
                                      </p:cBhvr>
                                      <p:to>
                                        <p:strVal val="visible"/>
                                      </p:to>
                                    </p:set>
                                    <p:animEffect filter="dissolve" transition="in">
                                      <p:cBhvr>
                                        <p:cTn id="124" dur="500"/>
                                        <p:tgtEl>
                                          <p:spTgt spid="2297"/>
                                        </p:tgtEl>
                                      </p:cBhvr>
                                    </p:animEffect>
                                  </p:childTnLst>
                                </p:cTn>
                              </p:par>
                            </p:childTnLst>
                          </p:cTn>
                        </p:par>
                        <p:par>
                          <p:cTn id="125" fill="hold">
                            <p:stCondLst>
                              <p:cond delay="14000"/>
                            </p:stCondLst>
                            <p:childTnLst>
                              <p:par>
                                <p:cTn id="126" presetClass="entr" nodeType="afterEffect" presetID="9" grpId="29" fill="hold">
                                  <p:stCondLst>
                                    <p:cond delay="0"/>
                                  </p:stCondLst>
                                  <p:iterate type="el" backwards="0">
                                    <p:tmAbs val="0"/>
                                  </p:iterate>
                                  <p:childTnLst>
                                    <p:set>
                                      <p:cBhvr>
                                        <p:cTn id="127" fill="hold"/>
                                        <p:tgtEl>
                                          <p:spTgt spid="2299"/>
                                        </p:tgtEl>
                                        <p:attrNameLst>
                                          <p:attrName>style.visibility</p:attrName>
                                        </p:attrNameLst>
                                      </p:cBhvr>
                                      <p:to>
                                        <p:strVal val="visible"/>
                                      </p:to>
                                    </p:set>
                                    <p:animEffect filter="dissolve" transition="in">
                                      <p:cBhvr>
                                        <p:cTn id="128" dur="500"/>
                                        <p:tgtEl>
                                          <p:spTgt spid="2299"/>
                                        </p:tgtEl>
                                      </p:cBhvr>
                                    </p:animEffect>
                                  </p:childTnLst>
                                </p:cTn>
                              </p:par>
                            </p:childTnLst>
                          </p:cTn>
                        </p:par>
                        <p:par>
                          <p:cTn id="129" fill="hold">
                            <p:stCondLst>
                              <p:cond delay="14500"/>
                            </p:stCondLst>
                            <p:childTnLst>
                              <p:par>
                                <p:cTn id="130" presetClass="entr" nodeType="afterEffect" presetID="9" grpId="30" fill="hold">
                                  <p:stCondLst>
                                    <p:cond delay="0"/>
                                  </p:stCondLst>
                                  <p:iterate type="el" backwards="0">
                                    <p:tmAbs val="0"/>
                                  </p:iterate>
                                  <p:childTnLst>
                                    <p:set>
                                      <p:cBhvr>
                                        <p:cTn id="131" fill="hold"/>
                                        <p:tgtEl>
                                          <p:spTgt spid="2298"/>
                                        </p:tgtEl>
                                        <p:attrNameLst>
                                          <p:attrName>style.visibility</p:attrName>
                                        </p:attrNameLst>
                                      </p:cBhvr>
                                      <p:to>
                                        <p:strVal val="visible"/>
                                      </p:to>
                                    </p:set>
                                    <p:animEffect filter="dissolve" transition="in">
                                      <p:cBhvr>
                                        <p:cTn id="132" dur="500"/>
                                        <p:tgtEl>
                                          <p:spTgt spid="2298"/>
                                        </p:tgtEl>
                                      </p:cBhvr>
                                    </p:animEffect>
                                  </p:childTnLst>
                                </p:cTn>
                              </p:par>
                            </p:childTnLst>
                          </p:cTn>
                        </p:par>
                        <p:par>
                          <p:cTn id="133" fill="hold">
                            <p:stCondLst>
                              <p:cond delay="15000"/>
                            </p:stCondLst>
                            <p:childTnLst>
                              <p:par>
                                <p:cTn id="134" presetClass="entr" nodeType="afterEffect" presetID="9" grpId="31" fill="hold">
                                  <p:stCondLst>
                                    <p:cond delay="0"/>
                                  </p:stCondLst>
                                  <p:iterate type="el" backwards="0">
                                    <p:tmAbs val="0"/>
                                  </p:iterate>
                                  <p:childTnLst>
                                    <p:set>
                                      <p:cBhvr>
                                        <p:cTn id="135" fill="hold"/>
                                        <p:tgtEl>
                                          <p:spTgt spid="2302"/>
                                        </p:tgtEl>
                                        <p:attrNameLst>
                                          <p:attrName>style.visibility</p:attrName>
                                        </p:attrNameLst>
                                      </p:cBhvr>
                                      <p:to>
                                        <p:strVal val="visible"/>
                                      </p:to>
                                    </p:set>
                                    <p:animEffect filter="dissolve" transition="in">
                                      <p:cBhvr>
                                        <p:cTn id="136" dur="500"/>
                                        <p:tgtEl>
                                          <p:spTgt spid="2302"/>
                                        </p:tgtEl>
                                      </p:cBhvr>
                                    </p:animEffect>
                                  </p:childTnLst>
                                </p:cTn>
                              </p:par>
                            </p:childTnLst>
                          </p:cTn>
                        </p:par>
                        <p:par>
                          <p:cTn id="137" fill="hold">
                            <p:stCondLst>
                              <p:cond delay="15500"/>
                            </p:stCondLst>
                            <p:childTnLst>
                              <p:par>
                                <p:cTn id="138" presetClass="entr" nodeType="afterEffect" presetID="9" grpId="32" fill="hold">
                                  <p:stCondLst>
                                    <p:cond delay="0"/>
                                  </p:stCondLst>
                                  <p:iterate type="el" backwards="0">
                                    <p:tmAbs val="0"/>
                                  </p:iterate>
                                  <p:childTnLst>
                                    <p:set>
                                      <p:cBhvr>
                                        <p:cTn id="139" fill="hold"/>
                                        <p:tgtEl>
                                          <p:spTgt spid="2301"/>
                                        </p:tgtEl>
                                        <p:attrNameLst>
                                          <p:attrName>style.visibility</p:attrName>
                                        </p:attrNameLst>
                                      </p:cBhvr>
                                      <p:to>
                                        <p:strVal val="visible"/>
                                      </p:to>
                                    </p:set>
                                    <p:animEffect filter="dissolve" transition="in">
                                      <p:cBhvr>
                                        <p:cTn id="140" dur="500"/>
                                        <p:tgtEl>
                                          <p:spTgt spid="2301"/>
                                        </p:tgtEl>
                                      </p:cBhvr>
                                    </p:animEffect>
                                  </p:childTnLst>
                                </p:cTn>
                              </p:par>
                            </p:childTnLst>
                          </p:cTn>
                        </p:par>
                        <p:par>
                          <p:cTn id="141" fill="hold">
                            <p:stCondLst>
                              <p:cond delay="16000"/>
                            </p:stCondLst>
                            <p:childTnLst>
                              <p:par>
                                <p:cTn id="142" presetClass="entr" nodeType="afterEffect" presetID="9" grpId="33" fill="hold">
                                  <p:stCondLst>
                                    <p:cond delay="0"/>
                                  </p:stCondLst>
                                  <p:iterate type="el" backwards="0">
                                    <p:tmAbs val="0"/>
                                  </p:iterate>
                                  <p:childTnLst>
                                    <p:set>
                                      <p:cBhvr>
                                        <p:cTn id="143" fill="hold"/>
                                        <p:tgtEl>
                                          <p:spTgt spid="2304"/>
                                        </p:tgtEl>
                                        <p:attrNameLst>
                                          <p:attrName>style.visibility</p:attrName>
                                        </p:attrNameLst>
                                      </p:cBhvr>
                                      <p:to>
                                        <p:strVal val="visible"/>
                                      </p:to>
                                    </p:set>
                                    <p:animEffect filter="dissolve" transition="in">
                                      <p:cBhvr>
                                        <p:cTn id="144" dur="500"/>
                                        <p:tgtEl>
                                          <p:spTgt spid="2304"/>
                                        </p:tgtEl>
                                      </p:cBhvr>
                                    </p:animEffect>
                                  </p:childTnLst>
                                </p:cTn>
                              </p:par>
                            </p:childTnLst>
                          </p:cTn>
                        </p:par>
                        <p:par>
                          <p:cTn id="145" fill="hold">
                            <p:stCondLst>
                              <p:cond delay="16500"/>
                            </p:stCondLst>
                            <p:childTnLst>
                              <p:par>
                                <p:cTn id="146" presetClass="entr" nodeType="afterEffect" presetID="9" grpId="34" fill="hold">
                                  <p:stCondLst>
                                    <p:cond delay="0"/>
                                  </p:stCondLst>
                                  <p:iterate type="el" backwards="0">
                                    <p:tmAbs val="0"/>
                                  </p:iterate>
                                  <p:childTnLst>
                                    <p:set>
                                      <p:cBhvr>
                                        <p:cTn id="147" fill="hold"/>
                                        <p:tgtEl>
                                          <p:spTgt spid="2306"/>
                                        </p:tgtEl>
                                        <p:attrNameLst>
                                          <p:attrName>style.visibility</p:attrName>
                                        </p:attrNameLst>
                                      </p:cBhvr>
                                      <p:to>
                                        <p:strVal val="visible"/>
                                      </p:to>
                                    </p:set>
                                    <p:animEffect filter="dissolve" transition="in">
                                      <p:cBhvr>
                                        <p:cTn id="148" dur="500"/>
                                        <p:tgtEl>
                                          <p:spTgt spid="2306"/>
                                        </p:tgtEl>
                                      </p:cBhvr>
                                    </p:animEffect>
                                  </p:childTnLst>
                                </p:cTn>
                              </p:par>
                            </p:childTnLst>
                          </p:cTn>
                        </p:par>
                        <p:par>
                          <p:cTn id="149" fill="hold">
                            <p:stCondLst>
                              <p:cond delay="17000"/>
                            </p:stCondLst>
                            <p:childTnLst>
                              <p:par>
                                <p:cTn id="150" presetClass="entr" nodeType="afterEffect" presetID="9" grpId="35" fill="hold">
                                  <p:stCondLst>
                                    <p:cond delay="0"/>
                                  </p:stCondLst>
                                  <p:iterate type="el" backwards="0">
                                    <p:tmAbs val="0"/>
                                  </p:iterate>
                                  <p:childTnLst>
                                    <p:set>
                                      <p:cBhvr>
                                        <p:cTn id="151" fill="hold"/>
                                        <p:tgtEl>
                                          <p:spTgt spid="2305"/>
                                        </p:tgtEl>
                                        <p:attrNameLst>
                                          <p:attrName>style.visibility</p:attrName>
                                        </p:attrNameLst>
                                      </p:cBhvr>
                                      <p:to>
                                        <p:strVal val="visible"/>
                                      </p:to>
                                    </p:set>
                                    <p:animEffect filter="dissolve" transition="in">
                                      <p:cBhvr>
                                        <p:cTn id="152" dur="500"/>
                                        <p:tgtEl>
                                          <p:spTgt spid="2305"/>
                                        </p:tgtEl>
                                      </p:cBhvr>
                                    </p:animEffect>
                                  </p:childTnLst>
                                </p:cTn>
                              </p:par>
                            </p:childTnLst>
                          </p:cTn>
                        </p:par>
                        <p:par>
                          <p:cTn id="153" fill="hold">
                            <p:stCondLst>
                              <p:cond delay="17500"/>
                            </p:stCondLst>
                            <p:childTnLst>
                              <p:par>
                                <p:cTn id="154" presetClass="entr" nodeType="afterEffect" presetID="9" grpId="36" fill="hold">
                                  <p:stCondLst>
                                    <p:cond delay="0"/>
                                  </p:stCondLst>
                                  <p:iterate type="el" backwards="0">
                                    <p:tmAbs val="0"/>
                                  </p:iterate>
                                  <p:childTnLst>
                                    <p:set>
                                      <p:cBhvr>
                                        <p:cTn id="155" fill="hold"/>
                                        <p:tgtEl>
                                          <p:spTgt spid="2307"/>
                                        </p:tgtEl>
                                        <p:attrNameLst>
                                          <p:attrName>style.visibility</p:attrName>
                                        </p:attrNameLst>
                                      </p:cBhvr>
                                      <p:to>
                                        <p:strVal val="visible"/>
                                      </p:to>
                                    </p:set>
                                    <p:animEffect filter="dissolve" transition="in">
                                      <p:cBhvr>
                                        <p:cTn id="156" dur="500"/>
                                        <p:tgtEl>
                                          <p:spTgt spid="2307"/>
                                        </p:tgtEl>
                                      </p:cBhvr>
                                    </p:animEffect>
                                  </p:childTnLst>
                                </p:cTn>
                              </p:par>
                            </p:childTnLst>
                          </p:cTn>
                        </p:par>
                        <p:par>
                          <p:cTn id="157" fill="hold">
                            <p:stCondLst>
                              <p:cond delay="18000"/>
                            </p:stCondLst>
                            <p:childTnLst>
                              <p:par>
                                <p:cTn id="158" presetClass="entr" nodeType="afterEffect" presetID="9" grpId="37" fill="hold">
                                  <p:stCondLst>
                                    <p:cond delay="0"/>
                                  </p:stCondLst>
                                  <p:iterate type="el" backwards="0">
                                    <p:tmAbs val="0"/>
                                  </p:iterate>
                                  <p:childTnLst>
                                    <p:set>
                                      <p:cBhvr>
                                        <p:cTn id="159" fill="hold"/>
                                        <p:tgtEl>
                                          <p:spTgt spid="2309"/>
                                        </p:tgtEl>
                                        <p:attrNameLst>
                                          <p:attrName>style.visibility</p:attrName>
                                        </p:attrNameLst>
                                      </p:cBhvr>
                                      <p:to>
                                        <p:strVal val="visible"/>
                                      </p:to>
                                    </p:set>
                                    <p:animEffect filter="dissolve" transition="in">
                                      <p:cBhvr>
                                        <p:cTn id="160" dur="500"/>
                                        <p:tgtEl>
                                          <p:spTgt spid="2309"/>
                                        </p:tgtEl>
                                      </p:cBhvr>
                                    </p:animEffect>
                                  </p:childTnLst>
                                </p:cTn>
                              </p:par>
                            </p:childTnLst>
                          </p:cTn>
                        </p:par>
                        <p:par>
                          <p:cTn id="161" fill="hold">
                            <p:stCondLst>
                              <p:cond delay="18500"/>
                            </p:stCondLst>
                            <p:childTnLst>
                              <p:par>
                                <p:cTn id="162" presetClass="entr" nodeType="afterEffect" presetID="9" grpId="38" fill="hold">
                                  <p:stCondLst>
                                    <p:cond delay="0"/>
                                  </p:stCondLst>
                                  <p:iterate type="el" backwards="0">
                                    <p:tmAbs val="0"/>
                                  </p:iterate>
                                  <p:childTnLst>
                                    <p:set>
                                      <p:cBhvr>
                                        <p:cTn id="163" fill="hold"/>
                                        <p:tgtEl>
                                          <p:spTgt spid="2308"/>
                                        </p:tgtEl>
                                        <p:attrNameLst>
                                          <p:attrName>style.visibility</p:attrName>
                                        </p:attrNameLst>
                                      </p:cBhvr>
                                      <p:to>
                                        <p:strVal val="visible"/>
                                      </p:to>
                                    </p:set>
                                    <p:animEffect filter="dissolve" transition="in">
                                      <p:cBhvr>
                                        <p:cTn id="164" dur="500"/>
                                        <p:tgtEl>
                                          <p:spTgt spid="2308"/>
                                        </p:tgtEl>
                                      </p:cBhvr>
                                    </p:animEffect>
                                  </p:childTnLst>
                                </p:cTn>
                              </p:par>
                            </p:childTnLst>
                          </p:cTn>
                        </p:par>
                        <p:par>
                          <p:cTn id="165" fill="hold">
                            <p:stCondLst>
                              <p:cond delay="19000"/>
                            </p:stCondLst>
                            <p:childTnLst>
                              <p:par>
                                <p:cTn id="166" presetClass="entr" nodeType="afterEffect" presetID="9" grpId="39" fill="hold">
                                  <p:stCondLst>
                                    <p:cond delay="0"/>
                                  </p:stCondLst>
                                  <p:iterate type="el" backwards="0">
                                    <p:tmAbs val="0"/>
                                  </p:iterate>
                                  <p:childTnLst>
                                    <p:set>
                                      <p:cBhvr>
                                        <p:cTn id="167" fill="hold"/>
                                        <p:tgtEl>
                                          <p:spTgt spid="2313"/>
                                        </p:tgtEl>
                                        <p:attrNameLst>
                                          <p:attrName>style.visibility</p:attrName>
                                        </p:attrNameLst>
                                      </p:cBhvr>
                                      <p:to>
                                        <p:strVal val="visible"/>
                                      </p:to>
                                    </p:set>
                                    <p:animEffect filter="dissolve" transition="in">
                                      <p:cBhvr>
                                        <p:cTn id="168" dur="500"/>
                                        <p:tgtEl>
                                          <p:spTgt spid="2313"/>
                                        </p:tgtEl>
                                      </p:cBhvr>
                                    </p:animEffect>
                                  </p:childTnLst>
                                </p:cTn>
                              </p:par>
                            </p:childTnLst>
                          </p:cTn>
                        </p:par>
                        <p:par>
                          <p:cTn id="169" fill="hold">
                            <p:stCondLst>
                              <p:cond delay="19500"/>
                            </p:stCondLst>
                            <p:childTnLst>
                              <p:par>
                                <p:cTn id="170" presetClass="entr" nodeType="afterEffect" presetID="9" grpId="40" fill="hold">
                                  <p:stCondLst>
                                    <p:cond delay="0"/>
                                  </p:stCondLst>
                                  <p:iterate type="el" backwards="0">
                                    <p:tmAbs val="0"/>
                                  </p:iterate>
                                  <p:childTnLst>
                                    <p:set>
                                      <p:cBhvr>
                                        <p:cTn id="171" fill="hold"/>
                                        <p:tgtEl>
                                          <p:spTgt spid="2315"/>
                                        </p:tgtEl>
                                        <p:attrNameLst>
                                          <p:attrName>style.visibility</p:attrName>
                                        </p:attrNameLst>
                                      </p:cBhvr>
                                      <p:to>
                                        <p:strVal val="visible"/>
                                      </p:to>
                                    </p:set>
                                    <p:animEffect filter="dissolve" transition="in">
                                      <p:cBhvr>
                                        <p:cTn id="172" dur="500"/>
                                        <p:tgtEl>
                                          <p:spTgt spid="2315"/>
                                        </p:tgtEl>
                                      </p:cBhvr>
                                    </p:animEffect>
                                  </p:childTnLst>
                                </p:cTn>
                              </p:par>
                            </p:childTnLst>
                          </p:cTn>
                        </p:par>
                        <p:par>
                          <p:cTn id="173" fill="hold">
                            <p:stCondLst>
                              <p:cond delay="20000"/>
                            </p:stCondLst>
                            <p:childTnLst>
                              <p:par>
                                <p:cTn id="174" presetClass="entr" nodeType="afterEffect" presetID="9" grpId="41" fill="hold">
                                  <p:stCondLst>
                                    <p:cond delay="0"/>
                                  </p:stCondLst>
                                  <p:iterate type="el" backwards="0">
                                    <p:tmAbs val="0"/>
                                  </p:iterate>
                                  <p:childTnLst>
                                    <p:set>
                                      <p:cBhvr>
                                        <p:cTn id="175" fill="hold"/>
                                        <p:tgtEl>
                                          <p:spTgt spid="2314"/>
                                        </p:tgtEl>
                                        <p:attrNameLst>
                                          <p:attrName>style.visibility</p:attrName>
                                        </p:attrNameLst>
                                      </p:cBhvr>
                                      <p:to>
                                        <p:strVal val="visible"/>
                                      </p:to>
                                    </p:set>
                                    <p:animEffect filter="dissolve" transition="in">
                                      <p:cBhvr>
                                        <p:cTn id="176" dur="500"/>
                                        <p:tgtEl>
                                          <p:spTgt spid="2314"/>
                                        </p:tgtEl>
                                      </p:cBhvr>
                                    </p:animEffect>
                                  </p:childTnLst>
                                </p:cTn>
                              </p:par>
                            </p:childTnLst>
                          </p:cTn>
                        </p:par>
                        <p:par>
                          <p:cTn id="177" fill="hold">
                            <p:stCondLst>
                              <p:cond delay="20500"/>
                            </p:stCondLst>
                            <p:childTnLst>
                              <p:par>
                                <p:cTn id="178" presetClass="entr" nodeType="afterEffect" presetID="9" grpId="42" fill="hold">
                                  <p:stCondLst>
                                    <p:cond delay="0"/>
                                  </p:stCondLst>
                                  <p:iterate type="el" backwards="0">
                                    <p:tmAbs val="0"/>
                                  </p:iterate>
                                  <p:childTnLst>
                                    <p:set>
                                      <p:cBhvr>
                                        <p:cTn id="179" fill="hold"/>
                                        <p:tgtEl>
                                          <p:spTgt spid="2316"/>
                                        </p:tgtEl>
                                        <p:attrNameLst>
                                          <p:attrName>style.visibility</p:attrName>
                                        </p:attrNameLst>
                                      </p:cBhvr>
                                      <p:to>
                                        <p:strVal val="visible"/>
                                      </p:to>
                                    </p:set>
                                    <p:animEffect filter="dissolve" transition="in">
                                      <p:cBhvr>
                                        <p:cTn id="180" dur="500"/>
                                        <p:tgtEl>
                                          <p:spTgt spid="2316"/>
                                        </p:tgtEl>
                                      </p:cBhvr>
                                    </p:animEffect>
                                  </p:childTnLst>
                                </p:cTn>
                              </p:par>
                            </p:childTnLst>
                          </p:cTn>
                        </p:par>
                        <p:par>
                          <p:cTn id="181" fill="hold">
                            <p:stCondLst>
                              <p:cond delay="21000"/>
                            </p:stCondLst>
                            <p:childTnLst>
                              <p:par>
                                <p:cTn id="182" presetClass="entr" nodeType="afterEffect" presetID="9" grpId="43" fill="hold">
                                  <p:stCondLst>
                                    <p:cond delay="0"/>
                                  </p:stCondLst>
                                  <p:iterate type="el" backwards="0">
                                    <p:tmAbs val="0"/>
                                  </p:iterate>
                                  <p:childTnLst>
                                    <p:set>
                                      <p:cBhvr>
                                        <p:cTn id="183" fill="hold"/>
                                        <p:tgtEl>
                                          <p:spTgt spid="2318"/>
                                        </p:tgtEl>
                                        <p:attrNameLst>
                                          <p:attrName>style.visibility</p:attrName>
                                        </p:attrNameLst>
                                      </p:cBhvr>
                                      <p:to>
                                        <p:strVal val="visible"/>
                                      </p:to>
                                    </p:set>
                                    <p:animEffect filter="dissolve" transition="in">
                                      <p:cBhvr>
                                        <p:cTn id="184" dur="500"/>
                                        <p:tgtEl>
                                          <p:spTgt spid="2318"/>
                                        </p:tgtEl>
                                      </p:cBhvr>
                                    </p:animEffect>
                                  </p:childTnLst>
                                </p:cTn>
                              </p:par>
                            </p:childTnLst>
                          </p:cTn>
                        </p:par>
                        <p:par>
                          <p:cTn id="185" fill="hold">
                            <p:stCondLst>
                              <p:cond delay="21500"/>
                            </p:stCondLst>
                            <p:childTnLst>
                              <p:par>
                                <p:cTn id="186" presetClass="entr" nodeType="afterEffect" presetID="9" grpId="44" fill="hold">
                                  <p:stCondLst>
                                    <p:cond delay="0"/>
                                  </p:stCondLst>
                                  <p:iterate type="el" backwards="0">
                                    <p:tmAbs val="0"/>
                                  </p:iterate>
                                  <p:childTnLst>
                                    <p:set>
                                      <p:cBhvr>
                                        <p:cTn id="187" fill="hold"/>
                                        <p:tgtEl>
                                          <p:spTgt spid="2317"/>
                                        </p:tgtEl>
                                        <p:attrNameLst>
                                          <p:attrName>style.visibility</p:attrName>
                                        </p:attrNameLst>
                                      </p:cBhvr>
                                      <p:to>
                                        <p:strVal val="visible"/>
                                      </p:to>
                                    </p:set>
                                    <p:animEffect filter="dissolve" transition="in">
                                      <p:cBhvr>
                                        <p:cTn id="188" dur="500"/>
                                        <p:tgtEl>
                                          <p:spTgt spid="2317"/>
                                        </p:tgtEl>
                                      </p:cBhvr>
                                    </p:animEffect>
                                  </p:childTnLst>
                                </p:cTn>
                              </p:par>
                            </p:childTnLst>
                          </p:cTn>
                        </p:par>
                        <p:par>
                          <p:cTn id="189" fill="hold">
                            <p:stCondLst>
                              <p:cond delay="22000"/>
                            </p:stCondLst>
                            <p:childTnLst>
                              <p:par>
                                <p:cTn id="190" presetClass="entr" nodeType="afterEffect" presetID="9" grpId="45" fill="hold">
                                  <p:stCondLst>
                                    <p:cond delay="0"/>
                                  </p:stCondLst>
                                  <p:iterate type="el" backwards="0">
                                    <p:tmAbs val="0"/>
                                  </p:iterate>
                                  <p:childTnLst>
                                    <p:set>
                                      <p:cBhvr>
                                        <p:cTn id="191" fill="hold"/>
                                        <p:tgtEl>
                                          <p:spTgt spid="2320"/>
                                        </p:tgtEl>
                                        <p:attrNameLst>
                                          <p:attrName>style.visibility</p:attrName>
                                        </p:attrNameLst>
                                      </p:cBhvr>
                                      <p:to>
                                        <p:strVal val="visible"/>
                                      </p:to>
                                    </p:set>
                                    <p:animEffect filter="dissolve" transition="in">
                                      <p:cBhvr>
                                        <p:cTn id="192" dur="500"/>
                                        <p:tgtEl>
                                          <p:spTgt spid="232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265" grpId="1"/>
      <p:bldP build="whole" bldLvl="1" animBg="1" rev="0" advAuto="0" spid="2259" grpId="9"/>
      <p:bldP build="whole" bldLvl="1" animBg="1" rev="0" advAuto="0" spid="2262" grpId="6"/>
      <p:bldP build="whole" bldLvl="1" animBg="1" rev="0" advAuto="0" spid="2301" grpId="32"/>
      <p:bldP build="whole" bldLvl="1" animBg="1" rev="0" advAuto="0" spid="2317" grpId="44"/>
      <p:bldP build="whole" bldLvl="1" animBg="1" rev="0" advAuto="0" spid="2320" grpId="45"/>
      <p:bldP build="whole" bldLvl="1" animBg="1" rev="0" advAuto="0" spid="2306" grpId="34"/>
      <p:bldP build="whole" bldLvl="1" animBg="1" rev="0" advAuto="0" spid="2293" grpId="25"/>
      <p:bldP build="whole" bldLvl="1" animBg="1" rev="0" advAuto="0" spid="2260" grpId="8"/>
      <p:bldP build="whole" bldLvl="1" animBg="1" rev="0" advAuto="0" spid="2314" grpId="41"/>
      <p:bldP build="whole" bldLvl="1" animBg="1" rev="0" advAuto="0" spid="2318" grpId="43"/>
      <p:bldP build="whole" bldLvl="1" animBg="1" rev="0" advAuto="0" spid="2287" grpId="10"/>
      <p:bldP build="whole" bldLvl="1" animBg="1" rev="0" advAuto="0" spid="2291" grpId="23"/>
      <p:bldP build="whole" bldLvl="1" animBg="1" rev="0" advAuto="0" spid="2295" grpId="26"/>
      <p:bldP build="whole" bldLvl="1" animBg="1" rev="0" advAuto="0" spid="2298" grpId="30"/>
      <p:bldP build="whole" bldLvl="1" animBg="1" rev="0" advAuto="0" spid="2292" grpId="12"/>
      <p:bldP build="whole" bldLvl="1" animBg="1" rev="0" advAuto="0" spid="2310" grpId="16"/>
      <p:bldP build="whole" bldLvl="1" animBg="1" rev="0" advAuto="0" spid="2264" grpId="4"/>
      <p:bldP build="whole" bldLvl="1" animBg="1" rev="0" advAuto="0" spid="2284" grpId="19"/>
      <p:bldP build="whole" bldLvl="1" animBg="1" rev="0" advAuto="0" spid="2263" grpId="5"/>
      <p:bldP build="whole" bldLvl="1" animBg="1" rev="0" advAuto="0" spid="2286" grpId="20"/>
      <p:bldP build="whole" bldLvl="1" animBg="1" rev="0" advAuto="0" spid="2308" grpId="38"/>
      <p:bldP build="whole" bldLvl="1" animBg="1" rev="0" advAuto="0" spid="2304" grpId="33"/>
      <p:bldP build="whole" bldLvl="1" animBg="1" rev="0" advAuto="0" spid="2313" grpId="39"/>
      <p:bldP build="whole" bldLvl="1" animBg="1" rev="0" advAuto="0" spid="2307" grpId="36"/>
      <p:bldP build="whole" bldLvl="1" animBg="1" rev="0" advAuto="0" spid="2312" grpId="18"/>
      <p:bldP build="whole" bldLvl="1" animBg="1" rev="0" advAuto="0" spid="2266" grpId="3"/>
      <p:bldP build="whole" bldLvl="1" animBg="1" rev="0" advAuto="0" spid="2258" grpId="2"/>
      <p:bldP build="whole" bldLvl="1" animBg="1" rev="0" advAuto="0" spid="2297" grpId="28"/>
      <p:bldP build="whole" bldLvl="1" animBg="1" rev="0" advAuto="0" spid="2289" grpId="22"/>
      <p:bldP build="whole" bldLvl="1" animBg="1" rev="0" advAuto="0" spid="2261" grpId="7"/>
      <p:bldP build="whole" bldLvl="1" animBg="1" rev="0" advAuto="0" spid="2300" grpId="14"/>
      <p:bldP build="whole" bldLvl="1" animBg="1" rev="0" advAuto="0" spid="2303" grpId="15"/>
      <p:bldP build="whole" bldLvl="1" animBg="1" rev="0" advAuto="0" spid="2316" grpId="42"/>
      <p:bldP build="whole" bldLvl="1" animBg="1" rev="0" advAuto="0" spid="2294" grpId="27"/>
      <p:bldP build="whole" bldLvl="1" animBg="1" rev="0" advAuto="0" spid="2285" grpId="21"/>
      <p:bldP build="whole" bldLvl="1" animBg="1" rev="0" advAuto="0" spid="2305" grpId="35"/>
      <p:bldP build="whole" bldLvl="1" animBg="1" rev="0" advAuto="0" spid="2309" grpId="37"/>
      <p:bldP build="whole" bldLvl="1" animBg="1" rev="0" advAuto="0" spid="2296" grpId="13"/>
      <p:bldP build="whole" bldLvl="1" animBg="1" rev="0" advAuto="0" spid="2315" grpId="40"/>
      <p:bldP build="whole" bldLvl="1" animBg="1" rev="0" advAuto="0" spid="2288" grpId="11"/>
      <p:bldP build="whole" bldLvl="1" animBg="1" rev="0" advAuto="0" spid="2290" grpId="24"/>
      <p:bldP build="whole" bldLvl="1" animBg="1" rev="0" advAuto="0" spid="2299" grpId="29"/>
      <p:bldP build="whole" bldLvl="1" animBg="1" rev="0" advAuto="0" spid="2311" grpId="17"/>
      <p:bldP build="whole" bldLvl="1" animBg="1" rev="0" advAuto="0" spid="2302" grpId="31"/>
    </p:bldLst>
  </p:timing>
</p:sld>
</file>

<file path=ppt/slides/slide8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332" name="Shape 233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a:t>
            </a:r>
          </a:p>
        </p:txBody>
      </p:sp>
      <p:grpSp>
        <p:nvGrpSpPr>
          <p:cNvPr id="2388" name="Group 2388"/>
          <p:cNvGrpSpPr/>
          <p:nvPr/>
        </p:nvGrpSpPr>
        <p:grpSpPr>
          <a:xfrm>
            <a:off x="6720857" y="1218897"/>
            <a:ext cx="11278206" cy="11278206"/>
            <a:chOff x="0" y="0"/>
            <a:chExt cx="11278204" cy="11278204"/>
          </a:xfrm>
        </p:grpSpPr>
        <p:sp>
          <p:nvSpPr>
            <p:cNvPr id="2333" name="Shape 2333"/>
            <p:cNvSpPr/>
            <p:nvPr/>
          </p:nvSpPr>
          <p:spPr>
            <a:xfrm>
              <a:off x="4079762" y="0"/>
              <a:ext cx="3110964" cy="310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5" y="21600"/>
                  </a:moveTo>
                  <a:cubicBezTo>
                    <a:pt x="4866" y="21600"/>
                    <a:pt x="0" y="16734"/>
                    <a:pt x="0" y="10775"/>
                  </a:cubicBezTo>
                  <a:cubicBezTo>
                    <a:pt x="0" y="4817"/>
                    <a:pt x="4866" y="0"/>
                    <a:pt x="10825" y="0"/>
                  </a:cubicBezTo>
                  <a:cubicBezTo>
                    <a:pt x="16783" y="0"/>
                    <a:pt x="21600" y="4817"/>
                    <a:pt x="21600" y="10775"/>
                  </a:cubicBezTo>
                  <a:cubicBezTo>
                    <a:pt x="21600" y="16734"/>
                    <a:pt x="16783" y="21600"/>
                    <a:pt x="10825" y="21600"/>
                  </a:cubicBezTo>
                  <a:close/>
                  <a:moveTo>
                    <a:pt x="10825" y="596"/>
                  </a:moveTo>
                  <a:cubicBezTo>
                    <a:pt x="5164" y="596"/>
                    <a:pt x="596" y="5164"/>
                    <a:pt x="596" y="10775"/>
                  </a:cubicBezTo>
                  <a:cubicBezTo>
                    <a:pt x="596" y="16436"/>
                    <a:pt x="5164" y="21004"/>
                    <a:pt x="10825" y="21004"/>
                  </a:cubicBezTo>
                  <a:cubicBezTo>
                    <a:pt x="16436" y="21004"/>
                    <a:pt x="21004" y="16436"/>
                    <a:pt x="21004" y="10775"/>
                  </a:cubicBezTo>
                  <a:cubicBezTo>
                    <a:pt x="21004" y="5164"/>
                    <a:pt x="16436" y="596"/>
                    <a:pt x="10825" y="59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34" name="Shape 2334"/>
            <p:cNvSpPr/>
            <p:nvPr/>
          </p:nvSpPr>
          <p:spPr>
            <a:xfrm>
              <a:off x="4079762" y="8159522"/>
              <a:ext cx="3110964" cy="31186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5" y="21600"/>
                  </a:moveTo>
                  <a:cubicBezTo>
                    <a:pt x="4866" y="21600"/>
                    <a:pt x="0" y="16745"/>
                    <a:pt x="0" y="10800"/>
                  </a:cubicBezTo>
                  <a:cubicBezTo>
                    <a:pt x="0" y="4855"/>
                    <a:pt x="4866" y="0"/>
                    <a:pt x="10825" y="0"/>
                  </a:cubicBezTo>
                  <a:cubicBezTo>
                    <a:pt x="16783" y="0"/>
                    <a:pt x="21600" y="4855"/>
                    <a:pt x="21600" y="10800"/>
                  </a:cubicBezTo>
                  <a:cubicBezTo>
                    <a:pt x="21600" y="16745"/>
                    <a:pt x="16783" y="21600"/>
                    <a:pt x="10825" y="21600"/>
                  </a:cubicBezTo>
                  <a:close/>
                  <a:moveTo>
                    <a:pt x="10825" y="594"/>
                  </a:moveTo>
                  <a:cubicBezTo>
                    <a:pt x="5164" y="594"/>
                    <a:pt x="596" y="5202"/>
                    <a:pt x="596" y="10800"/>
                  </a:cubicBezTo>
                  <a:cubicBezTo>
                    <a:pt x="596" y="16398"/>
                    <a:pt x="5164" y="21006"/>
                    <a:pt x="10825" y="21006"/>
                  </a:cubicBezTo>
                  <a:cubicBezTo>
                    <a:pt x="16436" y="21006"/>
                    <a:pt x="21004" y="16398"/>
                    <a:pt x="21004" y="10800"/>
                  </a:cubicBezTo>
                  <a:cubicBezTo>
                    <a:pt x="21004" y="5202"/>
                    <a:pt x="16436" y="594"/>
                    <a:pt x="10825" y="59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35" name="Shape 2335"/>
            <p:cNvSpPr/>
            <p:nvPr/>
          </p:nvSpPr>
          <p:spPr>
            <a:xfrm>
              <a:off x="8159522" y="4079762"/>
              <a:ext cx="3118683" cy="31109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55" y="21600"/>
                    <a:pt x="0" y="16783"/>
                    <a:pt x="0" y="10825"/>
                  </a:cubicBezTo>
                  <a:cubicBezTo>
                    <a:pt x="0" y="4866"/>
                    <a:pt x="4855" y="0"/>
                    <a:pt x="10800" y="0"/>
                  </a:cubicBezTo>
                  <a:cubicBezTo>
                    <a:pt x="16745" y="0"/>
                    <a:pt x="21600" y="4866"/>
                    <a:pt x="21600" y="10825"/>
                  </a:cubicBezTo>
                  <a:cubicBezTo>
                    <a:pt x="21600" y="16783"/>
                    <a:pt x="16745" y="21600"/>
                    <a:pt x="10800" y="21600"/>
                  </a:cubicBezTo>
                  <a:close/>
                  <a:moveTo>
                    <a:pt x="10800" y="596"/>
                  </a:moveTo>
                  <a:cubicBezTo>
                    <a:pt x="5202" y="596"/>
                    <a:pt x="594" y="5164"/>
                    <a:pt x="594" y="10825"/>
                  </a:cubicBezTo>
                  <a:cubicBezTo>
                    <a:pt x="594" y="16436"/>
                    <a:pt x="5202" y="21004"/>
                    <a:pt x="10800" y="21004"/>
                  </a:cubicBezTo>
                  <a:cubicBezTo>
                    <a:pt x="16398" y="21004"/>
                    <a:pt x="21006" y="16436"/>
                    <a:pt x="21006" y="10825"/>
                  </a:cubicBezTo>
                  <a:cubicBezTo>
                    <a:pt x="21006" y="5164"/>
                    <a:pt x="16398" y="596"/>
                    <a:pt x="10800" y="59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36" name="Shape 2336"/>
            <p:cNvSpPr/>
            <p:nvPr/>
          </p:nvSpPr>
          <p:spPr>
            <a:xfrm>
              <a:off x="0" y="4079762"/>
              <a:ext cx="3107105" cy="31109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5" y="21600"/>
                  </a:moveTo>
                  <a:cubicBezTo>
                    <a:pt x="4817" y="21600"/>
                    <a:pt x="0" y="16783"/>
                    <a:pt x="0" y="10825"/>
                  </a:cubicBezTo>
                  <a:cubicBezTo>
                    <a:pt x="0" y="4866"/>
                    <a:pt x="4817" y="0"/>
                    <a:pt x="10775" y="0"/>
                  </a:cubicBezTo>
                  <a:cubicBezTo>
                    <a:pt x="16734" y="0"/>
                    <a:pt x="21600" y="4866"/>
                    <a:pt x="21600" y="10825"/>
                  </a:cubicBezTo>
                  <a:cubicBezTo>
                    <a:pt x="21600" y="16783"/>
                    <a:pt x="16734" y="21600"/>
                    <a:pt x="10775" y="21600"/>
                  </a:cubicBezTo>
                  <a:close/>
                  <a:moveTo>
                    <a:pt x="10775" y="596"/>
                  </a:moveTo>
                  <a:cubicBezTo>
                    <a:pt x="5164" y="596"/>
                    <a:pt x="596" y="5164"/>
                    <a:pt x="596" y="10825"/>
                  </a:cubicBezTo>
                  <a:cubicBezTo>
                    <a:pt x="596" y="16436"/>
                    <a:pt x="5164" y="21004"/>
                    <a:pt x="10775" y="21004"/>
                  </a:cubicBezTo>
                  <a:cubicBezTo>
                    <a:pt x="16436" y="21004"/>
                    <a:pt x="21004" y="16436"/>
                    <a:pt x="21004" y="10825"/>
                  </a:cubicBezTo>
                  <a:cubicBezTo>
                    <a:pt x="21004" y="5164"/>
                    <a:pt x="16436" y="596"/>
                    <a:pt x="10775" y="59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2347" name="Group 2347"/>
            <p:cNvGrpSpPr/>
            <p:nvPr/>
          </p:nvGrpSpPr>
          <p:grpSpPr>
            <a:xfrm>
              <a:off x="1914438" y="1871982"/>
              <a:ext cx="2095849" cy="2014793"/>
              <a:chOff x="0" y="0"/>
              <a:chExt cx="2095848" cy="2014792"/>
            </a:xfrm>
          </p:grpSpPr>
          <p:sp>
            <p:nvSpPr>
              <p:cNvPr id="2337" name="Shape 2337"/>
              <p:cNvSpPr/>
              <p:nvPr/>
            </p:nvSpPr>
            <p:spPr>
              <a:xfrm>
                <a:off x="0" y="1814085"/>
                <a:ext cx="150532" cy="200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154"/>
                    </a:moveTo>
                    <a:lnTo>
                      <a:pt x="12185" y="0"/>
                    </a:lnTo>
                    <a:lnTo>
                      <a:pt x="0" y="17862"/>
                    </a:lnTo>
                    <a:lnTo>
                      <a:pt x="9415" y="21600"/>
                    </a:lnTo>
                    <a:lnTo>
                      <a:pt x="21600" y="415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38" name="Shape 2338"/>
              <p:cNvSpPr/>
              <p:nvPr/>
            </p:nvSpPr>
            <p:spPr>
              <a:xfrm>
                <a:off x="127373" y="1563199"/>
                <a:ext cx="165971" cy="200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629"/>
                    </a:moveTo>
                    <a:cubicBezTo>
                      <a:pt x="13148" y="0"/>
                      <a:pt x="13148" y="0"/>
                      <a:pt x="13148" y="0"/>
                    </a:cubicBezTo>
                    <a:cubicBezTo>
                      <a:pt x="13148" y="0"/>
                      <a:pt x="12209" y="1543"/>
                      <a:pt x="11270" y="3086"/>
                    </a:cubicBezTo>
                    <a:cubicBezTo>
                      <a:pt x="10330" y="4629"/>
                      <a:pt x="8452" y="6943"/>
                      <a:pt x="6574" y="9257"/>
                    </a:cubicBezTo>
                    <a:cubicBezTo>
                      <a:pt x="3757" y="13114"/>
                      <a:pt x="0" y="17743"/>
                      <a:pt x="0" y="17743"/>
                    </a:cubicBezTo>
                    <a:cubicBezTo>
                      <a:pt x="9391" y="21600"/>
                      <a:pt x="9391" y="21600"/>
                      <a:pt x="9391" y="21600"/>
                    </a:cubicBezTo>
                    <a:cubicBezTo>
                      <a:pt x="9391" y="21600"/>
                      <a:pt x="12209" y="17743"/>
                      <a:pt x="15026" y="13114"/>
                    </a:cubicBezTo>
                    <a:cubicBezTo>
                      <a:pt x="16904" y="10800"/>
                      <a:pt x="18783" y="8486"/>
                      <a:pt x="19722" y="6943"/>
                    </a:cubicBezTo>
                    <a:cubicBezTo>
                      <a:pt x="20661" y="5400"/>
                      <a:pt x="21600" y="4629"/>
                      <a:pt x="21600" y="4629"/>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39" name="Shape 2339"/>
              <p:cNvSpPr/>
              <p:nvPr/>
            </p:nvSpPr>
            <p:spPr>
              <a:xfrm>
                <a:off x="277902" y="1327755"/>
                <a:ext cx="173691" cy="2007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400"/>
                    </a:moveTo>
                    <a:cubicBezTo>
                      <a:pt x="14400" y="0"/>
                      <a:pt x="14400" y="0"/>
                      <a:pt x="14400" y="0"/>
                    </a:cubicBezTo>
                    <a:cubicBezTo>
                      <a:pt x="14400" y="0"/>
                      <a:pt x="10800" y="4629"/>
                      <a:pt x="7200" y="8486"/>
                    </a:cubicBezTo>
                    <a:cubicBezTo>
                      <a:pt x="5400" y="10800"/>
                      <a:pt x="3600" y="13114"/>
                      <a:pt x="2700" y="14657"/>
                    </a:cubicBezTo>
                    <a:cubicBezTo>
                      <a:pt x="900" y="16200"/>
                      <a:pt x="0" y="16971"/>
                      <a:pt x="0" y="16971"/>
                    </a:cubicBezTo>
                    <a:cubicBezTo>
                      <a:pt x="8100" y="21600"/>
                      <a:pt x="8100" y="21600"/>
                      <a:pt x="8100" y="21600"/>
                    </a:cubicBezTo>
                    <a:cubicBezTo>
                      <a:pt x="8100" y="21600"/>
                      <a:pt x="9000" y="20829"/>
                      <a:pt x="9900" y="19286"/>
                    </a:cubicBezTo>
                    <a:cubicBezTo>
                      <a:pt x="11700" y="17743"/>
                      <a:pt x="13500" y="15429"/>
                      <a:pt x="15300" y="13114"/>
                    </a:cubicBezTo>
                    <a:cubicBezTo>
                      <a:pt x="18000" y="9257"/>
                      <a:pt x="21600" y="5400"/>
                      <a:pt x="21600" y="5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0" name="Shape 2340"/>
              <p:cNvSpPr/>
              <p:nvPr/>
            </p:nvSpPr>
            <p:spPr>
              <a:xfrm>
                <a:off x="451592" y="1107748"/>
                <a:ext cx="177550"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600"/>
                    </a:moveTo>
                    <a:cubicBezTo>
                      <a:pt x="13824" y="0"/>
                      <a:pt x="13824" y="0"/>
                      <a:pt x="13824" y="0"/>
                    </a:cubicBezTo>
                    <a:cubicBezTo>
                      <a:pt x="13824" y="0"/>
                      <a:pt x="12960" y="800"/>
                      <a:pt x="12096" y="2400"/>
                    </a:cubicBezTo>
                    <a:cubicBezTo>
                      <a:pt x="10368" y="4000"/>
                      <a:pt x="8640" y="6400"/>
                      <a:pt x="6912" y="8000"/>
                    </a:cubicBezTo>
                    <a:cubicBezTo>
                      <a:pt x="3456" y="12000"/>
                      <a:pt x="0" y="16800"/>
                      <a:pt x="0" y="16800"/>
                    </a:cubicBezTo>
                    <a:cubicBezTo>
                      <a:pt x="6912" y="21600"/>
                      <a:pt x="6912" y="21600"/>
                      <a:pt x="6912" y="21600"/>
                    </a:cubicBezTo>
                    <a:cubicBezTo>
                      <a:pt x="6912" y="21600"/>
                      <a:pt x="10368" y="17600"/>
                      <a:pt x="13824" y="13600"/>
                    </a:cubicBezTo>
                    <a:cubicBezTo>
                      <a:pt x="15552" y="11200"/>
                      <a:pt x="17280" y="9600"/>
                      <a:pt x="19008" y="8000"/>
                    </a:cubicBezTo>
                    <a:cubicBezTo>
                      <a:pt x="19872" y="6400"/>
                      <a:pt x="21600" y="5600"/>
                      <a:pt x="21600" y="5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1" name="Shape 2341"/>
              <p:cNvSpPr/>
              <p:nvPr/>
            </p:nvSpPr>
            <p:spPr>
              <a:xfrm>
                <a:off x="629141" y="891602"/>
                <a:ext cx="185269"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400"/>
                    </a:moveTo>
                    <a:cubicBezTo>
                      <a:pt x="14954" y="0"/>
                      <a:pt x="14954" y="0"/>
                      <a:pt x="14954" y="0"/>
                    </a:cubicBezTo>
                    <a:cubicBezTo>
                      <a:pt x="14954" y="0"/>
                      <a:pt x="11631" y="4000"/>
                      <a:pt x="7477" y="8000"/>
                    </a:cubicBezTo>
                    <a:cubicBezTo>
                      <a:pt x="5815" y="9600"/>
                      <a:pt x="3323" y="12000"/>
                      <a:pt x="2492" y="13600"/>
                    </a:cubicBezTo>
                    <a:cubicBezTo>
                      <a:pt x="831" y="15200"/>
                      <a:pt x="0" y="16000"/>
                      <a:pt x="0" y="16000"/>
                    </a:cubicBezTo>
                    <a:cubicBezTo>
                      <a:pt x="6646" y="21600"/>
                      <a:pt x="6646" y="21600"/>
                      <a:pt x="6646" y="21600"/>
                    </a:cubicBezTo>
                    <a:cubicBezTo>
                      <a:pt x="6646" y="21600"/>
                      <a:pt x="7477" y="20800"/>
                      <a:pt x="9138" y="19200"/>
                    </a:cubicBezTo>
                    <a:cubicBezTo>
                      <a:pt x="9969" y="17600"/>
                      <a:pt x="12462" y="16000"/>
                      <a:pt x="14123" y="13600"/>
                    </a:cubicBezTo>
                    <a:cubicBezTo>
                      <a:pt x="17446" y="10400"/>
                      <a:pt x="21600" y="6400"/>
                      <a:pt x="21600" y="6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2" name="Shape 2342"/>
              <p:cNvSpPr/>
              <p:nvPr/>
            </p:nvSpPr>
            <p:spPr>
              <a:xfrm>
                <a:off x="822129" y="698614"/>
                <a:ext cx="192988" cy="1891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646"/>
                    </a:moveTo>
                    <a:cubicBezTo>
                      <a:pt x="16000" y="0"/>
                      <a:pt x="16000" y="0"/>
                      <a:pt x="16000" y="0"/>
                    </a:cubicBezTo>
                    <a:cubicBezTo>
                      <a:pt x="16000" y="0"/>
                      <a:pt x="15200" y="831"/>
                      <a:pt x="13600" y="1662"/>
                    </a:cubicBezTo>
                    <a:cubicBezTo>
                      <a:pt x="12000" y="3323"/>
                      <a:pt x="10400" y="4985"/>
                      <a:pt x="8000" y="7477"/>
                    </a:cubicBezTo>
                    <a:cubicBezTo>
                      <a:pt x="4000" y="10800"/>
                      <a:pt x="0" y="14954"/>
                      <a:pt x="0" y="14954"/>
                    </a:cubicBezTo>
                    <a:cubicBezTo>
                      <a:pt x="6400" y="21600"/>
                      <a:pt x="6400" y="21600"/>
                      <a:pt x="6400" y="21600"/>
                    </a:cubicBezTo>
                    <a:cubicBezTo>
                      <a:pt x="6400" y="21600"/>
                      <a:pt x="10400" y="17446"/>
                      <a:pt x="13600" y="14123"/>
                    </a:cubicBezTo>
                    <a:cubicBezTo>
                      <a:pt x="16000" y="11631"/>
                      <a:pt x="17600" y="9969"/>
                      <a:pt x="19200" y="8308"/>
                    </a:cubicBezTo>
                    <a:cubicBezTo>
                      <a:pt x="20800" y="7477"/>
                      <a:pt x="21600" y="6646"/>
                      <a:pt x="21600" y="664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3" name="Shape 2343"/>
              <p:cNvSpPr/>
              <p:nvPr/>
            </p:nvSpPr>
            <p:spPr>
              <a:xfrm>
                <a:off x="1038275" y="513346"/>
                <a:ext cx="192989" cy="1814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776"/>
                    </a:moveTo>
                    <a:cubicBezTo>
                      <a:pt x="16800" y="0"/>
                      <a:pt x="16800" y="0"/>
                      <a:pt x="16800" y="0"/>
                    </a:cubicBezTo>
                    <a:cubicBezTo>
                      <a:pt x="16800" y="0"/>
                      <a:pt x="12000" y="3456"/>
                      <a:pt x="8000" y="6912"/>
                    </a:cubicBezTo>
                    <a:cubicBezTo>
                      <a:pt x="5600" y="8640"/>
                      <a:pt x="4000" y="11232"/>
                      <a:pt x="2400" y="12096"/>
                    </a:cubicBezTo>
                    <a:cubicBezTo>
                      <a:pt x="800" y="13824"/>
                      <a:pt x="0" y="14688"/>
                      <a:pt x="0" y="14688"/>
                    </a:cubicBezTo>
                    <a:cubicBezTo>
                      <a:pt x="5600" y="21600"/>
                      <a:pt x="5600" y="21600"/>
                      <a:pt x="5600" y="21600"/>
                    </a:cubicBezTo>
                    <a:cubicBezTo>
                      <a:pt x="5600" y="21600"/>
                      <a:pt x="6400" y="20736"/>
                      <a:pt x="8000" y="19008"/>
                    </a:cubicBezTo>
                    <a:cubicBezTo>
                      <a:pt x="9600" y="18144"/>
                      <a:pt x="11200" y="16416"/>
                      <a:pt x="13600" y="14688"/>
                    </a:cubicBezTo>
                    <a:cubicBezTo>
                      <a:pt x="17600" y="11232"/>
                      <a:pt x="21600" y="7776"/>
                      <a:pt x="21600" y="777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4" name="Shape 2344"/>
              <p:cNvSpPr/>
              <p:nvPr/>
            </p:nvSpPr>
            <p:spPr>
              <a:xfrm>
                <a:off x="1258280" y="351236"/>
                <a:ext cx="200708" cy="1698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364"/>
                    </a:moveTo>
                    <a:lnTo>
                      <a:pt x="17031" y="0"/>
                    </a:lnTo>
                    <a:lnTo>
                      <a:pt x="0" y="13255"/>
                    </a:lnTo>
                    <a:lnTo>
                      <a:pt x="4569" y="21600"/>
                    </a:lnTo>
                    <a:lnTo>
                      <a:pt x="21600" y="736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5" name="Shape 2345"/>
              <p:cNvSpPr/>
              <p:nvPr/>
            </p:nvSpPr>
            <p:spPr>
              <a:xfrm>
                <a:off x="1493726" y="200707"/>
                <a:ext cx="200708" cy="1582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836"/>
                    </a:moveTo>
                    <a:cubicBezTo>
                      <a:pt x="17743" y="0"/>
                      <a:pt x="17743" y="0"/>
                      <a:pt x="17743" y="0"/>
                    </a:cubicBezTo>
                    <a:cubicBezTo>
                      <a:pt x="17743" y="0"/>
                      <a:pt x="13114" y="2945"/>
                      <a:pt x="8486" y="5891"/>
                    </a:cubicBezTo>
                    <a:cubicBezTo>
                      <a:pt x="4629" y="9818"/>
                      <a:pt x="0" y="12764"/>
                      <a:pt x="0" y="12764"/>
                    </a:cubicBezTo>
                    <a:cubicBezTo>
                      <a:pt x="4629" y="21600"/>
                      <a:pt x="4629" y="21600"/>
                      <a:pt x="4629" y="21600"/>
                    </a:cubicBezTo>
                    <a:cubicBezTo>
                      <a:pt x="4629" y="21600"/>
                      <a:pt x="8486" y="18655"/>
                      <a:pt x="13114" y="14727"/>
                    </a:cubicBezTo>
                    <a:cubicBezTo>
                      <a:pt x="16971" y="11782"/>
                      <a:pt x="21600" y="8836"/>
                      <a:pt x="21600" y="883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46" name="Shape 2346"/>
              <p:cNvSpPr/>
              <p:nvPr/>
            </p:nvSpPr>
            <p:spPr>
              <a:xfrm>
                <a:off x="1663555" y="0"/>
                <a:ext cx="432294" cy="3782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441"/>
                    </a:lnTo>
                    <a:lnTo>
                      <a:pt x="10414" y="21600"/>
                    </a:lnTo>
                    <a:lnTo>
                      <a:pt x="0"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348" name="Shape 2348"/>
            <p:cNvSpPr/>
            <p:nvPr/>
          </p:nvSpPr>
          <p:spPr>
            <a:xfrm>
              <a:off x="7460907" y="1956897"/>
              <a:ext cx="200708" cy="1582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3" y="21600"/>
                  </a:moveTo>
                  <a:cubicBezTo>
                    <a:pt x="21600" y="11782"/>
                    <a:pt x="21600" y="11782"/>
                    <a:pt x="21600" y="11782"/>
                  </a:cubicBezTo>
                  <a:cubicBezTo>
                    <a:pt x="21600" y="11782"/>
                    <a:pt x="20829" y="11782"/>
                    <a:pt x="19286" y="9818"/>
                  </a:cubicBezTo>
                  <a:cubicBezTo>
                    <a:pt x="16971" y="8836"/>
                    <a:pt x="15429" y="6873"/>
                    <a:pt x="13114" y="5891"/>
                  </a:cubicBezTo>
                  <a:cubicBezTo>
                    <a:pt x="8486" y="2945"/>
                    <a:pt x="3857" y="0"/>
                    <a:pt x="3857" y="0"/>
                  </a:cubicBezTo>
                  <a:cubicBezTo>
                    <a:pt x="0" y="8836"/>
                    <a:pt x="0" y="8836"/>
                    <a:pt x="0" y="8836"/>
                  </a:cubicBezTo>
                  <a:cubicBezTo>
                    <a:pt x="0" y="8836"/>
                    <a:pt x="4629" y="11782"/>
                    <a:pt x="8486" y="14727"/>
                  </a:cubicBezTo>
                  <a:cubicBezTo>
                    <a:pt x="10800" y="16691"/>
                    <a:pt x="13114" y="17673"/>
                    <a:pt x="14657" y="19636"/>
                  </a:cubicBezTo>
                  <a:cubicBezTo>
                    <a:pt x="16971" y="20618"/>
                    <a:pt x="17743" y="21600"/>
                    <a:pt x="17743"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2358" name="Group 2358"/>
            <p:cNvGrpSpPr/>
            <p:nvPr/>
          </p:nvGrpSpPr>
          <p:grpSpPr>
            <a:xfrm>
              <a:off x="7704070" y="2091987"/>
              <a:ext cx="1729172" cy="1953040"/>
              <a:chOff x="0" y="0"/>
              <a:chExt cx="1729170" cy="1953038"/>
            </a:xfrm>
          </p:grpSpPr>
          <p:sp>
            <p:nvSpPr>
              <p:cNvPr id="2349" name="Shape 2349"/>
              <p:cNvSpPr/>
              <p:nvPr/>
            </p:nvSpPr>
            <p:spPr>
              <a:xfrm>
                <a:off x="0" y="0"/>
                <a:ext cx="200708" cy="1659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21600"/>
                    </a:moveTo>
                    <a:cubicBezTo>
                      <a:pt x="21600" y="13148"/>
                      <a:pt x="21600" y="13148"/>
                      <a:pt x="21600" y="13148"/>
                    </a:cubicBezTo>
                    <a:cubicBezTo>
                      <a:pt x="21600" y="13148"/>
                      <a:pt x="17743" y="10330"/>
                      <a:pt x="13114" y="6574"/>
                    </a:cubicBezTo>
                    <a:cubicBezTo>
                      <a:pt x="8486" y="2817"/>
                      <a:pt x="4629" y="0"/>
                      <a:pt x="4629" y="0"/>
                    </a:cubicBezTo>
                    <a:cubicBezTo>
                      <a:pt x="0" y="8452"/>
                      <a:pt x="0" y="8452"/>
                      <a:pt x="0" y="8452"/>
                    </a:cubicBezTo>
                    <a:cubicBezTo>
                      <a:pt x="0" y="8452"/>
                      <a:pt x="4629" y="11270"/>
                      <a:pt x="8486" y="15026"/>
                    </a:cubicBezTo>
                    <a:cubicBezTo>
                      <a:pt x="13114" y="18783"/>
                      <a:pt x="16971" y="21600"/>
                      <a:pt x="16971"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0" name="Shape 2350"/>
              <p:cNvSpPr/>
              <p:nvPr/>
            </p:nvSpPr>
            <p:spPr>
              <a:xfrm>
                <a:off x="235446" y="158251"/>
                <a:ext cx="200708" cy="1736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21600"/>
                    </a:moveTo>
                    <a:cubicBezTo>
                      <a:pt x="21600" y="13500"/>
                      <a:pt x="21600" y="13500"/>
                      <a:pt x="21600" y="13500"/>
                    </a:cubicBezTo>
                    <a:cubicBezTo>
                      <a:pt x="21600" y="13500"/>
                      <a:pt x="20829" y="12600"/>
                      <a:pt x="19286" y="11700"/>
                    </a:cubicBezTo>
                    <a:cubicBezTo>
                      <a:pt x="17743" y="9900"/>
                      <a:pt x="15429" y="8100"/>
                      <a:pt x="13114" y="6300"/>
                    </a:cubicBezTo>
                    <a:cubicBezTo>
                      <a:pt x="9257" y="2700"/>
                      <a:pt x="4629" y="0"/>
                      <a:pt x="4629" y="0"/>
                    </a:cubicBezTo>
                    <a:cubicBezTo>
                      <a:pt x="0" y="7200"/>
                      <a:pt x="0" y="7200"/>
                      <a:pt x="0" y="7200"/>
                    </a:cubicBezTo>
                    <a:cubicBezTo>
                      <a:pt x="0" y="7200"/>
                      <a:pt x="3857" y="10800"/>
                      <a:pt x="8486" y="14400"/>
                    </a:cubicBezTo>
                    <a:cubicBezTo>
                      <a:pt x="10800" y="16200"/>
                      <a:pt x="12343" y="18000"/>
                      <a:pt x="13886" y="18900"/>
                    </a:cubicBezTo>
                    <a:cubicBezTo>
                      <a:pt x="15429" y="20700"/>
                      <a:pt x="16200" y="21600"/>
                      <a:pt x="16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1" name="Shape 2351"/>
              <p:cNvSpPr/>
              <p:nvPr/>
            </p:nvSpPr>
            <p:spPr>
              <a:xfrm>
                <a:off x="463170" y="324219"/>
                <a:ext cx="192989" cy="1852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000" y="21600"/>
                    </a:moveTo>
                    <a:cubicBezTo>
                      <a:pt x="21600" y="14954"/>
                      <a:pt x="21600" y="14954"/>
                      <a:pt x="21600" y="14954"/>
                    </a:cubicBezTo>
                    <a:cubicBezTo>
                      <a:pt x="21600" y="14954"/>
                      <a:pt x="17600" y="10800"/>
                      <a:pt x="13600" y="7477"/>
                    </a:cubicBezTo>
                    <a:cubicBezTo>
                      <a:pt x="11200" y="5815"/>
                      <a:pt x="8800" y="3323"/>
                      <a:pt x="7200" y="2492"/>
                    </a:cubicBezTo>
                    <a:cubicBezTo>
                      <a:pt x="6400" y="831"/>
                      <a:pt x="4800" y="0"/>
                      <a:pt x="4800" y="0"/>
                    </a:cubicBezTo>
                    <a:cubicBezTo>
                      <a:pt x="0" y="7477"/>
                      <a:pt x="0" y="7477"/>
                      <a:pt x="0" y="7477"/>
                    </a:cubicBezTo>
                    <a:cubicBezTo>
                      <a:pt x="0" y="7477"/>
                      <a:pt x="800" y="8308"/>
                      <a:pt x="2400" y="9138"/>
                    </a:cubicBezTo>
                    <a:cubicBezTo>
                      <a:pt x="4000" y="10800"/>
                      <a:pt x="5600" y="12462"/>
                      <a:pt x="8000" y="14123"/>
                    </a:cubicBezTo>
                    <a:cubicBezTo>
                      <a:pt x="12000" y="17446"/>
                      <a:pt x="16000" y="21600"/>
                      <a:pt x="16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2" name="Shape 2352"/>
              <p:cNvSpPr/>
              <p:nvPr/>
            </p:nvSpPr>
            <p:spPr>
              <a:xfrm>
                <a:off x="671597" y="509487"/>
                <a:ext cx="192989" cy="1852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00" y="21600"/>
                    </a:moveTo>
                    <a:cubicBezTo>
                      <a:pt x="21600" y="15785"/>
                      <a:pt x="21600" y="15785"/>
                      <a:pt x="21600" y="15785"/>
                    </a:cubicBezTo>
                    <a:cubicBezTo>
                      <a:pt x="21600" y="15785"/>
                      <a:pt x="20800" y="14954"/>
                      <a:pt x="19200" y="13292"/>
                    </a:cubicBezTo>
                    <a:cubicBezTo>
                      <a:pt x="17600" y="11631"/>
                      <a:pt x="16000" y="9969"/>
                      <a:pt x="13600" y="7477"/>
                    </a:cubicBezTo>
                    <a:cubicBezTo>
                      <a:pt x="9600" y="4154"/>
                      <a:pt x="6400" y="0"/>
                      <a:pt x="6400" y="0"/>
                    </a:cubicBezTo>
                    <a:cubicBezTo>
                      <a:pt x="0" y="6646"/>
                      <a:pt x="0" y="6646"/>
                      <a:pt x="0" y="6646"/>
                    </a:cubicBezTo>
                    <a:cubicBezTo>
                      <a:pt x="0" y="6646"/>
                      <a:pt x="4000" y="10800"/>
                      <a:pt x="8000" y="14123"/>
                    </a:cubicBezTo>
                    <a:cubicBezTo>
                      <a:pt x="9600" y="15785"/>
                      <a:pt x="12000" y="18277"/>
                      <a:pt x="12800" y="19108"/>
                    </a:cubicBezTo>
                    <a:cubicBezTo>
                      <a:pt x="14400" y="20769"/>
                      <a:pt x="15200" y="21600"/>
                      <a:pt x="15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3" name="Shape 2353"/>
              <p:cNvSpPr/>
              <p:nvPr/>
            </p:nvSpPr>
            <p:spPr>
              <a:xfrm>
                <a:off x="872304" y="710194"/>
                <a:ext cx="185269"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954" y="21600"/>
                    </a:moveTo>
                    <a:cubicBezTo>
                      <a:pt x="21600" y="16000"/>
                      <a:pt x="21600" y="16000"/>
                      <a:pt x="21600" y="16000"/>
                    </a:cubicBezTo>
                    <a:cubicBezTo>
                      <a:pt x="21600" y="16000"/>
                      <a:pt x="18277" y="12000"/>
                      <a:pt x="14123" y="8000"/>
                    </a:cubicBezTo>
                    <a:cubicBezTo>
                      <a:pt x="10800" y="4000"/>
                      <a:pt x="6646" y="0"/>
                      <a:pt x="6646" y="0"/>
                    </a:cubicBezTo>
                    <a:cubicBezTo>
                      <a:pt x="0" y="6400"/>
                      <a:pt x="0" y="6400"/>
                      <a:pt x="0" y="6400"/>
                    </a:cubicBezTo>
                    <a:cubicBezTo>
                      <a:pt x="0" y="6400"/>
                      <a:pt x="4154" y="9600"/>
                      <a:pt x="7477" y="13600"/>
                    </a:cubicBezTo>
                    <a:cubicBezTo>
                      <a:pt x="11631" y="17600"/>
                      <a:pt x="14954" y="21600"/>
                      <a:pt x="14954"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4" name="Shape 2354"/>
              <p:cNvSpPr/>
              <p:nvPr/>
            </p:nvSpPr>
            <p:spPr>
              <a:xfrm>
                <a:off x="1057572" y="922482"/>
                <a:ext cx="177550" cy="2007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26" y="21600"/>
                    </a:moveTo>
                    <a:lnTo>
                      <a:pt x="21600" y="16200"/>
                    </a:lnTo>
                    <a:lnTo>
                      <a:pt x="7983" y="0"/>
                    </a:lnTo>
                    <a:lnTo>
                      <a:pt x="0" y="5400"/>
                    </a:lnTo>
                    <a:lnTo>
                      <a:pt x="15026"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5" name="Shape 2355"/>
              <p:cNvSpPr/>
              <p:nvPr/>
            </p:nvSpPr>
            <p:spPr>
              <a:xfrm>
                <a:off x="1227402" y="1150207"/>
                <a:ext cx="173691" cy="200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00" y="21600"/>
                    </a:moveTo>
                    <a:cubicBezTo>
                      <a:pt x="21600" y="16971"/>
                      <a:pt x="21600" y="16971"/>
                      <a:pt x="21600" y="16971"/>
                    </a:cubicBezTo>
                    <a:cubicBezTo>
                      <a:pt x="21600" y="16971"/>
                      <a:pt x="20700" y="16200"/>
                      <a:pt x="19800" y="13886"/>
                    </a:cubicBezTo>
                    <a:cubicBezTo>
                      <a:pt x="18000" y="12343"/>
                      <a:pt x="17100" y="10029"/>
                      <a:pt x="15300" y="8486"/>
                    </a:cubicBezTo>
                    <a:cubicBezTo>
                      <a:pt x="11700" y="3857"/>
                      <a:pt x="8100" y="0"/>
                      <a:pt x="8100" y="0"/>
                    </a:cubicBezTo>
                    <a:cubicBezTo>
                      <a:pt x="0" y="4629"/>
                      <a:pt x="0" y="4629"/>
                      <a:pt x="0" y="4629"/>
                    </a:cubicBezTo>
                    <a:cubicBezTo>
                      <a:pt x="0" y="4629"/>
                      <a:pt x="3600" y="8486"/>
                      <a:pt x="7200" y="13114"/>
                    </a:cubicBezTo>
                    <a:cubicBezTo>
                      <a:pt x="9000" y="14657"/>
                      <a:pt x="9900" y="16971"/>
                      <a:pt x="11700" y="18514"/>
                    </a:cubicBezTo>
                    <a:cubicBezTo>
                      <a:pt x="12600" y="20057"/>
                      <a:pt x="13500" y="21600"/>
                      <a:pt x="135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6" name="Shape 2356"/>
              <p:cNvSpPr/>
              <p:nvPr/>
            </p:nvSpPr>
            <p:spPr>
              <a:xfrm>
                <a:off x="1385653" y="1389511"/>
                <a:ext cx="165972" cy="196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09" y="21600"/>
                    </a:moveTo>
                    <a:cubicBezTo>
                      <a:pt x="21600" y="17743"/>
                      <a:pt x="21600" y="17743"/>
                      <a:pt x="21600" y="17743"/>
                    </a:cubicBezTo>
                    <a:cubicBezTo>
                      <a:pt x="21600" y="17743"/>
                      <a:pt x="17843" y="13114"/>
                      <a:pt x="15026" y="8486"/>
                    </a:cubicBezTo>
                    <a:cubicBezTo>
                      <a:pt x="13148" y="6943"/>
                      <a:pt x="12209" y="4629"/>
                      <a:pt x="10330" y="2314"/>
                    </a:cubicBezTo>
                    <a:cubicBezTo>
                      <a:pt x="9391" y="771"/>
                      <a:pt x="8452" y="0"/>
                      <a:pt x="8452" y="0"/>
                    </a:cubicBezTo>
                    <a:cubicBezTo>
                      <a:pt x="0" y="4629"/>
                      <a:pt x="0" y="4629"/>
                      <a:pt x="0" y="4629"/>
                    </a:cubicBezTo>
                    <a:cubicBezTo>
                      <a:pt x="0" y="4629"/>
                      <a:pt x="939" y="5400"/>
                      <a:pt x="1878" y="6943"/>
                    </a:cubicBezTo>
                    <a:cubicBezTo>
                      <a:pt x="2817" y="8486"/>
                      <a:pt x="4696" y="10800"/>
                      <a:pt x="6574" y="13114"/>
                    </a:cubicBezTo>
                    <a:cubicBezTo>
                      <a:pt x="9391" y="17743"/>
                      <a:pt x="12209" y="21600"/>
                      <a:pt x="12209"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57" name="Shape 2357"/>
              <p:cNvSpPr/>
              <p:nvPr/>
            </p:nvSpPr>
            <p:spPr>
              <a:xfrm>
                <a:off x="1358633" y="1524604"/>
                <a:ext cx="370538" cy="4284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150" y="21600"/>
                    </a:lnTo>
                    <a:lnTo>
                      <a:pt x="0" y="10703"/>
                    </a:lnTo>
                    <a:lnTo>
                      <a:pt x="21600"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370" name="Group 2370"/>
            <p:cNvGrpSpPr/>
            <p:nvPr/>
          </p:nvGrpSpPr>
          <p:grpSpPr>
            <a:xfrm>
              <a:off x="7240900" y="7283359"/>
              <a:ext cx="2176903" cy="2173042"/>
              <a:chOff x="0" y="0"/>
              <a:chExt cx="2176902" cy="2173041"/>
            </a:xfrm>
          </p:grpSpPr>
          <p:sp>
            <p:nvSpPr>
              <p:cNvPr id="2359" name="Shape 2359"/>
              <p:cNvSpPr/>
              <p:nvPr/>
            </p:nvSpPr>
            <p:spPr>
              <a:xfrm>
                <a:off x="2030231" y="0"/>
                <a:ext cx="146672" cy="200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8514"/>
                    </a:moveTo>
                    <a:cubicBezTo>
                      <a:pt x="10286" y="21600"/>
                      <a:pt x="10286" y="21600"/>
                      <a:pt x="10286" y="21600"/>
                    </a:cubicBezTo>
                    <a:cubicBezTo>
                      <a:pt x="10286" y="21600"/>
                      <a:pt x="11314" y="20829"/>
                      <a:pt x="12343" y="19286"/>
                    </a:cubicBezTo>
                    <a:cubicBezTo>
                      <a:pt x="13371" y="16971"/>
                      <a:pt x="14400" y="14657"/>
                      <a:pt x="16457" y="12343"/>
                    </a:cubicBezTo>
                    <a:cubicBezTo>
                      <a:pt x="18514" y="7714"/>
                      <a:pt x="21600" y="3086"/>
                      <a:pt x="21600" y="3086"/>
                    </a:cubicBezTo>
                    <a:cubicBezTo>
                      <a:pt x="11314" y="0"/>
                      <a:pt x="11314" y="0"/>
                      <a:pt x="11314" y="0"/>
                    </a:cubicBezTo>
                    <a:cubicBezTo>
                      <a:pt x="11314" y="0"/>
                      <a:pt x="9257" y="4629"/>
                      <a:pt x="6171" y="9257"/>
                    </a:cubicBezTo>
                    <a:cubicBezTo>
                      <a:pt x="5143" y="11571"/>
                      <a:pt x="3086" y="13886"/>
                      <a:pt x="2057" y="15429"/>
                    </a:cubicBezTo>
                    <a:cubicBezTo>
                      <a:pt x="1029" y="16971"/>
                      <a:pt x="0" y="18514"/>
                      <a:pt x="0" y="1851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0" name="Shape 2360"/>
              <p:cNvSpPr/>
              <p:nvPr/>
            </p:nvSpPr>
            <p:spPr>
              <a:xfrm>
                <a:off x="1898999" y="247024"/>
                <a:ext cx="158252" cy="2084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7131"/>
                    </a:moveTo>
                    <a:cubicBezTo>
                      <a:pt x="8836" y="21600"/>
                      <a:pt x="8836" y="21600"/>
                      <a:pt x="8836" y="21600"/>
                    </a:cubicBezTo>
                    <a:cubicBezTo>
                      <a:pt x="8836" y="21600"/>
                      <a:pt x="11782" y="17131"/>
                      <a:pt x="14727" y="12662"/>
                    </a:cubicBezTo>
                    <a:cubicBezTo>
                      <a:pt x="16691" y="10428"/>
                      <a:pt x="18655" y="8193"/>
                      <a:pt x="19636" y="6703"/>
                    </a:cubicBezTo>
                    <a:cubicBezTo>
                      <a:pt x="20618" y="5214"/>
                      <a:pt x="21600" y="3724"/>
                      <a:pt x="21600" y="3724"/>
                    </a:cubicBezTo>
                    <a:cubicBezTo>
                      <a:pt x="11782" y="0"/>
                      <a:pt x="11782" y="0"/>
                      <a:pt x="11782" y="0"/>
                    </a:cubicBezTo>
                    <a:cubicBezTo>
                      <a:pt x="11782" y="0"/>
                      <a:pt x="11782" y="1490"/>
                      <a:pt x="9818" y="2979"/>
                    </a:cubicBezTo>
                    <a:cubicBezTo>
                      <a:pt x="8836" y="4469"/>
                      <a:pt x="7855" y="6703"/>
                      <a:pt x="5891" y="8938"/>
                    </a:cubicBezTo>
                    <a:cubicBezTo>
                      <a:pt x="2945" y="12662"/>
                      <a:pt x="0" y="17131"/>
                      <a:pt x="0" y="1713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1" name="Shape 2361"/>
              <p:cNvSpPr/>
              <p:nvPr/>
            </p:nvSpPr>
            <p:spPr>
              <a:xfrm>
                <a:off x="1748470" y="490187"/>
                <a:ext cx="165971" cy="200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971"/>
                    </a:moveTo>
                    <a:cubicBezTo>
                      <a:pt x="7513" y="21600"/>
                      <a:pt x="7513" y="21600"/>
                      <a:pt x="7513" y="21600"/>
                    </a:cubicBezTo>
                    <a:cubicBezTo>
                      <a:pt x="7513" y="21600"/>
                      <a:pt x="8452" y="20829"/>
                      <a:pt x="10330" y="19286"/>
                    </a:cubicBezTo>
                    <a:cubicBezTo>
                      <a:pt x="11270" y="17743"/>
                      <a:pt x="13148" y="15429"/>
                      <a:pt x="15026" y="13114"/>
                    </a:cubicBezTo>
                    <a:cubicBezTo>
                      <a:pt x="17843" y="8486"/>
                      <a:pt x="21600" y="4629"/>
                      <a:pt x="21600" y="4629"/>
                    </a:cubicBezTo>
                    <a:cubicBezTo>
                      <a:pt x="13148" y="0"/>
                      <a:pt x="13148" y="0"/>
                      <a:pt x="13148" y="0"/>
                    </a:cubicBezTo>
                    <a:cubicBezTo>
                      <a:pt x="13148" y="0"/>
                      <a:pt x="9391" y="4629"/>
                      <a:pt x="6574" y="8486"/>
                    </a:cubicBezTo>
                    <a:cubicBezTo>
                      <a:pt x="4696" y="10800"/>
                      <a:pt x="2817" y="13114"/>
                      <a:pt x="1878" y="14657"/>
                    </a:cubicBezTo>
                    <a:cubicBezTo>
                      <a:pt x="939" y="16200"/>
                      <a:pt x="0" y="16971"/>
                      <a:pt x="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2" name="Shape 2362"/>
              <p:cNvSpPr/>
              <p:nvPr/>
            </p:nvSpPr>
            <p:spPr>
              <a:xfrm>
                <a:off x="1578641" y="729492"/>
                <a:ext cx="177549"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800"/>
                    </a:moveTo>
                    <a:cubicBezTo>
                      <a:pt x="7776" y="21600"/>
                      <a:pt x="7776" y="21600"/>
                      <a:pt x="7776" y="21600"/>
                    </a:cubicBezTo>
                    <a:cubicBezTo>
                      <a:pt x="7776" y="21600"/>
                      <a:pt x="11232" y="17600"/>
                      <a:pt x="14688" y="13600"/>
                    </a:cubicBezTo>
                    <a:cubicBezTo>
                      <a:pt x="16416" y="11200"/>
                      <a:pt x="18144" y="8800"/>
                      <a:pt x="19008" y="7200"/>
                    </a:cubicBezTo>
                    <a:cubicBezTo>
                      <a:pt x="20736" y="5600"/>
                      <a:pt x="21600" y="4800"/>
                      <a:pt x="21600" y="4800"/>
                    </a:cubicBezTo>
                    <a:cubicBezTo>
                      <a:pt x="13824" y="0"/>
                      <a:pt x="13824" y="0"/>
                      <a:pt x="13824" y="0"/>
                    </a:cubicBezTo>
                    <a:cubicBezTo>
                      <a:pt x="13824" y="0"/>
                      <a:pt x="12960" y="800"/>
                      <a:pt x="12096" y="2400"/>
                    </a:cubicBezTo>
                    <a:cubicBezTo>
                      <a:pt x="10368" y="4000"/>
                      <a:pt x="9504" y="6400"/>
                      <a:pt x="6912" y="8000"/>
                    </a:cubicBezTo>
                    <a:cubicBezTo>
                      <a:pt x="3456" y="12800"/>
                      <a:pt x="0" y="16800"/>
                      <a:pt x="0" y="16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3" name="Shape 2363"/>
              <p:cNvSpPr/>
              <p:nvPr/>
            </p:nvSpPr>
            <p:spPr>
              <a:xfrm>
                <a:off x="1401092" y="949499"/>
                <a:ext cx="185269"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984"/>
                    </a:moveTo>
                    <a:lnTo>
                      <a:pt x="6300" y="21600"/>
                    </a:lnTo>
                    <a:lnTo>
                      <a:pt x="21600" y="5616"/>
                    </a:lnTo>
                    <a:lnTo>
                      <a:pt x="13950" y="0"/>
                    </a:lnTo>
                    <a:lnTo>
                      <a:pt x="0" y="1598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4" name="Shape 2364"/>
              <p:cNvSpPr/>
              <p:nvPr/>
            </p:nvSpPr>
            <p:spPr>
              <a:xfrm>
                <a:off x="1208104" y="1157926"/>
                <a:ext cx="185269" cy="1852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785"/>
                    </a:moveTo>
                    <a:cubicBezTo>
                      <a:pt x="5815" y="21600"/>
                      <a:pt x="5815" y="21600"/>
                      <a:pt x="5815" y="21600"/>
                    </a:cubicBezTo>
                    <a:cubicBezTo>
                      <a:pt x="5815" y="21600"/>
                      <a:pt x="9969" y="18277"/>
                      <a:pt x="14123" y="14123"/>
                    </a:cubicBezTo>
                    <a:cubicBezTo>
                      <a:pt x="17446" y="9969"/>
                      <a:pt x="21600" y="5815"/>
                      <a:pt x="21600" y="5815"/>
                    </a:cubicBezTo>
                    <a:cubicBezTo>
                      <a:pt x="14954" y="0"/>
                      <a:pt x="14954" y="0"/>
                      <a:pt x="14954" y="0"/>
                    </a:cubicBezTo>
                    <a:cubicBezTo>
                      <a:pt x="14954" y="0"/>
                      <a:pt x="11631" y="4154"/>
                      <a:pt x="7477" y="8308"/>
                    </a:cubicBezTo>
                    <a:cubicBezTo>
                      <a:pt x="4154" y="11631"/>
                      <a:pt x="0" y="15785"/>
                      <a:pt x="0" y="1578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5" name="Shape 2365"/>
              <p:cNvSpPr/>
              <p:nvPr/>
            </p:nvSpPr>
            <p:spPr>
              <a:xfrm>
                <a:off x="999677" y="1354772"/>
                <a:ext cx="192989" cy="181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688"/>
                    </a:moveTo>
                    <a:cubicBezTo>
                      <a:pt x="4800" y="21600"/>
                      <a:pt x="4800" y="21600"/>
                      <a:pt x="4800" y="21600"/>
                    </a:cubicBezTo>
                    <a:cubicBezTo>
                      <a:pt x="4800" y="21600"/>
                      <a:pt x="8800" y="18144"/>
                      <a:pt x="13600" y="13824"/>
                    </a:cubicBezTo>
                    <a:cubicBezTo>
                      <a:pt x="15200" y="12096"/>
                      <a:pt x="17600" y="10368"/>
                      <a:pt x="18400" y="8640"/>
                    </a:cubicBezTo>
                    <a:cubicBezTo>
                      <a:pt x="20000" y="7776"/>
                      <a:pt x="21600" y="6912"/>
                      <a:pt x="21600" y="6912"/>
                    </a:cubicBezTo>
                    <a:cubicBezTo>
                      <a:pt x="15200" y="0"/>
                      <a:pt x="15200" y="0"/>
                      <a:pt x="15200" y="0"/>
                    </a:cubicBezTo>
                    <a:cubicBezTo>
                      <a:pt x="15200" y="0"/>
                      <a:pt x="14400" y="864"/>
                      <a:pt x="12800" y="1728"/>
                    </a:cubicBezTo>
                    <a:cubicBezTo>
                      <a:pt x="11200" y="3456"/>
                      <a:pt x="9600" y="5184"/>
                      <a:pt x="8000" y="6912"/>
                    </a:cubicBezTo>
                    <a:cubicBezTo>
                      <a:pt x="4000" y="11232"/>
                      <a:pt x="0" y="14688"/>
                      <a:pt x="0" y="1468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6" name="Shape 2366"/>
              <p:cNvSpPr/>
              <p:nvPr/>
            </p:nvSpPr>
            <p:spPr>
              <a:xfrm>
                <a:off x="775812" y="1536182"/>
                <a:ext cx="192988" cy="1775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824"/>
                    </a:moveTo>
                    <a:cubicBezTo>
                      <a:pt x="4800" y="21600"/>
                      <a:pt x="4800" y="21600"/>
                      <a:pt x="4800" y="21600"/>
                    </a:cubicBezTo>
                    <a:cubicBezTo>
                      <a:pt x="4800" y="21600"/>
                      <a:pt x="5600" y="20736"/>
                      <a:pt x="7200" y="19008"/>
                    </a:cubicBezTo>
                    <a:cubicBezTo>
                      <a:pt x="8800" y="18144"/>
                      <a:pt x="11200" y="16416"/>
                      <a:pt x="13600" y="14688"/>
                    </a:cubicBezTo>
                    <a:cubicBezTo>
                      <a:pt x="17600" y="11232"/>
                      <a:pt x="21600" y="6912"/>
                      <a:pt x="21600" y="6912"/>
                    </a:cubicBezTo>
                    <a:cubicBezTo>
                      <a:pt x="16800" y="0"/>
                      <a:pt x="16800" y="0"/>
                      <a:pt x="16800" y="0"/>
                    </a:cubicBezTo>
                    <a:cubicBezTo>
                      <a:pt x="16800" y="0"/>
                      <a:pt x="12000" y="3456"/>
                      <a:pt x="8000" y="6912"/>
                    </a:cubicBezTo>
                    <a:cubicBezTo>
                      <a:pt x="6400" y="8640"/>
                      <a:pt x="4000" y="10368"/>
                      <a:pt x="2400" y="12096"/>
                    </a:cubicBezTo>
                    <a:cubicBezTo>
                      <a:pt x="800" y="12960"/>
                      <a:pt x="0" y="13824"/>
                      <a:pt x="0" y="1382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7" name="Shape 2367"/>
              <p:cNvSpPr/>
              <p:nvPr/>
            </p:nvSpPr>
            <p:spPr>
              <a:xfrm>
                <a:off x="540365" y="1698292"/>
                <a:ext cx="200708" cy="1736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500"/>
                    </a:moveTo>
                    <a:cubicBezTo>
                      <a:pt x="4629" y="21600"/>
                      <a:pt x="4629" y="21600"/>
                      <a:pt x="4629" y="21600"/>
                    </a:cubicBezTo>
                    <a:cubicBezTo>
                      <a:pt x="4629" y="21600"/>
                      <a:pt x="8486" y="18000"/>
                      <a:pt x="13114" y="15300"/>
                    </a:cubicBezTo>
                    <a:cubicBezTo>
                      <a:pt x="17743" y="11700"/>
                      <a:pt x="21600" y="8100"/>
                      <a:pt x="21600" y="8100"/>
                    </a:cubicBezTo>
                    <a:cubicBezTo>
                      <a:pt x="16971" y="0"/>
                      <a:pt x="16971" y="0"/>
                      <a:pt x="16971" y="0"/>
                    </a:cubicBezTo>
                    <a:cubicBezTo>
                      <a:pt x="16971" y="0"/>
                      <a:pt x="13114" y="3600"/>
                      <a:pt x="8486" y="7200"/>
                    </a:cubicBezTo>
                    <a:cubicBezTo>
                      <a:pt x="4629" y="9900"/>
                      <a:pt x="0" y="13500"/>
                      <a:pt x="0" y="135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8" name="Shape 2368"/>
              <p:cNvSpPr/>
              <p:nvPr/>
            </p:nvSpPr>
            <p:spPr>
              <a:xfrm>
                <a:off x="297202" y="1856541"/>
                <a:ext cx="208428" cy="1582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764"/>
                    </a:moveTo>
                    <a:cubicBezTo>
                      <a:pt x="3724" y="21600"/>
                      <a:pt x="3724" y="21600"/>
                      <a:pt x="3724" y="21600"/>
                    </a:cubicBezTo>
                    <a:cubicBezTo>
                      <a:pt x="3724" y="21600"/>
                      <a:pt x="5214" y="20618"/>
                      <a:pt x="6703" y="19636"/>
                    </a:cubicBezTo>
                    <a:cubicBezTo>
                      <a:pt x="8193" y="18655"/>
                      <a:pt x="10428" y="16691"/>
                      <a:pt x="12662" y="15709"/>
                    </a:cubicBezTo>
                    <a:cubicBezTo>
                      <a:pt x="17131" y="11782"/>
                      <a:pt x="21600" y="8836"/>
                      <a:pt x="21600" y="8836"/>
                    </a:cubicBezTo>
                    <a:cubicBezTo>
                      <a:pt x="17131" y="0"/>
                      <a:pt x="17131" y="0"/>
                      <a:pt x="17131" y="0"/>
                    </a:cubicBezTo>
                    <a:cubicBezTo>
                      <a:pt x="17131" y="0"/>
                      <a:pt x="12662" y="2945"/>
                      <a:pt x="8938" y="5891"/>
                    </a:cubicBezTo>
                    <a:cubicBezTo>
                      <a:pt x="6703" y="7855"/>
                      <a:pt x="4469" y="8836"/>
                      <a:pt x="2979" y="10800"/>
                    </a:cubicBezTo>
                    <a:cubicBezTo>
                      <a:pt x="1490" y="11782"/>
                      <a:pt x="0" y="12764"/>
                      <a:pt x="0" y="1276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69" name="Shape 2369"/>
              <p:cNvSpPr/>
              <p:nvPr/>
            </p:nvSpPr>
            <p:spPr>
              <a:xfrm>
                <a:off x="0" y="1787065"/>
                <a:ext cx="428435" cy="3859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9440"/>
                    </a:lnTo>
                    <a:lnTo>
                      <a:pt x="12259" y="0"/>
                    </a:lnTo>
                    <a:lnTo>
                      <a:pt x="2160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382" name="Group 2382"/>
            <p:cNvGrpSpPr/>
            <p:nvPr/>
          </p:nvGrpSpPr>
          <p:grpSpPr>
            <a:xfrm>
              <a:off x="1829523" y="7225462"/>
              <a:ext cx="2107428" cy="2180764"/>
              <a:chOff x="0" y="0"/>
              <a:chExt cx="2107426" cy="2180763"/>
            </a:xfrm>
          </p:grpSpPr>
          <p:sp>
            <p:nvSpPr>
              <p:cNvPr id="2371" name="Shape 2371"/>
              <p:cNvSpPr/>
              <p:nvPr/>
            </p:nvSpPr>
            <p:spPr>
              <a:xfrm>
                <a:off x="1906719" y="2022511"/>
                <a:ext cx="200708" cy="1582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57" y="0"/>
                    </a:moveTo>
                    <a:cubicBezTo>
                      <a:pt x="0" y="9818"/>
                      <a:pt x="0" y="9818"/>
                      <a:pt x="0" y="9818"/>
                    </a:cubicBezTo>
                    <a:cubicBezTo>
                      <a:pt x="0" y="9818"/>
                      <a:pt x="4629" y="12764"/>
                      <a:pt x="9257" y="15709"/>
                    </a:cubicBezTo>
                    <a:cubicBezTo>
                      <a:pt x="11571" y="17673"/>
                      <a:pt x="13886" y="18655"/>
                      <a:pt x="15429" y="19636"/>
                    </a:cubicBezTo>
                    <a:cubicBezTo>
                      <a:pt x="16971" y="20618"/>
                      <a:pt x="18514" y="21600"/>
                      <a:pt x="18514" y="21600"/>
                    </a:cubicBezTo>
                    <a:cubicBezTo>
                      <a:pt x="21600" y="11782"/>
                      <a:pt x="21600" y="11782"/>
                      <a:pt x="21600" y="11782"/>
                    </a:cubicBezTo>
                    <a:cubicBezTo>
                      <a:pt x="21600" y="11782"/>
                      <a:pt x="20829" y="10800"/>
                      <a:pt x="19286" y="9818"/>
                    </a:cubicBezTo>
                    <a:cubicBezTo>
                      <a:pt x="16971" y="8836"/>
                      <a:pt x="14657" y="7855"/>
                      <a:pt x="12343" y="5891"/>
                    </a:cubicBezTo>
                    <a:cubicBezTo>
                      <a:pt x="8486" y="2945"/>
                      <a:pt x="3857" y="0"/>
                      <a:pt x="3857"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2" name="Shape 2372"/>
              <p:cNvSpPr/>
              <p:nvPr/>
            </p:nvSpPr>
            <p:spPr>
              <a:xfrm>
                <a:off x="1655836" y="1887421"/>
                <a:ext cx="200708" cy="1621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29" y="0"/>
                    </a:moveTo>
                    <a:cubicBezTo>
                      <a:pt x="0" y="8452"/>
                      <a:pt x="0" y="8452"/>
                      <a:pt x="0" y="8452"/>
                    </a:cubicBezTo>
                    <a:cubicBezTo>
                      <a:pt x="0" y="8452"/>
                      <a:pt x="771" y="9391"/>
                      <a:pt x="3086" y="10330"/>
                    </a:cubicBezTo>
                    <a:cubicBezTo>
                      <a:pt x="4629" y="12209"/>
                      <a:pt x="6943" y="13148"/>
                      <a:pt x="9257" y="15026"/>
                    </a:cubicBezTo>
                    <a:cubicBezTo>
                      <a:pt x="13114" y="17843"/>
                      <a:pt x="17743" y="21600"/>
                      <a:pt x="17743" y="21600"/>
                    </a:cubicBezTo>
                    <a:cubicBezTo>
                      <a:pt x="21600" y="12209"/>
                      <a:pt x="21600" y="12209"/>
                      <a:pt x="21600" y="12209"/>
                    </a:cubicBezTo>
                    <a:cubicBezTo>
                      <a:pt x="21600" y="12209"/>
                      <a:pt x="17743" y="9391"/>
                      <a:pt x="13114" y="6574"/>
                    </a:cubicBezTo>
                    <a:cubicBezTo>
                      <a:pt x="10800" y="4696"/>
                      <a:pt x="8486" y="3757"/>
                      <a:pt x="6943" y="1878"/>
                    </a:cubicBezTo>
                    <a:cubicBezTo>
                      <a:pt x="5400" y="939"/>
                      <a:pt x="4629" y="0"/>
                      <a:pt x="4629"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3" name="Shape 2373"/>
              <p:cNvSpPr/>
              <p:nvPr/>
            </p:nvSpPr>
            <p:spPr>
              <a:xfrm>
                <a:off x="1420389" y="1736889"/>
                <a:ext cx="200709" cy="1621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29" y="0"/>
                    </a:moveTo>
                    <a:cubicBezTo>
                      <a:pt x="0" y="7513"/>
                      <a:pt x="0" y="7513"/>
                      <a:pt x="0" y="7513"/>
                    </a:cubicBezTo>
                    <a:cubicBezTo>
                      <a:pt x="0" y="7513"/>
                      <a:pt x="3857" y="11270"/>
                      <a:pt x="8486" y="15026"/>
                    </a:cubicBezTo>
                    <a:cubicBezTo>
                      <a:pt x="12343" y="18783"/>
                      <a:pt x="16971" y="21600"/>
                      <a:pt x="16971" y="21600"/>
                    </a:cubicBezTo>
                    <a:cubicBezTo>
                      <a:pt x="21600" y="13148"/>
                      <a:pt x="21600" y="13148"/>
                      <a:pt x="21600" y="13148"/>
                    </a:cubicBezTo>
                    <a:cubicBezTo>
                      <a:pt x="21600" y="13148"/>
                      <a:pt x="16971" y="10330"/>
                      <a:pt x="13114" y="6574"/>
                    </a:cubicBezTo>
                    <a:cubicBezTo>
                      <a:pt x="8486" y="2817"/>
                      <a:pt x="4629" y="0"/>
                      <a:pt x="4629"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4" name="Shape 2374"/>
              <p:cNvSpPr/>
              <p:nvPr/>
            </p:nvSpPr>
            <p:spPr>
              <a:xfrm>
                <a:off x="1192665" y="1563202"/>
                <a:ext cx="192989" cy="1814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00" y="0"/>
                    </a:moveTo>
                    <a:cubicBezTo>
                      <a:pt x="0" y="6912"/>
                      <a:pt x="0" y="6912"/>
                      <a:pt x="0" y="6912"/>
                    </a:cubicBezTo>
                    <a:cubicBezTo>
                      <a:pt x="0" y="6912"/>
                      <a:pt x="4000" y="10368"/>
                      <a:pt x="8000" y="13824"/>
                    </a:cubicBezTo>
                    <a:cubicBezTo>
                      <a:pt x="10400" y="16416"/>
                      <a:pt x="12800" y="18144"/>
                      <a:pt x="14400" y="19008"/>
                    </a:cubicBezTo>
                    <a:cubicBezTo>
                      <a:pt x="16000" y="20736"/>
                      <a:pt x="16800" y="21600"/>
                      <a:pt x="16800" y="21600"/>
                    </a:cubicBezTo>
                    <a:cubicBezTo>
                      <a:pt x="21600" y="13824"/>
                      <a:pt x="21600" y="13824"/>
                      <a:pt x="21600" y="13824"/>
                    </a:cubicBezTo>
                    <a:cubicBezTo>
                      <a:pt x="21600" y="13824"/>
                      <a:pt x="20800" y="12960"/>
                      <a:pt x="19200" y="12096"/>
                    </a:cubicBezTo>
                    <a:cubicBezTo>
                      <a:pt x="17600" y="10368"/>
                      <a:pt x="16000" y="8640"/>
                      <a:pt x="13600" y="6912"/>
                    </a:cubicBezTo>
                    <a:cubicBezTo>
                      <a:pt x="9600" y="3456"/>
                      <a:pt x="5600" y="0"/>
                      <a:pt x="56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5" name="Shape 2375"/>
              <p:cNvSpPr/>
              <p:nvPr/>
            </p:nvSpPr>
            <p:spPr>
              <a:xfrm>
                <a:off x="980377" y="1377933"/>
                <a:ext cx="192989" cy="1852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00" y="0"/>
                    </a:moveTo>
                    <a:cubicBezTo>
                      <a:pt x="0" y="6646"/>
                      <a:pt x="0" y="6646"/>
                      <a:pt x="0" y="6646"/>
                    </a:cubicBezTo>
                    <a:cubicBezTo>
                      <a:pt x="0" y="6646"/>
                      <a:pt x="800" y="7477"/>
                      <a:pt x="2400" y="9138"/>
                    </a:cubicBezTo>
                    <a:cubicBezTo>
                      <a:pt x="4000" y="9969"/>
                      <a:pt x="5600" y="12462"/>
                      <a:pt x="8000" y="14123"/>
                    </a:cubicBezTo>
                    <a:cubicBezTo>
                      <a:pt x="12000" y="17446"/>
                      <a:pt x="16000" y="21600"/>
                      <a:pt x="16000" y="21600"/>
                    </a:cubicBezTo>
                    <a:cubicBezTo>
                      <a:pt x="21600" y="14954"/>
                      <a:pt x="21600" y="14954"/>
                      <a:pt x="21600" y="14954"/>
                    </a:cubicBezTo>
                    <a:cubicBezTo>
                      <a:pt x="21600" y="14954"/>
                      <a:pt x="17600" y="10800"/>
                      <a:pt x="13600" y="7477"/>
                    </a:cubicBezTo>
                    <a:cubicBezTo>
                      <a:pt x="11200" y="5815"/>
                      <a:pt x="9600" y="4154"/>
                      <a:pt x="8000" y="2492"/>
                    </a:cubicBezTo>
                    <a:cubicBezTo>
                      <a:pt x="6400" y="831"/>
                      <a:pt x="5600" y="0"/>
                      <a:pt x="56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6" name="Shape 2376"/>
              <p:cNvSpPr/>
              <p:nvPr/>
            </p:nvSpPr>
            <p:spPr>
              <a:xfrm>
                <a:off x="779670" y="1177226"/>
                <a:ext cx="185269"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646" y="0"/>
                    </a:moveTo>
                    <a:cubicBezTo>
                      <a:pt x="0" y="6400"/>
                      <a:pt x="0" y="6400"/>
                      <a:pt x="0" y="6400"/>
                    </a:cubicBezTo>
                    <a:cubicBezTo>
                      <a:pt x="0" y="6400"/>
                      <a:pt x="3323" y="9600"/>
                      <a:pt x="7477" y="13600"/>
                    </a:cubicBezTo>
                    <a:cubicBezTo>
                      <a:pt x="9138" y="16000"/>
                      <a:pt x="11631" y="17600"/>
                      <a:pt x="12462" y="19200"/>
                    </a:cubicBezTo>
                    <a:cubicBezTo>
                      <a:pt x="14123" y="20800"/>
                      <a:pt x="14954" y="21600"/>
                      <a:pt x="14954" y="21600"/>
                    </a:cubicBezTo>
                    <a:cubicBezTo>
                      <a:pt x="21600" y="15200"/>
                      <a:pt x="21600" y="15200"/>
                      <a:pt x="21600" y="15200"/>
                    </a:cubicBezTo>
                    <a:cubicBezTo>
                      <a:pt x="21600" y="15200"/>
                      <a:pt x="20769" y="14400"/>
                      <a:pt x="19108" y="12800"/>
                    </a:cubicBezTo>
                    <a:cubicBezTo>
                      <a:pt x="17446" y="12000"/>
                      <a:pt x="15785" y="9600"/>
                      <a:pt x="14123" y="8000"/>
                    </a:cubicBezTo>
                    <a:cubicBezTo>
                      <a:pt x="9969" y="4000"/>
                      <a:pt x="6646" y="0"/>
                      <a:pt x="664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7" name="Shape 2377"/>
              <p:cNvSpPr/>
              <p:nvPr/>
            </p:nvSpPr>
            <p:spPr>
              <a:xfrm>
                <a:off x="594402" y="972658"/>
                <a:ext cx="177550" cy="192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912" y="0"/>
                    </a:moveTo>
                    <a:cubicBezTo>
                      <a:pt x="0" y="4800"/>
                      <a:pt x="0" y="4800"/>
                      <a:pt x="0" y="4800"/>
                    </a:cubicBezTo>
                    <a:cubicBezTo>
                      <a:pt x="0" y="4800"/>
                      <a:pt x="3456" y="9600"/>
                      <a:pt x="6912" y="13600"/>
                    </a:cubicBezTo>
                    <a:cubicBezTo>
                      <a:pt x="11232" y="17600"/>
                      <a:pt x="14688" y="21600"/>
                      <a:pt x="14688" y="21600"/>
                    </a:cubicBezTo>
                    <a:cubicBezTo>
                      <a:pt x="21600" y="16000"/>
                      <a:pt x="21600" y="16000"/>
                      <a:pt x="21600" y="16000"/>
                    </a:cubicBezTo>
                    <a:cubicBezTo>
                      <a:pt x="21600" y="16000"/>
                      <a:pt x="18144" y="12000"/>
                      <a:pt x="13824" y="8000"/>
                    </a:cubicBezTo>
                    <a:cubicBezTo>
                      <a:pt x="10368" y="4000"/>
                      <a:pt x="6912" y="0"/>
                      <a:pt x="6912"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8" name="Shape 2378"/>
              <p:cNvSpPr/>
              <p:nvPr/>
            </p:nvSpPr>
            <p:spPr>
              <a:xfrm>
                <a:off x="420714" y="741073"/>
                <a:ext cx="173691" cy="200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0" y="0"/>
                    </a:moveTo>
                    <a:cubicBezTo>
                      <a:pt x="0" y="4629"/>
                      <a:pt x="0" y="4629"/>
                      <a:pt x="0" y="4629"/>
                    </a:cubicBezTo>
                    <a:cubicBezTo>
                      <a:pt x="0" y="4629"/>
                      <a:pt x="3600" y="9257"/>
                      <a:pt x="6300" y="13114"/>
                    </a:cubicBezTo>
                    <a:cubicBezTo>
                      <a:pt x="8100" y="15429"/>
                      <a:pt x="9900" y="17743"/>
                      <a:pt x="11700" y="19286"/>
                    </a:cubicBezTo>
                    <a:cubicBezTo>
                      <a:pt x="12600" y="20829"/>
                      <a:pt x="14400" y="21600"/>
                      <a:pt x="14400" y="21600"/>
                    </a:cubicBezTo>
                    <a:cubicBezTo>
                      <a:pt x="21600" y="16971"/>
                      <a:pt x="21600" y="16971"/>
                      <a:pt x="21600" y="16971"/>
                    </a:cubicBezTo>
                    <a:cubicBezTo>
                      <a:pt x="21600" y="16971"/>
                      <a:pt x="20700" y="15429"/>
                      <a:pt x="18900" y="13886"/>
                    </a:cubicBezTo>
                    <a:cubicBezTo>
                      <a:pt x="18000" y="12343"/>
                      <a:pt x="16200" y="10800"/>
                      <a:pt x="14400" y="8486"/>
                    </a:cubicBezTo>
                    <a:cubicBezTo>
                      <a:pt x="10800" y="4629"/>
                      <a:pt x="7200" y="0"/>
                      <a:pt x="7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79" name="Shape 2379"/>
              <p:cNvSpPr/>
              <p:nvPr/>
            </p:nvSpPr>
            <p:spPr>
              <a:xfrm>
                <a:off x="262463" y="505629"/>
                <a:ext cx="165972" cy="2084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452" y="0"/>
                    </a:moveTo>
                    <a:cubicBezTo>
                      <a:pt x="0" y="4469"/>
                      <a:pt x="0" y="4469"/>
                      <a:pt x="0" y="4469"/>
                    </a:cubicBezTo>
                    <a:cubicBezTo>
                      <a:pt x="0" y="4469"/>
                      <a:pt x="939" y="5214"/>
                      <a:pt x="1878" y="7448"/>
                    </a:cubicBezTo>
                    <a:cubicBezTo>
                      <a:pt x="2817" y="8938"/>
                      <a:pt x="4696" y="11172"/>
                      <a:pt x="6574" y="12662"/>
                    </a:cubicBezTo>
                    <a:cubicBezTo>
                      <a:pt x="10330" y="17131"/>
                      <a:pt x="13148" y="21600"/>
                      <a:pt x="13148" y="21600"/>
                    </a:cubicBezTo>
                    <a:cubicBezTo>
                      <a:pt x="21600" y="17131"/>
                      <a:pt x="21600" y="17131"/>
                      <a:pt x="21600" y="17131"/>
                    </a:cubicBezTo>
                    <a:cubicBezTo>
                      <a:pt x="21600" y="17131"/>
                      <a:pt x="18783" y="12662"/>
                      <a:pt x="15026" y="8938"/>
                    </a:cubicBezTo>
                    <a:cubicBezTo>
                      <a:pt x="13148" y="6703"/>
                      <a:pt x="11270" y="4469"/>
                      <a:pt x="10330" y="2979"/>
                    </a:cubicBezTo>
                    <a:cubicBezTo>
                      <a:pt x="9391" y="1490"/>
                      <a:pt x="8452" y="0"/>
                      <a:pt x="8452"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80" name="Shape 2380"/>
              <p:cNvSpPr/>
              <p:nvPr/>
            </p:nvSpPr>
            <p:spPr>
              <a:xfrm>
                <a:off x="127373" y="262463"/>
                <a:ext cx="158252" cy="2084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836" y="0"/>
                    </a:moveTo>
                    <a:cubicBezTo>
                      <a:pt x="0" y="3724"/>
                      <a:pt x="0" y="3724"/>
                      <a:pt x="0" y="3724"/>
                    </a:cubicBezTo>
                    <a:cubicBezTo>
                      <a:pt x="0" y="3724"/>
                      <a:pt x="2945" y="8193"/>
                      <a:pt x="5891" y="12662"/>
                    </a:cubicBezTo>
                    <a:cubicBezTo>
                      <a:pt x="8836" y="17131"/>
                      <a:pt x="11782" y="21600"/>
                      <a:pt x="11782" y="21600"/>
                    </a:cubicBezTo>
                    <a:cubicBezTo>
                      <a:pt x="21600" y="17131"/>
                      <a:pt x="21600" y="17131"/>
                      <a:pt x="21600" y="17131"/>
                    </a:cubicBezTo>
                    <a:cubicBezTo>
                      <a:pt x="21600" y="17131"/>
                      <a:pt x="17673" y="13407"/>
                      <a:pt x="14727" y="8938"/>
                    </a:cubicBezTo>
                    <a:cubicBezTo>
                      <a:pt x="11782" y="4469"/>
                      <a:pt x="8836" y="0"/>
                      <a:pt x="883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81" name="Shape 2381"/>
              <p:cNvSpPr/>
              <p:nvPr/>
            </p:nvSpPr>
            <p:spPr>
              <a:xfrm>
                <a:off x="0" y="0"/>
                <a:ext cx="393696" cy="4284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329" y="0"/>
                    </a:lnTo>
                    <a:lnTo>
                      <a:pt x="21600" y="13038"/>
                    </a:lnTo>
                    <a:lnTo>
                      <a:pt x="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383" name="Shape 2383"/>
            <p:cNvSpPr/>
            <p:nvPr/>
          </p:nvSpPr>
          <p:spPr>
            <a:xfrm>
              <a:off x="3933159" y="5069971"/>
              <a:ext cx="3400307" cy="1455874"/>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z="32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Estrategia de contenidos</a:t>
              </a:r>
            </a:p>
          </p:txBody>
        </p:sp>
        <p:sp>
          <p:nvSpPr>
            <p:cNvPr id="2384" name="Shape 2384"/>
            <p:cNvSpPr/>
            <p:nvPr/>
          </p:nvSpPr>
          <p:spPr>
            <a:xfrm>
              <a:off x="4615264" y="1187647"/>
              <a:ext cx="2036099" cy="731810"/>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385" name="Shape 2385"/>
            <p:cNvSpPr/>
            <p:nvPr/>
          </p:nvSpPr>
          <p:spPr>
            <a:xfrm>
              <a:off x="8891023" y="5267408"/>
              <a:ext cx="1655681" cy="731810"/>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386" name="Shape 2386"/>
            <p:cNvSpPr/>
            <p:nvPr/>
          </p:nvSpPr>
          <p:spPr>
            <a:xfrm>
              <a:off x="4661735" y="9352958"/>
              <a:ext cx="1943156" cy="73181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387" name="Shape 2387"/>
            <p:cNvSpPr/>
            <p:nvPr/>
          </p:nvSpPr>
          <p:spPr>
            <a:xfrm>
              <a:off x="719921" y="5267408"/>
              <a:ext cx="1655681" cy="731810"/>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grpSp>
      <p:sp>
        <p:nvSpPr>
          <p:cNvPr id="2389" name="Shape 238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8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391" name="Shape 2391"/>
          <p:cNvSpPr/>
          <p:nvPr/>
        </p:nvSpPr>
        <p:spPr>
          <a:xfrm>
            <a:off x="303300" y="385686"/>
            <a:ext cx="68218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con detalle</a:t>
            </a:r>
          </a:p>
        </p:txBody>
      </p:sp>
      <p:sp>
        <p:nvSpPr>
          <p:cNvPr id="2392" name="Shape 2392"/>
          <p:cNvSpPr/>
          <p:nvPr/>
        </p:nvSpPr>
        <p:spPr>
          <a:xfrm>
            <a:off x="4349259" y="3086343"/>
            <a:ext cx="2287574" cy="22847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5" y="21600"/>
                </a:moveTo>
                <a:cubicBezTo>
                  <a:pt x="4866" y="21600"/>
                  <a:pt x="0" y="16734"/>
                  <a:pt x="0" y="10775"/>
                </a:cubicBezTo>
                <a:cubicBezTo>
                  <a:pt x="0" y="4817"/>
                  <a:pt x="4866" y="0"/>
                  <a:pt x="10825" y="0"/>
                </a:cubicBezTo>
                <a:cubicBezTo>
                  <a:pt x="16783" y="0"/>
                  <a:pt x="21600" y="4817"/>
                  <a:pt x="21600" y="10775"/>
                </a:cubicBezTo>
                <a:cubicBezTo>
                  <a:pt x="21600" y="16734"/>
                  <a:pt x="16783" y="21600"/>
                  <a:pt x="10825" y="21600"/>
                </a:cubicBezTo>
                <a:close/>
                <a:moveTo>
                  <a:pt x="10825" y="596"/>
                </a:moveTo>
                <a:cubicBezTo>
                  <a:pt x="5164" y="596"/>
                  <a:pt x="596" y="5164"/>
                  <a:pt x="596" y="10775"/>
                </a:cubicBezTo>
                <a:cubicBezTo>
                  <a:pt x="596" y="16436"/>
                  <a:pt x="5164" y="21004"/>
                  <a:pt x="10825" y="21004"/>
                </a:cubicBezTo>
                <a:cubicBezTo>
                  <a:pt x="16436" y="21004"/>
                  <a:pt x="21004" y="16436"/>
                  <a:pt x="21004" y="10775"/>
                </a:cubicBezTo>
                <a:cubicBezTo>
                  <a:pt x="21004" y="5164"/>
                  <a:pt x="16436" y="596"/>
                  <a:pt x="10825" y="596"/>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393" name="Shape 2393"/>
          <p:cNvSpPr/>
          <p:nvPr/>
        </p:nvSpPr>
        <p:spPr>
          <a:xfrm>
            <a:off x="4349259" y="9086253"/>
            <a:ext cx="2287574" cy="22932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5" y="21600"/>
                </a:moveTo>
                <a:cubicBezTo>
                  <a:pt x="4866" y="21600"/>
                  <a:pt x="0" y="16745"/>
                  <a:pt x="0" y="10800"/>
                </a:cubicBezTo>
                <a:cubicBezTo>
                  <a:pt x="0" y="4855"/>
                  <a:pt x="4866" y="0"/>
                  <a:pt x="10825" y="0"/>
                </a:cubicBezTo>
                <a:cubicBezTo>
                  <a:pt x="16783" y="0"/>
                  <a:pt x="21600" y="4855"/>
                  <a:pt x="21600" y="10800"/>
                </a:cubicBezTo>
                <a:cubicBezTo>
                  <a:pt x="21600" y="16745"/>
                  <a:pt x="16783" y="21600"/>
                  <a:pt x="10825" y="21600"/>
                </a:cubicBezTo>
                <a:close/>
                <a:moveTo>
                  <a:pt x="10825" y="594"/>
                </a:moveTo>
                <a:cubicBezTo>
                  <a:pt x="5164" y="594"/>
                  <a:pt x="596" y="5202"/>
                  <a:pt x="596" y="10800"/>
                </a:cubicBezTo>
                <a:cubicBezTo>
                  <a:pt x="596" y="16398"/>
                  <a:pt x="5164" y="21006"/>
                  <a:pt x="10825" y="21006"/>
                </a:cubicBezTo>
                <a:cubicBezTo>
                  <a:pt x="16436" y="21006"/>
                  <a:pt x="21004" y="16398"/>
                  <a:pt x="21004" y="10800"/>
                </a:cubicBezTo>
                <a:cubicBezTo>
                  <a:pt x="21004" y="5202"/>
                  <a:pt x="16436" y="594"/>
                  <a:pt x="10825" y="594"/>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394" name="Shape 2394"/>
          <p:cNvSpPr/>
          <p:nvPr/>
        </p:nvSpPr>
        <p:spPr>
          <a:xfrm>
            <a:off x="7349213" y="6086299"/>
            <a:ext cx="2293250" cy="22875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55" y="21600"/>
                  <a:pt x="0" y="16783"/>
                  <a:pt x="0" y="10825"/>
                </a:cubicBezTo>
                <a:cubicBezTo>
                  <a:pt x="0" y="4866"/>
                  <a:pt x="4855" y="0"/>
                  <a:pt x="10800" y="0"/>
                </a:cubicBezTo>
                <a:cubicBezTo>
                  <a:pt x="16745" y="0"/>
                  <a:pt x="21600" y="4866"/>
                  <a:pt x="21600" y="10825"/>
                </a:cubicBezTo>
                <a:cubicBezTo>
                  <a:pt x="21600" y="16783"/>
                  <a:pt x="16745" y="21600"/>
                  <a:pt x="10800" y="21600"/>
                </a:cubicBezTo>
                <a:close/>
                <a:moveTo>
                  <a:pt x="10800" y="596"/>
                </a:moveTo>
                <a:cubicBezTo>
                  <a:pt x="5202" y="596"/>
                  <a:pt x="594" y="5164"/>
                  <a:pt x="594" y="10825"/>
                </a:cubicBezTo>
                <a:cubicBezTo>
                  <a:pt x="594" y="16436"/>
                  <a:pt x="5202" y="21004"/>
                  <a:pt x="10800" y="21004"/>
                </a:cubicBezTo>
                <a:cubicBezTo>
                  <a:pt x="16398" y="21004"/>
                  <a:pt x="21006" y="16436"/>
                  <a:pt x="21006" y="10825"/>
                </a:cubicBezTo>
                <a:cubicBezTo>
                  <a:pt x="21006" y="5164"/>
                  <a:pt x="16398" y="596"/>
                  <a:pt x="10800" y="596"/>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395" name="Shape 2395"/>
          <p:cNvSpPr/>
          <p:nvPr/>
        </p:nvSpPr>
        <p:spPr>
          <a:xfrm>
            <a:off x="1349303" y="6086299"/>
            <a:ext cx="2284736" cy="22875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5" y="21600"/>
                </a:moveTo>
                <a:cubicBezTo>
                  <a:pt x="4817" y="21600"/>
                  <a:pt x="0" y="16783"/>
                  <a:pt x="0" y="10825"/>
                </a:cubicBezTo>
                <a:cubicBezTo>
                  <a:pt x="0" y="4866"/>
                  <a:pt x="4817" y="0"/>
                  <a:pt x="10775" y="0"/>
                </a:cubicBezTo>
                <a:cubicBezTo>
                  <a:pt x="16734" y="0"/>
                  <a:pt x="21600" y="4866"/>
                  <a:pt x="21600" y="10825"/>
                </a:cubicBezTo>
                <a:cubicBezTo>
                  <a:pt x="21600" y="16783"/>
                  <a:pt x="16734" y="21600"/>
                  <a:pt x="10775" y="21600"/>
                </a:cubicBezTo>
                <a:close/>
                <a:moveTo>
                  <a:pt x="10775" y="596"/>
                </a:moveTo>
                <a:cubicBezTo>
                  <a:pt x="5164" y="596"/>
                  <a:pt x="596" y="5164"/>
                  <a:pt x="596" y="10825"/>
                </a:cubicBezTo>
                <a:cubicBezTo>
                  <a:pt x="596" y="16436"/>
                  <a:pt x="5164" y="21004"/>
                  <a:pt x="10775" y="21004"/>
                </a:cubicBezTo>
                <a:cubicBezTo>
                  <a:pt x="16436" y="21004"/>
                  <a:pt x="21004" y="16436"/>
                  <a:pt x="21004" y="10825"/>
                </a:cubicBezTo>
                <a:cubicBezTo>
                  <a:pt x="21004" y="5164"/>
                  <a:pt x="16436" y="596"/>
                  <a:pt x="10775" y="596"/>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406" name="Group 2406"/>
          <p:cNvGrpSpPr/>
          <p:nvPr/>
        </p:nvGrpSpPr>
        <p:grpSpPr>
          <a:xfrm>
            <a:off x="2757039" y="4462860"/>
            <a:ext cx="1541133" cy="1481531"/>
            <a:chOff x="0" y="0"/>
            <a:chExt cx="1541132" cy="1481529"/>
          </a:xfrm>
        </p:grpSpPr>
        <p:sp>
          <p:nvSpPr>
            <p:cNvPr id="2396" name="Shape 2396"/>
            <p:cNvSpPr/>
            <p:nvPr/>
          </p:nvSpPr>
          <p:spPr>
            <a:xfrm>
              <a:off x="0" y="1333944"/>
              <a:ext cx="110690" cy="147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154"/>
                  </a:moveTo>
                  <a:lnTo>
                    <a:pt x="12185" y="0"/>
                  </a:lnTo>
                  <a:lnTo>
                    <a:pt x="0" y="17862"/>
                  </a:lnTo>
                  <a:lnTo>
                    <a:pt x="9415" y="21600"/>
                  </a:lnTo>
                  <a:lnTo>
                    <a:pt x="21600" y="415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97" name="Shape 2397"/>
            <p:cNvSpPr/>
            <p:nvPr/>
          </p:nvSpPr>
          <p:spPr>
            <a:xfrm>
              <a:off x="93660" y="1149461"/>
              <a:ext cx="122044" cy="147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629"/>
                  </a:moveTo>
                  <a:cubicBezTo>
                    <a:pt x="13148" y="0"/>
                    <a:pt x="13148" y="0"/>
                    <a:pt x="13148" y="0"/>
                  </a:cubicBezTo>
                  <a:cubicBezTo>
                    <a:pt x="13148" y="0"/>
                    <a:pt x="12209" y="1543"/>
                    <a:pt x="11270" y="3086"/>
                  </a:cubicBezTo>
                  <a:cubicBezTo>
                    <a:pt x="10330" y="4629"/>
                    <a:pt x="8452" y="6943"/>
                    <a:pt x="6574" y="9257"/>
                  </a:cubicBezTo>
                  <a:cubicBezTo>
                    <a:pt x="3757" y="13114"/>
                    <a:pt x="0" y="17743"/>
                    <a:pt x="0" y="17743"/>
                  </a:cubicBezTo>
                  <a:cubicBezTo>
                    <a:pt x="9391" y="21600"/>
                    <a:pt x="9391" y="21600"/>
                    <a:pt x="9391" y="21600"/>
                  </a:cubicBezTo>
                  <a:cubicBezTo>
                    <a:pt x="9391" y="21600"/>
                    <a:pt x="12209" y="17743"/>
                    <a:pt x="15026" y="13114"/>
                  </a:cubicBezTo>
                  <a:cubicBezTo>
                    <a:pt x="16904" y="10800"/>
                    <a:pt x="18783" y="8486"/>
                    <a:pt x="19722" y="6943"/>
                  </a:cubicBezTo>
                  <a:cubicBezTo>
                    <a:pt x="20661" y="5400"/>
                    <a:pt x="21600" y="4629"/>
                    <a:pt x="21600" y="4629"/>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98" name="Shape 2398"/>
            <p:cNvSpPr/>
            <p:nvPr/>
          </p:nvSpPr>
          <p:spPr>
            <a:xfrm>
              <a:off x="204348" y="976333"/>
              <a:ext cx="127720" cy="147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400"/>
                  </a:moveTo>
                  <a:cubicBezTo>
                    <a:pt x="14400" y="0"/>
                    <a:pt x="14400" y="0"/>
                    <a:pt x="14400" y="0"/>
                  </a:cubicBezTo>
                  <a:cubicBezTo>
                    <a:pt x="14400" y="0"/>
                    <a:pt x="10800" y="4629"/>
                    <a:pt x="7200" y="8486"/>
                  </a:cubicBezTo>
                  <a:cubicBezTo>
                    <a:pt x="5400" y="10800"/>
                    <a:pt x="3600" y="13114"/>
                    <a:pt x="2700" y="14657"/>
                  </a:cubicBezTo>
                  <a:cubicBezTo>
                    <a:pt x="900" y="16200"/>
                    <a:pt x="0" y="16971"/>
                    <a:pt x="0" y="16971"/>
                  </a:cubicBezTo>
                  <a:cubicBezTo>
                    <a:pt x="8100" y="21600"/>
                    <a:pt x="8100" y="21600"/>
                    <a:pt x="8100" y="21600"/>
                  </a:cubicBezTo>
                  <a:cubicBezTo>
                    <a:pt x="8100" y="21600"/>
                    <a:pt x="9000" y="20829"/>
                    <a:pt x="9900" y="19286"/>
                  </a:cubicBezTo>
                  <a:cubicBezTo>
                    <a:pt x="11700" y="17743"/>
                    <a:pt x="13500" y="15429"/>
                    <a:pt x="15300" y="13114"/>
                  </a:cubicBezTo>
                  <a:cubicBezTo>
                    <a:pt x="18000" y="9257"/>
                    <a:pt x="21600" y="5400"/>
                    <a:pt x="21600" y="5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399" name="Shape 2399"/>
            <p:cNvSpPr/>
            <p:nvPr/>
          </p:nvSpPr>
          <p:spPr>
            <a:xfrm>
              <a:off x="332067" y="814556"/>
              <a:ext cx="130558"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600"/>
                  </a:moveTo>
                  <a:cubicBezTo>
                    <a:pt x="13824" y="0"/>
                    <a:pt x="13824" y="0"/>
                    <a:pt x="13824" y="0"/>
                  </a:cubicBezTo>
                  <a:cubicBezTo>
                    <a:pt x="13824" y="0"/>
                    <a:pt x="12960" y="800"/>
                    <a:pt x="12096" y="2400"/>
                  </a:cubicBezTo>
                  <a:cubicBezTo>
                    <a:pt x="10368" y="4000"/>
                    <a:pt x="8640" y="6400"/>
                    <a:pt x="6912" y="8000"/>
                  </a:cubicBezTo>
                  <a:cubicBezTo>
                    <a:pt x="3456" y="12000"/>
                    <a:pt x="0" y="16800"/>
                    <a:pt x="0" y="16800"/>
                  </a:cubicBezTo>
                  <a:cubicBezTo>
                    <a:pt x="6912" y="21600"/>
                    <a:pt x="6912" y="21600"/>
                    <a:pt x="6912" y="21600"/>
                  </a:cubicBezTo>
                  <a:cubicBezTo>
                    <a:pt x="6912" y="21600"/>
                    <a:pt x="10368" y="17600"/>
                    <a:pt x="13824" y="13600"/>
                  </a:cubicBezTo>
                  <a:cubicBezTo>
                    <a:pt x="15552" y="11200"/>
                    <a:pt x="17280" y="9600"/>
                    <a:pt x="19008" y="8000"/>
                  </a:cubicBezTo>
                  <a:cubicBezTo>
                    <a:pt x="19872" y="6400"/>
                    <a:pt x="21600" y="5600"/>
                    <a:pt x="21600" y="5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0" name="Shape 2400"/>
            <p:cNvSpPr/>
            <p:nvPr/>
          </p:nvSpPr>
          <p:spPr>
            <a:xfrm>
              <a:off x="462624" y="655618"/>
              <a:ext cx="136233"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400"/>
                  </a:moveTo>
                  <a:cubicBezTo>
                    <a:pt x="14954" y="0"/>
                    <a:pt x="14954" y="0"/>
                    <a:pt x="14954" y="0"/>
                  </a:cubicBezTo>
                  <a:cubicBezTo>
                    <a:pt x="14954" y="0"/>
                    <a:pt x="11631" y="4000"/>
                    <a:pt x="7477" y="8000"/>
                  </a:cubicBezTo>
                  <a:cubicBezTo>
                    <a:pt x="5815" y="9600"/>
                    <a:pt x="3323" y="12000"/>
                    <a:pt x="2492" y="13600"/>
                  </a:cubicBezTo>
                  <a:cubicBezTo>
                    <a:pt x="831" y="15200"/>
                    <a:pt x="0" y="16000"/>
                    <a:pt x="0" y="16000"/>
                  </a:cubicBezTo>
                  <a:cubicBezTo>
                    <a:pt x="6646" y="21600"/>
                    <a:pt x="6646" y="21600"/>
                    <a:pt x="6646" y="21600"/>
                  </a:cubicBezTo>
                  <a:cubicBezTo>
                    <a:pt x="6646" y="21600"/>
                    <a:pt x="7477" y="20800"/>
                    <a:pt x="9138" y="19200"/>
                  </a:cubicBezTo>
                  <a:cubicBezTo>
                    <a:pt x="9969" y="17600"/>
                    <a:pt x="12462" y="16000"/>
                    <a:pt x="14123" y="13600"/>
                  </a:cubicBezTo>
                  <a:cubicBezTo>
                    <a:pt x="17446" y="10400"/>
                    <a:pt x="21600" y="6400"/>
                    <a:pt x="21600" y="6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1" name="Shape 2401"/>
            <p:cNvSpPr/>
            <p:nvPr/>
          </p:nvSpPr>
          <p:spPr>
            <a:xfrm>
              <a:off x="604533" y="513709"/>
              <a:ext cx="141910" cy="1390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646"/>
                  </a:moveTo>
                  <a:cubicBezTo>
                    <a:pt x="16000" y="0"/>
                    <a:pt x="16000" y="0"/>
                    <a:pt x="16000" y="0"/>
                  </a:cubicBezTo>
                  <a:cubicBezTo>
                    <a:pt x="16000" y="0"/>
                    <a:pt x="15200" y="831"/>
                    <a:pt x="13600" y="1662"/>
                  </a:cubicBezTo>
                  <a:cubicBezTo>
                    <a:pt x="12000" y="3323"/>
                    <a:pt x="10400" y="4985"/>
                    <a:pt x="8000" y="7477"/>
                  </a:cubicBezTo>
                  <a:cubicBezTo>
                    <a:pt x="4000" y="10800"/>
                    <a:pt x="0" y="14954"/>
                    <a:pt x="0" y="14954"/>
                  </a:cubicBezTo>
                  <a:cubicBezTo>
                    <a:pt x="6400" y="21600"/>
                    <a:pt x="6400" y="21600"/>
                    <a:pt x="6400" y="21600"/>
                  </a:cubicBezTo>
                  <a:cubicBezTo>
                    <a:pt x="6400" y="21600"/>
                    <a:pt x="10400" y="17446"/>
                    <a:pt x="13600" y="14123"/>
                  </a:cubicBezTo>
                  <a:cubicBezTo>
                    <a:pt x="16000" y="11631"/>
                    <a:pt x="17600" y="9969"/>
                    <a:pt x="19200" y="8308"/>
                  </a:cubicBezTo>
                  <a:cubicBezTo>
                    <a:pt x="20800" y="7477"/>
                    <a:pt x="21600" y="6646"/>
                    <a:pt x="21600" y="664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2" name="Shape 2402"/>
            <p:cNvSpPr/>
            <p:nvPr/>
          </p:nvSpPr>
          <p:spPr>
            <a:xfrm>
              <a:off x="763471" y="377476"/>
              <a:ext cx="141910" cy="133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776"/>
                  </a:moveTo>
                  <a:cubicBezTo>
                    <a:pt x="16800" y="0"/>
                    <a:pt x="16800" y="0"/>
                    <a:pt x="16800" y="0"/>
                  </a:cubicBezTo>
                  <a:cubicBezTo>
                    <a:pt x="16800" y="0"/>
                    <a:pt x="12000" y="3456"/>
                    <a:pt x="8000" y="6912"/>
                  </a:cubicBezTo>
                  <a:cubicBezTo>
                    <a:pt x="5600" y="8640"/>
                    <a:pt x="4000" y="11232"/>
                    <a:pt x="2400" y="12096"/>
                  </a:cubicBezTo>
                  <a:cubicBezTo>
                    <a:pt x="800" y="13824"/>
                    <a:pt x="0" y="14688"/>
                    <a:pt x="0" y="14688"/>
                  </a:cubicBezTo>
                  <a:cubicBezTo>
                    <a:pt x="5600" y="21600"/>
                    <a:pt x="5600" y="21600"/>
                    <a:pt x="5600" y="21600"/>
                  </a:cubicBezTo>
                  <a:cubicBezTo>
                    <a:pt x="5600" y="21600"/>
                    <a:pt x="6400" y="20736"/>
                    <a:pt x="8000" y="19008"/>
                  </a:cubicBezTo>
                  <a:cubicBezTo>
                    <a:pt x="9600" y="18144"/>
                    <a:pt x="11200" y="16416"/>
                    <a:pt x="13600" y="14688"/>
                  </a:cubicBezTo>
                  <a:cubicBezTo>
                    <a:pt x="17600" y="11232"/>
                    <a:pt x="21600" y="7776"/>
                    <a:pt x="21600" y="777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3" name="Shape 2403"/>
            <p:cNvSpPr/>
            <p:nvPr/>
          </p:nvSpPr>
          <p:spPr>
            <a:xfrm>
              <a:off x="925246" y="258273"/>
              <a:ext cx="147586" cy="1248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364"/>
                  </a:moveTo>
                  <a:lnTo>
                    <a:pt x="17031" y="0"/>
                  </a:lnTo>
                  <a:lnTo>
                    <a:pt x="0" y="13255"/>
                  </a:lnTo>
                  <a:lnTo>
                    <a:pt x="4569" y="21600"/>
                  </a:lnTo>
                  <a:lnTo>
                    <a:pt x="21600" y="736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4" name="Shape 2404"/>
            <p:cNvSpPr/>
            <p:nvPr/>
          </p:nvSpPr>
          <p:spPr>
            <a:xfrm>
              <a:off x="1098376" y="147585"/>
              <a:ext cx="147586" cy="1163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836"/>
                  </a:moveTo>
                  <a:cubicBezTo>
                    <a:pt x="17743" y="0"/>
                    <a:pt x="17743" y="0"/>
                    <a:pt x="17743" y="0"/>
                  </a:cubicBezTo>
                  <a:cubicBezTo>
                    <a:pt x="17743" y="0"/>
                    <a:pt x="13114" y="2945"/>
                    <a:pt x="8486" y="5891"/>
                  </a:cubicBezTo>
                  <a:cubicBezTo>
                    <a:pt x="4629" y="9818"/>
                    <a:pt x="0" y="12764"/>
                    <a:pt x="0" y="12764"/>
                  </a:cubicBezTo>
                  <a:cubicBezTo>
                    <a:pt x="4629" y="21600"/>
                    <a:pt x="4629" y="21600"/>
                    <a:pt x="4629" y="21600"/>
                  </a:cubicBezTo>
                  <a:cubicBezTo>
                    <a:pt x="4629" y="21600"/>
                    <a:pt x="8486" y="18655"/>
                    <a:pt x="13114" y="14727"/>
                  </a:cubicBezTo>
                  <a:cubicBezTo>
                    <a:pt x="16971" y="11782"/>
                    <a:pt x="21600" y="8836"/>
                    <a:pt x="21600" y="883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5" name="Shape 2405"/>
            <p:cNvSpPr/>
            <p:nvPr/>
          </p:nvSpPr>
          <p:spPr>
            <a:xfrm>
              <a:off x="1223256" y="0"/>
              <a:ext cx="317877" cy="2781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441"/>
                  </a:lnTo>
                  <a:lnTo>
                    <a:pt x="10414" y="21600"/>
                  </a:lnTo>
                  <a:lnTo>
                    <a:pt x="0"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407" name="Shape 2407"/>
          <p:cNvSpPr/>
          <p:nvPr/>
        </p:nvSpPr>
        <p:spPr>
          <a:xfrm>
            <a:off x="6835503" y="4525300"/>
            <a:ext cx="147587" cy="1163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3" y="21600"/>
                </a:moveTo>
                <a:cubicBezTo>
                  <a:pt x="21600" y="11782"/>
                  <a:pt x="21600" y="11782"/>
                  <a:pt x="21600" y="11782"/>
                </a:cubicBezTo>
                <a:cubicBezTo>
                  <a:pt x="21600" y="11782"/>
                  <a:pt x="20829" y="11782"/>
                  <a:pt x="19286" y="9818"/>
                </a:cubicBezTo>
                <a:cubicBezTo>
                  <a:pt x="16971" y="8836"/>
                  <a:pt x="15429" y="6873"/>
                  <a:pt x="13114" y="5891"/>
                </a:cubicBezTo>
                <a:cubicBezTo>
                  <a:pt x="8486" y="2945"/>
                  <a:pt x="3857" y="0"/>
                  <a:pt x="3857" y="0"/>
                </a:cubicBezTo>
                <a:cubicBezTo>
                  <a:pt x="0" y="8836"/>
                  <a:pt x="0" y="8836"/>
                  <a:pt x="0" y="8836"/>
                </a:cubicBezTo>
                <a:cubicBezTo>
                  <a:pt x="0" y="8836"/>
                  <a:pt x="4629" y="11782"/>
                  <a:pt x="8486" y="14727"/>
                </a:cubicBezTo>
                <a:cubicBezTo>
                  <a:pt x="10800" y="16691"/>
                  <a:pt x="13114" y="17673"/>
                  <a:pt x="14657" y="19636"/>
                </a:cubicBezTo>
                <a:cubicBezTo>
                  <a:pt x="16971" y="20618"/>
                  <a:pt x="17743" y="21600"/>
                  <a:pt x="17743" y="216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417" name="Group 2417"/>
          <p:cNvGrpSpPr/>
          <p:nvPr/>
        </p:nvGrpSpPr>
        <p:grpSpPr>
          <a:xfrm>
            <a:off x="7014308" y="4624636"/>
            <a:ext cx="1271505" cy="1436121"/>
            <a:chOff x="0" y="0"/>
            <a:chExt cx="1271504" cy="1436120"/>
          </a:xfrm>
        </p:grpSpPr>
        <p:sp>
          <p:nvSpPr>
            <p:cNvPr id="2408" name="Shape 2408"/>
            <p:cNvSpPr/>
            <p:nvPr/>
          </p:nvSpPr>
          <p:spPr>
            <a:xfrm>
              <a:off x="0" y="0"/>
              <a:ext cx="147586" cy="1220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21600"/>
                  </a:moveTo>
                  <a:cubicBezTo>
                    <a:pt x="21600" y="13148"/>
                    <a:pt x="21600" y="13148"/>
                    <a:pt x="21600" y="13148"/>
                  </a:cubicBezTo>
                  <a:cubicBezTo>
                    <a:pt x="21600" y="13148"/>
                    <a:pt x="17743" y="10330"/>
                    <a:pt x="13114" y="6574"/>
                  </a:cubicBezTo>
                  <a:cubicBezTo>
                    <a:pt x="8486" y="2817"/>
                    <a:pt x="4629" y="0"/>
                    <a:pt x="4629" y="0"/>
                  </a:cubicBezTo>
                  <a:cubicBezTo>
                    <a:pt x="0" y="8452"/>
                    <a:pt x="0" y="8452"/>
                    <a:pt x="0" y="8452"/>
                  </a:cubicBezTo>
                  <a:cubicBezTo>
                    <a:pt x="0" y="8452"/>
                    <a:pt x="4629" y="11270"/>
                    <a:pt x="8486" y="15026"/>
                  </a:cubicBezTo>
                  <a:cubicBezTo>
                    <a:pt x="13114" y="18783"/>
                    <a:pt x="16971" y="21600"/>
                    <a:pt x="16971"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09" name="Shape 2409"/>
            <p:cNvSpPr/>
            <p:nvPr/>
          </p:nvSpPr>
          <p:spPr>
            <a:xfrm>
              <a:off x="173129" y="116366"/>
              <a:ext cx="147587" cy="127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21600"/>
                  </a:moveTo>
                  <a:cubicBezTo>
                    <a:pt x="21600" y="13500"/>
                    <a:pt x="21600" y="13500"/>
                    <a:pt x="21600" y="13500"/>
                  </a:cubicBezTo>
                  <a:cubicBezTo>
                    <a:pt x="21600" y="13500"/>
                    <a:pt x="20829" y="12600"/>
                    <a:pt x="19286" y="11700"/>
                  </a:cubicBezTo>
                  <a:cubicBezTo>
                    <a:pt x="17743" y="9900"/>
                    <a:pt x="15429" y="8100"/>
                    <a:pt x="13114" y="6300"/>
                  </a:cubicBezTo>
                  <a:cubicBezTo>
                    <a:pt x="9257" y="2700"/>
                    <a:pt x="4629" y="0"/>
                    <a:pt x="4629" y="0"/>
                  </a:cubicBezTo>
                  <a:cubicBezTo>
                    <a:pt x="0" y="7200"/>
                    <a:pt x="0" y="7200"/>
                    <a:pt x="0" y="7200"/>
                  </a:cubicBezTo>
                  <a:cubicBezTo>
                    <a:pt x="0" y="7200"/>
                    <a:pt x="3857" y="10800"/>
                    <a:pt x="8486" y="14400"/>
                  </a:cubicBezTo>
                  <a:cubicBezTo>
                    <a:pt x="10800" y="16200"/>
                    <a:pt x="12343" y="18000"/>
                    <a:pt x="13886" y="18900"/>
                  </a:cubicBezTo>
                  <a:cubicBezTo>
                    <a:pt x="15429" y="20700"/>
                    <a:pt x="16200" y="21600"/>
                    <a:pt x="16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0" name="Shape 2410"/>
            <p:cNvSpPr/>
            <p:nvPr/>
          </p:nvSpPr>
          <p:spPr>
            <a:xfrm>
              <a:off x="340581" y="238407"/>
              <a:ext cx="141910" cy="1362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000" y="21600"/>
                  </a:moveTo>
                  <a:cubicBezTo>
                    <a:pt x="21600" y="14954"/>
                    <a:pt x="21600" y="14954"/>
                    <a:pt x="21600" y="14954"/>
                  </a:cubicBezTo>
                  <a:cubicBezTo>
                    <a:pt x="21600" y="14954"/>
                    <a:pt x="17600" y="10800"/>
                    <a:pt x="13600" y="7477"/>
                  </a:cubicBezTo>
                  <a:cubicBezTo>
                    <a:pt x="11200" y="5815"/>
                    <a:pt x="8800" y="3323"/>
                    <a:pt x="7200" y="2492"/>
                  </a:cubicBezTo>
                  <a:cubicBezTo>
                    <a:pt x="6400" y="831"/>
                    <a:pt x="4800" y="0"/>
                    <a:pt x="4800" y="0"/>
                  </a:cubicBezTo>
                  <a:cubicBezTo>
                    <a:pt x="0" y="7477"/>
                    <a:pt x="0" y="7477"/>
                    <a:pt x="0" y="7477"/>
                  </a:cubicBezTo>
                  <a:cubicBezTo>
                    <a:pt x="0" y="7477"/>
                    <a:pt x="800" y="8308"/>
                    <a:pt x="2400" y="9138"/>
                  </a:cubicBezTo>
                  <a:cubicBezTo>
                    <a:pt x="4000" y="10800"/>
                    <a:pt x="5600" y="12462"/>
                    <a:pt x="8000" y="14123"/>
                  </a:cubicBezTo>
                  <a:cubicBezTo>
                    <a:pt x="12000" y="17446"/>
                    <a:pt x="16000" y="21600"/>
                    <a:pt x="16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1" name="Shape 2411"/>
            <p:cNvSpPr/>
            <p:nvPr/>
          </p:nvSpPr>
          <p:spPr>
            <a:xfrm>
              <a:off x="493843" y="374639"/>
              <a:ext cx="141910" cy="136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00" y="21600"/>
                  </a:moveTo>
                  <a:cubicBezTo>
                    <a:pt x="21600" y="15785"/>
                    <a:pt x="21600" y="15785"/>
                    <a:pt x="21600" y="15785"/>
                  </a:cubicBezTo>
                  <a:cubicBezTo>
                    <a:pt x="21600" y="15785"/>
                    <a:pt x="20800" y="14954"/>
                    <a:pt x="19200" y="13292"/>
                  </a:cubicBezTo>
                  <a:cubicBezTo>
                    <a:pt x="17600" y="11631"/>
                    <a:pt x="16000" y="9969"/>
                    <a:pt x="13600" y="7477"/>
                  </a:cubicBezTo>
                  <a:cubicBezTo>
                    <a:pt x="9600" y="4154"/>
                    <a:pt x="6400" y="0"/>
                    <a:pt x="6400" y="0"/>
                  </a:cubicBezTo>
                  <a:cubicBezTo>
                    <a:pt x="0" y="6646"/>
                    <a:pt x="0" y="6646"/>
                    <a:pt x="0" y="6646"/>
                  </a:cubicBezTo>
                  <a:cubicBezTo>
                    <a:pt x="0" y="6646"/>
                    <a:pt x="4000" y="10800"/>
                    <a:pt x="8000" y="14123"/>
                  </a:cubicBezTo>
                  <a:cubicBezTo>
                    <a:pt x="9600" y="15785"/>
                    <a:pt x="12000" y="18277"/>
                    <a:pt x="12800" y="19108"/>
                  </a:cubicBezTo>
                  <a:cubicBezTo>
                    <a:pt x="14400" y="20769"/>
                    <a:pt x="15200" y="21600"/>
                    <a:pt x="15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2" name="Shape 2412"/>
            <p:cNvSpPr/>
            <p:nvPr/>
          </p:nvSpPr>
          <p:spPr>
            <a:xfrm>
              <a:off x="641428" y="522224"/>
              <a:ext cx="136234"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954" y="21600"/>
                  </a:moveTo>
                  <a:cubicBezTo>
                    <a:pt x="21600" y="16000"/>
                    <a:pt x="21600" y="16000"/>
                    <a:pt x="21600" y="16000"/>
                  </a:cubicBezTo>
                  <a:cubicBezTo>
                    <a:pt x="21600" y="16000"/>
                    <a:pt x="18277" y="12000"/>
                    <a:pt x="14123" y="8000"/>
                  </a:cubicBezTo>
                  <a:cubicBezTo>
                    <a:pt x="10800" y="4000"/>
                    <a:pt x="6646" y="0"/>
                    <a:pt x="6646" y="0"/>
                  </a:cubicBezTo>
                  <a:cubicBezTo>
                    <a:pt x="0" y="6400"/>
                    <a:pt x="0" y="6400"/>
                    <a:pt x="0" y="6400"/>
                  </a:cubicBezTo>
                  <a:cubicBezTo>
                    <a:pt x="0" y="6400"/>
                    <a:pt x="4154" y="9600"/>
                    <a:pt x="7477" y="13600"/>
                  </a:cubicBezTo>
                  <a:cubicBezTo>
                    <a:pt x="11631" y="17600"/>
                    <a:pt x="14954" y="21600"/>
                    <a:pt x="14954"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3" name="Shape 2413"/>
            <p:cNvSpPr/>
            <p:nvPr/>
          </p:nvSpPr>
          <p:spPr>
            <a:xfrm>
              <a:off x="777661" y="678325"/>
              <a:ext cx="130557" cy="1475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26" y="21600"/>
                  </a:moveTo>
                  <a:lnTo>
                    <a:pt x="21600" y="16200"/>
                  </a:lnTo>
                  <a:lnTo>
                    <a:pt x="7983" y="0"/>
                  </a:lnTo>
                  <a:lnTo>
                    <a:pt x="0" y="5400"/>
                  </a:lnTo>
                  <a:lnTo>
                    <a:pt x="15026"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4" name="Shape 2414"/>
            <p:cNvSpPr/>
            <p:nvPr/>
          </p:nvSpPr>
          <p:spPr>
            <a:xfrm>
              <a:off x="902540" y="845777"/>
              <a:ext cx="127720" cy="147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00" y="21600"/>
                  </a:moveTo>
                  <a:cubicBezTo>
                    <a:pt x="21600" y="16971"/>
                    <a:pt x="21600" y="16971"/>
                    <a:pt x="21600" y="16971"/>
                  </a:cubicBezTo>
                  <a:cubicBezTo>
                    <a:pt x="21600" y="16971"/>
                    <a:pt x="20700" y="16200"/>
                    <a:pt x="19800" y="13886"/>
                  </a:cubicBezTo>
                  <a:cubicBezTo>
                    <a:pt x="18000" y="12343"/>
                    <a:pt x="17100" y="10029"/>
                    <a:pt x="15300" y="8486"/>
                  </a:cubicBezTo>
                  <a:cubicBezTo>
                    <a:pt x="11700" y="3857"/>
                    <a:pt x="8100" y="0"/>
                    <a:pt x="8100" y="0"/>
                  </a:cubicBezTo>
                  <a:cubicBezTo>
                    <a:pt x="0" y="4629"/>
                    <a:pt x="0" y="4629"/>
                    <a:pt x="0" y="4629"/>
                  </a:cubicBezTo>
                  <a:cubicBezTo>
                    <a:pt x="0" y="4629"/>
                    <a:pt x="3600" y="8486"/>
                    <a:pt x="7200" y="13114"/>
                  </a:cubicBezTo>
                  <a:cubicBezTo>
                    <a:pt x="9000" y="14657"/>
                    <a:pt x="9900" y="16971"/>
                    <a:pt x="11700" y="18514"/>
                  </a:cubicBezTo>
                  <a:cubicBezTo>
                    <a:pt x="12600" y="20057"/>
                    <a:pt x="13500" y="21600"/>
                    <a:pt x="135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5" name="Shape 2415"/>
            <p:cNvSpPr/>
            <p:nvPr/>
          </p:nvSpPr>
          <p:spPr>
            <a:xfrm>
              <a:off x="1018907" y="1021744"/>
              <a:ext cx="122043" cy="144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09" y="21600"/>
                  </a:moveTo>
                  <a:cubicBezTo>
                    <a:pt x="21600" y="17743"/>
                    <a:pt x="21600" y="17743"/>
                    <a:pt x="21600" y="17743"/>
                  </a:cubicBezTo>
                  <a:cubicBezTo>
                    <a:pt x="21600" y="17743"/>
                    <a:pt x="17843" y="13114"/>
                    <a:pt x="15026" y="8486"/>
                  </a:cubicBezTo>
                  <a:cubicBezTo>
                    <a:pt x="13148" y="6943"/>
                    <a:pt x="12209" y="4629"/>
                    <a:pt x="10330" y="2314"/>
                  </a:cubicBezTo>
                  <a:cubicBezTo>
                    <a:pt x="9391" y="771"/>
                    <a:pt x="8452" y="0"/>
                    <a:pt x="8452" y="0"/>
                  </a:cubicBezTo>
                  <a:cubicBezTo>
                    <a:pt x="0" y="4629"/>
                    <a:pt x="0" y="4629"/>
                    <a:pt x="0" y="4629"/>
                  </a:cubicBezTo>
                  <a:cubicBezTo>
                    <a:pt x="0" y="4629"/>
                    <a:pt x="939" y="5400"/>
                    <a:pt x="1878" y="6943"/>
                  </a:cubicBezTo>
                  <a:cubicBezTo>
                    <a:pt x="2817" y="8486"/>
                    <a:pt x="4696" y="10800"/>
                    <a:pt x="6574" y="13114"/>
                  </a:cubicBezTo>
                  <a:cubicBezTo>
                    <a:pt x="9391" y="17743"/>
                    <a:pt x="12209" y="21600"/>
                    <a:pt x="12209"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6" name="Shape 2416"/>
            <p:cNvSpPr/>
            <p:nvPr/>
          </p:nvSpPr>
          <p:spPr>
            <a:xfrm>
              <a:off x="999039" y="1121081"/>
              <a:ext cx="272466" cy="315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150" y="21600"/>
                  </a:lnTo>
                  <a:lnTo>
                    <a:pt x="0" y="10703"/>
                  </a:lnTo>
                  <a:lnTo>
                    <a:pt x="21600"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429" name="Group 2429"/>
          <p:cNvGrpSpPr/>
          <p:nvPr/>
        </p:nvGrpSpPr>
        <p:grpSpPr>
          <a:xfrm>
            <a:off x="6673727" y="8441987"/>
            <a:ext cx="1600734" cy="1597895"/>
            <a:chOff x="0" y="0"/>
            <a:chExt cx="1600733" cy="1597893"/>
          </a:xfrm>
        </p:grpSpPr>
        <p:sp>
          <p:nvSpPr>
            <p:cNvPr id="2418" name="Shape 2418"/>
            <p:cNvSpPr/>
            <p:nvPr/>
          </p:nvSpPr>
          <p:spPr>
            <a:xfrm>
              <a:off x="1492882" y="0"/>
              <a:ext cx="107852" cy="147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8514"/>
                  </a:moveTo>
                  <a:cubicBezTo>
                    <a:pt x="10286" y="21600"/>
                    <a:pt x="10286" y="21600"/>
                    <a:pt x="10286" y="21600"/>
                  </a:cubicBezTo>
                  <a:cubicBezTo>
                    <a:pt x="10286" y="21600"/>
                    <a:pt x="11314" y="20829"/>
                    <a:pt x="12343" y="19286"/>
                  </a:cubicBezTo>
                  <a:cubicBezTo>
                    <a:pt x="13371" y="16971"/>
                    <a:pt x="14400" y="14657"/>
                    <a:pt x="16457" y="12343"/>
                  </a:cubicBezTo>
                  <a:cubicBezTo>
                    <a:pt x="18514" y="7714"/>
                    <a:pt x="21600" y="3086"/>
                    <a:pt x="21600" y="3086"/>
                  </a:cubicBezTo>
                  <a:cubicBezTo>
                    <a:pt x="11314" y="0"/>
                    <a:pt x="11314" y="0"/>
                    <a:pt x="11314" y="0"/>
                  </a:cubicBezTo>
                  <a:cubicBezTo>
                    <a:pt x="11314" y="0"/>
                    <a:pt x="9257" y="4629"/>
                    <a:pt x="6171" y="9257"/>
                  </a:cubicBezTo>
                  <a:cubicBezTo>
                    <a:pt x="5143" y="11571"/>
                    <a:pt x="3086" y="13886"/>
                    <a:pt x="2057" y="15429"/>
                  </a:cubicBezTo>
                  <a:cubicBezTo>
                    <a:pt x="1029" y="16971"/>
                    <a:pt x="0" y="18514"/>
                    <a:pt x="0" y="1851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19" name="Shape 2419"/>
            <p:cNvSpPr/>
            <p:nvPr/>
          </p:nvSpPr>
          <p:spPr>
            <a:xfrm>
              <a:off x="1396384" y="181643"/>
              <a:ext cx="116367" cy="153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7131"/>
                  </a:moveTo>
                  <a:cubicBezTo>
                    <a:pt x="8836" y="21600"/>
                    <a:pt x="8836" y="21600"/>
                    <a:pt x="8836" y="21600"/>
                  </a:cubicBezTo>
                  <a:cubicBezTo>
                    <a:pt x="8836" y="21600"/>
                    <a:pt x="11782" y="17131"/>
                    <a:pt x="14727" y="12662"/>
                  </a:cubicBezTo>
                  <a:cubicBezTo>
                    <a:pt x="16691" y="10428"/>
                    <a:pt x="18655" y="8193"/>
                    <a:pt x="19636" y="6703"/>
                  </a:cubicBezTo>
                  <a:cubicBezTo>
                    <a:pt x="20618" y="5214"/>
                    <a:pt x="21600" y="3724"/>
                    <a:pt x="21600" y="3724"/>
                  </a:cubicBezTo>
                  <a:cubicBezTo>
                    <a:pt x="11782" y="0"/>
                    <a:pt x="11782" y="0"/>
                    <a:pt x="11782" y="0"/>
                  </a:cubicBezTo>
                  <a:cubicBezTo>
                    <a:pt x="11782" y="0"/>
                    <a:pt x="11782" y="1490"/>
                    <a:pt x="9818" y="2979"/>
                  </a:cubicBezTo>
                  <a:cubicBezTo>
                    <a:pt x="8836" y="4469"/>
                    <a:pt x="7855" y="6703"/>
                    <a:pt x="5891" y="8938"/>
                  </a:cubicBezTo>
                  <a:cubicBezTo>
                    <a:pt x="2945" y="12662"/>
                    <a:pt x="0" y="17131"/>
                    <a:pt x="0" y="1713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0" name="Shape 2420"/>
            <p:cNvSpPr/>
            <p:nvPr/>
          </p:nvSpPr>
          <p:spPr>
            <a:xfrm>
              <a:off x="1285695" y="360447"/>
              <a:ext cx="122044" cy="1475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971"/>
                  </a:moveTo>
                  <a:cubicBezTo>
                    <a:pt x="7513" y="21600"/>
                    <a:pt x="7513" y="21600"/>
                    <a:pt x="7513" y="21600"/>
                  </a:cubicBezTo>
                  <a:cubicBezTo>
                    <a:pt x="7513" y="21600"/>
                    <a:pt x="8452" y="20829"/>
                    <a:pt x="10330" y="19286"/>
                  </a:cubicBezTo>
                  <a:cubicBezTo>
                    <a:pt x="11270" y="17743"/>
                    <a:pt x="13148" y="15429"/>
                    <a:pt x="15026" y="13114"/>
                  </a:cubicBezTo>
                  <a:cubicBezTo>
                    <a:pt x="17843" y="8486"/>
                    <a:pt x="21600" y="4629"/>
                    <a:pt x="21600" y="4629"/>
                  </a:cubicBezTo>
                  <a:cubicBezTo>
                    <a:pt x="13148" y="0"/>
                    <a:pt x="13148" y="0"/>
                    <a:pt x="13148" y="0"/>
                  </a:cubicBezTo>
                  <a:cubicBezTo>
                    <a:pt x="13148" y="0"/>
                    <a:pt x="9391" y="4629"/>
                    <a:pt x="6574" y="8486"/>
                  </a:cubicBezTo>
                  <a:cubicBezTo>
                    <a:pt x="4696" y="10800"/>
                    <a:pt x="2817" y="13114"/>
                    <a:pt x="1878" y="14657"/>
                  </a:cubicBezTo>
                  <a:cubicBezTo>
                    <a:pt x="939" y="16200"/>
                    <a:pt x="0" y="16971"/>
                    <a:pt x="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1" name="Shape 2421"/>
            <p:cNvSpPr/>
            <p:nvPr/>
          </p:nvSpPr>
          <p:spPr>
            <a:xfrm>
              <a:off x="1160816" y="536414"/>
              <a:ext cx="130557"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800"/>
                  </a:moveTo>
                  <a:cubicBezTo>
                    <a:pt x="7776" y="21600"/>
                    <a:pt x="7776" y="21600"/>
                    <a:pt x="7776" y="21600"/>
                  </a:cubicBezTo>
                  <a:cubicBezTo>
                    <a:pt x="7776" y="21600"/>
                    <a:pt x="11232" y="17600"/>
                    <a:pt x="14688" y="13600"/>
                  </a:cubicBezTo>
                  <a:cubicBezTo>
                    <a:pt x="16416" y="11200"/>
                    <a:pt x="18144" y="8800"/>
                    <a:pt x="19008" y="7200"/>
                  </a:cubicBezTo>
                  <a:cubicBezTo>
                    <a:pt x="20736" y="5600"/>
                    <a:pt x="21600" y="4800"/>
                    <a:pt x="21600" y="4800"/>
                  </a:cubicBezTo>
                  <a:cubicBezTo>
                    <a:pt x="13824" y="0"/>
                    <a:pt x="13824" y="0"/>
                    <a:pt x="13824" y="0"/>
                  </a:cubicBezTo>
                  <a:cubicBezTo>
                    <a:pt x="13824" y="0"/>
                    <a:pt x="12960" y="800"/>
                    <a:pt x="12096" y="2400"/>
                  </a:cubicBezTo>
                  <a:cubicBezTo>
                    <a:pt x="10368" y="4000"/>
                    <a:pt x="9504" y="6400"/>
                    <a:pt x="6912" y="8000"/>
                  </a:cubicBezTo>
                  <a:cubicBezTo>
                    <a:pt x="3456" y="12800"/>
                    <a:pt x="0" y="16800"/>
                    <a:pt x="0" y="16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2" name="Shape 2422"/>
            <p:cNvSpPr/>
            <p:nvPr/>
          </p:nvSpPr>
          <p:spPr>
            <a:xfrm>
              <a:off x="1030259" y="698192"/>
              <a:ext cx="136234"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984"/>
                  </a:moveTo>
                  <a:lnTo>
                    <a:pt x="6300" y="21600"/>
                  </a:lnTo>
                  <a:lnTo>
                    <a:pt x="21600" y="5616"/>
                  </a:lnTo>
                  <a:lnTo>
                    <a:pt x="13950" y="0"/>
                  </a:lnTo>
                  <a:lnTo>
                    <a:pt x="0" y="1598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3" name="Shape 2423"/>
            <p:cNvSpPr/>
            <p:nvPr/>
          </p:nvSpPr>
          <p:spPr>
            <a:xfrm>
              <a:off x="888350" y="851453"/>
              <a:ext cx="136234" cy="136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785"/>
                  </a:moveTo>
                  <a:cubicBezTo>
                    <a:pt x="5815" y="21600"/>
                    <a:pt x="5815" y="21600"/>
                    <a:pt x="5815" y="21600"/>
                  </a:cubicBezTo>
                  <a:cubicBezTo>
                    <a:pt x="5815" y="21600"/>
                    <a:pt x="9969" y="18277"/>
                    <a:pt x="14123" y="14123"/>
                  </a:cubicBezTo>
                  <a:cubicBezTo>
                    <a:pt x="17446" y="9969"/>
                    <a:pt x="21600" y="5815"/>
                    <a:pt x="21600" y="5815"/>
                  </a:cubicBezTo>
                  <a:cubicBezTo>
                    <a:pt x="14954" y="0"/>
                    <a:pt x="14954" y="0"/>
                    <a:pt x="14954" y="0"/>
                  </a:cubicBezTo>
                  <a:cubicBezTo>
                    <a:pt x="14954" y="0"/>
                    <a:pt x="11631" y="4154"/>
                    <a:pt x="7477" y="8308"/>
                  </a:cubicBezTo>
                  <a:cubicBezTo>
                    <a:pt x="4154" y="11631"/>
                    <a:pt x="0" y="15785"/>
                    <a:pt x="0" y="1578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4" name="Shape 2424"/>
            <p:cNvSpPr/>
            <p:nvPr/>
          </p:nvSpPr>
          <p:spPr>
            <a:xfrm>
              <a:off x="735089" y="996200"/>
              <a:ext cx="141910" cy="1333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688"/>
                  </a:moveTo>
                  <a:cubicBezTo>
                    <a:pt x="4800" y="21600"/>
                    <a:pt x="4800" y="21600"/>
                    <a:pt x="4800" y="21600"/>
                  </a:cubicBezTo>
                  <a:cubicBezTo>
                    <a:pt x="4800" y="21600"/>
                    <a:pt x="8800" y="18144"/>
                    <a:pt x="13600" y="13824"/>
                  </a:cubicBezTo>
                  <a:cubicBezTo>
                    <a:pt x="15200" y="12096"/>
                    <a:pt x="17600" y="10368"/>
                    <a:pt x="18400" y="8640"/>
                  </a:cubicBezTo>
                  <a:cubicBezTo>
                    <a:pt x="20000" y="7776"/>
                    <a:pt x="21600" y="6912"/>
                    <a:pt x="21600" y="6912"/>
                  </a:cubicBezTo>
                  <a:cubicBezTo>
                    <a:pt x="15200" y="0"/>
                    <a:pt x="15200" y="0"/>
                    <a:pt x="15200" y="0"/>
                  </a:cubicBezTo>
                  <a:cubicBezTo>
                    <a:pt x="15200" y="0"/>
                    <a:pt x="14400" y="864"/>
                    <a:pt x="12800" y="1728"/>
                  </a:cubicBezTo>
                  <a:cubicBezTo>
                    <a:pt x="11200" y="3456"/>
                    <a:pt x="9600" y="5184"/>
                    <a:pt x="8000" y="6912"/>
                  </a:cubicBezTo>
                  <a:cubicBezTo>
                    <a:pt x="4000" y="11232"/>
                    <a:pt x="0" y="14688"/>
                    <a:pt x="0" y="1468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5" name="Shape 2425"/>
            <p:cNvSpPr/>
            <p:nvPr/>
          </p:nvSpPr>
          <p:spPr>
            <a:xfrm>
              <a:off x="570474" y="1129595"/>
              <a:ext cx="141910" cy="1305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824"/>
                  </a:moveTo>
                  <a:cubicBezTo>
                    <a:pt x="4800" y="21600"/>
                    <a:pt x="4800" y="21600"/>
                    <a:pt x="4800" y="21600"/>
                  </a:cubicBezTo>
                  <a:cubicBezTo>
                    <a:pt x="4800" y="21600"/>
                    <a:pt x="5600" y="20736"/>
                    <a:pt x="7200" y="19008"/>
                  </a:cubicBezTo>
                  <a:cubicBezTo>
                    <a:pt x="8800" y="18144"/>
                    <a:pt x="11200" y="16416"/>
                    <a:pt x="13600" y="14688"/>
                  </a:cubicBezTo>
                  <a:cubicBezTo>
                    <a:pt x="17600" y="11232"/>
                    <a:pt x="21600" y="6912"/>
                    <a:pt x="21600" y="6912"/>
                  </a:cubicBezTo>
                  <a:cubicBezTo>
                    <a:pt x="16800" y="0"/>
                    <a:pt x="16800" y="0"/>
                    <a:pt x="16800" y="0"/>
                  </a:cubicBezTo>
                  <a:cubicBezTo>
                    <a:pt x="16800" y="0"/>
                    <a:pt x="12000" y="3456"/>
                    <a:pt x="8000" y="6912"/>
                  </a:cubicBezTo>
                  <a:cubicBezTo>
                    <a:pt x="6400" y="8640"/>
                    <a:pt x="4000" y="10368"/>
                    <a:pt x="2400" y="12096"/>
                  </a:cubicBezTo>
                  <a:cubicBezTo>
                    <a:pt x="800" y="12960"/>
                    <a:pt x="0" y="13824"/>
                    <a:pt x="0" y="1382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6" name="Shape 2426"/>
            <p:cNvSpPr/>
            <p:nvPr/>
          </p:nvSpPr>
          <p:spPr>
            <a:xfrm>
              <a:off x="397345" y="1248798"/>
              <a:ext cx="147586" cy="127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500"/>
                  </a:moveTo>
                  <a:cubicBezTo>
                    <a:pt x="4629" y="21600"/>
                    <a:pt x="4629" y="21600"/>
                    <a:pt x="4629" y="21600"/>
                  </a:cubicBezTo>
                  <a:cubicBezTo>
                    <a:pt x="4629" y="21600"/>
                    <a:pt x="8486" y="18000"/>
                    <a:pt x="13114" y="15300"/>
                  </a:cubicBezTo>
                  <a:cubicBezTo>
                    <a:pt x="17743" y="11700"/>
                    <a:pt x="21600" y="8100"/>
                    <a:pt x="21600" y="8100"/>
                  </a:cubicBezTo>
                  <a:cubicBezTo>
                    <a:pt x="16971" y="0"/>
                    <a:pt x="16971" y="0"/>
                    <a:pt x="16971" y="0"/>
                  </a:cubicBezTo>
                  <a:cubicBezTo>
                    <a:pt x="16971" y="0"/>
                    <a:pt x="13114" y="3600"/>
                    <a:pt x="8486" y="7200"/>
                  </a:cubicBezTo>
                  <a:cubicBezTo>
                    <a:pt x="4629" y="9900"/>
                    <a:pt x="0" y="13500"/>
                    <a:pt x="0" y="135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7" name="Shape 2427"/>
            <p:cNvSpPr/>
            <p:nvPr/>
          </p:nvSpPr>
          <p:spPr>
            <a:xfrm>
              <a:off x="218540" y="1365163"/>
              <a:ext cx="153263" cy="1163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764"/>
                  </a:moveTo>
                  <a:cubicBezTo>
                    <a:pt x="3724" y="21600"/>
                    <a:pt x="3724" y="21600"/>
                    <a:pt x="3724" y="21600"/>
                  </a:cubicBezTo>
                  <a:cubicBezTo>
                    <a:pt x="3724" y="21600"/>
                    <a:pt x="5214" y="20618"/>
                    <a:pt x="6703" y="19636"/>
                  </a:cubicBezTo>
                  <a:cubicBezTo>
                    <a:pt x="8193" y="18655"/>
                    <a:pt x="10428" y="16691"/>
                    <a:pt x="12662" y="15709"/>
                  </a:cubicBezTo>
                  <a:cubicBezTo>
                    <a:pt x="17131" y="11782"/>
                    <a:pt x="21600" y="8836"/>
                    <a:pt x="21600" y="8836"/>
                  </a:cubicBezTo>
                  <a:cubicBezTo>
                    <a:pt x="17131" y="0"/>
                    <a:pt x="17131" y="0"/>
                    <a:pt x="17131" y="0"/>
                  </a:cubicBezTo>
                  <a:cubicBezTo>
                    <a:pt x="17131" y="0"/>
                    <a:pt x="12662" y="2945"/>
                    <a:pt x="8938" y="5891"/>
                  </a:cubicBezTo>
                  <a:cubicBezTo>
                    <a:pt x="6703" y="7855"/>
                    <a:pt x="4469" y="8836"/>
                    <a:pt x="2979" y="10800"/>
                  </a:cubicBezTo>
                  <a:cubicBezTo>
                    <a:pt x="1490" y="11782"/>
                    <a:pt x="0" y="12764"/>
                    <a:pt x="0" y="1276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28" name="Shape 2428"/>
            <p:cNvSpPr/>
            <p:nvPr/>
          </p:nvSpPr>
          <p:spPr>
            <a:xfrm>
              <a:off x="0" y="1314076"/>
              <a:ext cx="315039" cy="2838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9440"/>
                  </a:lnTo>
                  <a:lnTo>
                    <a:pt x="12259" y="0"/>
                  </a:lnTo>
                  <a:lnTo>
                    <a:pt x="2160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441" name="Group 2441"/>
          <p:cNvGrpSpPr/>
          <p:nvPr/>
        </p:nvGrpSpPr>
        <p:grpSpPr>
          <a:xfrm>
            <a:off x="2694600" y="8399414"/>
            <a:ext cx="1549647" cy="1603573"/>
            <a:chOff x="0" y="0"/>
            <a:chExt cx="1549645" cy="1603572"/>
          </a:xfrm>
        </p:grpSpPr>
        <p:sp>
          <p:nvSpPr>
            <p:cNvPr id="2430" name="Shape 2430"/>
            <p:cNvSpPr/>
            <p:nvPr/>
          </p:nvSpPr>
          <p:spPr>
            <a:xfrm>
              <a:off x="1402060" y="1487205"/>
              <a:ext cx="147586" cy="1163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57" y="0"/>
                  </a:moveTo>
                  <a:cubicBezTo>
                    <a:pt x="0" y="9818"/>
                    <a:pt x="0" y="9818"/>
                    <a:pt x="0" y="9818"/>
                  </a:cubicBezTo>
                  <a:cubicBezTo>
                    <a:pt x="0" y="9818"/>
                    <a:pt x="4629" y="12764"/>
                    <a:pt x="9257" y="15709"/>
                  </a:cubicBezTo>
                  <a:cubicBezTo>
                    <a:pt x="11571" y="17673"/>
                    <a:pt x="13886" y="18655"/>
                    <a:pt x="15429" y="19636"/>
                  </a:cubicBezTo>
                  <a:cubicBezTo>
                    <a:pt x="16971" y="20618"/>
                    <a:pt x="18514" y="21600"/>
                    <a:pt x="18514" y="21600"/>
                  </a:cubicBezTo>
                  <a:cubicBezTo>
                    <a:pt x="21600" y="11782"/>
                    <a:pt x="21600" y="11782"/>
                    <a:pt x="21600" y="11782"/>
                  </a:cubicBezTo>
                  <a:cubicBezTo>
                    <a:pt x="21600" y="11782"/>
                    <a:pt x="20829" y="10800"/>
                    <a:pt x="19286" y="9818"/>
                  </a:cubicBezTo>
                  <a:cubicBezTo>
                    <a:pt x="16971" y="8836"/>
                    <a:pt x="14657" y="7855"/>
                    <a:pt x="12343" y="5891"/>
                  </a:cubicBezTo>
                  <a:cubicBezTo>
                    <a:pt x="8486" y="2945"/>
                    <a:pt x="3857" y="0"/>
                    <a:pt x="3857"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1" name="Shape 2431"/>
            <p:cNvSpPr/>
            <p:nvPr/>
          </p:nvSpPr>
          <p:spPr>
            <a:xfrm>
              <a:off x="1217579" y="1387870"/>
              <a:ext cx="147586" cy="1192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29" y="0"/>
                  </a:moveTo>
                  <a:cubicBezTo>
                    <a:pt x="0" y="8452"/>
                    <a:pt x="0" y="8452"/>
                    <a:pt x="0" y="8452"/>
                  </a:cubicBezTo>
                  <a:cubicBezTo>
                    <a:pt x="0" y="8452"/>
                    <a:pt x="771" y="9391"/>
                    <a:pt x="3086" y="10330"/>
                  </a:cubicBezTo>
                  <a:cubicBezTo>
                    <a:pt x="4629" y="12209"/>
                    <a:pt x="6943" y="13148"/>
                    <a:pt x="9257" y="15026"/>
                  </a:cubicBezTo>
                  <a:cubicBezTo>
                    <a:pt x="13114" y="17843"/>
                    <a:pt x="17743" y="21600"/>
                    <a:pt x="17743" y="21600"/>
                  </a:cubicBezTo>
                  <a:cubicBezTo>
                    <a:pt x="21600" y="12209"/>
                    <a:pt x="21600" y="12209"/>
                    <a:pt x="21600" y="12209"/>
                  </a:cubicBezTo>
                  <a:cubicBezTo>
                    <a:pt x="21600" y="12209"/>
                    <a:pt x="17743" y="9391"/>
                    <a:pt x="13114" y="6574"/>
                  </a:cubicBezTo>
                  <a:cubicBezTo>
                    <a:pt x="10800" y="4696"/>
                    <a:pt x="8486" y="3757"/>
                    <a:pt x="6943" y="1878"/>
                  </a:cubicBezTo>
                  <a:cubicBezTo>
                    <a:pt x="5400" y="939"/>
                    <a:pt x="4629" y="0"/>
                    <a:pt x="4629"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2" name="Shape 2432"/>
            <p:cNvSpPr/>
            <p:nvPr/>
          </p:nvSpPr>
          <p:spPr>
            <a:xfrm>
              <a:off x="1044449" y="1277180"/>
              <a:ext cx="147587" cy="1192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29" y="0"/>
                  </a:moveTo>
                  <a:cubicBezTo>
                    <a:pt x="0" y="7513"/>
                    <a:pt x="0" y="7513"/>
                    <a:pt x="0" y="7513"/>
                  </a:cubicBezTo>
                  <a:cubicBezTo>
                    <a:pt x="0" y="7513"/>
                    <a:pt x="3857" y="11270"/>
                    <a:pt x="8486" y="15026"/>
                  </a:cubicBezTo>
                  <a:cubicBezTo>
                    <a:pt x="12343" y="18783"/>
                    <a:pt x="16971" y="21600"/>
                    <a:pt x="16971" y="21600"/>
                  </a:cubicBezTo>
                  <a:cubicBezTo>
                    <a:pt x="21600" y="13148"/>
                    <a:pt x="21600" y="13148"/>
                    <a:pt x="21600" y="13148"/>
                  </a:cubicBezTo>
                  <a:cubicBezTo>
                    <a:pt x="21600" y="13148"/>
                    <a:pt x="16971" y="10330"/>
                    <a:pt x="13114" y="6574"/>
                  </a:cubicBezTo>
                  <a:cubicBezTo>
                    <a:pt x="8486" y="2817"/>
                    <a:pt x="4629" y="0"/>
                    <a:pt x="4629"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3" name="Shape 2433"/>
            <p:cNvSpPr/>
            <p:nvPr/>
          </p:nvSpPr>
          <p:spPr>
            <a:xfrm>
              <a:off x="876998" y="1149463"/>
              <a:ext cx="141910" cy="1333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00" y="0"/>
                  </a:moveTo>
                  <a:cubicBezTo>
                    <a:pt x="0" y="6912"/>
                    <a:pt x="0" y="6912"/>
                    <a:pt x="0" y="6912"/>
                  </a:cubicBezTo>
                  <a:cubicBezTo>
                    <a:pt x="0" y="6912"/>
                    <a:pt x="4000" y="10368"/>
                    <a:pt x="8000" y="13824"/>
                  </a:cubicBezTo>
                  <a:cubicBezTo>
                    <a:pt x="10400" y="16416"/>
                    <a:pt x="12800" y="18144"/>
                    <a:pt x="14400" y="19008"/>
                  </a:cubicBezTo>
                  <a:cubicBezTo>
                    <a:pt x="16000" y="20736"/>
                    <a:pt x="16800" y="21600"/>
                    <a:pt x="16800" y="21600"/>
                  </a:cubicBezTo>
                  <a:cubicBezTo>
                    <a:pt x="21600" y="13824"/>
                    <a:pt x="21600" y="13824"/>
                    <a:pt x="21600" y="13824"/>
                  </a:cubicBezTo>
                  <a:cubicBezTo>
                    <a:pt x="21600" y="13824"/>
                    <a:pt x="20800" y="12960"/>
                    <a:pt x="19200" y="12096"/>
                  </a:cubicBezTo>
                  <a:cubicBezTo>
                    <a:pt x="17600" y="10368"/>
                    <a:pt x="16000" y="8640"/>
                    <a:pt x="13600" y="6912"/>
                  </a:cubicBezTo>
                  <a:cubicBezTo>
                    <a:pt x="9600" y="3456"/>
                    <a:pt x="5600" y="0"/>
                    <a:pt x="56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4" name="Shape 2434"/>
            <p:cNvSpPr/>
            <p:nvPr/>
          </p:nvSpPr>
          <p:spPr>
            <a:xfrm>
              <a:off x="720897" y="1013230"/>
              <a:ext cx="141910" cy="136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00" y="0"/>
                  </a:moveTo>
                  <a:cubicBezTo>
                    <a:pt x="0" y="6646"/>
                    <a:pt x="0" y="6646"/>
                    <a:pt x="0" y="6646"/>
                  </a:cubicBezTo>
                  <a:cubicBezTo>
                    <a:pt x="0" y="6646"/>
                    <a:pt x="800" y="7477"/>
                    <a:pt x="2400" y="9138"/>
                  </a:cubicBezTo>
                  <a:cubicBezTo>
                    <a:pt x="4000" y="9969"/>
                    <a:pt x="5600" y="12462"/>
                    <a:pt x="8000" y="14123"/>
                  </a:cubicBezTo>
                  <a:cubicBezTo>
                    <a:pt x="12000" y="17446"/>
                    <a:pt x="16000" y="21600"/>
                    <a:pt x="16000" y="21600"/>
                  </a:cubicBezTo>
                  <a:cubicBezTo>
                    <a:pt x="21600" y="14954"/>
                    <a:pt x="21600" y="14954"/>
                    <a:pt x="21600" y="14954"/>
                  </a:cubicBezTo>
                  <a:cubicBezTo>
                    <a:pt x="21600" y="14954"/>
                    <a:pt x="17600" y="10800"/>
                    <a:pt x="13600" y="7477"/>
                  </a:cubicBezTo>
                  <a:cubicBezTo>
                    <a:pt x="11200" y="5815"/>
                    <a:pt x="9600" y="4154"/>
                    <a:pt x="8000" y="2492"/>
                  </a:cubicBezTo>
                  <a:cubicBezTo>
                    <a:pt x="6400" y="831"/>
                    <a:pt x="5600" y="0"/>
                    <a:pt x="56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5" name="Shape 2435"/>
            <p:cNvSpPr/>
            <p:nvPr/>
          </p:nvSpPr>
          <p:spPr>
            <a:xfrm>
              <a:off x="573312" y="865645"/>
              <a:ext cx="136233"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646" y="0"/>
                  </a:moveTo>
                  <a:cubicBezTo>
                    <a:pt x="0" y="6400"/>
                    <a:pt x="0" y="6400"/>
                    <a:pt x="0" y="6400"/>
                  </a:cubicBezTo>
                  <a:cubicBezTo>
                    <a:pt x="0" y="6400"/>
                    <a:pt x="3323" y="9600"/>
                    <a:pt x="7477" y="13600"/>
                  </a:cubicBezTo>
                  <a:cubicBezTo>
                    <a:pt x="9138" y="16000"/>
                    <a:pt x="11631" y="17600"/>
                    <a:pt x="12462" y="19200"/>
                  </a:cubicBezTo>
                  <a:cubicBezTo>
                    <a:pt x="14123" y="20800"/>
                    <a:pt x="14954" y="21600"/>
                    <a:pt x="14954" y="21600"/>
                  </a:cubicBezTo>
                  <a:cubicBezTo>
                    <a:pt x="21600" y="15200"/>
                    <a:pt x="21600" y="15200"/>
                    <a:pt x="21600" y="15200"/>
                  </a:cubicBezTo>
                  <a:cubicBezTo>
                    <a:pt x="21600" y="15200"/>
                    <a:pt x="20769" y="14400"/>
                    <a:pt x="19108" y="12800"/>
                  </a:cubicBezTo>
                  <a:cubicBezTo>
                    <a:pt x="17446" y="12000"/>
                    <a:pt x="15785" y="9600"/>
                    <a:pt x="14123" y="8000"/>
                  </a:cubicBezTo>
                  <a:cubicBezTo>
                    <a:pt x="9969" y="4000"/>
                    <a:pt x="6646" y="0"/>
                    <a:pt x="664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6" name="Shape 2436"/>
            <p:cNvSpPr/>
            <p:nvPr/>
          </p:nvSpPr>
          <p:spPr>
            <a:xfrm>
              <a:off x="437079" y="715221"/>
              <a:ext cx="130557" cy="141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912" y="0"/>
                  </a:moveTo>
                  <a:cubicBezTo>
                    <a:pt x="0" y="4800"/>
                    <a:pt x="0" y="4800"/>
                    <a:pt x="0" y="4800"/>
                  </a:cubicBezTo>
                  <a:cubicBezTo>
                    <a:pt x="0" y="4800"/>
                    <a:pt x="3456" y="9600"/>
                    <a:pt x="6912" y="13600"/>
                  </a:cubicBezTo>
                  <a:cubicBezTo>
                    <a:pt x="11232" y="17600"/>
                    <a:pt x="14688" y="21600"/>
                    <a:pt x="14688" y="21600"/>
                  </a:cubicBezTo>
                  <a:cubicBezTo>
                    <a:pt x="21600" y="16000"/>
                    <a:pt x="21600" y="16000"/>
                    <a:pt x="21600" y="16000"/>
                  </a:cubicBezTo>
                  <a:cubicBezTo>
                    <a:pt x="21600" y="16000"/>
                    <a:pt x="18144" y="12000"/>
                    <a:pt x="13824" y="8000"/>
                  </a:cubicBezTo>
                  <a:cubicBezTo>
                    <a:pt x="10368" y="4000"/>
                    <a:pt x="6912" y="0"/>
                    <a:pt x="6912"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7" name="Shape 2437"/>
            <p:cNvSpPr/>
            <p:nvPr/>
          </p:nvSpPr>
          <p:spPr>
            <a:xfrm>
              <a:off x="309362" y="544930"/>
              <a:ext cx="127720" cy="147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0" y="0"/>
                  </a:moveTo>
                  <a:cubicBezTo>
                    <a:pt x="0" y="4629"/>
                    <a:pt x="0" y="4629"/>
                    <a:pt x="0" y="4629"/>
                  </a:cubicBezTo>
                  <a:cubicBezTo>
                    <a:pt x="0" y="4629"/>
                    <a:pt x="3600" y="9257"/>
                    <a:pt x="6300" y="13114"/>
                  </a:cubicBezTo>
                  <a:cubicBezTo>
                    <a:pt x="8100" y="15429"/>
                    <a:pt x="9900" y="17743"/>
                    <a:pt x="11700" y="19286"/>
                  </a:cubicBezTo>
                  <a:cubicBezTo>
                    <a:pt x="12600" y="20829"/>
                    <a:pt x="14400" y="21600"/>
                    <a:pt x="14400" y="21600"/>
                  </a:cubicBezTo>
                  <a:cubicBezTo>
                    <a:pt x="21600" y="16971"/>
                    <a:pt x="21600" y="16971"/>
                    <a:pt x="21600" y="16971"/>
                  </a:cubicBezTo>
                  <a:cubicBezTo>
                    <a:pt x="21600" y="16971"/>
                    <a:pt x="20700" y="15429"/>
                    <a:pt x="18900" y="13886"/>
                  </a:cubicBezTo>
                  <a:cubicBezTo>
                    <a:pt x="18000" y="12343"/>
                    <a:pt x="16200" y="10800"/>
                    <a:pt x="14400" y="8486"/>
                  </a:cubicBezTo>
                  <a:cubicBezTo>
                    <a:pt x="10800" y="4629"/>
                    <a:pt x="7200" y="0"/>
                    <a:pt x="7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8" name="Shape 2438"/>
            <p:cNvSpPr/>
            <p:nvPr/>
          </p:nvSpPr>
          <p:spPr>
            <a:xfrm>
              <a:off x="192996" y="371802"/>
              <a:ext cx="122043" cy="153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452" y="0"/>
                  </a:moveTo>
                  <a:cubicBezTo>
                    <a:pt x="0" y="4469"/>
                    <a:pt x="0" y="4469"/>
                    <a:pt x="0" y="4469"/>
                  </a:cubicBezTo>
                  <a:cubicBezTo>
                    <a:pt x="0" y="4469"/>
                    <a:pt x="939" y="5214"/>
                    <a:pt x="1878" y="7448"/>
                  </a:cubicBezTo>
                  <a:cubicBezTo>
                    <a:pt x="2817" y="8938"/>
                    <a:pt x="4696" y="11172"/>
                    <a:pt x="6574" y="12662"/>
                  </a:cubicBezTo>
                  <a:cubicBezTo>
                    <a:pt x="10330" y="17131"/>
                    <a:pt x="13148" y="21600"/>
                    <a:pt x="13148" y="21600"/>
                  </a:cubicBezTo>
                  <a:cubicBezTo>
                    <a:pt x="21600" y="17131"/>
                    <a:pt x="21600" y="17131"/>
                    <a:pt x="21600" y="17131"/>
                  </a:cubicBezTo>
                  <a:cubicBezTo>
                    <a:pt x="21600" y="17131"/>
                    <a:pt x="18783" y="12662"/>
                    <a:pt x="15026" y="8938"/>
                  </a:cubicBezTo>
                  <a:cubicBezTo>
                    <a:pt x="13148" y="6703"/>
                    <a:pt x="11270" y="4469"/>
                    <a:pt x="10330" y="2979"/>
                  </a:cubicBezTo>
                  <a:cubicBezTo>
                    <a:pt x="9391" y="1490"/>
                    <a:pt x="8452" y="0"/>
                    <a:pt x="8452"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39" name="Shape 2439"/>
            <p:cNvSpPr/>
            <p:nvPr/>
          </p:nvSpPr>
          <p:spPr>
            <a:xfrm>
              <a:off x="93660" y="192996"/>
              <a:ext cx="116368" cy="1532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836" y="0"/>
                  </a:moveTo>
                  <a:cubicBezTo>
                    <a:pt x="0" y="3724"/>
                    <a:pt x="0" y="3724"/>
                    <a:pt x="0" y="3724"/>
                  </a:cubicBezTo>
                  <a:cubicBezTo>
                    <a:pt x="0" y="3724"/>
                    <a:pt x="2945" y="8193"/>
                    <a:pt x="5891" y="12662"/>
                  </a:cubicBezTo>
                  <a:cubicBezTo>
                    <a:pt x="8836" y="17131"/>
                    <a:pt x="11782" y="21600"/>
                    <a:pt x="11782" y="21600"/>
                  </a:cubicBezTo>
                  <a:cubicBezTo>
                    <a:pt x="21600" y="17131"/>
                    <a:pt x="21600" y="17131"/>
                    <a:pt x="21600" y="17131"/>
                  </a:cubicBezTo>
                  <a:cubicBezTo>
                    <a:pt x="21600" y="17131"/>
                    <a:pt x="17673" y="13407"/>
                    <a:pt x="14727" y="8938"/>
                  </a:cubicBezTo>
                  <a:cubicBezTo>
                    <a:pt x="11782" y="4469"/>
                    <a:pt x="8836" y="0"/>
                    <a:pt x="883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40" name="Shape 2440"/>
            <p:cNvSpPr/>
            <p:nvPr/>
          </p:nvSpPr>
          <p:spPr>
            <a:xfrm>
              <a:off x="0" y="0"/>
              <a:ext cx="289495" cy="3150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329" y="0"/>
                  </a:lnTo>
                  <a:lnTo>
                    <a:pt x="21600" y="13038"/>
                  </a:lnTo>
                  <a:lnTo>
                    <a:pt x="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442" name="Shape 2442"/>
          <p:cNvSpPr/>
          <p:nvPr/>
        </p:nvSpPr>
        <p:spPr>
          <a:xfrm>
            <a:off x="4241458" y="6375643"/>
            <a:ext cx="2500335" cy="1706046"/>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32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Estrategia de contenidos</a:t>
            </a:r>
          </a:p>
        </p:txBody>
      </p:sp>
      <p:sp>
        <p:nvSpPr>
          <p:cNvPr id="2443" name="Shape 2443"/>
          <p:cNvSpPr/>
          <p:nvPr/>
        </p:nvSpPr>
        <p:spPr>
          <a:xfrm>
            <a:off x="4743027" y="3959651"/>
            <a:ext cx="1497198" cy="538120"/>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444" name="Shape 2444"/>
          <p:cNvSpPr/>
          <p:nvPr/>
        </p:nvSpPr>
        <p:spPr>
          <a:xfrm>
            <a:off x="7887105" y="6959606"/>
            <a:ext cx="1217466" cy="538119"/>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445" name="Shape 2445"/>
          <p:cNvSpPr/>
          <p:nvPr/>
        </p:nvSpPr>
        <p:spPr>
          <a:xfrm>
            <a:off x="4777199" y="9963818"/>
            <a:ext cx="1428854" cy="538119"/>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446" name="Shape 2446"/>
          <p:cNvSpPr/>
          <p:nvPr/>
        </p:nvSpPr>
        <p:spPr>
          <a:xfrm>
            <a:off x="1878680" y="6959606"/>
            <a:ext cx="1217466" cy="538119"/>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447" name="Shape 2447"/>
          <p:cNvSpPr/>
          <p:nvPr/>
        </p:nvSpPr>
        <p:spPr>
          <a:xfrm>
            <a:off x="11771704" y="5586789"/>
            <a:ext cx="1333095"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Título</a:t>
            </a:r>
          </a:p>
        </p:txBody>
      </p:sp>
      <p:sp>
        <p:nvSpPr>
          <p:cNvPr id="2448" name="Shape 2448"/>
          <p:cNvSpPr/>
          <p:nvPr/>
        </p:nvSpPr>
        <p:spPr>
          <a:xfrm>
            <a:off x="11771707" y="6278628"/>
            <a:ext cx="454223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Texto</a:t>
            </a:r>
          </a:p>
        </p:txBody>
      </p:sp>
      <p:sp>
        <p:nvSpPr>
          <p:cNvPr id="2449" name="Shape 2449"/>
          <p:cNvSpPr/>
          <p:nvPr/>
        </p:nvSpPr>
        <p:spPr>
          <a:xfrm>
            <a:off x="11771704" y="6258329"/>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450" name="Shape 2450"/>
          <p:cNvSpPr/>
          <p:nvPr/>
        </p:nvSpPr>
        <p:spPr>
          <a:xfrm>
            <a:off x="11777192" y="8432813"/>
            <a:ext cx="1333095"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Título</a:t>
            </a:r>
          </a:p>
        </p:txBody>
      </p:sp>
      <p:sp>
        <p:nvSpPr>
          <p:cNvPr id="2451" name="Shape 2451"/>
          <p:cNvSpPr/>
          <p:nvPr/>
        </p:nvSpPr>
        <p:spPr>
          <a:xfrm>
            <a:off x="11777195" y="9124652"/>
            <a:ext cx="4531257"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Texto</a:t>
            </a:r>
          </a:p>
        </p:txBody>
      </p:sp>
      <p:sp>
        <p:nvSpPr>
          <p:cNvPr id="2452" name="Shape 2452"/>
          <p:cNvSpPr/>
          <p:nvPr/>
        </p:nvSpPr>
        <p:spPr>
          <a:xfrm>
            <a:off x="11777192" y="9123016"/>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453" name="Shape 2453"/>
          <p:cNvSpPr/>
          <p:nvPr/>
        </p:nvSpPr>
        <p:spPr>
          <a:xfrm>
            <a:off x="17288682" y="5586789"/>
            <a:ext cx="1333095"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Título</a:t>
            </a:r>
          </a:p>
        </p:txBody>
      </p:sp>
      <p:sp>
        <p:nvSpPr>
          <p:cNvPr id="2454" name="Shape 2454"/>
          <p:cNvSpPr/>
          <p:nvPr/>
        </p:nvSpPr>
        <p:spPr>
          <a:xfrm>
            <a:off x="17288684" y="6278628"/>
            <a:ext cx="4754965"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Texto</a:t>
            </a:r>
          </a:p>
        </p:txBody>
      </p:sp>
      <p:sp>
        <p:nvSpPr>
          <p:cNvPr id="2455" name="Shape 2455"/>
          <p:cNvSpPr/>
          <p:nvPr/>
        </p:nvSpPr>
        <p:spPr>
          <a:xfrm>
            <a:off x="17288682" y="6276992"/>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2456" name="Shape 2456"/>
          <p:cNvSpPr/>
          <p:nvPr/>
        </p:nvSpPr>
        <p:spPr>
          <a:xfrm>
            <a:off x="17268556" y="8442143"/>
            <a:ext cx="1333095"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Título</a:t>
            </a:r>
          </a:p>
        </p:txBody>
      </p:sp>
      <p:sp>
        <p:nvSpPr>
          <p:cNvPr id="2457" name="Shape 2457"/>
          <p:cNvSpPr/>
          <p:nvPr/>
        </p:nvSpPr>
        <p:spPr>
          <a:xfrm>
            <a:off x="17393598" y="9090979"/>
            <a:ext cx="4754966"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878787"/>
                </a:solidFill>
                <a:latin typeface="Calibri"/>
                <a:ea typeface="Calibri"/>
                <a:cs typeface="Calibri"/>
                <a:sym typeface="Calibri"/>
              </a:defRPr>
            </a:lvl1pPr>
          </a:lstStyle>
          <a:p>
            <a:pPr>
              <a:defRPr sz="3600">
                <a:solidFill>
                  <a:srgbClr val="0A0A0A"/>
                </a:solidFill>
              </a:defRPr>
            </a:pPr>
            <a:r>
              <a:rPr sz="2800">
                <a:solidFill>
                  <a:srgbClr val="878787"/>
                </a:solidFill>
              </a:rPr>
              <a:t>Texto</a:t>
            </a:r>
          </a:p>
        </p:txBody>
      </p:sp>
      <p:sp>
        <p:nvSpPr>
          <p:cNvPr id="2458" name="Shape 2458"/>
          <p:cNvSpPr/>
          <p:nvPr/>
        </p:nvSpPr>
        <p:spPr>
          <a:xfrm>
            <a:off x="17268556" y="9113684"/>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grpSp>
        <p:nvGrpSpPr>
          <p:cNvPr id="2463" name="Group 2463"/>
          <p:cNvGrpSpPr/>
          <p:nvPr/>
        </p:nvGrpSpPr>
        <p:grpSpPr>
          <a:xfrm>
            <a:off x="16601519" y="8564553"/>
            <a:ext cx="638148" cy="766170"/>
            <a:chOff x="0" y="0"/>
            <a:chExt cx="638146" cy="766168"/>
          </a:xfrm>
        </p:grpSpPr>
        <p:sp>
          <p:nvSpPr>
            <p:cNvPr id="2459" name="Shape 2459"/>
            <p:cNvSpPr/>
            <p:nvPr/>
          </p:nvSpPr>
          <p:spPr>
            <a:xfrm>
              <a:off x="124361" y="450056"/>
              <a:ext cx="133946"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21600"/>
                  </a:moveTo>
                  <a:cubicBezTo>
                    <a:pt x="2700" y="21600"/>
                    <a:pt x="2700" y="21600"/>
                    <a:pt x="2700" y="21600"/>
                  </a:cubicBezTo>
                  <a:cubicBezTo>
                    <a:pt x="1350" y="21600"/>
                    <a:pt x="0" y="16200"/>
                    <a:pt x="0" y="10800"/>
                  </a:cubicBezTo>
                  <a:cubicBezTo>
                    <a:pt x="0" y="5400"/>
                    <a:pt x="1350" y="0"/>
                    <a:pt x="2700" y="0"/>
                  </a:cubicBezTo>
                  <a:cubicBezTo>
                    <a:pt x="18900" y="0"/>
                    <a:pt x="18900" y="0"/>
                    <a:pt x="18900" y="0"/>
                  </a:cubicBezTo>
                  <a:cubicBezTo>
                    <a:pt x="20250" y="0"/>
                    <a:pt x="21600" y="5400"/>
                    <a:pt x="21600" y="10800"/>
                  </a:cubicBezTo>
                  <a:cubicBezTo>
                    <a:pt x="21600" y="16200"/>
                    <a:pt x="20250" y="21600"/>
                    <a:pt x="189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60" name="Shape 2460"/>
            <p:cNvSpPr/>
            <p:nvPr/>
          </p:nvSpPr>
          <p:spPr>
            <a:xfrm>
              <a:off x="175261" y="342900"/>
              <a:ext cx="141983"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59" y="21600"/>
                  </a:moveTo>
                  <a:cubicBezTo>
                    <a:pt x="2541" y="21600"/>
                    <a:pt x="2541" y="21600"/>
                    <a:pt x="2541" y="21600"/>
                  </a:cubicBezTo>
                  <a:cubicBezTo>
                    <a:pt x="1271" y="21600"/>
                    <a:pt x="0" y="21600"/>
                    <a:pt x="0" y="10800"/>
                  </a:cubicBezTo>
                  <a:cubicBezTo>
                    <a:pt x="0" y="5400"/>
                    <a:pt x="1271" y="0"/>
                    <a:pt x="2541" y="0"/>
                  </a:cubicBezTo>
                  <a:cubicBezTo>
                    <a:pt x="19059" y="0"/>
                    <a:pt x="19059" y="0"/>
                    <a:pt x="19059" y="0"/>
                  </a:cubicBezTo>
                  <a:cubicBezTo>
                    <a:pt x="20329" y="0"/>
                    <a:pt x="21600" y="5400"/>
                    <a:pt x="21600" y="10800"/>
                  </a:cubicBezTo>
                  <a:cubicBezTo>
                    <a:pt x="21600" y="21600"/>
                    <a:pt x="20329" y="21600"/>
                    <a:pt x="19059"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61" name="Shape 2461"/>
            <p:cNvSpPr/>
            <p:nvPr/>
          </p:nvSpPr>
          <p:spPr>
            <a:xfrm>
              <a:off x="57389" y="517030"/>
              <a:ext cx="519708" cy="1982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52" y="14400"/>
                  </a:moveTo>
                  <a:cubicBezTo>
                    <a:pt x="18116" y="0"/>
                    <a:pt x="18116" y="0"/>
                    <a:pt x="18116" y="0"/>
                  </a:cubicBezTo>
                  <a:cubicBezTo>
                    <a:pt x="3484" y="0"/>
                    <a:pt x="3484" y="0"/>
                    <a:pt x="3484" y="0"/>
                  </a:cubicBezTo>
                  <a:cubicBezTo>
                    <a:pt x="3135" y="900"/>
                    <a:pt x="2787" y="2700"/>
                    <a:pt x="2439" y="3600"/>
                  </a:cubicBezTo>
                  <a:cubicBezTo>
                    <a:pt x="5226" y="3600"/>
                    <a:pt x="5226" y="3600"/>
                    <a:pt x="5226" y="3600"/>
                  </a:cubicBezTo>
                  <a:cubicBezTo>
                    <a:pt x="5574" y="3600"/>
                    <a:pt x="5923" y="4500"/>
                    <a:pt x="5923" y="5400"/>
                  </a:cubicBezTo>
                  <a:cubicBezTo>
                    <a:pt x="5923" y="6300"/>
                    <a:pt x="5574" y="7200"/>
                    <a:pt x="5226" y="7200"/>
                  </a:cubicBezTo>
                  <a:cubicBezTo>
                    <a:pt x="1742" y="7200"/>
                    <a:pt x="1742" y="7200"/>
                    <a:pt x="1742" y="7200"/>
                  </a:cubicBezTo>
                  <a:cubicBezTo>
                    <a:pt x="1045" y="10800"/>
                    <a:pt x="348" y="14400"/>
                    <a:pt x="348" y="14400"/>
                  </a:cubicBezTo>
                  <a:cubicBezTo>
                    <a:pt x="3135" y="14400"/>
                    <a:pt x="3135" y="14400"/>
                    <a:pt x="3135" y="14400"/>
                  </a:cubicBezTo>
                  <a:cubicBezTo>
                    <a:pt x="3484" y="14400"/>
                    <a:pt x="3832" y="15300"/>
                    <a:pt x="3832" y="16200"/>
                  </a:cubicBezTo>
                  <a:cubicBezTo>
                    <a:pt x="3832" y="17100"/>
                    <a:pt x="3484" y="18000"/>
                    <a:pt x="3135" y="18000"/>
                  </a:cubicBezTo>
                  <a:cubicBezTo>
                    <a:pt x="0" y="18000"/>
                    <a:pt x="0" y="18000"/>
                    <a:pt x="0" y="18000"/>
                  </a:cubicBezTo>
                  <a:cubicBezTo>
                    <a:pt x="0" y="18900"/>
                    <a:pt x="0" y="18900"/>
                    <a:pt x="0" y="18900"/>
                  </a:cubicBezTo>
                  <a:cubicBezTo>
                    <a:pt x="348" y="20700"/>
                    <a:pt x="1394" y="21600"/>
                    <a:pt x="3135" y="21600"/>
                  </a:cubicBezTo>
                  <a:cubicBezTo>
                    <a:pt x="18116" y="21600"/>
                    <a:pt x="18116" y="21600"/>
                    <a:pt x="18116" y="21600"/>
                  </a:cubicBezTo>
                  <a:cubicBezTo>
                    <a:pt x="19858" y="21600"/>
                    <a:pt x="20903" y="20700"/>
                    <a:pt x="21252" y="18900"/>
                  </a:cubicBezTo>
                  <a:cubicBezTo>
                    <a:pt x="21600" y="18900"/>
                    <a:pt x="21600" y="18000"/>
                    <a:pt x="21600" y="18000"/>
                  </a:cubicBezTo>
                  <a:cubicBezTo>
                    <a:pt x="21600" y="16200"/>
                    <a:pt x="21252" y="15300"/>
                    <a:pt x="21252" y="14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62" name="Shape 2462"/>
            <p:cNvSpPr/>
            <p:nvPr/>
          </p:nvSpPr>
          <p:spPr>
            <a:xfrm>
              <a:off x="-1" y="0"/>
              <a:ext cx="638148" cy="766169"/>
            </a:xfrm>
            <a:custGeom>
              <a:avLst/>
              <a:gdLst/>
              <a:ahLst/>
              <a:cxnLst>
                <a:cxn ang="0">
                  <a:pos x="wd2" y="hd2"/>
                </a:cxn>
                <a:cxn ang="5400000">
                  <a:pos x="wd2" y="hd2"/>
                </a:cxn>
                <a:cxn ang="10800000">
                  <a:pos x="wd2" y="hd2"/>
                </a:cxn>
                <a:cxn ang="16200000">
                  <a:pos x="wd2" y="hd2"/>
                </a:cxn>
              </a:cxnLst>
              <a:rect l="0" t="0" r="r" b="b"/>
              <a:pathLst>
                <a:path w="20831" h="21600" fill="norm" stroke="1" extrusionOk="0">
                  <a:moveTo>
                    <a:pt x="16912" y="21600"/>
                  </a:moveTo>
                  <a:cubicBezTo>
                    <a:pt x="3788" y="21600"/>
                    <a:pt x="3788" y="21600"/>
                    <a:pt x="3788" y="21600"/>
                  </a:cubicBezTo>
                  <a:cubicBezTo>
                    <a:pt x="1874" y="21600"/>
                    <a:pt x="781" y="21130"/>
                    <a:pt x="234" y="20426"/>
                  </a:cubicBezTo>
                  <a:cubicBezTo>
                    <a:pt x="-313" y="19487"/>
                    <a:pt x="234" y="18313"/>
                    <a:pt x="507" y="18313"/>
                  </a:cubicBezTo>
                  <a:cubicBezTo>
                    <a:pt x="7343" y="7278"/>
                    <a:pt x="7343" y="7278"/>
                    <a:pt x="7343" y="7278"/>
                  </a:cubicBezTo>
                  <a:cubicBezTo>
                    <a:pt x="7343" y="2348"/>
                    <a:pt x="7343" y="2348"/>
                    <a:pt x="7343" y="2348"/>
                  </a:cubicBezTo>
                  <a:cubicBezTo>
                    <a:pt x="7343" y="2348"/>
                    <a:pt x="7069" y="2348"/>
                    <a:pt x="7069" y="2348"/>
                  </a:cubicBezTo>
                  <a:cubicBezTo>
                    <a:pt x="6796" y="2348"/>
                    <a:pt x="6249" y="2348"/>
                    <a:pt x="5976" y="2113"/>
                  </a:cubicBezTo>
                  <a:cubicBezTo>
                    <a:pt x="5976" y="2113"/>
                    <a:pt x="5976" y="1878"/>
                    <a:pt x="5976" y="1878"/>
                  </a:cubicBezTo>
                  <a:cubicBezTo>
                    <a:pt x="5702" y="1409"/>
                    <a:pt x="5702" y="470"/>
                    <a:pt x="5702" y="470"/>
                  </a:cubicBezTo>
                  <a:cubicBezTo>
                    <a:pt x="5702" y="235"/>
                    <a:pt x="5976" y="0"/>
                    <a:pt x="6249" y="0"/>
                  </a:cubicBezTo>
                  <a:cubicBezTo>
                    <a:pt x="14452" y="0"/>
                    <a:pt x="14452" y="0"/>
                    <a:pt x="14452" y="0"/>
                  </a:cubicBezTo>
                  <a:cubicBezTo>
                    <a:pt x="14725" y="0"/>
                    <a:pt x="14998" y="235"/>
                    <a:pt x="14998" y="470"/>
                  </a:cubicBezTo>
                  <a:cubicBezTo>
                    <a:pt x="14998" y="470"/>
                    <a:pt x="14998" y="1409"/>
                    <a:pt x="14725" y="1878"/>
                  </a:cubicBezTo>
                  <a:cubicBezTo>
                    <a:pt x="14725" y="1878"/>
                    <a:pt x="14725" y="1878"/>
                    <a:pt x="14725" y="2113"/>
                  </a:cubicBezTo>
                  <a:cubicBezTo>
                    <a:pt x="14452" y="2348"/>
                    <a:pt x="14178" y="2348"/>
                    <a:pt x="13631" y="2348"/>
                  </a:cubicBezTo>
                  <a:cubicBezTo>
                    <a:pt x="13631" y="2348"/>
                    <a:pt x="13358" y="2348"/>
                    <a:pt x="13358" y="2348"/>
                  </a:cubicBezTo>
                  <a:cubicBezTo>
                    <a:pt x="13358" y="2817"/>
                    <a:pt x="13358" y="2817"/>
                    <a:pt x="13358" y="2817"/>
                  </a:cubicBezTo>
                  <a:cubicBezTo>
                    <a:pt x="13358" y="7278"/>
                    <a:pt x="13358" y="7278"/>
                    <a:pt x="13358" y="7278"/>
                  </a:cubicBezTo>
                  <a:cubicBezTo>
                    <a:pt x="20467" y="18313"/>
                    <a:pt x="20467" y="18313"/>
                    <a:pt x="20467" y="18313"/>
                  </a:cubicBezTo>
                  <a:cubicBezTo>
                    <a:pt x="20467" y="18313"/>
                    <a:pt x="21287" y="19487"/>
                    <a:pt x="20467" y="20426"/>
                  </a:cubicBezTo>
                  <a:cubicBezTo>
                    <a:pt x="19920" y="21130"/>
                    <a:pt x="18826" y="21600"/>
                    <a:pt x="16912" y="21600"/>
                  </a:cubicBezTo>
                  <a:close/>
                  <a:moveTo>
                    <a:pt x="6796" y="1409"/>
                  </a:moveTo>
                  <a:cubicBezTo>
                    <a:pt x="7069" y="1409"/>
                    <a:pt x="7069" y="1409"/>
                    <a:pt x="7069" y="1409"/>
                  </a:cubicBezTo>
                  <a:cubicBezTo>
                    <a:pt x="7616" y="1409"/>
                    <a:pt x="8163" y="1643"/>
                    <a:pt x="8436" y="2348"/>
                  </a:cubicBezTo>
                  <a:cubicBezTo>
                    <a:pt x="8436" y="7513"/>
                    <a:pt x="8436" y="7513"/>
                    <a:pt x="8436" y="7513"/>
                  </a:cubicBezTo>
                  <a:cubicBezTo>
                    <a:pt x="8436" y="7513"/>
                    <a:pt x="8436" y="7748"/>
                    <a:pt x="8436" y="7748"/>
                  </a:cubicBezTo>
                  <a:cubicBezTo>
                    <a:pt x="1328" y="18783"/>
                    <a:pt x="1328" y="18783"/>
                    <a:pt x="1328" y="18783"/>
                  </a:cubicBezTo>
                  <a:cubicBezTo>
                    <a:pt x="1328" y="18783"/>
                    <a:pt x="781" y="19487"/>
                    <a:pt x="1054" y="19957"/>
                  </a:cubicBezTo>
                  <a:cubicBezTo>
                    <a:pt x="1601" y="20426"/>
                    <a:pt x="2421" y="20661"/>
                    <a:pt x="3788" y="20661"/>
                  </a:cubicBezTo>
                  <a:cubicBezTo>
                    <a:pt x="16912" y="20661"/>
                    <a:pt x="16912" y="20661"/>
                    <a:pt x="16912" y="20661"/>
                  </a:cubicBezTo>
                  <a:cubicBezTo>
                    <a:pt x="18279" y="20661"/>
                    <a:pt x="19373" y="20426"/>
                    <a:pt x="19646" y="19957"/>
                  </a:cubicBezTo>
                  <a:cubicBezTo>
                    <a:pt x="19920" y="19487"/>
                    <a:pt x="19373" y="18783"/>
                    <a:pt x="19373" y="18783"/>
                  </a:cubicBezTo>
                  <a:cubicBezTo>
                    <a:pt x="12538" y="7748"/>
                    <a:pt x="12538" y="7748"/>
                    <a:pt x="12538" y="7748"/>
                  </a:cubicBezTo>
                  <a:cubicBezTo>
                    <a:pt x="12264" y="7748"/>
                    <a:pt x="12264" y="7513"/>
                    <a:pt x="12264" y="7513"/>
                  </a:cubicBezTo>
                  <a:cubicBezTo>
                    <a:pt x="12264" y="2348"/>
                    <a:pt x="12264" y="2348"/>
                    <a:pt x="12264" y="2348"/>
                  </a:cubicBezTo>
                  <a:cubicBezTo>
                    <a:pt x="12538" y="1643"/>
                    <a:pt x="13084" y="1409"/>
                    <a:pt x="13631" y="1409"/>
                  </a:cubicBezTo>
                  <a:cubicBezTo>
                    <a:pt x="13631" y="1409"/>
                    <a:pt x="13905" y="1409"/>
                    <a:pt x="13905" y="1409"/>
                  </a:cubicBezTo>
                  <a:cubicBezTo>
                    <a:pt x="13905" y="1174"/>
                    <a:pt x="13905" y="1174"/>
                    <a:pt x="13905" y="939"/>
                  </a:cubicBezTo>
                  <a:cubicBezTo>
                    <a:pt x="6796" y="939"/>
                    <a:pt x="6796" y="939"/>
                    <a:pt x="6796" y="939"/>
                  </a:cubicBezTo>
                  <a:cubicBezTo>
                    <a:pt x="6796" y="1174"/>
                    <a:pt x="6796" y="1174"/>
                    <a:pt x="6796" y="140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468" name="Group 2468"/>
          <p:cNvGrpSpPr/>
          <p:nvPr/>
        </p:nvGrpSpPr>
        <p:grpSpPr>
          <a:xfrm>
            <a:off x="11001948" y="5872153"/>
            <a:ext cx="638147" cy="766170"/>
            <a:chOff x="0" y="0"/>
            <a:chExt cx="638146" cy="766168"/>
          </a:xfrm>
        </p:grpSpPr>
        <p:sp>
          <p:nvSpPr>
            <p:cNvPr id="2464" name="Shape 2464"/>
            <p:cNvSpPr/>
            <p:nvPr/>
          </p:nvSpPr>
          <p:spPr>
            <a:xfrm>
              <a:off x="124361" y="450056"/>
              <a:ext cx="133946"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21600"/>
                  </a:moveTo>
                  <a:cubicBezTo>
                    <a:pt x="2700" y="21600"/>
                    <a:pt x="2700" y="21600"/>
                    <a:pt x="2700" y="21600"/>
                  </a:cubicBezTo>
                  <a:cubicBezTo>
                    <a:pt x="1350" y="21600"/>
                    <a:pt x="0" y="16200"/>
                    <a:pt x="0" y="10800"/>
                  </a:cubicBezTo>
                  <a:cubicBezTo>
                    <a:pt x="0" y="5400"/>
                    <a:pt x="1350" y="0"/>
                    <a:pt x="2700" y="0"/>
                  </a:cubicBezTo>
                  <a:cubicBezTo>
                    <a:pt x="18900" y="0"/>
                    <a:pt x="18900" y="0"/>
                    <a:pt x="18900" y="0"/>
                  </a:cubicBezTo>
                  <a:cubicBezTo>
                    <a:pt x="20250" y="0"/>
                    <a:pt x="21600" y="5400"/>
                    <a:pt x="21600" y="10800"/>
                  </a:cubicBezTo>
                  <a:cubicBezTo>
                    <a:pt x="21600" y="16200"/>
                    <a:pt x="20250" y="21600"/>
                    <a:pt x="189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65" name="Shape 2465"/>
            <p:cNvSpPr/>
            <p:nvPr/>
          </p:nvSpPr>
          <p:spPr>
            <a:xfrm>
              <a:off x="175261" y="342900"/>
              <a:ext cx="141983"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59" y="21600"/>
                  </a:moveTo>
                  <a:cubicBezTo>
                    <a:pt x="2541" y="21600"/>
                    <a:pt x="2541" y="21600"/>
                    <a:pt x="2541" y="21600"/>
                  </a:cubicBezTo>
                  <a:cubicBezTo>
                    <a:pt x="1271" y="21600"/>
                    <a:pt x="0" y="21600"/>
                    <a:pt x="0" y="10800"/>
                  </a:cubicBezTo>
                  <a:cubicBezTo>
                    <a:pt x="0" y="5400"/>
                    <a:pt x="1271" y="0"/>
                    <a:pt x="2541" y="0"/>
                  </a:cubicBezTo>
                  <a:cubicBezTo>
                    <a:pt x="19059" y="0"/>
                    <a:pt x="19059" y="0"/>
                    <a:pt x="19059" y="0"/>
                  </a:cubicBezTo>
                  <a:cubicBezTo>
                    <a:pt x="20329" y="0"/>
                    <a:pt x="21600" y="5400"/>
                    <a:pt x="21600" y="10800"/>
                  </a:cubicBezTo>
                  <a:cubicBezTo>
                    <a:pt x="21600" y="21600"/>
                    <a:pt x="20329" y="21600"/>
                    <a:pt x="19059"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66" name="Shape 2466"/>
            <p:cNvSpPr/>
            <p:nvPr/>
          </p:nvSpPr>
          <p:spPr>
            <a:xfrm>
              <a:off x="57389" y="517030"/>
              <a:ext cx="519708" cy="1982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52" y="14400"/>
                  </a:moveTo>
                  <a:cubicBezTo>
                    <a:pt x="18116" y="0"/>
                    <a:pt x="18116" y="0"/>
                    <a:pt x="18116" y="0"/>
                  </a:cubicBezTo>
                  <a:cubicBezTo>
                    <a:pt x="3484" y="0"/>
                    <a:pt x="3484" y="0"/>
                    <a:pt x="3484" y="0"/>
                  </a:cubicBezTo>
                  <a:cubicBezTo>
                    <a:pt x="3135" y="900"/>
                    <a:pt x="2787" y="2700"/>
                    <a:pt x="2439" y="3600"/>
                  </a:cubicBezTo>
                  <a:cubicBezTo>
                    <a:pt x="5226" y="3600"/>
                    <a:pt x="5226" y="3600"/>
                    <a:pt x="5226" y="3600"/>
                  </a:cubicBezTo>
                  <a:cubicBezTo>
                    <a:pt x="5574" y="3600"/>
                    <a:pt x="5923" y="4500"/>
                    <a:pt x="5923" y="5400"/>
                  </a:cubicBezTo>
                  <a:cubicBezTo>
                    <a:pt x="5923" y="6300"/>
                    <a:pt x="5574" y="7200"/>
                    <a:pt x="5226" y="7200"/>
                  </a:cubicBezTo>
                  <a:cubicBezTo>
                    <a:pt x="1742" y="7200"/>
                    <a:pt x="1742" y="7200"/>
                    <a:pt x="1742" y="7200"/>
                  </a:cubicBezTo>
                  <a:cubicBezTo>
                    <a:pt x="1045" y="10800"/>
                    <a:pt x="348" y="14400"/>
                    <a:pt x="348" y="14400"/>
                  </a:cubicBezTo>
                  <a:cubicBezTo>
                    <a:pt x="3135" y="14400"/>
                    <a:pt x="3135" y="14400"/>
                    <a:pt x="3135" y="14400"/>
                  </a:cubicBezTo>
                  <a:cubicBezTo>
                    <a:pt x="3484" y="14400"/>
                    <a:pt x="3832" y="15300"/>
                    <a:pt x="3832" y="16200"/>
                  </a:cubicBezTo>
                  <a:cubicBezTo>
                    <a:pt x="3832" y="17100"/>
                    <a:pt x="3484" y="18000"/>
                    <a:pt x="3135" y="18000"/>
                  </a:cubicBezTo>
                  <a:cubicBezTo>
                    <a:pt x="0" y="18000"/>
                    <a:pt x="0" y="18000"/>
                    <a:pt x="0" y="18000"/>
                  </a:cubicBezTo>
                  <a:cubicBezTo>
                    <a:pt x="0" y="18900"/>
                    <a:pt x="0" y="18900"/>
                    <a:pt x="0" y="18900"/>
                  </a:cubicBezTo>
                  <a:cubicBezTo>
                    <a:pt x="348" y="20700"/>
                    <a:pt x="1394" y="21600"/>
                    <a:pt x="3135" y="21600"/>
                  </a:cubicBezTo>
                  <a:cubicBezTo>
                    <a:pt x="18116" y="21600"/>
                    <a:pt x="18116" y="21600"/>
                    <a:pt x="18116" y="21600"/>
                  </a:cubicBezTo>
                  <a:cubicBezTo>
                    <a:pt x="19858" y="21600"/>
                    <a:pt x="20903" y="20700"/>
                    <a:pt x="21252" y="18900"/>
                  </a:cubicBezTo>
                  <a:cubicBezTo>
                    <a:pt x="21600" y="18900"/>
                    <a:pt x="21600" y="18000"/>
                    <a:pt x="21600" y="18000"/>
                  </a:cubicBezTo>
                  <a:cubicBezTo>
                    <a:pt x="21600" y="16200"/>
                    <a:pt x="21252" y="15300"/>
                    <a:pt x="21252" y="14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67" name="Shape 2467"/>
            <p:cNvSpPr/>
            <p:nvPr/>
          </p:nvSpPr>
          <p:spPr>
            <a:xfrm>
              <a:off x="-1" y="0"/>
              <a:ext cx="638148" cy="766169"/>
            </a:xfrm>
            <a:custGeom>
              <a:avLst/>
              <a:gdLst/>
              <a:ahLst/>
              <a:cxnLst>
                <a:cxn ang="0">
                  <a:pos x="wd2" y="hd2"/>
                </a:cxn>
                <a:cxn ang="5400000">
                  <a:pos x="wd2" y="hd2"/>
                </a:cxn>
                <a:cxn ang="10800000">
                  <a:pos x="wd2" y="hd2"/>
                </a:cxn>
                <a:cxn ang="16200000">
                  <a:pos x="wd2" y="hd2"/>
                </a:cxn>
              </a:cxnLst>
              <a:rect l="0" t="0" r="r" b="b"/>
              <a:pathLst>
                <a:path w="20831" h="21600" fill="norm" stroke="1" extrusionOk="0">
                  <a:moveTo>
                    <a:pt x="16912" y="21600"/>
                  </a:moveTo>
                  <a:cubicBezTo>
                    <a:pt x="3788" y="21600"/>
                    <a:pt x="3788" y="21600"/>
                    <a:pt x="3788" y="21600"/>
                  </a:cubicBezTo>
                  <a:cubicBezTo>
                    <a:pt x="1874" y="21600"/>
                    <a:pt x="781" y="21130"/>
                    <a:pt x="234" y="20426"/>
                  </a:cubicBezTo>
                  <a:cubicBezTo>
                    <a:pt x="-313" y="19487"/>
                    <a:pt x="234" y="18313"/>
                    <a:pt x="507" y="18313"/>
                  </a:cubicBezTo>
                  <a:cubicBezTo>
                    <a:pt x="7343" y="7278"/>
                    <a:pt x="7343" y="7278"/>
                    <a:pt x="7343" y="7278"/>
                  </a:cubicBezTo>
                  <a:cubicBezTo>
                    <a:pt x="7343" y="2348"/>
                    <a:pt x="7343" y="2348"/>
                    <a:pt x="7343" y="2348"/>
                  </a:cubicBezTo>
                  <a:cubicBezTo>
                    <a:pt x="7343" y="2348"/>
                    <a:pt x="7069" y="2348"/>
                    <a:pt x="7069" y="2348"/>
                  </a:cubicBezTo>
                  <a:cubicBezTo>
                    <a:pt x="6796" y="2348"/>
                    <a:pt x="6249" y="2348"/>
                    <a:pt x="5976" y="2113"/>
                  </a:cubicBezTo>
                  <a:cubicBezTo>
                    <a:pt x="5976" y="2113"/>
                    <a:pt x="5976" y="1878"/>
                    <a:pt x="5976" y="1878"/>
                  </a:cubicBezTo>
                  <a:cubicBezTo>
                    <a:pt x="5702" y="1409"/>
                    <a:pt x="5702" y="470"/>
                    <a:pt x="5702" y="470"/>
                  </a:cubicBezTo>
                  <a:cubicBezTo>
                    <a:pt x="5702" y="235"/>
                    <a:pt x="5976" y="0"/>
                    <a:pt x="6249" y="0"/>
                  </a:cubicBezTo>
                  <a:cubicBezTo>
                    <a:pt x="14452" y="0"/>
                    <a:pt x="14452" y="0"/>
                    <a:pt x="14452" y="0"/>
                  </a:cubicBezTo>
                  <a:cubicBezTo>
                    <a:pt x="14725" y="0"/>
                    <a:pt x="14998" y="235"/>
                    <a:pt x="14998" y="470"/>
                  </a:cubicBezTo>
                  <a:cubicBezTo>
                    <a:pt x="14998" y="470"/>
                    <a:pt x="14998" y="1409"/>
                    <a:pt x="14725" y="1878"/>
                  </a:cubicBezTo>
                  <a:cubicBezTo>
                    <a:pt x="14725" y="1878"/>
                    <a:pt x="14725" y="1878"/>
                    <a:pt x="14725" y="2113"/>
                  </a:cubicBezTo>
                  <a:cubicBezTo>
                    <a:pt x="14452" y="2348"/>
                    <a:pt x="14178" y="2348"/>
                    <a:pt x="13631" y="2348"/>
                  </a:cubicBezTo>
                  <a:cubicBezTo>
                    <a:pt x="13631" y="2348"/>
                    <a:pt x="13358" y="2348"/>
                    <a:pt x="13358" y="2348"/>
                  </a:cubicBezTo>
                  <a:cubicBezTo>
                    <a:pt x="13358" y="2817"/>
                    <a:pt x="13358" y="2817"/>
                    <a:pt x="13358" y="2817"/>
                  </a:cubicBezTo>
                  <a:cubicBezTo>
                    <a:pt x="13358" y="7278"/>
                    <a:pt x="13358" y="7278"/>
                    <a:pt x="13358" y="7278"/>
                  </a:cubicBezTo>
                  <a:cubicBezTo>
                    <a:pt x="20467" y="18313"/>
                    <a:pt x="20467" y="18313"/>
                    <a:pt x="20467" y="18313"/>
                  </a:cubicBezTo>
                  <a:cubicBezTo>
                    <a:pt x="20467" y="18313"/>
                    <a:pt x="21287" y="19487"/>
                    <a:pt x="20467" y="20426"/>
                  </a:cubicBezTo>
                  <a:cubicBezTo>
                    <a:pt x="19920" y="21130"/>
                    <a:pt x="18826" y="21600"/>
                    <a:pt x="16912" y="21600"/>
                  </a:cubicBezTo>
                  <a:close/>
                  <a:moveTo>
                    <a:pt x="6796" y="1409"/>
                  </a:moveTo>
                  <a:cubicBezTo>
                    <a:pt x="7069" y="1409"/>
                    <a:pt x="7069" y="1409"/>
                    <a:pt x="7069" y="1409"/>
                  </a:cubicBezTo>
                  <a:cubicBezTo>
                    <a:pt x="7616" y="1409"/>
                    <a:pt x="8163" y="1643"/>
                    <a:pt x="8436" y="2348"/>
                  </a:cubicBezTo>
                  <a:cubicBezTo>
                    <a:pt x="8436" y="7513"/>
                    <a:pt x="8436" y="7513"/>
                    <a:pt x="8436" y="7513"/>
                  </a:cubicBezTo>
                  <a:cubicBezTo>
                    <a:pt x="8436" y="7513"/>
                    <a:pt x="8436" y="7748"/>
                    <a:pt x="8436" y="7748"/>
                  </a:cubicBezTo>
                  <a:cubicBezTo>
                    <a:pt x="1328" y="18783"/>
                    <a:pt x="1328" y="18783"/>
                    <a:pt x="1328" y="18783"/>
                  </a:cubicBezTo>
                  <a:cubicBezTo>
                    <a:pt x="1328" y="18783"/>
                    <a:pt x="781" y="19487"/>
                    <a:pt x="1054" y="19957"/>
                  </a:cubicBezTo>
                  <a:cubicBezTo>
                    <a:pt x="1601" y="20426"/>
                    <a:pt x="2421" y="20661"/>
                    <a:pt x="3788" y="20661"/>
                  </a:cubicBezTo>
                  <a:cubicBezTo>
                    <a:pt x="16912" y="20661"/>
                    <a:pt x="16912" y="20661"/>
                    <a:pt x="16912" y="20661"/>
                  </a:cubicBezTo>
                  <a:cubicBezTo>
                    <a:pt x="18279" y="20661"/>
                    <a:pt x="19373" y="20426"/>
                    <a:pt x="19646" y="19957"/>
                  </a:cubicBezTo>
                  <a:cubicBezTo>
                    <a:pt x="19920" y="19487"/>
                    <a:pt x="19373" y="18783"/>
                    <a:pt x="19373" y="18783"/>
                  </a:cubicBezTo>
                  <a:cubicBezTo>
                    <a:pt x="12538" y="7748"/>
                    <a:pt x="12538" y="7748"/>
                    <a:pt x="12538" y="7748"/>
                  </a:cubicBezTo>
                  <a:cubicBezTo>
                    <a:pt x="12264" y="7748"/>
                    <a:pt x="12264" y="7513"/>
                    <a:pt x="12264" y="7513"/>
                  </a:cubicBezTo>
                  <a:cubicBezTo>
                    <a:pt x="12264" y="2348"/>
                    <a:pt x="12264" y="2348"/>
                    <a:pt x="12264" y="2348"/>
                  </a:cubicBezTo>
                  <a:cubicBezTo>
                    <a:pt x="12538" y="1643"/>
                    <a:pt x="13084" y="1409"/>
                    <a:pt x="13631" y="1409"/>
                  </a:cubicBezTo>
                  <a:cubicBezTo>
                    <a:pt x="13631" y="1409"/>
                    <a:pt x="13905" y="1409"/>
                    <a:pt x="13905" y="1409"/>
                  </a:cubicBezTo>
                  <a:cubicBezTo>
                    <a:pt x="13905" y="1174"/>
                    <a:pt x="13905" y="1174"/>
                    <a:pt x="13905" y="939"/>
                  </a:cubicBezTo>
                  <a:cubicBezTo>
                    <a:pt x="6796" y="939"/>
                    <a:pt x="6796" y="939"/>
                    <a:pt x="6796" y="939"/>
                  </a:cubicBezTo>
                  <a:cubicBezTo>
                    <a:pt x="6796" y="1174"/>
                    <a:pt x="6796" y="1174"/>
                    <a:pt x="6796" y="140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473" name="Group 2473"/>
          <p:cNvGrpSpPr/>
          <p:nvPr/>
        </p:nvGrpSpPr>
        <p:grpSpPr>
          <a:xfrm>
            <a:off x="16601519" y="5884853"/>
            <a:ext cx="638148" cy="766170"/>
            <a:chOff x="0" y="0"/>
            <a:chExt cx="638146" cy="766168"/>
          </a:xfrm>
        </p:grpSpPr>
        <p:sp>
          <p:nvSpPr>
            <p:cNvPr id="2469" name="Shape 2469"/>
            <p:cNvSpPr/>
            <p:nvPr/>
          </p:nvSpPr>
          <p:spPr>
            <a:xfrm>
              <a:off x="124361" y="450056"/>
              <a:ext cx="133946"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21600"/>
                  </a:moveTo>
                  <a:cubicBezTo>
                    <a:pt x="2700" y="21600"/>
                    <a:pt x="2700" y="21600"/>
                    <a:pt x="2700" y="21600"/>
                  </a:cubicBezTo>
                  <a:cubicBezTo>
                    <a:pt x="1350" y="21600"/>
                    <a:pt x="0" y="16200"/>
                    <a:pt x="0" y="10800"/>
                  </a:cubicBezTo>
                  <a:cubicBezTo>
                    <a:pt x="0" y="5400"/>
                    <a:pt x="1350" y="0"/>
                    <a:pt x="2700" y="0"/>
                  </a:cubicBezTo>
                  <a:cubicBezTo>
                    <a:pt x="18900" y="0"/>
                    <a:pt x="18900" y="0"/>
                    <a:pt x="18900" y="0"/>
                  </a:cubicBezTo>
                  <a:cubicBezTo>
                    <a:pt x="20250" y="0"/>
                    <a:pt x="21600" y="5400"/>
                    <a:pt x="21600" y="10800"/>
                  </a:cubicBezTo>
                  <a:cubicBezTo>
                    <a:pt x="21600" y="16200"/>
                    <a:pt x="20250" y="21600"/>
                    <a:pt x="189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70" name="Shape 2470"/>
            <p:cNvSpPr/>
            <p:nvPr/>
          </p:nvSpPr>
          <p:spPr>
            <a:xfrm>
              <a:off x="175261" y="342900"/>
              <a:ext cx="141983"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59" y="21600"/>
                  </a:moveTo>
                  <a:cubicBezTo>
                    <a:pt x="2541" y="21600"/>
                    <a:pt x="2541" y="21600"/>
                    <a:pt x="2541" y="21600"/>
                  </a:cubicBezTo>
                  <a:cubicBezTo>
                    <a:pt x="1271" y="21600"/>
                    <a:pt x="0" y="21600"/>
                    <a:pt x="0" y="10800"/>
                  </a:cubicBezTo>
                  <a:cubicBezTo>
                    <a:pt x="0" y="5400"/>
                    <a:pt x="1271" y="0"/>
                    <a:pt x="2541" y="0"/>
                  </a:cubicBezTo>
                  <a:cubicBezTo>
                    <a:pt x="19059" y="0"/>
                    <a:pt x="19059" y="0"/>
                    <a:pt x="19059" y="0"/>
                  </a:cubicBezTo>
                  <a:cubicBezTo>
                    <a:pt x="20329" y="0"/>
                    <a:pt x="21600" y="5400"/>
                    <a:pt x="21600" y="10800"/>
                  </a:cubicBezTo>
                  <a:cubicBezTo>
                    <a:pt x="21600" y="21600"/>
                    <a:pt x="20329" y="21600"/>
                    <a:pt x="19059"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71" name="Shape 2471"/>
            <p:cNvSpPr/>
            <p:nvPr/>
          </p:nvSpPr>
          <p:spPr>
            <a:xfrm>
              <a:off x="57389" y="517030"/>
              <a:ext cx="519708" cy="1982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52" y="14400"/>
                  </a:moveTo>
                  <a:cubicBezTo>
                    <a:pt x="18116" y="0"/>
                    <a:pt x="18116" y="0"/>
                    <a:pt x="18116" y="0"/>
                  </a:cubicBezTo>
                  <a:cubicBezTo>
                    <a:pt x="3484" y="0"/>
                    <a:pt x="3484" y="0"/>
                    <a:pt x="3484" y="0"/>
                  </a:cubicBezTo>
                  <a:cubicBezTo>
                    <a:pt x="3135" y="900"/>
                    <a:pt x="2787" y="2700"/>
                    <a:pt x="2439" y="3600"/>
                  </a:cubicBezTo>
                  <a:cubicBezTo>
                    <a:pt x="5226" y="3600"/>
                    <a:pt x="5226" y="3600"/>
                    <a:pt x="5226" y="3600"/>
                  </a:cubicBezTo>
                  <a:cubicBezTo>
                    <a:pt x="5574" y="3600"/>
                    <a:pt x="5923" y="4500"/>
                    <a:pt x="5923" y="5400"/>
                  </a:cubicBezTo>
                  <a:cubicBezTo>
                    <a:pt x="5923" y="6300"/>
                    <a:pt x="5574" y="7200"/>
                    <a:pt x="5226" y="7200"/>
                  </a:cubicBezTo>
                  <a:cubicBezTo>
                    <a:pt x="1742" y="7200"/>
                    <a:pt x="1742" y="7200"/>
                    <a:pt x="1742" y="7200"/>
                  </a:cubicBezTo>
                  <a:cubicBezTo>
                    <a:pt x="1045" y="10800"/>
                    <a:pt x="348" y="14400"/>
                    <a:pt x="348" y="14400"/>
                  </a:cubicBezTo>
                  <a:cubicBezTo>
                    <a:pt x="3135" y="14400"/>
                    <a:pt x="3135" y="14400"/>
                    <a:pt x="3135" y="14400"/>
                  </a:cubicBezTo>
                  <a:cubicBezTo>
                    <a:pt x="3484" y="14400"/>
                    <a:pt x="3832" y="15300"/>
                    <a:pt x="3832" y="16200"/>
                  </a:cubicBezTo>
                  <a:cubicBezTo>
                    <a:pt x="3832" y="17100"/>
                    <a:pt x="3484" y="18000"/>
                    <a:pt x="3135" y="18000"/>
                  </a:cubicBezTo>
                  <a:cubicBezTo>
                    <a:pt x="0" y="18000"/>
                    <a:pt x="0" y="18000"/>
                    <a:pt x="0" y="18000"/>
                  </a:cubicBezTo>
                  <a:cubicBezTo>
                    <a:pt x="0" y="18900"/>
                    <a:pt x="0" y="18900"/>
                    <a:pt x="0" y="18900"/>
                  </a:cubicBezTo>
                  <a:cubicBezTo>
                    <a:pt x="348" y="20700"/>
                    <a:pt x="1394" y="21600"/>
                    <a:pt x="3135" y="21600"/>
                  </a:cubicBezTo>
                  <a:cubicBezTo>
                    <a:pt x="18116" y="21600"/>
                    <a:pt x="18116" y="21600"/>
                    <a:pt x="18116" y="21600"/>
                  </a:cubicBezTo>
                  <a:cubicBezTo>
                    <a:pt x="19858" y="21600"/>
                    <a:pt x="20903" y="20700"/>
                    <a:pt x="21252" y="18900"/>
                  </a:cubicBezTo>
                  <a:cubicBezTo>
                    <a:pt x="21600" y="18900"/>
                    <a:pt x="21600" y="18000"/>
                    <a:pt x="21600" y="18000"/>
                  </a:cubicBezTo>
                  <a:cubicBezTo>
                    <a:pt x="21600" y="16200"/>
                    <a:pt x="21252" y="15300"/>
                    <a:pt x="21252" y="14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72" name="Shape 2472"/>
            <p:cNvSpPr/>
            <p:nvPr/>
          </p:nvSpPr>
          <p:spPr>
            <a:xfrm>
              <a:off x="-1" y="0"/>
              <a:ext cx="638148" cy="766169"/>
            </a:xfrm>
            <a:custGeom>
              <a:avLst/>
              <a:gdLst/>
              <a:ahLst/>
              <a:cxnLst>
                <a:cxn ang="0">
                  <a:pos x="wd2" y="hd2"/>
                </a:cxn>
                <a:cxn ang="5400000">
                  <a:pos x="wd2" y="hd2"/>
                </a:cxn>
                <a:cxn ang="10800000">
                  <a:pos x="wd2" y="hd2"/>
                </a:cxn>
                <a:cxn ang="16200000">
                  <a:pos x="wd2" y="hd2"/>
                </a:cxn>
              </a:cxnLst>
              <a:rect l="0" t="0" r="r" b="b"/>
              <a:pathLst>
                <a:path w="20831" h="21600" fill="norm" stroke="1" extrusionOk="0">
                  <a:moveTo>
                    <a:pt x="16912" y="21600"/>
                  </a:moveTo>
                  <a:cubicBezTo>
                    <a:pt x="3788" y="21600"/>
                    <a:pt x="3788" y="21600"/>
                    <a:pt x="3788" y="21600"/>
                  </a:cubicBezTo>
                  <a:cubicBezTo>
                    <a:pt x="1874" y="21600"/>
                    <a:pt x="781" y="21130"/>
                    <a:pt x="234" y="20426"/>
                  </a:cubicBezTo>
                  <a:cubicBezTo>
                    <a:pt x="-313" y="19487"/>
                    <a:pt x="234" y="18313"/>
                    <a:pt x="507" y="18313"/>
                  </a:cubicBezTo>
                  <a:cubicBezTo>
                    <a:pt x="7343" y="7278"/>
                    <a:pt x="7343" y="7278"/>
                    <a:pt x="7343" y="7278"/>
                  </a:cubicBezTo>
                  <a:cubicBezTo>
                    <a:pt x="7343" y="2348"/>
                    <a:pt x="7343" y="2348"/>
                    <a:pt x="7343" y="2348"/>
                  </a:cubicBezTo>
                  <a:cubicBezTo>
                    <a:pt x="7343" y="2348"/>
                    <a:pt x="7069" y="2348"/>
                    <a:pt x="7069" y="2348"/>
                  </a:cubicBezTo>
                  <a:cubicBezTo>
                    <a:pt x="6796" y="2348"/>
                    <a:pt x="6249" y="2348"/>
                    <a:pt x="5976" y="2113"/>
                  </a:cubicBezTo>
                  <a:cubicBezTo>
                    <a:pt x="5976" y="2113"/>
                    <a:pt x="5976" y="1878"/>
                    <a:pt x="5976" y="1878"/>
                  </a:cubicBezTo>
                  <a:cubicBezTo>
                    <a:pt x="5702" y="1409"/>
                    <a:pt x="5702" y="470"/>
                    <a:pt x="5702" y="470"/>
                  </a:cubicBezTo>
                  <a:cubicBezTo>
                    <a:pt x="5702" y="235"/>
                    <a:pt x="5976" y="0"/>
                    <a:pt x="6249" y="0"/>
                  </a:cubicBezTo>
                  <a:cubicBezTo>
                    <a:pt x="14452" y="0"/>
                    <a:pt x="14452" y="0"/>
                    <a:pt x="14452" y="0"/>
                  </a:cubicBezTo>
                  <a:cubicBezTo>
                    <a:pt x="14725" y="0"/>
                    <a:pt x="14998" y="235"/>
                    <a:pt x="14998" y="470"/>
                  </a:cubicBezTo>
                  <a:cubicBezTo>
                    <a:pt x="14998" y="470"/>
                    <a:pt x="14998" y="1409"/>
                    <a:pt x="14725" y="1878"/>
                  </a:cubicBezTo>
                  <a:cubicBezTo>
                    <a:pt x="14725" y="1878"/>
                    <a:pt x="14725" y="1878"/>
                    <a:pt x="14725" y="2113"/>
                  </a:cubicBezTo>
                  <a:cubicBezTo>
                    <a:pt x="14452" y="2348"/>
                    <a:pt x="14178" y="2348"/>
                    <a:pt x="13631" y="2348"/>
                  </a:cubicBezTo>
                  <a:cubicBezTo>
                    <a:pt x="13631" y="2348"/>
                    <a:pt x="13358" y="2348"/>
                    <a:pt x="13358" y="2348"/>
                  </a:cubicBezTo>
                  <a:cubicBezTo>
                    <a:pt x="13358" y="2817"/>
                    <a:pt x="13358" y="2817"/>
                    <a:pt x="13358" y="2817"/>
                  </a:cubicBezTo>
                  <a:cubicBezTo>
                    <a:pt x="13358" y="7278"/>
                    <a:pt x="13358" y="7278"/>
                    <a:pt x="13358" y="7278"/>
                  </a:cubicBezTo>
                  <a:cubicBezTo>
                    <a:pt x="20467" y="18313"/>
                    <a:pt x="20467" y="18313"/>
                    <a:pt x="20467" y="18313"/>
                  </a:cubicBezTo>
                  <a:cubicBezTo>
                    <a:pt x="20467" y="18313"/>
                    <a:pt x="21287" y="19487"/>
                    <a:pt x="20467" y="20426"/>
                  </a:cubicBezTo>
                  <a:cubicBezTo>
                    <a:pt x="19920" y="21130"/>
                    <a:pt x="18826" y="21600"/>
                    <a:pt x="16912" y="21600"/>
                  </a:cubicBezTo>
                  <a:close/>
                  <a:moveTo>
                    <a:pt x="6796" y="1409"/>
                  </a:moveTo>
                  <a:cubicBezTo>
                    <a:pt x="7069" y="1409"/>
                    <a:pt x="7069" y="1409"/>
                    <a:pt x="7069" y="1409"/>
                  </a:cubicBezTo>
                  <a:cubicBezTo>
                    <a:pt x="7616" y="1409"/>
                    <a:pt x="8163" y="1643"/>
                    <a:pt x="8436" y="2348"/>
                  </a:cubicBezTo>
                  <a:cubicBezTo>
                    <a:pt x="8436" y="7513"/>
                    <a:pt x="8436" y="7513"/>
                    <a:pt x="8436" y="7513"/>
                  </a:cubicBezTo>
                  <a:cubicBezTo>
                    <a:pt x="8436" y="7513"/>
                    <a:pt x="8436" y="7748"/>
                    <a:pt x="8436" y="7748"/>
                  </a:cubicBezTo>
                  <a:cubicBezTo>
                    <a:pt x="1328" y="18783"/>
                    <a:pt x="1328" y="18783"/>
                    <a:pt x="1328" y="18783"/>
                  </a:cubicBezTo>
                  <a:cubicBezTo>
                    <a:pt x="1328" y="18783"/>
                    <a:pt x="781" y="19487"/>
                    <a:pt x="1054" y="19957"/>
                  </a:cubicBezTo>
                  <a:cubicBezTo>
                    <a:pt x="1601" y="20426"/>
                    <a:pt x="2421" y="20661"/>
                    <a:pt x="3788" y="20661"/>
                  </a:cubicBezTo>
                  <a:cubicBezTo>
                    <a:pt x="16912" y="20661"/>
                    <a:pt x="16912" y="20661"/>
                    <a:pt x="16912" y="20661"/>
                  </a:cubicBezTo>
                  <a:cubicBezTo>
                    <a:pt x="18279" y="20661"/>
                    <a:pt x="19373" y="20426"/>
                    <a:pt x="19646" y="19957"/>
                  </a:cubicBezTo>
                  <a:cubicBezTo>
                    <a:pt x="19920" y="19487"/>
                    <a:pt x="19373" y="18783"/>
                    <a:pt x="19373" y="18783"/>
                  </a:cubicBezTo>
                  <a:cubicBezTo>
                    <a:pt x="12538" y="7748"/>
                    <a:pt x="12538" y="7748"/>
                    <a:pt x="12538" y="7748"/>
                  </a:cubicBezTo>
                  <a:cubicBezTo>
                    <a:pt x="12264" y="7748"/>
                    <a:pt x="12264" y="7513"/>
                    <a:pt x="12264" y="7513"/>
                  </a:cubicBezTo>
                  <a:cubicBezTo>
                    <a:pt x="12264" y="2348"/>
                    <a:pt x="12264" y="2348"/>
                    <a:pt x="12264" y="2348"/>
                  </a:cubicBezTo>
                  <a:cubicBezTo>
                    <a:pt x="12538" y="1643"/>
                    <a:pt x="13084" y="1409"/>
                    <a:pt x="13631" y="1409"/>
                  </a:cubicBezTo>
                  <a:cubicBezTo>
                    <a:pt x="13631" y="1409"/>
                    <a:pt x="13905" y="1409"/>
                    <a:pt x="13905" y="1409"/>
                  </a:cubicBezTo>
                  <a:cubicBezTo>
                    <a:pt x="13905" y="1174"/>
                    <a:pt x="13905" y="1174"/>
                    <a:pt x="13905" y="939"/>
                  </a:cubicBezTo>
                  <a:cubicBezTo>
                    <a:pt x="6796" y="939"/>
                    <a:pt x="6796" y="939"/>
                    <a:pt x="6796" y="939"/>
                  </a:cubicBezTo>
                  <a:cubicBezTo>
                    <a:pt x="6796" y="1174"/>
                    <a:pt x="6796" y="1174"/>
                    <a:pt x="6796" y="140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478" name="Group 2478"/>
          <p:cNvGrpSpPr/>
          <p:nvPr/>
        </p:nvGrpSpPr>
        <p:grpSpPr>
          <a:xfrm>
            <a:off x="11001948" y="8564553"/>
            <a:ext cx="638147" cy="766170"/>
            <a:chOff x="0" y="0"/>
            <a:chExt cx="638146" cy="766168"/>
          </a:xfrm>
        </p:grpSpPr>
        <p:sp>
          <p:nvSpPr>
            <p:cNvPr id="2474" name="Shape 2474"/>
            <p:cNvSpPr/>
            <p:nvPr/>
          </p:nvSpPr>
          <p:spPr>
            <a:xfrm>
              <a:off x="124361" y="450056"/>
              <a:ext cx="133946"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21600"/>
                  </a:moveTo>
                  <a:cubicBezTo>
                    <a:pt x="2700" y="21600"/>
                    <a:pt x="2700" y="21600"/>
                    <a:pt x="2700" y="21600"/>
                  </a:cubicBezTo>
                  <a:cubicBezTo>
                    <a:pt x="1350" y="21600"/>
                    <a:pt x="0" y="16200"/>
                    <a:pt x="0" y="10800"/>
                  </a:cubicBezTo>
                  <a:cubicBezTo>
                    <a:pt x="0" y="5400"/>
                    <a:pt x="1350" y="0"/>
                    <a:pt x="2700" y="0"/>
                  </a:cubicBezTo>
                  <a:cubicBezTo>
                    <a:pt x="18900" y="0"/>
                    <a:pt x="18900" y="0"/>
                    <a:pt x="18900" y="0"/>
                  </a:cubicBezTo>
                  <a:cubicBezTo>
                    <a:pt x="20250" y="0"/>
                    <a:pt x="21600" y="5400"/>
                    <a:pt x="21600" y="10800"/>
                  </a:cubicBezTo>
                  <a:cubicBezTo>
                    <a:pt x="21600" y="16200"/>
                    <a:pt x="20250" y="21600"/>
                    <a:pt x="189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75" name="Shape 2475"/>
            <p:cNvSpPr/>
            <p:nvPr/>
          </p:nvSpPr>
          <p:spPr>
            <a:xfrm>
              <a:off x="175261" y="342900"/>
              <a:ext cx="141983" cy="3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59" y="21600"/>
                  </a:moveTo>
                  <a:cubicBezTo>
                    <a:pt x="2541" y="21600"/>
                    <a:pt x="2541" y="21600"/>
                    <a:pt x="2541" y="21600"/>
                  </a:cubicBezTo>
                  <a:cubicBezTo>
                    <a:pt x="1271" y="21600"/>
                    <a:pt x="0" y="21600"/>
                    <a:pt x="0" y="10800"/>
                  </a:cubicBezTo>
                  <a:cubicBezTo>
                    <a:pt x="0" y="5400"/>
                    <a:pt x="1271" y="0"/>
                    <a:pt x="2541" y="0"/>
                  </a:cubicBezTo>
                  <a:cubicBezTo>
                    <a:pt x="19059" y="0"/>
                    <a:pt x="19059" y="0"/>
                    <a:pt x="19059" y="0"/>
                  </a:cubicBezTo>
                  <a:cubicBezTo>
                    <a:pt x="20329" y="0"/>
                    <a:pt x="21600" y="5400"/>
                    <a:pt x="21600" y="10800"/>
                  </a:cubicBezTo>
                  <a:cubicBezTo>
                    <a:pt x="21600" y="21600"/>
                    <a:pt x="20329" y="21600"/>
                    <a:pt x="19059"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76" name="Shape 2476"/>
            <p:cNvSpPr/>
            <p:nvPr/>
          </p:nvSpPr>
          <p:spPr>
            <a:xfrm>
              <a:off x="57389" y="517030"/>
              <a:ext cx="519708" cy="1982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52" y="14400"/>
                  </a:moveTo>
                  <a:cubicBezTo>
                    <a:pt x="18116" y="0"/>
                    <a:pt x="18116" y="0"/>
                    <a:pt x="18116" y="0"/>
                  </a:cubicBezTo>
                  <a:cubicBezTo>
                    <a:pt x="3484" y="0"/>
                    <a:pt x="3484" y="0"/>
                    <a:pt x="3484" y="0"/>
                  </a:cubicBezTo>
                  <a:cubicBezTo>
                    <a:pt x="3135" y="900"/>
                    <a:pt x="2787" y="2700"/>
                    <a:pt x="2439" y="3600"/>
                  </a:cubicBezTo>
                  <a:cubicBezTo>
                    <a:pt x="5226" y="3600"/>
                    <a:pt x="5226" y="3600"/>
                    <a:pt x="5226" y="3600"/>
                  </a:cubicBezTo>
                  <a:cubicBezTo>
                    <a:pt x="5574" y="3600"/>
                    <a:pt x="5923" y="4500"/>
                    <a:pt x="5923" y="5400"/>
                  </a:cubicBezTo>
                  <a:cubicBezTo>
                    <a:pt x="5923" y="6300"/>
                    <a:pt x="5574" y="7200"/>
                    <a:pt x="5226" y="7200"/>
                  </a:cubicBezTo>
                  <a:cubicBezTo>
                    <a:pt x="1742" y="7200"/>
                    <a:pt x="1742" y="7200"/>
                    <a:pt x="1742" y="7200"/>
                  </a:cubicBezTo>
                  <a:cubicBezTo>
                    <a:pt x="1045" y="10800"/>
                    <a:pt x="348" y="14400"/>
                    <a:pt x="348" y="14400"/>
                  </a:cubicBezTo>
                  <a:cubicBezTo>
                    <a:pt x="3135" y="14400"/>
                    <a:pt x="3135" y="14400"/>
                    <a:pt x="3135" y="14400"/>
                  </a:cubicBezTo>
                  <a:cubicBezTo>
                    <a:pt x="3484" y="14400"/>
                    <a:pt x="3832" y="15300"/>
                    <a:pt x="3832" y="16200"/>
                  </a:cubicBezTo>
                  <a:cubicBezTo>
                    <a:pt x="3832" y="17100"/>
                    <a:pt x="3484" y="18000"/>
                    <a:pt x="3135" y="18000"/>
                  </a:cubicBezTo>
                  <a:cubicBezTo>
                    <a:pt x="0" y="18000"/>
                    <a:pt x="0" y="18000"/>
                    <a:pt x="0" y="18000"/>
                  </a:cubicBezTo>
                  <a:cubicBezTo>
                    <a:pt x="0" y="18900"/>
                    <a:pt x="0" y="18900"/>
                    <a:pt x="0" y="18900"/>
                  </a:cubicBezTo>
                  <a:cubicBezTo>
                    <a:pt x="348" y="20700"/>
                    <a:pt x="1394" y="21600"/>
                    <a:pt x="3135" y="21600"/>
                  </a:cubicBezTo>
                  <a:cubicBezTo>
                    <a:pt x="18116" y="21600"/>
                    <a:pt x="18116" y="21600"/>
                    <a:pt x="18116" y="21600"/>
                  </a:cubicBezTo>
                  <a:cubicBezTo>
                    <a:pt x="19858" y="21600"/>
                    <a:pt x="20903" y="20700"/>
                    <a:pt x="21252" y="18900"/>
                  </a:cubicBezTo>
                  <a:cubicBezTo>
                    <a:pt x="21600" y="18900"/>
                    <a:pt x="21600" y="18000"/>
                    <a:pt x="21600" y="18000"/>
                  </a:cubicBezTo>
                  <a:cubicBezTo>
                    <a:pt x="21600" y="16200"/>
                    <a:pt x="21252" y="15300"/>
                    <a:pt x="21252" y="14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477" name="Shape 2477"/>
            <p:cNvSpPr/>
            <p:nvPr/>
          </p:nvSpPr>
          <p:spPr>
            <a:xfrm>
              <a:off x="-1" y="0"/>
              <a:ext cx="638148" cy="766169"/>
            </a:xfrm>
            <a:custGeom>
              <a:avLst/>
              <a:gdLst/>
              <a:ahLst/>
              <a:cxnLst>
                <a:cxn ang="0">
                  <a:pos x="wd2" y="hd2"/>
                </a:cxn>
                <a:cxn ang="5400000">
                  <a:pos x="wd2" y="hd2"/>
                </a:cxn>
                <a:cxn ang="10800000">
                  <a:pos x="wd2" y="hd2"/>
                </a:cxn>
                <a:cxn ang="16200000">
                  <a:pos x="wd2" y="hd2"/>
                </a:cxn>
              </a:cxnLst>
              <a:rect l="0" t="0" r="r" b="b"/>
              <a:pathLst>
                <a:path w="20831" h="21600" fill="norm" stroke="1" extrusionOk="0">
                  <a:moveTo>
                    <a:pt x="16912" y="21600"/>
                  </a:moveTo>
                  <a:cubicBezTo>
                    <a:pt x="3788" y="21600"/>
                    <a:pt x="3788" y="21600"/>
                    <a:pt x="3788" y="21600"/>
                  </a:cubicBezTo>
                  <a:cubicBezTo>
                    <a:pt x="1874" y="21600"/>
                    <a:pt x="781" y="21130"/>
                    <a:pt x="234" y="20426"/>
                  </a:cubicBezTo>
                  <a:cubicBezTo>
                    <a:pt x="-313" y="19487"/>
                    <a:pt x="234" y="18313"/>
                    <a:pt x="507" y="18313"/>
                  </a:cubicBezTo>
                  <a:cubicBezTo>
                    <a:pt x="7343" y="7278"/>
                    <a:pt x="7343" y="7278"/>
                    <a:pt x="7343" y="7278"/>
                  </a:cubicBezTo>
                  <a:cubicBezTo>
                    <a:pt x="7343" y="2348"/>
                    <a:pt x="7343" y="2348"/>
                    <a:pt x="7343" y="2348"/>
                  </a:cubicBezTo>
                  <a:cubicBezTo>
                    <a:pt x="7343" y="2348"/>
                    <a:pt x="7069" y="2348"/>
                    <a:pt x="7069" y="2348"/>
                  </a:cubicBezTo>
                  <a:cubicBezTo>
                    <a:pt x="6796" y="2348"/>
                    <a:pt x="6249" y="2348"/>
                    <a:pt x="5976" y="2113"/>
                  </a:cubicBezTo>
                  <a:cubicBezTo>
                    <a:pt x="5976" y="2113"/>
                    <a:pt x="5976" y="1878"/>
                    <a:pt x="5976" y="1878"/>
                  </a:cubicBezTo>
                  <a:cubicBezTo>
                    <a:pt x="5702" y="1409"/>
                    <a:pt x="5702" y="470"/>
                    <a:pt x="5702" y="470"/>
                  </a:cubicBezTo>
                  <a:cubicBezTo>
                    <a:pt x="5702" y="235"/>
                    <a:pt x="5976" y="0"/>
                    <a:pt x="6249" y="0"/>
                  </a:cubicBezTo>
                  <a:cubicBezTo>
                    <a:pt x="14452" y="0"/>
                    <a:pt x="14452" y="0"/>
                    <a:pt x="14452" y="0"/>
                  </a:cubicBezTo>
                  <a:cubicBezTo>
                    <a:pt x="14725" y="0"/>
                    <a:pt x="14998" y="235"/>
                    <a:pt x="14998" y="470"/>
                  </a:cubicBezTo>
                  <a:cubicBezTo>
                    <a:pt x="14998" y="470"/>
                    <a:pt x="14998" y="1409"/>
                    <a:pt x="14725" y="1878"/>
                  </a:cubicBezTo>
                  <a:cubicBezTo>
                    <a:pt x="14725" y="1878"/>
                    <a:pt x="14725" y="1878"/>
                    <a:pt x="14725" y="2113"/>
                  </a:cubicBezTo>
                  <a:cubicBezTo>
                    <a:pt x="14452" y="2348"/>
                    <a:pt x="14178" y="2348"/>
                    <a:pt x="13631" y="2348"/>
                  </a:cubicBezTo>
                  <a:cubicBezTo>
                    <a:pt x="13631" y="2348"/>
                    <a:pt x="13358" y="2348"/>
                    <a:pt x="13358" y="2348"/>
                  </a:cubicBezTo>
                  <a:cubicBezTo>
                    <a:pt x="13358" y="2817"/>
                    <a:pt x="13358" y="2817"/>
                    <a:pt x="13358" y="2817"/>
                  </a:cubicBezTo>
                  <a:cubicBezTo>
                    <a:pt x="13358" y="7278"/>
                    <a:pt x="13358" y="7278"/>
                    <a:pt x="13358" y="7278"/>
                  </a:cubicBezTo>
                  <a:cubicBezTo>
                    <a:pt x="20467" y="18313"/>
                    <a:pt x="20467" y="18313"/>
                    <a:pt x="20467" y="18313"/>
                  </a:cubicBezTo>
                  <a:cubicBezTo>
                    <a:pt x="20467" y="18313"/>
                    <a:pt x="21287" y="19487"/>
                    <a:pt x="20467" y="20426"/>
                  </a:cubicBezTo>
                  <a:cubicBezTo>
                    <a:pt x="19920" y="21130"/>
                    <a:pt x="18826" y="21600"/>
                    <a:pt x="16912" y="21600"/>
                  </a:cubicBezTo>
                  <a:close/>
                  <a:moveTo>
                    <a:pt x="6796" y="1409"/>
                  </a:moveTo>
                  <a:cubicBezTo>
                    <a:pt x="7069" y="1409"/>
                    <a:pt x="7069" y="1409"/>
                    <a:pt x="7069" y="1409"/>
                  </a:cubicBezTo>
                  <a:cubicBezTo>
                    <a:pt x="7616" y="1409"/>
                    <a:pt x="8163" y="1643"/>
                    <a:pt x="8436" y="2348"/>
                  </a:cubicBezTo>
                  <a:cubicBezTo>
                    <a:pt x="8436" y="7513"/>
                    <a:pt x="8436" y="7513"/>
                    <a:pt x="8436" y="7513"/>
                  </a:cubicBezTo>
                  <a:cubicBezTo>
                    <a:pt x="8436" y="7513"/>
                    <a:pt x="8436" y="7748"/>
                    <a:pt x="8436" y="7748"/>
                  </a:cubicBezTo>
                  <a:cubicBezTo>
                    <a:pt x="1328" y="18783"/>
                    <a:pt x="1328" y="18783"/>
                    <a:pt x="1328" y="18783"/>
                  </a:cubicBezTo>
                  <a:cubicBezTo>
                    <a:pt x="1328" y="18783"/>
                    <a:pt x="781" y="19487"/>
                    <a:pt x="1054" y="19957"/>
                  </a:cubicBezTo>
                  <a:cubicBezTo>
                    <a:pt x="1601" y="20426"/>
                    <a:pt x="2421" y="20661"/>
                    <a:pt x="3788" y="20661"/>
                  </a:cubicBezTo>
                  <a:cubicBezTo>
                    <a:pt x="16912" y="20661"/>
                    <a:pt x="16912" y="20661"/>
                    <a:pt x="16912" y="20661"/>
                  </a:cubicBezTo>
                  <a:cubicBezTo>
                    <a:pt x="18279" y="20661"/>
                    <a:pt x="19373" y="20426"/>
                    <a:pt x="19646" y="19957"/>
                  </a:cubicBezTo>
                  <a:cubicBezTo>
                    <a:pt x="19920" y="19487"/>
                    <a:pt x="19373" y="18783"/>
                    <a:pt x="19373" y="18783"/>
                  </a:cubicBezTo>
                  <a:cubicBezTo>
                    <a:pt x="12538" y="7748"/>
                    <a:pt x="12538" y="7748"/>
                    <a:pt x="12538" y="7748"/>
                  </a:cubicBezTo>
                  <a:cubicBezTo>
                    <a:pt x="12264" y="7748"/>
                    <a:pt x="12264" y="7513"/>
                    <a:pt x="12264" y="7513"/>
                  </a:cubicBezTo>
                  <a:cubicBezTo>
                    <a:pt x="12264" y="2348"/>
                    <a:pt x="12264" y="2348"/>
                    <a:pt x="12264" y="2348"/>
                  </a:cubicBezTo>
                  <a:cubicBezTo>
                    <a:pt x="12538" y="1643"/>
                    <a:pt x="13084" y="1409"/>
                    <a:pt x="13631" y="1409"/>
                  </a:cubicBezTo>
                  <a:cubicBezTo>
                    <a:pt x="13631" y="1409"/>
                    <a:pt x="13905" y="1409"/>
                    <a:pt x="13905" y="1409"/>
                  </a:cubicBezTo>
                  <a:cubicBezTo>
                    <a:pt x="13905" y="1174"/>
                    <a:pt x="13905" y="1174"/>
                    <a:pt x="13905" y="939"/>
                  </a:cubicBezTo>
                  <a:cubicBezTo>
                    <a:pt x="6796" y="939"/>
                    <a:pt x="6796" y="939"/>
                    <a:pt x="6796" y="939"/>
                  </a:cubicBezTo>
                  <a:cubicBezTo>
                    <a:pt x="6796" y="1174"/>
                    <a:pt x="6796" y="1174"/>
                    <a:pt x="6796" y="140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479" name="Shape 247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2447"/>
                                        </p:tgtEl>
                                        <p:attrNameLst>
                                          <p:attrName>style.visibility</p:attrName>
                                        </p:attrNameLst>
                                      </p:cBhvr>
                                      <p:to>
                                        <p:strVal val="visible"/>
                                      </p:to>
                                    </p:set>
                                    <p:animEffect filter="dissolve" transition="in">
                                      <p:cBhvr>
                                        <p:cTn id="7" dur="500"/>
                                        <p:tgtEl>
                                          <p:spTgt spid="2447"/>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2448"/>
                                        </p:tgtEl>
                                        <p:attrNameLst>
                                          <p:attrName>style.visibility</p:attrName>
                                        </p:attrNameLst>
                                      </p:cBhvr>
                                      <p:to>
                                        <p:strVal val="visible"/>
                                      </p:to>
                                    </p:set>
                                    <p:animEffect filter="dissolve" transition="in">
                                      <p:cBhvr>
                                        <p:cTn id="11" dur="500"/>
                                        <p:tgtEl>
                                          <p:spTgt spid="2448"/>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2453"/>
                                        </p:tgtEl>
                                        <p:attrNameLst>
                                          <p:attrName>style.visibility</p:attrName>
                                        </p:attrNameLst>
                                      </p:cBhvr>
                                      <p:to>
                                        <p:strVal val="visible"/>
                                      </p:to>
                                    </p:set>
                                    <p:animEffect filter="dissolve" transition="in">
                                      <p:cBhvr>
                                        <p:cTn id="15" dur="500"/>
                                        <p:tgtEl>
                                          <p:spTgt spid="2453"/>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2454"/>
                                        </p:tgtEl>
                                        <p:attrNameLst>
                                          <p:attrName>style.visibility</p:attrName>
                                        </p:attrNameLst>
                                      </p:cBhvr>
                                      <p:to>
                                        <p:strVal val="visible"/>
                                      </p:to>
                                    </p:set>
                                    <p:animEffect filter="dissolve" transition="in">
                                      <p:cBhvr>
                                        <p:cTn id="19" dur="500"/>
                                        <p:tgtEl>
                                          <p:spTgt spid="2454"/>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2450"/>
                                        </p:tgtEl>
                                        <p:attrNameLst>
                                          <p:attrName>style.visibility</p:attrName>
                                        </p:attrNameLst>
                                      </p:cBhvr>
                                      <p:to>
                                        <p:strVal val="visible"/>
                                      </p:to>
                                    </p:set>
                                    <p:animEffect filter="dissolve" transition="in">
                                      <p:cBhvr>
                                        <p:cTn id="23" dur="500"/>
                                        <p:tgtEl>
                                          <p:spTgt spid="2450"/>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2451"/>
                                        </p:tgtEl>
                                        <p:attrNameLst>
                                          <p:attrName>style.visibility</p:attrName>
                                        </p:attrNameLst>
                                      </p:cBhvr>
                                      <p:to>
                                        <p:strVal val="visible"/>
                                      </p:to>
                                    </p:set>
                                    <p:animEffect filter="dissolve" transition="in">
                                      <p:cBhvr>
                                        <p:cTn id="27" dur="500"/>
                                        <p:tgtEl>
                                          <p:spTgt spid="2451"/>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2456"/>
                                        </p:tgtEl>
                                        <p:attrNameLst>
                                          <p:attrName>style.visibility</p:attrName>
                                        </p:attrNameLst>
                                      </p:cBhvr>
                                      <p:to>
                                        <p:strVal val="visible"/>
                                      </p:to>
                                    </p:set>
                                    <p:animEffect filter="dissolve" transition="in">
                                      <p:cBhvr>
                                        <p:cTn id="31" dur="500"/>
                                        <p:tgtEl>
                                          <p:spTgt spid="2456"/>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2457"/>
                                        </p:tgtEl>
                                        <p:attrNameLst>
                                          <p:attrName>style.visibility</p:attrName>
                                        </p:attrNameLst>
                                      </p:cBhvr>
                                      <p:to>
                                        <p:strVal val="visible"/>
                                      </p:to>
                                    </p:set>
                                    <p:animEffect filter="dissolve" transition="in">
                                      <p:cBhvr>
                                        <p:cTn id="35" dur="500"/>
                                        <p:tgtEl>
                                          <p:spTgt spid="2457"/>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2449"/>
                                        </p:tgtEl>
                                        <p:attrNameLst>
                                          <p:attrName>style.visibility</p:attrName>
                                        </p:attrNameLst>
                                      </p:cBhvr>
                                      <p:to>
                                        <p:strVal val="visible"/>
                                      </p:to>
                                    </p:set>
                                    <p:animEffect filter="wipe(left)" transition="in">
                                      <p:cBhvr>
                                        <p:cTn id="39" dur="500"/>
                                        <p:tgtEl>
                                          <p:spTgt spid="2449"/>
                                        </p:tgtEl>
                                      </p:cBhvr>
                                    </p:animEffect>
                                  </p:childTnLst>
                                </p:cTn>
                              </p:par>
                            </p:childTnLst>
                          </p:cTn>
                        </p:par>
                        <p:par>
                          <p:cTn id="40" fill="hold">
                            <p:stCondLst>
                              <p:cond delay="4500"/>
                            </p:stCondLst>
                            <p:childTnLst>
                              <p:par>
                                <p:cTn id="41" presetClass="entr" nodeType="afterEffect" presetSubtype="8" presetID="22" grpId="10" fill="hold">
                                  <p:stCondLst>
                                    <p:cond delay="0"/>
                                  </p:stCondLst>
                                  <p:iterate type="el" backwards="0">
                                    <p:tmAbs val="0"/>
                                  </p:iterate>
                                  <p:childTnLst>
                                    <p:set>
                                      <p:cBhvr>
                                        <p:cTn id="42" fill="hold"/>
                                        <p:tgtEl>
                                          <p:spTgt spid="2455"/>
                                        </p:tgtEl>
                                        <p:attrNameLst>
                                          <p:attrName>style.visibility</p:attrName>
                                        </p:attrNameLst>
                                      </p:cBhvr>
                                      <p:to>
                                        <p:strVal val="visible"/>
                                      </p:to>
                                    </p:set>
                                    <p:animEffect filter="wipe(left)" transition="in">
                                      <p:cBhvr>
                                        <p:cTn id="43" dur="500"/>
                                        <p:tgtEl>
                                          <p:spTgt spid="2455"/>
                                        </p:tgtEl>
                                      </p:cBhvr>
                                    </p:animEffect>
                                  </p:childTnLst>
                                </p:cTn>
                              </p:par>
                            </p:childTnLst>
                          </p:cTn>
                        </p:par>
                        <p:par>
                          <p:cTn id="44" fill="hold">
                            <p:stCondLst>
                              <p:cond delay="5000"/>
                            </p:stCondLst>
                            <p:childTnLst>
                              <p:par>
                                <p:cTn id="45" presetClass="entr" nodeType="afterEffect" presetSubtype="8" presetID="22" grpId="11" fill="hold">
                                  <p:stCondLst>
                                    <p:cond delay="0"/>
                                  </p:stCondLst>
                                  <p:iterate type="el" backwards="0">
                                    <p:tmAbs val="0"/>
                                  </p:iterate>
                                  <p:childTnLst>
                                    <p:set>
                                      <p:cBhvr>
                                        <p:cTn id="46" fill="hold"/>
                                        <p:tgtEl>
                                          <p:spTgt spid="2452"/>
                                        </p:tgtEl>
                                        <p:attrNameLst>
                                          <p:attrName>style.visibility</p:attrName>
                                        </p:attrNameLst>
                                      </p:cBhvr>
                                      <p:to>
                                        <p:strVal val="visible"/>
                                      </p:to>
                                    </p:set>
                                    <p:animEffect filter="wipe(left)" transition="in">
                                      <p:cBhvr>
                                        <p:cTn id="47" dur="500"/>
                                        <p:tgtEl>
                                          <p:spTgt spid="2452"/>
                                        </p:tgtEl>
                                      </p:cBhvr>
                                    </p:animEffect>
                                  </p:childTnLst>
                                </p:cTn>
                              </p:par>
                            </p:childTnLst>
                          </p:cTn>
                        </p:par>
                        <p:par>
                          <p:cTn id="48" fill="hold">
                            <p:stCondLst>
                              <p:cond delay="5500"/>
                            </p:stCondLst>
                            <p:childTnLst>
                              <p:par>
                                <p:cTn id="49" presetClass="entr" nodeType="afterEffect" presetSubtype="8" presetID="22" grpId="12" fill="hold">
                                  <p:stCondLst>
                                    <p:cond delay="0"/>
                                  </p:stCondLst>
                                  <p:iterate type="el" backwards="0">
                                    <p:tmAbs val="0"/>
                                  </p:iterate>
                                  <p:childTnLst>
                                    <p:set>
                                      <p:cBhvr>
                                        <p:cTn id="50" fill="hold"/>
                                        <p:tgtEl>
                                          <p:spTgt spid="2458"/>
                                        </p:tgtEl>
                                        <p:attrNameLst>
                                          <p:attrName>style.visibility</p:attrName>
                                        </p:attrNameLst>
                                      </p:cBhvr>
                                      <p:to>
                                        <p:strVal val="visible"/>
                                      </p:to>
                                    </p:set>
                                    <p:animEffect filter="wipe(left)" transition="in">
                                      <p:cBhvr>
                                        <p:cTn id="51" dur="500"/>
                                        <p:tgtEl>
                                          <p:spTgt spid="245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458" grpId="12"/>
      <p:bldP build="whole" bldLvl="1" animBg="1" rev="0" advAuto="0" spid="2457" grpId="8"/>
      <p:bldP build="whole" bldLvl="1" animBg="1" rev="0" advAuto="0" spid="2450" grpId="5"/>
      <p:bldP build="whole" bldLvl="1" animBg="1" rev="0" advAuto="0" spid="2451" grpId="6"/>
      <p:bldP build="whole" bldLvl="1" animBg="1" rev="0" advAuto="0" spid="2449" grpId="9"/>
      <p:bldP build="whole" bldLvl="1" animBg="1" rev="0" advAuto="0" spid="2453" grpId="3"/>
      <p:bldP build="whole" bldLvl="1" animBg="1" rev="0" advAuto="0" spid="2447" grpId="1"/>
      <p:bldP build="whole" bldLvl="1" animBg="1" rev="0" advAuto="0" spid="2455" grpId="10"/>
      <p:bldP build="whole" bldLvl="1" animBg="1" rev="0" advAuto="0" spid="2454" grpId="4"/>
      <p:bldP build="whole" bldLvl="1" animBg="1" rev="0" advAuto="0" spid="2448" grpId="2"/>
      <p:bldP build="whole" bldLvl="1" animBg="1" rev="0" advAuto="0" spid="2452" grpId="11"/>
      <p:bldP build="whole" bldLvl="1" animBg="1" rev="0" advAuto="0" spid="2456" grpId="7"/>
    </p:bldLst>
  </p:timing>
</p:sld>
</file>

<file path=ppt/slides/slide8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481" name="Shape 2481"/>
          <p:cNvSpPr/>
          <p:nvPr/>
        </p:nvSpPr>
        <p:spPr>
          <a:xfrm>
            <a:off x="303300" y="385686"/>
            <a:ext cx="620712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Tipos de contenidos</a:t>
            </a:r>
          </a:p>
        </p:txBody>
      </p:sp>
      <p:sp>
        <p:nvSpPr>
          <p:cNvPr id="2482" name="Shape 2482"/>
          <p:cNvSpPr/>
          <p:nvPr/>
        </p:nvSpPr>
        <p:spPr>
          <a:xfrm>
            <a:off x="9148762" y="4646612"/>
            <a:ext cx="5157788" cy="5157788"/>
          </a:xfrm>
          <a:prstGeom prst="line">
            <a:avLst/>
          </a:prstGeom>
          <a:ln w="88900">
            <a:solidFill>
              <a:srgbClr val="2F5379"/>
            </a:solidFill>
            <a:miter/>
          </a:ln>
        </p:spPr>
        <p:txBody>
          <a:bodyPr lIns="45719" rIns="45719"/>
          <a:lstStyle/>
          <a:p>
            <a:pPr algn="l" defTabSz="457200">
              <a:defRPr sz="1200">
                <a:latin typeface="Helvetica"/>
                <a:ea typeface="Helvetica"/>
                <a:cs typeface="Helvetica"/>
                <a:sym typeface="Helvetica"/>
              </a:defRPr>
            </a:pPr>
          </a:p>
        </p:txBody>
      </p:sp>
      <p:sp>
        <p:nvSpPr>
          <p:cNvPr id="2483" name="Shape 2483"/>
          <p:cNvSpPr/>
          <p:nvPr/>
        </p:nvSpPr>
        <p:spPr>
          <a:xfrm flipH="1">
            <a:off x="9153525" y="4651374"/>
            <a:ext cx="5156201" cy="5156202"/>
          </a:xfrm>
          <a:prstGeom prst="line">
            <a:avLst/>
          </a:prstGeom>
          <a:ln w="88900">
            <a:solidFill>
              <a:srgbClr val="2F5379"/>
            </a:solidFill>
            <a:miter/>
          </a:ln>
        </p:spPr>
        <p:txBody>
          <a:bodyPr lIns="45719" rIns="45719"/>
          <a:lstStyle/>
          <a:p>
            <a:pPr algn="l" defTabSz="457200">
              <a:defRPr sz="1200">
                <a:latin typeface="Helvetica"/>
                <a:ea typeface="Helvetica"/>
                <a:cs typeface="Helvetica"/>
                <a:sym typeface="Helvetica"/>
              </a:defRPr>
            </a:pPr>
          </a:p>
        </p:txBody>
      </p:sp>
      <p:sp>
        <p:nvSpPr>
          <p:cNvPr id="2484" name="Shape 2484"/>
          <p:cNvSpPr/>
          <p:nvPr/>
        </p:nvSpPr>
        <p:spPr>
          <a:xfrm>
            <a:off x="11668125" y="3582987"/>
            <a:ext cx="50800" cy="7292976"/>
          </a:xfrm>
          <a:prstGeom prst="line">
            <a:avLst/>
          </a:prstGeom>
          <a:ln w="88900">
            <a:solidFill>
              <a:srgbClr val="2F5379"/>
            </a:solidFill>
            <a:miter/>
          </a:ln>
        </p:spPr>
        <p:txBody>
          <a:bodyPr lIns="45719" rIns="45719"/>
          <a:lstStyle/>
          <a:p>
            <a:pPr algn="l" defTabSz="457200">
              <a:defRPr sz="1200">
                <a:latin typeface="Helvetica"/>
                <a:ea typeface="Helvetica"/>
                <a:cs typeface="Helvetica"/>
                <a:sym typeface="Helvetica"/>
              </a:defRPr>
            </a:pPr>
          </a:p>
        </p:txBody>
      </p:sp>
      <p:sp>
        <p:nvSpPr>
          <p:cNvPr id="2485" name="Shape 2485"/>
          <p:cNvSpPr/>
          <p:nvPr/>
        </p:nvSpPr>
        <p:spPr>
          <a:xfrm flipH="1" flipV="1">
            <a:off x="8010524" y="7148512"/>
            <a:ext cx="7292976" cy="61913"/>
          </a:xfrm>
          <a:prstGeom prst="line">
            <a:avLst/>
          </a:prstGeom>
          <a:ln w="88900">
            <a:solidFill>
              <a:srgbClr val="2F5379"/>
            </a:solidFill>
            <a:miter/>
          </a:ln>
        </p:spPr>
        <p:txBody>
          <a:bodyPr lIns="45719" rIns="45719"/>
          <a:lstStyle/>
          <a:p>
            <a:pPr algn="l" defTabSz="457200">
              <a:defRPr sz="1200">
                <a:latin typeface="Helvetica"/>
                <a:ea typeface="Helvetica"/>
                <a:cs typeface="Helvetica"/>
                <a:sym typeface="Helvetica"/>
              </a:defRPr>
            </a:pPr>
          </a:p>
        </p:txBody>
      </p:sp>
      <p:sp>
        <p:nvSpPr>
          <p:cNvPr id="2486" name="Shape 2486"/>
          <p:cNvSpPr/>
          <p:nvPr/>
        </p:nvSpPr>
        <p:spPr>
          <a:xfrm>
            <a:off x="8328025" y="37496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87" name="Shape 2487"/>
          <p:cNvSpPr/>
          <p:nvPr/>
        </p:nvSpPr>
        <p:spPr>
          <a:xfrm>
            <a:off x="7096125" y="61118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88" name="Shape 2488"/>
          <p:cNvSpPr/>
          <p:nvPr/>
        </p:nvSpPr>
        <p:spPr>
          <a:xfrm>
            <a:off x="8328025" y="84740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89" name="Shape 2489"/>
          <p:cNvSpPr/>
          <p:nvPr/>
        </p:nvSpPr>
        <p:spPr>
          <a:xfrm flipH="1">
            <a:off x="13065125" y="37496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90" name="Shape 2490"/>
          <p:cNvSpPr/>
          <p:nvPr/>
        </p:nvSpPr>
        <p:spPr>
          <a:xfrm flipH="1">
            <a:off x="14297025" y="61118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91" name="Shape 2491"/>
          <p:cNvSpPr/>
          <p:nvPr/>
        </p:nvSpPr>
        <p:spPr>
          <a:xfrm flipH="1">
            <a:off x="13065125" y="84740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92" name="Shape 2492"/>
          <p:cNvSpPr/>
          <p:nvPr/>
        </p:nvSpPr>
        <p:spPr>
          <a:xfrm flipH="1">
            <a:off x="10639425" y="27590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93" name="Shape 2493"/>
          <p:cNvSpPr/>
          <p:nvPr/>
        </p:nvSpPr>
        <p:spPr>
          <a:xfrm flipH="1">
            <a:off x="10741025" y="9629775"/>
            <a:ext cx="1955800" cy="1955800"/>
          </a:xfrm>
          <a:prstGeom prst="ellipse">
            <a:avLst/>
          </a:prstGeom>
          <a:solidFill>
            <a:srgbClr val="FFFFFF"/>
          </a:solidFill>
          <a:ln w="1143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2494" name="Shape 2494"/>
          <p:cNvSpPr/>
          <p:nvPr/>
        </p:nvSpPr>
        <p:spPr>
          <a:xfrm>
            <a:off x="13644564" y="9064625"/>
            <a:ext cx="804863" cy="7540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8563" y="7200"/>
                  <a:pt x="6750" y="9134"/>
                  <a:pt x="6750" y="11520"/>
                </a:cubicBezTo>
                <a:cubicBezTo>
                  <a:pt x="6750" y="13906"/>
                  <a:pt x="8563" y="15840"/>
                  <a:pt x="10800" y="15840"/>
                </a:cubicBezTo>
                <a:cubicBezTo>
                  <a:pt x="13037" y="15840"/>
                  <a:pt x="14850" y="13906"/>
                  <a:pt x="14850" y="11520"/>
                </a:cubicBezTo>
                <a:cubicBezTo>
                  <a:pt x="14850" y="9134"/>
                  <a:pt x="13037" y="7200"/>
                  <a:pt x="10800" y="7200"/>
                </a:cubicBezTo>
                <a:close/>
                <a:moveTo>
                  <a:pt x="10800" y="17280"/>
                </a:moveTo>
                <a:cubicBezTo>
                  <a:pt x="7818" y="17280"/>
                  <a:pt x="5400" y="14701"/>
                  <a:pt x="5400" y="11520"/>
                </a:cubicBezTo>
                <a:cubicBezTo>
                  <a:pt x="5400" y="8339"/>
                  <a:pt x="7818" y="5760"/>
                  <a:pt x="10800" y="5760"/>
                </a:cubicBezTo>
                <a:cubicBezTo>
                  <a:pt x="13782" y="5760"/>
                  <a:pt x="16200" y="8339"/>
                  <a:pt x="16200" y="11520"/>
                </a:cubicBezTo>
                <a:cubicBezTo>
                  <a:pt x="16200" y="14701"/>
                  <a:pt x="13782" y="17280"/>
                  <a:pt x="10800" y="17280"/>
                </a:cubicBezTo>
                <a:close/>
                <a:moveTo>
                  <a:pt x="20250" y="5040"/>
                </a:moveTo>
                <a:cubicBezTo>
                  <a:pt x="20250" y="4642"/>
                  <a:pt x="19948" y="4320"/>
                  <a:pt x="19575" y="4320"/>
                </a:cubicBezTo>
                <a:lnTo>
                  <a:pt x="16157" y="4320"/>
                </a:lnTo>
                <a:cubicBezTo>
                  <a:pt x="16171" y="4260"/>
                  <a:pt x="16200" y="4204"/>
                  <a:pt x="16200" y="4140"/>
                </a:cubicBezTo>
                <a:lnTo>
                  <a:pt x="15120" y="2340"/>
                </a:lnTo>
                <a:cubicBezTo>
                  <a:pt x="15120" y="2340"/>
                  <a:pt x="14636" y="1440"/>
                  <a:pt x="14040" y="1440"/>
                </a:cubicBezTo>
                <a:lnTo>
                  <a:pt x="7560" y="1440"/>
                </a:lnTo>
                <a:cubicBezTo>
                  <a:pt x="6963" y="1440"/>
                  <a:pt x="6480" y="2340"/>
                  <a:pt x="6480" y="2340"/>
                </a:cubicBezTo>
                <a:lnTo>
                  <a:pt x="5400" y="4140"/>
                </a:lnTo>
                <a:cubicBezTo>
                  <a:pt x="5400" y="4204"/>
                  <a:pt x="5428" y="4260"/>
                  <a:pt x="5443" y="4320"/>
                </a:cubicBezTo>
                <a:lnTo>
                  <a:pt x="2025" y="4320"/>
                </a:lnTo>
                <a:cubicBezTo>
                  <a:pt x="1652" y="4320"/>
                  <a:pt x="1350" y="4642"/>
                  <a:pt x="1350" y="5040"/>
                </a:cubicBezTo>
                <a:lnTo>
                  <a:pt x="1350" y="19440"/>
                </a:lnTo>
                <a:cubicBezTo>
                  <a:pt x="1350" y="19837"/>
                  <a:pt x="1652" y="20160"/>
                  <a:pt x="2025" y="20160"/>
                </a:cubicBezTo>
                <a:lnTo>
                  <a:pt x="19575" y="20160"/>
                </a:lnTo>
                <a:cubicBezTo>
                  <a:pt x="19948" y="20160"/>
                  <a:pt x="20250" y="19837"/>
                  <a:pt x="20250" y="19440"/>
                </a:cubicBezTo>
                <a:cubicBezTo>
                  <a:pt x="20250" y="19440"/>
                  <a:pt x="20250" y="5040"/>
                  <a:pt x="20250" y="5040"/>
                </a:cubicBezTo>
                <a:close/>
                <a:moveTo>
                  <a:pt x="20250" y="21600"/>
                </a:moveTo>
                <a:lnTo>
                  <a:pt x="1350" y="21600"/>
                </a:lnTo>
                <a:cubicBezTo>
                  <a:pt x="605" y="21600"/>
                  <a:pt x="0" y="20955"/>
                  <a:pt x="0" y="20160"/>
                </a:cubicBezTo>
                <a:lnTo>
                  <a:pt x="0" y="4320"/>
                </a:lnTo>
                <a:cubicBezTo>
                  <a:pt x="0" y="3525"/>
                  <a:pt x="605" y="2880"/>
                  <a:pt x="1350" y="2880"/>
                </a:cubicBezTo>
                <a:lnTo>
                  <a:pt x="4725" y="2880"/>
                </a:lnTo>
                <a:lnTo>
                  <a:pt x="5400" y="1440"/>
                </a:lnTo>
                <a:cubicBezTo>
                  <a:pt x="5400" y="1440"/>
                  <a:pt x="6004" y="0"/>
                  <a:pt x="6750" y="0"/>
                </a:cubicBezTo>
                <a:lnTo>
                  <a:pt x="14850" y="0"/>
                </a:lnTo>
                <a:cubicBezTo>
                  <a:pt x="15596" y="0"/>
                  <a:pt x="16200" y="1440"/>
                  <a:pt x="16200" y="1440"/>
                </a:cubicBezTo>
                <a:lnTo>
                  <a:pt x="16875" y="2880"/>
                </a:lnTo>
                <a:lnTo>
                  <a:pt x="20250" y="2880"/>
                </a:lnTo>
                <a:cubicBezTo>
                  <a:pt x="20996" y="2880"/>
                  <a:pt x="21600" y="3525"/>
                  <a:pt x="21600" y="4320"/>
                </a:cubicBezTo>
                <a:lnTo>
                  <a:pt x="21600" y="20160"/>
                </a:lnTo>
                <a:cubicBezTo>
                  <a:pt x="21600" y="20955"/>
                  <a:pt x="20996" y="21600"/>
                  <a:pt x="20250" y="21600"/>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495" name="Shape 2495"/>
          <p:cNvSpPr/>
          <p:nvPr/>
        </p:nvSpPr>
        <p:spPr>
          <a:xfrm>
            <a:off x="8874125" y="4371975"/>
            <a:ext cx="804863" cy="728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737" y="15641"/>
                </a:moveTo>
                <a:cubicBezTo>
                  <a:pt x="5551" y="15641"/>
                  <a:pt x="5400" y="15431"/>
                  <a:pt x="5400" y="15172"/>
                </a:cubicBezTo>
                <a:lnTo>
                  <a:pt x="5400" y="4946"/>
                </a:lnTo>
                <a:cubicBezTo>
                  <a:pt x="5400" y="4688"/>
                  <a:pt x="5551" y="4477"/>
                  <a:pt x="5737" y="4477"/>
                </a:cubicBezTo>
                <a:cubicBezTo>
                  <a:pt x="5923" y="4477"/>
                  <a:pt x="6075" y="4688"/>
                  <a:pt x="6075" y="4946"/>
                </a:cubicBezTo>
                <a:lnTo>
                  <a:pt x="6075" y="15172"/>
                </a:lnTo>
                <a:cubicBezTo>
                  <a:pt x="6075" y="15431"/>
                  <a:pt x="5923" y="15641"/>
                  <a:pt x="5737" y="15641"/>
                </a:cubicBezTo>
                <a:close/>
                <a:moveTo>
                  <a:pt x="11138" y="16385"/>
                </a:moveTo>
                <a:cubicBezTo>
                  <a:pt x="10951" y="16385"/>
                  <a:pt x="10800" y="16176"/>
                  <a:pt x="10800" y="15917"/>
                </a:cubicBezTo>
                <a:lnTo>
                  <a:pt x="10800" y="7181"/>
                </a:lnTo>
                <a:cubicBezTo>
                  <a:pt x="10800" y="6922"/>
                  <a:pt x="10951" y="6712"/>
                  <a:pt x="11138" y="6712"/>
                </a:cubicBezTo>
                <a:cubicBezTo>
                  <a:pt x="11324" y="6712"/>
                  <a:pt x="11475" y="6922"/>
                  <a:pt x="11475" y="7181"/>
                </a:cubicBezTo>
                <a:lnTo>
                  <a:pt x="11475" y="15917"/>
                </a:lnTo>
                <a:cubicBezTo>
                  <a:pt x="11475" y="16176"/>
                  <a:pt x="11324" y="16385"/>
                  <a:pt x="11138" y="16385"/>
                </a:cubicBezTo>
                <a:close/>
                <a:moveTo>
                  <a:pt x="16200" y="4201"/>
                </a:moveTo>
                <a:cubicBezTo>
                  <a:pt x="16200" y="3943"/>
                  <a:pt x="16351" y="3733"/>
                  <a:pt x="16537" y="3733"/>
                </a:cubicBezTo>
                <a:cubicBezTo>
                  <a:pt x="16724" y="3733"/>
                  <a:pt x="16875" y="3943"/>
                  <a:pt x="16875" y="4201"/>
                </a:cubicBezTo>
                <a:lnTo>
                  <a:pt x="16875" y="14427"/>
                </a:lnTo>
                <a:cubicBezTo>
                  <a:pt x="16875" y="14686"/>
                  <a:pt x="16724" y="14896"/>
                  <a:pt x="16537" y="14896"/>
                </a:cubicBezTo>
                <a:cubicBezTo>
                  <a:pt x="16351" y="14896"/>
                  <a:pt x="16200" y="14686"/>
                  <a:pt x="16200" y="14427"/>
                </a:cubicBezTo>
                <a:cubicBezTo>
                  <a:pt x="16200" y="14427"/>
                  <a:pt x="16200" y="4201"/>
                  <a:pt x="16200" y="4201"/>
                </a:cubicBezTo>
                <a:close/>
                <a:moveTo>
                  <a:pt x="20250" y="3724"/>
                </a:moveTo>
                <a:lnTo>
                  <a:pt x="16200" y="1489"/>
                </a:lnTo>
                <a:lnTo>
                  <a:pt x="10800" y="5214"/>
                </a:lnTo>
                <a:lnTo>
                  <a:pt x="5400" y="2234"/>
                </a:lnTo>
                <a:lnTo>
                  <a:pt x="1350" y="4469"/>
                </a:lnTo>
                <a:lnTo>
                  <a:pt x="1350" y="19365"/>
                </a:lnTo>
                <a:lnTo>
                  <a:pt x="5400" y="17131"/>
                </a:lnTo>
                <a:lnTo>
                  <a:pt x="10800" y="18621"/>
                </a:lnTo>
                <a:lnTo>
                  <a:pt x="16200" y="16386"/>
                </a:lnTo>
                <a:lnTo>
                  <a:pt x="20250" y="17876"/>
                </a:lnTo>
                <a:cubicBezTo>
                  <a:pt x="20250" y="17876"/>
                  <a:pt x="20250" y="3724"/>
                  <a:pt x="20250" y="3724"/>
                </a:cubicBezTo>
                <a:close/>
                <a:moveTo>
                  <a:pt x="16200" y="17876"/>
                </a:moveTo>
                <a:lnTo>
                  <a:pt x="10800" y="20110"/>
                </a:lnTo>
                <a:lnTo>
                  <a:pt x="5400" y="18621"/>
                </a:lnTo>
                <a:lnTo>
                  <a:pt x="0" y="21600"/>
                </a:lnTo>
                <a:lnTo>
                  <a:pt x="0" y="3707"/>
                </a:lnTo>
                <a:lnTo>
                  <a:pt x="5400" y="745"/>
                </a:lnTo>
                <a:lnTo>
                  <a:pt x="10800" y="3724"/>
                </a:lnTo>
                <a:lnTo>
                  <a:pt x="16200" y="0"/>
                </a:lnTo>
                <a:lnTo>
                  <a:pt x="21600" y="2979"/>
                </a:lnTo>
                <a:lnTo>
                  <a:pt x="21600" y="20110"/>
                </a:lnTo>
                <a:cubicBezTo>
                  <a:pt x="21600" y="20110"/>
                  <a:pt x="16200" y="17876"/>
                  <a:pt x="16200" y="17876"/>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496" name="Shape 2496"/>
          <p:cNvSpPr/>
          <p:nvPr/>
        </p:nvSpPr>
        <p:spPr>
          <a:xfrm>
            <a:off x="13774739" y="4321175"/>
            <a:ext cx="603251" cy="8048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5400"/>
                </a:moveTo>
                <a:cubicBezTo>
                  <a:pt x="9309" y="5400"/>
                  <a:pt x="8100" y="6306"/>
                  <a:pt x="8100" y="7425"/>
                </a:cubicBezTo>
                <a:cubicBezTo>
                  <a:pt x="8100" y="8543"/>
                  <a:pt x="9309" y="9450"/>
                  <a:pt x="10800" y="9450"/>
                </a:cubicBezTo>
                <a:cubicBezTo>
                  <a:pt x="12291" y="9450"/>
                  <a:pt x="13500" y="8543"/>
                  <a:pt x="13500" y="7425"/>
                </a:cubicBezTo>
                <a:cubicBezTo>
                  <a:pt x="13500" y="6306"/>
                  <a:pt x="12291" y="5400"/>
                  <a:pt x="10800" y="5400"/>
                </a:cubicBezTo>
                <a:close/>
                <a:moveTo>
                  <a:pt x="10800" y="10800"/>
                </a:moveTo>
                <a:cubicBezTo>
                  <a:pt x="8315" y="10800"/>
                  <a:pt x="6300" y="9289"/>
                  <a:pt x="6300" y="7425"/>
                </a:cubicBezTo>
                <a:cubicBezTo>
                  <a:pt x="6300" y="5561"/>
                  <a:pt x="8315" y="4050"/>
                  <a:pt x="10800" y="4050"/>
                </a:cubicBezTo>
                <a:cubicBezTo>
                  <a:pt x="13285" y="4050"/>
                  <a:pt x="15300" y="5561"/>
                  <a:pt x="15300" y="7425"/>
                </a:cubicBezTo>
                <a:cubicBezTo>
                  <a:pt x="15300" y="9289"/>
                  <a:pt x="13285" y="10800"/>
                  <a:pt x="10800" y="10800"/>
                </a:cubicBezTo>
                <a:close/>
                <a:moveTo>
                  <a:pt x="10800" y="1350"/>
                </a:moveTo>
                <a:cubicBezTo>
                  <a:pt x="5830" y="1350"/>
                  <a:pt x="1800" y="4410"/>
                  <a:pt x="1800" y="8184"/>
                </a:cubicBezTo>
                <a:cubicBezTo>
                  <a:pt x="1800" y="11959"/>
                  <a:pt x="10800" y="19575"/>
                  <a:pt x="10800" y="19575"/>
                </a:cubicBezTo>
                <a:cubicBezTo>
                  <a:pt x="10800" y="19575"/>
                  <a:pt x="19800" y="11959"/>
                  <a:pt x="19800" y="8184"/>
                </a:cubicBezTo>
                <a:cubicBezTo>
                  <a:pt x="19800" y="4410"/>
                  <a:pt x="15771" y="1350"/>
                  <a:pt x="10800" y="1350"/>
                </a:cubicBezTo>
                <a:close/>
                <a:moveTo>
                  <a:pt x="10800" y="21600"/>
                </a:moveTo>
                <a:cubicBezTo>
                  <a:pt x="10800" y="21600"/>
                  <a:pt x="0" y="12573"/>
                  <a:pt x="0" y="8100"/>
                </a:cubicBezTo>
                <a:cubicBezTo>
                  <a:pt x="0" y="3626"/>
                  <a:pt x="4835" y="0"/>
                  <a:pt x="10800" y="0"/>
                </a:cubicBezTo>
                <a:cubicBezTo>
                  <a:pt x="16765" y="0"/>
                  <a:pt x="21600" y="3626"/>
                  <a:pt x="21600" y="8100"/>
                </a:cubicBezTo>
                <a:cubicBezTo>
                  <a:pt x="21600" y="12573"/>
                  <a:pt x="10800" y="21600"/>
                  <a:pt x="10800" y="21600"/>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497" name="Shape 2497"/>
          <p:cNvSpPr/>
          <p:nvPr/>
        </p:nvSpPr>
        <p:spPr>
          <a:xfrm>
            <a:off x="14909800" y="6657975"/>
            <a:ext cx="804863" cy="8048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12150"/>
                </a:moveTo>
                <a:lnTo>
                  <a:pt x="16200" y="12150"/>
                </a:lnTo>
                <a:lnTo>
                  <a:pt x="16200" y="13500"/>
                </a:lnTo>
                <a:lnTo>
                  <a:pt x="17550" y="13500"/>
                </a:lnTo>
                <a:cubicBezTo>
                  <a:pt x="17550" y="13500"/>
                  <a:pt x="17550" y="12150"/>
                  <a:pt x="17550" y="12150"/>
                </a:cubicBezTo>
                <a:close/>
                <a:moveTo>
                  <a:pt x="16864" y="14839"/>
                </a:moveTo>
                <a:cubicBezTo>
                  <a:pt x="15746" y="14839"/>
                  <a:pt x="14840" y="13933"/>
                  <a:pt x="14840" y="12815"/>
                </a:cubicBezTo>
                <a:cubicBezTo>
                  <a:pt x="14840" y="11696"/>
                  <a:pt x="15746" y="10789"/>
                  <a:pt x="16864" y="10789"/>
                </a:cubicBezTo>
                <a:cubicBezTo>
                  <a:pt x="17983" y="10789"/>
                  <a:pt x="18889" y="11696"/>
                  <a:pt x="18889" y="12815"/>
                </a:cubicBezTo>
                <a:cubicBezTo>
                  <a:pt x="18889" y="13933"/>
                  <a:pt x="17983" y="14839"/>
                  <a:pt x="16864" y="14839"/>
                </a:cubicBezTo>
                <a:close/>
                <a:moveTo>
                  <a:pt x="20250" y="6750"/>
                </a:moveTo>
                <a:cubicBezTo>
                  <a:pt x="20250" y="6377"/>
                  <a:pt x="19948" y="6075"/>
                  <a:pt x="19575" y="6075"/>
                </a:cubicBezTo>
                <a:lnTo>
                  <a:pt x="2025" y="6075"/>
                </a:lnTo>
                <a:cubicBezTo>
                  <a:pt x="1652" y="6075"/>
                  <a:pt x="1350" y="6377"/>
                  <a:pt x="1350" y="6750"/>
                </a:cubicBezTo>
                <a:lnTo>
                  <a:pt x="1350" y="19575"/>
                </a:lnTo>
                <a:cubicBezTo>
                  <a:pt x="1350" y="19948"/>
                  <a:pt x="1652" y="20250"/>
                  <a:pt x="2025" y="20250"/>
                </a:cubicBezTo>
                <a:lnTo>
                  <a:pt x="19575" y="20250"/>
                </a:lnTo>
                <a:cubicBezTo>
                  <a:pt x="19948" y="20250"/>
                  <a:pt x="20250" y="19948"/>
                  <a:pt x="20250" y="19575"/>
                </a:cubicBezTo>
                <a:cubicBezTo>
                  <a:pt x="20250" y="19575"/>
                  <a:pt x="20250" y="6750"/>
                  <a:pt x="20250" y="6750"/>
                </a:cubicBezTo>
                <a:close/>
                <a:moveTo>
                  <a:pt x="16200" y="2025"/>
                </a:moveTo>
                <a:cubicBezTo>
                  <a:pt x="16200" y="1652"/>
                  <a:pt x="15898" y="1350"/>
                  <a:pt x="15525" y="1350"/>
                </a:cubicBezTo>
                <a:lnTo>
                  <a:pt x="2025" y="1350"/>
                </a:lnTo>
                <a:cubicBezTo>
                  <a:pt x="1652" y="1350"/>
                  <a:pt x="1350" y="1652"/>
                  <a:pt x="1350" y="2025"/>
                </a:cubicBezTo>
                <a:lnTo>
                  <a:pt x="1350" y="4718"/>
                </a:lnTo>
                <a:lnTo>
                  <a:pt x="16200" y="4718"/>
                </a:lnTo>
                <a:lnTo>
                  <a:pt x="16200" y="3375"/>
                </a:lnTo>
                <a:cubicBezTo>
                  <a:pt x="16200" y="3375"/>
                  <a:pt x="16200" y="3375"/>
                  <a:pt x="16200" y="3375"/>
                </a:cubicBezTo>
                <a:cubicBezTo>
                  <a:pt x="16200" y="3375"/>
                  <a:pt x="16200" y="2025"/>
                  <a:pt x="16200" y="2025"/>
                </a:cubicBezTo>
                <a:close/>
                <a:moveTo>
                  <a:pt x="20250" y="21600"/>
                </a:moveTo>
                <a:lnTo>
                  <a:pt x="1350" y="21600"/>
                </a:lnTo>
                <a:cubicBezTo>
                  <a:pt x="605" y="21600"/>
                  <a:pt x="0" y="20995"/>
                  <a:pt x="0" y="20250"/>
                </a:cubicBezTo>
                <a:lnTo>
                  <a:pt x="0" y="2018"/>
                </a:lnTo>
                <a:lnTo>
                  <a:pt x="31" y="2018"/>
                </a:lnTo>
                <a:cubicBezTo>
                  <a:pt x="180" y="880"/>
                  <a:pt x="1095" y="0"/>
                  <a:pt x="2214" y="0"/>
                </a:cubicBezTo>
                <a:lnTo>
                  <a:pt x="15329" y="0"/>
                </a:lnTo>
                <a:cubicBezTo>
                  <a:pt x="16552" y="0"/>
                  <a:pt x="17543" y="1047"/>
                  <a:pt x="17543" y="2339"/>
                </a:cubicBezTo>
                <a:lnTo>
                  <a:pt x="17543" y="3743"/>
                </a:lnTo>
                <a:cubicBezTo>
                  <a:pt x="17543" y="3848"/>
                  <a:pt x="17527" y="3949"/>
                  <a:pt x="17514" y="4050"/>
                </a:cubicBezTo>
                <a:lnTo>
                  <a:pt x="17543" y="4050"/>
                </a:lnTo>
                <a:lnTo>
                  <a:pt x="17543" y="4725"/>
                </a:lnTo>
                <a:lnTo>
                  <a:pt x="20250" y="4725"/>
                </a:lnTo>
                <a:cubicBezTo>
                  <a:pt x="20996" y="4725"/>
                  <a:pt x="21600" y="5329"/>
                  <a:pt x="21600" y="6075"/>
                </a:cubicBezTo>
                <a:lnTo>
                  <a:pt x="21600" y="20250"/>
                </a:lnTo>
                <a:cubicBezTo>
                  <a:pt x="21600" y="20995"/>
                  <a:pt x="20996" y="21600"/>
                  <a:pt x="20250" y="21600"/>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498" name="Shape 2498"/>
          <p:cNvSpPr/>
          <p:nvPr/>
        </p:nvSpPr>
        <p:spPr>
          <a:xfrm>
            <a:off x="11218863" y="3381375"/>
            <a:ext cx="804863" cy="7540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10076"/>
                </a:moveTo>
                <a:lnTo>
                  <a:pt x="14175" y="10076"/>
                </a:lnTo>
                <a:cubicBezTo>
                  <a:pt x="14548" y="10076"/>
                  <a:pt x="14850" y="10398"/>
                  <a:pt x="14850" y="10795"/>
                </a:cubicBezTo>
                <a:cubicBezTo>
                  <a:pt x="14850" y="11193"/>
                  <a:pt x="14548" y="11515"/>
                  <a:pt x="14175" y="11515"/>
                </a:cubicBezTo>
                <a:lnTo>
                  <a:pt x="7425" y="11515"/>
                </a:lnTo>
                <a:cubicBezTo>
                  <a:pt x="7052" y="11515"/>
                  <a:pt x="6750" y="11193"/>
                  <a:pt x="6750" y="10795"/>
                </a:cubicBezTo>
                <a:cubicBezTo>
                  <a:pt x="6750" y="10398"/>
                  <a:pt x="7052" y="10076"/>
                  <a:pt x="7425" y="10076"/>
                </a:cubicBezTo>
                <a:close/>
                <a:moveTo>
                  <a:pt x="16875" y="7197"/>
                </a:moveTo>
                <a:lnTo>
                  <a:pt x="4725" y="7197"/>
                </a:lnTo>
                <a:cubicBezTo>
                  <a:pt x="4352" y="7197"/>
                  <a:pt x="4050" y="6875"/>
                  <a:pt x="4050" y="6477"/>
                </a:cubicBezTo>
                <a:cubicBezTo>
                  <a:pt x="4050" y="6080"/>
                  <a:pt x="4352" y="5758"/>
                  <a:pt x="4725" y="5758"/>
                </a:cubicBezTo>
                <a:lnTo>
                  <a:pt x="16875" y="5758"/>
                </a:lnTo>
                <a:cubicBezTo>
                  <a:pt x="17248" y="5758"/>
                  <a:pt x="17550" y="6080"/>
                  <a:pt x="17550" y="6477"/>
                </a:cubicBezTo>
                <a:cubicBezTo>
                  <a:pt x="17550" y="6875"/>
                  <a:pt x="17248" y="7197"/>
                  <a:pt x="16875" y="7197"/>
                </a:cubicBezTo>
                <a:close/>
                <a:moveTo>
                  <a:pt x="20250" y="2879"/>
                </a:moveTo>
                <a:cubicBezTo>
                  <a:pt x="20250" y="2084"/>
                  <a:pt x="19645" y="1439"/>
                  <a:pt x="18900" y="1439"/>
                </a:cubicBezTo>
                <a:lnTo>
                  <a:pt x="2700" y="1439"/>
                </a:lnTo>
                <a:cubicBezTo>
                  <a:pt x="1955" y="1439"/>
                  <a:pt x="1350" y="2084"/>
                  <a:pt x="1350" y="2879"/>
                </a:cubicBezTo>
                <a:lnTo>
                  <a:pt x="1350" y="15834"/>
                </a:lnTo>
                <a:cubicBezTo>
                  <a:pt x="1350" y="16629"/>
                  <a:pt x="1955" y="17273"/>
                  <a:pt x="2700" y="17273"/>
                </a:cubicBezTo>
                <a:lnTo>
                  <a:pt x="8767" y="17273"/>
                </a:lnTo>
                <a:lnTo>
                  <a:pt x="10800" y="19441"/>
                </a:lnTo>
                <a:lnTo>
                  <a:pt x="12833" y="17273"/>
                </a:lnTo>
                <a:lnTo>
                  <a:pt x="18900" y="17273"/>
                </a:lnTo>
                <a:cubicBezTo>
                  <a:pt x="19645" y="17273"/>
                  <a:pt x="20250" y="16629"/>
                  <a:pt x="20250" y="15834"/>
                </a:cubicBezTo>
                <a:cubicBezTo>
                  <a:pt x="20250" y="15834"/>
                  <a:pt x="20250" y="2879"/>
                  <a:pt x="20250" y="2879"/>
                </a:cubicBezTo>
                <a:close/>
                <a:moveTo>
                  <a:pt x="19575" y="18712"/>
                </a:moveTo>
                <a:lnTo>
                  <a:pt x="13508" y="18712"/>
                </a:lnTo>
                <a:lnTo>
                  <a:pt x="10800" y="21600"/>
                </a:lnTo>
                <a:lnTo>
                  <a:pt x="8091" y="18712"/>
                </a:lnTo>
                <a:lnTo>
                  <a:pt x="2025" y="18712"/>
                </a:lnTo>
                <a:cubicBezTo>
                  <a:pt x="907" y="18712"/>
                  <a:pt x="0" y="17746"/>
                  <a:pt x="0" y="16553"/>
                </a:cubicBezTo>
                <a:lnTo>
                  <a:pt x="0" y="2159"/>
                </a:lnTo>
                <a:cubicBezTo>
                  <a:pt x="0" y="967"/>
                  <a:pt x="907" y="0"/>
                  <a:pt x="2025" y="0"/>
                </a:cubicBezTo>
                <a:lnTo>
                  <a:pt x="19575" y="0"/>
                </a:lnTo>
                <a:cubicBezTo>
                  <a:pt x="20693" y="0"/>
                  <a:pt x="21600" y="967"/>
                  <a:pt x="21600" y="2159"/>
                </a:cubicBezTo>
                <a:lnTo>
                  <a:pt x="21600" y="16553"/>
                </a:lnTo>
                <a:cubicBezTo>
                  <a:pt x="21600" y="17746"/>
                  <a:pt x="20693" y="18712"/>
                  <a:pt x="19575" y="18712"/>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499" name="Shape 2499"/>
          <p:cNvSpPr/>
          <p:nvPr/>
        </p:nvSpPr>
        <p:spPr>
          <a:xfrm>
            <a:off x="7616825" y="6708775"/>
            <a:ext cx="777875" cy="7794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21" y="17419"/>
                </a:moveTo>
                <a:lnTo>
                  <a:pt x="16723" y="17419"/>
                </a:lnTo>
                <a:lnTo>
                  <a:pt x="16723" y="5275"/>
                </a:lnTo>
                <a:cubicBezTo>
                  <a:pt x="16723" y="5275"/>
                  <a:pt x="5121" y="17419"/>
                  <a:pt x="5121" y="17419"/>
                </a:cubicBezTo>
                <a:close/>
                <a:moveTo>
                  <a:pt x="4180" y="4181"/>
                </a:moveTo>
                <a:lnTo>
                  <a:pt x="4180" y="16368"/>
                </a:lnTo>
                <a:lnTo>
                  <a:pt x="15823" y="4181"/>
                </a:lnTo>
                <a:cubicBezTo>
                  <a:pt x="15823" y="4181"/>
                  <a:pt x="4180" y="4181"/>
                  <a:pt x="4180" y="4181"/>
                </a:cubicBezTo>
                <a:close/>
                <a:moveTo>
                  <a:pt x="20903" y="18813"/>
                </a:moveTo>
                <a:lnTo>
                  <a:pt x="18116" y="18813"/>
                </a:lnTo>
                <a:lnTo>
                  <a:pt x="18116" y="20903"/>
                </a:lnTo>
                <a:cubicBezTo>
                  <a:pt x="18116" y="21288"/>
                  <a:pt x="17804" y="21600"/>
                  <a:pt x="17420" y="21600"/>
                </a:cubicBezTo>
                <a:cubicBezTo>
                  <a:pt x="17035" y="21600"/>
                  <a:pt x="16723" y="21288"/>
                  <a:pt x="16723" y="20903"/>
                </a:cubicBezTo>
                <a:lnTo>
                  <a:pt x="16723" y="18813"/>
                </a:lnTo>
                <a:lnTo>
                  <a:pt x="3484" y="18813"/>
                </a:lnTo>
                <a:cubicBezTo>
                  <a:pt x="3425" y="18813"/>
                  <a:pt x="3372" y="18793"/>
                  <a:pt x="3317" y="18779"/>
                </a:cubicBezTo>
                <a:cubicBezTo>
                  <a:pt x="3286" y="18771"/>
                  <a:pt x="3254" y="18773"/>
                  <a:pt x="3224" y="18761"/>
                </a:cubicBezTo>
                <a:cubicBezTo>
                  <a:pt x="3049" y="18689"/>
                  <a:pt x="2910" y="18551"/>
                  <a:pt x="2839" y="18375"/>
                </a:cubicBezTo>
                <a:cubicBezTo>
                  <a:pt x="2829" y="18350"/>
                  <a:pt x="2831" y="18322"/>
                  <a:pt x="2824" y="18297"/>
                </a:cubicBezTo>
                <a:cubicBezTo>
                  <a:pt x="2807" y="18238"/>
                  <a:pt x="2787" y="18180"/>
                  <a:pt x="2787" y="18116"/>
                </a:cubicBezTo>
                <a:lnTo>
                  <a:pt x="2787" y="4181"/>
                </a:lnTo>
                <a:lnTo>
                  <a:pt x="697" y="4181"/>
                </a:lnTo>
                <a:cubicBezTo>
                  <a:pt x="312" y="4181"/>
                  <a:pt x="0" y="3869"/>
                  <a:pt x="0" y="3484"/>
                </a:cubicBezTo>
                <a:cubicBezTo>
                  <a:pt x="0" y="3099"/>
                  <a:pt x="312" y="2787"/>
                  <a:pt x="697" y="2787"/>
                </a:cubicBezTo>
                <a:lnTo>
                  <a:pt x="2787" y="2787"/>
                </a:lnTo>
                <a:lnTo>
                  <a:pt x="2787" y="697"/>
                </a:lnTo>
                <a:cubicBezTo>
                  <a:pt x="2787" y="312"/>
                  <a:pt x="3099" y="0"/>
                  <a:pt x="3484" y="0"/>
                </a:cubicBezTo>
                <a:cubicBezTo>
                  <a:pt x="3869" y="0"/>
                  <a:pt x="4180" y="312"/>
                  <a:pt x="4180" y="697"/>
                </a:cubicBezTo>
                <a:lnTo>
                  <a:pt x="4180" y="2787"/>
                </a:lnTo>
                <a:lnTo>
                  <a:pt x="17154" y="2787"/>
                </a:lnTo>
                <a:lnTo>
                  <a:pt x="18301" y="1587"/>
                </a:lnTo>
                <a:cubicBezTo>
                  <a:pt x="18575" y="1312"/>
                  <a:pt x="19020" y="1312"/>
                  <a:pt x="19295" y="1587"/>
                </a:cubicBezTo>
                <a:cubicBezTo>
                  <a:pt x="19569" y="1862"/>
                  <a:pt x="19569" y="2308"/>
                  <a:pt x="19295" y="2582"/>
                </a:cubicBezTo>
                <a:lnTo>
                  <a:pt x="18116" y="3816"/>
                </a:lnTo>
                <a:lnTo>
                  <a:pt x="18116" y="17419"/>
                </a:lnTo>
                <a:lnTo>
                  <a:pt x="20903" y="17419"/>
                </a:lnTo>
                <a:cubicBezTo>
                  <a:pt x="21288" y="17419"/>
                  <a:pt x="21600" y="17731"/>
                  <a:pt x="21600" y="18116"/>
                </a:cubicBezTo>
                <a:cubicBezTo>
                  <a:pt x="21600" y="18501"/>
                  <a:pt x="21288" y="18813"/>
                  <a:pt x="20903" y="18813"/>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500" name="Shape 2500"/>
          <p:cNvSpPr/>
          <p:nvPr/>
        </p:nvSpPr>
        <p:spPr>
          <a:xfrm>
            <a:off x="11333163" y="10220325"/>
            <a:ext cx="804863" cy="8048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6075"/>
                </a:moveTo>
                <a:lnTo>
                  <a:pt x="10125" y="6075"/>
                </a:lnTo>
                <a:lnTo>
                  <a:pt x="10125" y="7425"/>
                </a:lnTo>
                <a:lnTo>
                  <a:pt x="8775" y="7425"/>
                </a:lnTo>
                <a:lnTo>
                  <a:pt x="8775" y="6075"/>
                </a:lnTo>
                <a:lnTo>
                  <a:pt x="4050" y="6075"/>
                </a:lnTo>
                <a:cubicBezTo>
                  <a:pt x="3677" y="6075"/>
                  <a:pt x="3375" y="5773"/>
                  <a:pt x="3375" y="5400"/>
                </a:cubicBezTo>
                <a:cubicBezTo>
                  <a:pt x="3375" y="5027"/>
                  <a:pt x="3677" y="4725"/>
                  <a:pt x="4050" y="4725"/>
                </a:cubicBezTo>
                <a:lnTo>
                  <a:pt x="8775" y="4725"/>
                </a:lnTo>
                <a:lnTo>
                  <a:pt x="8775" y="3375"/>
                </a:lnTo>
                <a:lnTo>
                  <a:pt x="10125" y="3375"/>
                </a:lnTo>
                <a:lnTo>
                  <a:pt x="10125" y="4725"/>
                </a:lnTo>
                <a:lnTo>
                  <a:pt x="17550" y="4725"/>
                </a:lnTo>
                <a:cubicBezTo>
                  <a:pt x="17923" y="4725"/>
                  <a:pt x="18225" y="5027"/>
                  <a:pt x="18225" y="5400"/>
                </a:cubicBezTo>
                <a:cubicBezTo>
                  <a:pt x="18225" y="5773"/>
                  <a:pt x="17923" y="6075"/>
                  <a:pt x="17550" y="6075"/>
                </a:cubicBezTo>
                <a:close/>
                <a:moveTo>
                  <a:pt x="17550" y="11475"/>
                </a:moveTo>
                <a:lnTo>
                  <a:pt x="15525" y="11475"/>
                </a:lnTo>
                <a:lnTo>
                  <a:pt x="15525" y="12825"/>
                </a:lnTo>
                <a:lnTo>
                  <a:pt x="14175" y="12825"/>
                </a:lnTo>
                <a:lnTo>
                  <a:pt x="14175" y="11475"/>
                </a:lnTo>
                <a:lnTo>
                  <a:pt x="4050" y="11475"/>
                </a:lnTo>
                <a:cubicBezTo>
                  <a:pt x="3677" y="11475"/>
                  <a:pt x="3375" y="11173"/>
                  <a:pt x="3375" y="10800"/>
                </a:cubicBezTo>
                <a:cubicBezTo>
                  <a:pt x="3375" y="10427"/>
                  <a:pt x="3677" y="10125"/>
                  <a:pt x="4050" y="10125"/>
                </a:cubicBezTo>
                <a:lnTo>
                  <a:pt x="14175" y="10125"/>
                </a:lnTo>
                <a:lnTo>
                  <a:pt x="14175" y="8775"/>
                </a:lnTo>
                <a:lnTo>
                  <a:pt x="15525" y="8775"/>
                </a:lnTo>
                <a:lnTo>
                  <a:pt x="15525" y="10125"/>
                </a:lnTo>
                <a:lnTo>
                  <a:pt x="17550" y="10125"/>
                </a:lnTo>
                <a:cubicBezTo>
                  <a:pt x="17923" y="10125"/>
                  <a:pt x="18225" y="10427"/>
                  <a:pt x="18225" y="10800"/>
                </a:cubicBezTo>
                <a:cubicBezTo>
                  <a:pt x="18225" y="11173"/>
                  <a:pt x="17923" y="11475"/>
                  <a:pt x="17550" y="11475"/>
                </a:cubicBezTo>
                <a:close/>
                <a:moveTo>
                  <a:pt x="17550" y="16875"/>
                </a:moveTo>
                <a:lnTo>
                  <a:pt x="6750" y="16875"/>
                </a:lnTo>
                <a:lnTo>
                  <a:pt x="6750" y="18225"/>
                </a:lnTo>
                <a:lnTo>
                  <a:pt x="5400" y="18225"/>
                </a:lnTo>
                <a:lnTo>
                  <a:pt x="5400" y="16875"/>
                </a:lnTo>
                <a:lnTo>
                  <a:pt x="4050" y="16875"/>
                </a:lnTo>
                <a:cubicBezTo>
                  <a:pt x="3677" y="16875"/>
                  <a:pt x="3375" y="16573"/>
                  <a:pt x="3375" y="16200"/>
                </a:cubicBezTo>
                <a:cubicBezTo>
                  <a:pt x="3375" y="15828"/>
                  <a:pt x="3677" y="15525"/>
                  <a:pt x="4050" y="15525"/>
                </a:cubicBezTo>
                <a:lnTo>
                  <a:pt x="5400" y="15525"/>
                </a:lnTo>
                <a:lnTo>
                  <a:pt x="5400" y="14175"/>
                </a:lnTo>
                <a:lnTo>
                  <a:pt x="6750" y="14175"/>
                </a:lnTo>
                <a:lnTo>
                  <a:pt x="6750" y="15525"/>
                </a:lnTo>
                <a:lnTo>
                  <a:pt x="17550" y="15525"/>
                </a:lnTo>
                <a:cubicBezTo>
                  <a:pt x="17923" y="15525"/>
                  <a:pt x="18225" y="15828"/>
                  <a:pt x="18225" y="16200"/>
                </a:cubicBezTo>
                <a:cubicBezTo>
                  <a:pt x="18225" y="16573"/>
                  <a:pt x="17923" y="16875"/>
                  <a:pt x="17550" y="16875"/>
                </a:cubicBezTo>
                <a:close/>
                <a:moveTo>
                  <a:pt x="20250" y="2025"/>
                </a:moveTo>
                <a:cubicBezTo>
                  <a:pt x="20250" y="1652"/>
                  <a:pt x="19948" y="1350"/>
                  <a:pt x="19575" y="1350"/>
                </a:cubicBezTo>
                <a:lnTo>
                  <a:pt x="2025" y="1350"/>
                </a:lnTo>
                <a:cubicBezTo>
                  <a:pt x="1652" y="1350"/>
                  <a:pt x="1350" y="1652"/>
                  <a:pt x="1350" y="2025"/>
                </a:cubicBezTo>
                <a:lnTo>
                  <a:pt x="1350" y="19575"/>
                </a:lnTo>
                <a:cubicBezTo>
                  <a:pt x="1350" y="19948"/>
                  <a:pt x="1652" y="20250"/>
                  <a:pt x="2025" y="20250"/>
                </a:cubicBezTo>
                <a:lnTo>
                  <a:pt x="19575" y="20250"/>
                </a:lnTo>
                <a:cubicBezTo>
                  <a:pt x="19948" y="20250"/>
                  <a:pt x="20250" y="19948"/>
                  <a:pt x="20250" y="19575"/>
                </a:cubicBezTo>
                <a:cubicBezTo>
                  <a:pt x="20250" y="19575"/>
                  <a:pt x="20250" y="2025"/>
                  <a:pt x="20250" y="2025"/>
                </a:cubicBezTo>
                <a:close/>
                <a:moveTo>
                  <a:pt x="19575" y="21600"/>
                </a:moveTo>
                <a:lnTo>
                  <a:pt x="2025" y="21600"/>
                </a:lnTo>
                <a:cubicBezTo>
                  <a:pt x="907" y="21600"/>
                  <a:pt x="0" y="20693"/>
                  <a:pt x="0" y="19575"/>
                </a:cubicBezTo>
                <a:lnTo>
                  <a:pt x="0" y="2025"/>
                </a:lnTo>
                <a:cubicBezTo>
                  <a:pt x="0" y="907"/>
                  <a:pt x="907" y="0"/>
                  <a:pt x="2025" y="0"/>
                </a:cubicBezTo>
                <a:lnTo>
                  <a:pt x="19575" y="0"/>
                </a:lnTo>
                <a:cubicBezTo>
                  <a:pt x="20693" y="0"/>
                  <a:pt x="21600" y="907"/>
                  <a:pt x="21600" y="2025"/>
                </a:cubicBezTo>
                <a:lnTo>
                  <a:pt x="21600" y="19575"/>
                </a:lnTo>
                <a:cubicBezTo>
                  <a:pt x="21600" y="20693"/>
                  <a:pt x="20693" y="21600"/>
                  <a:pt x="19575" y="21600"/>
                </a:cubicBezTo>
                <a:close/>
              </a:path>
            </a:pathLst>
          </a:custGeom>
          <a:solidFill>
            <a:srgbClr val="000000"/>
          </a:solidFill>
          <a:ln w="12700">
            <a:miter lim="400000"/>
          </a:ln>
        </p:spPr>
        <p:txBody>
          <a:bodyPr lIns="45719" rIns="45719"/>
          <a:lstStyle/>
          <a:p>
            <a:pPr defTabSz="914400">
              <a:defRPr sz="5600">
                <a:latin typeface="Gill Sans"/>
                <a:ea typeface="Gill Sans"/>
                <a:cs typeface="Gill Sans"/>
                <a:sym typeface="Gill Sans"/>
              </a:defRPr>
            </a:pPr>
          </a:p>
        </p:txBody>
      </p:sp>
      <p:sp>
        <p:nvSpPr>
          <p:cNvPr id="2501" name="Shape 2501"/>
          <p:cNvSpPr/>
          <p:nvPr/>
        </p:nvSpPr>
        <p:spPr>
          <a:xfrm>
            <a:off x="8924925" y="9121775"/>
            <a:ext cx="803275" cy="7540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10076"/>
                </a:moveTo>
                <a:lnTo>
                  <a:pt x="14175" y="10076"/>
                </a:lnTo>
                <a:cubicBezTo>
                  <a:pt x="14548" y="10076"/>
                  <a:pt x="14850" y="10398"/>
                  <a:pt x="14850" y="10795"/>
                </a:cubicBezTo>
                <a:cubicBezTo>
                  <a:pt x="14850" y="11193"/>
                  <a:pt x="14548" y="11515"/>
                  <a:pt x="14175" y="11515"/>
                </a:cubicBezTo>
                <a:lnTo>
                  <a:pt x="7425" y="11515"/>
                </a:lnTo>
                <a:cubicBezTo>
                  <a:pt x="7052" y="11515"/>
                  <a:pt x="6750" y="11193"/>
                  <a:pt x="6750" y="10795"/>
                </a:cubicBezTo>
                <a:cubicBezTo>
                  <a:pt x="6750" y="10398"/>
                  <a:pt x="7052" y="10076"/>
                  <a:pt x="7425" y="10076"/>
                </a:cubicBezTo>
                <a:close/>
                <a:moveTo>
                  <a:pt x="16875" y="7197"/>
                </a:moveTo>
                <a:lnTo>
                  <a:pt x="4725" y="7197"/>
                </a:lnTo>
                <a:cubicBezTo>
                  <a:pt x="4352" y="7197"/>
                  <a:pt x="4050" y="6875"/>
                  <a:pt x="4050" y="6477"/>
                </a:cubicBezTo>
                <a:cubicBezTo>
                  <a:pt x="4050" y="6080"/>
                  <a:pt x="4352" y="5758"/>
                  <a:pt x="4725" y="5758"/>
                </a:cubicBezTo>
                <a:lnTo>
                  <a:pt x="16875" y="5758"/>
                </a:lnTo>
                <a:cubicBezTo>
                  <a:pt x="17248" y="5758"/>
                  <a:pt x="17550" y="6080"/>
                  <a:pt x="17550" y="6477"/>
                </a:cubicBezTo>
                <a:cubicBezTo>
                  <a:pt x="17550" y="6875"/>
                  <a:pt x="17248" y="7197"/>
                  <a:pt x="16875" y="7197"/>
                </a:cubicBezTo>
                <a:close/>
                <a:moveTo>
                  <a:pt x="20250" y="2879"/>
                </a:moveTo>
                <a:cubicBezTo>
                  <a:pt x="20250" y="2084"/>
                  <a:pt x="19645" y="1439"/>
                  <a:pt x="18900" y="1439"/>
                </a:cubicBezTo>
                <a:lnTo>
                  <a:pt x="2700" y="1439"/>
                </a:lnTo>
                <a:cubicBezTo>
                  <a:pt x="1955" y="1439"/>
                  <a:pt x="1350" y="2084"/>
                  <a:pt x="1350" y="2879"/>
                </a:cubicBezTo>
                <a:lnTo>
                  <a:pt x="1350" y="15834"/>
                </a:lnTo>
                <a:cubicBezTo>
                  <a:pt x="1350" y="16629"/>
                  <a:pt x="1955" y="17273"/>
                  <a:pt x="2700" y="17273"/>
                </a:cubicBezTo>
                <a:lnTo>
                  <a:pt x="8767" y="17273"/>
                </a:lnTo>
                <a:lnTo>
                  <a:pt x="10800" y="19441"/>
                </a:lnTo>
                <a:lnTo>
                  <a:pt x="12833" y="17273"/>
                </a:lnTo>
                <a:lnTo>
                  <a:pt x="18900" y="17273"/>
                </a:lnTo>
                <a:cubicBezTo>
                  <a:pt x="19645" y="17273"/>
                  <a:pt x="20250" y="16629"/>
                  <a:pt x="20250" y="15834"/>
                </a:cubicBezTo>
                <a:cubicBezTo>
                  <a:pt x="20250" y="15834"/>
                  <a:pt x="20250" y="2879"/>
                  <a:pt x="20250" y="2879"/>
                </a:cubicBezTo>
                <a:close/>
                <a:moveTo>
                  <a:pt x="19575" y="18712"/>
                </a:moveTo>
                <a:lnTo>
                  <a:pt x="13508" y="18712"/>
                </a:lnTo>
                <a:lnTo>
                  <a:pt x="10800" y="21600"/>
                </a:lnTo>
                <a:lnTo>
                  <a:pt x="8091" y="18712"/>
                </a:lnTo>
                <a:lnTo>
                  <a:pt x="2025" y="18712"/>
                </a:lnTo>
                <a:cubicBezTo>
                  <a:pt x="907" y="18712"/>
                  <a:pt x="0" y="17746"/>
                  <a:pt x="0" y="16553"/>
                </a:cubicBezTo>
                <a:lnTo>
                  <a:pt x="0" y="2159"/>
                </a:lnTo>
                <a:cubicBezTo>
                  <a:pt x="0" y="967"/>
                  <a:pt x="907" y="0"/>
                  <a:pt x="2025" y="0"/>
                </a:cubicBezTo>
                <a:lnTo>
                  <a:pt x="19575" y="0"/>
                </a:lnTo>
                <a:cubicBezTo>
                  <a:pt x="20693" y="0"/>
                  <a:pt x="21600" y="967"/>
                  <a:pt x="21600" y="2159"/>
                </a:cubicBezTo>
                <a:lnTo>
                  <a:pt x="21600" y="16553"/>
                </a:lnTo>
                <a:cubicBezTo>
                  <a:pt x="21600" y="17746"/>
                  <a:pt x="20693" y="18712"/>
                  <a:pt x="19575" y="18712"/>
                </a:cubicBezTo>
                <a:close/>
              </a:path>
            </a:pathLst>
          </a:custGeom>
          <a:solidFill>
            <a:srgbClr val="1A1A1A"/>
          </a:solidFill>
          <a:ln w="12700">
            <a:miter lim="400000"/>
          </a:ln>
        </p:spPr>
        <p:txBody>
          <a:bodyPr lIns="45719" rIns="45719"/>
          <a:lstStyle/>
          <a:p>
            <a:pPr defTabSz="914400">
              <a:defRPr sz="5600">
                <a:latin typeface="Gill Sans"/>
                <a:ea typeface="Gill Sans"/>
                <a:cs typeface="Gill Sans"/>
                <a:sym typeface="Gill Sans"/>
              </a:defRPr>
            </a:pPr>
          </a:p>
        </p:txBody>
      </p:sp>
      <p:sp>
        <p:nvSpPr>
          <p:cNvPr id="2502" name="Shape 2502"/>
          <p:cNvSpPr/>
          <p:nvPr/>
        </p:nvSpPr>
        <p:spPr>
          <a:xfrm>
            <a:off x="12144375" y="2511425"/>
            <a:ext cx="3705225" cy="4445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845" y="0"/>
                </a:lnTo>
                <a:lnTo>
                  <a:pt x="21600" y="0"/>
                </a:lnTo>
              </a:path>
            </a:pathLst>
          </a:custGeom>
          <a:ln w="25400" cap="rnd">
            <a:solidFill>
              <a:srgbClr val="535353"/>
            </a:solidFill>
            <a:prstDash val="sysDot"/>
            <a:miter/>
          </a:ln>
        </p:spPr>
        <p:txBody>
          <a:bodyPr lIns="45719" rIns="45719"/>
          <a:lstStyle/>
          <a:p>
            <a:pPr defTabSz="914400">
              <a:defRPr sz="5600">
                <a:latin typeface="Gill Sans"/>
                <a:ea typeface="Gill Sans"/>
                <a:cs typeface="Gill Sans"/>
                <a:sym typeface="Gill Sans"/>
              </a:defRPr>
            </a:pPr>
          </a:p>
        </p:txBody>
      </p:sp>
      <p:sp>
        <p:nvSpPr>
          <p:cNvPr id="2503" name="Shape 2503"/>
          <p:cNvSpPr/>
          <p:nvPr/>
        </p:nvSpPr>
        <p:spPr>
          <a:xfrm>
            <a:off x="16151225" y="1692274"/>
            <a:ext cx="3733800" cy="13970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l"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E-book </a:t>
            </a:r>
            <a:endParaRPr sz="2700">
              <a:solidFill>
                <a:srgbClr val="262626"/>
              </a:solidFill>
              <a:latin typeface="Raleway SemiBold"/>
              <a:ea typeface="Raleway SemiBold"/>
              <a:cs typeface="Raleway SemiBold"/>
              <a:sym typeface="Raleway SemiBold"/>
            </a:endParaRPr>
          </a:p>
          <a:p>
            <a:pPr algn="l" defTabSz="914400">
              <a:spcBef>
                <a:spcPts val="700"/>
              </a:spcBef>
              <a:defRPr sz="5600">
                <a:latin typeface="Raleway Medium"/>
                <a:ea typeface="Raleway Medium"/>
                <a:cs typeface="Raleway Medium"/>
                <a:sym typeface="Raleway Medium"/>
              </a:defRPr>
            </a:pPr>
            <a:r>
              <a:rPr sz="2700">
                <a:solidFill>
                  <a:srgbClr val="262626"/>
                </a:solidFill>
              </a:rPr>
              <a:t>Sobre temática relacionada </a:t>
            </a:r>
          </a:p>
        </p:txBody>
      </p:sp>
      <p:sp>
        <p:nvSpPr>
          <p:cNvPr id="2504" name="Shape 2504"/>
          <p:cNvSpPr/>
          <p:nvPr/>
        </p:nvSpPr>
        <p:spPr>
          <a:xfrm flipH="1">
            <a:off x="15071725" y="4689475"/>
            <a:ext cx="2462214" cy="0"/>
          </a:xfrm>
          <a:prstGeom prst="line">
            <a:avLst/>
          </a:prstGeom>
          <a:ln w="25400" cap="rnd">
            <a:solidFill>
              <a:srgbClr val="535353"/>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2505" name="Shape 2505"/>
          <p:cNvSpPr/>
          <p:nvPr/>
        </p:nvSpPr>
        <p:spPr>
          <a:xfrm>
            <a:off x="17745075" y="4073555"/>
            <a:ext cx="3733800"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l"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l"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06" name="Shape 2506"/>
          <p:cNvSpPr/>
          <p:nvPr/>
        </p:nvSpPr>
        <p:spPr>
          <a:xfrm flipH="1">
            <a:off x="16329025" y="7127875"/>
            <a:ext cx="1282700" cy="0"/>
          </a:xfrm>
          <a:prstGeom prst="line">
            <a:avLst/>
          </a:prstGeom>
          <a:ln w="25400" cap="rnd">
            <a:solidFill>
              <a:srgbClr val="535353"/>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2507" name="Shape 2507"/>
          <p:cNvSpPr/>
          <p:nvPr/>
        </p:nvSpPr>
        <p:spPr>
          <a:xfrm>
            <a:off x="17789525" y="6563915"/>
            <a:ext cx="3733800"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l"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l"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08" name="Shape 2508"/>
          <p:cNvSpPr/>
          <p:nvPr/>
        </p:nvSpPr>
        <p:spPr>
          <a:xfrm flipH="1">
            <a:off x="15059025" y="9515475"/>
            <a:ext cx="2462214" cy="0"/>
          </a:xfrm>
          <a:prstGeom prst="line">
            <a:avLst/>
          </a:prstGeom>
          <a:ln w="25400" cap="rnd">
            <a:solidFill>
              <a:srgbClr val="535353"/>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2509" name="Shape 2509"/>
          <p:cNvSpPr/>
          <p:nvPr/>
        </p:nvSpPr>
        <p:spPr>
          <a:xfrm>
            <a:off x="17745075" y="8940006"/>
            <a:ext cx="3733800"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l"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l"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l"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10" name="Shape 2510"/>
          <p:cNvSpPr/>
          <p:nvPr/>
        </p:nvSpPr>
        <p:spPr>
          <a:xfrm rot="10800000">
            <a:off x="7070725" y="10898188"/>
            <a:ext cx="3705225" cy="444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845" y="0"/>
                </a:lnTo>
                <a:lnTo>
                  <a:pt x="21600" y="0"/>
                </a:lnTo>
              </a:path>
            </a:pathLst>
          </a:custGeom>
          <a:ln w="25400" cap="rnd">
            <a:solidFill>
              <a:srgbClr val="535353"/>
            </a:solidFill>
            <a:prstDash val="sysDot"/>
            <a:miter/>
          </a:ln>
        </p:spPr>
        <p:txBody>
          <a:bodyPr lIns="45719" rIns="45719"/>
          <a:lstStyle/>
          <a:p>
            <a:pPr defTabSz="914400">
              <a:defRPr sz="5600">
                <a:latin typeface="Gill Sans"/>
                <a:ea typeface="Gill Sans"/>
                <a:cs typeface="Gill Sans"/>
                <a:sym typeface="Gill Sans"/>
              </a:defRPr>
            </a:pPr>
          </a:p>
        </p:txBody>
      </p:sp>
      <p:sp>
        <p:nvSpPr>
          <p:cNvPr id="2511" name="Shape 2511"/>
          <p:cNvSpPr/>
          <p:nvPr/>
        </p:nvSpPr>
        <p:spPr>
          <a:xfrm>
            <a:off x="3036887" y="10618788"/>
            <a:ext cx="3733801"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r"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r"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r"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12" name="Shape 2512"/>
          <p:cNvSpPr/>
          <p:nvPr/>
        </p:nvSpPr>
        <p:spPr>
          <a:xfrm flipH="1">
            <a:off x="5776913" y="9590088"/>
            <a:ext cx="2462213" cy="1"/>
          </a:xfrm>
          <a:prstGeom prst="line">
            <a:avLst/>
          </a:prstGeom>
          <a:ln w="25400" cap="rnd">
            <a:solidFill>
              <a:srgbClr val="535353"/>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2513" name="Shape 2513"/>
          <p:cNvSpPr/>
          <p:nvPr/>
        </p:nvSpPr>
        <p:spPr>
          <a:xfrm>
            <a:off x="1863725" y="8769350"/>
            <a:ext cx="3733800"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r"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r"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r"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14" name="Shape 2514"/>
          <p:cNvSpPr/>
          <p:nvPr/>
        </p:nvSpPr>
        <p:spPr>
          <a:xfrm flipH="1">
            <a:off x="5699125" y="7115175"/>
            <a:ext cx="1282700" cy="0"/>
          </a:xfrm>
          <a:prstGeom prst="line">
            <a:avLst/>
          </a:prstGeom>
          <a:ln w="25400" cap="rnd">
            <a:solidFill>
              <a:srgbClr val="535353"/>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2515" name="Shape 2515"/>
          <p:cNvSpPr/>
          <p:nvPr/>
        </p:nvSpPr>
        <p:spPr>
          <a:xfrm>
            <a:off x="1863725" y="6356350"/>
            <a:ext cx="3733800"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r"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r"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r"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16" name="Shape 2516"/>
          <p:cNvSpPr/>
          <p:nvPr/>
        </p:nvSpPr>
        <p:spPr>
          <a:xfrm flipH="1">
            <a:off x="5788025" y="4765675"/>
            <a:ext cx="2462214" cy="0"/>
          </a:xfrm>
          <a:prstGeom prst="line">
            <a:avLst/>
          </a:prstGeom>
          <a:ln w="25400" cap="rnd">
            <a:solidFill>
              <a:srgbClr val="535353"/>
            </a:solidFill>
            <a:prstDash val="sysDot"/>
            <a:miter/>
          </a:ln>
        </p:spPr>
        <p:txBody>
          <a:bodyPr lIns="45719" rIns="45719"/>
          <a:lstStyle/>
          <a:p>
            <a:pPr algn="l" defTabSz="457200">
              <a:defRPr sz="1200">
                <a:latin typeface="Helvetica"/>
                <a:ea typeface="Helvetica"/>
                <a:cs typeface="Helvetica"/>
                <a:sym typeface="Helvetica"/>
              </a:defRPr>
            </a:pPr>
          </a:p>
        </p:txBody>
      </p:sp>
      <p:sp>
        <p:nvSpPr>
          <p:cNvPr id="2517" name="Shape 2517"/>
          <p:cNvSpPr/>
          <p:nvPr/>
        </p:nvSpPr>
        <p:spPr>
          <a:xfrm>
            <a:off x="1863725" y="3943350"/>
            <a:ext cx="3733800" cy="1003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r"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r"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r"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2518" name="Shape 2518"/>
          <p:cNvSpPr/>
          <p:nvPr/>
        </p:nvSpPr>
        <p:spPr>
          <a:xfrm>
            <a:off x="10850811" y="5994400"/>
            <a:ext cx="1638301" cy="17272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75" y="314"/>
                </a:moveTo>
                <a:cubicBezTo>
                  <a:pt x="10975" y="314"/>
                  <a:pt x="9582" y="251"/>
                  <a:pt x="9118" y="440"/>
                </a:cubicBezTo>
                <a:cubicBezTo>
                  <a:pt x="8653" y="628"/>
                  <a:pt x="7724" y="943"/>
                  <a:pt x="7724" y="943"/>
                </a:cubicBezTo>
                <a:lnTo>
                  <a:pt x="6862" y="1194"/>
                </a:lnTo>
                <a:lnTo>
                  <a:pt x="6994" y="1822"/>
                </a:lnTo>
                <a:cubicBezTo>
                  <a:pt x="6994" y="1822"/>
                  <a:pt x="6464" y="2639"/>
                  <a:pt x="6265" y="3268"/>
                </a:cubicBezTo>
                <a:cubicBezTo>
                  <a:pt x="6065" y="3896"/>
                  <a:pt x="6065" y="5278"/>
                  <a:pt x="6065" y="5404"/>
                </a:cubicBezTo>
                <a:cubicBezTo>
                  <a:pt x="6065" y="5530"/>
                  <a:pt x="6065" y="5970"/>
                  <a:pt x="6065" y="5970"/>
                </a:cubicBezTo>
                <a:lnTo>
                  <a:pt x="5667" y="6171"/>
                </a:lnTo>
                <a:lnTo>
                  <a:pt x="5667" y="6849"/>
                </a:lnTo>
                <a:cubicBezTo>
                  <a:pt x="5667" y="6849"/>
                  <a:pt x="6336" y="8225"/>
                  <a:pt x="6535" y="8288"/>
                </a:cubicBezTo>
                <a:cubicBezTo>
                  <a:pt x="6734" y="8351"/>
                  <a:pt x="6547" y="8288"/>
                  <a:pt x="6547" y="8288"/>
                </a:cubicBezTo>
                <a:lnTo>
                  <a:pt x="6994" y="8295"/>
                </a:lnTo>
                <a:cubicBezTo>
                  <a:pt x="6994" y="8295"/>
                  <a:pt x="7127" y="8986"/>
                  <a:pt x="7260" y="9300"/>
                </a:cubicBezTo>
                <a:cubicBezTo>
                  <a:pt x="7392" y="9614"/>
                  <a:pt x="8056" y="10745"/>
                  <a:pt x="8255" y="10934"/>
                </a:cubicBezTo>
                <a:cubicBezTo>
                  <a:pt x="8454" y="11122"/>
                  <a:pt x="8189" y="12065"/>
                  <a:pt x="8189" y="12065"/>
                </a:cubicBezTo>
                <a:cubicBezTo>
                  <a:pt x="8189" y="12065"/>
                  <a:pt x="7724" y="12442"/>
                  <a:pt x="7260" y="12630"/>
                </a:cubicBezTo>
                <a:cubicBezTo>
                  <a:pt x="6795" y="12819"/>
                  <a:pt x="4340" y="13385"/>
                  <a:pt x="3809" y="13510"/>
                </a:cubicBezTo>
                <a:cubicBezTo>
                  <a:pt x="3279" y="13636"/>
                  <a:pt x="1354" y="14390"/>
                  <a:pt x="1089" y="14830"/>
                </a:cubicBezTo>
                <a:cubicBezTo>
                  <a:pt x="824" y="15270"/>
                  <a:pt x="426" y="16338"/>
                  <a:pt x="558" y="17280"/>
                </a:cubicBezTo>
                <a:cubicBezTo>
                  <a:pt x="691" y="18223"/>
                  <a:pt x="0" y="21600"/>
                  <a:pt x="0" y="21600"/>
                </a:cubicBezTo>
                <a:lnTo>
                  <a:pt x="21600" y="21561"/>
                </a:lnTo>
                <a:cubicBezTo>
                  <a:pt x="21600" y="21561"/>
                  <a:pt x="20928" y="16212"/>
                  <a:pt x="20862" y="15835"/>
                </a:cubicBezTo>
                <a:cubicBezTo>
                  <a:pt x="20796" y="15458"/>
                  <a:pt x="19867" y="14390"/>
                  <a:pt x="19468" y="14139"/>
                </a:cubicBezTo>
                <a:cubicBezTo>
                  <a:pt x="19070" y="13887"/>
                  <a:pt x="18009" y="13385"/>
                  <a:pt x="17810" y="13322"/>
                </a:cubicBezTo>
                <a:cubicBezTo>
                  <a:pt x="17611" y="13259"/>
                  <a:pt x="16284" y="12945"/>
                  <a:pt x="15952" y="12945"/>
                </a:cubicBezTo>
                <a:cubicBezTo>
                  <a:pt x="15620" y="12945"/>
                  <a:pt x="14359" y="12693"/>
                  <a:pt x="14359" y="12693"/>
                </a:cubicBezTo>
                <a:lnTo>
                  <a:pt x="13431" y="12128"/>
                </a:lnTo>
                <a:lnTo>
                  <a:pt x="13431" y="10934"/>
                </a:lnTo>
                <a:cubicBezTo>
                  <a:pt x="13431" y="10934"/>
                  <a:pt x="14160" y="9489"/>
                  <a:pt x="14227" y="9237"/>
                </a:cubicBezTo>
                <a:cubicBezTo>
                  <a:pt x="14293" y="8986"/>
                  <a:pt x="14625" y="8106"/>
                  <a:pt x="14625" y="8106"/>
                </a:cubicBezTo>
                <a:lnTo>
                  <a:pt x="14993" y="8093"/>
                </a:lnTo>
                <a:cubicBezTo>
                  <a:pt x="14993" y="8093"/>
                  <a:pt x="15770" y="6712"/>
                  <a:pt x="15770" y="6587"/>
                </a:cubicBezTo>
                <a:cubicBezTo>
                  <a:pt x="15770" y="6461"/>
                  <a:pt x="15771" y="5950"/>
                  <a:pt x="15771" y="5950"/>
                </a:cubicBezTo>
                <a:lnTo>
                  <a:pt x="15288" y="5530"/>
                </a:lnTo>
                <a:lnTo>
                  <a:pt x="15222" y="3519"/>
                </a:lnTo>
                <a:cubicBezTo>
                  <a:pt x="15222" y="3519"/>
                  <a:pt x="14625" y="2011"/>
                  <a:pt x="14492" y="1697"/>
                </a:cubicBezTo>
                <a:cubicBezTo>
                  <a:pt x="14359" y="1382"/>
                  <a:pt x="13298" y="691"/>
                  <a:pt x="13298" y="691"/>
                </a:cubicBezTo>
                <a:lnTo>
                  <a:pt x="12701" y="0"/>
                </a:lnTo>
                <a:lnTo>
                  <a:pt x="12435" y="440"/>
                </a:lnTo>
                <a:lnTo>
                  <a:pt x="10975" y="314"/>
                </a:lnTo>
                <a:close/>
              </a:path>
            </a:pathLst>
          </a:custGeom>
          <a:solidFill>
            <a:srgbClr val="2F5379"/>
          </a:solidFill>
          <a:ln w="12700">
            <a:miter lim="400000"/>
          </a:ln>
        </p:spPr>
        <p:txBody>
          <a:bodyPr lIns="45719" rIns="45719"/>
          <a:lstStyle/>
          <a:p>
            <a:pPr defTabSz="914400">
              <a:defRPr sz="5600">
                <a:latin typeface="Gill Sans"/>
                <a:ea typeface="Gill Sans"/>
                <a:cs typeface="Gill Sans"/>
                <a:sym typeface="Gill Sans"/>
              </a:defRPr>
            </a:pPr>
          </a:p>
        </p:txBody>
      </p:sp>
      <p:sp>
        <p:nvSpPr>
          <p:cNvPr id="2519" name="Shape 251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0" presetID="19" grpId="1" fill="hold">
                                  <p:stCondLst>
                                    <p:cond delay="0"/>
                                  </p:stCondLst>
                                  <p:iterate type="el" backwards="0">
                                    <p:tmAbs val="0"/>
                                  </p:iterate>
                                  <p:childTnLst>
                                    <p:set>
                                      <p:cBhvr>
                                        <p:cTn id="6" fill="hold"/>
                                        <p:tgtEl>
                                          <p:spTgt spid="2518"/>
                                        </p:tgtEl>
                                        <p:attrNameLst>
                                          <p:attrName>style.visibility</p:attrName>
                                        </p:attrNameLst>
                                      </p:cBhvr>
                                      <p:to>
                                        <p:strVal val="visible"/>
                                      </p:to>
                                    </p:set>
                                    <p:anim calcmode="lin" valueType="num">
                                      <p:cBhvr>
                                        <p:cTn id="7" dur="750" fill="hold"/>
                                        <p:tgtEl>
                                          <p:spTgt spid="2518"/>
                                        </p:tgtEl>
                                        <p:attrNameLst>
                                          <p:attrName>ppt_w</p:attrName>
                                        </p:attrNameLst>
                                      </p:cBhvr>
                                      <p:tavLst>
                                        <p:tav tm="0" fmla="#ppt_w*sin(2.5*pi*$)">
                                          <p:val>
                                            <p:fltVal val="0"/>
                                          </p:val>
                                        </p:tav>
                                        <p:tav tm="100000">
                                          <p:val>
                                            <p:fltVal val="1"/>
                                          </p:val>
                                        </p:tav>
                                      </p:tavLst>
                                    </p:anim>
                                    <p:anim calcmode="lin" valueType="num">
                                      <p:cBhvr>
                                        <p:cTn id="8" dur="750" fill="hold"/>
                                        <p:tgtEl>
                                          <p:spTgt spid="2518"/>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Class="entr" nodeType="clickEffect" presetSubtype="8" presetID="22" grpId="2" fill="hold">
                                  <p:stCondLst>
                                    <p:cond delay="0"/>
                                  </p:stCondLst>
                                  <p:iterate type="el" backwards="0">
                                    <p:tmAbs val="0"/>
                                  </p:iterate>
                                  <p:childTnLst>
                                    <p:set>
                                      <p:cBhvr>
                                        <p:cTn id="12" fill="hold"/>
                                        <p:tgtEl>
                                          <p:spTgt spid="2507"/>
                                        </p:tgtEl>
                                        <p:attrNameLst>
                                          <p:attrName>style.visibility</p:attrName>
                                        </p:attrNameLst>
                                      </p:cBhvr>
                                      <p:to>
                                        <p:strVal val="visible"/>
                                      </p:to>
                                    </p:set>
                                    <p:animEffect filter="wipe(left)" transition="in">
                                      <p:cBhvr>
                                        <p:cTn id="13" dur="500"/>
                                        <p:tgtEl>
                                          <p:spTgt spid="2507"/>
                                        </p:tgtEl>
                                      </p:cBhvr>
                                    </p:animEffect>
                                  </p:childTnLst>
                                </p:cTn>
                              </p:par>
                            </p:childTnLst>
                          </p:cTn>
                        </p:par>
                        <p:par>
                          <p:cTn id="14" fill="hold">
                            <p:stCondLst>
                              <p:cond delay="500"/>
                            </p:stCondLst>
                            <p:childTnLst>
                              <p:par>
                                <p:cTn id="15" presetClass="entr" nodeType="afterEffect" presetSubtype="8" presetID="22" grpId="3" fill="hold">
                                  <p:stCondLst>
                                    <p:cond delay="0"/>
                                  </p:stCondLst>
                                  <p:iterate type="el" backwards="0">
                                    <p:tmAbs val="0"/>
                                  </p:iterate>
                                  <p:childTnLst>
                                    <p:set>
                                      <p:cBhvr>
                                        <p:cTn id="16" fill="hold"/>
                                        <p:tgtEl>
                                          <p:spTgt spid="2506"/>
                                        </p:tgtEl>
                                        <p:attrNameLst>
                                          <p:attrName>style.visibility</p:attrName>
                                        </p:attrNameLst>
                                      </p:cBhvr>
                                      <p:to>
                                        <p:strVal val="visible"/>
                                      </p:to>
                                    </p:set>
                                    <p:animEffect filter="wipe(left)" transition="in">
                                      <p:cBhvr>
                                        <p:cTn id="17" dur="500"/>
                                        <p:tgtEl>
                                          <p:spTgt spid="2506"/>
                                        </p:tgtEl>
                                      </p:cBhvr>
                                    </p:animEffect>
                                  </p:childTnLst>
                                </p:cTn>
                              </p:par>
                            </p:childTnLst>
                          </p:cTn>
                        </p:par>
                      </p:childTnLst>
                    </p:cTn>
                  </p:par>
                  <p:par>
                    <p:cTn id="18" fill="hold">
                      <p:stCondLst>
                        <p:cond delay="indefinite"/>
                      </p:stCondLst>
                      <p:childTnLst>
                        <p:par>
                          <p:cTn id="19" fill="hold">
                            <p:stCondLst>
                              <p:cond delay="0"/>
                            </p:stCondLst>
                            <p:childTnLst>
                              <p:par>
                                <p:cTn id="20" presetClass="entr" nodeType="clickEffect" presetSubtype="2" presetID="22" grpId="4" fill="hold">
                                  <p:stCondLst>
                                    <p:cond delay="0"/>
                                  </p:stCondLst>
                                  <p:iterate type="el" backwards="0">
                                    <p:tmAbs val="0"/>
                                  </p:iterate>
                                  <p:childTnLst>
                                    <p:set>
                                      <p:cBhvr>
                                        <p:cTn id="21" fill="hold"/>
                                        <p:tgtEl>
                                          <p:spTgt spid="2515"/>
                                        </p:tgtEl>
                                        <p:attrNameLst>
                                          <p:attrName>style.visibility</p:attrName>
                                        </p:attrNameLst>
                                      </p:cBhvr>
                                      <p:to>
                                        <p:strVal val="visible"/>
                                      </p:to>
                                    </p:set>
                                    <p:animEffect filter="wipe(right)" transition="in">
                                      <p:cBhvr>
                                        <p:cTn id="22" dur="500"/>
                                        <p:tgtEl>
                                          <p:spTgt spid="2515"/>
                                        </p:tgtEl>
                                      </p:cBhvr>
                                    </p:animEffect>
                                  </p:childTnLst>
                                </p:cTn>
                              </p:par>
                            </p:childTnLst>
                          </p:cTn>
                        </p:par>
                        <p:par>
                          <p:cTn id="23" fill="hold">
                            <p:stCondLst>
                              <p:cond delay="500"/>
                            </p:stCondLst>
                            <p:childTnLst>
                              <p:par>
                                <p:cTn id="24" presetClass="entr" nodeType="afterEffect" presetSubtype="2" presetID="22" grpId="5" fill="hold">
                                  <p:stCondLst>
                                    <p:cond delay="0"/>
                                  </p:stCondLst>
                                  <p:iterate type="el" backwards="0">
                                    <p:tmAbs val="0"/>
                                  </p:iterate>
                                  <p:childTnLst>
                                    <p:set>
                                      <p:cBhvr>
                                        <p:cTn id="25" fill="hold"/>
                                        <p:tgtEl>
                                          <p:spTgt spid="2514"/>
                                        </p:tgtEl>
                                        <p:attrNameLst>
                                          <p:attrName>style.visibility</p:attrName>
                                        </p:attrNameLst>
                                      </p:cBhvr>
                                      <p:to>
                                        <p:strVal val="visible"/>
                                      </p:to>
                                    </p:set>
                                    <p:animEffect filter="wipe(right)" transition="in">
                                      <p:cBhvr>
                                        <p:cTn id="26" dur="500"/>
                                        <p:tgtEl>
                                          <p:spTgt spid="2514"/>
                                        </p:tgtEl>
                                      </p:cBhvr>
                                    </p:animEffect>
                                  </p:childTnLst>
                                </p:cTn>
                              </p:par>
                            </p:childTnLst>
                          </p:cTn>
                        </p:par>
                      </p:childTnLst>
                    </p:cTn>
                  </p:par>
                  <p:par>
                    <p:cTn id="27" fill="hold">
                      <p:stCondLst>
                        <p:cond delay="indefinite"/>
                      </p:stCondLst>
                      <p:childTnLst>
                        <p:par>
                          <p:cTn id="28" fill="hold">
                            <p:stCondLst>
                              <p:cond delay="0"/>
                            </p:stCondLst>
                            <p:childTnLst>
                              <p:par>
                                <p:cTn id="29" presetClass="entr" nodeType="clickEffect" presetSubtype="4" presetID="22" grpId="6" fill="hold">
                                  <p:stCondLst>
                                    <p:cond delay="0"/>
                                  </p:stCondLst>
                                  <p:iterate type="el" backwards="0">
                                    <p:tmAbs val="0"/>
                                  </p:iterate>
                                  <p:childTnLst>
                                    <p:set>
                                      <p:cBhvr>
                                        <p:cTn id="30" fill="hold"/>
                                        <p:tgtEl>
                                          <p:spTgt spid="2517"/>
                                        </p:tgtEl>
                                        <p:attrNameLst>
                                          <p:attrName>style.visibility</p:attrName>
                                        </p:attrNameLst>
                                      </p:cBhvr>
                                      <p:to>
                                        <p:strVal val="visible"/>
                                      </p:to>
                                    </p:set>
                                    <p:animEffect filter="wipe(down)" transition="in">
                                      <p:cBhvr>
                                        <p:cTn id="31" dur="500"/>
                                        <p:tgtEl>
                                          <p:spTgt spid="2517"/>
                                        </p:tgtEl>
                                      </p:cBhvr>
                                    </p:animEffect>
                                  </p:childTnLst>
                                </p:cTn>
                              </p:par>
                            </p:childTnLst>
                          </p:cTn>
                        </p:par>
                        <p:par>
                          <p:cTn id="32" fill="hold">
                            <p:stCondLst>
                              <p:cond delay="500"/>
                            </p:stCondLst>
                            <p:childTnLst>
                              <p:par>
                                <p:cTn id="33" presetClass="entr" nodeType="afterEffect" presetSubtype="4" presetID="22" grpId="7" fill="hold">
                                  <p:stCondLst>
                                    <p:cond delay="0"/>
                                  </p:stCondLst>
                                  <p:iterate type="el" backwards="0">
                                    <p:tmAbs val="0"/>
                                  </p:iterate>
                                  <p:childTnLst>
                                    <p:set>
                                      <p:cBhvr>
                                        <p:cTn id="34" fill="hold"/>
                                        <p:tgtEl>
                                          <p:spTgt spid="2516"/>
                                        </p:tgtEl>
                                        <p:attrNameLst>
                                          <p:attrName>style.visibility</p:attrName>
                                        </p:attrNameLst>
                                      </p:cBhvr>
                                      <p:to>
                                        <p:strVal val="visible"/>
                                      </p:to>
                                    </p:set>
                                    <p:animEffect filter="wipe(down)" transition="in">
                                      <p:cBhvr>
                                        <p:cTn id="35" dur="500"/>
                                        <p:tgtEl>
                                          <p:spTgt spid="25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518" grpId="1"/>
      <p:bldP build="whole" bldLvl="1" animBg="1" rev="0" advAuto="0" spid="2516" grpId="7"/>
      <p:bldP build="whole" bldLvl="1" animBg="1" rev="0" advAuto="0" spid="2506" grpId="3"/>
      <p:bldP build="whole" bldLvl="1" animBg="1" rev="0" advAuto="0" spid="2517" grpId="6"/>
      <p:bldP build="whole" bldLvl="1" animBg="1" rev="0" advAuto="0" spid="2507" grpId="2"/>
      <p:bldP build="whole" bldLvl="1" animBg="1" rev="0" advAuto="0" spid="2515" grpId="4"/>
      <p:bldP build="whole" bldLvl="1" animBg="1" rev="0" advAuto="0" spid="2514" grpId="5"/>
    </p:bldLst>
  </p:timing>
</p:sld>
</file>

<file path=ppt/slides/slide8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521" name="Shape 2521"/>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sp>
        <p:nvSpPr>
          <p:cNvPr id="2522" name="Shape 252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523" name="Shape 2523"/>
          <p:cNvSpPr/>
          <p:nvPr/>
        </p:nvSpPr>
        <p:spPr>
          <a:xfrm>
            <a:off x="8702587" y="3313818"/>
            <a:ext cx="6865764" cy="6908625"/>
          </a:xfrm>
          <a:prstGeom prst="ellipse">
            <a:avLst/>
          </a:prstGeom>
          <a:ln w="63500">
            <a:solidFill>
              <a:srgbClr val="144973"/>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24" name="Shape 2524"/>
          <p:cNvSpPr/>
          <p:nvPr/>
        </p:nvSpPr>
        <p:spPr>
          <a:xfrm rot="10800000">
            <a:off x="11645939" y="9757608"/>
            <a:ext cx="1033437" cy="1039787"/>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25" name="Shape 2525"/>
          <p:cNvSpPr/>
          <p:nvPr/>
        </p:nvSpPr>
        <p:spPr>
          <a:xfrm rot="10800000">
            <a:off x="9137689" y="8690808"/>
            <a:ext cx="1033437" cy="1039787"/>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26" name="Shape 2526"/>
          <p:cNvSpPr/>
          <p:nvPr/>
        </p:nvSpPr>
        <p:spPr>
          <a:xfrm rot="10800000">
            <a:off x="13963688" y="8728908"/>
            <a:ext cx="1033437" cy="1039787"/>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27" name="Shape 2527"/>
          <p:cNvSpPr/>
          <p:nvPr/>
        </p:nvSpPr>
        <p:spPr>
          <a:xfrm>
            <a:off x="11850687" y="9981406"/>
            <a:ext cx="620713" cy="5159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9" y="14020"/>
                </a:moveTo>
                <a:cubicBezTo>
                  <a:pt x="20951" y="14020"/>
                  <a:pt x="21162" y="14126"/>
                  <a:pt x="21336" y="14334"/>
                </a:cubicBezTo>
                <a:cubicBezTo>
                  <a:pt x="21512" y="14549"/>
                  <a:pt x="21600" y="14810"/>
                  <a:pt x="21600" y="15116"/>
                </a:cubicBezTo>
                <a:lnTo>
                  <a:pt x="21600" y="20504"/>
                </a:lnTo>
                <a:cubicBezTo>
                  <a:pt x="21600" y="20816"/>
                  <a:pt x="21512" y="21071"/>
                  <a:pt x="21336" y="21286"/>
                </a:cubicBezTo>
                <a:cubicBezTo>
                  <a:pt x="21162" y="21494"/>
                  <a:pt x="20951" y="21600"/>
                  <a:pt x="20709" y="21600"/>
                </a:cubicBezTo>
                <a:lnTo>
                  <a:pt x="16198" y="21600"/>
                </a:lnTo>
                <a:cubicBezTo>
                  <a:pt x="15940" y="21600"/>
                  <a:pt x="15730" y="21494"/>
                  <a:pt x="15564" y="21286"/>
                </a:cubicBezTo>
                <a:cubicBezTo>
                  <a:pt x="15400" y="21071"/>
                  <a:pt x="15316" y="20816"/>
                  <a:pt x="15316" y="20504"/>
                </a:cubicBezTo>
                <a:lnTo>
                  <a:pt x="15316" y="15116"/>
                </a:lnTo>
                <a:cubicBezTo>
                  <a:pt x="15316" y="14810"/>
                  <a:pt x="15400" y="14549"/>
                  <a:pt x="15571" y="14334"/>
                </a:cubicBezTo>
                <a:cubicBezTo>
                  <a:pt x="15737" y="14126"/>
                  <a:pt x="15945" y="14020"/>
                  <a:pt x="16198" y="14020"/>
                </a:cubicBezTo>
                <a:lnTo>
                  <a:pt x="17789" y="14020"/>
                </a:lnTo>
                <a:lnTo>
                  <a:pt x="17789" y="11869"/>
                </a:lnTo>
                <a:cubicBezTo>
                  <a:pt x="17789" y="11699"/>
                  <a:pt x="17708" y="11611"/>
                  <a:pt x="17544" y="11602"/>
                </a:cubicBezTo>
                <a:lnTo>
                  <a:pt x="11473" y="11602"/>
                </a:lnTo>
                <a:lnTo>
                  <a:pt x="11473" y="14020"/>
                </a:lnTo>
                <a:lnTo>
                  <a:pt x="13054" y="14020"/>
                </a:lnTo>
                <a:cubicBezTo>
                  <a:pt x="13297" y="14020"/>
                  <a:pt x="13507" y="14126"/>
                  <a:pt x="13681" y="14334"/>
                </a:cubicBezTo>
                <a:cubicBezTo>
                  <a:pt x="13857" y="14549"/>
                  <a:pt x="13945" y="14810"/>
                  <a:pt x="13945" y="15116"/>
                </a:cubicBezTo>
                <a:lnTo>
                  <a:pt x="13945" y="20504"/>
                </a:lnTo>
                <a:cubicBezTo>
                  <a:pt x="13945" y="20816"/>
                  <a:pt x="13857" y="21071"/>
                  <a:pt x="13681" y="21286"/>
                </a:cubicBezTo>
                <a:cubicBezTo>
                  <a:pt x="13507" y="21494"/>
                  <a:pt x="13297" y="21600"/>
                  <a:pt x="13054" y="21600"/>
                </a:cubicBezTo>
                <a:lnTo>
                  <a:pt x="8543" y="21600"/>
                </a:lnTo>
                <a:cubicBezTo>
                  <a:pt x="8298" y="21600"/>
                  <a:pt x="8090" y="21494"/>
                  <a:pt x="7914" y="21286"/>
                </a:cubicBezTo>
                <a:cubicBezTo>
                  <a:pt x="7740" y="21071"/>
                  <a:pt x="7652" y="20816"/>
                  <a:pt x="7652" y="20504"/>
                </a:cubicBezTo>
                <a:lnTo>
                  <a:pt x="7652" y="15116"/>
                </a:lnTo>
                <a:cubicBezTo>
                  <a:pt x="7652" y="14810"/>
                  <a:pt x="7740" y="14549"/>
                  <a:pt x="7914" y="14334"/>
                </a:cubicBezTo>
                <a:cubicBezTo>
                  <a:pt x="8090" y="14126"/>
                  <a:pt x="8298" y="14020"/>
                  <a:pt x="8543" y="14020"/>
                </a:cubicBezTo>
                <a:lnTo>
                  <a:pt x="10124" y="14020"/>
                </a:lnTo>
                <a:lnTo>
                  <a:pt x="10124" y="11602"/>
                </a:lnTo>
                <a:lnTo>
                  <a:pt x="4056" y="11602"/>
                </a:lnTo>
                <a:cubicBezTo>
                  <a:pt x="3902" y="11602"/>
                  <a:pt x="3821" y="11690"/>
                  <a:pt x="3821" y="11869"/>
                </a:cubicBezTo>
                <a:lnTo>
                  <a:pt x="3821" y="14020"/>
                </a:lnTo>
                <a:lnTo>
                  <a:pt x="5402" y="14020"/>
                </a:lnTo>
                <a:cubicBezTo>
                  <a:pt x="5662" y="14020"/>
                  <a:pt x="5875" y="14126"/>
                  <a:pt x="6054" y="14334"/>
                </a:cubicBezTo>
                <a:cubicBezTo>
                  <a:pt x="6230" y="14549"/>
                  <a:pt x="6316" y="14810"/>
                  <a:pt x="6316" y="15116"/>
                </a:cubicBezTo>
                <a:lnTo>
                  <a:pt x="6316" y="20504"/>
                </a:lnTo>
                <a:cubicBezTo>
                  <a:pt x="6316" y="20816"/>
                  <a:pt x="6230" y="21071"/>
                  <a:pt x="6054" y="21286"/>
                </a:cubicBezTo>
                <a:cubicBezTo>
                  <a:pt x="5877" y="21494"/>
                  <a:pt x="5664" y="21600"/>
                  <a:pt x="5402" y="21600"/>
                </a:cubicBezTo>
                <a:lnTo>
                  <a:pt x="913" y="21600"/>
                </a:lnTo>
                <a:cubicBezTo>
                  <a:pt x="658" y="21600"/>
                  <a:pt x="441" y="21494"/>
                  <a:pt x="262" y="21286"/>
                </a:cubicBezTo>
                <a:cubicBezTo>
                  <a:pt x="88" y="21071"/>
                  <a:pt x="0" y="20816"/>
                  <a:pt x="0" y="20504"/>
                </a:cubicBezTo>
                <a:lnTo>
                  <a:pt x="0" y="15116"/>
                </a:lnTo>
                <a:cubicBezTo>
                  <a:pt x="0" y="14810"/>
                  <a:pt x="88" y="14549"/>
                  <a:pt x="262" y="14334"/>
                </a:cubicBezTo>
                <a:cubicBezTo>
                  <a:pt x="438" y="14126"/>
                  <a:pt x="656" y="14020"/>
                  <a:pt x="913" y="14020"/>
                </a:cubicBezTo>
                <a:lnTo>
                  <a:pt x="2472" y="14020"/>
                </a:lnTo>
                <a:lnTo>
                  <a:pt x="2472" y="11869"/>
                </a:lnTo>
                <a:cubicBezTo>
                  <a:pt x="2472" y="11352"/>
                  <a:pt x="2629" y="10912"/>
                  <a:pt x="2942" y="10544"/>
                </a:cubicBezTo>
                <a:cubicBezTo>
                  <a:pt x="3253" y="10180"/>
                  <a:pt x="3623" y="9998"/>
                  <a:pt x="4054" y="9998"/>
                </a:cubicBezTo>
                <a:lnTo>
                  <a:pt x="10122" y="9998"/>
                </a:lnTo>
                <a:lnTo>
                  <a:pt x="10122" y="7551"/>
                </a:lnTo>
                <a:lnTo>
                  <a:pt x="8541" y="7551"/>
                </a:lnTo>
                <a:cubicBezTo>
                  <a:pt x="8296" y="7551"/>
                  <a:pt x="8088" y="7451"/>
                  <a:pt x="7912" y="7248"/>
                </a:cubicBezTo>
                <a:cubicBezTo>
                  <a:pt x="7738" y="7045"/>
                  <a:pt x="7650" y="6790"/>
                  <a:pt x="7650" y="6484"/>
                </a:cubicBezTo>
                <a:lnTo>
                  <a:pt x="7650" y="1066"/>
                </a:lnTo>
                <a:cubicBezTo>
                  <a:pt x="7650" y="776"/>
                  <a:pt x="7738" y="523"/>
                  <a:pt x="7912" y="314"/>
                </a:cubicBezTo>
                <a:cubicBezTo>
                  <a:pt x="8088" y="103"/>
                  <a:pt x="8296" y="0"/>
                  <a:pt x="8541" y="0"/>
                </a:cubicBezTo>
                <a:lnTo>
                  <a:pt x="13052" y="0"/>
                </a:lnTo>
                <a:cubicBezTo>
                  <a:pt x="13294" y="0"/>
                  <a:pt x="13505" y="103"/>
                  <a:pt x="13679" y="314"/>
                </a:cubicBezTo>
                <a:cubicBezTo>
                  <a:pt x="13855" y="523"/>
                  <a:pt x="13943" y="776"/>
                  <a:pt x="13943" y="1066"/>
                </a:cubicBezTo>
                <a:lnTo>
                  <a:pt x="13943" y="6484"/>
                </a:lnTo>
                <a:cubicBezTo>
                  <a:pt x="13943" y="6790"/>
                  <a:pt x="13855" y="7045"/>
                  <a:pt x="13679" y="7248"/>
                </a:cubicBezTo>
                <a:cubicBezTo>
                  <a:pt x="13505" y="7451"/>
                  <a:pt x="13294" y="7551"/>
                  <a:pt x="13052" y="7551"/>
                </a:cubicBezTo>
                <a:lnTo>
                  <a:pt x="11471" y="7551"/>
                </a:lnTo>
                <a:lnTo>
                  <a:pt x="11471" y="9998"/>
                </a:lnTo>
                <a:lnTo>
                  <a:pt x="17541" y="9998"/>
                </a:lnTo>
                <a:cubicBezTo>
                  <a:pt x="17970" y="9998"/>
                  <a:pt x="18339" y="10177"/>
                  <a:pt x="18653" y="10539"/>
                </a:cubicBezTo>
                <a:cubicBezTo>
                  <a:pt x="18966" y="10900"/>
                  <a:pt x="19123" y="11344"/>
                  <a:pt x="19123" y="11869"/>
                </a:cubicBezTo>
                <a:lnTo>
                  <a:pt x="19123" y="14020"/>
                </a:lnTo>
                <a:lnTo>
                  <a:pt x="20709" y="14020"/>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28" name="Shape 2528"/>
          <p:cNvSpPr/>
          <p:nvPr/>
        </p:nvSpPr>
        <p:spPr>
          <a:xfrm>
            <a:off x="9342437" y="8930481"/>
            <a:ext cx="619126" cy="515938"/>
          </a:xfrm>
          <a:custGeom>
            <a:avLst/>
            <a:gdLst/>
            <a:ahLst/>
            <a:cxnLst>
              <a:cxn ang="0">
                <a:pos x="wd2" y="hd2"/>
              </a:cxn>
              <a:cxn ang="5400000">
                <a:pos x="wd2" y="hd2"/>
              </a:cxn>
              <a:cxn ang="10800000">
                <a:pos x="wd2" y="hd2"/>
              </a:cxn>
              <a:cxn ang="16200000">
                <a:pos x="wd2" y="hd2"/>
              </a:cxn>
            </a:cxnLst>
            <a:rect l="0" t="0" r="r" b="b"/>
            <a:pathLst>
              <a:path w="21600" h="21579" fill="norm" stroke="1" extrusionOk="0">
                <a:moveTo>
                  <a:pt x="21600" y="9391"/>
                </a:moveTo>
                <a:cubicBezTo>
                  <a:pt x="21600" y="9887"/>
                  <a:pt x="21473" y="10321"/>
                  <a:pt x="21218" y="10697"/>
                </a:cubicBezTo>
                <a:cubicBezTo>
                  <a:pt x="20963" y="11073"/>
                  <a:pt x="20648" y="11313"/>
                  <a:pt x="20263" y="11428"/>
                </a:cubicBezTo>
                <a:lnTo>
                  <a:pt x="20263" y="16611"/>
                </a:lnTo>
                <a:cubicBezTo>
                  <a:pt x="20263" y="17201"/>
                  <a:pt x="20087" y="17708"/>
                  <a:pt x="19730" y="18128"/>
                </a:cubicBezTo>
                <a:cubicBezTo>
                  <a:pt x="19375" y="18551"/>
                  <a:pt x="18951" y="18759"/>
                  <a:pt x="18459" y="18759"/>
                </a:cubicBezTo>
                <a:cubicBezTo>
                  <a:pt x="17928" y="18122"/>
                  <a:pt x="17286" y="17506"/>
                  <a:pt x="16537" y="16904"/>
                </a:cubicBezTo>
                <a:cubicBezTo>
                  <a:pt x="15786" y="16305"/>
                  <a:pt x="14980" y="15757"/>
                  <a:pt x="14116" y="15255"/>
                </a:cubicBezTo>
                <a:cubicBezTo>
                  <a:pt x="13254" y="14756"/>
                  <a:pt x="12363" y="14325"/>
                  <a:pt x="11450" y="13969"/>
                </a:cubicBezTo>
                <a:cubicBezTo>
                  <a:pt x="10537" y="13614"/>
                  <a:pt x="9648" y="13380"/>
                  <a:pt x="8789" y="13268"/>
                </a:cubicBezTo>
                <a:cubicBezTo>
                  <a:pt x="8453" y="13380"/>
                  <a:pt x="8179" y="13564"/>
                  <a:pt x="7969" y="13829"/>
                </a:cubicBezTo>
                <a:cubicBezTo>
                  <a:pt x="7758" y="14093"/>
                  <a:pt x="7614" y="14386"/>
                  <a:pt x="7535" y="14706"/>
                </a:cubicBezTo>
                <a:cubicBezTo>
                  <a:pt x="7457" y="15029"/>
                  <a:pt x="7450" y="15361"/>
                  <a:pt x="7511" y="15698"/>
                </a:cubicBezTo>
                <a:cubicBezTo>
                  <a:pt x="7575" y="16036"/>
                  <a:pt x="7719" y="16341"/>
                  <a:pt x="7947" y="16611"/>
                </a:cubicBezTo>
                <a:cubicBezTo>
                  <a:pt x="7751" y="16992"/>
                  <a:pt x="7660" y="17347"/>
                  <a:pt x="7677" y="17673"/>
                </a:cubicBezTo>
                <a:cubicBezTo>
                  <a:pt x="7692" y="17993"/>
                  <a:pt x="7773" y="18307"/>
                  <a:pt x="7917" y="18606"/>
                </a:cubicBezTo>
                <a:cubicBezTo>
                  <a:pt x="8059" y="18909"/>
                  <a:pt x="8255" y="19193"/>
                  <a:pt x="8498" y="19469"/>
                </a:cubicBezTo>
                <a:cubicBezTo>
                  <a:pt x="8737" y="19745"/>
                  <a:pt x="8997" y="20021"/>
                  <a:pt x="9271" y="20291"/>
                </a:cubicBezTo>
                <a:cubicBezTo>
                  <a:pt x="9114" y="20696"/>
                  <a:pt x="8843" y="21001"/>
                  <a:pt x="8456" y="21213"/>
                </a:cubicBezTo>
                <a:cubicBezTo>
                  <a:pt x="8069" y="21424"/>
                  <a:pt x="7655" y="21541"/>
                  <a:pt x="7212" y="21571"/>
                </a:cubicBezTo>
                <a:cubicBezTo>
                  <a:pt x="6772" y="21600"/>
                  <a:pt x="6341" y="21550"/>
                  <a:pt x="5917" y="21424"/>
                </a:cubicBezTo>
                <a:cubicBezTo>
                  <a:pt x="5496" y="21295"/>
                  <a:pt x="5163" y="21092"/>
                  <a:pt x="4923" y="20811"/>
                </a:cubicBezTo>
                <a:cubicBezTo>
                  <a:pt x="4781" y="20241"/>
                  <a:pt x="4625" y="19657"/>
                  <a:pt x="4453" y="19056"/>
                </a:cubicBezTo>
                <a:cubicBezTo>
                  <a:pt x="4282" y="18454"/>
                  <a:pt x="4140" y="17843"/>
                  <a:pt x="4032" y="17224"/>
                </a:cubicBezTo>
                <a:cubicBezTo>
                  <a:pt x="3922" y="16599"/>
                  <a:pt x="3868" y="15953"/>
                  <a:pt x="3868" y="15281"/>
                </a:cubicBezTo>
                <a:cubicBezTo>
                  <a:pt x="3868" y="14615"/>
                  <a:pt x="3961" y="13905"/>
                  <a:pt x="4150" y="13154"/>
                </a:cubicBezTo>
                <a:lnTo>
                  <a:pt x="1804" y="13154"/>
                </a:lnTo>
                <a:cubicBezTo>
                  <a:pt x="1312" y="13154"/>
                  <a:pt x="889" y="12945"/>
                  <a:pt x="534" y="12523"/>
                </a:cubicBezTo>
                <a:cubicBezTo>
                  <a:pt x="176" y="12100"/>
                  <a:pt x="0" y="11592"/>
                  <a:pt x="0" y="10991"/>
                </a:cubicBezTo>
                <a:lnTo>
                  <a:pt x="0" y="7774"/>
                </a:lnTo>
                <a:cubicBezTo>
                  <a:pt x="0" y="7184"/>
                  <a:pt x="176" y="6677"/>
                  <a:pt x="526" y="6245"/>
                </a:cubicBezTo>
                <a:cubicBezTo>
                  <a:pt x="879" y="5820"/>
                  <a:pt x="1305" y="5605"/>
                  <a:pt x="1804" y="5605"/>
                </a:cubicBezTo>
                <a:lnTo>
                  <a:pt x="7653" y="5605"/>
                </a:lnTo>
                <a:cubicBezTo>
                  <a:pt x="8551" y="5605"/>
                  <a:pt x="9509" y="5450"/>
                  <a:pt x="10525" y="5136"/>
                </a:cubicBezTo>
                <a:cubicBezTo>
                  <a:pt x="11541" y="4822"/>
                  <a:pt x="12537" y="4399"/>
                  <a:pt x="13511" y="3874"/>
                </a:cubicBezTo>
                <a:cubicBezTo>
                  <a:pt x="14488" y="3343"/>
                  <a:pt x="15409" y="2744"/>
                  <a:pt x="16273" y="2072"/>
                </a:cubicBezTo>
                <a:cubicBezTo>
                  <a:pt x="17135" y="1406"/>
                  <a:pt x="17864" y="713"/>
                  <a:pt x="18459" y="0"/>
                </a:cubicBezTo>
                <a:cubicBezTo>
                  <a:pt x="18951" y="0"/>
                  <a:pt x="19375" y="214"/>
                  <a:pt x="19730" y="634"/>
                </a:cubicBezTo>
                <a:cubicBezTo>
                  <a:pt x="20087" y="1057"/>
                  <a:pt x="20263" y="1567"/>
                  <a:pt x="20263" y="2166"/>
                </a:cubicBezTo>
                <a:lnTo>
                  <a:pt x="20263" y="7334"/>
                </a:lnTo>
                <a:cubicBezTo>
                  <a:pt x="20648" y="7446"/>
                  <a:pt x="20963" y="7692"/>
                  <a:pt x="21218" y="8071"/>
                </a:cubicBezTo>
                <a:cubicBezTo>
                  <a:pt x="21473" y="8455"/>
                  <a:pt x="21600" y="8895"/>
                  <a:pt x="21600" y="9391"/>
                </a:cubicBezTo>
                <a:moveTo>
                  <a:pt x="18459" y="2855"/>
                </a:moveTo>
                <a:cubicBezTo>
                  <a:pt x="17864" y="3407"/>
                  <a:pt x="17215" y="3941"/>
                  <a:pt x="16513" y="4452"/>
                </a:cubicBezTo>
                <a:cubicBezTo>
                  <a:pt x="15810" y="4963"/>
                  <a:pt x="15066" y="5423"/>
                  <a:pt x="14280" y="5834"/>
                </a:cubicBezTo>
                <a:cubicBezTo>
                  <a:pt x="13494" y="6245"/>
                  <a:pt x="12694" y="6609"/>
                  <a:pt x="11878" y="6923"/>
                </a:cubicBezTo>
                <a:cubicBezTo>
                  <a:pt x="11061" y="7237"/>
                  <a:pt x="10255" y="7463"/>
                  <a:pt x="9457" y="7604"/>
                </a:cubicBezTo>
                <a:lnTo>
                  <a:pt x="9457" y="11173"/>
                </a:lnTo>
                <a:cubicBezTo>
                  <a:pt x="10255" y="11325"/>
                  <a:pt x="11061" y="11554"/>
                  <a:pt x="11878" y="11862"/>
                </a:cubicBezTo>
                <a:cubicBezTo>
                  <a:pt x="12694" y="12170"/>
                  <a:pt x="13494" y="12537"/>
                  <a:pt x="14280" y="12957"/>
                </a:cubicBezTo>
                <a:cubicBezTo>
                  <a:pt x="15066" y="13379"/>
                  <a:pt x="15813" y="13843"/>
                  <a:pt x="16525" y="14348"/>
                </a:cubicBezTo>
                <a:cubicBezTo>
                  <a:pt x="17235" y="14856"/>
                  <a:pt x="17881" y="15381"/>
                  <a:pt x="18459" y="15921"/>
                </a:cubicBezTo>
                <a:lnTo>
                  <a:pt x="18459" y="2855"/>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29" name="Shape 2529"/>
          <p:cNvSpPr/>
          <p:nvPr/>
        </p:nvSpPr>
        <p:spPr>
          <a:xfrm>
            <a:off x="14171612" y="8959056"/>
            <a:ext cx="619126" cy="6191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88" y="2580"/>
                </a:moveTo>
                <a:cubicBezTo>
                  <a:pt x="20420" y="2580"/>
                  <a:pt x="20794" y="2736"/>
                  <a:pt x="21116" y="3053"/>
                </a:cubicBezTo>
                <a:cubicBezTo>
                  <a:pt x="21439" y="3372"/>
                  <a:pt x="21600" y="3744"/>
                  <a:pt x="21600" y="4176"/>
                </a:cubicBezTo>
                <a:lnTo>
                  <a:pt x="21600" y="19987"/>
                </a:lnTo>
                <a:cubicBezTo>
                  <a:pt x="21600" y="20419"/>
                  <a:pt x="21439" y="20797"/>
                  <a:pt x="21116" y="21116"/>
                </a:cubicBezTo>
                <a:cubicBezTo>
                  <a:pt x="20794" y="21439"/>
                  <a:pt x="20420" y="21600"/>
                  <a:pt x="19988" y="21600"/>
                </a:cubicBezTo>
                <a:lnTo>
                  <a:pt x="1612" y="21600"/>
                </a:lnTo>
                <a:cubicBezTo>
                  <a:pt x="1180" y="21600"/>
                  <a:pt x="806" y="21439"/>
                  <a:pt x="484" y="21116"/>
                </a:cubicBezTo>
                <a:cubicBezTo>
                  <a:pt x="161" y="20797"/>
                  <a:pt x="0" y="20419"/>
                  <a:pt x="0" y="19987"/>
                </a:cubicBezTo>
                <a:lnTo>
                  <a:pt x="0" y="4176"/>
                </a:lnTo>
                <a:cubicBezTo>
                  <a:pt x="0" y="3744"/>
                  <a:pt x="161" y="3372"/>
                  <a:pt x="484" y="3053"/>
                </a:cubicBezTo>
                <a:cubicBezTo>
                  <a:pt x="806" y="2736"/>
                  <a:pt x="1180" y="2580"/>
                  <a:pt x="1612" y="2580"/>
                </a:cubicBezTo>
                <a:lnTo>
                  <a:pt x="2151" y="2580"/>
                </a:lnTo>
                <a:lnTo>
                  <a:pt x="2151" y="2402"/>
                </a:lnTo>
                <a:cubicBezTo>
                  <a:pt x="2151" y="2117"/>
                  <a:pt x="2197" y="1829"/>
                  <a:pt x="2289" y="1541"/>
                </a:cubicBezTo>
                <a:cubicBezTo>
                  <a:pt x="2381" y="1250"/>
                  <a:pt x="2531" y="991"/>
                  <a:pt x="2738" y="766"/>
                </a:cubicBezTo>
                <a:cubicBezTo>
                  <a:pt x="2943" y="542"/>
                  <a:pt x="3216" y="360"/>
                  <a:pt x="3556" y="213"/>
                </a:cubicBezTo>
                <a:cubicBezTo>
                  <a:pt x="3896" y="75"/>
                  <a:pt x="4310" y="0"/>
                  <a:pt x="4797" y="0"/>
                </a:cubicBezTo>
                <a:cubicBezTo>
                  <a:pt x="5283" y="0"/>
                  <a:pt x="5698" y="75"/>
                  <a:pt x="6038" y="213"/>
                </a:cubicBezTo>
                <a:cubicBezTo>
                  <a:pt x="6378" y="360"/>
                  <a:pt x="6651" y="542"/>
                  <a:pt x="6858" y="766"/>
                </a:cubicBezTo>
                <a:cubicBezTo>
                  <a:pt x="7063" y="991"/>
                  <a:pt x="7215" y="1256"/>
                  <a:pt x="7313" y="1546"/>
                </a:cubicBezTo>
                <a:cubicBezTo>
                  <a:pt x="7411" y="1840"/>
                  <a:pt x="7457" y="2125"/>
                  <a:pt x="7457" y="2402"/>
                </a:cubicBezTo>
                <a:lnTo>
                  <a:pt x="7457" y="2580"/>
                </a:lnTo>
                <a:lnTo>
                  <a:pt x="8134" y="2580"/>
                </a:lnTo>
                <a:lnTo>
                  <a:pt x="8134" y="2402"/>
                </a:lnTo>
                <a:cubicBezTo>
                  <a:pt x="8134" y="2117"/>
                  <a:pt x="8180" y="1829"/>
                  <a:pt x="8269" y="1541"/>
                </a:cubicBezTo>
                <a:cubicBezTo>
                  <a:pt x="8364" y="1250"/>
                  <a:pt x="8511" y="991"/>
                  <a:pt x="8718" y="766"/>
                </a:cubicBezTo>
                <a:cubicBezTo>
                  <a:pt x="8926" y="541"/>
                  <a:pt x="9199" y="360"/>
                  <a:pt x="9539" y="213"/>
                </a:cubicBezTo>
                <a:cubicBezTo>
                  <a:pt x="9879" y="75"/>
                  <a:pt x="10293" y="0"/>
                  <a:pt x="10780" y="0"/>
                </a:cubicBezTo>
                <a:cubicBezTo>
                  <a:pt x="11266" y="0"/>
                  <a:pt x="11678" y="75"/>
                  <a:pt x="12021" y="213"/>
                </a:cubicBezTo>
                <a:cubicBezTo>
                  <a:pt x="12361" y="360"/>
                  <a:pt x="12637" y="542"/>
                  <a:pt x="12853" y="766"/>
                </a:cubicBezTo>
                <a:cubicBezTo>
                  <a:pt x="13069" y="991"/>
                  <a:pt x="13227" y="1256"/>
                  <a:pt x="13322" y="1546"/>
                </a:cubicBezTo>
                <a:cubicBezTo>
                  <a:pt x="13417" y="1840"/>
                  <a:pt x="13469" y="2125"/>
                  <a:pt x="13469" y="2402"/>
                </a:cubicBezTo>
                <a:lnTo>
                  <a:pt x="13469" y="2580"/>
                </a:lnTo>
                <a:lnTo>
                  <a:pt x="14143" y="2580"/>
                </a:lnTo>
                <a:lnTo>
                  <a:pt x="14143" y="2402"/>
                </a:lnTo>
                <a:cubicBezTo>
                  <a:pt x="14143" y="2117"/>
                  <a:pt x="14192" y="1829"/>
                  <a:pt x="14287" y="1541"/>
                </a:cubicBezTo>
                <a:cubicBezTo>
                  <a:pt x="14385" y="1250"/>
                  <a:pt x="14534" y="991"/>
                  <a:pt x="14742" y="766"/>
                </a:cubicBezTo>
                <a:cubicBezTo>
                  <a:pt x="14949" y="541"/>
                  <a:pt x="15220" y="360"/>
                  <a:pt x="15556" y="213"/>
                </a:cubicBezTo>
                <a:cubicBezTo>
                  <a:pt x="15890" y="75"/>
                  <a:pt x="16305" y="0"/>
                  <a:pt x="16803" y="0"/>
                </a:cubicBezTo>
                <a:cubicBezTo>
                  <a:pt x="17290" y="0"/>
                  <a:pt x="17704" y="75"/>
                  <a:pt x="18044" y="213"/>
                </a:cubicBezTo>
                <a:cubicBezTo>
                  <a:pt x="18384" y="360"/>
                  <a:pt x="18657" y="541"/>
                  <a:pt x="18865" y="766"/>
                </a:cubicBezTo>
                <a:cubicBezTo>
                  <a:pt x="19069" y="991"/>
                  <a:pt x="19219" y="1256"/>
                  <a:pt x="19311" y="1546"/>
                </a:cubicBezTo>
                <a:cubicBezTo>
                  <a:pt x="19403" y="1840"/>
                  <a:pt x="19449" y="2125"/>
                  <a:pt x="19449" y="2402"/>
                </a:cubicBezTo>
                <a:lnTo>
                  <a:pt x="19449" y="2580"/>
                </a:lnTo>
                <a:lnTo>
                  <a:pt x="19988" y="2580"/>
                </a:lnTo>
                <a:close/>
                <a:moveTo>
                  <a:pt x="6067" y="7968"/>
                </a:moveTo>
                <a:lnTo>
                  <a:pt x="2180" y="7968"/>
                </a:lnTo>
                <a:lnTo>
                  <a:pt x="2180" y="11444"/>
                </a:lnTo>
                <a:lnTo>
                  <a:pt x="6067" y="11444"/>
                </a:lnTo>
                <a:lnTo>
                  <a:pt x="6067" y="7968"/>
                </a:lnTo>
                <a:close/>
                <a:moveTo>
                  <a:pt x="6067" y="11976"/>
                </a:moveTo>
                <a:lnTo>
                  <a:pt x="2180" y="11976"/>
                </a:lnTo>
                <a:lnTo>
                  <a:pt x="2180" y="15452"/>
                </a:lnTo>
                <a:lnTo>
                  <a:pt x="6067" y="15452"/>
                </a:lnTo>
                <a:lnTo>
                  <a:pt x="6067" y="11976"/>
                </a:lnTo>
                <a:close/>
                <a:moveTo>
                  <a:pt x="6067" y="15976"/>
                </a:moveTo>
                <a:lnTo>
                  <a:pt x="2180" y="15976"/>
                </a:lnTo>
                <a:lnTo>
                  <a:pt x="2180" y="19423"/>
                </a:lnTo>
                <a:lnTo>
                  <a:pt x="6067" y="19423"/>
                </a:lnTo>
                <a:lnTo>
                  <a:pt x="6067" y="15976"/>
                </a:lnTo>
                <a:close/>
                <a:moveTo>
                  <a:pt x="3755" y="5543"/>
                </a:moveTo>
                <a:cubicBezTo>
                  <a:pt x="3755" y="6068"/>
                  <a:pt x="4103" y="6324"/>
                  <a:pt x="4800" y="6324"/>
                </a:cubicBezTo>
                <a:cubicBezTo>
                  <a:pt x="5499" y="6324"/>
                  <a:pt x="5848" y="6068"/>
                  <a:pt x="5848" y="5543"/>
                </a:cubicBezTo>
                <a:lnTo>
                  <a:pt x="5848" y="2399"/>
                </a:lnTo>
                <a:cubicBezTo>
                  <a:pt x="5848" y="1878"/>
                  <a:pt x="5499" y="1613"/>
                  <a:pt x="4800" y="1613"/>
                </a:cubicBezTo>
                <a:cubicBezTo>
                  <a:pt x="4103" y="1613"/>
                  <a:pt x="3755" y="1878"/>
                  <a:pt x="3755" y="2399"/>
                </a:cubicBezTo>
                <a:lnTo>
                  <a:pt x="3755" y="5543"/>
                </a:lnTo>
                <a:close/>
                <a:moveTo>
                  <a:pt x="10535" y="7968"/>
                </a:moveTo>
                <a:lnTo>
                  <a:pt x="6608" y="7968"/>
                </a:lnTo>
                <a:lnTo>
                  <a:pt x="6608" y="11444"/>
                </a:lnTo>
                <a:lnTo>
                  <a:pt x="10535" y="11444"/>
                </a:lnTo>
                <a:lnTo>
                  <a:pt x="10535" y="7968"/>
                </a:lnTo>
                <a:close/>
                <a:moveTo>
                  <a:pt x="10535" y="11976"/>
                </a:moveTo>
                <a:lnTo>
                  <a:pt x="6608" y="11976"/>
                </a:lnTo>
                <a:lnTo>
                  <a:pt x="6608" y="15452"/>
                </a:lnTo>
                <a:lnTo>
                  <a:pt x="10535" y="15452"/>
                </a:lnTo>
                <a:lnTo>
                  <a:pt x="10535" y="11976"/>
                </a:lnTo>
                <a:close/>
                <a:moveTo>
                  <a:pt x="10535" y="15976"/>
                </a:moveTo>
                <a:lnTo>
                  <a:pt x="6608" y="15976"/>
                </a:lnTo>
                <a:lnTo>
                  <a:pt x="6608" y="19423"/>
                </a:lnTo>
                <a:lnTo>
                  <a:pt x="10535" y="19423"/>
                </a:lnTo>
                <a:lnTo>
                  <a:pt x="10535" y="15976"/>
                </a:lnTo>
                <a:close/>
                <a:moveTo>
                  <a:pt x="9775" y="5543"/>
                </a:moveTo>
                <a:cubicBezTo>
                  <a:pt x="9775" y="5826"/>
                  <a:pt x="9850" y="6027"/>
                  <a:pt x="9997" y="6145"/>
                </a:cubicBezTo>
                <a:cubicBezTo>
                  <a:pt x="10144" y="6269"/>
                  <a:pt x="10406" y="6324"/>
                  <a:pt x="10783" y="6324"/>
                </a:cubicBezTo>
                <a:cubicBezTo>
                  <a:pt x="11160" y="6324"/>
                  <a:pt x="11428" y="6263"/>
                  <a:pt x="11589" y="6140"/>
                </a:cubicBezTo>
                <a:cubicBezTo>
                  <a:pt x="11750" y="6016"/>
                  <a:pt x="11831" y="5820"/>
                  <a:pt x="11831" y="5544"/>
                </a:cubicBezTo>
                <a:lnTo>
                  <a:pt x="11831" y="2399"/>
                </a:lnTo>
                <a:cubicBezTo>
                  <a:pt x="11831" y="2128"/>
                  <a:pt x="11750" y="1933"/>
                  <a:pt x="11589" y="1803"/>
                </a:cubicBezTo>
                <a:cubicBezTo>
                  <a:pt x="11428" y="1673"/>
                  <a:pt x="11160" y="1613"/>
                  <a:pt x="10783" y="1613"/>
                </a:cubicBezTo>
                <a:cubicBezTo>
                  <a:pt x="10406" y="1613"/>
                  <a:pt x="10144" y="1679"/>
                  <a:pt x="9997" y="1814"/>
                </a:cubicBezTo>
                <a:cubicBezTo>
                  <a:pt x="9850" y="1944"/>
                  <a:pt x="9775" y="2140"/>
                  <a:pt x="9775" y="2399"/>
                </a:cubicBezTo>
                <a:lnTo>
                  <a:pt x="9775" y="5543"/>
                </a:lnTo>
                <a:close/>
                <a:moveTo>
                  <a:pt x="14986" y="7968"/>
                </a:moveTo>
                <a:lnTo>
                  <a:pt x="11074" y="7968"/>
                </a:lnTo>
                <a:lnTo>
                  <a:pt x="11074" y="11444"/>
                </a:lnTo>
                <a:lnTo>
                  <a:pt x="14986" y="11444"/>
                </a:lnTo>
                <a:lnTo>
                  <a:pt x="14986" y="7968"/>
                </a:lnTo>
                <a:close/>
                <a:moveTo>
                  <a:pt x="14986" y="11976"/>
                </a:moveTo>
                <a:lnTo>
                  <a:pt x="11074" y="11976"/>
                </a:lnTo>
                <a:lnTo>
                  <a:pt x="11074" y="15452"/>
                </a:lnTo>
                <a:lnTo>
                  <a:pt x="14986" y="15452"/>
                </a:lnTo>
                <a:lnTo>
                  <a:pt x="14986" y="11976"/>
                </a:lnTo>
                <a:close/>
                <a:moveTo>
                  <a:pt x="14986" y="15976"/>
                </a:moveTo>
                <a:lnTo>
                  <a:pt x="11074" y="15976"/>
                </a:lnTo>
                <a:lnTo>
                  <a:pt x="11074" y="19423"/>
                </a:lnTo>
                <a:lnTo>
                  <a:pt x="14986" y="19423"/>
                </a:lnTo>
                <a:lnTo>
                  <a:pt x="14986" y="15976"/>
                </a:lnTo>
                <a:close/>
                <a:moveTo>
                  <a:pt x="19423" y="7968"/>
                </a:moveTo>
                <a:lnTo>
                  <a:pt x="15522" y="7968"/>
                </a:lnTo>
                <a:lnTo>
                  <a:pt x="15522" y="11444"/>
                </a:lnTo>
                <a:lnTo>
                  <a:pt x="19423" y="11444"/>
                </a:lnTo>
                <a:lnTo>
                  <a:pt x="19423" y="7968"/>
                </a:lnTo>
                <a:close/>
                <a:moveTo>
                  <a:pt x="19423" y="11976"/>
                </a:moveTo>
                <a:lnTo>
                  <a:pt x="15522" y="11976"/>
                </a:lnTo>
                <a:lnTo>
                  <a:pt x="15522" y="15452"/>
                </a:lnTo>
                <a:lnTo>
                  <a:pt x="19423" y="15452"/>
                </a:lnTo>
                <a:lnTo>
                  <a:pt x="19423" y="11976"/>
                </a:lnTo>
                <a:close/>
                <a:moveTo>
                  <a:pt x="19423" y="15976"/>
                </a:moveTo>
                <a:lnTo>
                  <a:pt x="15522" y="15976"/>
                </a:lnTo>
                <a:lnTo>
                  <a:pt x="15522" y="19423"/>
                </a:lnTo>
                <a:lnTo>
                  <a:pt x="19423" y="19423"/>
                </a:lnTo>
                <a:lnTo>
                  <a:pt x="19423" y="15976"/>
                </a:lnTo>
                <a:close/>
                <a:moveTo>
                  <a:pt x="15758" y="5543"/>
                </a:moveTo>
                <a:cubicBezTo>
                  <a:pt x="15758" y="6068"/>
                  <a:pt x="16106" y="6324"/>
                  <a:pt x="16806" y="6324"/>
                </a:cubicBezTo>
                <a:cubicBezTo>
                  <a:pt x="17503" y="6324"/>
                  <a:pt x="17848" y="6068"/>
                  <a:pt x="17840" y="5543"/>
                </a:cubicBezTo>
                <a:lnTo>
                  <a:pt x="17840" y="2399"/>
                </a:lnTo>
                <a:cubicBezTo>
                  <a:pt x="17840" y="1878"/>
                  <a:pt x="17494" y="1613"/>
                  <a:pt x="16806" y="1613"/>
                </a:cubicBezTo>
                <a:cubicBezTo>
                  <a:pt x="16106" y="1613"/>
                  <a:pt x="15758" y="1878"/>
                  <a:pt x="15758" y="2399"/>
                </a:cubicBezTo>
                <a:lnTo>
                  <a:pt x="15758" y="5543"/>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0" name="Shape 2530"/>
          <p:cNvSpPr/>
          <p:nvPr/>
        </p:nvSpPr>
        <p:spPr>
          <a:xfrm>
            <a:off x="11595086" y="2918605"/>
            <a:ext cx="1033438" cy="1039787"/>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1" name="Shape 2531"/>
          <p:cNvSpPr/>
          <p:nvPr/>
        </p:nvSpPr>
        <p:spPr>
          <a:xfrm>
            <a:off x="14357337" y="4239405"/>
            <a:ext cx="1033437" cy="1039787"/>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2" name="Shape 2532"/>
          <p:cNvSpPr/>
          <p:nvPr/>
        </p:nvSpPr>
        <p:spPr>
          <a:xfrm>
            <a:off x="8164499" y="6571443"/>
            <a:ext cx="1033437" cy="1041374"/>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3" name="Shape 2533"/>
          <p:cNvSpPr/>
          <p:nvPr/>
        </p:nvSpPr>
        <p:spPr>
          <a:xfrm>
            <a:off x="15081237" y="6571443"/>
            <a:ext cx="1033437" cy="1041374"/>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4" name="Shape 2534"/>
          <p:cNvSpPr/>
          <p:nvPr/>
        </p:nvSpPr>
        <p:spPr>
          <a:xfrm>
            <a:off x="9023336" y="3985405"/>
            <a:ext cx="1033438" cy="1039787"/>
          </a:xfrm>
          <a:prstGeom prst="ellipse">
            <a:avLst/>
          </a:prstGeom>
          <a:solidFill>
            <a:srgbClr val="FFFEFE"/>
          </a:solidFill>
          <a:ln w="63500">
            <a:solidFill>
              <a:srgbClr val="397ECA"/>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5" name="Shape 2535"/>
          <p:cNvSpPr/>
          <p:nvPr/>
        </p:nvSpPr>
        <p:spPr>
          <a:xfrm>
            <a:off x="11804650" y="3148806"/>
            <a:ext cx="619126" cy="5159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9" y="14020"/>
                </a:moveTo>
                <a:cubicBezTo>
                  <a:pt x="20951" y="14020"/>
                  <a:pt x="21162" y="14126"/>
                  <a:pt x="21336" y="14334"/>
                </a:cubicBezTo>
                <a:cubicBezTo>
                  <a:pt x="21512" y="14549"/>
                  <a:pt x="21600" y="14810"/>
                  <a:pt x="21600" y="15116"/>
                </a:cubicBezTo>
                <a:lnTo>
                  <a:pt x="21600" y="20504"/>
                </a:lnTo>
                <a:cubicBezTo>
                  <a:pt x="21600" y="20816"/>
                  <a:pt x="21512" y="21071"/>
                  <a:pt x="21336" y="21286"/>
                </a:cubicBezTo>
                <a:cubicBezTo>
                  <a:pt x="21162" y="21494"/>
                  <a:pt x="20951" y="21600"/>
                  <a:pt x="20709" y="21600"/>
                </a:cubicBezTo>
                <a:lnTo>
                  <a:pt x="16198" y="21600"/>
                </a:lnTo>
                <a:cubicBezTo>
                  <a:pt x="15940" y="21600"/>
                  <a:pt x="15730" y="21494"/>
                  <a:pt x="15564" y="21286"/>
                </a:cubicBezTo>
                <a:cubicBezTo>
                  <a:pt x="15400" y="21071"/>
                  <a:pt x="15316" y="20816"/>
                  <a:pt x="15316" y="20504"/>
                </a:cubicBezTo>
                <a:lnTo>
                  <a:pt x="15316" y="15116"/>
                </a:lnTo>
                <a:cubicBezTo>
                  <a:pt x="15316" y="14810"/>
                  <a:pt x="15400" y="14549"/>
                  <a:pt x="15571" y="14334"/>
                </a:cubicBezTo>
                <a:cubicBezTo>
                  <a:pt x="15737" y="14126"/>
                  <a:pt x="15945" y="14020"/>
                  <a:pt x="16198" y="14020"/>
                </a:cubicBezTo>
                <a:lnTo>
                  <a:pt x="17789" y="14020"/>
                </a:lnTo>
                <a:lnTo>
                  <a:pt x="17789" y="11869"/>
                </a:lnTo>
                <a:cubicBezTo>
                  <a:pt x="17789" y="11699"/>
                  <a:pt x="17708" y="11611"/>
                  <a:pt x="17544" y="11602"/>
                </a:cubicBezTo>
                <a:lnTo>
                  <a:pt x="11473" y="11602"/>
                </a:lnTo>
                <a:lnTo>
                  <a:pt x="11473" y="14020"/>
                </a:lnTo>
                <a:lnTo>
                  <a:pt x="13054" y="14020"/>
                </a:lnTo>
                <a:cubicBezTo>
                  <a:pt x="13297" y="14020"/>
                  <a:pt x="13507" y="14126"/>
                  <a:pt x="13681" y="14334"/>
                </a:cubicBezTo>
                <a:cubicBezTo>
                  <a:pt x="13857" y="14549"/>
                  <a:pt x="13945" y="14810"/>
                  <a:pt x="13945" y="15116"/>
                </a:cubicBezTo>
                <a:lnTo>
                  <a:pt x="13945" y="20504"/>
                </a:lnTo>
                <a:cubicBezTo>
                  <a:pt x="13945" y="20816"/>
                  <a:pt x="13857" y="21071"/>
                  <a:pt x="13681" y="21286"/>
                </a:cubicBezTo>
                <a:cubicBezTo>
                  <a:pt x="13507" y="21494"/>
                  <a:pt x="13297" y="21600"/>
                  <a:pt x="13054" y="21600"/>
                </a:cubicBezTo>
                <a:lnTo>
                  <a:pt x="8543" y="21600"/>
                </a:lnTo>
                <a:cubicBezTo>
                  <a:pt x="8298" y="21600"/>
                  <a:pt x="8090" y="21494"/>
                  <a:pt x="7914" y="21286"/>
                </a:cubicBezTo>
                <a:cubicBezTo>
                  <a:pt x="7740" y="21071"/>
                  <a:pt x="7652" y="20816"/>
                  <a:pt x="7652" y="20504"/>
                </a:cubicBezTo>
                <a:lnTo>
                  <a:pt x="7652" y="15116"/>
                </a:lnTo>
                <a:cubicBezTo>
                  <a:pt x="7652" y="14810"/>
                  <a:pt x="7740" y="14549"/>
                  <a:pt x="7914" y="14334"/>
                </a:cubicBezTo>
                <a:cubicBezTo>
                  <a:pt x="8090" y="14126"/>
                  <a:pt x="8298" y="14020"/>
                  <a:pt x="8543" y="14020"/>
                </a:cubicBezTo>
                <a:lnTo>
                  <a:pt x="10124" y="14020"/>
                </a:lnTo>
                <a:lnTo>
                  <a:pt x="10124" y="11602"/>
                </a:lnTo>
                <a:lnTo>
                  <a:pt x="4056" y="11602"/>
                </a:lnTo>
                <a:cubicBezTo>
                  <a:pt x="3902" y="11602"/>
                  <a:pt x="3821" y="11690"/>
                  <a:pt x="3821" y="11869"/>
                </a:cubicBezTo>
                <a:lnTo>
                  <a:pt x="3821" y="14020"/>
                </a:lnTo>
                <a:lnTo>
                  <a:pt x="5402" y="14020"/>
                </a:lnTo>
                <a:cubicBezTo>
                  <a:pt x="5662" y="14020"/>
                  <a:pt x="5875" y="14126"/>
                  <a:pt x="6054" y="14334"/>
                </a:cubicBezTo>
                <a:cubicBezTo>
                  <a:pt x="6230" y="14549"/>
                  <a:pt x="6316" y="14810"/>
                  <a:pt x="6316" y="15116"/>
                </a:cubicBezTo>
                <a:lnTo>
                  <a:pt x="6316" y="20504"/>
                </a:lnTo>
                <a:cubicBezTo>
                  <a:pt x="6316" y="20816"/>
                  <a:pt x="6230" y="21071"/>
                  <a:pt x="6054" y="21286"/>
                </a:cubicBezTo>
                <a:cubicBezTo>
                  <a:pt x="5877" y="21494"/>
                  <a:pt x="5664" y="21600"/>
                  <a:pt x="5402" y="21600"/>
                </a:cubicBezTo>
                <a:lnTo>
                  <a:pt x="913" y="21600"/>
                </a:lnTo>
                <a:cubicBezTo>
                  <a:pt x="658" y="21600"/>
                  <a:pt x="441" y="21494"/>
                  <a:pt x="262" y="21286"/>
                </a:cubicBezTo>
                <a:cubicBezTo>
                  <a:pt x="88" y="21071"/>
                  <a:pt x="0" y="20816"/>
                  <a:pt x="0" y="20504"/>
                </a:cubicBezTo>
                <a:lnTo>
                  <a:pt x="0" y="15116"/>
                </a:lnTo>
                <a:cubicBezTo>
                  <a:pt x="0" y="14810"/>
                  <a:pt x="88" y="14549"/>
                  <a:pt x="262" y="14334"/>
                </a:cubicBezTo>
                <a:cubicBezTo>
                  <a:pt x="438" y="14126"/>
                  <a:pt x="656" y="14020"/>
                  <a:pt x="913" y="14020"/>
                </a:cubicBezTo>
                <a:lnTo>
                  <a:pt x="2472" y="14020"/>
                </a:lnTo>
                <a:lnTo>
                  <a:pt x="2472" y="11869"/>
                </a:lnTo>
                <a:cubicBezTo>
                  <a:pt x="2472" y="11352"/>
                  <a:pt x="2629" y="10912"/>
                  <a:pt x="2942" y="10544"/>
                </a:cubicBezTo>
                <a:cubicBezTo>
                  <a:pt x="3253" y="10180"/>
                  <a:pt x="3623" y="9998"/>
                  <a:pt x="4054" y="9998"/>
                </a:cubicBezTo>
                <a:lnTo>
                  <a:pt x="10122" y="9998"/>
                </a:lnTo>
                <a:lnTo>
                  <a:pt x="10122" y="7551"/>
                </a:lnTo>
                <a:lnTo>
                  <a:pt x="8541" y="7551"/>
                </a:lnTo>
                <a:cubicBezTo>
                  <a:pt x="8296" y="7551"/>
                  <a:pt x="8088" y="7451"/>
                  <a:pt x="7912" y="7248"/>
                </a:cubicBezTo>
                <a:cubicBezTo>
                  <a:pt x="7738" y="7045"/>
                  <a:pt x="7650" y="6790"/>
                  <a:pt x="7650" y="6484"/>
                </a:cubicBezTo>
                <a:lnTo>
                  <a:pt x="7650" y="1066"/>
                </a:lnTo>
                <a:cubicBezTo>
                  <a:pt x="7650" y="776"/>
                  <a:pt x="7738" y="523"/>
                  <a:pt x="7912" y="314"/>
                </a:cubicBezTo>
                <a:cubicBezTo>
                  <a:pt x="8088" y="103"/>
                  <a:pt x="8296" y="0"/>
                  <a:pt x="8541" y="0"/>
                </a:cubicBezTo>
                <a:lnTo>
                  <a:pt x="13052" y="0"/>
                </a:lnTo>
                <a:cubicBezTo>
                  <a:pt x="13294" y="0"/>
                  <a:pt x="13505" y="103"/>
                  <a:pt x="13679" y="314"/>
                </a:cubicBezTo>
                <a:cubicBezTo>
                  <a:pt x="13855" y="523"/>
                  <a:pt x="13943" y="776"/>
                  <a:pt x="13943" y="1066"/>
                </a:cubicBezTo>
                <a:lnTo>
                  <a:pt x="13943" y="6484"/>
                </a:lnTo>
                <a:cubicBezTo>
                  <a:pt x="13943" y="6790"/>
                  <a:pt x="13855" y="7045"/>
                  <a:pt x="13679" y="7248"/>
                </a:cubicBezTo>
                <a:cubicBezTo>
                  <a:pt x="13505" y="7451"/>
                  <a:pt x="13294" y="7551"/>
                  <a:pt x="13052" y="7551"/>
                </a:cubicBezTo>
                <a:lnTo>
                  <a:pt x="11471" y="7551"/>
                </a:lnTo>
                <a:lnTo>
                  <a:pt x="11471" y="9998"/>
                </a:lnTo>
                <a:lnTo>
                  <a:pt x="17541" y="9998"/>
                </a:lnTo>
                <a:cubicBezTo>
                  <a:pt x="17970" y="9998"/>
                  <a:pt x="18339" y="10177"/>
                  <a:pt x="18653" y="10539"/>
                </a:cubicBezTo>
                <a:cubicBezTo>
                  <a:pt x="18966" y="10900"/>
                  <a:pt x="19123" y="11344"/>
                  <a:pt x="19123" y="11869"/>
                </a:cubicBezTo>
                <a:lnTo>
                  <a:pt x="19123" y="14020"/>
                </a:lnTo>
                <a:lnTo>
                  <a:pt x="20709" y="14020"/>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6" name="Shape 2536"/>
          <p:cNvSpPr/>
          <p:nvPr/>
        </p:nvSpPr>
        <p:spPr>
          <a:xfrm>
            <a:off x="8375650" y="6798468"/>
            <a:ext cx="619126" cy="6207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57" y="18802"/>
                </a:moveTo>
                <a:cubicBezTo>
                  <a:pt x="21518" y="18965"/>
                  <a:pt x="21600" y="19177"/>
                  <a:pt x="21600" y="19437"/>
                </a:cubicBezTo>
                <a:cubicBezTo>
                  <a:pt x="21600" y="19581"/>
                  <a:pt x="21518" y="19776"/>
                  <a:pt x="21357" y="20019"/>
                </a:cubicBezTo>
                <a:cubicBezTo>
                  <a:pt x="21193" y="20261"/>
                  <a:pt x="20990" y="20504"/>
                  <a:pt x="20747" y="20741"/>
                </a:cubicBezTo>
                <a:cubicBezTo>
                  <a:pt x="20504" y="20979"/>
                  <a:pt x="20261" y="21185"/>
                  <a:pt x="20023" y="21349"/>
                </a:cubicBezTo>
                <a:cubicBezTo>
                  <a:pt x="19783" y="21518"/>
                  <a:pt x="19594" y="21600"/>
                  <a:pt x="19447" y="21600"/>
                </a:cubicBezTo>
                <a:cubicBezTo>
                  <a:pt x="19190" y="21600"/>
                  <a:pt x="18975" y="21515"/>
                  <a:pt x="18811" y="21343"/>
                </a:cubicBezTo>
                <a:lnTo>
                  <a:pt x="13957" y="16503"/>
                </a:lnTo>
                <a:cubicBezTo>
                  <a:pt x="13217" y="16980"/>
                  <a:pt x="12429" y="17350"/>
                  <a:pt x="11590" y="17604"/>
                </a:cubicBezTo>
                <a:cubicBezTo>
                  <a:pt x="10751" y="17864"/>
                  <a:pt x="9892" y="17991"/>
                  <a:pt x="9007" y="17991"/>
                </a:cubicBezTo>
                <a:cubicBezTo>
                  <a:pt x="7770" y="17991"/>
                  <a:pt x="6609" y="17760"/>
                  <a:pt x="5518" y="17291"/>
                </a:cubicBezTo>
                <a:cubicBezTo>
                  <a:pt x="4427" y="16822"/>
                  <a:pt x="3470" y="16175"/>
                  <a:pt x="2645" y="15354"/>
                </a:cubicBezTo>
                <a:cubicBezTo>
                  <a:pt x="1817" y="14535"/>
                  <a:pt x="1173" y="13580"/>
                  <a:pt x="701" y="12487"/>
                </a:cubicBezTo>
                <a:cubicBezTo>
                  <a:pt x="232" y="11400"/>
                  <a:pt x="0" y="10237"/>
                  <a:pt x="0" y="9000"/>
                </a:cubicBezTo>
                <a:cubicBezTo>
                  <a:pt x="0" y="7769"/>
                  <a:pt x="232" y="6602"/>
                  <a:pt x="701" y="5515"/>
                </a:cubicBezTo>
                <a:cubicBezTo>
                  <a:pt x="1170" y="4422"/>
                  <a:pt x="1817" y="3468"/>
                  <a:pt x="2645" y="2646"/>
                </a:cubicBezTo>
                <a:cubicBezTo>
                  <a:pt x="3470" y="1827"/>
                  <a:pt x="4425" y="1180"/>
                  <a:pt x="5512" y="709"/>
                </a:cubicBezTo>
                <a:cubicBezTo>
                  <a:pt x="6600" y="237"/>
                  <a:pt x="7764" y="0"/>
                  <a:pt x="9007" y="0"/>
                </a:cubicBezTo>
                <a:cubicBezTo>
                  <a:pt x="10245" y="0"/>
                  <a:pt x="11403" y="237"/>
                  <a:pt x="12488" y="709"/>
                </a:cubicBezTo>
                <a:cubicBezTo>
                  <a:pt x="13573" y="1180"/>
                  <a:pt x="14531" y="1827"/>
                  <a:pt x="15359" y="2646"/>
                </a:cubicBezTo>
                <a:cubicBezTo>
                  <a:pt x="16184" y="3468"/>
                  <a:pt x="16831" y="4422"/>
                  <a:pt x="17300" y="5515"/>
                </a:cubicBezTo>
                <a:cubicBezTo>
                  <a:pt x="17769" y="6602"/>
                  <a:pt x="18003" y="7769"/>
                  <a:pt x="18003" y="9000"/>
                </a:cubicBezTo>
                <a:cubicBezTo>
                  <a:pt x="18003" y="9887"/>
                  <a:pt x="17873" y="10748"/>
                  <a:pt x="17616" y="11589"/>
                </a:cubicBezTo>
                <a:cubicBezTo>
                  <a:pt x="17359" y="12434"/>
                  <a:pt x="16992" y="13219"/>
                  <a:pt x="16514" y="13947"/>
                </a:cubicBezTo>
                <a:lnTo>
                  <a:pt x="21357" y="18802"/>
                </a:lnTo>
                <a:close/>
                <a:moveTo>
                  <a:pt x="3597" y="9000"/>
                </a:moveTo>
                <a:cubicBezTo>
                  <a:pt x="3597" y="9759"/>
                  <a:pt x="3741" y="10465"/>
                  <a:pt x="4029" y="11118"/>
                </a:cubicBezTo>
                <a:cubicBezTo>
                  <a:pt x="4317" y="11770"/>
                  <a:pt x="4707" y="12338"/>
                  <a:pt x="5193" y="12821"/>
                </a:cubicBezTo>
                <a:cubicBezTo>
                  <a:pt x="5679" y="13301"/>
                  <a:pt x="6253" y="13685"/>
                  <a:pt x="6908" y="13970"/>
                </a:cubicBezTo>
                <a:cubicBezTo>
                  <a:pt x="7566" y="14252"/>
                  <a:pt x="8264" y="14394"/>
                  <a:pt x="9004" y="14394"/>
                </a:cubicBezTo>
                <a:cubicBezTo>
                  <a:pt x="9745" y="14394"/>
                  <a:pt x="10440" y="14252"/>
                  <a:pt x="11092" y="13970"/>
                </a:cubicBezTo>
                <a:cubicBezTo>
                  <a:pt x="11745" y="13685"/>
                  <a:pt x="12319" y="13301"/>
                  <a:pt x="12802" y="12821"/>
                </a:cubicBezTo>
                <a:cubicBezTo>
                  <a:pt x="13291" y="12338"/>
                  <a:pt x="13678" y="11770"/>
                  <a:pt x="13966" y="11118"/>
                </a:cubicBezTo>
                <a:cubicBezTo>
                  <a:pt x="14254" y="10465"/>
                  <a:pt x="14398" y="9759"/>
                  <a:pt x="14398" y="9000"/>
                </a:cubicBezTo>
                <a:cubicBezTo>
                  <a:pt x="14398" y="8260"/>
                  <a:pt x="14254" y="7565"/>
                  <a:pt x="13966" y="6913"/>
                </a:cubicBezTo>
                <a:cubicBezTo>
                  <a:pt x="13675" y="6258"/>
                  <a:pt x="13291" y="5684"/>
                  <a:pt x="12802" y="5193"/>
                </a:cubicBezTo>
                <a:cubicBezTo>
                  <a:pt x="12316" y="4704"/>
                  <a:pt x="11745" y="4317"/>
                  <a:pt x="11092" y="4032"/>
                </a:cubicBezTo>
                <a:cubicBezTo>
                  <a:pt x="10440" y="3750"/>
                  <a:pt x="9742" y="3606"/>
                  <a:pt x="9004" y="3606"/>
                </a:cubicBezTo>
                <a:cubicBezTo>
                  <a:pt x="8267" y="3606"/>
                  <a:pt x="7566" y="3750"/>
                  <a:pt x="6908" y="4032"/>
                </a:cubicBezTo>
                <a:cubicBezTo>
                  <a:pt x="6253" y="4317"/>
                  <a:pt x="5676" y="4704"/>
                  <a:pt x="5193" y="5193"/>
                </a:cubicBezTo>
                <a:cubicBezTo>
                  <a:pt x="4707" y="5684"/>
                  <a:pt x="4317" y="6258"/>
                  <a:pt x="4029" y="6913"/>
                </a:cubicBezTo>
                <a:cubicBezTo>
                  <a:pt x="3741" y="7565"/>
                  <a:pt x="3597" y="8257"/>
                  <a:pt x="3597" y="9000"/>
                </a:cubicBezTo>
                <a:moveTo>
                  <a:pt x="9007" y="5591"/>
                </a:moveTo>
                <a:cubicBezTo>
                  <a:pt x="9185" y="5591"/>
                  <a:pt x="9344" y="5656"/>
                  <a:pt x="9473" y="5786"/>
                </a:cubicBezTo>
                <a:cubicBezTo>
                  <a:pt x="9603" y="5919"/>
                  <a:pt x="9668" y="6082"/>
                  <a:pt x="9668" y="6280"/>
                </a:cubicBezTo>
                <a:cubicBezTo>
                  <a:pt x="9668" y="6461"/>
                  <a:pt x="9603" y="6616"/>
                  <a:pt x="9473" y="6746"/>
                </a:cubicBezTo>
                <a:cubicBezTo>
                  <a:pt x="9344" y="6879"/>
                  <a:pt x="9185" y="6944"/>
                  <a:pt x="9007" y="6944"/>
                </a:cubicBezTo>
                <a:cubicBezTo>
                  <a:pt x="8439" y="6944"/>
                  <a:pt x="7953" y="7144"/>
                  <a:pt x="7552" y="7537"/>
                </a:cubicBezTo>
                <a:cubicBezTo>
                  <a:pt x="7151" y="7935"/>
                  <a:pt x="6950" y="8423"/>
                  <a:pt x="6950" y="8997"/>
                </a:cubicBezTo>
                <a:cubicBezTo>
                  <a:pt x="6950" y="9180"/>
                  <a:pt x="6885" y="9333"/>
                  <a:pt x="6755" y="9466"/>
                </a:cubicBezTo>
                <a:cubicBezTo>
                  <a:pt x="6623" y="9596"/>
                  <a:pt x="6467" y="9658"/>
                  <a:pt x="6289" y="9658"/>
                </a:cubicBezTo>
                <a:cubicBezTo>
                  <a:pt x="6080" y="9658"/>
                  <a:pt x="5914" y="9596"/>
                  <a:pt x="5786" y="9466"/>
                </a:cubicBezTo>
                <a:cubicBezTo>
                  <a:pt x="5659" y="9333"/>
                  <a:pt x="5600" y="9180"/>
                  <a:pt x="5600" y="8997"/>
                </a:cubicBezTo>
                <a:cubicBezTo>
                  <a:pt x="5600" y="8539"/>
                  <a:pt x="5685" y="8104"/>
                  <a:pt x="5863" y="7686"/>
                </a:cubicBezTo>
                <a:cubicBezTo>
                  <a:pt x="6038" y="7271"/>
                  <a:pt x="6281" y="6907"/>
                  <a:pt x="6597" y="6591"/>
                </a:cubicBezTo>
                <a:cubicBezTo>
                  <a:pt x="6905" y="6277"/>
                  <a:pt x="7264" y="6029"/>
                  <a:pt x="7677" y="5857"/>
                </a:cubicBezTo>
                <a:cubicBezTo>
                  <a:pt x="8086" y="5681"/>
                  <a:pt x="8530" y="5591"/>
                  <a:pt x="9007" y="5591"/>
                </a:cubicBezTo>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7" name="Shape 2537"/>
          <p:cNvSpPr/>
          <p:nvPr/>
        </p:nvSpPr>
        <p:spPr>
          <a:xfrm>
            <a:off x="14566900" y="4523581"/>
            <a:ext cx="620713" cy="515938"/>
          </a:xfrm>
          <a:custGeom>
            <a:avLst/>
            <a:gdLst/>
            <a:ahLst/>
            <a:cxnLst>
              <a:cxn ang="0">
                <a:pos x="wd2" y="hd2"/>
              </a:cxn>
              <a:cxn ang="5400000">
                <a:pos x="wd2" y="hd2"/>
              </a:cxn>
              <a:cxn ang="10800000">
                <a:pos x="wd2" y="hd2"/>
              </a:cxn>
              <a:cxn ang="16200000">
                <a:pos x="wd2" y="hd2"/>
              </a:cxn>
            </a:cxnLst>
            <a:rect l="0" t="0" r="r" b="b"/>
            <a:pathLst>
              <a:path w="21600" h="21579" fill="norm" stroke="1" extrusionOk="0">
                <a:moveTo>
                  <a:pt x="21600" y="9391"/>
                </a:moveTo>
                <a:cubicBezTo>
                  <a:pt x="21600" y="9887"/>
                  <a:pt x="21473" y="10321"/>
                  <a:pt x="21218" y="10697"/>
                </a:cubicBezTo>
                <a:cubicBezTo>
                  <a:pt x="20963" y="11073"/>
                  <a:pt x="20648" y="11313"/>
                  <a:pt x="20263" y="11428"/>
                </a:cubicBezTo>
                <a:lnTo>
                  <a:pt x="20263" y="16611"/>
                </a:lnTo>
                <a:cubicBezTo>
                  <a:pt x="20263" y="17201"/>
                  <a:pt x="20087" y="17708"/>
                  <a:pt x="19730" y="18128"/>
                </a:cubicBezTo>
                <a:cubicBezTo>
                  <a:pt x="19375" y="18551"/>
                  <a:pt x="18951" y="18759"/>
                  <a:pt x="18459" y="18759"/>
                </a:cubicBezTo>
                <a:cubicBezTo>
                  <a:pt x="17928" y="18122"/>
                  <a:pt x="17286" y="17506"/>
                  <a:pt x="16537" y="16904"/>
                </a:cubicBezTo>
                <a:cubicBezTo>
                  <a:pt x="15786" y="16305"/>
                  <a:pt x="14980" y="15757"/>
                  <a:pt x="14116" y="15255"/>
                </a:cubicBezTo>
                <a:cubicBezTo>
                  <a:pt x="13254" y="14756"/>
                  <a:pt x="12363" y="14325"/>
                  <a:pt x="11450" y="13969"/>
                </a:cubicBezTo>
                <a:cubicBezTo>
                  <a:pt x="10537" y="13614"/>
                  <a:pt x="9648" y="13380"/>
                  <a:pt x="8789" y="13268"/>
                </a:cubicBezTo>
                <a:cubicBezTo>
                  <a:pt x="8453" y="13379"/>
                  <a:pt x="8179" y="13564"/>
                  <a:pt x="7969" y="13829"/>
                </a:cubicBezTo>
                <a:cubicBezTo>
                  <a:pt x="7758" y="14093"/>
                  <a:pt x="7614" y="14386"/>
                  <a:pt x="7535" y="14706"/>
                </a:cubicBezTo>
                <a:cubicBezTo>
                  <a:pt x="7457" y="15029"/>
                  <a:pt x="7450" y="15361"/>
                  <a:pt x="7511" y="15698"/>
                </a:cubicBezTo>
                <a:cubicBezTo>
                  <a:pt x="7575" y="16036"/>
                  <a:pt x="7719" y="16341"/>
                  <a:pt x="7947" y="16611"/>
                </a:cubicBezTo>
                <a:cubicBezTo>
                  <a:pt x="7751" y="16992"/>
                  <a:pt x="7660" y="17347"/>
                  <a:pt x="7677" y="17673"/>
                </a:cubicBezTo>
                <a:cubicBezTo>
                  <a:pt x="7692" y="17993"/>
                  <a:pt x="7773" y="18307"/>
                  <a:pt x="7917" y="18606"/>
                </a:cubicBezTo>
                <a:cubicBezTo>
                  <a:pt x="8059" y="18909"/>
                  <a:pt x="8255" y="19193"/>
                  <a:pt x="8498" y="19469"/>
                </a:cubicBezTo>
                <a:cubicBezTo>
                  <a:pt x="8737" y="19745"/>
                  <a:pt x="8997" y="20021"/>
                  <a:pt x="9271" y="20291"/>
                </a:cubicBezTo>
                <a:cubicBezTo>
                  <a:pt x="9114" y="20696"/>
                  <a:pt x="8843" y="21001"/>
                  <a:pt x="8456" y="21213"/>
                </a:cubicBezTo>
                <a:cubicBezTo>
                  <a:pt x="8069" y="21424"/>
                  <a:pt x="7655" y="21541"/>
                  <a:pt x="7212" y="21571"/>
                </a:cubicBezTo>
                <a:cubicBezTo>
                  <a:pt x="6772" y="21600"/>
                  <a:pt x="6341" y="21550"/>
                  <a:pt x="5917" y="21424"/>
                </a:cubicBezTo>
                <a:cubicBezTo>
                  <a:pt x="5496" y="21295"/>
                  <a:pt x="5163" y="21092"/>
                  <a:pt x="4923" y="20811"/>
                </a:cubicBezTo>
                <a:cubicBezTo>
                  <a:pt x="4781" y="20241"/>
                  <a:pt x="4625" y="19657"/>
                  <a:pt x="4453" y="19056"/>
                </a:cubicBezTo>
                <a:cubicBezTo>
                  <a:pt x="4282" y="18454"/>
                  <a:pt x="4140" y="17843"/>
                  <a:pt x="4032" y="17224"/>
                </a:cubicBezTo>
                <a:cubicBezTo>
                  <a:pt x="3922" y="16599"/>
                  <a:pt x="3868" y="15953"/>
                  <a:pt x="3868" y="15281"/>
                </a:cubicBezTo>
                <a:cubicBezTo>
                  <a:pt x="3868" y="14615"/>
                  <a:pt x="3961" y="13905"/>
                  <a:pt x="4150" y="13154"/>
                </a:cubicBezTo>
                <a:lnTo>
                  <a:pt x="1804" y="13154"/>
                </a:lnTo>
                <a:cubicBezTo>
                  <a:pt x="1312" y="13154"/>
                  <a:pt x="889" y="12945"/>
                  <a:pt x="534" y="12523"/>
                </a:cubicBezTo>
                <a:cubicBezTo>
                  <a:pt x="176" y="12100"/>
                  <a:pt x="0" y="11592"/>
                  <a:pt x="0" y="10991"/>
                </a:cubicBezTo>
                <a:lnTo>
                  <a:pt x="0" y="7774"/>
                </a:lnTo>
                <a:cubicBezTo>
                  <a:pt x="0" y="7184"/>
                  <a:pt x="176" y="6677"/>
                  <a:pt x="526" y="6245"/>
                </a:cubicBezTo>
                <a:cubicBezTo>
                  <a:pt x="879" y="5820"/>
                  <a:pt x="1305" y="5605"/>
                  <a:pt x="1804" y="5605"/>
                </a:cubicBezTo>
                <a:lnTo>
                  <a:pt x="7653" y="5605"/>
                </a:lnTo>
                <a:cubicBezTo>
                  <a:pt x="8551" y="5605"/>
                  <a:pt x="9509" y="5450"/>
                  <a:pt x="10525" y="5136"/>
                </a:cubicBezTo>
                <a:cubicBezTo>
                  <a:pt x="11541" y="4822"/>
                  <a:pt x="12537" y="4399"/>
                  <a:pt x="13511" y="3874"/>
                </a:cubicBezTo>
                <a:cubicBezTo>
                  <a:pt x="14488" y="3343"/>
                  <a:pt x="15409" y="2744"/>
                  <a:pt x="16273" y="2072"/>
                </a:cubicBezTo>
                <a:cubicBezTo>
                  <a:pt x="17135" y="1406"/>
                  <a:pt x="17864" y="713"/>
                  <a:pt x="18459" y="0"/>
                </a:cubicBezTo>
                <a:cubicBezTo>
                  <a:pt x="18951" y="0"/>
                  <a:pt x="19375" y="214"/>
                  <a:pt x="19730" y="634"/>
                </a:cubicBezTo>
                <a:cubicBezTo>
                  <a:pt x="20087" y="1057"/>
                  <a:pt x="20263" y="1567"/>
                  <a:pt x="20263" y="2166"/>
                </a:cubicBezTo>
                <a:lnTo>
                  <a:pt x="20263" y="7334"/>
                </a:lnTo>
                <a:cubicBezTo>
                  <a:pt x="20648" y="7446"/>
                  <a:pt x="20963" y="7692"/>
                  <a:pt x="21218" y="8071"/>
                </a:cubicBezTo>
                <a:cubicBezTo>
                  <a:pt x="21473" y="8455"/>
                  <a:pt x="21600" y="8895"/>
                  <a:pt x="21600" y="9391"/>
                </a:cubicBezTo>
                <a:moveTo>
                  <a:pt x="18459" y="2855"/>
                </a:moveTo>
                <a:cubicBezTo>
                  <a:pt x="17864" y="3407"/>
                  <a:pt x="17215" y="3941"/>
                  <a:pt x="16513" y="4452"/>
                </a:cubicBezTo>
                <a:cubicBezTo>
                  <a:pt x="15810" y="4963"/>
                  <a:pt x="15066" y="5423"/>
                  <a:pt x="14280" y="5834"/>
                </a:cubicBezTo>
                <a:cubicBezTo>
                  <a:pt x="13494" y="6245"/>
                  <a:pt x="12694" y="6609"/>
                  <a:pt x="11878" y="6923"/>
                </a:cubicBezTo>
                <a:cubicBezTo>
                  <a:pt x="11061" y="7237"/>
                  <a:pt x="10255" y="7463"/>
                  <a:pt x="9457" y="7604"/>
                </a:cubicBezTo>
                <a:lnTo>
                  <a:pt x="9457" y="11173"/>
                </a:lnTo>
                <a:cubicBezTo>
                  <a:pt x="10255" y="11325"/>
                  <a:pt x="11061" y="11554"/>
                  <a:pt x="11878" y="11862"/>
                </a:cubicBezTo>
                <a:cubicBezTo>
                  <a:pt x="12694" y="12170"/>
                  <a:pt x="13494" y="12537"/>
                  <a:pt x="14280" y="12957"/>
                </a:cubicBezTo>
                <a:cubicBezTo>
                  <a:pt x="15066" y="13379"/>
                  <a:pt x="15813" y="13843"/>
                  <a:pt x="16525" y="14348"/>
                </a:cubicBezTo>
                <a:cubicBezTo>
                  <a:pt x="17235" y="14856"/>
                  <a:pt x="17881" y="15381"/>
                  <a:pt x="18459" y="15921"/>
                </a:cubicBezTo>
                <a:lnTo>
                  <a:pt x="18459" y="2855"/>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8" name="Shape 2538"/>
          <p:cNvSpPr/>
          <p:nvPr/>
        </p:nvSpPr>
        <p:spPr>
          <a:xfrm>
            <a:off x="9229725" y="4175918"/>
            <a:ext cx="619126" cy="6191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88" y="2580"/>
                </a:moveTo>
                <a:cubicBezTo>
                  <a:pt x="20420" y="2580"/>
                  <a:pt x="20794" y="2736"/>
                  <a:pt x="21116" y="3053"/>
                </a:cubicBezTo>
                <a:cubicBezTo>
                  <a:pt x="21439" y="3372"/>
                  <a:pt x="21600" y="3744"/>
                  <a:pt x="21600" y="4176"/>
                </a:cubicBezTo>
                <a:lnTo>
                  <a:pt x="21600" y="19987"/>
                </a:lnTo>
                <a:cubicBezTo>
                  <a:pt x="21600" y="20419"/>
                  <a:pt x="21439" y="20797"/>
                  <a:pt x="21116" y="21116"/>
                </a:cubicBezTo>
                <a:cubicBezTo>
                  <a:pt x="20794" y="21439"/>
                  <a:pt x="20420" y="21600"/>
                  <a:pt x="19988" y="21600"/>
                </a:cubicBezTo>
                <a:lnTo>
                  <a:pt x="1612" y="21600"/>
                </a:lnTo>
                <a:cubicBezTo>
                  <a:pt x="1180" y="21600"/>
                  <a:pt x="806" y="21439"/>
                  <a:pt x="484" y="21116"/>
                </a:cubicBezTo>
                <a:cubicBezTo>
                  <a:pt x="161" y="20797"/>
                  <a:pt x="0" y="20419"/>
                  <a:pt x="0" y="19987"/>
                </a:cubicBezTo>
                <a:lnTo>
                  <a:pt x="0" y="4176"/>
                </a:lnTo>
                <a:cubicBezTo>
                  <a:pt x="0" y="3744"/>
                  <a:pt x="161" y="3372"/>
                  <a:pt x="484" y="3053"/>
                </a:cubicBezTo>
                <a:cubicBezTo>
                  <a:pt x="806" y="2736"/>
                  <a:pt x="1180" y="2580"/>
                  <a:pt x="1612" y="2580"/>
                </a:cubicBezTo>
                <a:lnTo>
                  <a:pt x="2151" y="2580"/>
                </a:lnTo>
                <a:lnTo>
                  <a:pt x="2151" y="2402"/>
                </a:lnTo>
                <a:cubicBezTo>
                  <a:pt x="2151" y="2117"/>
                  <a:pt x="2197" y="1829"/>
                  <a:pt x="2289" y="1541"/>
                </a:cubicBezTo>
                <a:cubicBezTo>
                  <a:pt x="2381" y="1250"/>
                  <a:pt x="2531" y="991"/>
                  <a:pt x="2738" y="766"/>
                </a:cubicBezTo>
                <a:cubicBezTo>
                  <a:pt x="2943" y="542"/>
                  <a:pt x="3216" y="360"/>
                  <a:pt x="3556" y="213"/>
                </a:cubicBezTo>
                <a:cubicBezTo>
                  <a:pt x="3896" y="75"/>
                  <a:pt x="4310" y="0"/>
                  <a:pt x="4797" y="0"/>
                </a:cubicBezTo>
                <a:cubicBezTo>
                  <a:pt x="5283" y="0"/>
                  <a:pt x="5698" y="75"/>
                  <a:pt x="6038" y="213"/>
                </a:cubicBezTo>
                <a:cubicBezTo>
                  <a:pt x="6378" y="360"/>
                  <a:pt x="6651" y="542"/>
                  <a:pt x="6858" y="766"/>
                </a:cubicBezTo>
                <a:cubicBezTo>
                  <a:pt x="7063" y="991"/>
                  <a:pt x="7215" y="1256"/>
                  <a:pt x="7313" y="1546"/>
                </a:cubicBezTo>
                <a:cubicBezTo>
                  <a:pt x="7411" y="1840"/>
                  <a:pt x="7457" y="2125"/>
                  <a:pt x="7457" y="2402"/>
                </a:cubicBezTo>
                <a:lnTo>
                  <a:pt x="7457" y="2580"/>
                </a:lnTo>
                <a:lnTo>
                  <a:pt x="8134" y="2580"/>
                </a:lnTo>
                <a:lnTo>
                  <a:pt x="8134" y="2402"/>
                </a:lnTo>
                <a:cubicBezTo>
                  <a:pt x="8134" y="2117"/>
                  <a:pt x="8180" y="1829"/>
                  <a:pt x="8269" y="1541"/>
                </a:cubicBezTo>
                <a:cubicBezTo>
                  <a:pt x="8364" y="1250"/>
                  <a:pt x="8511" y="991"/>
                  <a:pt x="8718" y="766"/>
                </a:cubicBezTo>
                <a:cubicBezTo>
                  <a:pt x="8926" y="541"/>
                  <a:pt x="9199" y="360"/>
                  <a:pt x="9539" y="213"/>
                </a:cubicBezTo>
                <a:cubicBezTo>
                  <a:pt x="9879" y="75"/>
                  <a:pt x="10293" y="0"/>
                  <a:pt x="10780" y="0"/>
                </a:cubicBezTo>
                <a:cubicBezTo>
                  <a:pt x="11266" y="0"/>
                  <a:pt x="11678" y="75"/>
                  <a:pt x="12021" y="213"/>
                </a:cubicBezTo>
                <a:cubicBezTo>
                  <a:pt x="12361" y="360"/>
                  <a:pt x="12637" y="542"/>
                  <a:pt x="12853" y="766"/>
                </a:cubicBezTo>
                <a:cubicBezTo>
                  <a:pt x="13069" y="991"/>
                  <a:pt x="13227" y="1256"/>
                  <a:pt x="13322" y="1546"/>
                </a:cubicBezTo>
                <a:cubicBezTo>
                  <a:pt x="13417" y="1840"/>
                  <a:pt x="13469" y="2125"/>
                  <a:pt x="13469" y="2402"/>
                </a:cubicBezTo>
                <a:lnTo>
                  <a:pt x="13469" y="2580"/>
                </a:lnTo>
                <a:lnTo>
                  <a:pt x="14143" y="2580"/>
                </a:lnTo>
                <a:lnTo>
                  <a:pt x="14143" y="2402"/>
                </a:lnTo>
                <a:cubicBezTo>
                  <a:pt x="14143" y="2117"/>
                  <a:pt x="14192" y="1829"/>
                  <a:pt x="14287" y="1541"/>
                </a:cubicBezTo>
                <a:cubicBezTo>
                  <a:pt x="14385" y="1250"/>
                  <a:pt x="14534" y="991"/>
                  <a:pt x="14742" y="766"/>
                </a:cubicBezTo>
                <a:cubicBezTo>
                  <a:pt x="14949" y="541"/>
                  <a:pt x="15220" y="360"/>
                  <a:pt x="15556" y="213"/>
                </a:cubicBezTo>
                <a:cubicBezTo>
                  <a:pt x="15890" y="75"/>
                  <a:pt x="16305" y="0"/>
                  <a:pt x="16803" y="0"/>
                </a:cubicBezTo>
                <a:cubicBezTo>
                  <a:pt x="17290" y="0"/>
                  <a:pt x="17704" y="75"/>
                  <a:pt x="18044" y="213"/>
                </a:cubicBezTo>
                <a:cubicBezTo>
                  <a:pt x="18384" y="360"/>
                  <a:pt x="18657" y="541"/>
                  <a:pt x="18865" y="766"/>
                </a:cubicBezTo>
                <a:cubicBezTo>
                  <a:pt x="19069" y="991"/>
                  <a:pt x="19219" y="1256"/>
                  <a:pt x="19311" y="1546"/>
                </a:cubicBezTo>
                <a:cubicBezTo>
                  <a:pt x="19403" y="1840"/>
                  <a:pt x="19449" y="2125"/>
                  <a:pt x="19449" y="2402"/>
                </a:cubicBezTo>
                <a:lnTo>
                  <a:pt x="19449" y="2580"/>
                </a:lnTo>
                <a:lnTo>
                  <a:pt x="19988" y="2580"/>
                </a:lnTo>
                <a:close/>
                <a:moveTo>
                  <a:pt x="6067" y="7968"/>
                </a:moveTo>
                <a:lnTo>
                  <a:pt x="2180" y="7968"/>
                </a:lnTo>
                <a:lnTo>
                  <a:pt x="2180" y="11444"/>
                </a:lnTo>
                <a:lnTo>
                  <a:pt x="6067" y="11444"/>
                </a:lnTo>
                <a:lnTo>
                  <a:pt x="6067" y="7968"/>
                </a:lnTo>
                <a:close/>
                <a:moveTo>
                  <a:pt x="6067" y="11976"/>
                </a:moveTo>
                <a:lnTo>
                  <a:pt x="2180" y="11976"/>
                </a:lnTo>
                <a:lnTo>
                  <a:pt x="2180" y="15452"/>
                </a:lnTo>
                <a:lnTo>
                  <a:pt x="6067" y="15452"/>
                </a:lnTo>
                <a:lnTo>
                  <a:pt x="6067" y="11976"/>
                </a:lnTo>
                <a:close/>
                <a:moveTo>
                  <a:pt x="6067" y="15976"/>
                </a:moveTo>
                <a:lnTo>
                  <a:pt x="2180" y="15976"/>
                </a:lnTo>
                <a:lnTo>
                  <a:pt x="2180" y="19423"/>
                </a:lnTo>
                <a:lnTo>
                  <a:pt x="6067" y="19423"/>
                </a:lnTo>
                <a:lnTo>
                  <a:pt x="6067" y="15976"/>
                </a:lnTo>
                <a:close/>
                <a:moveTo>
                  <a:pt x="3755" y="5543"/>
                </a:moveTo>
                <a:cubicBezTo>
                  <a:pt x="3755" y="6068"/>
                  <a:pt x="4103" y="6324"/>
                  <a:pt x="4800" y="6324"/>
                </a:cubicBezTo>
                <a:cubicBezTo>
                  <a:pt x="5499" y="6324"/>
                  <a:pt x="5848" y="6068"/>
                  <a:pt x="5848" y="5543"/>
                </a:cubicBezTo>
                <a:lnTo>
                  <a:pt x="5848" y="2399"/>
                </a:lnTo>
                <a:cubicBezTo>
                  <a:pt x="5848" y="1878"/>
                  <a:pt x="5499" y="1613"/>
                  <a:pt x="4800" y="1613"/>
                </a:cubicBezTo>
                <a:cubicBezTo>
                  <a:pt x="4103" y="1613"/>
                  <a:pt x="3755" y="1878"/>
                  <a:pt x="3755" y="2399"/>
                </a:cubicBezTo>
                <a:lnTo>
                  <a:pt x="3755" y="5543"/>
                </a:lnTo>
                <a:close/>
                <a:moveTo>
                  <a:pt x="10535" y="7968"/>
                </a:moveTo>
                <a:lnTo>
                  <a:pt x="6608" y="7968"/>
                </a:lnTo>
                <a:lnTo>
                  <a:pt x="6608" y="11444"/>
                </a:lnTo>
                <a:lnTo>
                  <a:pt x="10535" y="11444"/>
                </a:lnTo>
                <a:lnTo>
                  <a:pt x="10535" y="7968"/>
                </a:lnTo>
                <a:close/>
                <a:moveTo>
                  <a:pt x="10535" y="11976"/>
                </a:moveTo>
                <a:lnTo>
                  <a:pt x="6608" y="11976"/>
                </a:lnTo>
                <a:lnTo>
                  <a:pt x="6608" y="15452"/>
                </a:lnTo>
                <a:lnTo>
                  <a:pt x="10535" y="15452"/>
                </a:lnTo>
                <a:lnTo>
                  <a:pt x="10535" y="11976"/>
                </a:lnTo>
                <a:close/>
                <a:moveTo>
                  <a:pt x="10535" y="15976"/>
                </a:moveTo>
                <a:lnTo>
                  <a:pt x="6608" y="15976"/>
                </a:lnTo>
                <a:lnTo>
                  <a:pt x="6608" y="19423"/>
                </a:lnTo>
                <a:lnTo>
                  <a:pt x="10535" y="19423"/>
                </a:lnTo>
                <a:lnTo>
                  <a:pt x="10535" y="15976"/>
                </a:lnTo>
                <a:close/>
                <a:moveTo>
                  <a:pt x="9775" y="5543"/>
                </a:moveTo>
                <a:cubicBezTo>
                  <a:pt x="9775" y="5826"/>
                  <a:pt x="9850" y="6027"/>
                  <a:pt x="9997" y="6145"/>
                </a:cubicBezTo>
                <a:cubicBezTo>
                  <a:pt x="10144" y="6269"/>
                  <a:pt x="10406" y="6324"/>
                  <a:pt x="10783" y="6324"/>
                </a:cubicBezTo>
                <a:cubicBezTo>
                  <a:pt x="11160" y="6324"/>
                  <a:pt x="11428" y="6263"/>
                  <a:pt x="11589" y="6140"/>
                </a:cubicBezTo>
                <a:cubicBezTo>
                  <a:pt x="11750" y="6016"/>
                  <a:pt x="11831" y="5820"/>
                  <a:pt x="11831" y="5544"/>
                </a:cubicBezTo>
                <a:lnTo>
                  <a:pt x="11831" y="2399"/>
                </a:lnTo>
                <a:cubicBezTo>
                  <a:pt x="11831" y="2128"/>
                  <a:pt x="11750" y="1933"/>
                  <a:pt x="11589" y="1803"/>
                </a:cubicBezTo>
                <a:cubicBezTo>
                  <a:pt x="11428" y="1673"/>
                  <a:pt x="11160" y="1613"/>
                  <a:pt x="10783" y="1613"/>
                </a:cubicBezTo>
                <a:cubicBezTo>
                  <a:pt x="10406" y="1613"/>
                  <a:pt x="10144" y="1679"/>
                  <a:pt x="9997" y="1814"/>
                </a:cubicBezTo>
                <a:cubicBezTo>
                  <a:pt x="9850" y="1944"/>
                  <a:pt x="9775" y="2140"/>
                  <a:pt x="9775" y="2399"/>
                </a:cubicBezTo>
                <a:lnTo>
                  <a:pt x="9775" y="5543"/>
                </a:lnTo>
                <a:close/>
                <a:moveTo>
                  <a:pt x="14986" y="7968"/>
                </a:moveTo>
                <a:lnTo>
                  <a:pt x="11074" y="7968"/>
                </a:lnTo>
                <a:lnTo>
                  <a:pt x="11074" y="11444"/>
                </a:lnTo>
                <a:lnTo>
                  <a:pt x="14986" y="11444"/>
                </a:lnTo>
                <a:lnTo>
                  <a:pt x="14986" y="7968"/>
                </a:lnTo>
                <a:close/>
                <a:moveTo>
                  <a:pt x="14986" y="11976"/>
                </a:moveTo>
                <a:lnTo>
                  <a:pt x="11074" y="11976"/>
                </a:lnTo>
                <a:lnTo>
                  <a:pt x="11074" y="15452"/>
                </a:lnTo>
                <a:lnTo>
                  <a:pt x="14986" y="15452"/>
                </a:lnTo>
                <a:lnTo>
                  <a:pt x="14986" y="11976"/>
                </a:lnTo>
                <a:close/>
                <a:moveTo>
                  <a:pt x="14986" y="15976"/>
                </a:moveTo>
                <a:lnTo>
                  <a:pt x="11074" y="15976"/>
                </a:lnTo>
                <a:lnTo>
                  <a:pt x="11074" y="19423"/>
                </a:lnTo>
                <a:lnTo>
                  <a:pt x="14986" y="19423"/>
                </a:lnTo>
                <a:lnTo>
                  <a:pt x="14986" y="15976"/>
                </a:lnTo>
                <a:close/>
                <a:moveTo>
                  <a:pt x="19423" y="7968"/>
                </a:moveTo>
                <a:lnTo>
                  <a:pt x="15522" y="7968"/>
                </a:lnTo>
                <a:lnTo>
                  <a:pt x="15522" y="11444"/>
                </a:lnTo>
                <a:lnTo>
                  <a:pt x="19423" y="11444"/>
                </a:lnTo>
                <a:lnTo>
                  <a:pt x="19423" y="7968"/>
                </a:lnTo>
                <a:close/>
                <a:moveTo>
                  <a:pt x="19423" y="11976"/>
                </a:moveTo>
                <a:lnTo>
                  <a:pt x="15522" y="11976"/>
                </a:lnTo>
                <a:lnTo>
                  <a:pt x="15522" y="15452"/>
                </a:lnTo>
                <a:lnTo>
                  <a:pt x="19423" y="15452"/>
                </a:lnTo>
                <a:lnTo>
                  <a:pt x="19423" y="11976"/>
                </a:lnTo>
                <a:close/>
                <a:moveTo>
                  <a:pt x="19423" y="15976"/>
                </a:moveTo>
                <a:lnTo>
                  <a:pt x="15522" y="15976"/>
                </a:lnTo>
                <a:lnTo>
                  <a:pt x="15522" y="19423"/>
                </a:lnTo>
                <a:lnTo>
                  <a:pt x="19423" y="19423"/>
                </a:lnTo>
                <a:lnTo>
                  <a:pt x="19423" y="15976"/>
                </a:lnTo>
                <a:close/>
                <a:moveTo>
                  <a:pt x="15758" y="5543"/>
                </a:moveTo>
                <a:cubicBezTo>
                  <a:pt x="15758" y="6068"/>
                  <a:pt x="16106" y="6324"/>
                  <a:pt x="16806" y="6324"/>
                </a:cubicBezTo>
                <a:cubicBezTo>
                  <a:pt x="17503" y="6324"/>
                  <a:pt x="17848" y="6068"/>
                  <a:pt x="17840" y="5543"/>
                </a:cubicBezTo>
                <a:lnTo>
                  <a:pt x="17840" y="2399"/>
                </a:lnTo>
                <a:cubicBezTo>
                  <a:pt x="17840" y="1878"/>
                  <a:pt x="17494" y="1613"/>
                  <a:pt x="16806" y="1613"/>
                </a:cubicBezTo>
                <a:cubicBezTo>
                  <a:pt x="16106" y="1613"/>
                  <a:pt x="15758" y="1878"/>
                  <a:pt x="15758" y="2399"/>
                </a:cubicBezTo>
                <a:lnTo>
                  <a:pt x="15758" y="5543"/>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39" name="Shape 2539"/>
          <p:cNvSpPr/>
          <p:nvPr/>
        </p:nvSpPr>
        <p:spPr>
          <a:xfrm>
            <a:off x="15308262" y="6811168"/>
            <a:ext cx="619126" cy="5476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2540" name="Shape 2540"/>
          <p:cNvSpPr/>
          <p:nvPr/>
        </p:nvSpPr>
        <p:spPr>
          <a:xfrm>
            <a:off x="16668750" y="4002881"/>
            <a:ext cx="3556000"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41" name="Shape 2541"/>
          <p:cNvSpPr/>
          <p:nvPr/>
        </p:nvSpPr>
        <p:spPr>
          <a:xfrm>
            <a:off x="16631887" y="4450238"/>
            <a:ext cx="4483101"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42" name="Shape 2542"/>
          <p:cNvSpPr/>
          <p:nvPr/>
        </p:nvSpPr>
        <p:spPr>
          <a:xfrm>
            <a:off x="16668750" y="5666581"/>
            <a:ext cx="3556000"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43" name="Shape 2543"/>
          <p:cNvSpPr/>
          <p:nvPr/>
        </p:nvSpPr>
        <p:spPr>
          <a:xfrm>
            <a:off x="16631887" y="6113938"/>
            <a:ext cx="4483101"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44" name="Shape 2544"/>
          <p:cNvSpPr/>
          <p:nvPr/>
        </p:nvSpPr>
        <p:spPr>
          <a:xfrm>
            <a:off x="16668750" y="7330281"/>
            <a:ext cx="3556000"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45" name="Shape 2545"/>
          <p:cNvSpPr/>
          <p:nvPr/>
        </p:nvSpPr>
        <p:spPr>
          <a:xfrm>
            <a:off x="16631887" y="7777638"/>
            <a:ext cx="4483101"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46" name="Shape 2546"/>
          <p:cNvSpPr/>
          <p:nvPr/>
        </p:nvSpPr>
        <p:spPr>
          <a:xfrm>
            <a:off x="16668750" y="8993981"/>
            <a:ext cx="3556000"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47" name="Shape 2547"/>
          <p:cNvSpPr/>
          <p:nvPr/>
        </p:nvSpPr>
        <p:spPr>
          <a:xfrm>
            <a:off x="16631887" y="9441338"/>
            <a:ext cx="4483101"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48" name="Shape 2548"/>
          <p:cNvSpPr/>
          <p:nvPr/>
        </p:nvSpPr>
        <p:spPr>
          <a:xfrm>
            <a:off x="4083050" y="4002881"/>
            <a:ext cx="3556001"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49" name="Shape 2549"/>
          <p:cNvSpPr/>
          <p:nvPr/>
        </p:nvSpPr>
        <p:spPr>
          <a:xfrm>
            <a:off x="3119087" y="4450238"/>
            <a:ext cx="4483102"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50" name="Shape 2550"/>
          <p:cNvSpPr/>
          <p:nvPr/>
        </p:nvSpPr>
        <p:spPr>
          <a:xfrm>
            <a:off x="4046187" y="5666581"/>
            <a:ext cx="3556001"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51" name="Shape 2551"/>
          <p:cNvSpPr/>
          <p:nvPr/>
        </p:nvSpPr>
        <p:spPr>
          <a:xfrm>
            <a:off x="3119087" y="6113938"/>
            <a:ext cx="4483102"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52" name="Shape 2552"/>
          <p:cNvSpPr/>
          <p:nvPr/>
        </p:nvSpPr>
        <p:spPr>
          <a:xfrm>
            <a:off x="4046187" y="7330281"/>
            <a:ext cx="3556001"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53" name="Shape 2553"/>
          <p:cNvSpPr/>
          <p:nvPr/>
        </p:nvSpPr>
        <p:spPr>
          <a:xfrm>
            <a:off x="3119087" y="7777638"/>
            <a:ext cx="4483102"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
        <p:nvSpPr>
          <p:cNvPr id="2554" name="Shape 2554"/>
          <p:cNvSpPr/>
          <p:nvPr/>
        </p:nvSpPr>
        <p:spPr>
          <a:xfrm>
            <a:off x="4046187" y="8993981"/>
            <a:ext cx="3556001" cy="381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6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Research</a:t>
            </a:r>
          </a:p>
        </p:txBody>
      </p:sp>
      <p:sp>
        <p:nvSpPr>
          <p:cNvPr id="2555" name="Shape 2555"/>
          <p:cNvSpPr/>
          <p:nvPr/>
        </p:nvSpPr>
        <p:spPr>
          <a:xfrm>
            <a:off x="3119087" y="9441338"/>
            <a:ext cx="4483102" cy="67056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2000">
                <a:solidFill>
                  <a:srgbClr val="6F6F6F"/>
                </a:solidFill>
                <a:uFill>
                  <a:solidFill>
                    <a:srgbClr val="6F6F6F"/>
                  </a:solidFill>
                </a:uFill>
                <a:latin typeface="Raleway Regular"/>
                <a:ea typeface="Raleway Regular"/>
                <a:cs typeface="Raleway Regular"/>
                <a:sym typeface="Raleway Regular"/>
              </a:defRPr>
            </a:lvl1pPr>
          </a:lstStyle>
          <a:p>
            <a:pPr>
              <a:defRPr>
                <a:solidFill>
                  <a:srgbClr val="000000"/>
                </a:solidFill>
                <a:uFill>
                  <a:solidFill>
                    <a:srgbClr val="000000"/>
                  </a:solidFill>
                </a:uFill>
              </a:defRPr>
            </a:pPr>
            <a:r>
              <a:rPr>
                <a:solidFill>
                  <a:srgbClr val="6F6F6F"/>
                </a:solidFill>
                <a:uFill>
                  <a:solidFill>
                    <a:srgbClr val="6F6F6F"/>
                  </a:solidFill>
                </a:uFill>
              </a:rPr>
              <a:t>Jelly-o gingerbread oat cake pudding pastry biscuit tootsie roll.</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100"/>
                                  </p:stCondLst>
                                  <p:iterate type="el" backwards="0">
                                    <p:tmAbs val="0"/>
                                  </p:iterate>
                                  <p:childTnLst>
                                    <p:set>
                                      <p:cBhvr>
                                        <p:cTn id="6" fill="hold"/>
                                        <p:tgtEl>
                                          <p:spTgt spid="2540"/>
                                        </p:tgtEl>
                                        <p:attrNameLst>
                                          <p:attrName>style.visibility</p:attrName>
                                        </p:attrNameLst>
                                      </p:cBhvr>
                                      <p:to>
                                        <p:strVal val="visible"/>
                                      </p:to>
                                    </p:set>
                                    <p:anim calcmode="lin" valueType="num">
                                      <p:cBhvr>
                                        <p:cTn id="7" dur="500" fill="hold"/>
                                        <p:tgtEl>
                                          <p:spTgt spid="2540"/>
                                        </p:tgtEl>
                                        <p:attrNameLst>
                                          <p:attrName>ppt_x</p:attrName>
                                        </p:attrNameLst>
                                      </p:cBhvr>
                                      <p:tavLst>
                                        <p:tav tm="0">
                                          <p:val>
                                            <p:strVal val="#ppt_x"/>
                                          </p:val>
                                        </p:tav>
                                        <p:tav tm="100000">
                                          <p:val>
                                            <p:strVal val="#ppt_x"/>
                                          </p:val>
                                        </p:tav>
                                      </p:tavLst>
                                    </p:anim>
                                    <p:anim calcmode="lin" valueType="num">
                                      <p:cBhvr>
                                        <p:cTn id="8" dur="500" fill="hold"/>
                                        <p:tgtEl>
                                          <p:spTgt spid="2540"/>
                                        </p:tgtEl>
                                        <p:attrNameLst>
                                          <p:attrName>ppt_y</p:attrName>
                                        </p:attrNameLst>
                                      </p:cBhvr>
                                      <p:tavLst>
                                        <p:tav tm="0">
                                          <p:val>
                                            <p:strVal val="1+#ppt_h/2"/>
                                          </p:val>
                                        </p:tav>
                                        <p:tav tm="100000">
                                          <p:val>
                                            <p:strVal val="#ppt_y"/>
                                          </p:val>
                                        </p:tav>
                                      </p:tavLst>
                                    </p:anim>
                                  </p:childTnLst>
                                </p:cTn>
                              </p:par>
                            </p:childTnLst>
                          </p:cTn>
                        </p:par>
                        <p:par>
                          <p:cTn id="9" fill="hold">
                            <p:stCondLst>
                              <p:cond delay="600"/>
                            </p:stCondLst>
                            <p:childTnLst>
                              <p:par>
                                <p:cTn id="10" presetClass="entr" nodeType="afterEffect" presetSubtype="4" presetID="2" grpId="2" fill="hold">
                                  <p:stCondLst>
                                    <p:cond delay="100"/>
                                  </p:stCondLst>
                                  <p:iterate type="el" backwards="0">
                                    <p:tmAbs val="0"/>
                                  </p:iterate>
                                  <p:childTnLst>
                                    <p:set>
                                      <p:cBhvr>
                                        <p:cTn id="11" fill="hold"/>
                                        <p:tgtEl>
                                          <p:spTgt spid="2541"/>
                                        </p:tgtEl>
                                        <p:attrNameLst>
                                          <p:attrName>style.visibility</p:attrName>
                                        </p:attrNameLst>
                                      </p:cBhvr>
                                      <p:to>
                                        <p:strVal val="visible"/>
                                      </p:to>
                                    </p:set>
                                    <p:anim calcmode="lin" valueType="num">
                                      <p:cBhvr>
                                        <p:cTn id="12" dur="500" fill="hold"/>
                                        <p:tgtEl>
                                          <p:spTgt spid="2541"/>
                                        </p:tgtEl>
                                        <p:attrNameLst>
                                          <p:attrName>ppt_x</p:attrName>
                                        </p:attrNameLst>
                                      </p:cBhvr>
                                      <p:tavLst>
                                        <p:tav tm="0">
                                          <p:val>
                                            <p:strVal val="#ppt_x"/>
                                          </p:val>
                                        </p:tav>
                                        <p:tav tm="100000">
                                          <p:val>
                                            <p:strVal val="#ppt_x"/>
                                          </p:val>
                                        </p:tav>
                                      </p:tavLst>
                                    </p:anim>
                                    <p:anim calcmode="lin" valueType="num">
                                      <p:cBhvr>
                                        <p:cTn id="13" dur="500" fill="hold"/>
                                        <p:tgtEl>
                                          <p:spTgt spid="2541"/>
                                        </p:tgtEl>
                                        <p:attrNameLst>
                                          <p:attrName>ppt_y</p:attrName>
                                        </p:attrNameLst>
                                      </p:cBhvr>
                                      <p:tavLst>
                                        <p:tav tm="0">
                                          <p:val>
                                            <p:strVal val="1+#ppt_h/2"/>
                                          </p:val>
                                        </p:tav>
                                        <p:tav tm="100000">
                                          <p:val>
                                            <p:strVal val="#ppt_y"/>
                                          </p:val>
                                        </p:tav>
                                      </p:tavLst>
                                    </p:anim>
                                  </p:childTnLst>
                                </p:cTn>
                              </p:par>
                            </p:childTnLst>
                          </p:cTn>
                        </p:par>
                        <p:par>
                          <p:cTn id="14" fill="hold">
                            <p:stCondLst>
                              <p:cond delay="1200"/>
                            </p:stCondLst>
                            <p:childTnLst>
                              <p:par>
                                <p:cTn id="15" presetClass="entr" nodeType="afterEffect" presetSubtype="4" presetID="2" grpId="3" fill="hold">
                                  <p:stCondLst>
                                    <p:cond delay="100"/>
                                  </p:stCondLst>
                                  <p:iterate type="el" backwards="0">
                                    <p:tmAbs val="0"/>
                                  </p:iterate>
                                  <p:childTnLst>
                                    <p:set>
                                      <p:cBhvr>
                                        <p:cTn id="16" fill="hold"/>
                                        <p:tgtEl>
                                          <p:spTgt spid="2542"/>
                                        </p:tgtEl>
                                        <p:attrNameLst>
                                          <p:attrName>style.visibility</p:attrName>
                                        </p:attrNameLst>
                                      </p:cBhvr>
                                      <p:to>
                                        <p:strVal val="visible"/>
                                      </p:to>
                                    </p:set>
                                    <p:anim calcmode="lin" valueType="num">
                                      <p:cBhvr>
                                        <p:cTn id="17" dur="500" fill="hold"/>
                                        <p:tgtEl>
                                          <p:spTgt spid="2542"/>
                                        </p:tgtEl>
                                        <p:attrNameLst>
                                          <p:attrName>ppt_x</p:attrName>
                                        </p:attrNameLst>
                                      </p:cBhvr>
                                      <p:tavLst>
                                        <p:tav tm="0">
                                          <p:val>
                                            <p:strVal val="#ppt_x"/>
                                          </p:val>
                                        </p:tav>
                                        <p:tav tm="100000">
                                          <p:val>
                                            <p:strVal val="#ppt_x"/>
                                          </p:val>
                                        </p:tav>
                                      </p:tavLst>
                                    </p:anim>
                                    <p:anim calcmode="lin" valueType="num">
                                      <p:cBhvr>
                                        <p:cTn id="18" dur="500" fill="hold"/>
                                        <p:tgtEl>
                                          <p:spTgt spid="2542"/>
                                        </p:tgtEl>
                                        <p:attrNameLst>
                                          <p:attrName>ppt_y</p:attrName>
                                        </p:attrNameLst>
                                      </p:cBhvr>
                                      <p:tavLst>
                                        <p:tav tm="0">
                                          <p:val>
                                            <p:strVal val="1+#ppt_h/2"/>
                                          </p:val>
                                        </p:tav>
                                        <p:tav tm="100000">
                                          <p:val>
                                            <p:strVal val="#ppt_y"/>
                                          </p:val>
                                        </p:tav>
                                      </p:tavLst>
                                    </p:anim>
                                  </p:childTnLst>
                                </p:cTn>
                              </p:par>
                            </p:childTnLst>
                          </p:cTn>
                        </p:par>
                        <p:par>
                          <p:cTn id="19" fill="hold">
                            <p:stCondLst>
                              <p:cond delay="1800"/>
                            </p:stCondLst>
                            <p:childTnLst>
                              <p:par>
                                <p:cTn id="20" presetClass="entr" nodeType="afterEffect" presetSubtype="4" presetID="2" grpId="4" fill="hold">
                                  <p:stCondLst>
                                    <p:cond delay="100"/>
                                  </p:stCondLst>
                                  <p:iterate type="el" backwards="0">
                                    <p:tmAbs val="0"/>
                                  </p:iterate>
                                  <p:childTnLst>
                                    <p:set>
                                      <p:cBhvr>
                                        <p:cTn id="21" fill="hold"/>
                                        <p:tgtEl>
                                          <p:spTgt spid="2543"/>
                                        </p:tgtEl>
                                        <p:attrNameLst>
                                          <p:attrName>style.visibility</p:attrName>
                                        </p:attrNameLst>
                                      </p:cBhvr>
                                      <p:to>
                                        <p:strVal val="visible"/>
                                      </p:to>
                                    </p:set>
                                    <p:anim calcmode="lin" valueType="num">
                                      <p:cBhvr>
                                        <p:cTn id="22" dur="500" fill="hold"/>
                                        <p:tgtEl>
                                          <p:spTgt spid="2543"/>
                                        </p:tgtEl>
                                        <p:attrNameLst>
                                          <p:attrName>ppt_x</p:attrName>
                                        </p:attrNameLst>
                                      </p:cBhvr>
                                      <p:tavLst>
                                        <p:tav tm="0">
                                          <p:val>
                                            <p:strVal val="#ppt_x"/>
                                          </p:val>
                                        </p:tav>
                                        <p:tav tm="100000">
                                          <p:val>
                                            <p:strVal val="#ppt_x"/>
                                          </p:val>
                                        </p:tav>
                                      </p:tavLst>
                                    </p:anim>
                                    <p:anim calcmode="lin" valueType="num">
                                      <p:cBhvr>
                                        <p:cTn id="23" dur="500" fill="hold"/>
                                        <p:tgtEl>
                                          <p:spTgt spid="2543"/>
                                        </p:tgtEl>
                                        <p:attrNameLst>
                                          <p:attrName>ppt_y</p:attrName>
                                        </p:attrNameLst>
                                      </p:cBhvr>
                                      <p:tavLst>
                                        <p:tav tm="0">
                                          <p:val>
                                            <p:strVal val="1+#ppt_h/2"/>
                                          </p:val>
                                        </p:tav>
                                        <p:tav tm="100000">
                                          <p:val>
                                            <p:strVal val="#ppt_y"/>
                                          </p:val>
                                        </p:tav>
                                      </p:tavLst>
                                    </p:anim>
                                  </p:childTnLst>
                                </p:cTn>
                              </p:par>
                            </p:childTnLst>
                          </p:cTn>
                        </p:par>
                        <p:par>
                          <p:cTn id="24" fill="hold">
                            <p:stCondLst>
                              <p:cond delay="2400"/>
                            </p:stCondLst>
                            <p:childTnLst>
                              <p:par>
                                <p:cTn id="25" presetClass="entr" nodeType="afterEffect" presetSubtype="4" presetID="2" grpId="5" fill="hold">
                                  <p:stCondLst>
                                    <p:cond delay="100"/>
                                  </p:stCondLst>
                                  <p:iterate type="el" backwards="0">
                                    <p:tmAbs val="0"/>
                                  </p:iterate>
                                  <p:childTnLst>
                                    <p:set>
                                      <p:cBhvr>
                                        <p:cTn id="26" fill="hold"/>
                                        <p:tgtEl>
                                          <p:spTgt spid="2544"/>
                                        </p:tgtEl>
                                        <p:attrNameLst>
                                          <p:attrName>style.visibility</p:attrName>
                                        </p:attrNameLst>
                                      </p:cBhvr>
                                      <p:to>
                                        <p:strVal val="visible"/>
                                      </p:to>
                                    </p:set>
                                    <p:anim calcmode="lin" valueType="num">
                                      <p:cBhvr>
                                        <p:cTn id="27" dur="500" fill="hold"/>
                                        <p:tgtEl>
                                          <p:spTgt spid="2544"/>
                                        </p:tgtEl>
                                        <p:attrNameLst>
                                          <p:attrName>ppt_x</p:attrName>
                                        </p:attrNameLst>
                                      </p:cBhvr>
                                      <p:tavLst>
                                        <p:tav tm="0">
                                          <p:val>
                                            <p:strVal val="#ppt_x"/>
                                          </p:val>
                                        </p:tav>
                                        <p:tav tm="100000">
                                          <p:val>
                                            <p:strVal val="#ppt_x"/>
                                          </p:val>
                                        </p:tav>
                                      </p:tavLst>
                                    </p:anim>
                                    <p:anim calcmode="lin" valueType="num">
                                      <p:cBhvr>
                                        <p:cTn id="28" dur="500" fill="hold"/>
                                        <p:tgtEl>
                                          <p:spTgt spid="2544"/>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Class="entr" nodeType="afterEffect" presetSubtype="4" presetID="2" grpId="6" fill="hold">
                                  <p:stCondLst>
                                    <p:cond delay="100"/>
                                  </p:stCondLst>
                                  <p:iterate type="el" backwards="0">
                                    <p:tmAbs val="0"/>
                                  </p:iterate>
                                  <p:childTnLst>
                                    <p:set>
                                      <p:cBhvr>
                                        <p:cTn id="31" fill="hold"/>
                                        <p:tgtEl>
                                          <p:spTgt spid="2545"/>
                                        </p:tgtEl>
                                        <p:attrNameLst>
                                          <p:attrName>style.visibility</p:attrName>
                                        </p:attrNameLst>
                                      </p:cBhvr>
                                      <p:to>
                                        <p:strVal val="visible"/>
                                      </p:to>
                                    </p:set>
                                    <p:anim calcmode="lin" valueType="num">
                                      <p:cBhvr>
                                        <p:cTn id="32" dur="500" fill="hold"/>
                                        <p:tgtEl>
                                          <p:spTgt spid="2545"/>
                                        </p:tgtEl>
                                        <p:attrNameLst>
                                          <p:attrName>ppt_x</p:attrName>
                                        </p:attrNameLst>
                                      </p:cBhvr>
                                      <p:tavLst>
                                        <p:tav tm="0">
                                          <p:val>
                                            <p:strVal val="#ppt_x"/>
                                          </p:val>
                                        </p:tav>
                                        <p:tav tm="100000">
                                          <p:val>
                                            <p:strVal val="#ppt_x"/>
                                          </p:val>
                                        </p:tav>
                                      </p:tavLst>
                                    </p:anim>
                                    <p:anim calcmode="lin" valueType="num">
                                      <p:cBhvr>
                                        <p:cTn id="33" dur="500" fill="hold"/>
                                        <p:tgtEl>
                                          <p:spTgt spid="2545"/>
                                        </p:tgtEl>
                                        <p:attrNameLst>
                                          <p:attrName>ppt_y</p:attrName>
                                        </p:attrNameLst>
                                      </p:cBhvr>
                                      <p:tavLst>
                                        <p:tav tm="0">
                                          <p:val>
                                            <p:strVal val="1+#ppt_h/2"/>
                                          </p:val>
                                        </p:tav>
                                        <p:tav tm="100000">
                                          <p:val>
                                            <p:strVal val="#ppt_y"/>
                                          </p:val>
                                        </p:tav>
                                      </p:tavLst>
                                    </p:anim>
                                  </p:childTnLst>
                                </p:cTn>
                              </p:par>
                            </p:childTnLst>
                          </p:cTn>
                        </p:par>
                        <p:par>
                          <p:cTn id="34" fill="hold">
                            <p:stCondLst>
                              <p:cond delay="3600"/>
                            </p:stCondLst>
                            <p:childTnLst>
                              <p:par>
                                <p:cTn id="35" presetClass="entr" nodeType="afterEffect" presetSubtype="4" presetID="2" grpId="7" fill="hold">
                                  <p:stCondLst>
                                    <p:cond delay="100"/>
                                  </p:stCondLst>
                                  <p:iterate type="el" backwards="0">
                                    <p:tmAbs val="0"/>
                                  </p:iterate>
                                  <p:childTnLst>
                                    <p:set>
                                      <p:cBhvr>
                                        <p:cTn id="36" fill="hold"/>
                                        <p:tgtEl>
                                          <p:spTgt spid="2546"/>
                                        </p:tgtEl>
                                        <p:attrNameLst>
                                          <p:attrName>style.visibility</p:attrName>
                                        </p:attrNameLst>
                                      </p:cBhvr>
                                      <p:to>
                                        <p:strVal val="visible"/>
                                      </p:to>
                                    </p:set>
                                    <p:anim calcmode="lin" valueType="num">
                                      <p:cBhvr>
                                        <p:cTn id="37" dur="500" fill="hold"/>
                                        <p:tgtEl>
                                          <p:spTgt spid="2546"/>
                                        </p:tgtEl>
                                        <p:attrNameLst>
                                          <p:attrName>ppt_x</p:attrName>
                                        </p:attrNameLst>
                                      </p:cBhvr>
                                      <p:tavLst>
                                        <p:tav tm="0">
                                          <p:val>
                                            <p:strVal val="#ppt_x"/>
                                          </p:val>
                                        </p:tav>
                                        <p:tav tm="100000">
                                          <p:val>
                                            <p:strVal val="#ppt_x"/>
                                          </p:val>
                                        </p:tav>
                                      </p:tavLst>
                                    </p:anim>
                                    <p:anim calcmode="lin" valueType="num">
                                      <p:cBhvr>
                                        <p:cTn id="38" dur="500" fill="hold"/>
                                        <p:tgtEl>
                                          <p:spTgt spid="2546"/>
                                        </p:tgtEl>
                                        <p:attrNameLst>
                                          <p:attrName>ppt_y</p:attrName>
                                        </p:attrNameLst>
                                      </p:cBhvr>
                                      <p:tavLst>
                                        <p:tav tm="0">
                                          <p:val>
                                            <p:strVal val="1+#ppt_h/2"/>
                                          </p:val>
                                        </p:tav>
                                        <p:tav tm="100000">
                                          <p:val>
                                            <p:strVal val="#ppt_y"/>
                                          </p:val>
                                        </p:tav>
                                      </p:tavLst>
                                    </p:anim>
                                  </p:childTnLst>
                                </p:cTn>
                              </p:par>
                            </p:childTnLst>
                          </p:cTn>
                        </p:par>
                        <p:par>
                          <p:cTn id="39" fill="hold">
                            <p:stCondLst>
                              <p:cond delay="4200"/>
                            </p:stCondLst>
                            <p:childTnLst>
                              <p:par>
                                <p:cTn id="40" presetClass="entr" nodeType="afterEffect" presetSubtype="4" presetID="2" grpId="8" fill="hold">
                                  <p:stCondLst>
                                    <p:cond delay="100"/>
                                  </p:stCondLst>
                                  <p:iterate type="el" backwards="0">
                                    <p:tmAbs val="0"/>
                                  </p:iterate>
                                  <p:childTnLst>
                                    <p:set>
                                      <p:cBhvr>
                                        <p:cTn id="41" fill="hold"/>
                                        <p:tgtEl>
                                          <p:spTgt spid="2547"/>
                                        </p:tgtEl>
                                        <p:attrNameLst>
                                          <p:attrName>style.visibility</p:attrName>
                                        </p:attrNameLst>
                                      </p:cBhvr>
                                      <p:to>
                                        <p:strVal val="visible"/>
                                      </p:to>
                                    </p:set>
                                    <p:anim calcmode="lin" valueType="num">
                                      <p:cBhvr>
                                        <p:cTn id="42" dur="500" fill="hold"/>
                                        <p:tgtEl>
                                          <p:spTgt spid="2547"/>
                                        </p:tgtEl>
                                        <p:attrNameLst>
                                          <p:attrName>ppt_x</p:attrName>
                                        </p:attrNameLst>
                                      </p:cBhvr>
                                      <p:tavLst>
                                        <p:tav tm="0">
                                          <p:val>
                                            <p:strVal val="#ppt_x"/>
                                          </p:val>
                                        </p:tav>
                                        <p:tav tm="100000">
                                          <p:val>
                                            <p:strVal val="#ppt_x"/>
                                          </p:val>
                                        </p:tav>
                                      </p:tavLst>
                                    </p:anim>
                                    <p:anim calcmode="lin" valueType="num">
                                      <p:cBhvr>
                                        <p:cTn id="43" dur="500" fill="hold"/>
                                        <p:tgtEl>
                                          <p:spTgt spid="2547"/>
                                        </p:tgtEl>
                                        <p:attrNameLst>
                                          <p:attrName>ppt_y</p:attrName>
                                        </p:attrNameLst>
                                      </p:cBhvr>
                                      <p:tavLst>
                                        <p:tav tm="0">
                                          <p:val>
                                            <p:strVal val="1+#ppt_h/2"/>
                                          </p:val>
                                        </p:tav>
                                        <p:tav tm="100000">
                                          <p:val>
                                            <p:strVal val="#ppt_y"/>
                                          </p:val>
                                        </p:tav>
                                      </p:tavLst>
                                    </p:anim>
                                  </p:childTnLst>
                                </p:cTn>
                              </p:par>
                            </p:childTnLst>
                          </p:cTn>
                        </p:par>
                        <p:par>
                          <p:cTn id="44" fill="hold">
                            <p:stCondLst>
                              <p:cond delay="4800"/>
                            </p:stCondLst>
                            <p:childTnLst>
                              <p:par>
                                <p:cTn id="45" presetClass="entr" nodeType="afterEffect" presetSubtype="4" presetID="2" grpId="9" fill="hold">
                                  <p:stCondLst>
                                    <p:cond delay="100"/>
                                  </p:stCondLst>
                                  <p:iterate type="el" backwards="0">
                                    <p:tmAbs val="0"/>
                                  </p:iterate>
                                  <p:childTnLst>
                                    <p:set>
                                      <p:cBhvr>
                                        <p:cTn id="46" fill="hold"/>
                                        <p:tgtEl>
                                          <p:spTgt spid="2548"/>
                                        </p:tgtEl>
                                        <p:attrNameLst>
                                          <p:attrName>style.visibility</p:attrName>
                                        </p:attrNameLst>
                                      </p:cBhvr>
                                      <p:to>
                                        <p:strVal val="visible"/>
                                      </p:to>
                                    </p:set>
                                    <p:anim calcmode="lin" valueType="num">
                                      <p:cBhvr>
                                        <p:cTn id="47" dur="500" fill="hold"/>
                                        <p:tgtEl>
                                          <p:spTgt spid="2548"/>
                                        </p:tgtEl>
                                        <p:attrNameLst>
                                          <p:attrName>ppt_x</p:attrName>
                                        </p:attrNameLst>
                                      </p:cBhvr>
                                      <p:tavLst>
                                        <p:tav tm="0">
                                          <p:val>
                                            <p:strVal val="#ppt_x"/>
                                          </p:val>
                                        </p:tav>
                                        <p:tav tm="100000">
                                          <p:val>
                                            <p:strVal val="#ppt_x"/>
                                          </p:val>
                                        </p:tav>
                                      </p:tavLst>
                                    </p:anim>
                                    <p:anim calcmode="lin" valueType="num">
                                      <p:cBhvr>
                                        <p:cTn id="48" dur="500" fill="hold"/>
                                        <p:tgtEl>
                                          <p:spTgt spid="2548"/>
                                        </p:tgtEl>
                                        <p:attrNameLst>
                                          <p:attrName>ppt_y</p:attrName>
                                        </p:attrNameLst>
                                      </p:cBhvr>
                                      <p:tavLst>
                                        <p:tav tm="0">
                                          <p:val>
                                            <p:strVal val="1+#ppt_h/2"/>
                                          </p:val>
                                        </p:tav>
                                        <p:tav tm="100000">
                                          <p:val>
                                            <p:strVal val="#ppt_y"/>
                                          </p:val>
                                        </p:tav>
                                      </p:tavLst>
                                    </p:anim>
                                  </p:childTnLst>
                                </p:cTn>
                              </p:par>
                            </p:childTnLst>
                          </p:cTn>
                        </p:par>
                        <p:par>
                          <p:cTn id="49" fill="hold">
                            <p:stCondLst>
                              <p:cond delay="5400"/>
                            </p:stCondLst>
                            <p:childTnLst>
                              <p:par>
                                <p:cTn id="50" presetClass="entr" nodeType="afterEffect" presetSubtype="4" presetID="2" grpId="10" fill="hold">
                                  <p:stCondLst>
                                    <p:cond delay="100"/>
                                  </p:stCondLst>
                                  <p:iterate type="el" backwards="0">
                                    <p:tmAbs val="0"/>
                                  </p:iterate>
                                  <p:childTnLst>
                                    <p:set>
                                      <p:cBhvr>
                                        <p:cTn id="51" fill="hold"/>
                                        <p:tgtEl>
                                          <p:spTgt spid="2549"/>
                                        </p:tgtEl>
                                        <p:attrNameLst>
                                          <p:attrName>style.visibility</p:attrName>
                                        </p:attrNameLst>
                                      </p:cBhvr>
                                      <p:to>
                                        <p:strVal val="visible"/>
                                      </p:to>
                                    </p:set>
                                    <p:anim calcmode="lin" valueType="num">
                                      <p:cBhvr>
                                        <p:cTn id="52" dur="500" fill="hold"/>
                                        <p:tgtEl>
                                          <p:spTgt spid="2549"/>
                                        </p:tgtEl>
                                        <p:attrNameLst>
                                          <p:attrName>ppt_x</p:attrName>
                                        </p:attrNameLst>
                                      </p:cBhvr>
                                      <p:tavLst>
                                        <p:tav tm="0">
                                          <p:val>
                                            <p:strVal val="#ppt_x"/>
                                          </p:val>
                                        </p:tav>
                                        <p:tav tm="100000">
                                          <p:val>
                                            <p:strVal val="#ppt_x"/>
                                          </p:val>
                                        </p:tav>
                                      </p:tavLst>
                                    </p:anim>
                                    <p:anim calcmode="lin" valueType="num">
                                      <p:cBhvr>
                                        <p:cTn id="53" dur="500" fill="hold"/>
                                        <p:tgtEl>
                                          <p:spTgt spid="2549"/>
                                        </p:tgtEl>
                                        <p:attrNameLst>
                                          <p:attrName>ppt_y</p:attrName>
                                        </p:attrNameLst>
                                      </p:cBhvr>
                                      <p:tavLst>
                                        <p:tav tm="0">
                                          <p:val>
                                            <p:strVal val="1+#ppt_h/2"/>
                                          </p:val>
                                        </p:tav>
                                        <p:tav tm="100000">
                                          <p:val>
                                            <p:strVal val="#ppt_y"/>
                                          </p:val>
                                        </p:tav>
                                      </p:tavLst>
                                    </p:anim>
                                  </p:childTnLst>
                                </p:cTn>
                              </p:par>
                            </p:childTnLst>
                          </p:cTn>
                        </p:par>
                        <p:par>
                          <p:cTn id="54" fill="hold">
                            <p:stCondLst>
                              <p:cond delay="6000"/>
                            </p:stCondLst>
                            <p:childTnLst>
                              <p:par>
                                <p:cTn id="55" presetClass="entr" nodeType="afterEffect" presetSubtype="4" presetID="2" grpId="11" fill="hold">
                                  <p:stCondLst>
                                    <p:cond delay="100"/>
                                  </p:stCondLst>
                                  <p:iterate type="el" backwards="0">
                                    <p:tmAbs val="0"/>
                                  </p:iterate>
                                  <p:childTnLst>
                                    <p:set>
                                      <p:cBhvr>
                                        <p:cTn id="56" fill="hold"/>
                                        <p:tgtEl>
                                          <p:spTgt spid="2550"/>
                                        </p:tgtEl>
                                        <p:attrNameLst>
                                          <p:attrName>style.visibility</p:attrName>
                                        </p:attrNameLst>
                                      </p:cBhvr>
                                      <p:to>
                                        <p:strVal val="visible"/>
                                      </p:to>
                                    </p:set>
                                    <p:anim calcmode="lin" valueType="num">
                                      <p:cBhvr>
                                        <p:cTn id="57" dur="500" fill="hold"/>
                                        <p:tgtEl>
                                          <p:spTgt spid="2550"/>
                                        </p:tgtEl>
                                        <p:attrNameLst>
                                          <p:attrName>ppt_x</p:attrName>
                                        </p:attrNameLst>
                                      </p:cBhvr>
                                      <p:tavLst>
                                        <p:tav tm="0">
                                          <p:val>
                                            <p:strVal val="#ppt_x"/>
                                          </p:val>
                                        </p:tav>
                                        <p:tav tm="100000">
                                          <p:val>
                                            <p:strVal val="#ppt_x"/>
                                          </p:val>
                                        </p:tav>
                                      </p:tavLst>
                                    </p:anim>
                                    <p:anim calcmode="lin" valueType="num">
                                      <p:cBhvr>
                                        <p:cTn id="58" dur="500" fill="hold"/>
                                        <p:tgtEl>
                                          <p:spTgt spid="2550"/>
                                        </p:tgtEl>
                                        <p:attrNameLst>
                                          <p:attrName>ppt_y</p:attrName>
                                        </p:attrNameLst>
                                      </p:cBhvr>
                                      <p:tavLst>
                                        <p:tav tm="0">
                                          <p:val>
                                            <p:strVal val="1+#ppt_h/2"/>
                                          </p:val>
                                        </p:tav>
                                        <p:tav tm="100000">
                                          <p:val>
                                            <p:strVal val="#ppt_y"/>
                                          </p:val>
                                        </p:tav>
                                      </p:tavLst>
                                    </p:anim>
                                  </p:childTnLst>
                                </p:cTn>
                              </p:par>
                            </p:childTnLst>
                          </p:cTn>
                        </p:par>
                        <p:par>
                          <p:cTn id="59" fill="hold">
                            <p:stCondLst>
                              <p:cond delay="6600"/>
                            </p:stCondLst>
                            <p:childTnLst>
                              <p:par>
                                <p:cTn id="60" presetClass="entr" nodeType="afterEffect" presetSubtype="4" presetID="2" grpId="12" fill="hold">
                                  <p:stCondLst>
                                    <p:cond delay="100"/>
                                  </p:stCondLst>
                                  <p:iterate type="el" backwards="0">
                                    <p:tmAbs val="0"/>
                                  </p:iterate>
                                  <p:childTnLst>
                                    <p:set>
                                      <p:cBhvr>
                                        <p:cTn id="61" fill="hold"/>
                                        <p:tgtEl>
                                          <p:spTgt spid="2551"/>
                                        </p:tgtEl>
                                        <p:attrNameLst>
                                          <p:attrName>style.visibility</p:attrName>
                                        </p:attrNameLst>
                                      </p:cBhvr>
                                      <p:to>
                                        <p:strVal val="visible"/>
                                      </p:to>
                                    </p:set>
                                    <p:anim calcmode="lin" valueType="num">
                                      <p:cBhvr>
                                        <p:cTn id="62" dur="500" fill="hold"/>
                                        <p:tgtEl>
                                          <p:spTgt spid="2551"/>
                                        </p:tgtEl>
                                        <p:attrNameLst>
                                          <p:attrName>ppt_x</p:attrName>
                                        </p:attrNameLst>
                                      </p:cBhvr>
                                      <p:tavLst>
                                        <p:tav tm="0">
                                          <p:val>
                                            <p:strVal val="#ppt_x"/>
                                          </p:val>
                                        </p:tav>
                                        <p:tav tm="100000">
                                          <p:val>
                                            <p:strVal val="#ppt_x"/>
                                          </p:val>
                                        </p:tav>
                                      </p:tavLst>
                                    </p:anim>
                                    <p:anim calcmode="lin" valueType="num">
                                      <p:cBhvr>
                                        <p:cTn id="63" dur="500" fill="hold"/>
                                        <p:tgtEl>
                                          <p:spTgt spid="2551"/>
                                        </p:tgtEl>
                                        <p:attrNameLst>
                                          <p:attrName>ppt_y</p:attrName>
                                        </p:attrNameLst>
                                      </p:cBhvr>
                                      <p:tavLst>
                                        <p:tav tm="0">
                                          <p:val>
                                            <p:strVal val="1+#ppt_h/2"/>
                                          </p:val>
                                        </p:tav>
                                        <p:tav tm="100000">
                                          <p:val>
                                            <p:strVal val="#ppt_y"/>
                                          </p:val>
                                        </p:tav>
                                      </p:tavLst>
                                    </p:anim>
                                  </p:childTnLst>
                                </p:cTn>
                              </p:par>
                            </p:childTnLst>
                          </p:cTn>
                        </p:par>
                        <p:par>
                          <p:cTn id="64" fill="hold">
                            <p:stCondLst>
                              <p:cond delay="7200"/>
                            </p:stCondLst>
                            <p:childTnLst>
                              <p:par>
                                <p:cTn id="65" presetClass="entr" nodeType="afterEffect" presetSubtype="4" presetID="2" grpId="13" fill="hold">
                                  <p:stCondLst>
                                    <p:cond delay="100"/>
                                  </p:stCondLst>
                                  <p:iterate type="el" backwards="0">
                                    <p:tmAbs val="0"/>
                                  </p:iterate>
                                  <p:childTnLst>
                                    <p:set>
                                      <p:cBhvr>
                                        <p:cTn id="66" fill="hold"/>
                                        <p:tgtEl>
                                          <p:spTgt spid="2552"/>
                                        </p:tgtEl>
                                        <p:attrNameLst>
                                          <p:attrName>style.visibility</p:attrName>
                                        </p:attrNameLst>
                                      </p:cBhvr>
                                      <p:to>
                                        <p:strVal val="visible"/>
                                      </p:to>
                                    </p:set>
                                    <p:anim calcmode="lin" valueType="num">
                                      <p:cBhvr>
                                        <p:cTn id="67" dur="500" fill="hold"/>
                                        <p:tgtEl>
                                          <p:spTgt spid="2552"/>
                                        </p:tgtEl>
                                        <p:attrNameLst>
                                          <p:attrName>ppt_x</p:attrName>
                                        </p:attrNameLst>
                                      </p:cBhvr>
                                      <p:tavLst>
                                        <p:tav tm="0">
                                          <p:val>
                                            <p:strVal val="#ppt_x"/>
                                          </p:val>
                                        </p:tav>
                                        <p:tav tm="100000">
                                          <p:val>
                                            <p:strVal val="#ppt_x"/>
                                          </p:val>
                                        </p:tav>
                                      </p:tavLst>
                                    </p:anim>
                                    <p:anim calcmode="lin" valueType="num">
                                      <p:cBhvr>
                                        <p:cTn id="68" dur="500" fill="hold"/>
                                        <p:tgtEl>
                                          <p:spTgt spid="2552"/>
                                        </p:tgtEl>
                                        <p:attrNameLst>
                                          <p:attrName>ppt_y</p:attrName>
                                        </p:attrNameLst>
                                      </p:cBhvr>
                                      <p:tavLst>
                                        <p:tav tm="0">
                                          <p:val>
                                            <p:strVal val="1+#ppt_h/2"/>
                                          </p:val>
                                        </p:tav>
                                        <p:tav tm="100000">
                                          <p:val>
                                            <p:strVal val="#ppt_y"/>
                                          </p:val>
                                        </p:tav>
                                      </p:tavLst>
                                    </p:anim>
                                  </p:childTnLst>
                                </p:cTn>
                              </p:par>
                            </p:childTnLst>
                          </p:cTn>
                        </p:par>
                        <p:par>
                          <p:cTn id="69" fill="hold">
                            <p:stCondLst>
                              <p:cond delay="7800"/>
                            </p:stCondLst>
                            <p:childTnLst>
                              <p:par>
                                <p:cTn id="70" presetClass="entr" nodeType="afterEffect" presetSubtype="4" presetID="2" grpId="14" fill="hold">
                                  <p:stCondLst>
                                    <p:cond delay="100"/>
                                  </p:stCondLst>
                                  <p:iterate type="el" backwards="0">
                                    <p:tmAbs val="0"/>
                                  </p:iterate>
                                  <p:childTnLst>
                                    <p:set>
                                      <p:cBhvr>
                                        <p:cTn id="71" fill="hold"/>
                                        <p:tgtEl>
                                          <p:spTgt spid="2553"/>
                                        </p:tgtEl>
                                        <p:attrNameLst>
                                          <p:attrName>style.visibility</p:attrName>
                                        </p:attrNameLst>
                                      </p:cBhvr>
                                      <p:to>
                                        <p:strVal val="visible"/>
                                      </p:to>
                                    </p:set>
                                    <p:anim calcmode="lin" valueType="num">
                                      <p:cBhvr>
                                        <p:cTn id="72" dur="500" fill="hold"/>
                                        <p:tgtEl>
                                          <p:spTgt spid="2553"/>
                                        </p:tgtEl>
                                        <p:attrNameLst>
                                          <p:attrName>ppt_x</p:attrName>
                                        </p:attrNameLst>
                                      </p:cBhvr>
                                      <p:tavLst>
                                        <p:tav tm="0">
                                          <p:val>
                                            <p:strVal val="#ppt_x"/>
                                          </p:val>
                                        </p:tav>
                                        <p:tav tm="100000">
                                          <p:val>
                                            <p:strVal val="#ppt_x"/>
                                          </p:val>
                                        </p:tav>
                                      </p:tavLst>
                                    </p:anim>
                                    <p:anim calcmode="lin" valueType="num">
                                      <p:cBhvr>
                                        <p:cTn id="73" dur="500" fill="hold"/>
                                        <p:tgtEl>
                                          <p:spTgt spid="2553"/>
                                        </p:tgtEl>
                                        <p:attrNameLst>
                                          <p:attrName>ppt_y</p:attrName>
                                        </p:attrNameLst>
                                      </p:cBhvr>
                                      <p:tavLst>
                                        <p:tav tm="0">
                                          <p:val>
                                            <p:strVal val="1+#ppt_h/2"/>
                                          </p:val>
                                        </p:tav>
                                        <p:tav tm="100000">
                                          <p:val>
                                            <p:strVal val="#ppt_y"/>
                                          </p:val>
                                        </p:tav>
                                      </p:tavLst>
                                    </p:anim>
                                  </p:childTnLst>
                                </p:cTn>
                              </p:par>
                            </p:childTnLst>
                          </p:cTn>
                        </p:par>
                        <p:par>
                          <p:cTn id="74" fill="hold">
                            <p:stCondLst>
                              <p:cond delay="8400"/>
                            </p:stCondLst>
                            <p:childTnLst>
                              <p:par>
                                <p:cTn id="75" presetClass="entr" nodeType="afterEffect" presetSubtype="4" presetID="2" grpId="15" fill="hold">
                                  <p:stCondLst>
                                    <p:cond delay="100"/>
                                  </p:stCondLst>
                                  <p:iterate type="el" backwards="0">
                                    <p:tmAbs val="0"/>
                                  </p:iterate>
                                  <p:childTnLst>
                                    <p:set>
                                      <p:cBhvr>
                                        <p:cTn id="76" fill="hold"/>
                                        <p:tgtEl>
                                          <p:spTgt spid="2554"/>
                                        </p:tgtEl>
                                        <p:attrNameLst>
                                          <p:attrName>style.visibility</p:attrName>
                                        </p:attrNameLst>
                                      </p:cBhvr>
                                      <p:to>
                                        <p:strVal val="visible"/>
                                      </p:to>
                                    </p:set>
                                    <p:anim calcmode="lin" valueType="num">
                                      <p:cBhvr>
                                        <p:cTn id="77" dur="500" fill="hold"/>
                                        <p:tgtEl>
                                          <p:spTgt spid="2554"/>
                                        </p:tgtEl>
                                        <p:attrNameLst>
                                          <p:attrName>ppt_x</p:attrName>
                                        </p:attrNameLst>
                                      </p:cBhvr>
                                      <p:tavLst>
                                        <p:tav tm="0">
                                          <p:val>
                                            <p:strVal val="#ppt_x"/>
                                          </p:val>
                                        </p:tav>
                                        <p:tav tm="100000">
                                          <p:val>
                                            <p:strVal val="#ppt_x"/>
                                          </p:val>
                                        </p:tav>
                                      </p:tavLst>
                                    </p:anim>
                                    <p:anim calcmode="lin" valueType="num">
                                      <p:cBhvr>
                                        <p:cTn id="78" dur="500" fill="hold"/>
                                        <p:tgtEl>
                                          <p:spTgt spid="2554"/>
                                        </p:tgtEl>
                                        <p:attrNameLst>
                                          <p:attrName>ppt_y</p:attrName>
                                        </p:attrNameLst>
                                      </p:cBhvr>
                                      <p:tavLst>
                                        <p:tav tm="0">
                                          <p:val>
                                            <p:strVal val="1+#ppt_h/2"/>
                                          </p:val>
                                        </p:tav>
                                        <p:tav tm="100000">
                                          <p:val>
                                            <p:strVal val="#ppt_y"/>
                                          </p:val>
                                        </p:tav>
                                      </p:tavLst>
                                    </p:anim>
                                  </p:childTnLst>
                                </p:cTn>
                              </p:par>
                            </p:childTnLst>
                          </p:cTn>
                        </p:par>
                        <p:par>
                          <p:cTn id="79" fill="hold">
                            <p:stCondLst>
                              <p:cond delay="9000"/>
                            </p:stCondLst>
                            <p:childTnLst>
                              <p:par>
                                <p:cTn id="80" presetClass="entr" nodeType="afterEffect" presetSubtype="4" presetID="2" grpId="16" fill="hold">
                                  <p:stCondLst>
                                    <p:cond delay="100"/>
                                  </p:stCondLst>
                                  <p:iterate type="el" backwards="0">
                                    <p:tmAbs val="0"/>
                                  </p:iterate>
                                  <p:childTnLst>
                                    <p:set>
                                      <p:cBhvr>
                                        <p:cTn id="81" fill="hold"/>
                                        <p:tgtEl>
                                          <p:spTgt spid="2555"/>
                                        </p:tgtEl>
                                        <p:attrNameLst>
                                          <p:attrName>style.visibility</p:attrName>
                                        </p:attrNameLst>
                                      </p:cBhvr>
                                      <p:to>
                                        <p:strVal val="visible"/>
                                      </p:to>
                                    </p:set>
                                    <p:anim calcmode="lin" valueType="num">
                                      <p:cBhvr>
                                        <p:cTn id="82" dur="500" fill="hold"/>
                                        <p:tgtEl>
                                          <p:spTgt spid="2555"/>
                                        </p:tgtEl>
                                        <p:attrNameLst>
                                          <p:attrName>ppt_x</p:attrName>
                                        </p:attrNameLst>
                                      </p:cBhvr>
                                      <p:tavLst>
                                        <p:tav tm="0">
                                          <p:val>
                                            <p:strVal val="#ppt_x"/>
                                          </p:val>
                                        </p:tav>
                                        <p:tav tm="100000">
                                          <p:val>
                                            <p:strVal val="#ppt_x"/>
                                          </p:val>
                                        </p:tav>
                                      </p:tavLst>
                                    </p:anim>
                                    <p:anim calcmode="lin" valueType="num">
                                      <p:cBhvr>
                                        <p:cTn id="83" dur="500" fill="hold"/>
                                        <p:tgtEl>
                                          <p:spTgt spid="255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553" grpId="14"/>
      <p:bldP build="whole" bldLvl="1" animBg="1" rev="0" advAuto="0" spid="2552" grpId="13"/>
      <p:bldP build="whole" bldLvl="1" animBg="1" rev="0" advAuto="0" spid="2549" grpId="10"/>
      <p:bldP build="whole" bldLvl="1" animBg="1" rev="0" advAuto="0" spid="2546" grpId="7"/>
      <p:bldP build="whole" bldLvl="1" animBg="1" rev="0" advAuto="0" spid="2542" grpId="3"/>
      <p:bldP build="whole" bldLvl="1" animBg="1" rev="0" advAuto="0" spid="2543" grpId="4"/>
      <p:bldP build="whole" bldLvl="1" animBg="1" rev="0" advAuto="0" spid="2545" grpId="6"/>
      <p:bldP build="whole" bldLvl="1" animBg="1" rev="0" advAuto="0" spid="2554" grpId="15"/>
      <p:bldP build="whole" bldLvl="1" animBg="1" rev="0" advAuto="0" spid="2555" grpId="16"/>
      <p:bldP build="whole" bldLvl="1" animBg="1" rev="0" advAuto="0" spid="2550" grpId="11"/>
      <p:bldP build="whole" bldLvl="1" animBg="1" rev="0" advAuto="0" spid="2547" grpId="8"/>
      <p:bldP build="whole" bldLvl="1" animBg="1" rev="0" advAuto="0" spid="2540" grpId="1"/>
      <p:bldP build="whole" bldLvl="1" animBg="1" rev="0" advAuto="0" spid="2551" grpId="12"/>
      <p:bldP build="whole" bldLvl="1" animBg="1" rev="0" advAuto="0" spid="2544" grpId="5"/>
      <p:bldP build="whole" bldLvl="1" animBg="1" rev="0" advAuto="0" spid="2541" grpId="2"/>
      <p:bldP build="whole" bldLvl="1" animBg="1" rev="0" advAuto="0" spid="2548" grpId="9"/>
    </p:bldLst>
  </p:timing>
</p:sld>
</file>

<file path=ppt/slides/slide8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557" name="Shape 255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2558" name="Shape 2558"/>
          <p:cNvSpPr/>
          <p:nvPr/>
        </p:nvSpPr>
        <p:spPr>
          <a:xfrm>
            <a:off x="5716418" y="4358032"/>
            <a:ext cx="803617" cy="907557"/>
          </a:xfrm>
          <a:custGeom>
            <a:avLst/>
            <a:gdLst/>
            <a:ahLst/>
            <a:cxnLst>
              <a:cxn ang="0">
                <a:pos x="wd2" y="hd2"/>
              </a:cxn>
              <a:cxn ang="5400000">
                <a:pos x="wd2" y="hd2"/>
              </a:cxn>
              <a:cxn ang="10800000">
                <a:pos x="wd2" y="hd2"/>
              </a:cxn>
              <a:cxn ang="16200000">
                <a:pos x="wd2" y="hd2"/>
              </a:cxn>
            </a:cxnLst>
            <a:rect l="0" t="0" r="r" b="b"/>
            <a:pathLst>
              <a:path w="21356" h="20650" fill="norm" stroke="1" extrusionOk="0">
                <a:moveTo>
                  <a:pt x="2145" y="16079"/>
                </a:moveTo>
                <a:cubicBezTo>
                  <a:pt x="1745" y="15393"/>
                  <a:pt x="2145" y="14936"/>
                  <a:pt x="2811" y="14593"/>
                </a:cubicBezTo>
                <a:cubicBezTo>
                  <a:pt x="3878" y="14021"/>
                  <a:pt x="3211" y="13221"/>
                  <a:pt x="2145" y="12764"/>
                </a:cubicBezTo>
                <a:cubicBezTo>
                  <a:pt x="1078" y="12307"/>
                  <a:pt x="811" y="11507"/>
                  <a:pt x="2145" y="10936"/>
                </a:cubicBezTo>
                <a:cubicBezTo>
                  <a:pt x="3345" y="10364"/>
                  <a:pt x="3345" y="10136"/>
                  <a:pt x="2145" y="9107"/>
                </a:cubicBezTo>
                <a:cubicBezTo>
                  <a:pt x="811" y="8079"/>
                  <a:pt x="1478" y="5564"/>
                  <a:pt x="3211" y="5107"/>
                </a:cubicBezTo>
                <a:cubicBezTo>
                  <a:pt x="4945" y="4764"/>
                  <a:pt x="4545" y="3850"/>
                  <a:pt x="5211" y="2136"/>
                </a:cubicBezTo>
                <a:cubicBezTo>
                  <a:pt x="5878" y="536"/>
                  <a:pt x="10545" y="-950"/>
                  <a:pt x="12278" y="764"/>
                </a:cubicBezTo>
                <a:cubicBezTo>
                  <a:pt x="13345" y="-264"/>
                  <a:pt x="16011" y="1221"/>
                  <a:pt x="16411" y="2821"/>
                </a:cubicBezTo>
                <a:cubicBezTo>
                  <a:pt x="16945" y="4421"/>
                  <a:pt x="16545" y="4879"/>
                  <a:pt x="18011" y="5107"/>
                </a:cubicBezTo>
                <a:cubicBezTo>
                  <a:pt x="19345" y="5336"/>
                  <a:pt x="20145" y="7050"/>
                  <a:pt x="19345" y="8079"/>
                </a:cubicBezTo>
                <a:cubicBezTo>
                  <a:pt x="18411" y="9107"/>
                  <a:pt x="18011" y="9679"/>
                  <a:pt x="19211" y="10479"/>
                </a:cubicBezTo>
                <a:cubicBezTo>
                  <a:pt x="20545" y="11164"/>
                  <a:pt x="20278" y="12650"/>
                  <a:pt x="19078" y="13107"/>
                </a:cubicBezTo>
                <a:cubicBezTo>
                  <a:pt x="17878" y="13564"/>
                  <a:pt x="17611" y="14364"/>
                  <a:pt x="18678" y="14821"/>
                </a:cubicBezTo>
                <a:cubicBezTo>
                  <a:pt x="19345" y="15164"/>
                  <a:pt x="19611" y="15621"/>
                  <a:pt x="19211" y="16079"/>
                </a:cubicBezTo>
                <a:cubicBezTo>
                  <a:pt x="20411" y="16650"/>
                  <a:pt x="21478" y="17450"/>
                  <a:pt x="21345" y="18821"/>
                </a:cubicBezTo>
                <a:cubicBezTo>
                  <a:pt x="21345" y="19393"/>
                  <a:pt x="21078" y="20079"/>
                  <a:pt x="20678" y="20650"/>
                </a:cubicBezTo>
                <a:cubicBezTo>
                  <a:pt x="678" y="20650"/>
                  <a:pt x="678" y="20650"/>
                  <a:pt x="678" y="20650"/>
                </a:cubicBezTo>
                <a:cubicBezTo>
                  <a:pt x="278" y="20079"/>
                  <a:pt x="11" y="19393"/>
                  <a:pt x="11" y="18821"/>
                </a:cubicBezTo>
                <a:cubicBezTo>
                  <a:pt x="-122" y="17450"/>
                  <a:pt x="945" y="16650"/>
                  <a:pt x="2145" y="16079"/>
                </a:cubicBezTo>
                <a:close/>
                <a:moveTo>
                  <a:pt x="6011" y="7279"/>
                </a:moveTo>
                <a:cubicBezTo>
                  <a:pt x="6011" y="7279"/>
                  <a:pt x="6011" y="7279"/>
                  <a:pt x="6011" y="7279"/>
                </a:cubicBezTo>
                <a:cubicBezTo>
                  <a:pt x="5478" y="6364"/>
                  <a:pt x="5078" y="7507"/>
                  <a:pt x="5078" y="7964"/>
                </a:cubicBezTo>
                <a:cubicBezTo>
                  <a:pt x="4945" y="8650"/>
                  <a:pt x="5078" y="9450"/>
                  <a:pt x="5478" y="9907"/>
                </a:cubicBezTo>
                <a:cubicBezTo>
                  <a:pt x="5478" y="9907"/>
                  <a:pt x="5611" y="9907"/>
                  <a:pt x="5745" y="9907"/>
                </a:cubicBezTo>
                <a:cubicBezTo>
                  <a:pt x="7478" y="10021"/>
                  <a:pt x="3478" y="8193"/>
                  <a:pt x="6011" y="7279"/>
                </a:cubicBezTo>
                <a:close/>
                <a:moveTo>
                  <a:pt x="16278" y="7850"/>
                </a:moveTo>
                <a:cubicBezTo>
                  <a:pt x="16145" y="7050"/>
                  <a:pt x="15611" y="6821"/>
                  <a:pt x="15211" y="7621"/>
                </a:cubicBezTo>
                <a:cubicBezTo>
                  <a:pt x="14811" y="8193"/>
                  <a:pt x="14811" y="8536"/>
                  <a:pt x="14811" y="7393"/>
                </a:cubicBezTo>
                <a:cubicBezTo>
                  <a:pt x="14811" y="6479"/>
                  <a:pt x="14678" y="5679"/>
                  <a:pt x="14278" y="4879"/>
                </a:cubicBezTo>
                <a:cubicBezTo>
                  <a:pt x="14278" y="4764"/>
                  <a:pt x="14278" y="4764"/>
                  <a:pt x="14145" y="4764"/>
                </a:cubicBezTo>
                <a:cubicBezTo>
                  <a:pt x="13478" y="5564"/>
                  <a:pt x="12278" y="6364"/>
                  <a:pt x="10678" y="6364"/>
                </a:cubicBezTo>
                <a:cubicBezTo>
                  <a:pt x="10545" y="6364"/>
                  <a:pt x="10411" y="6479"/>
                  <a:pt x="10278" y="6479"/>
                </a:cubicBezTo>
                <a:cubicBezTo>
                  <a:pt x="7211" y="6364"/>
                  <a:pt x="10411" y="7964"/>
                  <a:pt x="8011" y="8193"/>
                </a:cubicBezTo>
                <a:cubicBezTo>
                  <a:pt x="6278" y="8421"/>
                  <a:pt x="6545" y="8764"/>
                  <a:pt x="7478" y="9564"/>
                </a:cubicBezTo>
                <a:cubicBezTo>
                  <a:pt x="8145" y="10136"/>
                  <a:pt x="7878" y="10936"/>
                  <a:pt x="6678" y="11050"/>
                </a:cubicBezTo>
                <a:cubicBezTo>
                  <a:pt x="7478" y="12421"/>
                  <a:pt x="8811" y="13450"/>
                  <a:pt x="10678" y="13450"/>
                </a:cubicBezTo>
                <a:cubicBezTo>
                  <a:pt x="10678" y="13450"/>
                  <a:pt x="10678" y="13450"/>
                  <a:pt x="10678" y="13450"/>
                </a:cubicBezTo>
                <a:cubicBezTo>
                  <a:pt x="12678" y="13450"/>
                  <a:pt x="14278" y="12193"/>
                  <a:pt x="15078" y="10593"/>
                </a:cubicBezTo>
                <a:cubicBezTo>
                  <a:pt x="16145" y="10364"/>
                  <a:pt x="16545" y="8993"/>
                  <a:pt x="16278" y="7850"/>
                </a:cubicBezTo>
                <a:close/>
                <a:moveTo>
                  <a:pt x="17611" y="16193"/>
                </a:moveTo>
                <a:cubicBezTo>
                  <a:pt x="16678" y="15964"/>
                  <a:pt x="15611" y="15736"/>
                  <a:pt x="14678" y="15507"/>
                </a:cubicBezTo>
                <a:cubicBezTo>
                  <a:pt x="13478" y="15050"/>
                  <a:pt x="13211" y="14364"/>
                  <a:pt x="13211" y="13450"/>
                </a:cubicBezTo>
                <a:cubicBezTo>
                  <a:pt x="12545" y="13793"/>
                  <a:pt x="11611" y="14021"/>
                  <a:pt x="10678" y="14021"/>
                </a:cubicBezTo>
                <a:cubicBezTo>
                  <a:pt x="10678" y="14021"/>
                  <a:pt x="10678" y="14021"/>
                  <a:pt x="10678" y="14021"/>
                </a:cubicBezTo>
                <a:cubicBezTo>
                  <a:pt x="9745" y="14021"/>
                  <a:pt x="8811" y="13793"/>
                  <a:pt x="8145" y="13450"/>
                </a:cubicBezTo>
                <a:cubicBezTo>
                  <a:pt x="8145" y="14364"/>
                  <a:pt x="7878" y="15050"/>
                  <a:pt x="6811" y="15507"/>
                </a:cubicBezTo>
                <a:cubicBezTo>
                  <a:pt x="5745" y="15850"/>
                  <a:pt x="4678" y="15964"/>
                  <a:pt x="3745" y="16307"/>
                </a:cubicBezTo>
                <a:cubicBezTo>
                  <a:pt x="4411" y="17793"/>
                  <a:pt x="7478" y="18364"/>
                  <a:pt x="10678" y="18364"/>
                </a:cubicBezTo>
                <a:cubicBezTo>
                  <a:pt x="14278" y="18250"/>
                  <a:pt x="17878" y="17450"/>
                  <a:pt x="17611" y="16193"/>
                </a:cubicBezTo>
                <a:close/>
                <a:moveTo>
                  <a:pt x="10545" y="20079"/>
                </a:moveTo>
                <a:cubicBezTo>
                  <a:pt x="10678" y="20079"/>
                  <a:pt x="10678" y="20079"/>
                  <a:pt x="10678" y="20079"/>
                </a:cubicBezTo>
                <a:cubicBezTo>
                  <a:pt x="15211" y="20079"/>
                  <a:pt x="19078" y="19050"/>
                  <a:pt x="19878" y="17221"/>
                </a:cubicBezTo>
                <a:cubicBezTo>
                  <a:pt x="19745" y="16993"/>
                  <a:pt x="19478" y="16879"/>
                  <a:pt x="19211" y="16764"/>
                </a:cubicBezTo>
                <a:cubicBezTo>
                  <a:pt x="18811" y="18364"/>
                  <a:pt x="15078" y="19393"/>
                  <a:pt x="10678" y="19393"/>
                </a:cubicBezTo>
                <a:cubicBezTo>
                  <a:pt x="10545" y="19393"/>
                  <a:pt x="10545" y="19393"/>
                  <a:pt x="10545" y="19393"/>
                </a:cubicBezTo>
                <a:cubicBezTo>
                  <a:pt x="6145" y="19393"/>
                  <a:pt x="2678" y="18479"/>
                  <a:pt x="2278" y="16764"/>
                </a:cubicBezTo>
                <a:cubicBezTo>
                  <a:pt x="2011" y="16879"/>
                  <a:pt x="1745" y="17107"/>
                  <a:pt x="1478" y="17221"/>
                </a:cubicBezTo>
                <a:cubicBezTo>
                  <a:pt x="2411" y="19050"/>
                  <a:pt x="6011" y="20079"/>
                  <a:pt x="10545" y="20079"/>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59" name="Shape 2559"/>
          <p:cNvSpPr/>
          <p:nvPr/>
        </p:nvSpPr>
        <p:spPr>
          <a:xfrm>
            <a:off x="5707833" y="8186588"/>
            <a:ext cx="823144" cy="920751"/>
          </a:xfrm>
          <a:custGeom>
            <a:avLst/>
            <a:gdLst/>
            <a:ahLst/>
            <a:cxnLst>
              <a:cxn ang="0">
                <a:pos x="wd2" y="hd2"/>
              </a:cxn>
              <a:cxn ang="5400000">
                <a:pos x="wd2" y="hd2"/>
              </a:cxn>
              <a:cxn ang="10800000">
                <a:pos x="wd2" y="hd2"/>
              </a:cxn>
              <a:cxn ang="16200000">
                <a:pos x="wd2" y="hd2"/>
              </a:cxn>
            </a:cxnLst>
            <a:rect l="0" t="0" r="r" b="b"/>
            <a:pathLst>
              <a:path w="21212" h="21600" fill="norm" stroke="1" extrusionOk="0">
                <a:moveTo>
                  <a:pt x="20307" y="17469"/>
                </a:moveTo>
                <a:cubicBezTo>
                  <a:pt x="21212" y="15816"/>
                  <a:pt x="20177" y="15462"/>
                  <a:pt x="19401" y="15108"/>
                </a:cubicBezTo>
                <a:cubicBezTo>
                  <a:pt x="18884" y="14754"/>
                  <a:pt x="18496" y="14518"/>
                  <a:pt x="18755" y="14046"/>
                </a:cubicBezTo>
                <a:cubicBezTo>
                  <a:pt x="20436" y="10623"/>
                  <a:pt x="16426" y="11331"/>
                  <a:pt x="17461" y="9679"/>
                </a:cubicBezTo>
                <a:cubicBezTo>
                  <a:pt x="18755" y="7908"/>
                  <a:pt x="17073" y="7082"/>
                  <a:pt x="16814" y="5784"/>
                </a:cubicBezTo>
                <a:cubicBezTo>
                  <a:pt x="16814" y="5666"/>
                  <a:pt x="16814" y="5666"/>
                  <a:pt x="16814" y="5548"/>
                </a:cubicBezTo>
                <a:cubicBezTo>
                  <a:pt x="16426" y="3541"/>
                  <a:pt x="15650" y="1652"/>
                  <a:pt x="13969" y="708"/>
                </a:cubicBezTo>
                <a:cubicBezTo>
                  <a:pt x="13193" y="354"/>
                  <a:pt x="12287" y="118"/>
                  <a:pt x="11253" y="0"/>
                </a:cubicBezTo>
                <a:cubicBezTo>
                  <a:pt x="10994" y="0"/>
                  <a:pt x="10865" y="0"/>
                  <a:pt x="10606" y="0"/>
                </a:cubicBezTo>
                <a:cubicBezTo>
                  <a:pt x="9442" y="0"/>
                  <a:pt x="8537" y="118"/>
                  <a:pt x="7761" y="472"/>
                </a:cubicBezTo>
                <a:cubicBezTo>
                  <a:pt x="7243" y="708"/>
                  <a:pt x="6726" y="944"/>
                  <a:pt x="6338" y="1298"/>
                </a:cubicBezTo>
                <a:cubicBezTo>
                  <a:pt x="6208" y="1534"/>
                  <a:pt x="5950" y="1770"/>
                  <a:pt x="5691" y="2007"/>
                </a:cubicBezTo>
                <a:cubicBezTo>
                  <a:pt x="5432" y="2479"/>
                  <a:pt x="5044" y="2951"/>
                  <a:pt x="4915" y="3423"/>
                </a:cubicBezTo>
                <a:cubicBezTo>
                  <a:pt x="4656" y="4131"/>
                  <a:pt x="4398" y="4839"/>
                  <a:pt x="4398" y="5548"/>
                </a:cubicBezTo>
                <a:cubicBezTo>
                  <a:pt x="4139" y="6964"/>
                  <a:pt x="2328" y="7908"/>
                  <a:pt x="3622" y="9679"/>
                </a:cubicBezTo>
                <a:cubicBezTo>
                  <a:pt x="4268" y="10623"/>
                  <a:pt x="2975" y="10741"/>
                  <a:pt x="2328" y="11567"/>
                </a:cubicBezTo>
                <a:cubicBezTo>
                  <a:pt x="1940" y="12039"/>
                  <a:pt x="1811" y="12630"/>
                  <a:pt x="2328" y="13928"/>
                </a:cubicBezTo>
                <a:cubicBezTo>
                  <a:pt x="2328" y="13928"/>
                  <a:pt x="2328" y="13928"/>
                  <a:pt x="2458" y="14046"/>
                </a:cubicBezTo>
                <a:cubicBezTo>
                  <a:pt x="2587" y="14282"/>
                  <a:pt x="2458" y="14518"/>
                  <a:pt x="2328" y="14636"/>
                </a:cubicBezTo>
                <a:cubicBezTo>
                  <a:pt x="1811" y="15344"/>
                  <a:pt x="-388" y="15344"/>
                  <a:pt x="776" y="17469"/>
                </a:cubicBezTo>
                <a:cubicBezTo>
                  <a:pt x="259" y="17941"/>
                  <a:pt x="0" y="18649"/>
                  <a:pt x="0" y="19593"/>
                </a:cubicBezTo>
                <a:cubicBezTo>
                  <a:pt x="0" y="20184"/>
                  <a:pt x="259" y="20656"/>
                  <a:pt x="647" y="21600"/>
                </a:cubicBezTo>
                <a:cubicBezTo>
                  <a:pt x="647" y="21600"/>
                  <a:pt x="647" y="21600"/>
                  <a:pt x="2328" y="21600"/>
                </a:cubicBezTo>
                <a:cubicBezTo>
                  <a:pt x="2328" y="21600"/>
                  <a:pt x="2328" y="21600"/>
                  <a:pt x="4915" y="21600"/>
                </a:cubicBezTo>
                <a:cubicBezTo>
                  <a:pt x="4915" y="21600"/>
                  <a:pt x="4915" y="21600"/>
                  <a:pt x="5691" y="21600"/>
                </a:cubicBezTo>
                <a:cubicBezTo>
                  <a:pt x="5691" y="21600"/>
                  <a:pt x="5691" y="21600"/>
                  <a:pt x="6338" y="21600"/>
                </a:cubicBezTo>
                <a:cubicBezTo>
                  <a:pt x="6338" y="21600"/>
                  <a:pt x="6338" y="21600"/>
                  <a:pt x="7761" y="21600"/>
                </a:cubicBezTo>
                <a:cubicBezTo>
                  <a:pt x="7761" y="21600"/>
                  <a:pt x="7761" y="21600"/>
                  <a:pt x="11253" y="21600"/>
                </a:cubicBezTo>
                <a:cubicBezTo>
                  <a:pt x="11253" y="21600"/>
                  <a:pt x="11253" y="21600"/>
                  <a:pt x="13969" y="21600"/>
                </a:cubicBezTo>
                <a:cubicBezTo>
                  <a:pt x="13969" y="21600"/>
                  <a:pt x="13969" y="21600"/>
                  <a:pt x="16814" y="21600"/>
                </a:cubicBezTo>
                <a:cubicBezTo>
                  <a:pt x="16814" y="21600"/>
                  <a:pt x="16814" y="21600"/>
                  <a:pt x="19401" y="21600"/>
                </a:cubicBezTo>
                <a:cubicBezTo>
                  <a:pt x="19401" y="21600"/>
                  <a:pt x="19401" y="21600"/>
                  <a:pt x="20565" y="21600"/>
                </a:cubicBezTo>
                <a:cubicBezTo>
                  <a:pt x="20953" y="20656"/>
                  <a:pt x="21212" y="20184"/>
                  <a:pt x="21212" y="19593"/>
                </a:cubicBezTo>
                <a:cubicBezTo>
                  <a:pt x="21212" y="18649"/>
                  <a:pt x="20953" y="17941"/>
                  <a:pt x="20307" y="17469"/>
                </a:cubicBezTo>
                <a:close/>
                <a:moveTo>
                  <a:pt x="14874" y="10741"/>
                </a:moveTo>
                <a:cubicBezTo>
                  <a:pt x="14616" y="11213"/>
                  <a:pt x="14357" y="11803"/>
                  <a:pt x="13969" y="12157"/>
                </a:cubicBezTo>
                <a:cubicBezTo>
                  <a:pt x="13193" y="12984"/>
                  <a:pt x="12287" y="13574"/>
                  <a:pt x="11253" y="13692"/>
                </a:cubicBezTo>
                <a:cubicBezTo>
                  <a:pt x="10994" y="13692"/>
                  <a:pt x="10865" y="13810"/>
                  <a:pt x="10606" y="13810"/>
                </a:cubicBezTo>
                <a:cubicBezTo>
                  <a:pt x="9442" y="13810"/>
                  <a:pt x="8537" y="13338"/>
                  <a:pt x="7761" y="12748"/>
                </a:cubicBezTo>
                <a:cubicBezTo>
                  <a:pt x="7243" y="12275"/>
                  <a:pt x="6726" y="11685"/>
                  <a:pt x="6338" y="10977"/>
                </a:cubicBezTo>
                <a:cubicBezTo>
                  <a:pt x="6338" y="10859"/>
                  <a:pt x="6208" y="10741"/>
                  <a:pt x="6208" y="10741"/>
                </a:cubicBezTo>
                <a:cubicBezTo>
                  <a:pt x="6208" y="10623"/>
                  <a:pt x="6208" y="10623"/>
                  <a:pt x="6208" y="10623"/>
                </a:cubicBezTo>
                <a:cubicBezTo>
                  <a:pt x="6208" y="10623"/>
                  <a:pt x="6338" y="10623"/>
                  <a:pt x="6338" y="10623"/>
                </a:cubicBezTo>
                <a:cubicBezTo>
                  <a:pt x="6855" y="10623"/>
                  <a:pt x="7502" y="10033"/>
                  <a:pt x="7631" y="9207"/>
                </a:cubicBezTo>
                <a:cubicBezTo>
                  <a:pt x="7890" y="9325"/>
                  <a:pt x="8149" y="9325"/>
                  <a:pt x="8407" y="9325"/>
                </a:cubicBezTo>
                <a:cubicBezTo>
                  <a:pt x="8795" y="9325"/>
                  <a:pt x="9183" y="9325"/>
                  <a:pt x="9571" y="9089"/>
                </a:cubicBezTo>
                <a:cubicBezTo>
                  <a:pt x="9830" y="8970"/>
                  <a:pt x="10089" y="8498"/>
                  <a:pt x="10218" y="8380"/>
                </a:cubicBezTo>
                <a:cubicBezTo>
                  <a:pt x="10477" y="8026"/>
                  <a:pt x="10735" y="8026"/>
                  <a:pt x="10865" y="8380"/>
                </a:cubicBezTo>
                <a:cubicBezTo>
                  <a:pt x="11123" y="8498"/>
                  <a:pt x="11253" y="8970"/>
                  <a:pt x="11641" y="9089"/>
                </a:cubicBezTo>
                <a:cubicBezTo>
                  <a:pt x="12029" y="9325"/>
                  <a:pt x="12417" y="9325"/>
                  <a:pt x="12805" y="9325"/>
                </a:cubicBezTo>
                <a:cubicBezTo>
                  <a:pt x="13193" y="9325"/>
                  <a:pt x="13581" y="9207"/>
                  <a:pt x="13840" y="8970"/>
                </a:cubicBezTo>
                <a:cubicBezTo>
                  <a:pt x="14228" y="8734"/>
                  <a:pt x="14486" y="8498"/>
                  <a:pt x="14745" y="8144"/>
                </a:cubicBezTo>
                <a:cubicBezTo>
                  <a:pt x="14745" y="8144"/>
                  <a:pt x="14874" y="7908"/>
                  <a:pt x="15004" y="7554"/>
                </a:cubicBezTo>
                <a:cubicBezTo>
                  <a:pt x="15521" y="6728"/>
                  <a:pt x="16038" y="6964"/>
                  <a:pt x="16168" y="7790"/>
                </a:cubicBezTo>
                <a:cubicBezTo>
                  <a:pt x="16426" y="8970"/>
                  <a:pt x="15909" y="10505"/>
                  <a:pt x="14874" y="10741"/>
                </a:cubicBezTo>
                <a:close/>
                <a:moveTo>
                  <a:pt x="9054" y="5548"/>
                </a:moveTo>
                <a:cubicBezTo>
                  <a:pt x="8795" y="4721"/>
                  <a:pt x="9830" y="3895"/>
                  <a:pt x="11253" y="3777"/>
                </a:cubicBezTo>
                <a:cubicBezTo>
                  <a:pt x="11899" y="3777"/>
                  <a:pt x="12546" y="3777"/>
                  <a:pt x="13322" y="4013"/>
                </a:cubicBezTo>
                <a:cubicBezTo>
                  <a:pt x="13452" y="4249"/>
                  <a:pt x="13581" y="4485"/>
                  <a:pt x="13840" y="4721"/>
                </a:cubicBezTo>
                <a:cubicBezTo>
                  <a:pt x="14228" y="5311"/>
                  <a:pt x="14486" y="6020"/>
                  <a:pt x="14486" y="6964"/>
                </a:cubicBezTo>
                <a:cubicBezTo>
                  <a:pt x="14486" y="6964"/>
                  <a:pt x="14486" y="7082"/>
                  <a:pt x="14486" y="7082"/>
                </a:cubicBezTo>
                <a:cubicBezTo>
                  <a:pt x="13969" y="6964"/>
                  <a:pt x="13193" y="7082"/>
                  <a:pt x="12675" y="7200"/>
                </a:cubicBezTo>
                <a:cubicBezTo>
                  <a:pt x="12675" y="7200"/>
                  <a:pt x="12675" y="7200"/>
                  <a:pt x="12546" y="7200"/>
                </a:cubicBezTo>
                <a:cubicBezTo>
                  <a:pt x="12158" y="7318"/>
                  <a:pt x="11641" y="7554"/>
                  <a:pt x="11253" y="7672"/>
                </a:cubicBezTo>
                <a:cubicBezTo>
                  <a:pt x="10865" y="7790"/>
                  <a:pt x="10477" y="7790"/>
                  <a:pt x="9959" y="7672"/>
                </a:cubicBezTo>
                <a:cubicBezTo>
                  <a:pt x="9571" y="7554"/>
                  <a:pt x="9054" y="7318"/>
                  <a:pt x="8537" y="7200"/>
                </a:cubicBezTo>
                <a:cubicBezTo>
                  <a:pt x="8537" y="7200"/>
                  <a:pt x="8537" y="7200"/>
                  <a:pt x="8407" y="7200"/>
                </a:cubicBezTo>
                <a:cubicBezTo>
                  <a:pt x="8149" y="7082"/>
                  <a:pt x="7890" y="7082"/>
                  <a:pt x="7502" y="7082"/>
                </a:cubicBezTo>
                <a:cubicBezTo>
                  <a:pt x="7502" y="6964"/>
                  <a:pt x="7631" y="6964"/>
                  <a:pt x="7761" y="6964"/>
                </a:cubicBezTo>
                <a:cubicBezTo>
                  <a:pt x="8407" y="6964"/>
                  <a:pt x="9571" y="7318"/>
                  <a:pt x="9054" y="5548"/>
                </a:cubicBezTo>
                <a:close/>
                <a:moveTo>
                  <a:pt x="13452" y="8852"/>
                </a:moveTo>
                <a:cubicBezTo>
                  <a:pt x="13193" y="8970"/>
                  <a:pt x="13063" y="9089"/>
                  <a:pt x="12805" y="9089"/>
                </a:cubicBezTo>
                <a:cubicBezTo>
                  <a:pt x="12287" y="9089"/>
                  <a:pt x="11899" y="8852"/>
                  <a:pt x="11641" y="8616"/>
                </a:cubicBezTo>
                <a:cubicBezTo>
                  <a:pt x="11253" y="8262"/>
                  <a:pt x="11382" y="7908"/>
                  <a:pt x="12158" y="7672"/>
                </a:cubicBezTo>
                <a:cubicBezTo>
                  <a:pt x="12417" y="7554"/>
                  <a:pt x="12546" y="7554"/>
                  <a:pt x="12805" y="7554"/>
                </a:cubicBezTo>
                <a:cubicBezTo>
                  <a:pt x="13322" y="7436"/>
                  <a:pt x="13840" y="7554"/>
                  <a:pt x="13969" y="7554"/>
                </a:cubicBezTo>
                <a:cubicBezTo>
                  <a:pt x="14228" y="7790"/>
                  <a:pt x="14098" y="8498"/>
                  <a:pt x="13452" y="8852"/>
                </a:cubicBezTo>
                <a:close/>
                <a:moveTo>
                  <a:pt x="8407" y="7554"/>
                </a:moveTo>
                <a:cubicBezTo>
                  <a:pt x="8666" y="7554"/>
                  <a:pt x="8795" y="7554"/>
                  <a:pt x="9054" y="7672"/>
                </a:cubicBezTo>
                <a:cubicBezTo>
                  <a:pt x="9830" y="7908"/>
                  <a:pt x="9959" y="8262"/>
                  <a:pt x="9571" y="8616"/>
                </a:cubicBezTo>
                <a:cubicBezTo>
                  <a:pt x="9313" y="8852"/>
                  <a:pt x="8925" y="9089"/>
                  <a:pt x="8407" y="9089"/>
                </a:cubicBezTo>
                <a:cubicBezTo>
                  <a:pt x="8149" y="9089"/>
                  <a:pt x="8019" y="8970"/>
                  <a:pt x="7761" y="8852"/>
                </a:cubicBezTo>
                <a:cubicBezTo>
                  <a:pt x="7761" y="8852"/>
                  <a:pt x="7761" y="8852"/>
                  <a:pt x="7761" y="8852"/>
                </a:cubicBezTo>
                <a:cubicBezTo>
                  <a:pt x="7631" y="8498"/>
                  <a:pt x="7631" y="8262"/>
                  <a:pt x="7502" y="7908"/>
                </a:cubicBezTo>
                <a:cubicBezTo>
                  <a:pt x="7372" y="7790"/>
                  <a:pt x="7372" y="7672"/>
                  <a:pt x="7372" y="7554"/>
                </a:cubicBezTo>
                <a:cubicBezTo>
                  <a:pt x="7631" y="7554"/>
                  <a:pt x="8019" y="7554"/>
                  <a:pt x="8407" y="7554"/>
                </a:cubicBezTo>
                <a:close/>
                <a:moveTo>
                  <a:pt x="5691" y="4249"/>
                </a:moveTo>
                <a:cubicBezTo>
                  <a:pt x="5950" y="3777"/>
                  <a:pt x="6208" y="3423"/>
                  <a:pt x="6338" y="3069"/>
                </a:cubicBezTo>
                <a:cubicBezTo>
                  <a:pt x="6726" y="2597"/>
                  <a:pt x="7243" y="2125"/>
                  <a:pt x="7761" y="1770"/>
                </a:cubicBezTo>
                <a:cubicBezTo>
                  <a:pt x="8795" y="1180"/>
                  <a:pt x="10089" y="944"/>
                  <a:pt x="11253" y="1062"/>
                </a:cubicBezTo>
                <a:cubicBezTo>
                  <a:pt x="12287" y="1180"/>
                  <a:pt x="13193" y="1534"/>
                  <a:pt x="13969" y="2243"/>
                </a:cubicBezTo>
                <a:cubicBezTo>
                  <a:pt x="14874" y="2951"/>
                  <a:pt x="15650" y="4131"/>
                  <a:pt x="15909" y="5666"/>
                </a:cubicBezTo>
                <a:cubicBezTo>
                  <a:pt x="15521" y="5075"/>
                  <a:pt x="15004" y="4485"/>
                  <a:pt x="14616" y="4131"/>
                </a:cubicBezTo>
                <a:cubicBezTo>
                  <a:pt x="14357" y="3777"/>
                  <a:pt x="14098" y="3541"/>
                  <a:pt x="13969" y="3305"/>
                </a:cubicBezTo>
                <a:cubicBezTo>
                  <a:pt x="13063" y="2479"/>
                  <a:pt x="12158" y="1889"/>
                  <a:pt x="11253" y="1652"/>
                </a:cubicBezTo>
                <a:cubicBezTo>
                  <a:pt x="9830" y="1298"/>
                  <a:pt x="8407" y="1534"/>
                  <a:pt x="7761" y="2243"/>
                </a:cubicBezTo>
                <a:cubicBezTo>
                  <a:pt x="7502" y="2479"/>
                  <a:pt x="7372" y="2833"/>
                  <a:pt x="7372" y="3187"/>
                </a:cubicBezTo>
                <a:cubicBezTo>
                  <a:pt x="7372" y="3423"/>
                  <a:pt x="7243" y="3659"/>
                  <a:pt x="7243" y="3777"/>
                </a:cubicBezTo>
                <a:cubicBezTo>
                  <a:pt x="6984" y="3895"/>
                  <a:pt x="6855" y="4013"/>
                  <a:pt x="6596" y="4131"/>
                </a:cubicBezTo>
                <a:cubicBezTo>
                  <a:pt x="6596" y="4131"/>
                  <a:pt x="6467" y="4249"/>
                  <a:pt x="6338" y="4249"/>
                </a:cubicBezTo>
                <a:cubicBezTo>
                  <a:pt x="6079" y="4367"/>
                  <a:pt x="5820" y="4603"/>
                  <a:pt x="5691" y="4957"/>
                </a:cubicBezTo>
                <a:cubicBezTo>
                  <a:pt x="5691" y="5075"/>
                  <a:pt x="5691" y="5075"/>
                  <a:pt x="5691" y="5075"/>
                </a:cubicBezTo>
                <a:cubicBezTo>
                  <a:pt x="5562" y="5193"/>
                  <a:pt x="5432" y="5430"/>
                  <a:pt x="5303" y="5666"/>
                </a:cubicBezTo>
                <a:cubicBezTo>
                  <a:pt x="5432" y="5075"/>
                  <a:pt x="5562" y="4603"/>
                  <a:pt x="5691" y="4249"/>
                </a:cubicBezTo>
                <a:close/>
                <a:moveTo>
                  <a:pt x="5044" y="7790"/>
                </a:moveTo>
                <a:cubicBezTo>
                  <a:pt x="5174" y="7318"/>
                  <a:pt x="5432" y="6964"/>
                  <a:pt x="5691" y="7082"/>
                </a:cubicBezTo>
                <a:cubicBezTo>
                  <a:pt x="5820" y="7200"/>
                  <a:pt x="5950" y="7318"/>
                  <a:pt x="6079" y="7554"/>
                </a:cubicBezTo>
                <a:cubicBezTo>
                  <a:pt x="6208" y="7790"/>
                  <a:pt x="6208" y="8026"/>
                  <a:pt x="6208" y="8144"/>
                </a:cubicBezTo>
                <a:cubicBezTo>
                  <a:pt x="6208" y="8144"/>
                  <a:pt x="6208" y="8144"/>
                  <a:pt x="6208" y="8262"/>
                </a:cubicBezTo>
                <a:cubicBezTo>
                  <a:pt x="6726" y="8734"/>
                  <a:pt x="6467" y="9207"/>
                  <a:pt x="6338" y="9325"/>
                </a:cubicBezTo>
                <a:cubicBezTo>
                  <a:pt x="6208" y="9443"/>
                  <a:pt x="6208" y="9561"/>
                  <a:pt x="5950" y="9561"/>
                </a:cubicBezTo>
                <a:cubicBezTo>
                  <a:pt x="5950" y="9561"/>
                  <a:pt x="5820" y="9561"/>
                  <a:pt x="5691" y="9561"/>
                </a:cubicBezTo>
                <a:cubicBezTo>
                  <a:pt x="5562" y="9679"/>
                  <a:pt x="5432" y="9797"/>
                  <a:pt x="5303" y="9915"/>
                </a:cubicBezTo>
                <a:cubicBezTo>
                  <a:pt x="4915" y="9325"/>
                  <a:pt x="4915" y="8498"/>
                  <a:pt x="5044" y="7790"/>
                </a:cubicBezTo>
                <a:close/>
                <a:moveTo>
                  <a:pt x="2328" y="19948"/>
                </a:moveTo>
                <a:cubicBezTo>
                  <a:pt x="2069" y="19948"/>
                  <a:pt x="1811" y="19711"/>
                  <a:pt x="1811" y="19357"/>
                </a:cubicBezTo>
                <a:cubicBezTo>
                  <a:pt x="1811" y="19121"/>
                  <a:pt x="2069" y="18885"/>
                  <a:pt x="2328" y="18885"/>
                </a:cubicBezTo>
                <a:cubicBezTo>
                  <a:pt x="2587" y="18885"/>
                  <a:pt x="2846" y="19121"/>
                  <a:pt x="2846" y="19357"/>
                </a:cubicBezTo>
                <a:cubicBezTo>
                  <a:pt x="2846" y="19711"/>
                  <a:pt x="2587" y="19948"/>
                  <a:pt x="2328" y="19948"/>
                </a:cubicBezTo>
                <a:close/>
                <a:moveTo>
                  <a:pt x="4915" y="20538"/>
                </a:moveTo>
                <a:cubicBezTo>
                  <a:pt x="4656" y="20538"/>
                  <a:pt x="4398" y="20302"/>
                  <a:pt x="4398" y="19948"/>
                </a:cubicBezTo>
                <a:cubicBezTo>
                  <a:pt x="4398" y="19711"/>
                  <a:pt x="4656" y="19475"/>
                  <a:pt x="4915" y="19475"/>
                </a:cubicBezTo>
                <a:cubicBezTo>
                  <a:pt x="5174" y="19475"/>
                  <a:pt x="5432" y="19711"/>
                  <a:pt x="5432" y="19948"/>
                </a:cubicBezTo>
                <a:cubicBezTo>
                  <a:pt x="5432" y="20302"/>
                  <a:pt x="5174" y="20538"/>
                  <a:pt x="4915" y="20538"/>
                </a:cubicBezTo>
                <a:close/>
                <a:moveTo>
                  <a:pt x="5691" y="19003"/>
                </a:moveTo>
                <a:cubicBezTo>
                  <a:pt x="5432" y="19003"/>
                  <a:pt x="5174" y="18885"/>
                  <a:pt x="4915" y="18885"/>
                </a:cubicBezTo>
                <a:cubicBezTo>
                  <a:pt x="3751" y="18767"/>
                  <a:pt x="2846" y="18649"/>
                  <a:pt x="2328" y="18413"/>
                </a:cubicBezTo>
                <a:cubicBezTo>
                  <a:pt x="1940" y="18177"/>
                  <a:pt x="1811" y="17941"/>
                  <a:pt x="1811" y="17705"/>
                </a:cubicBezTo>
                <a:cubicBezTo>
                  <a:pt x="1940" y="17587"/>
                  <a:pt x="2199" y="17469"/>
                  <a:pt x="2328" y="17351"/>
                </a:cubicBezTo>
                <a:cubicBezTo>
                  <a:pt x="2975" y="16879"/>
                  <a:pt x="3880" y="16643"/>
                  <a:pt x="4915" y="16407"/>
                </a:cubicBezTo>
                <a:cubicBezTo>
                  <a:pt x="5174" y="16407"/>
                  <a:pt x="5432" y="16289"/>
                  <a:pt x="5691" y="16170"/>
                </a:cubicBezTo>
                <a:cubicBezTo>
                  <a:pt x="5950" y="16170"/>
                  <a:pt x="6208" y="16052"/>
                  <a:pt x="6338" y="16052"/>
                </a:cubicBezTo>
                <a:cubicBezTo>
                  <a:pt x="6467" y="15934"/>
                  <a:pt x="6596" y="15934"/>
                  <a:pt x="6726" y="15934"/>
                </a:cubicBezTo>
                <a:cubicBezTo>
                  <a:pt x="7243" y="15698"/>
                  <a:pt x="7502" y="15462"/>
                  <a:pt x="7761" y="15108"/>
                </a:cubicBezTo>
                <a:cubicBezTo>
                  <a:pt x="8019" y="14754"/>
                  <a:pt x="8019" y="14282"/>
                  <a:pt x="8019" y="13810"/>
                </a:cubicBezTo>
                <a:cubicBezTo>
                  <a:pt x="8795" y="14164"/>
                  <a:pt x="9701" y="14400"/>
                  <a:pt x="10606" y="14400"/>
                </a:cubicBezTo>
                <a:cubicBezTo>
                  <a:pt x="10865" y="14400"/>
                  <a:pt x="10994" y="14400"/>
                  <a:pt x="11253" y="14400"/>
                </a:cubicBezTo>
                <a:cubicBezTo>
                  <a:pt x="11899" y="14282"/>
                  <a:pt x="12546" y="14046"/>
                  <a:pt x="13193" y="13810"/>
                </a:cubicBezTo>
                <a:cubicBezTo>
                  <a:pt x="13193" y="14518"/>
                  <a:pt x="13322" y="15226"/>
                  <a:pt x="13969" y="15698"/>
                </a:cubicBezTo>
                <a:cubicBezTo>
                  <a:pt x="14098" y="15698"/>
                  <a:pt x="14228" y="15816"/>
                  <a:pt x="14486" y="15934"/>
                </a:cubicBezTo>
                <a:cubicBezTo>
                  <a:pt x="15262" y="16170"/>
                  <a:pt x="16038" y="16407"/>
                  <a:pt x="16814" y="16525"/>
                </a:cubicBezTo>
                <a:cubicBezTo>
                  <a:pt x="17849" y="16879"/>
                  <a:pt x="18755" y="17115"/>
                  <a:pt x="19401" y="17705"/>
                </a:cubicBezTo>
                <a:cubicBezTo>
                  <a:pt x="19401" y="17705"/>
                  <a:pt x="19401" y="17705"/>
                  <a:pt x="19401" y="17705"/>
                </a:cubicBezTo>
                <a:cubicBezTo>
                  <a:pt x="19401" y="17823"/>
                  <a:pt x="19401" y="17941"/>
                  <a:pt x="19401" y="17941"/>
                </a:cubicBezTo>
                <a:cubicBezTo>
                  <a:pt x="19143" y="18295"/>
                  <a:pt x="18237" y="18531"/>
                  <a:pt x="16814" y="18767"/>
                </a:cubicBezTo>
                <a:cubicBezTo>
                  <a:pt x="16038" y="18885"/>
                  <a:pt x="15004" y="19003"/>
                  <a:pt x="13969" y="19121"/>
                </a:cubicBezTo>
                <a:cubicBezTo>
                  <a:pt x="13063" y="19121"/>
                  <a:pt x="12158" y="19121"/>
                  <a:pt x="11253" y="19121"/>
                </a:cubicBezTo>
                <a:cubicBezTo>
                  <a:pt x="10089" y="19239"/>
                  <a:pt x="8925" y="19121"/>
                  <a:pt x="7761" y="19121"/>
                </a:cubicBezTo>
                <a:cubicBezTo>
                  <a:pt x="7243" y="19121"/>
                  <a:pt x="6855" y="19121"/>
                  <a:pt x="6338" y="19003"/>
                </a:cubicBezTo>
                <a:cubicBezTo>
                  <a:pt x="6208" y="19003"/>
                  <a:pt x="5950" y="19003"/>
                  <a:pt x="5691" y="19003"/>
                </a:cubicBezTo>
                <a:close/>
                <a:moveTo>
                  <a:pt x="7761" y="20656"/>
                </a:moveTo>
                <a:cubicBezTo>
                  <a:pt x="7502" y="20656"/>
                  <a:pt x="7243" y="20420"/>
                  <a:pt x="7243" y="20184"/>
                </a:cubicBezTo>
                <a:cubicBezTo>
                  <a:pt x="7243" y="19948"/>
                  <a:pt x="7502" y="19711"/>
                  <a:pt x="7761" y="19711"/>
                </a:cubicBezTo>
                <a:cubicBezTo>
                  <a:pt x="8019" y="19711"/>
                  <a:pt x="8278" y="19948"/>
                  <a:pt x="8278" y="20184"/>
                </a:cubicBezTo>
                <a:cubicBezTo>
                  <a:pt x="8278" y="20420"/>
                  <a:pt x="8019" y="20656"/>
                  <a:pt x="7761" y="20656"/>
                </a:cubicBezTo>
                <a:close/>
                <a:moveTo>
                  <a:pt x="11253" y="20538"/>
                </a:moveTo>
                <a:cubicBezTo>
                  <a:pt x="11123" y="20656"/>
                  <a:pt x="10994" y="20774"/>
                  <a:pt x="10865" y="20774"/>
                </a:cubicBezTo>
                <a:cubicBezTo>
                  <a:pt x="10606" y="20774"/>
                  <a:pt x="10347" y="20538"/>
                  <a:pt x="10347" y="20184"/>
                </a:cubicBezTo>
                <a:cubicBezTo>
                  <a:pt x="10347" y="19948"/>
                  <a:pt x="10606" y="19711"/>
                  <a:pt x="10865" y="19711"/>
                </a:cubicBezTo>
                <a:cubicBezTo>
                  <a:pt x="10994" y="19711"/>
                  <a:pt x="11123" y="19830"/>
                  <a:pt x="11253" y="19948"/>
                </a:cubicBezTo>
                <a:cubicBezTo>
                  <a:pt x="11253" y="19948"/>
                  <a:pt x="11382" y="20066"/>
                  <a:pt x="11382" y="20184"/>
                </a:cubicBezTo>
                <a:cubicBezTo>
                  <a:pt x="11382" y="20302"/>
                  <a:pt x="11253" y="20420"/>
                  <a:pt x="11253" y="20538"/>
                </a:cubicBezTo>
                <a:close/>
                <a:moveTo>
                  <a:pt x="13969" y="20656"/>
                </a:moveTo>
                <a:cubicBezTo>
                  <a:pt x="13710" y="20656"/>
                  <a:pt x="13452" y="20420"/>
                  <a:pt x="13452" y="20184"/>
                </a:cubicBezTo>
                <a:cubicBezTo>
                  <a:pt x="13452" y="19948"/>
                  <a:pt x="13710" y="19711"/>
                  <a:pt x="13969" y="19711"/>
                </a:cubicBezTo>
                <a:cubicBezTo>
                  <a:pt x="14228" y="19711"/>
                  <a:pt x="14486" y="19948"/>
                  <a:pt x="14486" y="20184"/>
                </a:cubicBezTo>
                <a:cubicBezTo>
                  <a:pt x="14486" y="20420"/>
                  <a:pt x="14228" y="20656"/>
                  <a:pt x="13969" y="20656"/>
                </a:cubicBezTo>
                <a:close/>
                <a:moveTo>
                  <a:pt x="16814" y="20538"/>
                </a:moveTo>
                <a:cubicBezTo>
                  <a:pt x="16556" y="20538"/>
                  <a:pt x="16297" y="20302"/>
                  <a:pt x="16297" y="19948"/>
                </a:cubicBezTo>
                <a:cubicBezTo>
                  <a:pt x="16297" y="19711"/>
                  <a:pt x="16556" y="19475"/>
                  <a:pt x="16814" y="19475"/>
                </a:cubicBezTo>
                <a:cubicBezTo>
                  <a:pt x="17073" y="19475"/>
                  <a:pt x="17332" y="19711"/>
                  <a:pt x="17332" y="19948"/>
                </a:cubicBezTo>
                <a:cubicBezTo>
                  <a:pt x="17332" y="20302"/>
                  <a:pt x="17073" y="20538"/>
                  <a:pt x="16814" y="20538"/>
                </a:cubicBezTo>
                <a:close/>
                <a:moveTo>
                  <a:pt x="19401" y="19948"/>
                </a:moveTo>
                <a:cubicBezTo>
                  <a:pt x="19013" y="19948"/>
                  <a:pt x="18755" y="19711"/>
                  <a:pt x="18755" y="19357"/>
                </a:cubicBezTo>
                <a:cubicBezTo>
                  <a:pt x="18755" y="19121"/>
                  <a:pt x="19013" y="18885"/>
                  <a:pt x="19401" y="18885"/>
                </a:cubicBezTo>
                <a:cubicBezTo>
                  <a:pt x="19660" y="18885"/>
                  <a:pt x="19919" y="19121"/>
                  <a:pt x="19919" y="19357"/>
                </a:cubicBezTo>
                <a:cubicBezTo>
                  <a:pt x="19919" y="19711"/>
                  <a:pt x="19660" y="19948"/>
                  <a:pt x="19401" y="19948"/>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60" name="Shape 2560"/>
          <p:cNvSpPr/>
          <p:nvPr/>
        </p:nvSpPr>
        <p:spPr>
          <a:xfrm>
            <a:off x="3686176" y="5954506"/>
            <a:ext cx="1012827" cy="1063684"/>
          </a:xfrm>
          <a:custGeom>
            <a:avLst/>
            <a:gdLst/>
            <a:ahLst/>
            <a:cxnLst>
              <a:cxn ang="0">
                <a:pos x="wd2" y="hd2"/>
              </a:cxn>
              <a:cxn ang="5400000">
                <a:pos x="wd2" y="hd2"/>
              </a:cxn>
              <a:cxn ang="10800000">
                <a:pos x="wd2" y="hd2"/>
              </a:cxn>
              <a:cxn ang="16200000">
                <a:pos x="wd2" y="hd2"/>
              </a:cxn>
            </a:cxnLst>
            <a:rect l="0" t="0" r="r" b="b"/>
            <a:pathLst>
              <a:path w="21600" h="21409" fill="norm" stroke="1" extrusionOk="0">
                <a:moveTo>
                  <a:pt x="19141" y="16160"/>
                </a:moveTo>
                <a:cubicBezTo>
                  <a:pt x="17964" y="15757"/>
                  <a:pt x="16574" y="15454"/>
                  <a:pt x="15398" y="15050"/>
                </a:cubicBezTo>
                <a:cubicBezTo>
                  <a:pt x="14970" y="14747"/>
                  <a:pt x="14543" y="14545"/>
                  <a:pt x="14329" y="14243"/>
                </a:cubicBezTo>
                <a:cubicBezTo>
                  <a:pt x="14756" y="14344"/>
                  <a:pt x="15184" y="14545"/>
                  <a:pt x="15719" y="14545"/>
                </a:cubicBezTo>
                <a:cubicBezTo>
                  <a:pt x="15398" y="13839"/>
                  <a:pt x="15291" y="13233"/>
                  <a:pt x="15184" y="12628"/>
                </a:cubicBezTo>
                <a:cubicBezTo>
                  <a:pt x="15612" y="13031"/>
                  <a:pt x="16147" y="13233"/>
                  <a:pt x="16788" y="13435"/>
                </a:cubicBezTo>
                <a:cubicBezTo>
                  <a:pt x="16467" y="12830"/>
                  <a:pt x="16253" y="12224"/>
                  <a:pt x="16040" y="11719"/>
                </a:cubicBezTo>
                <a:cubicBezTo>
                  <a:pt x="16360" y="11921"/>
                  <a:pt x="16788" y="12123"/>
                  <a:pt x="17216" y="12325"/>
                </a:cubicBezTo>
                <a:cubicBezTo>
                  <a:pt x="17002" y="11618"/>
                  <a:pt x="16788" y="11013"/>
                  <a:pt x="16681" y="10407"/>
                </a:cubicBezTo>
                <a:cubicBezTo>
                  <a:pt x="17216" y="10508"/>
                  <a:pt x="17857" y="10407"/>
                  <a:pt x="18285" y="10407"/>
                </a:cubicBezTo>
                <a:cubicBezTo>
                  <a:pt x="17750" y="9802"/>
                  <a:pt x="17323" y="9297"/>
                  <a:pt x="17002" y="8893"/>
                </a:cubicBezTo>
                <a:cubicBezTo>
                  <a:pt x="17537" y="8893"/>
                  <a:pt x="18178" y="8691"/>
                  <a:pt x="18820" y="8388"/>
                </a:cubicBezTo>
                <a:cubicBezTo>
                  <a:pt x="17537" y="7884"/>
                  <a:pt x="17109" y="6773"/>
                  <a:pt x="16788" y="5663"/>
                </a:cubicBezTo>
                <a:cubicBezTo>
                  <a:pt x="16360" y="2332"/>
                  <a:pt x="14115" y="-191"/>
                  <a:pt x="10693" y="11"/>
                </a:cubicBezTo>
                <a:cubicBezTo>
                  <a:pt x="10265" y="11"/>
                  <a:pt x="9731" y="112"/>
                  <a:pt x="9303" y="213"/>
                </a:cubicBezTo>
                <a:cubicBezTo>
                  <a:pt x="6844" y="213"/>
                  <a:pt x="5240" y="3544"/>
                  <a:pt x="4812" y="5663"/>
                </a:cubicBezTo>
                <a:cubicBezTo>
                  <a:pt x="4598" y="6773"/>
                  <a:pt x="4063" y="7884"/>
                  <a:pt x="2887" y="8388"/>
                </a:cubicBezTo>
                <a:cubicBezTo>
                  <a:pt x="3529" y="8691"/>
                  <a:pt x="4170" y="8893"/>
                  <a:pt x="4705" y="8893"/>
                </a:cubicBezTo>
                <a:cubicBezTo>
                  <a:pt x="4384" y="9297"/>
                  <a:pt x="3956" y="9802"/>
                  <a:pt x="3315" y="10407"/>
                </a:cubicBezTo>
                <a:cubicBezTo>
                  <a:pt x="3850" y="10407"/>
                  <a:pt x="4384" y="10508"/>
                  <a:pt x="4919" y="10407"/>
                </a:cubicBezTo>
                <a:cubicBezTo>
                  <a:pt x="4919" y="11013"/>
                  <a:pt x="4705" y="11618"/>
                  <a:pt x="4384" y="12325"/>
                </a:cubicBezTo>
                <a:cubicBezTo>
                  <a:pt x="4919" y="12123"/>
                  <a:pt x="5240" y="11921"/>
                  <a:pt x="5667" y="11719"/>
                </a:cubicBezTo>
                <a:cubicBezTo>
                  <a:pt x="5453" y="12224"/>
                  <a:pt x="5133" y="12830"/>
                  <a:pt x="4919" y="13435"/>
                </a:cubicBezTo>
                <a:cubicBezTo>
                  <a:pt x="5453" y="13233"/>
                  <a:pt x="6095" y="13031"/>
                  <a:pt x="6523" y="12628"/>
                </a:cubicBezTo>
                <a:cubicBezTo>
                  <a:pt x="6416" y="13233"/>
                  <a:pt x="6202" y="13839"/>
                  <a:pt x="5988" y="14545"/>
                </a:cubicBezTo>
                <a:cubicBezTo>
                  <a:pt x="6416" y="14545"/>
                  <a:pt x="6844" y="14445"/>
                  <a:pt x="7164" y="14243"/>
                </a:cubicBezTo>
                <a:cubicBezTo>
                  <a:pt x="6950" y="14545"/>
                  <a:pt x="6630" y="14848"/>
                  <a:pt x="6095" y="15050"/>
                </a:cubicBezTo>
                <a:cubicBezTo>
                  <a:pt x="5026" y="15454"/>
                  <a:pt x="3636" y="15757"/>
                  <a:pt x="2459" y="16160"/>
                </a:cubicBezTo>
                <a:cubicBezTo>
                  <a:pt x="1069" y="16867"/>
                  <a:pt x="0" y="17674"/>
                  <a:pt x="0" y="19390"/>
                </a:cubicBezTo>
                <a:cubicBezTo>
                  <a:pt x="0" y="19996"/>
                  <a:pt x="321" y="20602"/>
                  <a:pt x="749" y="21409"/>
                </a:cubicBezTo>
                <a:cubicBezTo>
                  <a:pt x="749" y="21409"/>
                  <a:pt x="749" y="21409"/>
                  <a:pt x="2459" y="21409"/>
                </a:cubicBezTo>
                <a:cubicBezTo>
                  <a:pt x="2459" y="21409"/>
                  <a:pt x="2459" y="21409"/>
                  <a:pt x="10693" y="21409"/>
                </a:cubicBezTo>
                <a:cubicBezTo>
                  <a:pt x="10693" y="21409"/>
                  <a:pt x="10693" y="21409"/>
                  <a:pt x="19141" y="21409"/>
                </a:cubicBezTo>
                <a:cubicBezTo>
                  <a:pt x="19141" y="21409"/>
                  <a:pt x="19141" y="21409"/>
                  <a:pt x="20851" y="21409"/>
                </a:cubicBezTo>
                <a:cubicBezTo>
                  <a:pt x="21279" y="20602"/>
                  <a:pt x="21600" y="19996"/>
                  <a:pt x="21600" y="19390"/>
                </a:cubicBezTo>
                <a:cubicBezTo>
                  <a:pt x="21600" y="17674"/>
                  <a:pt x="20531" y="16867"/>
                  <a:pt x="19141" y="16160"/>
                </a:cubicBezTo>
                <a:close/>
                <a:moveTo>
                  <a:pt x="6416" y="10104"/>
                </a:moveTo>
                <a:cubicBezTo>
                  <a:pt x="5026" y="9902"/>
                  <a:pt x="4598" y="7076"/>
                  <a:pt x="5667" y="6067"/>
                </a:cubicBezTo>
                <a:cubicBezTo>
                  <a:pt x="5988" y="6067"/>
                  <a:pt x="6095" y="6471"/>
                  <a:pt x="6309" y="6773"/>
                </a:cubicBezTo>
                <a:cubicBezTo>
                  <a:pt x="6523" y="7581"/>
                  <a:pt x="6630" y="7884"/>
                  <a:pt x="6630" y="6572"/>
                </a:cubicBezTo>
                <a:cubicBezTo>
                  <a:pt x="6523" y="6168"/>
                  <a:pt x="6630" y="5865"/>
                  <a:pt x="6630" y="5461"/>
                </a:cubicBezTo>
                <a:cubicBezTo>
                  <a:pt x="7164" y="6067"/>
                  <a:pt x="8127" y="6370"/>
                  <a:pt x="9410" y="6773"/>
                </a:cubicBezTo>
                <a:cubicBezTo>
                  <a:pt x="8554" y="5966"/>
                  <a:pt x="8127" y="5259"/>
                  <a:pt x="7913" y="4250"/>
                </a:cubicBezTo>
                <a:cubicBezTo>
                  <a:pt x="8341" y="5259"/>
                  <a:pt x="9303" y="6168"/>
                  <a:pt x="10693" y="6773"/>
                </a:cubicBezTo>
                <a:cubicBezTo>
                  <a:pt x="11655" y="7076"/>
                  <a:pt x="12725" y="7480"/>
                  <a:pt x="13901" y="7581"/>
                </a:cubicBezTo>
                <a:cubicBezTo>
                  <a:pt x="12404" y="6773"/>
                  <a:pt x="11335" y="6067"/>
                  <a:pt x="10693" y="5259"/>
                </a:cubicBezTo>
                <a:cubicBezTo>
                  <a:pt x="10372" y="4957"/>
                  <a:pt x="10051" y="4553"/>
                  <a:pt x="9945" y="4250"/>
                </a:cubicBezTo>
                <a:cubicBezTo>
                  <a:pt x="10158" y="4452"/>
                  <a:pt x="10372" y="4654"/>
                  <a:pt x="10693" y="4957"/>
                </a:cubicBezTo>
                <a:cubicBezTo>
                  <a:pt x="12190" y="6269"/>
                  <a:pt x="14436" y="7581"/>
                  <a:pt x="16040" y="7884"/>
                </a:cubicBezTo>
                <a:cubicBezTo>
                  <a:pt x="15612" y="7480"/>
                  <a:pt x="15398" y="7076"/>
                  <a:pt x="15291" y="6673"/>
                </a:cubicBezTo>
                <a:cubicBezTo>
                  <a:pt x="15398" y="6370"/>
                  <a:pt x="15612" y="6067"/>
                  <a:pt x="15933" y="6067"/>
                </a:cubicBezTo>
                <a:cubicBezTo>
                  <a:pt x="17002" y="7076"/>
                  <a:pt x="16574" y="9902"/>
                  <a:pt x="15184" y="10104"/>
                </a:cubicBezTo>
                <a:cubicBezTo>
                  <a:pt x="14329" y="11921"/>
                  <a:pt x="12832" y="13334"/>
                  <a:pt x="10800" y="13334"/>
                </a:cubicBezTo>
                <a:cubicBezTo>
                  <a:pt x="10693" y="13334"/>
                  <a:pt x="10693" y="13334"/>
                  <a:pt x="10693" y="13334"/>
                </a:cubicBezTo>
                <a:cubicBezTo>
                  <a:pt x="8661" y="13334"/>
                  <a:pt x="7164" y="11921"/>
                  <a:pt x="6416" y="10104"/>
                </a:cubicBezTo>
                <a:close/>
                <a:moveTo>
                  <a:pt x="8341" y="13435"/>
                </a:moveTo>
                <a:cubicBezTo>
                  <a:pt x="9089" y="13839"/>
                  <a:pt x="9838" y="14142"/>
                  <a:pt x="10693" y="14142"/>
                </a:cubicBezTo>
                <a:cubicBezTo>
                  <a:pt x="10693" y="14142"/>
                  <a:pt x="10693" y="14142"/>
                  <a:pt x="10800" y="14142"/>
                </a:cubicBezTo>
                <a:cubicBezTo>
                  <a:pt x="11655" y="14142"/>
                  <a:pt x="12404" y="13839"/>
                  <a:pt x="13152" y="13435"/>
                </a:cubicBezTo>
                <a:cubicBezTo>
                  <a:pt x="13473" y="14445"/>
                  <a:pt x="13901" y="15252"/>
                  <a:pt x="14863" y="15656"/>
                </a:cubicBezTo>
                <a:cubicBezTo>
                  <a:pt x="13901" y="16968"/>
                  <a:pt x="12297" y="17573"/>
                  <a:pt x="10693" y="17573"/>
                </a:cubicBezTo>
                <a:cubicBezTo>
                  <a:pt x="9196" y="17473"/>
                  <a:pt x="7699" y="16867"/>
                  <a:pt x="6630" y="15656"/>
                </a:cubicBezTo>
                <a:cubicBezTo>
                  <a:pt x="7592" y="15252"/>
                  <a:pt x="8127" y="14445"/>
                  <a:pt x="8341" y="13435"/>
                </a:cubicBezTo>
                <a:close/>
                <a:moveTo>
                  <a:pt x="3422" y="21409"/>
                </a:moveTo>
                <a:cubicBezTo>
                  <a:pt x="3315" y="20602"/>
                  <a:pt x="3101" y="19895"/>
                  <a:pt x="2780" y="19390"/>
                </a:cubicBezTo>
                <a:cubicBezTo>
                  <a:pt x="2673" y="19289"/>
                  <a:pt x="2566" y="19188"/>
                  <a:pt x="2459" y="19088"/>
                </a:cubicBezTo>
                <a:cubicBezTo>
                  <a:pt x="2032" y="18583"/>
                  <a:pt x="1604" y="18280"/>
                  <a:pt x="1176" y="18280"/>
                </a:cubicBezTo>
                <a:cubicBezTo>
                  <a:pt x="1176" y="18078"/>
                  <a:pt x="1176" y="18078"/>
                  <a:pt x="1176" y="18078"/>
                </a:cubicBezTo>
                <a:cubicBezTo>
                  <a:pt x="1604" y="18078"/>
                  <a:pt x="2032" y="18280"/>
                  <a:pt x="2459" y="18684"/>
                </a:cubicBezTo>
                <a:cubicBezTo>
                  <a:pt x="2566" y="18886"/>
                  <a:pt x="2780" y="18987"/>
                  <a:pt x="2887" y="19289"/>
                </a:cubicBezTo>
                <a:cubicBezTo>
                  <a:pt x="3315" y="19794"/>
                  <a:pt x="3636" y="20602"/>
                  <a:pt x="3636" y="21409"/>
                </a:cubicBezTo>
                <a:cubicBezTo>
                  <a:pt x="3636" y="21409"/>
                  <a:pt x="3636" y="21409"/>
                  <a:pt x="3422" y="21409"/>
                </a:cubicBezTo>
                <a:close/>
                <a:moveTo>
                  <a:pt x="14863" y="17573"/>
                </a:moveTo>
                <a:cubicBezTo>
                  <a:pt x="13794" y="18381"/>
                  <a:pt x="12404" y="18583"/>
                  <a:pt x="11014" y="18987"/>
                </a:cubicBezTo>
                <a:cubicBezTo>
                  <a:pt x="10907" y="18987"/>
                  <a:pt x="10800" y="18987"/>
                  <a:pt x="10693" y="18987"/>
                </a:cubicBezTo>
                <a:cubicBezTo>
                  <a:pt x="9410" y="18583"/>
                  <a:pt x="8020" y="18482"/>
                  <a:pt x="6844" y="17674"/>
                </a:cubicBezTo>
                <a:cubicBezTo>
                  <a:pt x="6309" y="17271"/>
                  <a:pt x="5774" y="16766"/>
                  <a:pt x="5240" y="16160"/>
                </a:cubicBezTo>
                <a:cubicBezTo>
                  <a:pt x="5240" y="16160"/>
                  <a:pt x="5240" y="16160"/>
                  <a:pt x="5453" y="15959"/>
                </a:cubicBezTo>
                <a:cubicBezTo>
                  <a:pt x="5988" y="16564"/>
                  <a:pt x="6416" y="17069"/>
                  <a:pt x="6950" y="17473"/>
                </a:cubicBezTo>
                <a:cubicBezTo>
                  <a:pt x="8127" y="18179"/>
                  <a:pt x="9410" y="18583"/>
                  <a:pt x="10693" y="18583"/>
                </a:cubicBezTo>
                <a:cubicBezTo>
                  <a:pt x="10800" y="18583"/>
                  <a:pt x="10907" y="18583"/>
                  <a:pt x="11014" y="18583"/>
                </a:cubicBezTo>
                <a:cubicBezTo>
                  <a:pt x="12404" y="18583"/>
                  <a:pt x="13687" y="18078"/>
                  <a:pt x="14756" y="17271"/>
                </a:cubicBezTo>
                <a:cubicBezTo>
                  <a:pt x="15184" y="16968"/>
                  <a:pt x="15505" y="16564"/>
                  <a:pt x="15826" y="16059"/>
                </a:cubicBezTo>
                <a:cubicBezTo>
                  <a:pt x="15826" y="16059"/>
                  <a:pt x="15826" y="16059"/>
                  <a:pt x="16147" y="16261"/>
                </a:cubicBezTo>
                <a:cubicBezTo>
                  <a:pt x="15719" y="16766"/>
                  <a:pt x="15291" y="17170"/>
                  <a:pt x="14863" y="17573"/>
                </a:cubicBezTo>
                <a:close/>
                <a:moveTo>
                  <a:pt x="20424" y="18280"/>
                </a:moveTo>
                <a:cubicBezTo>
                  <a:pt x="19996" y="18280"/>
                  <a:pt x="19568" y="18583"/>
                  <a:pt x="19141" y="18987"/>
                </a:cubicBezTo>
                <a:cubicBezTo>
                  <a:pt x="19034" y="19088"/>
                  <a:pt x="18927" y="19289"/>
                  <a:pt x="18820" y="19390"/>
                </a:cubicBezTo>
                <a:cubicBezTo>
                  <a:pt x="18499" y="19895"/>
                  <a:pt x="18178" y="20602"/>
                  <a:pt x="18178" y="21409"/>
                </a:cubicBezTo>
                <a:cubicBezTo>
                  <a:pt x="17964" y="21409"/>
                  <a:pt x="17964" y="21409"/>
                  <a:pt x="17964" y="21409"/>
                </a:cubicBezTo>
                <a:cubicBezTo>
                  <a:pt x="17964" y="20602"/>
                  <a:pt x="18285" y="19794"/>
                  <a:pt x="18606" y="19289"/>
                </a:cubicBezTo>
                <a:cubicBezTo>
                  <a:pt x="18820" y="18987"/>
                  <a:pt x="19034" y="18886"/>
                  <a:pt x="19141" y="18684"/>
                </a:cubicBezTo>
                <a:cubicBezTo>
                  <a:pt x="19568" y="18280"/>
                  <a:pt x="19996" y="18078"/>
                  <a:pt x="20424" y="18078"/>
                </a:cubicBezTo>
                <a:cubicBezTo>
                  <a:pt x="20424" y="18078"/>
                  <a:pt x="20424" y="18078"/>
                  <a:pt x="20424" y="18280"/>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61" name="Shape 2561"/>
          <p:cNvSpPr/>
          <p:nvPr/>
        </p:nvSpPr>
        <p:spPr>
          <a:xfrm>
            <a:off x="7292975" y="7078512"/>
            <a:ext cx="876301" cy="9493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6" y="17600"/>
                </a:moveTo>
                <a:cubicBezTo>
                  <a:pt x="21353" y="18057"/>
                  <a:pt x="21600" y="18743"/>
                  <a:pt x="21600" y="19657"/>
                </a:cubicBezTo>
                <a:cubicBezTo>
                  <a:pt x="21600" y="20343"/>
                  <a:pt x="21353" y="21029"/>
                  <a:pt x="20859" y="21600"/>
                </a:cubicBezTo>
                <a:cubicBezTo>
                  <a:pt x="20859" y="21600"/>
                  <a:pt x="20859" y="21600"/>
                  <a:pt x="20736" y="21600"/>
                </a:cubicBezTo>
                <a:cubicBezTo>
                  <a:pt x="20736" y="21600"/>
                  <a:pt x="20736" y="21600"/>
                  <a:pt x="19255" y="21600"/>
                </a:cubicBezTo>
                <a:cubicBezTo>
                  <a:pt x="19255" y="21600"/>
                  <a:pt x="19255" y="21600"/>
                  <a:pt x="18021" y="21600"/>
                </a:cubicBezTo>
                <a:cubicBezTo>
                  <a:pt x="18021" y="21600"/>
                  <a:pt x="18021" y="21600"/>
                  <a:pt x="17403" y="21600"/>
                </a:cubicBezTo>
                <a:cubicBezTo>
                  <a:pt x="17403" y="21600"/>
                  <a:pt x="17403" y="21600"/>
                  <a:pt x="15675" y="21600"/>
                </a:cubicBezTo>
                <a:cubicBezTo>
                  <a:pt x="15675" y="21600"/>
                  <a:pt x="15675" y="21600"/>
                  <a:pt x="15182" y="21600"/>
                </a:cubicBezTo>
                <a:cubicBezTo>
                  <a:pt x="15182" y="21600"/>
                  <a:pt x="15182" y="21600"/>
                  <a:pt x="14071" y="21600"/>
                </a:cubicBezTo>
                <a:cubicBezTo>
                  <a:pt x="14071" y="21600"/>
                  <a:pt x="14071" y="21600"/>
                  <a:pt x="12713" y="21600"/>
                </a:cubicBezTo>
                <a:cubicBezTo>
                  <a:pt x="12713" y="21600"/>
                  <a:pt x="12713" y="21600"/>
                  <a:pt x="11232" y="21600"/>
                </a:cubicBezTo>
                <a:cubicBezTo>
                  <a:pt x="11232" y="21600"/>
                  <a:pt x="11232" y="21600"/>
                  <a:pt x="10862" y="21600"/>
                </a:cubicBezTo>
                <a:cubicBezTo>
                  <a:pt x="10862" y="21600"/>
                  <a:pt x="10862" y="21600"/>
                  <a:pt x="9751" y="21600"/>
                </a:cubicBezTo>
                <a:cubicBezTo>
                  <a:pt x="9751" y="21600"/>
                  <a:pt x="9751" y="21600"/>
                  <a:pt x="8270" y="21600"/>
                </a:cubicBezTo>
                <a:cubicBezTo>
                  <a:pt x="8270" y="21600"/>
                  <a:pt x="8270" y="21600"/>
                  <a:pt x="7035" y="21600"/>
                </a:cubicBezTo>
                <a:cubicBezTo>
                  <a:pt x="7035" y="21600"/>
                  <a:pt x="7035" y="21600"/>
                  <a:pt x="6171" y="21600"/>
                </a:cubicBezTo>
                <a:cubicBezTo>
                  <a:pt x="6171" y="21600"/>
                  <a:pt x="6171" y="21600"/>
                  <a:pt x="5801" y="21600"/>
                </a:cubicBezTo>
                <a:cubicBezTo>
                  <a:pt x="5801" y="21600"/>
                  <a:pt x="5801" y="21600"/>
                  <a:pt x="4320" y="21600"/>
                </a:cubicBezTo>
                <a:cubicBezTo>
                  <a:pt x="4320" y="21600"/>
                  <a:pt x="4320" y="21600"/>
                  <a:pt x="3579" y="21600"/>
                </a:cubicBezTo>
                <a:cubicBezTo>
                  <a:pt x="3579" y="21600"/>
                  <a:pt x="3579" y="21600"/>
                  <a:pt x="2345" y="21600"/>
                </a:cubicBezTo>
                <a:cubicBezTo>
                  <a:pt x="2345" y="21600"/>
                  <a:pt x="2345" y="21600"/>
                  <a:pt x="864" y="21600"/>
                </a:cubicBezTo>
                <a:cubicBezTo>
                  <a:pt x="864" y="21600"/>
                  <a:pt x="864" y="21600"/>
                  <a:pt x="741" y="21600"/>
                </a:cubicBezTo>
                <a:cubicBezTo>
                  <a:pt x="370" y="21029"/>
                  <a:pt x="0" y="20343"/>
                  <a:pt x="0" y="19657"/>
                </a:cubicBezTo>
                <a:cubicBezTo>
                  <a:pt x="0" y="18743"/>
                  <a:pt x="370" y="18057"/>
                  <a:pt x="864" y="17600"/>
                </a:cubicBezTo>
                <a:cubicBezTo>
                  <a:pt x="1234" y="17143"/>
                  <a:pt x="1851" y="16914"/>
                  <a:pt x="2345" y="16686"/>
                </a:cubicBezTo>
                <a:cubicBezTo>
                  <a:pt x="2715" y="16457"/>
                  <a:pt x="3209" y="16343"/>
                  <a:pt x="3579" y="16229"/>
                </a:cubicBezTo>
                <a:cubicBezTo>
                  <a:pt x="3826" y="16114"/>
                  <a:pt x="4073" y="16114"/>
                  <a:pt x="4320" y="16000"/>
                </a:cubicBezTo>
                <a:cubicBezTo>
                  <a:pt x="4320" y="16000"/>
                  <a:pt x="4320" y="16000"/>
                  <a:pt x="4443" y="16000"/>
                </a:cubicBezTo>
                <a:cubicBezTo>
                  <a:pt x="4320" y="15886"/>
                  <a:pt x="4320" y="15886"/>
                  <a:pt x="4320" y="15771"/>
                </a:cubicBezTo>
                <a:cubicBezTo>
                  <a:pt x="3950" y="15429"/>
                  <a:pt x="3703" y="14971"/>
                  <a:pt x="3703" y="14400"/>
                </a:cubicBezTo>
                <a:cubicBezTo>
                  <a:pt x="3703" y="13943"/>
                  <a:pt x="3826" y="13600"/>
                  <a:pt x="3950" y="13257"/>
                </a:cubicBezTo>
                <a:cubicBezTo>
                  <a:pt x="3826" y="13257"/>
                  <a:pt x="3703" y="13143"/>
                  <a:pt x="3579" y="13143"/>
                </a:cubicBezTo>
                <a:cubicBezTo>
                  <a:pt x="3086" y="13029"/>
                  <a:pt x="2715" y="12686"/>
                  <a:pt x="2345" y="12229"/>
                </a:cubicBezTo>
                <a:cubicBezTo>
                  <a:pt x="2098" y="11886"/>
                  <a:pt x="1975" y="11429"/>
                  <a:pt x="1975" y="10971"/>
                </a:cubicBezTo>
                <a:cubicBezTo>
                  <a:pt x="1975" y="10629"/>
                  <a:pt x="2098" y="10171"/>
                  <a:pt x="2345" y="9829"/>
                </a:cubicBezTo>
                <a:cubicBezTo>
                  <a:pt x="2592" y="9600"/>
                  <a:pt x="2715" y="9371"/>
                  <a:pt x="2962" y="9257"/>
                </a:cubicBezTo>
                <a:cubicBezTo>
                  <a:pt x="2962" y="9029"/>
                  <a:pt x="2962" y="8914"/>
                  <a:pt x="2962" y="8686"/>
                </a:cubicBezTo>
                <a:cubicBezTo>
                  <a:pt x="2962" y="8114"/>
                  <a:pt x="3209" y="7543"/>
                  <a:pt x="3579" y="7200"/>
                </a:cubicBezTo>
                <a:cubicBezTo>
                  <a:pt x="3703" y="6971"/>
                  <a:pt x="3950" y="6857"/>
                  <a:pt x="4197" y="6743"/>
                </a:cubicBezTo>
                <a:cubicBezTo>
                  <a:pt x="4197" y="6514"/>
                  <a:pt x="4197" y="6171"/>
                  <a:pt x="4320" y="5829"/>
                </a:cubicBezTo>
                <a:cubicBezTo>
                  <a:pt x="4443" y="4457"/>
                  <a:pt x="5061" y="3086"/>
                  <a:pt x="5801" y="2057"/>
                </a:cubicBezTo>
                <a:cubicBezTo>
                  <a:pt x="5925" y="1943"/>
                  <a:pt x="6048" y="1829"/>
                  <a:pt x="6171" y="1714"/>
                </a:cubicBezTo>
                <a:cubicBezTo>
                  <a:pt x="6418" y="1486"/>
                  <a:pt x="6665" y="1257"/>
                  <a:pt x="7035" y="1029"/>
                </a:cubicBezTo>
                <a:cubicBezTo>
                  <a:pt x="7406" y="800"/>
                  <a:pt x="7776" y="686"/>
                  <a:pt x="8270" y="571"/>
                </a:cubicBezTo>
                <a:cubicBezTo>
                  <a:pt x="8393" y="571"/>
                  <a:pt x="8517" y="571"/>
                  <a:pt x="8640" y="571"/>
                </a:cubicBezTo>
                <a:cubicBezTo>
                  <a:pt x="8887" y="343"/>
                  <a:pt x="9257" y="114"/>
                  <a:pt x="9751" y="114"/>
                </a:cubicBezTo>
                <a:cubicBezTo>
                  <a:pt x="9998" y="0"/>
                  <a:pt x="10368" y="0"/>
                  <a:pt x="10862" y="0"/>
                </a:cubicBezTo>
                <a:cubicBezTo>
                  <a:pt x="10985" y="0"/>
                  <a:pt x="11109" y="0"/>
                  <a:pt x="11232" y="114"/>
                </a:cubicBezTo>
                <a:cubicBezTo>
                  <a:pt x="11726" y="114"/>
                  <a:pt x="12219" y="229"/>
                  <a:pt x="12713" y="457"/>
                </a:cubicBezTo>
                <a:cubicBezTo>
                  <a:pt x="13207" y="571"/>
                  <a:pt x="13701" y="800"/>
                  <a:pt x="14071" y="1029"/>
                </a:cubicBezTo>
                <a:cubicBezTo>
                  <a:pt x="14441" y="1257"/>
                  <a:pt x="14811" y="1486"/>
                  <a:pt x="15182" y="1829"/>
                </a:cubicBezTo>
                <a:cubicBezTo>
                  <a:pt x="15305" y="1943"/>
                  <a:pt x="15552" y="2171"/>
                  <a:pt x="15675" y="2286"/>
                </a:cubicBezTo>
                <a:cubicBezTo>
                  <a:pt x="16663" y="3429"/>
                  <a:pt x="17403" y="5029"/>
                  <a:pt x="17280" y="6971"/>
                </a:cubicBezTo>
                <a:cubicBezTo>
                  <a:pt x="17280" y="6971"/>
                  <a:pt x="17403" y="6971"/>
                  <a:pt x="17403" y="7086"/>
                </a:cubicBezTo>
                <a:cubicBezTo>
                  <a:pt x="17650" y="7314"/>
                  <a:pt x="17897" y="7543"/>
                  <a:pt x="18021" y="7886"/>
                </a:cubicBezTo>
                <a:cubicBezTo>
                  <a:pt x="18144" y="8114"/>
                  <a:pt x="18144" y="8457"/>
                  <a:pt x="18144" y="8686"/>
                </a:cubicBezTo>
                <a:cubicBezTo>
                  <a:pt x="18144" y="8914"/>
                  <a:pt x="18144" y="9143"/>
                  <a:pt x="18144" y="9371"/>
                </a:cubicBezTo>
                <a:cubicBezTo>
                  <a:pt x="18638" y="9714"/>
                  <a:pt x="19008" y="10400"/>
                  <a:pt x="19008" y="10971"/>
                </a:cubicBezTo>
                <a:cubicBezTo>
                  <a:pt x="19008" y="11771"/>
                  <a:pt x="18514" y="12343"/>
                  <a:pt x="18021" y="12800"/>
                </a:cubicBezTo>
                <a:cubicBezTo>
                  <a:pt x="17897" y="12800"/>
                  <a:pt x="17897" y="12914"/>
                  <a:pt x="17774" y="12914"/>
                </a:cubicBezTo>
                <a:cubicBezTo>
                  <a:pt x="17897" y="13029"/>
                  <a:pt x="18021" y="13143"/>
                  <a:pt x="18021" y="13257"/>
                </a:cubicBezTo>
                <a:cubicBezTo>
                  <a:pt x="18267" y="13600"/>
                  <a:pt x="18391" y="13943"/>
                  <a:pt x="18391" y="14400"/>
                </a:cubicBezTo>
                <a:cubicBezTo>
                  <a:pt x="18391" y="14743"/>
                  <a:pt x="18267" y="15086"/>
                  <a:pt x="18021" y="15429"/>
                </a:cubicBezTo>
                <a:cubicBezTo>
                  <a:pt x="17897" y="15657"/>
                  <a:pt x="17650" y="15886"/>
                  <a:pt x="17527" y="16000"/>
                </a:cubicBezTo>
                <a:cubicBezTo>
                  <a:pt x="17650" y="16114"/>
                  <a:pt x="17897" y="16229"/>
                  <a:pt x="18021" y="16229"/>
                </a:cubicBezTo>
                <a:cubicBezTo>
                  <a:pt x="18514" y="16343"/>
                  <a:pt x="18885" y="16457"/>
                  <a:pt x="19255" y="16686"/>
                </a:cubicBezTo>
                <a:cubicBezTo>
                  <a:pt x="19872" y="16914"/>
                  <a:pt x="20366" y="17143"/>
                  <a:pt x="20736" y="17600"/>
                </a:cubicBezTo>
                <a:close/>
                <a:moveTo>
                  <a:pt x="987" y="18171"/>
                </a:moveTo>
                <a:cubicBezTo>
                  <a:pt x="1234" y="18171"/>
                  <a:pt x="1234"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987" y="17943"/>
                </a:cubicBezTo>
                <a:cubicBezTo>
                  <a:pt x="987" y="17943"/>
                  <a:pt x="987"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864" y="17943"/>
                </a:cubicBezTo>
                <a:cubicBezTo>
                  <a:pt x="864" y="17943"/>
                  <a:pt x="864" y="17943"/>
                  <a:pt x="741" y="17943"/>
                </a:cubicBezTo>
                <a:cubicBezTo>
                  <a:pt x="741" y="17943"/>
                  <a:pt x="741" y="17943"/>
                  <a:pt x="741" y="17943"/>
                </a:cubicBezTo>
                <a:cubicBezTo>
                  <a:pt x="741" y="17943"/>
                  <a:pt x="741" y="17943"/>
                  <a:pt x="741" y="17943"/>
                </a:cubicBezTo>
                <a:cubicBezTo>
                  <a:pt x="741" y="17943"/>
                  <a:pt x="617" y="17943"/>
                  <a:pt x="617" y="18057"/>
                </a:cubicBezTo>
                <a:cubicBezTo>
                  <a:pt x="617" y="18057"/>
                  <a:pt x="741" y="18171"/>
                  <a:pt x="741" y="18171"/>
                </a:cubicBezTo>
                <a:cubicBezTo>
                  <a:pt x="741" y="18171"/>
                  <a:pt x="741" y="18171"/>
                  <a:pt x="741" y="18171"/>
                </a:cubicBezTo>
                <a:cubicBezTo>
                  <a:pt x="741" y="18171"/>
                  <a:pt x="741" y="18171"/>
                  <a:pt x="741" y="18171"/>
                </a:cubicBezTo>
                <a:cubicBezTo>
                  <a:pt x="741" y="18171"/>
                  <a:pt x="741"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987" y="18171"/>
                </a:cubicBezTo>
                <a:cubicBezTo>
                  <a:pt x="987" y="18171"/>
                  <a:pt x="987" y="18171"/>
                  <a:pt x="987" y="18171"/>
                </a:cubicBezTo>
                <a:cubicBezTo>
                  <a:pt x="987" y="18171"/>
                  <a:pt x="987" y="18171"/>
                  <a:pt x="987" y="18171"/>
                </a:cubicBezTo>
                <a:cubicBezTo>
                  <a:pt x="987" y="18171"/>
                  <a:pt x="987" y="18171"/>
                  <a:pt x="987" y="18171"/>
                </a:cubicBezTo>
                <a:cubicBezTo>
                  <a:pt x="987" y="18171"/>
                  <a:pt x="987" y="18171"/>
                  <a:pt x="987" y="18171"/>
                </a:cubicBezTo>
                <a:cubicBezTo>
                  <a:pt x="987" y="18171"/>
                  <a:pt x="987" y="18171"/>
                  <a:pt x="987" y="18171"/>
                </a:cubicBezTo>
                <a:cubicBezTo>
                  <a:pt x="987" y="18171"/>
                  <a:pt x="987" y="18171"/>
                  <a:pt x="987" y="18171"/>
                </a:cubicBezTo>
                <a:cubicBezTo>
                  <a:pt x="987" y="18171"/>
                  <a:pt x="987" y="18171"/>
                  <a:pt x="987" y="18171"/>
                </a:cubicBezTo>
                <a:close/>
                <a:moveTo>
                  <a:pt x="2469" y="18514"/>
                </a:moveTo>
                <a:cubicBezTo>
                  <a:pt x="2592" y="18514"/>
                  <a:pt x="2715" y="18400"/>
                  <a:pt x="2592" y="18286"/>
                </a:cubicBezTo>
                <a:cubicBezTo>
                  <a:pt x="2592" y="18286"/>
                  <a:pt x="2592" y="18286"/>
                  <a:pt x="2592" y="18286"/>
                </a:cubicBezTo>
                <a:cubicBezTo>
                  <a:pt x="2592" y="18286"/>
                  <a:pt x="2592" y="18286"/>
                  <a:pt x="2469" y="18286"/>
                </a:cubicBezTo>
                <a:cubicBezTo>
                  <a:pt x="2469" y="18286"/>
                  <a:pt x="2469" y="18286"/>
                  <a:pt x="2469" y="18286"/>
                </a:cubicBezTo>
                <a:cubicBezTo>
                  <a:pt x="2469" y="18286"/>
                  <a:pt x="2469" y="18286"/>
                  <a:pt x="2469" y="18286"/>
                </a:cubicBezTo>
                <a:cubicBezTo>
                  <a:pt x="2469" y="18286"/>
                  <a:pt x="2469" y="18286"/>
                  <a:pt x="2469" y="18286"/>
                </a:cubicBezTo>
                <a:cubicBezTo>
                  <a:pt x="2469" y="18286"/>
                  <a:pt x="2469" y="18286"/>
                  <a:pt x="2469" y="18171"/>
                </a:cubicBezTo>
                <a:cubicBezTo>
                  <a:pt x="2469" y="18171"/>
                  <a:pt x="2469" y="18171"/>
                  <a:pt x="2469" y="18171"/>
                </a:cubicBezTo>
                <a:cubicBezTo>
                  <a:pt x="2469" y="18171"/>
                  <a:pt x="2469" y="18171"/>
                  <a:pt x="2469" y="18171"/>
                </a:cubicBezTo>
                <a:cubicBezTo>
                  <a:pt x="2469" y="18171"/>
                  <a:pt x="2469" y="18171"/>
                  <a:pt x="2469" y="18171"/>
                </a:cubicBezTo>
                <a:cubicBezTo>
                  <a:pt x="2469" y="18171"/>
                  <a:pt x="2469"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222" y="18171"/>
                  <a:pt x="2098" y="18286"/>
                  <a:pt x="2222" y="18400"/>
                </a:cubicBezTo>
                <a:cubicBezTo>
                  <a:pt x="2222" y="18400"/>
                  <a:pt x="2222" y="18400"/>
                  <a:pt x="2222" y="18400"/>
                </a:cubicBezTo>
                <a:cubicBezTo>
                  <a:pt x="2222" y="18400"/>
                  <a:pt x="2222" y="18400"/>
                  <a:pt x="2222" y="18400"/>
                </a:cubicBezTo>
                <a:cubicBezTo>
                  <a:pt x="2222" y="18400"/>
                  <a:pt x="2222" y="18400"/>
                  <a:pt x="2222" y="18400"/>
                </a:cubicBezTo>
                <a:cubicBezTo>
                  <a:pt x="2222" y="18400"/>
                  <a:pt x="2222"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514"/>
                </a:cubicBezTo>
                <a:cubicBezTo>
                  <a:pt x="2345" y="18514"/>
                  <a:pt x="2345" y="18514"/>
                  <a:pt x="2345" y="18514"/>
                </a:cubicBezTo>
                <a:cubicBezTo>
                  <a:pt x="2345" y="18514"/>
                  <a:pt x="2345" y="18514"/>
                  <a:pt x="2345" y="18514"/>
                </a:cubicBezTo>
                <a:cubicBezTo>
                  <a:pt x="2345" y="18514"/>
                  <a:pt x="2345" y="18514"/>
                  <a:pt x="2345" y="18514"/>
                </a:cubicBezTo>
                <a:cubicBezTo>
                  <a:pt x="2345" y="18514"/>
                  <a:pt x="2345" y="18514"/>
                  <a:pt x="2469" y="18514"/>
                </a:cubicBezTo>
                <a:cubicBezTo>
                  <a:pt x="2469" y="18514"/>
                  <a:pt x="2469" y="18514"/>
                  <a:pt x="2469" y="18514"/>
                </a:cubicBezTo>
                <a:cubicBezTo>
                  <a:pt x="2469" y="18514"/>
                  <a:pt x="2469" y="18514"/>
                  <a:pt x="2469" y="18514"/>
                </a:cubicBezTo>
                <a:close/>
                <a:moveTo>
                  <a:pt x="3579" y="19429"/>
                </a:moveTo>
                <a:cubicBezTo>
                  <a:pt x="3703" y="19429"/>
                  <a:pt x="3826" y="19314"/>
                  <a:pt x="3826" y="19200"/>
                </a:cubicBezTo>
                <a:cubicBezTo>
                  <a:pt x="3826" y="19200"/>
                  <a:pt x="3826" y="19200"/>
                  <a:pt x="3826" y="19200"/>
                </a:cubicBezTo>
                <a:cubicBezTo>
                  <a:pt x="3826" y="19200"/>
                  <a:pt x="3826" y="19200"/>
                  <a:pt x="3826" y="19200"/>
                </a:cubicBezTo>
                <a:cubicBezTo>
                  <a:pt x="3826" y="19200"/>
                  <a:pt x="3826" y="19200"/>
                  <a:pt x="3703" y="19200"/>
                </a:cubicBezTo>
                <a:cubicBezTo>
                  <a:pt x="3703" y="19200"/>
                  <a:pt x="3703" y="19200"/>
                  <a:pt x="3703" y="19200"/>
                </a:cubicBezTo>
                <a:cubicBezTo>
                  <a:pt x="3703" y="19200"/>
                  <a:pt x="3703" y="19200"/>
                  <a:pt x="3703" y="19200"/>
                </a:cubicBezTo>
                <a:cubicBezTo>
                  <a:pt x="3703" y="19200"/>
                  <a:pt x="3703" y="19200"/>
                  <a:pt x="3703" y="19086"/>
                </a:cubicBezTo>
                <a:cubicBezTo>
                  <a:pt x="3703" y="19086"/>
                  <a:pt x="3703" y="19086"/>
                  <a:pt x="3703" y="19086"/>
                </a:cubicBezTo>
                <a:cubicBezTo>
                  <a:pt x="3703" y="19086"/>
                  <a:pt x="3703" y="19086"/>
                  <a:pt x="3703" y="19086"/>
                </a:cubicBezTo>
                <a:cubicBezTo>
                  <a:pt x="3703" y="19086"/>
                  <a:pt x="3703" y="19086"/>
                  <a:pt x="3703" y="19086"/>
                </a:cubicBezTo>
                <a:cubicBezTo>
                  <a:pt x="3703" y="19086"/>
                  <a:pt x="3703" y="19086"/>
                  <a:pt x="3703" y="19086"/>
                </a:cubicBezTo>
                <a:cubicBezTo>
                  <a:pt x="3703" y="19086"/>
                  <a:pt x="3703" y="19086"/>
                  <a:pt x="3579" y="19086"/>
                </a:cubicBezTo>
                <a:cubicBezTo>
                  <a:pt x="3579" y="19086"/>
                  <a:pt x="3579" y="19086"/>
                  <a:pt x="3579" y="19086"/>
                </a:cubicBezTo>
                <a:cubicBezTo>
                  <a:pt x="3579" y="18971"/>
                  <a:pt x="3579" y="18971"/>
                  <a:pt x="3579" y="18971"/>
                </a:cubicBezTo>
                <a:cubicBezTo>
                  <a:pt x="3579" y="18971"/>
                  <a:pt x="3333" y="19086"/>
                  <a:pt x="3456" y="19200"/>
                </a:cubicBezTo>
                <a:cubicBezTo>
                  <a:pt x="3456" y="19200"/>
                  <a:pt x="3456" y="19200"/>
                  <a:pt x="3456" y="19200"/>
                </a:cubicBezTo>
                <a:cubicBezTo>
                  <a:pt x="3456" y="19200"/>
                  <a:pt x="3456" y="19200"/>
                  <a:pt x="3456" y="19200"/>
                </a:cubicBezTo>
                <a:cubicBezTo>
                  <a:pt x="3456" y="19200"/>
                  <a:pt x="3456" y="19200"/>
                  <a:pt x="3456" y="19200"/>
                </a:cubicBezTo>
                <a:cubicBezTo>
                  <a:pt x="3456" y="19200"/>
                  <a:pt x="3456" y="19200"/>
                  <a:pt x="3456" y="19200"/>
                </a:cubicBezTo>
                <a:cubicBezTo>
                  <a:pt x="3456" y="19200"/>
                  <a:pt x="3456" y="19200"/>
                  <a:pt x="3456" y="19314"/>
                </a:cubicBezTo>
                <a:cubicBezTo>
                  <a:pt x="3456" y="19314"/>
                  <a:pt x="3456" y="19314"/>
                  <a:pt x="3579" y="19314"/>
                </a:cubicBezTo>
                <a:cubicBezTo>
                  <a:pt x="3579" y="19314"/>
                  <a:pt x="3579" y="19314"/>
                  <a:pt x="3579" y="19314"/>
                </a:cubicBezTo>
                <a:cubicBezTo>
                  <a:pt x="3579" y="19314"/>
                  <a:pt x="3579" y="19314"/>
                  <a:pt x="3579" y="19314"/>
                </a:cubicBezTo>
                <a:cubicBezTo>
                  <a:pt x="3579" y="19314"/>
                  <a:pt x="3579" y="19314"/>
                  <a:pt x="3579" y="19314"/>
                </a:cubicBezTo>
                <a:cubicBezTo>
                  <a:pt x="3579" y="19314"/>
                  <a:pt x="3579" y="19314"/>
                  <a:pt x="3579" y="19314"/>
                </a:cubicBezTo>
                <a:cubicBezTo>
                  <a:pt x="3579" y="19314"/>
                  <a:pt x="3579" y="19314"/>
                  <a:pt x="3579" y="19314"/>
                </a:cubicBezTo>
                <a:cubicBezTo>
                  <a:pt x="3579" y="19314"/>
                  <a:pt x="3579" y="19314"/>
                  <a:pt x="3579" y="19429"/>
                </a:cubicBezTo>
                <a:cubicBezTo>
                  <a:pt x="3579" y="19429"/>
                  <a:pt x="3579" y="19429"/>
                  <a:pt x="3579" y="19429"/>
                </a:cubicBezTo>
                <a:close/>
                <a:moveTo>
                  <a:pt x="4320" y="20800"/>
                </a:moveTo>
                <a:cubicBezTo>
                  <a:pt x="4320" y="20800"/>
                  <a:pt x="4443" y="20800"/>
                  <a:pt x="4443" y="20686"/>
                </a:cubicBezTo>
                <a:cubicBezTo>
                  <a:pt x="4443" y="20686"/>
                  <a:pt x="4443" y="20686"/>
                  <a:pt x="4443" y="20686"/>
                </a:cubicBezTo>
                <a:cubicBezTo>
                  <a:pt x="4443" y="20686"/>
                  <a:pt x="4443" y="20686"/>
                  <a:pt x="4443" y="20686"/>
                </a:cubicBezTo>
                <a:cubicBezTo>
                  <a:pt x="4443" y="20686"/>
                  <a:pt x="4443" y="20686"/>
                  <a:pt x="4443" y="20686"/>
                </a:cubicBezTo>
                <a:cubicBezTo>
                  <a:pt x="4443" y="20686"/>
                  <a:pt x="4443" y="20686"/>
                  <a:pt x="4443" y="20571"/>
                </a:cubicBezTo>
                <a:cubicBezTo>
                  <a:pt x="4443" y="20571"/>
                  <a:pt x="4443" y="20571"/>
                  <a:pt x="4320" y="20571"/>
                </a:cubicBezTo>
                <a:cubicBezTo>
                  <a:pt x="4320" y="20571"/>
                  <a:pt x="4320" y="20571"/>
                  <a:pt x="4320" y="20571"/>
                </a:cubicBezTo>
                <a:cubicBezTo>
                  <a:pt x="4320" y="20571"/>
                  <a:pt x="4320" y="20571"/>
                  <a:pt x="4320" y="20457"/>
                </a:cubicBezTo>
                <a:cubicBezTo>
                  <a:pt x="4320" y="20457"/>
                  <a:pt x="4320" y="20457"/>
                  <a:pt x="4320" y="20457"/>
                </a:cubicBezTo>
                <a:cubicBezTo>
                  <a:pt x="4320" y="20457"/>
                  <a:pt x="4320" y="20457"/>
                  <a:pt x="4320" y="20457"/>
                </a:cubicBezTo>
                <a:cubicBezTo>
                  <a:pt x="4320" y="20457"/>
                  <a:pt x="4320" y="20457"/>
                  <a:pt x="4320" y="20457"/>
                </a:cubicBezTo>
                <a:cubicBezTo>
                  <a:pt x="4320" y="20343"/>
                  <a:pt x="4320" y="20343"/>
                  <a:pt x="4320" y="20343"/>
                </a:cubicBezTo>
                <a:cubicBezTo>
                  <a:pt x="4197" y="20343"/>
                  <a:pt x="4073" y="20343"/>
                  <a:pt x="4073" y="20457"/>
                </a:cubicBezTo>
                <a:cubicBezTo>
                  <a:pt x="4073" y="20457"/>
                  <a:pt x="4073" y="20457"/>
                  <a:pt x="4073" y="20457"/>
                </a:cubicBezTo>
                <a:cubicBezTo>
                  <a:pt x="4073" y="20457"/>
                  <a:pt x="4073" y="20457"/>
                  <a:pt x="4073" y="20457"/>
                </a:cubicBezTo>
                <a:cubicBezTo>
                  <a:pt x="4073" y="20457"/>
                  <a:pt x="4073" y="20457"/>
                  <a:pt x="4197" y="20457"/>
                </a:cubicBezTo>
                <a:cubicBezTo>
                  <a:pt x="4197" y="20457"/>
                  <a:pt x="4197" y="20457"/>
                  <a:pt x="4197" y="20571"/>
                </a:cubicBezTo>
                <a:cubicBezTo>
                  <a:pt x="4197" y="20571"/>
                  <a:pt x="4197" y="20571"/>
                  <a:pt x="4197" y="20571"/>
                </a:cubicBezTo>
                <a:cubicBezTo>
                  <a:pt x="4197" y="20571"/>
                  <a:pt x="4197" y="20571"/>
                  <a:pt x="4197" y="20571"/>
                </a:cubicBezTo>
                <a:cubicBezTo>
                  <a:pt x="4197" y="20571"/>
                  <a:pt x="4197" y="20571"/>
                  <a:pt x="4197" y="20686"/>
                </a:cubicBezTo>
                <a:cubicBezTo>
                  <a:pt x="4197" y="20686"/>
                  <a:pt x="4197" y="20686"/>
                  <a:pt x="4197" y="20686"/>
                </a:cubicBezTo>
                <a:cubicBezTo>
                  <a:pt x="4197" y="20686"/>
                  <a:pt x="4197" y="20686"/>
                  <a:pt x="4197" y="20686"/>
                </a:cubicBezTo>
                <a:cubicBezTo>
                  <a:pt x="4197" y="20686"/>
                  <a:pt x="4197" y="20686"/>
                  <a:pt x="4197" y="20686"/>
                </a:cubicBezTo>
                <a:cubicBezTo>
                  <a:pt x="4197" y="20800"/>
                  <a:pt x="4197" y="20800"/>
                  <a:pt x="4320" y="20800"/>
                </a:cubicBezTo>
                <a:close/>
                <a:moveTo>
                  <a:pt x="5801" y="16343"/>
                </a:moveTo>
                <a:cubicBezTo>
                  <a:pt x="5925" y="16343"/>
                  <a:pt x="6048" y="16343"/>
                  <a:pt x="6048" y="16343"/>
                </a:cubicBezTo>
                <a:cubicBezTo>
                  <a:pt x="6048" y="16229"/>
                  <a:pt x="6048" y="16229"/>
                  <a:pt x="6048" y="16229"/>
                </a:cubicBezTo>
                <a:cubicBezTo>
                  <a:pt x="6048" y="16229"/>
                  <a:pt x="6048" y="16229"/>
                  <a:pt x="6048" y="16229"/>
                </a:cubicBezTo>
                <a:cubicBezTo>
                  <a:pt x="6048" y="16229"/>
                  <a:pt x="6048" y="16229"/>
                  <a:pt x="6048" y="16114"/>
                </a:cubicBezTo>
                <a:cubicBezTo>
                  <a:pt x="6048" y="16114"/>
                  <a:pt x="6048" y="16114"/>
                  <a:pt x="6048" y="16114"/>
                </a:cubicBezTo>
                <a:cubicBezTo>
                  <a:pt x="6048" y="16114"/>
                  <a:pt x="6048" y="16114"/>
                  <a:pt x="6048" y="16000"/>
                </a:cubicBezTo>
                <a:cubicBezTo>
                  <a:pt x="6048" y="16000"/>
                  <a:pt x="6048" y="16000"/>
                  <a:pt x="5925" y="15886"/>
                </a:cubicBezTo>
                <a:cubicBezTo>
                  <a:pt x="5925" y="15886"/>
                  <a:pt x="5925" y="15886"/>
                  <a:pt x="5801" y="15886"/>
                </a:cubicBezTo>
                <a:cubicBezTo>
                  <a:pt x="5801" y="15886"/>
                  <a:pt x="5678" y="16000"/>
                  <a:pt x="5678" y="16000"/>
                </a:cubicBezTo>
                <a:cubicBezTo>
                  <a:pt x="5678" y="16000"/>
                  <a:pt x="5678" y="16000"/>
                  <a:pt x="5801" y="16114"/>
                </a:cubicBezTo>
                <a:cubicBezTo>
                  <a:pt x="5801" y="16114"/>
                  <a:pt x="5801" y="16114"/>
                  <a:pt x="5801" y="16114"/>
                </a:cubicBezTo>
                <a:cubicBezTo>
                  <a:pt x="5801" y="16114"/>
                  <a:pt x="5801" y="16114"/>
                  <a:pt x="5801" y="16229"/>
                </a:cubicBezTo>
                <a:cubicBezTo>
                  <a:pt x="5801" y="16229"/>
                  <a:pt x="5801" y="16229"/>
                  <a:pt x="5801" y="16229"/>
                </a:cubicBezTo>
                <a:cubicBezTo>
                  <a:pt x="5801" y="16343"/>
                  <a:pt x="5801" y="16343"/>
                  <a:pt x="5801" y="16343"/>
                </a:cubicBezTo>
                <a:close/>
                <a:moveTo>
                  <a:pt x="6171" y="17829"/>
                </a:moveTo>
                <a:cubicBezTo>
                  <a:pt x="6295" y="17829"/>
                  <a:pt x="6418" y="17829"/>
                  <a:pt x="6295" y="17714"/>
                </a:cubicBezTo>
                <a:cubicBezTo>
                  <a:pt x="6295" y="17714"/>
                  <a:pt x="6295" y="17714"/>
                  <a:pt x="6295" y="17714"/>
                </a:cubicBezTo>
                <a:cubicBezTo>
                  <a:pt x="6295" y="17714"/>
                  <a:pt x="6295" y="17714"/>
                  <a:pt x="6295" y="17600"/>
                </a:cubicBezTo>
                <a:cubicBezTo>
                  <a:pt x="6295" y="17600"/>
                  <a:pt x="6295" y="17600"/>
                  <a:pt x="6295" y="17600"/>
                </a:cubicBezTo>
                <a:cubicBezTo>
                  <a:pt x="6295" y="17600"/>
                  <a:pt x="6295" y="17600"/>
                  <a:pt x="6295" y="17600"/>
                </a:cubicBezTo>
                <a:cubicBezTo>
                  <a:pt x="6295" y="17600"/>
                  <a:pt x="6295" y="17600"/>
                  <a:pt x="6295" y="17486"/>
                </a:cubicBezTo>
                <a:cubicBezTo>
                  <a:pt x="6295" y="17486"/>
                  <a:pt x="6295" y="17486"/>
                  <a:pt x="6295" y="17486"/>
                </a:cubicBezTo>
                <a:cubicBezTo>
                  <a:pt x="6295" y="17371"/>
                  <a:pt x="6171" y="17371"/>
                  <a:pt x="6171" y="17371"/>
                </a:cubicBezTo>
                <a:cubicBezTo>
                  <a:pt x="6171" y="17371"/>
                  <a:pt x="6171" y="17371"/>
                  <a:pt x="6048" y="17371"/>
                </a:cubicBezTo>
                <a:cubicBezTo>
                  <a:pt x="6048" y="17371"/>
                  <a:pt x="5925" y="17486"/>
                  <a:pt x="6048" y="17600"/>
                </a:cubicBezTo>
                <a:cubicBezTo>
                  <a:pt x="6048" y="17600"/>
                  <a:pt x="6048" y="17600"/>
                  <a:pt x="6048" y="17600"/>
                </a:cubicBezTo>
                <a:cubicBezTo>
                  <a:pt x="6048" y="17600"/>
                  <a:pt x="6048" y="17600"/>
                  <a:pt x="6048" y="17600"/>
                </a:cubicBezTo>
                <a:cubicBezTo>
                  <a:pt x="6048" y="17600"/>
                  <a:pt x="6048" y="17600"/>
                  <a:pt x="6048" y="17714"/>
                </a:cubicBezTo>
                <a:cubicBezTo>
                  <a:pt x="6048" y="17714"/>
                  <a:pt x="6048" y="17714"/>
                  <a:pt x="6048" y="17714"/>
                </a:cubicBezTo>
                <a:cubicBezTo>
                  <a:pt x="6048" y="17714"/>
                  <a:pt x="6048" y="17714"/>
                  <a:pt x="6048" y="17714"/>
                </a:cubicBezTo>
                <a:cubicBezTo>
                  <a:pt x="6171" y="17829"/>
                  <a:pt x="6171" y="17829"/>
                  <a:pt x="6171" y="17829"/>
                </a:cubicBezTo>
                <a:close/>
                <a:moveTo>
                  <a:pt x="7035" y="19086"/>
                </a:moveTo>
                <a:cubicBezTo>
                  <a:pt x="7035" y="19086"/>
                  <a:pt x="7282" y="19086"/>
                  <a:pt x="7159" y="18857"/>
                </a:cubicBezTo>
                <a:cubicBezTo>
                  <a:pt x="7159" y="18857"/>
                  <a:pt x="7159" y="18857"/>
                  <a:pt x="7159" y="18857"/>
                </a:cubicBezTo>
                <a:cubicBezTo>
                  <a:pt x="7159" y="18857"/>
                  <a:pt x="7159" y="18857"/>
                  <a:pt x="7159" y="18857"/>
                </a:cubicBezTo>
                <a:cubicBezTo>
                  <a:pt x="7159" y="18857"/>
                  <a:pt x="7159" y="18857"/>
                  <a:pt x="7159" y="18857"/>
                </a:cubicBezTo>
                <a:cubicBezTo>
                  <a:pt x="7159" y="18857"/>
                  <a:pt x="7159" y="18857"/>
                  <a:pt x="7035" y="18743"/>
                </a:cubicBezTo>
                <a:cubicBezTo>
                  <a:pt x="7035" y="18743"/>
                  <a:pt x="7035" y="18743"/>
                  <a:pt x="7035" y="18743"/>
                </a:cubicBezTo>
                <a:cubicBezTo>
                  <a:pt x="7035" y="18743"/>
                  <a:pt x="7035" y="18743"/>
                  <a:pt x="7035" y="18743"/>
                </a:cubicBezTo>
                <a:cubicBezTo>
                  <a:pt x="7035" y="18743"/>
                  <a:pt x="7035" y="18743"/>
                  <a:pt x="7035" y="18743"/>
                </a:cubicBezTo>
                <a:cubicBezTo>
                  <a:pt x="7035" y="18743"/>
                  <a:pt x="7035" y="18743"/>
                  <a:pt x="7035" y="18743"/>
                </a:cubicBezTo>
                <a:cubicBezTo>
                  <a:pt x="6912" y="18629"/>
                  <a:pt x="6789" y="18743"/>
                  <a:pt x="6789" y="18857"/>
                </a:cubicBezTo>
                <a:cubicBezTo>
                  <a:pt x="6789" y="18857"/>
                  <a:pt x="6789" y="18857"/>
                  <a:pt x="6789" y="18857"/>
                </a:cubicBezTo>
                <a:cubicBezTo>
                  <a:pt x="6789" y="18857"/>
                  <a:pt x="6789" y="18857"/>
                  <a:pt x="6912" y="18857"/>
                </a:cubicBezTo>
                <a:cubicBezTo>
                  <a:pt x="6912" y="18857"/>
                  <a:pt x="6912" y="18857"/>
                  <a:pt x="6912" y="18857"/>
                </a:cubicBezTo>
                <a:cubicBezTo>
                  <a:pt x="6912" y="18857"/>
                  <a:pt x="6912" y="18857"/>
                  <a:pt x="6912" y="18971"/>
                </a:cubicBezTo>
                <a:cubicBezTo>
                  <a:pt x="6912" y="18971"/>
                  <a:pt x="6912" y="18971"/>
                  <a:pt x="6912" y="18971"/>
                </a:cubicBezTo>
                <a:cubicBezTo>
                  <a:pt x="6912" y="18971"/>
                  <a:pt x="6912" y="18971"/>
                  <a:pt x="7035" y="19086"/>
                </a:cubicBezTo>
                <a:cubicBezTo>
                  <a:pt x="7035" y="19086"/>
                  <a:pt x="7035" y="19086"/>
                  <a:pt x="7035" y="19086"/>
                </a:cubicBezTo>
                <a:cubicBezTo>
                  <a:pt x="7035" y="19086"/>
                  <a:pt x="7035" y="19086"/>
                  <a:pt x="7035" y="19086"/>
                </a:cubicBezTo>
                <a:close/>
                <a:moveTo>
                  <a:pt x="8270" y="19886"/>
                </a:moveTo>
                <a:cubicBezTo>
                  <a:pt x="8393" y="20000"/>
                  <a:pt x="8517" y="19771"/>
                  <a:pt x="8393" y="19657"/>
                </a:cubicBezTo>
                <a:cubicBezTo>
                  <a:pt x="8393" y="19657"/>
                  <a:pt x="8393" y="19657"/>
                  <a:pt x="8393" y="19657"/>
                </a:cubicBezTo>
                <a:cubicBezTo>
                  <a:pt x="8393" y="19657"/>
                  <a:pt x="8393" y="19657"/>
                  <a:pt x="8393" y="19657"/>
                </a:cubicBezTo>
                <a:cubicBezTo>
                  <a:pt x="8393" y="19657"/>
                  <a:pt x="8393" y="19657"/>
                  <a:pt x="8270" y="19657"/>
                </a:cubicBezTo>
                <a:cubicBezTo>
                  <a:pt x="8270" y="19657"/>
                  <a:pt x="8270" y="19657"/>
                  <a:pt x="8270" y="19657"/>
                </a:cubicBezTo>
                <a:cubicBezTo>
                  <a:pt x="8270" y="19657"/>
                  <a:pt x="8270" y="19657"/>
                  <a:pt x="8270" y="19657"/>
                </a:cubicBezTo>
                <a:cubicBezTo>
                  <a:pt x="8270" y="19657"/>
                  <a:pt x="8270" y="19657"/>
                  <a:pt x="8270" y="19657"/>
                </a:cubicBezTo>
                <a:cubicBezTo>
                  <a:pt x="8270" y="19657"/>
                  <a:pt x="8270" y="19657"/>
                  <a:pt x="8146" y="19543"/>
                </a:cubicBezTo>
                <a:cubicBezTo>
                  <a:pt x="8146" y="19543"/>
                  <a:pt x="8146" y="19543"/>
                  <a:pt x="8146" y="19543"/>
                </a:cubicBezTo>
                <a:cubicBezTo>
                  <a:pt x="8023" y="19543"/>
                  <a:pt x="7899" y="19771"/>
                  <a:pt x="8023" y="19771"/>
                </a:cubicBezTo>
                <a:cubicBezTo>
                  <a:pt x="8023" y="19771"/>
                  <a:pt x="8023" y="19771"/>
                  <a:pt x="8146" y="19886"/>
                </a:cubicBezTo>
                <a:cubicBezTo>
                  <a:pt x="8146" y="19886"/>
                  <a:pt x="8146" y="19886"/>
                  <a:pt x="8146" y="19886"/>
                </a:cubicBezTo>
                <a:cubicBezTo>
                  <a:pt x="8146" y="19886"/>
                  <a:pt x="8146" y="19886"/>
                  <a:pt x="8270" y="19886"/>
                </a:cubicBezTo>
                <a:cubicBezTo>
                  <a:pt x="8270" y="19886"/>
                  <a:pt x="8270" y="19886"/>
                  <a:pt x="8270" y="19886"/>
                </a:cubicBezTo>
                <a:cubicBezTo>
                  <a:pt x="8270" y="19886"/>
                  <a:pt x="8270" y="19886"/>
                  <a:pt x="8270" y="19886"/>
                </a:cubicBezTo>
                <a:cubicBezTo>
                  <a:pt x="8270" y="19886"/>
                  <a:pt x="8270" y="19886"/>
                  <a:pt x="8270" y="19886"/>
                </a:cubicBezTo>
                <a:close/>
                <a:moveTo>
                  <a:pt x="9751" y="20343"/>
                </a:moveTo>
                <a:cubicBezTo>
                  <a:pt x="9874" y="20343"/>
                  <a:pt x="9998" y="20343"/>
                  <a:pt x="9998" y="20229"/>
                </a:cubicBezTo>
                <a:cubicBezTo>
                  <a:pt x="9998" y="20114"/>
                  <a:pt x="9874" y="20114"/>
                  <a:pt x="9874" y="20114"/>
                </a:cubicBezTo>
                <a:cubicBezTo>
                  <a:pt x="9874" y="20114"/>
                  <a:pt x="9874" y="20114"/>
                  <a:pt x="9751" y="20114"/>
                </a:cubicBezTo>
                <a:cubicBezTo>
                  <a:pt x="9751" y="20114"/>
                  <a:pt x="9751" y="20114"/>
                  <a:pt x="9751" y="20114"/>
                </a:cubicBezTo>
                <a:cubicBezTo>
                  <a:pt x="9751" y="20114"/>
                  <a:pt x="9751" y="20114"/>
                  <a:pt x="9751" y="20114"/>
                </a:cubicBezTo>
                <a:cubicBezTo>
                  <a:pt x="9751" y="20114"/>
                  <a:pt x="9751" y="20114"/>
                  <a:pt x="9751" y="20114"/>
                </a:cubicBezTo>
                <a:cubicBezTo>
                  <a:pt x="9751" y="20114"/>
                  <a:pt x="9751" y="20114"/>
                  <a:pt x="9627" y="20114"/>
                </a:cubicBezTo>
                <a:cubicBezTo>
                  <a:pt x="9627" y="20114"/>
                  <a:pt x="9627" y="20114"/>
                  <a:pt x="9627" y="20114"/>
                </a:cubicBezTo>
                <a:cubicBezTo>
                  <a:pt x="9627" y="20114"/>
                  <a:pt x="9504" y="20114"/>
                  <a:pt x="9504" y="20114"/>
                </a:cubicBezTo>
                <a:cubicBezTo>
                  <a:pt x="9381" y="20114"/>
                  <a:pt x="9381" y="20229"/>
                  <a:pt x="9504" y="20343"/>
                </a:cubicBezTo>
                <a:cubicBezTo>
                  <a:pt x="9504" y="20343"/>
                  <a:pt x="9504" y="20343"/>
                  <a:pt x="9627" y="20343"/>
                </a:cubicBezTo>
                <a:cubicBezTo>
                  <a:pt x="9627" y="20343"/>
                  <a:pt x="9627" y="20343"/>
                  <a:pt x="9627" y="20343"/>
                </a:cubicBezTo>
                <a:cubicBezTo>
                  <a:pt x="9627" y="20343"/>
                  <a:pt x="9627" y="20343"/>
                  <a:pt x="9751" y="20343"/>
                </a:cubicBezTo>
                <a:cubicBezTo>
                  <a:pt x="9751" y="20343"/>
                  <a:pt x="9751" y="20343"/>
                  <a:pt x="9751" y="20343"/>
                </a:cubicBezTo>
                <a:cubicBezTo>
                  <a:pt x="9751" y="20343"/>
                  <a:pt x="9751" y="20343"/>
                  <a:pt x="9751" y="20343"/>
                </a:cubicBezTo>
                <a:cubicBezTo>
                  <a:pt x="9751" y="20343"/>
                  <a:pt x="9751" y="20343"/>
                  <a:pt x="9751" y="20343"/>
                </a:cubicBezTo>
                <a:close/>
                <a:moveTo>
                  <a:pt x="11355" y="20457"/>
                </a:moveTo>
                <a:cubicBezTo>
                  <a:pt x="11479" y="20457"/>
                  <a:pt x="11479" y="20229"/>
                  <a:pt x="11355" y="20114"/>
                </a:cubicBezTo>
                <a:cubicBezTo>
                  <a:pt x="11355" y="20114"/>
                  <a:pt x="11355" y="20114"/>
                  <a:pt x="11355" y="20114"/>
                </a:cubicBezTo>
                <a:cubicBezTo>
                  <a:pt x="11355" y="20114"/>
                  <a:pt x="11355" y="20114"/>
                  <a:pt x="11355" y="20229"/>
                </a:cubicBezTo>
                <a:cubicBezTo>
                  <a:pt x="11355" y="20229"/>
                  <a:pt x="11355" y="20229"/>
                  <a:pt x="11232" y="20229"/>
                </a:cubicBezTo>
                <a:cubicBezTo>
                  <a:pt x="11232" y="20229"/>
                  <a:pt x="11232" y="20229"/>
                  <a:pt x="11232" y="20229"/>
                </a:cubicBezTo>
                <a:cubicBezTo>
                  <a:pt x="11232" y="20229"/>
                  <a:pt x="11232" y="20229"/>
                  <a:pt x="11232" y="20229"/>
                </a:cubicBezTo>
                <a:cubicBezTo>
                  <a:pt x="11232" y="20229"/>
                  <a:pt x="11232" y="20229"/>
                  <a:pt x="11109" y="20229"/>
                </a:cubicBezTo>
                <a:cubicBezTo>
                  <a:pt x="11109" y="20229"/>
                  <a:pt x="11109" y="20229"/>
                  <a:pt x="11109" y="20229"/>
                </a:cubicBezTo>
                <a:cubicBezTo>
                  <a:pt x="11109" y="20229"/>
                  <a:pt x="11109" y="20229"/>
                  <a:pt x="11109" y="20229"/>
                </a:cubicBezTo>
                <a:cubicBezTo>
                  <a:pt x="10985" y="20229"/>
                  <a:pt x="10862" y="20457"/>
                  <a:pt x="11109" y="20457"/>
                </a:cubicBezTo>
                <a:cubicBezTo>
                  <a:pt x="11109" y="20457"/>
                  <a:pt x="11109" y="20457"/>
                  <a:pt x="11109" y="20457"/>
                </a:cubicBezTo>
                <a:cubicBezTo>
                  <a:pt x="11109" y="20457"/>
                  <a:pt x="11109" y="20457"/>
                  <a:pt x="11109" y="20457"/>
                </a:cubicBezTo>
                <a:cubicBezTo>
                  <a:pt x="11109" y="20457"/>
                  <a:pt x="11109" y="20457"/>
                  <a:pt x="11232" y="20457"/>
                </a:cubicBezTo>
                <a:cubicBezTo>
                  <a:pt x="11232" y="20457"/>
                  <a:pt x="11232" y="20457"/>
                  <a:pt x="11232" y="20457"/>
                </a:cubicBezTo>
                <a:cubicBezTo>
                  <a:pt x="11232" y="20457"/>
                  <a:pt x="11232" y="20457"/>
                  <a:pt x="11232" y="20457"/>
                </a:cubicBezTo>
                <a:cubicBezTo>
                  <a:pt x="11232" y="20457"/>
                  <a:pt x="11232" y="20457"/>
                  <a:pt x="11232" y="20457"/>
                </a:cubicBezTo>
                <a:cubicBezTo>
                  <a:pt x="11232" y="20457"/>
                  <a:pt x="11232" y="20457"/>
                  <a:pt x="11355" y="20457"/>
                </a:cubicBezTo>
                <a:cubicBezTo>
                  <a:pt x="11355" y="20457"/>
                  <a:pt x="11355" y="20457"/>
                  <a:pt x="11355" y="20457"/>
                </a:cubicBezTo>
                <a:close/>
                <a:moveTo>
                  <a:pt x="12960" y="20114"/>
                </a:moveTo>
                <a:cubicBezTo>
                  <a:pt x="13083" y="20114"/>
                  <a:pt x="12960" y="19886"/>
                  <a:pt x="12837" y="19886"/>
                </a:cubicBezTo>
                <a:cubicBezTo>
                  <a:pt x="12837" y="19886"/>
                  <a:pt x="12837" y="19886"/>
                  <a:pt x="12837" y="19886"/>
                </a:cubicBezTo>
                <a:cubicBezTo>
                  <a:pt x="12837" y="19886"/>
                  <a:pt x="12837" y="19886"/>
                  <a:pt x="12713" y="19886"/>
                </a:cubicBezTo>
                <a:cubicBezTo>
                  <a:pt x="12713" y="19886"/>
                  <a:pt x="12713" y="19886"/>
                  <a:pt x="12713" y="19886"/>
                </a:cubicBezTo>
                <a:cubicBezTo>
                  <a:pt x="12713" y="19886"/>
                  <a:pt x="12713" y="19886"/>
                  <a:pt x="12713" y="19886"/>
                </a:cubicBezTo>
                <a:cubicBezTo>
                  <a:pt x="12713" y="19886"/>
                  <a:pt x="12713" y="19886"/>
                  <a:pt x="12590" y="19886"/>
                </a:cubicBezTo>
                <a:cubicBezTo>
                  <a:pt x="12590" y="19886"/>
                  <a:pt x="12590" y="19886"/>
                  <a:pt x="12590" y="19886"/>
                </a:cubicBezTo>
                <a:cubicBezTo>
                  <a:pt x="12590" y="19886"/>
                  <a:pt x="12590" y="19886"/>
                  <a:pt x="12590" y="19886"/>
                </a:cubicBezTo>
                <a:cubicBezTo>
                  <a:pt x="12466" y="20000"/>
                  <a:pt x="12466" y="20229"/>
                  <a:pt x="12590" y="20229"/>
                </a:cubicBezTo>
                <a:cubicBezTo>
                  <a:pt x="12590" y="20229"/>
                  <a:pt x="12590" y="20229"/>
                  <a:pt x="12590" y="20229"/>
                </a:cubicBezTo>
                <a:cubicBezTo>
                  <a:pt x="12590" y="20229"/>
                  <a:pt x="12590" y="20229"/>
                  <a:pt x="12713" y="20114"/>
                </a:cubicBezTo>
                <a:cubicBezTo>
                  <a:pt x="12713" y="20114"/>
                  <a:pt x="12713" y="20114"/>
                  <a:pt x="12713" y="20114"/>
                </a:cubicBezTo>
                <a:cubicBezTo>
                  <a:pt x="12713" y="20114"/>
                  <a:pt x="12713" y="20114"/>
                  <a:pt x="12713" y="20114"/>
                </a:cubicBezTo>
                <a:cubicBezTo>
                  <a:pt x="12713" y="20114"/>
                  <a:pt x="12713" y="20114"/>
                  <a:pt x="12713" y="20114"/>
                </a:cubicBezTo>
                <a:cubicBezTo>
                  <a:pt x="12713" y="20114"/>
                  <a:pt x="12713" y="20114"/>
                  <a:pt x="12837" y="20114"/>
                </a:cubicBezTo>
                <a:cubicBezTo>
                  <a:pt x="12837" y="20114"/>
                  <a:pt x="12837" y="20114"/>
                  <a:pt x="12960" y="20114"/>
                </a:cubicBezTo>
                <a:close/>
                <a:moveTo>
                  <a:pt x="14318" y="19314"/>
                </a:moveTo>
                <a:cubicBezTo>
                  <a:pt x="14318" y="19314"/>
                  <a:pt x="14318" y="19086"/>
                  <a:pt x="14194" y="19086"/>
                </a:cubicBezTo>
                <a:cubicBezTo>
                  <a:pt x="14194" y="19086"/>
                  <a:pt x="14194" y="19086"/>
                  <a:pt x="14071" y="19200"/>
                </a:cubicBezTo>
                <a:cubicBezTo>
                  <a:pt x="14071" y="19200"/>
                  <a:pt x="14071" y="19200"/>
                  <a:pt x="14071" y="19200"/>
                </a:cubicBezTo>
                <a:cubicBezTo>
                  <a:pt x="14071" y="19200"/>
                  <a:pt x="14071" y="19200"/>
                  <a:pt x="14071" y="19200"/>
                </a:cubicBezTo>
                <a:cubicBezTo>
                  <a:pt x="14071" y="19200"/>
                  <a:pt x="14071" y="19200"/>
                  <a:pt x="14071" y="19200"/>
                </a:cubicBezTo>
                <a:cubicBezTo>
                  <a:pt x="14071" y="19200"/>
                  <a:pt x="14071" y="19200"/>
                  <a:pt x="13947" y="19200"/>
                </a:cubicBezTo>
                <a:cubicBezTo>
                  <a:pt x="13947" y="19200"/>
                  <a:pt x="13947" y="19200"/>
                  <a:pt x="13947" y="19314"/>
                </a:cubicBezTo>
                <a:cubicBezTo>
                  <a:pt x="13947" y="19314"/>
                  <a:pt x="13947" y="19314"/>
                  <a:pt x="13947" y="19314"/>
                </a:cubicBezTo>
                <a:cubicBezTo>
                  <a:pt x="13947" y="19314"/>
                  <a:pt x="13947" y="19314"/>
                  <a:pt x="13947" y="19314"/>
                </a:cubicBezTo>
                <a:cubicBezTo>
                  <a:pt x="13824" y="19429"/>
                  <a:pt x="13947" y="19543"/>
                  <a:pt x="14071" y="19543"/>
                </a:cubicBezTo>
                <a:cubicBezTo>
                  <a:pt x="14071" y="19543"/>
                  <a:pt x="14071" y="19543"/>
                  <a:pt x="14071" y="19543"/>
                </a:cubicBezTo>
                <a:cubicBezTo>
                  <a:pt x="14071" y="19543"/>
                  <a:pt x="14071" y="19543"/>
                  <a:pt x="14071" y="19543"/>
                </a:cubicBezTo>
                <a:cubicBezTo>
                  <a:pt x="14071" y="19543"/>
                  <a:pt x="14071" y="19543"/>
                  <a:pt x="14071" y="19429"/>
                </a:cubicBezTo>
                <a:cubicBezTo>
                  <a:pt x="14071" y="19429"/>
                  <a:pt x="14071" y="19429"/>
                  <a:pt x="14071" y="19429"/>
                </a:cubicBezTo>
                <a:cubicBezTo>
                  <a:pt x="14071" y="19429"/>
                  <a:pt x="14071" y="19429"/>
                  <a:pt x="14194" y="19429"/>
                </a:cubicBezTo>
                <a:cubicBezTo>
                  <a:pt x="14194" y="19429"/>
                  <a:pt x="14194" y="19429"/>
                  <a:pt x="14194" y="19429"/>
                </a:cubicBezTo>
                <a:cubicBezTo>
                  <a:pt x="14194" y="19429"/>
                  <a:pt x="14194" y="19429"/>
                  <a:pt x="14194" y="19429"/>
                </a:cubicBezTo>
                <a:cubicBezTo>
                  <a:pt x="14194" y="19429"/>
                  <a:pt x="14194" y="19429"/>
                  <a:pt x="14318" y="19314"/>
                </a:cubicBezTo>
                <a:close/>
                <a:moveTo>
                  <a:pt x="14071" y="18286"/>
                </a:moveTo>
                <a:cubicBezTo>
                  <a:pt x="14688" y="17714"/>
                  <a:pt x="14935" y="16914"/>
                  <a:pt x="14811" y="16000"/>
                </a:cubicBezTo>
                <a:cubicBezTo>
                  <a:pt x="14565" y="15886"/>
                  <a:pt x="14318" y="15657"/>
                  <a:pt x="14071" y="15429"/>
                </a:cubicBezTo>
                <a:cubicBezTo>
                  <a:pt x="13701" y="15086"/>
                  <a:pt x="13330" y="14400"/>
                  <a:pt x="13207" y="13829"/>
                </a:cubicBezTo>
                <a:cubicBezTo>
                  <a:pt x="13083" y="13829"/>
                  <a:pt x="12960" y="13943"/>
                  <a:pt x="12713" y="14057"/>
                </a:cubicBezTo>
                <a:cubicBezTo>
                  <a:pt x="12219" y="14286"/>
                  <a:pt x="11726" y="14400"/>
                  <a:pt x="11232" y="14400"/>
                </a:cubicBezTo>
                <a:cubicBezTo>
                  <a:pt x="11109" y="14400"/>
                  <a:pt x="10985" y="14400"/>
                  <a:pt x="10862" y="14400"/>
                </a:cubicBezTo>
                <a:cubicBezTo>
                  <a:pt x="10862" y="14400"/>
                  <a:pt x="10862" y="14400"/>
                  <a:pt x="10862" y="14400"/>
                </a:cubicBezTo>
                <a:cubicBezTo>
                  <a:pt x="10368" y="14400"/>
                  <a:pt x="9998" y="14400"/>
                  <a:pt x="9751" y="14286"/>
                </a:cubicBezTo>
                <a:cubicBezTo>
                  <a:pt x="9257" y="14171"/>
                  <a:pt x="8887" y="14057"/>
                  <a:pt x="8517" y="13829"/>
                </a:cubicBezTo>
                <a:cubicBezTo>
                  <a:pt x="8393" y="14057"/>
                  <a:pt x="8270" y="14286"/>
                  <a:pt x="8270" y="14514"/>
                </a:cubicBezTo>
                <a:cubicBezTo>
                  <a:pt x="7899" y="15086"/>
                  <a:pt x="7529" y="15657"/>
                  <a:pt x="7035" y="15886"/>
                </a:cubicBezTo>
                <a:cubicBezTo>
                  <a:pt x="6912" y="15886"/>
                  <a:pt x="6789" y="16000"/>
                  <a:pt x="6789" y="16000"/>
                </a:cubicBezTo>
                <a:cubicBezTo>
                  <a:pt x="6665" y="16686"/>
                  <a:pt x="6789" y="17143"/>
                  <a:pt x="7035" y="17714"/>
                </a:cubicBezTo>
                <a:cubicBezTo>
                  <a:pt x="7282" y="18171"/>
                  <a:pt x="7653" y="18629"/>
                  <a:pt x="8270" y="18971"/>
                </a:cubicBezTo>
                <a:cubicBezTo>
                  <a:pt x="8640" y="19200"/>
                  <a:pt x="9134" y="19314"/>
                  <a:pt x="9751" y="19429"/>
                </a:cubicBezTo>
                <a:cubicBezTo>
                  <a:pt x="9998" y="19543"/>
                  <a:pt x="10368" y="19543"/>
                  <a:pt x="10862" y="19543"/>
                </a:cubicBezTo>
                <a:cubicBezTo>
                  <a:pt x="10985" y="19543"/>
                  <a:pt x="11109" y="19543"/>
                  <a:pt x="11232" y="19543"/>
                </a:cubicBezTo>
                <a:cubicBezTo>
                  <a:pt x="11726" y="19429"/>
                  <a:pt x="12219" y="19314"/>
                  <a:pt x="12713" y="19200"/>
                </a:cubicBezTo>
                <a:cubicBezTo>
                  <a:pt x="13207" y="18971"/>
                  <a:pt x="13701" y="18743"/>
                  <a:pt x="14071" y="18286"/>
                </a:cubicBezTo>
                <a:close/>
                <a:moveTo>
                  <a:pt x="15305" y="18171"/>
                </a:moveTo>
                <a:cubicBezTo>
                  <a:pt x="15429" y="18057"/>
                  <a:pt x="15182" y="17943"/>
                  <a:pt x="15182" y="18057"/>
                </a:cubicBezTo>
                <a:cubicBezTo>
                  <a:pt x="15182" y="18057"/>
                  <a:pt x="15182" y="18057"/>
                  <a:pt x="15182" y="18057"/>
                </a:cubicBezTo>
                <a:cubicBezTo>
                  <a:pt x="15058" y="18057"/>
                  <a:pt x="15058" y="18057"/>
                  <a:pt x="15058" y="18057"/>
                </a:cubicBezTo>
                <a:cubicBezTo>
                  <a:pt x="15058" y="18057"/>
                  <a:pt x="15058" y="18057"/>
                  <a:pt x="15058" y="18057"/>
                </a:cubicBezTo>
                <a:cubicBezTo>
                  <a:pt x="15058" y="18057"/>
                  <a:pt x="15058" y="18057"/>
                  <a:pt x="15058" y="18171"/>
                </a:cubicBezTo>
                <a:cubicBezTo>
                  <a:pt x="15058" y="18171"/>
                  <a:pt x="15058" y="18171"/>
                  <a:pt x="15058" y="18171"/>
                </a:cubicBezTo>
                <a:cubicBezTo>
                  <a:pt x="15058" y="18171"/>
                  <a:pt x="15058" y="18171"/>
                  <a:pt x="15058" y="18171"/>
                </a:cubicBezTo>
                <a:cubicBezTo>
                  <a:pt x="15058" y="18171"/>
                  <a:pt x="15058" y="18171"/>
                  <a:pt x="14935" y="18286"/>
                </a:cubicBezTo>
                <a:cubicBezTo>
                  <a:pt x="14935" y="18286"/>
                  <a:pt x="14935" y="18286"/>
                  <a:pt x="14935" y="18286"/>
                </a:cubicBezTo>
                <a:cubicBezTo>
                  <a:pt x="14811" y="18400"/>
                  <a:pt x="15058" y="18514"/>
                  <a:pt x="15182" y="18514"/>
                </a:cubicBezTo>
                <a:cubicBezTo>
                  <a:pt x="15182" y="18400"/>
                  <a:pt x="15182" y="18400"/>
                  <a:pt x="15182" y="18400"/>
                </a:cubicBezTo>
                <a:cubicBezTo>
                  <a:pt x="15182" y="18400"/>
                  <a:pt x="15182" y="18400"/>
                  <a:pt x="15182" y="18400"/>
                </a:cubicBezTo>
                <a:cubicBezTo>
                  <a:pt x="15182" y="18400"/>
                  <a:pt x="15182" y="18400"/>
                  <a:pt x="15182" y="18400"/>
                </a:cubicBezTo>
                <a:cubicBezTo>
                  <a:pt x="15182" y="18400"/>
                  <a:pt x="15182" y="18400"/>
                  <a:pt x="15182" y="18286"/>
                </a:cubicBezTo>
                <a:cubicBezTo>
                  <a:pt x="15182" y="18286"/>
                  <a:pt x="15182" y="18286"/>
                  <a:pt x="15182" y="18286"/>
                </a:cubicBezTo>
                <a:cubicBezTo>
                  <a:pt x="15182" y="18286"/>
                  <a:pt x="15182" y="18286"/>
                  <a:pt x="15305" y="18286"/>
                </a:cubicBezTo>
                <a:cubicBezTo>
                  <a:pt x="15305" y="18286"/>
                  <a:pt x="15305" y="18286"/>
                  <a:pt x="15305" y="18171"/>
                </a:cubicBezTo>
                <a:cubicBezTo>
                  <a:pt x="15305" y="18171"/>
                  <a:pt x="15305" y="18171"/>
                  <a:pt x="15305" y="18171"/>
                </a:cubicBezTo>
                <a:close/>
                <a:moveTo>
                  <a:pt x="15799" y="16800"/>
                </a:moveTo>
                <a:cubicBezTo>
                  <a:pt x="15799" y="16686"/>
                  <a:pt x="15799" y="16571"/>
                  <a:pt x="15675" y="16571"/>
                </a:cubicBezTo>
                <a:cubicBezTo>
                  <a:pt x="15675" y="16571"/>
                  <a:pt x="15675" y="16571"/>
                  <a:pt x="15552" y="16686"/>
                </a:cubicBezTo>
                <a:cubicBezTo>
                  <a:pt x="15552" y="16686"/>
                  <a:pt x="15552" y="16686"/>
                  <a:pt x="15552" y="16686"/>
                </a:cubicBezTo>
                <a:cubicBezTo>
                  <a:pt x="15552" y="16686"/>
                  <a:pt x="15552" y="16686"/>
                  <a:pt x="15552" y="16800"/>
                </a:cubicBezTo>
                <a:cubicBezTo>
                  <a:pt x="15552" y="16800"/>
                  <a:pt x="15552" y="16800"/>
                  <a:pt x="15552" y="16800"/>
                </a:cubicBezTo>
                <a:cubicBezTo>
                  <a:pt x="15552" y="16800"/>
                  <a:pt x="15552" y="16800"/>
                  <a:pt x="15552" y="16914"/>
                </a:cubicBezTo>
                <a:cubicBezTo>
                  <a:pt x="15552" y="16914"/>
                  <a:pt x="15552" y="16914"/>
                  <a:pt x="15552" y="16914"/>
                </a:cubicBezTo>
                <a:cubicBezTo>
                  <a:pt x="15552" y="16914"/>
                  <a:pt x="15552" y="16914"/>
                  <a:pt x="15552" y="16914"/>
                </a:cubicBezTo>
                <a:cubicBezTo>
                  <a:pt x="15552" y="17029"/>
                  <a:pt x="15552" y="17029"/>
                  <a:pt x="15552" y="17029"/>
                </a:cubicBezTo>
                <a:cubicBezTo>
                  <a:pt x="15675" y="17143"/>
                  <a:pt x="15675" y="17143"/>
                  <a:pt x="15675" y="17143"/>
                </a:cubicBezTo>
                <a:cubicBezTo>
                  <a:pt x="15675" y="17143"/>
                  <a:pt x="15799" y="17029"/>
                  <a:pt x="15799" y="17029"/>
                </a:cubicBezTo>
                <a:cubicBezTo>
                  <a:pt x="15799" y="17029"/>
                  <a:pt x="15799" y="17029"/>
                  <a:pt x="15799" y="17029"/>
                </a:cubicBezTo>
                <a:cubicBezTo>
                  <a:pt x="15799" y="17029"/>
                  <a:pt x="15799" y="17029"/>
                  <a:pt x="15799" y="16914"/>
                </a:cubicBezTo>
                <a:cubicBezTo>
                  <a:pt x="15799" y="16914"/>
                  <a:pt x="15799" y="16914"/>
                  <a:pt x="15799" y="16914"/>
                </a:cubicBezTo>
                <a:cubicBezTo>
                  <a:pt x="15799" y="16914"/>
                  <a:pt x="15799" y="16914"/>
                  <a:pt x="15799" y="16800"/>
                </a:cubicBezTo>
                <a:cubicBezTo>
                  <a:pt x="15799" y="16800"/>
                  <a:pt x="15799" y="16800"/>
                  <a:pt x="15799" y="16800"/>
                </a:cubicBezTo>
                <a:close/>
                <a:moveTo>
                  <a:pt x="15675" y="10400"/>
                </a:moveTo>
                <a:cubicBezTo>
                  <a:pt x="16169" y="10171"/>
                  <a:pt x="16416" y="9486"/>
                  <a:pt x="16539" y="8800"/>
                </a:cubicBezTo>
                <a:cubicBezTo>
                  <a:pt x="16169" y="8914"/>
                  <a:pt x="15922" y="8914"/>
                  <a:pt x="15675" y="8914"/>
                </a:cubicBezTo>
                <a:cubicBezTo>
                  <a:pt x="15429" y="8800"/>
                  <a:pt x="15305" y="8800"/>
                  <a:pt x="15182" y="8686"/>
                </a:cubicBezTo>
                <a:cubicBezTo>
                  <a:pt x="14565" y="8343"/>
                  <a:pt x="14318" y="7771"/>
                  <a:pt x="14071" y="7314"/>
                </a:cubicBezTo>
                <a:cubicBezTo>
                  <a:pt x="13824" y="6629"/>
                  <a:pt x="13577" y="6171"/>
                  <a:pt x="12960" y="6286"/>
                </a:cubicBezTo>
                <a:cubicBezTo>
                  <a:pt x="12960" y="6286"/>
                  <a:pt x="12837" y="6286"/>
                  <a:pt x="12713" y="6286"/>
                </a:cubicBezTo>
                <a:cubicBezTo>
                  <a:pt x="12096" y="6514"/>
                  <a:pt x="11602" y="6514"/>
                  <a:pt x="11232" y="6514"/>
                </a:cubicBezTo>
                <a:cubicBezTo>
                  <a:pt x="11109" y="6514"/>
                  <a:pt x="10985" y="6400"/>
                  <a:pt x="10862" y="6400"/>
                </a:cubicBezTo>
                <a:cubicBezTo>
                  <a:pt x="10368" y="6286"/>
                  <a:pt x="9998" y="5943"/>
                  <a:pt x="9751" y="5600"/>
                </a:cubicBezTo>
                <a:cubicBezTo>
                  <a:pt x="9381" y="5143"/>
                  <a:pt x="9134" y="4457"/>
                  <a:pt x="9134" y="3886"/>
                </a:cubicBezTo>
                <a:cubicBezTo>
                  <a:pt x="9010" y="4457"/>
                  <a:pt x="8640" y="5371"/>
                  <a:pt x="8270" y="6171"/>
                </a:cubicBezTo>
                <a:cubicBezTo>
                  <a:pt x="7899" y="6857"/>
                  <a:pt x="7406" y="7429"/>
                  <a:pt x="7035" y="7657"/>
                </a:cubicBezTo>
                <a:cubicBezTo>
                  <a:pt x="6789" y="7886"/>
                  <a:pt x="6665" y="7886"/>
                  <a:pt x="6418" y="7886"/>
                </a:cubicBezTo>
                <a:cubicBezTo>
                  <a:pt x="6418" y="7543"/>
                  <a:pt x="6295" y="7200"/>
                  <a:pt x="6171" y="6971"/>
                </a:cubicBezTo>
                <a:cubicBezTo>
                  <a:pt x="6048" y="6857"/>
                  <a:pt x="5925" y="6743"/>
                  <a:pt x="5801" y="6743"/>
                </a:cubicBezTo>
                <a:cubicBezTo>
                  <a:pt x="5554" y="6629"/>
                  <a:pt x="5184" y="7086"/>
                  <a:pt x="5061" y="7886"/>
                </a:cubicBezTo>
                <a:cubicBezTo>
                  <a:pt x="4937" y="8800"/>
                  <a:pt x="5307" y="9829"/>
                  <a:pt x="5801" y="10400"/>
                </a:cubicBezTo>
                <a:cubicBezTo>
                  <a:pt x="5925" y="10400"/>
                  <a:pt x="6048" y="10514"/>
                  <a:pt x="6171" y="10514"/>
                </a:cubicBezTo>
                <a:cubicBezTo>
                  <a:pt x="6295" y="10629"/>
                  <a:pt x="6295" y="10629"/>
                  <a:pt x="6418" y="10629"/>
                </a:cubicBezTo>
                <a:cubicBezTo>
                  <a:pt x="6542" y="10971"/>
                  <a:pt x="6789" y="11314"/>
                  <a:pt x="7035" y="11657"/>
                </a:cubicBezTo>
                <a:cubicBezTo>
                  <a:pt x="7282" y="12114"/>
                  <a:pt x="7776" y="12571"/>
                  <a:pt x="8270" y="12914"/>
                </a:cubicBezTo>
                <a:cubicBezTo>
                  <a:pt x="8640" y="13257"/>
                  <a:pt x="9134" y="13486"/>
                  <a:pt x="9751" y="13600"/>
                </a:cubicBezTo>
                <a:cubicBezTo>
                  <a:pt x="9998" y="13714"/>
                  <a:pt x="10368" y="13714"/>
                  <a:pt x="10862" y="13714"/>
                </a:cubicBezTo>
                <a:cubicBezTo>
                  <a:pt x="10862" y="13714"/>
                  <a:pt x="10862" y="13714"/>
                  <a:pt x="10862" y="13714"/>
                </a:cubicBezTo>
                <a:cubicBezTo>
                  <a:pt x="10985" y="13714"/>
                  <a:pt x="11109" y="13714"/>
                  <a:pt x="11232" y="13714"/>
                </a:cubicBezTo>
                <a:cubicBezTo>
                  <a:pt x="11726" y="13714"/>
                  <a:pt x="12219" y="13600"/>
                  <a:pt x="12713" y="13371"/>
                </a:cubicBezTo>
                <a:cubicBezTo>
                  <a:pt x="13207" y="13143"/>
                  <a:pt x="13701" y="12686"/>
                  <a:pt x="14071" y="12343"/>
                </a:cubicBezTo>
                <a:cubicBezTo>
                  <a:pt x="14565" y="11886"/>
                  <a:pt x="14811" y="11314"/>
                  <a:pt x="15182" y="10743"/>
                </a:cubicBezTo>
                <a:cubicBezTo>
                  <a:pt x="15182" y="10743"/>
                  <a:pt x="15182" y="10629"/>
                  <a:pt x="15182" y="10629"/>
                </a:cubicBezTo>
                <a:cubicBezTo>
                  <a:pt x="15429" y="10629"/>
                  <a:pt x="15552" y="10514"/>
                  <a:pt x="15675" y="10400"/>
                </a:cubicBezTo>
                <a:close/>
                <a:moveTo>
                  <a:pt x="17527" y="20457"/>
                </a:moveTo>
                <a:cubicBezTo>
                  <a:pt x="17527" y="20343"/>
                  <a:pt x="17527" y="20343"/>
                  <a:pt x="17403" y="20343"/>
                </a:cubicBezTo>
                <a:cubicBezTo>
                  <a:pt x="17280" y="20343"/>
                  <a:pt x="17280" y="20343"/>
                  <a:pt x="17280" y="20343"/>
                </a:cubicBezTo>
                <a:cubicBezTo>
                  <a:pt x="17280" y="20457"/>
                  <a:pt x="17280" y="20457"/>
                  <a:pt x="17280" y="20457"/>
                </a:cubicBezTo>
                <a:cubicBezTo>
                  <a:pt x="17280" y="20457"/>
                  <a:pt x="17280" y="20457"/>
                  <a:pt x="17280" y="20457"/>
                </a:cubicBezTo>
                <a:cubicBezTo>
                  <a:pt x="17280" y="20457"/>
                  <a:pt x="17280" y="20457"/>
                  <a:pt x="17280" y="20457"/>
                </a:cubicBezTo>
                <a:cubicBezTo>
                  <a:pt x="17280" y="20457"/>
                  <a:pt x="17280" y="20457"/>
                  <a:pt x="17280" y="20457"/>
                </a:cubicBezTo>
                <a:cubicBezTo>
                  <a:pt x="17280" y="20457"/>
                  <a:pt x="17280" y="20457"/>
                  <a:pt x="17280" y="20571"/>
                </a:cubicBezTo>
                <a:cubicBezTo>
                  <a:pt x="17280" y="20571"/>
                  <a:pt x="17280" y="20571"/>
                  <a:pt x="17280" y="20571"/>
                </a:cubicBezTo>
                <a:cubicBezTo>
                  <a:pt x="17280" y="20571"/>
                  <a:pt x="17280" y="20571"/>
                  <a:pt x="17280" y="20571"/>
                </a:cubicBezTo>
                <a:cubicBezTo>
                  <a:pt x="17280" y="20571"/>
                  <a:pt x="17280" y="20571"/>
                  <a:pt x="17280" y="20686"/>
                </a:cubicBezTo>
                <a:cubicBezTo>
                  <a:pt x="17280" y="20686"/>
                  <a:pt x="17280" y="20686"/>
                  <a:pt x="17280" y="20686"/>
                </a:cubicBezTo>
                <a:cubicBezTo>
                  <a:pt x="17280" y="20686"/>
                  <a:pt x="17280" y="20686"/>
                  <a:pt x="17280" y="20686"/>
                </a:cubicBezTo>
                <a:cubicBezTo>
                  <a:pt x="17157" y="20800"/>
                  <a:pt x="17280" y="20800"/>
                  <a:pt x="17403" y="20800"/>
                </a:cubicBezTo>
                <a:cubicBezTo>
                  <a:pt x="17403" y="20800"/>
                  <a:pt x="17403" y="20800"/>
                  <a:pt x="17527" y="20686"/>
                </a:cubicBezTo>
                <a:cubicBezTo>
                  <a:pt x="17527" y="20686"/>
                  <a:pt x="17527" y="20686"/>
                  <a:pt x="17527" y="20686"/>
                </a:cubicBezTo>
                <a:cubicBezTo>
                  <a:pt x="17527" y="20686"/>
                  <a:pt x="17527" y="20686"/>
                  <a:pt x="17527" y="20686"/>
                </a:cubicBezTo>
                <a:cubicBezTo>
                  <a:pt x="17527" y="20686"/>
                  <a:pt x="17527" y="20686"/>
                  <a:pt x="17527" y="20686"/>
                </a:cubicBezTo>
                <a:cubicBezTo>
                  <a:pt x="17527" y="20686"/>
                  <a:pt x="17527" y="20686"/>
                  <a:pt x="17527" y="20686"/>
                </a:cubicBezTo>
                <a:cubicBezTo>
                  <a:pt x="17527" y="20686"/>
                  <a:pt x="17527" y="20686"/>
                  <a:pt x="17527" y="20571"/>
                </a:cubicBezTo>
                <a:cubicBezTo>
                  <a:pt x="17527" y="20571"/>
                  <a:pt x="17527" y="20571"/>
                  <a:pt x="17527" y="20571"/>
                </a:cubicBezTo>
                <a:cubicBezTo>
                  <a:pt x="17527" y="20571"/>
                  <a:pt x="17527" y="20571"/>
                  <a:pt x="17527" y="20571"/>
                </a:cubicBezTo>
                <a:cubicBezTo>
                  <a:pt x="17527" y="20571"/>
                  <a:pt x="17527" y="20571"/>
                  <a:pt x="17527" y="20457"/>
                </a:cubicBezTo>
                <a:cubicBezTo>
                  <a:pt x="17527" y="20457"/>
                  <a:pt x="17527" y="20457"/>
                  <a:pt x="17527" y="20457"/>
                </a:cubicBezTo>
                <a:cubicBezTo>
                  <a:pt x="17527" y="20457"/>
                  <a:pt x="17527" y="20457"/>
                  <a:pt x="17527" y="20457"/>
                </a:cubicBezTo>
                <a:close/>
                <a:moveTo>
                  <a:pt x="18267" y="19200"/>
                </a:moveTo>
                <a:cubicBezTo>
                  <a:pt x="18267" y="19086"/>
                  <a:pt x="18144" y="18857"/>
                  <a:pt x="18021" y="18971"/>
                </a:cubicBezTo>
                <a:cubicBezTo>
                  <a:pt x="18021" y="18971"/>
                  <a:pt x="18021" y="18971"/>
                  <a:pt x="18021" y="18971"/>
                </a:cubicBezTo>
                <a:cubicBezTo>
                  <a:pt x="18021" y="19086"/>
                  <a:pt x="18021" y="19086"/>
                  <a:pt x="18021" y="19086"/>
                </a:cubicBezTo>
                <a:cubicBezTo>
                  <a:pt x="18021" y="19086"/>
                  <a:pt x="18021" y="19086"/>
                  <a:pt x="18021" y="19086"/>
                </a:cubicBezTo>
                <a:cubicBezTo>
                  <a:pt x="18021" y="19086"/>
                  <a:pt x="18021" y="19086"/>
                  <a:pt x="18021" y="19086"/>
                </a:cubicBezTo>
                <a:cubicBezTo>
                  <a:pt x="18021" y="19086"/>
                  <a:pt x="18021" y="19086"/>
                  <a:pt x="18021" y="19086"/>
                </a:cubicBezTo>
                <a:cubicBezTo>
                  <a:pt x="18021" y="19086"/>
                  <a:pt x="18021" y="19086"/>
                  <a:pt x="17897" y="19086"/>
                </a:cubicBezTo>
                <a:cubicBezTo>
                  <a:pt x="17897" y="19086"/>
                  <a:pt x="17897" y="19086"/>
                  <a:pt x="17897" y="19086"/>
                </a:cubicBezTo>
                <a:cubicBezTo>
                  <a:pt x="17897" y="19086"/>
                  <a:pt x="17897" y="19086"/>
                  <a:pt x="17897" y="19086"/>
                </a:cubicBezTo>
                <a:cubicBezTo>
                  <a:pt x="17897" y="19086"/>
                  <a:pt x="17897" y="19086"/>
                  <a:pt x="17897" y="19200"/>
                </a:cubicBezTo>
                <a:cubicBezTo>
                  <a:pt x="17897" y="19200"/>
                  <a:pt x="17897" y="19200"/>
                  <a:pt x="17897" y="19200"/>
                </a:cubicBezTo>
                <a:cubicBezTo>
                  <a:pt x="17897" y="19200"/>
                  <a:pt x="17897" y="19200"/>
                  <a:pt x="17897" y="19200"/>
                </a:cubicBezTo>
                <a:cubicBezTo>
                  <a:pt x="17897" y="19200"/>
                  <a:pt x="17897" y="19200"/>
                  <a:pt x="17897" y="19200"/>
                </a:cubicBezTo>
                <a:cubicBezTo>
                  <a:pt x="17897" y="19200"/>
                  <a:pt x="17897" y="19200"/>
                  <a:pt x="17897" y="19200"/>
                </a:cubicBezTo>
                <a:cubicBezTo>
                  <a:pt x="17774" y="19314"/>
                  <a:pt x="17897" y="19429"/>
                  <a:pt x="18021" y="19429"/>
                </a:cubicBezTo>
                <a:cubicBezTo>
                  <a:pt x="18021" y="19429"/>
                  <a:pt x="18021" y="19429"/>
                  <a:pt x="18021" y="19429"/>
                </a:cubicBezTo>
                <a:cubicBezTo>
                  <a:pt x="18021" y="19429"/>
                  <a:pt x="18021" y="19429"/>
                  <a:pt x="18021" y="19429"/>
                </a:cubicBezTo>
                <a:cubicBezTo>
                  <a:pt x="18021" y="19429"/>
                  <a:pt x="18021" y="19429"/>
                  <a:pt x="18021" y="19314"/>
                </a:cubicBezTo>
                <a:cubicBezTo>
                  <a:pt x="18021" y="19314"/>
                  <a:pt x="18021" y="19314"/>
                  <a:pt x="18144" y="19314"/>
                </a:cubicBezTo>
                <a:cubicBezTo>
                  <a:pt x="18144" y="19314"/>
                  <a:pt x="18144" y="19314"/>
                  <a:pt x="18144" y="19314"/>
                </a:cubicBezTo>
                <a:cubicBezTo>
                  <a:pt x="18144" y="19314"/>
                  <a:pt x="18144" y="19314"/>
                  <a:pt x="18144" y="19314"/>
                </a:cubicBezTo>
                <a:cubicBezTo>
                  <a:pt x="18144" y="19314"/>
                  <a:pt x="18144" y="19314"/>
                  <a:pt x="18144" y="19314"/>
                </a:cubicBezTo>
                <a:cubicBezTo>
                  <a:pt x="18144" y="19314"/>
                  <a:pt x="18144" y="19314"/>
                  <a:pt x="18144" y="19314"/>
                </a:cubicBezTo>
                <a:cubicBezTo>
                  <a:pt x="18144" y="19314"/>
                  <a:pt x="18144" y="19314"/>
                  <a:pt x="18144" y="19314"/>
                </a:cubicBezTo>
                <a:cubicBezTo>
                  <a:pt x="18144" y="19314"/>
                  <a:pt x="18144" y="19314"/>
                  <a:pt x="18144" y="19200"/>
                </a:cubicBezTo>
                <a:cubicBezTo>
                  <a:pt x="18144" y="19200"/>
                  <a:pt x="18144" y="19200"/>
                  <a:pt x="18144" y="19200"/>
                </a:cubicBezTo>
                <a:cubicBezTo>
                  <a:pt x="18144" y="19200"/>
                  <a:pt x="18144" y="19200"/>
                  <a:pt x="18144" y="19200"/>
                </a:cubicBezTo>
                <a:cubicBezTo>
                  <a:pt x="18144" y="19200"/>
                  <a:pt x="18144" y="19200"/>
                  <a:pt x="18267" y="19200"/>
                </a:cubicBezTo>
                <a:close/>
                <a:moveTo>
                  <a:pt x="19378" y="18400"/>
                </a:moveTo>
                <a:cubicBezTo>
                  <a:pt x="19502" y="18400"/>
                  <a:pt x="19502" y="18286"/>
                  <a:pt x="19502" y="18286"/>
                </a:cubicBezTo>
                <a:cubicBezTo>
                  <a:pt x="19502" y="18171"/>
                  <a:pt x="19378" y="18171"/>
                  <a:pt x="19378" y="18171"/>
                </a:cubicBezTo>
                <a:cubicBezTo>
                  <a:pt x="19378" y="18171"/>
                  <a:pt x="19378" y="18171"/>
                  <a:pt x="19378" y="18171"/>
                </a:cubicBezTo>
                <a:cubicBezTo>
                  <a:pt x="19378" y="18171"/>
                  <a:pt x="19378"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131" y="18171"/>
                </a:cubicBezTo>
                <a:cubicBezTo>
                  <a:pt x="19131" y="18171"/>
                  <a:pt x="19131" y="18171"/>
                  <a:pt x="19131" y="18171"/>
                </a:cubicBezTo>
                <a:cubicBezTo>
                  <a:pt x="19131" y="18171"/>
                  <a:pt x="19131" y="18171"/>
                  <a:pt x="19131" y="18286"/>
                </a:cubicBezTo>
                <a:cubicBezTo>
                  <a:pt x="19131" y="18286"/>
                  <a:pt x="19131" y="18286"/>
                  <a:pt x="19131" y="18286"/>
                </a:cubicBezTo>
                <a:cubicBezTo>
                  <a:pt x="19131" y="18286"/>
                  <a:pt x="19131" y="18286"/>
                  <a:pt x="19131" y="18286"/>
                </a:cubicBezTo>
                <a:cubicBezTo>
                  <a:pt x="19131" y="18286"/>
                  <a:pt x="19131" y="18286"/>
                  <a:pt x="19131" y="18286"/>
                </a:cubicBezTo>
                <a:cubicBezTo>
                  <a:pt x="19131" y="18286"/>
                  <a:pt x="19131" y="18286"/>
                  <a:pt x="19131" y="18286"/>
                </a:cubicBezTo>
                <a:cubicBezTo>
                  <a:pt x="19008" y="18286"/>
                  <a:pt x="19008" y="18514"/>
                  <a:pt x="19131" y="18514"/>
                </a:cubicBezTo>
                <a:cubicBezTo>
                  <a:pt x="19131" y="18514"/>
                  <a:pt x="19131" y="18514"/>
                  <a:pt x="19131" y="18514"/>
                </a:cubicBezTo>
                <a:cubicBezTo>
                  <a:pt x="19131" y="18514"/>
                  <a:pt x="19131" y="18514"/>
                  <a:pt x="19255" y="18514"/>
                </a:cubicBezTo>
                <a:cubicBezTo>
                  <a:pt x="19255" y="18514"/>
                  <a:pt x="19255" y="18514"/>
                  <a:pt x="19255" y="18514"/>
                </a:cubicBezTo>
                <a:cubicBezTo>
                  <a:pt x="19255" y="18514"/>
                  <a:pt x="19255" y="18514"/>
                  <a:pt x="19255" y="18514"/>
                </a:cubicBezTo>
                <a:cubicBezTo>
                  <a:pt x="19255" y="18514"/>
                  <a:pt x="19255" y="18514"/>
                  <a:pt x="19255" y="18514"/>
                </a:cubicBezTo>
                <a:cubicBezTo>
                  <a:pt x="19255" y="18514"/>
                  <a:pt x="19255" y="18514"/>
                  <a:pt x="19255" y="18514"/>
                </a:cubicBezTo>
                <a:cubicBezTo>
                  <a:pt x="19255" y="18514"/>
                  <a:pt x="19255" y="18514"/>
                  <a:pt x="19255" y="18514"/>
                </a:cubicBezTo>
                <a:cubicBezTo>
                  <a:pt x="19255" y="18514"/>
                  <a:pt x="19255" y="18514"/>
                  <a:pt x="19255" y="18400"/>
                </a:cubicBezTo>
                <a:cubicBezTo>
                  <a:pt x="19255" y="18400"/>
                  <a:pt x="19255"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lose/>
                <a:moveTo>
                  <a:pt x="20859" y="18171"/>
                </a:moveTo>
                <a:cubicBezTo>
                  <a:pt x="20983" y="18171"/>
                  <a:pt x="21106"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859" y="17943"/>
                </a:cubicBezTo>
                <a:cubicBezTo>
                  <a:pt x="20859" y="17943"/>
                  <a:pt x="20859" y="17943"/>
                  <a:pt x="20736" y="17943"/>
                </a:cubicBezTo>
                <a:cubicBezTo>
                  <a:pt x="20736" y="17943"/>
                  <a:pt x="20736" y="17943"/>
                  <a:pt x="20736" y="17943"/>
                </a:cubicBezTo>
                <a:cubicBezTo>
                  <a:pt x="20736" y="17943"/>
                  <a:pt x="20736" y="17943"/>
                  <a:pt x="20736" y="17943"/>
                </a:cubicBezTo>
                <a:cubicBezTo>
                  <a:pt x="20736" y="17943"/>
                  <a:pt x="20736" y="17943"/>
                  <a:pt x="20736" y="17943"/>
                </a:cubicBezTo>
                <a:cubicBezTo>
                  <a:pt x="20736" y="17943"/>
                  <a:pt x="20736" y="17943"/>
                  <a:pt x="20736" y="17943"/>
                </a:cubicBezTo>
                <a:cubicBezTo>
                  <a:pt x="20736" y="17943"/>
                  <a:pt x="20736" y="17943"/>
                  <a:pt x="20736" y="17943"/>
                </a:cubicBezTo>
                <a:cubicBezTo>
                  <a:pt x="20736" y="17943"/>
                  <a:pt x="20736" y="17943"/>
                  <a:pt x="20736" y="17943"/>
                </a:cubicBezTo>
                <a:cubicBezTo>
                  <a:pt x="20736" y="17943"/>
                  <a:pt x="20736" y="17943"/>
                  <a:pt x="20736" y="17943"/>
                </a:cubicBezTo>
                <a:cubicBezTo>
                  <a:pt x="20736" y="17943"/>
                  <a:pt x="20736" y="17943"/>
                  <a:pt x="20736" y="17943"/>
                </a:cubicBezTo>
                <a:cubicBezTo>
                  <a:pt x="20736" y="17943"/>
                  <a:pt x="20736" y="17943"/>
                  <a:pt x="20613" y="17943"/>
                </a:cubicBezTo>
                <a:cubicBezTo>
                  <a:pt x="20613" y="17943"/>
                  <a:pt x="20613" y="17943"/>
                  <a:pt x="20613" y="17943"/>
                </a:cubicBezTo>
                <a:cubicBezTo>
                  <a:pt x="20613" y="17943"/>
                  <a:pt x="20613" y="17943"/>
                  <a:pt x="20613" y="17943"/>
                </a:cubicBezTo>
                <a:cubicBezTo>
                  <a:pt x="20613" y="17943"/>
                  <a:pt x="20613" y="17943"/>
                  <a:pt x="20613" y="17943"/>
                </a:cubicBezTo>
                <a:cubicBezTo>
                  <a:pt x="20613" y="17943"/>
                  <a:pt x="20613" y="17943"/>
                  <a:pt x="20613" y="17943"/>
                </a:cubicBezTo>
                <a:cubicBezTo>
                  <a:pt x="20613" y="17943"/>
                  <a:pt x="20613" y="17943"/>
                  <a:pt x="20613" y="17943"/>
                </a:cubicBezTo>
                <a:cubicBezTo>
                  <a:pt x="20489" y="17943"/>
                  <a:pt x="20489" y="18057"/>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859" y="18171"/>
                </a:cubicBezTo>
                <a:cubicBezTo>
                  <a:pt x="20859" y="18171"/>
                  <a:pt x="20859" y="18171"/>
                  <a:pt x="20859" y="18171"/>
                </a:cubicBezTo>
                <a:cubicBezTo>
                  <a:pt x="20859" y="18171"/>
                  <a:pt x="20859" y="18171"/>
                  <a:pt x="20859" y="18171"/>
                </a:cubicBezTo>
                <a:cubicBezTo>
                  <a:pt x="20859" y="18171"/>
                  <a:pt x="20859" y="18171"/>
                  <a:pt x="20859" y="18171"/>
                </a:cubicBezTo>
                <a:cubicBezTo>
                  <a:pt x="20859" y="18171"/>
                  <a:pt x="20859" y="18171"/>
                  <a:pt x="20859" y="18171"/>
                </a:cubicBezTo>
                <a:cubicBezTo>
                  <a:pt x="20859" y="18171"/>
                  <a:pt x="20859" y="18171"/>
                  <a:pt x="20859" y="18171"/>
                </a:cubicBezTo>
                <a:cubicBezTo>
                  <a:pt x="20859" y="18171"/>
                  <a:pt x="20859" y="18171"/>
                  <a:pt x="20859" y="18171"/>
                </a:cubicBezTo>
                <a:cubicBezTo>
                  <a:pt x="20859" y="18171"/>
                  <a:pt x="20859" y="18171"/>
                  <a:pt x="20859" y="18171"/>
                </a:cubicBezTo>
                <a:cubicBezTo>
                  <a:pt x="20859" y="18171"/>
                  <a:pt x="20859" y="18171"/>
                  <a:pt x="20859" y="18171"/>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62" name="Shape 2562"/>
          <p:cNvSpPr/>
          <p:nvPr/>
        </p:nvSpPr>
        <p:spPr>
          <a:xfrm>
            <a:off x="1932121" y="5893945"/>
            <a:ext cx="952236" cy="1105194"/>
          </a:xfrm>
          <a:custGeom>
            <a:avLst/>
            <a:gdLst/>
            <a:ahLst/>
            <a:cxnLst>
              <a:cxn ang="0">
                <a:pos x="wd2" y="hd2"/>
              </a:cxn>
              <a:cxn ang="5400000">
                <a:pos x="wd2" y="hd2"/>
              </a:cxn>
              <a:cxn ang="10800000">
                <a:pos x="wd2" y="hd2"/>
              </a:cxn>
              <a:cxn ang="16200000">
                <a:pos x="wd2" y="hd2"/>
              </a:cxn>
            </a:cxnLst>
            <a:rect l="0" t="0" r="r" b="b"/>
            <a:pathLst>
              <a:path w="21380" h="21421" fill="norm" stroke="1" extrusionOk="0">
                <a:moveTo>
                  <a:pt x="6077" y="15583"/>
                </a:moveTo>
                <a:cubicBezTo>
                  <a:pt x="7203" y="15194"/>
                  <a:pt x="7652" y="14513"/>
                  <a:pt x="7765" y="13735"/>
                </a:cubicBezTo>
                <a:cubicBezTo>
                  <a:pt x="6977" y="13151"/>
                  <a:pt x="6302" y="12470"/>
                  <a:pt x="5852" y="11594"/>
                </a:cubicBezTo>
                <a:cubicBezTo>
                  <a:pt x="5515" y="11497"/>
                  <a:pt x="5290" y="11302"/>
                  <a:pt x="5065" y="11107"/>
                </a:cubicBezTo>
                <a:cubicBezTo>
                  <a:pt x="4728" y="10718"/>
                  <a:pt x="4615" y="10329"/>
                  <a:pt x="4502" y="9843"/>
                </a:cubicBezTo>
                <a:cubicBezTo>
                  <a:pt x="4390" y="9356"/>
                  <a:pt x="4390" y="8967"/>
                  <a:pt x="4390" y="8480"/>
                </a:cubicBezTo>
                <a:cubicBezTo>
                  <a:pt x="4502" y="8189"/>
                  <a:pt x="4615" y="7897"/>
                  <a:pt x="4728" y="7605"/>
                </a:cubicBezTo>
                <a:cubicBezTo>
                  <a:pt x="4952" y="6048"/>
                  <a:pt x="5627" y="4686"/>
                  <a:pt x="6640" y="3713"/>
                </a:cubicBezTo>
                <a:cubicBezTo>
                  <a:pt x="6865" y="3518"/>
                  <a:pt x="7090" y="3324"/>
                  <a:pt x="7315" y="3129"/>
                </a:cubicBezTo>
                <a:cubicBezTo>
                  <a:pt x="6528" y="1475"/>
                  <a:pt x="8327" y="-179"/>
                  <a:pt x="10803" y="16"/>
                </a:cubicBezTo>
                <a:cubicBezTo>
                  <a:pt x="11027" y="113"/>
                  <a:pt x="11365" y="113"/>
                  <a:pt x="11703" y="210"/>
                </a:cubicBezTo>
                <a:cubicBezTo>
                  <a:pt x="11252" y="405"/>
                  <a:pt x="10915" y="697"/>
                  <a:pt x="10803" y="989"/>
                </a:cubicBezTo>
                <a:cubicBezTo>
                  <a:pt x="10578" y="1280"/>
                  <a:pt x="10578" y="1572"/>
                  <a:pt x="10803" y="1864"/>
                </a:cubicBezTo>
                <a:cubicBezTo>
                  <a:pt x="10803" y="1767"/>
                  <a:pt x="10803" y="1767"/>
                  <a:pt x="10803" y="1767"/>
                </a:cubicBezTo>
                <a:cubicBezTo>
                  <a:pt x="11590" y="-179"/>
                  <a:pt x="14290" y="405"/>
                  <a:pt x="14290" y="1086"/>
                </a:cubicBezTo>
                <a:cubicBezTo>
                  <a:pt x="13615" y="1475"/>
                  <a:pt x="13502" y="1962"/>
                  <a:pt x="13502" y="2643"/>
                </a:cubicBezTo>
                <a:cubicBezTo>
                  <a:pt x="14178" y="2643"/>
                  <a:pt x="14515" y="2156"/>
                  <a:pt x="14852" y="1475"/>
                </a:cubicBezTo>
                <a:cubicBezTo>
                  <a:pt x="15190" y="2253"/>
                  <a:pt x="15302" y="3032"/>
                  <a:pt x="14965" y="3810"/>
                </a:cubicBezTo>
                <a:cubicBezTo>
                  <a:pt x="15977" y="4783"/>
                  <a:pt x="16653" y="6048"/>
                  <a:pt x="16765" y="7313"/>
                </a:cubicBezTo>
                <a:cubicBezTo>
                  <a:pt x="16765" y="7410"/>
                  <a:pt x="16765" y="7507"/>
                  <a:pt x="16765" y="7605"/>
                </a:cubicBezTo>
                <a:cubicBezTo>
                  <a:pt x="16877" y="7897"/>
                  <a:pt x="16990" y="8189"/>
                  <a:pt x="16990" y="8480"/>
                </a:cubicBezTo>
                <a:cubicBezTo>
                  <a:pt x="17102" y="8967"/>
                  <a:pt x="17102" y="9356"/>
                  <a:pt x="16990" y="9843"/>
                </a:cubicBezTo>
                <a:cubicBezTo>
                  <a:pt x="16877" y="10329"/>
                  <a:pt x="16653" y="10718"/>
                  <a:pt x="16427" y="11107"/>
                </a:cubicBezTo>
                <a:cubicBezTo>
                  <a:pt x="16202" y="11302"/>
                  <a:pt x="15865" y="11497"/>
                  <a:pt x="15528" y="11594"/>
                </a:cubicBezTo>
                <a:cubicBezTo>
                  <a:pt x="15077" y="12470"/>
                  <a:pt x="14515" y="13151"/>
                  <a:pt x="13727" y="13735"/>
                </a:cubicBezTo>
                <a:cubicBezTo>
                  <a:pt x="13840" y="14513"/>
                  <a:pt x="14178" y="15194"/>
                  <a:pt x="15302" y="15583"/>
                </a:cubicBezTo>
                <a:cubicBezTo>
                  <a:pt x="17890" y="16556"/>
                  <a:pt x="21490" y="16751"/>
                  <a:pt x="21378" y="19572"/>
                </a:cubicBezTo>
                <a:cubicBezTo>
                  <a:pt x="21378" y="20156"/>
                  <a:pt x="21153" y="20740"/>
                  <a:pt x="20702" y="21421"/>
                </a:cubicBezTo>
                <a:cubicBezTo>
                  <a:pt x="10803" y="21421"/>
                  <a:pt x="10803" y="21421"/>
                  <a:pt x="10803" y="21421"/>
                </a:cubicBezTo>
                <a:cubicBezTo>
                  <a:pt x="677" y="21421"/>
                  <a:pt x="677" y="21421"/>
                  <a:pt x="677" y="21421"/>
                </a:cubicBezTo>
                <a:cubicBezTo>
                  <a:pt x="340" y="20740"/>
                  <a:pt x="2" y="20156"/>
                  <a:pt x="2" y="19572"/>
                </a:cubicBezTo>
                <a:cubicBezTo>
                  <a:pt x="-110" y="16751"/>
                  <a:pt x="3490" y="16556"/>
                  <a:pt x="6077" y="15583"/>
                </a:cubicBezTo>
                <a:close/>
                <a:moveTo>
                  <a:pt x="15077" y="11205"/>
                </a:moveTo>
                <a:cubicBezTo>
                  <a:pt x="16315" y="11010"/>
                  <a:pt x="16765" y="9064"/>
                  <a:pt x="16202" y="7994"/>
                </a:cubicBezTo>
                <a:cubicBezTo>
                  <a:pt x="16202" y="7994"/>
                  <a:pt x="16090" y="7897"/>
                  <a:pt x="16090" y="7897"/>
                </a:cubicBezTo>
                <a:cubicBezTo>
                  <a:pt x="15302" y="7507"/>
                  <a:pt x="15077" y="9551"/>
                  <a:pt x="15077" y="9745"/>
                </a:cubicBezTo>
                <a:cubicBezTo>
                  <a:pt x="15077" y="10426"/>
                  <a:pt x="14178" y="10718"/>
                  <a:pt x="14402" y="10232"/>
                </a:cubicBezTo>
                <a:cubicBezTo>
                  <a:pt x="14627" y="9745"/>
                  <a:pt x="14852" y="8870"/>
                  <a:pt x="14852" y="7897"/>
                </a:cubicBezTo>
                <a:cubicBezTo>
                  <a:pt x="14852" y="7897"/>
                  <a:pt x="14852" y="7897"/>
                  <a:pt x="14852" y="7799"/>
                </a:cubicBezTo>
                <a:cubicBezTo>
                  <a:pt x="14965" y="7021"/>
                  <a:pt x="14740" y="6243"/>
                  <a:pt x="14290" y="5464"/>
                </a:cubicBezTo>
                <a:cubicBezTo>
                  <a:pt x="14178" y="5270"/>
                  <a:pt x="14065" y="5172"/>
                  <a:pt x="13952" y="5075"/>
                </a:cubicBezTo>
                <a:cubicBezTo>
                  <a:pt x="13165" y="5562"/>
                  <a:pt x="12152" y="5756"/>
                  <a:pt x="10803" y="5562"/>
                </a:cubicBezTo>
                <a:cubicBezTo>
                  <a:pt x="10127" y="5464"/>
                  <a:pt x="9340" y="5270"/>
                  <a:pt x="8552" y="4978"/>
                </a:cubicBezTo>
                <a:cubicBezTo>
                  <a:pt x="8552" y="4978"/>
                  <a:pt x="8552" y="4978"/>
                  <a:pt x="8552" y="4978"/>
                </a:cubicBezTo>
                <a:cubicBezTo>
                  <a:pt x="7765" y="4783"/>
                  <a:pt x="7427" y="4978"/>
                  <a:pt x="7090" y="5464"/>
                </a:cubicBezTo>
                <a:cubicBezTo>
                  <a:pt x="7090" y="5464"/>
                  <a:pt x="7090" y="5464"/>
                  <a:pt x="7090" y="5464"/>
                </a:cubicBezTo>
                <a:cubicBezTo>
                  <a:pt x="6752" y="6243"/>
                  <a:pt x="6528" y="7021"/>
                  <a:pt x="6528" y="7799"/>
                </a:cubicBezTo>
                <a:cubicBezTo>
                  <a:pt x="6528" y="7799"/>
                  <a:pt x="6528" y="7897"/>
                  <a:pt x="6528" y="7897"/>
                </a:cubicBezTo>
                <a:cubicBezTo>
                  <a:pt x="6640" y="8870"/>
                  <a:pt x="6865" y="9745"/>
                  <a:pt x="7090" y="10232"/>
                </a:cubicBezTo>
                <a:cubicBezTo>
                  <a:pt x="7315" y="10718"/>
                  <a:pt x="6302" y="10426"/>
                  <a:pt x="6302" y="9745"/>
                </a:cubicBezTo>
                <a:cubicBezTo>
                  <a:pt x="6302" y="9551"/>
                  <a:pt x="6077" y="7507"/>
                  <a:pt x="5290" y="7897"/>
                </a:cubicBezTo>
                <a:cubicBezTo>
                  <a:pt x="5290" y="7897"/>
                  <a:pt x="5290" y="7897"/>
                  <a:pt x="5290" y="7994"/>
                </a:cubicBezTo>
                <a:cubicBezTo>
                  <a:pt x="4728" y="9064"/>
                  <a:pt x="5177" y="11010"/>
                  <a:pt x="6302" y="11205"/>
                </a:cubicBezTo>
                <a:cubicBezTo>
                  <a:pt x="7203" y="12859"/>
                  <a:pt x="8665" y="14026"/>
                  <a:pt x="10690" y="14026"/>
                </a:cubicBezTo>
                <a:cubicBezTo>
                  <a:pt x="10803" y="14026"/>
                  <a:pt x="10803" y="14026"/>
                  <a:pt x="10803" y="14026"/>
                </a:cubicBezTo>
                <a:cubicBezTo>
                  <a:pt x="12827" y="14026"/>
                  <a:pt x="14290" y="12859"/>
                  <a:pt x="15077" y="11205"/>
                </a:cubicBezTo>
                <a:close/>
                <a:moveTo>
                  <a:pt x="13053" y="14124"/>
                </a:moveTo>
                <a:cubicBezTo>
                  <a:pt x="12377" y="14513"/>
                  <a:pt x="11590" y="14707"/>
                  <a:pt x="10803" y="14707"/>
                </a:cubicBezTo>
                <a:cubicBezTo>
                  <a:pt x="10690" y="14707"/>
                  <a:pt x="10690" y="14707"/>
                  <a:pt x="10690" y="14707"/>
                </a:cubicBezTo>
                <a:cubicBezTo>
                  <a:pt x="9790" y="14707"/>
                  <a:pt x="9003" y="14513"/>
                  <a:pt x="8327" y="14124"/>
                </a:cubicBezTo>
                <a:cubicBezTo>
                  <a:pt x="8215" y="14610"/>
                  <a:pt x="7877" y="15097"/>
                  <a:pt x="7427" y="15583"/>
                </a:cubicBezTo>
                <a:cubicBezTo>
                  <a:pt x="8777" y="17043"/>
                  <a:pt x="9677" y="17626"/>
                  <a:pt x="10690" y="18405"/>
                </a:cubicBezTo>
                <a:cubicBezTo>
                  <a:pt x="10690" y="18405"/>
                  <a:pt x="10690" y="18405"/>
                  <a:pt x="10803" y="18405"/>
                </a:cubicBezTo>
                <a:cubicBezTo>
                  <a:pt x="11590" y="17918"/>
                  <a:pt x="12602" y="16945"/>
                  <a:pt x="13840" y="15389"/>
                </a:cubicBezTo>
                <a:cubicBezTo>
                  <a:pt x="13502" y="14999"/>
                  <a:pt x="13165" y="14513"/>
                  <a:pt x="13053" y="14124"/>
                </a:cubicBezTo>
                <a:close/>
                <a:moveTo>
                  <a:pt x="7765" y="19572"/>
                </a:moveTo>
                <a:cubicBezTo>
                  <a:pt x="8215" y="19183"/>
                  <a:pt x="8440" y="18502"/>
                  <a:pt x="9227" y="18113"/>
                </a:cubicBezTo>
                <a:cubicBezTo>
                  <a:pt x="9790" y="18502"/>
                  <a:pt x="10578" y="19572"/>
                  <a:pt x="10690" y="20156"/>
                </a:cubicBezTo>
                <a:cubicBezTo>
                  <a:pt x="10690" y="20059"/>
                  <a:pt x="10690" y="19962"/>
                  <a:pt x="10803" y="19864"/>
                </a:cubicBezTo>
                <a:cubicBezTo>
                  <a:pt x="11027" y="19183"/>
                  <a:pt x="11928" y="18599"/>
                  <a:pt x="12265" y="18307"/>
                </a:cubicBezTo>
                <a:cubicBezTo>
                  <a:pt x="12940" y="18599"/>
                  <a:pt x="13165" y="19086"/>
                  <a:pt x="13615" y="19670"/>
                </a:cubicBezTo>
                <a:cubicBezTo>
                  <a:pt x="14065" y="19086"/>
                  <a:pt x="15302" y="17626"/>
                  <a:pt x="15640" y="16264"/>
                </a:cubicBezTo>
                <a:cubicBezTo>
                  <a:pt x="15190" y="16167"/>
                  <a:pt x="14627" y="15972"/>
                  <a:pt x="14290" y="15680"/>
                </a:cubicBezTo>
                <a:cubicBezTo>
                  <a:pt x="14290" y="15680"/>
                  <a:pt x="14178" y="15680"/>
                  <a:pt x="14178" y="15778"/>
                </a:cubicBezTo>
                <a:cubicBezTo>
                  <a:pt x="13390" y="16751"/>
                  <a:pt x="11815" y="18307"/>
                  <a:pt x="10803" y="19086"/>
                </a:cubicBezTo>
                <a:cubicBezTo>
                  <a:pt x="10690" y="19086"/>
                  <a:pt x="10690" y="19183"/>
                  <a:pt x="10690" y="19183"/>
                </a:cubicBezTo>
                <a:cubicBezTo>
                  <a:pt x="9565" y="17918"/>
                  <a:pt x="8327" y="17043"/>
                  <a:pt x="6977" y="15778"/>
                </a:cubicBezTo>
                <a:cubicBezTo>
                  <a:pt x="6640" y="16070"/>
                  <a:pt x="6302" y="16264"/>
                  <a:pt x="5852" y="16362"/>
                </a:cubicBezTo>
                <a:cubicBezTo>
                  <a:pt x="6302" y="17335"/>
                  <a:pt x="6977" y="18989"/>
                  <a:pt x="7765" y="19572"/>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63" name="Shape 2563"/>
          <p:cNvSpPr/>
          <p:nvPr/>
        </p:nvSpPr>
        <p:spPr>
          <a:xfrm>
            <a:off x="5752283" y="9894738"/>
            <a:ext cx="823144" cy="917577"/>
          </a:xfrm>
          <a:custGeom>
            <a:avLst/>
            <a:gdLst/>
            <a:ahLst/>
            <a:cxnLst>
              <a:cxn ang="0">
                <a:pos x="wd2" y="hd2"/>
              </a:cxn>
              <a:cxn ang="5400000">
                <a:pos x="wd2" y="hd2"/>
              </a:cxn>
              <a:cxn ang="10800000">
                <a:pos x="wd2" y="hd2"/>
              </a:cxn>
              <a:cxn ang="16200000">
                <a:pos x="wd2" y="hd2"/>
              </a:cxn>
            </a:cxnLst>
            <a:rect l="0" t="0" r="r" b="b"/>
            <a:pathLst>
              <a:path w="21212" h="21600" fill="norm" stroke="1" extrusionOk="0">
                <a:moveTo>
                  <a:pt x="20307" y="17351"/>
                </a:moveTo>
                <a:cubicBezTo>
                  <a:pt x="21212" y="15816"/>
                  <a:pt x="20048" y="15344"/>
                  <a:pt x="19272" y="14990"/>
                </a:cubicBezTo>
                <a:cubicBezTo>
                  <a:pt x="18884" y="14754"/>
                  <a:pt x="18496" y="14518"/>
                  <a:pt x="18755" y="13928"/>
                </a:cubicBezTo>
                <a:cubicBezTo>
                  <a:pt x="20436" y="10623"/>
                  <a:pt x="16297" y="11213"/>
                  <a:pt x="17461" y="9679"/>
                </a:cubicBezTo>
                <a:cubicBezTo>
                  <a:pt x="18625" y="7908"/>
                  <a:pt x="17073" y="7082"/>
                  <a:pt x="16814" y="5784"/>
                </a:cubicBezTo>
                <a:cubicBezTo>
                  <a:pt x="16814" y="5666"/>
                  <a:pt x="16814" y="5666"/>
                  <a:pt x="16814" y="5548"/>
                </a:cubicBezTo>
                <a:cubicBezTo>
                  <a:pt x="16426" y="3423"/>
                  <a:pt x="15650" y="1652"/>
                  <a:pt x="13840" y="708"/>
                </a:cubicBezTo>
                <a:cubicBezTo>
                  <a:pt x="13193" y="354"/>
                  <a:pt x="12287" y="118"/>
                  <a:pt x="11253" y="0"/>
                </a:cubicBezTo>
                <a:cubicBezTo>
                  <a:pt x="10994" y="0"/>
                  <a:pt x="10735" y="0"/>
                  <a:pt x="10606" y="0"/>
                </a:cubicBezTo>
                <a:cubicBezTo>
                  <a:pt x="9442" y="0"/>
                  <a:pt x="8537" y="118"/>
                  <a:pt x="7761" y="472"/>
                </a:cubicBezTo>
                <a:cubicBezTo>
                  <a:pt x="7243" y="708"/>
                  <a:pt x="6726" y="944"/>
                  <a:pt x="6338" y="1298"/>
                </a:cubicBezTo>
                <a:cubicBezTo>
                  <a:pt x="6079" y="1534"/>
                  <a:pt x="5950" y="1770"/>
                  <a:pt x="5691" y="2007"/>
                </a:cubicBezTo>
                <a:cubicBezTo>
                  <a:pt x="5303" y="2361"/>
                  <a:pt x="5044" y="2951"/>
                  <a:pt x="4915" y="3423"/>
                </a:cubicBezTo>
                <a:cubicBezTo>
                  <a:pt x="4656" y="4131"/>
                  <a:pt x="4398" y="4839"/>
                  <a:pt x="4268" y="5548"/>
                </a:cubicBezTo>
                <a:cubicBezTo>
                  <a:pt x="4139" y="6964"/>
                  <a:pt x="2328" y="7790"/>
                  <a:pt x="3622" y="9679"/>
                </a:cubicBezTo>
                <a:cubicBezTo>
                  <a:pt x="4268" y="10623"/>
                  <a:pt x="2975" y="10741"/>
                  <a:pt x="2328" y="11567"/>
                </a:cubicBezTo>
                <a:cubicBezTo>
                  <a:pt x="1940" y="11921"/>
                  <a:pt x="1681" y="12630"/>
                  <a:pt x="2328" y="13928"/>
                </a:cubicBezTo>
                <a:cubicBezTo>
                  <a:pt x="2328" y="13928"/>
                  <a:pt x="2328" y="13928"/>
                  <a:pt x="2328" y="13928"/>
                </a:cubicBezTo>
                <a:cubicBezTo>
                  <a:pt x="2458" y="14282"/>
                  <a:pt x="2458" y="14518"/>
                  <a:pt x="2328" y="14636"/>
                </a:cubicBezTo>
                <a:cubicBezTo>
                  <a:pt x="1811" y="15226"/>
                  <a:pt x="-388" y="15344"/>
                  <a:pt x="776" y="17469"/>
                </a:cubicBezTo>
                <a:cubicBezTo>
                  <a:pt x="259" y="17941"/>
                  <a:pt x="0" y="18649"/>
                  <a:pt x="0" y="19593"/>
                </a:cubicBezTo>
                <a:cubicBezTo>
                  <a:pt x="0" y="20184"/>
                  <a:pt x="259" y="20656"/>
                  <a:pt x="647" y="21600"/>
                </a:cubicBezTo>
                <a:cubicBezTo>
                  <a:pt x="647" y="21600"/>
                  <a:pt x="647" y="21600"/>
                  <a:pt x="2328" y="21600"/>
                </a:cubicBezTo>
                <a:cubicBezTo>
                  <a:pt x="2328" y="21600"/>
                  <a:pt x="2328" y="21600"/>
                  <a:pt x="4915" y="21600"/>
                </a:cubicBezTo>
                <a:cubicBezTo>
                  <a:pt x="4915" y="21600"/>
                  <a:pt x="4915" y="21600"/>
                  <a:pt x="5691" y="21600"/>
                </a:cubicBezTo>
                <a:cubicBezTo>
                  <a:pt x="5691" y="21600"/>
                  <a:pt x="5691" y="21600"/>
                  <a:pt x="6338" y="21600"/>
                </a:cubicBezTo>
                <a:cubicBezTo>
                  <a:pt x="6338" y="21600"/>
                  <a:pt x="6338" y="21600"/>
                  <a:pt x="7761" y="21600"/>
                </a:cubicBezTo>
                <a:cubicBezTo>
                  <a:pt x="7761" y="21600"/>
                  <a:pt x="7761" y="21600"/>
                  <a:pt x="11253" y="21600"/>
                </a:cubicBezTo>
                <a:cubicBezTo>
                  <a:pt x="11253" y="21600"/>
                  <a:pt x="11253" y="21600"/>
                  <a:pt x="13840" y="21600"/>
                </a:cubicBezTo>
                <a:cubicBezTo>
                  <a:pt x="13840" y="21600"/>
                  <a:pt x="13840" y="21600"/>
                  <a:pt x="16814" y="21600"/>
                </a:cubicBezTo>
                <a:cubicBezTo>
                  <a:pt x="16814" y="21600"/>
                  <a:pt x="16814" y="21600"/>
                  <a:pt x="19272" y="21600"/>
                </a:cubicBezTo>
                <a:cubicBezTo>
                  <a:pt x="19272" y="21600"/>
                  <a:pt x="19272" y="21600"/>
                  <a:pt x="20436" y="21600"/>
                </a:cubicBezTo>
                <a:cubicBezTo>
                  <a:pt x="20824" y="20656"/>
                  <a:pt x="21212" y="20184"/>
                  <a:pt x="21212" y="19593"/>
                </a:cubicBezTo>
                <a:cubicBezTo>
                  <a:pt x="21212" y="18649"/>
                  <a:pt x="20824" y="17941"/>
                  <a:pt x="20307" y="17351"/>
                </a:cubicBezTo>
                <a:close/>
                <a:moveTo>
                  <a:pt x="14874" y="10623"/>
                </a:moveTo>
                <a:cubicBezTo>
                  <a:pt x="14616" y="11213"/>
                  <a:pt x="14357" y="11803"/>
                  <a:pt x="13840" y="12157"/>
                </a:cubicBezTo>
                <a:cubicBezTo>
                  <a:pt x="13193" y="12984"/>
                  <a:pt x="12287" y="13574"/>
                  <a:pt x="11253" y="13692"/>
                </a:cubicBezTo>
                <a:cubicBezTo>
                  <a:pt x="10994" y="13692"/>
                  <a:pt x="10865" y="13692"/>
                  <a:pt x="10606" y="13692"/>
                </a:cubicBezTo>
                <a:cubicBezTo>
                  <a:pt x="9442" y="13692"/>
                  <a:pt x="8537" y="13338"/>
                  <a:pt x="7761" y="12630"/>
                </a:cubicBezTo>
                <a:cubicBezTo>
                  <a:pt x="7114" y="12275"/>
                  <a:pt x="6596" y="11567"/>
                  <a:pt x="6208" y="10977"/>
                </a:cubicBezTo>
                <a:cubicBezTo>
                  <a:pt x="6208" y="10859"/>
                  <a:pt x="6079" y="10741"/>
                  <a:pt x="6079" y="10623"/>
                </a:cubicBezTo>
                <a:cubicBezTo>
                  <a:pt x="6079" y="10623"/>
                  <a:pt x="6079" y="10623"/>
                  <a:pt x="6079" y="10623"/>
                </a:cubicBezTo>
                <a:cubicBezTo>
                  <a:pt x="6079" y="10623"/>
                  <a:pt x="6208" y="10623"/>
                  <a:pt x="6208" y="10623"/>
                </a:cubicBezTo>
                <a:cubicBezTo>
                  <a:pt x="6855" y="10505"/>
                  <a:pt x="7502" y="10033"/>
                  <a:pt x="7631" y="9089"/>
                </a:cubicBezTo>
                <a:cubicBezTo>
                  <a:pt x="7890" y="9207"/>
                  <a:pt x="8149" y="9325"/>
                  <a:pt x="8407" y="9325"/>
                </a:cubicBezTo>
                <a:cubicBezTo>
                  <a:pt x="8795" y="9325"/>
                  <a:pt x="9183" y="9207"/>
                  <a:pt x="9442" y="9089"/>
                </a:cubicBezTo>
                <a:cubicBezTo>
                  <a:pt x="9830" y="8852"/>
                  <a:pt x="10089" y="8498"/>
                  <a:pt x="10218" y="8262"/>
                </a:cubicBezTo>
                <a:cubicBezTo>
                  <a:pt x="10477" y="8026"/>
                  <a:pt x="10735" y="8026"/>
                  <a:pt x="10865" y="8262"/>
                </a:cubicBezTo>
                <a:cubicBezTo>
                  <a:pt x="11123" y="8498"/>
                  <a:pt x="11253" y="8852"/>
                  <a:pt x="11641" y="9089"/>
                </a:cubicBezTo>
                <a:cubicBezTo>
                  <a:pt x="12029" y="9207"/>
                  <a:pt x="12287" y="9325"/>
                  <a:pt x="12805" y="9325"/>
                </a:cubicBezTo>
                <a:cubicBezTo>
                  <a:pt x="13063" y="9325"/>
                  <a:pt x="13581" y="9207"/>
                  <a:pt x="13840" y="8970"/>
                </a:cubicBezTo>
                <a:cubicBezTo>
                  <a:pt x="14228" y="8734"/>
                  <a:pt x="14486" y="8380"/>
                  <a:pt x="14745" y="8144"/>
                </a:cubicBezTo>
                <a:cubicBezTo>
                  <a:pt x="14745" y="8144"/>
                  <a:pt x="14874" y="7908"/>
                  <a:pt x="15004" y="7554"/>
                </a:cubicBezTo>
                <a:cubicBezTo>
                  <a:pt x="15392" y="6728"/>
                  <a:pt x="15909" y="6846"/>
                  <a:pt x="16168" y="7790"/>
                </a:cubicBezTo>
                <a:cubicBezTo>
                  <a:pt x="16426" y="8970"/>
                  <a:pt x="15909" y="10505"/>
                  <a:pt x="14874" y="10623"/>
                </a:cubicBezTo>
                <a:close/>
                <a:moveTo>
                  <a:pt x="9054" y="5430"/>
                </a:moveTo>
                <a:cubicBezTo>
                  <a:pt x="8795" y="4721"/>
                  <a:pt x="9830" y="3895"/>
                  <a:pt x="11253" y="3777"/>
                </a:cubicBezTo>
                <a:cubicBezTo>
                  <a:pt x="11899" y="3659"/>
                  <a:pt x="12546" y="3777"/>
                  <a:pt x="13193" y="4013"/>
                </a:cubicBezTo>
                <a:cubicBezTo>
                  <a:pt x="13452" y="4249"/>
                  <a:pt x="13581" y="4367"/>
                  <a:pt x="13710" y="4603"/>
                </a:cubicBezTo>
                <a:cubicBezTo>
                  <a:pt x="14228" y="5193"/>
                  <a:pt x="14357" y="6020"/>
                  <a:pt x="14357" y="6964"/>
                </a:cubicBezTo>
                <a:cubicBezTo>
                  <a:pt x="14357" y="6964"/>
                  <a:pt x="14357" y="6964"/>
                  <a:pt x="14357" y="7082"/>
                </a:cubicBezTo>
                <a:cubicBezTo>
                  <a:pt x="13840" y="6964"/>
                  <a:pt x="13193" y="7082"/>
                  <a:pt x="12546" y="7200"/>
                </a:cubicBezTo>
                <a:cubicBezTo>
                  <a:pt x="12546" y="7200"/>
                  <a:pt x="12675" y="7200"/>
                  <a:pt x="12546" y="7200"/>
                </a:cubicBezTo>
                <a:cubicBezTo>
                  <a:pt x="12029" y="7318"/>
                  <a:pt x="11641" y="7554"/>
                  <a:pt x="11123" y="7554"/>
                </a:cubicBezTo>
                <a:cubicBezTo>
                  <a:pt x="10735" y="7672"/>
                  <a:pt x="10347" y="7672"/>
                  <a:pt x="9959" y="7672"/>
                </a:cubicBezTo>
                <a:cubicBezTo>
                  <a:pt x="9571" y="7554"/>
                  <a:pt x="9054" y="7318"/>
                  <a:pt x="8537" y="7200"/>
                </a:cubicBezTo>
                <a:cubicBezTo>
                  <a:pt x="8537" y="7200"/>
                  <a:pt x="8537" y="7200"/>
                  <a:pt x="8407" y="7200"/>
                </a:cubicBezTo>
                <a:cubicBezTo>
                  <a:pt x="8149" y="7082"/>
                  <a:pt x="7761" y="7082"/>
                  <a:pt x="7502" y="7082"/>
                </a:cubicBezTo>
                <a:cubicBezTo>
                  <a:pt x="7502" y="6964"/>
                  <a:pt x="7631" y="6964"/>
                  <a:pt x="7761" y="6964"/>
                </a:cubicBezTo>
                <a:cubicBezTo>
                  <a:pt x="8407" y="6846"/>
                  <a:pt x="9442" y="7200"/>
                  <a:pt x="9054" y="5430"/>
                </a:cubicBezTo>
                <a:close/>
                <a:moveTo>
                  <a:pt x="13452" y="8852"/>
                </a:moveTo>
                <a:cubicBezTo>
                  <a:pt x="13193" y="8970"/>
                  <a:pt x="12934" y="8970"/>
                  <a:pt x="12805" y="8970"/>
                </a:cubicBezTo>
                <a:cubicBezTo>
                  <a:pt x="12287" y="9089"/>
                  <a:pt x="11770" y="8852"/>
                  <a:pt x="11641" y="8616"/>
                </a:cubicBezTo>
                <a:cubicBezTo>
                  <a:pt x="11253" y="8144"/>
                  <a:pt x="11382" y="7790"/>
                  <a:pt x="12158" y="7672"/>
                </a:cubicBezTo>
                <a:cubicBezTo>
                  <a:pt x="12287" y="7554"/>
                  <a:pt x="12546" y="7554"/>
                  <a:pt x="12805" y="7554"/>
                </a:cubicBezTo>
                <a:cubicBezTo>
                  <a:pt x="13322" y="7436"/>
                  <a:pt x="13840" y="7436"/>
                  <a:pt x="13969" y="7554"/>
                </a:cubicBezTo>
                <a:cubicBezTo>
                  <a:pt x="14228" y="7672"/>
                  <a:pt x="14098" y="8498"/>
                  <a:pt x="13452" y="8852"/>
                </a:cubicBezTo>
                <a:close/>
                <a:moveTo>
                  <a:pt x="8407" y="7554"/>
                </a:moveTo>
                <a:cubicBezTo>
                  <a:pt x="8537" y="7554"/>
                  <a:pt x="8795" y="7554"/>
                  <a:pt x="9054" y="7672"/>
                </a:cubicBezTo>
                <a:cubicBezTo>
                  <a:pt x="9830" y="7790"/>
                  <a:pt x="9959" y="8144"/>
                  <a:pt x="9571" y="8616"/>
                </a:cubicBezTo>
                <a:cubicBezTo>
                  <a:pt x="9313" y="8852"/>
                  <a:pt x="8795" y="9089"/>
                  <a:pt x="8407" y="8970"/>
                </a:cubicBezTo>
                <a:cubicBezTo>
                  <a:pt x="8149" y="8970"/>
                  <a:pt x="7890" y="8970"/>
                  <a:pt x="7761" y="8852"/>
                </a:cubicBezTo>
                <a:cubicBezTo>
                  <a:pt x="7761" y="8852"/>
                  <a:pt x="7631" y="8852"/>
                  <a:pt x="7631" y="8852"/>
                </a:cubicBezTo>
                <a:cubicBezTo>
                  <a:pt x="7631" y="8498"/>
                  <a:pt x="7631" y="8262"/>
                  <a:pt x="7502" y="7908"/>
                </a:cubicBezTo>
                <a:cubicBezTo>
                  <a:pt x="7372" y="7790"/>
                  <a:pt x="7372" y="7672"/>
                  <a:pt x="7372" y="7554"/>
                </a:cubicBezTo>
                <a:cubicBezTo>
                  <a:pt x="7631" y="7436"/>
                  <a:pt x="8019" y="7436"/>
                  <a:pt x="8407" y="7554"/>
                </a:cubicBezTo>
                <a:close/>
                <a:moveTo>
                  <a:pt x="5691" y="4131"/>
                </a:moveTo>
                <a:cubicBezTo>
                  <a:pt x="5950" y="3777"/>
                  <a:pt x="6079" y="3423"/>
                  <a:pt x="6338" y="3069"/>
                </a:cubicBezTo>
                <a:cubicBezTo>
                  <a:pt x="6726" y="2479"/>
                  <a:pt x="7243" y="2125"/>
                  <a:pt x="7761" y="1770"/>
                </a:cubicBezTo>
                <a:cubicBezTo>
                  <a:pt x="8795" y="1180"/>
                  <a:pt x="10089" y="944"/>
                  <a:pt x="11253" y="1062"/>
                </a:cubicBezTo>
                <a:cubicBezTo>
                  <a:pt x="12158" y="1180"/>
                  <a:pt x="13063" y="1534"/>
                  <a:pt x="13840" y="2125"/>
                </a:cubicBezTo>
                <a:cubicBezTo>
                  <a:pt x="14874" y="2951"/>
                  <a:pt x="15650" y="4131"/>
                  <a:pt x="15909" y="5666"/>
                </a:cubicBezTo>
                <a:cubicBezTo>
                  <a:pt x="15521" y="4957"/>
                  <a:pt x="15004" y="4485"/>
                  <a:pt x="14486" y="4131"/>
                </a:cubicBezTo>
                <a:cubicBezTo>
                  <a:pt x="14357" y="3777"/>
                  <a:pt x="14098" y="3541"/>
                  <a:pt x="13840" y="3305"/>
                </a:cubicBezTo>
                <a:cubicBezTo>
                  <a:pt x="13063" y="2479"/>
                  <a:pt x="12158" y="1889"/>
                  <a:pt x="11253" y="1652"/>
                </a:cubicBezTo>
                <a:cubicBezTo>
                  <a:pt x="9830" y="1298"/>
                  <a:pt x="8407" y="1534"/>
                  <a:pt x="7761" y="2243"/>
                </a:cubicBezTo>
                <a:cubicBezTo>
                  <a:pt x="7502" y="2479"/>
                  <a:pt x="7243" y="2833"/>
                  <a:pt x="7243" y="3187"/>
                </a:cubicBezTo>
                <a:cubicBezTo>
                  <a:pt x="7243" y="3423"/>
                  <a:pt x="7243" y="3541"/>
                  <a:pt x="7114" y="3659"/>
                </a:cubicBezTo>
                <a:cubicBezTo>
                  <a:pt x="6984" y="3777"/>
                  <a:pt x="6855" y="3895"/>
                  <a:pt x="6596" y="4131"/>
                </a:cubicBezTo>
                <a:cubicBezTo>
                  <a:pt x="6467" y="4131"/>
                  <a:pt x="6467" y="4249"/>
                  <a:pt x="6338" y="4249"/>
                </a:cubicBezTo>
                <a:cubicBezTo>
                  <a:pt x="6079" y="4367"/>
                  <a:pt x="5820" y="4603"/>
                  <a:pt x="5691" y="4957"/>
                </a:cubicBezTo>
                <a:cubicBezTo>
                  <a:pt x="5691" y="4957"/>
                  <a:pt x="5691" y="4957"/>
                  <a:pt x="5691" y="5075"/>
                </a:cubicBezTo>
                <a:cubicBezTo>
                  <a:pt x="5562" y="5193"/>
                  <a:pt x="5432" y="5430"/>
                  <a:pt x="5303" y="5666"/>
                </a:cubicBezTo>
                <a:cubicBezTo>
                  <a:pt x="5303" y="5075"/>
                  <a:pt x="5562" y="4603"/>
                  <a:pt x="5691" y="4131"/>
                </a:cubicBezTo>
                <a:close/>
                <a:moveTo>
                  <a:pt x="4915" y="7790"/>
                </a:moveTo>
                <a:cubicBezTo>
                  <a:pt x="5044" y="7200"/>
                  <a:pt x="5432" y="6964"/>
                  <a:pt x="5691" y="7082"/>
                </a:cubicBezTo>
                <a:cubicBezTo>
                  <a:pt x="5820" y="7082"/>
                  <a:pt x="5820" y="7318"/>
                  <a:pt x="5950" y="7554"/>
                </a:cubicBezTo>
                <a:cubicBezTo>
                  <a:pt x="6079" y="7790"/>
                  <a:pt x="6079" y="8026"/>
                  <a:pt x="6079" y="8144"/>
                </a:cubicBezTo>
                <a:cubicBezTo>
                  <a:pt x="6079" y="8144"/>
                  <a:pt x="6079" y="8144"/>
                  <a:pt x="6079" y="8144"/>
                </a:cubicBezTo>
                <a:cubicBezTo>
                  <a:pt x="6596" y="8616"/>
                  <a:pt x="6467" y="9089"/>
                  <a:pt x="6208" y="9325"/>
                </a:cubicBezTo>
                <a:cubicBezTo>
                  <a:pt x="6208" y="9443"/>
                  <a:pt x="6079" y="9561"/>
                  <a:pt x="5950" y="9561"/>
                </a:cubicBezTo>
                <a:cubicBezTo>
                  <a:pt x="5820" y="9561"/>
                  <a:pt x="5820" y="9561"/>
                  <a:pt x="5691" y="9561"/>
                </a:cubicBezTo>
                <a:cubicBezTo>
                  <a:pt x="5562" y="9679"/>
                  <a:pt x="5303" y="9679"/>
                  <a:pt x="5174" y="9797"/>
                </a:cubicBezTo>
                <a:cubicBezTo>
                  <a:pt x="4915" y="9207"/>
                  <a:pt x="4786" y="8498"/>
                  <a:pt x="4915" y="7790"/>
                </a:cubicBezTo>
                <a:close/>
                <a:moveTo>
                  <a:pt x="2328" y="19830"/>
                </a:moveTo>
                <a:cubicBezTo>
                  <a:pt x="2069" y="19830"/>
                  <a:pt x="1811" y="19711"/>
                  <a:pt x="1811" y="19357"/>
                </a:cubicBezTo>
                <a:cubicBezTo>
                  <a:pt x="1811" y="19121"/>
                  <a:pt x="2069" y="18885"/>
                  <a:pt x="2328" y="18885"/>
                </a:cubicBezTo>
                <a:cubicBezTo>
                  <a:pt x="2587" y="18885"/>
                  <a:pt x="2846" y="19121"/>
                  <a:pt x="2846" y="19357"/>
                </a:cubicBezTo>
                <a:cubicBezTo>
                  <a:pt x="2846" y="19711"/>
                  <a:pt x="2587" y="19830"/>
                  <a:pt x="2328" y="19830"/>
                </a:cubicBezTo>
                <a:close/>
                <a:moveTo>
                  <a:pt x="4915" y="20420"/>
                </a:moveTo>
                <a:cubicBezTo>
                  <a:pt x="4527" y="20420"/>
                  <a:pt x="4268" y="20184"/>
                  <a:pt x="4268" y="19948"/>
                </a:cubicBezTo>
                <a:cubicBezTo>
                  <a:pt x="4268" y="19711"/>
                  <a:pt x="4527" y="19475"/>
                  <a:pt x="4915" y="19475"/>
                </a:cubicBezTo>
                <a:cubicBezTo>
                  <a:pt x="5174" y="19475"/>
                  <a:pt x="5432" y="19711"/>
                  <a:pt x="5432" y="19948"/>
                </a:cubicBezTo>
                <a:cubicBezTo>
                  <a:pt x="5432" y="20184"/>
                  <a:pt x="5174" y="20420"/>
                  <a:pt x="4915" y="20420"/>
                </a:cubicBezTo>
                <a:close/>
                <a:moveTo>
                  <a:pt x="5691" y="19003"/>
                </a:moveTo>
                <a:cubicBezTo>
                  <a:pt x="5432" y="19003"/>
                  <a:pt x="5174" y="18885"/>
                  <a:pt x="4915" y="18885"/>
                </a:cubicBezTo>
                <a:cubicBezTo>
                  <a:pt x="3751" y="18767"/>
                  <a:pt x="2846" y="18531"/>
                  <a:pt x="2328" y="18295"/>
                </a:cubicBezTo>
                <a:cubicBezTo>
                  <a:pt x="1940" y="18177"/>
                  <a:pt x="1681" y="17941"/>
                  <a:pt x="1811" y="17705"/>
                </a:cubicBezTo>
                <a:cubicBezTo>
                  <a:pt x="1940" y="17587"/>
                  <a:pt x="2199" y="17469"/>
                  <a:pt x="2328" y="17351"/>
                </a:cubicBezTo>
                <a:cubicBezTo>
                  <a:pt x="2975" y="16879"/>
                  <a:pt x="3880" y="16643"/>
                  <a:pt x="4915" y="16407"/>
                </a:cubicBezTo>
                <a:cubicBezTo>
                  <a:pt x="5174" y="16289"/>
                  <a:pt x="5432" y="16289"/>
                  <a:pt x="5691" y="16170"/>
                </a:cubicBezTo>
                <a:cubicBezTo>
                  <a:pt x="5950" y="16052"/>
                  <a:pt x="6208" y="16052"/>
                  <a:pt x="6338" y="15934"/>
                </a:cubicBezTo>
                <a:cubicBezTo>
                  <a:pt x="6467" y="15934"/>
                  <a:pt x="6596" y="15934"/>
                  <a:pt x="6726" y="15934"/>
                </a:cubicBezTo>
                <a:cubicBezTo>
                  <a:pt x="7243" y="15698"/>
                  <a:pt x="7502" y="15462"/>
                  <a:pt x="7761" y="15108"/>
                </a:cubicBezTo>
                <a:cubicBezTo>
                  <a:pt x="8019" y="14754"/>
                  <a:pt x="8019" y="14282"/>
                  <a:pt x="8019" y="13692"/>
                </a:cubicBezTo>
                <a:cubicBezTo>
                  <a:pt x="8795" y="14164"/>
                  <a:pt x="9571" y="14400"/>
                  <a:pt x="10606" y="14400"/>
                </a:cubicBezTo>
                <a:cubicBezTo>
                  <a:pt x="10865" y="14400"/>
                  <a:pt x="10994" y="14400"/>
                  <a:pt x="11253" y="14400"/>
                </a:cubicBezTo>
                <a:cubicBezTo>
                  <a:pt x="11899" y="14282"/>
                  <a:pt x="12546" y="14046"/>
                  <a:pt x="13063" y="13692"/>
                </a:cubicBezTo>
                <a:cubicBezTo>
                  <a:pt x="13063" y="14518"/>
                  <a:pt x="13193" y="15108"/>
                  <a:pt x="13840" y="15580"/>
                </a:cubicBezTo>
                <a:cubicBezTo>
                  <a:pt x="14098" y="15698"/>
                  <a:pt x="14228" y="15816"/>
                  <a:pt x="14486" y="15934"/>
                </a:cubicBezTo>
                <a:cubicBezTo>
                  <a:pt x="15262" y="16170"/>
                  <a:pt x="16038" y="16289"/>
                  <a:pt x="16814" y="16525"/>
                </a:cubicBezTo>
                <a:cubicBezTo>
                  <a:pt x="17849" y="16761"/>
                  <a:pt x="18755" y="17115"/>
                  <a:pt x="19272" y="17705"/>
                </a:cubicBezTo>
                <a:cubicBezTo>
                  <a:pt x="19272" y="17705"/>
                  <a:pt x="19272" y="17705"/>
                  <a:pt x="19401" y="17705"/>
                </a:cubicBezTo>
                <a:cubicBezTo>
                  <a:pt x="19401" y="17823"/>
                  <a:pt x="19401" y="17823"/>
                  <a:pt x="19272" y="17941"/>
                </a:cubicBezTo>
                <a:cubicBezTo>
                  <a:pt x="19143" y="18295"/>
                  <a:pt x="18108" y="18531"/>
                  <a:pt x="16814" y="18767"/>
                </a:cubicBezTo>
                <a:cubicBezTo>
                  <a:pt x="15909" y="18885"/>
                  <a:pt x="15004" y="19003"/>
                  <a:pt x="13840" y="19003"/>
                </a:cubicBezTo>
                <a:cubicBezTo>
                  <a:pt x="13063" y="19121"/>
                  <a:pt x="12158" y="19121"/>
                  <a:pt x="11253" y="19121"/>
                </a:cubicBezTo>
                <a:cubicBezTo>
                  <a:pt x="10089" y="19121"/>
                  <a:pt x="8795" y="19121"/>
                  <a:pt x="7761" y="19121"/>
                </a:cubicBezTo>
                <a:cubicBezTo>
                  <a:pt x="7243" y="19121"/>
                  <a:pt x="6855" y="19003"/>
                  <a:pt x="6338" y="19003"/>
                </a:cubicBezTo>
                <a:cubicBezTo>
                  <a:pt x="6208" y="19003"/>
                  <a:pt x="5950" y="19003"/>
                  <a:pt x="5691" y="19003"/>
                </a:cubicBezTo>
                <a:close/>
                <a:moveTo>
                  <a:pt x="7761" y="20656"/>
                </a:moveTo>
                <a:cubicBezTo>
                  <a:pt x="7502" y="20656"/>
                  <a:pt x="7243" y="20420"/>
                  <a:pt x="7243" y="20184"/>
                </a:cubicBezTo>
                <a:cubicBezTo>
                  <a:pt x="7243" y="19830"/>
                  <a:pt x="7502" y="19711"/>
                  <a:pt x="7761" y="19711"/>
                </a:cubicBezTo>
                <a:cubicBezTo>
                  <a:pt x="8019" y="19711"/>
                  <a:pt x="8278" y="19830"/>
                  <a:pt x="8278" y="20184"/>
                </a:cubicBezTo>
                <a:cubicBezTo>
                  <a:pt x="8278" y="20420"/>
                  <a:pt x="8019" y="20656"/>
                  <a:pt x="7761" y="20656"/>
                </a:cubicBezTo>
                <a:close/>
                <a:moveTo>
                  <a:pt x="11253" y="20538"/>
                </a:moveTo>
                <a:cubicBezTo>
                  <a:pt x="11123" y="20656"/>
                  <a:pt x="10994" y="20656"/>
                  <a:pt x="10865" y="20656"/>
                </a:cubicBezTo>
                <a:cubicBezTo>
                  <a:pt x="10606" y="20656"/>
                  <a:pt x="10347" y="20420"/>
                  <a:pt x="10347" y="20184"/>
                </a:cubicBezTo>
                <a:cubicBezTo>
                  <a:pt x="10347" y="19948"/>
                  <a:pt x="10606" y="19711"/>
                  <a:pt x="10865" y="19711"/>
                </a:cubicBezTo>
                <a:cubicBezTo>
                  <a:pt x="10994" y="19711"/>
                  <a:pt x="11123" y="19830"/>
                  <a:pt x="11253" y="19830"/>
                </a:cubicBezTo>
                <a:cubicBezTo>
                  <a:pt x="11253" y="19948"/>
                  <a:pt x="11382" y="20066"/>
                  <a:pt x="11382" y="20184"/>
                </a:cubicBezTo>
                <a:cubicBezTo>
                  <a:pt x="11382" y="20302"/>
                  <a:pt x="11253" y="20420"/>
                  <a:pt x="11253" y="20538"/>
                </a:cubicBezTo>
                <a:close/>
                <a:moveTo>
                  <a:pt x="13840" y="20656"/>
                </a:moveTo>
                <a:cubicBezTo>
                  <a:pt x="13581" y="20656"/>
                  <a:pt x="13322" y="20420"/>
                  <a:pt x="13322" y="20184"/>
                </a:cubicBezTo>
                <a:cubicBezTo>
                  <a:pt x="13322" y="19830"/>
                  <a:pt x="13581" y="19711"/>
                  <a:pt x="13840" y="19711"/>
                </a:cubicBezTo>
                <a:cubicBezTo>
                  <a:pt x="14228" y="19711"/>
                  <a:pt x="14486" y="19830"/>
                  <a:pt x="14486" y="20184"/>
                </a:cubicBezTo>
                <a:cubicBezTo>
                  <a:pt x="14486" y="20420"/>
                  <a:pt x="14228" y="20656"/>
                  <a:pt x="13840" y="20656"/>
                </a:cubicBezTo>
                <a:close/>
                <a:moveTo>
                  <a:pt x="16814" y="20420"/>
                </a:moveTo>
                <a:cubicBezTo>
                  <a:pt x="16556" y="20420"/>
                  <a:pt x="16297" y="20184"/>
                  <a:pt x="16297" y="19948"/>
                </a:cubicBezTo>
                <a:cubicBezTo>
                  <a:pt x="16297" y="19711"/>
                  <a:pt x="16556" y="19475"/>
                  <a:pt x="16814" y="19475"/>
                </a:cubicBezTo>
                <a:cubicBezTo>
                  <a:pt x="17073" y="19475"/>
                  <a:pt x="17332" y="19711"/>
                  <a:pt x="17332" y="19948"/>
                </a:cubicBezTo>
                <a:cubicBezTo>
                  <a:pt x="17332" y="20184"/>
                  <a:pt x="17073" y="20420"/>
                  <a:pt x="16814" y="20420"/>
                </a:cubicBezTo>
                <a:close/>
                <a:moveTo>
                  <a:pt x="19272" y="19830"/>
                </a:moveTo>
                <a:cubicBezTo>
                  <a:pt x="19013" y="19830"/>
                  <a:pt x="18755" y="19711"/>
                  <a:pt x="18755" y="19357"/>
                </a:cubicBezTo>
                <a:cubicBezTo>
                  <a:pt x="18755" y="19121"/>
                  <a:pt x="19013" y="18885"/>
                  <a:pt x="19272" y="18885"/>
                </a:cubicBezTo>
                <a:cubicBezTo>
                  <a:pt x="19660" y="18885"/>
                  <a:pt x="19789" y="19121"/>
                  <a:pt x="19789" y="19357"/>
                </a:cubicBezTo>
                <a:cubicBezTo>
                  <a:pt x="19789" y="19711"/>
                  <a:pt x="19660" y="19830"/>
                  <a:pt x="19272" y="19830"/>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64" name="Shape 2564"/>
          <p:cNvSpPr/>
          <p:nvPr/>
        </p:nvSpPr>
        <p:spPr>
          <a:xfrm>
            <a:off x="5637319" y="2579237"/>
            <a:ext cx="911013" cy="949629"/>
          </a:xfrm>
          <a:custGeom>
            <a:avLst/>
            <a:gdLst/>
            <a:ahLst/>
            <a:cxnLst>
              <a:cxn ang="0">
                <a:pos x="wd2" y="hd2"/>
              </a:cxn>
              <a:cxn ang="5400000">
                <a:pos x="wd2" y="hd2"/>
              </a:cxn>
              <a:cxn ang="10800000">
                <a:pos x="wd2" y="hd2"/>
              </a:cxn>
              <a:cxn ang="16200000">
                <a:pos x="wd2" y="hd2"/>
              </a:cxn>
            </a:cxnLst>
            <a:rect l="0" t="0" r="r" b="b"/>
            <a:pathLst>
              <a:path w="21372" h="21322" fill="norm" stroke="1" extrusionOk="0">
                <a:moveTo>
                  <a:pt x="15734" y="15584"/>
                </a:moveTo>
                <a:cubicBezTo>
                  <a:pt x="15616" y="15472"/>
                  <a:pt x="15499" y="15472"/>
                  <a:pt x="15382" y="15360"/>
                </a:cubicBezTo>
                <a:cubicBezTo>
                  <a:pt x="14325" y="15022"/>
                  <a:pt x="13856" y="14347"/>
                  <a:pt x="13738" y="13559"/>
                </a:cubicBezTo>
                <a:cubicBezTo>
                  <a:pt x="14208" y="13109"/>
                  <a:pt x="14560" y="12659"/>
                  <a:pt x="14912" y="12097"/>
                </a:cubicBezTo>
                <a:cubicBezTo>
                  <a:pt x="15147" y="11760"/>
                  <a:pt x="15264" y="11309"/>
                  <a:pt x="15499" y="10972"/>
                </a:cubicBezTo>
                <a:cubicBezTo>
                  <a:pt x="15616" y="10972"/>
                  <a:pt x="15616" y="10859"/>
                  <a:pt x="15734" y="10859"/>
                </a:cubicBezTo>
                <a:cubicBezTo>
                  <a:pt x="15969" y="10747"/>
                  <a:pt x="16203" y="10522"/>
                  <a:pt x="16321" y="10297"/>
                </a:cubicBezTo>
                <a:cubicBezTo>
                  <a:pt x="16673" y="9959"/>
                  <a:pt x="16790" y="9509"/>
                  <a:pt x="16908" y="8947"/>
                </a:cubicBezTo>
                <a:cubicBezTo>
                  <a:pt x="17025" y="8497"/>
                  <a:pt x="17025" y="7934"/>
                  <a:pt x="17025" y="7484"/>
                </a:cubicBezTo>
                <a:cubicBezTo>
                  <a:pt x="16908" y="7147"/>
                  <a:pt x="16790" y="6809"/>
                  <a:pt x="16673" y="6472"/>
                </a:cubicBezTo>
                <a:cubicBezTo>
                  <a:pt x="16556" y="5347"/>
                  <a:pt x="16321" y="3997"/>
                  <a:pt x="15734" y="2872"/>
                </a:cubicBezTo>
                <a:cubicBezTo>
                  <a:pt x="15147" y="1522"/>
                  <a:pt x="14090" y="622"/>
                  <a:pt x="12564" y="509"/>
                </a:cubicBezTo>
                <a:cubicBezTo>
                  <a:pt x="12212" y="397"/>
                  <a:pt x="11977" y="284"/>
                  <a:pt x="11625" y="284"/>
                </a:cubicBezTo>
                <a:cubicBezTo>
                  <a:pt x="11273" y="172"/>
                  <a:pt x="10921" y="172"/>
                  <a:pt x="10686" y="59"/>
                </a:cubicBezTo>
                <a:cubicBezTo>
                  <a:pt x="8221" y="-278"/>
                  <a:pt x="6577" y="847"/>
                  <a:pt x="5638" y="2984"/>
                </a:cubicBezTo>
                <a:cubicBezTo>
                  <a:pt x="5169" y="3997"/>
                  <a:pt x="4816" y="5122"/>
                  <a:pt x="4699" y="6472"/>
                </a:cubicBezTo>
                <a:cubicBezTo>
                  <a:pt x="4582" y="6809"/>
                  <a:pt x="4464" y="7147"/>
                  <a:pt x="4347" y="7484"/>
                </a:cubicBezTo>
                <a:cubicBezTo>
                  <a:pt x="4347" y="7934"/>
                  <a:pt x="4347" y="8497"/>
                  <a:pt x="4464" y="8947"/>
                </a:cubicBezTo>
                <a:cubicBezTo>
                  <a:pt x="4582" y="9509"/>
                  <a:pt x="4699" y="9959"/>
                  <a:pt x="5051" y="10297"/>
                </a:cubicBezTo>
                <a:cubicBezTo>
                  <a:pt x="5169" y="10522"/>
                  <a:pt x="5403" y="10747"/>
                  <a:pt x="5638" y="10859"/>
                </a:cubicBezTo>
                <a:cubicBezTo>
                  <a:pt x="5638" y="10859"/>
                  <a:pt x="5756" y="10972"/>
                  <a:pt x="5873" y="10972"/>
                </a:cubicBezTo>
                <a:cubicBezTo>
                  <a:pt x="5990" y="11309"/>
                  <a:pt x="6225" y="11647"/>
                  <a:pt x="6460" y="11984"/>
                </a:cubicBezTo>
                <a:cubicBezTo>
                  <a:pt x="6695" y="12547"/>
                  <a:pt x="7164" y="13109"/>
                  <a:pt x="7634" y="13559"/>
                </a:cubicBezTo>
                <a:cubicBezTo>
                  <a:pt x="7516" y="14347"/>
                  <a:pt x="7047" y="15022"/>
                  <a:pt x="5990" y="15360"/>
                </a:cubicBezTo>
                <a:cubicBezTo>
                  <a:pt x="5873" y="15472"/>
                  <a:pt x="5756" y="15472"/>
                  <a:pt x="5638" y="15584"/>
                </a:cubicBezTo>
                <a:cubicBezTo>
                  <a:pt x="3056" y="16485"/>
                  <a:pt x="-114" y="16597"/>
                  <a:pt x="3" y="19522"/>
                </a:cubicBezTo>
                <a:cubicBezTo>
                  <a:pt x="3" y="20197"/>
                  <a:pt x="238" y="20872"/>
                  <a:pt x="708" y="21322"/>
                </a:cubicBezTo>
                <a:cubicBezTo>
                  <a:pt x="5638" y="21322"/>
                  <a:pt x="5638" y="21322"/>
                  <a:pt x="5638" y="21322"/>
                </a:cubicBezTo>
                <a:cubicBezTo>
                  <a:pt x="10686" y="21322"/>
                  <a:pt x="10686" y="21322"/>
                  <a:pt x="10686" y="21322"/>
                </a:cubicBezTo>
                <a:cubicBezTo>
                  <a:pt x="15734" y="21322"/>
                  <a:pt x="15734" y="21322"/>
                  <a:pt x="15734" y="21322"/>
                </a:cubicBezTo>
                <a:cubicBezTo>
                  <a:pt x="20664" y="21322"/>
                  <a:pt x="20664" y="21322"/>
                  <a:pt x="20664" y="21322"/>
                </a:cubicBezTo>
                <a:cubicBezTo>
                  <a:pt x="21134" y="20872"/>
                  <a:pt x="21369" y="20197"/>
                  <a:pt x="21369" y="19522"/>
                </a:cubicBezTo>
                <a:cubicBezTo>
                  <a:pt x="21486" y="16597"/>
                  <a:pt x="18316" y="16485"/>
                  <a:pt x="15734" y="15584"/>
                </a:cubicBezTo>
                <a:close/>
                <a:moveTo>
                  <a:pt x="15264" y="7147"/>
                </a:moveTo>
                <a:cubicBezTo>
                  <a:pt x="15382" y="6584"/>
                  <a:pt x="15499" y="6359"/>
                  <a:pt x="15734" y="6472"/>
                </a:cubicBezTo>
                <a:cubicBezTo>
                  <a:pt x="15969" y="6472"/>
                  <a:pt x="16086" y="6697"/>
                  <a:pt x="16203" y="7035"/>
                </a:cubicBezTo>
                <a:cubicBezTo>
                  <a:pt x="16556" y="8047"/>
                  <a:pt x="16321" y="9397"/>
                  <a:pt x="15734" y="10072"/>
                </a:cubicBezTo>
                <a:cubicBezTo>
                  <a:pt x="15616" y="10184"/>
                  <a:pt x="15382" y="10410"/>
                  <a:pt x="15147" y="10410"/>
                </a:cubicBezTo>
                <a:cubicBezTo>
                  <a:pt x="15029" y="9059"/>
                  <a:pt x="15029" y="7822"/>
                  <a:pt x="15264" y="7147"/>
                </a:cubicBezTo>
                <a:close/>
                <a:moveTo>
                  <a:pt x="6108" y="10410"/>
                </a:moveTo>
                <a:cubicBezTo>
                  <a:pt x="5990" y="10410"/>
                  <a:pt x="5756" y="10184"/>
                  <a:pt x="5638" y="10072"/>
                </a:cubicBezTo>
                <a:cubicBezTo>
                  <a:pt x="5051" y="9397"/>
                  <a:pt x="4816" y="8047"/>
                  <a:pt x="5169" y="7147"/>
                </a:cubicBezTo>
                <a:cubicBezTo>
                  <a:pt x="5286" y="6697"/>
                  <a:pt x="5403" y="6472"/>
                  <a:pt x="5638" y="6359"/>
                </a:cubicBezTo>
                <a:cubicBezTo>
                  <a:pt x="5873" y="6359"/>
                  <a:pt x="5990" y="6697"/>
                  <a:pt x="6108" y="7259"/>
                </a:cubicBezTo>
                <a:cubicBezTo>
                  <a:pt x="6225" y="7934"/>
                  <a:pt x="6225" y="9059"/>
                  <a:pt x="6108" y="10410"/>
                </a:cubicBezTo>
                <a:close/>
                <a:moveTo>
                  <a:pt x="6460" y="6697"/>
                </a:moveTo>
                <a:cubicBezTo>
                  <a:pt x="8338" y="6584"/>
                  <a:pt x="9512" y="5572"/>
                  <a:pt x="10686" y="4784"/>
                </a:cubicBezTo>
                <a:cubicBezTo>
                  <a:pt x="11038" y="4559"/>
                  <a:pt x="11508" y="4334"/>
                  <a:pt x="11860" y="4109"/>
                </a:cubicBezTo>
                <a:cubicBezTo>
                  <a:pt x="12916" y="3659"/>
                  <a:pt x="14208" y="3659"/>
                  <a:pt x="14560" y="4222"/>
                </a:cubicBezTo>
                <a:cubicBezTo>
                  <a:pt x="14795" y="4672"/>
                  <a:pt x="15264" y="5235"/>
                  <a:pt x="15264" y="5909"/>
                </a:cubicBezTo>
                <a:cubicBezTo>
                  <a:pt x="15264" y="5909"/>
                  <a:pt x="15264" y="5909"/>
                  <a:pt x="15264" y="6022"/>
                </a:cubicBezTo>
                <a:cubicBezTo>
                  <a:pt x="15264" y="7709"/>
                  <a:pt x="14795" y="11422"/>
                  <a:pt x="13503" y="10635"/>
                </a:cubicBezTo>
                <a:cubicBezTo>
                  <a:pt x="13503" y="10635"/>
                  <a:pt x="13386" y="10635"/>
                  <a:pt x="13269" y="10635"/>
                </a:cubicBezTo>
                <a:cubicBezTo>
                  <a:pt x="12799" y="10184"/>
                  <a:pt x="11977" y="10072"/>
                  <a:pt x="10686" y="10072"/>
                </a:cubicBezTo>
                <a:cubicBezTo>
                  <a:pt x="10686" y="10072"/>
                  <a:pt x="10686" y="10072"/>
                  <a:pt x="10686" y="10072"/>
                </a:cubicBezTo>
                <a:cubicBezTo>
                  <a:pt x="9512" y="10072"/>
                  <a:pt x="8690" y="10184"/>
                  <a:pt x="8221" y="10635"/>
                </a:cubicBezTo>
                <a:cubicBezTo>
                  <a:pt x="8221" y="10635"/>
                  <a:pt x="8103" y="10635"/>
                  <a:pt x="8103" y="10635"/>
                </a:cubicBezTo>
                <a:cubicBezTo>
                  <a:pt x="6929" y="11422"/>
                  <a:pt x="6460" y="8497"/>
                  <a:pt x="6460" y="6697"/>
                </a:cubicBezTo>
                <a:close/>
                <a:moveTo>
                  <a:pt x="12799" y="11872"/>
                </a:moveTo>
                <a:cubicBezTo>
                  <a:pt x="12916" y="12434"/>
                  <a:pt x="12447" y="12659"/>
                  <a:pt x="11625" y="12997"/>
                </a:cubicBezTo>
                <a:cubicBezTo>
                  <a:pt x="11273" y="13109"/>
                  <a:pt x="11038" y="12322"/>
                  <a:pt x="10686" y="12322"/>
                </a:cubicBezTo>
                <a:cubicBezTo>
                  <a:pt x="10686" y="12322"/>
                  <a:pt x="10686" y="12322"/>
                  <a:pt x="10686" y="12322"/>
                </a:cubicBezTo>
                <a:cubicBezTo>
                  <a:pt x="10334" y="12322"/>
                  <a:pt x="10099" y="13109"/>
                  <a:pt x="9747" y="12997"/>
                </a:cubicBezTo>
                <a:cubicBezTo>
                  <a:pt x="8925" y="12659"/>
                  <a:pt x="8573" y="12322"/>
                  <a:pt x="8573" y="11760"/>
                </a:cubicBezTo>
                <a:cubicBezTo>
                  <a:pt x="8573" y="10972"/>
                  <a:pt x="9629" y="10747"/>
                  <a:pt x="10686" y="10747"/>
                </a:cubicBezTo>
                <a:cubicBezTo>
                  <a:pt x="11743" y="10747"/>
                  <a:pt x="12799" y="11197"/>
                  <a:pt x="12799" y="11872"/>
                </a:cubicBezTo>
                <a:close/>
                <a:moveTo>
                  <a:pt x="10686" y="20985"/>
                </a:moveTo>
                <a:cubicBezTo>
                  <a:pt x="10686" y="20985"/>
                  <a:pt x="10686" y="20985"/>
                  <a:pt x="10686" y="20985"/>
                </a:cubicBezTo>
                <a:cubicBezTo>
                  <a:pt x="10451" y="20985"/>
                  <a:pt x="10334" y="20872"/>
                  <a:pt x="10334" y="20760"/>
                </a:cubicBezTo>
                <a:cubicBezTo>
                  <a:pt x="10334" y="20534"/>
                  <a:pt x="10451" y="20422"/>
                  <a:pt x="10686" y="20422"/>
                </a:cubicBezTo>
                <a:cubicBezTo>
                  <a:pt x="10686" y="20422"/>
                  <a:pt x="10686" y="20422"/>
                  <a:pt x="10686" y="20422"/>
                </a:cubicBezTo>
                <a:cubicBezTo>
                  <a:pt x="10803" y="20422"/>
                  <a:pt x="10921" y="20534"/>
                  <a:pt x="10921" y="20760"/>
                </a:cubicBezTo>
                <a:cubicBezTo>
                  <a:pt x="10921" y="20872"/>
                  <a:pt x="10803" y="20985"/>
                  <a:pt x="10686" y="20985"/>
                </a:cubicBezTo>
                <a:close/>
                <a:moveTo>
                  <a:pt x="10686" y="20197"/>
                </a:moveTo>
                <a:cubicBezTo>
                  <a:pt x="10686" y="20197"/>
                  <a:pt x="10686" y="20197"/>
                  <a:pt x="10686" y="20197"/>
                </a:cubicBezTo>
                <a:cubicBezTo>
                  <a:pt x="10451" y="20197"/>
                  <a:pt x="10334" y="20084"/>
                  <a:pt x="10334" y="19859"/>
                </a:cubicBezTo>
                <a:cubicBezTo>
                  <a:pt x="10334" y="19634"/>
                  <a:pt x="10451" y="19522"/>
                  <a:pt x="10686" y="19522"/>
                </a:cubicBezTo>
                <a:cubicBezTo>
                  <a:pt x="10686" y="19522"/>
                  <a:pt x="10686" y="19522"/>
                  <a:pt x="10686" y="19522"/>
                </a:cubicBezTo>
                <a:cubicBezTo>
                  <a:pt x="10803" y="19522"/>
                  <a:pt x="10921" y="19747"/>
                  <a:pt x="10921" y="19859"/>
                </a:cubicBezTo>
                <a:cubicBezTo>
                  <a:pt x="10921" y="20084"/>
                  <a:pt x="10803" y="20197"/>
                  <a:pt x="10686" y="20197"/>
                </a:cubicBezTo>
                <a:close/>
                <a:moveTo>
                  <a:pt x="10686" y="19184"/>
                </a:moveTo>
                <a:cubicBezTo>
                  <a:pt x="8925" y="18622"/>
                  <a:pt x="7986" y="17722"/>
                  <a:pt x="6577" y="16034"/>
                </a:cubicBezTo>
                <a:cubicBezTo>
                  <a:pt x="7399" y="15697"/>
                  <a:pt x="7869" y="14459"/>
                  <a:pt x="8221" y="13559"/>
                </a:cubicBezTo>
                <a:cubicBezTo>
                  <a:pt x="9043" y="14235"/>
                  <a:pt x="9864" y="14122"/>
                  <a:pt x="10569" y="14122"/>
                </a:cubicBezTo>
                <a:cubicBezTo>
                  <a:pt x="10569" y="14122"/>
                  <a:pt x="10569" y="14122"/>
                  <a:pt x="10686" y="14122"/>
                </a:cubicBezTo>
                <a:cubicBezTo>
                  <a:pt x="10686" y="14122"/>
                  <a:pt x="10686" y="14122"/>
                  <a:pt x="10686" y="14122"/>
                </a:cubicBezTo>
                <a:cubicBezTo>
                  <a:pt x="10686" y="14122"/>
                  <a:pt x="10803" y="14122"/>
                  <a:pt x="10803" y="14122"/>
                </a:cubicBezTo>
                <a:cubicBezTo>
                  <a:pt x="11508" y="14122"/>
                  <a:pt x="12329" y="14235"/>
                  <a:pt x="13151" y="13672"/>
                </a:cubicBezTo>
                <a:cubicBezTo>
                  <a:pt x="13386" y="14459"/>
                  <a:pt x="13973" y="15472"/>
                  <a:pt x="14795" y="15697"/>
                </a:cubicBezTo>
                <a:cubicBezTo>
                  <a:pt x="13386" y="17722"/>
                  <a:pt x="12329" y="18735"/>
                  <a:pt x="10686" y="19184"/>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565" name="Shape 2565"/>
          <p:cNvSpPr/>
          <p:nvPr/>
        </p:nvSpPr>
        <p:spPr>
          <a:xfrm>
            <a:off x="7856646" y="3207658"/>
            <a:ext cx="742735" cy="857781"/>
          </a:xfrm>
          <a:custGeom>
            <a:avLst/>
            <a:gdLst/>
            <a:ahLst/>
            <a:cxnLst>
              <a:cxn ang="0">
                <a:pos x="wd2" y="hd2"/>
              </a:cxn>
              <a:cxn ang="5400000">
                <a:pos x="wd2" y="hd2"/>
              </a:cxn>
              <a:cxn ang="10800000">
                <a:pos x="wd2" y="hd2"/>
              </a:cxn>
              <a:cxn ang="16200000">
                <a:pos x="wd2" y="hd2"/>
              </a:cxn>
            </a:cxnLst>
            <a:rect l="0" t="0" r="r" b="b"/>
            <a:pathLst>
              <a:path w="21320" h="21376" fill="norm" stroke="1" extrusionOk="0">
                <a:moveTo>
                  <a:pt x="15268" y="15508"/>
                </a:moveTo>
                <a:cubicBezTo>
                  <a:pt x="17860" y="16507"/>
                  <a:pt x="21460" y="16756"/>
                  <a:pt x="21316" y="19503"/>
                </a:cubicBezTo>
                <a:cubicBezTo>
                  <a:pt x="21316" y="20127"/>
                  <a:pt x="21028" y="20752"/>
                  <a:pt x="20596" y="21376"/>
                </a:cubicBezTo>
                <a:cubicBezTo>
                  <a:pt x="20596" y="21376"/>
                  <a:pt x="20596" y="21376"/>
                  <a:pt x="10660" y="21376"/>
                </a:cubicBezTo>
                <a:cubicBezTo>
                  <a:pt x="10660" y="21376"/>
                  <a:pt x="10660" y="21376"/>
                  <a:pt x="724" y="21376"/>
                </a:cubicBezTo>
                <a:cubicBezTo>
                  <a:pt x="292" y="20752"/>
                  <a:pt x="4" y="20127"/>
                  <a:pt x="4" y="19503"/>
                </a:cubicBezTo>
                <a:cubicBezTo>
                  <a:pt x="-140" y="16756"/>
                  <a:pt x="3460" y="16507"/>
                  <a:pt x="6052" y="15508"/>
                </a:cubicBezTo>
                <a:cubicBezTo>
                  <a:pt x="7204" y="15133"/>
                  <a:pt x="7492" y="14509"/>
                  <a:pt x="7636" y="13635"/>
                </a:cubicBezTo>
                <a:cubicBezTo>
                  <a:pt x="6916" y="13136"/>
                  <a:pt x="6340" y="12386"/>
                  <a:pt x="5764" y="11512"/>
                </a:cubicBezTo>
                <a:cubicBezTo>
                  <a:pt x="5476" y="11388"/>
                  <a:pt x="5188" y="11263"/>
                  <a:pt x="5044" y="11013"/>
                </a:cubicBezTo>
                <a:cubicBezTo>
                  <a:pt x="4756" y="10638"/>
                  <a:pt x="4468" y="10264"/>
                  <a:pt x="4468" y="9764"/>
                </a:cubicBezTo>
                <a:cubicBezTo>
                  <a:pt x="4324" y="9390"/>
                  <a:pt x="4324" y="8890"/>
                  <a:pt x="4324" y="8391"/>
                </a:cubicBezTo>
                <a:cubicBezTo>
                  <a:pt x="4468" y="8141"/>
                  <a:pt x="4468" y="7767"/>
                  <a:pt x="4612" y="7517"/>
                </a:cubicBezTo>
                <a:cubicBezTo>
                  <a:pt x="4612" y="7517"/>
                  <a:pt x="4612" y="7392"/>
                  <a:pt x="4612" y="7267"/>
                </a:cubicBezTo>
                <a:cubicBezTo>
                  <a:pt x="4756" y="6019"/>
                  <a:pt x="5476" y="4645"/>
                  <a:pt x="6340" y="3771"/>
                </a:cubicBezTo>
                <a:cubicBezTo>
                  <a:pt x="6196" y="3022"/>
                  <a:pt x="6196" y="2148"/>
                  <a:pt x="6628" y="1399"/>
                </a:cubicBezTo>
                <a:cubicBezTo>
                  <a:pt x="6916" y="2148"/>
                  <a:pt x="7204" y="2523"/>
                  <a:pt x="7924" y="2523"/>
                </a:cubicBezTo>
                <a:cubicBezTo>
                  <a:pt x="7924" y="1899"/>
                  <a:pt x="7780" y="1399"/>
                  <a:pt x="7060" y="1025"/>
                </a:cubicBezTo>
                <a:cubicBezTo>
                  <a:pt x="7060" y="400"/>
                  <a:pt x="9796" y="-224"/>
                  <a:pt x="10660" y="1649"/>
                </a:cubicBezTo>
                <a:cubicBezTo>
                  <a:pt x="10660" y="1774"/>
                  <a:pt x="10660" y="1774"/>
                  <a:pt x="10660" y="1774"/>
                </a:cubicBezTo>
                <a:cubicBezTo>
                  <a:pt x="10804" y="1524"/>
                  <a:pt x="10804" y="1149"/>
                  <a:pt x="10660" y="900"/>
                </a:cubicBezTo>
                <a:cubicBezTo>
                  <a:pt x="10372" y="650"/>
                  <a:pt x="10084" y="400"/>
                  <a:pt x="9652" y="151"/>
                </a:cubicBezTo>
                <a:cubicBezTo>
                  <a:pt x="9940" y="26"/>
                  <a:pt x="10372" y="26"/>
                  <a:pt x="10660" y="26"/>
                </a:cubicBezTo>
                <a:cubicBezTo>
                  <a:pt x="12964" y="-224"/>
                  <a:pt x="14836" y="1399"/>
                  <a:pt x="14116" y="3022"/>
                </a:cubicBezTo>
                <a:cubicBezTo>
                  <a:pt x="14260" y="3272"/>
                  <a:pt x="14548" y="3397"/>
                  <a:pt x="14692" y="3647"/>
                </a:cubicBezTo>
                <a:cubicBezTo>
                  <a:pt x="15700" y="4645"/>
                  <a:pt x="16420" y="6019"/>
                  <a:pt x="16564" y="7517"/>
                </a:cubicBezTo>
                <a:cubicBezTo>
                  <a:pt x="16852" y="7767"/>
                  <a:pt x="16852" y="8141"/>
                  <a:pt x="16852" y="8391"/>
                </a:cubicBezTo>
                <a:cubicBezTo>
                  <a:pt x="16996" y="8890"/>
                  <a:pt x="16996" y="9390"/>
                  <a:pt x="16852" y="9764"/>
                </a:cubicBezTo>
                <a:cubicBezTo>
                  <a:pt x="16852" y="10264"/>
                  <a:pt x="16564" y="10638"/>
                  <a:pt x="16276" y="11013"/>
                </a:cubicBezTo>
                <a:cubicBezTo>
                  <a:pt x="16132" y="11263"/>
                  <a:pt x="15844" y="11388"/>
                  <a:pt x="15412" y="11512"/>
                </a:cubicBezTo>
                <a:cubicBezTo>
                  <a:pt x="14980" y="12386"/>
                  <a:pt x="14404" y="13136"/>
                  <a:pt x="13684" y="13635"/>
                </a:cubicBezTo>
                <a:cubicBezTo>
                  <a:pt x="13828" y="14509"/>
                  <a:pt x="14116" y="15133"/>
                  <a:pt x="15268" y="15508"/>
                </a:cubicBezTo>
                <a:close/>
                <a:moveTo>
                  <a:pt x="6340" y="11138"/>
                </a:moveTo>
                <a:cubicBezTo>
                  <a:pt x="7060" y="12761"/>
                  <a:pt x="8644" y="14010"/>
                  <a:pt x="10660" y="14010"/>
                </a:cubicBezTo>
                <a:cubicBezTo>
                  <a:pt x="10660" y="14010"/>
                  <a:pt x="10660" y="14010"/>
                  <a:pt x="10660" y="14010"/>
                </a:cubicBezTo>
                <a:cubicBezTo>
                  <a:pt x="12676" y="14010"/>
                  <a:pt x="14260" y="12761"/>
                  <a:pt x="14980" y="11138"/>
                </a:cubicBezTo>
                <a:cubicBezTo>
                  <a:pt x="16276" y="10888"/>
                  <a:pt x="16708" y="9015"/>
                  <a:pt x="16132" y="7892"/>
                </a:cubicBezTo>
                <a:cubicBezTo>
                  <a:pt x="16132" y="7892"/>
                  <a:pt x="16132" y="7892"/>
                  <a:pt x="16132" y="7892"/>
                </a:cubicBezTo>
                <a:cubicBezTo>
                  <a:pt x="15268" y="7392"/>
                  <a:pt x="14980" y="9515"/>
                  <a:pt x="14980" y="9640"/>
                </a:cubicBezTo>
                <a:cubicBezTo>
                  <a:pt x="14980" y="10389"/>
                  <a:pt x="14116" y="10638"/>
                  <a:pt x="14260" y="10139"/>
                </a:cubicBezTo>
                <a:cubicBezTo>
                  <a:pt x="14548" y="9640"/>
                  <a:pt x="14836" y="8890"/>
                  <a:pt x="14836" y="7767"/>
                </a:cubicBezTo>
                <a:cubicBezTo>
                  <a:pt x="14836" y="7767"/>
                  <a:pt x="14836" y="7767"/>
                  <a:pt x="14836" y="7767"/>
                </a:cubicBezTo>
                <a:cubicBezTo>
                  <a:pt x="14836" y="6893"/>
                  <a:pt x="14692" y="6144"/>
                  <a:pt x="14260" y="5394"/>
                </a:cubicBezTo>
                <a:cubicBezTo>
                  <a:pt x="14260" y="5394"/>
                  <a:pt x="14260" y="5394"/>
                  <a:pt x="14260" y="5394"/>
                </a:cubicBezTo>
                <a:cubicBezTo>
                  <a:pt x="13828" y="4895"/>
                  <a:pt x="13684" y="4645"/>
                  <a:pt x="12820" y="4895"/>
                </a:cubicBezTo>
                <a:cubicBezTo>
                  <a:pt x="12820" y="4895"/>
                  <a:pt x="12820" y="4895"/>
                  <a:pt x="12820" y="4895"/>
                </a:cubicBezTo>
                <a:cubicBezTo>
                  <a:pt x="11956" y="5270"/>
                  <a:pt x="11236" y="5394"/>
                  <a:pt x="10660" y="5519"/>
                </a:cubicBezTo>
                <a:cubicBezTo>
                  <a:pt x="9220" y="5769"/>
                  <a:pt x="8212" y="5519"/>
                  <a:pt x="7492" y="5020"/>
                </a:cubicBezTo>
                <a:cubicBezTo>
                  <a:pt x="7348" y="5020"/>
                  <a:pt x="7204" y="5270"/>
                  <a:pt x="7060" y="5394"/>
                </a:cubicBezTo>
                <a:cubicBezTo>
                  <a:pt x="6628" y="6144"/>
                  <a:pt x="6484" y="7018"/>
                  <a:pt x="6484" y="7767"/>
                </a:cubicBezTo>
                <a:cubicBezTo>
                  <a:pt x="6484" y="7767"/>
                  <a:pt x="6484" y="7767"/>
                  <a:pt x="6484" y="7767"/>
                </a:cubicBezTo>
                <a:cubicBezTo>
                  <a:pt x="6484" y="8890"/>
                  <a:pt x="6772" y="9640"/>
                  <a:pt x="7060" y="10139"/>
                </a:cubicBezTo>
                <a:cubicBezTo>
                  <a:pt x="7204" y="10638"/>
                  <a:pt x="6340" y="10389"/>
                  <a:pt x="6340" y="9640"/>
                </a:cubicBezTo>
                <a:cubicBezTo>
                  <a:pt x="6340" y="9515"/>
                  <a:pt x="6052" y="7392"/>
                  <a:pt x="5188" y="7892"/>
                </a:cubicBezTo>
                <a:cubicBezTo>
                  <a:pt x="5188" y="7892"/>
                  <a:pt x="5188" y="7892"/>
                  <a:pt x="5188" y="7892"/>
                </a:cubicBezTo>
                <a:cubicBezTo>
                  <a:pt x="4612" y="9015"/>
                  <a:pt x="5044" y="10888"/>
                  <a:pt x="6340" y="11138"/>
                </a:cubicBezTo>
                <a:close/>
                <a:moveTo>
                  <a:pt x="8356" y="14010"/>
                </a:moveTo>
                <a:cubicBezTo>
                  <a:pt x="8212" y="14509"/>
                  <a:pt x="7924" y="14884"/>
                  <a:pt x="7492" y="15258"/>
                </a:cubicBezTo>
                <a:cubicBezTo>
                  <a:pt x="8788" y="16881"/>
                  <a:pt x="9796" y="17880"/>
                  <a:pt x="10660" y="18255"/>
                </a:cubicBezTo>
                <a:cubicBezTo>
                  <a:pt x="10660" y="18379"/>
                  <a:pt x="10660" y="18379"/>
                  <a:pt x="10660" y="18379"/>
                </a:cubicBezTo>
                <a:cubicBezTo>
                  <a:pt x="11668" y="17505"/>
                  <a:pt x="12532" y="16881"/>
                  <a:pt x="13972" y="15508"/>
                </a:cubicBezTo>
                <a:cubicBezTo>
                  <a:pt x="13540" y="15008"/>
                  <a:pt x="13108" y="14509"/>
                  <a:pt x="13108" y="14010"/>
                </a:cubicBezTo>
                <a:cubicBezTo>
                  <a:pt x="12388" y="14384"/>
                  <a:pt x="11524" y="14634"/>
                  <a:pt x="10660" y="14634"/>
                </a:cubicBezTo>
                <a:cubicBezTo>
                  <a:pt x="10660" y="14634"/>
                  <a:pt x="10660" y="14634"/>
                  <a:pt x="10660" y="14634"/>
                </a:cubicBezTo>
                <a:cubicBezTo>
                  <a:pt x="9796" y="14634"/>
                  <a:pt x="8932" y="14384"/>
                  <a:pt x="8356" y="14010"/>
                </a:cubicBezTo>
                <a:close/>
                <a:moveTo>
                  <a:pt x="13540" y="19503"/>
                </a:moveTo>
                <a:cubicBezTo>
                  <a:pt x="14404" y="18879"/>
                  <a:pt x="14980" y="17256"/>
                  <a:pt x="15556" y="16257"/>
                </a:cubicBezTo>
                <a:cubicBezTo>
                  <a:pt x="14980" y="16132"/>
                  <a:pt x="14692" y="16007"/>
                  <a:pt x="14404" y="15758"/>
                </a:cubicBezTo>
                <a:cubicBezTo>
                  <a:pt x="13108" y="16881"/>
                  <a:pt x="11812" y="17880"/>
                  <a:pt x="10660" y="19129"/>
                </a:cubicBezTo>
                <a:cubicBezTo>
                  <a:pt x="10660" y="19129"/>
                  <a:pt x="10660" y="19004"/>
                  <a:pt x="10660" y="19004"/>
                </a:cubicBezTo>
                <a:cubicBezTo>
                  <a:pt x="9508" y="18255"/>
                  <a:pt x="8068" y="16756"/>
                  <a:pt x="7204" y="15633"/>
                </a:cubicBezTo>
                <a:cubicBezTo>
                  <a:pt x="7204" y="15633"/>
                  <a:pt x="7060" y="15633"/>
                  <a:pt x="7060" y="15508"/>
                </a:cubicBezTo>
                <a:cubicBezTo>
                  <a:pt x="6772" y="15882"/>
                  <a:pt x="6196" y="16132"/>
                  <a:pt x="5764" y="16132"/>
                </a:cubicBezTo>
                <a:cubicBezTo>
                  <a:pt x="6052" y="17505"/>
                  <a:pt x="7348" y="19004"/>
                  <a:pt x="7780" y="19503"/>
                </a:cubicBezTo>
                <a:cubicBezTo>
                  <a:pt x="8212" y="19004"/>
                  <a:pt x="8500" y="18504"/>
                  <a:pt x="9076" y="18255"/>
                </a:cubicBezTo>
                <a:cubicBezTo>
                  <a:pt x="9364" y="18504"/>
                  <a:pt x="10372" y="19129"/>
                  <a:pt x="10660" y="19753"/>
                </a:cubicBezTo>
                <a:cubicBezTo>
                  <a:pt x="10660" y="19878"/>
                  <a:pt x="10660" y="20003"/>
                  <a:pt x="10660" y="20003"/>
                </a:cubicBezTo>
                <a:cubicBezTo>
                  <a:pt x="10804" y="19503"/>
                  <a:pt x="11524" y="18379"/>
                  <a:pt x="12244" y="18005"/>
                </a:cubicBezTo>
                <a:cubicBezTo>
                  <a:pt x="12964" y="18379"/>
                  <a:pt x="13108" y="19129"/>
                  <a:pt x="13540" y="19503"/>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576" name="Group 2576"/>
          <p:cNvGrpSpPr/>
          <p:nvPr/>
        </p:nvGrpSpPr>
        <p:grpSpPr>
          <a:xfrm>
            <a:off x="2266949" y="2776389"/>
            <a:ext cx="7712077" cy="7337426"/>
            <a:chOff x="0" y="0"/>
            <a:chExt cx="7712075" cy="7337425"/>
          </a:xfrm>
        </p:grpSpPr>
        <p:sp>
          <p:nvSpPr>
            <p:cNvPr id="2566" name="Shape 2566"/>
            <p:cNvSpPr/>
            <p:nvPr/>
          </p:nvSpPr>
          <p:spPr>
            <a:xfrm>
              <a:off x="5276850" y="3139771"/>
              <a:ext cx="957130" cy="1098855"/>
            </a:xfrm>
            <a:custGeom>
              <a:avLst/>
              <a:gdLst/>
              <a:ahLst/>
              <a:cxnLst>
                <a:cxn ang="0">
                  <a:pos x="wd2" y="hd2"/>
                </a:cxn>
                <a:cxn ang="5400000">
                  <a:pos x="wd2" y="hd2"/>
                </a:cxn>
                <a:cxn ang="10800000">
                  <a:pos x="wd2" y="hd2"/>
                </a:cxn>
                <a:cxn ang="16200000">
                  <a:pos x="wd2" y="hd2"/>
                </a:cxn>
              </a:cxnLst>
              <a:rect l="0" t="0" r="r" b="b"/>
              <a:pathLst>
                <a:path w="21490" h="21420" fill="norm" stroke="1" extrusionOk="0">
                  <a:moveTo>
                    <a:pt x="6075" y="15653"/>
                  </a:moveTo>
                  <a:cubicBezTo>
                    <a:pt x="7200" y="15263"/>
                    <a:pt x="7650" y="14578"/>
                    <a:pt x="7763" y="13699"/>
                  </a:cubicBezTo>
                  <a:cubicBezTo>
                    <a:pt x="6975" y="13210"/>
                    <a:pt x="6413" y="12428"/>
                    <a:pt x="5963" y="11646"/>
                  </a:cubicBezTo>
                  <a:cubicBezTo>
                    <a:pt x="5625" y="11549"/>
                    <a:pt x="5400" y="11353"/>
                    <a:pt x="5062" y="11060"/>
                  </a:cubicBezTo>
                  <a:cubicBezTo>
                    <a:pt x="4838" y="10767"/>
                    <a:pt x="4613" y="10278"/>
                    <a:pt x="4500" y="9887"/>
                  </a:cubicBezTo>
                  <a:cubicBezTo>
                    <a:pt x="4387" y="9398"/>
                    <a:pt x="4387" y="8910"/>
                    <a:pt x="4500" y="8519"/>
                  </a:cubicBezTo>
                  <a:cubicBezTo>
                    <a:pt x="4500" y="8128"/>
                    <a:pt x="4613" y="7834"/>
                    <a:pt x="4838" y="7639"/>
                  </a:cubicBezTo>
                  <a:cubicBezTo>
                    <a:pt x="4950" y="6075"/>
                    <a:pt x="5737" y="4707"/>
                    <a:pt x="6637" y="3730"/>
                  </a:cubicBezTo>
                  <a:cubicBezTo>
                    <a:pt x="6862" y="3534"/>
                    <a:pt x="7088" y="3241"/>
                    <a:pt x="7312" y="3143"/>
                  </a:cubicBezTo>
                  <a:cubicBezTo>
                    <a:pt x="6637" y="1482"/>
                    <a:pt x="8437" y="-180"/>
                    <a:pt x="10800" y="15"/>
                  </a:cubicBezTo>
                  <a:cubicBezTo>
                    <a:pt x="11137" y="15"/>
                    <a:pt x="11475" y="113"/>
                    <a:pt x="11813" y="211"/>
                  </a:cubicBezTo>
                  <a:cubicBezTo>
                    <a:pt x="11362" y="406"/>
                    <a:pt x="11025" y="700"/>
                    <a:pt x="10800" y="993"/>
                  </a:cubicBezTo>
                  <a:cubicBezTo>
                    <a:pt x="10688" y="1286"/>
                    <a:pt x="10688" y="1482"/>
                    <a:pt x="10800" y="1775"/>
                  </a:cubicBezTo>
                  <a:cubicBezTo>
                    <a:pt x="10800" y="1775"/>
                    <a:pt x="10800" y="1775"/>
                    <a:pt x="10800" y="1775"/>
                  </a:cubicBezTo>
                  <a:cubicBezTo>
                    <a:pt x="11700" y="-180"/>
                    <a:pt x="14400" y="406"/>
                    <a:pt x="14400" y="993"/>
                  </a:cubicBezTo>
                  <a:cubicBezTo>
                    <a:pt x="13725" y="1482"/>
                    <a:pt x="13500" y="1872"/>
                    <a:pt x="13500" y="2557"/>
                  </a:cubicBezTo>
                  <a:cubicBezTo>
                    <a:pt x="14288" y="2557"/>
                    <a:pt x="14512" y="2166"/>
                    <a:pt x="14850" y="1482"/>
                  </a:cubicBezTo>
                  <a:cubicBezTo>
                    <a:pt x="15300" y="2263"/>
                    <a:pt x="15300" y="3045"/>
                    <a:pt x="15075" y="3827"/>
                  </a:cubicBezTo>
                  <a:cubicBezTo>
                    <a:pt x="15975" y="4707"/>
                    <a:pt x="16650" y="5977"/>
                    <a:pt x="16762" y="7346"/>
                  </a:cubicBezTo>
                  <a:cubicBezTo>
                    <a:pt x="16762" y="7444"/>
                    <a:pt x="16762" y="7541"/>
                    <a:pt x="16762" y="7639"/>
                  </a:cubicBezTo>
                  <a:cubicBezTo>
                    <a:pt x="16875" y="7932"/>
                    <a:pt x="16987" y="8225"/>
                    <a:pt x="17100" y="8519"/>
                  </a:cubicBezTo>
                  <a:cubicBezTo>
                    <a:pt x="17100" y="8910"/>
                    <a:pt x="17100" y="9398"/>
                    <a:pt x="17100" y="9887"/>
                  </a:cubicBezTo>
                  <a:cubicBezTo>
                    <a:pt x="16987" y="10278"/>
                    <a:pt x="16762" y="10767"/>
                    <a:pt x="16425" y="11060"/>
                  </a:cubicBezTo>
                  <a:cubicBezTo>
                    <a:pt x="16200" y="11353"/>
                    <a:pt x="15975" y="11549"/>
                    <a:pt x="15637" y="11646"/>
                  </a:cubicBezTo>
                  <a:cubicBezTo>
                    <a:pt x="15188" y="12428"/>
                    <a:pt x="14512" y="13210"/>
                    <a:pt x="13837" y="13699"/>
                  </a:cubicBezTo>
                  <a:cubicBezTo>
                    <a:pt x="13950" y="14578"/>
                    <a:pt x="14288" y="15263"/>
                    <a:pt x="15413" y="15653"/>
                  </a:cubicBezTo>
                  <a:cubicBezTo>
                    <a:pt x="18000" y="16533"/>
                    <a:pt x="21600" y="16826"/>
                    <a:pt x="21488" y="19661"/>
                  </a:cubicBezTo>
                  <a:cubicBezTo>
                    <a:pt x="21488" y="20247"/>
                    <a:pt x="21263" y="20834"/>
                    <a:pt x="20813" y="21420"/>
                  </a:cubicBezTo>
                  <a:cubicBezTo>
                    <a:pt x="10800" y="21420"/>
                    <a:pt x="10800" y="21420"/>
                    <a:pt x="10800" y="21420"/>
                  </a:cubicBezTo>
                  <a:cubicBezTo>
                    <a:pt x="788" y="21420"/>
                    <a:pt x="788" y="21420"/>
                    <a:pt x="788" y="21420"/>
                  </a:cubicBezTo>
                  <a:cubicBezTo>
                    <a:pt x="338" y="20834"/>
                    <a:pt x="113" y="20247"/>
                    <a:pt x="0" y="19661"/>
                  </a:cubicBezTo>
                  <a:cubicBezTo>
                    <a:pt x="0" y="16826"/>
                    <a:pt x="3600" y="16533"/>
                    <a:pt x="6075" y="15653"/>
                  </a:cubicBezTo>
                  <a:close/>
                  <a:moveTo>
                    <a:pt x="15188" y="11158"/>
                  </a:moveTo>
                  <a:cubicBezTo>
                    <a:pt x="16312" y="10962"/>
                    <a:pt x="16762" y="9105"/>
                    <a:pt x="16312" y="7932"/>
                  </a:cubicBezTo>
                  <a:cubicBezTo>
                    <a:pt x="16200" y="7932"/>
                    <a:pt x="16200" y="7932"/>
                    <a:pt x="16200" y="7932"/>
                  </a:cubicBezTo>
                  <a:cubicBezTo>
                    <a:pt x="15413" y="7444"/>
                    <a:pt x="15188" y="9594"/>
                    <a:pt x="15188" y="9691"/>
                  </a:cubicBezTo>
                  <a:cubicBezTo>
                    <a:pt x="15188" y="10473"/>
                    <a:pt x="14175" y="10767"/>
                    <a:pt x="14400" y="10278"/>
                  </a:cubicBezTo>
                  <a:cubicBezTo>
                    <a:pt x="14625" y="9691"/>
                    <a:pt x="14850" y="8910"/>
                    <a:pt x="14962" y="7932"/>
                  </a:cubicBezTo>
                  <a:cubicBezTo>
                    <a:pt x="14962" y="7834"/>
                    <a:pt x="14962" y="7834"/>
                    <a:pt x="14962" y="7834"/>
                  </a:cubicBezTo>
                  <a:cubicBezTo>
                    <a:pt x="14962" y="7053"/>
                    <a:pt x="14737" y="6173"/>
                    <a:pt x="14400" y="5391"/>
                  </a:cubicBezTo>
                  <a:cubicBezTo>
                    <a:pt x="14288" y="5293"/>
                    <a:pt x="14175" y="5098"/>
                    <a:pt x="13950" y="5000"/>
                  </a:cubicBezTo>
                  <a:cubicBezTo>
                    <a:pt x="13275" y="5587"/>
                    <a:pt x="12150" y="5782"/>
                    <a:pt x="10800" y="5587"/>
                  </a:cubicBezTo>
                  <a:cubicBezTo>
                    <a:pt x="10125" y="5489"/>
                    <a:pt x="9450" y="5293"/>
                    <a:pt x="8662" y="4902"/>
                  </a:cubicBezTo>
                  <a:cubicBezTo>
                    <a:pt x="8662" y="4902"/>
                    <a:pt x="8662" y="4902"/>
                    <a:pt x="8662" y="4902"/>
                  </a:cubicBezTo>
                  <a:cubicBezTo>
                    <a:pt x="7763" y="4707"/>
                    <a:pt x="7537" y="5000"/>
                    <a:pt x="7200" y="5489"/>
                  </a:cubicBezTo>
                  <a:cubicBezTo>
                    <a:pt x="7200" y="5489"/>
                    <a:pt x="7200" y="5489"/>
                    <a:pt x="7088" y="5489"/>
                  </a:cubicBezTo>
                  <a:cubicBezTo>
                    <a:pt x="6750" y="6173"/>
                    <a:pt x="6525" y="6955"/>
                    <a:pt x="6525" y="7737"/>
                  </a:cubicBezTo>
                  <a:cubicBezTo>
                    <a:pt x="6637" y="7834"/>
                    <a:pt x="6637" y="7834"/>
                    <a:pt x="6637" y="7932"/>
                  </a:cubicBezTo>
                  <a:cubicBezTo>
                    <a:pt x="6637" y="8910"/>
                    <a:pt x="6862" y="9691"/>
                    <a:pt x="7088" y="10278"/>
                  </a:cubicBezTo>
                  <a:cubicBezTo>
                    <a:pt x="7312" y="10767"/>
                    <a:pt x="6413" y="10473"/>
                    <a:pt x="6413" y="9691"/>
                  </a:cubicBezTo>
                  <a:cubicBezTo>
                    <a:pt x="6413" y="9594"/>
                    <a:pt x="6187" y="7444"/>
                    <a:pt x="5400" y="7932"/>
                  </a:cubicBezTo>
                  <a:cubicBezTo>
                    <a:pt x="5400" y="7932"/>
                    <a:pt x="5288" y="7932"/>
                    <a:pt x="5288" y="7932"/>
                  </a:cubicBezTo>
                  <a:cubicBezTo>
                    <a:pt x="4725" y="9105"/>
                    <a:pt x="5175" y="10962"/>
                    <a:pt x="6413" y="11158"/>
                  </a:cubicBezTo>
                  <a:cubicBezTo>
                    <a:pt x="7200" y="12819"/>
                    <a:pt x="8775" y="14090"/>
                    <a:pt x="10800" y="14090"/>
                  </a:cubicBezTo>
                  <a:cubicBezTo>
                    <a:pt x="10800" y="14090"/>
                    <a:pt x="10800" y="14090"/>
                    <a:pt x="10800" y="14090"/>
                  </a:cubicBezTo>
                  <a:cubicBezTo>
                    <a:pt x="12825" y="14090"/>
                    <a:pt x="14288" y="12819"/>
                    <a:pt x="15188" y="11158"/>
                  </a:cubicBezTo>
                  <a:close/>
                  <a:moveTo>
                    <a:pt x="13050" y="14187"/>
                  </a:moveTo>
                  <a:cubicBezTo>
                    <a:pt x="12487" y="14481"/>
                    <a:pt x="11700" y="14676"/>
                    <a:pt x="10800" y="14676"/>
                  </a:cubicBezTo>
                  <a:cubicBezTo>
                    <a:pt x="10800" y="14676"/>
                    <a:pt x="10800" y="14676"/>
                    <a:pt x="10800" y="14676"/>
                  </a:cubicBezTo>
                  <a:cubicBezTo>
                    <a:pt x="9900" y="14676"/>
                    <a:pt x="9112" y="14481"/>
                    <a:pt x="8437" y="14090"/>
                  </a:cubicBezTo>
                  <a:cubicBezTo>
                    <a:pt x="8213" y="14676"/>
                    <a:pt x="7875" y="15165"/>
                    <a:pt x="7425" y="15556"/>
                  </a:cubicBezTo>
                  <a:cubicBezTo>
                    <a:pt x="8775" y="17022"/>
                    <a:pt x="9787" y="17608"/>
                    <a:pt x="10688" y="18488"/>
                  </a:cubicBezTo>
                  <a:cubicBezTo>
                    <a:pt x="10688" y="18488"/>
                    <a:pt x="10800" y="18488"/>
                    <a:pt x="10800" y="18390"/>
                  </a:cubicBezTo>
                  <a:cubicBezTo>
                    <a:pt x="11588" y="17999"/>
                    <a:pt x="12600" y="17022"/>
                    <a:pt x="13950" y="15360"/>
                  </a:cubicBezTo>
                  <a:cubicBezTo>
                    <a:pt x="13612" y="14969"/>
                    <a:pt x="13275" y="14578"/>
                    <a:pt x="13050" y="14187"/>
                  </a:cubicBezTo>
                  <a:close/>
                  <a:moveTo>
                    <a:pt x="7875" y="19661"/>
                  </a:moveTo>
                  <a:cubicBezTo>
                    <a:pt x="8213" y="19270"/>
                    <a:pt x="8550" y="18488"/>
                    <a:pt x="9225" y="18195"/>
                  </a:cubicBezTo>
                  <a:cubicBezTo>
                    <a:pt x="9900" y="18488"/>
                    <a:pt x="10688" y="19661"/>
                    <a:pt x="10688" y="20149"/>
                  </a:cubicBezTo>
                  <a:cubicBezTo>
                    <a:pt x="10688" y="20052"/>
                    <a:pt x="10800" y="19954"/>
                    <a:pt x="10800" y="19856"/>
                  </a:cubicBezTo>
                  <a:cubicBezTo>
                    <a:pt x="11025" y="19172"/>
                    <a:pt x="12037" y="18683"/>
                    <a:pt x="12262" y="18390"/>
                  </a:cubicBezTo>
                  <a:cubicBezTo>
                    <a:pt x="12938" y="18683"/>
                    <a:pt x="13163" y="19172"/>
                    <a:pt x="13612" y="19661"/>
                  </a:cubicBezTo>
                  <a:cubicBezTo>
                    <a:pt x="14063" y="19172"/>
                    <a:pt x="15300" y="17706"/>
                    <a:pt x="15750" y="16338"/>
                  </a:cubicBezTo>
                  <a:cubicBezTo>
                    <a:pt x="15188" y="16240"/>
                    <a:pt x="14737" y="15947"/>
                    <a:pt x="14288" y="15653"/>
                  </a:cubicBezTo>
                  <a:cubicBezTo>
                    <a:pt x="14288" y="15653"/>
                    <a:pt x="14288" y="15751"/>
                    <a:pt x="14288" y="15751"/>
                  </a:cubicBezTo>
                  <a:cubicBezTo>
                    <a:pt x="13387" y="16826"/>
                    <a:pt x="11813" y="18390"/>
                    <a:pt x="10800" y="19172"/>
                  </a:cubicBezTo>
                  <a:cubicBezTo>
                    <a:pt x="10800" y="19172"/>
                    <a:pt x="10688" y="19172"/>
                    <a:pt x="10688" y="19270"/>
                  </a:cubicBezTo>
                  <a:cubicBezTo>
                    <a:pt x="9563" y="17999"/>
                    <a:pt x="8325" y="17022"/>
                    <a:pt x="7088" y="15849"/>
                  </a:cubicBezTo>
                  <a:cubicBezTo>
                    <a:pt x="6750" y="16044"/>
                    <a:pt x="6413" y="16240"/>
                    <a:pt x="5963" y="16338"/>
                  </a:cubicBezTo>
                  <a:cubicBezTo>
                    <a:pt x="6413" y="17315"/>
                    <a:pt x="7088" y="18977"/>
                    <a:pt x="7875" y="19661"/>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67" name="Shape 2567"/>
            <p:cNvSpPr/>
            <p:nvPr/>
          </p:nvSpPr>
          <p:spPr>
            <a:xfrm>
              <a:off x="4467225" y="1876423"/>
              <a:ext cx="614267" cy="660401"/>
            </a:xfrm>
            <a:custGeom>
              <a:avLst/>
              <a:gdLst/>
              <a:ahLst/>
              <a:cxnLst>
                <a:cxn ang="0">
                  <a:pos x="wd2" y="hd2"/>
                </a:cxn>
                <a:cxn ang="5400000">
                  <a:pos x="wd2" y="hd2"/>
                </a:cxn>
                <a:cxn ang="10800000">
                  <a:pos x="wd2" y="hd2"/>
                </a:cxn>
                <a:cxn ang="16200000">
                  <a:pos x="wd2" y="hd2"/>
                </a:cxn>
              </a:cxnLst>
              <a:rect l="0" t="0" r="r" b="b"/>
              <a:pathLst>
                <a:path w="21430" h="21600" fill="norm" stroke="1" extrusionOk="0">
                  <a:moveTo>
                    <a:pt x="6146" y="15382"/>
                  </a:moveTo>
                  <a:cubicBezTo>
                    <a:pt x="7024" y="14891"/>
                    <a:pt x="7376" y="14400"/>
                    <a:pt x="7551" y="13745"/>
                  </a:cubicBezTo>
                  <a:cubicBezTo>
                    <a:pt x="7200" y="14073"/>
                    <a:pt x="6849" y="14236"/>
                    <a:pt x="6498" y="14564"/>
                  </a:cubicBezTo>
                  <a:cubicBezTo>
                    <a:pt x="3161" y="11618"/>
                    <a:pt x="1580" y="982"/>
                    <a:pt x="7902" y="982"/>
                  </a:cubicBezTo>
                  <a:cubicBezTo>
                    <a:pt x="8605" y="491"/>
                    <a:pt x="9659" y="164"/>
                    <a:pt x="10712" y="0"/>
                  </a:cubicBezTo>
                  <a:cubicBezTo>
                    <a:pt x="13873" y="0"/>
                    <a:pt x="17737" y="2291"/>
                    <a:pt x="17737" y="7691"/>
                  </a:cubicBezTo>
                  <a:cubicBezTo>
                    <a:pt x="17737" y="10964"/>
                    <a:pt x="16683" y="12600"/>
                    <a:pt x="15102" y="14564"/>
                  </a:cubicBezTo>
                  <a:cubicBezTo>
                    <a:pt x="14576" y="14236"/>
                    <a:pt x="14224" y="13909"/>
                    <a:pt x="13873" y="13582"/>
                  </a:cubicBezTo>
                  <a:cubicBezTo>
                    <a:pt x="14049" y="14400"/>
                    <a:pt x="14400" y="14891"/>
                    <a:pt x="15454" y="15382"/>
                  </a:cubicBezTo>
                  <a:cubicBezTo>
                    <a:pt x="17912" y="16364"/>
                    <a:pt x="21600" y="16527"/>
                    <a:pt x="21424" y="19473"/>
                  </a:cubicBezTo>
                  <a:cubicBezTo>
                    <a:pt x="21424" y="20127"/>
                    <a:pt x="21249" y="20945"/>
                    <a:pt x="20722" y="21600"/>
                  </a:cubicBezTo>
                  <a:cubicBezTo>
                    <a:pt x="10712" y="21600"/>
                    <a:pt x="10712" y="21600"/>
                    <a:pt x="10712" y="21600"/>
                  </a:cubicBezTo>
                  <a:cubicBezTo>
                    <a:pt x="702" y="21600"/>
                    <a:pt x="702" y="21600"/>
                    <a:pt x="702" y="21600"/>
                  </a:cubicBezTo>
                  <a:cubicBezTo>
                    <a:pt x="351" y="20945"/>
                    <a:pt x="0" y="20127"/>
                    <a:pt x="0" y="19473"/>
                  </a:cubicBezTo>
                  <a:cubicBezTo>
                    <a:pt x="0" y="16527"/>
                    <a:pt x="3512" y="16364"/>
                    <a:pt x="6146" y="15382"/>
                  </a:cubicBezTo>
                  <a:close/>
                  <a:moveTo>
                    <a:pt x="15102" y="10473"/>
                  </a:moveTo>
                  <a:cubicBezTo>
                    <a:pt x="15278" y="10473"/>
                    <a:pt x="15454" y="10473"/>
                    <a:pt x="15629" y="10309"/>
                  </a:cubicBezTo>
                  <a:cubicBezTo>
                    <a:pt x="14400" y="9491"/>
                    <a:pt x="13171" y="8182"/>
                    <a:pt x="10712" y="6055"/>
                  </a:cubicBezTo>
                  <a:cubicBezTo>
                    <a:pt x="10361" y="5727"/>
                    <a:pt x="9834" y="5400"/>
                    <a:pt x="9483" y="5073"/>
                  </a:cubicBezTo>
                  <a:cubicBezTo>
                    <a:pt x="9659" y="5400"/>
                    <a:pt x="10010" y="5891"/>
                    <a:pt x="10712" y="6709"/>
                  </a:cubicBezTo>
                  <a:cubicBezTo>
                    <a:pt x="11415" y="7527"/>
                    <a:pt x="12468" y="8509"/>
                    <a:pt x="14049" y="9982"/>
                  </a:cubicBezTo>
                  <a:cubicBezTo>
                    <a:pt x="13171" y="10145"/>
                    <a:pt x="11941" y="9655"/>
                    <a:pt x="10712" y="8836"/>
                  </a:cubicBezTo>
                  <a:cubicBezTo>
                    <a:pt x="9483" y="8182"/>
                    <a:pt x="8254" y="7200"/>
                    <a:pt x="7376" y="6055"/>
                  </a:cubicBezTo>
                  <a:cubicBezTo>
                    <a:pt x="7024" y="7527"/>
                    <a:pt x="6498" y="9164"/>
                    <a:pt x="5795" y="10145"/>
                  </a:cubicBezTo>
                  <a:cubicBezTo>
                    <a:pt x="5971" y="10309"/>
                    <a:pt x="6146" y="10473"/>
                    <a:pt x="6322" y="10473"/>
                  </a:cubicBezTo>
                  <a:cubicBezTo>
                    <a:pt x="7200" y="12273"/>
                    <a:pt x="8605" y="13582"/>
                    <a:pt x="10712" y="13745"/>
                  </a:cubicBezTo>
                  <a:cubicBezTo>
                    <a:pt x="10712" y="13745"/>
                    <a:pt x="10712" y="13745"/>
                    <a:pt x="10712" y="13745"/>
                  </a:cubicBezTo>
                  <a:cubicBezTo>
                    <a:pt x="12820" y="13745"/>
                    <a:pt x="14224" y="12273"/>
                    <a:pt x="15102" y="10473"/>
                  </a:cubicBezTo>
                  <a:close/>
                  <a:moveTo>
                    <a:pt x="10712" y="20291"/>
                  </a:moveTo>
                  <a:cubicBezTo>
                    <a:pt x="13698" y="20291"/>
                    <a:pt x="16683" y="19309"/>
                    <a:pt x="18790" y="17182"/>
                  </a:cubicBezTo>
                  <a:cubicBezTo>
                    <a:pt x="17561" y="16691"/>
                    <a:pt x="16156" y="16364"/>
                    <a:pt x="14751" y="15873"/>
                  </a:cubicBezTo>
                  <a:cubicBezTo>
                    <a:pt x="13873" y="15545"/>
                    <a:pt x="13346" y="14727"/>
                    <a:pt x="13171" y="13745"/>
                  </a:cubicBezTo>
                  <a:cubicBezTo>
                    <a:pt x="12468" y="14073"/>
                    <a:pt x="11590" y="14236"/>
                    <a:pt x="10712" y="14236"/>
                  </a:cubicBezTo>
                  <a:cubicBezTo>
                    <a:pt x="10712" y="14236"/>
                    <a:pt x="10712" y="14236"/>
                    <a:pt x="10712" y="14236"/>
                  </a:cubicBezTo>
                  <a:cubicBezTo>
                    <a:pt x="9834" y="14236"/>
                    <a:pt x="9132" y="14073"/>
                    <a:pt x="8429" y="13745"/>
                  </a:cubicBezTo>
                  <a:cubicBezTo>
                    <a:pt x="8078" y="14727"/>
                    <a:pt x="7727" y="15545"/>
                    <a:pt x="6849" y="15873"/>
                  </a:cubicBezTo>
                  <a:cubicBezTo>
                    <a:pt x="5620" y="16364"/>
                    <a:pt x="3863" y="16691"/>
                    <a:pt x="2634" y="17182"/>
                  </a:cubicBezTo>
                  <a:cubicBezTo>
                    <a:pt x="4917" y="19309"/>
                    <a:pt x="7902" y="20291"/>
                    <a:pt x="10712" y="20291"/>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68" name="Shape 2568"/>
            <p:cNvSpPr/>
            <p:nvPr/>
          </p:nvSpPr>
          <p:spPr>
            <a:xfrm>
              <a:off x="2538512" y="5183905"/>
              <a:ext cx="817464" cy="864471"/>
            </a:xfrm>
            <a:custGeom>
              <a:avLst/>
              <a:gdLst/>
              <a:ahLst/>
              <a:cxnLst>
                <a:cxn ang="0">
                  <a:pos x="wd2" y="hd2"/>
                </a:cxn>
                <a:cxn ang="5400000">
                  <a:pos x="wd2" y="hd2"/>
                </a:cxn>
                <a:cxn ang="10800000">
                  <a:pos x="wd2" y="hd2"/>
                </a:cxn>
                <a:cxn ang="16200000">
                  <a:pos x="wd2" y="hd2"/>
                </a:cxn>
              </a:cxnLst>
              <a:rect l="0" t="0" r="r" b="b"/>
              <a:pathLst>
                <a:path w="21472" h="21386" fill="norm" stroke="1" extrusionOk="0">
                  <a:moveTo>
                    <a:pt x="15809" y="15303"/>
                  </a:moveTo>
                  <a:cubicBezTo>
                    <a:pt x="15677" y="15303"/>
                    <a:pt x="15545" y="15179"/>
                    <a:pt x="15413" y="15179"/>
                  </a:cubicBezTo>
                  <a:cubicBezTo>
                    <a:pt x="14360" y="14683"/>
                    <a:pt x="13965" y="14062"/>
                    <a:pt x="13833" y="13317"/>
                  </a:cubicBezTo>
                  <a:cubicBezTo>
                    <a:pt x="14228" y="12945"/>
                    <a:pt x="14623" y="12448"/>
                    <a:pt x="14887" y="11827"/>
                  </a:cubicBezTo>
                  <a:cubicBezTo>
                    <a:pt x="15150" y="11579"/>
                    <a:pt x="15282" y="11207"/>
                    <a:pt x="15545" y="10834"/>
                  </a:cubicBezTo>
                  <a:cubicBezTo>
                    <a:pt x="15677" y="10710"/>
                    <a:pt x="15677" y="10710"/>
                    <a:pt x="15809" y="10710"/>
                  </a:cubicBezTo>
                  <a:cubicBezTo>
                    <a:pt x="16072" y="10586"/>
                    <a:pt x="16204" y="10338"/>
                    <a:pt x="16335" y="10214"/>
                  </a:cubicBezTo>
                  <a:cubicBezTo>
                    <a:pt x="16731" y="9841"/>
                    <a:pt x="16862" y="9345"/>
                    <a:pt x="16994" y="8848"/>
                  </a:cubicBezTo>
                  <a:cubicBezTo>
                    <a:pt x="17126" y="8352"/>
                    <a:pt x="17126" y="7855"/>
                    <a:pt x="16994" y="7358"/>
                  </a:cubicBezTo>
                  <a:cubicBezTo>
                    <a:pt x="16994" y="6986"/>
                    <a:pt x="16862" y="6738"/>
                    <a:pt x="16731" y="6365"/>
                  </a:cubicBezTo>
                  <a:cubicBezTo>
                    <a:pt x="16599" y="5248"/>
                    <a:pt x="16335" y="3883"/>
                    <a:pt x="15809" y="2765"/>
                  </a:cubicBezTo>
                  <a:cubicBezTo>
                    <a:pt x="15150" y="1524"/>
                    <a:pt x="14228" y="531"/>
                    <a:pt x="12648" y="531"/>
                  </a:cubicBezTo>
                  <a:cubicBezTo>
                    <a:pt x="12252" y="407"/>
                    <a:pt x="11989" y="283"/>
                    <a:pt x="11594" y="283"/>
                  </a:cubicBezTo>
                  <a:cubicBezTo>
                    <a:pt x="11331" y="158"/>
                    <a:pt x="11067" y="158"/>
                    <a:pt x="10672" y="34"/>
                  </a:cubicBezTo>
                  <a:cubicBezTo>
                    <a:pt x="8170" y="-214"/>
                    <a:pt x="6589" y="903"/>
                    <a:pt x="5667" y="3014"/>
                  </a:cubicBezTo>
                  <a:cubicBezTo>
                    <a:pt x="5140" y="3883"/>
                    <a:pt x="4877" y="5124"/>
                    <a:pt x="4745" y="6365"/>
                  </a:cubicBezTo>
                  <a:cubicBezTo>
                    <a:pt x="4613" y="6738"/>
                    <a:pt x="4482" y="6986"/>
                    <a:pt x="4350" y="7358"/>
                  </a:cubicBezTo>
                  <a:cubicBezTo>
                    <a:pt x="4350" y="7855"/>
                    <a:pt x="4350" y="8352"/>
                    <a:pt x="4482" y="8848"/>
                  </a:cubicBezTo>
                  <a:cubicBezTo>
                    <a:pt x="4482" y="9345"/>
                    <a:pt x="4745" y="9841"/>
                    <a:pt x="5009" y="10214"/>
                  </a:cubicBezTo>
                  <a:cubicBezTo>
                    <a:pt x="5140" y="10338"/>
                    <a:pt x="5404" y="10586"/>
                    <a:pt x="5667" y="10710"/>
                  </a:cubicBezTo>
                  <a:cubicBezTo>
                    <a:pt x="5667" y="10710"/>
                    <a:pt x="5799" y="10710"/>
                    <a:pt x="5931" y="10834"/>
                  </a:cubicBezTo>
                  <a:cubicBezTo>
                    <a:pt x="6062" y="11083"/>
                    <a:pt x="6326" y="11455"/>
                    <a:pt x="6457" y="11827"/>
                  </a:cubicBezTo>
                  <a:cubicBezTo>
                    <a:pt x="6721" y="12448"/>
                    <a:pt x="7116" y="12945"/>
                    <a:pt x="7643" y="13317"/>
                  </a:cubicBezTo>
                  <a:cubicBezTo>
                    <a:pt x="7511" y="14062"/>
                    <a:pt x="7116" y="14807"/>
                    <a:pt x="6062" y="15179"/>
                  </a:cubicBezTo>
                  <a:cubicBezTo>
                    <a:pt x="5931" y="15179"/>
                    <a:pt x="5799" y="15303"/>
                    <a:pt x="5667" y="15303"/>
                  </a:cubicBezTo>
                  <a:cubicBezTo>
                    <a:pt x="3033" y="16172"/>
                    <a:pt x="-128" y="16545"/>
                    <a:pt x="4" y="19400"/>
                  </a:cubicBezTo>
                  <a:cubicBezTo>
                    <a:pt x="4" y="20020"/>
                    <a:pt x="267" y="20889"/>
                    <a:pt x="662" y="21386"/>
                  </a:cubicBezTo>
                  <a:cubicBezTo>
                    <a:pt x="5667" y="21386"/>
                    <a:pt x="5667" y="21386"/>
                    <a:pt x="5667" y="21386"/>
                  </a:cubicBezTo>
                  <a:cubicBezTo>
                    <a:pt x="10672" y="21386"/>
                    <a:pt x="10672" y="21386"/>
                    <a:pt x="10672" y="21386"/>
                  </a:cubicBezTo>
                  <a:cubicBezTo>
                    <a:pt x="15809" y="21386"/>
                    <a:pt x="15809" y="21386"/>
                    <a:pt x="15809" y="21386"/>
                  </a:cubicBezTo>
                  <a:cubicBezTo>
                    <a:pt x="20682" y="21386"/>
                    <a:pt x="20682" y="21386"/>
                    <a:pt x="20682" y="21386"/>
                  </a:cubicBezTo>
                  <a:cubicBezTo>
                    <a:pt x="21209" y="20889"/>
                    <a:pt x="21472" y="20020"/>
                    <a:pt x="21472" y="19400"/>
                  </a:cubicBezTo>
                  <a:cubicBezTo>
                    <a:pt x="21472" y="16545"/>
                    <a:pt x="18311" y="16172"/>
                    <a:pt x="15809" y="15303"/>
                  </a:cubicBezTo>
                  <a:close/>
                  <a:moveTo>
                    <a:pt x="15282" y="6986"/>
                  </a:moveTo>
                  <a:cubicBezTo>
                    <a:pt x="15413" y="6489"/>
                    <a:pt x="15545" y="6241"/>
                    <a:pt x="15809" y="6365"/>
                  </a:cubicBezTo>
                  <a:cubicBezTo>
                    <a:pt x="15940" y="6365"/>
                    <a:pt x="16072" y="6614"/>
                    <a:pt x="16204" y="6986"/>
                  </a:cubicBezTo>
                  <a:cubicBezTo>
                    <a:pt x="16599" y="7855"/>
                    <a:pt x="16467" y="9220"/>
                    <a:pt x="15809" y="9841"/>
                  </a:cubicBezTo>
                  <a:cubicBezTo>
                    <a:pt x="15677" y="10089"/>
                    <a:pt x="15413" y="10214"/>
                    <a:pt x="15282" y="10214"/>
                  </a:cubicBezTo>
                  <a:cubicBezTo>
                    <a:pt x="15150" y="8972"/>
                    <a:pt x="15150" y="7731"/>
                    <a:pt x="15282" y="6986"/>
                  </a:cubicBezTo>
                  <a:close/>
                  <a:moveTo>
                    <a:pt x="6194" y="10214"/>
                  </a:moveTo>
                  <a:cubicBezTo>
                    <a:pt x="5931" y="10214"/>
                    <a:pt x="5799" y="10089"/>
                    <a:pt x="5667" y="9841"/>
                  </a:cubicBezTo>
                  <a:cubicBezTo>
                    <a:pt x="5009" y="9220"/>
                    <a:pt x="4877" y="7979"/>
                    <a:pt x="5140" y="6986"/>
                  </a:cubicBezTo>
                  <a:cubicBezTo>
                    <a:pt x="5272" y="6614"/>
                    <a:pt x="5535" y="6365"/>
                    <a:pt x="5667" y="6241"/>
                  </a:cubicBezTo>
                  <a:cubicBezTo>
                    <a:pt x="5799" y="6241"/>
                    <a:pt x="6062" y="6614"/>
                    <a:pt x="6194" y="7234"/>
                  </a:cubicBezTo>
                  <a:cubicBezTo>
                    <a:pt x="6326" y="7855"/>
                    <a:pt x="6326" y="8848"/>
                    <a:pt x="6194" y="10214"/>
                  </a:cubicBezTo>
                  <a:close/>
                  <a:moveTo>
                    <a:pt x="6457" y="6489"/>
                  </a:moveTo>
                  <a:cubicBezTo>
                    <a:pt x="8433" y="6365"/>
                    <a:pt x="9487" y="5496"/>
                    <a:pt x="10672" y="4752"/>
                  </a:cubicBezTo>
                  <a:cubicBezTo>
                    <a:pt x="11067" y="4503"/>
                    <a:pt x="11462" y="4255"/>
                    <a:pt x="11857" y="4131"/>
                  </a:cubicBezTo>
                  <a:cubicBezTo>
                    <a:pt x="12911" y="3634"/>
                    <a:pt x="14228" y="3510"/>
                    <a:pt x="14623" y="4131"/>
                  </a:cubicBezTo>
                  <a:cubicBezTo>
                    <a:pt x="14887" y="4627"/>
                    <a:pt x="15282" y="5124"/>
                    <a:pt x="15282" y="5745"/>
                  </a:cubicBezTo>
                  <a:cubicBezTo>
                    <a:pt x="15282" y="5869"/>
                    <a:pt x="15282" y="5869"/>
                    <a:pt x="15282" y="5869"/>
                  </a:cubicBezTo>
                  <a:cubicBezTo>
                    <a:pt x="15282" y="7607"/>
                    <a:pt x="14887" y="11331"/>
                    <a:pt x="13570" y="10462"/>
                  </a:cubicBezTo>
                  <a:cubicBezTo>
                    <a:pt x="13438" y="10462"/>
                    <a:pt x="13306" y="10462"/>
                    <a:pt x="13306" y="10462"/>
                  </a:cubicBezTo>
                  <a:cubicBezTo>
                    <a:pt x="12911" y="10089"/>
                    <a:pt x="11989" y="9965"/>
                    <a:pt x="10672" y="9965"/>
                  </a:cubicBezTo>
                  <a:cubicBezTo>
                    <a:pt x="10672" y="9965"/>
                    <a:pt x="10672" y="9965"/>
                    <a:pt x="10672" y="9965"/>
                  </a:cubicBezTo>
                  <a:cubicBezTo>
                    <a:pt x="9487" y="9965"/>
                    <a:pt x="8696" y="10089"/>
                    <a:pt x="8301" y="10462"/>
                  </a:cubicBezTo>
                  <a:cubicBezTo>
                    <a:pt x="8170" y="10462"/>
                    <a:pt x="8170" y="10462"/>
                    <a:pt x="8170" y="10586"/>
                  </a:cubicBezTo>
                  <a:cubicBezTo>
                    <a:pt x="6984" y="11207"/>
                    <a:pt x="6589" y="8352"/>
                    <a:pt x="6457" y="6489"/>
                  </a:cubicBezTo>
                  <a:close/>
                  <a:moveTo>
                    <a:pt x="12911" y="11703"/>
                  </a:moveTo>
                  <a:cubicBezTo>
                    <a:pt x="12911" y="12324"/>
                    <a:pt x="12516" y="12696"/>
                    <a:pt x="11594" y="12945"/>
                  </a:cubicBezTo>
                  <a:cubicBezTo>
                    <a:pt x="11199" y="13069"/>
                    <a:pt x="11067" y="12448"/>
                    <a:pt x="10672" y="12448"/>
                  </a:cubicBezTo>
                  <a:cubicBezTo>
                    <a:pt x="10672" y="12448"/>
                    <a:pt x="10672" y="12448"/>
                    <a:pt x="10672" y="12448"/>
                  </a:cubicBezTo>
                  <a:cubicBezTo>
                    <a:pt x="10409" y="12448"/>
                    <a:pt x="10145" y="13069"/>
                    <a:pt x="9750" y="12945"/>
                  </a:cubicBezTo>
                  <a:cubicBezTo>
                    <a:pt x="8960" y="12696"/>
                    <a:pt x="8565" y="12200"/>
                    <a:pt x="8565" y="11703"/>
                  </a:cubicBezTo>
                  <a:cubicBezTo>
                    <a:pt x="8565" y="10958"/>
                    <a:pt x="9618" y="10586"/>
                    <a:pt x="10672" y="10586"/>
                  </a:cubicBezTo>
                  <a:cubicBezTo>
                    <a:pt x="11726" y="10586"/>
                    <a:pt x="12779" y="10958"/>
                    <a:pt x="12911" y="11703"/>
                  </a:cubicBezTo>
                  <a:close/>
                  <a:moveTo>
                    <a:pt x="10672" y="20765"/>
                  </a:moveTo>
                  <a:cubicBezTo>
                    <a:pt x="10672" y="20765"/>
                    <a:pt x="10672" y="20765"/>
                    <a:pt x="10672" y="20765"/>
                  </a:cubicBezTo>
                  <a:cubicBezTo>
                    <a:pt x="10540" y="20765"/>
                    <a:pt x="10409" y="20517"/>
                    <a:pt x="10409" y="20393"/>
                  </a:cubicBezTo>
                  <a:cubicBezTo>
                    <a:pt x="10409" y="20269"/>
                    <a:pt x="10540" y="20145"/>
                    <a:pt x="10672" y="20145"/>
                  </a:cubicBezTo>
                  <a:cubicBezTo>
                    <a:pt x="10672" y="20145"/>
                    <a:pt x="10672" y="20145"/>
                    <a:pt x="10672" y="20145"/>
                  </a:cubicBezTo>
                  <a:cubicBezTo>
                    <a:pt x="10935" y="20145"/>
                    <a:pt x="10935" y="20269"/>
                    <a:pt x="10935" y="20393"/>
                  </a:cubicBezTo>
                  <a:cubicBezTo>
                    <a:pt x="10935" y="20517"/>
                    <a:pt x="10935" y="20641"/>
                    <a:pt x="10672" y="20765"/>
                  </a:cubicBezTo>
                  <a:close/>
                  <a:moveTo>
                    <a:pt x="10672" y="19896"/>
                  </a:moveTo>
                  <a:cubicBezTo>
                    <a:pt x="10672" y="19896"/>
                    <a:pt x="10672" y="19896"/>
                    <a:pt x="10672" y="19896"/>
                  </a:cubicBezTo>
                  <a:cubicBezTo>
                    <a:pt x="10540" y="19896"/>
                    <a:pt x="10409" y="19772"/>
                    <a:pt x="10409" y="19524"/>
                  </a:cubicBezTo>
                  <a:cubicBezTo>
                    <a:pt x="10409" y="19400"/>
                    <a:pt x="10540" y="19276"/>
                    <a:pt x="10672" y="19276"/>
                  </a:cubicBezTo>
                  <a:cubicBezTo>
                    <a:pt x="10672" y="19276"/>
                    <a:pt x="10672" y="19276"/>
                    <a:pt x="10672" y="19276"/>
                  </a:cubicBezTo>
                  <a:cubicBezTo>
                    <a:pt x="10935" y="19276"/>
                    <a:pt x="10935" y="19400"/>
                    <a:pt x="10935" y="19524"/>
                  </a:cubicBezTo>
                  <a:cubicBezTo>
                    <a:pt x="10935" y="19772"/>
                    <a:pt x="10935" y="19896"/>
                    <a:pt x="10672" y="19896"/>
                  </a:cubicBezTo>
                  <a:close/>
                  <a:moveTo>
                    <a:pt x="10672" y="18903"/>
                  </a:moveTo>
                  <a:cubicBezTo>
                    <a:pt x="8960" y="18283"/>
                    <a:pt x="8038" y="17414"/>
                    <a:pt x="6589" y="15800"/>
                  </a:cubicBezTo>
                  <a:cubicBezTo>
                    <a:pt x="7379" y="15427"/>
                    <a:pt x="7906" y="14558"/>
                    <a:pt x="8170" y="13689"/>
                  </a:cubicBezTo>
                  <a:cubicBezTo>
                    <a:pt x="8960" y="14310"/>
                    <a:pt x="9882" y="14434"/>
                    <a:pt x="10540" y="14434"/>
                  </a:cubicBezTo>
                  <a:cubicBezTo>
                    <a:pt x="10540" y="14434"/>
                    <a:pt x="10672" y="14434"/>
                    <a:pt x="10672" y="14434"/>
                  </a:cubicBezTo>
                  <a:cubicBezTo>
                    <a:pt x="10672" y="14434"/>
                    <a:pt x="10672" y="14434"/>
                    <a:pt x="10672" y="14434"/>
                  </a:cubicBezTo>
                  <a:cubicBezTo>
                    <a:pt x="10672" y="14434"/>
                    <a:pt x="10804" y="14434"/>
                    <a:pt x="10804" y="14434"/>
                  </a:cubicBezTo>
                  <a:cubicBezTo>
                    <a:pt x="11462" y="14434"/>
                    <a:pt x="12384" y="14310"/>
                    <a:pt x="13174" y="13689"/>
                  </a:cubicBezTo>
                  <a:cubicBezTo>
                    <a:pt x="13438" y="14558"/>
                    <a:pt x="13965" y="15303"/>
                    <a:pt x="14755" y="15676"/>
                  </a:cubicBezTo>
                  <a:cubicBezTo>
                    <a:pt x="13438" y="17538"/>
                    <a:pt x="12252" y="18407"/>
                    <a:pt x="10672" y="18903"/>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69" name="Shape 2569"/>
            <p:cNvSpPr/>
            <p:nvPr/>
          </p:nvSpPr>
          <p:spPr>
            <a:xfrm>
              <a:off x="2559050" y="1820814"/>
              <a:ext cx="676277" cy="776337"/>
            </a:xfrm>
            <a:custGeom>
              <a:avLst/>
              <a:gdLst/>
              <a:ahLst/>
              <a:cxnLst>
                <a:cxn ang="0">
                  <a:pos x="wd2" y="hd2"/>
                </a:cxn>
                <a:cxn ang="5400000">
                  <a:pos x="wd2" y="hd2"/>
                </a:cxn>
                <a:cxn ang="10800000">
                  <a:pos x="wd2" y="hd2"/>
                </a:cxn>
                <a:cxn ang="16200000">
                  <a:pos x="wd2" y="hd2"/>
                </a:cxn>
              </a:cxnLst>
              <a:rect l="0" t="0" r="r" b="b"/>
              <a:pathLst>
                <a:path w="21600" h="21470" fill="norm" stroke="1" extrusionOk="0">
                  <a:moveTo>
                    <a:pt x="6080" y="15655"/>
                  </a:moveTo>
                  <a:cubicBezTo>
                    <a:pt x="7200" y="15239"/>
                    <a:pt x="7680" y="14547"/>
                    <a:pt x="7840" y="13716"/>
                  </a:cubicBezTo>
                  <a:cubicBezTo>
                    <a:pt x="7040" y="13301"/>
                    <a:pt x="6400" y="12470"/>
                    <a:pt x="5920" y="11639"/>
                  </a:cubicBezTo>
                  <a:cubicBezTo>
                    <a:pt x="5600" y="11501"/>
                    <a:pt x="5280" y="11362"/>
                    <a:pt x="5120" y="11085"/>
                  </a:cubicBezTo>
                  <a:cubicBezTo>
                    <a:pt x="4800" y="10808"/>
                    <a:pt x="4640" y="10393"/>
                    <a:pt x="4480" y="9839"/>
                  </a:cubicBezTo>
                  <a:cubicBezTo>
                    <a:pt x="4480" y="9424"/>
                    <a:pt x="4320" y="9008"/>
                    <a:pt x="4480" y="8455"/>
                  </a:cubicBezTo>
                  <a:cubicBezTo>
                    <a:pt x="4480" y="8178"/>
                    <a:pt x="4640" y="7901"/>
                    <a:pt x="4800" y="7624"/>
                  </a:cubicBezTo>
                  <a:cubicBezTo>
                    <a:pt x="4960" y="6101"/>
                    <a:pt x="5600" y="4716"/>
                    <a:pt x="6720" y="3747"/>
                  </a:cubicBezTo>
                  <a:cubicBezTo>
                    <a:pt x="6880" y="3470"/>
                    <a:pt x="7040" y="3332"/>
                    <a:pt x="7360" y="3193"/>
                  </a:cubicBezTo>
                  <a:cubicBezTo>
                    <a:pt x="6560" y="1532"/>
                    <a:pt x="8480" y="-130"/>
                    <a:pt x="10880" y="8"/>
                  </a:cubicBezTo>
                  <a:cubicBezTo>
                    <a:pt x="11200" y="8"/>
                    <a:pt x="11520" y="147"/>
                    <a:pt x="11840" y="285"/>
                  </a:cubicBezTo>
                  <a:cubicBezTo>
                    <a:pt x="11360" y="424"/>
                    <a:pt x="11040" y="701"/>
                    <a:pt x="10880" y="978"/>
                  </a:cubicBezTo>
                  <a:cubicBezTo>
                    <a:pt x="10720" y="1255"/>
                    <a:pt x="10720" y="1532"/>
                    <a:pt x="10880" y="1808"/>
                  </a:cubicBezTo>
                  <a:cubicBezTo>
                    <a:pt x="10880" y="1808"/>
                    <a:pt x="10880" y="1808"/>
                    <a:pt x="10880" y="1808"/>
                  </a:cubicBezTo>
                  <a:cubicBezTo>
                    <a:pt x="11680" y="-130"/>
                    <a:pt x="14400" y="424"/>
                    <a:pt x="14400" y="1116"/>
                  </a:cubicBezTo>
                  <a:cubicBezTo>
                    <a:pt x="13760" y="1532"/>
                    <a:pt x="13600" y="1947"/>
                    <a:pt x="13600" y="2639"/>
                  </a:cubicBezTo>
                  <a:cubicBezTo>
                    <a:pt x="14400" y="2639"/>
                    <a:pt x="14560" y="2085"/>
                    <a:pt x="14880" y="1532"/>
                  </a:cubicBezTo>
                  <a:cubicBezTo>
                    <a:pt x="15360" y="2224"/>
                    <a:pt x="15360" y="3055"/>
                    <a:pt x="15040" y="3885"/>
                  </a:cubicBezTo>
                  <a:cubicBezTo>
                    <a:pt x="16000" y="4716"/>
                    <a:pt x="16800" y="6101"/>
                    <a:pt x="16800" y="7347"/>
                  </a:cubicBezTo>
                  <a:cubicBezTo>
                    <a:pt x="16800" y="7485"/>
                    <a:pt x="16800" y="7624"/>
                    <a:pt x="16800" y="7624"/>
                  </a:cubicBezTo>
                  <a:cubicBezTo>
                    <a:pt x="16960" y="7901"/>
                    <a:pt x="17120" y="8178"/>
                    <a:pt x="17120" y="8455"/>
                  </a:cubicBezTo>
                  <a:cubicBezTo>
                    <a:pt x="17280" y="9008"/>
                    <a:pt x="17280" y="9424"/>
                    <a:pt x="17120" y="9839"/>
                  </a:cubicBezTo>
                  <a:cubicBezTo>
                    <a:pt x="16960" y="10393"/>
                    <a:pt x="16800" y="10808"/>
                    <a:pt x="16480" y="11085"/>
                  </a:cubicBezTo>
                  <a:cubicBezTo>
                    <a:pt x="16320" y="11362"/>
                    <a:pt x="16000" y="11501"/>
                    <a:pt x="15680" y="11639"/>
                  </a:cubicBezTo>
                  <a:cubicBezTo>
                    <a:pt x="15200" y="12470"/>
                    <a:pt x="14560" y="13301"/>
                    <a:pt x="13920" y="13716"/>
                  </a:cubicBezTo>
                  <a:cubicBezTo>
                    <a:pt x="13920" y="14547"/>
                    <a:pt x="14400" y="15239"/>
                    <a:pt x="15520" y="15655"/>
                  </a:cubicBezTo>
                  <a:cubicBezTo>
                    <a:pt x="18080" y="16624"/>
                    <a:pt x="21600" y="16901"/>
                    <a:pt x="21600" y="19670"/>
                  </a:cubicBezTo>
                  <a:cubicBezTo>
                    <a:pt x="21600" y="20224"/>
                    <a:pt x="21280" y="20916"/>
                    <a:pt x="20800" y="21470"/>
                  </a:cubicBezTo>
                  <a:cubicBezTo>
                    <a:pt x="10880" y="21470"/>
                    <a:pt x="10880" y="21470"/>
                    <a:pt x="10880" y="21470"/>
                  </a:cubicBezTo>
                  <a:cubicBezTo>
                    <a:pt x="800" y="21470"/>
                    <a:pt x="800" y="21470"/>
                    <a:pt x="800" y="21470"/>
                  </a:cubicBezTo>
                  <a:cubicBezTo>
                    <a:pt x="320" y="20916"/>
                    <a:pt x="0" y="20224"/>
                    <a:pt x="0" y="19670"/>
                  </a:cubicBezTo>
                  <a:cubicBezTo>
                    <a:pt x="0" y="16901"/>
                    <a:pt x="3520" y="16624"/>
                    <a:pt x="6080" y="15655"/>
                  </a:cubicBezTo>
                  <a:close/>
                  <a:moveTo>
                    <a:pt x="15200" y="11224"/>
                  </a:moveTo>
                  <a:cubicBezTo>
                    <a:pt x="16320" y="11085"/>
                    <a:pt x="16800" y="9147"/>
                    <a:pt x="16320" y="8039"/>
                  </a:cubicBezTo>
                  <a:cubicBezTo>
                    <a:pt x="16320" y="8039"/>
                    <a:pt x="16320" y="7901"/>
                    <a:pt x="16320" y="7901"/>
                  </a:cubicBezTo>
                  <a:cubicBezTo>
                    <a:pt x="15360" y="7485"/>
                    <a:pt x="15200" y="9562"/>
                    <a:pt x="15200" y="9701"/>
                  </a:cubicBezTo>
                  <a:cubicBezTo>
                    <a:pt x="15200" y="10532"/>
                    <a:pt x="14240" y="10808"/>
                    <a:pt x="14400" y="10255"/>
                  </a:cubicBezTo>
                  <a:cubicBezTo>
                    <a:pt x="14720" y="9701"/>
                    <a:pt x="14880" y="8870"/>
                    <a:pt x="15040" y="7901"/>
                  </a:cubicBezTo>
                  <a:cubicBezTo>
                    <a:pt x="15040" y="7901"/>
                    <a:pt x="15040" y="7901"/>
                    <a:pt x="15040" y="7901"/>
                  </a:cubicBezTo>
                  <a:cubicBezTo>
                    <a:pt x="15040" y="7070"/>
                    <a:pt x="14880" y="6239"/>
                    <a:pt x="14400" y="5408"/>
                  </a:cubicBezTo>
                  <a:cubicBezTo>
                    <a:pt x="14240" y="5270"/>
                    <a:pt x="14240" y="5132"/>
                    <a:pt x="14080" y="5132"/>
                  </a:cubicBezTo>
                  <a:cubicBezTo>
                    <a:pt x="13280" y="5547"/>
                    <a:pt x="12160" y="5824"/>
                    <a:pt x="10880" y="5547"/>
                  </a:cubicBezTo>
                  <a:cubicBezTo>
                    <a:pt x="10240" y="5547"/>
                    <a:pt x="9440" y="5270"/>
                    <a:pt x="8640" y="4993"/>
                  </a:cubicBezTo>
                  <a:cubicBezTo>
                    <a:pt x="8640" y="4993"/>
                    <a:pt x="8640" y="4993"/>
                    <a:pt x="8640" y="4993"/>
                  </a:cubicBezTo>
                  <a:cubicBezTo>
                    <a:pt x="7840" y="4716"/>
                    <a:pt x="7520" y="4993"/>
                    <a:pt x="7200" y="5547"/>
                  </a:cubicBezTo>
                  <a:cubicBezTo>
                    <a:pt x="7200" y="5547"/>
                    <a:pt x="7200" y="5547"/>
                    <a:pt x="7040" y="5547"/>
                  </a:cubicBezTo>
                  <a:cubicBezTo>
                    <a:pt x="6720" y="6239"/>
                    <a:pt x="6560" y="7070"/>
                    <a:pt x="6560" y="7762"/>
                  </a:cubicBezTo>
                  <a:cubicBezTo>
                    <a:pt x="6560" y="7901"/>
                    <a:pt x="6560" y="7901"/>
                    <a:pt x="6560" y="7901"/>
                  </a:cubicBezTo>
                  <a:cubicBezTo>
                    <a:pt x="6560" y="8870"/>
                    <a:pt x="6880" y="9701"/>
                    <a:pt x="7040" y="10255"/>
                  </a:cubicBezTo>
                  <a:cubicBezTo>
                    <a:pt x="7360" y="10808"/>
                    <a:pt x="6400" y="10532"/>
                    <a:pt x="6400" y="9701"/>
                  </a:cubicBezTo>
                  <a:cubicBezTo>
                    <a:pt x="6400" y="9562"/>
                    <a:pt x="6080" y="7485"/>
                    <a:pt x="5280" y="7901"/>
                  </a:cubicBezTo>
                  <a:cubicBezTo>
                    <a:pt x="5280" y="7901"/>
                    <a:pt x="5280" y="7901"/>
                    <a:pt x="5280" y="8039"/>
                  </a:cubicBezTo>
                  <a:cubicBezTo>
                    <a:pt x="4640" y="9147"/>
                    <a:pt x="5120" y="11085"/>
                    <a:pt x="6400" y="11224"/>
                  </a:cubicBezTo>
                  <a:cubicBezTo>
                    <a:pt x="7200" y="12885"/>
                    <a:pt x="8800" y="14132"/>
                    <a:pt x="10720" y="14132"/>
                  </a:cubicBezTo>
                  <a:cubicBezTo>
                    <a:pt x="10880" y="14132"/>
                    <a:pt x="10880" y="14132"/>
                    <a:pt x="10880" y="14132"/>
                  </a:cubicBezTo>
                  <a:cubicBezTo>
                    <a:pt x="12960" y="14132"/>
                    <a:pt x="14400" y="12885"/>
                    <a:pt x="15200" y="11224"/>
                  </a:cubicBezTo>
                  <a:close/>
                  <a:moveTo>
                    <a:pt x="13120" y="14132"/>
                  </a:moveTo>
                  <a:cubicBezTo>
                    <a:pt x="12480" y="14547"/>
                    <a:pt x="11680" y="14685"/>
                    <a:pt x="10880" y="14824"/>
                  </a:cubicBezTo>
                  <a:cubicBezTo>
                    <a:pt x="10720" y="14824"/>
                    <a:pt x="10720" y="14824"/>
                    <a:pt x="10720" y="14824"/>
                  </a:cubicBezTo>
                  <a:cubicBezTo>
                    <a:pt x="9920" y="14824"/>
                    <a:pt x="9120" y="14547"/>
                    <a:pt x="8320" y="14132"/>
                  </a:cubicBezTo>
                  <a:cubicBezTo>
                    <a:pt x="8320" y="14685"/>
                    <a:pt x="7840" y="15239"/>
                    <a:pt x="7520" y="15655"/>
                  </a:cubicBezTo>
                  <a:cubicBezTo>
                    <a:pt x="8800" y="17039"/>
                    <a:pt x="9760" y="17732"/>
                    <a:pt x="10720" y="18562"/>
                  </a:cubicBezTo>
                  <a:cubicBezTo>
                    <a:pt x="10720" y="18562"/>
                    <a:pt x="10720" y="18562"/>
                    <a:pt x="10880" y="18424"/>
                  </a:cubicBezTo>
                  <a:cubicBezTo>
                    <a:pt x="11680" y="18008"/>
                    <a:pt x="12640" y="17039"/>
                    <a:pt x="13920" y="15378"/>
                  </a:cubicBezTo>
                  <a:cubicBezTo>
                    <a:pt x="13600" y="15101"/>
                    <a:pt x="13280" y="14547"/>
                    <a:pt x="13120" y="14132"/>
                  </a:cubicBezTo>
                  <a:close/>
                  <a:moveTo>
                    <a:pt x="7840" y="19670"/>
                  </a:moveTo>
                  <a:cubicBezTo>
                    <a:pt x="8320" y="19255"/>
                    <a:pt x="8480" y="18562"/>
                    <a:pt x="9280" y="18147"/>
                  </a:cubicBezTo>
                  <a:cubicBezTo>
                    <a:pt x="9920" y="18562"/>
                    <a:pt x="10720" y="19670"/>
                    <a:pt x="10720" y="20224"/>
                  </a:cubicBezTo>
                  <a:cubicBezTo>
                    <a:pt x="10720" y="20085"/>
                    <a:pt x="10720" y="20085"/>
                    <a:pt x="10880" y="19947"/>
                  </a:cubicBezTo>
                  <a:cubicBezTo>
                    <a:pt x="11040" y="19255"/>
                    <a:pt x="12000" y="18701"/>
                    <a:pt x="12320" y="18424"/>
                  </a:cubicBezTo>
                  <a:cubicBezTo>
                    <a:pt x="12960" y="18701"/>
                    <a:pt x="13280" y="19255"/>
                    <a:pt x="13600" y="19670"/>
                  </a:cubicBezTo>
                  <a:cubicBezTo>
                    <a:pt x="14080" y="19255"/>
                    <a:pt x="15360" y="17732"/>
                    <a:pt x="15840" y="16347"/>
                  </a:cubicBezTo>
                  <a:cubicBezTo>
                    <a:pt x="15200" y="16208"/>
                    <a:pt x="14720" y="16070"/>
                    <a:pt x="14400" y="15655"/>
                  </a:cubicBezTo>
                  <a:cubicBezTo>
                    <a:pt x="14400" y="15793"/>
                    <a:pt x="14400" y="15793"/>
                    <a:pt x="14400" y="15793"/>
                  </a:cubicBezTo>
                  <a:cubicBezTo>
                    <a:pt x="13440" y="16901"/>
                    <a:pt x="11840" y="18424"/>
                    <a:pt x="10880" y="19255"/>
                  </a:cubicBezTo>
                  <a:cubicBezTo>
                    <a:pt x="10720" y="19255"/>
                    <a:pt x="10720" y="19255"/>
                    <a:pt x="10720" y="19255"/>
                  </a:cubicBezTo>
                  <a:cubicBezTo>
                    <a:pt x="9600" y="18008"/>
                    <a:pt x="8320" y="17039"/>
                    <a:pt x="7040" y="15932"/>
                  </a:cubicBezTo>
                  <a:cubicBezTo>
                    <a:pt x="6720" y="16070"/>
                    <a:pt x="6400" y="16347"/>
                    <a:pt x="5920" y="16347"/>
                  </a:cubicBezTo>
                  <a:cubicBezTo>
                    <a:pt x="6400" y="17455"/>
                    <a:pt x="7040" y="19116"/>
                    <a:pt x="7840" y="19670"/>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0" name="Shape 2570"/>
            <p:cNvSpPr/>
            <p:nvPr/>
          </p:nvSpPr>
          <p:spPr>
            <a:xfrm>
              <a:off x="0" y="1938984"/>
              <a:ext cx="808209" cy="905816"/>
            </a:xfrm>
            <a:custGeom>
              <a:avLst/>
              <a:gdLst/>
              <a:ahLst/>
              <a:cxnLst>
                <a:cxn ang="0">
                  <a:pos x="wd2" y="hd2"/>
                </a:cxn>
                <a:cxn ang="5400000">
                  <a:pos x="wd2" y="hd2"/>
                </a:cxn>
                <a:cxn ang="10800000">
                  <a:pos x="wd2" y="hd2"/>
                </a:cxn>
                <a:cxn ang="16200000">
                  <a:pos x="wd2" y="hd2"/>
                </a:cxn>
              </a:cxnLst>
              <a:rect l="0" t="0" r="r" b="b"/>
              <a:pathLst>
                <a:path w="21478" h="20610" fill="norm" stroke="1" extrusionOk="0">
                  <a:moveTo>
                    <a:pt x="2267" y="16153"/>
                  </a:moveTo>
                  <a:cubicBezTo>
                    <a:pt x="1867" y="15467"/>
                    <a:pt x="2267" y="14896"/>
                    <a:pt x="2933" y="14553"/>
                  </a:cubicBezTo>
                  <a:cubicBezTo>
                    <a:pt x="3867" y="14096"/>
                    <a:pt x="3333" y="13181"/>
                    <a:pt x="2267" y="12724"/>
                  </a:cubicBezTo>
                  <a:cubicBezTo>
                    <a:pt x="1200" y="12267"/>
                    <a:pt x="800" y="11467"/>
                    <a:pt x="2133" y="10896"/>
                  </a:cubicBezTo>
                  <a:cubicBezTo>
                    <a:pt x="3467" y="10324"/>
                    <a:pt x="3467" y="10210"/>
                    <a:pt x="2133" y="9067"/>
                  </a:cubicBezTo>
                  <a:cubicBezTo>
                    <a:pt x="933" y="8039"/>
                    <a:pt x="1600" y="5524"/>
                    <a:pt x="3333" y="5067"/>
                  </a:cubicBezTo>
                  <a:cubicBezTo>
                    <a:pt x="5067" y="4724"/>
                    <a:pt x="4667" y="3924"/>
                    <a:pt x="5333" y="2210"/>
                  </a:cubicBezTo>
                  <a:cubicBezTo>
                    <a:pt x="6000" y="496"/>
                    <a:pt x="10667" y="-990"/>
                    <a:pt x="12400" y="839"/>
                  </a:cubicBezTo>
                  <a:cubicBezTo>
                    <a:pt x="13467" y="-304"/>
                    <a:pt x="16000" y="1181"/>
                    <a:pt x="16533" y="2781"/>
                  </a:cubicBezTo>
                  <a:cubicBezTo>
                    <a:pt x="17067" y="4381"/>
                    <a:pt x="16667" y="4839"/>
                    <a:pt x="18133" y="5067"/>
                  </a:cubicBezTo>
                  <a:cubicBezTo>
                    <a:pt x="19467" y="5296"/>
                    <a:pt x="20267" y="7010"/>
                    <a:pt x="19467" y="8039"/>
                  </a:cubicBezTo>
                  <a:cubicBezTo>
                    <a:pt x="18533" y="9181"/>
                    <a:pt x="18133" y="9639"/>
                    <a:pt x="19333" y="10439"/>
                  </a:cubicBezTo>
                  <a:cubicBezTo>
                    <a:pt x="20667" y="11239"/>
                    <a:pt x="20400" y="12610"/>
                    <a:pt x="19200" y="13067"/>
                  </a:cubicBezTo>
                  <a:cubicBezTo>
                    <a:pt x="18000" y="13524"/>
                    <a:pt x="17733" y="14324"/>
                    <a:pt x="18667" y="14781"/>
                  </a:cubicBezTo>
                  <a:cubicBezTo>
                    <a:pt x="19467" y="15124"/>
                    <a:pt x="19733" y="15581"/>
                    <a:pt x="19333" y="16153"/>
                  </a:cubicBezTo>
                  <a:cubicBezTo>
                    <a:pt x="20533" y="16610"/>
                    <a:pt x="21600" y="17410"/>
                    <a:pt x="21467" y="18781"/>
                  </a:cubicBezTo>
                  <a:cubicBezTo>
                    <a:pt x="21467" y="19467"/>
                    <a:pt x="21200" y="20039"/>
                    <a:pt x="20800" y="20610"/>
                  </a:cubicBezTo>
                  <a:cubicBezTo>
                    <a:pt x="800" y="20610"/>
                    <a:pt x="800" y="20610"/>
                    <a:pt x="800" y="20610"/>
                  </a:cubicBezTo>
                  <a:cubicBezTo>
                    <a:pt x="400" y="20039"/>
                    <a:pt x="133" y="19467"/>
                    <a:pt x="0" y="18781"/>
                  </a:cubicBezTo>
                  <a:cubicBezTo>
                    <a:pt x="0" y="17410"/>
                    <a:pt x="933" y="16610"/>
                    <a:pt x="2267" y="16153"/>
                  </a:cubicBezTo>
                  <a:close/>
                  <a:moveTo>
                    <a:pt x="6133" y="7239"/>
                  </a:moveTo>
                  <a:cubicBezTo>
                    <a:pt x="6133" y="7239"/>
                    <a:pt x="6133" y="7239"/>
                    <a:pt x="6133" y="7239"/>
                  </a:cubicBezTo>
                  <a:cubicBezTo>
                    <a:pt x="5600" y="6439"/>
                    <a:pt x="5200" y="7467"/>
                    <a:pt x="5067" y="7924"/>
                  </a:cubicBezTo>
                  <a:cubicBezTo>
                    <a:pt x="4933" y="8610"/>
                    <a:pt x="5200" y="9410"/>
                    <a:pt x="5467" y="9981"/>
                  </a:cubicBezTo>
                  <a:cubicBezTo>
                    <a:pt x="5600" y="9867"/>
                    <a:pt x="5733" y="9867"/>
                    <a:pt x="5867" y="9867"/>
                  </a:cubicBezTo>
                  <a:cubicBezTo>
                    <a:pt x="7600" y="10096"/>
                    <a:pt x="3600" y="8153"/>
                    <a:pt x="6133" y="7239"/>
                  </a:cubicBezTo>
                  <a:close/>
                  <a:moveTo>
                    <a:pt x="16400" y="7810"/>
                  </a:moveTo>
                  <a:cubicBezTo>
                    <a:pt x="16267" y="7010"/>
                    <a:pt x="15733" y="6781"/>
                    <a:pt x="15333" y="7581"/>
                  </a:cubicBezTo>
                  <a:cubicBezTo>
                    <a:pt x="14933" y="8153"/>
                    <a:pt x="14933" y="8496"/>
                    <a:pt x="14933" y="7353"/>
                  </a:cubicBezTo>
                  <a:cubicBezTo>
                    <a:pt x="14933" y="6553"/>
                    <a:pt x="14800" y="5639"/>
                    <a:pt x="14400" y="4839"/>
                  </a:cubicBezTo>
                  <a:cubicBezTo>
                    <a:pt x="14267" y="4839"/>
                    <a:pt x="14267" y="4724"/>
                    <a:pt x="14267" y="4724"/>
                  </a:cubicBezTo>
                  <a:cubicBezTo>
                    <a:pt x="13600" y="5524"/>
                    <a:pt x="12400" y="6324"/>
                    <a:pt x="10800" y="6439"/>
                  </a:cubicBezTo>
                  <a:cubicBezTo>
                    <a:pt x="10667" y="6439"/>
                    <a:pt x="10533" y="6439"/>
                    <a:pt x="10267" y="6439"/>
                  </a:cubicBezTo>
                  <a:cubicBezTo>
                    <a:pt x="7333" y="6324"/>
                    <a:pt x="10533" y="7924"/>
                    <a:pt x="8133" y="8267"/>
                  </a:cubicBezTo>
                  <a:cubicBezTo>
                    <a:pt x="6400" y="8381"/>
                    <a:pt x="6667" y="8724"/>
                    <a:pt x="7600" y="9524"/>
                  </a:cubicBezTo>
                  <a:cubicBezTo>
                    <a:pt x="8133" y="10096"/>
                    <a:pt x="8000" y="10896"/>
                    <a:pt x="6667" y="11010"/>
                  </a:cubicBezTo>
                  <a:cubicBezTo>
                    <a:pt x="7600" y="12381"/>
                    <a:pt x="8933" y="13410"/>
                    <a:pt x="10800" y="13410"/>
                  </a:cubicBezTo>
                  <a:cubicBezTo>
                    <a:pt x="10800" y="13410"/>
                    <a:pt x="10800" y="13410"/>
                    <a:pt x="10800" y="13410"/>
                  </a:cubicBezTo>
                  <a:cubicBezTo>
                    <a:pt x="12800" y="13410"/>
                    <a:pt x="14267" y="12153"/>
                    <a:pt x="15200" y="10553"/>
                  </a:cubicBezTo>
                  <a:cubicBezTo>
                    <a:pt x="16133" y="10439"/>
                    <a:pt x="16667" y="8953"/>
                    <a:pt x="16400" y="7810"/>
                  </a:cubicBezTo>
                  <a:close/>
                  <a:moveTo>
                    <a:pt x="17600" y="16267"/>
                  </a:moveTo>
                  <a:cubicBezTo>
                    <a:pt x="16800" y="15924"/>
                    <a:pt x="15733" y="15810"/>
                    <a:pt x="14667" y="15467"/>
                  </a:cubicBezTo>
                  <a:cubicBezTo>
                    <a:pt x="13600" y="15124"/>
                    <a:pt x="13333" y="14324"/>
                    <a:pt x="13333" y="13410"/>
                  </a:cubicBezTo>
                  <a:cubicBezTo>
                    <a:pt x="12667" y="13867"/>
                    <a:pt x="11733" y="14096"/>
                    <a:pt x="10800" y="14096"/>
                  </a:cubicBezTo>
                  <a:cubicBezTo>
                    <a:pt x="10800" y="14096"/>
                    <a:pt x="10800" y="14096"/>
                    <a:pt x="10800" y="14096"/>
                  </a:cubicBezTo>
                  <a:cubicBezTo>
                    <a:pt x="9867" y="14096"/>
                    <a:pt x="8933" y="13867"/>
                    <a:pt x="8267" y="13410"/>
                  </a:cubicBezTo>
                  <a:cubicBezTo>
                    <a:pt x="8267" y="14324"/>
                    <a:pt x="8000" y="15124"/>
                    <a:pt x="6800" y="15467"/>
                  </a:cubicBezTo>
                  <a:cubicBezTo>
                    <a:pt x="5867" y="15810"/>
                    <a:pt x="4800" y="16039"/>
                    <a:pt x="3867" y="16267"/>
                  </a:cubicBezTo>
                  <a:cubicBezTo>
                    <a:pt x="4400" y="17753"/>
                    <a:pt x="7600" y="18324"/>
                    <a:pt x="10800" y="18324"/>
                  </a:cubicBezTo>
                  <a:cubicBezTo>
                    <a:pt x="14400" y="18324"/>
                    <a:pt x="18000" y="17410"/>
                    <a:pt x="17600" y="16267"/>
                  </a:cubicBezTo>
                  <a:close/>
                  <a:moveTo>
                    <a:pt x="10667" y="20153"/>
                  </a:moveTo>
                  <a:cubicBezTo>
                    <a:pt x="10800" y="20153"/>
                    <a:pt x="10800" y="20153"/>
                    <a:pt x="10800" y="20153"/>
                  </a:cubicBezTo>
                  <a:cubicBezTo>
                    <a:pt x="15333" y="20153"/>
                    <a:pt x="19200" y="19010"/>
                    <a:pt x="20000" y="17181"/>
                  </a:cubicBezTo>
                  <a:cubicBezTo>
                    <a:pt x="19733" y="17067"/>
                    <a:pt x="19600" y="16839"/>
                    <a:pt x="19333" y="16724"/>
                  </a:cubicBezTo>
                  <a:cubicBezTo>
                    <a:pt x="18933" y="18439"/>
                    <a:pt x="15200" y="19353"/>
                    <a:pt x="10800" y="19353"/>
                  </a:cubicBezTo>
                  <a:cubicBezTo>
                    <a:pt x="10667" y="19353"/>
                    <a:pt x="10667" y="19353"/>
                    <a:pt x="10667" y="19353"/>
                  </a:cubicBezTo>
                  <a:cubicBezTo>
                    <a:pt x="6267" y="19353"/>
                    <a:pt x="2800" y="18439"/>
                    <a:pt x="2267" y="16724"/>
                  </a:cubicBezTo>
                  <a:cubicBezTo>
                    <a:pt x="2000" y="16953"/>
                    <a:pt x="1867" y="17067"/>
                    <a:pt x="1600" y="17296"/>
                  </a:cubicBezTo>
                  <a:cubicBezTo>
                    <a:pt x="2533" y="19124"/>
                    <a:pt x="6133" y="20153"/>
                    <a:pt x="10667" y="20153"/>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1" name="Shape 2571"/>
            <p:cNvSpPr/>
            <p:nvPr/>
          </p:nvSpPr>
          <p:spPr>
            <a:xfrm>
              <a:off x="1333500" y="6388099"/>
              <a:ext cx="882650" cy="9493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59" y="17486"/>
                  </a:moveTo>
                  <a:cubicBezTo>
                    <a:pt x="1350" y="17143"/>
                    <a:pt x="1841" y="16914"/>
                    <a:pt x="2455" y="16571"/>
                  </a:cubicBezTo>
                  <a:cubicBezTo>
                    <a:pt x="2823" y="16457"/>
                    <a:pt x="3191" y="16343"/>
                    <a:pt x="3682" y="16229"/>
                  </a:cubicBezTo>
                  <a:cubicBezTo>
                    <a:pt x="3805" y="16114"/>
                    <a:pt x="3927" y="16114"/>
                    <a:pt x="4173" y="16000"/>
                  </a:cubicBezTo>
                  <a:cubicBezTo>
                    <a:pt x="3927" y="15886"/>
                    <a:pt x="3805" y="15657"/>
                    <a:pt x="3682" y="15429"/>
                  </a:cubicBezTo>
                  <a:cubicBezTo>
                    <a:pt x="3436" y="15086"/>
                    <a:pt x="3314" y="14743"/>
                    <a:pt x="3314" y="14286"/>
                  </a:cubicBezTo>
                  <a:cubicBezTo>
                    <a:pt x="3314" y="13943"/>
                    <a:pt x="3436" y="13486"/>
                    <a:pt x="3682" y="13257"/>
                  </a:cubicBezTo>
                  <a:cubicBezTo>
                    <a:pt x="3682" y="13143"/>
                    <a:pt x="3805" y="13029"/>
                    <a:pt x="3805" y="12914"/>
                  </a:cubicBezTo>
                  <a:cubicBezTo>
                    <a:pt x="3805" y="12914"/>
                    <a:pt x="3682" y="12800"/>
                    <a:pt x="3682" y="12800"/>
                  </a:cubicBezTo>
                  <a:cubicBezTo>
                    <a:pt x="3068" y="12343"/>
                    <a:pt x="2700" y="11771"/>
                    <a:pt x="2700" y="10971"/>
                  </a:cubicBezTo>
                  <a:cubicBezTo>
                    <a:pt x="2700" y="10286"/>
                    <a:pt x="3068" y="9714"/>
                    <a:pt x="3559" y="9257"/>
                  </a:cubicBezTo>
                  <a:cubicBezTo>
                    <a:pt x="3559" y="9143"/>
                    <a:pt x="3436" y="8914"/>
                    <a:pt x="3436" y="8686"/>
                  </a:cubicBezTo>
                  <a:cubicBezTo>
                    <a:pt x="3436" y="8457"/>
                    <a:pt x="3559" y="8114"/>
                    <a:pt x="3682" y="7886"/>
                  </a:cubicBezTo>
                  <a:cubicBezTo>
                    <a:pt x="3805" y="7543"/>
                    <a:pt x="3927" y="7200"/>
                    <a:pt x="4295" y="6971"/>
                  </a:cubicBezTo>
                  <a:cubicBezTo>
                    <a:pt x="4295" y="6971"/>
                    <a:pt x="4295" y="6971"/>
                    <a:pt x="4295" y="6971"/>
                  </a:cubicBezTo>
                  <a:cubicBezTo>
                    <a:pt x="4295" y="5029"/>
                    <a:pt x="4909" y="3429"/>
                    <a:pt x="6014" y="2286"/>
                  </a:cubicBezTo>
                  <a:cubicBezTo>
                    <a:pt x="6136" y="2057"/>
                    <a:pt x="6259" y="1943"/>
                    <a:pt x="6505" y="1714"/>
                  </a:cubicBezTo>
                  <a:cubicBezTo>
                    <a:pt x="6873" y="1486"/>
                    <a:pt x="7241" y="1257"/>
                    <a:pt x="7609" y="1029"/>
                  </a:cubicBezTo>
                  <a:cubicBezTo>
                    <a:pt x="7977" y="800"/>
                    <a:pt x="8468" y="571"/>
                    <a:pt x="8959" y="343"/>
                  </a:cubicBezTo>
                  <a:cubicBezTo>
                    <a:pt x="9450" y="229"/>
                    <a:pt x="9941" y="114"/>
                    <a:pt x="10432" y="0"/>
                  </a:cubicBezTo>
                  <a:cubicBezTo>
                    <a:pt x="10555" y="0"/>
                    <a:pt x="10677" y="0"/>
                    <a:pt x="10800" y="0"/>
                  </a:cubicBezTo>
                  <a:cubicBezTo>
                    <a:pt x="11168" y="0"/>
                    <a:pt x="11536" y="0"/>
                    <a:pt x="11905" y="114"/>
                  </a:cubicBezTo>
                  <a:cubicBezTo>
                    <a:pt x="12395" y="114"/>
                    <a:pt x="12641" y="343"/>
                    <a:pt x="13009" y="457"/>
                  </a:cubicBezTo>
                  <a:cubicBezTo>
                    <a:pt x="13132" y="457"/>
                    <a:pt x="13255" y="571"/>
                    <a:pt x="13377" y="571"/>
                  </a:cubicBezTo>
                  <a:cubicBezTo>
                    <a:pt x="13868" y="571"/>
                    <a:pt x="14236" y="800"/>
                    <a:pt x="14605" y="1029"/>
                  </a:cubicBezTo>
                  <a:cubicBezTo>
                    <a:pt x="14850" y="1143"/>
                    <a:pt x="15095" y="1371"/>
                    <a:pt x="15464" y="1714"/>
                  </a:cubicBezTo>
                  <a:cubicBezTo>
                    <a:pt x="15586" y="1829"/>
                    <a:pt x="15586" y="1943"/>
                    <a:pt x="15709" y="2057"/>
                  </a:cubicBezTo>
                  <a:cubicBezTo>
                    <a:pt x="16568" y="3086"/>
                    <a:pt x="17059" y="4457"/>
                    <a:pt x="17305" y="5829"/>
                  </a:cubicBezTo>
                  <a:cubicBezTo>
                    <a:pt x="17427" y="6171"/>
                    <a:pt x="17427" y="6400"/>
                    <a:pt x="17427" y="6743"/>
                  </a:cubicBezTo>
                  <a:cubicBezTo>
                    <a:pt x="17550" y="6857"/>
                    <a:pt x="17795" y="6971"/>
                    <a:pt x="17918" y="7086"/>
                  </a:cubicBezTo>
                  <a:cubicBezTo>
                    <a:pt x="18409" y="7543"/>
                    <a:pt x="18655" y="8114"/>
                    <a:pt x="18655" y="8686"/>
                  </a:cubicBezTo>
                  <a:cubicBezTo>
                    <a:pt x="18655" y="8914"/>
                    <a:pt x="18655" y="9029"/>
                    <a:pt x="18532" y="9143"/>
                  </a:cubicBezTo>
                  <a:cubicBezTo>
                    <a:pt x="18777" y="9371"/>
                    <a:pt x="19023" y="9486"/>
                    <a:pt x="19145" y="9829"/>
                  </a:cubicBezTo>
                  <a:cubicBezTo>
                    <a:pt x="19391" y="10171"/>
                    <a:pt x="19514" y="10514"/>
                    <a:pt x="19514" y="10971"/>
                  </a:cubicBezTo>
                  <a:cubicBezTo>
                    <a:pt x="19514" y="11429"/>
                    <a:pt x="19391" y="11886"/>
                    <a:pt x="19145" y="12229"/>
                  </a:cubicBezTo>
                  <a:cubicBezTo>
                    <a:pt x="18900" y="12686"/>
                    <a:pt x="18409" y="12914"/>
                    <a:pt x="17918" y="13143"/>
                  </a:cubicBezTo>
                  <a:cubicBezTo>
                    <a:pt x="17795" y="13143"/>
                    <a:pt x="17673" y="13143"/>
                    <a:pt x="17550" y="13143"/>
                  </a:cubicBezTo>
                  <a:cubicBezTo>
                    <a:pt x="17795" y="13486"/>
                    <a:pt x="17918" y="13943"/>
                    <a:pt x="17918" y="14286"/>
                  </a:cubicBezTo>
                  <a:cubicBezTo>
                    <a:pt x="17918" y="14857"/>
                    <a:pt x="17673" y="15429"/>
                    <a:pt x="17305" y="15771"/>
                  </a:cubicBezTo>
                  <a:cubicBezTo>
                    <a:pt x="17305" y="15886"/>
                    <a:pt x="17182" y="15886"/>
                    <a:pt x="17182" y="16000"/>
                  </a:cubicBezTo>
                  <a:cubicBezTo>
                    <a:pt x="17305" y="16000"/>
                    <a:pt x="17305" y="16000"/>
                    <a:pt x="17305" y="16000"/>
                  </a:cubicBezTo>
                  <a:cubicBezTo>
                    <a:pt x="17550" y="16000"/>
                    <a:pt x="17795" y="16114"/>
                    <a:pt x="17918" y="16229"/>
                  </a:cubicBezTo>
                  <a:cubicBezTo>
                    <a:pt x="18409" y="16343"/>
                    <a:pt x="18777" y="16457"/>
                    <a:pt x="19145" y="16571"/>
                  </a:cubicBezTo>
                  <a:cubicBezTo>
                    <a:pt x="19759" y="16914"/>
                    <a:pt x="20250" y="17143"/>
                    <a:pt x="20618" y="17486"/>
                  </a:cubicBezTo>
                  <a:cubicBezTo>
                    <a:pt x="21232" y="18057"/>
                    <a:pt x="21600" y="18743"/>
                    <a:pt x="21600" y="19657"/>
                  </a:cubicBezTo>
                  <a:cubicBezTo>
                    <a:pt x="21477" y="20343"/>
                    <a:pt x="21232" y="20914"/>
                    <a:pt x="20864" y="21600"/>
                  </a:cubicBezTo>
                  <a:cubicBezTo>
                    <a:pt x="20618" y="21600"/>
                    <a:pt x="20618" y="21600"/>
                    <a:pt x="20618" y="21600"/>
                  </a:cubicBezTo>
                  <a:cubicBezTo>
                    <a:pt x="19145" y="21600"/>
                    <a:pt x="19145" y="21600"/>
                    <a:pt x="19145" y="21600"/>
                  </a:cubicBezTo>
                  <a:cubicBezTo>
                    <a:pt x="17918" y="21600"/>
                    <a:pt x="17918" y="21600"/>
                    <a:pt x="17918" y="21600"/>
                  </a:cubicBezTo>
                  <a:cubicBezTo>
                    <a:pt x="17305" y="21600"/>
                    <a:pt x="17305" y="21600"/>
                    <a:pt x="17305" y="21600"/>
                  </a:cubicBezTo>
                  <a:cubicBezTo>
                    <a:pt x="15709" y="21600"/>
                    <a:pt x="15709" y="21600"/>
                    <a:pt x="15709" y="21600"/>
                  </a:cubicBezTo>
                  <a:cubicBezTo>
                    <a:pt x="15464" y="21600"/>
                    <a:pt x="15464" y="21600"/>
                    <a:pt x="15464" y="21600"/>
                  </a:cubicBezTo>
                  <a:cubicBezTo>
                    <a:pt x="14605" y="21600"/>
                    <a:pt x="14605" y="21600"/>
                    <a:pt x="14605" y="21600"/>
                  </a:cubicBezTo>
                  <a:cubicBezTo>
                    <a:pt x="13377" y="21600"/>
                    <a:pt x="13377" y="21600"/>
                    <a:pt x="13377" y="21600"/>
                  </a:cubicBezTo>
                  <a:cubicBezTo>
                    <a:pt x="11905" y="21600"/>
                    <a:pt x="11905" y="21600"/>
                    <a:pt x="11905" y="21600"/>
                  </a:cubicBezTo>
                  <a:cubicBezTo>
                    <a:pt x="10800" y="21600"/>
                    <a:pt x="10800" y="21600"/>
                    <a:pt x="10800" y="21600"/>
                  </a:cubicBezTo>
                  <a:cubicBezTo>
                    <a:pt x="10432" y="21600"/>
                    <a:pt x="10432" y="21600"/>
                    <a:pt x="10432" y="21600"/>
                  </a:cubicBezTo>
                  <a:cubicBezTo>
                    <a:pt x="8959" y="21600"/>
                    <a:pt x="8959" y="21600"/>
                    <a:pt x="8959" y="21600"/>
                  </a:cubicBezTo>
                  <a:cubicBezTo>
                    <a:pt x="7609" y="21600"/>
                    <a:pt x="7609" y="21600"/>
                    <a:pt x="7609" y="21600"/>
                  </a:cubicBezTo>
                  <a:cubicBezTo>
                    <a:pt x="6505" y="21600"/>
                    <a:pt x="6505" y="21600"/>
                    <a:pt x="6505" y="21600"/>
                  </a:cubicBezTo>
                  <a:cubicBezTo>
                    <a:pt x="6014" y="21600"/>
                    <a:pt x="6014" y="21600"/>
                    <a:pt x="6014" y="21600"/>
                  </a:cubicBezTo>
                  <a:cubicBezTo>
                    <a:pt x="4295" y="21600"/>
                    <a:pt x="4295" y="21600"/>
                    <a:pt x="4295" y="21600"/>
                  </a:cubicBezTo>
                  <a:cubicBezTo>
                    <a:pt x="3682" y="21600"/>
                    <a:pt x="3682" y="21600"/>
                    <a:pt x="3682" y="21600"/>
                  </a:cubicBezTo>
                  <a:cubicBezTo>
                    <a:pt x="2455" y="21600"/>
                    <a:pt x="2455" y="21600"/>
                    <a:pt x="2455" y="21600"/>
                  </a:cubicBezTo>
                  <a:cubicBezTo>
                    <a:pt x="859" y="21600"/>
                    <a:pt x="859" y="21600"/>
                    <a:pt x="859" y="21600"/>
                  </a:cubicBezTo>
                  <a:cubicBezTo>
                    <a:pt x="736" y="21600"/>
                    <a:pt x="736" y="21600"/>
                    <a:pt x="736" y="21600"/>
                  </a:cubicBezTo>
                  <a:cubicBezTo>
                    <a:pt x="368" y="20914"/>
                    <a:pt x="123" y="20343"/>
                    <a:pt x="0" y="19657"/>
                  </a:cubicBezTo>
                  <a:cubicBezTo>
                    <a:pt x="0" y="18743"/>
                    <a:pt x="368" y="18057"/>
                    <a:pt x="859" y="17486"/>
                  </a:cubicBezTo>
                  <a:close/>
                  <a:moveTo>
                    <a:pt x="20495" y="18171"/>
                  </a:moveTo>
                  <a:cubicBezTo>
                    <a:pt x="20495" y="18171"/>
                    <a:pt x="20495" y="18171"/>
                    <a:pt x="20495"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618" y="18171"/>
                    <a:pt x="20618" y="18171"/>
                    <a:pt x="20618"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741" y="18171"/>
                    <a:pt x="20741" y="18171"/>
                    <a:pt x="20741" y="18171"/>
                  </a:cubicBezTo>
                  <a:cubicBezTo>
                    <a:pt x="20864" y="18171"/>
                    <a:pt x="20986" y="18057"/>
                    <a:pt x="20986" y="17943"/>
                  </a:cubicBezTo>
                  <a:cubicBezTo>
                    <a:pt x="20986" y="17943"/>
                    <a:pt x="20864"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741" y="17829"/>
                    <a:pt x="20741" y="17829"/>
                    <a:pt x="20741" y="17829"/>
                  </a:cubicBezTo>
                  <a:cubicBezTo>
                    <a:pt x="20618" y="17829"/>
                    <a:pt x="20618" y="17829"/>
                    <a:pt x="20618" y="17829"/>
                  </a:cubicBezTo>
                  <a:cubicBezTo>
                    <a:pt x="20618" y="17829"/>
                    <a:pt x="20618" y="17829"/>
                    <a:pt x="20618" y="17829"/>
                  </a:cubicBezTo>
                  <a:cubicBezTo>
                    <a:pt x="20618" y="17829"/>
                    <a:pt x="20618" y="17829"/>
                    <a:pt x="20618" y="17829"/>
                  </a:cubicBezTo>
                  <a:cubicBezTo>
                    <a:pt x="20618" y="17829"/>
                    <a:pt x="20618" y="17829"/>
                    <a:pt x="20618" y="17829"/>
                  </a:cubicBezTo>
                  <a:cubicBezTo>
                    <a:pt x="20618" y="17829"/>
                    <a:pt x="20618" y="17829"/>
                    <a:pt x="20618" y="17829"/>
                  </a:cubicBezTo>
                  <a:cubicBezTo>
                    <a:pt x="20618" y="17829"/>
                    <a:pt x="20618" y="17829"/>
                    <a:pt x="20618" y="17829"/>
                  </a:cubicBezTo>
                  <a:cubicBezTo>
                    <a:pt x="20618" y="17829"/>
                    <a:pt x="20618" y="17829"/>
                    <a:pt x="20618" y="17829"/>
                  </a:cubicBezTo>
                  <a:cubicBezTo>
                    <a:pt x="20618" y="17829"/>
                    <a:pt x="20618" y="17829"/>
                    <a:pt x="20618" y="17829"/>
                  </a:cubicBezTo>
                  <a:cubicBezTo>
                    <a:pt x="20495" y="17829"/>
                    <a:pt x="20495" y="17829"/>
                    <a:pt x="20495" y="17829"/>
                  </a:cubicBezTo>
                  <a:cubicBezTo>
                    <a:pt x="20495" y="17829"/>
                    <a:pt x="20495" y="17829"/>
                    <a:pt x="20495" y="17829"/>
                  </a:cubicBezTo>
                  <a:cubicBezTo>
                    <a:pt x="20495" y="17829"/>
                    <a:pt x="20495" y="17829"/>
                    <a:pt x="20495" y="17829"/>
                  </a:cubicBezTo>
                  <a:cubicBezTo>
                    <a:pt x="20495" y="17829"/>
                    <a:pt x="20495" y="17829"/>
                    <a:pt x="20495" y="17829"/>
                  </a:cubicBezTo>
                  <a:cubicBezTo>
                    <a:pt x="20495" y="17829"/>
                    <a:pt x="20495" y="17829"/>
                    <a:pt x="20495" y="17829"/>
                  </a:cubicBezTo>
                  <a:cubicBezTo>
                    <a:pt x="20373" y="17943"/>
                    <a:pt x="20373" y="18171"/>
                    <a:pt x="20495" y="18171"/>
                  </a:cubicBezTo>
                  <a:close/>
                  <a:moveTo>
                    <a:pt x="19145" y="18514"/>
                  </a:moveTo>
                  <a:cubicBezTo>
                    <a:pt x="19145" y="18514"/>
                    <a:pt x="19145" y="18514"/>
                    <a:pt x="19145" y="18514"/>
                  </a:cubicBezTo>
                  <a:cubicBezTo>
                    <a:pt x="19145" y="18400"/>
                    <a:pt x="19145" y="18400"/>
                    <a:pt x="19145" y="18400"/>
                  </a:cubicBezTo>
                  <a:cubicBezTo>
                    <a:pt x="19145" y="18400"/>
                    <a:pt x="19145" y="18400"/>
                    <a:pt x="19145" y="18400"/>
                  </a:cubicBezTo>
                  <a:cubicBezTo>
                    <a:pt x="19145" y="18400"/>
                    <a:pt x="19145" y="18400"/>
                    <a:pt x="19145" y="18400"/>
                  </a:cubicBezTo>
                  <a:cubicBezTo>
                    <a:pt x="19145" y="18400"/>
                    <a:pt x="19145" y="18400"/>
                    <a:pt x="19145" y="18400"/>
                  </a:cubicBezTo>
                  <a:cubicBezTo>
                    <a:pt x="19268" y="18400"/>
                    <a:pt x="19268" y="18400"/>
                    <a:pt x="19268" y="18400"/>
                  </a:cubicBezTo>
                  <a:cubicBezTo>
                    <a:pt x="19268" y="18400"/>
                    <a:pt x="19268" y="18400"/>
                    <a:pt x="19268" y="18400"/>
                  </a:cubicBezTo>
                  <a:cubicBezTo>
                    <a:pt x="19268" y="18400"/>
                    <a:pt x="19268" y="18400"/>
                    <a:pt x="19268" y="18400"/>
                  </a:cubicBezTo>
                  <a:cubicBezTo>
                    <a:pt x="19268" y="18400"/>
                    <a:pt x="19268" y="18400"/>
                    <a:pt x="19268" y="18400"/>
                  </a:cubicBezTo>
                  <a:cubicBezTo>
                    <a:pt x="19268" y="18400"/>
                    <a:pt x="19268" y="18400"/>
                    <a:pt x="19268" y="18400"/>
                  </a:cubicBezTo>
                  <a:cubicBezTo>
                    <a:pt x="19268" y="18400"/>
                    <a:pt x="19268" y="18400"/>
                    <a:pt x="19268" y="18400"/>
                  </a:cubicBezTo>
                  <a:cubicBezTo>
                    <a:pt x="19268" y="18400"/>
                    <a:pt x="19268" y="18400"/>
                    <a:pt x="19268" y="18400"/>
                  </a:cubicBezTo>
                  <a:cubicBezTo>
                    <a:pt x="19268" y="18400"/>
                    <a:pt x="19268" y="18400"/>
                    <a:pt x="19268" y="18400"/>
                  </a:cubicBezTo>
                  <a:cubicBezTo>
                    <a:pt x="19391" y="18400"/>
                    <a:pt x="19391" y="18400"/>
                    <a:pt x="19391" y="18400"/>
                  </a:cubicBezTo>
                  <a:cubicBezTo>
                    <a:pt x="19391" y="18400"/>
                    <a:pt x="19391" y="18400"/>
                    <a:pt x="19391" y="18400"/>
                  </a:cubicBezTo>
                  <a:cubicBezTo>
                    <a:pt x="19514" y="18286"/>
                    <a:pt x="19391" y="18057"/>
                    <a:pt x="19268" y="18171"/>
                  </a:cubicBezTo>
                  <a:cubicBezTo>
                    <a:pt x="19268" y="18171"/>
                    <a:pt x="19268" y="18171"/>
                    <a:pt x="19268" y="18171"/>
                  </a:cubicBezTo>
                  <a:cubicBezTo>
                    <a:pt x="19268" y="18171"/>
                    <a:pt x="19268" y="18171"/>
                    <a:pt x="19268" y="18171"/>
                  </a:cubicBezTo>
                  <a:cubicBezTo>
                    <a:pt x="19268" y="18171"/>
                    <a:pt x="19268" y="18171"/>
                    <a:pt x="19268" y="18171"/>
                  </a:cubicBezTo>
                  <a:cubicBezTo>
                    <a:pt x="19145" y="18171"/>
                    <a:pt x="19145" y="18171"/>
                    <a:pt x="19145" y="18171"/>
                  </a:cubicBezTo>
                  <a:cubicBezTo>
                    <a:pt x="19145" y="18171"/>
                    <a:pt x="19145" y="18171"/>
                    <a:pt x="19145" y="18171"/>
                  </a:cubicBezTo>
                  <a:cubicBezTo>
                    <a:pt x="19145" y="18171"/>
                    <a:pt x="19145" y="18171"/>
                    <a:pt x="19145" y="18171"/>
                  </a:cubicBezTo>
                  <a:cubicBezTo>
                    <a:pt x="19145" y="18171"/>
                    <a:pt x="19145" y="18171"/>
                    <a:pt x="19145" y="18171"/>
                  </a:cubicBezTo>
                  <a:cubicBezTo>
                    <a:pt x="19145" y="18171"/>
                    <a:pt x="19145" y="18171"/>
                    <a:pt x="19145" y="18171"/>
                  </a:cubicBezTo>
                  <a:cubicBezTo>
                    <a:pt x="19145" y="18171"/>
                    <a:pt x="19145" y="18171"/>
                    <a:pt x="19145" y="18171"/>
                  </a:cubicBezTo>
                  <a:cubicBezTo>
                    <a:pt x="19023" y="18171"/>
                    <a:pt x="19023" y="18171"/>
                    <a:pt x="19023" y="18171"/>
                  </a:cubicBezTo>
                  <a:cubicBezTo>
                    <a:pt x="19023" y="18171"/>
                    <a:pt x="19023" y="18171"/>
                    <a:pt x="19023" y="18171"/>
                  </a:cubicBezTo>
                  <a:cubicBezTo>
                    <a:pt x="19023" y="18171"/>
                    <a:pt x="19023" y="18171"/>
                    <a:pt x="19023" y="18171"/>
                  </a:cubicBezTo>
                  <a:cubicBezTo>
                    <a:pt x="19023" y="18286"/>
                    <a:pt x="19023" y="18286"/>
                    <a:pt x="19023" y="18286"/>
                  </a:cubicBezTo>
                  <a:cubicBezTo>
                    <a:pt x="19023" y="18286"/>
                    <a:pt x="19023" y="18286"/>
                    <a:pt x="19023" y="18286"/>
                  </a:cubicBezTo>
                  <a:cubicBezTo>
                    <a:pt x="19023" y="18286"/>
                    <a:pt x="19023" y="18286"/>
                    <a:pt x="19023" y="18286"/>
                  </a:cubicBezTo>
                  <a:cubicBezTo>
                    <a:pt x="18900" y="18400"/>
                    <a:pt x="19023" y="18514"/>
                    <a:pt x="19145" y="18514"/>
                  </a:cubicBezTo>
                  <a:close/>
                  <a:moveTo>
                    <a:pt x="17918" y="19429"/>
                  </a:moveTo>
                  <a:cubicBezTo>
                    <a:pt x="18041" y="19314"/>
                    <a:pt x="18041" y="19314"/>
                    <a:pt x="18041" y="19314"/>
                  </a:cubicBezTo>
                  <a:cubicBezTo>
                    <a:pt x="18041" y="19314"/>
                    <a:pt x="18041" y="19314"/>
                    <a:pt x="18041" y="19314"/>
                  </a:cubicBezTo>
                  <a:cubicBezTo>
                    <a:pt x="18041" y="19314"/>
                    <a:pt x="18041" y="19314"/>
                    <a:pt x="18041" y="19314"/>
                  </a:cubicBezTo>
                  <a:cubicBezTo>
                    <a:pt x="18041" y="19314"/>
                    <a:pt x="18041" y="19314"/>
                    <a:pt x="18041" y="19314"/>
                  </a:cubicBezTo>
                  <a:cubicBezTo>
                    <a:pt x="18041" y="19314"/>
                    <a:pt x="18041" y="19314"/>
                    <a:pt x="18041" y="19314"/>
                  </a:cubicBezTo>
                  <a:cubicBezTo>
                    <a:pt x="18041" y="19314"/>
                    <a:pt x="18041" y="19314"/>
                    <a:pt x="18041" y="19314"/>
                  </a:cubicBezTo>
                  <a:cubicBezTo>
                    <a:pt x="18041" y="19314"/>
                    <a:pt x="18041" y="19314"/>
                    <a:pt x="18041" y="19314"/>
                  </a:cubicBezTo>
                  <a:cubicBezTo>
                    <a:pt x="18041" y="19200"/>
                    <a:pt x="18041" y="19200"/>
                    <a:pt x="18041" y="19200"/>
                  </a:cubicBezTo>
                  <a:cubicBezTo>
                    <a:pt x="18041" y="19200"/>
                    <a:pt x="18041" y="19200"/>
                    <a:pt x="18041" y="19200"/>
                  </a:cubicBezTo>
                  <a:cubicBezTo>
                    <a:pt x="18164" y="19200"/>
                    <a:pt x="18164" y="19200"/>
                    <a:pt x="18164" y="19200"/>
                  </a:cubicBezTo>
                  <a:cubicBezTo>
                    <a:pt x="18164" y="19200"/>
                    <a:pt x="18164" y="19200"/>
                    <a:pt x="18164" y="19200"/>
                  </a:cubicBezTo>
                  <a:cubicBezTo>
                    <a:pt x="18164" y="19200"/>
                    <a:pt x="18164" y="19200"/>
                    <a:pt x="18164" y="19200"/>
                  </a:cubicBezTo>
                  <a:cubicBezTo>
                    <a:pt x="18164" y="19086"/>
                    <a:pt x="18164" y="19086"/>
                    <a:pt x="18164" y="19086"/>
                  </a:cubicBezTo>
                  <a:cubicBezTo>
                    <a:pt x="18286" y="18971"/>
                    <a:pt x="18041" y="18971"/>
                    <a:pt x="17918" y="18971"/>
                  </a:cubicBezTo>
                  <a:cubicBezTo>
                    <a:pt x="17918" y="18971"/>
                    <a:pt x="17918" y="18971"/>
                    <a:pt x="17918" y="18971"/>
                  </a:cubicBezTo>
                  <a:cubicBezTo>
                    <a:pt x="17918" y="18971"/>
                    <a:pt x="17918" y="18971"/>
                    <a:pt x="17918" y="18971"/>
                  </a:cubicBezTo>
                  <a:cubicBezTo>
                    <a:pt x="17918" y="19086"/>
                    <a:pt x="17918" y="19086"/>
                    <a:pt x="17918" y="19086"/>
                  </a:cubicBezTo>
                  <a:cubicBezTo>
                    <a:pt x="17918" y="19086"/>
                    <a:pt x="17918" y="19086"/>
                    <a:pt x="17918" y="19086"/>
                  </a:cubicBezTo>
                  <a:cubicBezTo>
                    <a:pt x="17918" y="19086"/>
                    <a:pt x="17918" y="19086"/>
                    <a:pt x="17918" y="19086"/>
                  </a:cubicBezTo>
                  <a:cubicBezTo>
                    <a:pt x="17918" y="19086"/>
                    <a:pt x="17918" y="19086"/>
                    <a:pt x="17918" y="19086"/>
                  </a:cubicBezTo>
                  <a:cubicBezTo>
                    <a:pt x="17795" y="19086"/>
                    <a:pt x="17795" y="19086"/>
                    <a:pt x="17795" y="19086"/>
                  </a:cubicBezTo>
                  <a:cubicBezTo>
                    <a:pt x="17795" y="19086"/>
                    <a:pt x="17795" y="19086"/>
                    <a:pt x="17795" y="19086"/>
                  </a:cubicBezTo>
                  <a:cubicBezTo>
                    <a:pt x="17795" y="19086"/>
                    <a:pt x="17795" y="19086"/>
                    <a:pt x="17795" y="19086"/>
                  </a:cubicBezTo>
                  <a:cubicBezTo>
                    <a:pt x="17795" y="19200"/>
                    <a:pt x="17795" y="19200"/>
                    <a:pt x="17795" y="19200"/>
                  </a:cubicBezTo>
                  <a:cubicBezTo>
                    <a:pt x="17795" y="19200"/>
                    <a:pt x="17795" y="19200"/>
                    <a:pt x="17795" y="19200"/>
                  </a:cubicBezTo>
                  <a:cubicBezTo>
                    <a:pt x="17795" y="19200"/>
                    <a:pt x="17795" y="19200"/>
                    <a:pt x="17795" y="19200"/>
                  </a:cubicBezTo>
                  <a:cubicBezTo>
                    <a:pt x="17795" y="19200"/>
                    <a:pt x="17795" y="19200"/>
                    <a:pt x="17795" y="19200"/>
                  </a:cubicBezTo>
                  <a:cubicBezTo>
                    <a:pt x="17673" y="19314"/>
                    <a:pt x="17795" y="19429"/>
                    <a:pt x="17918" y="19429"/>
                  </a:cubicBezTo>
                  <a:close/>
                  <a:moveTo>
                    <a:pt x="17305" y="20800"/>
                  </a:moveTo>
                  <a:cubicBezTo>
                    <a:pt x="17427" y="20800"/>
                    <a:pt x="17427" y="20686"/>
                    <a:pt x="17427" y="20686"/>
                  </a:cubicBezTo>
                  <a:cubicBezTo>
                    <a:pt x="17427" y="20686"/>
                    <a:pt x="17427" y="20686"/>
                    <a:pt x="17427" y="20686"/>
                  </a:cubicBezTo>
                  <a:cubicBezTo>
                    <a:pt x="17427" y="20686"/>
                    <a:pt x="17427" y="20686"/>
                    <a:pt x="17427" y="20686"/>
                  </a:cubicBezTo>
                  <a:cubicBezTo>
                    <a:pt x="17427" y="20571"/>
                    <a:pt x="17427" y="20571"/>
                    <a:pt x="17427" y="20571"/>
                  </a:cubicBezTo>
                  <a:cubicBezTo>
                    <a:pt x="17427" y="20571"/>
                    <a:pt x="17427" y="20571"/>
                    <a:pt x="17427" y="20571"/>
                  </a:cubicBezTo>
                  <a:cubicBezTo>
                    <a:pt x="17427" y="20571"/>
                    <a:pt x="17427" y="20571"/>
                    <a:pt x="17427" y="20571"/>
                  </a:cubicBezTo>
                  <a:cubicBezTo>
                    <a:pt x="17427" y="20457"/>
                    <a:pt x="17427" y="20457"/>
                    <a:pt x="17427" y="20457"/>
                  </a:cubicBezTo>
                  <a:cubicBezTo>
                    <a:pt x="17427" y="20457"/>
                    <a:pt x="17427" y="20457"/>
                    <a:pt x="17427" y="20457"/>
                  </a:cubicBezTo>
                  <a:cubicBezTo>
                    <a:pt x="17427" y="20457"/>
                    <a:pt x="17427" y="20457"/>
                    <a:pt x="17427" y="20457"/>
                  </a:cubicBezTo>
                  <a:cubicBezTo>
                    <a:pt x="17427" y="20457"/>
                    <a:pt x="17427" y="20457"/>
                    <a:pt x="17427" y="20457"/>
                  </a:cubicBezTo>
                  <a:cubicBezTo>
                    <a:pt x="17427" y="20457"/>
                    <a:pt x="17427" y="20457"/>
                    <a:pt x="17427" y="20457"/>
                  </a:cubicBezTo>
                  <a:cubicBezTo>
                    <a:pt x="17427" y="20343"/>
                    <a:pt x="17427" y="20343"/>
                    <a:pt x="17305" y="20343"/>
                  </a:cubicBezTo>
                  <a:cubicBezTo>
                    <a:pt x="17305" y="20343"/>
                    <a:pt x="17182" y="20343"/>
                    <a:pt x="17182" y="20343"/>
                  </a:cubicBezTo>
                  <a:cubicBezTo>
                    <a:pt x="17182" y="20457"/>
                    <a:pt x="17182" y="20457"/>
                    <a:pt x="17182" y="20457"/>
                  </a:cubicBezTo>
                  <a:cubicBezTo>
                    <a:pt x="17182" y="20457"/>
                    <a:pt x="17182" y="20457"/>
                    <a:pt x="17182" y="20457"/>
                  </a:cubicBezTo>
                  <a:cubicBezTo>
                    <a:pt x="17182" y="20457"/>
                    <a:pt x="17182" y="20457"/>
                    <a:pt x="17182" y="20457"/>
                  </a:cubicBezTo>
                  <a:cubicBezTo>
                    <a:pt x="17182" y="20457"/>
                    <a:pt x="17182" y="20457"/>
                    <a:pt x="17182" y="20457"/>
                  </a:cubicBezTo>
                  <a:cubicBezTo>
                    <a:pt x="17182" y="20571"/>
                    <a:pt x="17182" y="20571"/>
                    <a:pt x="17182" y="20571"/>
                  </a:cubicBezTo>
                  <a:cubicBezTo>
                    <a:pt x="17182" y="20571"/>
                    <a:pt x="17182" y="20571"/>
                    <a:pt x="17182" y="20571"/>
                  </a:cubicBezTo>
                  <a:cubicBezTo>
                    <a:pt x="17182" y="20571"/>
                    <a:pt x="17182" y="20571"/>
                    <a:pt x="17182" y="20571"/>
                  </a:cubicBezTo>
                  <a:cubicBezTo>
                    <a:pt x="17182" y="20686"/>
                    <a:pt x="17182" y="20686"/>
                    <a:pt x="17182" y="20686"/>
                  </a:cubicBezTo>
                  <a:cubicBezTo>
                    <a:pt x="17182" y="20686"/>
                    <a:pt x="17182" y="20686"/>
                    <a:pt x="17182" y="20686"/>
                  </a:cubicBezTo>
                  <a:cubicBezTo>
                    <a:pt x="17182" y="20686"/>
                    <a:pt x="17182" y="20686"/>
                    <a:pt x="17182" y="20686"/>
                  </a:cubicBezTo>
                  <a:cubicBezTo>
                    <a:pt x="17182" y="20686"/>
                    <a:pt x="17182" y="20800"/>
                    <a:pt x="17305" y="20800"/>
                  </a:cubicBezTo>
                  <a:close/>
                  <a:moveTo>
                    <a:pt x="15709" y="16343"/>
                  </a:moveTo>
                  <a:cubicBezTo>
                    <a:pt x="15709" y="16343"/>
                    <a:pt x="15832" y="16343"/>
                    <a:pt x="15832" y="16229"/>
                  </a:cubicBezTo>
                  <a:cubicBezTo>
                    <a:pt x="15832" y="16229"/>
                    <a:pt x="15832" y="16229"/>
                    <a:pt x="15832" y="16229"/>
                  </a:cubicBezTo>
                  <a:cubicBezTo>
                    <a:pt x="15832" y="16114"/>
                    <a:pt x="15832" y="16114"/>
                    <a:pt x="15832" y="16114"/>
                  </a:cubicBezTo>
                  <a:cubicBezTo>
                    <a:pt x="15832" y="16000"/>
                    <a:pt x="15832" y="16000"/>
                    <a:pt x="15832" y="16000"/>
                  </a:cubicBezTo>
                  <a:cubicBezTo>
                    <a:pt x="15832" y="16000"/>
                    <a:pt x="15832" y="16000"/>
                    <a:pt x="15832" y="16000"/>
                  </a:cubicBezTo>
                  <a:cubicBezTo>
                    <a:pt x="15832" y="15886"/>
                    <a:pt x="15832" y="15886"/>
                    <a:pt x="15709" y="15886"/>
                  </a:cubicBezTo>
                  <a:cubicBezTo>
                    <a:pt x="15709" y="15886"/>
                    <a:pt x="15709" y="15886"/>
                    <a:pt x="15586" y="15886"/>
                  </a:cubicBezTo>
                  <a:cubicBezTo>
                    <a:pt x="15586" y="15886"/>
                    <a:pt x="15586" y="16000"/>
                    <a:pt x="15586" y="16000"/>
                  </a:cubicBezTo>
                  <a:cubicBezTo>
                    <a:pt x="15586" y="16000"/>
                    <a:pt x="15586" y="16000"/>
                    <a:pt x="15586" y="16000"/>
                  </a:cubicBezTo>
                  <a:cubicBezTo>
                    <a:pt x="15586" y="16114"/>
                    <a:pt x="15586" y="16114"/>
                    <a:pt x="15586" y="16114"/>
                  </a:cubicBezTo>
                  <a:cubicBezTo>
                    <a:pt x="15586" y="16229"/>
                    <a:pt x="15586" y="16229"/>
                    <a:pt x="15586" y="16229"/>
                  </a:cubicBezTo>
                  <a:cubicBezTo>
                    <a:pt x="15586" y="16229"/>
                    <a:pt x="15586" y="16229"/>
                    <a:pt x="15586" y="16229"/>
                  </a:cubicBezTo>
                  <a:cubicBezTo>
                    <a:pt x="15586" y="16229"/>
                    <a:pt x="15586" y="16229"/>
                    <a:pt x="15586" y="16229"/>
                  </a:cubicBezTo>
                  <a:cubicBezTo>
                    <a:pt x="15586" y="16343"/>
                    <a:pt x="15709" y="16343"/>
                    <a:pt x="15709" y="16343"/>
                  </a:cubicBezTo>
                  <a:close/>
                  <a:moveTo>
                    <a:pt x="15464" y="17829"/>
                  </a:moveTo>
                  <a:cubicBezTo>
                    <a:pt x="15464" y="17829"/>
                    <a:pt x="15464" y="17829"/>
                    <a:pt x="15464" y="17714"/>
                  </a:cubicBezTo>
                  <a:cubicBezTo>
                    <a:pt x="15464" y="17714"/>
                    <a:pt x="15464" y="17714"/>
                    <a:pt x="15464" y="17714"/>
                  </a:cubicBezTo>
                  <a:cubicBezTo>
                    <a:pt x="15586" y="17600"/>
                    <a:pt x="15586" y="17600"/>
                    <a:pt x="15586" y="17600"/>
                  </a:cubicBezTo>
                  <a:cubicBezTo>
                    <a:pt x="15586" y="17600"/>
                    <a:pt x="15586" y="17600"/>
                    <a:pt x="15586" y="17600"/>
                  </a:cubicBezTo>
                  <a:cubicBezTo>
                    <a:pt x="15586" y="17600"/>
                    <a:pt x="15586" y="17600"/>
                    <a:pt x="15586" y="17600"/>
                  </a:cubicBezTo>
                  <a:cubicBezTo>
                    <a:pt x="15586" y="17486"/>
                    <a:pt x="15586" y="17486"/>
                    <a:pt x="15586" y="17486"/>
                  </a:cubicBezTo>
                  <a:cubicBezTo>
                    <a:pt x="15586" y="17486"/>
                    <a:pt x="15586" y="17371"/>
                    <a:pt x="15464" y="17371"/>
                  </a:cubicBezTo>
                  <a:cubicBezTo>
                    <a:pt x="15464" y="17371"/>
                    <a:pt x="15464" y="17371"/>
                    <a:pt x="15464" y="17371"/>
                  </a:cubicBezTo>
                  <a:cubicBezTo>
                    <a:pt x="15341" y="17371"/>
                    <a:pt x="15341" y="17371"/>
                    <a:pt x="15341" y="17371"/>
                  </a:cubicBezTo>
                  <a:cubicBezTo>
                    <a:pt x="15341" y="17486"/>
                    <a:pt x="15341" y="17486"/>
                    <a:pt x="15341" y="17486"/>
                  </a:cubicBezTo>
                  <a:cubicBezTo>
                    <a:pt x="15341" y="17486"/>
                    <a:pt x="15341" y="17486"/>
                    <a:pt x="15341" y="17486"/>
                  </a:cubicBezTo>
                  <a:cubicBezTo>
                    <a:pt x="15341" y="17600"/>
                    <a:pt x="15341" y="17600"/>
                    <a:pt x="15341" y="17600"/>
                  </a:cubicBezTo>
                  <a:cubicBezTo>
                    <a:pt x="15341" y="17600"/>
                    <a:pt x="15341" y="17600"/>
                    <a:pt x="15341" y="17600"/>
                  </a:cubicBezTo>
                  <a:cubicBezTo>
                    <a:pt x="15218" y="17600"/>
                    <a:pt x="15218" y="17600"/>
                    <a:pt x="15218" y="17600"/>
                  </a:cubicBezTo>
                  <a:cubicBezTo>
                    <a:pt x="15218" y="17714"/>
                    <a:pt x="15218" y="17714"/>
                    <a:pt x="15218" y="17714"/>
                  </a:cubicBezTo>
                  <a:cubicBezTo>
                    <a:pt x="15218" y="17829"/>
                    <a:pt x="15341" y="17829"/>
                    <a:pt x="15464" y="17829"/>
                  </a:cubicBezTo>
                  <a:close/>
                  <a:moveTo>
                    <a:pt x="14605" y="18971"/>
                  </a:moveTo>
                  <a:cubicBezTo>
                    <a:pt x="14605" y="18971"/>
                    <a:pt x="14605" y="18971"/>
                    <a:pt x="14605" y="18971"/>
                  </a:cubicBezTo>
                  <a:cubicBezTo>
                    <a:pt x="14605" y="18971"/>
                    <a:pt x="14605" y="18971"/>
                    <a:pt x="14605" y="18971"/>
                  </a:cubicBezTo>
                  <a:cubicBezTo>
                    <a:pt x="14605" y="18971"/>
                    <a:pt x="14605" y="18971"/>
                    <a:pt x="14605" y="18971"/>
                  </a:cubicBezTo>
                  <a:cubicBezTo>
                    <a:pt x="14727" y="18971"/>
                    <a:pt x="14727" y="18971"/>
                    <a:pt x="14727" y="18971"/>
                  </a:cubicBezTo>
                  <a:cubicBezTo>
                    <a:pt x="14727" y="18857"/>
                    <a:pt x="14727" y="18857"/>
                    <a:pt x="14727" y="18857"/>
                  </a:cubicBezTo>
                  <a:cubicBezTo>
                    <a:pt x="14727" y="18857"/>
                    <a:pt x="14727" y="18857"/>
                    <a:pt x="14727" y="18857"/>
                  </a:cubicBezTo>
                  <a:cubicBezTo>
                    <a:pt x="14727" y="18857"/>
                    <a:pt x="14727" y="18857"/>
                    <a:pt x="14727" y="18857"/>
                  </a:cubicBezTo>
                  <a:cubicBezTo>
                    <a:pt x="14727" y="18857"/>
                    <a:pt x="14850" y="18857"/>
                    <a:pt x="14850" y="18743"/>
                  </a:cubicBezTo>
                  <a:cubicBezTo>
                    <a:pt x="14850" y="18629"/>
                    <a:pt x="14727" y="18514"/>
                    <a:pt x="14605" y="18629"/>
                  </a:cubicBezTo>
                  <a:cubicBezTo>
                    <a:pt x="14605" y="18629"/>
                    <a:pt x="14605" y="18629"/>
                    <a:pt x="14605" y="18629"/>
                  </a:cubicBezTo>
                  <a:cubicBezTo>
                    <a:pt x="14605" y="18743"/>
                    <a:pt x="14605" y="18743"/>
                    <a:pt x="14605" y="18743"/>
                  </a:cubicBezTo>
                  <a:cubicBezTo>
                    <a:pt x="14482" y="18743"/>
                    <a:pt x="14482" y="18743"/>
                    <a:pt x="14482" y="18743"/>
                  </a:cubicBezTo>
                  <a:cubicBezTo>
                    <a:pt x="14482" y="18743"/>
                    <a:pt x="14482" y="18743"/>
                    <a:pt x="14482" y="18743"/>
                  </a:cubicBezTo>
                  <a:cubicBezTo>
                    <a:pt x="14482" y="18743"/>
                    <a:pt x="14482" y="18743"/>
                    <a:pt x="14482" y="18743"/>
                  </a:cubicBezTo>
                  <a:cubicBezTo>
                    <a:pt x="14482" y="18857"/>
                    <a:pt x="14482" y="18857"/>
                    <a:pt x="14482" y="18857"/>
                  </a:cubicBezTo>
                  <a:cubicBezTo>
                    <a:pt x="14482" y="18857"/>
                    <a:pt x="14482" y="18857"/>
                    <a:pt x="14482" y="18857"/>
                  </a:cubicBezTo>
                  <a:cubicBezTo>
                    <a:pt x="14359" y="18857"/>
                    <a:pt x="14359" y="18857"/>
                    <a:pt x="14359" y="18857"/>
                  </a:cubicBezTo>
                  <a:cubicBezTo>
                    <a:pt x="14359" y="18971"/>
                    <a:pt x="14482" y="19086"/>
                    <a:pt x="14605" y="18971"/>
                  </a:cubicBezTo>
                  <a:close/>
                  <a:moveTo>
                    <a:pt x="13255" y="19886"/>
                  </a:moveTo>
                  <a:cubicBezTo>
                    <a:pt x="13377" y="19886"/>
                    <a:pt x="13377" y="19886"/>
                    <a:pt x="13377" y="19886"/>
                  </a:cubicBezTo>
                  <a:cubicBezTo>
                    <a:pt x="13377" y="19886"/>
                    <a:pt x="13377" y="19886"/>
                    <a:pt x="13377" y="19886"/>
                  </a:cubicBezTo>
                  <a:cubicBezTo>
                    <a:pt x="13377" y="19886"/>
                    <a:pt x="13377" y="19886"/>
                    <a:pt x="13377" y="19886"/>
                  </a:cubicBezTo>
                  <a:cubicBezTo>
                    <a:pt x="13500" y="19771"/>
                    <a:pt x="13500" y="19771"/>
                    <a:pt x="13500" y="19771"/>
                  </a:cubicBezTo>
                  <a:cubicBezTo>
                    <a:pt x="13500" y="19771"/>
                    <a:pt x="13500" y="19771"/>
                    <a:pt x="13500" y="19771"/>
                  </a:cubicBezTo>
                  <a:cubicBezTo>
                    <a:pt x="13500" y="19771"/>
                    <a:pt x="13500" y="19771"/>
                    <a:pt x="13500" y="19771"/>
                  </a:cubicBezTo>
                  <a:cubicBezTo>
                    <a:pt x="13623" y="19771"/>
                    <a:pt x="13623" y="19543"/>
                    <a:pt x="13500" y="19543"/>
                  </a:cubicBezTo>
                  <a:cubicBezTo>
                    <a:pt x="13500" y="19543"/>
                    <a:pt x="13500" y="19543"/>
                    <a:pt x="13377" y="19543"/>
                  </a:cubicBezTo>
                  <a:cubicBezTo>
                    <a:pt x="13377" y="19543"/>
                    <a:pt x="13377" y="19543"/>
                    <a:pt x="13377" y="19543"/>
                  </a:cubicBezTo>
                  <a:cubicBezTo>
                    <a:pt x="13377" y="19543"/>
                    <a:pt x="13377" y="19543"/>
                    <a:pt x="13377" y="19543"/>
                  </a:cubicBezTo>
                  <a:cubicBezTo>
                    <a:pt x="13377" y="19543"/>
                    <a:pt x="13377" y="19543"/>
                    <a:pt x="13377" y="19543"/>
                  </a:cubicBezTo>
                  <a:cubicBezTo>
                    <a:pt x="13255" y="19657"/>
                    <a:pt x="13255" y="19657"/>
                    <a:pt x="13255" y="19657"/>
                  </a:cubicBezTo>
                  <a:cubicBezTo>
                    <a:pt x="13255" y="19657"/>
                    <a:pt x="13255" y="19657"/>
                    <a:pt x="13255" y="19657"/>
                  </a:cubicBezTo>
                  <a:cubicBezTo>
                    <a:pt x="13255" y="19657"/>
                    <a:pt x="13255" y="19657"/>
                    <a:pt x="13255" y="19657"/>
                  </a:cubicBezTo>
                  <a:cubicBezTo>
                    <a:pt x="13132" y="19657"/>
                    <a:pt x="13132" y="19657"/>
                    <a:pt x="13132" y="19657"/>
                  </a:cubicBezTo>
                  <a:cubicBezTo>
                    <a:pt x="13009" y="19771"/>
                    <a:pt x="13132" y="19886"/>
                    <a:pt x="13255" y="19886"/>
                  </a:cubicBezTo>
                  <a:close/>
                  <a:moveTo>
                    <a:pt x="11782" y="20343"/>
                  </a:moveTo>
                  <a:cubicBezTo>
                    <a:pt x="11782" y="20343"/>
                    <a:pt x="11782" y="20343"/>
                    <a:pt x="11782" y="20343"/>
                  </a:cubicBezTo>
                  <a:cubicBezTo>
                    <a:pt x="11905" y="20343"/>
                    <a:pt x="11905" y="20343"/>
                    <a:pt x="11905" y="20343"/>
                  </a:cubicBezTo>
                  <a:cubicBezTo>
                    <a:pt x="11905" y="20343"/>
                    <a:pt x="11905" y="20343"/>
                    <a:pt x="11905" y="20343"/>
                  </a:cubicBezTo>
                  <a:cubicBezTo>
                    <a:pt x="12027" y="20343"/>
                    <a:pt x="12027" y="20343"/>
                    <a:pt x="12027" y="20343"/>
                  </a:cubicBezTo>
                  <a:cubicBezTo>
                    <a:pt x="12027" y="20343"/>
                    <a:pt x="12027" y="20343"/>
                    <a:pt x="12027" y="20343"/>
                  </a:cubicBezTo>
                  <a:cubicBezTo>
                    <a:pt x="12027" y="20343"/>
                    <a:pt x="12027" y="20343"/>
                    <a:pt x="12027" y="20343"/>
                  </a:cubicBezTo>
                  <a:cubicBezTo>
                    <a:pt x="12150" y="20229"/>
                    <a:pt x="12273" y="20114"/>
                    <a:pt x="12150" y="20114"/>
                  </a:cubicBezTo>
                  <a:cubicBezTo>
                    <a:pt x="12027" y="20000"/>
                    <a:pt x="12027" y="20000"/>
                    <a:pt x="12027" y="20000"/>
                  </a:cubicBezTo>
                  <a:cubicBezTo>
                    <a:pt x="12027" y="20114"/>
                    <a:pt x="12027" y="20114"/>
                    <a:pt x="12027" y="20114"/>
                  </a:cubicBezTo>
                  <a:cubicBezTo>
                    <a:pt x="11905" y="20114"/>
                    <a:pt x="11905" y="20114"/>
                    <a:pt x="11905" y="20114"/>
                  </a:cubicBezTo>
                  <a:cubicBezTo>
                    <a:pt x="11905" y="20114"/>
                    <a:pt x="11905" y="20114"/>
                    <a:pt x="11905" y="20114"/>
                  </a:cubicBezTo>
                  <a:cubicBezTo>
                    <a:pt x="11905" y="20114"/>
                    <a:pt x="11905" y="20114"/>
                    <a:pt x="11905" y="20114"/>
                  </a:cubicBezTo>
                  <a:cubicBezTo>
                    <a:pt x="11782" y="20114"/>
                    <a:pt x="11782" y="20114"/>
                    <a:pt x="11782" y="20114"/>
                  </a:cubicBezTo>
                  <a:cubicBezTo>
                    <a:pt x="11782" y="20114"/>
                    <a:pt x="11782" y="20114"/>
                    <a:pt x="11782" y="20114"/>
                  </a:cubicBezTo>
                  <a:cubicBezTo>
                    <a:pt x="11782" y="20114"/>
                    <a:pt x="11659" y="20114"/>
                    <a:pt x="11659" y="20229"/>
                  </a:cubicBezTo>
                  <a:cubicBezTo>
                    <a:pt x="11659" y="20343"/>
                    <a:pt x="11782" y="20343"/>
                    <a:pt x="11782" y="20343"/>
                  </a:cubicBezTo>
                  <a:close/>
                  <a:moveTo>
                    <a:pt x="10309" y="20343"/>
                  </a:moveTo>
                  <a:cubicBezTo>
                    <a:pt x="10309" y="20343"/>
                    <a:pt x="10309" y="20343"/>
                    <a:pt x="10309" y="20343"/>
                  </a:cubicBezTo>
                  <a:cubicBezTo>
                    <a:pt x="10309" y="20457"/>
                    <a:pt x="10309" y="20457"/>
                    <a:pt x="10309" y="20457"/>
                  </a:cubicBezTo>
                  <a:cubicBezTo>
                    <a:pt x="10432" y="20457"/>
                    <a:pt x="10432" y="20457"/>
                    <a:pt x="10432" y="20457"/>
                  </a:cubicBezTo>
                  <a:cubicBezTo>
                    <a:pt x="10432" y="20457"/>
                    <a:pt x="10432" y="20457"/>
                    <a:pt x="10432" y="20457"/>
                  </a:cubicBezTo>
                  <a:cubicBezTo>
                    <a:pt x="10432" y="20457"/>
                    <a:pt x="10432" y="20457"/>
                    <a:pt x="10432" y="20457"/>
                  </a:cubicBezTo>
                  <a:cubicBezTo>
                    <a:pt x="10555" y="20457"/>
                    <a:pt x="10555" y="20457"/>
                    <a:pt x="10555" y="20457"/>
                  </a:cubicBezTo>
                  <a:cubicBezTo>
                    <a:pt x="10555" y="20457"/>
                    <a:pt x="10555" y="20457"/>
                    <a:pt x="10555" y="20457"/>
                  </a:cubicBezTo>
                  <a:cubicBezTo>
                    <a:pt x="10555" y="20457"/>
                    <a:pt x="10555" y="20457"/>
                    <a:pt x="10555" y="20457"/>
                  </a:cubicBezTo>
                  <a:cubicBezTo>
                    <a:pt x="10677" y="20343"/>
                    <a:pt x="10677" y="20114"/>
                    <a:pt x="10555" y="20114"/>
                  </a:cubicBezTo>
                  <a:cubicBezTo>
                    <a:pt x="10555" y="20114"/>
                    <a:pt x="10555" y="20114"/>
                    <a:pt x="10555" y="20114"/>
                  </a:cubicBezTo>
                  <a:cubicBezTo>
                    <a:pt x="10432" y="20114"/>
                    <a:pt x="10432" y="20114"/>
                    <a:pt x="10432" y="20114"/>
                  </a:cubicBezTo>
                  <a:cubicBezTo>
                    <a:pt x="10432" y="20114"/>
                    <a:pt x="10432" y="20114"/>
                    <a:pt x="10432" y="20114"/>
                  </a:cubicBezTo>
                  <a:cubicBezTo>
                    <a:pt x="10432" y="20114"/>
                    <a:pt x="10432" y="20114"/>
                    <a:pt x="10432" y="20114"/>
                  </a:cubicBezTo>
                  <a:cubicBezTo>
                    <a:pt x="10309" y="20114"/>
                    <a:pt x="10309" y="20114"/>
                    <a:pt x="10309" y="20114"/>
                  </a:cubicBezTo>
                  <a:cubicBezTo>
                    <a:pt x="10309" y="20114"/>
                    <a:pt x="10309" y="20114"/>
                    <a:pt x="10309" y="20114"/>
                  </a:cubicBezTo>
                  <a:cubicBezTo>
                    <a:pt x="10309" y="20114"/>
                    <a:pt x="10309" y="20114"/>
                    <a:pt x="10309" y="20114"/>
                  </a:cubicBezTo>
                  <a:cubicBezTo>
                    <a:pt x="10309" y="20114"/>
                    <a:pt x="10309" y="20114"/>
                    <a:pt x="10309" y="20114"/>
                  </a:cubicBezTo>
                  <a:cubicBezTo>
                    <a:pt x="10064" y="20114"/>
                    <a:pt x="10064" y="20343"/>
                    <a:pt x="10309" y="20343"/>
                  </a:cubicBezTo>
                  <a:close/>
                  <a:moveTo>
                    <a:pt x="8714" y="20114"/>
                  </a:moveTo>
                  <a:cubicBezTo>
                    <a:pt x="8836" y="20114"/>
                    <a:pt x="8836" y="20114"/>
                    <a:pt x="8836" y="20114"/>
                  </a:cubicBezTo>
                  <a:cubicBezTo>
                    <a:pt x="8836" y="20114"/>
                    <a:pt x="8836" y="20114"/>
                    <a:pt x="8836" y="20114"/>
                  </a:cubicBezTo>
                  <a:cubicBezTo>
                    <a:pt x="8959" y="20114"/>
                    <a:pt x="8959" y="20114"/>
                    <a:pt x="8959" y="20114"/>
                  </a:cubicBezTo>
                  <a:cubicBezTo>
                    <a:pt x="8959" y="20114"/>
                    <a:pt x="8959" y="20114"/>
                    <a:pt x="8959" y="20114"/>
                  </a:cubicBezTo>
                  <a:cubicBezTo>
                    <a:pt x="8959" y="20114"/>
                    <a:pt x="8959" y="20114"/>
                    <a:pt x="8959" y="20114"/>
                  </a:cubicBezTo>
                  <a:cubicBezTo>
                    <a:pt x="8959" y="20114"/>
                    <a:pt x="8959" y="20114"/>
                    <a:pt x="8959" y="20114"/>
                  </a:cubicBezTo>
                  <a:cubicBezTo>
                    <a:pt x="8959" y="20114"/>
                    <a:pt x="8959" y="20114"/>
                    <a:pt x="8959" y="20114"/>
                  </a:cubicBezTo>
                  <a:cubicBezTo>
                    <a:pt x="9205" y="20229"/>
                    <a:pt x="9205" y="20000"/>
                    <a:pt x="9082" y="19886"/>
                  </a:cubicBezTo>
                  <a:cubicBezTo>
                    <a:pt x="9082" y="19886"/>
                    <a:pt x="9082" y="19886"/>
                    <a:pt x="9082" y="19886"/>
                  </a:cubicBezTo>
                  <a:cubicBezTo>
                    <a:pt x="8959" y="19886"/>
                    <a:pt x="8959" y="19886"/>
                    <a:pt x="8959" y="19886"/>
                  </a:cubicBezTo>
                  <a:cubicBezTo>
                    <a:pt x="8959" y="19886"/>
                    <a:pt x="8959" y="19886"/>
                    <a:pt x="8959" y="19886"/>
                  </a:cubicBezTo>
                  <a:cubicBezTo>
                    <a:pt x="8959" y="19886"/>
                    <a:pt x="8959" y="19886"/>
                    <a:pt x="8959" y="19886"/>
                  </a:cubicBezTo>
                  <a:cubicBezTo>
                    <a:pt x="8836" y="19886"/>
                    <a:pt x="8836" y="19886"/>
                    <a:pt x="8836" y="19886"/>
                  </a:cubicBezTo>
                  <a:cubicBezTo>
                    <a:pt x="8836" y="19886"/>
                    <a:pt x="8836" y="19886"/>
                    <a:pt x="8836" y="19886"/>
                  </a:cubicBezTo>
                  <a:cubicBezTo>
                    <a:pt x="8836" y="19886"/>
                    <a:pt x="8836" y="19886"/>
                    <a:pt x="8836" y="19886"/>
                  </a:cubicBezTo>
                  <a:cubicBezTo>
                    <a:pt x="8714" y="19771"/>
                    <a:pt x="8591" y="20000"/>
                    <a:pt x="8714" y="20114"/>
                  </a:cubicBezTo>
                  <a:close/>
                  <a:moveTo>
                    <a:pt x="7364" y="19314"/>
                  </a:moveTo>
                  <a:cubicBezTo>
                    <a:pt x="7364" y="19314"/>
                    <a:pt x="7364" y="19314"/>
                    <a:pt x="7364" y="19314"/>
                  </a:cubicBezTo>
                  <a:cubicBezTo>
                    <a:pt x="7486" y="19429"/>
                    <a:pt x="7486" y="19429"/>
                    <a:pt x="7486" y="19429"/>
                  </a:cubicBezTo>
                  <a:cubicBezTo>
                    <a:pt x="7486" y="19429"/>
                    <a:pt x="7486" y="19429"/>
                    <a:pt x="7486" y="19429"/>
                  </a:cubicBezTo>
                  <a:cubicBezTo>
                    <a:pt x="7486" y="19429"/>
                    <a:pt x="7486" y="19429"/>
                    <a:pt x="7486" y="19429"/>
                  </a:cubicBezTo>
                  <a:cubicBezTo>
                    <a:pt x="7609" y="19429"/>
                    <a:pt x="7609" y="19429"/>
                    <a:pt x="7609" y="19429"/>
                  </a:cubicBezTo>
                  <a:cubicBezTo>
                    <a:pt x="7609" y="19543"/>
                    <a:pt x="7609" y="19543"/>
                    <a:pt x="7609" y="19543"/>
                  </a:cubicBezTo>
                  <a:cubicBezTo>
                    <a:pt x="7609" y="19543"/>
                    <a:pt x="7609" y="19543"/>
                    <a:pt x="7609" y="19543"/>
                  </a:cubicBezTo>
                  <a:cubicBezTo>
                    <a:pt x="7609" y="19543"/>
                    <a:pt x="7609" y="19543"/>
                    <a:pt x="7609" y="19543"/>
                  </a:cubicBezTo>
                  <a:cubicBezTo>
                    <a:pt x="7732" y="19543"/>
                    <a:pt x="7855" y="19314"/>
                    <a:pt x="7732" y="19314"/>
                  </a:cubicBezTo>
                  <a:cubicBezTo>
                    <a:pt x="7732" y="19314"/>
                    <a:pt x="7732" y="19314"/>
                    <a:pt x="7732" y="19314"/>
                  </a:cubicBezTo>
                  <a:cubicBezTo>
                    <a:pt x="7609" y="19200"/>
                    <a:pt x="7609" y="19200"/>
                    <a:pt x="7609" y="19200"/>
                  </a:cubicBezTo>
                  <a:cubicBezTo>
                    <a:pt x="7609" y="19200"/>
                    <a:pt x="7609" y="19200"/>
                    <a:pt x="7609" y="19200"/>
                  </a:cubicBezTo>
                  <a:cubicBezTo>
                    <a:pt x="7609" y="19200"/>
                    <a:pt x="7609" y="19200"/>
                    <a:pt x="7609" y="19200"/>
                  </a:cubicBezTo>
                  <a:cubicBezTo>
                    <a:pt x="7609" y="19086"/>
                    <a:pt x="7609" y="19086"/>
                    <a:pt x="7609" y="19086"/>
                  </a:cubicBezTo>
                  <a:cubicBezTo>
                    <a:pt x="7486" y="19086"/>
                    <a:pt x="7486" y="19086"/>
                    <a:pt x="7486" y="19086"/>
                  </a:cubicBezTo>
                  <a:cubicBezTo>
                    <a:pt x="7486" y="19086"/>
                    <a:pt x="7486" y="19086"/>
                    <a:pt x="7486" y="19086"/>
                  </a:cubicBezTo>
                  <a:cubicBezTo>
                    <a:pt x="7486" y="19086"/>
                    <a:pt x="7486" y="19086"/>
                    <a:pt x="7486" y="19086"/>
                  </a:cubicBezTo>
                  <a:cubicBezTo>
                    <a:pt x="7364" y="19086"/>
                    <a:pt x="7241" y="19314"/>
                    <a:pt x="7364" y="19314"/>
                  </a:cubicBezTo>
                  <a:close/>
                  <a:moveTo>
                    <a:pt x="7609" y="18286"/>
                  </a:moveTo>
                  <a:cubicBezTo>
                    <a:pt x="7855" y="18629"/>
                    <a:pt x="8345" y="18971"/>
                    <a:pt x="8959" y="19086"/>
                  </a:cubicBezTo>
                  <a:cubicBezTo>
                    <a:pt x="9327" y="19314"/>
                    <a:pt x="9941" y="19429"/>
                    <a:pt x="10432" y="19543"/>
                  </a:cubicBezTo>
                  <a:cubicBezTo>
                    <a:pt x="10555" y="19543"/>
                    <a:pt x="10677" y="19543"/>
                    <a:pt x="10800" y="19543"/>
                  </a:cubicBezTo>
                  <a:cubicBezTo>
                    <a:pt x="11168" y="19543"/>
                    <a:pt x="11536" y="19543"/>
                    <a:pt x="11905" y="19429"/>
                  </a:cubicBezTo>
                  <a:cubicBezTo>
                    <a:pt x="12395" y="19314"/>
                    <a:pt x="12886" y="19086"/>
                    <a:pt x="13377" y="18971"/>
                  </a:cubicBezTo>
                  <a:cubicBezTo>
                    <a:pt x="13868" y="18629"/>
                    <a:pt x="14359" y="18171"/>
                    <a:pt x="14605" y="17600"/>
                  </a:cubicBezTo>
                  <a:cubicBezTo>
                    <a:pt x="14850" y="17143"/>
                    <a:pt x="14973" y="16571"/>
                    <a:pt x="14850" y="16000"/>
                  </a:cubicBezTo>
                  <a:cubicBezTo>
                    <a:pt x="14727" y="15886"/>
                    <a:pt x="14727" y="15886"/>
                    <a:pt x="14605" y="15886"/>
                  </a:cubicBezTo>
                  <a:cubicBezTo>
                    <a:pt x="13991" y="15543"/>
                    <a:pt x="13623" y="15086"/>
                    <a:pt x="13377" y="14514"/>
                  </a:cubicBezTo>
                  <a:cubicBezTo>
                    <a:pt x="13255" y="14286"/>
                    <a:pt x="13132" y="14057"/>
                    <a:pt x="13132" y="13829"/>
                  </a:cubicBezTo>
                  <a:cubicBezTo>
                    <a:pt x="12764" y="14057"/>
                    <a:pt x="12395" y="14171"/>
                    <a:pt x="11905" y="14286"/>
                  </a:cubicBezTo>
                  <a:cubicBezTo>
                    <a:pt x="11536" y="14286"/>
                    <a:pt x="11168" y="14400"/>
                    <a:pt x="10800" y="14400"/>
                  </a:cubicBezTo>
                  <a:cubicBezTo>
                    <a:pt x="10800" y="14400"/>
                    <a:pt x="10800" y="14400"/>
                    <a:pt x="10800" y="14400"/>
                  </a:cubicBezTo>
                  <a:cubicBezTo>
                    <a:pt x="10677" y="14400"/>
                    <a:pt x="10555" y="14400"/>
                    <a:pt x="10432" y="14400"/>
                  </a:cubicBezTo>
                  <a:cubicBezTo>
                    <a:pt x="9818" y="14286"/>
                    <a:pt x="9327" y="14171"/>
                    <a:pt x="8959" y="14057"/>
                  </a:cubicBezTo>
                  <a:cubicBezTo>
                    <a:pt x="8714" y="13943"/>
                    <a:pt x="8591" y="13829"/>
                    <a:pt x="8468" y="13829"/>
                  </a:cubicBezTo>
                  <a:cubicBezTo>
                    <a:pt x="8223" y="14400"/>
                    <a:pt x="7977" y="15086"/>
                    <a:pt x="7609" y="15429"/>
                  </a:cubicBezTo>
                  <a:cubicBezTo>
                    <a:pt x="7364" y="15657"/>
                    <a:pt x="7118" y="15886"/>
                    <a:pt x="6873" y="16000"/>
                  </a:cubicBezTo>
                  <a:cubicBezTo>
                    <a:pt x="6627" y="16914"/>
                    <a:pt x="6995" y="17714"/>
                    <a:pt x="7609" y="18286"/>
                  </a:cubicBezTo>
                  <a:close/>
                  <a:moveTo>
                    <a:pt x="6382" y="18171"/>
                  </a:moveTo>
                  <a:cubicBezTo>
                    <a:pt x="6382" y="18171"/>
                    <a:pt x="6382" y="18171"/>
                    <a:pt x="6382" y="18171"/>
                  </a:cubicBezTo>
                  <a:cubicBezTo>
                    <a:pt x="6382" y="18171"/>
                    <a:pt x="6382" y="18171"/>
                    <a:pt x="6382" y="18171"/>
                  </a:cubicBezTo>
                  <a:cubicBezTo>
                    <a:pt x="6382" y="18286"/>
                    <a:pt x="6382" y="18286"/>
                    <a:pt x="6382" y="18286"/>
                  </a:cubicBezTo>
                  <a:cubicBezTo>
                    <a:pt x="6382" y="18286"/>
                    <a:pt x="6382" y="18286"/>
                    <a:pt x="6382" y="18286"/>
                  </a:cubicBezTo>
                  <a:cubicBezTo>
                    <a:pt x="6505" y="18400"/>
                    <a:pt x="6505" y="18400"/>
                    <a:pt x="6505" y="18400"/>
                  </a:cubicBezTo>
                  <a:cubicBezTo>
                    <a:pt x="6505" y="18400"/>
                    <a:pt x="6505" y="18400"/>
                    <a:pt x="6505" y="18400"/>
                  </a:cubicBezTo>
                  <a:cubicBezTo>
                    <a:pt x="6505" y="18400"/>
                    <a:pt x="6505" y="18400"/>
                    <a:pt x="6505" y="18400"/>
                  </a:cubicBezTo>
                  <a:cubicBezTo>
                    <a:pt x="6505" y="18400"/>
                    <a:pt x="6505" y="18400"/>
                    <a:pt x="6505" y="18400"/>
                  </a:cubicBezTo>
                  <a:cubicBezTo>
                    <a:pt x="6627" y="18514"/>
                    <a:pt x="6750" y="18400"/>
                    <a:pt x="6627" y="18286"/>
                  </a:cubicBezTo>
                  <a:cubicBezTo>
                    <a:pt x="6627" y="18171"/>
                    <a:pt x="6627" y="18171"/>
                    <a:pt x="6627" y="18171"/>
                  </a:cubicBezTo>
                  <a:cubicBezTo>
                    <a:pt x="6627" y="18171"/>
                    <a:pt x="6627" y="18171"/>
                    <a:pt x="6627" y="18171"/>
                  </a:cubicBezTo>
                  <a:cubicBezTo>
                    <a:pt x="6627" y="18171"/>
                    <a:pt x="6627" y="18171"/>
                    <a:pt x="6627" y="18171"/>
                  </a:cubicBezTo>
                  <a:cubicBezTo>
                    <a:pt x="6627" y="18057"/>
                    <a:pt x="6627" y="18057"/>
                    <a:pt x="6627" y="18057"/>
                  </a:cubicBezTo>
                  <a:cubicBezTo>
                    <a:pt x="6505" y="18057"/>
                    <a:pt x="6505" y="18057"/>
                    <a:pt x="6505" y="18057"/>
                  </a:cubicBezTo>
                  <a:cubicBezTo>
                    <a:pt x="6505" y="18057"/>
                    <a:pt x="6505" y="18057"/>
                    <a:pt x="6505" y="18057"/>
                  </a:cubicBezTo>
                  <a:cubicBezTo>
                    <a:pt x="6505" y="18057"/>
                    <a:pt x="6505" y="18057"/>
                    <a:pt x="6505" y="18057"/>
                  </a:cubicBezTo>
                  <a:cubicBezTo>
                    <a:pt x="6505" y="17943"/>
                    <a:pt x="6505" y="17943"/>
                    <a:pt x="6505" y="17943"/>
                  </a:cubicBezTo>
                  <a:cubicBezTo>
                    <a:pt x="6382" y="17943"/>
                    <a:pt x="6259" y="18057"/>
                    <a:pt x="6382" y="18171"/>
                  </a:cubicBezTo>
                  <a:close/>
                  <a:moveTo>
                    <a:pt x="5768" y="16686"/>
                  </a:moveTo>
                  <a:cubicBezTo>
                    <a:pt x="5768" y="16800"/>
                    <a:pt x="5768" y="16800"/>
                    <a:pt x="5768" y="16800"/>
                  </a:cubicBezTo>
                  <a:cubicBezTo>
                    <a:pt x="5768" y="16800"/>
                    <a:pt x="5768" y="16800"/>
                    <a:pt x="5768" y="16800"/>
                  </a:cubicBezTo>
                  <a:cubicBezTo>
                    <a:pt x="5891" y="16914"/>
                    <a:pt x="5891" y="16914"/>
                    <a:pt x="5891" y="16914"/>
                  </a:cubicBezTo>
                  <a:cubicBezTo>
                    <a:pt x="5891" y="17029"/>
                    <a:pt x="5891" y="17029"/>
                    <a:pt x="5891" y="17029"/>
                  </a:cubicBezTo>
                  <a:cubicBezTo>
                    <a:pt x="5891" y="17029"/>
                    <a:pt x="5891" y="17029"/>
                    <a:pt x="5891" y="17029"/>
                  </a:cubicBezTo>
                  <a:cubicBezTo>
                    <a:pt x="5891" y="17029"/>
                    <a:pt x="5891" y="17029"/>
                    <a:pt x="6014" y="17029"/>
                  </a:cubicBezTo>
                  <a:cubicBezTo>
                    <a:pt x="6014" y="17029"/>
                    <a:pt x="6014" y="17029"/>
                    <a:pt x="6014" y="17029"/>
                  </a:cubicBezTo>
                  <a:cubicBezTo>
                    <a:pt x="6136" y="17029"/>
                    <a:pt x="6136" y="17029"/>
                    <a:pt x="6136" y="16914"/>
                  </a:cubicBezTo>
                  <a:cubicBezTo>
                    <a:pt x="6136" y="16914"/>
                    <a:pt x="6136" y="16914"/>
                    <a:pt x="6136" y="16914"/>
                  </a:cubicBezTo>
                  <a:cubicBezTo>
                    <a:pt x="6136" y="16800"/>
                    <a:pt x="6136" y="16800"/>
                    <a:pt x="6136" y="16800"/>
                  </a:cubicBezTo>
                  <a:cubicBezTo>
                    <a:pt x="6136" y="16800"/>
                    <a:pt x="6136" y="16800"/>
                    <a:pt x="6136" y="16800"/>
                  </a:cubicBezTo>
                  <a:cubicBezTo>
                    <a:pt x="6014" y="16686"/>
                    <a:pt x="6014" y="16686"/>
                    <a:pt x="6014" y="16686"/>
                  </a:cubicBezTo>
                  <a:cubicBezTo>
                    <a:pt x="6014" y="16686"/>
                    <a:pt x="6014" y="16686"/>
                    <a:pt x="6014" y="16686"/>
                  </a:cubicBezTo>
                  <a:cubicBezTo>
                    <a:pt x="6014" y="16686"/>
                    <a:pt x="6014" y="16686"/>
                    <a:pt x="6014" y="16686"/>
                  </a:cubicBezTo>
                  <a:cubicBezTo>
                    <a:pt x="6014" y="16571"/>
                    <a:pt x="6014" y="16571"/>
                    <a:pt x="6014" y="16571"/>
                  </a:cubicBezTo>
                  <a:cubicBezTo>
                    <a:pt x="5891" y="16571"/>
                    <a:pt x="5768" y="16571"/>
                    <a:pt x="5768" y="16686"/>
                  </a:cubicBezTo>
                  <a:close/>
                  <a:moveTo>
                    <a:pt x="6014" y="10400"/>
                  </a:moveTo>
                  <a:cubicBezTo>
                    <a:pt x="6136" y="10514"/>
                    <a:pt x="6259" y="10629"/>
                    <a:pt x="6382" y="10629"/>
                  </a:cubicBezTo>
                  <a:cubicBezTo>
                    <a:pt x="6382" y="10629"/>
                    <a:pt x="6505" y="10743"/>
                    <a:pt x="6505" y="10743"/>
                  </a:cubicBezTo>
                  <a:cubicBezTo>
                    <a:pt x="6750" y="11314"/>
                    <a:pt x="7118" y="11886"/>
                    <a:pt x="7609" y="12343"/>
                  </a:cubicBezTo>
                  <a:cubicBezTo>
                    <a:pt x="7977" y="12686"/>
                    <a:pt x="8345" y="13029"/>
                    <a:pt x="8959" y="13371"/>
                  </a:cubicBezTo>
                  <a:cubicBezTo>
                    <a:pt x="9327" y="13486"/>
                    <a:pt x="9818" y="13714"/>
                    <a:pt x="10432" y="13714"/>
                  </a:cubicBezTo>
                  <a:cubicBezTo>
                    <a:pt x="10555" y="13714"/>
                    <a:pt x="10677" y="13714"/>
                    <a:pt x="10800" y="13714"/>
                  </a:cubicBezTo>
                  <a:cubicBezTo>
                    <a:pt x="10800" y="13714"/>
                    <a:pt x="10800" y="13714"/>
                    <a:pt x="10800" y="13714"/>
                  </a:cubicBezTo>
                  <a:cubicBezTo>
                    <a:pt x="11168" y="13714"/>
                    <a:pt x="11536" y="13714"/>
                    <a:pt x="11905" y="13600"/>
                  </a:cubicBezTo>
                  <a:cubicBezTo>
                    <a:pt x="12395" y="13486"/>
                    <a:pt x="12886" y="13257"/>
                    <a:pt x="13377" y="12914"/>
                  </a:cubicBezTo>
                  <a:cubicBezTo>
                    <a:pt x="13868" y="12571"/>
                    <a:pt x="14236" y="12114"/>
                    <a:pt x="14605" y="11543"/>
                  </a:cubicBezTo>
                  <a:cubicBezTo>
                    <a:pt x="14850" y="11314"/>
                    <a:pt x="14973" y="10971"/>
                    <a:pt x="15095" y="10629"/>
                  </a:cubicBezTo>
                  <a:cubicBezTo>
                    <a:pt x="15218" y="10629"/>
                    <a:pt x="15341" y="10514"/>
                    <a:pt x="15464" y="10514"/>
                  </a:cubicBezTo>
                  <a:cubicBezTo>
                    <a:pt x="15586" y="10514"/>
                    <a:pt x="15586" y="10400"/>
                    <a:pt x="15709" y="10286"/>
                  </a:cubicBezTo>
                  <a:cubicBezTo>
                    <a:pt x="16323" y="9829"/>
                    <a:pt x="16568" y="8800"/>
                    <a:pt x="16445" y="7886"/>
                  </a:cubicBezTo>
                  <a:cubicBezTo>
                    <a:pt x="16323" y="6971"/>
                    <a:pt x="16077" y="6514"/>
                    <a:pt x="15709" y="6629"/>
                  </a:cubicBezTo>
                  <a:cubicBezTo>
                    <a:pt x="15586" y="6743"/>
                    <a:pt x="15586" y="6743"/>
                    <a:pt x="15464" y="6971"/>
                  </a:cubicBezTo>
                  <a:cubicBezTo>
                    <a:pt x="15341" y="7200"/>
                    <a:pt x="15218" y="7543"/>
                    <a:pt x="15095" y="7886"/>
                  </a:cubicBezTo>
                  <a:cubicBezTo>
                    <a:pt x="14973" y="7886"/>
                    <a:pt x="14727" y="7771"/>
                    <a:pt x="14605" y="7657"/>
                  </a:cubicBezTo>
                  <a:cubicBezTo>
                    <a:pt x="14114" y="7429"/>
                    <a:pt x="13745" y="6743"/>
                    <a:pt x="13377" y="6171"/>
                  </a:cubicBezTo>
                  <a:cubicBezTo>
                    <a:pt x="12886" y="5371"/>
                    <a:pt x="12641" y="4457"/>
                    <a:pt x="12518" y="3886"/>
                  </a:cubicBezTo>
                  <a:cubicBezTo>
                    <a:pt x="12395" y="4457"/>
                    <a:pt x="12273" y="5143"/>
                    <a:pt x="11905" y="5600"/>
                  </a:cubicBezTo>
                  <a:cubicBezTo>
                    <a:pt x="11659" y="5943"/>
                    <a:pt x="11291" y="6171"/>
                    <a:pt x="10800" y="6400"/>
                  </a:cubicBezTo>
                  <a:cubicBezTo>
                    <a:pt x="10677" y="6400"/>
                    <a:pt x="10555" y="6400"/>
                    <a:pt x="10432" y="6400"/>
                  </a:cubicBezTo>
                  <a:cubicBezTo>
                    <a:pt x="9941" y="6514"/>
                    <a:pt x="9450" y="6514"/>
                    <a:pt x="8959" y="6286"/>
                  </a:cubicBezTo>
                  <a:cubicBezTo>
                    <a:pt x="8836" y="6286"/>
                    <a:pt x="8714" y="6286"/>
                    <a:pt x="8591" y="6286"/>
                  </a:cubicBezTo>
                  <a:cubicBezTo>
                    <a:pt x="8100" y="6057"/>
                    <a:pt x="7855" y="6629"/>
                    <a:pt x="7609" y="7200"/>
                  </a:cubicBezTo>
                  <a:cubicBezTo>
                    <a:pt x="7241" y="7771"/>
                    <a:pt x="6995" y="8343"/>
                    <a:pt x="6505" y="8686"/>
                  </a:cubicBezTo>
                  <a:cubicBezTo>
                    <a:pt x="6382" y="8800"/>
                    <a:pt x="6136" y="8800"/>
                    <a:pt x="6014" y="8914"/>
                  </a:cubicBezTo>
                  <a:cubicBezTo>
                    <a:pt x="5768" y="8914"/>
                    <a:pt x="5400" y="8914"/>
                    <a:pt x="5155" y="8800"/>
                  </a:cubicBezTo>
                  <a:cubicBezTo>
                    <a:pt x="5155" y="9486"/>
                    <a:pt x="5523" y="10057"/>
                    <a:pt x="6014" y="10400"/>
                  </a:cubicBezTo>
                  <a:close/>
                  <a:moveTo>
                    <a:pt x="4173" y="20457"/>
                  </a:moveTo>
                  <a:cubicBezTo>
                    <a:pt x="4173" y="20457"/>
                    <a:pt x="4173" y="20457"/>
                    <a:pt x="4173" y="20457"/>
                  </a:cubicBezTo>
                  <a:cubicBezTo>
                    <a:pt x="4173" y="20457"/>
                    <a:pt x="4173" y="20457"/>
                    <a:pt x="4173" y="20457"/>
                  </a:cubicBezTo>
                  <a:cubicBezTo>
                    <a:pt x="4173" y="20457"/>
                    <a:pt x="4173" y="20457"/>
                    <a:pt x="4173" y="20457"/>
                  </a:cubicBezTo>
                  <a:cubicBezTo>
                    <a:pt x="4173" y="20571"/>
                    <a:pt x="4173" y="20571"/>
                    <a:pt x="4173" y="20571"/>
                  </a:cubicBezTo>
                  <a:cubicBezTo>
                    <a:pt x="4173" y="20571"/>
                    <a:pt x="4173" y="20571"/>
                    <a:pt x="4173" y="20571"/>
                  </a:cubicBezTo>
                  <a:cubicBezTo>
                    <a:pt x="4173" y="20571"/>
                    <a:pt x="4173" y="20571"/>
                    <a:pt x="4173" y="20571"/>
                  </a:cubicBezTo>
                  <a:cubicBezTo>
                    <a:pt x="4173" y="20686"/>
                    <a:pt x="4173" y="20686"/>
                    <a:pt x="4173" y="20686"/>
                  </a:cubicBezTo>
                  <a:cubicBezTo>
                    <a:pt x="4173" y="20686"/>
                    <a:pt x="4173" y="20686"/>
                    <a:pt x="4173" y="20686"/>
                  </a:cubicBezTo>
                  <a:cubicBezTo>
                    <a:pt x="4173" y="20686"/>
                    <a:pt x="4173" y="20686"/>
                    <a:pt x="4173" y="20686"/>
                  </a:cubicBezTo>
                  <a:cubicBezTo>
                    <a:pt x="4173" y="20686"/>
                    <a:pt x="4173" y="20686"/>
                    <a:pt x="4173" y="20686"/>
                  </a:cubicBezTo>
                  <a:cubicBezTo>
                    <a:pt x="4173" y="20800"/>
                    <a:pt x="4295" y="20800"/>
                    <a:pt x="4295" y="20800"/>
                  </a:cubicBezTo>
                  <a:cubicBezTo>
                    <a:pt x="4295" y="20800"/>
                    <a:pt x="4418" y="20686"/>
                    <a:pt x="4418" y="20686"/>
                  </a:cubicBezTo>
                  <a:cubicBezTo>
                    <a:pt x="4418" y="20686"/>
                    <a:pt x="4418" y="20686"/>
                    <a:pt x="4418" y="20686"/>
                  </a:cubicBezTo>
                  <a:cubicBezTo>
                    <a:pt x="4418" y="20571"/>
                    <a:pt x="4418" y="20571"/>
                    <a:pt x="4418" y="20571"/>
                  </a:cubicBezTo>
                  <a:cubicBezTo>
                    <a:pt x="4418" y="20571"/>
                    <a:pt x="4418" y="20571"/>
                    <a:pt x="4418" y="20571"/>
                  </a:cubicBezTo>
                  <a:cubicBezTo>
                    <a:pt x="4418" y="20571"/>
                    <a:pt x="4418" y="20571"/>
                    <a:pt x="4418" y="20571"/>
                  </a:cubicBezTo>
                  <a:cubicBezTo>
                    <a:pt x="4418" y="20457"/>
                    <a:pt x="4418" y="20457"/>
                    <a:pt x="4418" y="20457"/>
                  </a:cubicBezTo>
                  <a:cubicBezTo>
                    <a:pt x="4418" y="20457"/>
                    <a:pt x="4418" y="20457"/>
                    <a:pt x="4418" y="20457"/>
                  </a:cubicBezTo>
                  <a:cubicBezTo>
                    <a:pt x="4418" y="20457"/>
                    <a:pt x="4418" y="20457"/>
                    <a:pt x="4418" y="20457"/>
                  </a:cubicBezTo>
                  <a:cubicBezTo>
                    <a:pt x="4418" y="20457"/>
                    <a:pt x="4418" y="20457"/>
                    <a:pt x="4418" y="20457"/>
                  </a:cubicBezTo>
                  <a:cubicBezTo>
                    <a:pt x="4295" y="20343"/>
                    <a:pt x="4295" y="20343"/>
                    <a:pt x="4295" y="20343"/>
                  </a:cubicBezTo>
                  <a:cubicBezTo>
                    <a:pt x="4295" y="20343"/>
                    <a:pt x="4295" y="20343"/>
                    <a:pt x="4295" y="20343"/>
                  </a:cubicBezTo>
                  <a:cubicBezTo>
                    <a:pt x="4295" y="20343"/>
                    <a:pt x="4295" y="20343"/>
                    <a:pt x="4295" y="20343"/>
                  </a:cubicBezTo>
                  <a:cubicBezTo>
                    <a:pt x="4173" y="20343"/>
                    <a:pt x="4050" y="20343"/>
                    <a:pt x="4173" y="20457"/>
                  </a:cubicBezTo>
                  <a:close/>
                  <a:moveTo>
                    <a:pt x="3436" y="19200"/>
                  </a:moveTo>
                  <a:cubicBezTo>
                    <a:pt x="3436" y="19200"/>
                    <a:pt x="3436" y="19200"/>
                    <a:pt x="3436" y="19200"/>
                  </a:cubicBezTo>
                  <a:cubicBezTo>
                    <a:pt x="3436" y="19200"/>
                    <a:pt x="3436" y="19200"/>
                    <a:pt x="3436" y="19200"/>
                  </a:cubicBezTo>
                  <a:cubicBezTo>
                    <a:pt x="3559" y="19200"/>
                    <a:pt x="3559" y="19200"/>
                    <a:pt x="3559" y="19200"/>
                  </a:cubicBezTo>
                  <a:cubicBezTo>
                    <a:pt x="3559" y="19200"/>
                    <a:pt x="3559" y="19200"/>
                    <a:pt x="3559" y="19200"/>
                  </a:cubicBezTo>
                  <a:cubicBezTo>
                    <a:pt x="3559" y="19314"/>
                    <a:pt x="3559" y="19314"/>
                    <a:pt x="3559" y="19314"/>
                  </a:cubicBezTo>
                  <a:cubicBezTo>
                    <a:pt x="3559" y="19314"/>
                    <a:pt x="3559" y="19314"/>
                    <a:pt x="3559" y="19314"/>
                  </a:cubicBezTo>
                  <a:cubicBezTo>
                    <a:pt x="3559" y="19314"/>
                    <a:pt x="3559" y="19314"/>
                    <a:pt x="3559" y="19314"/>
                  </a:cubicBezTo>
                  <a:cubicBezTo>
                    <a:pt x="3559" y="19314"/>
                    <a:pt x="3559" y="19314"/>
                    <a:pt x="3559" y="19314"/>
                  </a:cubicBezTo>
                  <a:cubicBezTo>
                    <a:pt x="3559" y="19314"/>
                    <a:pt x="3559" y="19314"/>
                    <a:pt x="3559" y="19314"/>
                  </a:cubicBezTo>
                  <a:cubicBezTo>
                    <a:pt x="3559" y="19314"/>
                    <a:pt x="3559" y="19314"/>
                    <a:pt x="3559" y="19314"/>
                  </a:cubicBezTo>
                  <a:cubicBezTo>
                    <a:pt x="3559" y="19314"/>
                    <a:pt x="3559" y="19314"/>
                    <a:pt x="3559" y="19314"/>
                  </a:cubicBezTo>
                  <a:cubicBezTo>
                    <a:pt x="3559" y="19314"/>
                    <a:pt x="3559" y="19314"/>
                    <a:pt x="3682" y="19429"/>
                  </a:cubicBezTo>
                  <a:cubicBezTo>
                    <a:pt x="3682" y="19429"/>
                    <a:pt x="3682" y="19429"/>
                    <a:pt x="3682" y="19429"/>
                  </a:cubicBezTo>
                  <a:cubicBezTo>
                    <a:pt x="3805" y="19429"/>
                    <a:pt x="3927" y="19314"/>
                    <a:pt x="3805" y="19200"/>
                  </a:cubicBezTo>
                  <a:cubicBezTo>
                    <a:pt x="3805" y="19200"/>
                    <a:pt x="3805" y="19200"/>
                    <a:pt x="3805" y="19200"/>
                  </a:cubicBezTo>
                  <a:cubicBezTo>
                    <a:pt x="3805" y="19200"/>
                    <a:pt x="3805" y="19200"/>
                    <a:pt x="3805" y="19200"/>
                  </a:cubicBezTo>
                  <a:cubicBezTo>
                    <a:pt x="3805" y="19086"/>
                    <a:pt x="3805" y="19086"/>
                    <a:pt x="3805" y="19086"/>
                  </a:cubicBezTo>
                  <a:cubicBezTo>
                    <a:pt x="3682" y="19086"/>
                    <a:pt x="3682" y="19086"/>
                    <a:pt x="3682" y="19086"/>
                  </a:cubicBezTo>
                  <a:cubicBezTo>
                    <a:pt x="3682" y="19086"/>
                    <a:pt x="3682" y="19086"/>
                    <a:pt x="3682" y="19086"/>
                  </a:cubicBezTo>
                  <a:cubicBezTo>
                    <a:pt x="3682" y="19086"/>
                    <a:pt x="3682" y="19086"/>
                    <a:pt x="3682" y="19086"/>
                  </a:cubicBezTo>
                  <a:cubicBezTo>
                    <a:pt x="3682" y="19086"/>
                    <a:pt x="3682" y="19086"/>
                    <a:pt x="3682" y="19086"/>
                  </a:cubicBezTo>
                  <a:cubicBezTo>
                    <a:pt x="3682" y="19086"/>
                    <a:pt x="3682" y="19086"/>
                    <a:pt x="3682" y="19086"/>
                  </a:cubicBezTo>
                  <a:cubicBezTo>
                    <a:pt x="3682" y="19086"/>
                    <a:pt x="3682" y="19086"/>
                    <a:pt x="3682" y="19086"/>
                  </a:cubicBezTo>
                  <a:cubicBezTo>
                    <a:pt x="3682" y="18971"/>
                    <a:pt x="3682" y="18971"/>
                    <a:pt x="3682" y="18971"/>
                  </a:cubicBezTo>
                  <a:cubicBezTo>
                    <a:pt x="3682" y="18971"/>
                    <a:pt x="3682" y="18971"/>
                    <a:pt x="3682" y="18971"/>
                  </a:cubicBezTo>
                  <a:cubicBezTo>
                    <a:pt x="3682" y="18971"/>
                    <a:pt x="3682" y="18971"/>
                    <a:pt x="3682" y="18971"/>
                  </a:cubicBezTo>
                  <a:cubicBezTo>
                    <a:pt x="3682" y="18971"/>
                    <a:pt x="3682" y="18971"/>
                    <a:pt x="3682" y="18971"/>
                  </a:cubicBezTo>
                  <a:cubicBezTo>
                    <a:pt x="3559" y="18857"/>
                    <a:pt x="3314" y="19086"/>
                    <a:pt x="3436" y="19200"/>
                  </a:cubicBezTo>
                  <a:close/>
                  <a:moveTo>
                    <a:pt x="2209" y="18400"/>
                  </a:moveTo>
                  <a:cubicBezTo>
                    <a:pt x="2209" y="18400"/>
                    <a:pt x="2209" y="18400"/>
                    <a:pt x="2209" y="18400"/>
                  </a:cubicBezTo>
                  <a:cubicBezTo>
                    <a:pt x="2209" y="18400"/>
                    <a:pt x="2209" y="18400"/>
                    <a:pt x="2209" y="18400"/>
                  </a:cubicBezTo>
                  <a:cubicBezTo>
                    <a:pt x="2332" y="18400"/>
                    <a:pt x="2332" y="18400"/>
                    <a:pt x="2332" y="18400"/>
                  </a:cubicBezTo>
                  <a:cubicBezTo>
                    <a:pt x="2332" y="18400"/>
                    <a:pt x="2332" y="18400"/>
                    <a:pt x="2332" y="18400"/>
                  </a:cubicBezTo>
                  <a:cubicBezTo>
                    <a:pt x="2332" y="18400"/>
                    <a:pt x="2332" y="18400"/>
                    <a:pt x="2332" y="18400"/>
                  </a:cubicBezTo>
                  <a:cubicBezTo>
                    <a:pt x="2332" y="18400"/>
                    <a:pt x="2332" y="18400"/>
                    <a:pt x="2332" y="18400"/>
                  </a:cubicBezTo>
                  <a:cubicBezTo>
                    <a:pt x="2332" y="18400"/>
                    <a:pt x="2332" y="18400"/>
                    <a:pt x="2332" y="18400"/>
                  </a:cubicBezTo>
                  <a:cubicBezTo>
                    <a:pt x="2332" y="18400"/>
                    <a:pt x="2332" y="18400"/>
                    <a:pt x="2332" y="18400"/>
                  </a:cubicBezTo>
                  <a:cubicBezTo>
                    <a:pt x="2455" y="18400"/>
                    <a:pt x="2455" y="18400"/>
                    <a:pt x="2455" y="18400"/>
                  </a:cubicBezTo>
                  <a:cubicBezTo>
                    <a:pt x="2455" y="18400"/>
                    <a:pt x="2455" y="18400"/>
                    <a:pt x="2455" y="18400"/>
                  </a:cubicBezTo>
                  <a:cubicBezTo>
                    <a:pt x="2455" y="18400"/>
                    <a:pt x="2455" y="18400"/>
                    <a:pt x="2455" y="18400"/>
                  </a:cubicBezTo>
                  <a:cubicBezTo>
                    <a:pt x="2455" y="18400"/>
                    <a:pt x="2455" y="18400"/>
                    <a:pt x="2455" y="18400"/>
                  </a:cubicBezTo>
                  <a:cubicBezTo>
                    <a:pt x="2455" y="18514"/>
                    <a:pt x="2455" y="18514"/>
                    <a:pt x="2455" y="18514"/>
                  </a:cubicBezTo>
                  <a:cubicBezTo>
                    <a:pt x="2455" y="18514"/>
                    <a:pt x="2455" y="18514"/>
                    <a:pt x="2455" y="18514"/>
                  </a:cubicBezTo>
                  <a:cubicBezTo>
                    <a:pt x="2455" y="18514"/>
                    <a:pt x="2455" y="18514"/>
                    <a:pt x="2455" y="18514"/>
                  </a:cubicBezTo>
                  <a:cubicBezTo>
                    <a:pt x="2700" y="18514"/>
                    <a:pt x="2700" y="18286"/>
                    <a:pt x="2577" y="18286"/>
                  </a:cubicBezTo>
                  <a:cubicBezTo>
                    <a:pt x="2577" y="18286"/>
                    <a:pt x="2577" y="18286"/>
                    <a:pt x="2577" y="18286"/>
                  </a:cubicBezTo>
                  <a:cubicBezTo>
                    <a:pt x="2577" y="18171"/>
                    <a:pt x="2577" y="18171"/>
                    <a:pt x="2577" y="18171"/>
                  </a:cubicBezTo>
                  <a:cubicBezTo>
                    <a:pt x="2455" y="18171"/>
                    <a:pt x="2455" y="18171"/>
                    <a:pt x="2455" y="18171"/>
                  </a:cubicBezTo>
                  <a:cubicBezTo>
                    <a:pt x="2455" y="18171"/>
                    <a:pt x="2455" y="18171"/>
                    <a:pt x="2455" y="18171"/>
                  </a:cubicBezTo>
                  <a:cubicBezTo>
                    <a:pt x="2455" y="18171"/>
                    <a:pt x="2455" y="18171"/>
                    <a:pt x="2455" y="18171"/>
                  </a:cubicBezTo>
                  <a:cubicBezTo>
                    <a:pt x="2455" y="18171"/>
                    <a:pt x="2455" y="18171"/>
                    <a:pt x="2455" y="18171"/>
                  </a:cubicBezTo>
                  <a:cubicBezTo>
                    <a:pt x="2455" y="18171"/>
                    <a:pt x="2455" y="18171"/>
                    <a:pt x="2455" y="18171"/>
                  </a:cubicBezTo>
                  <a:cubicBezTo>
                    <a:pt x="2455" y="18171"/>
                    <a:pt x="2455" y="18171"/>
                    <a:pt x="2455" y="18171"/>
                  </a:cubicBezTo>
                  <a:cubicBezTo>
                    <a:pt x="2455" y="18171"/>
                    <a:pt x="2455" y="18171"/>
                    <a:pt x="2455" y="18171"/>
                  </a:cubicBezTo>
                  <a:cubicBezTo>
                    <a:pt x="2455" y="18171"/>
                    <a:pt x="2455" y="18171"/>
                    <a:pt x="2455" y="18171"/>
                  </a:cubicBezTo>
                  <a:cubicBezTo>
                    <a:pt x="2332" y="18171"/>
                    <a:pt x="2332" y="18171"/>
                    <a:pt x="2332" y="18171"/>
                  </a:cubicBezTo>
                  <a:cubicBezTo>
                    <a:pt x="2332" y="18171"/>
                    <a:pt x="2332" y="18171"/>
                    <a:pt x="2332" y="18171"/>
                  </a:cubicBezTo>
                  <a:cubicBezTo>
                    <a:pt x="2332" y="18171"/>
                    <a:pt x="2332" y="18171"/>
                    <a:pt x="2332" y="18171"/>
                  </a:cubicBezTo>
                  <a:cubicBezTo>
                    <a:pt x="2332" y="18171"/>
                    <a:pt x="2332" y="18171"/>
                    <a:pt x="2332" y="18171"/>
                  </a:cubicBezTo>
                  <a:cubicBezTo>
                    <a:pt x="2209" y="18171"/>
                    <a:pt x="2209" y="18171"/>
                    <a:pt x="2209" y="18171"/>
                  </a:cubicBezTo>
                  <a:cubicBezTo>
                    <a:pt x="2086" y="18286"/>
                    <a:pt x="2209" y="18400"/>
                    <a:pt x="2209" y="18400"/>
                  </a:cubicBezTo>
                  <a:close/>
                  <a:moveTo>
                    <a:pt x="859" y="18171"/>
                  </a:move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859" y="18171"/>
                    <a:pt x="859" y="18171"/>
                    <a:pt x="859"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982" y="18171"/>
                    <a:pt x="982" y="18171"/>
                    <a:pt x="982" y="18171"/>
                  </a:cubicBezTo>
                  <a:cubicBezTo>
                    <a:pt x="1105" y="18171"/>
                    <a:pt x="1105" y="18171"/>
                    <a:pt x="1105" y="18171"/>
                  </a:cubicBezTo>
                  <a:cubicBezTo>
                    <a:pt x="1227" y="18057"/>
                    <a:pt x="1227"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982" y="17829"/>
                    <a:pt x="982" y="17829"/>
                    <a:pt x="982"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859" y="17829"/>
                    <a:pt x="859" y="17829"/>
                    <a:pt x="859" y="17829"/>
                  </a:cubicBezTo>
                  <a:cubicBezTo>
                    <a:pt x="736" y="17829"/>
                    <a:pt x="736" y="17829"/>
                    <a:pt x="736" y="17829"/>
                  </a:cubicBezTo>
                  <a:cubicBezTo>
                    <a:pt x="614" y="17943"/>
                    <a:pt x="614" y="18171"/>
                    <a:pt x="859" y="18171"/>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2" name="Shape 2572"/>
            <p:cNvSpPr/>
            <p:nvPr/>
          </p:nvSpPr>
          <p:spPr>
            <a:xfrm>
              <a:off x="1460500" y="329732"/>
              <a:ext cx="746127" cy="857718"/>
            </a:xfrm>
            <a:custGeom>
              <a:avLst/>
              <a:gdLst/>
              <a:ahLst/>
              <a:cxnLst>
                <a:cxn ang="0">
                  <a:pos x="wd2" y="hd2"/>
                </a:cxn>
                <a:cxn ang="5400000">
                  <a:pos x="wd2" y="hd2"/>
                </a:cxn>
                <a:cxn ang="10800000">
                  <a:pos x="wd2" y="hd2"/>
                </a:cxn>
                <a:cxn ang="16200000">
                  <a:pos x="wd2" y="hd2"/>
                </a:cxn>
              </a:cxnLst>
              <a:rect l="0" t="0" r="r" b="b"/>
              <a:pathLst>
                <a:path w="21600" h="21374" fill="norm" stroke="1" extrusionOk="0">
                  <a:moveTo>
                    <a:pt x="6089" y="15631"/>
                  </a:moveTo>
                  <a:cubicBezTo>
                    <a:pt x="7248" y="15131"/>
                    <a:pt x="7683" y="14507"/>
                    <a:pt x="7828" y="13758"/>
                  </a:cubicBezTo>
                  <a:cubicBezTo>
                    <a:pt x="7103" y="13134"/>
                    <a:pt x="6379" y="12384"/>
                    <a:pt x="5944" y="11635"/>
                  </a:cubicBezTo>
                  <a:cubicBezTo>
                    <a:pt x="5654" y="11510"/>
                    <a:pt x="5364" y="11261"/>
                    <a:pt x="5074" y="11011"/>
                  </a:cubicBezTo>
                  <a:cubicBezTo>
                    <a:pt x="4784" y="10761"/>
                    <a:pt x="4639" y="10262"/>
                    <a:pt x="4494" y="9887"/>
                  </a:cubicBezTo>
                  <a:cubicBezTo>
                    <a:pt x="4494" y="9388"/>
                    <a:pt x="4349" y="8888"/>
                    <a:pt x="4494" y="8514"/>
                  </a:cubicBezTo>
                  <a:cubicBezTo>
                    <a:pt x="4494" y="8139"/>
                    <a:pt x="4639" y="7890"/>
                    <a:pt x="4784" y="7640"/>
                  </a:cubicBezTo>
                  <a:cubicBezTo>
                    <a:pt x="5074" y="6142"/>
                    <a:pt x="5654" y="4643"/>
                    <a:pt x="6668" y="3769"/>
                  </a:cubicBezTo>
                  <a:cubicBezTo>
                    <a:pt x="6958" y="3520"/>
                    <a:pt x="7103" y="3270"/>
                    <a:pt x="7393" y="3145"/>
                  </a:cubicBezTo>
                  <a:cubicBezTo>
                    <a:pt x="6668" y="1522"/>
                    <a:pt x="8408" y="-226"/>
                    <a:pt x="10872" y="24"/>
                  </a:cubicBezTo>
                  <a:cubicBezTo>
                    <a:pt x="11162" y="24"/>
                    <a:pt x="11452" y="149"/>
                    <a:pt x="11742" y="273"/>
                  </a:cubicBezTo>
                  <a:cubicBezTo>
                    <a:pt x="11452" y="398"/>
                    <a:pt x="11017" y="648"/>
                    <a:pt x="10872" y="1023"/>
                  </a:cubicBezTo>
                  <a:cubicBezTo>
                    <a:pt x="10728" y="1272"/>
                    <a:pt x="10728" y="1522"/>
                    <a:pt x="10872" y="1772"/>
                  </a:cubicBezTo>
                  <a:cubicBezTo>
                    <a:pt x="10872" y="1772"/>
                    <a:pt x="10872" y="1772"/>
                    <a:pt x="10872" y="1772"/>
                  </a:cubicBezTo>
                  <a:cubicBezTo>
                    <a:pt x="11742" y="-226"/>
                    <a:pt x="14352" y="398"/>
                    <a:pt x="14497" y="1023"/>
                  </a:cubicBezTo>
                  <a:cubicBezTo>
                    <a:pt x="13772" y="1522"/>
                    <a:pt x="13482" y="1897"/>
                    <a:pt x="13482" y="2646"/>
                  </a:cubicBezTo>
                  <a:cubicBezTo>
                    <a:pt x="14352" y="2646"/>
                    <a:pt x="14642" y="2146"/>
                    <a:pt x="14932" y="1522"/>
                  </a:cubicBezTo>
                  <a:cubicBezTo>
                    <a:pt x="15366" y="2271"/>
                    <a:pt x="15366" y="3020"/>
                    <a:pt x="15077" y="3769"/>
                  </a:cubicBezTo>
                  <a:cubicBezTo>
                    <a:pt x="16091" y="4768"/>
                    <a:pt x="16671" y="6017"/>
                    <a:pt x="16816" y="7265"/>
                  </a:cubicBezTo>
                  <a:cubicBezTo>
                    <a:pt x="16816" y="7390"/>
                    <a:pt x="16816" y="7515"/>
                    <a:pt x="16816" y="7640"/>
                  </a:cubicBezTo>
                  <a:cubicBezTo>
                    <a:pt x="16961" y="7890"/>
                    <a:pt x="17106" y="8139"/>
                    <a:pt x="17106" y="8514"/>
                  </a:cubicBezTo>
                  <a:cubicBezTo>
                    <a:pt x="17251" y="8888"/>
                    <a:pt x="17251" y="9388"/>
                    <a:pt x="17106" y="9887"/>
                  </a:cubicBezTo>
                  <a:cubicBezTo>
                    <a:pt x="16961" y="10262"/>
                    <a:pt x="16816" y="10761"/>
                    <a:pt x="16526" y="11011"/>
                  </a:cubicBezTo>
                  <a:cubicBezTo>
                    <a:pt x="16236" y="11261"/>
                    <a:pt x="15946" y="11510"/>
                    <a:pt x="15656" y="11635"/>
                  </a:cubicBezTo>
                  <a:cubicBezTo>
                    <a:pt x="15221" y="12384"/>
                    <a:pt x="14642" y="13134"/>
                    <a:pt x="13917" y="13758"/>
                  </a:cubicBezTo>
                  <a:cubicBezTo>
                    <a:pt x="13917" y="14507"/>
                    <a:pt x="14352" y="15131"/>
                    <a:pt x="15511" y="15631"/>
                  </a:cubicBezTo>
                  <a:cubicBezTo>
                    <a:pt x="17976" y="16505"/>
                    <a:pt x="21600" y="16754"/>
                    <a:pt x="21600" y="19501"/>
                  </a:cubicBezTo>
                  <a:cubicBezTo>
                    <a:pt x="21600" y="20125"/>
                    <a:pt x="21310" y="20750"/>
                    <a:pt x="20875" y="21374"/>
                  </a:cubicBezTo>
                  <a:cubicBezTo>
                    <a:pt x="10872" y="21374"/>
                    <a:pt x="10872" y="21374"/>
                    <a:pt x="10872" y="21374"/>
                  </a:cubicBezTo>
                  <a:cubicBezTo>
                    <a:pt x="725" y="21374"/>
                    <a:pt x="725" y="21374"/>
                    <a:pt x="725" y="21374"/>
                  </a:cubicBezTo>
                  <a:cubicBezTo>
                    <a:pt x="290" y="20750"/>
                    <a:pt x="145" y="20125"/>
                    <a:pt x="0" y="19501"/>
                  </a:cubicBezTo>
                  <a:cubicBezTo>
                    <a:pt x="0" y="16754"/>
                    <a:pt x="3624" y="16505"/>
                    <a:pt x="6089" y="15631"/>
                  </a:cubicBezTo>
                  <a:close/>
                  <a:moveTo>
                    <a:pt x="15221" y="11136"/>
                  </a:moveTo>
                  <a:cubicBezTo>
                    <a:pt x="16381" y="11011"/>
                    <a:pt x="16816" y="9013"/>
                    <a:pt x="16381" y="7890"/>
                  </a:cubicBezTo>
                  <a:cubicBezTo>
                    <a:pt x="16236" y="7890"/>
                    <a:pt x="16236" y="7890"/>
                    <a:pt x="16236" y="7890"/>
                  </a:cubicBezTo>
                  <a:cubicBezTo>
                    <a:pt x="15366" y="7515"/>
                    <a:pt x="15221" y="9513"/>
                    <a:pt x="15221" y="9762"/>
                  </a:cubicBezTo>
                  <a:cubicBezTo>
                    <a:pt x="15221" y="10512"/>
                    <a:pt x="14207" y="10761"/>
                    <a:pt x="14497" y="10262"/>
                  </a:cubicBezTo>
                  <a:cubicBezTo>
                    <a:pt x="14642" y="9638"/>
                    <a:pt x="14932" y="8888"/>
                    <a:pt x="14932" y="7890"/>
                  </a:cubicBezTo>
                  <a:cubicBezTo>
                    <a:pt x="14932" y="7890"/>
                    <a:pt x="14932" y="7890"/>
                    <a:pt x="14932" y="7765"/>
                  </a:cubicBezTo>
                  <a:cubicBezTo>
                    <a:pt x="15077" y="7016"/>
                    <a:pt x="14787" y="6142"/>
                    <a:pt x="14497" y="5392"/>
                  </a:cubicBezTo>
                  <a:cubicBezTo>
                    <a:pt x="14352" y="5268"/>
                    <a:pt x="14207" y="5143"/>
                    <a:pt x="14062" y="5018"/>
                  </a:cubicBezTo>
                  <a:cubicBezTo>
                    <a:pt x="13337" y="5517"/>
                    <a:pt x="12177" y="5767"/>
                    <a:pt x="10872" y="5642"/>
                  </a:cubicBezTo>
                  <a:cubicBezTo>
                    <a:pt x="10148" y="5517"/>
                    <a:pt x="9423" y="5268"/>
                    <a:pt x="8698" y="5018"/>
                  </a:cubicBezTo>
                  <a:cubicBezTo>
                    <a:pt x="8698" y="5018"/>
                    <a:pt x="8698" y="4893"/>
                    <a:pt x="8698" y="4893"/>
                  </a:cubicBezTo>
                  <a:cubicBezTo>
                    <a:pt x="7828" y="4768"/>
                    <a:pt x="7538" y="5018"/>
                    <a:pt x="7103" y="5517"/>
                  </a:cubicBezTo>
                  <a:cubicBezTo>
                    <a:pt x="7103" y="5517"/>
                    <a:pt x="7103" y="5517"/>
                    <a:pt x="7103" y="5517"/>
                  </a:cubicBezTo>
                  <a:cubicBezTo>
                    <a:pt x="6813" y="6142"/>
                    <a:pt x="6523" y="7016"/>
                    <a:pt x="6523" y="7765"/>
                  </a:cubicBezTo>
                  <a:cubicBezTo>
                    <a:pt x="6668" y="7765"/>
                    <a:pt x="6668" y="7890"/>
                    <a:pt x="6668" y="7890"/>
                  </a:cubicBezTo>
                  <a:cubicBezTo>
                    <a:pt x="6668" y="8888"/>
                    <a:pt x="6958" y="9638"/>
                    <a:pt x="7103" y="10262"/>
                  </a:cubicBezTo>
                  <a:cubicBezTo>
                    <a:pt x="7393" y="10761"/>
                    <a:pt x="6379" y="10512"/>
                    <a:pt x="6379" y="9762"/>
                  </a:cubicBezTo>
                  <a:cubicBezTo>
                    <a:pt x="6379" y="9513"/>
                    <a:pt x="6234" y="7515"/>
                    <a:pt x="5364" y="7890"/>
                  </a:cubicBezTo>
                  <a:cubicBezTo>
                    <a:pt x="5364" y="7890"/>
                    <a:pt x="5364" y="7890"/>
                    <a:pt x="5364" y="7890"/>
                  </a:cubicBezTo>
                  <a:cubicBezTo>
                    <a:pt x="4784" y="9013"/>
                    <a:pt x="5219" y="11011"/>
                    <a:pt x="6379" y="11136"/>
                  </a:cubicBezTo>
                  <a:cubicBezTo>
                    <a:pt x="7248" y="12759"/>
                    <a:pt x="8698" y="14008"/>
                    <a:pt x="10872" y="14008"/>
                  </a:cubicBezTo>
                  <a:cubicBezTo>
                    <a:pt x="10872" y="14008"/>
                    <a:pt x="10872" y="14008"/>
                    <a:pt x="10872" y="14008"/>
                  </a:cubicBezTo>
                  <a:cubicBezTo>
                    <a:pt x="12902" y="14008"/>
                    <a:pt x="14352" y="12759"/>
                    <a:pt x="15221" y="11136"/>
                  </a:cubicBezTo>
                  <a:close/>
                  <a:moveTo>
                    <a:pt x="13192" y="14132"/>
                  </a:moveTo>
                  <a:cubicBezTo>
                    <a:pt x="12467" y="14507"/>
                    <a:pt x="11742" y="14632"/>
                    <a:pt x="10872" y="14632"/>
                  </a:cubicBezTo>
                  <a:cubicBezTo>
                    <a:pt x="10872" y="14632"/>
                    <a:pt x="10872" y="14632"/>
                    <a:pt x="10872" y="14632"/>
                  </a:cubicBezTo>
                  <a:cubicBezTo>
                    <a:pt x="9858" y="14632"/>
                    <a:pt x="9133" y="14507"/>
                    <a:pt x="8408" y="14132"/>
                  </a:cubicBezTo>
                  <a:cubicBezTo>
                    <a:pt x="8263" y="14632"/>
                    <a:pt x="7973" y="15131"/>
                    <a:pt x="7538" y="15506"/>
                  </a:cubicBezTo>
                  <a:cubicBezTo>
                    <a:pt x="8843" y="17004"/>
                    <a:pt x="9858" y="17628"/>
                    <a:pt x="10728" y="18377"/>
                  </a:cubicBezTo>
                  <a:cubicBezTo>
                    <a:pt x="10728" y="18377"/>
                    <a:pt x="10872" y="18377"/>
                    <a:pt x="10872" y="18377"/>
                  </a:cubicBezTo>
                  <a:cubicBezTo>
                    <a:pt x="11597" y="17878"/>
                    <a:pt x="12757" y="16879"/>
                    <a:pt x="14062" y="15381"/>
                  </a:cubicBezTo>
                  <a:cubicBezTo>
                    <a:pt x="13627" y="15006"/>
                    <a:pt x="13337" y="14507"/>
                    <a:pt x="13192" y="14132"/>
                  </a:cubicBezTo>
                  <a:close/>
                  <a:moveTo>
                    <a:pt x="7828" y="19626"/>
                  </a:moveTo>
                  <a:cubicBezTo>
                    <a:pt x="8263" y="19127"/>
                    <a:pt x="8553" y="18502"/>
                    <a:pt x="9278" y="18128"/>
                  </a:cubicBezTo>
                  <a:cubicBezTo>
                    <a:pt x="9858" y="18502"/>
                    <a:pt x="10728" y="19626"/>
                    <a:pt x="10728" y="20125"/>
                  </a:cubicBezTo>
                  <a:cubicBezTo>
                    <a:pt x="10728" y="20001"/>
                    <a:pt x="10872" y="19876"/>
                    <a:pt x="10872" y="19876"/>
                  </a:cubicBezTo>
                  <a:cubicBezTo>
                    <a:pt x="11162" y="19127"/>
                    <a:pt x="12032" y="18627"/>
                    <a:pt x="12322" y="18253"/>
                  </a:cubicBezTo>
                  <a:cubicBezTo>
                    <a:pt x="13047" y="18627"/>
                    <a:pt x="13192" y="19127"/>
                    <a:pt x="13627" y="19626"/>
                  </a:cubicBezTo>
                  <a:cubicBezTo>
                    <a:pt x="14062" y="19127"/>
                    <a:pt x="15366" y="17628"/>
                    <a:pt x="15801" y="16255"/>
                  </a:cubicBezTo>
                  <a:cubicBezTo>
                    <a:pt x="15221" y="16130"/>
                    <a:pt x="14787" y="15880"/>
                    <a:pt x="14352" y="15631"/>
                  </a:cubicBezTo>
                  <a:cubicBezTo>
                    <a:pt x="14352" y="15631"/>
                    <a:pt x="14352" y="15631"/>
                    <a:pt x="14352" y="15756"/>
                  </a:cubicBezTo>
                  <a:cubicBezTo>
                    <a:pt x="13482" y="16754"/>
                    <a:pt x="11887" y="18253"/>
                    <a:pt x="10872" y="19127"/>
                  </a:cubicBezTo>
                  <a:cubicBezTo>
                    <a:pt x="10872" y="19127"/>
                    <a:pt x="10728" y="19127"/>
                    <a:pt x="10728" y="19127"/>
                  </a:cubicBezTo>
                  <a:cubicBezTo>
                    <a:pt x="9568" y="17878"/>
                    <a:pt x="8408" y="17004"/>
                    <a:pt x="7103" y="15756"/>
                  </a:cubicBezTo>
                  <a:cubicBezTo>
                    <a:pt x="6813" y="16005"/>
                    <a:pt x="6379" y="16255"/>
                    <a:pt x="5944" y="16255"/>
                  </a:cubicBezTo>
                  <a:cubicBezTo>
                    <a:pt x="6379" y="17254"/>
                    <a:pt x="7103" y="19002"/>
                    <a:pt x="7828" y="19626"/>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3" name="Shape 2573"/>
            <p:cNvSpPr/>
            <p:nvPr/>
          </p:nvSpPr>
          <p:spPr>
            <a:xfrm>
              <a:off x="5546725" y="6330949"/>
              <a:ext cx="876301" cy="9461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6" y="17486"/>
                  </a:moveTo>
                  <a:cubicBezTo>
                    <a:pt x="21230" y="18057"/>
                    <a:pt x="21600" y="18743"/>
                    <a:pt x="21600" y="19657"/>
                  </a:cubicBezTo>
                  <a:cubicBezTo>
                    <a:pt x="21477" y="20343"/>
                    <a:pt x="21230" y="20914"/>
                    <a:pt x="20859" y="21600"/>
                  </a:cubicBezTo>
                  <a:cubicBezTo>
                    <a:pt x="20859" y="21600"/>
                    <a:pt x="20859" y="21600"/>
                    <a:pt x="20736" y="21600"/>
                  </a:cubicBezTo>
                  <a:cubicBezTo>
                    <a:pt x="20736" y="21600"/>
                    <a:pt x="20736" y="21600"/>
                    <a:pt x="19131" y="21600"/>
                  </a:cubicBezTo>
                  <a:cubicBezTo>
                    <a:pt x="19131" y="21600"/>
                    <a:pt x="19131" y="21600"/>
                    <a:pt x="17897" y="21600"/>
                  </a:cubicBezTo>
                  <a:cubicBezTo>
                    <a:pt x="17897" y="21600"/>
                    <a:pt x="17897" y="21600"/>
                    <a:pt x="17280" y="21600"/>
                  </a:cubicBezTo>
                  <a:cubicBezTo>
                    <a:pt x="17280" y="21600"/>
                    <a:pt x="17280" y="21600"/>
                    <a:pt x="15552" y="21600"/>
                  </a:cubicBezTo>
                  <a:cubicBezTo>
                    <a:pt x="15552" y="21600"/>
                    <a:pt x="15552" y="21600"/>
                    <a:pt x="15058" y="21600"/>
                  </a:cubicBezTo>
                  <a:cubicBezTo>
                    <a:pt x="15058" y="21600"/>
                    <a:pt x="15058" y="21600"/>
                    <a:pt x="13947" y="21600"/>
                  </a:cubicBezTo>
                  <a:cubicBezTo>
                    <a:pt x="13947" y="21600"/>
                    <a:pt x="13947" y="21600"/>
                    <a:pt x="12713" y="21600"/>
                  </a:cubicBezTo>
                  <a:cubicBezTo>
                    <a:pt x="12713" y="21600"/>
                    <a:pt x="12713" y="21600"/>
                    <a:pt x="11109" y="21600"/>
                  </a:cubicBezTo>
                  <a:cubicBezTo>
                    <a:pt x="11109" y="21600"/>
                    <a:pt x="11109" y="21600"/>
                    <a:pt x="10738" y="21600"/>
                  </a:cubicBezTo>
                  <a:cubicBezTo>
                    <a:pt x="10738" y="21600"/>
                    <a:pt x="10738" y="21600"/>
                    <a:pt x="9627" y="21600"/>
                  </a:cubicBezTo>
                  <a:cubicBezTo>
                    <a:pt x="9627" y="21600"/>
                    <a:pt x="9627" y="21600"/>
                    <a:pt x="8146" y="21600"/>
                  </a:cubicBezTo>
                  <a:cubicBezTo>
                    <a:pt x="8146" y="21600"/>
                    <a:pt x="8146" y="21600"/>
                    <a:pt x="6912" y="21600"/>
                  </a:cubicBezTo>
                  <a:cubicBezTo>
                    <a:pt x="6912" y="21600"/>
                    <a:pt x="6912" y="21600"/>
                    <a:pt x="6048" y="21600"/>
                  </a:cubicBezTo>
                  <a:cubicBezTo>
                    <a:pt x="6048" y="21600"/>
                    <a:pt x="6048" y="21600"/>
                    <a:pt x="5801" y="21600"/>
                  </a:cubicBezTo>
                  <a:cubicBezTo>
                    <a:pt x="5801" y="21600"/>
                    <a:pt x="5801" y="21600"/>
                    <a:pt x="4197" y="21600"/>
                  </a:cubicBezTo>
                  <a:cubicBezTo>
                    <a:pt x="4197" y="21600"/>
                    <a:pt x="4197" y="21600"/>
                    <a:pt x="3579" y="21600"/>
                  </a:cubicBezTo>
                  <a:cubicBezTo>
                    <a:pt x="3579" y="21600"/>
                    <a:pt x="3579" y="21600"/>
                    <a:pt x="2345" y="21600"/>
                  </a:cubicBezTo>
                  <a:cubicBezTo>
                    <a:pt x="2345" y="21600"/>
                    <a:pt x="2345" y="21600"/>
                    <a:pt x="864" y="21600"/>
                  </a:cubicBezTo>
                  <a:cubicBezTo>
                    <a:pt x="864" y="21600"/>
                    <a:pt x="864" y="21600"/>
                    <a:pt x="617" y="21600"/>
                  </a:cubicBezTo>
                  <a:cubicBezTo>
                    <a:pt x="247" y="20914"/>
                    <a:pt x="0" y="20343"/>
                    <a:pt x="0" y="19657"/>
                  </a:cubicBezTo>
                  <a:cubicBezTo>
                    <a:pt x="0" y="18743"/>
                    <a:pt x="247" y="18057"/>
                    <a:pt x="864" y="17486"/>
                  </a:cubicBezTo>
                  <a:cubicBezTo>
                    <a:pt x="1234" y="17143"/>
                    <a:pt x="1728" y="16914"/>
                    <a:pt x="2345" y="16571"/>
                  </a:cubicBezTo>
                  <a:cubicBezTo>
                    <a:pt x="2715" y="16457"/>
                    <a:pt x="3086" y="16343"/>
                    <a:pt x="3579" y="16229"/>
                  </a:cubicBezTo>
                  <a:cubicBezTo>
                    <a:pt x="3703" y="16114"/>
                    <a:pt x="3950" y="16000"/>
                    <a:pt x="4197" y="16000"/>
                  </a:cubicBezTo>
                  <a:cubicBezTo>
                    <a:pt x="4197" y="16000"/>
                    <a:pt x="4197" y="16000"/>
                    <a:pt x="4320" y="16000"/>
                  </a:cubicBezTo>
                  <a:cubicBezTo>
                    <a:pt x="4320" y="15886"/>
                    <a:pt x="4197" y="15886"/>
                    <a:pt x="4197" y="15771"/>
                  </a:cubicBezTo>
                  <a:cubicBezTo>
                    <a:pt x="3826" y="15429"/>
                    <a:pt x="3579" y="14857"/>
                    <a:pt x="3579" y="14286"/>
                  </a:cubicBezTo>
                  <a:cubicBezTo>
                    <a:pt x="3579" y="13943"/>
                    <a:pt x="3703" y="13486"/>
                    <a:pt x="3950" y="13143"/>
                  </a:cubicBezTo>
                  <a:cubicBezTo>
                    <a:pt x="3826" y="13143"/>
                    <a:pt x="3703" y="13143"/>
                    <a:pt x="3579" y="13143"/>
                  </a:cubicBezTo>
                  <a:cubicBezTo>
                    <a:pt x="3086" y="12914"/>
                    <a:pt x="2592" y="12686"/>
                    <a:pt x="2345" y="12229"/>
                  </a:cubicBezTo>
                  <a:cubicBezTo>
                    <a:pt x="2098" y="11886"/>
                    <a:pt x="1975" y="11429"/>
                    <a:pt x="1975" y="10971"/>
                  </a:cubicBezTo>
                  <a:cubicBezTo>
                    <a:pt x="1975" y="10514"/>
                    <a:pt x="2098" y="10171"/>
                    <a:pt x="2345" y="9829"/>
                  </a:cubicBezTo>
                  <a:cubicBezTo>
                    <a:pt x="2469" y="9486"/>
                    <a:pt x="2715" y="9371"/>
                    <a:pt x="2962" y="9143"/>
                  </a:cubicBezTo>
                  <a:cubicBezTo>
                    <a:pt x="2839" y="9029"/>
                    <a:pt x="2839" y="8914"/>
                    <a:pt x="2839" y="8686"/>
                  </a:cubicBezTo>
                  <a:cubicBezTo>
                    <a:pt x="2839" y="8114"/>
                    <a:pt x="3086" y="7543"/>
                    <a:pt x="3579" y="7086"/>
                  </a:cubicBezTo>
                  <a:cubicBezTo>
                    <a:pt x="3703" y="6971"/>
                    <a:pt x="3950" y="6857"/>
                    <a:pt x="4073" y="6743"/>
                  </a:cubicBezTo>
                  <a:cubicBezTo>
                    <a:pt x="4073" y="6400"/>
                    <a:pt x="4073" y="6171"/>
                    <a:pt x="4197" y="5829"/>
                  </a:cubicBezTo>
                  <a:cubicBezTo>
                    <a:pt x="4443" y="4457"/>
                    <a:pt x="4937" y="3086"/>
                    <a:pt x="5801" y="2057"/>
                  </a:cubicBezTo>
                  <a:cubicBezTo>
                    <a:pt x="5925" y="1943"/>
                    <a:pt x="6048" y="1829"/>
                    <a:pt x="6048" y="1714"/>
                  </a:cubicBezTo>
                  <a:cubicBezTo>
                    <a:pt x="6418" y="1371"/>
                    <a:pt x="6665" y="1143"/>
                    <a:pt x="6912" y="1029"/>
                  </a:cubicBezTo>
                  <a:cubicBezTo>
                    <a:pt x="7282" y="800"/>
                    <a:pt x="7653" y="571"/>
                    <a:pt x="8146" y="571"/>
                  </a:cubicBezTo>
                  <a:cubicBezTo>
                    <a:pt x="8270" y="571"/>
                    <a:pt x="8393" y="457"/>
                    <a:pt x="8517" y="457"/>
                  </a:cubicBezTo>
                  <a:cubicBezTo>
                    <a:pt x="8887" y="343"/>
                    <a:pt x="9134" y="114"/>
                    <a:pt x="9627" y="114"/>
                  </a:cubicBezTo>
                  <a:cubicBezTo>
                    <a:pt x="9998" y="0"/>
                    <a:pt x="10368" y="0"/>
                    <a:pt x="10738" y="0"/>
                  </a:cubicBezTo>
                  <a:cubicBezTo>
                    <a:pt x="10862" y="0"/>
                    <a:pt x="10985" y="0"/>
                    <a:pt x="11109" y="0"/>
                  </a:cubicBezTo>
                  <a:cubicBezTo>
                    <a:pt x="11602" y="114"/>
                    <a:pt x="12096" y="229"/>
                    <a:pt x="12713" y="343"/>
                  </a:cubicBezTo>
                  <a:cubicBezTo>
                    <a:pt x="13083" y="571"/>
                    <a:pt x="13577" y="800"/>
                    <a:pt x="13947" y="1029"/>
                  </a:cubicBezTo>
                  <a:cubicBezTo>
                    <a:pt x="14318" y="1257"/>
                    <a:pt x="14688" y="1486"/>
                    <a:pt x="15058" y="1714"/>
                  </a:cubicBezTo>
                  <a:cubicBezTo>
                    <a:pt x="15305" y="1943"/>
                    <a:pt x="15429" y="2057"/>
                    <a:pt x="15552" y="2286"/>
                  </a:cubicBezTo>
                  <a:cubicBezTo>
                    <a:pt x="16663" y="3429"/>
                    <a:pt x="17280" y="5029"/>
                    <a:pt x="17280" y="6971"/>
                  </a:cubicBezTo>
                  <a:cubicBezTo>
                    <a:pt x="17280" y="6971"/>
                    <a:pt x="17280" y="6971"/>
                    <a:pt x="17280" y="6971"/>
                  </a:cubicBezTo>
                  <a:cubicBezTo>
                    <a:pt x="17650" y="7200"/>
                    <a:pt x="17774" y="7543"/>
                    <a:pt x="17897" y="7886"/>
                  </a:cubicBezTo>
                  <a:cubicBezTo>
                    <a:pt x="18021" y="8114"/>
                    <a:pt x="18144" y="8457"/>
                    <a:pt x="18144" y="8686"/>
                  </a:cubicBezTo>
                  <a:cubicBezTo>
                    <a:pt x="18144" y="8914"/>
                    <a:pt x="18144" y="9143"/>
                    <a:pt x="18021" y="9257"/>
                  </a:cubicBezTo>
                  <a:cubicBezTo>
                    <a:pt x="18514" y="9714"/>
                    <a:pt x="18885" y="10286"/>
                    <a:pt x="18885" y="10971"/>
                  </a:cubicBezTo>
                  <a:cubicBezTo>
                    <a:pt x="18885" y="11771"/>
                    <a:pt x="18514" y="12343"/>
                    <a:pt x="17897" y="12800"/>
                  </a:cubicBezTo>
                  <a:cubicBezTo>
                    <a:pt x="17897" y="12800"/>
                    <a:pt x="17774" y="12914"/>
                    <a:pt x="17774" y="12914"/>
                  </a:cubicBezTo>
                  <a:cubicBezTo>
                    <a:pt x="17774" y="13029"/>
                    <a:pt x="17897" y="13143"/>
                    <a:pt x="17897" y="13257"/>
                  </a:cubicBezTo>
                  <a:cubicBezTo>
                    <a:pt x="18144" y="13486"/>
                    <a:pt x="18267" y="13943"/>
                    <a:pt x="18267" y="14286"/>
                  </a:cubicBezTo>
                  <a:cubicBezTo>
                    <a:pt x="18267" y="14743"/>
                    <a:pt x="18144" y="15086"/>
                    <a:pt x="17897" y="15429"/>
                  </a:cubicBezTo>
                  <a:cubicBezTo>
                    <a:pt x="17774" y="15657"/>
                    <a:pt x="17650" y="15886"/>
                    <a:pt x="17403" y="16000"/>
                  </a:cubicBezTo>
                  <a:cubicBezTo>
                    <a:pt x="17650" y="16114"/>
                    <a:pt x="17774" y="16114"/>
                    <a:pt x="17897" y="16229"/>
                  </a:cubicBezTo>
                  <a:cubicBezTo>
                    <a:pt x="18391" y="16343"/>
                    <a:pt x="18761" y="16457"/>
                    <a:pt x="19131" y="16571"/>
                  </a:cubicBezTo>
                  <a:cubicBezTo>
                    <a:pt x="19749" y="16914"/>
                    <a:pt x="20242" y="17143"/>
                    <a:pt x="20736" y="17486"/>
                  </a:cubicBezTo>
                  <a:close/>
                  <a:moveTo>
                    <a:pt x="987" y="18171"/>
                  </a:moveTo>
                  <a:cubicBezTo>
                    <a:pt x="1111" y="18171"/>
                    <a:pt x="1111" y="17943"/>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617" y="17829"/>
                    <a:pt x="617" y="17943"/>
                    <a:pt x="617" y="17943"/>
                  </a:cubicBezTo>
                  <a:cubicBezTo>
                    <a:pt x="617" y="18057"/>
                    <a:pt x="617"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741" y="18171"/>
                  </a:cubicBezTo>
                  <a:cubicBezTo>
                    <a:pt x="741" y="18171"/>
                    <a:pt x="741"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864" y="18171"/>
                  </a:cubicBezTo>
                  <a:cubicBezTo>
                    <a:pt x="864" y="18171"/>
                    <a:pt x="864" y="18171"/>
                    <a:pt x="987" y="18171"/>
                  </a:cubicBezTo>
                  <a:cubicBezTo>
                    <a:pt x="987" y="18171"/>
                    <a:pt x="987" y="18171"/>
                    <a:pt x="987" y="18171"/>
                  </a:cubicBezTo>
                  <a:close/>
                  <a:moveTo>
                    <a:pt x="2345" y="18514"/>
                  </a:moveTo>
                  <a:cubicBezTo>
                    <a:pt x="2469" y="18514"/>
                    <a:pt x="2592" y="18400"/>
                    <a:pt x="2469" y="18286"/>
                  </a:cubicBezTo>
                  <a:cubicBezTo>
                    <a:pt x="2469" y="18286"/>
                    <a:pt x="2469" y="18286"/>
                    <a:pt x="2469" y="18286"/>
                  </a:cubicBezTo>
                  <a:cubicBezTo>
                    <a:pt x="2469" y="18286"/>
                    <a:pt x="2469" y="18286"/>
                    <a:pt x="2469" y="18286"/>
                  </a:cubicBezTo>
                  <a:cubicBezTo>
                    <a:pt x="2469" y="18286"/>
                    <a:pt x="2469" y="18286"/>
                    <a:pt x="2469" y="18171"/>
                  </a:cubicBezTo>
                  <a:cubicBezTo>
                    <a:pt x="2469" y="18171"/>
                    <a:pt x="2469" y="18171"/>
                    <a:pt x="2469" y="18171"/>
                  </a:cubicBezTo>
                  <a:cubicBezTo>
                    <a:pt x="2469" y="18171"/>
                    <a:pt x="2469" y="18171"/>
                    <a:pt x="2469" y="18171"/>
                  </a:cubicBezTo>
                  <a:cubicBezTo>
                    <a:pt x="2469" y="18171"/>
                    <a:pt x="2469"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222" y="18171"/>
                  </a:cubicBezTo>
                  <a:cubicBezTo>
                    <a:pt x="2222" y="18171"/>
                    <a:pt x="2222" y="18171"/>
                    <a:pt x="2222" y="18171"/>
                  </a:cubicBezTo>
                  <a:cubicBezTo>
                    <a:pt x="2222" y="18171"/>
                    <a:pt x="2222" y="18171"/>
                    <a:pt x="2222" y="18171"/>
                  </a:cubicBezTo>
                  <a:cubicBezTo>
                    <a:pt x="2222" y="18171"/>
                    <a:pt x="2222" y="18171"/>
                    <a:pt x="2222" y="18171"/>
                  </a:cubicBezTo>
                  <a:cubicBezTo>
                    <a:pt x="2098" y="18057"/>
                    <a:pt x="1975" y="18286"/>
                    <a:pt x="2098" y="18400"/>
                  </a:cubicBezTo>
                  <a:cubicBezTo>
                    <a:pt x="2098" y="18400"/>
                    <a:pt x="2098" y="18400"/>
                    <a:pt x="2098" y="18400"/>
                  </a:cubicBezTo>
                  <a:cubicBezTo>
                    <a:pt x="2098" y="18400"/>
                    <a:pt x="2098" y="18400"/>
                    <a:pt x="2222" y="18400"/>
                  </a:cubicBezTo>
                  <a:cubicBezTo>
                    <a:pt x="2222" y="18400"/>
                    <a:pt x="2222" y="18400"/>
                    <a:pt x="2222" y="18400"/>
                  </a:cubicBezTo>
                  <a:cubicBezTo>
                    <a:pt x="2222" y="18400"/>
                    <a:pt x="2222" y="18400"/>
                    <a:pt x="2222" y="18400"/>
                  </a:cubicBezTo>
                  <a:cubicBezTo>
                    <a:pt x="2222" y="18400"/>
                    <a:pt x="2222" y="18400"/>
                    <a:pt x="2222" y="18400"/>
                  </a:cubicBezTo>
                  <a:cubicBezTo>
                    <a:pt x="2222" y="18400"/>
                    <a:pt x="2222" y="18400"/>
                    <a:pt x="2222" y="18400"/>
                  </a:cubicBezTo>
                  <a:cubicBezTo>
                    <a:pt x="2222" y="18400"/>
                    <a:pt x="2222" y="18400"/>
                    <a:pt x="2222" y="18400"/>
                  </a:cubicBezTo>
                  <a:cubicBezTo>
                    <a:pt x="2222" y="18400"/>
                    <a:pt x="2222" y="18400"/>
                    <a:pt x="2222" y="18400"/>
                  </a:cubicBezTo>
                  <a:cubicBezTo>
                    <a:pt x="2222" y="18400"/>
                    <a:pt x="2222" y="18400"/>
                    <a:pt x="2222" y="18400"/>
                  </a:cubicBezTo>
                  <a:cubicBezTo>
                    <a:pt x="2222" y="18400"/>
                    <a:pt x="2222"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514"/>
                  </a:cubicBezTo>
                  <a:cubicBezTo>
                    <a:pt x="2345" y="18514"/>
                    <a:pt x="2345" y="18514"/>
                    <a:pt x="2345" y="18514"/>
                  </a:cubicBezTo>
                  <a:close/>
                  <a:moveTo>
                    <a:pt x="3579" y="19429"/>
                  </a:moveTo>
                  <a:cubicBezTo>
                    <a:pt x="3703" y="19429"/>
                    <a:pt x="3826" y="19314"/>
                    <a:pt x="3703" y="19200"/>
                  </a:cubicBezTo>
                  <a:cubicBezTo>
                    <a:pt x="3703" y="19200"/>
                    <a:pt x="3703" y="19200"/>
                    <a:pt x="3703" y="19200"/>
                  </a:cubicBezTo>
                  <a:cubicBezTo>
                    <a:pt x="3703" y="19200"/>
                    <a:pt x="3703" y="19200"/>
                    <a:pt x="3703" y="19200"/>
                  </a:cubicBezTo>
                  <a:cubicBezTo>
                    <a:pt x="3703" y="19200"/>
                    <a:pt x="3703" y="19200"/>
                    <a:pt x="3703" y="19200"/>
                  </a:cubicBezTo>
                  <a:cubicBezTo>
                    <a:pt x="3703" y="19200"/>
                    <a:pt x="3703" y="19200"/>
                    <a:pt x="3703" y="19086"/>
                  </a:cubicBezTo>
                  <a:cubicBezTo>
                    <a:pt x="3703" y="19086"/>
                    <a:pt x="3703" y="19086"/>
                    <a:pt x="3703" y="19086"/>
                  </a:cubicBezTo>
                  <a:cubicBezTo>
                    <a:pt x="3703" y="19086"/>
                    <a:pt x="3703" y="19086"/>
                    <a:pt x="3703" y="19086"/>
                  </a:cubicBezTo>
                  <a:cubicBezTo>
                    <a:pt x="3703" y="19086"/>
                    <a:pt x="3703" y="19086"/>
                    <a:pt x="3579" y="19086"/>
                  </a:cubicBezTo>
                  <a:cubicBezTo>
                    <a:pt x="3579" y="19086"/>
                    <a:pt x="3579" y="19086"/>
                    <a:pt x="3579" y="19086"/>
                  </a:cubicBezTo>
                  <a:cubicBezTo>
                    <a:pt x="3579" y="19086"/>
                    <a:pt x="3579" y="19086"/>
                    <a:pt x="3579" y="19086"/>
                  </a:cubicBezTo>
                  <a:cubicBezTo>
                    <a:pt x="3579" y="19086"/>
                    <a:pt x="3579" y="19086"/>
                    <a:pt x="3579" y="19086"/>
                  </a:cubicBezTo>
                  <a:cubicBezTo>
                    <a:pt x="3579" y="19086"/>
                    <a:pt x="3579" y="19086"/>
                    <a:pt x="3579" y="18971"/>
                  </a:cubicBezTo>
                  <a:cubicBezTo>
                    <a:pt x="3579" y="18971"/>
                    <a:pt x="3579" y="18971"/>
                    <a:pt x="3579" y="18971"/>
                  </a:cubicBezTo>
                  <a:cubicBezTo>
                    <a:pt x="3579" y="18971"/>
                    <a:pt x="3579" y="18971"/>
                    <a:pt x="3579" y="18971"/>
                  </a:cubicBezTo>
                  <a:cubicBezTo>
                    <a:pt x="3456" y="18971"/>
                    <a:pt x="3333" y="18971"/>
                    <a:pt x="3333" y="19086"/>
                  </a:cubicBezTo>
                  <a:cubicBezTo>
                    <a:pt x="3333" y="19200"/>
                    <a:pt x="3333" y="19200"/>
                    <a:pt x="3333" y="19200"/>
                  </a:cubicBezTo>
                  <a:cubicBezTo>
                    <a:pt x="3333" y="19200"/>
                    <a:pt x="3333" y="19200"/>
                    <a:pt x="3333" y="19200"/>
                  </a:cubicBezTo>
                  <a:cubicBezTo>
                    <a:pt x="3333" y="19200"/>
                    <a:pt x="3333" y="19200"/>
                    <a:pt x="3333" y="19200"/>
                  </a:cubicBezTo>
                  <a:cubicBezTo>
                    <a:pt x="3333" y="19200"/>
                    <a:pt x="3333" y="19200"/>
                    <a:pt x="3456" y="19200"/>
                  </a:cubicBezTo>
                  <a:cubicBezTo>
                    <a:pt x="3456" y="19200"/>
                    <a:pt x="3456" y="19200"/>
                    <a:pt x="3456" y="19200"/>
                  </a:cubicBezTo>
                  <a:cubicBezTo>
                    <a:pt x="3456" y="19200"/>
                    <a:pt x="3456" y="19200"/>
                    <a:pt x="3456" y="19314"/>
                  </a:cubicBezTo>
                  <a:cubicBezTo>
                    <a:pt x="3456" y="19314"/>
                    <a:pt x="3456" y="19314"/>
                    <a:pt x="3456" y="19314"/>
                  </a:cubicBezTo>
                  <a:cubicBezTo>
                    <a:pt x="3456" y="19314"/>
                    <a:pt x="3456" y="19314"/>
                    <a:pt x="3456" y="19314"/>
                  </a:cubicBezTo>
                  <a:cubicBezTo>
                    <a:pt x="3456" y="19314"/>
                    <a:pt x="3456" y="19314"/>
                    <a:pt x="3456" y="19314"/>
                  </a:cubicBezTo>
                  <a:cubicBezTo>
                    <a:pt x="3456" y="19314"/>
                    <a:pt x="3456" y="19314"/>
                    <a:pt x="3456" y="19314"/>
                  </a:cubicBezTo>
                  <a:cubicBezTo>
                    <a:pt x="3456" y="19314"/>
                    <a:pt x="3456" y="19314"/>
                    <a:pt x="3456" y="19314"/>
                  </a:cubicBezTo>
                  <a:cubicBezTo>
                    <a:pt x="3456" y="19314"/>
                    <a:pt x="3456" y="19314"/>
                    <a:pt x="3456" y="19314"/>
                  </a:cubicBezTo>
                  <a:cubicBezTo>
                    <a:pt x="3456" y="19314"/>
                    <a:pt x="3456" y="19314"/>
                    <a:pt x="3579" y="19429"/>
                  </a:cubicBezTo>
                  <a:close/>
                  <a:moveTo>
                    <a:pt x="4197" y="20800"/>
                  </a:moveTo>
                  <a:cubicBezTo>
                    <a:pt x="4320" y="20800"/>
                    <a:pt x="4320" y="20686"/>
                    <a:pt x="4320" y="20686"/>
                  </a:cubicBezTo>
                  <a:cubicBezTo>
                    <a:pt x="4320" y="20686"/>
                    <a:pt x="4320" y="20686"/>
                    <a:pt x="4320" y="20686"/>
                  </a:cubicBezTo>
                  <a:cubicBezTo>
                    <a:pt x="4320" y="20686"/>
                    <a:pt x="4320" y="20686"/>
                    <a:pt x="4320" y="20686"/>
                  </a:cubicBezTo>
                  <a:cubicBezTo>
                    <a:pt x="4320" y="20686"/>
                    <a:pt x="4320" y="20686"/>
                    <a:pt x="4320" y="20571"/>
                  </a:cubicBezTo>
                  <a:cubicBezTo>
                    <a:pt x="4320" y="20571"/>
                    <a:pt x="4320" y="20571"/>
                    <a:pt x="4320" y="20571"/>
                  </a:cubicBezTo>
                  <a:cubicBezTo>
                    <a:pt x="4320" y="20571"/>
                    <a:pt x="4320" y="20571"/>
                    <a:pt x="4320" y="20571"/>
                  </a:cubicBezTo>
                  <a:cubicBezTo>
                    <a:pt x="4320" y="20571"/>
                    <a:pt x="4320" y="20571"/>
                    <a:pt x="4320" y="20457"/>
                  </a:cubicBezTo>
                  <a:cubicBezTo>
                    <a:pt x="4320" y="20457"/>
                    <a:pt x="4320" y="20457"/>
                    <a:pt x="4320" y="20457"/>
                  </a:cubicBezTo>
                  <a:cubicBezTo>
                    <a:pt x="4320" y="20457"/>
                    <a:pt x="4320" y="20457"/>
                    <a:pt x="4320" y="20457"/>
                  </a:cubicBezTo>
                  <a:cubicBezTo>
                    <a:pt x="4320" y="20457"/>
                    <a:pt x="4320" y="20457"/>
                    <a:pt x="4320" y="20457"/>
                  </a:cubicBezTo>
                  <a:cubicBezTo>
                    <a:pt x="4320" y="20457"/>
                    <a:pt x="4320" y="20457"/>
                    <a:pt x="4320" y="20343"/>
                  </a:cubicBezTo>
                  <a:cubicBezTo>
                    <a:pt x="4320" y="20343"/>
                    <a:pt x="4197" y="20343"/>
                    <a:pt x="4197" y="20343"/>
                  </a:cubicBezTo>
                  <a:cubicBezTo>
                    <a:pt x="4073" y="20343"/>
                    <a:pt x="4073" y="20343"/>
                    <a:pt x="4073" y="20457"/>
                  </a:cubicBezTo>
                  <a:cubicBezTo>
                    <a:pt x="4073" y="20457"/>
                    <a:pt x="4073" y="20457"/>
                    <a:pt x="4073" y="20457"/>
                  </a:cubicBezTo>
                  <a:cubicBezTo>
                    <a:pt x="4073" y="20457"/>
                    <a:pt x="4073" y="20457"/>
                    <a:pt x="4073" y="20457"/>
                  </a:cubicBezTo>
                  <a:cubicBezTo>
                    <a:pt x="4073" y="20457"/>
                    <a:pt x="4073" y="20457"/>
                    <a:pt x="4073" y="20457"/>
                  </a:cubicBezTo>
                  <a:cubicBezTo>
                    <a:pt x="4073" y="20457"/>
                    <a:pt x="4073" y="20457"/>
                    <a:pt x="4073" y="20457"/>
                  </a:cubicBezTo>
                  <a:cubicBezTo>
                    <a:pt x="4073" y="20457"/>
                    <a:pt x="4073" y="20457"/>
                    <a:pt x="4073" y="20571"/>
                  </a:cubicBezTo>
                  <a:cubicBezTo>
                    <a:pt x="4073" y="20571"/>
                    <a:pt x="4073" y="20571"/>
                    <a:pt x="4073" y="20571"/>
                  </a:cubicBezTo>
                  <a:cubicBezTo>
                    <a:pt x="4073" y="20571"/>
                    <a:pt x="4073" y="20571"/>
                    <a:pt x="4073" y="20571"/>
                  </a:cubicBezTo>
                  <a:cubicBezTo>
                    <a:pt x="4073" y="20571"/>
                    <a:pt x="4073" y="20571"/>
                    <a:pt x="4073" y="20686"/>
                  </a:cubicBezTo>
                  <a:cubicBezTo>
                    <a:pt x="4073" y="20686"/>
                    <a:pt x="4073" y="20686"/>
                    <a:pt x="4073" y="20686"/>
                  </a:cubicBezTo>
                  <a:cubicBezTo>
                    <a:pt x="4073" y="20686"/>
                    <a:pt x="4073" y="20686"/>
                    <a:pt x="4073" y="20686"/>
                  </a:cubicBezTo>
                  <a:cubicBezTo>
                    <a:pt x="4073" y="20686"/>
                    <a:pt x="4073" y="20800"/>
                    <a:pt x="4197" y="20800"/>
                  </a:cubicBezTo>
                  <a:close/>
                  <a:moveTo>
                    <a:pt x="5801" y="16343"/>
                  </a:moveTo>
                  <a:cubicBezTo>
                    <a:pt x="5801" y="16343"/>
                    <a:pt x="5925" y="16343"/>
                    <a:pt x="5925" y="16229"/>
                  </a:cubicBezTo>
                  <a:cubicBezTo>
                    <a:pt x="5925" y="16229"/>
                    <a:pt x="5925" y="16229"/>
                    <a:pt x="5925" y="16229"/>
                  </a:cubicBezTo>
                  <a:cubicBezTo>
                    <a:pt x="5925" y="16229"/>
                    <a:pt x="5925" y="16229"/>
                    <a:pt x="5925" y="16229"/>
                  </a:cubicBezTo>
                  <a:cubicBezTo>
                    <a:pt x="5925" y="16229"/>
                    <a:pt x="5925" y="16229"/>
                    <a:pt x="5925" y="16114"/>
                  </a:cubicBezTo>
                  <a:cubicBezTo>
                    <a:pt x="5925" y="16114"/>
                    <a:pt x="5925" y="16114"/>
                    <a:pt x="5925" y="16000"/>
                  </a:cubicBezTo>
                  <a:cubicBezTo>
                    <a:pt x="5925" y="16000"/>
                    <a:pt x="5925" y="16000"/>
                    <a:pt x="5925" y="16000"/>
                  </a:cubicBezTo>
                  <a:cubicBezTo>
                    <a:pt x="5925" y="16000"/>
                    <a:pt x="5925" y="15886"/>
                    <a:pt x="5925" y="15886"/>
                  </a:cubicBezTo>
                  <a:cubicBezTo>
                    <a:pt x="5801" y="15886"/>
                    <a:pt x="5801" y="15886"/>
                    <a:pt x="5801" y="15886"/>
                  </a:cubicBezTo>
                  <a:cubicBezTo>
                    <a:pt x="5678" y="15886"/>
                    <a:pt x="5678" y="15886"/>
                    <a:pt x="5678" y="16000"/>
                  </a:cubicBezTo>
                  <a:cubicBezTo>
                    <a:pt x="5678" y="16000"/>
                    <a:pt x="5678" y="16000"/>
                    <a:pt x="5678" y="16000"/>
                  </a:cubicBezTo>
                  <a:cubicBezTo>
                    <a:pt x="5678" y="16000"/>
                    <a:pt x="5678" y="16000"/>
                    <a:pt x="5678" y="16114"/>
                  </a:cubicBezTo>
                  <a:cubicBezTo>
                    <a:pt x="5678" y="16114"/>
                    <a:pt x="5678" y="16114"/>
                    <a:pt x="5678" y="16229"/>
                  </a:cubicBezTo>
                  <a:cubicBezTo>
                    <a:pt x="5678" y="16229"/>
                    <a:pt x="5678" y="16229"/>
                    <a:pt x="5678" y="16229"/>
                  </a:cubicBezTo>
                  <a:cubicBezTo>
                    <a:pt x="5678" y="16343"/>
                    <a:pt x="5801" y="16343"/>
                    <a:pt x="5801" y="16343"/>
                  </a:cubicBezTo>
                  <a:close/>
                  <a:moveTo>
                    <a:pt x="6048" y="17829"/>
                  </a:moveTo>
                  <a:cubicBezTo>
                    <a:pt x="6171" y="17829"/>
                    <a:pt x="6295" y="17829"/>
                    <a:pt x="6295" y="17714"/>
                  </a:cubicBezTo>
                  <a:cubicBezTo>
                    <a:pt x="6295" y="17600"/>
                    <a:pt x="6295" y="17600"/>
                    <a:pt x="6295" y="17600"/>
                  </a:cubicBezTo>
                  <a:cubicBezTo>
                    <a:pt x="6295" y="17600"/>
                    <a:pt x="6295" y="17600"/>
                    <a:pt x="6171" y="17600"/>
                  </a:cubicBezTo>
                  <a:cubicBezTo>
                    <a:pt x="6171" y="17600"/>
                    <a:pt x="6171" y="17600"/>
                    <a:pt x="6171" y="17600"/>
                  </a:cubicBezTo>
                  <a:cubicBezTo>
                    <a:pt x="6171" y="17600"/>
                    <a:pt x="6171" y="17600"/>
                    <a:pt x="6171" y="17486"/>
                  </a:cubicBezTo>
                  <a:cubicBezTo>
                    <a:pt x="6171" y="17486"/>
                    <a:pt x="6171" y="17486"/>
                    <a:pt x="6171" y="17486"/>
                  </a:cubicBezTo>
                  <a:cubicBezTo>
                    <a:pt x="6171" y="17486"/>
                    <a:pt x="6171" y="17486"/>
                    <a:pt x="6171" y="17371"/>
                  </a:cubicBezTo>
                  <a:cubicBezTo>
                    <a:pt x="6171" y="17371"/>
                    <a:pt x="6171" y="17371"/>
                    <a:pt x="6048" y="17371"/>
                  </a:cubicBezTo>
                  <a:cubicBezTo>
                    <a:pt x="6048" y="17371"/>
                    <a:pt x="6048" y="17371"/>
                    <a:pt x="6048" y="17371"/>
                  </a:cubicBezTo>
                  <a:cubicBezTo>
                    <a:pt x="5925" y="17371"/>
                    <a:pt x="5925" y="17486"/>
                    <a:pt x="5925" y="17486"/>
                  </a:cubicBezTo>
                  <a:cubicBezTo>
                    <a:pt x="5925" y="17486"/>
                    <a:pt x="5925" y="17486"/>
                    <a:pt x="5925" y="17600"/>
                  </a:cubicBezTo>
                  <a:cubicBezTo>
                    <a:pt x="5925" y="17600"/>
                    <a:pt x="5925" y="17600"/>
                    <a:pt x="5925" y="17600"/>
                  </a:cubicBezTo>
                  <a:cubicBezTo>
                    <a:pt x="5925" y="17600"/>
                    <a:pt x="5925" y="17600"/>
                    <a:pt x="6048" y="17600"/>
                  </a:cubicBezTo>
                  <a:cubicBezTo>
                    <a:pt x="6048" y="17600"/>
                    <a:pt x="6048" y="17600"/>
                    <a:pt x="6048" y="17714"/>
                  </a:cubicBezTo>
                  <a:cubicBezTo>
                    <a:pt x="6048" y="17714"/>
                    <a:pt x="6048" y="17714"/>
                    <a:pt x="6048" y="17714"/>
                  </a:cubicBezTo>
                  <a:cubicBezTo>
                    <a:pt x="6048" y="17829"/>
                    <a:pt x="6048" y="17829"/>
                    <a:pt x="6048" y="17829"/>
                  </a:cubicBezTo>
                  <a:close/>
                  <a:moveTo>
                    <a:pt x="6912" y="18971"/>
                  </a:moveTo>
                  <a:cubicBezTo>
                    <a:pt x="7035" y="19086"/>
                    <a:pt x="7159" y="18971"/>
                    <a:pt x="7159" y="18857"/>
                  </a:cubicBezTo>
                  <a:cubicBezTo>
                    <a:pt x="7159" y="18857"/>
                    <a:pt x="7159" y="18857"/>
                    <a:pt x="7035" y="18857"/>
                  </a:cubicBezTo>
                  <a:cubicBezTo>
                    <a:pt x="7035" y="18857"/>
                    <a:pt x="7035" y="18857"/>
                    <a:pt x="7035" y="18857"/>
                  </a:cubicBezTo>
                  <a:cubicBezTo>
                    <a:pt x="7035" y="18857"/>
                    <a:pt x="7035" y="18857"/>
                    <a:pt x="7035" y="18743"/>
                  </a:cubicBezTo>
                  <a:cubicBezTo>
                    <a:pt x="7035" y="18743"/>
                    <a:pt x="7035" y="18743"/>
                    <a:pt x="7035" y="18743"/>
                  </a:cubicBezTo>
                  <a:cubicBezTo>
                    <a:pt x="7035" y="18743"/>
                    <a:pt x="7035" y="18743"/>
                    <a:pt x="7035" y="18743"/>
                  </a:cubicBezTo>
                  <a:cubicBezTo>
                    <a:pt x="7035" y="18743"/>
                    <a:pt x="7035" y="18743"/>
                    <a:pt x="6912" y="18743"/>
                  </a:cubicBezTo>
                  <a:cubicBezTo>
                    <a:pt x="6912" y="18743"/>
                    <a:pt x="6912" y="18743"/>
                    <a:pt x="6912" y="18629"/>
                  </a:cubicBezTo>
                  <a:cubicBezTo>
                    <a:pt x="6912" y="18629"/>
                    <a:pt x="6912" y="18629"/>
                    <a:pt x="6912" y="18629"/>
                  </a:cubicBezTo>
                  <a:cubicBezTo>
                    <a:pt x="6789" y="18514"/>
                    <a:pt x="6665" y="18629"/>
                    <a:pt x="6665" y="18743"/>
                  </a:cubicBezTo>
                  <a:cubicBezTo>
                    <a:pt x="6665" y="18857"/>
                    <a:pt x="6789" y="18857"/>
                    <a:pt x="6789" y="18857"/>
                  </a:cubicBezTo>
                  <a:cubicBezTo>
                    <a:pt x="6789" y="18857"/>
                    <a:pt x="6789" y="18857"/>
                    <a:pt x="6789" y="18857"/>
                  </a:cubicBezTo>
                  <a:cubicBezTo>
                    <a:pt x="6789" y="18857"/>
                    <a:pt x="6789" y="18857"/>
                    <a:pt x="6789" y="18857"/>
                  </a:cubicBezTo>
                  <a:cubicBezTo>
                    <a:pt x="6789" y="18857"/>
                    <a:pt x="6789" y="18857"/>
                    <a:pt x="6789" y="18971"/>
                  </a:cubicBezTo>
                  <a:cubicBezTo>
                    <a:pt x="6789" y="18971"/>
                    <a:pt x="6789" y="18971"/>
                    <a:pt x="6912" y="18971"/>
                  </a:cubicBezTo>
                  <a:cubicBezTo>
                    <a:pt x="6912" y="18971"/>
                    <a:pt x="6912" y="18971"/>
                    <a:pt x="6912" y="18971"/>
                  </a:cubicBezTo>
                  <a:cubicBezTo>
                    <a:pt x="6912" y="18971"/>
                    <a:pt x="6912" y="18971"/>
                    <a:pt x="6912" y="18971"/>
                  </a:cubicBezTo>
                  <a:cubicBezTo>
                    <a:pt x="6912" y="18971"/>
                    <a:pt x="6912" y="18971"/>
                    <a:pt x="6912" y="18971"/>
                  </a:cubicBezTo>
                  <a:close/>
                  <a:moveTo>
                    <a:pt x="8270" y="19886"/>
                  </a:moveTo>
                  <a:cubicBezTo>
                    <a:pt x="8393" y="19886"/>
                    <a:pt x="8517" y="19771"/>
                    <a:pt x="8393" y="19657"/>
                  </a:cubicBezTo>
                  <a:cubicBezTo>
                    <a:pt x="8393" y="19657"/>
                    <a:pt x="8393" y="19657"/>
                    <a:pt x="8270" y="19657"/>
                  </a:cubicBezTo>
                  <a:cubicBezTo>
                    <a:pt x="8270" y="19657"/>
                    <a:pt x="8270" y="19657"/>
                    <a:pt x="8270" y="19657"/>
                  </a:cubicBezTo>
                  <a:cubicBezTo>
                    <a:pt x="8270" y="19657"/>
                    <a:pt x="8270" y="19657"/>
                    <a:pt x="8270" y="19657"/>
                  </a:cubicBezTo>
                  <a:cubicBezTo>
                    <a:pt x="8270" y="19657"/>
                    <a:pt x="8270" y="19657"/>
                    <a:pt x="8146" y="19543"/>
                  </a:cubicBezTo>
                  <a:cubicBezTo>
                    <a:pt x="8146" y="19543"/>
                    <a:pt x="8146" y="19543"/>
                    <a:pt x="8146" y="19543"/>
                  </a:cubicBezTo>
                  <a:cubicBezTo>
                    <a:pt x="8146" y="19543"/>
                    <a:pt x="8146" y="19543"/>
                    <a:pt x="8146" y="19543"/>
                  </a:cubicBezTo>
                  <a:cubicBezTo>
                    <a:pt x="8146" y="19543"/>
                    <a:pt x="8146" y="19543"/>
                    <a:pt x="8146" y="19543"/>
                  </a:cubicBezTo>
                  <a:cubicBezTo>
                    <a:pt x="8023" y="19543"/>
                    <a:pt x="8023" y="19543"/>
                    <a:pt x="8023" y="19543"/>
                  </a:cubicBezTo>
                  <a:cubicBezTo>
                    <a:pt x="7899" y="19543"/>
                    <a:pt x="7899" y="19771"/>
                    <a:pt x="8023" y="19771"/>
                  </a:cubicBezTo>
                  <a:cubicBezTo>
                    <a:pt x="8023" y="19771"/>
                    <a:pt x="8023" y="19771"/>
                    <a:pt x="8023" y="19771"/>
                  </a:cubicBezTo>
                  <a:cubicBezTo>
                    <a:pt x="8023" y="19771"/>
                    <a:pt x="8023" y="19771"/>
                    <a:pt x="8023" y="19771"/>
                  </a:cubicBezTo>
                  <a:cubicBezTo>
                    <a:pt x="8023" y="19771"/>
                    <a:pt x="8023" y="19771"/>
                    <a:pt x="8146" y="19886"/>
                  </a:cubicBezTo>
                  <a:cubicBezTo>
                    <a:pt x="8146" y="19886"/>
                    <a:pt x="8146" y="19886"/>
                    <a:pt x="8146" y="19886"/>
                  </a:cubicBezTo>
                  <a:cubicBezTo>
                    <a:pt x="8146" y="19886"/>
                    <a:pt x="8146" y="19886"/>
                    <a:pt x="8146" y="19886"/>
                  </a:cubicBezTo>
                  <a:cubicBezTo>
                    <a:pt x="8146" y="19886"/>
                    <a:pt x="8146" y="19886"/>
                    <a:pt x="8270" y="19886"/>
                  </a:cubicBezTo>
                  <a:close/>
                  <a:moveTo>
                    <a:pt x="9751" y="20343"/>
                  </a:moveTo>
                  <a:cubicBezTo>
                    <a:pt x="9751" y="20343"/>
                    <a:pt x="9874" y="20343"/>
                    <a:pt x="9874" y="20229"/>
                  </a:cubicBezTo>
                  <a:cubicBezTo>
                    <a:pt x="9874" y="20114"/>
                    <a:pt x="9751" y="20114"/>
                    <a:pt x="9751" y="20114"/>
                  </a:cubicBezTo>
                  <a:cubicBezTo>
                    <a:pt x="9751" y="20114"/>
                    <a:pt x="9751" y="20114"/>
                    <a:pt x="9751" y="20114"/>
                  </a:cubicBezTo>
                  <a:cubicBezTo>
                    <a:pt x="9751" y="20114"/>
                    <a:pt x="9751" y="20114"/>
                    <a:pt x="9627" y="20114"/>
                  </a:cubicBezTo>
                  <a:cubicBezTo>
                    <a:pt x="9627" y="20114"/>
                    <a:pt x="9627" y="20114"/>
                    <a:pt x="9627" y="20114"/>
                  </a:cubicBezTo>
                  <a:cubicBezTo>
                    <a:pt x="9627" y="20114"/>
                    <a:pt x="9627" y="20114"/>
                    <a:pt x="9627" y="20114"/>
                  </a:cubicBezTo>
                  <a:cubicBezTo>
                    <a:pt x="9627" y="20114"/>
                    <a:pt x="9627" y="20114"/>
                    <a:pt x="9504" y="20114"/>
                  </a:cubicBezTo>
                  <a:cubicBezTo>
                    <a:pt x="9504" y="20114"/>
                    <a:pt x="9504" y="20114"/>
                    <a:pt x="9504" y="20000"/>
                  </a:cubicBezTo>
                  <a:cubicBezTo>
                    <a:pt x="9504" y="20000"/>
                    <a:pt x="9504" y="20000"/>
                    <a:pt x="9381" y="20114"/>
                  </a:cubicBezTo>
                  <a:cubicBezTo>
                    <a:pt x="9381" y="20114"/>
                    <a:pt x="9381" y="20229"/>
                    <a:pt x="9504" y="20343"/>
                  </a:cubicBezTo>
                  <a:cubicBezTo>
                    <a:pt x="9504" y="20343"/>
                    <a:pt x="9504" y="20343"/>
                    <a:pt x="9504" y="20343"/>
                  </a:cubicBezTo>
                  <a:cubicBezTo>
                    <a:pt x="9504" y="20343"/>
                    <a:pt x="9504" y="20343"/>
                    <a:pt x="9504" y="20343"/>
                  </a:cubicBezTo>
                  <a:cubicBezTo>
                    <a:pt x="9504" y="20343"/>
                    <a:pt x="9504" y="20343"/>
                    <a:pt x="9627" y="20343"/>
                  </a:cubicBezTo>
                  <a:cubicBezTo>
                    <a:pt x="9627" y="20343"/>
                    <a:pt x="9627" y="20343"/>
                    <a:pt x="9627" y="20343"/>
                  </a:cubicBezTo>
                  <a:cubicBezTo>
                    <a:pt x="9627" y="20343"/>
                    <a:pt x="9627" y="20343"/>
                    <a:pt x="9751" y="20343"/>
                  </a:cubicBezTo>
                  <a:cubicBezTo>
                    <a:pt x="9751" y="20343"/>
                    <a:pt x="9751" y="20343"/>
                    <a:pt x="9751" y="20343"/>
                  </a:cubicBezTo>
                  <a:close/>
                  <a:moveTo>
                    <a:pt x="11232" y="20343"/>
                  </a:moveTo>
                  <a:cubicBezTo>
                    <a:pt x="11479" y="20343"/>
                    <a:pt x="11479" y="20114"/>
                    <a:pt x="11232" y="20114"/>
                  </a:cubicBezTo>
                  <a:cubicBezTo>
                    <a:pt x="11232" y="20114"/>
                    <a:pt x="11232" y="20114"/>
                    <a:pt x="11232" y="20114"/>
                  </a:cubicBezTo>
                  <a:cubicBezTo>
                    <a:pt x="11232" y="20114"/>
                    <a:pt x="11232" y="20114"/>
                    <a:pt x="11232" y="20114"/>
                  </a:cubicBezTo>
                  <a:cubicBezTo>
                    <a:pt x="11232" y="20114"/>
                    <a:pt x="11232" y="20114"/>
                    <a:pt x="11232" y="20114"/>
                  </a:cubicBezTo>
                  <a:cubicBezTo>
                    <a:pt x="11232" y="20114"/>
                    <a:pt x="11232" y="20114"/>
                    <a:pt x="11109" y="20114"/>
                  </a:cubicBezTo>
                  <a:cubicBezTo>
                    <a:pt x="11109" y="20114"/>
                    <a:pt x="11109" y="20114"/>
                    <a:pt x="11109" y="20114"/>
                  </a:cubicBezTo>
                  <a:cubicBezTo>
                    <a:pt x="11109" y="20114"/>
                    <a:pt x="11109" y="20114"/>
                    <a:pt x="11109" y="20114"/>
                  </a:cubicBezTo>
                  <a:cubicBezTo>
                    <a:pt x="11109" y="20114"/>
                    <a:pt x="11109" y="20114"/>
                    <a:pt x="10985" y="20114"/>
                  </a:cubicBezTo>
                  <a:cubicBezTo>
                    <a:pt x="10985" y="20114"/>
                    <a:pt x="10985" y="20114"/>
                    <a:pt x="10985" y="20114"/>
                  </a:cubicBezTo>
                  <a:cubicBezTo>
                    <a:pt x="10862" y="20114"/>
                    <a:pt x="10862" y="20343"/>
                    <a:pt x="10985" y="20457"/>
                  </a:cubicBezTo>
                  <a:cubicBezTo>
                    <a:pt x="10985" y="20457"/>
                    <a:pt x="10985" y="20457"/>
                    <a:pt x="10985" y="20457"/>
                  </a:cubicBezTo>
                  <a:cubicBezTo>
                    <a:pt x="10985" y="20457"/>
                    <a:pt x="10985" y="20457"/>
                    <a:pt x="10985" y="20457"/>
                  </a:cubicBezTo>
                  <a:cubicBezTo>
                    <a:pt x="10985" y="20457"/>
                    <a:pt x="10985" y="20457"/>
                    <a:pt x="11109" y="20457"/>
                  </a:cubicBezTo>
                  <a:cubicBezTo>
                    <a:pt x="11109" y="20457"/>
                    <a:pt x="11109" y="20457"/>
                    <a:pt x="11109" y="20457"/>
                  </a:cubicBezTo>
                  <a:cubicBezTo>
                    <a:pt x="11109" y="20457"/>
                    <a:pt x="11109" y="20457"/>
                    <a:pt x="11109" y="20457"/>
                  </a:cubicBezTo>
                  <a:cubicBezTo>
                    <a:pt x="11109" y="20457"/>
                    <a:pt x="11109" y="20457"/>
                    <a:pt x="11232" y="20457"/>
                  </a:cubicBezTo>
                  <a:cubicBezTo>
                    <a:pt x="11232" y="20457"/>
                    <a:pt x="11232" y="20457"/>
                    <a:pt x="11232" y="20343"/>
                  </a:cubicBezTo>
                  <a:cubicBezTo>
                    <a:pt x="11232" y="20343"/>
                    <a:pt x="11232" y="20343"/>
                    <a:pt x="11232" y="20343"/>
                  </a:cubicBezTo>
                  <a:close/>
                  <a:moveTo>
                    <a:pt x="12837" y="20114"/>
                  </a:moveTo>
                  <a:cubicBezTo>
                    <a:pt x="12960" y="20000"/>
                    <a:pt x="12837" y="19771"/>
                    <a:pt x="12713" y="19886"/>
                  </a:cubicBezTo>
                  <a:cubicBezTo>
                    <a:pt x="12713" y="19886"/>
                    <a:pt x="12713" y="19886"/>
                    <a:pt x="12713" y="19886"/>
                  </a:cubicBezTo>
                  <a:cubicBezTo>
                    <a:pt x="12713" y="19886"/>
                    <a:pt x="12713" y="19886"/>
                    <a:pt x="12713" y="19886"/>
                  </a:cubicBezTo>
                  <a:cubicBezTo>
                    <a:pt x="12713" y="19886"/>
                    <a:pt x="12713" y="19886"/>
                    <a:pt x="12713" y="19886"/>
                  </a:cubicBezTo>
                  <a:cubicBezTo>
                    <a:pt x="12713" y="19886"/>
                    <a:pt x="12713" y="19886"/>
                    <a:pt x="12590" y="19886"/>
                  </a:cubicBezTo>
                  <a:cubicBezTo>
                    <a:pt x="12590" y="19886"/>
                    <a:pt x="12590" y="19886"/>
                    <a:pt x="12590" y="19886"/>
                  </a:cubicBezTo>
                  <a:cubicBezTo>
                    <a:pt x="12590" y="19886"/>
                    <a:pt x="12590" y="19886"/>
                    <a:pt x="12466" y="19886"/>
                  </a:cubicBezTo>
                  <a:cubicBezTo>
                    <a:pt x="12466" y="19886"/>
                    <a:pt x="12466" y="19886"/>
                    <a:pt x="12466" y="19886"/>
                  </a:cubicBezTo>
                  <a:cubicBezTo>
                    <a:pt x="12343" y="20000"/>
                    <a:pt x="12343" y="20229"/>
                    <a:pt x="12590" y="20114"/>
                  </a:cubicBezTo>
                  <a:cubicBezTo>
                    <a:pt x="12590" y="20114"/>
                    <a:pt x="12590" y="20114"/>
                    <a:pt x="12590" y="20114"/>
                  </a:cubicBezTo>
                  <a:cubicBezTo>
                    <a:pt x="12590" y="20114"/>
                    <a:pt x="12590" y="20114"/>
                    <a:pt x="12590" y="20114"/>
                  </a:cubicBezTo>
                  <a:cubicBezTo>
                    <a:pt x="12590" y="20114"/>
                    <a:pt x="12590" y="20114"/>
                    <a:pt x="12713" y="20114"/>
                  </a:cubicBezTo>
                  <a:cubicBezTo>
                    <a:pt x="12713" y="20114"/>
                    <a:pt x="12713" y="20114"/>
                    <a:pt x="12713" y="20114"/>
                  </a:cubicBezTo>
                  <a:cubicBezTo>
                    <a:pt x="12713" y="20114"/>
                    <a:pt x="12713" y="20114"/>
                    <a:pt x="12713" y="20114"/>
                  </a:cubicBezTo>
                  <a:cubicBezTo>
                    <a:pt x="12713" y="20114"/>
                    <a:pt x="12713" y="20114"/>
                    <a:pt x="12713" y="20114"/>
                  </a:cubicBezTo>
                  <a:cubicBezTo>
                    <a:pt x="12713" y="20114"/>
                    <a:pt x="12713" y="20114"/>
                    <a:pt x="12837" y="20114"/>
                  </a:cubicBezTo>
                  <a:close/>
                  <a:moveTo>
                    <a:pt x="14194" y="19314"/>
                  </a:moveTo>
                  <a:cubicBezTo>
                    <a:pt x="14318" y="19314"/>
                    <a:pt x="14194" y="19086"/>
                    <a:pt x="14071" y="19086"/>
                  </a:cubicBezTo>
                  <a:cubicBezTo>
                    <a:pt x="14071" y="19086"/>
                    <a:pt x="14071" y="19086"/>
                    <a:pt x="14071" y="19086"/>
                  </a:cubicBezTo>
                  <a:cubicBezTo>
                    <a:pt x="14071" y="19086"/>
                    <a:pt x="14071" y="19086"/>
                    <a:pt x="14071" y="19086"/>
                  </a:cubicBezTo>
                  <a:cubicBezTo>
                    <a:pt x="14071" y="19086"/>
                    <a:pt x="14071" y="19086"/>
                    <a:pt x="13947" y="19086"/>
                  </a:cubicBezTo>
                  <a:cubicBezTo>
                    <a:pt x="13947" y="19086"/>
                    <a:pt x="13947" y="19086"/>
                    <a:pt x="13947" y="19200"/>
                  </a:cubicBezTo>
                  <a:cubicBezTo>
                    <a:pt x="13947" y="19200"/>
                    <a:pt x="13947" y="19200"/>
                    <a:pt x="13947" y="19200"/>
                  </a:cubicBezTo>
                  <a:cubicBezTo>
                    <a:pt x="13947" y="19200"/>
                    <a:pt x="13947" y="19200"/>
                    <a:pt x="13947" y="19200"/>
                  </a:cubicBezTo>
                  <a:cubicBezTo>
                    <a:pt x="13947" y="19200"/>
                    <a:pt x="13947" y="19200"/>
                    <a:pt x="13824" y="19314"/>
                  </a:cubicBezTo>
                  <a:cubicBezTo>
                    <a:pt x="13824" y="19314"/>
                    <a:pt x="13824" y="19314"/>
                    <a:pt x="13824" y="19314"/>
                  </a:cubicBezTo>
                  <a:cubicBezTo>
                    <a:pt x="13701" y="19314"/>
                    <a:pt x="13824" y="19543"/>
                    <a:pt x="13947" y="19543"/>
                  </a:cubicBezTo>
                  <a:cubicBezTo>
                    <a:pt x="13947" y="19543"/>
                    <a:pt x="13947" y="19543"/>
                    <a:pt x="13947" y="19543"/>
                  </a:cubicBezTo>
                  <a:cubicBezTo>
                    <a:pt x="13947" y="19543"/>
                    <a:pt x="13947" y="19543"/>
                    <a:pt x="13947" y="19543"/>
                  </a:cubicBezTo>
                  <a:cubicBezTo>
                    <a:pt x="13947" y="19543"/>
                    <a:pt x="13947" y="19543"/>
                    <a:pt x="13947" y="19429"/>
                  </a:cubicBezTo>
                  <a:cubicBezTo>
                    <a:pt x="13947" y="19429"/>
                    <a:pt x="13947" y="19429"/>
                    <a:pt x="14071" y="19429"/>
                  </a:cubicBezTo>
                  <a:cubicBezTo>
                    <a:pt x="14071" y="19429"/>
                    <a:pt x="14071" y="19429"/>
                    <a:pt x="14071" y="19429"/>
                  </a:cubicBezTo>
                  <a:cubicBezTo>
                    <a:pt x="14071" y="19429"/>
                    <a:pt x="14071" y="19429"/>
                    <a:pt x="14071" y="19429"/>
                  </a:cubicBezTo>
                  <a:cubicBezTo>
                    <a:pt x="14071" y="19429"/>
                    <a:pt x="14071" y="19429"/>
                    <a:pt x="14194" y="19314"/>
                  </a:cubicBezTo>
                  <a:cubicBezTo>
                    <a:pt x="14194" y="19314"/>
                    <a:pt x="14194" y="19314"/>
                    <a:pt x="14194" y="19314"/>
                  </a:cubicBezTo>
                  <a:close/>
                  <a:moveTo>
                    <a:pt x="13947" y="18286"/>
                  </a:moveTo>
                  <a:cubicBezTo>
                    <a:pt x="14565" y="17714"/>
                    <a:pt x="14935" y="16914"/>
                    <a:pt x="14688" y="16000"/>
                  </a:cubicBezTo>
                  <a:cubicBezTo>
                    <a:pt x="14441" y="15886"/>
                    <a:pt x="14194" y="15657"/>
                    <a:pt x="13947" y="15429"/>
                  </a:cubicBezTo>
                  <a:cubicBezTo>
                    <a:pt x="13577" y="15086"/>
                    <a:pt x="13330" y="14400"/>
                    <a:pt x="13083" y="13829"/>
                  </a:cubicBezTo>
                  <a:cubicBezTo>
                    <a:pt x="12960" y="13829"/>
                    <a:pt x="12837" y="13943"/>
                    <a:pt x="12713" y="14057"/>
                  </a:cubicBezTo>
                  <a:cubicBezTo>
                    <a:pt x="12219" y="14171"/>
                    <a:pt x="11726" y="14286"/>
                    <a:pt x="11109" y="14400"/>
                  </a:cubicBezTo>
                  <a:cubicBezTo>
                    <a:pt x="10985" y="14400"/>
                    <a:pt x="10862" y="14400"/>
                    <a:pt x="10738" y="14400"/>
                  </a:cubicBezTo>
                  <a:cubicBezTo>
                    <a:pt x="10738" y="14400"/>
                    <a:pt x="10738" y="14400"/>
                    <a:pt x="10738" y="14400"/>
                  </a:cubicBezTo>
                  <a:cubicBezTo>
                    <a:pt x="10368" y="14400"/>
                    <a:pt x="9998" y="14286"/>
                    <a:pt x="9627" y="14286"/>
                  </a:cubicBezTo>
                  <a:cubicBezTo>
                    <a:pt x="9134" y="14171"/>
                    <a:pt x="8763" y="14057"/>
                    <a:pt x="8393" y="13829"/>
                  </a:cubicBezTo>
                  <a:cubicBezTo>
                    <a:pt x="8393" y="14057"/>
                    <a:pt x="8270" y="14286"/>
                    <a:pt x="8146" y="14514"/>
                  </a:cubicBezTo>
                  <a:cubicBezTo>
                    <a:pt x="7899" y="15086"/>
                    <a:pt x="7529" y="15543"/>
                    <a:pt x="6912" y="15886"/>
                  </a:cubicBezTo>
                  <a:cubicBezTo>
                    <a:pt x="6789" y="15886"/>
                    <a:pt x="6789" y="15886"/>
                    <a:pt x="6665" y="16000"/>
                  </a:cubicBezTo>
                  <a:cubicBezTo>
                    <a:pt x="6542" y="16571"/>
                    <a:pt x="6665" y="17143"/>
                    <a:pt x="6912" y="17600"/>
                  </a:cubicBezTo>
                  <a:cubicBezTo>
                    <a:pt x="7159" y="18171"/>
                    <a:pt x="7653" y="18629"/>
                    <a:pt x="8146" y="18971"/>
                  </a:cubicBezTo>
                  <a:cubicBezTo>
                    <a:pt x="8640" y="19086"/>
                    <a:pt x="9134" y="19314"/>
                    <a:pt x="9627" y="19429"/>
                  </a:cubicBezTo>
                  <a:cubicBezTo>
                    <a:pt x="9998" y="19543"/>
                    <a:pt x="10368" y="19543"/>
                    <a:pt x="10738" y="19543"/>
                  </a:cubicBezTo>
                  <a:cubicBezTo>
                    <a:pt x="10862" y="19543"/>
                    <a:pt x="10985" y="19543"/>
                    <a:pt x="11109" y="19543"/>
                  </a:cubicBezTo>
                  <a:cubicBezTo>
                    <a:pt x="11602" y="19429"/>
                    <a:pt x="12219" y="19314"/>
                    <a:pt x="12713" y="19086"/>
                  </a:cubicBezTo>
                  <a:cubicBezTo>
                    <a:pt x="13207" y="18971"/>
                    <a:pt x="13701" y="18629"/>
                    <a:pt x="13947" y="18286"/>
                  </a:cubicBezTo>
                  <a:close/>
                  <a:moveTo>
                    <a:pt x="15182" y="18171"/>
                  </a:moveTo>
                  <a:cubicBezTo>
                    <a:pt x="15305" y="18057"/>
                    <a:pt x="15182" y="17943"/>
                    <a:pt x="15058" y="17943"/>
                  </a:cubicBezTo>
                  <a:cubicBezTo>
                    <a:pt x="15058" y="17943"/>
                    <a:pt x="15058" y="17943"/>
                    <a:pt x="15058" y="18057"/>
                  </a:cubicBezTo>
                  <a:cubicBezTo>
                    <a:pt x="15058" y="18057"/>
                    <a:pt x="15058" y="18057"/>
                    <a:pt x="15058" y="18057"/>
                  </a:cubicBezTo>
                  <a:cubicBezTo>
                    <a:pt x="15058" y="18057"/>
                    <a:pt x="15058" y="18057"/>
                    <a:pt x="15058" y="18057"/>
                  </a:cubicBezTo>
                  <a:cubicBezTo>
                    <a:pt x="15058" y="18057"/>
                    <a:pt x="15058" y="18057"/>
                    <a:pt x="14935" y="18057"/>
                  </a:cubicBezTo>
                  <a:cubicBezTo>
                    <a:pt x="14935" y="18057"/>
                    <a:pt x="14935" y="18057"/>
                    <a:pt x="14935" y="18171"/>
                  </a:cubicBezTo>
                  <a:cubicBezTo>
                    <a:pt x="14935" y="18171"/>
                    <a:pt x="14935" y="18171"/>
                    <a:pt x="14935" y="18171"/>
                  </a:cubicBezTo>
                  <a:cubicBezTo>
                    <a:pt x="14935" y="18171"/>
                    <a:pt x="14935" y="18171"/>
                    <a:pt x="14935" y="18171"/>
                  </a:cubicBezTo>
                  <a:cubicBezTo>
                    <a:pt x="14935" y="18171"/>
                    <a:pt x="14935" y="18171"/>
                    <a:pt x="14935" y="18286"/>
                  </a:cubicBezTo>
                  <a:cubicBezTo>
                    <a:pt x="14811" y="18400"/>
                    <a:pt x="14935" y="18514"/>
                    <a:pt x="15058" y="18400"/>
                  </a:cubicBezTo>
                  <a:cubicBezTo>
                    <a:pt x="15058" y="18400"/>
                    <a:pt x="15058" y="18400"/>
                    <a:pt x="15058" y="18400"/>
                  </a:cubicBezTo>
                  <a:cubicBezTo>
                    <a:pt x="15058" y="18400"/>
                    <a:pt x="15058" y="18400"/>
                    <a:pt x="15058" y="18400"/>
                  </a:cubicBezTo>
                  <a:cubicBezTo>
                    <a:pt x="15058" y="18400"/>
                    <a:pt x="15058" y="18400"/>
                    <a:pt x="15058" y="18400"/>
                  </a:cubicBezTo>
                  <a:cubicBezTo>
                    <a:pt x="15058" y="18400"/>
                    <a:pt x="15058" y="18400"/>
                    <a:pt x="15182" y="18286"/>
                  </a:cubicBezTo>
                  <a:cubicBezTo>
                    <a:pt x="15182" y="18286"/>
                    <a:pt x="15182" y="18286"/>
                    <a:pt x="15182" y="18286"/>
                  </a:cubicBezTo>
                  <a:cubicBezTo>
                    <a:pt x="15182" y="18286"/>
                    <a:pt x="15182" y="18286"/>
                    <a:pt x="15182" y="18171"/>
                  </a:cubicBezTo>
                  <a:cubicBezTo>
                    <a:pt x="15182" y="18171"/>
                    <a:pt x="15182" y="18171"/>
                    <a:pt x="15182" y="18171"/>
                  </a:cubicBezTo>
                  <a:cubicBezTo>
                    <a:pt x="15182" y="18171"/>
                    <a:pt x="15182" y="18171"/>
                    <a:pt x="15182" y="18171"/>
                  </a:cubicBezTo>
                  <a:close/>
                  <a:moveTo>
                    <a:pt x="15799" y="16686"/>
                  </a:moveTo>
                  <a:cubicBezTo>
                    <a:pt x="15799" y="16571"/>
                    <a:pt x="15675" y="16571"/>
                    <a:pt x="15552" y="16571"/>
                  </a:cubicBezTo>
                  <a:cubicBezTo>
                    <a:pt x="15552" y="16571"/>
                    <a:pt x="15552" y="16571"/>
                    <a:pt x="15552" y="16686"/>
                  </a:cubicBezTo>
                  <a:cubicBezTo>
                    <a:pt x="15552" y="16686"/>
                    <a:pt x="15552" y="16686"/>
                    <a:pt x="15552" y="16686"/>
                  </a:cubicBezTo>
                  <a:cubicBezTo>
                    <a:pt x="15552" y="16686"/>
                    <a:pt x="15552" y="16686"/>
                    <a:pt x="15552" y="16686"/>
                  </a:cubicBezTo>
                  <a:cubicBezTo>
                    <a:pt x="15552" y="16686"/>
                    <a:pt x="15552" y="16686"/>
                    <a:pt x="15429" y="16800"/>
                  </a:cubicBezTo>
                  <a:cubicBezTo>
                    <a:pt x="15429" y="16800"/>
                    <a:pt x="15429" y="16800"/>
                    <a:pt x="15429" y="16800"/>
                  </a:cubicBezTo>
                  <a:cubicBezTo>
                    <a:pt x="15429" y="16800"/>
                    <a:pt x="15429" y="16800"/>
                    <a:pt x="15429" y="16914"/>
                  </a:cubicBezTo>
                  <a:cubicBezTo>
                    <a:pt x="15429" y="16914"/>
                    <a:pt x="15429" y="16914"/>
                    <a:pt x="15429" y="16914"/>
                  </a:cubicBezTo>
                  <a:cubicBezTo>
                    <a:pt x="15429" y="17029"/>
                    <a:pt x="15429" y="17029"/>
                    <a:pt x="15552" y="17029"/>
                  </a:cubicBezTo>
                  <a:cubicBezTo>
                    <a:pt x="15552" y="17029"/>
                    <a:pt x="15552" y="17029"/>
                    <a:pt x="15552" y="17029"/>
                  </a:cubicBezTo>
                  <a:cubicBezTo>
                    <a:pt x="15675" y="17029"/>
                    <a:pt x="15675" y="17029"/>
                    <a:pt x="15675" y="17029"/>
                  </a:cubicBezTo>
                  <a:cubicBezTo>
                    <a:pt x="15675" y="17029"/>
                    <a:pt x="15675" y="17029"/>
                    <a:pt x="15675" y="17029"/>
                  </a:cubicBezTo>
                  <a:cubicBezTo>
                    <a:pt x="15675" y="17029"/>
                    <a:pt x="15675" y="17029"/>
                    <a:pt x="15675" y="16914"/>
                  </a:cubicBezTo>
                  <a:cubicBezTo>
                    <a:pt x="15675" y="16914"/>
                    <a:pt x="15675" y="16914"/>
                    <a:pt x="15799" y="16800"/>
                  </a:cubicBezTo>
                  <a:cubicBezTo>
                    <a:pt x="15799" y="16800"/>
                    <a:pt x="15799" y="16800"/>
                    <a:pt x="15799" y="16800"/>
                  </a:cubicBezTo>
                  <a:cubicBezTo>
                    <a:pt x="15799" y="16800"/>
                    <a:pt x="15799" y="16800"/>
                    <a:pt x="15799" y="16686"/>
                  </a:cubicBezTo>
                  <a:close/>
                  <a:moveTo>
                    <a:pt x="15552" y="10400"/>
                  </a:moveTo>
                  <a:cubicBezTo>
                    <a:pt x="16046" y="10057"/>
                    <a:pt x="16416" y="9486"/>
                    <a:pt x="16416" y="8800"/>
                  </a:cubicBezTo>
                  <a:cubicBezTo>
                    <a:pt x="16169" y="8914"/>
                    <a:pt x="15799" y="8914"/>
                    <a:pt x="15552" y="8914"/>
                  </a:cubicBezTo>
                  <a:cubicBezTo>
                    <a:pt x="15429" y="8800"/>
                    <a:pt x="15182" y="8800"/>
                    <a:pt x="15058" y="8686"/>
                  </a:cubicBezTo>
                  <a:cubicBezTo>
                    <a:pt x="14565" y="8343"/>
                    <a:pt x="14318" y="7771"/>
                    <a:pt x="13947" y="7200"/>
                  </a:cubicBezTo>
                  <a:cubicBezTo>
                    <a:pt x="13701" y="6629"/>
                    <a:pt x="13454" y="6057"/>
                    <a:pt x="12960" y="6286"/>
                  </a:cubicBezTo>
                  <a:cubicBezTo>
                    <a:pt x="12837" y="6286"/>
                    <a:pt x="12713" y="6286"/>
                    <a:pt x="12713" y="6286"/>
                  </a:cubicBezTo>
                  <a:cubicBezTo>
                    <a:pt x="12096" y="6514"/>
                    <a:pt x="11602" y="6514"/>
                    <a:pt x="11109" y="6400"/>
                  </a:cubicBezTo>
                  <a:cubicBezTo>
                    <a:pt x="10985" y="6400"/>
                    <a:pt x="10862" y="6400"/>
                    <a:pt x="10738" y="6400"/>
                  </a:cubicBezTo>
                  <a:cubicBezTo>
                    <a:pt x="10245" y="6171"/>
                    <a:pt x="9874" y="5943"/>
                    <a:pt x="9627" y="5600"/>
                  </a:cubicBezTo>
                  <a:cubicBezTo>
                    <a:pt x="9257" y="5143"/>
                    <a:pt x="9134" y="4457"/>
                    <a:pt x="9010" y="3886"/>
                  </a:cubicBezTo>
                  <a:cubicBezTo>
                    <a:pt x="8887" y="4457"/>
                    <a:pt x="8640" y="5371"/>
                    <a:pt x="8146" y="6171"/>
                  </a:cubicBezTo>
                  <a:cubicBezTo>
                    <a:pt x="7776" y="6743"/>
                    <a:pt x="7406" y="7429"/>
                    <a:pt x="6912" y="7657"/>
                  </a:cubicBezTo>
                  <a:cubicBezTo>
                    <a:pt x="6789" y="7771"/>
                    <a:pt x="6542" y="7886"/>
                    <a:pt x="6418" y="7886"/>
                  </a:cubicBezTo>
                  <a:cubicBezTo>
                    <a:pt x="6295" y="7543"/>
                    <a:pt x="6171" y="7200"/>
                    <a:pt x="6048" y="6971"/>
                  </a:cubicBezTo>
                  <a:cubicBezTo>
                    <a:pt x="6048" y="6743"/>
                    <a:pt x="5925" y="6743"/>
                    <a:pt x="5801" y="6629"/>
                  </a:cubicBezTo>
                  <a:cubicBezTo>
                    <a:pt x="5431" y="6514"/>
                    <a:pt x="5184" y="6971"/>
                    <a:pt x="5061" y="7886"/>
                  </a:cubicBezTo>
                  <a:cubicBezTo>
                    <a:pt x="4937" y="8800"/>
                    <a:pt x="5184" y="9829"/>
                    <a:pt x="5801" y="10286"/>
                  </a:cubicBezTo>
                  <a:cubicBezTo>
                    <a:pt x="5925" y="10400"/>
                    <a:pt x="6048" y="10514"/>
                    <a:pt x="6048" y="10514"/>
                  </a:cubicBezTo>
                  <a:cubicBezTo>
                    <a:pt x="6171" y="10514"/>
                    <a:pt x="6295" y="10629"/>
                    <a:pt x="6418" y="10629"/>
                  </a:cubicBezTo>
                  <a:cubicBezTo>
                    <a:pt x="6542" y="10971"/>
                    <a:pt x="6665" y="11314"/>
                    <a:pt x="6912" y="11543"/>
                  </a:cubicBezTo>
                  <a:cubicBezTo>
                    <a:pt x="7282" y="12114"/>
                    <a:pt x="7653" y="12571"/>
                    <a:pt x="8146" y="12914"/>
                  </a:cubicBezTo>
                  <a:cubicBezTo>
                    <a:pt x="8640" y="13257"/>
                    <a:pt x="9134" y="13486"/>
                    <a:pt x="9627" y="13600"/>
                  </a:cubicBezTo>
                  <a:cubicBezTo>
                    <a:pt x="9998" y="13714"/>
                    <a:pt x="10368" y="13714"/>
                    <a:pt x="10738" y="13714"/>
                  </a:cubicBezTo>
                  <a:cubicBezTo>
                    <a:pt x="10738" y="13714"/>
                    <a:pt x="10738" y="13714"/>
                    <a:pt x="10738" y="13714"/>
                  </a:cubicBezTo>
                  <a:cubicBezTo>
                    <a:pt x="10862" y="13714"/>
                    <a:pt x="10985" y="13714"/>
                    <a:pt x="11109" y="13714"/>
                  </a:cubicBezTo>
                  <a:cubicBezTo>
                    <a:pt x="11726" y="13714"/>
                    <a:pt x="12219" y="13486"/>
                    <a:pt x="12713" y="13371"/>
                  </a:cubicBezTo>
                  <a:cubicBezTo>
                    <a:pt x="13207" y="13029"/>
                    <a:pt x="13577" y="12686"/>
                    <a:pt x="13947" y="12343"/>
                  </a:cubicBezTo>
                  <a:cubicBezTo>
                    <a:pt x="14441" y="11886"/>
                    <a:pt x="14811" y="11314"/>
                    <a:pt x="15058" y="10743"/>
                  </a:cubicBezTo>
                  <a:cubicBezTo>
                    <a:pt x="15058" y="10743"/>
                    <a:pt x="15182" y="10629"/>
                    <a:pt x="15182" y="10629"/>
                  </a:cubicBezTo>
                  <a:cubicBezTo>
                    <a:pt x="15305" y="10629"/>
                    <a:pt x="15429" y="10514"/>
                    <a:pt x="15552" y="10400"/>
                  </a:cubicBezTo>
                  <a:close/>
                  <a:moveTo>
                    <a:pt x="17403" y="20457"/>
                  </a:moveTo>
                  <a:cubicBezTo>
                    <a:pt x="17527" y="20343"/>
                    <a:pt x="17403" y="20343"/>
                    <a:pt x="17280" y="20343"/>
                  </a:cubicBezTo>
                  <a:cubicBezTo>
                    <a:pt x="17280" y="20343"/>
                    <a:pt x="17280" y="20343"/>
                    <a:pt x="17280" y="20343"/>
                  </a:cubicBezTo>
                  <a:cubicBezTo>
                    <a:pt x="17280" y="20343"/>
                    <a:pt x="17280" y="20343"/>
                    <a:pt x="17280" y="20343"/>
                  </a:cubicBezTo>
                  <a:cubicBezTo>
                    <a:pt x="17280" y="20343"/>
                    <a:pt x="17280" y="20343"/>
                    <a:pt x="17157" y="20457"/>
                  </a:cubicBezTo>
                  <a:cubicBezTo>
                    <a:pt x="17157" y="20457"/>
                    <a:pt x="17157" y="20457"/>
                    <a:pt x="17157" y="20457"/>
                  </a:cubicBezTo>
                  <a:cubicBezTo>
                    <a:pt x="17157" y="20457"/>
                    <a:pt x="17157" y="20457"/>
                    <a:pt x="17157" y="20457"/>
                  </a:cubicBezTo>
                  <a:cubicBezTo>
                    <a:pt x="17157" y="20457"/>
                    <a:pt x="17157" y="20457"/>
                    <a:pt x="17157" y="20457"/>
                  </a:cubicBezTo>
                  <a:cubicBezTo>
                    <a:pt x="17157" y="20457"/>
                    <a:pt x="17157" y="20457"/>
                    <a:pt x="17157" y="20571"/>
                  </a:cubicBezTo>
                  <a:cubicBezTo>
                    <a:pt x="17157" y="20571"/>
                    <a:pt x="17157" y="20571"/>
                    <a:pt x="17157" y="20571"/>
                  </a:cubicBezTo>
                  <a:cubicBezTo>
                    <a:pt x="17157" y="20571"/>
                    <a:pt x="17157" y="20571"/>
                    <a:pt x="17157" y="20571"/>
                  </a:cubicBezTo>
                  <a:cubicBezTo>
                    <a:pt x="17157" y="20571"/>
                    <a:pt x="17157" y="20571"/>
                    <a:pt x="17157" y="20686"/>
                  </a:cubicBezTo>
                  <a:cubicBezTo>
                    <a:pt x="17157" y="20686"/>
                    <a:pt x="17157" y="20686"/>
                    <a:pt x="17157" y="20686"/>
                  </a:cubicBezTo>
                  <a:cubicBezTo>
                    <a:pt x="17157" y="20686"/>
                    <a:pt x="17280" y="20800"/>
                    <a:pt x="17280" y="20800"/>
                  </a:cubicBezTo>
                  <a:cubicBezTo>
                    <a:pt x="17280" y="20800"/>
                    <a:pt x="17403" y="20800"/>
                    <a:pt x="17403" y="20686"/>
                  </a:cubicBezTo>
                  <a:cubicBezTo>
                    <a:pt x="17403" y="20686"/>
                    <a:pt x="17403" y="20686"/>
                    <a:pt x="17403" y="20686"/>
                  </a:cubicBezTo>
                  <a:cubicBezTo>
                    <a:pt x="17403" y="20686"/>
                    <a:pt x="17403" y="20686"/>
                    <a:pt x="17403" y="20686"/>
                  </a:cubicBezTo>
                  <a:cubicBezTo>
                    <a:pt x="17403" y="20686"/>
                    <a:pt x="17403" y="20686"/>
                    <a:pt x="17403" y="20686"/>
                  </a:cubicBezTo>
                  <a:cubicBezTo>
                    <a:pt x="17403" y="20686"/>
                    <a:pt x="17403" y="20686"/>
                    <a:pt x="17403" y="20571"/>
                  </a:cubicBezTo>
                  <a:cubicBezTo>
                    <a:pt x="17403" y="20571"/>
                    <a:pt x="17403" y="20571"/>
                    <a:pt x="17403" y="20571"/>
                  </a:cubicBezTo>
                  <a:cubicBezTo>
                    <a:pt x="17403" y="20571"/>
                    <a:pt x="17403" y="20571"/>
                    <a:pt x="17403" y="20571"/>
                  </a:cubicBezTo>
                  <a:cubicBezTo>
                    <a:pt x="17403" y="20571"/>
                    <a:pt x="17403" y="20571"/>
                    <a:pt x="17403" y="20457"/>
                  </a:cubicBezTo>
                  <a:cubicBezTo>
                    <a:pt x="17403" y="20457"/>
                    <a:pt x="17403" y="20457"/>
                    <a:pt x="17403" y="20457"/>
                  </a:cubicBezTo>
                  <a:cubicBezTo>
                    <a:pt x="17403" y="20457"/>
                    <a:pt x="17403" y="20457"/>
                    <a:pt x="17403" y="20457"/>
                  </a:cubicBezTo>
                  <a:cubicBezTo>
                    <a:pt x="17403" y="20457"/>
                    <a:pt x="17403" y="20457"/>
                    <a:pt x="17403" y="20457"/>
                  </a:cubicBezTo>
                  <a:close/>
                  <a:moveTo>
                    <a:pt x="18144" y="19200"/>
                  </a:moveTo>
                  <a:cubicBezTo>
                    <a:pt x="18267" y="19086"/>
                    <a:pt x="18144" y="18857"/>
                    <a:pt x="17897" y="18971"/>
                  </a:cubicBezTo>
                  <a:cubicBezTo>
                    <a:pt x="17897" y="18971"/>
                    <a:pt x="17897" y="18971"/>
                    <a:pt x="17897" y="18971"/>
                  </a:cubicBezTo>
                  <a:cubicBezTo>
                    <a:pt x="17897" y="18971"/>
                    <a:pt x="17897" y="18971"/>
                    <a:pt x="17897" y="18971"/>
                  </a:cubicBezTo>
                  <a:cubicBezTo>
                    <a:pt x="17897" y="18971"/>
                    <a:pt x="17897" y="18971"/>
                    <a:pt x="17897" y="18971"/>
                  </a:cubicBezTo>
                  <a:cubicBezTo>
                    <a:pt x="17897" y="18971"/>
                    <a:pt x="17897" y="18971"/>
                    <a:pt x="17897" y="19086"/>
                  </a:cubicBezTo>
                  <a:cubicBezTo>
                    <a:pt x="17897" y="19086"/>
                    <a:pt x="17897" y="19086"/>
                    <a:pt x="17897" y="19086"/>
                  </a:cubicBezTo>
                  <a:cubicBezTo>
                    <a:pt x="17897" y="19086"/>
                    <a:pt x="17897" y="19086"/>
                    <a:pt x="17897" y="19086"/>
                  </a:cubicBezTo>
                  <a:cubicBezTo>
                    <a:pt x="17897" y="19086"/>
                    <a:pt x="17897" y="19086"/>
                    <a:pt x="17897" y="19086"/>
                  </a:cubicBezTo>
                  <a:cubicBezTo>
                    <a:pt x="17897" y="19086"/>
                    <a:pt x="17897" y="19086"/>
                    <a:pt x="17897" y="19086"/>
                  </a:cubicBezTo>
                  <a:cubicBezTo>
                    <a:pt x="17897" y="19086"/>
                    <a:pt x="17897" y="19086"/>
                    <a:pt x="17897" y="19086"/>
                  </a:cubicBezTo>
                  <a:cubicBezTo>
                    <a:pt x="17897" y="19086"/>
                    <a:pt x="17897" y="19086"/>
                    <a:pt x="17774" y="19086"/>
                  </a:cubicBezTo>
                  <a:cubicBezTo>
                    <a:pt x="17774" y="19086"/>
                    <a:pt x="17774" y="19086"/>
                    <a:pt x="17774" y="19200"/>
                  </a:cubicBezTo>
                  <a:cubicBezTo>
                    <a:pt x="17774" y="19200"/>
                    <a:pt x="17774" y="19200"/>
                    <a:pt x="17774" y="19200"/>
                  </a:cubicBezTo>
                  <a:cubicBezTo>
                    <a:pt x="17774" y="19200"/>
                    <a:pt x="17774" y="19200"/>
                    <a:pt x="17774" y="19200"/>
                  </a:cubicBezTo>
                  <a:cubicBezTo>
                    <a:pt x="17650" y="19314"/>
                    <a:pt x="17774" y="19429"/>
                    <a:pt x="17897" y="19429"/>
                  </a:cubicBezTo>
                  <a:cubicBezTo>
                    <a:pt x="17897" y="19429"/>
                    <a:pt x="17897" y="19429"/>
                    <a:pt x="17897" y="19429"/>
                  </a:cubicBezTo>
                  <a:cubicBezTo>
                    <a:pt x="18021" y="19314"/>
                    <a:pt x="18021" y="19314"/>
                    <a:pt x="18021" y="19314"/>
                  </a:cubicBezTo>
                  <a:cubicBezTo>
                    <a:pt x="18021" y="19314"/>
                    <a:pt x="18021" y="19314"/>
                    <a:pt x="18021" y="19314"/>
                  </a:cubicBezTo>
                  <a:cubicBezTo>
                    <a:pt x="18021" y="19314"/>
                    <a:pt x="18021" y="19314"/>
                    <a:pt x="18021" y="19314"/>
                  </a:cubicBezTo>
                  <a:cubicBezTo>
                    <a:pt x="18021" y="19314"/>
                    <a:pt x="18021" y="19314"/>
                    <a:pt x="18021" y="19314"/>
                  </a:cubicBezTo>
                  <a:cubicBezTo>
                    <a:pt x="18021" y="19314"/>
                    <a:pt x="18021" y="19314"/>
                    <a:pt x="18021" y="19314"/>
                  </a:cubicBezTo>
                  <a:cubicBezTo>
                    <a:pt x="18021" y="19314"/>
                    <a:pt x="18021" y="19314"/>
                    <a:pt x="18021" y="19314"/>
                  </a:cubicBezTo>
                  <a:cubicBezTo>
                    <a:pt x="18021" y="19314"/>
                    <a:pt x="18021" y="19314"/>
                    <a:pt x="18021" y="19314"/>
                  </a:cubicBezTo>
                  <a:cubicBezTo>
                    <a:pt x="18021" y="19314"/>
                    <a:pt x="18021" y="19314"/>
                    <a:pt x="18144" y="19200"/>
                  </a:cubicBezTo>
                  <a:cubicBezTo>
                    <a:pt x="18144" y="19200"/>
                    <a:pt x="18144" y="19200"/>
                    <a:pt x="18144" y="19200"/>
                  </a:cubicBezTo>
                  <a:cubicBezTo>
                    <a:pt x="18144" y="19200"/>
                    <a:pt x="18144" y="19200"/>
                    <a:pt x="18144" y="19200"/>
                  </a:cubicBezTo>
                  <a:cubicBezTo>
                    <a:pt x="18144" y="19200"/>
                    <a:pt x="18144" y="19200"/>
                    <a:pt x="18144" y="19200"/>
                  </a:cubicBezTo>
                  <a:cubicBezTo>
                    <a:pt x="18144" y="19200"/>
                    <a:pt x="18144" y="19200"/>
                    <a:pt x="18144" y="19200"/>
                  </a:cubicBezTo>
                  <a:close/>
                  <a:moveTo>
                    <a:pt x="19378" y="18400"/>
                  </a:moveTo>
                  <a:cubicBezTo>
                    <a:pt x="19378" y="18400"/>
                    <a:pt x="19502" y="18286"/>
                    <a:pt x="19378" y="18171"/>
                  </a:cubicBezTo>
                  <a:cubicBezTo>
                    <a:pt x="19378" y="18171"/>
                    <a:pt x="19378"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008" y="18171"/>
                  </a:cubicBezTo>
                  <a:cubicBezTo>
                    <a:pt x="19008" y="18171"/>
                    <a:pt x="19008" y="18171"/>
                    <a:pt x="19008" y="18286"/>
                  </a:cubicBezTo>
                  <a:cubicBezTo>
                    <a:pt x="19008" y="18286"/>
                    <a:pt x="19008" y="18286"/>
                    <a:pt x="19008" y="18286"/>
                  </a:cubicBezTo>
                  <a:cubicBezTo>
                    <a:pt x="18885" y="18286"/>
                    <a:pt x="18885" y="18514"/>
                    <a:pt x="19131" y="18514"/>
                  </a:cubicBezTo>
                  <a:cubicBezTo>
                    <a:pt x="19131" y="18514"/>
                    <a:pt x="19131" y="18514"/>
                    <a:pt x="19131" y="18514"/>
                  </a:cubicBezTo>
                  <a:cubicBezTo>
                    <a:pt x="19131" y="18514"/>
                    <a:pt x="19131" y="18514"/>
                    <a:pt x="19131" y="18514"/>
                  </a:cubicBezTo>
                  <a:cubicBezTo>
                    <a:pt x="19131" y="18514"/>
                    <a:pt x="19131" y="18514"/>
                    <a:pt x="19131" y="18400"/>
                  </a:cubicBezTo>
                  <a:cubicBezTo>
                    <a:pt x="19131" y="18400"/>
                    <a:pt x="19131" y="18400"/>
                    <a:pt x="19131" y="18400"/>
                  </a:cubicBezTo>
                  <a:cubicBezTo>
                    <a:pt x="19131" y="18400"/>
                    <a:pt x="19131" y="18400"/>
                    <a:pt x="19131" y="18400"/>
                  </a:cubicBezTo>
                  <a:cubicBezTo>
                    <a:pt x="19131" y="18400"/>
                    <a:pt x="19131" y="18400"/>
                    <a:pt x="19131" y="18400"/>
                  </a:cubicBezTo>
                  <a:cubicBezTo>
                    <a:pt x="19131" y="18400"/>
                    <a:pt x="19131"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378" y="18400"/>
                  </a:cubicBezTo>
                  <a:cubicBezTo>
                    <a:pt x="19378" y="18400"/>
                    <a:pt x="19378" y="18400"/>
                    <a:pt x="19378" y="18400"/>
                  </a:cubicBezTo>
                  <a:cubicBezTo>
                    <a:pt x="19378" y="18400"/>
                    <a:pt x="19378" y="18400"/>
                    <a:pt x="19378" y="18400"/>
                  </a:cubicBezTo>
                  <a:close/>
                  <a:moveTo>
                    <a:pt x="20736" y="18171"/>
                  </a:moveTo>
                  <a:cubicBezTo>
                    <a:pt x="20983" y="18171"/>
                    <a:pt x="20983" y="17943"/>
                    <a:pt x="20859" y="17829"/>
                  </a:cubicBezTo>
                  <a:cubicBezTo>
                    <a:pt x="20859" y="17829"/>
                    <a:pt x="20859"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366" y="17829"/>
                    <a:pt x="20366" y="18057"/>
                    <a:pt x="20489" y="18171"/>
                  </a:cubicBezTo>
                  <a:cubicBezTo>
                    <a:pt x="20489" y="18171"/>
                    <a:pt x="20489"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613" y="18171"/>
                  </a:cubicBezTo>
                  <a:cubicBezTo>
                    <a:pt x="20613" y="18171"/>
                    <a:pt x="20613"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ubicBezTo>
                    <a:pt x="20736" y="18171"/>
                    <a:pt x="20736" y="18171"/>
                    <a:pt x="20736" y="18171"/>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4" name="Shape 2574"/>
            <p:cNvSpPr/>
            <p:nvPr/>
          </p:nvSpPr>
          <p:spPr>
            <a:xfrm>
              <a:off x="6905625" y="2076943"/>
              <a:ext cx="806451" cy="907557"/>
            </a:xfrm>
            <a:custGeom>
              <a:avLst/>
              <a:gdLst/>
              <a:ahLst/>
              <a:cxnLst>
                <a:cxn ang="0">
                  <a:pos x="wd2" y="hd2"/>
                </a:cxn>
                <a:cxn ang="5400000">
                  <a:pos x="wd2" y="hd2"/>
                </a:cxn>
                <a:cxn ang="10800000">
                  <a:pos x="wd2" y="hd2"/>
                </a:cxn>
                <a:cxn ang="16200000">
                  <a:pos x="wd2" y="hd2"/>
                </a:cxn>
              </a:cxnLst>
              <a:rect l="0" t="0" r="r" b="b"/>
              <a:pathLst>
                <a:path w="21600" h="20650" fill="norm" stroke="1" extrusionOk="0">
                  <a:moveTo>
                    <a:pt x="19319" y="16079"/>
                  </a:moveTo>
                  <a:cubicBezTo>
                    <a:pt x="20661" y="16650"/>
                    <a:pt x="21600" y="17336"/>
                    <a:pt x="21600" y="18821"/>
                  </a:cubicBezTo>
                  <a:cubicBezTo>
                    <a:pt x="21600" y="19393"/>
                    <a:pt x="21332" y="20079"/>
                    <a:pt x="20929" y="20650"/>
                  </a:cubicBezTo>
                  <a:cubicBezTo>
                    <a:pt x="20929" y="20650"/>
                    <a:pt x="20929" y="20650"/>
                    <a:pt x="805" y="20650"/>
                  </a:cubicBezTo>
                  <a:cubicBezTo>
                    <a:pt x="268" y="20079"/>
                    <a:pt x="0" y="19393"/>
                    <a:pt x="0" y="18821"/>
                  </a:cubicBezTo>
                  <a:cubicBezTo>
                    <a:pt x="0" y="17336"/>
                    <a:pt x="939" y="16650"/>
                    <a:pt x="2281" y="16079"/>
                  </a:cubicBezTo>
                  <a:cubicBezTo>
                    <a:pt x="1744" y="15621"/>
                    <a:pt x="2147" y="15050"/>
                    <a:pt x="2817" y="14707"/>
                  </a:cubicBezTo>
                  <a:cubicBezTo>
                    <a:pt x="3757" y="14250"/>
                    <a:pt x="3488" y="13564"/>
                    <a:pt x="2415" y="13107"/>
                  </a:cubicBezTo>
                  <a:cubicBezTo>
                    <a:pt x="1207" y="12536"/>
                    <a:pt x="939" y="11164"/>
                    <a:pt x="2147" y="10364"/>
                  </a:cubicBezTo>
                  <a:cubicBezTo>
                    <a:pt x="3488" y="9564"/>
                    <a:pt x="3086" y="9107"/>
                    <a:pt x="2147" y="8079"/>
                  </a:cubicBezTo>
                  <a:cubicBezTo>
                    <a:pt x="1207" y="6936"/>
                    <a:pt x="2147" y="5336"/>
                    <a:pt x="3488" y="5107"/>
                  </a:cubicBezTo>
                  <a:cubicBezTo>
                    <a:pt x="4830" y="4879"/>
                    <a:pt x="4427" y="4421"/>
                    <a:pt x="4964" y="2707"/>
                  </a:cubicBezTo>
                  <a:cubicBezTo>
                    <a:pt x="5501" y="1107"/>
                    <a:pt x="8050" y="-264"/>
                    <a:pt x="9257" y="764"/>
                  </a:cubicBezTo>
                  <a:cubicBezTo>
                    <a:pt x="10867" y="-950"/>
                    <a:pt x="15697" y="536"/>
                    <a:pt x="16368" y="2136"/>
                  </a:cubicBezTo>
                  <a:cubicBezTo>
                    <a:pt x="17039" y="3850"/>
                    <a:pt x="16636" y="4650"/>
                    <a:pt x="18380" y="5107"/>
                  </a:cubicBezTo>
                  <a:cubicBezTo>
                    <a:pt x="20124" y="5450"/>
                    <a:pt x="20661" y="7964"/>
                    <a:pt x="19453" y="9107"/>
                  </a:cubicBezTo>
                  <a:cubicBezTo>
                    <a:pt x="18246" y="10136"/>
                    <a:pt x="18112" y="10364"/>
                    <a:pt x="19453" y="10936"/>
                  </a:cubicBezTo>
                  <a:cubicBezTo>
                    <a:pt x="20795" y="11507"/>
                    <a:pt x="20527" y="12307"/>
                    <a:pt x="19453" y="12764"/>
                  </a:cubicBezTo>
                  <a:cubicBezTo>
                    <a:pt x="18380" y="13221"/>
                    <a:pt x="17709" y="14021"/>
                    <a:pt x="18648" y="14479"/>
                  </a:cubicBezTo>
                  <a:cubicBezTo>
                    <a:pt x="19453" y="14821"/>
                    <a:pt x="19722" y="15393"/>
                    <a:pt x="19319" y="16079"/>
                  </a:cubicBezTo>
                  <a:close/>
                  <a:moveTo>
                    <a:pt x="15563" y="7279"/>
                  </a:moveTo>
                  <a:cubicBezTo>
                    <a:pt x="18112" y="8079"/>
                    <a:pt x="14087" y="10021"/>
                    <a:pt x="15831" y="9907"/>
                  </a:cubicBezTo>
                  <a:cubicBezTo>
                    <a:pt x="15965" y="9907"/>
                    <a:pt x="15965" y="9907"/>
                    <a:pt x="16099" y="9907"/>
                  </a:cubicBezTo>
                  <a:cubicBezTo>
                    <a:pt x="16502" y="9336"/>
                    <a:pt x="16636" y="8536"/>
                    <a:pt x="16502" y="7964"/>
                  </a:cubicBezTo>
                  <a:cubicBezTo>
                    <a:pt x="16368" y="7507"/>
                    <a:pt x="15965" y="6364"/>
                    <a:pt x="15563" y="7164"/>
                  </a:cubicBezTo>
                  <a:cubicBezTo>
                    <a:pt x="15563" y="7164"/>
                    <a:pt x="15563" y="7164"/>
                    <a:pt x="15563" y="7279"/>
                  </a:cubicBezTo>
                  <a:close/>
                  <a:moveTo>
                    <a:pt x="5098" y="7850"/>
                  </a:moveTo>
                  <a:cubicBezTo>
                    <a:pt x="4830" y="8879"/>
                    <a:pt x="5366" y="10364"/>
                    <a:pt x="6440" y="10479"/>
                  </a:cubicBezTo>
                  <a:cubicBezTo>
                    <a:pt x="7245" y="12193"/>
                    <a:pt x="8720" y="13450"/>
                    <a:pt x="10867" y="13450"/>
                  </a:cubicBezTo>
                  <a:cubicBezTo>
                    <a:pt x="10867" y="13450"/>
                    <a:pt x="10867" y="13450"/>
                    <a:pt x="10867" y="13450"/>
                  </a:cubicBezTo>
                  <a:cubicBezTo>
                    <a:pt x="12745" y="13450"/>
                    <a:pt x="14087" y="12421"/>
                    <a:pt x="14892" y="11050"/>
                  </a:cubicBezTo>
                  <a:cubicBezTo>
                    <a:pt x="13550" y="10821"/>
                    <a:pt x="13416" y="10136"/>
                    <a:pt x="14087" y="9564"/>
                  </a:cubicBezTo>
                  <a:cubicBezTo>
                    <a:pt x="14892" y="8650"/>
                    <a:pt x="15294" y="8421"/>
                    <a:pt x="13550" y="8193"/>
                  </a:cubicBezTo>
                  <a:cubicBezTo>
                    <a:pt x="11001" y="7964"/>
                    <a:pt x="14355" y="6364"/>
                    <a:pt x="11270" y="6364"/>
                  </a:cubicBezTo>
                  <a:cubicBezTo>
                    <a:pt x="11135" y="6364"/>
                    <a:pt x="11001" y="6364"/>
                    <a:pt x="10867" y="6364"/>
                  </a:cubicBezTo>
                  <a:cubicBezTo>
                    <a:pt x="9257" y="6250"/>
                    <a:pt x="7916" y="5564"/>
                    <a:pt x="7245" y="4764"/>
                  </a:cubicBezTo>
                  <a:cubicBezTo>
                    <a:pt x="7245" y="4764"/>
                    <a:pt x="7245" y="4764"/>
                    <a:pt x="7245" y="4764"/>
                  </a:cubicBezTo>
                  <a:cubicBezTo>
                    <a:pt x="6842" y="5564"/>
                    <a:pt x="6574" y="6479"/>
                    <a:pt x="6708" y="7279"/>
                  </a:cubicBezTo>
                  <a:cubicBezTo>
                    <a:pt x="6708" y="8536"/>
                    <a:pt x="6708" y="8193"/>
                    <a:pt x="6306" y="7507"/>
                  </a:cubicBezTo>
                  <a:cubicBezTo>
                    <a:pt x="5903" y="6707"/>
                    <a:pt x="5366" y="6936"/>
                    <a:pt x="5098" y="7850"/>
                  </a:cubicBezTo>
                  <a:close/>
                  <a:moveTo>
                    <a:pt x="3891" y="16193"/>
                  </a:moveTo>
                  <a:cubicBezTo>
                    <a:pt x="3622" y="17450"/>
                    <a:pt x="7245" y="18250"/>
                    <a:pt x="10867" y="18250"/>
                  </a:cubicBezTo>
                  <a:cubicBezTo>
                    <a:pt x="13953" y="18364"/>
                    <a:pt x="17173" y="17793"/>
                    <a:pt x="17843" y="16193"/>
                  </a:cubicBezTo>
                  <a:cubicBezTo>
                    <a:pt x="16904" y="15964"/>
                    <a:pt x="15831" y="15736"/>
                    <a:pt x="14758" y="15393"/>
                  </a:cubicBezTo>
                  <a:cubicBezTo>
                    <a:pt x="13550" y="15050"/>
                    <a:pt x="13416" y="14364"/>
                    <a:pt x="13416" y="13450"/>
                  </a:cubicBezTo>
                  <a:cubicBezTo>
                    <a:pt x="12611" y="13793"/>
                    <a:pt x="11806" y="14021"/>
                    <a:pt x="10867" y="14021"/>
                  </a:cubicBezTo>
                  <a:cubicBezTo>
                    <a:pt x="10867" y="14021"/>
                    <a:pt x="10867" y="14021"/>
                    <a:pt x="10867" y="14021"/>
                  </a:cubicBezTo>
                  <a:cubicBezTo>
                    <a:pt x="9794" y="14021"/>
                    <a:pt x="8989" y="13793"/>
                    <a:pt x="8184" y="13450"/>
                  </a:cubicBezTo>
                  <a:cubicBezTo>
                    <a:pt x="8318" y="14364"/>
                    <a:pt x="8050" y="15050"/>
                    <a:pt x="6842" y="15393"/>
                  </a:cubicBezTo>
                  <a:cubicBezTo>
                    <a:pt x="5903" y="15736"/>
                    <a:pt x="4830" y="15964"/>
                    <a:pt x="3891" y="16193"/>
                  </a:cubicBezTo>
                  <a:close/>
                  <a:moveTo>
                    <a:pt x="10867" y="20079"/>
                  </a:moveTo>
                  <a:cubicBezTo>
                    <a:pt x="15429" y="20079"/>
                    <a:pt x="19185" y="19050"/>
                    <a:pt x="20124" y="17221"/>
                  </a:cubicBezTo>
                  <a:cubicBezTo>
                    <a:pt x="19856" y="17107"/>
                    <a:pt x="19588" y="16879"/>
                    <a:pt x="19319" y="16764"/>
                  </a:cubicBezTo>
                  <a:cubicBezTo>
                    <a:pt x="18917" y="18479"/>
                    <a:pt x="15294" y="19393"/>
                    <a:pt x="10867" y="19393"/>
                  </a:cubicBezTo>
                  <a:cubicBezTo>
                    <a:pt x="10867" y="19393"/>
                    <a:pt x="10867" y="19393"/>
                    <a:pt x="10867" y="19393"/>
                  </a:cubicBezTo>
                  <a:cubicBezTo>
                    <a:pt x="6440" y="19393"/>
                    <a:pt x="2683" y="18364"/>
                    <a:pt x="2281" y="16650"/>
                  </a:cubicBezTo>
                  <a:cubicBezTo>
                    <a:pt x="2012" y="16879"/>
                    <a:pt x="1744" y="16993"/>
                    <a:pt x="1610" y="17107"/>
                  </a:cubicBezTo>
                  <a:cubicBezTo>
                    <a:pt x="2415" y="19050"/>
                    <a:pt x="6306" y="20079"/>
                    <a:pt x="10867" y="20079"/>
                  </a:cubicBezTo>
                  <a:cubicBezTo>
                    <a:pt x="10867" y="20079"/>
                    <a:pt x="10867" y="20079"/>
                    <a:pt x="10867" y="20079"/>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5" name="Shape 2575"/>
            <p:cNvSpPr/>
            <p:nvPr/>
          </p:nvSpPr>
          <p:spPr>
            <a:xfrm>
              <a:off x="4692650" y="0"/>
              <a:ext cx="762000" cy="828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53" y="17542"/>
                  </a:moveTo>
                  <a:cubicBezTo>
                    <a:pt x="1279" y="17149"/>
                    <a:pt x="1847" y="16887"/>
                    <a:pt x="2416" y="16625"/>
                  </a:cubicBezTo>
                  <a:cubicBezTo>
                    <a:pt x="2700" y="16495"/>
                    <a:pt x="3126" y="16364"/>
                    <a:pt x="3553" y="16102"/>
                  </a:cubicBezTo>
                  <a:cubicBezTo>
                    <a:pt x="3837" y="16102"/>
                    <a:pt x="3979" y="16102"/>
                    <a:pt x="4121" y="15971"/>
                  </a:cubicBezTo>
                  <a:cubicBezTo>
                    <a:pt x="3979" y="15840"/>
                    <a:pt x="3695" y="15578"/>
                    <a:pt x="3553" y="15447"/>
                  </a:cubicBezTo>
                  <a:cubicBezTo>
                    <a:pt x="3411" y="15055"/>
                    <a:pt x="3268" y="14662"/>
                    <a:pt x="3268" y="14269"/>
                  </a:cubicBezTo>
                  <a:cubicBezTo>
                    <a:pt x="3268" y="13876"/>
                    <a:pt x="3411" y="13484"/>
                    <a:pt x="3553" y="13222"/>
                  </a:cubicBezTo>
                  <a:cubicBezTo>
                    <a:pt x="3695" y="13091"/>
                    <a:pt x="3695" y="12960"/>
                    <a:pt x="3837" y="12829"/>
                  </a:cubicBezTo>
                  <a:cubicBezTo>
                    <a:pt x="3695" y="12829"/>
                    <a:pt x="3695" y="12829"/>
                    <a:pt x="3553" y="12698"/>
                  </a:cubicBezTo>
                  <a:cubicBezTo>
                    <a:pt x="3126" y="12305"/>
                    <a:pt x="2700" y="11651"/>
                    <a:pt x="2700" y="10996"/>
                  </a:cubicBezTo>
                  <a:cubicBezTo>
                    <a:pt x="2700" y="10342"/>
                    <a:pt x="2984" y="9687"/>
                    <a:pt x="3553" y="9295"/>
                  </a:cubicBezTo>
                  <a:cubicBezTo>
                    <a:pt x="3411" y="9033"/>
                    <a:pt x="3411" y="8902"/>
                    <a:pt x="3411" y="8640"/>
                  </a:cubicBezTo>
                  <a:cubicBezTo>
                    <a:pt x="3411" y="8378"/>
                    <a:pt x="3553" y="8116"/>
                    <a:pt x="3553" y="7855"/>
                  </a:cubicBezTo>
                  <a:cubicBezTo>
                    <a:pt x="3695" y="7462"/>
                    <a:pt x="3979" y="7200"/>
                    <a:pt x="4263" y="6938"/>
                  </a:cubicBezTo>
                  <a:cubicBezTo>
                    <a:pt x="4263" y="6938"/>
                    <a:pt x="4263" y="6938"/>
                    <a:pt x="4405" y="6938"/>
                  </a:cubicBezTo>
                  <a:cubicBezTo>
                    <a:pt x="4263" y="4975"/>
                    <a:pt x="4974" y="3404"/>
                    <a:pt x="5968" y="2356"/>
                  </a:cubicBezTo>
                  <a:cubicBezTo>
                    <a:pt x="6111" y="2095"/>
                    <a:pt x="6253" y="1964"/>
                    <a:pt x="6537" y="1702"/>
                  </a:cubicBezTo>
                  <a:cubicBezTo>
                    <a:pt x="6821" y="1440"/>
                    <a:pt x="7247" y="1178"/>
                    <a:pt x="7532" y="1047"/>
                  </a:cubicBezTo>
                  <a:cubicBezTo>
                    <a:pt x="7958" y="785"/>
                    <a:pt x="8526" y="524"/>
                    <a:pt x="8953" y="393"/>
                  </a:cubicBezTo>
                  <a:cubicBezTo>
                    <a:pt x="9379" y="262"/>
                    <a:pt x="9947" y="131"/>
                    <a:pt x="10374" y="0"/>
                  </a:cubicBezTo>
                  <a:cubicBezTo>
                    <a:pt x="10516" y="0"/>
                    <a:pt x="10658" y="0"/>
                    <a:pt x="10800" y="0"/>
                  </a:cubicBezTo>
                  <a:cubicBezTo>
                    <a:pt x="11226" y="0"/>
                    <a:pt x="11653" y="0"/>
                    <a:pt x="11937" y="131"/>
                  </a:cubicBezTo>
                  <a:cubicBezTo>
                    <a:pt x="12363" y="131"/>
                    <a:pt x="12789" y="262"/>
                    <a:pt x="13074" y="524"/>
                  </a:cubicBezTo>
                  <a:cubicBezTo>
                    <a:pt x="13216" y="524"/>
                    <a:pt x="13358" y="524"/>
                    <a:pt x="13500" y="524"/>
                  </a:cubicBezTo>
                  <a:cubicBezTo>
                    <a:pt x="13926" y="655"/>
                    <a:pt x="14353" y="785"/>
                    <a:pt x="14637" y="1047"/>
                  </a:cubicBezTo>
                  <a:cubicBezTo>
                    <a:pt x="14921" y="1178"/>
                    <a:pt x="15205" y="1440"/>
                    <a:pt x="15489" y="1702"/>
                  </a:cubicBezTo>
                  <a:cubicBezTo>
                    <a:pt x="15632" y="1833"/>
                    <a:pt x="15774" y="1833"/>
                    <a:pt x="15774" y="1964"/>
                  </a:cubicBezTo>
                  <a:cubicBezTo>
                    <a:pt x="16626" y="3011"/>
                    <a:pt x="17195" y="4451"/>
                    <a:pt x="17337" y="5760"/>
                  </a:cubicBezTo>
                  <a:cubicBezTo>
                    <a:pt x="17479" y="6153"/>
                    <a:pt x="17479" y="6415"/>
                    <a:pt x="17479" y="6676"/>
                  </a:cubicBezTo>
                  <a:cubicBezTo>
                    <a:pt x="17763" y="6807"/>
                    <a:pt x="17905" y="6938"/>
                    <a:pt x="18047" y="7069"/>
                  </a:cubicBezTo>
                  <a:cubicBezTo>
                    <a:pt x="18474" y="7593"/>
                    <a:pt x="18758" y="8116"/>
                    <a:pt x="18758" y="8640"/>
                  </a:cubicBezTo>
                  <a:cubicBezTo>
                    <a:pt x="18758" y="8902"/>
                    <a:pt x="18758" y="9033"/>
                    <a:pt x="18616" y="9164"/>
                  </a:cubicBezTo>
                  <a:cubicBezTo>
                    <a:pt x="18900" y="9295"/>
                    <a:pt x="19184" y="9556"/>
                    <a:pt x="19326" y="9818"/>
                  </a:cubicBezTo>
                  <a:cubicBezTo>
                    <a:pt x="19468" y="10080"/>
                    <a:pt x="19611" y="10473"/>
                    <a:pt x="19611" y="10996"/>
                  </a:cubicBezTo>
                  <a:cubicBezTo>
                    <a:pt x="19611" y="11389"/>
                    <a:pt x="19468" y="11782"/>
                    <a:pt x="19326" y="12175"/>
                  </a:cubicBezTo>
                  <a:cubicBezTo>
                    <a:pt x="19042" y="12567"/>
                    <a:pt x="18616" y="12960"/>
                    <a:pt x="18047" y="13091"/>
                  </a:cubicBezTo>
                  <a:cubicBezTo>
                    <a:pt x="17905" y="13091"/>
                    <a:pt x="17763" y="13222"/>
                    <a:pt x="17621" y="13222"/>
                  </a:cubicBezTo>
                  <a:cubicBezTo>
                    <a:pt x="17905" y="13484"/>
                    <a:pt x="18047" y="13876"/>
                    <a:pt x="18047" y="14269"/>
                  </a:cubicBezTo>
                  <a:cubicBezTo>
                    <a:pt x="18047" y="14924"/>
                    <a:pt x="17763" y="15316"/>
                    <a:pt x="17337" y="15709"/>
                  </a:cubicBezTo>
                  <a:cubicBezTo>
                    <a:pt x="17337" y="15840"/>
                    <a:pt x="17337" y="15840"/>
                    <a:pt x="17195" y="15971"/>
                  </a:cubicBezTo>
                  <a:cubicBezTo>
                    <a:pt x="17337" y="15971"/>
                    <a:pt x="17337" y="15971"/>
                    <a:pt x="17337" y="15971"/>
                  </a:cubicBezTo>
                  <a:cubicBezTo>
                    <a:pt x="17621" y="15971"/>
                    <a:pt x="17905" y="16102"/>
                    <a:pt x="18047" y="16102"/>
                  </a:cubicBezTo>
                  <a:cubicBezTo>
                    <a:pt x="18474" y="16364"/>
                    <a:pt x="18900" y="16495"/>
                    <a:pt x="19326" y="16625"/>
                  </a:cubicBezTo>
                  <a:cubicBezTo>
                    <a:pt x="19895" y="16887"/>
                    <a:pt x="20463" y="17149"/>
                    <a:pt x="20747" y="17542"/>
                  </a:cubicBezTo>
                  <a:cubicBezTo>
                    <a:pt x="21316" y="17935"/>
                    <a:pt x="21600" y="18589"/>
                    <a:pt x="21600" y="19636"/>
                  </a:cubicBezTo>
                  <a:cubicBezTo>
                    <a:pt x="21600" y="20291"/>
                    <a:pt x="21316" y="20945"/>
                    <a:pt x="20889" y="21600"/>
                  </a:cubicBezTo>
                  <a:cubicBezTo>
                    <a:pt x="20747" y="21600"/>
                    <a:pt x="20747" y="21600"/>
                    <a:pt x="20747" y="21600"/>
                  </a:cubicBezTo>
                  <a:cubicBezTo>
                    <a:pt x="19326" y="21600"/>
                    <a:pt x="19326" y="21600"/>
                    <a:pt x="19326" y="21600"/>
                  </a:cubicBezTo>
                  <a:cubicBezTo>
                    <a:pt x="18047" y="21600"/>
                    <a:pt x="18047" y="21600"/>
                    <a:pt x="18047" y="21600"/>
                  </a:cubicBezTo>
                  <a:cubicBezTo>
                    <a:pt x="17337" y="21600"/>
                    <a:pt x="17337" y="21600"/>
                    <a:pt x="17337" y="21600"/>
                  </a:cubicBezTo>
                  <a:cubicBezTo>
                    <a:pt x="15774" y="21600"/>
                    <a:pt x="15774" y="21600"/>
                    <a:pt x="15774" y="21600"/>
                  </a:cubicBezTo>
                  <a:cubicBezTo>
                    <a:pt x="15489" y="21600"/>
                    <a:pt x="15489" y="21600"/>
                    <a:pt x="15489" y="21600"/>
                  </a:cubicBezTo>
                  <a:cubicBezTo>
                    <a:pt x="14637" y="21600"/>
                    <a:pt x="14637" y="21600"/>
                    <a:pt x="14637" y="21600"/>
                  </a:cubicBezTo>
                  <a:cubicBezTo>
                    <a:pt x="13500" y="21600"/>
                    <a:pt x="13500" y="21600"/>
                    <a:pt x="13500" y="21600"/>
                  </a:cubicBezTo>
                  <a:cubicBezTo>
                    <a:pt x="11937" y="21600"/>
                    <a:pt x="11937" y="21600"/>
                    <a:pt x="11937" y="21600"/>
                  </a:cubicBezTo>
                  <a:cubicBezTo>
                    <a:pt x="10800" y="21600"/>
                    <a:pt x="10800" y="21600"/>
                    <a:pt x="10800" y="21600"/>
                  </a:cubicBezTo>
                  <a:cubicBezTo>
                    <a:pt x="10374" y="21600"/>
                    <a:pt x="10374" y="21600"/>
                    <a:pt x="10374" y="21600"/>
                  </a:cubicBezTo>
                  <a:cubicBezTo>
                    <a:pt x="8953" y="21600"/>
                    <a:pt x="8953" y="21600"/>
                    <a:pt x="8953" y="21600"/>
                  </a:cubicBezTo>
                  <a:cubicBezTo>
                    <a:pt x="7532" y="21600"/>
                    <a:pt x="7532" y="21600"/>
                    <a:pt x="7532" y="21600"/>
                  </a:cubicBezTo>
                  <a:cubicBezTo>
                    <a:pt x="6537" y="21600"/>
                    <a:pt x="6537" y="21600"/>
                    <a:pt x="6537" y="21600"/>
                  </a:cubicBezTo>
                  <a:cubicBezTo>
                    <a:pt x="5968" y="21600"/>
                    <a:pt x="5968" y="21600"/>
                    <a:pt x="5968" y="21600"/>
                  </a:cubicBezTo>
                  <a:cubicBezTo>
                    <a:pt x="4263" y="21600"/>
                    <a:pt x="4263" y="21600"/>
                    <a:pt x="4263" y="21600"/>
                  </a:cubicBezTo>
                  <a:cubicBezTo>
                    <a:pt x="3553" y="21600"/>
                    <a:pt x="3553" y="21600"/>
                    <a:pt x="3553" y="21600"/>
                  </a:cubicBezTo>
                  <a:cubicBezTo>
                    <a:pt x="2416" y="21600"/>
                    <a:pt x="2416" y="21600"/>
                    <a:pt x="2416" y="21600"/>
                  </a:cubicBezTo>
                  <a:cubicBezTo>
                    <a:pt x="853" y="21600"/>
                    <a:pt x="853" y="21600"/>
                    <a:pt x="853" y="21600"/>
                  </a:cubicBezTo>
                  <a:cubicBezTo>
                    <a:pt x="711" y="21600"/>
                    <a:pt x="711" y="21600"/>
                    <a:pt x="711" y="21600"/>
                  </a:cubicBezTo>
                  <a:cubicBezTo>
                    <a:pt x="284" y="20945"/>
                    <a:pt x="0" y="20291"/>
                    <a:pt x="0" y="19636"/>
                  </a:cubicBezTo>
                  <a:cubicBezTo>
                    <a:pt x="0" y="18589"/>
                    <a:pt x="284" y="17935"/>
                    <a:pt x="853" y="17542"/>
                  </a:cubicBezTo>
                  <a:close/>
                  <a:moveTo>
                    <a:pt x="20605" y="18065"/>
                  </a:moveTo>
                  <a:cubicBezTo>
                    <a:pt x="20605" y="18065"/>
                    <a:pt x="20605" y="18065"/>
                    <a:pt x="20605"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747" y="18065"/>
                    <a:pt x="20747" y="18065"/>
                    <a:pt x="20747" y="18065"/>
                  </a:cubicBezTo>
                  <a:cubicBezTo>
                    <a:pt x="20889" y="18065"/>
                    <a:pt x="20889" y="18065"/>
                    <a:pt x="20889" y="18065"/>
                  </a:cubicBezTo>
                  <a:cubicBezTo>
                    <a:pt x="20889" y="18065"/>
                    <a:pt x="20889" y="18065"/>
                    <a:pt x="20889" y="18065"/>
                  </a:cubicBezTo>
                  <a:cubicBezTo>
                    <a:pt x="20889" y="18065"/>
                    <a:pt x="20889" y="18065"/>
                    <a:pt x="20889" y="18065"/>
                  </a:cubicBezTo>
                  <a:cubicBezTo>
                    <a:pt x="20889" y="18065"/>
                    <a:pt x="20889" y="18065"/>
                    <a:pt x="20889" y="18065"/>
                  </a:cubicBezTo>
                  <a:cubicBezTo>
                    <a:pt x="20889" y="18065"/>
                    <a:pt x="20889" y="18065"/>
                    <a:pt x="20889" y="18065"/>
                  </a:cubicBezTo>
                  <a:cubicBezTo>
                    <a:pt x="20889" y="18065"/>
                    <a:pt x="20889" y="18065"/>
                    <a:pt x="20889" y="18065"/>
                  </a:cubicBezTo>
                  <a:cubicBezTo>
                    <a:pt x="20889" y="18065"/>
                    <a:pt x="20889" y="18065"/>
                    <a:pt x="20889" y="18065"/>
                  </a:cubicBezTo>
                  <a:cubicBezTo>
                    <a:pt x="20889" y="18065"/>
                    <a:pt x="20889" y="18065"/>
                    <a:pt x="20889" y="18065"/>
                  </a:cubicBezTo>
                  <a:cubicBezTo>
                    <a:pt x="20889" y="18065"/>
                    <a:pt x="20889" y="18065"/>
                    <a:pt x="20889" y="18065"/>
                  </a:cubicBezTo>
                  <a:cubicBezTo>
                    <a:pt x="21032" y="18065"/>
                    <a:pt x="21032" y="18065"/>
                    <a:pt x="21032" y="17935"/>
                  </a:cubicBezTo>
                  <a:cubicBezTo>
                    <a:pt x="21032" y="17935"/>
                    <a:pt x="21032" y="17804"/>
                    <a:pt x="20889" y="17804"/>
                  </a:cubicBezTo>
                  <a:cubicBezTo>
                    <a:pt x="20889" y="17804"/>
                    <a:pt x="20889" y="17804"/>
                    <a:pt x="20889" y="17804"/>
                  </a:cubicBezTo>
                  <a:cubicBezTo>
                    <a:pt x="20889" y="17804"/>
                    <a:pt x="20889" y="17804"/>
                    <a:pt x="20889" y="17804"/>
                  </a:cubicBezTo>
                  <a:cubicBezTo>
                    <a:pt x="20889" y="17804"/>
                    <a:pt x="20889" y="17804"/>
                    <a:pt x="20889" y="17804"/>
                  </a:cubicBezTo>
                  <a:cubicBezTo>
                    <a:pt x="20889" y="17804"/>
                    <a:pt x="20889" y="17804"/>
                    <a:pt x="20889" y="17804"/>
                  </a:cubicBezTo>
                  <a:cubicBezTo>
                    <a:pt x="20889" y="17804"/>
                    <a:pt x="20889" y="17804"/>
                    <a:pt x="20889" y="17804"/>
                  </a:cubicBezTo>
                  <a:cubicBezTo>
                    <a:pt x="20889" y="17804"/>
                    <a:pt x="20889" y="17804"/>
                    <a:pt x="20889" y="17804"/>
                  </a:cubicBezTo>
                  <a:cubicBezTo>
                    <a:pt x="20889" y="17804"/>
                    <a:pt x="20889" y="17804"/>
                    <a:pt x="20889" y="17804"/>
                  </a:cubicBezTo>
                  <a:cubicBezTo>
                    <a:pt x="20889" y="17804"/>
                    <a:pt x="20889" y="17804"/>
                    <a:pt x="20889"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747" y="17804"/>
                    <a:pt x="20747" y="17804"/>
                    <a:pt x="20747" y="17804"/>
                  </a:cubicBezTo>
                  <a:cubicBezTo>
                    <a:pt x="20605" y="17804"/>
                    <a:pt x="20605" y="17804"/>
                    <a:pt x="20605" y="17804"/>
                  </a:cubicBezTo>
                  <a:cubicBezTo>
                    <a:pt x="20605" y="17804"/>
                    <a:pt x="20605" y="17804"/>
                    <a:pt x="20605" y="17804"/>
                  </a:cubicBezTo>
                  <a:cubicBezTo>
                    <a:pt x="20605" y="17804"/>
                    <a:pt x="20605" y="17804"/>
                    <a:pt x="20605" y="17804"/>
                  </a:cubicBezTo>
                  <a:cubicBezTo>
                    <a:pt x="20605" y="17804"/>
                    <a:pt x="20605" y="17804"/>
                    <a:pt x="20605" y="17804"/>
                  </a:cubicBezTo>
                  <a:cubicBezTo>
                    <a:pt x="20605" y="17804"/>
                    <a:pt x="20605" y="17804"/>
                    <a:pt x="20605" y="17804"/>
                  </a:cubicBezTo>
                  <a:cubicBezTo>
                    <a:pt x="20463" y="17804"/>
                    <a:pt x="20463" y="18065"/>
                    <a:pt x="20605" y="18065"/>
                  </a:cubicBezTo>
                  <a:close/>
                  <a:moveTo>
                    <a:pt x="19184" y="18458"/>
                  </a:moveTo>
                  <a:cubicBezTo>
                    <a:pt x="19326" y="18458"/>
                    <a:pt x="19326" y="18458"/>
                    <a:pt x="19326" y="18458"/>
                  </a:cubicBezTo>
                  <a:cubicBezTo>
                    <a:pt x="19326" y="18458"/>
                    <a:pt x="19326" y="18458"/>
                    <a:pt x="19326" y="18458"/>
                  </a:cubicBezTo>
                  <a:cubicBezTo>
                    <a:pt x="19326" y="18458"/>
                    <a:pt x="19326" y="18458"/>
                    <a:pt x="19326" y="18458"/>
                  </a:cubicBezTo>
                  <a:cubicBezTo>
                    <a:pt x="19326" y="18458"/>
                    <a:pt x="19326" y="18458"/>
                    <a:pt x="19326" y="18458"/>
                  </a:cubicBezTo>
                  <a:cubicBezTo>
                    <a:pt x="19326" y="18458"/>
                    <a:pt x="19326" y="18458"/>
                    <a:pt x="19326" y="18458"/>
                  </a:cubicBezTo>
                  <a:cubicBezTo>
                    <a:pt x="19326" y="18458"/>
                    <a:pt x="19326" y="18458"/>
                    <a:pt x="19326" y="18458"/>
                  </a:cubicBezTo>
                  <a:cubicBezTo>
                    <a:pt x="19326" y="18327"/>
                    <a:pt x="19326" y="18327"/>
                    <a:pt x="19326" y="18327"/>
                  </a:cubicBezTo>
                  <a:cubicBezTo>
                    <a:pt x="19326" y="18327"/>
                    <a:pt x="19326" y="18327"/>
                    <a:pt x="19326" y="18327"/>
                  </a:cubicBezTo>
                  <a:cubicBezTo>
                    <a:pt x="19326" y="18327"/>
                    <a:pt x="19326" y="18327"/>
                    <a:pt x="19326" y="18327"/>
                  </a:cubicBezTo>
                  <a:cubicBezTo>
                    <a:pt x="19326" y="18327"/>
                    <a:pt x="19326" y="18327"/>
                    <a:pt x="19326" y="18327"/>
                  </a:cubicBezTo>
                  <a:cubicBezTo>
                    <a:pt x="19326" y="18327"/>
                    <a:pt x="19326" y="18327"/>
                    <a:pt x="19326" y="18327"/>
                  </a:cubicBezTo>
                  <a:cubicBezTo>
                    <a:pt x="19468" y="18327"/>
                    <a:pt x="19468" y="18327"/>
                    <a:pt x="19468" y="18327"/>
                  </a:cubicBezTo>
                  <a:cubicBezTo>
                    <a:pt x="19468" y="18327"/>
                    <a:pt x="19468" y="18327"/>
                    <a:pt x="19468" y="18327"/>
                  </a:cubicBezTo>
                  <a:cubicBezTo>
                    <a:pt x="19468" y="18327"/>
                    <a:pt x="19468" y="18327"/>
                    <a:pt x="19468" y="18327"/>
                  </a:cubicBezTo>
                  <a:cubicBezTo>
                    <a:pt x="19468" y="18327"/>
                    <a:pt x="19468" y="18327"/>
                    <a:pt x="19468" y="18327"/>
                  </a:cubicBezTo>
                  <a:cubicBezTo>
                    <a:pt x="19611" y="18196"/>
                    <a:pt x="19468" y="18065"/>
                    <a:pt x="19326" y="18065"/>
                  </a:cubicBezTo>
                  <a:cubicBezTo>
                    <a:pt x="19326" y="18065"/>
                    <a:pt x="19326" y="18065"/>
                    <a:pt x="19326" y="18065"/>
                  </a:cubicBezTo>
                  <a:cubicBezTo>
                    <a:pt x="19326" y="18065"/>
                    <a:pt x="19326" y="18065"/>
                    <a:pt x="19326" y="18065"/>
                  </a:cubicBezTo>
                  <a:cubicBezTo>
                    <a:pt x="19326" y="18065"/>
                    <a:pt x="19326" y="18065"/>
                    <a:pt x="19326" y="18065"/>
                  </a:cubicBezTo>
                  <a:cubicBezTo>
                    <a:pt x="19326" y="18065"/>
                    <a:pt x="19326" y="18065"/>
                    <a:pt x="19326" y="18065"/>
                  </a:cubicBezTo>
                  <a:cubicBezTo>
                    <a:pt x="19326" y="18065"/>
                    <a:pt x="19326" y="18065"/>
                    <a:pt x="19326" y="18065"/>
                  </a:cubicBezTo>
                  <a:cubicBezTo>
                    <a:pt x="19326" y="18196"/>
                    <a:pt x="19326" y="18196"/>
                    <a:pt x="19326" y="18196"/>
                  </a:cubicBezTo>
                  <a:cubicBezTo>
                    <a:pt x="19326" y="18196"/>
                    <a:pt x="19326" y="18196"/>
                    <a:pt x="19326" y="18196"/>
                  </a:cubicBezTo>
                  <a:cubicBezTo>
                    <a:pt x="19184" y="18196"/>
                    <a:pt x="19184" y="18196"/>
                    <a:pt x="19184" y="18196"/>
                  </a:cubicBezTo>
                  <a:cubicBezTo>
                    <a:pt x="19184" y="18196"/>
                    <a:pt x="19184" y="18196"/>
                    <a:pt x="19184" y="18196"/>
                  </a:cubicBezTo>
                  <a:cubicBezTo>
                    <a:pt x="19184" y="18196"/>
                    <a:pt x="19184" y="18196"/>
                    <a:pt x="19184" y="18196"/>
                  </a:cubicBezTo>
                  <a:cubicBezTo>
                    <a:pt x="19184" y="18196"/>
                    <a:pt x="19184" y="18196"/>
                    <a:pt x="19184" y="18196"/>
                  </a:cubicBezTo>
                  <a:cubicBezTo>
                    <a:pt x="19184" y="18196"/>
                    <a:pt x="19184" y="18196"/>
                    <a:pt x="19184" y="18196"/>
                  </a:cubicBezTo>
                  <a:cubicBezTo>
                    <a:pt x="19184" y="18196"/>
                    <a:pt x="19184" y="18196"/>
                    <a:pt x="19184" y="18196"/>
                  </a:cubicBezTo>
                  <a:cubicBezTo>
                    <a:pt x="19184" y="18196"/>
                    <a:pt x="19184" y="18196"/>
                    <a:pt x="19184" y="18196"/>
                  </a:cubicBezTo>
                  <a:cubicBezTo>
                    <a:pt x="19184" y="18196"/>
                    <a:pt x="19184" y="18196"/>
                    <a:pt x="19042" y="18196"/>
                  </a:cubicBezTo>
                  <a:cubicBezTo>
                    <a:pt x="19042" y="18327"/>
                    <a:pt x="19042" y="18458"/>
                    <a:pt x="19184" y="18458"/>
                  </a:cubicBezTo>
                  <a:close/>
                  <a:moveTo>
                    <a:pt x="18047" y="19375"/>
                  </a:moveTo>
                  <a:cubicBezTo>
                    <a:pt x="18047" y="19375"/>
                    <a:pt x="18047" y="19375"/>
                    <a:pt x="18047" y="19375"/>
                  </a:cubicBezTo>
                  <a:cubicBezTo>
                    <a:pt x="18047" y="19244"/>
                    <a:pt x="18047" y="19244"/>
                    <a:pt x="18047" y="19244"/>
                  </a:cubicBezTo>
                  <a:cubicBezTo>
                    <a:pt x="18189" y="19244"/>
                    <a:pt x="18189" y="19244"/>
                    <a:pt x="18189" y="19244"/>
                  </a:cubicBezTo>
                  <a:cubicBezTo>
                    <a:pt x="18189" y="19244"/>
                    <a:pt x="18189" y="19244"/>
                    <a:pt x="18189" y="19244"/>
                  </a:cubicBezTo>
                  <a:cubicBezTo>
                    <a:pt x="18189" y="19244"/>
                    <a:pt x="18189" y="19244"/>
                    <a:pt x="18189" y="19244"/>
                  </a:cubicBezTo>
                  <a:cubicBezTo>
                    <a:pt x="18189" y="19244"/>
                    <a:pt x="18189" y="19244"/>
                    <a:pt x="18189" y="19244"/>
                  </a:cubicBezTo>
                  <a:cubicBezTo>
                    <a:pt x="18189" y="19244"/>
                    <a:pt x="18189" y="19244"/>
                    <a:pt x="18189" y="19244"/>
                  </a:cubicBezTo>
                  <a:cubicBezTo>
                    <a:pt x="18189" y="19244"/>
                    <a:pt x="18189" y="19244"/>
                    <a:pt x="18189" y="19244"/>
                  </a:cubicBezTo>
                  <a:cubicBezTo>
                    <a:pt x="18189" y="19113"/>
                    <a:pt x="18189" y="19113"/>
                    <a:pt x="18189" y="19113"/>
                  </a:cubicBezTo>
                  <a:cubicBezTo>
                    <a:pt x="18189" y="19113"/>
                    <a:pt x="18189" y="19113"/>
                    <a:pt x="18189" y="19113"/>
                  </a:cubicBezTo>
                  <a:cubicBezTo>
                    <a:pt x="18189" y="19113"/>
                    <a:pt x="18189" y="19113"/>
                    <a:pt x="18189" y="19113"/>
                  </a:cubicBezTo>
                  <a:cubicBezTo>
                    <a:pt x="18189" y="19113"/>
                    <a:pt x="18189" y="19113"/>
                    <a:pt x="18189" y="19113"/>
                  </a:cubicBezTo>
                  <a:cubicBezTo>
                    <a:pt x="18189" y="19113"/>
                    <a:pt x="18189" y="19113"/>
                    <a:pt x="18189" y="19113"/>
                  </a:cubicBezTo>
                  <a:cubicBezTo>
                    <a:pt x="18332" y="18982"/>
                    <a:pt x="18189" y="18851"/>
                    <a:pt x="18047" y="18982"/>
                  </a:cubicBezTo>
                  <a:cubicBezTo>
                    <a:pt x="18047" y="18982"/>
                    <a:pt x="18047" y="18982"/>
                    <a:pt x="18047" y="18982"/>
                  </a:cubicBezTo>
                  <a:cubicBezTo>
                    <a:pt x="18047" y="18982"/>
                    <a:pt x="18047" y="18982"/>
                    <a:pt x="18047" y="18982"/>
                  </a:cubicBezTo>
                  <a:cubicBezTo>
                    <a:pt x="18047" y="18982"/>
                    <a:pt x="18047" y="18982"/>
                    <a:pt x="18047" y="18982"/>
                  </a:cubicBezTo>
                  <a:cubicBezTo>
                    <a:pt x="18047" y="18982"/>
                    <a:pt x="18047" y="18982"/>
                    <a:pt x="18047" y="18982"/>
                  </a:cubicBezTo>
                  <a:cubicBezTo>
                    <a:pt x="18047" y="18982"/>
                    <a:pt x="18047" y="18982"/>
                    <a:pt x="18047" y="18982"/>
                  </a:cubicBezTo>
                  <a:cubicBezTo>
                    <a:pt x="18047" y="19113"/>
                    <a:pt x="18047" y="19113"/>
                    <a:pt x="18047" y="19113"/>
                  </a:cubicBezTo>
                  <a:cubicBezTo>
                    <a:pt x="17905" y="19113"/>
                    <a:pt x="17905" y="19113"/>
                    <a:pt x="17905" y="19113"/>
                  </a:cubicBezTo>
                  <a:cubicBezTo>
                    <a:pt x="17905" y="19113"/>
                    <a:pt x="17905" y="19113"/>
                    <a:pt x="17905" y="19113"/>
                  </a:cubicBezTo>
                  <a:cubicBezTo>
                    <a:pt x="17905" y="19113"/>
                    <a:pt x="17905" y="19113"/>
                    <a:pt x="17905" y="19113"/>
                  </a:cubicBezTo>
                  <a:cubicBezTo>
                    <a:pt x="17905" y="19113"/>
                    <a:pt x="17905" y="19113"/>
                    <a:pt x="17905" y="19113"/>
                  </a:cubicBezTo>
                  <a:cubicBezTo>
                    <a:pt x="17905" y="19113"/>
                    <a:pt x="17905" y="19113"/>
                    <a:pt x="17905" y="19113"/>
                  </a:cubicBezTo>
                  <a:cubicBezTo>
                    <a:pt x="17905" y="19113"/>
                    <a:pt x="17905" y="19113"/>
                    <a:pt x="17905" y="19113"/>
                  </a:cubicBezTo>
                  <a:cubicBezTo>
                    <a:pt x="17905" y="19113"/>
                    <a:pt x="17905" y="19113"/>
                    <a:pt x="17905" y="19113"/>
                  </a:cubicBezTo>
                  <a:cubicBezTo>
                    <a:pt x="17763" y="19244"/>
                    <a:pt x="17905" y="19375"/>
                    <a:pt x="18047" y="19375"/>
                  </a:cubicBezTo>
                  <a:close/>
                  <a:moveTo>
                    <a:pt x="17337" y="20684"/>
                  </a:moveTo>
                  <a:cubicBezTo>
                    <a:pt x="17479" y="20684"/>
                    <a:pt x="17479" y="20684"/>
                    <a:pt x="17479" y="20684"/>
                  </a:cubicBezTo>
                  <a:cubicBezTo>
                    <a:pt x="17479" y="20684"/>
                    <a:pt x="17479" y="20684"/>
                    <a:pt x="17479" y="20684"/>
                  </a:cubicBezTo>
                  <a:cubicBezTo>
                    <a:pt x="17479" y="20553"/>
                    <a:pt x="17479" y="20553"/>
                    <a:pt x="17479" y="20553"/>
                  </a:cubicBezTo>
                  <a:cubicBezTo>
                    <a:pt x="17479" y="20553"/>
                    <a:pt x="17479" y="20553"/>
                    <a:pt x="17479" y="20553"/>
                  </a:cubicBezTo>
                  <a:cubicBezTo>
                    <a:pt x="17479" y="20553"/>
                    <a:pt x="17479" y="20553"/>
                    <a:pt x="17479" y="20553"/>
                  </a:cubicBezTo>
                  <a:cubicBezTo>
                    <a:pt x="17479" y="20553"/>
                    <a:pt x="17479" y="20553"/>
                    <a:pt x="17479" y="20553"/>
                  </a:cubicBezTo>
                  <a:cubicBezTo>
                    <a:pt x="17479" y="20422"/>
                    <a:pt x="17479" y="20422"/>
                    <a:pt x="17479" y="20422"/>
                  </a:cubicBezTo>
                  <a:cubicBezTo>
                    <a:pt x="17479" y="20422"/>
                    <a:pt x="17479" y="20422"/>
                    <a:pt x="17479" y="20422"/>
                  </a:cubicBezTo>
                  <a:cubicBezTo>
                    <a:pt x="17621" y="20422"/>
                    <a:pt x="17621" y="20422"/>
                    <a:pt x="17621" y="20422"/>
                  </a:cubicBezTo>
                  <a:cubicBezTo>
                    <a:pt x="17621" y="20422"/>
                    <a:pt x="17621" y="20422"/>
                    <a:pt x="17621" y="20422"/>
                  </a:cubicBezTo>
                  <a:cubicBezTo>
                    <a:pt x="17621" y="20422"/>
                    <a:pt x="17621" y="20422"/>
                    <a:pt x="17621" y="20422"/>
                  </a:cubicBezTo>
                  <a:cubicBezTo>
                    <a:pt x="17621" y="20291"/>
                    <a:pt x="17479" y="20291"/>
                    <a:pt x="17337" y="20291"/>
                  </a:cubicBezTo>
                  <a:cubicBezTo>
                    <a:pt x="17337" y="20291"/>
                    <a:pt x="17337" y="20291"/>
                    <a:pt x="17337" y="20291"/>
                  </a:cubicBezTo>
                  <a:cubicBezTo>
                    <a:pt x="17337" y="20422"/>
                    <a:pt x="17337" y="20422"/>
                    <a:pt x="17337" y="20422"/>
                  </a:cubicBezTo>
                  <a:cubicBezTo>
                    <a:pt x="17337" y="20422"/>
                    <a:pt x="17337" y="20422"/>
                    <a:pt x="17337" y="20422"/>
                  </a:cubicBezTo>
                  <a:cubicBezTo>
                    <a:pt x="17337" y="20422"/>
                    <a:pt x="17337" y="20422"/>
                    <a:pt x="17337" y="20422"/>
                  </a:cubicBezTo>
                  <a:cubicBezTo>
                    <a:pt x="17337" y="20422"/>
                    <a:pt x="17337" y="20422"/>
                    <a:pt x="17337" y="20422"/>
                  </a:cubicBezTo>
                  <a:cubicBezTo>
                    <a:pt x="17337" y="20553"/>
                    <a:pt x="17337" y="20553"/>
                    <a:pt x="17337" y="20553"/>
                  </a:cubicBezTo>
                  <a:cubicBezTo>
                    <a:pt x="17195" y="20553"/>
                    <a:pt x="17195" y="20553"/>
                    <a:pt x="17195" y="20553"/>
                  </a:cubicBezTo>
                  <a:cubicBezTo>
                    <a:pt x="17195" y="20553"/>
                    <a:pt x="17195" y="20553"/>
                    <a:pt x="17195" y="20553"/>
                  </a:cubicBezTo>
                  <a:cubicBezTo>
                    <a:pt x="17195" y="20553"/>
                    <a:pt x="17195" y="20553"/>
                    <a:pt x="17195" y="20553"/>
                  </a:cubicBezTo>
                  <a:cubicBezTo>
                    <a:pt x="17195" y="20553"/>
                    <a:pt x="17195" y="20553"/>
                    <a:pt x="17195" y="20553"/>
                  </a:cubicBezTo>
                  <a:cubicBezTo>
                    <a:pt x="17195" y="20553"/>
                    <a:pt x="17195" y="20553"/>
                    <a:pt x="17195" y="20553"/>
                  </a:cubicBezTo>
                  <a:cubicBezTo>
                    <a:pt x="17195" y="20684"/>
                    <a:pt x="17337" y="20684"/>
                    <a:pt x="17337" y="20684"/>
                  </a:cubicBezTo>
                  <a:close/>
                  <a:moveTo>
                    <a:pt x="15774" y="16364"/>
                  </a:moveTo>
                  <a:cubicBezTo>
                    <a:pt x="15916" y="16364"/>
                    <a:pt x="15916" y="16233"/>
                    <a:pt x="15916" y="16233"/>
                  </a:cubicBezTo>
                  <a:cubicBezTo>
                    <a:pt x="15916" y="16102"/>
                    <a:pt x="15916" y="16102"/>
                    <a:pt x="15916" y="16102"/>
                  </a:cubicBezTo>
                  <a:cubicBezTo>
                    <a:pt x="15916" y="16102"/>
                    <a:pt x="15916" y="16102"/>
                    <a:pt x="15916" y="16102"/>
                  </a:cubicBezTo>
                  <a:cubicBezTo>
                    <a:pt x="15916" y="15971"/>
                    <a:pt x="15916" y="15971"/>
                    <a:pt x="15916" y="15971"/>
                  </a:cubicBezTo>
                  <a:cubicBezTo>
                    <a:pt x="15916" y="15971"/>
                    <a:pt x="15916" y="15971"/>
                    <a:pt x="15916" y="15971"/>
                  </a:cubicBezTo>
                  <a:cubicBezTo>
                    <a:pt x="15916" y="15840"/>
                    <a:pt x="15916" y="15840"/>
                    <a:pt x="15774" y="15840"/>
                  </a:cubicBezTo>
                  <a:cubicBezTo>
                    <a:pt x="15774" y="15840"/>
                    <a:pt x="15774" y="15840"/>
                    <a:pt x="15774" y="15840"/>
                  </a:cubicBezTo>
                  <a:cubicBezTo>
                    <a:pt x="15632" y="15840"/>
                    <a:pt x="15632" y="15971"/>
                    <a:pt x="15632" y="15971"/>
                  </a:cubicBezTo>
                  <a:cubicBezTo>
                    <a:pt x="15632" y="15971"/>
                    <a:pt x="15632" y="15971"/>
                    <a:pt x="15632" y="15971"/>
                  </a:cubicBezTo>
                  <a:cubicBezTo>
                    <a:pt x="15632" y="16102"/>
                    <a:pt x="15632" y="16102"/>
                    <a:pt x="15632" y="16102"/>
                  </a:cubicBezTo>
                  <a:cubicBezTo>
                    <a:pt x="15632" y="16102"/>
                    <a:pt x="15632" y="16102"/>
                    <a:pt x="15632" y="16102"/>
                  </a:cubicBezTo>
                  <a:cubicBezTo>
                    <a:pt x="15632" y="16233"/>
                    <a:pt x="15632" y="16233"/>
                    <a:pt x="15632" y="16233"/>
                  </a:cubicBezTo>
                  <a:cubicBezTo>
                    <a:pt x="15632" y="16233"/>
                    <a:pt x="15632" y="16233"/>
                    <a:pt x="15632" y="16233"/>
                  </a:cubicBezTo>
                  <a:cubicBezTo>
                    <a:pt x="15632" y="16364"/>
                    <a:pt x="15774" y="16364"/>
                    <a:pt x="15774" y="16364"/>
                  </a:cubicBezTo>
                  <a:close/>
                  <a:moveTo>
                    <a:pt x="15489" y="17804"/>
                  </a:moveTo>
                  <a:cubicBezTo>
                    <a:pt x="15489" y="17804"/>
                    <a:pt x="15489" y="17673"/>
                    <a:pt x="15632" y="17673"/>
                  </a:cubicBezTo>
                  <a:cubicBezTo>
                    <a:pt x="15632" y="17673"/>
                    <a:pt x="15632" y="17673"/>
                    <a:pt x="15632" y="17673"/>
                  </a:cubicBezTo>
                  <a:cubicBezTo>
                    <a:pt x="15632" y="17542"/>
                    <a:pt x="15632" y="17542"/>
                    <a:pt x="15632" y="17542"/>
                  </a:cubicBezTo>
                  <a:cubicBezTo>
                    <a:pt x="15632" y="17542"/>
                    <a:pt x="15632" y="17542"/>
                    <a:pt x="15632" y="17542"/>
                  </a:cubicBezTo>
                  <a:cubicBezTo>
                    <a:pt x="15632" y="17542"/>
                    <a:pt x="15632" y="17542"/>
                    <a:pt x="15632" y="17542"/>
                  </a:cubicBezTo>
                  <a:cubicBezTo>
                    <a:pt x="15632" y="17542"/>
                    <a:pt x="15632" y="17542"/>
                    <a:pt x="15632" y="17542"/>
                  </a:cubicBezTo>
                  <a:cubicBezTo>
                    <a:pt x="15774" y="17411"/>
                    <a:pt x="15632" y="17280"/>
                    <a:pt x="15632" y="17280"/>
                  </a:cubicBezTo>
                  <a:cubicBezTo>
                    <a:pt x="15489" y="17280"/>
                    <a:pt x="15489" y="17280"/>
                    <a:pt x="15489" y="17280"/>
                  </a:cubicBezTo>
                  <a:cubicBezTo>
                    <a:pt x="15489" y="17280"/>
                    <a:pt x="15489" y="17411"/>
                    <a:pt x="15489" y="17411"/>
                  </a:cubicBezTo>
                  <a:cubicBezTo>
                    <a:pt x="15347" y="17411"/>
                    <a:pt x="15347" y="17411"/>
                    <a:pt x="15347" y="17411"/>
                  </a:cubicBezTo>
                  <a:cubicBezTo>
                    <a:pt x="15347" y="17542"/>
                    <a:pt x="15347" y="17542"/>
                    <a:pt x="15347" y="17542"/>
                  </a:cubicBezTo>
                  <a:cubicBezTo>
                    <a:pt x="15347" y="17542"/>
                    <a:pt x="15347" y="17542"/>
                    <a:pt x="15347" y="17542"/>
                  </a:cubicBezTo>
                  <a:cubicBezTo>
                    <a:pt x="15347" y="17542"/>
                    <a:pt x="15347" y="17542"/>
                    <a:pt x="15347" y="17542"/>
                  </a:cubicBezTo>
                  <a:cubicBezTo>
                    <a:pt x="15347" y="17542"/>
                    <a:pt x="15347" y="17542"/>
                    <a:pt x="15347" y="17542"/>
                  </a:cubicBezTo>
                  <a:cubicBezTo>
                    <a:pt x="15347" y="17673"/>
                    <a:pt x="15347" y="17673"/>
                    <a:pt x="15347" y="17673"/>
                  </a:cubicBezTo>
                  <a:cubicBezTo>
                    <a:pt x="15347" y="17673"/>
                    <a:pt x="15347" y="17804"/>
                    <a:pt x="15489" y="17804"/>
                  </a:cubicBezTo>
                  <a:close/>
                  <a:moveTo>
                    <a:pt x="14637" y="18982"/>
                  </a:moveTo>
                  <a:cubicBezTo>
                    <a:pt x="14637" y="18982"/>
                    <a:pt x="14637" y="18982"/>
                    <a:pt x="14637" y="18982"/>
                  </a:cubicBezTo>
                  <a:cubicBezTo>
                    <a:pt x="14637" y="18982"/>
                    <a:pt x="14637" y="18982"/>
                    <a:pt x="14637" y="18982"/>
                  </a:cubicBezTo>
                  <a:cubicBezTo>
                    <a:pt x="14637" y="18982"/>
                    <a:pt x="14637" y="18982"/>
                    <a:pt x="14637" y="18982"/>
                  </a:cubicBezTo>
                  <a:cubicBezTo>
                    <a:pt x="14779" y="18851"/>
                    <a:pt x="14779" y="18851"/>
                    <a:pt x="14779" y="18851"/>
                  </a:cubicBezTo>
                  <a:cubicBezTo>
                    <a:pt x="14779" y="18851"/>
                    <a:pt x="14779" y="18851"/>
                    <a:pt x="14779" y="18851"/>
                  </a:cubicBezTo>
                  <a:cubicBezTo>
                    <a:pt x="14779" y="18851"/>
                    <a:pt x="14779" y="18851"/>
                    <a:pt x="14779" y="18851"/>
                  </a:cubicBezTo>
                  <a:cubicBezTo>
                    <a:pt x="14779" y="18720"/>
                    <a:pt x="14779" y="18720"/>
                    <a:pt x="14779" y="18720"/>
                  </a:cubicBezTo>
                  <a:cubicBezTo>
                    <a:pt x="14779" y="18720"/>
                    <a:pt x="14921" y="18720"/>
                    <a:pt x="14921" y="18720"/>
                  </a:cubicBezTo>
                  <a:cubicBezTo>
                    <a:pt x="14921" y="18589"/>
                    <a:pt x="14779" y="18589"/>
                    <a:pt x="14637" y="18589"/>
                  </a:cubicBezTo>
                  <a:cubicBezTo>
                    <a:pt x="14637" y="18589"/>
                    <a:pt x="14637" y="18589"/>
                    <a:pt x="14637" y="18589"/>
                  </a:cubicBezTo>
                  <a:cubicBezTo>
                    <a:pt x="14637" y="18589"/>
                    <a:pt x="14637" y="18589"/>
                    <a:pt x="14637" y="18589"/>
                  </a:cubicBezTo>
                  <a:cubicBezTo>
                    <a:pt x="14637" y="18720"/>
                    <a:pt x="14637" y="18720"/>
                    <a:pt x="14637" y="18720"/>
                  </a:cubicBezTo>
                  <a:cubicBezTo>
                    <a:pt x="14637" y="18720"/>
                    <a:pt x="14637" y="18720"/>
                    <a:pt x="14637" y="18720"/>
                  </a:cubicBezTo>
                  <a:cubicBezTo>
                    <a:pt x="14495" y="18720"/>
                    <a:pt x="14495" y="18720"/>
                    <a:pt x="14495" y="18720"/>
                  </a:cubicBezTo>
                  <a:cubicBezTo>
                    <a:pt x="14495" y="18851"/>
                    <a:pt x="14495" y="18851"/>
                    <a:pt x="14495" y="18851"/>
                  </a:cubicBezTo>
                  <a:cubicBezTo>
                    <a:pt x="14495" y="18851"/>
                    <a:pt x="14495" y="18851"/>
                    <a:pt x="14495" y="18851"/>
                  </a:cubicBezTo>
                  <a:cubicBezTo>
                    <a:pt x="14495" y="18851"/>
                    <a:pt x="14495" y="18851"/>
                    <a:pt x="14495" y="18851"/>
                  </a:cubicBezTo>
                  <a:cubicBezTo>
                    <a:pt x="14353" y="18982"/>
                    <a:pt x="14637" y="19113"/>
                    <a:pt x="14637" y="18982"/>
                  </a:cubicBezTo>
                  <a:close/>
                  <a:moveTo>
                    <a:pt x="13358" y="19767"/>
                  </a:moveTo>
                  <a:cubicBezTo>
                    <a:pt x="13358" y="19767"/>
                    <a:pt x="13358" y="19767"/>
                    <a:pt x="13358" y="19767"/>
                  </a:cubicBezTo>
                  <a:cubicBezTo>
                    <a:pt x="13500" y="19767"/>
                    <a:pt x="13500" y="19767"/>
                    <a:pt x="13500" y="19767"/>
                  </a:cubicBezTo>
                  <a:cubicBezTo>
                    <a:pt x="13500" y="19767"/>
                    <a:pt x="13500" y="19767"/>
                    <a:pt x="13500" y="19767"/>
                  </a:cubicBezTo>
                  <a:cubicBezTo>
                    <a:pt x="13500" y="19767"/>
                    <a:pt x="13500" y="19767"/>
                    <a:pt x="13500" y="19767"/>
                  </a:cubicBezTo>
                  <a:cubicBezTo>
                    <a:pt x="13500" y="19767"/>
                    <a:pt x="13500" y="19767"/>
                    <a:pt x="13500" y="19767"/>
                  </a:cubicBezTo>
                  <a:cubicBezTo>
                    <a:pt x="13642" y="19767"/>
                    <a:pt x="13642" y="19767"/>
                    <a:pt x="13642" y="19767"/>
                  </a:cubicBezTo>
                  <a:cubicBezTo>
                    <a:pt x="13642" y="19636"/>
                    <a:pt x="13642" y="19505"/>
                    <a:pt x="13500" y="19505"/>
                  </a:cubicBezTo>
                  <a:cubicBezTo>
                    <a:pt x="13500" y="19505"/>
                    <a:pt x="13500" y="19505"/>
                    <a:pt x="13500" y="19505"/>
                  </a:cubicBezTo>
                  <a:cubicBezTo>
                    <a:pt x="13500" y="19505"/>
                    <a:pt x="13500" y="19505"/>
                    <a:pt x="13500" y="19505"/>
                  </a:cubicBezTo>
                  <a:cubicBezTo>
                    <a:pt x="13500" y="19505"/>
                    <a:pt x="13500" y="19505"/>
                    <a:pt x="13500" y="19505"/>
                  </a:cubicBezTo>
                  <a:cubicBezTo>
                    <a:pt x="13358" y="19505"/>
                    <a:pt x="13358" y="19505"/>
                    <a:pt x="13358" y="19505"/>
                  </a:cubicBezTo>
                  <a:cubicBezTo>
                    <a:pt x="13358" y="19636"/>
                    <a:pt x="13358" y="19636"/>
                    <a:pt x="13358" y="19636"/>
                  </a:cubicBezTo>
                  <a:cubicBezTo>
                    <a:pt x="13358" y="19636"/>
                    <a:pt x="13358" y="19636"/>
                    <a:pt x="13358" y="19636"/>
                  </a:cubicBezTo>
                  <a:cubicBezTo>
                    <a:pt x="13216" y="19636"/>
                    <a:pt x="13216" y="19636"/>
                    <a:pt x="13216" y="19636"/>
                  </a:cubicBezTo>
                  <a:cubicBezTo>
                    <a:pt x="13216" y="19636"/>
                    <a:pt x="13216" y="19636"/>
                    <a:pt x="13216" y="19636"/>
                  </a:cubicBezTo>
                  <a:cubicBezTo>
                    <a:pt x="13074" y="19767"/>
                    <a:pt x="13216" y="19898"/>
                    <a:pt x="13358" y="19767"/>
                  </a:cubicBezTo>
                  <a:close/>
                  <a:moveTo>
                    <a:pt x="11795" y="20291"/>
                  </a:moveTo>
                  <a:cubicBezTo>
                    <a:pt x="11937" y="20291"/>
                    <a:pt x="11937" y="20291"/>
                    <a:pt x="11937" y="20291"/>
                  </a:cubicBezTo>
                  <a:cubicBezTo>
                    <a:pt x="11937" y="20291"/>
                    <a:pt x="11937" y="20291"/>
                    <a:pt x="11937" y="20291"/>
                  </a:cubicBezTo>
                  <a:cubicBezTo>
                    <a:pt x="11937" y="20291"/>
                    <a:pt x="11937" y="20291"/>
                    <a:pt x="11937" y="20291"/>
                  </a:cubicBezTo>
                  <a:cubicBezTo>
                    <a:pt x="12079" y="20291"/>
                    <a:pt x="12079" y="20291"/>
                    <a:pt x="12079" y="20291"/>
                  </a:cubicBezTo>
                  <a:cubicBezTo>
                    <a:pt x="12079" y="20291"/>
                    <a:pt x="12079" y="20291"/>
                    <a:pt x="12079" y="20291"/>
                  </a:cubicBezTo>
                  <a:cubicBezTo>
                    <a:pt x="12079" y="20291"/>
                    <a:pt x="12079" y="20291"/>
                    <a:pt x="12079" y="20291"/>
                  </a:cubicBezTo>
                  <a:cubicBezTo>
                    <a:pt x="12221" y="20160"/>
                    <a:pt x="12221" y="20029"/>
                    <a:pt x="12221" y="20029"/>
                  </a:cubicBezTo>
                  <a:cubicBezTo>
                    <a:pt x="12079" y="20029"/>
                    <a:pt x="12079" y="20029"/>
                    <a:pt x="12079" y="20029"/>
                  </a:cubicBezTo>
                  <a:cubicBezTo>
                    <a:pt x="12079" y="20029"/>
                    <a:pt x="12079" y="20029"/>
                    <a:pt x="12079" y="20029"/>
                  </a:cubicBezTo>
                  <a:cubicBezTo>
                    <a:pt x="11937" y="20029"/>
                    <a:pt x="11937" y="20029"/>
                    <a:pt x="11937" y="20029"/>
                  </a:cubicBezTo>
                  <a:cubicBezTo>
                    <a:pt x="11937" y="20029"/>
                    <a:pt x="11937" y="20029"/>
                    <a:pt x="11937" y="20029"/>
                  </a:cubicBezTo>
                  <a:cubicBezTo>
                    <a:pt x="11937" y="20029"/>
                    <a:pt x="11937" y="20029"/>
                    <a:pt x="11937" y="20029"/>
                  </a:cubicBezTo>
                  <a:cubicBezTo>
                    <a:pt x="11795" y="20029"/>
                    <a:pt x="11795" y="20029"/>
                    <a:pt x="11795" y="20029"/>
                  </a:cubicBezTo>
                  <a:cubicBezTo>
                    <a:pt x="11795" y="20029"/>
                    <a:pt x="11795" y="20029"/>
                    <a:pt x="11795" y="20029"/>
                  </a:cubicBezTo>
                  <a:cubicBezTo>
                    <a:pt x="11795" y="20029"/>
                    <a:pt x="11653" y="20029"/>
                    <a:pt x="11653" y="20160"/>
                  </a:cubicBezTo>
                  <a:cubicBezTo>
                    <a:pt x="11653" y="20291"/>
                    <a:pt x="11795" y="20291"/>
                    <a:pt x="11795" y="20291"/>
                  </a:cubicBezTo>
                  <a:close/>
                  <a:moveTo>
                    <a:pt x="10232" y="20291"/>
                  </a:moveTo>
                  <a:cubicBezTo>
                    <a:pt x="10232" y="20291"/>
                    <a:pt x="10232" y="20291"/>
                    <a:pt x="10232" y="20291"/>
                  </a:cubicBezTo>
                  <a:cubicBezTo>
                    <a:pt x="10374" y="20422"/>
                    <a:pt x="10374" y="20422"/>
                    <a:pt x="10374" y="20422"/>
                  </a:cubicBezTo>
                  <a:cubicBezTo>
                    <a:pt x="10374" y="20422"/>
                    <a:pt x="10374" y="20422"/>
                    <a:pt x="10374" y="20422"/>
                  </a:cubicBezTo>
                  <a:cubicBezTo>
                    <a:pt x="10374" y="20422"/>
                    <a:pt x="10374" y="20422"/>
                    <a:pt x="10374" y="20422"/>
                  </a:cubicBezTo>
                  <a:cubicBezTo>
                    <a:pt x="10516" y="20422"/>
                    <a:pt x="10516" y="20422"/>
                    <a:pt x="10516" y="20422"/>
                  </a:cubicBezTo>
                  <a:cubicBezTo>
                    <a:pt x="10516" y="20422"/>
                    <a:pt x="10516" y="20422"/>
                    <a:pt x="10516" y="20422"/>
                  </a:cubicBezTo>
                  <a:cubicBezTo>
                    <a:pt x="10516" y="20422"/>
                    <a:pt x="10516" y="20422"/>
                    <a:pt x="10516" y="20422"/>
                  </a:cubicBezTo>
                  <a:cubicBezTo>
                    <a:pt x="10516" y="20422"/>
                    <a:pt x="10516" y="20422"/>
                    <a:pt x="10516" y="20422"/>
                  </a:cubicBezTo>
                  <a:cubicBezTo>
                    <a:pt x="10800" y="20291"/>
                    <a:pt x="10658" y="20160"/>
                    <a:pt x="10516" y="20160"/>
                  </a:cubicBezTo>
                  <a:cubicBezTo>
                    <a:pt x="10516" y="20160"/>
                    <a:pt x="10516" y="20160"/>
                    <a:pt x="10516" y="20160"/>
                  </a:cubicBezTo>
                  <a:cubicBezTo>
                    <a:pt x="10516" y="20160"/>
                    <a:pt x="10516" y="20160"/>
                    <a:pt x="10516" y="20160"/>
                  </a:cubicBezTo>
                  <a:cubicBezTo>
                    <a:pt x="10374" y="20160"/>
                    <a:pt x="10374" y="20160"/>
                    <a:pt x="10374" y="20160"/>
                  </a:cubicBezTo>
                  <a:cubicBezTo>
                    <a:pt x="10374" y="20160"/>
                    <a:pt x="10374" y="20160"/>
                    <a:pt x="10374" y="20160"/>
                  </a:cubicBezTo>
                  <a:cubicBezTo>
                    <a:pt x="10374" y="20160"/>
                    <a:pt x="10374" y="20160"/>
                    <a:pt x="10374" y="20160"/>
                  </a:cubicBezTo>
                  <a:cubicBezTo>
                    <a:pt x="10374" y="20160"/>
                    <a:pt x="10374" y="20160"/>
                    <a:pt x="10374" y="20160"/>
                  </a:cubicBezTo>
                  <a:cubicBezTo>
                    <a:pt x="10374" y="20029"/>
                    <a:pt x="10374" y="20029"/>
                    <a:pt x="10374" y="20029"/>
                  </a:cubicBezTo>
                  <a:cubicBezTo>
                    <a:pt x="10232" y="20029"/>
                    <a:pt x="10232" y="20029"/>
                    <a:pt x="10232" y="20029"/>
                  </a:cubicBezTo>
                  <a:cubicBezTo>
                    <a:pt x="10089" y="20160"/>
                    <a:pt x="10089" y="20291"/>
                    <a:pt x="10232" y="20291"/>
                  </a:cubicBezTo>
                  <a:close/>
                  <a:moveTo>
                    <a:pt x="8811" y="20029"/>
                  </a:moveTo>
                  <a:cubicBezTo>
                    <a:pt x="8811" y="20029"/>
                    <a:pt x="8811" y="20029"/>
                    <a:pt x="8811" y="20029"/>
                  </a:cubicBezTo>
                  <a:cubicBezTo>
                    <a:pt x="8953" y="20029"/>
                    <a:pt x="8953" y="20029"/>
                    <a:pt x="8953" y="20029"/>
                  </a:cubicBezTo>
                  <a:cubicBezTo>
                    <a:pt x="8953" y="20029"/>
                    <a:pt x="8953" y="20029"/>
                    <a:pt x="8953" y="20029"/>
                  </a:cubicBezTo>
                  <a:cubicBezTo>
                    <a:pt x="8953" y="20029"/>
                    <a:pt x="8953" y="20029"/>
                    <a:pt x="8953" y="20029"/>
                  </a:cubicBezTo>
                  <a:cubicBezTo>
                    <a:pt x="8953" y="20029"/>
                    <a:pt x="8953" y="20029"/>
                    <a:pt x="8953" y="20029"/>
                  </a:cubicBezTo>
                  <a:cubicBezTo>
                    <a:pt x="8953" y="20160"/>
                    <a:pt x="8953" y="20160"/>
                    <a:pt x="8953" y="20160"/>
                  </a:cubicBezTo>
                  <a:cubicBezTo>
                    <a:pt x="8953" y="20160"/>
                    <a:pt x="8953" y="20160"/>
                    <a:pt x="8953" y="20160"/>
                  </a:cubicBezTo>
                  <a:cubicBezTo>
                    <a:pt x="9237" y="20160"/>
                    <a:pt x="9237" y="19898"/>
                    <a:pt x="9095" y="19898"/>
                  </a:cubicBezTo>
                  <a:cubicBezTo>
                    <a:pt x="9095" y="19898"/>
                    <a:pt x="9095" y="19898"/>
                    <a:pt x="9095" y="19898"/>
                  </a:cubicBezTo>
                  <a:cubicBezTo>
                    <a:pt x="8953" y="19767"/>
                    <a:pt x="8953" y="19767"/>
                    <a:pt x="8953" y="19767"/>
                  </a:cubicBezTo>
                  <a:cubicBezTo>
                    <a:pt x="8953" y="19767"/>
                    <a:pt x="8953" y="19767"/>
                    <a:pt x="8953" y="19767"/>
                  </a:cubicBezTo>
                  <a:cubicBezTo>
                    <a:pt x="8953" y="19767"/>
                    <a:pt x="8953" y="19767"/>
                    <a:pt x="8953" y="19767"/>
                  </a:cubicBezTo>
                  <a:cubicBezTo>
                    <a:pt x="8953" y="19767"/>
                    <a:pt x="8953" y="19767"/>
                    <a:pt x="8953" y="19767"/>
                  </a:cubicBezTo>
                  <a:cubicBezTo>
                    <a:pt x="8811" y="19767"/>
                    <a:pt x="8811" y="19767"/>
                    <a:pt x="8811" y="19767"/>
                  </a:cubicBezTo>
                  <a:cubicBezTo>
                    <a:pt x="8811" y="19767"/>
                    <a:pt x="8811" y="19767"/>
                    <a:pt x="8811" y="19767"/>
                  </a:cubicBezTo>
                  <a:cubicBezTo>
                    <a:pt x="8668" y="19767"/>
                    <a:pt x="8668" y="20029"/>
                    <a:pt x="8811" y="20029"/>
                  </a:cubicBezTo>
                  <a:close/>
                  <a:moveTo>
                    <a:pt x="7389" y="19244"/>
                  </a:moveTo>
                  <a:cubicBezTo>
                    <a:pt x="7389" y="19375"/>
                    <a:pt x="7389" y="19375"/>
                    <a:pt x="7389" y="19375"/>
                  </a:cubicBezTo>
                  <a:cubicBezTo>
                    <a:pt x="7389" y="19375"/>
                    <a:pt x="7389" y="19375"/>
                    <a:pt x="7389" y="19375"/>
                  </a:cubicBezTo>
                  <a:cubicBezTo>
                    <a:pt x="7532" y="19375"/>
                    <a:pt x="7532" y="19375"/>
                    <a:pt x="7532" y="19375"/>
                  </a:cubicBezTo>
                  <a:cubicBezTo>
                    <a:pt x="7532" y="19375"/>
                    <a:pt x="7532" y="19375"/>
                    <a:pt x="7532" y="19375"/>
                  </a:cubicBezTo>
                  <a:cubicBezTo>
                    <a:pt x="7532" y="19375"/>
                    <a:pt x="7532" y="19375"/>
                    <a:pt x="7532" y="19375"/>
                  </a:cubicBezTo>
                  <a:cubicBezTo>
                    <a:pt x="7532" y="19505"/>
                    <a:pt x="7532" y="19505"/>
                    <a:pt x="7532" y="19505"/>
                  </a:cubicBezTo>
                  <a:cubicBezTo>
                    <a:pt x="7674" y="19505"/>
                    <a:pt x="7674" y="19505"/>
                    <a:pt x="7674" y="19505"/>
                  </a:cubicBezTo>
                  <a:cubicBezTo>
                    <a:pt x="7674" y="19505"/>
                    <a:pt x="7674" y="19505"/>
                    <a:pt x="7674" y="19505"/>
                  </a:cubicBezTo>
                  <a:cubicBezTo>
                    <a:pt x="7816" y="19505"/>
                    <a:pt x="7816" y="19375"/>
                    <a:pt x="7816" y="19244"/>
                  </a:cubicBezTo>
                  <a:cubicBezTo>
                    <a:pt x="7674" y="19244"/>
                    <a:pt x="7674" y="19244"/>
                    <a:pt x="7674" y="19244"/>
                  </a:cubicBezTo>
                  <a:cubicBezTo>
                    <a:pt x="7674" y="19244"/>
                    <a:pt x="7674" y="19244"/>
                    <a:pt x="7674" y="19244"/>
                  </a:cubicBezTo>
                  <a:cubicBezTo>
                    <a:pt x="7674" y="19113"/>
                    <a:pt x="7674" y="19113"/>
                    <a:pt x="7674" y="19113"/>
                  </a:cubicBezTo>
                  <a:cubicBezTo>
                    <a:pt x="7674" y="19113"/>
                    <a:pt x="7674" y="19113"/>
                    <a:pt x="7674" y="19113"/>
                  </a:cubicBezTo>
                  <a:cubicBezTo>
                    <a:pt x="7532" y="19113"/>
                    <a:pt x="7532" y="19113"/>
                    <a:pt x="7532" y="19113"/>
                  </a:cubicBezTo>
                  <a:cubicBezTo>
                    <a:pt x="7532" y="19113"/>
                    <a:pt x="7532" y="19113"/>
                    <a:pt x="7532" y="19113"/>
                  </a:cubicBezTo>
                  <a:cubicBezTo>
                    <a:pt x="7532" y="19113"/>
                    <a:pt x="7532" y="19113"/>
                    <a:pt x="7532" y="19113"/>
                  </a:cubicBezTo>
                  <a:cubicBezTo>
                    <a:pt x="7532" y="19113"/>
                    <a:pt x="7532" y="19113"/>
                    <a:pt x="7532" y="19113"/>
                  </a:cubicBezTo>
                  <a:cubicBezTo>
                    <a:pt x="7389" y="18982"/>
                    <a:pt x="7247" y="19244"/>
                    <a:pt x="7389" y="19244"/>
                  </a:cubicBezTo>
                  <a:close/>
                  <a:moveTo>
                    <a:pt x="7532" y="18327"/>
                  </a:moveTo>
                  <a:cubicBezTo>
                    <a:pt x="7958" y="18589"/>
                    <a:pt x="8384" y="18851"/>
                    <a:pt x="8953" y="19113"/>
                  </a:cubicBezTo>
                  <a:cubicBezTo>
                    <a:pt x="9379" y="19244"/>
                    <a:pt x="9947" y="19375"/>
                    <a:pt x="10374" y="19505"/>
                  </a:cubicBezTo>
                  <a:cubicBezTo>
                    <a:pt x="10516" y="19505"/>
                    <a:pt x="10658" y="19505"/>
                    <a:pt x="10800" y="19505"/>
                  </a:cubicBezTo>
                  <a:cubicBezTo>
                    <a:pt x="11226" y="19505"/>
                    <a:pt x="11653" y="19505"/>
                    <a:pt x="11937" y="19375"/>
                  </a:cubicBezTo>
                  <a:cubicBezTo>
                    <a:pt x="12505" y="19244"/>
                    <a:pt x="12932" y="19113"/>
                    <a:pt x="13500" y="18851"/>
                  </a:cubicBezTo>
                  <a:cubicBezTo>
                    <a:pt x="13926" y="18589"/>
                    <a:pt x="14353" y="18196"/>
                    <a:pt x="14637" y="17542"/>
                  </a:cubicBezTo>
                  <a:cubicBezTo>
                    <a:pt x="14921" y="17149"/>
                    <a:pt x="15063" y="16625"/>
                    <a:pt x="14921" y="15971"/>
                  </a:cubicBezTo>
                  <a:cubicBezTo>
                    <a:pt x="14779" y="15840"/>
                    <a:pt x="14779" y="15840"/>
                    <a:pt x="14637" y="15840"/>
                  </a:cubicBezTo>
                  <a:cubicBezTo>
                    <a:pt x="14068" y="15578"/>
                    <a:pt x="13642" y="15055"/>
                    <a:pt x="13500" y="14400"/>
                  </a:cubicBezTo>
                  <a:cubicBezTo>
                    <a:pt x="13358" y="14269"/>
                    <a:pt x="13216" y="14007"/>
                    <a:pt x="13216" y="13745"/>
                  </a:cubicBezTo>
                  <a:cubicBezTo>
                    <a:pt x="12789" y="14007"/>
                    <a:pt x="12363" y="14138"/>
                    <a:pt x="11937" y="14269"/>
                  </a:cubicBezTo>
                  <a:cubicBezTo>
                    <a:pt x="11653" y="14269"/>
                    <a:pt x="11226" y="14269"/>
                    <a:pt x="10800" y="14400"/>
                  </a:cubicBezTo>
                  <a:cubicBezTo>
                    <a:pt x="10800" y="14400"/>
                    <a:pt x="10800" y="14400"/>
                    <a:pt x="10800" y="14400"/>
                  </a:cubicBezTo>
                  <a:cubicBezTo>
                    <a:pt x="10658" y="14400"/>
                    <a:pt x="10516" y="14269"/>
                    <a:pt x="10374" y="14269"/>
                  </a:cubicBezTo>
                  <a:cubicBezTo>
                    <a:pt x="9947" y="14269"/>
                    <a:pt x="9379" y="14138"/>
                    <a:pt x="8953" y="14007"/>
                  </a:cubicBezTo>
                  <a:cubicBezTo>
                    <a:pt x="8811" y="13876"/>
                    <a:pt x="8668" y="13876"/>
                    <a:pt x="8384" y="13745"/>
                  </a:cubicBezTo>
                  <a:cubicBezTo>
                    <a:pt x="8242" y="14400"/>
                    <a:pt x="7958" y="15055"/>
                    <a:pt x="7532" y="15447"/>
                  </a:cubicBezTo>
                  <a:cubicBezTo>
                    <a:pt x="7389" y="15578"/>
                    <a:pt x="7105" y="15840"/>
                    <a:pt x="6821" y="15971"/>
                  </a:cubicBezTo>
                  <a:cubicBezTo>
                    <a:pt x="6679" y="16887"/>
                    <a:pt x="6963" y="17673"/>
                    <a:pt x="7532" y="18327"/>
                  </a:cubicBezTo>
                  <a:close/>
                  <a:moveTo>
                    <a:pt x="6395" y="18196"/>
                  </a:moveTo>
                  <a:cubicBezTo>
                    <a:pt x="6395" y="18196"/>
                    <a:pt x="6395" y="18196"/>
                    <a:pt x="6395" y="18196"/>
                  </a:cubicBezTo>
                  <a:cubicBezTo>
                    <a:pt x="6395" y="18196"/>
                    <a:pt x="6395" y="18196"/>
                    <a:pt x="6395" y="18196"/>
                  </a:cubicBezTo>
                  <a:cubicBezTo>
                    <a:pt x="6395" y="18196"/>
                    <a:pt x="6395" y="18196"/>
                    <a:pt x="6395" y="18196"/>
                  </a:cubicBezTo>
                  <a:cubicBezTo>
                    <a:pt x="6395" y="18327"/>
                    <a:pt x="6395" y="18327"/>
                    <a:pt x="6395" y="18327"/>
                  </a:cubicBezTo>
                  <a:cubicBezTo>
                    <a:pt x="6537" y="18327"/>
                    <a:pt x="6537" y="18327"/>
                    <a:pt x="6537" y="18327"/>
                  </a:cubicBezTo>
                  <a:cubicBezTo>
                    <a:pt x="6537" y="18327"/>
                    <a:pt x="6537" y="18327"/>
                    <a:pt x="6537" y="18327"/>
                  </a:cubicBezTo>
                  <a:cubicBezTo>
                    <a:pt x="6537" y="18327"/>
                    <a:pt x="6537" y="18327"/>
                    <a:pt x="6537" y="18327"/>
                  </a:cubicBezTo>
                  <a:cubicBezTo>
                    <a:pt x="6537" y="18458"/>
                    <a:pt x="6537" y="18458"/>
                    <a:pt x="6537" y="18458"/>
                  </a:cubicBezTo>
                  <a:cubicBezTo>
                    <a:pt x="6679" y="18458"/>
                    <a:pt x="6821" y="18327"/>
                    <a:pt x="6679" y="18196"/>
                  </a:cubicBezTo>
                  <a:cubicBezTo>
                    <a:pt x="6679" y="18196"/>
                    <a:pt x="6679" y="18196"/>
                    <a:pt x="6679" y="18196"/>
                  </a:cubicBezTo>
                  <a:cubicBezTo>
                    <a:pt x="6679" y="18196"/>
                    <a:pt x="6679" y="18196"/>
                    <a:pt x="6679" y="18196"/>
                  </a:cubicBezTo>
                  <a:cubicBezTo>
                    <a:pt x="6679" y="18065"/>
                    <a:pt x="6679" y="18065"/>
                    <a:pt x="6679" y="18065"/>
                  </a:cubicBezTo>
                  <a:cubicBezTo>
                    <a:pt x="6537" y="18065"/>
                    <a:pt x="6537" y="18065"/>
                    <a:pt x="6537" y="18065"/>
                  </a:cubicBezTo>
                  <a:cubicBezTo>
                    <a:pt x="6537" y="18065"/>
                    <a:pt x="6537" y="18065"/>
                    <a:pt x="6537" y="18065"/>
                  </a:cubicBezTo>
                  <a:cubicBezTo>
                    <a:pt x="6537" y="18065"/>
                    <a:pt x="6537" y="18065"/>
                    <a:pt x="6537" y="18065"/>
                  </a:cubicBezTo>
                  <a:cubicBezTo>
                    <a:pt x="6537" y="17935"/>
                    <a:pt x="6537" y="17935"/>
                    <a:pt x="6537" y="17935"/>
                  </a:cubicBezTo>
                  <a:cubicBezTo>
                    <a:pt x="6537" y="17935"/>
                    <a:pt x="6537" y="17935"/>
                    <a:pt x="6537" y="17935"/>
                  </a:cubicBezTo>
                  <a:cubicBezTo>
                    <a:pt x="6395" y="17935"/>
                    <a:pt x="6253" y="18065"/>
                    <a:pt x="6395" y="18196"/>
                  </a:cubicBezTo>
                  <a:close/>
                  <a:moveTo>
                    <a:pt x="5826" y="16625"/>
                  </a:moveTo>
                  <a:cubicBezTo>
                    <a:pt x="5826" y="16756"/>
                    <a:pt x="5826" y="16756"/>
                    <a:pt x="5826" y="16756"/>
                  </a:cubicBezTo>
                  <a:cubicBezTo>
                    <a:pt x="5826" y="16756"/>
                    <a:pt x="5826" y="16756"/>
                    <a:pt x="5826" y="16756"/>
                  </a:cubicBezTo>
                  <a:cubicBezTo>
                    <a:pt x="5826" y="16887"/>
                    <a:pt x="5826" y="16887"/>
                    <a:pt x="5826" y="16887"/>
                  </a:cubicBezTo>
                  <a:cubicBezTo>
                    <a:pt x="5826" y="16887"/>
                    <a:pt x="5826" y="16887"/>
                    <a:pt x="5826" y="16887"/>
                  </a:cubicBezTo>
                  <a:cubicBezTo>
                    <a:pt x="5826" y="16887"/>
                    <a:pt x="5826" y="16887"/>
                    <a:pt x="5826" y="16887"/>
                  </a:cubicBezTo>
                  <a:cubicBezTo>
                    <a:pt x="5826" y="17018"/>
                    <a:pt x="5968" y="17018"/>
                    <a:pt x="5968" y="17018"/>
                  </a:cubicBezTo>
                  <a:cubicBezTo>
                    <a:pt x="5968" y="17018"/>
                    <a:pt x="5968" y="17018"/>
                    <a:pt x="6111" y="17018"/>
                  </a:cubicBezTo>
                  <a:cubicBezTo>
                    <a:pt x="6111" y="17018"/>
                    <a:pt x="6111" y="16887"/>
                    <a:pt x="6111" y="16887"/>
                  </a:cubicBezTo>
                  <a:cubicBezTo>
                    <a:pt x="6111" y="16887"/>
                    <a:pt x="6111" y="16887"/>
                    <a:pt x="6111" y="16887"/>
                  </a:cubicBezTo>
                  <a:cubicBezTo>
                    <a:pt x="6111" y="16756"/>
                    <a:pt x="6111" y="16756"/>
                    <a:pt x="6111" y="16756"/>
                  </a:cubicBezTo>
                  <a:cubicBezTo>
                    <a:pt x="6111" y="16756"/>
                    <a:pt x="6111" y="16756"/>
                    <a:pt x="6111" y="16756"/>
                  </a:cubicBezTo>
                  <a:cubicBezTo>
                    <a:pt x="6111" y="16625"/>
                    <a:pt x="6111" y="16625"/>
                    <a:pt x="6111" y="16625"/>
                  </a:cubicBezTo>
                  <a:cubicBezTo>
                    <a:pt x="6111" y="16625"/>
                    <a:pt x="6111" y="16625"/>
                    <a:pt x="6111" y="16625"/>
                  </a:cubicBezTo>
                  <a:cubicBezTo>
                    <a:pt x="6111" y="16625"/>
                    <a:pt x="6111" y="16625"/>
                    <a:pt x="6111" y="16625"/>
                  </a:cubicBezTo>
                  <a:cubicBezTo>
                    <a:pt x="5968" y="16495"/>
                    <a:pt x="5968" y="16495"/>
                    <a:pt x="5968" y="16495"/>
                  </a:cubicBezTo>
                  <a:cubicBezTo>
                    <a:pt x="5826" y="16495"/>
                    <a:pt x="5826" y="16625"/>
                    <a:pt x="5826" y="16625"/>
                  </a:cubicBezTo>
                  <a:close/>
                  <a:moveTo>
                    <a:pt x="5968" y="10342"/>
                  </a:moveTo>
                  <a:cubicBezTo>
                    <a:pt x="6111" y="10473"/>
                    <a:pt x="6253" y="10604"/>
                    <a:pt x="6395" y="10604"/>
                  </a:cubicBezTo>
                  <a:cubicBezTo>
                    <a:pt x="6395" y="10604"/>
                    <a:pt x="6537" y="10735"/>
                    <a:pt x="6537" y="10735"/>
                  </a:cubicBezTo>
                  <a:cubicBezTo>
                    <a:pt x="6821" y="11258"/>
                    <a:pt x="7105" y="11782"/>
                    <a:pt x="7532" y="12305"/>
                  </a:cubicBezTo>
                  <a:cubicBezTo>
                    <a:pt x="7958" y="12698"/>
                    <a:pt x="8384" y="13091"/>
                    <a:pt x="8953" y="13222"/>
                  </a:cubicBezTo>
                  <a:cubicBezTo>
                    <a:pt x="9379" y="13484"/>
                    <a:pt x="9947" y="13615"/>
                    <a:pt x="10374" y="13745"/>
                  </a:cubicBezTo>
                  <a:cubicBezTo>
                    <a:pt x="10516" y="13745"/>
                    <a:pt x="10658" y="13745"/>
                    <a:pt x="10800" y="13745"/>
                  </a:cubicBezTo>
                  <a:cubicBezTo>
                    <a:pt x="10800" y="13745"/>
                    <a:pt x="10800" y="13745"/>
                    <a:pt x="10800" y="13745"/>
                  </a:cubicBezTo>
                  <a:cubicBezTo>
                    <a:pt x="11226" y="13745"/>
                    <a:pt x="11653" y="13615"/>
                    <a:pt x="11937" y="13615"/>
                  </a:cubicBezTo>
                  <a:cubicBezTo>
                    <a:pt x="12505" y="13353"/>
                    <a:pt x="12932" y="13222"/>
                    <a:pt x="13500" y="12829"/>
                  </a:cubicBezTo>
                  <a:cubicBezTo>
                    <a:pt x="13926" y="12567"/>
                    <a:pt x="14353" y="12044"/>
                    <a:pt x="14637" y="11520"/>
                  </a:cubicBezTo>
                  <a:cubicBezTo>
                    <a:pt x="14921" y="11258"/>
                    <a:pt x="15063" y="10996"/>
                    <a:pt x="15205" y="10604"/>
                  </a:cubicBezTo>
                  <a:cubicBezTo>
                    <a:pt x="15347" y="10604"/>
                    <a:pt x="15347" y="10473"/>
                    <a:pt x="15489" y="10473"/>
                  </a:cubicBezTo>
                  <a:cubicBezTo>
                    <a:pt x="15632" y="10473"/>
                    <a:pt x="15774" y="10342"/>
                    <a:pt x="15774" y="10342"/>
                  </a:cubicBezTo>
                  <a:cubicBezTo>
                    <a:pt x="16342" y="9818"/>
                    <a:pt x="16768" y="8771"/>
                    <a:pt x="16626" y="7855"/>
                  </a:cubicBezTo>
                  <a:cubicBezTo>
                    <a:pt x="16484" y="6938"/>
                    <a:pt x="16058" y="6545"/>
                    <a:pt x="15774" y="6676"/>
                  </a:cubicBezTo>
                  <a:cubicBezTo>
                    <a:pt x="15774" y="6676"/>
                    <a:pt x="15632" y="6807"/>
                    <a:pt x="15489" y="6938"/>
                  </a:cubicBezTo>
                  <a:cubicBezTo>
                    <a:pt x="15347" y="7200"/>
                    <a:pt x="15347" y="7462"/>
                    <a:pt x="15205" y="7855"/>
                  </a:cubicBezTo>
                  <a:cubicBezTo>
                    <a:pt x="15063" y="7855"/>
                    <a:pt x="14779" y="7855"/>
                    <a:pt x="14637" y="7724"/>
                  </a:cubicBezTo>
                  <a:cubicBezTo>
                    <a:pt x="14211" y="7331"/>
                    <a:pt x="13784" y="6807"/>
                    <a:pt x="13500" y="6153"/>
                  </a:cubicBezTo>
                  <a:cubicBezTo>
                    <a:pt x="12932" y="5367"/>
                    <a:pt x="12647" y="4451"/>
                    <a:pt x="12505" y="3796"/>
                  </a:cubicBezTo>
                  <a:cubicBezTo>
                    <a:pt x="12505" y="4451"/>
                    <a:pt x="12363" y="5105"/>
                    <a:pt x="11937" y="5629"/>
                  </a:cubicBezTo>
                  <a:cubicBezTo>
                    <a:pt x="11653" y="5891"/>
                    <a:pt x="11368" y="6153"/>
                    <a:pt x="10800" y="6415"/>
                  </a:cubicBezTo>
                  <a:cubicBezTo>
                    <a:pt x="10658" y="6415"/>
                    <a:pt x="10516" y="6415"/>
                    <a:pt x="10374" y="6415"/>
                  </a:cubicBezTo>
                  <a:cubicBezTo>
                    <a:pt x="10089" y="6545"/>
                    <a:pt x="9521" y="6415"/>
                    <a:pt x="8953" y="6284"/>
                  </a:cubicBezTo>
                  <a:cubicBezTo>
                    <a:pt x="8811" y="6284"/>
                    <a:pt x="8811" y="6284"/>
                    <a:pt x="8668" y="6284"/>
                  </a:cubicBezTo>
                  <a:cubicBezTo>
                    <a:pt x="8100" y="6022"/>
                    <a:pt x="7816" y="6545"/>
                    <a:pt x="7532" y="7200"/>
                  </a:cubicBezTo>
                  <a:cubicBezTo>
                    <a:pt x="7247" y="7724"/>
                    <a:pt x="6963" y="8247"/>
                    <a:pt x="6537" y="8640"/>
                  </a:cubicBezTo>
                  <a:cubicBezTo>
                    <a:pt x="6395" y="8771"/>
                    <a:pt x="6111" y="8771"/>
                    <a:pt x="5968" y="8902"/>
                  </a:cubicBezTo>
                  <a:cubicBezTo>
                    <a:pt x="5684" y="8902"/>
                    <a:pt x="5400" y="8902"/>
                    <a:pt x="5116" y="8771"/>
                  </a:cubicBezTo>
                  <a:cubicBezTo>
                    <a:pt x="5258" y="9425"/>
                    <a:pt x="5542" y="10080"/>
                    <a:pt x="5968" y="10342"/>
                  </a:cubicBezTo>
                  <a:close/>
                  <a:moveTo>
                    <a:pt x="4121" y="20422"/>
                  </a:moveTo>
                  <a:cubicBezTo>
                    <a:pt x="4121" y="20422"/>
                    <a:pt x="4121" y="20422"/>
                    <a:pt x="4121" y="20422"/>
                  </a:cubicBezTo>
                  <a:cubicBezTo>
                    <a:pt x="4121" y="20422"/>
                    <a:pt x="4121" y="20422"/>
                    <a:pt x="4121" y="20422"/>
                  </a:cubicBezTo>
                  <a:cubicBezTo>
                    <a:pt x="4121" y="20422"/>
                    <a:pt x="4121" y="20422"/>
                    <a:pt x="4121" y="20422"/>
                  </a:cubicBezTo>
                  <a:cubicBezTo>
                    <a:pt x="4121" y="20553"/>
                    <a:pt x="4121" y="20553"/>
                    <a:pt x="4121" y="20553"/>
                  </a:cubicBezTo>
                  <a:cubicBezTo>
                    <a:pt x="4121" y="20553"/>
                    <a:pt x="4121" y="20553"/>
                    <a:pt x="4121" y="20553"/>
                  </a:cubicBezTo>
                  <a:cubicBezTo>
                    <a:pt x="4121" y="20553"/>
                    <a:pt x="4121" y="20553"/>
                    <a:pt x="4121" y="20553"/>
                  </a:cubicBezTo>
                  <a:cubicBezTo>
                    <a:pt x="4121" y="20553"/>
                    <a:pt x="4121" y="20553"/>
                    <a:pt x="4121" y="20553"/>
                  </a:cubicBezTo>
                  <a:cubicBezTo>
                    <a:pt x="4121" y="20684"/>
                    <a:pt x="4121" y="20684"/>
                    <a:pt x="4121" y="20684"/>
                  </a:cubicBezTo>
                  <a:cubicBezTo>
                    <a:pt x="4121" y="20684"/>
                    <a:pt x="4121" y="20684"/>
                    <a:pt x="4121" y="20684"/>
                  </a:cubicBezTo>
                  <a:cubicBezTo>
                    <a:pt x="4121" y="20684"/>
                    <a:pt x="4121" y="20684"/>
                    <a:pt x="4121" y="20684"/>
                  </a:cubicBezTo>
                  <a:cubicBezTo>
                    <a:pt x="4263" y="20684"/>
                    <a:pt x="4263" y="20684"/>
                    <a:pt x="4263" y="20684"/>
                  </a:cubicBezTo>
                  <a:cubicBezTo>
                    <a:pt x="4405" y="20684"/>
                    <a:pt x="4405" y="20684"/>
                    <a:pt x="4405" y="20553"/>
                  </a:cubicBezTo>
                  <a:cubicBezTo>
                    <a:pt x="4405" y="20553"/>
                    <a:pt x="4405" y="20553"/>
                    <a:pt x="4405" y="20553"/>
                  </a:cubicBezTo>
                  <a:cubicBezTo>
                    <a:pt x="4405" y="20553"/>
                    <a:pt x="4405" y="20553"/>
                    <a:pt x="4405" y="20553"/>
                  </a:cubicBezTo>
                  <a:cubicBezTo>
                    <a:pt x="4405" y="20553"/>
                    <a:pt x="4405" y="20553"/>
                    <a:pt x="4405" y="20553"/>
                  </a:cubicBezTo>
                  <a:cubicBezTo>
                    <a:pt x="4405" y="20553"/>
                    <a:pt x="4405" y="20553"/>
                    <a:pt x="4405" y="20553"/>
                  </a:cubicBezTo>
                  <a:cubicBezTo>
                    <a:pt x="4405" y="20422"/>
                    <a:pt x="4405" y="20422"/>
                    <a:pt x="4405" y="20422"/>
                  </a:cubicBezTo>
                  <a:cubicBezTo>
                    <a:pt x="4405" y="20422"/>
                    <a:pt x="4405" y="20422"/>
                    <a:pt x="4405" y="20422"/>
                  </a:cubicBezTo>
                  <a:cubicBezTo>
                    <a:pt x="4405" y="20422"/>
                    <a:pt x="4405" y="20422"/>
                    <a:pt x="4405" y="20422"/>
                  </a:cubicBezTo>
                  <a:cubicBezTo>
                    <a:pt x="4405" y="20422"/>
                    <a:pt x="4405" y="20422"/>
                    <a:pt x="4405" y="20422"/>
                  </a:cubicBezTo>
                  <a:cubicBezTo>
                    <a:pt x="4405" y="20291"/>
                    <a:pt x="4405" y="20291"/>
                    <a:pt x="4405" y="20291"/>
                  </a:cubicBezTo>
                  <a:cubicBezTo>
                    <a:pt x="4405" y="20291"/>
                    <a:pt x="4405" y="20291"/>
                    <a:pt x="4405" y="20291"/>
                  </a:cubicBezTo>
                  <a:cubicBezTo>
                    <a:pt x="4405" y="20291"/>
                    <a:pt x="4263" y="20291"/>
                    <a:pt x="4263" y="20291"/>
                  </a:cubicBezTo>
                  <a:cubicBezTo>
                    <a:pt x="4121" y="20291"/>
                    <a:pt x="4121" y="20291"/>
                    <a:pt x="4121" y="20422"/>
                  </a:cubicBezTo>
                  <a:close/>
                  <a:moveTo>
                    <a:pt x="3411" y="19113"/>
                  </a:moveTo>
                  <a:cubicBezTo>
                    <a:pt x="3411" y="19113"/>
                    <a:pt x="3411" y="19113"/>
                    <a:pt x="3411" y="19113"/>
                  </a:cubicBezTo>
                  <a:cubicBezTo>
                    <a:pt x="3411" y="19113"/>
                    <a:pt x="3411" y="19113"/>
                    <a:pt x="3411" y="19113"/>
                  </a:cubicBezTo>
                  <a:cubicBezTo>
                    <a:pt x="3411" y="19113"/>
                    <a:pt x="3411" y="19113"/>
                    <a:pt x="3411" y="19113"/>
                  </a:cubicBezTo>
                  <a:cubicBezTo>
                    <a:pt x="3411" y="19244"/>
                    <a:pt x="3411" y="19244"/>
                    <a:pt x="3411" y="19244"/>
                  </a:cubicBezTo>
                  <a:cubicBezTo>
                    <a:pt x="3553" y="19244"/>
                    <a:pt x="3553" y="19244"/>
                    <a:pt x="3553" y="19244"/>
                  </a:cubicBezTo>
                  <a:cubicBezTo>
                    <a:pt x="3553" y="19244"/>
                    <a:pt x="3553" y="19244"/>
                    <a:pt x="3553" y="19244"/>
                  </a:cubicBezTo>
                  <a:cubicBezTo>
                    <a:pt x="3553" y="19244"/>
                    <a:pt x="3553" y="19244"/>
                    <a:pt x="3553" y="19244"/>
                  </a:cubicBezTo>
                  <a:cubicBezTo>
                    <a:pt x="3553" y="19244"/>
                    <a:pt x="3553" y="19244"/>
                    <a:pt x="3553" y="19244"/>
                  </a:cubicBezTo>
                  <a:cubicBezTo>
                    <a:pt x="3553" y="19244"/>
                    <a:pt x="3553" y="19244"/>
                    <a:pt x="3553" y="19244"/>
                  </a:cubicBezTo>
                  <a:cubicBezTo>
                    <a:pt x="3553" y="19244"/>
                    <a:pt x="3553" y="19244"/>
                    <a:pt x="3553" y="19244"/>
                  </a:cubicBezTo>
                  <a:cubicBezTo>
                    <a:pt x="3553" y="19375"/>
                    <a:pt x="3553" y="19375"/>
                    <a:pt x="3553" y="19375"/>
                  </a:cubicBezTo>
                  <a:cubicBezTo>
                    <a:pt x="3553" y="19375"/>
                    <a:pt x="3553" y="19375"/>
                    <a:pt x="3553" y="19375"/>
                  </a:cubicBezTo>
                  <a:cubicBezTo>
                    <a:pt x="3553" y="19375"/>
                    <a:pt x="3553" y="19375"/>
                    <a:pt x="3553" y="19375"/>
                  </a:cubicBezTo>
                  <a:cubicBezTo>
                    <a:pt x="3695" y="19375"/>
                    <a:pt x="3837" y="19244"/>
                    <a:pt x="3837" y="19113"/>
                  </a:cubicBezTo>
                  <a:cubicBezTo>
                    <a:pt x="3837" y="19113"/>
                    <a:pt x="3837" y="19113"/>
                    <a:pt x="3837" y="19113"/>
                  </a:cubicBezTo>
                  <a:cubicBezTo>
                    <a:pt x="3695" y="19113"/>
                    <a:pt x="3695" y="19113"/>
                    <a:pt x="3695" y="19113"/>
                  </a:cubicBezTo>
                  <a:cubicBezTo>
                    <a:pt x="3695" y="19113"/>
                    <a:pt x="3695" y="19113"/>
                    <a:pt x="3695" y="19113"/>
                  </a:cubicBezTo>
                  <a:cubicBezTo>
                    <a:pt x="3695" y="19113"/>
                    <a:pt x="3695" y="19113"/>
                    <a:pt x="3695" y="19113"/>
                  </a:cubicBezTo>
                  <a:cubicBezTo>
                    <a:pt x="3695" y="19113"/>
                    <a:pt x="3695" y="19113"/>
                    <a:pt x="3695" y="19113"/>
                  </a:cubicBezTo>
                  <a:cubicBezTo>
                    <a:pt x="3695" y="19113"/>
                    <a:pt x="3695" y="19113"/>
                    <a:pt x="3695" y="19113"/>
                  </a:cubicBezTo>
                  <a:cubicBezTo>
                    <a:pt x="3695" y="18982"/>
                    <a:pt x="3695" y="18982"/>
                    <a:pt x="3695" y="18982"/>
                  </a:cubicBezTo>
                  <a:cubicBezTo>
                    <a:pt x="3695" y="18982"/>
                    <a:pt x="3695" y="18982"/>
                    <a:pt x="3695" y="18982"/>
                  </a:cubicBezTo>
                  <a:cubicBezTo>
                    <a:pt x="3695" y="18982"/>
                    <a:pt x="3695" y="18982"/>
                    <a:pt x="3695" y="18982"/>
                  </a:cubicBezTo>
                  <a:cubicBezTo>
                    <a:pt x="3553" y="18982"/>
                    <a:pt x="3553" y="18982"/>
                    <a:pt x="3553" y="18982"/>
                  </a:cubicBezTo>
                  <a:cubicBezTo>
                    <a:pt x="3553" y="18982"/>
                    <a:pt x="3553" y="18982"/>
                    <a:pt x="3553" y="18982"/>
                  </a:cubicBezTo>
                  <a:cubicBezTo>
                    <a:pt x="3553" y="18982"/>
                    <a:pt x="3553" y="18982"/>
                    <a:pt x="3553" y="18982"/>
                  </a:cubicBezTo>
                  <a:cubicBezTo>
                    <a:pt x="3553" y="18982"/>
                    <a:pt x="3553" y="18982"/>
                    <a:pt x="3553" y="18982"/>
                  </a:cubicBezTo>
                  <a:cubicBezTo>
                    <a:pt x="3411" y="18851"/>
                    <a:pt x="3268" y="18982"/>
                    <a:pt x="3411" y="19113"/>
                  </a:cubicBezTo>
                  <a:close/>
                  <a:moveTo>
                    <a:pt x="2132" y="18327"/>
                  </a:moveTo>
                  <a:cubicBezTo>
                    <a:pt x="2274" y="18327"/>
                    <a:pt x="2274" y="18327"/>
                    <a:pt x="2274" y="18327"/>
                  </a:cubicBezTo>
                  <a:cubicBezTo>
                    <a:pt x="2274" y="18327"/>
                    <a:pt x="2274" y="18327"/>
                    <a:pt x="2274" y="18327"/>
                  </a:cubicBezTo>
                  <a:cubicBezTo>
                    <a:pt x="2274" y="18327"/>
                    <a:pt x="2274" y="18327"/>
                    <a:pt x="2274" y="18327"/>
                  </a:cubicBezTo>
                  <a:cubicBezTo>
                    <a:pt x="2274" y="18327"/>
                    <a:pt x="2274" y="18327"/>
                    <a:pt x="2274" y="18327"/>
                  </a:cubicBezTo>
                  <a:cubicBezTo>
                    <a:pt x="2274" y="18327"/>
                    <a:pt x="2274" y="18327"/>
                    <a:pt x="2274" y="18327"/>
                  </a:cubicBezTo>
                  <a:cubicBezTo>
                    <a:pt x="2274" y="18327"/>
                    <a:pt x="2274" y="18327"/>
                    <a:pt x="2274" y="18327"/>
                  </a:cubicBezTo>
                  <a:cubicBezTo>
                    <a:pt x="2274" y="18327"/>
                    <a:pt x="2274" y="18327"/>
                    <a:pt x="2274" y="18327"/>
                  </a:cubicBezTo>
                  <a:cubicBezTo>
                    <a:pt x="2274" y="18458"/>
                    <a:pt x="2274" y="18458"/>
                    <a:pt x="2274" y="18458"/>
                  </a:cubicBezTo>
                  <a:cubicBezTo>
                    <a:pt x="2416" y="18458"/>
                    <a:pt x="2416" y="18458"/>
                    <a:pt x="2416" y="18458"/>
                  </a:cubicBezTo>
                  <a:cubicBezTo>
                    <a:pt x="2416" y="18458"/>
                    <a:pt x="2416" y="18458"/>
                    <a:pt x="2416" y="18458"/>
                  </a:cubicBezTo>
                  <a:cubicBezTo>
                    <a:pt x="2416" y="18458"/>
                    <a:pt x="2416" y="18458"/>
                    <a:pt x="2416" y="18458"/>
                  </a:cubicBezTo>
                  <a:cubicBezTo>
                    <a:pt x="2416" y="18458"/>
                    <a:pt x="2416" y="18458"/>
                    <a:pt x="2416" y="18458"/>
                  </a:cubicBezTo>
                  <a:cubicBezTo>
                    <a:pt x="2416" y="18458"/>
                    <a:pt x="2416" y="18458"/>
                    <a:pt x="2416" y="18458"/>
                  </a:cubicBezTo>
                  <a:cubicBezTo>
                    <a:pt x="2416" y="18458"/>
                    <a:pt x="2416" y="18458"/>
                    <a:pt x="2416" y="18458"/>
                  </a:cubicBezTo>
                  <a:cubicBezTo>
                    <a:pt x="2416" y="18458"/>
                    <a:pt x="2416" y="18458"/>
                    <a:pt x="2416" y="18458"/>
                  </a:cubicBezTo>
                  <a:cubicBezTo>
                    <a:pt x="2558" y="18458"/>
                    <a:pt x="2700" y="18327"/>
                    <a:pt x="2558" y="18196"/>
                  </a:cubicBezTo>
                  <a:cubicBezTo>
                    <a:pt x="2558" y="18196"/>
                    <a:pt x="2558" y="18196"/>
                    <a:pt x="2558" y="18196"/>
                  </a:cubicBezTo>
                  <a:cubicBezTo>
                    <a:pt x="2558" y="18196"/>
                    <a:pt x="2558" y="18196"/>
                    <a:pt x="2558" y="18196"/>
                  </a:cubicBezTo>
                  <a:cubicBezTo>
                    <a:pt x="2416" y="18196"/>
                    <a:pt x="2416" y="18196"/>
                    <a:pt x="2416" y="18196"/>
                  </a:cubicBezTo>
                  <a:cubicBezTo>
                    <a:pt x="2416" y="18196"/>
                    <a:pt x="2416" y="18196"/>
                    <a:pt x="2416" y="18196"/>
                  </a:cubicBezTo>
                  <a:cubicBezTo>
                    <a:pt x="2416" y="18196"/>
                    <a:pt x="2416" y="18196"/>
                    <a:pt x="2416" y="18196"/>
                  </a:cubicBezTo>
                  <a:cubicBezTo>
                    <a:pt x="2416" y="18196"/>
                    <a:pt x="2416" y="18196"/>
                    <a:pt x="2416" y="18196"/>
                  </a:cubicBezTo>
                  <a:cubicBezTo>
                    <a:pt x="2416" y="18196"/>
                    <a:pt x="2416" y="18196"/>
                    <a:pt x="2416" y="18196"/>
                  </a:cubicBezTo>
                  <a:cubicBezTo>
                    <a:pt x="2416" y="18196"/>
                    <a:pt x="2416" y="18196"/>
                    <a:pt x="2416" y="18196"/>
                  </a:cubicBezTo>
                  <a:cubicBezTo>
                    <a:pt x="2416" y="18065"/>
                    <a:pt x="2416" y="18065"/>
                    <a:pt x="2416" y="18065"/>
                  </a:cubicBezTo>
                  <a:cubicBezTo>
                    <a:pt x="2416" y="18065"/>
                    <a:pt x="2416" y="18065"/>
                    <a:pt x="2416" y="18065"/>
                  </a:cubicBezTo>
                  <a:cubicBezTo>
                    <a:pt x="2274" y="18065"/>
                    <a:pt x="2274" y="18065"/>
                    <a:pt x="2274" y="18065"/>
                  </a:cubicBezTo>
                  <a:cubicBezTo>
                    <a:pt x="2274" y="18065"/>
                    <a:pt x="2274" y="18065"/>
                    <a:pt x="2274" y="18065"/>
                  </a:cubicBezTo>
                  <a:cubicBezTo>
                    <a:pt x="2274" y="18065"/>
                    <a:pt x="2274" y="18065"/>
                    <a:pt x="2274" y="18065"/>
                  </a:cubicBezTo>
                  <a:cubicBezTo>
                    <a:pt x="2274" y="18065"/>
                    <a:pt x="2274" y="18065"/>
                    <a:pt x="2274" y="18065"/>
                  </a:cubicBezTo>
                  <a:cubicBezTo>
                    <a:pt x="2274" y="18065"/>
                    <a:pt x="2132" y="18065"/>
                    <a:pt x="2132" y="18196"/>
                  </a:cubicBezTo>
                  <a:cubicBezTo>
                    <a:pt x="2132" y="18196"/>
                    <a:pt x="2132" y="18327"/>
                    <a:pt x="2132" y="18327"/>
                  </a:cubicBezTo>
                  <a:close/>
                  <a:moveTo>
                    <a:pt x="711" y="18065"/>
                  </a:moveTo>
                  <a:cubicBezTo>
                    <a:pt x="711" y="18065"/>
                    <a:pt x="711" y="18065"/>
                    <a:pt x="711" y="18065"/>
                  </a:cubicBezTo>
                  <a:cubicBezTo>
                    <a:pt x="711" y="18065"/>
                    <a:pt x="711" y="18065"/>
                    <a:pt x="711"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853" y="18065"/>
                    <a:pt x="853" y="18065"/>
                    <a:pt x="853" y="18065"/>
                  </a:cubicBezTo>
                  <a:cubicBezTo>
                    <a:pt x="995" y="18065"/>
                    <a:pt x="995" y="18065"/>
                    <a:pt x="995" y="18065"/>
                  </a:cubicBezTo>
                  <a:cubicBezTo>
                    <a:pt x="995" y="18065"/>
                    <a:pt x="995" y="18065"/>
                    <a:pt x="995" y="18065"/>
                  </a:cubicBezTo>
                  <a:cubicBezTo>
                    <a:pt x="995" y="18065"/>
                    <a:pt x="995" y="18065"/>
                    <a:pt x="995" y="18065"/>
                  </a:cubicBezTo>
                  <a:cubicBezTo>
                    <a:pt x="995" y="18065"/>
                    <a:pt x="995" y="18065"/>
                    <a:pt x="995" y="18065"/>
                  </a:cubicBezTo>
                  <a:cubicBezTo>
                    <a:pt x="995" y="18065"/>
                    <a:pt x="995" y="18065"/>
                    <a:pt x="995" y="18065"/>
                  </a:cubicBezTo>
                  <a:cubicBezTo>
                    <a:pt x="995" y="18065"/>
                    <a:pt x="995" y="18065"/>
                    <a:pt x="995" y="18065"/>
                  </a:cubicBezTo>
                  <a:cubicBezTo>
                    <a:pt x="995" y="18065"/>
                    <a:pt x="995" y="18065"/>
                    <a:pt x="995" y="18065"/>
                  </a:cubicBezTo>
                  <a:cubicBezTo>
                    <a:pt x="995" y="18065"/>
                    <a:pt x="995" y="18065"/>
                    <a:pt x="995" y="18065"/>
                  </a:cubicBezTo>
                  <a:cubicBezTo>
                    <a:pt x="995" y="18065"/>
                    <a:pt x="995" y="18065"/>
                    <a:pt x="995" y="18065"/>
                  </a:cubicBezTo>
                  <a:cubicBezTo>
                    <a:pt x="1137" y="18065"/>
                    <a:pt x="1137" y="17804"/>
                    <a:pt x="995" y="17804"/>
                  </a:cubicBezTo>
                  <a:cubicBezTo>
                    <a:pt x="995" y="17804"/>
                    <a:pt x="995" y="17804"/>
                    <a:pt x="995" y="17804"/>
                  </a:cubicBezTo>
                  <a:cubicBezTo>
                    <a:pt x="995" y="17804"/>
                    <a:pt x="995" y="17804"/>
                    <a:pt x="995" y="17804"/>
                  </a:cubicBezTo>
                  <a:cubicBezTo>
                    <a:pt x="995" y="17804"/>
                    <a:pt x="995" y="17804"/>
                    <a:pt x="995" y="17804"/>
                  </a:cubicBezTo>
                  <a:cubicBezTo>
                    <a:pt x="995" y="17804"/>
                    <a:pt x="995" y="17804"/>
                    <a:pt x="995" y="17804"/>
                  </a:cubicBezTo>
                  <a:cubicBezTo>
                    <a:pt x="995" y="17804"/>
                    <a:pt x="995" y="17804"/>
                    <a:pt x="995" y="17804"/>
                  </a:cubicBezTo>
                  <a:cubicBezTo>
                    <a:pt x="995" y="17804"/>
                    <a:pt x="995" y="17804"/>
                    <a:pt x="995" y="17804"/>
                  </a:cubicBezTo>
                  <a:cubicBezTo>
                    <a:pt x="995" y="17804"/>
                    <a:pt x="995" y="17804"/>
                    <a:pt x="995" y="17804"/>
                  </a:cubicBezTo>
                  <a:cubicBezTo>
                    <a:pt x="995" y="17804"/>
                    <a:pt x="995" y="17804"/>
                    <a:pt x="995"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853" y="17804"/>
                    <a:pt x="853" y="17804"/>
                    <a:pt x="853" y="17804"/>
                  </a:cubicBezTo>
                  <a:cubicBezTo>
                    <a:pt x="711" y="17804"/>
                    <a:pt x="711" y="17804"/>
                    <a:pt x="711" y="17804"/>
                  </a:cubicBezTo>
                  <a:cubicBezTo>
                    <a:pt x="711" y="17804"/>
                    <a:pt x="711" y="17804"/>
                    <a:pt x="711" y="17804"/>
                  </a:cubicBezTo>
                  <a:cubicBezTo>
                    <a:pt x="711" y="17804"/>
                    <a:pt x="711" y="17804"/>
                    <a:pt x="711" y="17804"/>
                  </a:cubicBezTo>
                  <a:cubicBezTo>
                    <a:pt x="711" y="17804"/>
                    <a:pt x="711" y="17804"/>
                    <a:pt x="711" y="17804"/>
                  </a:cubicBezTo>
                  <a:cubicBezTo>
                    <a:pt x="568" y="17935"/>
                    <a:pt x="568" y="18065"/>
                    <a:pt x="711" y="18065"/>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577" name="Shape 2577"/>
          <p:cNvSpPr/>
          <p:nvPr/>
        </p:nvSpPr>
        <p:spPr>
          <a:xfrm>
            <a:off x="9154941" y="7145209"/>
            <a:ext cx="838544" cy="942956"/>
          </a:xfrm>
          <a:custGeom>
            <a:avLst/>
            <a:gdLst/>
            <a:ahLst/>
            <a:cxnLst>
              <a:cxn ang="0">
                <a:pos x="wd2" y="hd2"/>
              </a:cxn>
              <a:cxn ang="5400000">
                <a:pos x="wd2" y="hd2"/>
              </a:cxn>
              <a:cxn ang="10800000">
                <a:pos x="wd2" y="hd2"/>
              </a:cxn>
              <a:cxn ang="16200000">
                <a:pos x="wd2" y="hd2"/>
              </a:cxn>
            </a:cxnLst>
            <a:rect l="0" t="0" r="r" b="b"/>
            <a:pathLst>
              <a:path w="21366" h="20627" fill="norm" stroke="1" extrusionOk="0">
                <a:moveTo>
                  <a:pt x="19182" y="16132"/>
                </a:moveTo>
                <a:cubicBezTo>
                  <a:pt x="20461" y="16570"/>
                  <a:pt x="21483" y="17338"/>
                  <a:pt x="21355" y="18763"/>
                </a:cubicBezTo>
                <a:cubicBezTo>
                  <a:pt x="21355" y="19421"/>
                  <a:pt x="21100" y="20079"/>
                  <a:pt x="20716" y="20627"/>
                </a:cubicBezTo>
                <a:cubicBezTo>
                  <a:pt x="20716" y="20627"/>
                  <a:pt x="20716" y="20627"/>
                  <a:pt x="650" y="20627"/>
                </a:cubicBezTo>
                <a:cubicBezTo>
                  <a:pt x="266" y="20079"/>
                  <a:pt x="11" y="19421"/>
                  <a:pt x="11" y="18763"/>
                </a:cubicBezTo>
                <a:cubicBezTo>
                  <a:pt x="-117" y="17338"/>
                  <a:pt x="905" y="16570"/>
                  <a:pt x="2184" y="16132"/>
                </a:cubicBezTo>
                <a:cubicBezTo>
                  <a:pt x="1672" y="15583"/>
                  <a:pt x="2056" y="15145"/>
                  <a:pt x="2695" y="14706"/>
                </a:cubicBezTo>
                <a:cubicBezTo>
                  <a:pt x="3717" y="14268"/>
                  <a:pt x="3462" y="13610"/>
                  <a:pt x="2311" y="13062"/>
                </a:cubicBezTo>
                <a:cubicBezTo>
                  <a:pt x="1033" y="12623"/>
                  <a:pt x="778" y="11198"/>
                  <a:pt x="2056" y="10430"/>
                </a:cubicBezTo>
                <a:cubicBezTo>
                  <a:pt x="3334" y="9663"/>
                  <a:pt x="2950" y="9114"/>
                  <a:pt x="2056" y="8018"/>
                </a:cubicBezTo>
                <a:cubicBezTo>
                  <a:pt x="1161" y="7031"/>
                  <a:pt x="2056" y="5277"/>
                  <a:pt x="3334" y="5057"/>
                </a:cubicBezTo>
                <a:cubicBezTo>
                  <a:pt x="4740" y="4838"/>
                  <a:pt x="4356" y="4400"/>
                  <a:pt x="4868" y="2755"/>
                </a:cubicBezTo>
                <a:cubicBezTo>
                  <a:pt x="5379" y="1110"/>
                  <a:pt x="7935" y="-315"/>
                  <a:pt x="9085" y="781"/>
                </a:cubicBezTo>
                <a:cubicBezTo>
                  <a:pt x="10747" y="-973"/>
                  <a:pt x="15476" y="562"/>
                  <a:pt x="16115" y="2097"/>
                </a:cubicBezTo>
                <a:cubicBezTo>
                  <a:pt x="16882" y="3851"/>
                  <a:pt x="16371" y="4729"/>
                  <a:pt x="18160" y="5057"/>
                </a:cubicBezTo>
                <a:cubicBezTo>
                  <a:pt x="19821" y="5496"/>
                  <a:pt x="20461" y="8018"/>
                  <a:pt x="19310" y="9114"/>
                </a:cubicBezTo>
                <a:cubicBezTo>
                  <a:pt x="18032" y="10101"/>
                  <a:pt x="18032" y="10320"/>
                  <a:pt x="19310" y="10869"/>
                </a:cubicBezTo>
                <a:cubicBezTo>
                  <a:pt x="20588" y="11417"/>
                  <a:pt x="20205" y="12294"/>
                  <a:pt x="19182" y="12733"/>
                </a:cubicBezTo>
                <a:cubicBezTo>
                  <a:pt x="18160" y="13171"/>
                  <a:pt x="17521" y="14048"/>
                  <a:pt x="18543" y="14487"/>
                </a:cubicBezTo>
                <a:cubicBezTo>
                  <a:pt x="19182" y="14816"/>
                  <a:pt x="19566" y="15474"/>
                  <a:pt x="19182" y="16132"/>
                </a:cubicBezTo>
                <a:close/>
                <a:moveTo>
                  <a:pt x="15348" y="7250"/>
                </a:moveTo>
                <a:cubicBezTo>
                  <a:pt x="17904" y="8128"/>
                  <a:pt x="13942" y="10101"/>
                  <a:pt x="15604" y="9882"/>
                </a:cubicBezTo>
                <a:cubicBezTo>
                  <a:pt x="15732" y="9882"/>
                  <a:pt x="15859" y="9882"/>
                  <a:pt x="15987" y="9991"/>
                </a:cubicBezTo>
                <a:cubicBezTo>
                  <a:pt x="16243" y="9334"/>
                  <a:pt x="16498" y="8566"/>
                  <a:pt x="16371" y="7908"/>
                </a:cubicBezTo>
                <a:cubicBezTo>
                  <a:pt x="16243" y="7470"/>
                  <a:pt x="15859" y="6373"/>
                  <a:pt x="15348" y="7250"/>
                </a:cubicBezTo>
                <a:cubicBezTo>
                  <a:pt x="15348" y="7250"/>
                  <a:pt x="15348" y="7250"/>
                  <a:pt x="15348" y="7250"/>
                </a:cubicBezTo>
                <a:close/>
                <a:moveTo>
                  <a:pt x="4995" y="7799"/>
                </a:moveTo>
                <a:cubicBezTo>
                  <a:pt x="4740" y="8895"/>
                  <a:pt x="5251" y="10430"/>
                  <a:pt x="6274" y="10540"/>
                </a:cubicBezTo>
                <a:cubicBezTo>
                  <a:pt x="7168" y="12184"/>
                  <a:pt x="8574" y="13390"/>
                  <a:pt x="10619" y="13390"/>
                </a:cubicBezTo>
                <a:cubicBezTo>
                  <a:pt x="10619" y="13390"/>
                  <a:pt x="10619" y="13390"/>
                  <a:pt x="10619" y="13390"/>
                </a:cubicBezTo>
                <a:cubicBezTo>
                  <a:pt x="12536" y="13390"/>
                  <a:pt x="13942" y="12404"/>
                  <a:pt x="14709" y="11088"/>
                </a:cubicBezTo>
                <a:cubicBezTo>
                  <a:pt x="13431" y="10869"/>
                  <a:pt x="13303" y="10101"/>
                  <a:pt x="13942" y="9553"/>
                </a:cubicBezTo>
                <a:cubicBezTo>
                  <a:pt x="14709" y="8676"/>
                  <a:pt x="15092" y="8456"/>
                  <a:pt x="13303" y="8237"/>
                </a:cubicBezTo>
                <a:cubicBezTo>
                  <a:pt x="10875" y="7908"/>
                  <a:pt x="14070" y="6373"/>
                  <a:pt x="11130" y="6373"/>
                </a:cubicBezTo>
                <a:cubicBezTo>
                  <a:pt x="11003" y="6373"/>
                  <a:pt x="10875" y="6373"/>
                  <a:pt x="10619" y="6373"/>
                </a:cubicBezTo>
                <a:cubicBezTo>
                  <a:pt x="9085" y="6264"/>
                  <a:pt x="7807" y="5496"/>
                  <a:pt x="7168" y="4729"/>
                </a:cubicBezTo>
                <a:cubicBezTo>
                  <a:pt x="7168" y="4729"/>
                  <a:pt x="7168" y="4729"/>
                  <a:pt x="7040" y="4838"/>
                </a:cubicBezTo>
                <a:cubicBezTo>
                  <a:pt x="6657" y="5606"/>
                  <a:pt x="6529" y="6483"/>
                  <a:pt x="6529" y="7360"/>
                </a:cubicBezTo>
                <a:cubicBezTo>
                  <a:pt x="6529" y="8456"/>
                  <a:pt x="6529" y="8237"/>
                  <a:pt x="6146" y="7579"/>
                </a:cubicBezTo>
                <a:cubicBezTo>
                  <a:pt x="5762" y="6812"/>
                  <a:pt x="5251" y="7031"/>
                  <a:pt x="4995" y="7799"/>
                </a:cubicBezTo>
                <a:close/>
                <a:moveTo>
                  <a:pt x="3845" y="16241"/>
                </a:moveTo>
                <a:cubicBezTo>
                  <a:pt x="3462" y="17447"/>
                  <a:pt x="7040" y="18324"/>
                  <a:pt x="10619" y="18324"/>
                </a:cubicBezTo>
                <a:cubicBezTo>
                  <a:pt x="13814" y="18324"/>
                  <a:pt x="17010" y="17776"/>
                  <a:pt x="17649" y="16241"/>
                </a:cubicBezTo>
                <a:cubicBezTo>
                  <a:pt x="16626" y="16022"/>
                  <a:pt x="15604" y="15803"/>
                  <a:pt x="14581" y="15474"/>
                </a:cubicBezTo>
                <a:cubicBezTo>
                  <a:pt x="13431" y="15035"/>
                  <a:pt x="13175" y="14268"/>
                  <a:pt x="13175" y="13390"/>
                </a:cubicBezTo>
                <a:cubicBezTo>
                  <a:pt x="12536" y="13829"/>
                  <a:pt x="11642" y="14048"/>
                  <a:pt x="10619" y="14048"/>
                </a:cubicBezTo>
                <a:cubicBezTo>
                  <a:pt x="10619" y="14048"/>
                  <a:pt x="10619" y="14048"/>
                  <a:pt x="10619" y="14048"/>
                </a:cubicBezTo>
                <a:cubicBezTo>
                  <a:pt x="9724" y="14048"/>
                  <a:pt x="8830" y="13829"/>
                  <a:pt x="8063" y="13390"/>
                </a:cubicBezTo>
                <a:cubicBezTo>
                  <a:pt x="8063" y="14268"/>
                  <a:pt x="7935" y="15035"/>
                  <a:pt x="6785" y="15474"/>
                </a:cubicBezTo>
                <a:cubicBezTo>
                  <a:pt x="5762" y="15693"/>
                  <a:pt x="4740" y="15912"/>
                  <a:pt x="3845" y="16241"/>
                </a:cubicBezTo>
                <a:close/>
                <a:moveTo>
                  <a:pt x="10747" y="20079"/>
                </a:moveTo>
                <a:cubicBezTo>
                  <a:pt x="15220" y="20079"/>
                  <a:pt x="18927" y="19092"/>
                  <a:pt x="19821" y="17228"/>
                </a:cubicBezTo>
                <a:cubicBezTo>
                  <a:pt x="19566" y="17009"/>
                  <a:pt x="19438" y="16899"/>
                  <a:pt x="19182" y="16789"/>
                </a:cubicBezTo>
                <a:cubicBezTo>
                  <a:pt x="18671" y="18434"/>
                  <a:pt x="15220" y="19311"/>
                  <a:pt x="10747" y="19311"/>
                </a:cubicBezTo>
                <a:cubicBezTo>
                  <a:pt x="10747" y="19311"/>
                  <a:pt x="10747" y="19311"/>
                  <a:pt x="10619" y="19311"/>
                </a:cubicBezTo>
                <a:cubicBezTo>
                  <a:pt x="6274" y="19311"/>
                  <a:pt x="2567" y="18434"/>
                  <a:pt x="2184" y="16680"/>
                </a:cubicBezTo>
                <a:cubicBezTo>
                  <a:pt x="1928" y="16899"/>
                  <a:pt x="1672" y="17009"/>
                  <a:pt x="1417" y="17118"/>
                </a:cubicBezTo>
                <a:cubicBezTo>
                  <a:pt x="2311" y="18982"/>
                  <a:pt x="6146" y="20079"/>
                  <a:pt x="10619" y="20079"/>
                </a:cubicBezTo>
                <a:cubicBezTo>
                  <a:pt x="10619" y="20079"/>
                  <a:pt x="10619" y="20079"/>
                  <a:pt x="10747" y="20079"/>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591" name="Group 2591"/>
          <p:cNvGrpSpPr/>
          <p:nvPr/>
        </p:nvGrpSpPr>
        <p:grpSpPr>
          <a:xfrm>
            <a:off x="2232025" y="2779179"/>
            <a:ext cx="8069353" cy="7810884"/>
            <a:chOff x="0" y="0"/>
            <a:chExt cx="8069351" cy="7810883"/>
          </a:xfrm>
        </p:grpSpPr>
        <p:sp>
          <p:nvSpPr>
            <p:cNvPr id="2578" name="Shape 2578"/>
            <p:cNvSpPr/>
            <p:nvPr/>
          </p:nvSpPr>
          <p:spPr>
            <a:xfrm>
              <a:off x="1825624" y="4324733"/>
              <a:ext cx="876301" cy="9493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4" y="17486"/>
                  </a:moveTo>
                  <a:cubicBezTo>
                    <a:pt x="1234" y="17143"/>
                    <a:pt x="1851" y="16914"/>
                    <a:pt x="2345" y="16571"/>
                  </a:cubicBezTo>
                  <a:cubicBezTo>
                    <a:pt x="2715" y="16457"/>
                    <a:pt x="3209" y="16343"/>
                    <a:pt x="3579" y="16114"/>
                  </a:cubicBezTo>
                  <a:cubicBezTo>
                    <a:pt x="3826" y="16114"/>
                    <a:pt x="3950" y="16114"/>
                    <a:pt x="4197" y="16000"/>
                  </a:cubicBezTo>
                  <a:cubicBezTo>
                    <a:pt x="3950" y="15886"/>
                    <a:pt x="3703" y="15657"/>
                    <a:pt x="3579" y="15429"/>
                  </a:cubicBezTo>
                  <a:cubicBezTo>
                    <a:pt x="3456" y="15086"/>
                    <a:pt x="3333" y="14743"/>
                    <a:pt x="3333" y="14286"/>
                  </a:cubicBezTo>
                  <a:cubicBezTo>
                    <a:pt x="3333" y="13943"/>
                    <a:pt x="3456" y="13486"/>
                    <a:pt x="3579" y="13143"/>
                  </a:cubicBezTo>
                  <a:cubicBezTo>
                    <a:pt x="3703" y="13143"/>
                    <a:pt x="3703" y="13029"/>
                    <a:pt x="3826" y="12914"/>
                  </a:cubicBezTo>
                  <a:cubicBezTo>
                    <a:pt x="3703" y="12800"/>
                    <a:pt x="3703" y="12800"/>
                    <a:pt x="3579" y="12800"/>
                  </a:cubicBezTo>
                  <a:cubicBezTo>
                    <a:pt x="3086" y="12343"/>
                    <a:pt x="2715" y="11657"/>
                    <a:pt x="2715" y="10971"/>
                  </a:cubicBezTo>
                  <a:cubicBezTo>
                    <a:pt x="2715" y="10286"/>
                    <a:pt x="3086" y="9714"/>
                    <a:pt x="3579" y="9257"/>
                  </a:cubicBezTo>
                  <a:cubicBezTo>
                    <a:pt x="3456" y="9143"/>
                    <a:pt x="3456" y="8914"/>
                    <a:pt x="3456" y="8686"/>
                  </a:cubicBezTo>
                  <a:cubicBezTo>
                    <a:pt x="3456" y="8343"/>
                    <a:pt x="3579" y="8114"/>
                    <a:pt x="3579" y="7886"/>
                  </a:cubicBezTo>
                  <a:cubicBezTo>
                    <a:pt x="3703" y="7543"/>
                    <a:pt x="3950" y="7200"/>
                    <a:pt x="4320" y="6971"/>
                  </a:cubicBezTo>
                  <a:cubicBezTo>
                    <a:pt x="4320" y="6971"/>
                    <a:pt x="4320" y="6971"/>
                    <a:pt x="4320" y="6971"/>
                  </a:cubicBezTo>
                  <a:cubicBezTo>
                    <a:pt x="4197" y="4914"/>
                    <a:pt x="4937" y="3429"/>
                    <a:pt x="5925" y="2286"/>
                  </a:cubicBezTo>
                  <a:cubicBezTo>
                    <a:pt x="6171" y="2057"/>
                    <a:pt x="6295" y="1943"/>
                    <a:pt x="6542" y="1714"/>
                  </a:cubicBezTo>
                  <a:cubicBezTo>
                    <a:pt x="6912" y="1486"/>
                    <a:pt x="7159" y="1143"/>
                    <a:pt x="7529" y="1029"/>
                  </a:cubicBezTo>
                  <a:cubicBezTo>
                    <a:pt x="8023" y="686"/>
                    <a:pt x="8517" y="571"/>
                    <a:pt x="8887" y="343"/>
                  </a:cubicBezTo>
                  <a:cubicBezTo>
                    <a:pt x="9381" y="229"/>
                    <a:pt x="9998" y="114"/>
                    <a:pt x="10491" y="0"/>
                  </a:cubicBezTo>
                  <a:cubicBezTo>
                    <a:pt x="10615" y="0"/>
                    <a:pt x="10738" y="0"/>
                    <a:pt x="10862" y="0"/>
                  </a:cubicBezTo>
                  <a:cubicBezTo>
                    <a:pt x="11232" y="0"/>
                    <a:pt x="11602" y="0"/>
                    <a:pt x="11973" y="0"/>
                  </a:cubicBezTo>
                  <a:cubicBezTo>
                    <a:pt x="12343" y="114"/>
                    <a:pt x="12713" y="229"/>
                    <a:pt x="12960" y="457"/>
                  </a:cubicBezTo>
                  <a:cubicBezTo>
                    <a:pt x="13083" y="457"/>
                    <a:pt x="13330" y="457"/>
                    <a:pt x="13454" y="457"/>
                  </a:cubicBezTo>
                  <a:cubicBezTo>
                    <a:pt x="13824" y="571"/>
                    <a:pt x="14318" y="800"/>
                    <a:pt x="14688" y="1029"/>
                  </a:cubicBezTo>
                  <a:cubicBezTo>
                    <a:pt x="14935" y="1143"/>
                    <a:pt x="15182" y="1371"/>
                    <a:pt x="15429" y="1600"/>
                  </a:cubicBezTo>
                  <a:cubicBezTo>
                    <a:pt x="15552" y="1829"/>
                    <a:pt x="15675" y="1829"/>
                    <a:pt x="15799" y="1943"/>
                  </a:cubicBezTo>
                  <a:cubicBezTo>
                    <a:pt x="16663" y="2971"/>
                    <a:pt x="17157" y="4457"/>
                    <a:pt x="17403" y="5829"/>
                  </a:cubicBezTo>
                  <a:cubicBezTo>
                    <a:pt x="17403" y="6171"/>
                    <a:pt x="17403" y="6400"/>
                    <a:pt x="17527" y="6743"/>
                  </a:cubicBezTo>
                  <a:cubicBezTo>
                    <a:pt x="17650" y="6857"/>
                    <a:pt x="17897" y="6971"/>
                    <a:pt x="18021" y="7086"/>
                  </a:cubicBezTo>
                  <a:cubicBezTo>
                    <a:pt x="18391" y="7543"/>
                    <a:pt x="18761" y="8114"/>
                    <a:pt x="18761" y="8686"/>
                  </a:cubicBezTo>
                  <a:cubicBezTo>
                    <a:pt x="18761" y="8800"/>
                    <a:pt x="18638" y="9029"/>
                    <a:pt x="18638" y="9143"/>
                  </a:cubicBezTo>
                  <a:cubicBezTo>
                    <a:pt x="18885" y="9371"/>
                    <a:pt x="19131" y="9486"/>
                    <a:pt x="19255" y="9714"/>
                  </a:cubicBezTo>
                  <a:cubicBezTo>
                    <a:pt x="19502" y="10057"/>
                    <a:pt x="19625" y="10514"/>
                    <a:pt x="19625" y="10971"/>
                  </a:cubicBezTo>
                  <a:cubicBezTo>
                    <a:pt x="19625" y="11429"/>
                    <a:pt x="19502" y="11886"/>
                    <a:pt x="19255" y="12229"/>
                  </a:cubicBezTo>
                  <a:cubicBezTo>
                    <a:pt x="19008" y="12571"/>
                    <a:pt x="18514" y="12914"/>
                    <a:pt x="18021" y="13143"/>
                  </a:cubicBezTo>
                  <a:cubicBezTo>
                    <a:pt x="17897" y="13143"/>
                    <a:pt x="17774" y="13143"/>
                    <a:pt x="17650" y="13143"/>
                  </a:cubicBezTo>
                  <a:cubicBezTo>
                    <a:pt x="17897" y="13486"/>
                    <a:pt x="17897" y="13943"/>
                    <a:pt x="17897" y="14286"/>
                  </a:cubicBezTo>
                  <a:cubicBezTo>
                    <a:pt x="17897" y="14857"/>
                    <a:pt x="17774" y="15429"/>
                    <a:pt x="17403" y="15771"/>
                  </a:cubicBezTo>
                  <a:cubicBezTo>
                    <a:pt x="17280" y="15886"/>
                    <a:pt x="17280" y="15886"/>
                    <a:pt x="17280" y="15886"/>
                  </a:cubicBezTo>
                  <a:cubicBezTo>
                    <a:pt x="17403" y="16000"/>
                    <a:pt x="17403" y="16000"/>
                    <a:pt x="17403" y="16000"/>
                  </a:cubicBezTo>
                  <a:cubicBezTo>
                    <a:pt x="17650" y="16000"/>
                    <a:pt x="17774" y="16114"/>
                    <a:pt x="18021" y="16114"/>
                  </a:cubicBezTo>
                  <a:cubicBezTo>
                    <a:pt x="18514" y="16343"/>
                    <a:pt x="18885" y="16457"/>
                    <a:pt x="19255" y="16571"/>
                  </a:cubicBezTo>
                  <a:cubicBezTo>
                    <a:pt x="19872" y="16914"/>
                    <a:pt x="20366" y="17143"/>
                    <a:pt x="20736" y="17486"/>
                  </a:cubicBezTo>
                  <a:cubicBezTo>
                    <a:pt x="21353" y="18057"/>
                    <a:pt x="21600" y="18629"/>
                    <a:pt x="21600" y="19657"/>
                  </a:cubicBezTo>
                  <a:cubicBezTo>
                    <a:pt x="21600" y="20229"/>
                    <a:pt x="21353" y="20914"/>
                    <a:pt x="20859" y="21600"/>
                  </a:cubicBezTo>
                  <a:cubicBezTo>
                    <a:pt x="20736" y="21600"/>
                    <a:pt x="20736" y="21600"/>
                    <a:pt x="20736" y="21600"/>
                  </a:cubicBezTo>
                  <a:cubicBezTo>
                    <a:pt x="19255" y="21600"/>
                    <a:pt x="19255" y="21600"/>
                    <a:pt x="19255" y="21600"/>
                  </a:cubicBezTo>
                  <a:cubicBezTo>
                    <a:pt x="18021" y="21600"/>
                    <a:pt x="18021" y="21600"/>
                    <a:pt x="18021" y="21600"/>
                  </a:cubicBezTo>
                  <a:cubicBezTo>
                    <a:pt x="17403" y="21600"/>
                    <a:pt x="17403" y="21600"/>
                    <a:pt x="17403" y="21600"/>
                  </a:cubicBezTo>
                  <a:cubicBezTo>
                    <a:pt x="15799" y="21600"/>
                    <a:pt x="15799" y="21600"/>
                    <a:pt x="15799" y="21600"/>
                  </a:cubicBezTo>
                  <a:cubicBezTo>
                    <a:pt x="15429" y="21600"/>
                    <a:pt x="15429" y="21600"/>
                    <a:pt x="15429" y="21600"/>
                  </a:cubicBezTo>
                  <a:cubicBezTo>
                    <a:pt x="14688" y="21600"/>
                    <a:pt x="14688" y="21600"/>
                    <a:pt x="14688" y="21600"/>
                  </a:cubicBezTo>
                  <a:cubicBezTo>
                    <a:pt x="13454" y="21600"/>
                    <a:pt x="13454" y="21600"/>
                    <a:pt x="13454" y="21600"/>
                  </a:cubicBezTo>
                  <a:cubicBezTo>
                    <a:pt x="11973" y="21600"/>
                    <a:pt x="11973" y="21600"/>
                    <a:pt x="11973" y="21600"/>
                  </a:cubicBezTo>
                  <a:cubicBezTo>
                    <a:pt x="10862" y="21600"/>
                    <a:pt x="10862" y="21600"/>
                    <a:pt x="10862" y="21600"/>
                  </a:cubicBezTo>
                  <a:cubicBezTo>
                    <a:pt x="10491" y="21600"/>
                    <a:pt x="10491" y="21600"/>
                    <a:pt x="10491" y="21600"/>
                  </a:cubicBezTo>
                  <a:cubicBezTo>
                    <a:pt x="8887" y="21600"/>
                    <a:pt x="8887" y="21600"/>
                    <a:pt x="8887" y="21600"/>
                  </a:cubicBezTo>
                  <a:cubicBezTo>
                    <a:pt x="7529" y="21600"/>
                    <a:pt x="7529" y="21600"/>
                    <a:pt x="7529" y="21600"/>
                  </a:cubicBezTo>
                  <a:cubicBezTo>
                    <a:pt x="6542" y="21600"/>
                    <a:pt x="6542" y="21600"/>
                    <a:pt x="6542" y="21600"/>
                  </a:cubicBezTo>
                  <a:cubicBezTo>
                    <a:pt x="5925" y="21600"/>
                    <a:pt x="5925" y="21600"/>
                    <a:pt x="5925" y="21600"/>
                  </a:cubicBezTo>
                  <a:cubicBezTo>
                    <a:pt x="4320" y="21600"/>
                    <a:pt x="4320" y="21600"/>
                    <a:pt x="4320" y="21600"/>
                  </a:cubicBezTo>
                  <a:cubicBezTo>
                    <a:pt x="3579" y="21600"/>
                    <a:pt x="3579" y="21600"/>
                    <a:pt x="3579" y="21600"/>
                  </a:cubicBezTo>
                  <a:cubicBezTo>
                    <a:pt x="2345" y="21600"/>
                    <a:pt x="2345" y="21600"/>
                    <a:pt x="2345" y="21600"/>
                  </a:cubicBezTo>
                  <a:cubicBezTo>
                    <a:pt x="864" y="21600"/>
                    <a:pt x="864" y="21600"/>
                    <a:pt x="864" y="21600"/>
                  </a:cubicBezTo>
                  <a:cubicBezTo>
                    <a:pt x="741" y="21600"/>
                    <a:pt x="741" y="21600"/>
                    <a:pt x="741" y="21600"/>
                  </a:cubicBezTo>
                  <a:cubicBezTo>
                    <a:pt x="370" y="20914"/>
                    <a:pt x="0" y="20229"/>
                    <a:pt x="0" y="19657"/>
                  </a:cubicBezTo>
                  <a:cubicBezTo>
                    <a:pt x="0" y="18629"/>
                    <a:pt x="370" y="18057"/>
                    <a:pt x="864" y="17486"/>
                  </a:cubicBezTo>
                  <a:close/>
                  <a:moveTo>
                    <a:pt x="20613" y="18057"/>
                  </a:moveTo>
                  <a:cubicBezTo>
                    <a:pt x="20613" y="18057"/>
                    <a:pt x="20613" y="18057"/>
                    <a:pt x="20613" y="18057"/>
                  </a:cubicBezTo>
                  <a:cubicBezTo>
                    <a:pt x="20613" y="18057"/>
                    <a:pt x="20613" y="18057"/>
                    <a:pt x="20613" y="18057"/>
                  </a:cubicBezTo>
                  <a:cubicBezTo>
                    <a:pt x="20613" y="18057"/>
                    <a:pt x="20613" y="18057"/>
                    <a:pt x="20613" y="18057"/>
                  </a:cubicBezTo>
                  <a:cubicBezTo>
                    <a:pt x="20613" y="18057"/>
                    <a:pt x="20613" y="18057"/>
                    <a:pt x="20613"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736" y="18057"/>
                    <a:pt x="20736" y="18057"/>
                    <a:pt x="20736" y="18057"/>
                  </a:cubicBezTo>
                  <a:cubicBezTo>
                    <a:pt x="20859" y="18057"/>
                    <a:pt x="20859" y="18057"/>
                    <a:pt x="20859" y="18057"/>
                  </a:cubicBezTo>
                  <a:cubicBezTo>
                    <a:pt x="20859" y="18057"/>
                    <a:pt x="20859" y="18057"/>
                    <a:pt x="20859" y="18057"/>
                  </a:cubicBezTo>
                  <a:cubicBezTo>
                    <a:pt x="20859" y="18057"/>
                    <a:pt x="20859" y="18057"/>
                    <a:pt x="20859" y="18057"/>
                  </a:cubicBezTo>
                  <a:cubicBezTo>
                    <a:pt x="20859" y="18057"/>
                    <a:pt x="20859" y="18057"/>
                    <a:pt x="20859" y="18057"/>
                  </a:cubicBezTo>
                  <a:cubicBezTo>
                    <a:pt x="20859" y="18057"/>
                    <a:pt x="20859" y="18057"/>
                    <a:pt x="20859" y="18057"/>
                  </a:cubicBezTo>
                  <a:cubicBezTo>
                    <a:pt x="20859" y="18057"/>
                    <a:pt x="20859" y="18057"/>
                    <a:pt x="20859" y="18057"/>
                  </a:cubicBezTo>
                  <a:cubicBezTo>
                    <a:pt x="20859" y="18057"/>
                    <a:pt x="20859" y="18057"/>
                    <a:pt x="20859" y="18057"/>
                  </a:cubicBezTo>
                  <a:cubicBezTo>
                    <a:pt x="20859" y="18057"/>
                    <a:pt x="20859" y="18057"/>
                    <a:pt x="20859" y="18057"/>
                  </a:cubicBezTo>
                  <a:cubicBezTo>
                    <a:pt x="20859" y="18057"/>
                    <a:pt x="20859" y="18057"/>
                    <a:pt x="20859" y="18057"/>
                  </a:cubicBezTo>
                  <a:cubicBezTo>
                    <a:pt x="20983" y="18057"/>
                    <a:pt x="20983" y="18057"/>
                    <a:pt x="20983" y="17943"/>
                  </a:cubicBezTo>
                  <a:cubicBezTo>
                    <a:pt x="20983" y="17943"/>
                    <a:pt x="20983" y="17829"/>
                    <a:pt x="20859" y="17829"/>
                  </a:cubicBezTo>
                  <a:cubicBezTo>
                    <a:pt x="20859" y="17829"/>
                    <a:pt x="20859" y="17829"/>
                    <a:pt x="20859" y="17829"/>
                  </a:cubicBezTo>
                  <a:cubicBezTo>
                    <a:pt x="20859" y="17829"/>
                    <a:pt x="20859" y="17829"/>
                    <a:pt x="20859" y="17829"/>
                  </a:cubicBezTo>
                  <a:cubicBezTo>
                    <a:pt x="20859" y="17829"/>
                    <a:pt x="20859" y="17829"/>
                    <a:pt x="20859" y="17829"/>
                  </a:cubicBezTo>
                  <a:cubicBezTo>
                    <a:pt x="20859" y="17829"/>
                    <a:pt x="20859" y="17829"/>
                    <a:pt x="20859" y="17829"/>
                  </a:cubicBezTo>
                  <a:cubicBezTo>
                    <a:pt x="20859" y="17829"/>
                    <a:pt x="20859" y="17829"/>
                    <a:pt x="20859" y="17829"/>
                  </a:cubicBezTo>
                  <a:cubicBezTo>
                    <a:pt x="20859" y="17829"/>
                    <a:pt x="20859" y="17829"/>
                    <a:pt x="20859" y="17829"/>
                  </a:cubicBezTo>
                  <a:cubicBezTo>
                    <a:pt x="20859" y="17829"/>
                    <a:pt x="20859" y="17829"/>
                    <a:pt x="20859" y="17829"/>
                  </a:cubicBezTo>
                  <a:cubicBezTo>
                    <a:pt x="20859" y="17829"/>
                    <a:pt x="20859" y="17829"/>
                    <a:pt x="20859"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736" y="17829"/>
                    <a:pt x="20736" y="17829"/>
                    <a:pt x="20736"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613" y="17829"/>
                    <a:pt x="20613" y="17829"/>
                    <a:pt x="20613" y="17829"/>
                  </a:cubicBezTo>
                  <a:cubicBezTo>
                    <a:pt x="20489" y="17829"/>
                    <a:pt x="20489" y="18057"/>
                    <a:pt x="20613" y="18057"/>
                  </a:cubicBezTo>
                  <a:close/>
                  <a:moveTo>
                    <a:pt x="19131" y="18400"/>
                  </a:move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255" y="18400"/>
                    <a:pt x="19255" y="18400"/>
                    <a:pt x="19255"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378" y="18400"/>
                    <a:pt x="19378" y="18400"/>
                    <a:pt x="19378" y="18400"/>
                  </a:cubicBezTo>
                  <a:cubicBezTo>
                    <a:pt x="19625" y="18286"/>
                    <a:pt x="19502" y="18057"/>
                    <a:pt x="19378" y="18171"/>
                  </a:cubicBezTo>
                  <a:cubicBezTo>
                    <a:pt x="19378" y="18171"/>
                    <a:pt x="19378" y="18171"/>
                    <a:pt x="19378"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255" y="18171"/>
                    <a:pt x="19255" y="18171"/>
                    <a:pt x="19255"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131" y="18171"/>
                  </a:cubicBezTo>
                  <a:cubicBezTo>
                    <a:pt x="19131" y="18171"/>
                    <a:pt x="19131" y="18171"/>
                    <a:pt x="19008" y="18171"/>
                  </a:cubicBezTo>
                  <a:cubicBezTo>
                    <a:pt x="19008" y="18286"/>
                    <a:pt x="19008" y="18514"/>
                    <a:pt x="19131" y="18400"/>
                  </a:cubicBezTo>
                  <a:close/>
                  <a:moveTo>
                    <a:pt x="18021" y="19429"/>
                  </a:moveTo>
                  <a:cubicBezTo>
                    <a:pt x="18021" y="19314"/>
                    <a:pt x="18021" y="19314"/>
                    <a:pt x="18021" y="19314"/>
                  </a:cubicBezTo>
                  <a:cubicBezTo>
                    <a:pt x="18021" y="19314"/>
                    <a:pt x="18021" y="19314"/>
                    <a:pt x="18021" y="19314"/>
                  </a:cubicBezTo>
                  <a:cubicBezTo>
                    <a:pt x="18144" y="19314"/>
                    <a:pt x="18144" y="19314"/>
                    <a:pt x="18144" y="19314"/>
                  </a:cubicBezTo>
                  <a:cubicBezTo>
                    <a:pt x="18144" y="19314"/>
                    <a:pt x="18144" y="19314"/>
                    <a:pt x="18144" y="19314"/>
                  </a:cubicBezTo>
                  <a:cubicBezTo>
                    <a:pt x="18144" y="19314"/>
                    <a:pt x="18144" y="19314"/>
                    <a:pt x="18144" y="19314"/>
                  </a:cubicBezTo>
                  <a:cubicBezTo>
                    <a:pt x="18144" y="19200"/>
                    <a:pt x="18144" y="19200"/>
                    <a:pt x="18144" y="19200"/>
                  </a:cubicBezTo>
                  <a:cubicBezTo>
                    <a:pt x="18144" y="19200"/>
                    <a:pt x="18144" y="19200"/>
                    <a:pt x="18144" y="19200"/>
                  </a:cubicBezTo>
                  <a:cubicBezTo>
                    <a:pt x="18144" y="19200"/>
                    <a:pt x="18144" y="19200"/>
                    <a:pt x="18144" y="19200"/>
                  </a:cubicBezTo>
                  <a:cubicBezTo>
                    <a:pt x="18144" y="19200"/>
                    <a:pt x="18144" y="19200"/>
                    <a:pt x="18144" y="19200"/>
                  </a:cubicBezTo>
                  <a:cubicBezTo>
                    <a:pt x="18144" y="19200"/>
                    <a:pt x="18144" y="19200"/>
                    <a:pt x="18144" y="19200"/>
                  </a:cubicBezTo>
                  <a:cubicBezTo>
                    <a:pt x="18144" y="19200"/>
                    <a:pt x="18144" y="19200"/>
                    <a:pt x="18144" y="19200"/>
                  </a:cubicBezTo>
                  <a:cubicBezTo>
                    <a:pt x="18267" y="19200"/>
                    <a:pt x="18267" y="19200"/>
                    <a:pt x="18267" y="19200"/>
                  </a:cubicBezTo>
                  <a:cubicBezTo>
                    <a:pt x="18267" y="19086"/>
                    <a:pt x="18267" y="19086"/>
                    <a:pt x="18267" y="19086"/>
                  </a:cubicBezTo>
                  <a:cubicBezTo>
                    <a:pt x="18267" y="18971"/>
                    <a:pt x="18144" y="18857"/>
                    <a:pt x="18021" y="18971"/>
                  </a:cubicBezTo>
                  <a:cubicBezTo>
                    <a:pt x="18021" y="18971"/>
                    <a:pt x="18021" y="18971"/>
                    <a:pt x="18021" y="18971"/>
                  </a:cubicBezTo>
                  <a:cubicBezTo>
                    <a:pt x="18021" y="18971"/>
                    <a:pt x="18021" y="18971"/>
                    <a:pt x="18021" y="18971"/>
                  </a:cubicBezTo>
                  <a:cubicBezTo>
                    <a:pt x="18021" y="18971"/>
                    <a:pt x="18021" y="18971"/>
                    <a:pt x="18021" y="18971"/>
                  </a:cubicBezTo>
                  <a:cubicBezTo>
                    <a:pt x="18021" y="18971"/>
                    <a:pt x="18021" y="18971"/>
                    <a:pt x="18021" y="18971"/>
                  </a:cubicBezTo>
                  <a:cubicBezTo>
                    <a:pt x="17897" y="19086"/>
                    <a:pt x="17897" y="19086"/>
                    <a:pt x="17897" y="19086"/>
                  </a:cubicBezTo>
                  <a:cubicBezTo>
                    <a:pt x="17897" y="19086"/>
                    <a:pt x="17897" y="19086"/>
                    <a:pt x="17897" y="19086"/>
                  </a:cubicBezTo>
                  <a:cubicBezTo>
                    <a:pt x="17897" y="19086"/>
                    <a:pt x="17897" y="19086"/>
                    <a:pt x="17897" y="19086"/>
                  </a:cubicBezTo>
                  <a:cubicBezTo>
                    <a:pt x="17897" y="19086"/>
                    <a:pt x="17897" y="19086"/>
                    <a:pt x="17897" y="19086"/>
                  </a:cubicBezTo>
                  <a:cubicBezTo>
                    <a:pt x="17897" y="19086"/>
                    <a:pt x="17897" y="19086"/>
                    <a:pt x="17897" y="19086"/>
                  </a:cubicBezTo>
                  <a:cubicBezTo>
                    <a:pt x="17897" y="19200"/>
                    <a:pt x="17897" y="19200"/>
                    <a:pt x="17897" y="19200"/>
                  </a:cubicBezTo>
                  <a:cubicBezTo>
                    <a:pt x="17897" y="19200"/>
                    <a:pt x="17897" y="19200"/>
                    <a:pt x="17897" y="19200"/>
                  </a:cubicBezTo>
                  <a:cubicBezTo>
                    <a:pt x="17897" y="19200"/>
                    <a:pt x="17897" y="19200"/>
                    <a:pt x="17897" y="19200"/>
                  </a:cubicBezTo>
                  <a:cubicBezTo>
                    <a:pt x="17897" y="19200"/>
                    <a:pt x="17897" y="19200"/>
                    <a:pt x="17897" y="19200"/>
                  </a:cubicBezTo>
                  <a:cubicBezTo>
                    <a:pt x="17774" y="19314"/>
                    <a:pt x="17897" y="19429"/>
                    <a:pt x="18021" y="19429"/>
                  </a:cubicBezTo>
                  <a:close/>
                  <a:moveTo>
                    <a:pt x="17403" y="20686"/>
                  </a:moveTo>
                  <a:cubicBezTo>
                    <a:pt x="17403" y="20686"/>
                    <a:pt x="17527" y="20686"/>
                    <a:pt x="17527" y="20686"/>
                  </a:cubicBezTo>
                  <a:cubicBezTo>
                    <a:pt x="17527" y="20686"/>
                    <a:pt x="17527" y="20686"/>
                    <a:pt x="17527" y="20686"/>
                  </a:cubicBezTo>
                  <a:cubicBezTo>
                    <a:pt x="17527" y="20571"/>
                    <a:pt x="17527" y="20571"/>
                    <a:pt x="17527" y="20571"/>
                  </a:cubicBezTo>
                  <a:cubicBezTo>
                    <a:pt x="17527" y="20571"/>
                    <a:pt x="17527" y="20571"/>
                    <a:pt x="17527" y="20571"/>
                  </a:cubicBezTo>
                  <a:cubicBezTo>
                    <a:pt x="17527" y="20571"/>
                    <a:pt x="17527" y="20571"/>
                    <a:pt x="17527" y="20571"/>
                  </a:cubicBezTo>
                  <a:cubicBezTo>
                    <a:pt x="17527" y="20571"/>
                    <a:pt x="17527" y="20571"/>
                    <a:pt x="17527" y="20571"/>
                  </a:cubicBezTo>
                  <a:cubicBezTo>
                    <a:pt x="17527" y="20457"/>
                    <a:pt x="17527" y="20457"/>
                    <a:pt x="17527" y="20457"/>
                  </a:cubicBezTo>
                  <a:cubicBezTo>
                    <a:pt x="17527" y="20457"/>
                    <a:pt x="17527" y="20457"/>
                    <a:pt x="17527" y="20457"/>
                  </a:cubicBezTo>
                  <a:cubicBezTo>
                    <a:pt x="17527" y="20457"/>
                    <a:pt x="17527" y="20457"/>
                    <a:pt x="17527" y="20457"/>
                  </a:cubicBezTo>
                  <a:cubicBezTo>
                    <a:pt x="17527" y="20457"/>
                    <a:pt x="17527" y="20457"/>
                    <a:pt x="17527" y="20457"/>
                  </a:cubicBezTo>
                  <a:cubicBezTo>
                    <a:pt x="17527" y="20457"/>
                    <a:pt x="17527" y="20457"/>
                    <a:pt x="17527" y="20457"/>
                  </a:cubicBezTo>
                  <a:cubicBezTo>
                    <a:pt x="17527" y="20343"/>
                    <a:pt x="17527" y="20229"/>
                    <a:pt x="17403" y="20229"/>
                  </a:cubicBezTo>
                  <a:cubicBezTo>
                    <a:pt x="17280" y="20229"/>
                    <a:pt x="17280" y="20343"/>
                    <a:pt x="17280" y="20343"/>
                  </a:cubicBezTo>
                  <a:cubicBezTo>
                    <a:pt x="17280" y="20343"/>
                    <a:pt x="17280" y="20343"/>
                    <a:pt x="17280" y="20343"/>
                  </a:cubicBezTo>
                  <a:cubicBezTo>
                    <a:pt x="17280" y="20457"/>
                    <a:pt x="17280" y="20457"/>
                    <a:pt x="17280" y="20457"/>
                  </a:cubicBezTo>
                  <a:cubicBezTo>
                    <a:pt x="17280" y="20457"/>
                    <a:pt x="17280" y="20457"/>
                    <a:pt x="17280" y="20457"/>
                  </a:cubicBezTo>
                  <a:cubicBezTo>
                    <a:pt x="17280" y="20457"/>
                    <a:pt x="17280" y="20457"/>
                    <a:pt x="17280" y="20457"/>
                  </a:cubicBezTo>
                  <a:cubicBezTo>
                    <a:pt x="17280" y="20571"/>
                    <a:pt x="17280" y="20571"/>
                    <a:pt x="17280" y="20571"/>
                  </a:cubicBezTo>
                  <a:cubicBezTo>
                    <a:pt x="17280" y="20571"/>
                    <a:pt x="17280" y="20571"/>
                    <a:pt x="17280" y="20571"/>
                  </a:cubicBezTo>
                  <a:cubicBezTo>
                    <a:pt x="17280" y="20571"/>
                    <a:pt x="17280" y="20571"/>
                    <a:pt x="17280" y="20571"/>
                  </a:cubicBezTo>
                  <a:cubicBezTo>
                    <a:pt x="17280" y="20571"/>
                    <a:pt x="17280" y="20571"/>
                    <a:pt x="17280" y="20571"/>
                  </a:cubicBezTo>
                  <a:cubicBezTo>
                    <a:pt x="17280" y="20571"/>
                    <a:pt x="17280" y="20571"/>
                    <a:pt x="17280" y="20571"/>
                  </a:cubicBezTo>
                  <a:cubicBezTo>
                    <a:pt x="17280" y="20571"/>
                    <a:pt x="17280" y="20571"/>
                    <a:pt x="17280" y="20571"/>
                  </a:cubicBezTo>
                  <a:cubicBezTo>
                    <a:pt x="17157" y="20686"/>
                    <a:pt x="17280" y="20800"/>
                    <a:pt x="17403" y="20686"/>
                  </a:cubicBezTo>
                  <a:close/>
                  <a:moveTo>
                    <a:pt x="15799" y="16343"/>
                  </a:moveTo>
                  <a:cubicBezTo>
                    <a:pt x="15799" y="16343"/>
                    <a:pt x="15922" y="16229"/>
                    <a:pt x="15922" y="16229"/>
                  </a:cubicBezTo>
                  <a:cubicBezTo>
                    <a:pt x="15922" y="16114"/>
                    <a:pt x="15922" y="16114"/>
                    <a:pt x="15922" y="16114"/>
                  </a:cubicBezTo>
                  <a:cubicBezTo>
                    <a:pt x="15922" y="16114"/>
                    <a:pt x="15922" y="16114"/>
                    <a:pt x="15922" y="16114"/>
                  </a:cubicBezTo>
                  <a:cubicBezTo>
                    <a:pt x="15922" y="16000"/>
                    <a:pt x="15922" y="16000"/>
                    <a:pt x="15922" y="16000"/>
                  </a:cubicBezTo>
                  <a:cubicBezTo>
                    <a:pt x="15922" y="16000"/>
                    <a:pt x="15922" y="16000"/>
                    <a:pt x="15922" y="16000"/>
                  </a:cubicBezTo>
                  <a:cubicBezTo>
                    <a:pt x="15922" y="15886"/>
                    <a:pt x="15799" y="15886"/>
                    <a:pt x="15799" y="15886"/>
                  </a:cubicBezTo>
                  <a:cubicBezTo>
                    <a:pt x="15799" y="15886"/>
                    <a:pt x="15675" y="15886"/>
                    <a:pt x="15675" y="15886"/>
                  </a:cubicBezTo>
                  <a:cubicBezTo>
                    <a:pt x="15675" y="15886"/>
                    <a:pt x="15675" y="15886"/>
                    <a:pt x="15675" y="16000"/>
                  </a:cubicBezTo>
                  <a:cubicBezTo>
                    <a:pt x="15675" y="16000"/>
                    <a:pt x="15675" y="16000"/>
                    <a:pt x="15675" y="16000"/>
                  </a:cubicBezTo>
                  <a:cubicBezTo>
                    <a:pt x="15675" y="16114"/>
                    <a:pt x="15675" y="16114"/>
                    <a:pt x="15675" y="16114"/>
                  </a:cubicBezTo>
                  <a:cubicBezTo>
                    <a:pt x="15675" y="16114"/>
                    <a:pt x="15675" y="16114"/>
                    <a:pt x="15675" y="16114"/>
                  </a:cubicBezTo>
                  <a:cubicBezTo>
                    <a:pt x="15675" y="16229"/>
                    <a:pt x="15675" y="16229"/>
                    <a:pt x="15675" y="16229"/>
                  </a:cubicBezTo>
                  <a:cubicBezTo>
                    <a:pt x="15675" y="16229"/>
                    <a:pt x="15675" y="16229"/>
                    <a:pt x="15675" y="16229"/>
                  </a:cubicBezTo>
                  <a:cubicBezTo>
                    <a:pt x="15675" y="16343"/>
                    <a:pt x="15675" y="16343"/>
                    <a:pt x="15799" y="16343"/>
                  </a:cubicBezTo>
                  <a:close/>
                  <a:moveTo>
                    <a:pt x="15429" y="17829"/>
                  </a:moveTo>
                  <a:cubicBezTo>
                    <a:pt x="15552" y="17829"/>
                    <a:pt x="15552" y="17714"/>
                    <a:pt x="15552" y="17714"/>
                  </a:cubicBezTo>
                  <a:cubicBezTo>
                    <a:pt x="15552" y="17714"/>
                    <a:pt x="15552" y="17714"/>
                    <a:pt x="15552" y="17714"/>
                  </a:cubicBezTo>
                  <a:cubicBezTo>
                    <a:pt x="15552" y="17600"/>
                    <a:pt x="15552" y="17600"/>
                    <a:pt x="15552" y="17600"/>
                  </a:cubicBezTo>
                  <a:cubicBezTo>
                    <a:pt x="15675" y="17600"/>
                    <a:pt x="15675" y="17600"/>
                    <a:pt x="15675" y="17600"/>
                  </a:cubicBezTo>
                  <a:cubicBezTo>
                    <a:pt x="15675" y="17486"/>
                    <a:pt x="15675" y="17486"/>
                    <a:pt x="15675" y="17486"/>
                  </a:cubicBezTo>
                  <a:cubicBezTo>
                    <a:pt x="15675" y="17486"/>
                    <a:pt x="15675" y="17486"/>
                    <a:pt x="15675" y="17486"/>
                  </a:cubicBezTo>
                  <a:cubicBezTo>
                    <a:pt x="15675" y="17486"/>
                    <a:pt x="15675" y="17371"/>
                    <a:pt x="15552" y="17371"/>
                  </a:cubicBezTo>
                  <a:cubicBezTo>
                    <a:pt x="15552" y="17257"/>
                    <a:pt x="15552" y="17257"/>
                    <a:pt x="15429" y="17371"/>
                  </a:cubicBezTo>
                  <a:cubicBezTo>
                    <a:pt x="15429" y="17371"/>
                    <a:pt x="15429" y="17371"/>
                    <a:pt x="15429" y="17371"/>
                  </a:cubicBezTo>
                  <a:cubicBezTo>
                    <a:pt x="15429" y="17486"/>
                    <a:pt x="15429" y="17486"/>
                    <a:pt x="15429" y="17486"/>
                  </a:cubicBezTo>
                  <a:cubicBezTo>
                    <a:pt x="15429" y="17486"/>
                    <a:pt x="15429" y="17486"/>
                    <a:pt x="15429" y="17486"/>
                  </a:cubicBezTo>
                  <a:cubicBezTo>
                    <a:pt x="15305" y="17600"/>
                    <a:pt x="15305" y="17600"/>
                    <a:pt x="15305" y="17600"/>
                  </a:cubicBezTo>
                  <a:cubicBezTo>
                    <a:pt x="15305" y="17600"/>
                    <a:pt x="15305" y="17600"/>
                    <a:pt x="15305" y="17600"/>
                  </a:cubicBezTo>
                  <a:cubicBezTo>
                    <a:pt x="15305" y="17600"/>
                    <a:pt x="15305" y="17600"/>
                    <a:pt x="15305" y="17600"/>
                  </a:cubicBezTo>
                  <a:cubicBezTo>
                    <a:pt x="15305" y="17600"/>
                    <a:pt x="15305" y="17600"/>
                    <a:pt x="15305" y="17600"/>
                  </a:cubicBezTo>
                  <a:cubicBezTo>
                    <a:pt x="15305" y="17714"/>
                    <a:pt x="15429" y="17829"/>
                    <a:pt x="15429" y="17829"/>
                  </a:cubicBezTo>
                  <a:close/>
                  <a:moveTo>
                    <a:pt x="14688" y="18971"/>
                  </a:moveTo>
                  <a:cubicBezTo>
                    <a:pt x="14688" y="18971"/>
                    <a:pt x="14688" y="18971"/>
                    <a:pt x="14688" y="18971"/>
                  </a:cubicBezTo>
                  <a:cubicBezTo>
                    <a:pt x="14688" y="18971"/>
                    <a:pt x="14688" y="18971"/>
                    <a:pt x="14688" y="18971"/>
                  </a:cubicBezTo>
                  <a:cubicBezTo>
                    <a:pt x="14688" y="18971"/>
                    <a:pt x="14688" y="18971"/>
                    <a:pt x="14688" y="18971"/>
                  </a:cubicBezTo>
                  <a:cubicBezTo>
                    <a:pt x="14688" y="18971"/>
                    <a:pt x="14688" y="18971"/>
                    <a:pt x="14688" y="18971"/>
                  </a:cubicBezTo>
                  <a:cubicBezTo>
                    <a:pt x="14811" y="18857"/>
                    <a:pt x="14811" y="18857"/>
                    <a:pt x="14811" y="18857"/>
                  </a:cubicBezTo>
                  <a:cubicBezTo>
                    <a:pt x="14811" y="18857"/>
                    <a:pt x="14811" y="18857"/>
                    <a:pt x="14811" y="18857"/>
                  </a:cubicBezTo>
                  <a:cubicBezTo>
                    <a:pt x="14811" y="18743"/>
                    <a:pt x="14811" y="18743"/>
                    <a:pt x="14811" y="18743"/>
                  </a:cubicBezTo>
                  <a:cubicBezTo>
                    <a:pt x="14811" y="18743"/>
                    <a:pt x="14811" y="18743"/>
                    <a:pt x="14811" y="18743"/>
                  </a:cubicBezTo>
                  <a:cubicBezTo>
                    <a:pt x="14935" y="18629"/>
                    <a:pt x="14811" y="18514"/>
                    <a:pt x="14688" y="18629"/>
                  </a:cubicBezTo>
                  <a:cubicBezTo>
                    <a:pt x="14688" y="18629"/>
                    <a:pt x="14688" y="18629"/>
                    <a:pt x="14688" y="18629"/>
                  </a:cubicBezTo>
                  <a:cubicBezTo>
                    <a:pt x="14565" y="18629"/>
                    <a:pt x="14565" y="18629"/>
                    <a:pt x="14565" y="18629"/>
                  </a:cubicBezTo>
                  <a:cubicBezTo>
                    <a:pt x="14565" y="18743"/>
                    <a:pt x="14565" y="18743"/>
                    <a:pt x="14565" y="18743"/>
                  </a:cubicBezTo>
                  <a:cubicBezTo>
                    <a:pt x="14565" y="18743"/>
                    <a:pt x="14565" y="18743"/>
                    <a:pt x="14565" y="18743"/>
                  </a:cubicBezTo>
                  <a:cubicBezTo>
                    <a:pt x="14565" y="18743"/>
                    <a:pt x="14565" y="18743"/>
                    <a:pt x="14565" y="18743"/>
                  </a:cubicBezTo>
                  <a:cubicBezTo>
                    <a:pt x="14441" y="18857"/>
                    <a:pt x="14441" y="18857"/>
                    <a:pt x="14441" y="18857"/>
                  </a:cubicBezTo>
                  <a:cubicBezTo>
                    <a:pt x="14441" y="18857"/>
                    <a:pt x="14441" y="18857"/>
                    <a:pt x="14441" y="18857"/>
                  </a:cubicBezTo>
                  <a:cubicBezTo>
                    <a:pt x="14441" y="18857"/>
                    <a:pt x="14441" y="18857"/>
                    <a:pt x="14441" y="18857"/>
                  </a:cubicBezTo>
                  <a:cubicBezTo>
                    <a:pt x="14441" y="18971"/>
                    <a:pt x="14565" y="19086"/>
                    <a:pt x="14688" y="18971"/>
                  </a:cubicBezTo>
                  <a:close/>
                  <a:moveTo>
                    <a:pt x="13330" y="19886"/>
                  </a:moveTo>
                  <a:cubicBezTo>
                    <a:pt x="13330" y="19886"/>
                    <a:pt x="13330" y="19886"/>
                    <a:pt x="13330" y="19886"/>
                  </a:cubicBezTo>
                  <a:cubicBezTo>
                    <a:pt x="13454" y="19886"/>
                    <a:pt x="13454" y="19886"/>
                    <a:pt x="13454" y="19886"/>
                  </a:cubicBezTo>
                  <a:cubicBezTo>
                    <a:pt x="13454" y="19771"/>
                    <a:pt x="13454" y="19771"/>
                    <a:pt x="13454" y="19771"/>
                  </a:cubicBezTo>
                  <a:cubicBezTo>
                    <a:pt x="13454" y="19771"/>
                    <a:pt x="13454" y="19771"/>
                    <a:pt x="13454" y="19771"/>
                  </a:cubicBezTo>
                  <a:cubicBezTo>
                    <a:pt x="13577" y="19771"/>
                    <a:pt x="13577" y="19771"/>
                    <a:pt x="13577" y="19771"/>
                  </a:cubicBezTo>
                  <a:cubicBezTo>
                    <a:pt x="13577" y="19771"/>
                    <a:pt x="13577" y="19771"/>
                    <a:pt x="13577" y="19771"/>
                  </a:cubicBezTo>
                  <a:cubicBezTo>
                    <a:pt x="13701" y="19657"/>
                    <a:pt x="13701" y="19543"/>
                    <a:pt x="13577" y="19543"/>
                  </a:cubicBezTo>
                  <a:cubicBezTo>
                    <a:pt x="13577" y="19543"/>
                    <a:pt x="13454" y="19543"/>
                    <a:pt x="13454" y="19543"/>
                  </a:cubicBezTo>
                  <a:cubicBezTo>
                    <a:pt x="13454" y="19543"/>
                    <a:pt x="13454" y="19543"/>
                    <a:pt x="13454" y="19543"/>
                  </a:cubicBezTo>
                  <a:cubicBezTo>
                    <a:pt x="13454" y="19543"/>
                    <a:pt x="13454" y="19543"/>
                    <a:pt x="13454" y="19543"/>
                  </a:cubicBezTo>
                  <a:cubicBezTo>
                    <a:pt x="13330" y="19543"/>
                    <a:pt x="13330" y="19543"/>
                    <a:pt x="13330" y="19543"/>
                  </a:cubicBezTo>
                  <a:cubicBezTo>
                    <a:pt x="13330" y="19543"/>
                    <a:pt x="13330" y="19543"/>
                    <a:pt x="13330" y="19543"/>
                  </a:cubicBezTo>
                  <a:cubicBezTo>
                    <a:pt x="13330" y="19657"/>
                    <a:pt x="13330" y="19657"/>
                    <a:pt x="13330" y="19657"/>
                  </a:cubicBezTo>
                  <a:cubicBezTo>
                    <a:pt x="13207" y="19657"/>
                    <a:pt x="13207" y="19657"/>
                    <a:pt x="13207" y="19657"/>
                  </a:cubicBezTo>
                  <a:cubicBezTo>
                    <a:pt x="13207" y="19657"/>
                    <a:pt x="13207" y="19657"/>
                    <a:pt x="13207" y="19657"/>
                  </a:cubicBezTo>
                  <a:cubicBezTo>
                    <a:pt x="13083" y="19771"/>
                    <a:pt x="13207" y="19886"/>
                    <a:pt x="13330" y="19886"/>
                  </a:cubicBezTo>
                  <a:close/>
                  <a:moveTo>
                    <a:pt x="11849" y="20343"/>
                  </a:moveTo>
                  <a:cubicBezTo>
                    <a:pt x="11849" y="20343"/>
                    <a:pt x="11849" y="20343"/>
                    <a:pt x="11849" y="20343"/>
                  </a:cubicBezTo>
                  <a:cubicBezTo>
                    <a:pt x="11973" y="20343"/>
                    <a:pt x="11973" y="20343"/>
                    <a:pt x="11973" y="20343"/>
                  </a:cubicBezTo>
                  <a:cubicBezTo>
                    <a:pt x="11973" y="20343"/>
                    <a:pt x="11973" y="20343"/>
                    <a:pt x="11973" y="20343"/>
                  </a:cubicBezTo>
                  <a:cubicBezTo>
                    <a:pt x="11973" y="20343"/>
                    <a:pt x="11973" y="20343"/>
                    <a:pt x="11973" y="20343"/>
                  </a:cubicBezTo>
                  <a:cubicBezTo>
                    <a:pt x="12096" y="20229"/>
                    <a:pt x="12096" y="20229"/>
                    <a:pt x="12096" y="20229"/>
                  </a:cubicBezTo>
                  <a:cubicBezTo>
                    <a:pt x="12096" y="20229"/>
                    <a:pt x="12096" y="20229"/>
                    <a:pt x="12096" y="20229"/>
                  </a:cubicBezTo>
                  <a:cubicBezTo>
                    <a:pt x="12219" y="20229"/>
                    <a:pt x="12219" y="20114"/>
                    <a:pt x="12096" y="20000"/>
                  </a:cubicBezTo>
                  <a:cubicBezTo>
                    <a:pt x="12096" y="20000"/>
                    <a:pt x="12096" y="20000"/>
                    <a:pt x="12096" y="20000"/>
                  </a:cubicBezTo>
                  <a:cubicBezTo>
                    <a:pt x="11973" y="20000"/>
                    <a:pt x="11973" y="20000"/>
                    <a:pt x="11973" y="20000"/>
                  </a:cubicBezTo>
                  <a:cubicBezTo>
                    <a:pt x="11973" y="20000"/>
                    <a:pt x="11973" y="20000"/>
                    <a:pt x="11973" y="20000"/>
                  </a:cubicBezTo>
                  <a:cubicBezTo>
                    <a:pt x="11973" y="20000"/>
                    <a:pt x="11973" y="20000"/>
                    <a:pt x="11973" y="20000"/>
                  </a:cubicBezTo>
                  <a:cubicBezTo>
                    <a:pt x="11849" y="20000"/>
                    <a:pt x="11849" y="20000"/>
                    <a:pt x="11849" y="20000"/>
                  </a:cubicBezTo>
                  <a:cubicBezTo>
                    <a:pt x="11849" y="20114"/>
                    <a:pt x="11849" y="20114"/>
                    <a:pt x="11849" y="20114"/>
                  </a:cubicBezTo>
                  <a:cubicBezTo>
                    <a:pt x="11849" y="20114"/>
                    <a:pt x="11849" y="20114"/>
                    <a:pt x="11849" y="20114"/>
                  </a:cubicBezTo>
                  <a:cubicBezTo>
                    <a:pt x="11726" y="20114"/>
                    <a:pt x="11726" y="20114"/>
                    <a:pt x="11726" y="20114"/>
                  </a:cubicBezTo>
                  <a:cubicBezTo>
                    <a:pt x="11726" y="20229"/>
                    <a:pt x="11726" y="20343"/>
                    <a:pt x="11849" y="20343"/>
                  </a:cubicBezTo>
                  <a:close/>
                  <a:moveTo>
                    <a:pt x="10245" y="20343"/>
                  </a:moveTo>
                  <a:cubicBezTo>
                    <a:pt x="10245" y="20343"/>
                    <a:pt x="10245" y="20343"/>
                    <a:pt x="10245" y="20343"/>
                  </a:cubicBezTo>
                  <a:cubicBezTo>
                    <a:pt x="10368" y="20343"/>
                    <a:pt x="10368" y="20343"/>
                    <a:pt x="10368" y="20343"/>
                  </a:cubicBezTo>
                  <a:cubicBezTo>
                    <a:pt x="10491" y="20343"/>
                    <a:pt x="10491" y="20343"/>
                    <a:pt x="10491" y="20343"/>
                  </a:cubicBezTo>
                  <a:cubicBezTo>
                    <a:pt x="10491" y="20343"/>
                    <a:pt x="10491" y="20343"/>
                    <a:pt x="10491" y="20343"/>
                  </a:cubicBezTo>
                  <a:cubicBezTo>
                    <a:pt x="10491" y="20343"/>
                    <a:pt x="10491" y="20343"/>
                    <a:pt x="10491" y="20343"/>
                  </a:cubicBezTo>
                  <a:cubicBezTo>
                    <a:pt x="10491" y="20343"/>
                    <a:pt x="10491" y="20343"/>
                    <a:pt x="10491" y="20343"/>
                  </a:cubicBezTo>
                  <a:cubicBezTo>
                    <a:pt x="10615" y="20343"/>
                    <a:pt x="10615" y="20343"/>
                    <a:pt x="10615" y="20343"/>
                  </a:cubicBezTo>
                  <a:cubicBezTo>
                    <a:pt x="10615" y="20343"/>
                    <a:pt x="10615" y="20343"/>
                    <a:pt x="10615" y="20343"/>
                  </a:cubicBezTo>
                  <a:cubicBezTo>
                    <a:pt x="10738" y="20343"/>
                    <a:pt x="10738" y="20114"/>
                    <a:pt x="10615" y="20114"/>
                  </a:cubicBezTo>
                  <a:cubicBezTo>
                    <a:pt x="10491" y="20114"/>
                    <a:pt x="10491" y="20114"/>
                    <a:pt x="10491" y="20114"/>
                  </a:cubicBezTo>
                  <a:cubicBezTo>
                    <a:pt x="10491" y="20114"/>
                    <a:pt x="10491" y="20114"/>
                    <a:pt x="10491" y="20114"/>
                  </a:cubicBezTo>
                  <a:cubicBezTo>
                    <a:pt x="10491" y="20114"/>
                    <a:pt x="10491" y="20114"/>
                    <a:pt x="10491" y="20114"/>
                  </a:cubicBezTo>
                  <a:cubicBezTo>
                    <a:pt x="10491" y="20114"/>
                    <a:pt x="10491" y="20114"/>
                    <a:pt x="10491" y="20114"/>
                  </a:cubicBezTo>
                  <a:cubicBezTo>
                    <a:pt x="10368" y="20114"/>
                    <a:pt x="10368" y="20114"/>
                    <a:pt x="10368" y="20114"/>
                  </a:cubicBezTo>
                  <a:cubicBezTo>
                    <a:pt x="10368" y="20114"/>
                    <a:pt x="10368" y="20114"/>
                    <a:pt x="10368" y="20114"/>
                  </a:cubicBezTo>
                  <a:cubicBezTo>
                    <a:pt x="10368" y="20114"/>
                    <a:pt x="10368" y="20114"/>
                    <a:pt x="10368" y="20114"/>
                  </a:cubicBezTo>
                  <a:cubicBezTo>
                    <a:pt x="10245" y="20114"/>
                    <a:pt x="10245" y="20114"/>
                    <a:pt x="10245" y="20114"/>
                  </a:cubicBezTo>
                  <a:cubicBezTo>
                    <a:pt x="10121" y="20114"/>
                    <a:pt x="10121" y="20343"/>
                    <a:pt x="10245" y="20343"/>
                  </a:cubicBezTo>
                  <a:close/>
                  <a:moveTo>
                    <a:pt x="8763" y="20000"/>
                  </a:moveTo>
                  <a:cubicBezTo>
                    <a:pt x="8763" y="20114"/>
                    <a:pt x="8763" y="20114"/>
                    <a:pt x="8763" y="20114"/>
                  </a:cubicBezTo>
                  <a:cubicBezTo>
                    <a:pt x="8887" y="20114"/>
                    <a:pt x="8887" y="20114"/>
                    <a:pt x="8887" y="20114"/>
                  </a:cubicBezTo>
                  <a:cubicBezTo>
                    <a:pt x="8887" y="20114"/>
                    <a:pt x="8887" y="20114"/>
                    <a:pt x="8887" y="20114"/>
                  </a:cubicBezTo>
                  <a:cubicBezTo>
                    <a:pt x="8887" y="20114"/>
                    <a:pt x="8887" y="20114"/>
                    <a:pt x="8887" y="20114"/>
                  </a:cubicBezTo>
                  <a:cubicBezTo>
                    <a:pt x="9010" y="20114"/>
                    <a:pt x="9010" y="20114"/>
                    <a:pt x="9010" y="20114"/>
                  </a:cubicBezTo>
                  <a:cubicBezTo>
                    <a:pt x="9010" y="20114"/>
                    <a:pt x="9010" y="20114"/>
                    <a:pt x="9010" y="20114"/>
                  </a:cubicBezTo>
                  <a:cubicBezTo>
                    <a:pt x="9010" y="20114"/>
                    <a:pt x="9010" y="20114"/>
                    <a:pt x="9010" y="20114"/>
                  </a:cubicBezTo>
                  <a:cubicBezTo>
                    <a:pt x="9134" y="20114"/>
                    <a:pt x="9257" y="20000"/>
                    <a:pt x="9134" y="19886"/>
                  </a:cubicBezTo>
                  <a:cubicBezTo>
                    <a:pt x="9010" y="19886"/>
                    <a:pt x="9010" y="19886"/>
                    <a:pt x="9010" y="19886"/>
                  </a:cubicBezTo>
                  <a:cubicBezTo>
                    <a:pt x="9010" y="19886"/>
                    <a:pt x="9010" y="19886"/>
                    <a:pt x="9010" y="19886"/>
                  </a:cubicBezTo>
                  <a:cubicBezTo>
                    <a:pt x="9010" y="19886"/>
                    <a:pt x="9010" y="19886"/>
                    <a:pt x="9010" y="19886"/>
                  </a:cubicBezTo>
                  <a:cubicBezTo>
                    <a:pt x="8887" y="19886"/>
                    <a:pt x="8887" y="19886"/>
                    <a:pt x="8887" y="19886"/>
                  </a:cubicBezTo>
                  <a:cubicBezTo>
                    <a:pt x="8887" y="19771"/>
                    <a:pt x="8887" y="19771"/>
                    <a:pt x="8887" y="19771"/>
                  </a:cubicBezTo>
                  <a:cubicBezTo>
                    <a:pt x="8887" y="19771"/>
                    <a:pt x="8887" y="19771"/>
                    <a:pt x="8887" y="19771"/>
                  </a:cubicBezTo>
                  <a:cubicBezTo>
                    <a:pt x="8887" y="19771"/>
                    <a:pt x="8887" y="19771"/>
                    <a:pt x="8763" y="19771"/>
                  </a:cubicBezTo>
                  <a:cubicBezTo>
                    <a:pt x="8640" y="19771"/>
                    <a:pt x="8640" y="20000"/>
                    <a:pt x="8763" y="20000"/>
                  </a:cubicBezTo>
                  <a:close/>
                  <a:moveTo>
                    <a:pt x="7406" y="19314"/>
                  </a:moveTo>
                  <a:cubicBezTo>
                    <a:pt x="7406" y="19314"/>
                    <a:pt x="7406" y="19314"/>
                    <a:pt x="7406" y="19314"/>
                  </a:cubicBezTo>
                  <a:cubicBezTo>
                    <a:pt x="7406" y="19429"/>
                    <a:pt x="7406" y="19429"/>
                    <a:pt x="7406" y="19429"/>
                  </a:cubicBezTo>
                  <a:cubicBezTo>
                    <a:pt x="7529" y="19429"/>
                    <a:pt x="7529" y="19429"/>
                    <a:pt x="7529" y="19429"/>
                  </a:cubicBezTo>
                  <a:cubicBezTo>
                    <a:pt x="7529" y="19429"/>
                    <a:pt x="7529" y="19429"/>
                    <a:pt x="7529" y="19429"/>
                  </a:cubicBezTo>
                  <a:cubicBezTo>
                    <a:pt x="7529" y="19429"/>
                    <a:pt x="7529" y="19429"/>
                    <a:pt x="7529" y="19429"/>
                  </a:cubicBezTo>
                  <a:cubicBezTo>
                    <a:pt x="7529" y="19429"/>
                    <a:pt x="7529" y="19429"/>
                    <a:pt x="7529" y="19429"/>
                  </a:cubicBezTo>
                  <a:cubicBezTo>
                    <a:pt x="7653" y="19429"/>
                    <a:pt x="7653" y="19429"/>
                    <a:pt x="7653" y="19429"/>
                  </a:cubicBezTo>
                  <a:cubicBezTo>
                    <a:pt x="7653" y="19429"/>
                    <a:pt x="7653" y="19429"/>
                    <a:pt x="7653" y="19429"/>
                  </a:cubicBezTo>
                  <a:cubicBezTo>
                    <a:pt x="7776" y="19543"/>
                    <a:pt x="7899" y="19314"/>
                    <a:pt x="7776" y="19200"/>
                  </a:cubicBezTo>
                  <a:cubicBezTo>
                    <a:pt x="7776" y="19200"/>
                    <a:pt x="7776" y="19200"/>
                    <a:pt x="7776" y="19200"/>
                  </a:cubicBezTo>
                  <a:cubicBezTo>
                    <a:pt x="7653" y="19200"/>
                    <a:pt x="7653" y="19200"/>
                    <a:pt x="7653" y="19200"/>
                  </a:cubicBezTo>
                  <a:cubicBezTo>
                    <a:pt x="7653" y="19200"/>
                    <a:pt x="7653" y="19200"/>
                    <a:pt x="7653" y="19200"/>
                  </a:cubicBezTo>
                  <a:cubicBezTo>
                    <a:pt x="7653" y="19200"/>
                    <a:pt x="7653" y="19200"/>
                    <a:pt x="7653" y="19200"/>
                  </a:cubicBezTo>
                  <a:cubicBezTo>
                    <a:pt x="7529" y="19086"/>
                    <a:pt x="7529" y="19086"/>
                    <a:pt x="7529" y="19086"/>
                  </a:cubicBezTo>
                  <a:cubicBezTo>
                    <a:pt x="7529" y="19086"/>
                    <a:pt x="7529" y="19086"/>
                    <a:pt x="7529" y="19086"/>
                  </a:cubicBezTo>
                  <a:cubicBezTo>
                    <a:pt x="7529" y="19086"/>
                    <a:pt x="7529" y="19086"/>
                    <a:pt x="7529" y="19086"/>
                  </a:cubicBezTo>
                  <a:cubicBezTo>
                    <a:pt x="7529" y="19086"/>
                    <a:pt x="7529" y="19086"/>
                    <a:pt x="7529" y="19086"/>
                  </a:cubicBezTo>
                  <a:cubicBezTo>
                    <a:pt x="7282" y="19086"/>
                    <a:pt x="7282" y="19200"/>
                    <a:pt x="7406" y="19314"/>
                  </a:cubicBezTo>
                  <a:close/>
                  <a:moveTo>
                    <a:pt x="7529" y="18286"/>
                  </a:moveTo>
                  <a:cubicBezTo>
                    <a:pt x="7899" y="18629"/>
                    <a:pt x="8393" y="18971"/>
                    <a:pt x="8887" y="19086"/>
                  </a:cubicBezTo>
                  <a:cubicBezTo>
                    <a:pt x="9381" y="19314"/>
                    <a:pt x="9874" y="19429"/>
                    <a:pt x="10491" y="19429"/>
                  </a:cubicBezTo>
                  <a:cubicBezTo>
                    <a:pt x="10615" y="19429"/>
                    <a:pt x="10738" y="19429"/>
                    <a:pt x="10862" y="19543"/>
                  </a:cubicBezTo>
                  <a:cubicBezTo>
                    <a:pt x="11232" y="19543"/>
                    <a:pt x="11602" y="19429"/>
                    <a:pt x="11973" y="19429"/>
                  </a:cubicBezTo>
                  <a:cubicBezTo>
                    <a:pt x="12466" y="19314"/>
                    <a:pt x="12960" y="19086"/>
                    <a:pt x="13454" y="18857"/>
                  </a:cubicBezTo>
                  <a:cubicBezTo>
                    <a:pt x="13947" y="18629"/>
                    <a:pt x="14441" y="18171"/>
                    <a:pt x="14688" y="17600"/>
                  </a:cubicBezTo>
                  <a:cubicBezTo>
                    <a:pt x="14935" y="17143"/>
                    <a:pt x="15058" y="16571"/>
                    <a:pt x="14935" y="15886"/>
                  </a:cubicBezTo>
                  <a:cubicBezTo>
                    <a:pt x="14811" y="15886"/>
                    <a:pt x="14688" y="15886"/>
                    <a:pt x="14688" y="15771"/>
                  </a:cubicBezTo>
                  <a:cubicBezTo>
                    <a:pt x="14071" y="15543"/>
                    <a:pt x="13701" y="15086"/>
                    <a:pt x="13454" y="14514"/>
                  </a:cubicBezTo>
                  <a:cubicBezTo>
                    <a:pt x="13330" y="14286"/>
                    <a:pt x="13207" y="14057"/>
                    <a:pt x="13083" y="13714"/>
                  </a:cubicBezTo>
                  <a:cubicBezTo>
                    <a:pt x="12713" y="13943"/>
                    <a:pt x="12343" y="14171"/>
                    <a:pt x="11973" y="14286"/>
                  </a:cubicBezTo>
                  <a:cubicBezTo>
                    <a:pt x="11602" y="14286"/>
                    <a:pt x="11232" y="14400"/>
                    <a:pt x="10862" y="14400"/>
                  </a:cubicBezTo>
                  <a:cubicBezTo>
                    <a:pt x="10862" y="14400"/>
                    <a:pt x="10862" y="14400"/>
                    <a:pt x="10862" y="14400"/>
                  </a:cubicBezTo>
                  <a:cubicBezTo>
                    <a:pt x="10738" y="14400"/>
                    <a:pt x="10615" y="14400"/>
                    <a:pt x="10491" y="14400"/>
                  </a:cubicBezTo>
                  <a:cubicBezTo>
                    <a:pt x="9874" y="14286"/>
                    <a:pt x="9381" y="14171"/>
                    <a:pt x="8887" y="13943"/>
                  </a:cubicBezTo>
                  <a:cubicBezTo>
                    <a:pt x="8763" y="13943"/>
                    <a:pt x="8640" y="13829"/>
                    <a:pt x="8393" y="13714"/>
                  </a:cubicBezTo>
                  <a:cubicBezTo>
                    <a:pt x="8270" y="14400"/>
                    <a:pt x="8023" y="14971"/>
                    <a:pt x="7529" y="15429"/>
                  </a:cubicBezTo>
                  <a:cubicBezTo>
                    <a:pt x="7282" y="15657"/>
                    <a:pt x="7159" y="15771"/>
                    <a:pt x="6789" y="15886"/>
                  </a:cubicBezTo>
                  <a:cubicBezTo>
                    <a:pt x="6665" y="16914"/>
                    <a:pt x="7035" y="17714"/>
                    <a:pt x="7529" y="18286"/>
                  </a:cubicBezTo>
                  <a:close/>
                  <a:moveTo>
                    <a:pt x="6295" y="18171"/>
                  </a:moveTo>
                  <a:cubicBezTo>
                    <a:pt x="6295" y="18171"/>
                    <a:pt x="6295" y="18171"/>
                    <a:pt x="6295" y="18171"/>
                  </a:cubicBezTo>
                  <a:cubicBezTo>
                    <a:pt x="6418" y="18171"/>
                    <a:pt x="6418" y="18171"/>
                    <a:pt x="6418" y="18171"/>
                  </a:cubicBezTo>
                  <a:cubicBezTo>
                    <a:pt x="6418" y="18286"/>
                    <a:pt x="6418" y="18286"/>
                    <a:pt x="6418" y="18286"/>
                  </a:cubicBezTo>
                  <a:cubicBezTo>
                    <a:pt x="6418" y="18286"/>
                    <a:pt x="6418" y="18286"/>
                    <a:pt x="6418" y="18286"/>
                  </a:cubicBezTo>
                  <a:cubicBezTo>
                    <a:pt x="6418" y="18400"/>
                    <a:pt x="6418" y="18400"/>
                    <a:pt x="6418" y="18400"/>
                  </a:cubicBezTo>
                  <a:cubicBezTo>
                    <a:pt x="6418" y="18400"/>
                    <a:pt x="6418" y="18400"/>
                    <a:pt x="6418" y="18400"/>
                  </a:cubicBezTo>
                  <a:cubicBezTo>
                    <a:pt x="6418" y="18400"/>
                    <a:pt x="6418" y="18400"/>
                    <a:pt x="6542" y="18400"/>
                  </a:cubicBezTo>
                  <a:cubicBezTo>
                    <a:pt x="6542" y="18400"/>
                    <a:pt x="6542" y="18400"/>
                    <a:pt x="6542" y="18400"/>
                  </a:cubicBezTo>
                  <a:cubicBezTo>
                    <a:pt x="6665" y="18514"/>
                    <a:pt x="6789" y="18400"/>
                    <a:pt x="6665" y="18171"/>
                  </a:cubicBezTo>
                  <a:cubicBezTo>
                    <a:pt x="6665" y="18171"/>
                    <a:pt x="6665" y="18171"/>
                    <a:pt x="6665" y="18171"/>
                  </a:cubicBezTo>
                  <a:cubicBezTo>
                    <a:pt x="6665" y="18171"/>
                    <a:pt x="6665" y="18171"/>
                    <a:pt x="6665" y="18171"/>
                  </a:cubicBezTo>
                  <a:cubicBezTo>
                    <a:pt x="6665" y="18171"/>
                    <a:pt x="6665" y="18171"/>
                    <a:pt x="6665" y="18171"/>
                  </a:cubicBezTo>
                  <a:cubicBezTo>
                    <a:pt x="6542" y="18057"/>
                    <a:pt x="6542" y="18057"/>
                    <a:pt x="6542" y="18057"/>
                  </a:cubicBezTo>
                  <a:cubicBezTo>
                    <a:pt x="6542" y="18057"/>
                    <a:pt x="6542" y="18057"/>
                    <a:pt x="6542" y="18057"/>
                  </a:cubicBezTo>
                  <a:cubicBezTo>
                    <a:pt x="6542" y="18057"/>
                    <a:pt x="6542" y="18057"/>
                    <a:pt x="6542" y="18057"/>
                  </a:cubicBezTo>
                  <a:cubicBezTo>
                    <a:pt x="6542" y="18057"/>
                    <a:pt x="6542" y="18057"/>
                    <a:pt x="6542" y="18057"/>
                  </a:cubicBezTo>
                  <a:cubicBezTo>
                    <a:pt x="6542" y="17943"/>
                    <a:pt x="6542" y="17943"/>
                    <a:pt x="6542" y="17943"/>
                  </a:cubicBezTo>
                  <a:cubicBezTo>
                    <a:pt x="6418" y="17943"/>
                    <a:pt x="6295" y="18057"/>
                    <a:pt x="6295" y="18171"/>
                  </a:cubicBezTo>
                  <a:close/>
                  <a:moveTo>
                    <a:pt x="5801" y="16686"/>
                  </a:moveTo>
                  <a:cubicBezTo>
                    <a:pt x="5801" y="16800"/>
                    <a:pt x="5801" y="16800"/>
                    <a:pt x="5801" y="16800"/>
                  </a:cubicBezTo>
                  <a:cubicBezTo>
                    <a:pt x="5801" y="16800"/>
                    <a:pt x="5801" y="16800"/>
                    <a:pt x="5801" y="16800"/>
                  </a:cubicBezTo>
                  <a:cubicBezTo>
                    <a:pt x="5801" y="16914"/>
                    <a:pt x="5801" y="16914"/>
                    <a:pt x="5801" y="16914"/>
                  </a:cubicBezTo>
                  <a:cubicBezTo>
                    <a:pt x="5801" y="16914"/>
                    <a:pt x="5801" y="16914"/>
                    <a:pt x="5801" y="16914"/>
                  </a:cubicBezTo>
                  <a:cubicBezTo>
                    <a:pt x="5801" y="16914"/>
                    <a:pt x="5801" y="16914"/>
                    <a:pt x="5801" y="16914"/>
                  </a:cubicBezTo>
                  <a:cubicBezTo>
                    <a:pt x="5801" y="17029"/>
                    <a:pt x="5925" y="17029"/>
                    <a:pt x="5925" y="17029"/>
                  </a:cubicBezTo>
                  <a:cubicBezTo>
                    <a:pt x="6048" y="17029"/>
                    <a:pt x="6048" y="17029"/>
                    <a:pt x="6048" y="17029"/>
                  </a:cubicBezTo>
                  <a:cubicBezTo>
                    <a:pt x="6048" y="17029"/>
                    <a:pt x="6171" y="16914"/>
                    <a:pt x="6048" y="16914"/>
                  </a:cubicBezTo>
                  <a:cubicBezTo>
                    <a:pt x="6048" y="16914"/>
                    <a:pt x="6048" y="16914"/>
                    <a:pt x="6048" y="16914"/>
                  </a:cubicBezTo>
                  <a:cubicBezTo>
                    <a:pt x="6048" y="16800"/>
                    <a:pt x="6048" y="16800"/>
                    <a:pt x="6048" y="16800"/>
                  </a:cubicBezTo>
                  <a:cubicBezTo>
                    <a:pt x="6048" y="16800"/>
                    <a:pt x="6048" y="16800"/>
                    <a:pt x="6048" y="16800"/>
                  </a:cubicBezTo>
                  <a:cubicBezTo>
                    <a:pt x="6048" y="16686"/>
                    <a:pt x="6048" y="16686"/>
                    <a:pt x="6048" y="16686"/>
                  </a:cubicBezTo>
                  <a:cubicBezTo>
                    <a:pt x="6048" y="16686"/>
                    <a:pt x="6048" y="16686"/>
                    <a:pt x="6048" y="16686"/>
                  </a:cubicBezTo>
                  <a:cubicBezTo>
                    <a:pt x="6048" y="16686"/>
                    <a:pt x="6048" y="16686"/>
                    <a:pt x="6048" y="16686"/>
                  </a:cubicBezTo>
                  <a:cubicBezTo>
                    <a:pt x="6048" y="16571"/>
                    <a:pt x="6048" y="16571"/>
                    <a:pt x="5925" y="16571"/>
                  </a:cubicBezTo>
                  <a:cubicBezTo>
                    <a:pt x="5925" y="16571"/>
                    <a:pt x="5801" y="16571"/>
                    <a:pt x="5801" y="16686"/>
                  </a:cubicBezTo>
                  <a:close/>
                  <a:moveTo>
                    <a:pt x="5925" y="10400"/>
                  </a:moveTo>
                  <a:cubicBezTo>
                    <a:pt x="6048" y="10514"/>
                    <a:pt x="6295" y="10514"/>
                    <a:pt x="6418" y="10629"/>
                  </a:cubicBezTo>
                  <a:cubicBezTo>
                    <a:pt x="6418" y="10629"/>
                    <a:pt x="6418" y="10629"/>
                    <a:pt x="6542" y="10743"/>
                  </a:cubicBezTo>
                  <a:cubicBezTo>
                    <a:pt x="6789" y="11314"/>
                    <a:pt x="7159" y="11886"/>
                    <a:pt x="7529" y="12229"/>
                  </a:cubicBezTo>
                  <a:cubicBezTo>
                    <a:pt x="7899" y="12686"/>
                    <a:pt x="8393" y="13029"/>
                    <a:pt x="8887" y="13257"/>
                  </a:cubicBezTo>
                  <a:cubicBezTo>
                    <a:pt x="9381" y="13486"/>
                    <a:pt x="9874" y="13600"/>
                    <a:pt x="10491" y="13714"/>
                  </a:cubicBezTo>
                  <a:cubicBezTo>
                    <a:pt x="10615" y="13714"/>
                    <a:pt x="10738" y="13714"/>
                    <a:pt x="10862" y="13714"/>
                  </a:cubicBezTo>
                  <a:cubicBezTo>
                    <a:pt x="10862" y="13714"/>
                    <a:pt x="10862" y="13714"/>
                    <a:pt x="10862" y="13714"/>
                  </a:cubicBezTo>
                  <a:cubicBezTo>
                    <a:pt x="11232" y="13714"/>
                    <a:pt x="11602" y="13714"/>
                    <a:pt x="11973" y="13600"/>
                  </a:cubicBezTo>
                  <a:cubicBezTo>
                    <a:pt x="12466" y="13371"/>
                    <a:pt x="12960" y="13143"/>
                    <a:pt x="13454" y="12914"/>
                  </a:cubicBezTo>
                  <a:cubicBezTo>
                    <a:pt x="13947" y="12571"/>
                    <a:pt x="14318" y="12114"/>
                    <a:pt x="14688" y="11543"/>
                  </a:cubicBezTo>
                  <a:cubicBezTo>
                    <a:pt x="14811" y="11200"/>
                    <a:pt x="15058" y="10971"/>
                    <a:pt x="15182" y="10629"/>
                  </a:cubicBezTo>
                  <a:cubicBezTo>
                    <a:pt x="15305" y="10514"/>
                    <a:pt x="15429" y="10514"/>
                    <a:pt x="15429" y="10514"/>
                  </a:cubicBezTo>
                  <a:cubicBezTo>
                    <a:pt x="15552" y="10514"/>
                    <a:pt x="15675" y="10400"/>
                    <a:pt x="15799" y="10286"/>
                  </a:cubicBezTo>
                  <a:cubicBezTo>
                    <a:pt x="16416" y="9829"/>
                    <a:pt x="16663" y="8800"/>
                    <a:pt x="16539" y="7886"/>
                  </a:cubicBezTo>
                  <a:cubicBezTo>
                    <a:pt x="16416" y="6971"/>
                    <a:pt x="16046" y="6514"/>
                    <a:pt x="15799" y="6629"/>
                  </a:cubicBezTo>
                  <a:cubicBezTo>
                    <a:pt x="15675" y="6629"/>
                    <a:pt x="15552" y="6743"/>
                    <a:pt x="15429" y="6971"/>
                  </a:cubicBezTo>
                  <a:cubicBezTo>
                    <a:pt x="15305" y="7200"/>
                    <a:pt x="15305" y="7429"/>
                    <a:pt x="15182" y="7886"/>
                  </a:cubicBezTo>
                  <a:cubicBezTo>
                    <a:pt x="15058" y="7886"/>
                    <a:pt x="14811" y="7771"/>
                    <a:pt x="14688" y="7657"/>
                  </a:cubicBezTo>
                  <a:cubicBezTo>
                    <a:pt x="14194" y="7429"/>
                    <a:pt x="13824" y="6743"/>
                    <a:pt x="13454" y="6171"/>
                  </a:cubicBezTo>
                  <a:cubicBezTo>
                    <a:pt x="12960" y="5371"/>
                    <a:pt x="12590" y="4457"/>
                    <a:pt x="12466" y="3771"/>
                  </a:cubicBezTo>
                  <a:cubicBezTo>
                    <a:pt x="12466" y="4457"/>
                    <a:pt x="12343" y="5029"/>
                    <a:pt x="11973" y="5600"/>
                  </a:cubicBezTo>
                  <a:cubicBezTo>
                    <a:pt x="11726" y="5943"/>
                    <a:pt x="11355" y="6171"/>
                    <a:pt x="10862" y="6400"/>
                  </a:cubicBezTo>
                  <a:cubicBezTo>
                    <a:pt x="10738" y="6400"/>
                    <a:pt x="10615" y="6400"/>
                    <a:pt x="10491" y="6400"/>
                  </a:cubicBezTo>
                  <a:cubicBezTo>
                    <a:pt x="9998" y="6514"/>
                    <a:pt x="9504" y="6400"/>
                    <a:pt x="8887" y="6286"/>
                  </a:cubicBezTo>
                  <a:cubicBezTo>
                    <a:pt x="8887" y="6286"/>
                    <a:pt x="8763" y="6286"/>
                    <a:pt x="8640" y="6171"/>
                  </a:cubicBezTo>
                  <a:cubicBezTo>
                    <a:pt x="8146" y="6057"/>
                    <a:pt x="7899" y="6629"/>
                    <a:pt x="7529" y="7200"/>
                  </a:cubicBezTo>
                  <a:cubicBezTo>
                    <a:pt x="7282" y="7771"/>
                    <a:pt x="7035" y="8343"/>
                    <a:pt x="6542" y="8571"/>
                  </a:cubicBezTo>
                  <a:cubicBezTo>
                    <a:pt x="6295" y="8686"/>
                    <a:pt x="6171" y="8800"/>
                    <a:pt x="5925" y="8800"/>
                  </a:cubicBezTo>
                  <a:cubicBezTo>
                    <a:pt x="5678" y="8914"/>
                    <a:pt x="5431" y="8914"/>
                    <a:pt x="5061" y="8800"/>
                  </a:cubicBezTo>
                  <a:cubicBezTo>
                    <a:pt x="5184" y="9486"/>
                    <a:pt x="5554" y="10057"/>
                    <a:pt x="5925" y="10400"/>
                  </a:cubicBezTo>
                  <a:close/>
                  <a:moveTo>
                    <a:pt x="4073" y="20457"/>
                  </a:moveTo>
                  <a:cubicBezTo>
                    <a:pt x="4073" y="20457"/>
                    <a:pt x="4073" y="20457"/>
                    <a:pt x="4073" y="20457"/>
                  </a:cubicBezTo>
                  <a:cubicBezTo>
                    <a:pt x="4197" y="20457"/>
                    <a:pt x="4197" y="20457"/>
                    <a:pt x="4197" y="20457"/>
                  </a:cubicBezTo>
                  <a:cubicBezTo>
                    <a:pt x="4197" y="20457"/>
                    <a:pt x="4197" y="20457"/>
                    <a:pt x="4197" y="20457"/>
                  </a:cubicBezTo>
                  <a:cubicBezTo>
                    <a:pt x="4197" y="20571"/>
                    <a:pt x="4197" y="20571"/>
                    <a:pt x="4197" y="20571"/>
                  </a:cubicBezTo>
                  <a:cubicBezTo>
                    <a:pt x="4197" y="20571"/>
                    <a:pt x="4197" y="20571"/>
                    <a:pt x="4197" y="20571"/>
                  </a:cubicBezTo>
                  <a:cubicBezTo>
                    <a:pt x="4197" y="20571"/>
                    <a:pt x="4197" y="20571"/>
                    <a:pt x="4197" y="20571"/>
                  </a:cubicBezTo>
                  <a:cubicBezTo>
                    <a:pt x="4197" y="20571"/>
                    <a:pt x="4197" y="20571"/>
                    <a:pt x="4197" y="20571"/>
                  </a:cubicBezTo>
                  <a:cubicBezTo>
                    <a:pt x="4197" y="20686"/>
                    <a:pt x="4197" y="20686"/>
                    <a:pt x="4197" y="20686"/>
                  </a:cubicBezTo>
                  <a:cubicBezTo>
                    <a:pt x="4197" y="20686"/>
                    <a:pt x="4197" y="20686"/>
                    <a:pt x="4197" y="20686"/>
                  </a:cubicBezTo>
                  <a:cubicBezTo>
                    <a:pt x="4197" y="20686"/>
                    <a:pt x="4197" y="20686"/>
                    <a:pt x="4197" y="20686"/>
                  </a:cubicBezTo>
                  <a:cubicBezTo>
                    <a:pt x="4197" y="20686"/>
                    <a:pt x="4197" y="20686"/>
                    <a:pt x="4320" y="20686"/>
                  </a:cubicBezTo>
                  <a:cubicBezTo>
                    <a:pt x="4320" y="20800"/>
                    <a:pt x="4443" y="20686"/>
                    <a:pt x="4443" y="20571"/>
                  </a:cubicBezTo>
                  <a:cubicBezTo>
                    <a:pt x="4443" y="20571"/>
                    <a:pt x="4443" y="20571"/>
                    <a:pt x="4443" y="20571"/>
                  </a:cubicBezTo>
                  <a:cubicBezTo>
                    <a:pt x="4443" y="20571"/>
                    <a:pt x="4443" y="20571"/>
                    <a:pt x="4443" y="20571"/>
                  </a:cubicBezTo>
                  <a:cubicBezTo>
                    <a:pt x="4443" y="20571"/>
                    <a:pt x="4443" y="20571"/>
                    <a:pt x="4443" y="20571"/>
                  </a:cubicBezTo>
                  <a:cubicBezTo>
                    <a:pt x="4443" y="20571"/>
                    <a:pt x="4443" y="20571"/>
                    <a:pt x="4443" y="20571"/>
                  </a:cubicBezTo>
                  <a:cubicBezTo>
                    <a:pt x="4443" y="20457"/>
                    <a:pt x="4443" y="20457"/>
                    <a:pt x="4443" y="20457"/>
                  </a:cubicBezTo>
                  <a:cubicBezTo>
                    <a:pt x="4443" y="20457"/>
                    <a:pt x="4443" y="20457"/>
                    <a:pt x="4443" y="20457"/>
                  </a:cubicBezTo>
                  <a:cubicBezTo>
                    <a:pt x="4443" y="20457"/>
                    <a:pt x="4443" y="20457"/>
                    <a:pt x="4443" y="20457"/>
                  </a:cubicBezTo>
                  <a:cubicBezTo>
                    <a:pt x="4443" y="20343"/>
                    <a:pt x="4443" y="20343"/>
                    <a:pt x="4443" y="20343"/>
                  </a:cubicBezTo>
                  <a:cubicBezTo>
                    <a:pt x="4320" y="20343"/>
                    <a:pt x="4320" y="20343"/>
                    <a:pt x="4320" y="20343"/>
                  </a:cubicBezTo>
                  <a:cubicBezTo>
                    <a:pt x="4320" y="20343"/>
                    <a:pt x="4320" y="20343"/>
                    <a:pt x="4320" y="20343"/>
                  </a:cubicBezTo>
                  <a:cubicBezTo>
                    <a:pt x="4320" y="20343"/>
                    <a:pt x="4320" y="20229"/>
                    <a:pt x="4320" y="20229"/>
                  </a:cubicBezTo>
                  <a:cubicBezTo>
                    <a:pt x="4197" y="20229"/>
                    <a:pt x="4073" y="20343"/>
                    <a:pt x="4073" y="20457"/>
                  </a:cubicBezTo>
                  <a:close/>
                  <a:moveTo>
                    <a:pt x="3456" y="19200"/>
                  </a:moveTo>
                  <a:cubicBezTo>
                    <a:pt x="3456" y="19200"/>
                    <a:pt x="3456" y="19200"/>
                    <a:pt x="3456" y="19200"/>
                  </a:cubicBezTo>
                  <a:cubicBezTo>
                    <a:pt x="3456" y="19200"/>
                    <a:pt x="3456" y="19200"/>
                    <a:pt x="3456" y="19200"/>
                  </a:cubicBezTo>
                  <a:cubicBezTo>
                    <a:pt x="3456" y="19200"/>
                    <a:pt x="3456" y="19200"/>
                    <a:pt x="3456" y="19200"/>
                  </a:cubicBezTo>
                  <a:cubicBezTo>
                    <a:pt x="3456" y="19200"/>
                    <a:pt x="3456" y="19200"/>
                    <a:pt x="3456" y="19200"/>
                  </a:cubicBezTo>
                  <a:cubicBezTo>
                    <a:pt x="3579" y="19200"/>
                    <a:pt x="3579" y="19200"/>
                    <a:pt x="3579" y="19200"/>
                  </a:cubicBezTo>
                  <a:cubicBezTo>
                    <a:pt x="3579" y="19200"/>
                    <a:pt x="3579" y="19200"/>
                    <a:pt x="3579" y="19200"/>
                  </a:cubicBezTo>
                  <a:cubicBezTo>
                    <a:pt x="3579" y="19314"/>
                    <a:pt x="3579" y="19314"/>
                    <a:pt x="3579" y="19314"/>
                  </a:cubicBezTo>
                  <a:cubicBezTo>
                    <a:pt x="3579" y="19314"/>
                    <a:pt x="3579" y="19314"/>
                    <a:pt x="3579" y="19314"/>
                  </a:cubicBezTo>
                  <a:cubicBezTo>
                    <a:pt x="3579" y="19314"/>
                    <a:pt x="3579" y="19314"/>
                    <a:pt x="3579" y="19314"/>
                  </a:cubicBezTo>
                  <a:cubicBezTo>
                    <a:pt x="3579" y="19314"/>
                    <a:pt x="3579" y="19314"/>
                    <a:pt x="3579" y="19314"/>
                  </a:cubicBezTo>
                  <a:cubicBezTo>
                    <a:pt x="3579" y="19314"/>
                    <a:pt x="3579" y="19314"/>
                    <a:pt x="3579" y="19314"/>
                  </a:cubicBezTo>
                  <a:cubicBezTo>
                    <a:pt x="3579" y="19314"/>
                    <a:pt x="3579" y="19314"/>
                    <a:pt x="3579" y="19429"/>
                  </a:cubicBezTo>
                  <a:cubicBezTo>
                    <a:pt x="3579" y="19429"/>
                    <a:pt x="3579" y="19429"/>
                    <a:pt x="3579" y="19429"/>
                  </a:cubicBezTo>
                  <a:cubicBezTo>
                    <a:pt x="3703" y="19429"/>
                    <a:pt x="3826" y="19314"/>
                    <a:pt x="3826" y="19200"/>
                  </a:cubicBezTo>
                  <a:cubicBezTo>
                    <a:pt x="3826" y="19200"/>
                    <a:pt x="3826" y="19200"/>
                    <a:pt x="3826" y="19200"/>
                  </a:cubicBezTo>
                  <a:cubicBezTo>
                    <a:pt x="3703" y="19200"/>
                    <a:pt x="3703" y="19200"/>
                    <a:pt x="3703" y="19200"/>
                  </a:cubicBezTo>
                  <a:cubicBezTo>
                    <a:pt x="3703" y="19086"/>
                    <a:pt x="3703" y="19086"/>
                    <a:pt x="3703" y="19086"/>
                  </a:cubicBezTo>
                  <a:cubicBezTo>
                    <a:pt x="3703" y="19086"/>
                    <a:pt x="3703" y="19086"/>
                    <a:pt x="3703" y="19086"/>
                  </a:cubicBezTo>
                  <a:cubicBezTo>
                    <a:pt x="3703" y="19086"/>
                    <a:pt x="3703" y="19086"/>
                    <a:pt x="3703" y="19086"/>
                  </a:cubicBezTo>
                  <a:cubicBezTo>
                    <a:pt x="3703" y="19086"/>
                    <a:pt x="3703" y="19086"/>
                    <a:pt x="3703" y="19086"/>
                  </a:cubicBezTo>
                  <a:cubicBezTo>
                    <a:pt x="3703" y="19086"/>
                    <a:pt x="3703" y="19086"/>
                    <a:pt x="3703" y="19086"/>
                  </a:cubicBezTo>
                  <a:cubicBezTo>
                    <a:pt x="3703" y="18971"/>
                    <a:pt x="3703" y="18971"/>
                    <a:pt x="3703" y="18971"/>
                  </a:cubicBezTo>
                  <a:cubicBezTo>
                    <a:pt x="3703" y="18971"/>
                    <a:pt x="3703" y="18971"/>
                    <a:pt x="3703" y="18971"/>
                  </a:cubicBezTo>
                  <a:cubicBezTo>
                    <a:pt x="3579" y="18971"/>
                    <a:pt x="3579" y="18971"/>
                    <a:pt x="3579" y="18971"/>
                  </a:cubicBezTo>
                  <a:cubicBezTo>
                    <a:pt x="3579" y="18971"/>
                    <a:pt x="3579" y="18971"/>
                    <a:pt x="3579" y="18971"/>
                  </a:cubicBezTo>
                  <a:cubicBezTo>
                    <a:pt x="3579" y="18971"/>
                    <a:pt x="3579" y="18971"/>
                    <a:pt x="3579" y="18971"/>
                  </a:cubicBezTo>
                  <a:cubicBezTo>
                    <a:pt x="3579" y="18971"/>
                    <a:pt x="3579" y="18971"/>
                    <a:pt x="3579" y="18971"/>
                  </a:cubicBezTo>
                  <a:cubicBezTo>
                    <a:pt x="3456" y="18857"/>
                    <a:pt x="3333" y="19086"/>
                    <a:pt x="3456" y="19200"/>
                  </a:cubicBezTo>
                  <a:close/>
                  <a:moveTo>
                    <a:pt x="2222" y="18400"/>
                  </a:moveTo>
                  <a:cubicBezTo>
                    <a:pt x="2222" y="18400"/>
                    <a:pt x="2222" y="18400"/>
                    <a:pt x="2222" y="18400"/>
                  </a:cubicBezTo>
                  <a:cubicBezTo>
                    <a:pt x="2222" y="18400"/>
                    <a:pt x="2222" y="18400"/>
                    <a:pt x="2222"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345" y="18400"/>
                    <a:pt x="2345" y="18400"/>
                    <a:pt x="2345" y="18400"/>
                  </a:cubicBezTo>
                  <a:cubicBezTo>
                    <a:pt x="2469" y="18400"/>
                    <a:pt x="2469" y="18400"/>
                    <a:pt x="2469" y="18400"/>
                  </a:cubicBezTo>
                  <a:cubicBezTo>
                    <a:pt x="2469" y="18400"/>
                    <a:pt x="2469" y="18400"/>
                    <a:pt x="2469" y="18400"/>
                  </a:cubicBezTo>
                  <a:cubicBezTo>
                    <a:pt x="2469" y="18400"/>
                    <a:pt x="2469" y="18400"/>
                    <a:pt x="2469" y="18400"/>
                  </a:cubicBezTo>
                  <a:cubicBezTo>
                    <a:pt x="2469" y="18400"/>
                    <a:pt x="2469" y="18400"/>
                    <a:pt x="2469" y="18400"/>
                  </a:cubicBezTo>
                  <a:cubicBezTo>
                    <a:pt x="2592" y="18514"/>
                    <a:pt x="2715" y="18286"/>
                    <a:pt x="2592" y="18171"/>
                  </a:cubicBezTo>
                  <a:cubicBezTo>
                    <a:pt x="2469" y="18171"/>
                    <a:pt x="2469" y="18171"/>
                    <a:pt x="2469" y="18171"/>
                  </a:cubicBezTo>
                  <a:cubicBezTo>
                    <a:pt x="2469" y="18171"/>
                    <a:pt x="2469" y="18171"/>
                    <a:pt x="2469" y="18171"/>
                  </a:cubicBezTo>
                  <a:cubicBezTo>
                    <a:pt x="2469" y="18171"/>
                    <a:pt x="2469" y="18171"/>
                    <a:pt x="2469" y="18171"/>
                  </a:cubicBezTo>
                  <a:cubicBezTo>
                    <a:pt x="2469" y="18171"/>
                    <a:pt x="2469" y="18171"/>
                    <a:pt x="2469" y="18171"/>
                  </a:cubicBezTo>
                  <a:cubicBezTo>
                    <a:pt x="2469" y="18171"/>
                    <a:pt x="2469" y="18171"/>
                    <a:pt x="2469" y="18171"/>
                  </a:cubicBezTo>
                  <a:cubicBezTo>
                    <a:pt x="2469" y="18171"/>
                    <a:pt x="2469" y="18171"/>
                    <a:pt x="2469" y="18171"/>
                  </a:cubicBezTo>
                  <a:cubicBezTo>
                    <a:pt x="2469" y="18171"/>
                    <a:pt x="2469" y="18171"/>
                    <a:pt x="2469"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345" y="18171"/>
                    <a:pt x="2345" y="18171"/>
                    <a:pt x="2345" y="18171"/>
                  </a:cubicBezTo>
                  <a:cubicBezTo>
                    <a:pt x="2222" y="18057"/>
                    <a:pt x="2098" y="18171"/>
                    <a:pt x="2098" y="18171"/>
                  </a:cubicBezTo>
                  <a:cubicBezTo>
                    <a:pt x="2098" y="18286"/>
                    <a:pt x="2098" y="18286"/>
                    <a:pt x="2222" y="18400"/>
                  </a:cubicBezTo>
                  <a:close/>
                  <a:moveTo>
                    <a:pt x="741" y="18057"/>
                  </a:moveTo>
                  <a:cubicBezTo>
                    <a:pt x="741" y="18057"/>
                    <a:pt x="741" y="18057"/>
                    <a:pt x="741" y="18057"/>
                  </a:cubicBezTo>
                  <a:cubicBezTo>
                    <a:pt x="741" y="18057"/>
                    <a:pt x="741" y="18057"/>
                    <a:pt x="741"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864" y="18057"/>
                    <a:pt x="864" y="18057"/>
                    <a:pt x="864" y="18057"/>
                  </a:cubicBezTo>
                  <a:cubicBezTo>
                    <a:pt x="987" y="18057"/>
                    <a:pt x="987" y="18057"/>
                    <a:pt x="987" y="18057"/>
                  </a:cubicBezTo>
                  <a:cubicBezTo>
                    <a:pt x="987" y="18057"/>
                    <a:pt x="987" y="18057"/>
                    <a:pt x="987" y="18057"/>
                  </a:cubicBezTo>
                  <a:cubicBezTo>
                    <a:pt x="987" y="18057"/>
                    <a:pt x="987" y="18057"/>
                    <a:pt x="987" y="18057"/>
                  </a:cubicBezTo>
                  <a:cubicBezTo>
                    <a:pt x="987" y="18057"/>
                    <a:pt x="987" y="18057"/>
                    <a:pt x="987" y="18057"/>
                  </a:cubicBezTo>
                  <a:cubicBezTo>
                    <a:pt x="987" y="18057"/>
                    <a:pt x="987" y="18057"/>
                    <a:pt x="987" y="18057"/>
                  </a:cubicBezTo>
                  <a:cubicBezTo>
                    <a:pt x="987" y="18057"/>
                    <a:pt x="987" y="18057"/>
                    <a:pt x="987" y="18057"/>
                  </a:cubicBezTo>
                  <a:cubicBezTo>
                    <a:pt x="987" y="18057"/>
                    <a:pt x="987" y="18057"/>
                    <a:pt x="987" y="18057"/>
                  </a:cubicBezTo>
                  <a:cubicBezTo>
                    <a:pt x="987" y="18057"/>
                    <a:pt x="987" y="18057"/>
                    <a:pt x="987" y="18057"/>
                  </a:cubicBezTo>
                  <a:cubicBezTo>
                    <a:pt x="1111" y="18057"/>
                    <a:pt x="1111" y="18057"/>
                    <a:pt x="1111" y="18057"/>
                  </a:cubicBezTo>
                  <a:cubicBezTo>
                    <a:pt x="1234" y="18057"/>
                    <a:pt x="1111" y="17829"/>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987" y="17829"/>
                  </a:cubicBezTo>
                  <a:cubicBezTo>
                    <a:pt x="987" y="17829"/>
                    <a:pt x="987" y="17829"/>
                    <a:pt x="987"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864" y="17829"/>
                    <a:pt x="864" y="17829"/>
                    <a:pt x="864" y="17829"/>
                  </a:cubicBezTo>
                  <a:cubicBezTo>
                    <a:pt x="741" y="17829"/>
                    <a:pt x="741" y="17829"/>
                    <a:pt x="741" y="17829"/>
                  </a:cubicBezTo>
                  <a:cubicBezTo>
                    <a:pt x="741" y="17829"/>
                    <a:pt x="741" y="17829"/>
                    <a:pt x="741" y="17829"/>
                  </a:cubicBezTo>
                  <a:cubicBezTo>
                    <a:pt x="741" y="17829"/>
                    <a:pt x="741" y="17829"/>
                    <a:pt x="741" y="17829"/>
                  </a:cubicBezTo>
                  <a:cubicBezTo>
                    <a:pt x="741" y="17829"/>
                    <a:pt x="741" y="17829"/>
                    <a:pt x="741" y="17829"/>
                  </a:cubicBezTo>
                  <a:cubicBezTo>
                    <a:pt x="617" y="17943"/>
                    <a:pt x="617" y="18057"/>
                    <a:pt x="741" y="1805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79" name="Shape 2579"/>
            <p:cNvSpPr/>
            <p:nvPr/>
          </p:nvSpPr>
          <p:spPr>
            <a:xfrm>
              <a:off x="3214836" y="3157353"/>
              <a:ext cx="1291929" cy="1364231"/>
            </a:xfrm>
            <a:custGeom>
              <a:avLst/>
              <a:gdLst/>
              <a:ahLst/>
              <a:cxnLst>
                <a:cxn ang="0">
                  <a:pos x="wd2" y="hd2"/>
                </a:cxn>
                <a:cxn ang="5400000">
                  <a:pos x="wd2" y="hd2"/>
                </a:cxn>
                <a:cxn ang="10800000">
                  <a:pos x="wd2" y="hd2"/>
                </a:cxn>
                <a:cxn ang="16200000">
                  <a:pos x="wd2" y="hd2"/>
                </a:cxn>
              </a:cxnLst>
              <a:rect l="0" t="0" r="r" b="b"/>
              <a:pathLst>
                <a:path w="21437" h="21287" fill="norm" stroke="1" extrusionOk="0">
                  <a:moveTo>
                    <a:pt x="15869" y="15261"/>
                  </a:moveTo>
                  <a:cubicBezTo>
                    <a:pt x="15703" y="15183"/>
                    <a:pt x="15536" y="15183"/>
                    <a:pt x="15370" y="15104"/>
                  </a:cubicBezTo>
                  <a:cubicBezTo>
                    <a:pt x="14373" y="14713"/>
                    <a:pt x="13958" y="14087"/>
                    <a:pt x="13792" y="13304"/>
                  </a:cubicBezTo>
                  <a:cubicBezTo>
                    <a:pt x="14290" y="12913"/>
                    <a:pt x="14706" y="12365"/>
                    <a:pt x="14955" y="11817"/>
                  </a:cubicBezTo>
                  <a:cubicBezTo>
                    <a:pt x="15204" y="11504"/>
                    <a:pt x="15370" y="11113"/>
                    <a:pt x="15536" y="10722"/>
                  </a:cubicBezTo>
                  <a:cubicBezTo>
                    <a:pt x="15620" y="10722"/>
                    <a:pt x="15703" y="10722"/>
                    <a:pt x="15869" y="10644"/>
                  </a:cubicBezTo>
                  <a:cubicBezTo>
                    <a:pt x="16035" y="10487"/>
                    <a:pt x="16201" y="10330"/>
                    <a:pt x="16450" y="10174"/>
                  </a:cubicBezTo>
                  <a:cubicBezTo>
                    <a:pt x="16700" y="9783"/>
                    <a:pt x="16866" y="9313"/>
                    <a:pt x="17032" y="8844"/>
                  </a:cubicBezTo>
                  <a:cubicBezTo>
                    <a:pt x="17115" y="8374"/>
                    <a:pt x="17115" y="7826"/>
                    <a:pt x="17032" y="7357"/>
                  </a:cubicBezTo>
                  <a:cubicBezTo>
                    <a:pt x="16949" y="6965"/>
                    <a:pt x="16866" y="6652"/>
                    <a:pt x="16700" y="6339"/>
                  </a:cubicBezTo>
                  <a:cubicBezTo>
                    <a:pt x="16616" y="5165"/>
                    <a:pt x="16367" y="3835"/>
                    <a:pt x="15869" y="2739"/>
                  </a:cubicBezTo>
                  <a:cubicBezTo>
                    <a:pt x="15204" y="1487"/>
                    <a:pt x="14207" y="548"/>
                    <a:pt x="12629" y="470"/>
                  </a:cubicBezTo>
                  <a:cubicBezTo>
                    <a:pt x="12296" y="391"/>
                    <a:pt x="12047" y="313"/>
                    <a:pt x="11715" y="235"/>
                  </a:cubicBezTo>
                  <a:cubicBezTo>
                    <a:pt x="11383" y="157"/>
                    <a:pt x="11050" y="78"/>
                    <a:pt x="10718" y="78"/>
                  </a:cubicBezTo>
                  <a:cubicBezTo>
                    <a:pt x="8309" y="-313"/>
                    <a:pt x="6647" y="783"/>
                    <a:pt x="5650" y="2974"/>
                  </a:cubicBezTo>
                  <a:cubicBezTo>
                    <a:pt x="5235" y="3913"/>
                    <a:pt x="4903" y="5087"/>
                    <a:pt x="4736" y="6339"/>
                  </a:cubicBezTo>
                  <a:cubicBezTo>
                    <a:pt x="4653" y="6652"/>
                    <a:pt x="4487" y="6965"/>
                    <a:pt x="4487" y="7357"/>
                  </a:cubicBezTo>
                  <a:cubicBezTo>
                    <a:pt x="4404" y="7826"/>
                    <a:pt x="4404" y="8374"/>
                    <a:pt x="4487" y="8844"/>
                  </a:cubicBezTo>
                  <a:cubicBezTo>
                    <a:pt x="4570" y="9313"/>
                    <a:pt x="4820" y="9783"/>
                    <a:pt x="5069" y="10174"/>
                  </a:cubicBezTo>
                  <a:cubicBezTo>
                    <a:pt x="5235" y="10330"/>
                    <a:pt x="5484" y="10487"/>
                    <a:pt x="5650" y="10644"/>
                  </a:cubicBezTo>
                  <a:cubicBezTo>
                    <a:pt x="5733" y="10644"/>
                    <a:pt x="5816" y="10722"/>
                    <a:pt x="5900" y="10722"/>
                  </a:cubicBezTo>
                  <a:cubicBezTo>
                    <a:pt x="6066" y="11113"/>
                    <a:pt x="6315" y="11426"/>
                    <a:pt x="6564" y="11739"/>
                  </a:cubicBezTo>
                  <a:cubicBezTo>
                    <a:pt x="6813" y="12365"/>
                    <a:pt x="7229" y="12913"/>
                    <a:pt x="7644" y="13304"/>
                  </a:cubicBezTo>
                  <a:cubicBezTo>
                    <a:pt x="7561" y="14087"/>
                    <a:pt x="7063" y="14713"/>
                    <a:pt x="6066" y="15104"/>
                  </a:cubicBezTo>
                  <a:cubicBezTo>
                    <a:pt x="5983" y="15183"/>
                    <a:pt x="5816" y="15183"/>
                    <a:pt x="5650" y="15261"/>
                  </a:cubicBezTo>
                  <a:cubicBezTo>
                    <a:pt x="3158" y="16122"/>
                    <a:pt x="-82" y="16513"/>
                    <a:pt x="1" y="19330"/>
                  </a:cubicBezTo>
                  <a:cubicBezTo>
                    <a:pt x="84" y="19957"/>
                    <a:pt x="333" y="20817"/>
                    <a:pt x="749" y="21287"/>
                  </a:cubicBezTo>
                  <a:cubicBezTo>
                    <a:pt x="5650" y="21287"/>
                    <a:pt x="5650" y="21287"/>
                    <a:pt x="5650" y="21287"/>
                  </a:cubicBezTo>
                  <a:cubicBezTo>
                    <a:pt x="10718" y="21287"/>
                    <a:pt x="10718" y="21287"/>
                    <a:pt x="10718" y="21287"/>
                  </a:cubicBezTo>
                  <a:cubicBezTo>
                    <a:pt x="15869" y="21287"/>
                    <a:pt x="15869" y="21287"/>
                    <a:pt x="15869" y="21287"/>
                  </a:cubicBezTo>
                  <a:cubicBezTo>
                    <a:pt x="20770" y="21287"/>
                    <a:pt x="20770" y="21287"/>
                    <a:pt x="20770" y="21287"/>
                  </a:cubicBezTo>
                  <a:cubicBezTo>
                    <a:pt x="21186" y="20817"/>
                    <a:pt x="21435" y="19957"/>
                    <a:pt x="21435" y="19330"/>
                  </a:cubicBezTo>
                  <a:cubicBezTo>
                    <a:pt x="21518" y="16513"/>
                    <a:pt x="18361" y="16122"/>
                    <a:pt x="15869" y="15261"/>
                  </a:cubicBezTo>
                  <a:close/>
                  <a:moveTo>
                    <a:pt x="15287" y="6965"/>
                  </a:moveTo>
                  <a:cubicBezTo>
                    <a:pt x="15453" y="6417"/>
                    <a:pt x="15620" y="6261"/>
                    <a:pt x="15869" y="6339"/>
                  </a:cubicBezTo>
                  <a:cubicBezTo>
                    <a:pt x="15952" y="6339"/>
                    <a:pt x="16201" y="6574"/>
                    <a:pt x="16284" y="6887"/>
                  </a:cubicBezTo>
                  <a:cubicBezTo>
                    <a:pt x="16616" y="7826"/>
                    <a:pt x="16450" y="9157"/>
                    <a:pt x="15869" y="9861"/>
                  </a:cubicBezTo>
                  <a:cubicBezTo>
                    <a:pt x="15703" y="10017"/>
                    <a:pt x="15453" y="10174"/>
                    <a:pt x="15287" y="10252"/>
                  </a:cubicBezTo>
                  <a:cubicBezTo>
                    <a:pt x="15121" y="8844"/>
                    <a:pt x="15121" y="7670"/>
                    <a:pt x="15287" y="6965"/>
                  </a:cubicBezTo>
                  <a:close/>
                  <a:moveTo>
                    <a:pt x="6232" y="10252"/>
                  </a:moveTo>
                  <a:cubicBezTo>
                    <a:pt x="5983" y="10174"/>
                    <a:pt x="5816" y="10017"/>
                    <a:pt x="5650" y="9861"/>
                  </a:cubicBezTo>
                  <a:cubicBezTo>
                    <a:pt x="5069" y="9157"/>
                    <a:pt x="4820" y="7904"/>
                    <a:pt x="5235" y="6965"/>
                  </a:cubicBezTo>
                  <a:cubicBezTo>
                    <a:pt x="5318" y="6496"/>
                    <a:pt x="5484" y="6339"/>
                    <a:pt x="5650" y="6261"/>
                  </a:cubicBezTo>
                  <a:cubicBezTo>
                    <a:pt x="5900" y="6183"/>
                    <a:pt x="6066" y="6574"/>
                    <a:pt x="6232" y="7122"/>
                  </a:cubicBezTo>
                  <a:cubicBezTo>
                    <a:pt x="6315" y="7826"/>
                    <a:pt x="6315" y="8844"/>
                    <a:pt x="6232" y="10252"/>
                  </a:cubicBezTo>
                  <a:close/>
                  <a:moveTo>
                    <a:pt x="6564" y="6496"/>
                  </a:moveTo>
                  <a:cubicBezTo>
                    <a:pt x="8475" y="6417"/>
                    <a:pt x="9555" y="5478"/>
                    <a:pt x="10718" y="4696"/>
                  </a:cubicBezTo>
                  <a:cubicBezTo>
                    <a:pt x="11133" y="4461"/>
                    <a:pt x="11549" y="4226"/>
                    <a:pt x="11964" y="4070"/>
                  </a:cubicBezTo>
                  <a:cubicBezTo>
                    <a:pt x="13044" y="3600"/>
                    <a:pt x="14041" y="3522"/>
                    <a:pt x="14456" y="4148"/>
                  </a:cubicBezTo>
                  <a:cubicBezTo>
                    <a:pt x="14706" y="4539"/>
                    <a:pt x="14955" y="5087"/>
                    <a:pt x="14955" y="5713"/>
                  </a:cubicBezTo>
                  <a:cubicBezTo>
                    <a:pt x="14955" y="5791"/>
                    <a:pt x="14955" y="5791"/>
                    <a:pt x="14955" y="5870"/>
                  </a:cubicBezTo>
                  <a:cubicBezTo>
                    <a:pt x="14955" y="7591"/>
                    <a:pt x="14706" y="11270"/>
                    <a:pt x="13376" y="10487"/>
                  </a:cubicBezTo>
                  <a:cubicBezTo>
                    <a:pt x="13376" y="10409"/>
                    <a:pt x="13293" y="10330"/>
                    <a:pt x="13293" y="10330"/>
                  </a:cubicBezTo>
                  <a:cubicBezTo>
                    <a:pt x="12795" y="9939"/>
                    <a:pt x="11964" y="9078"/>
                    <a:pt x="10801" y="9704"/>
                  </a:cubicBezTo>
                  <a:cubicBezTo>
                    <a:pt x="10718" y="9704"/>
                    <a:pt x="10718" y="9704"/>
                    <a:pt x="10718" y="9704"/>
                  </a:cubicBezTo>
                  <a:cubicBezTo>
                    <a:pt x="9555" y="9704"/>
                    <a:pt x="8724" y="9939"/>
                    <a:pt x="8309" y="10330"/>
                  </a:cubicBezTo>
                  <a:cubicBezTo>
                    <a:pt x="8309" y="10330"/>
                    <a:pt x="8226" y="10409"/>
                    <a:pt x="8226" y="10409"/>
                  </a:cubicBezTo>
                  <a:cubicBezTo>
                    <a:pt x="6980" y="11113"/>
                    <a:pt x="6564" y="8296"/>
                    <a:pt x="6564" y="6496"/>
                  </a:cubicBezTo>
                  <a:close/>
                  <a:moveTo>
                    <a:pt x="12878" y="11661"/>
                  </a:moveTo>
                  <a:cubicBezTo>
                    <a:pt x="12961" y="12209"/>
                    <a:pt x="12546" y="12835"/>
                    <a:pt x="11632" y="13148"/>
                  </a:cubicBezTo>
                  <a:cubicBezTo>
                    <a:pt x="11300" y="13226"/>
                    <a:pt x="11050" y="12835"/>
                    <a:pt x="10718" y="12835"/>
                  </a:cubicBezTo>
                  <a:cubicBezTo>
                    <a:pt x="10718" y="12835"/>
                    <a:pt x="10718" y="12835"/>
                    <a:pt x="10718" y="12835"/>
                  </a:cubicBezTo>
                  <a:cubicBezTo>
                    <a:pt x="10386" y="12835"/>
                    <a:pt x="10220" y="13226"/>
                    <a:pt x="9804" y="13148"/>
                  </a:cubicBezTo>
                  <a:cubicBezTo>
                    <a:pt x="8973" y="12835"/>
                    <a:pt x="8641" y="12287"/>
                    <a:pt x="8641" y="11739"/>
                  </a:cubicBezTo>
                  <a:cubicBezTo>
                    <a:pt x="8641" y="10957"/>
                    <a:pt x="9721" y="10644"/>
                    <a:pt x="10718" y="10644"/>
                  </a:cubicBezTo>
                  <a:cubicBezTo>
                    <a:pt x="11798" y="10644"/>
                    <a:pt x="12878" y="10957"/>
                    <a:pt x="12878" y="11661"/>
                  </a:cubicBezTo>
                  <a:close/>
                  <a:moveTo>
                    <a:pt x="10718" y="20661"/>
                  </a:moveTo>
                  <a:cubicBezTo>
                    <a:pt x="10718" y="20661"/>
                    <a:pt x="10718" y="20661"/>
                    <a:pt x="10718" y="20661"/>
                  </a:cubicBezTo>
                  <a:cubicBezTo>
                    <a:pt x="10552" y="20661"/>
                    <a:pt x="10386" y="20504"/>
                    <a:pt x="10386" y="20348"/>
                  </a:cubicBezTo>
                  <a:cubicBezTo>
                    <a:pt x="10386" y="20191"/>
                    <a:pt x="10552" y="20035"/>
                    <a:pt x="10718" y="20035"/>
                  </a:cubicBezTo>
                  <a:cubicBezTo>
                    <a:pt x="10718" y="20035"/>
                    <a:pt x="10718" y="20035"/>
                    <a:pt x="10718" y="20035"/>
                  </a:cubicBezTo>
                  <a:cubicBezTo>
                    <a:pt x="10884" y="20035"/>
                    <a:pt x="11050" y="20191"/>
                    <a:pt x="11050" y="20348"/>
                  </a:cubicBezTo>
                  <a:cubicBezTo>
                    <a:pt x="11050" y="20504"/>
                    <a:pt x="10884" y="20661"/>
                    <a:pt x="10718" y="20661"/>
                  </a:cubicBezTo>
                  <a:close/>
                  <a:moveTo>
                    <a:pt x="10718" y="19800"/>
                  </a:moveTo>
                  <a:cubicBezTo>
                    <a:pt x="10718" y="19800"/>
                    <a:pt x="10718" y="19800"/>
                    <a:pt x="10718" y="19800"/>
                  </a:cubicBezTo>
                  <a:cubicBezTo>
                    <a:pt x="10552" y="19800"/>
                    <a:pt x="10386" y="19722"/>
                    <a:pt x="10386" y="19565"/>
                  </a:cubicBezTo>
                  <a:cubicBezTo>
                    <a:pt x="10386" y="19409"/>
                    <a:pt x="10552" y="19330"/>
                    <a:pt x="10718" y="19330"/>
                  </a:cubicBezTo>
                  <a:cubicBezTo>
                    <a:pt x="10718" y="19330"/>
                    <a:pt x="10718" y="19330"/>
                    <a:pt x="10718" y="19330"/>
                  </a:cubicBezTo>
                  <a:cubicBezTo>
                    <a:pt x="10884" y="19330"/>
                    <a:pt x="11050" y="19409"/>
                    <a:pt x="11050" y="19565"/>
                  </a:cubicBezTo>
                  <a:cubicBezTo>
                    <a:pt x="11050" y="19722"/>
                    <a:pt x="10884" y="19800"/>
                    <a:pt x="10718" y="19800"/>
                  </a:cubicBezTo>
                  <a:close/>
                  <a:moveTo>
                    <a:pt x="10718" y="18861"/>
                  </a:moveTo>
                  <a:cubicBezTo>
                    <a:pt x="8973" y="18235"/>
                    <a:pt x="8060" y="17374"/>
                    <a:pt x="6647" y="15730"/>
                  </a:cubicBezTo>
                  <a:cubicBezTo>
                    <a:pt x="7395" y="15417"/>
                    <a:pt x="7976" y="14791"/>
                    <a:pt x="8226" y="13930"/>
                  </a:cubicBezTo>
                  <a:cubicBezTo>
                    <a:pt x="9056" y="14557"/>
                    <a:pt x="9970" y="15026"/>
                    <a:pt x="10635" y="15026"/>
                  </a:cubicBezTo>
                  <a:cubicBezTo>
                    <a:pt x="10635" y="15026"/>
                    <a:pt x="10718" y="15026"/>
                    <a:pt x="10718" y="15026"/>
                  </a:cubicBezTo>
                  <a:cubicBezTo>
                    <a:pt x="10718" y="15026"/>
                    <a:pt x="10718" y="15026"/>
                    <a:pt x="10718" y="15026"/>
                  </a:cubicBezTo>
                  <a:cubicBezTo>
                    <a:pt x="10801" y="15026"/>
                    <a:pt x="10801" y="15026"/>
                    <a:pt x="10884" y="15026"/>
                  </a:cubicBezTo>
                  <a:cubicBezTo>
                    <a:pt x="11549" y="15026"/>
                    <a:pt x="12380" y="14557"/>
                    <a:pt x="13210" y="14009"/>
                  </a:cubicBezTo>
                  <a:cubicBezTo>
                    <a:pt x="13460" y="14791"/>
                    <a:pt x="14041" y="15417"/>
                    <a:pt x="14789" y="15730"/>
                  </a:cubicBezTo>
                  <a:cubicBezTo>
                    <a:pt x="13460" y="17687"/>
                    <a:pt x="12380" y="18391"/>
                    <a:pt x="10718" y="1886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0" name="Shape 2580"/>
            <p:cNvSpPr/>
            <p:nvPr/>
          </p:nvSpPr>
          <p:spPr>
            <a:xfrm>
              <a:off x="4418112" y="5121124"/>
              <a:ext cx="817464" cy="864136"/>
            </a:xfrm>
            <a:custGeom>
              <a:avLst/>
              <a:gdLst/>
              <a:ahLst/>
              <a:cxnLst>
                <a:cxn ang="0">
                  <a:pos x="wd2" y="hd2"/>
                </a:cxn>
                <a:cxn ang="5400000">
                  <a:pos x="wd2" y="hd2"/>
                </a:cxn>
                <a:cxn ang="10800000">
                  <a:pos x="wd2" y="hd2"/>
                </a:cxn>
                <a:cxn ang="16200000">
                  <a:pos x="wd2" y="hd2"/>
                </a:cxn>
              </a:cxnLst>
              <a:rect l="0" t="0" r="r" b="b"/>
              <a:pathLst>
                <a:path w="21472" h="21300" fill="norm" stroke="1" extrusionOk="0">
                  <a:moveTo>
                    <a:pt x="4" y="19325"/>
                  </a:moveTo>
                  <a:cubicBezTo>
                    <a:pt x="4" y="19942"/>
                    <a:pt x="267" y="20806"/>
                    <a:pt x="662" y="21300"/>
                  </a:cubicBezTo>
                  <a:cubicBezTo>
                    <a:pt x="662" y="21300"/>
                    <a:pt x="662" y="21300"/>
                    <a:pt x="5535" y="21300"/>
                  </a:cubicBezTo>
                  <a:cubicBezTo>
                    <a:pt x="5535" y="21300"/>
                    <a:pt x="5535" y="21300"/>
                    <a:pt x="10672" y="21300"/>
                  </a:cubicBezTo>
                  <a:cubicBezTo>
                    <a:pt x="10672" y="21300"/>
                    <a:pt x="10672" y="21300"/>
                    <a:pt x="15809" y="21300"/>
                  </a:cubicBezTo>
                  <a:cubicBezTo>
                    <a:pt x="15809" y="21300"/>
                    <a:pt x="15809" y="21300"/>
                    <a:pt x="20682" y="21300"/>
                  </a:cubicBezTo>
                  <a:cubicBezTo>
                    <a:pt x="21077" y="20806"/>
                    <a:pt x="21340" y="19942"/>
                    <a:pt x="21472" y="19325"/>
                  </a:cubicBezTo>
                  <a:cubicBezTo>
                    <a:pt x="21472" y="16486"/>
                    <a:pt x="18311" y="16116"/>
                    <a:pt x="15809" y="15252"/>
                  </a:cubicBezTo>
                  <a:cubicBezTo>
                    <a:pt x="15677" y="15129"/>
                    <a:pt x="15413" y="15129"/>
                    <a:pt x="15282" y="15005"/>
                  </a:cubicBezTo>
                  <a:cubicBezTo>
                    <a:pt x="14360" y="14635"/>
                    <a:pt x="13965" y="14018"/>
                    <a:pt x="13701" y="13277"/>
                  </a:cubicBezTo>
                  <a:cubicBezTo>
                    <a:pt x="14228" y="12783"/>
                    <a:pt x="14623" y="12290"/>
                    <a:pt x="14887" y="11673"/>
                  </a:cubicBezTo>
                  <a:cubicBezTo>
                    <a:pt x="15150" y="11426"/>
                    <a:pt x="15282" y="11055"/>
                    <a:pt x="15545" y="10685"/>
                  </a:cubicBezTo>
                  <a:cubicBezTo>
                    <a:pt x="15545" y="10685"/>
                    <a:pt x="15677" y="10562"/>
                    <a:pt x="15809" y="10562"/>
                  </a:cubicBezTo>
                  <a:cubicBezTo>
                    <a:pt x="15940" y="10438"/>
                    <a:pt x="16204" y="10315"/>
                    <a:pt x="16335" y="10068"/>
                  </a:cubicBezTo>
                  <a:cubicBezTo>
                    <a:pt x="16599" y="9698"/>
                    <a:pt x="16862" y="9327"/>
                    <a:pt x="16994" y="8834"/>
                  </a:cubicBezTo>
                  <a:cubicBezTo>
                    <a:pt x="16994" y="8340"/>
                    <a:pt x="17126" y="7723"/>
                    <a:pt x="16994" y="7353"/>
                  </a:cubicBezTo>
                  <a:cubicBezTo>
                    <a:pt x="16994" y="6982"/>
                    <a:pt x="16862" y="6612"/>
                    <a:pt x="16731" y="6365"/>
                  </a:cubicBezTo>
                  <a:cubicBezTo>
                    <a:pt x="16467" y="5007"/>
                    <a:pt x="16204" y="3897"/>
                    <a:pt x="15809" y="2909"/>
                  </a:cubicBezTo>
                  <a:cubicBezTo>
                    <a:pt x="14755" y="811"/>
                    <a:pt x="13174" y="-300"/>
                    <a:pt x="10672" y="70"/>
                  </a:cubicBezTo>
                  <a:cubicBezTo>
                    <a:pt x="10409" y="70"/>
                    <a:pt x="10013" y="194"/>
                    <a:pt x="9750" y="194"/>
                  </a:cubicBezTo>
                  <a:cubicBezTo>
                    <a:pt x="9355" y="317"/>
                    <a:pt x="9092" y="317"/>
                    <a:pt x="8828" y="441"/>
                  </a:cubicBezTo>
                  <a:cubicBezTo>
                    <a:pt x="7248" y="564"/>
                    <a:pt x="6194" y="1428"/>
                    <a:pt x="5535" y="2786"/>
                  </a:cubicBezTo>
                  <a:cubicBezTo>
                    <a:pt x="5009" y="3773"/>
                    <a:pt x="4745" y="5131"/>
                    <a:pt x="4745" y="6365"/>
                  </a:cubicBezTo>
                  <a:cubicBezTo>
                    <a:pt x="4482" y="6612"/>
                    <a:pt x="4482" y="6982"/>
                    <a:pt x="4350" y="7353"/>
                  </a:cubicBezTo>
                  <a:cubicBezTo>
                    <a:pt x="4350" y="7723"/>
                    <a:pt x="4350" y="8340"/>
                    <a:pt x="4482" y="8834"/>
                  </a:cubicBezTo>
                  <a:cubicBezTo>
                    <a:pt x="4482" y="9327"/>
                    <a:pt x="4745" y="9698"/>
                    <a:pt x="5009" y="10068"/>
                  </a:cubicBezTo>
                  <a:cubicBezTo>
                    <a:pt x="5140" y="10315"/>
                    <a:pt x="5404" y="10438"/>
                    <a:pt x="5535" y="10562"/>
                  </a:cubicBezTo>
                  <a:cubicBezTo>
                    <a:pt x="5667" y="10685"/>
                    <a:pt x="5799" y="10685"/>
                    <a:pt x="5931" y="10685"/>
                  </a:cubicBezTo>
                  <a:cubicBezTo>
                    <a:pt x="6062" y="11055"/>
                    <a:pt x="6194" y="11426"/>
                    <a:pt x="6457" y="11796"/>
                  </a:cubicBezTo>
                  <a:cubicBezTo>
                    <a:pt x="6721" y="12290"/>
                    <a:pt x="7116" y="12783"/>
                    <a:pt x="7643" y="13277"/>
                  </a:cubicBezTo>
                  <a:cubicBezTo>
                    <a:pt x="7511" y="14018"/>
                    <a:pt x="6984" y="14635"/>
                    <a:pt x="6062" y="15005"/>
                  </a:cubicBezTo>
                  <a:cubicBezTo>
                    <a:pt x="5931" y="15129"/>
                    <a:pt x="5799" y="15129"/>
                    <a:pt x="5535" y="15252"/>
                  </a:cubicBezTo>
                  <a:cubicBezTo>
                    <a:pt x="3033" y="16116"/>
                    <a:pt x="-128" y="16486"/>
                    <a:pt x="4" y="19325"/>
                  </a:cubicBezTo>
                  <a:close/>
                  <a:moveTo>
                    <a:pt x="6194" y="10191"/>
                  </a:moveTo>
                  <a:cubicBezTo>
                    <a:pt x="5931" y="10068"/>
                    <a:pt x="5799" y="9945"/>
                    <a:pt x="5535" y="9821"/>
                  </a:cubicBezTo>
                  <a:cubicBezTo>
                    <a:pt x="5009" y="9081"/>
                    <a:pt x="4745" y="7846"/>
                    <a:pt x="5140" y="6859"/>
                  </a:cubicBezTo>
                  <a:cubicBezTo>
                    <a:pt x="5272" y="6489"/>
                    <a:pt x="5404" y="6365"/>
                    <a:pt x="5535" y="6242"/>
                  </a:cubicBezTo>
                  <a:cubicBezTo>
                    <a:pt x="5799" y="6242"/>
                    <a:pt x="6062" y="6365"/>
                    <a:pt x="6062" y="6982"/>
                  </a:cubicBezTo>
                  <a:cubicBezTo>
                    <a:pt x="6326" y="7599"/>
                    <a:pt x="6326" y="8834"/>
                    <a:pt x="6194" y="10191"/>
                  </a:cubicBezTo>
                  <a:close/>
                  <a:moveTo>
                    <a:pt x="15282" y="7106"/>
                  </a:moveTo>
                  <a:cubicBezTo>
                    <a:pt x="15282" y="6489"/>
                    <a:pt x="15545" y="6118"/>
                    <a:pt x="15809" y="6242"/>
                  </a:cubicBezTo>
                  <a:cubicBezTo>
                    <a:pt x="15940" y="6242"/>
                    <a:pt x="16072" y="6489"/>
                    <a:pt x="16204" y="6982"/>
                  </a:cubicBezTo>
                  <a:cubicBezTo>
                    <a:pt x="16599" y="7846"/>
                    <a:pt x="16335" y="9081"/>
                    <a:pt x="15809" y="9821"/>
                  </a:cubicBezTo>
                  <a:cubicBezTo>
                    <a:pt x="15677" y="9945"/>
                    <a:pt x="15413" y="10068"/>
                    <a:pt x="15282" y="10191"/>
                  </a:cubicBezTo>
                  <a:cubicBezTo>
                    <a:pt x="15150" y="8834"/>
                    <a:pt x="15150" y="7723"/>
                    <a:pt x="15282" y="7106"/>
                  </a:cubicBezTo>
                  <a:close/>
                  <a:moveTo>
                    <a:pt x="13174" y="10438"/>
                  </a:moveTo>
                  <a:cubicBezTo>
                    <a:pt x="13174" y="10438"/>
                    <a:pt x="13174" y="10438"/>
                    <a:pt x="13174" y="10438"/>
                  </a:cubicBezTo>
                  <a:cubicBezTo>
                    <a:pt x="12648" y="10068"/>
                    <a:pt x="11857" y="9945"/>
                    <a:pt x="10672" y="9945"/>
                  </a:cubicBezTo>
                  <a:cubicBezTo>
                    <a:pt x="10672" y="9945"/>
                    <a:pt x="10672" y="9945"/>
                    <a:pt x="10672" y="9945"/>
                  </a:cubicBezTo>
                  <a:cubicBezTo>
                    <a:pt x="9487" y="9945"/>
                    <a:pt x="8565" y="10068"/>
                    <a:pt x="8038" y="10438"/>
                  </a:cubicBezTo>
                  <a:cubicBezTo>
                    <a:pt x="8038" y="10438"/>
                    <a:pt x="7774" y="10438"/>
                    <a:pt x="7643" y="10438"/>
                  </a:cubicBezTo>
                  <a:cubicBezTo>
                    <a:pt x="6326" y="11179"/>
                    <a:pt x="5799" y="7599"/>
                    <a:pt x="5799" y="5871"/>
                  </a:cubicBezTo>
                  <a:cubicBezTo>
                    <a:pt x="5799" y="5748"/>
                    <a:pt x="5799" y="5748"/>
                    <a:pt x="5799" y="5748"/>
                  </a:cubicBezTo>
                  <a:cubicBezTo>
                    <a:pt x="5799" y="5131"/>
                    <a:pt x="6326" y="4514"/>
                    <a:pt x="6721" y="4143"/>
                  </a:cubicBezTo>
                  <a:cubicBezTo>
                    <a:pt x="6984" y="3526"/>
                    <a:pt x="8301" y="3526"/>
                    <a:pt x="9355" y="4020"/>
                  </a:cubicBezTo>
                  <a:cubicBezTo>
                    <a:pt x="9882" y="4143"/>
                    <a:pt x="10277" y="4390"/>
                    <a:pt x="10672" y="4637"/>
                  </a:cubicBezTo>
                  <a:cubicBezTo>
                    <a:pt x="11857" y="5501"/>
                    <a:pt x="12911" y="6365"/>
                    <a:pt x="14887" y="6489"/>
                  </a:cubicBezTo>
                  <a:cubicBezTo>
                    <a:pt x="14887" y="8340"/>
                    <a:pt x="14492" y="11055"/>
                    <a:pt x="13174" y="10438"/>
                  </a:cubicBezTo>
                  <a:close/>
                  <a:moveTo>
                    <a:pt x="10672" y="10562"/>
                  </a:moveTo>
                  <a:cubicBezTo>
                    <a:pt x="11726" y="10562"/>
                    <a:pt x="12779" y="10809"/>
                    <a:pt x="12779" y="11549"/>
                  </a:cubicBezTo>
                  <a:cubicBezTo>
                    <a:pt x="12779" y="12166"/>
                    <a:pt x="12384" y="12537"/>
                    <a:pt x="11594" y="12907"/>
                  </a:cubicBezTo>
                  <a:cubicBezTo>
                    <a:pt x="11199" y="13030"/>
                    <a:pt x="11067" y="12413"/>
                    <a:pt x="10672" y="12413"/>
                  </a:cubicBezTo>
                  <a:cubicBezTo>
                    <a:pt x="10672" y="12413"/>
                    <a:pt x="10672" y="12413"/>
                    <a:pt x="10672" y="12413"/>
                  </a:cubicBezTo>
                  <a:cubicBezTo>
                    <a:pt x="10409" y="12413"/>
                    <a:pt x="10145" y="13030"/>
                    <a:pt x="9750" y="12907"/>
                  </a:cubicBezTo>
                  <a:cubicBezTo>
                    <a:pt x="8960" y="12537"/>
                    <a:pt x="8433" y="12166"/>
                    <a:pt x="8565" y="11549"/>
                  </a:cubicBezTo>
                  <a:cubicBezTo>
                    <a:pt x="8565" y="10932"/>
                    <a:pt x="9618" y="10562"/>
                    <a:pt x="10672" y="10562"/>
                  </a:cubicBezTo>
                  <a:close/>
                  <a:moveTo>
                    <a:pt x="10409" y="20189"/>
                  </a:moveTo>
                  <a:cubicBezTo>
                    <a:pt x="10409" y="20066"/>
                    <a:pt x="10540" y="19942"/>
                    <a:pt x="10672" y="19942"/>
                  </a:cubicBezTo>
                  <a:cubicBezTo>
                    <a:pt x="10672" y="19942"/>
                    <a:pt x="10672" y="19942"/>
                    <a:pt x="10672" y="19942"/>
                  </a:cubicBezTo>
                  <a:cubicBezTo>
                    <a:pt x="10935" y="19942"/>
                    <a:pt x="11067" y="20066"/>
                    <a:pt x="11067" y="20189"/>
                  </a:cubicBezTo>
                  <a:cubicBezTo>
                    <a:pt x="11067" y="20436"/>
                    <a:pt x="10935" y="20559"/>
                    <a:pt x="10672" y="20559"/>
                  </a:cubicBezTo>
                  <a:cubicBezTo>
                    <a:pt x="10672" y="20559"/>
                    <a:pt x="10672" y="20559"/>
                    <a:pt x="10672" y="20559"/>
                  </a:cubicBezTo>
                  <a:cubicBezTo>
                    <a:pt x="10540" y="20559"/>
                    <a:pt x="10409" y="20436"/>
                    <a:pt x="10409" y="20189"/>
                  </a:cubicBezTo>
                  <a:close/>
                  <a:moveTo>
                    <a:pt x="10409" y="19449"/>
                  </a:moveTo>
                  <a:cubicBezTo>
                    <a:pt x="10409" y="19325"/>
                    <a:pt x="10540" y="19078"/>
                    <a:pt x="10672" y="19078"/>
                  </a:cubicBezTo>
                  <a:cubicBezTo>
                    <a:pt x="10672" y="19078"/>
                    <a:pt x="10672" y="19078"/>
                    <a:pt x="10672" y="19078"/>
                  </a:cubicBezTo>
                  <a:cubicBezTo>
                    <a:pt x="10935" y="19078"/>
                    <a:pt x="11067" y="19202"/>
                    <a:pt x="11067" y="19449"/>
                  </a:cubicBezTo>
                  <a:cubicBezTo>
                    <a:pt x="11067" y="19572"/>
                    <a:pt x="10935" y="19695"/>
                    <a:pt x="10672" y="19695"/>
                  </a:cubicBezTo>
                  <a:cubicBezTo>
                    <a:pt x="10672" y="19695"/>
                    <a:pt x="10672" y="19695"/>
                    <a:pt x="10672" y="19695"/>
                  </a:cubicBezTo>
                  <a:cubicBezTo>
                    <a:pt x="10540" y="19695"/>
                    <a:pt x="10409" y="19572"/>
                    <a:pt x="10409" y="19449"/>
                  </a:cubicBezTo>
                  <a:close/>
                  <a:moveTo>
                    <a:pt x="6589" y="15499"/>
                  </a:moveTo>
                  <a:cubicBezTo>
                    <a:pt x="7379" y="15252"/>
                    <a:pt x="7906" y="14511"/>
                    <a:pt x="8301" y="13647"/>
                  </a:cubicBezTo>
                  <a:cubicBezTo>
                    <a:pt x="9092" y="14141"/>
                    <a:pt x="9882" y="14388"/>
                    <a:pt x="10540" y="14388"/>
                  </a:cubicBezTo>
                  <a:cubicBezTo>
                    <a:pt x="10672" y="14388"/>
                    <a:pt x="10672" y="14388"/>
                    <a:pt x="10672" y="14388"/>
                  </a:cubicBezTo>
                  <a:cubicBezTo>
                    <a:pt x="10672" y="14388"/>
                    <a:pt x="10672" y="14388"/>
                    <a:pt x="10672" y="14388"/>
                  </a:cubicBezTo>
                  <a:cubicBezTo>
                    <a:pt x="10804" y="14388"/>
                    <a:pt x="10804" y="14388"/>
                    <a:pt x="10804" y="14388"/>
                  </a:cubicBezTo>
                  <a:cubicBezTo>
                    <a:pt x="11462" y="14388"/>
                    <a:pt x="12384" y="14141"/>
                    <a:pt x="13174" y="13524"/>
                  </a:cubicBezTo>
                  <a:cubicBezTo>
                    <a:pt x="13438" y="14388"/>
                    <a:pt x="13965" y="15375"/>
                    <a:pt x="14755" y="15622"/>
                  </a:cubicBezTo>
                  <a:cubicBezTo>
                    <a:pt x="13438" y="17350"/>
                    <a:pt x="12384" y="18214"/>
                    <a:pt x="10672" y="18831"/>
                  </a:cubicBezTo>
                  <a:cubicBezTo>
                    <a:pt x="9092" y="18338"/>
                    <a:pt x="8038" y="17474"/>
                    <a:pt x="6589" y="1549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1" name="Shape 2581"/>
            <p:cNvSpPr/>
            <p:nvPr/>
          </p:nvSpPr>
          <p:spPr>
            <a:xfrm>
              <a:off x="5089524" y="2291746"/>
              <a:ext cx="717551" cy="766164"/>
            </a:xfrm>
            <a:custGeom>
              <a:avLst/>
              <a:gdLst/>
              <a:ahLst/>
              <a:cxnLst>
                <a:cxn ang="0">
                  <a:pos x="wd2" y="hd2"/>
                </a:cxn>
                <a:cxn ang="5400000">
                  <a:pos x="wd2" y="hd2"/>
                </a:cxn>
                <a:cxn ang="10800000">
                  <a:pos x="wd2" y="hd2"/>
                </a:cxn>
                <a:cxn ang="16200000">
                  <a:pos x="wd2" y="hd2"/>
                </a:cxn>
              </a:cxnLst>
              <a:rect l="0" t="0" r="r" b="b"/>
              <a:pathLst>
                <a:path w="21600" h="21362" fill="norm" stroke="1" extrusionOk="0">
                  <a:moveTo>
                    <a:pt x="15860" y="15191"/>
                  </a:moveTo>
                  <a:cubicBezTo>
                    <a:pt x="15709" y="15050"/>
                    <a:pt x="15558" y="15050"/>
                    <a:pt x="15558" y="15050"/>
                  </a:cubicBezTo>
                  <a:cubicBezTo>
                    <a:pt x="14501" y="14630"/>
                    <a:pt x="14048" y="13928"/>
                    <a:pt x="13897" y="13227"/>
                  </a:cubicBezTo>
                  <a:cubicBezTo>
                    <a:pt x="14350" y="12806"/>
                    <a:pt x="14803" y="12245"/>
                    <a:pt x="14954" y="11824"/>
                  </a:cubicBezTo>
                  <a:cubicBezTo>
                    <a:pt x="15256" y="11404"/>
                    <a:pt x="15407" y="11123"/>
                    <a:pt x="15709" y="10702"/>
                  </a:cubicBezTo>
                  <a:cubicBezTo>
                    <a:pt x="15709" y="10702"/>
                    <a:pt x="15860" y="10702"/>
                    <a:pt x="15860" y="10562"/>
                  </a:cubicBezTo>
                  <a:cubicBezTo>
                    <a:pt x="16162" y="10422"/>
                    <a:pt x="16313" y="10281"/>
                    <a:pt x="16464" y="10141"/>
                  </a:cubicBezTo>
                  <a:cubicBezTo>
                    <a:pt x="16766" y="9720"/>
                    <a:pt x="16917" y="9300"/>
                    <a:pt x="17069" y="8739"/>
                  </a:cubicBezTo>
                  <a:cubicBezTo>
                    <a:pt x="17220" y="8318"/>
                    <a:pt x="17220" y="7757"/>
                    <a:pt x="17220" y="7336"/>
                  </a:cubicBezTo>
                  <a:cubicBezTo>
                    <a:pt x="17069" y="6915"/>
                    <a:pt x="16917" y="6635"/>
                    <a:pt x="16766" y="6354"/>
                  </a:cubicBezTo>
                  <a:cubicBezTo>
                    <a:pt x="16766" y="5232"/>
                    <a:pt x="16464" y="3830"/>
                    <a:pt x="15860" y="2707"/>
                  </a:cubicBezTo>
                  <a:cubicBezTo>
                    <a:pt x="15256" y="1445"/>
                    <a:pt x="14350" y="604"/>
                    <a:pt x="12688" y="463"/>
                  </a:cubicBezTo>
                  <a:cubicBezTo>
                    <a:pt x="12386" y="463"/>
                    <a:pt x="12084" y="323"/>
                    <a:pt x="11782" y="323"/>
                  </a:cubicBezTo>
                  <a:cubicBezTo>
                    <a:pt x="11480" y="183"/>
                    <a:pt x="11178" y="183"/>
                    <a:pt x="10876" y="43"/>
                  </a:cubicBezTo>
                  <a:cubicBezTo>
                    <a:pt x="8308" y="-238"/>
                    <a:pt x="6646" y="884"/>
                    <a:pt x="5740" y="2988"/>
                  </a:cubicBezTo>
                  <a:cubicBezTo>
                    <a:pt x="5287" y="3970"/>
                    <a:pt x="4985" y="5092"/>
                    <a:pt x="4834" y="6354"/>
                  </a:cubicBezTo>
                  <a:cubicBezTo>
                    <a:pt x="4683" y="6635"/>
                    <a:pt x="4531" y="6915"/>
                    <a:pt x="4531" y="7336"/>
                  </a:cubicBezTo>
                  <a:cubicBezTo>
                    <a:pt x="4380" y="7757"/>
                    <a:pt x="4380" y="8318"/>
                    <a:pt x="4531" y="8739"/>
                  </a:cubicBezTo>
                  <a:cubicBezTo>
                    <a:pt x="4683" y="9300"/>
                    <a:pt x="4834" y="9720"/>
                    <a:pt x="5136" y="10141"/>
                  </a:cubicBezTo>
                  <a:cubicBezTo>
                    <a:pt x="5287" y="10281"/>
                    <a:pt x="5438" y="10422"/>
                    <a:pt x="5740" y="10562"/>
                  </a:cubicBezTo>
                  <a:cubicBezTo>
                    <a:pt x="5740" y="10562"/>
                    <a:pt x="5891" y="10702"/>
                    <a:pt x="5891" y="10702"/>
                  </a:cubicBezTo>
                  <a:cubicBezTo>
                    <a:pt x="6193" y="10983"/>
                    <a:pt x="6344" y="11404"/>
                    <a:pt x="6495" y="11684"/>
                  </a:cubicBezTo>
                  <a:cubicBezTo>
                    <a:pt x="6797" y="12245"/>
                    <a:pt x="7250" y="12806"/>
                    <a:pt x="7703" y="13227"/>
                  </a:cubicBezTo>
                  <a:cubicBezTo>
                    <a:pt x="7552" y="13928"/>
                    <a:pt x="7099" y="14630"/>
                    <a:pt x="6193" y="15050"/>
                  </a:cubicBezTo>
                  <a:cubicBezTo>
                    <a:pt x="6042" y="15050"/>
                    <a:pt x="5891" y="15050"/>
                    <a:pt x="5740" y="15191"/>
                  </a:cubicBezTo>
                  <a:cubicBezTo>
                    <a:pt x="3172" y="16032"/>
                    <a:pt x="0" y="16453"/>
                    <a:pt x="0" y="19258"/>
                  </a:cubicBezTo>
                  <a:cubicBezTo>
                    <a:pt x="0" y="19959"/>
                    <a:pt x="302" y="20801"/>
                    <a:pt x="755" y="21362"/>
                  </a:cubicBezTo>
                  <a:cubicBezTo>
                    <a:pt x="5740" y="21362"/>
                    <a:pt x="5740" y="21362"/>
                    <a:pt x="5740" y="21362"/>
                  </a:cubicBezTo>
                  <a:cubicBezTo>
                    <a:pt x="10876" y="21362"/>
                    <a:pt x="10876" y="21362"/>
                    <a:pt x="10876" y="21362"/>
                  </a:cubicBezTo>
                  <a:cubicBezTo>
                    <a:pt x="15860" y="21362"/>
                    <a:pt x="15860" y="21362"/>
                    <a:pt x="15860" y="21362"/>
                  </a:cubicBezTo>
                  <a:cubicBezTo>
                    <a:pt x="20845" y="21362"/>
                    <a:pt x="20845" y="21362"/>
                    <a:pt x="20845" y="21362"/>
                  </a:cubicBezTo>
                  <a:cubicBezTo>
                    <a:pt x="21298" y="20801"/>
                    <a:pt x="21600" y="19959"/>
                    <a:pt x="21600" y="19258"/>
                  </a:cubicBezTo>
                  <a:cubicBezTo>
                    <a:pt x="21600" y="16453"/>
                    <a:pt x="18428" y="16032"/>
                    <a:pt x="15860" y="15191"/>
                  </a:cubicBezTo>
                  <a:close/>
                  <a:moveTo>
                    <a:pt x="15407" y="6915"/>
                  </a:moveTo>
                  <a:cubicBezTo>
                    <a:pt x="15558" y="6494"/>
                    <a:pt x="15709" y="6214"/>
                    <a:pt x="15860" y="6354"/>
                  </a:cubicBezTo>
                  <a:cubicBezTo>
                    <a:pt x="16011" y="6354"/>
                    <a:pt x="16313" y="6635"/>
                    <a:pt x="16313" y="6915"/>
                  </a:cubicBezTo>
                  <a:cubicBezTo>
                    <a:pt x="16766" y="7897"/>
                    <a:pt x="16464" y="9159"/>
                    <a:pt x="15860" y="9861"/>
                  </a:cubicBezTo>
                  <a:cubicBezTo>
                    <a:pt x="15709" y="10001"/>
                    <a:pt x="15558" y="10141"/>
                    <a:pt x="15407" y="10141"/>
                  </a:cubicBezTo>
                  <a:cubicBezTo>
                    <a:pt x="15256" y="8879"/>
                    <a:pt x="15256" y="7617"/>
                    <a:pt x="15407" y="6915"/>
                  </a:cubicBezTo>
                  <a:close/>
                  <a:moveTo>
                    <a:pt x="6193" y="10141"/>
                  </a:moveTo>
                  <a:cubicBezTo>
                    <a:pt x="6042" y="10141"/>
                    <a:pt x="5891" y="10001"/>
                    <a:pt x="5740" y="9861"/>
                  </a:cubicBezTo>
                  <a:cubicBezTo>
                    <a:pt x="5136" y="9159"/>
                    <a:pt x="4834" y="7897"/>
                    <a:pt x="5287" y="6915"/>
                  </a:cubicBezTo>
                  <a:cubicBezTo>
                    <a:pt x="5438" y="6494"/>
                    <a:pt x="5589" y="6354"/>
                    <a:pt x="5740" y="6214"/>
                  </a:cubicBezTo>
                  <a:cubicBezTo>
                    <a:pt x="5891" y="6214"/>
                    <a:pt x="6193" y="6494"/>
                    <a:pt x="6193" y="7196"/>
                  </a:cubicBezTo>
                  <a:cubicBezTo>
                    <a:pt x="6344" y="7757"/>
                    <a:pt x="6344" y="8739"/>
                    <a:pt x="6193" y="10141"/>
                  </a:cubicBezTo>
                  <a:close/>
                  <a:moveTo>
                    <a:pt x="6646" y="6494"/>
                  </a:moveTo>
                  <a:cubicBezTo>
                    <a:pt x="8459" y="6354"/>
                    <a:pt x="9667" y="5513"/>
                    <a:pt x="10876" y="4671"/>
                  </a:cubicBezTo>
                  <a:cubicBezTo>
                    <a:pt x="11178" y="4391"/>
                    <a:pt x="11631" y="4250"/>
                    <a:pt x="12084" y="4110"/>
                  </a:cubicBezTo>
                  <a:cubicBezTo>
                    <a:pt x="13141" y="3549"/>
                    <a:pt x="14350" y="3549"/>
                    <a:pt x="14652" y="4110"/>
                  </a:cubicBezTo>
                  <a:cubicBezTo>
                    <a:pt x="14954" y="4531"/>
                    <a:pt x="15407" y="5092"/>
                    <a:pt x="15407" y="5793"/>
                  </a:cubicBezTo>
                  <a:cubicBezTo>
                    <a:pt x="15407" y="5793"/>
                    <a:pt x="15407" y="5793"/>
                    <a:pt x="15407" y="5793"/>
                  </a:cubicBezTo>
                  <a:cubicBezTo>
                    <a:pt x="15407" y="7617"/>
                    <a:pt x="14954" y="11123"/>
                    <a:pt x="13594" y="10422"/>
                  </a:cubicBezTo>
                  <a:cubicBezTo>
                    <a:pt x="13594" y="10422"/>
                    <a:pt x="13443" y="10562"/>
                    <a:pt x="13443" y="10562"/>
                  </a:cubicBezTo>
                  <a:cubicBezTo>
                    <a:pt x="12990" y="10141"/>
                    <a:pt x="12084" y="10141"/>
                    <a:pt x="10876" y="10141"/>
                  </a:cubicBezTo>
                  <a:cubicBezTo>
                    <a:pt x="10876" y="10141"/>
                    <a:pt x="10876" y="10141"/>
                    <a:pt x="10876" y="10141"/>
                  </a:cubicBezTo>
                  <a:cubicBezTo>
                    <a:pt x="9667" y="10141"/>
                    <a:pt x="8761" y="10141"/>
                    <a:pt x="8308" y="10562"/>
                  </a:cubicBezTo>
                  <a:cubicBezTo>
                    <a:pt x="8308" y="10562"/>
                    <a:pt x="8308" y="10422"/>
                    <a:pt x="8308" y="10562"/>
                  </a:cubicBezTo>
                  <a:cubicBezTo>
                    <a:pt x="7099" y="11123"/>
                    <a:pt x="6646" y="8318"/>
                    <a:pt x="6646" y="6494"/>
                  </a:cubicBezTo>
                  <a:close/>
                  <a:moveTo>
                    <a:pt x="12990" y="11544"/>
                  </a:moveTo>
                  <a:cubicBezTo>
                    <a:pt x="12990" y="12105"/>
                    <a:pt x="12537" y="12526"/>
                    <a:pt x="11782" y="12806"/>
                  </a:cubicBezTo>
                  <a:cubicBezTo>
                    <a:pt x="11329" y="12946"/>
                    <a:pt x="11178" y="12385"/>
                    <a:pt x="10876" y="12385"/>
                  </a:cubicBezTo>
                  <a:cubicBezTo>
                    <a:pt x="10724" y="12385"/>
                    <a:pt x="10724" y="12385"/>
                    <a:pt x="10724" y="12385"/>
                  </a:cubicBezTo>
                  <a:cubicBezTo>
                    <a:pt x="10422" y="12385"/>
                    <a:pt x="10271" y="12946"/>
                    <a:pt x="9818" y="12806"/>
                  </a:cubicBezTo>
                  <a:cubicBezTo>
                    <a:pt x="9063" y="12526"/>
                    <a:pt x="8761" y="12105"/>
                    <a:pt x="8761" y="11544"/>
                  </a:cubicBezTo>
                  <a:cubicBezTo>
                    <a:pt x="8761" y="10843"/>
                    <a:pt x="9818" y="10562"/>
                    <a:pt x="10876" y="10562"/>
                  </a:cubicBezTo>
                  <a:cubicBezTo>
                    <a:pt x="11782" y="10562"/>
                    <a:pt x="12990" y="10843"/>
                    <a:pt x="12990" y="11544"/>
                  </a:cubicBezTo>
                  <a:close/>
                  <a:moveTo>
                    <a:pt x="10876" y="20520"/>
                  </a:moveTo>
                  <a:cubicBezTo>
                    <a:pt x="10724" y="20520"/>
                    <a:pt x="10724" y="20520"/>
                    <a:pt x="10724" y="20520"/>
                  </a:cubicBezTo>
                  <a:cubicBezTo>
                    <a:pt x="10573" y="20520"/>
                    <a:pt x="10422" y="20380"/>
                    <a:pt x="10422" y="20240"/>
                  </a:cubicBezTo>
                  <a:cubicBezTo>
                    <a:pt x="10422" y="19959"/>
                    <a:pt x="10573" y="19959"/>
                    <a:pt x="10724" y="19959"/>
                  </a:cubicBezTo>
                  <a:cubicBezTo>
                    <a:pt x="10724" y="19959"/>
                    <a:pt x="10724" y="19959"/>
                    <a:pt x="10876" y="19959"/>
                  </a:cubicBezTo>
                  <a:cubicBezTo>
                    <a:pt x="11027" y="19959"/>
                    <a:pt x="11027" y="20100"/>
                    <a:pt x="11027" y="20240"/>
                  </a:cubicBezTo>
                  <a:cubicBezTo>
                    <a:pt x="11027" y="20380"/>
                    <a:pt x="11027" y="20520"/>
                    <a:pt x="10876" y="20520"/>
                  </a:cubicBezTo>
                  <a:close/>
                  <a:moveTo>
                    <a:pt x="10876" y="19679"/>
                  </a:moveTo>
                  <a:cubicBezTo>
                    <a:pt x="10724" y="19679"/>
                    <a:pt x="10724" y="19679"/>
                    <a:pt x="10724" y="19679"/>
                  </a:cubicBezTo>
                  <a:cubicBezTo>
                    <a:pt x="10573" y="19679"/>
                    <a:pt x="10422" y="19539"/>
                    <a:pt x="10422" y="19398"/>
                  </a:cubicBezTo>
                  <a:cubicBezTo>
                    <a:pt x="10422" y="19258"/>
                    <a:pt x="10573" y="19118"/>
                    <a:pt x="10724" y="19118"/>
                  </a:cubicBezTo>
                  <a:cubicBezTo>
                    <a:pt x="10724" y="19118"/>
                    <a:pt x="10724" y="19118"/>
                    <a:pt x="10876" y="19118"/>
                  </a:cubicBezTo>
                  <a:cubicBezTo>
                    <a:pt x="11027" y="19118"/>
                    <a:pt x="11027" y="19258"/>
                    <a:pt x="11027" y="19398"/>
                  </a:cubicBezTo>
                  <a:cubicBezTo>
                    <a:pt x="11027" y="19539"/>
                    <a:pt x="11027" y="19679"/>
                    <a:pt x="10876" y="19679"/>
                  </a:cubicBezTo>
                  <a:close/>
                  <a:moveTo>
                    <a:pt x="10876" y="18697"/>
                  </a:moveTo>
                  <a:cubicBezTo>
                    <a:pt x="9063" y="18136"/>
                    <a:pt x="8157" y="17294"/>
                    <a:pt x="6646" y="15611"/>
                  </a:cubicBezTo>
                  <a:cubicBezTo>
                    <a:pt x="7401" y="15331"/>
                    <a:pt x="8006" y="14209"/>
                    <a:pt x="8308" y="13367"/>
                  </a:cubicBezTo>
                  <a:cubicBezTo>
                    <a:pt x="9063" y="14068"/>
                    <a:pt x="9969" y="14068"/>
                    <a:pt x="10724" y="14068"/>
                  </a:cubicBezTo>
                  <a:cubicBezTo>
                    <a:pt x="10724" y="14068"/>
                    <a:pt x="10724" y="14068"/>
                    <a:pt x="10724" y="14068"/>
                  </a:cubicBezTo>
                  <a:cubicBezTo>
                    <a:pt x="10876" y="14068"/>
                    <a:pt x="10876" y="14068"/>
                    <a:pt x="10876" y="14068"/>
                  </a:cubicBezTo>
                  <a:cubicBezTo>
                    <a:pt x="10876" y="14068"/>
                    <a:pt x="10876" y="14068"/>
                    <a:pt x="10876" y="14068"/>
                  </a:cubicBezTo>
                  <a:cubicBezTo>
                    <a:pt x="11631" y="14068"/>
                    <a:pt x="12537" y="14068"/>
                    <a:pt x="13292" y="13507"/>
                  </a:cubicBezTo>
                  <a:cubicBezTo>
                    <a:pt x="13594" y="14349"/>
                    <a:pt x="14048" y="15191"/>
                    <a:pt x="14954" y="15471"/>
                  </a:cubicBezTo>
                  <a:cubicBezTo>
                    <a:pt x="13594" y="17294"/>
                    <a:pt x="12386" y="18276"/>
                    <a:pt x="10876" y="1869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2" name="Shape 2582"/>
            <p:cNvSpPr/>
            <p:nvPr/>
          </p:nvSpPr>
          <p:spPr>
            <a:xfrm>
              <a:off x="2006600" y="2403464"/>
              <a:ext cx="666751" cy="717946"/>
            </a:xfrm>
            <a:custGeom>
              <a:avLst/>
              <a:gdLst/>
              <a:ahLst/>
              <a:cxnLst>
                <a:cxn ang="0">
                  <a:pos x="wd2" y="hd2"/>
                </a:cxn>
                <a:cxn ang="5400000">
                  <a:pos x="wd2" y="hd2"/>
                </a:cxn>
                <a:cxn ang="10800000">
                  <a:pos x="wd2" y="hd2"/>
                </a:cxn>
                <a:cxn ang="16200000">
                  <a:pos x="wd2" y="hd2"/>
                </a:cxn>
              </a:cxnLst>
              <a:rect l="0" t="0" r="r" b="b"/>
              <a:pathLst>
                <a:path w="21600" h="21517" fill="norm" stroke="1" extrusionOk="0">
                  <a:moveTo>
                    <a:pt x="20788" y="17317"/>
                  </a:moveTo>
                  <a:cubicBezTo>
                    <a:pt x="21275" y="17917"/>
                    <a:pt x="21600" y="18517"/>
                    <a:pt x="21600" y="19417"/>
                  </a:cubicBezTo>
                  <a:cubicBezTo>
                    <a:pt x="21600" y="20167"/>
                    <a:pt x="21275" y="20767"/>
                    <a:pt x="20788" y="21517"/>
                  </a:cubicBezTo>
                  <a:cubicBezTo>
                    <a:pt x="20788" y="21517"/>
                    <a:pt x="20788" y="21517"/>
                    <a:pt x="20788" y="21517"/>
                  </a:cubicBezTo>
                  <a:cubicBezTo>
                    <a:pt x="20788" y="21517"/>
                    <a:pt x="20788" y="21517"/>
                    <a:pt x="19164" y="21517"/>
                  </a:cubicBezTo>
                  <a:cubicBezTo>
                    <a:pt x="19164" y="21517"/>
                    <a:pt x="19164" y="21517"/>
                    <a:pt x="18027" y="21517"/>
                  </a:cubicBezTo>
                  <a:cubicBezTo>
                    <a:pt x="18027" y="21517"/>
                    <a:pt x="18027" y="21517"/>
                    <a:pt x="17377" y="21517"/>
                  </a:cubicBezTo>
                  <a:cubicBezTo>
                    <a:pt x="17377" y="21517"/>
                    <a:pt x="17377" y="21517"/>
                    <a:pt x="15591" y="21517"/>
                  </a:cubicBezTo>
                  <a:cubicBezTo>
                    <a:pt x="15591" y="21517"/>
                    <a:pt x="15591" y="21517"/>
                    <a:pt x="15104" y="21517"/>
                  </a:cubicBezTo>
                  <a:cubicBezTo>
                    <a:pt x="15104" y="21517"/>
                    <a:pt x="15104" y="21517"/>
                    <a:pt x="13967" y="21517"/>
                  </a:cubicBezTo>
                  <a:cubicBezTo>
                    <a:pt x="13967" y="21517"/>
                    <a:pt x="13967" y="21517"/>
                    <a:pt x="12668" y="21517"/>
                  </a:cubicBezTo>
                  <a:cubicBezTo>
                    <a:pt x="12668" y="21517"/>
                    <a:pt x="12668" y="21517"/>
                    <a:pt x="11206" y="21517"/>
                  </a:cubicBezTo>
                  <a:cubicBezTo>
                    <a:pt x="11206" y="21517"/>
                    <a:pt x="11206" y="21517"/>
                    <a:pt x="10719" y="21517"/>
                  </a:cubicBezTo>
                  <a:cubicBezTo>
                    <a:pt x="10719" y="21517"/>
                    <a:pt x="10719" y="21517"/>
                    <a:pt x="9744" y="21517"/>
                  </a:cubicBezTo>
                  <a:cubicBezTo>
                    <a:pt x="9744" y="21517"/>
                    <a:pt x="9744" y="21517"/>
                    <a:pt x="8283" y="21517"/>
                  </a:cubicBezTo>
                  <a:cubicBezTo>
                    <a:pt x="8283" y="21517"/>
                    <a:pt x="8283" y="21517"/>
                    <a:pt x="6983" y="21517"/>
                  </a:cubicBezTo>
                  <a:cubicBezTo>
                    <a:pt x="6983" y="21517"/>
                    <a:pt x="6983" y="21517"/>
                    <a:pt x="6171" y="21517"/>
                  </a:cubicBezTo>
                  <a:cubicBezTo>
                    <a:pt x="6171" y="21517"/>
                    <a:pt x="6171" y="21517"/>
                    <a:pt x="5847" y="21517"/>
                  </a:cubicBezTo>
                  <a:cubicBezTo>
                    <a:pt x="5847" y="21517"/>
                    <a:pt x="5847" y="21517"/>
                    <a:pt x="4223" y="21517"/>
                  </a:cubicBezTo>
                  <a:cubicBezTo>
                    <a:pt x="4223" y="21517"/>
                    <a:pt x="4223" y="21517"/>
                    <a:pt x="3573" y="21517"/>
                  </a:cubicBezTo>
                  <a:cubicBezTo>
                    <a:pt x="3573" y="21517"/>
                    <a:pt x="3573" y="21517"/>
                    <a:pt x="2436" y="21517"/>
                  </a:cubicBezTo>
                  <a:cubicBezTo>
                    <a:pt x="2436" y="21517"/>
                    <a:pt x="2436" y="21517"/>
                    <a:pt x="974" y="21517"/>
                  </a:cubicBezTo>
                  <a:cubicBezTo>
                    <a:pt x="974" y="21517"/>
                    <a:pt x="974" y="21517"/>
                    <a:pt x="812" y="21517"/>
                  </a:cubicBezTo>
                  <a:cubicBezTo>
                    <a:pt x="325" y="20767"/>
                    <a:pt x="162" y="20167"/>
                    <a:pt x="0" y="19417"/>
                  </a:cubicBezTo>
                  <a:cubicBezTo>
                    <a:pt x="0" y="18517"/>
                    <a:pt x="325" y="17917"/>
                    <a:pt x="974" y="17317"/>
                  </a:cubicBezTo>
                  <a:cubicBezTo>
                    <a:pt x="1299" y="17017"/>
                    <a:pt x="1786" y="16717"/>
                    <a:pt x="2436" y="16417"/>
                  </a:cubicBezTo>
                  <a:cubicBezTo>
                    <a:pt x="2761" y="16267"/>
                    <a:pt x="3248" y="16267"/>
                    <a:pt x="3573" y="16117"/>
                  </a:cubicBezTo>
                  <a:cubicBezTo>
                    <a:pt x="3898" y="15967"/>
                    <a:pt x="4060" y="15967"/>
                    <a:pt x="4223" y="15817"/>
                  </a:cubicBezTo>
                  <a:cubicBezTo>
                    <a:pt x="4223" y="15817"/>
                    <a:pt x="4223" y="15817"/>
                    <a:pt x="4385" y="15817"/>
                  </a:cubicBezTo>
                  <a:cubicBezTo>
                    <a:pt x="4385" y="15817"/>
                    <a:pt x="4385" y="15667"/>
                    <a:pt x="4223" y="15667"/>
                  </a:cubicBezTo>
                  <a:cubicBezTo>
                    <a:pt x="3898" y="15217"/>
                    <a:pt x="3735" y="14767"/>
                    <a:pt x="3735" y="14167"/>
                  </a:cubicBezTo>
                  <a:cubicBezTo>
                    <a:pt x="3735" y="13867"/>
                    <a:pt x="3898" y="13417"/>
                    <a:pt x="4060" y="13117"/>
                  </a:cubicBezTo>
                  <a:cubicBezTo>
                    <a:pt x="3898" y="13117"/>
                    <a:pt x="3735" y="13117"/>
                    <a:pt x="3573" y="12967"/>
                  </a:cubicBezTo>
                  <a:cubicBezTo>
                    <a:pt x="3086" y="12817"/>
                    <a:pt x="2761" y="12517"/>
                    <a:pt x="2436" y="12067"/>
                  </a:cubicBezTo>
                  <a:cubicBezTo>
                    <a:pt x="2111" y="11767"/>
                    <a:pt x="2111" y="11317"/>
                    <a:pt x="2111" y="10867"/>
                  </a:cubicBezTo>
                  <a:cubicBezTo>
                    <a:pt x="2111" y="10417"/>
                    <a:pt x="2111" y="10117"/>
                    <a:pt x="2436" y="9667"/>
                  </a:cubicBezTo>
                  <a:cubicBezTo>
                    <a:pt x="2598" y="9517"/>
                    <a:pt x="2761" y="9217"/>
                    <a:pt x="3086" y="9067"/>
                  </a:cubicBezTo>
                  <a:cubicBezTo>
                    <a:pt x="2923" y="8917"/>
                    <a:pt x="2923" y="8767"/>
                    <a:pt x="2923" y="8617"/>
                  </a:cubicBezTo>
                  <a:cubicBezTo>
                    <a:pt x="2923" y="8017"/>
                    <a:pt x="3248" y="7417"/>
                    <a:pt x="3573" y="7117"/>
                  </a:cubicBezTo>
                  <a:cubicBezTo>
                    <a:pt x="3735" y="6967"/>
                    <a:pt x="4060" y="6817"/>
                    <a:pt x="4223" y="6667"/>
                  </a:cubicBezTo>
                  <a:cubicBezTo>
                    <a:pt x="4223" y="6367"/>
                    <a:pt x="4223" y="6067"/>
                    <a:pt x="4223" y="5767"/>
                  </a:cubicBezTo>
                  <a:cubicBezTo>
                    <a:pt x="4547" y="4417"/>
                    <a:pt x="5035" y="3067"/>
                    <a:pt x="5847" y="2017"/>
                  </a:cubicBezTo>
                  <a:cubicBezTo>
                    <a:pt x="6009" y="1867"/>
                    <a:pt x="6009" y="1717"/>
                    <a:pt x="6171" y="1717"/>
                  </a:cubicBezTo>
                  <a:cubicBezTo>
                    <a:pt x="6496" y="1417"/>
                    <a:pt x="6659" y="1117"/>
                    <a:pt x="6983" y="967"/>
                  </a:cubicBezTo>
                  <a:cubicBezTo>
                    <a:pt x="7308" y="817"/>
                    <a:pt x="7795" y="667"/>
                    <a:pt x="8283" y="517"/>
                  </a:cubicBezTo>
                  <a:cubicBezTo>
                    <a:pt x="8445" y="517"/>
                    <a:pt x="8445" y="517"/>
                    <a:pt x="8608" y="517"/>
                  </a:cubicBezTo>
                  <a:cubicBezTo>
                    <a:pt x="8932" y="217"/>
                    <a:pt x="9257" y="67"/>
                    <a:pt x="9744" y="67"/>
                  </a:cubicBezTo>
                  <a:cubicBezTo>
                    <a:pt x="10069" y="67"/>
                    <a:pt x="10394" y="-83"/>
                    <a:pt x="10719" y="67"/>
                  </a:cubicBezTo>
                  <a:cubicBezTo>
                    <a:pt x="10881" y="67"/>
                    <a:pt x="11044" y="67"/>
                    <a:pt x="11206" y="67"/>
                  </a:cubicBezTo>
                  <a:cubicBezTo>
                    <a:pt x="11693" y="67"/>
                    <a:pt x="12180" y="217"/>
                    <a:pt x="12668" y="367"/>
                  </a:cubicBezTo>
                  <a:cubicBezTo>
                    <a:pt x="13155" y="517"/>
                    <a:pt x="13642" y="667"/>
                    <a:pt x="13967" y="967"/>
                  </a:cubicBezTo>
                  <a:cubicBezTo>
                    <a:pt x="14454" y="1267"/>
                    <a:pt x="14779" y="1417"/>
                    <a:pt x="15104" y="1717"/>
                  </a:cubicBezTo>
                  <a:cubicBezTo>
                    <a:pt x="15266" y="1867"/>
                    <a:pt x="15429" y="2017"/>
                    <a:pt x="15591" y="2317"/>
                  </a:cubicBezTo>
                  <a:cubicBezTo>
                    <a:pt x="16728" y="3367"/>
                    <a:pt x="17377" y="4867"/>
                    <a:pt x="17215" y="6817"/>
                  </a:cubicBezTo>
                  <a:cubicBezTo>
                    <a:pt x="17215" y="6817"/>
                    <a:pt x="17377" y="6967"/>
                    <a:pt x="17377" y="6967"/>
                  </a:cubicBezTo>
                  <a:cubicBezTo>
                    <a:pt x="17702" y="7117"/>
                    <a:pt x="17865" y="7417"/>
                    <a:pt x="18027" y="7867"/>
                  </a:cubicBezTo>
                  <a:cubicBezTo>
                    <a:pt x="18027" y="8017"/>
                    <a:pt x="18189" y="8317"/>
                    <a:pt x="18189" y="8617"/>
                  </a:cubicBezTo>
                  <a:cubicBezTo>
                    <a:pt x="18189" y="8917"/>
                    <a:pt x="18189" y="9067"/>
                    <a:pt x="18027" y="9217"/>
                  </a:cubicBezTo>
                  <a:cubicBezTo>
                    <a:pt x="18514" y="9667"/>
                    <a:pt x="18839" y="10267"/>
                    <a:pt x="18839" y="10867"/>
                  </a:cubicBezTo>
                  <a:cubicBezTo>
                    <a:pt x="18839" y="11617"/>
                    <a:pt x="18514" y="12217"/>
                    <a:pt x="18027" y="12667"/>
                  </a:cubicBezTo>
                  <a:cubicBezTo>
                    <a:pt x="17865" y="12667"/>
                    <a:pt x="17865" y="12817"/>
                    <a:pt x="17702" y="12817"/>
                  </a:cubicBezTo>
                  <a:cubicBezTo>
                    <a:pt x="17865" y="12817"/>
                    <a:pt x="17865" y="12967"/>
                    <a:pt x="18027" y="13117"/>
                  </a:cubicBezTo>
                  <a:cubicBezTo>
                    <a:pt x="18189" y="13417"/>
                    <a:pt x="18352" y="13867"/>
                    <a:pt x="18352" y="14167"/>
                  </a:cubicBezTo>
                  <a:cubicBezTo>
                    <a:pt x="18352" y="14617"/>
                    <a:pt x="18189" y="14917"/>
                    <a:pt x="18027" y="15367"/>
                  </a:cubicBezTo>
                  <a:cubicBezTo>
                    <a:pt x="17865" y="15517"/>
                    <a:pt x="17702" y="15667"/>
                    <a:pt x="17540" y="15817"/>
                  </a:cubicBezTo>
                  <a:cubicBezTo>
                    <a:pt x="17702" y="15967"/>
                    <a:pt x="17865" y="15967"/>
                    <a:pt x="18027" y="16117"/>
                  </a:cubicBezTo>
                  <a:cubicBezTo>
                    <a:pt x="18352" y="16267"/>
                    <a:pt x="18839" y="16267"/>
                    <a:pt x="19164" y="16417"/>
                  </a:cubicBezTo>
                  <a:cubicBezTo>
                    <a:pt x="19814" y="16717"/>
                    <a:pt x="20301" y="17017"/>
                    <a:pt x="20788" y="17317"/>
                  </a:cubicBezTo>
                  <a:close/>
                  <a:moveTo>
                    <a:pt x="974" y="17917"/>
                  </a:moveTo>
                  <a:cubicBezTo>
                    <a:pt x="1299" y="17917"/>
                    <a:pt x="1299" y="17767"/>
                    <a:pt x="1137" y="17767"/>
                  </a:cubicBezTo>
                  <a:cubicBezTo>
                    <a:pt x="1137" y="17767"/>
                    <a:pt x="1137"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974" y="17767"/>
                  </a:cubicBezTo>
                  <a:cubicBezTo>
                    <a:pt x="974" y="17767"/>
                    <a:pt x="974" y="17767"/>
                    <a:pt x="812" y="17767"/>
                  </a:cubicBezTo>
                  <a:cubicBezTo>
                    <a:pt x="812" y="17767"/>
                    <a:pt x="812" y="17767"/>
                    <a:pt x="812" y="17767"/>
                  </a:cubicBezTo>
                  <a:cubicBezTo>
                    <a:pt x="812" y="17767"/>
                    <a:pt x="812" y="17767"/>
                    <a:pt x="812" y="17767"/>
                  </a:cubicBezTo>
                  <a:cubicBezTo>
                    <a:pt x="812" y="17767"/>
                    <a:pt x="812" y="17767"/>
                    <a:pt x="812" y="17767"/>
                  </a:cubicBezTo>
                  <a:cubicBezTo>
                    <a:pt x="812" y="17767"/>
                    <a:pt x="812" y="17767"/>
                    <a:pt x="812" y="17767"/>
                  </a:cubicBezTo>
                  <a:cubicBezTo>
                    <a:pt x="812" y="17767"/>
                    <a:pt x="812" y="17767"/>
                    <a:pt x="812" y="17767"/>
                  </a:cubicBezTo>
                  <a:cubicBezTo>
                    <a:pt x="812" y="17767"/>
                    <a:pt x="812" y="17767"/>
                    <a:pt x="812" y="17767"/>
                  </a:cubicBezTo>
                  <a:cubicBezTo>
                    <a:pt x="812" y="17767"/>
                    <a:pt x="812" y="17767"/>
                    <a:pt x="812" y="17767"/>
                  </a:cubicBezTo>
                  <a:cubicBezTo>
                    <a:pt x="812" y="17767"/>
                    <a:pt x="812" y="17767"/>
                    <a:pt x="812" y="17767"/>
                  </a:cubicBezTo>
                  <a:cubicBezTo>
                    <a:pt x="812" y="17767"/>
                    <a:pt x="650" y="17767"/>
                    <a:pt x="650" y="17917"/>
                  </a:cubicBezTo>
                  <a:cubicBezTo>
                    <a:pt x="650" y="17917"/>
                    <a:pt x="812" y="17917"/>
                    <a:pt x="812" y="17917"/>
                  </a:cubicBezTo>
                  <a:cubicBezTo>
                    <a:pt x="812" y="17917"/>
                    <a:pt x="812" y="17917"/>
                    <a:pt x="812" y="17917"/>
                  </a:cubicBezTo>
                  <a:cubicBezTo>
                    <a:pt x="812" y="17917"/>
                    <a:pt x="812" y="17917"/>
                    <a:pt x="812" y="17917"/>
                  </a:cubicBezTo>
                  <a:cubicBezTo>
                    <a:pt x="812" y="17917"/>
                    <a:pt x="812" y="17917"/>
                    <a:pt x="812" y="17917"/>
                  </a:cubicBezTo>
                  <a:cubicBezTo>
                    <a:pt x="812" y="17917"/>
                    <a:pt x="812" y="17917"/>
                    <a:pt x="812" y="17917"/>
                  </a:cubicBezTo>
                  <a:cubicBezTo>
                    <a:pt x="812" y="17917"/>
                    <a:pt x="812" y="17917"/>
                    <a:pt x="812" y="17917"/>
                  </a:cubicBezTo>
                  <a:cubicBezTo>
                    <a:pt x="812" y="17917"/>
                    <a:pt x="812" y="17917"/>
                    <a:pt x="812" y="17917"/>
                  </a:cubicBezTo>
                  <a:cubicBezTo>
                    <a:pt x="812" y="17917"/>
                    <a:pt x="812" y="17917"/>
                    <a:pt x="812" y="17917"/>
                  </a:cubicBezTo>
                  <a:cubicBezTo>
                    <a:pt x="812" y="17917"/>
                    <a:pt x="812" y="17917"/>
                    <a:pt x="812" y="17917"/>
                  </a:cubicBezTo>
                  <a:cubicBezTo>
                    <a:pt x="812" y="17917"/>
                    <a:pt x="812"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ubicBezTo>
                    <a:pt x="974" y="17917"/>
                    <a:pt x="974" y="17917"/>
                    <a:pt x="974" y="17917"/>
                  </a:cubicBezTo>
                  <a:close/>
                  <a:moveTo>
                    <a:pt x="2436" y="18367"/>
                  </a:moveTo>
                  <a:cubicBezTo>
                    <a:pt x="2598" y="18367"/>
                    <a:pt x="2761" y="18217"/>
                    <a:pt x="2598" y="18067"/>
                  </a:cubicBezTo>
                  <a:cubicBezTo>
                    <a:pt x="2598" y="18067"/>
                    <a:pt x="2598" y="18067"/>
                    <a:pt x="2598" y="18067"/>
                  </a:cubicBezTo>
                  <a:cubicBezTo>
                    <a:pt x="2598" y="18067"/>
                    <a:pt x="2598" y="18067"/>
                    <a:pt x="2598" y="18067"/>
                  </a:cubicBezTo>
                  <a:cubicBezTo>
                    <a:pt x="2598" y="18067"/>
                    <a:pt x="2598" y="18067"/>
                    <a:pt x="2598" y="18067"/>
                  </a:cubicBezTo>
                  <a:cubicBezTo>
                    <a:pt x="2598" y="18067"/>
                    <a:pt x="2598" y="18067"/>
                    <a:pt x="2598" y="18067"/>
                  </a:cubicBezTo>
                  <a:cubicBezTo>
                    <a:pt x="2598" y="18067"/>
                    <a:pt x="2598" y="18067"/>
                    <a:pt x="2598" y="18067"/>
                  </a:cubicBezTo>
                  <a:cubicBezTo>
                    <a:pt x="2598" y="18067"/>
                    <a:pt x="2598" y="18067"/>
                    <a:pt x="2436" y="18067"/>
                  </a:cubicBezTo>
                  <a:cubicBezTo>
                    <a:pt x="2436" y="18067"/>
                    <a:pt x="2436" y="18067"/>
                    <a:pt x="2436" y="18067"/>
                  </a:cubicBezTo>
                  <a:cubicBezTo>
                    <a:pt x="2436" y="18067"/>
                    <a:pt x="2436" y="18067"/>
                    <a:pt x="2436" y="18067"/>
                  </a:cubicBezTo>
                  <a:cubicBezTo>
                    <a:pt x="2436" y="18067"/>
                    <a:pt x="2436" y="18067"/>
                    <a:pt x="2436" y="18067"/>
                  </a:cubicBezTo>
                  <a:cubicBezTo>
                    <a:pt x="2436" y="18067"/>
                    <a:pt x="2436" y="18067"/>
                    <a:pt x="2436" y="18067"/>
                  </a:cubicBezTo>
                  <a:cubicBezTo>
                    <a:pt x="2436" y="18067"/>
                    <a:pt x="2436" y="18067"/>
                    <a:pt x="2436" y="18067"/>
                  </a:cubicBezTo>
                  <a:cubicBezTo>
                    <a:pt x="2436" y="18067"/>
                    <a:pt x="2436" y="18067"/>
                    <a:pt x="2436" y="18067"/>
                  </a:cubicBezTo>
                  <a:cubicBezTo>
                    <a:pt x="2436" y="18067"/>
                    <a:pt x="2436" y="18067"/>
                    <a:pt x="2436" y="18067"/>
                  </a:cubicBezTo>
                  <a:cubicBezTo>
                    <a:pt x="2436" y="18067"/>
                    <a:pt x="2436" y="18067"/>
                    <a:pt x="2274" y="18067"/>
                  </a:cubicBezTo>
                  <a:cubicBezTo>
                    <a:pt x="2274" y="18067"/>
                    <a:pt x="2274" y="18067"/>
                    <a:pt x="2274" y="18067"/>
                  </a:cubicBezTo>
                  <a:cubicBezTo>
                    <a:pt x="2274" y="17917"/>
                    <a:pt x="2111" y="18067"/>
                    <a:pt x="2274" y="18217"/>
                  </a:cubicBezTo>
                  <a:cubicBezTo>
                    <a:pt x="2274" y="18217"/>
                    <a:pt x="2274" y="18217"/>
                    <a:pt x="2274" y="18217"/>
                  </a:cubicBezTo>
                  <a:cubicBezTo>
                    <a:pt x="2274" y="18217"/>
                    <a:pt x="2274" y="18217"/>
                    <a:pt x="2274" y="18217"/>
                  </a:cubicBezTo>
                  <a:cubicBezTo>
                    <a:pt x="2274" y="18217"/>
                    <a:pt x="2274" y="18217"/>
                    <a:pt x="2274" y="18217"/>
                  </a:cubicBezTo>
                  <a:cubicBezTo>
                    <a:pt x="2274" y="18217"/>
                    <a:pt x="2274" y="18217"/>
                    <a:pt x="2274" y="18217"/>
                  </a:cubicBezTo>
                  <a:cubicBezTo>
                    <a:pt x="2274" y="18217"/>
                    <a:pt x="2274" y="18217"/>
                    <a:pt x="2274" y="18217"/>
                  </a:cubicBezTo>
                  <a:cubicBezTo>
                    <a:pt x="2274" y="18217"/>
                    <a:pt x="2274" y="18217"/>
                    <a:pt x="2274" y="18217"/>
                  </a:cubicBezTo>
                  <a:cubicBezTo>
                    <a:pt x="2274" y="18217"/>
                    <a:pt x="2274" y="18217"/>
                    <a:pt x="2274" y="18217"/>
                  </a:cubicBezTo>
                  <a:cubicBezTo>
                    <a:pt x="2274" y="18217"/>
                    <a:pt x="2274" y="18217"/>
                    <a:pt x="2436" y="18217"/>
                  </a:cubicBezTo>
                  <a:cubicBezTo>
                    <a:pt x="2436" y="18217"/>
                    <a:pt x="2436" y="18217"/>
                    <a:pt x="2436" y="18217"/>
                  </a:cubicBezTo>
                  <a:cubicBezTo>
                    <a:pt x="2436" y="18217"/>
                    <a:pt x="2436" y="18217"/>
                    <a:pt x="2436" y="18217"/>
                  </a:cubicBezTo>
                  <a:cubicBezTo>
                    <a:pt x="2436" y="18217"/>
                    <a:pt x="2436" y="18217"/>
                    <a:pt x="2436" y="18217"/>
                  </a:cubicBezTo>
                  <a:cubicBezTo>
                    <a:pt x="2436" y="18217"/>
                    <a:pt x="2436" y="18217"/>
                    <a:pt x="2436" y="18217"/>
                  </a:cubicBezTo>
                  <a:cubicBezTo>
                    <a:pt x="2436" y="18217"/>
                    <a:pt x="2436" y="18217"/>
                    <a:pt x="2436" y="18217"/>
                  </a:cubicBezTo>
                  <a:cubicBezTo>
                    <a:pt x="2436" y="18217"/>
                    <a:pt x="2436" y="18217"/>
                    <a:pt x="2436" y="18367"/>
                  </a:cubicBezTo>
                  <a:cubicBezTo>
                    <a:pt x="2436" y="18367"/>
                    <a:pt x="2436" y="18367"/>
                    <a:pt x="2436" y="18367"/>
                  </a:cubicBezTo>
                  <a:close/>
                  <a:moveTo>
                    <a:pt x="3573" y="19267"/>
                  </a:moveTo>
                  <a:cubicBezTo>
                    <a:pt x="3735" y="19267"/>
                    <a:pt x="3898" y="19117"/>
                    <a:pt x="3898" y="19117"/>
                  </a:cubicBezTo>
                  <a:cubicBezTo>
                    <a:pt x="3898" y="19117"/>
                    <a:pt x="3898" y="19117"/>
                    <a:pt x="3898" y="19117"/>
                  </a:cubicBezTo>
                  <a:cubicBezTo>
                    <a:pt x="3898" y="19117"/>
                    <a:pt x="3898" y="19117"/>
                    <a:pt x="3898" y="19117"/>
                  </a:cubicBezTo>
                  <a:cubicBezTo>
                    <a:pt x="3898" y="19117"/>
                    <a:pt x="3898" y="19117"/>
                    <a:pt x="3735" y="18967"/>
                  </a:cubicBezTo>
                  <a:cubicBezTo>
                    <a:pt x="3735" y="18967"/>
                    <a:pt x="3735" y="18967"/>
                    <a:pt x="3735" y="18967"/>
                  </a:cubicBezTo>
                  <a:cubicBezTo>
                    <a:pt x="3735" y="18967"/>
                    <a:pt x="3735" y="18967"/>
                    <a:pt x="3735" y="18967"/>
                  </a:cubicBezTo>
                  <a:cubicBezTo>
                    <a:pt x="3735" y="18967"/>
                    <a:pt x="3735" y="18967"/>
                    <a:pt x="3735" y="18967"/>
                  </a:cubicBezTo>
                  <a:cubicBezTo>
                    <a:pt x="3735" y="18967"/>
                    <a:pt x="3735" y="18967"/>
                    <a:pt x="3735" y="18967"/>
                  </a:cubicBezTo>
                  <a:cubicBezTo>
                    <a:pt x="3735" y="18967"/>
                    <a:pt x="3735" y="18967"/>
                    <a:pt x="3735" y="18967"/>
                  </a:cubicBezTo>
                  <a:cubicBezTo>
                    <a:pt x="3735" y="18967"/>
                    <a:pt x="3735" y="18967"/>
                    <a:pt x="3735" y="18817"/>
                  </a:cubicBezTo>
                  <a:cubicBezTo>
                    <a:pt x="3735" y="18817"/>
                    <a:pt x="3735" y="18817"/>
                    <a:pt x="3735" y="18817"/>
                  </a:cubicBezTo>
                  <a:cubicBezTo>
                    <a:pt x="3735" y="18817"/>
                    <a:pt x="3735" y="18817"/>
                    <a:pt x="3573" y="18817"/>
                  </a:cubicBezTo>
                  <a:cubicBezTo>
                    <a:pt x="3573" y="18817"/>
                    <a:pt x="3573" y="18817"/>
                    <a:pt x="3573" y="18817"/>
                  </a:cubicBezTo>
                  <a:cubicBezTo>
                    <a:pt x="3573" y="18817"/>
                    <a:pt x="3573" y="18817"/>
                    <a:pt x="3573" y="18817"/>
                  </a:cubicBezTo>
                  <a:cubicBezTo>
                    <a:pt x="3573" y="18817"/>
                    <a:pt x="3411" y="18817"/>
                    <a:pt x="3411" y="18967"/>
                  </a:cubicBezTo>
                  <a:cubicBezTo>
                    <a:pt x="3411" y="18967"/>
                    <a:pt x="3411" y="18967"/>
                    <a:pt x="3411" y="18967"/>
                  </a:cubicBezTo>
                  <a:cubicBezTo>
                    <a:pt x="3411" y="18967"/>
                    <a:pt x="3411" y="18967"/>
                    <a:pt x="3411" y="18967"/>
                  </a:cubicBezTo>
                  <a:cubicBezTo>
                    <a:pt x="3411" y="18967"/>
                    <a:pt x="3411" y="18967"/>
                    <a:pt x="3411" y="19117"/>
                  </a:cubicBezTo>
                  <a:cubicBezTo>
                    <a:pt x="3411" y="19117"/>
                    <a:pt x="3411" y="19117"/>
                    <a:pt x="3573" y="19117"/>
                  </a:cubicBezTo>
                  <a:cubicBezTo>
                    <a:pt x="3573" y="19117"/>
                    <a:pt x="3573" y="19117"/>
                    <a:pt x="3573" y="19117"/>
                  </a:cubicBezTo>
                  <a:cubicBezTo>
                    <a:pt x="3573" y="19117"/>
                    <a:pt x="3573" y="19117"/>
                    <a:pt x="3573" y="19117"/>
                  </a:cubicBezTo>
                  <a:cubicBezTo>
                    <a:pt x="3573" y="19117"/>
                    <a:pt x="3573" y="19117"/>
                    <a:pt x="3573" y="19117"/>
                  </a:cubicBezTo>
                  <a:cubicBezTo>
                    <a:pt x="3573" y="19117"/>
                    <a:pt x="3573" y="19117"/>
                    <a:pt x="3573" y="19117"/>
                  </a:cubicBezTo>
                  <a:cubicBezTo>
                    <a:pt x="3573" y="19117"/>
                    <a:pt x="3573" y="19117"/>
                    <a:pt x="3573" y="19117"/>
                  </a:cubicBezTo>
                  <a:cubicBezTo>
                    <a:pt x="3573" y="19117"/>
                    <a:pt x="3573" y="19117"/>
                    <a:pt x="3573" y="19117"/>
                  </a:cubicBezTo>
                  <a:cubicBezTo>
                    <a:pt x="3573" y="19117"/>
                    <a:pt x="3573" y="19117"/>
                    <a:pt x="3573" y="19117"/>
                  </a:cubicBezTo>
                  <a:cubicBezTo>
                    <a:pt x="3573" y="19117"/>
                    <a:pt x="3573" y="19117"/>
                    <a:pt x="3573" y="19267"/>
                  </a:cubicBezTo>
                  <a:cubicBezTo>
                    <a:pt x="3573" y="19267"/>
                    <a:pt x="3573" y="19267"/>
                    <a:pt x="3573" y="19267"/>
                  </a:cubicBezTo>
                  <a:close/>
                  <a:moveTo>
                    <a:pt x="4223" y="20617"/>
                  </a:moveTo>
                  <a:cubicBezTo>
                    <a:pt x="4385" y="20617"/>
                    <a:pt x="4547" y="20617"/>
                    <a:pt x="4385" y="20467"/>
                  </a:cubicBezTo>
                  <a:cubicBezTo>
                    <a:pt x="4385" y="20467"/>
                    <a:pt x="4385" y="20467"/>
                    <a:pt x="4385" y="20467"/>
                  </a:cubicBezTo>
                  <a:cubicBezTo>
                    <a:pt x="4385" y="20467"/>
                    <a:pt x="4385" y="20467"/>
                    <a:pt x="4385" y="20467"/>
                  </a:cubicBezTo>
                  <a:cubicBezTo>
                    <a:pt x="4385" y="20467"/>
                    <a:pt x="4385" y="20467"/>
                    <a:pt x="4385" y="20467"/>
                  </a:cubicBezTo>
                  <a:cubicBezTo>
                    <a:pt x="4385" y="20467"/>
                    <a:pt x="4385" y="20467"/>
                    <a:pt x="4385" y="20467"/>
                  </a:cubicBezTo>
                  <a:cubicBezTo>
                    <a:pt x="4385" y="20467"/>
                    <a:pt x="4385" y="20467"/>
                    <a:pt x="4385" y="20317"/>
                  </a:cubicBezTo>
                  <a:cubicBezTo>
                    <a:pt x="4385" y="20317"/>
                    <a:pt x="4385" y="20317"/>
                    <a:pt x="4385" y="20317"/>
                  </a:cubicBezTo>
                  <a:cubicBezTo>
                    <a:pt x="4385" y="20317"/>
                    <a:pt x="4385" y="20317"/>
                    <a:pt x="4385" y="20317"/>
                  </a:cubicBezTo>
                  <a:cubicBezTo>
                    <a:pt x="4385" y="20317"/>
                    <a:pt x="4385" y="20317"/>
                    <a:pt x="4385" y="20317"/>
                  </a:cubicBezTo>
                  <a:cubicBezTo>
                    <a:pt x="4385" y="20317"/>
                    <a:pt x="4385" y="20317"/>
                    <a:pt x="4385" y="20317"/>
                  </a:cubicBezTo>
                  <a:cubicBezTo>
                    <a:pt x="4385" y="20317"/>
                    <a:pt x="4385" y="20317"/>
                    <a:pt x="4385" y="20167"/>
                  </a:cubicBezTo>
                  <a:cubicBezTo>
                    <a:pt x="4385" y="20167"/>
                    <a:pt x="4385" y="20167"/>
                    <a:pt x="4223" y="20167"/>
                  </a:cubicBezTo>
                  <a:cubicBezTo>
                    <a:pt x="4223" y="20167"/>
                    <a:pt x="4060" y="20167"/>
                    <a:pt x="4060" y="20317"/>
                  </a:cubicBezTo>
                  <a:cubicBezTo>
                    <a:pt x="4060" y="20317"/>
                    <a:pt x="4060" y="20317"/>
                    <a:pt x="4060" y="20317"/>
                  </a:cubicBezTo>
                  <a:cubicBezTo>
                    <a:pt x="4060" y="20317"/>
                    <a:pt x="4060" y="20317"/>
                    <a:pt x="4060" y="20317"/>
                  </a:cubicBezTo>
                  <a:cubicBezTo>
                    <a:pt x="4060" y="20317"/>
                    <a:pt x="4060" y="20317"/>
                    <a:pt x="4223" y="20317"/>
                  </a:cubicBezTo>
                  <a:cubicBezTo>
                    <a:pt x="4223" y="20317"/>
                    <a:pt x="4223" y="20317"/>
                    <a:pt x="4223" y="20317"/>
                  </a:cubicBezTo>
                  <a:cubicBezTo>
                    <a:pt x="4223" y="20317"/>
                    <a:pt x="4223" y="20317"/>
                    <a:pt x="4223" y="20317"/>
                  </a:cubicBezTo>
                  <a:cubicBezTo>
                    <a:pt x="4223" y="20317"/>
                    <a:pt x="4223" y="20317"/>
                    <a:pt x="4223" y="20467"/>
                  </a:cubicBezTo>
                  <a:cubicBezTo>
                    <a:pt x="4223" y="20467"/>
                    <a:pt x="4223" y="20467"/>
                    <a:pt x="4223" y="20467"/>
                  </a:cubicBezTo>
                  <a:cubicBezTo>
                    <a:pt x="4223" y="20467"/>
                    <a:pt x="4223" y="20467"/>
                    <a:pt x="4223" y="20467"/>
                  </a:cubicBezTo>
                  <a:cubicBezTo>
                    <a:pt x="4223" y="20467"/>
                    <a:pt x="4223" y="20467"/>
                    <a:pt x="4223" y="20467"/>
                  </a:cubicBezTo>
                  <a:cubicBezTo>
                    <a:pt x="4223" y="20467"/>
                    <a:pt x="4223" y="20467"/>
                    <a:pt x="4223" y="20467"/>
                  </a:cubicBezTo>
                  <a:cubicBezTo>
                    <a:pt x="4223" y="20617"/>
                    <a:pt x="4223" y="20617"/>
                    <a:pt x="4223" y="20617"/>
                  </a:cubicBezTo>
                  <a:close/>
                  <a:moveTo>
                    <a:pt x="5847" y="16267"/>
                  </a:moveTo>
                  <a:cubicBezTo>
                    <a:pt x="6009" y="16267"/>
                    <a:pt x="6009" y="16267"/>
                    <a:pt x="6009" y="16117"/>
                  </a:cubicBezTo>
                  <a:cubicBezTo>
                    <a:pt x="6009" y="16117"/>
                    <a:pt x="6009" y="16117"/>
                    <a:pt x="6009" y="16117"/>
                  </a:cubicBezTo>
                  <a:cubicBezTo>
                    <a:pt x="6009" y="16117"/>
                    <a:pt x="6009" y="16117"/>
                    <a:pt x="6009" y="16117"/>
                  </a:cubicBezTo>
                  <a:cubicBezTo>
                    <a:pt x="6009" y="16117"/>
                    <a:pt x="6009" y="16117"/>
                    <a:pt x="6009" y="15967"/>
                  </a:cubicBezTo>
                  <a:cubicBezTo>
                    <a:pt x="6009" y="15967"/>
                    <a:pt x="6009" y="15967"/>
                    <a:pt x="6009" y="15967"/>
                  </a:cubicBezTo>
                  <a:cubicBezTo>
                    <a:pt x="6009" y="15967"/>
                    <a:pt x="6009" y="15967"/>
                    <a:pt x="6009" y="15817"/>
                  </a:cubicBezTo>
                  <a:cubicBezTo>
                    <a:pt x="6009" y="15817"/>
                    <a:pt x="6009" y="15817"/>
                    <a:pt x="6009" y="15817"/>
                  </a:cubicBezTo>
                  <a:cubicBezTo>
                    <a:pt x="6009" y="15817"/>
                    <a:pt x="5847" y="15667"/>
                    <a:pt x="5847" y="15667"/>
                  </a:cubicBezTo>
                  <a:cubicBezTo>
                    <a:pt x="5847" y="15667"/>
                    <a:pt x="5684" y="15817"/>
                    <a:pt x="5684" y="15817"/>
                  </a:cubicBezTo>
                  <a:cubicBezTo>
                    <a:pt x="5684" y="15817"/>
                    <a:pt x="5684" y="15817"/>
                    <a:pt x="5847" y="15967"/>
                  </a:cubicBezTo>
                  <a:cubicBezTo>
                    <a:pt x="5847" y="15967"/>
                    <a:pt x="5847" y="15967"/>
                    <a:pt x="5847" y="15967"/>
                  </a:cubicBezTo>
                  <a:cubicBezTo>
                    <a:pt x="5847" y="15967"/>
                    <a:pt x="5847" y="15967"/>
                    <a:pt x="5847" y="16117"/>
                  </a:cubicBezTo>
                  <a:cubicBezTo>
                    <a:pt x="5847" y="16117"/>
                    <a:pt x="5847" y="16117"/>
                    <a:pt x="5847" y="16117"/>
                  </a:cubicBezTo>
                  <a:cubicBezTo>
                    <a:pt x="5847" y="16117"/>
                    <a:pt x="5847" y="16267"/>
                    <a:pt x="5847" y="16267"/>
                  </a:cubicBezTo>
                  <a:close/>
                  <a:moveTo>
                    <a:pt x="6171" y="17617"/>
                  </a:moveTo>
                  <a:cubicBezTo>
                    <a:pt x="6334" y="17617"/>
                    <a:pt x="6334" y="17617"/>
                    <a:pt x="6334" y="17467"/>
                  </a:cubicBezTo>
                  <a:cubicBezTo>
                    <a:pt x="6334" y="17467"/>
                    <a:pt x="6334" y="17467"/>
                    <a:pt x="6334" y="17467"/>
                  </a:cubicBezTo>
                  <a:cubicBezTo>
                    <a:pt x="6334" y="17467"/>
                    <a:pt x="6334" y="17467"/>
                    <a:pt x="6334" y="17467"/>
                  </a:cubicBezTo>
                  <a:cubicBezTo>
                    <a:pt x="6334" y="17467"/>
                    <a:pt x="6334" y="17467"/>
                    <a:pt x="6334" y="17467"/>
                  </a:cubicBezTo>
                  <a:cubicBezTo>
                    <a:pt x="6334" y="17467"/>
                    <a:pt x="6334" y="17467"/>
                    <a:pt x="6334" y="17317"/>
                  </a:cubicBezTo>
                  <a:cubicBezTo>
                    <a:pt x="6334" y="17317"/>
                    <a:pt x="6334" y="17317"/>
                    <a:pt x="6334" y="17317"/>
                  </a:cubicBezTo>
                  <a:cubicBezTo>
                    <a:pt x="6334" y="17317"/>
                    <a:pt x="6334" y="17317"/>
                    <a:pt x="6171" y="17317"/>
                  </a:cubicBezTo>
                  <a:cubicBezTo>
                    <a:pt x="6171" y="17317"/>
                    <a:pt x="6171" y="17167"/>
                    <a:pt x="6171" y="17167"/>
                  </a:cubicBezTo>
                  <a:cubicBezTo>
                    <a:pt x="6171" y="17167"/>
                    <a:pt x="6171" y="17167"/>
                    <a:pt x="6171" y="17167"/>
                  </a:cubicBezTo>
                  <a:cubicBezTo>
                    <a:pt x="6009" y="17167"/>
                    <a:pt x="6009" y="17317"/>
                    <a:pt x="6009" y="17317"/>
                  </a:cubicBezTo>
                  <a:cubicBezTo>
                    <a:pt x="6009" y="17317"/>
                    <a:pt x="6009" y="17317"/>
                    <a:pt x="6009" y="17467"/>
                  </a:cubicBezTo>
                  <a:cubicBezTo>
                    <a:pt x="6009" y="17467"/>
                    <a:pt x="6009" y="17467"/>
                    <a:pt x="6009" y="17467"/>
                  </a:cubicBezTo>
                  <a:cubicBezTo>
                    <a:pt x="6009" y="17467"/>
                    <a:pt x="6009" y="17467"/>
                    <a:pt x="6009" y="17467"/>
                  </a:cubicBezTo>
                  <a:cubicBezTo>
                    <a:pt x="6009" y="17467"/>
                    <a:pt x="6009" y="17467"/>
                    <a:pt x="6171" y="17617"/>
                  </a:cubicBezTo>
                  <a:cubicBezTo>
                    <a:pt x="6171" y="17617"/>
                    <a:pt x="6171" y="17617"/>
                    <a:pt x="6171" y="17617"/>
                  </a:cubicBezTo>
                  <a:cubicBezTo>
                    <a:pt x="6171" y="17617"/>
                    <a:pt x="6171" y="17617"/>
                    <a:pt x="6171" y="17617"/>
                  </a:cubicBezTo>
                  <a:close/>
                  <a:moveTo>
                    <a:pt x="6983" y="18817"/>
                  </a:moveTo>
                  <a:cubicBezTo>
                    <a:pt x="7146" y="18967"/>
                    <a:pt x="7308" y="18817"/>
                    <a:pt x="7146" y="18667"/>
                  </a:cubicBezTo>
                  <a:cubicBezTo>
                    <a:pt x="7146" y="18667"/>
                    <a:pt x="7146" y="18667"/>
                    <a:pt x="7146" y="18667"/>
                  </a:cubicBezTo>
                  <a:cubicBezTo>
                    <a:pt x="7146" y="18667"/>
                    <a:pt x="7146" y="18667"/>
                    <a:pt x="7146" y="18667"/>
                  </a:cubicBezTo>
                  <a:cubicBezTo>
                    <a:pt x="7146" y="18667"/>
                    <a:pt x="7146" y="18667"/>
                    <a:pt x="7146" y="18667"/>
                  </a:cubicBezTo>
                  <a:cubicBezTo>
                    <a:pt x="7146" y="18667"/>
                    <a:pt x="7146" y="18667"/>
                    <a:pt x="7146" y="18667"/>
                  </a:cubicBezTo>
                  <a:cubicBezTo>
                    <a:pt x="7146" y="18667"/>
                    <a:pt x="7146" y="18667"/>
                    <a:pt x="7146" y="18517"/>
                  </a:cubicBezTo>
                  <a:cubicBezTo>
                    <a:pt x="7146" y="18517"/>
                    <a:pt x="7146" y="18517"/>
                    <a:pt x="6983" y="18517"/>
                  </a:cubicBezTo>
                  <a:cubicBezTo>
                    <a:pt x="6983" y="18517"/>
                    <a:pt x="6983" y="18517"/>
                    <a:pt x="6983" y="18517"/>
                  </a:cubicBezTo>
                  <a:cubicBezTo>
                    <a:pt x="6983" y="18517"/>
                    <a:pt x="6983" y="18517"/>
                    <a:pt x="6983" y="18517"/>
                  </a:cubicBezTo>
                  <a:cubicBezTo>
                    <a:pt x="6821" y="18367"/>
                    <a:pt x="6821" y="18517"/>
                    <a:pt x="6821" y="18667"/>
                  </a:cubicBezTo>
                  <a:cubicBezTo>
                    <a:pt x="6821" y="18667"/>
                    <a:pt x="6821" y="18667"/>
                    <a:pt x="6821" y="18667"/>
                  </a:cubicBezTo>
                  <a:cubicBezTo>
                    <a:pt x="6821" y="18667"/>
                    <a:pt x="6821" y="18667"/>
                    <a:pt x="6821" y="18667"/>
                  </a:cubicBezTo>
                  <a:cubicBezTo>
                    <a:pt x="6821" y="18667"/>
                    <a:pt x="6821" y="18667"/>
                    <a:pt x="6821" y="18667"/>
                  </a:cubicBezTo>
                  <a:cubicBezTo>
                    <a:pt x="6821" y="18667"/>
                    <a:pt x="6821" y="18667"/>
                    <a:pt x="6983" y="18817"/>
                  </a:cubicBezTo>
                  <a:cubicBezTo>
                    <a:pt x="6983" y="18817"/>
                    <a:pt x="6983" y="18817"/>
                    <a:pt x="6983" y="18817"/>
                  </a:cubicBezTo>
                  <a:cubicBezTo>
                    <a:pt x="6983" y="18817"/>
                    <a:pt x="6983" y="18817"/>
                    <a:pt x="6983" y="18817"/>
                  </a:cubicBezTo>
                  <a:cubicBezTo>
                    <a:pt x="6983" y="18817"/>
                    <a:pt x="6983" y="18817"/>
                    <a:pt x="6983" y="18817"/>
                  </a:cubicBezTo>
                  <a:cubicBezTo>
                    <a:pt x="6983" y="18817"/>
                    <a:pt x="6983" y="18817"/>
                    <a:pt x="6983" y="18817"/>
                  </a:cubicBezTo>
                  <a:close/>
                  <a:moveTo>
                    <a:pt x="8283" y="19717"/>
                  </a:moveTo>
                  <a:cubicBezTo>
                    <a:pt x="8445" y="19717"/>
                    <a:pt x="8608" y="19567"/>
                    <a:pt x="8445" y="19567"/>
                  </a:cubicBezTo>
                  <a:cubicBezTo>
                    <a:pt x="8445" y="19567"/>
                    <a:pt x="8445" y="19567"/>
                    <a:pt x="8445" y="19417"/>
                  </a:cubicBezTo>
                  <a:cubicBezTo>
                    <a:pt x="8445" y="19417"/>
                    <a:pt x="8445" y="19417"/>
                    <a:pt x="8445" y="19417"/>
                  </a:cubicBezTo>
                  <a:cubicBezTo>
                    <a:pt x="8445" y="19417"/>
                    <a:pt x="8445" y="19417"/>
                    <a:pt x="8283" y="19417"/>
                  </a:cubicBezTo>
                  <a:cubicBezTo>
                    <a:pt x="8283" y="19417"/>
                    <a:pt x="8283" y="19417"/>
                    <a:pt x="8283" y="19417"/>
                  </a:cubicBezTo>
                  <a:cubicBezTo>
                    <a:pt x="8283" y="19417"/>
                    <a:pt x="8283" y="19417"/>
                    <a:pt x="8283" y="19417"/>
                  </a:cubicBezTo>
                  <a:cubicBezTo>
                    <a:pt x="8283" y="19417"/>
                    <a:pt x="8283" y="19417"/>
                    <a:pt x="8283" y="19417"/>
                  </a:cubicBezTo>
                  <a:cubicBezTo>
                    <a:pt x="8283" y="19417"/>
                    <a:pt x="8283" y="19417"/>
                    <a:pt x="8120" y="19417"/>
                  </a:cubicBezTo>
                  <a:cubicBezTo>
                    <a:pt x="8120" y="19417"/>
                    <a:pt x="8120" y="19417"/>
                    <a:pt x="8120" y="19417"/>
                  </a:cubicBezTo>
                  <a:cubicBezTo>
                    <a:pt x="7958" y="19417"/>
                    <a:pt x="7958" y="19567"/>
                    <a:pt x="8120" y="19567"/>
                  </a:cubicBezTo>
                  <a:cubicBezTo>
                    <a:pt x="8120" y="19567"/>
                    <a:pt x="8120" y="19567"/>
                    <a:pt x="8120" y="19717"/>
                  </a:cubicBezTo>
                  <a:cubicBezTo>
                    <a:pt x="8120" y="19717"/>
                    <a:pt x="8120" y="19717"/>
                    <a:pt x="8120" y="19717"/>
                  </a:cubicBezTo>
                  <a:cubicBezTo>
                    <a:pt x="8120" y="19717"/>
                    <a:pt x="8120" y="19717"/>
                    <a:pt x="8283" y="19717"/>
                  </a:cubicBezTo>
                  <a:cubicBezTo>
                    <a:pt x="8283" y="19717"/>
                    <a:pt x="8283" y="19717"/>
                    <a:pt x="8283" y="19717"/>
                  </a:cubicBezTo>
                  <a:cubicBezTo>
                    <a:pt x="8283" y="19717"/>
                    <a:pt x="8283" y="19717"/>
                    <a:pt x="8283" y="19717"/>
                  </a:cubicBezTo>
                  <a:cubicBezTo>
                    <a:pt x="8283" y="19717"/>
                    <a:pt x="8283" y="19717"/>
                    <a:pt x="8283" y="19717"/>
                  </a:cubicBezTo>
                  <a:close/>
                  <a:moveTo>
                    <a:pt x="9744" y="20167"/>
                  </a:moveTo>
                  <a:cubicBezTo>
                    <a:pt x="9907" y="20167"/>
                    <a:pt x="9907" y="20167"/>
                    <a:pt x="9907" y="20017"/>
                  </a:cubicBezTo>
                  <a:cubicBezTo>
                    <a:pt x="9907" y="20017"/>
                    <a:pt x="9907" y="19867"/>
                    <a:pt x="9907" y="19867"/>
                  </a:cubicBezTo>
                  <a:cubicBezTo>
                    <a:pt x="9907" y="19867"/>
                    <a:pt x="9907" y="19867"/>
                    <a:pt x="9744" y="19867"/>
                  </a:cubicBezTo>
                  <a:cubicBezTo>
                    <a:pt x="9744" y="19867"/>
                    <a:pt x="9744" y="19867"/>
                    <a:pt x="9744" y="19867"/>
                  </a:cubicBezTo>
                  <a:cubicBezTo>
                    <a:pt x="9744" y="19867"/>
                    <a:pt x="9744" y="19867"/>
                    <a:pt x="9744" y="19867"/>
                  </a:cubicBezTo>
                  <a:cubicBezTo>
                    <a:pt x="9744" y="19867"/>
                    <a:pt x="9744" y="19867"/>
                    <a:pt x="9744" y="19867"/>
                  </a:cubicBezTo>
                  <a:cubicBezTo>
                    <a:pt x="9744" y="19867"/>
                    <a:pt x="9744" y="19867"/>
                    <a:pt x="9582" y="19867"/>
                  </a:cubicBezTo>
                  <a:cubicBezTo>
                    <a:pt x="9582" y="19867"/>
                    <a:pt x="9582" y="19867"/>
                    <a:pt x="9582" y="19867"/>
                  </a:cubicBezTo>
                  <a:cubicBezTo>
                    <a:pt x="9582" y="19867"/>
                    <a:pt x="9582" y="19867"/>
                    <a:pt x="9420" y="19867"/>
                  </a:cubicBezTo>
                  <a:cubicBezTo>
                    <a:pt x="9420" y="19867"/>
                    <a:pt x="9420" y="20017"/>
                    <a:pt x="9582" y="20167"/>
                  </a:cubicBezTo>
                  <a:cubicBezTo>
                    <a:pt x="9582" y="20167"/>
                    <a:pt x="9582" y="20167"/>
                    <a:pt x="9582" y="20167"/>
                  </a:cubicBezTo>
                  <a:cubicBezTo>
                    <a:pt x="9582" y="20167"/>
                    <a:pt x="9582" y="20167"/>
                    <a:pt x="9582" y="20167"/>
                  </a:cubicBezTo>
                  <a:cubicBezTo>
                    <a:pt x="9582" y="20167"/>
                    <a:pt x="9582" y="20167"/>
                    <a:pt x="9744" y="20167"/>
                  </a:cubicBezTo>
                  <a:cubicBezTo>
                    <a:pt x="9744" y="20167"/>
                    <a:pt x="9744" y="20167"/>
                    <a:pt x="9744" y="20167"/>
                  </a:cubicBezTo>
                  <a:cubicBezTo>
                    <a:pt x="9744" y="20167"/>
                    <a:pt x="9744" y="20167"/>
                    <a:pt x="9744" y="20167"/>
                  </a:cubicBezTo>
                  <a:cubicBezTo>
                    <a:pt x="9744" y="20167"/>
                    <a:pt x="9744" y="20167"/>
                    <a:pt x="9744" y="20167"/>
                  </a:cubicBezTo>
                  <a:close/>
                  <a:moveTo>
                    <a:pt x="11368" y="20167"/>
                  </a:moveTo>
                  <a:cubicBezTo>
                    <a:pt x="11531" y="20167"/>
                    <a:pt x="11531" y="20017"/>
                    <a:pt x="11368" y="20017"/>
                  </a:cubicBezTo>
                  <a:cubicBezTo>
                    <a:pt x="11368" y="20017"/>
                    <a:pt x="11368" y="20017"/>
                    <a:pt x="11368" y="20017"/>
                  </a:cubicBezTo>
                  <a:cubicBezTo>
                    <a:pt x="11368" y="20017"/>
                    <a:pt x="11368" y="20017"/>
                    <a:pt x="11368" y="20017"/>
                  </a:cubicBezTo>
                  <a:cubicBezTo>
                    <a:pt x="11368" y="20017"/>
                    <a:pt x="11368" y="20017"/>
                    <a:pt x="11206" y="20017"/>
                  </a:cubicBezTo>
                  <a:cubicBezTo>
                    <a:pt x="11206" y="20017"/>
                    <a:pt x="11206" y="20017"/>
                    <a:pt x="11206" y="20017"/>
                  </a:cubicBezTo>
                  <a:cubicBezTo>
                    <a:pt x="11206" y="20017"/>
                    <a:pt x="11206" y="20017"/>
                    <a:pt x="11206" y="20017"/>
                  </a:cubicBezTo>
                  <a:cubicBezTo>
                    <a:pt x="11206" y="20017"/>
                    <a:pt x="11206" y="20017"/>
                    <a:pt x="11206" y="20017"/>
                  </a:cubicBezTo>
                  <a:cubicBezTo>
                    <a:pt x="11206" y="20017"/>
                    <a:pt x="11206" y="20017"/>
                    <a:pt x="11044" y="20017"/>
                  </a:cubicBezTo>
                  <a:cubicBezTo>
                    <a:pt x="11044" y="20017"/>
                    <a:pt x="11044" y="20017"/>
                    <a:pt x="11044" y="20017"/>
                  </a:cubicBezTo>
                  <a:cubicBezTo>
                    <a:pt x="10881" y="20017"/>
                    <a:pt x="10881" y="20167"/>
                    <a:pt x="11044" y="20317"/>
                  </a:cubicBezTo>
                  <a:cubicBezTo>
                    <a:pt x="11044" y="20317"/>
                    <a:pt x="11044" y="20317"/>
                    <a:pt x="11044" y="20317"/>
                  </a:cubicBezTo>
                  <a:cubicBezTo>
                    <a:pt x="11044" y="20317"/>
                    <a:pt x="11044" y="20317"/>
                    <a:pt x="11044" y="20317"/>
                  </a:cubicBezTo>
                  <a:cubicBezTo>
                    <a:pt x="11044" y="20317"/>
                    <a:pt x="11044" y="20317"/>
                    <a:pt x="11206" y="20317"/>
                  </a:cubicBezTo>
                  <a:cubicBezTo>
                    <a:pt x="11206" y="20317"/>
                    <a:pt x="11206" y="20317"/>
                    <a:pt x="11206" y="20317"/>
                  </a:cubicBezTo>
                  <a:cubicBezTo>
                    <a:pt x="11206" y="20317"/>
                    <a:pt x="11206" y="20317"/>
                    <a:pt x="11206" y="20317"/>
                  </a:cubicBezTo>
                  <a:cubicBezTo>
                    <a:pt x="11206" y="20317"/>
                    <a:pt x="11206" y="20317"/>
                    <a:pt x="11206" y="20317"/>
                  </a:cubicBezTo>
                  <a:cubicBezTo>
                    <a:pt x="11206" y="20317"/>
                    <a:pt x="11206" y="20317"/>
                    <a:pt x="11368" y="20167"/>
                  </a:cubicBezTo>
                  <a:cubicBezTo>
                    <a:pt x="11368" y="20167"/>
                    <a:pt x="11368" y="20167"/>
                    <a:pt x="11368" y="20167"/>
                  </a:cubicBezTo>
                  <a:close/>
                  <a:moveTo>
                    <a:pt x="12830" y="19867"/>
                  </a:moveTo>
                  <a:cubicBezTo>
                    <a:pt x="12992" y="19867"/>
                    <a:pt x="12992" y="19717"/>
                    <a:pt x="12830" y="19717"/>
                  </a:cubicBezTo>
                  <a:cubicBezTo>
                    <a:pt x="12830" y="19717"/>
                    <a:pt x="12830" y="19717"/>
                    <a:pt x="12830" y="19717"/>
                  </a:cubicBezTo>
                  <a:cubicBezTo>
                    <a:pt x="12830" y="19717"/>
                    <a:pt x="12830" y="19717"/>
                    <a:pt x="12668" y="19717"/>
                  </a:cubicBezTo>
                  <a:cubicBezTo>
                    <a:pt x="12668" y="19717"/>
                    <a:pt x="12668" y="19717"/>
                    <a:pt x="12668" y="19717"/>
                  </a:cubicBezTo>
                  <a:cubicBezTo>
                    <a:pt x="12668" y="19717"/>
                    <a:pt x="12668" y="19717"/>
                    <a:pt x="12668" y="19717"/>
                  </a:cubicBezTo>
                  <a:cubicBezTo>
                    <a:pt x="12668" y="19717"/>
                    <a:pt x="12668" y="19717"/>
                    <a:pt x="12668" y="19717"/>
                  </a:cubicBezTo>
                  <a:cubicBezTo>
                    <a:pt x="12668" y="19717"/>
                    <a:pt x="12668" y="19717"/>
                    <a:pt x="12505" y="19717"/>
                  </a:cubicBezTo>
                  <a:cubicBezTo>
                    <a:pt x="12505" y="19717"/>
                    <a:pt x="12505" y="19717"/>
                    <a:pt x="12505" y="19717"/>
                  </a:cubicBezTo>
                  <a:cubicBezTo>
                    <a:pt x="12343" y="19867"/>
                    <a:pt x="12505" y="20017"/>
                    <a:pt x="12668" y="20017"/>
                  </a:cubicBezTo>
                  <a:cubicBezTo>
                    <a:pt x="12668" y="20017"/>
                    <a:pt x="12668" y="20017"/>
                    <a:pt x="12668" y="20017"/>
                  </a:cubicBezTo>
                  <a:cubicBezTo>
                    <a:pt x="12668" y="20017"/>
                    <a:pt x="12668" y="20017"/>
                    <a:pt x="12668" y="20017"/>
                  </a:cubicBezTo>
                  <a:cubicBezTo>
                    <a:pt x="12668" y="20017"/>
                    <a:pt x="12668" y="20017"/>
                    <a:pt x="12668" y="20017"/>
                  </a:cubicBezTo>
                  <a:cubicBezTo>
                    <a:pt x="12668" y="20017"/>
                    <a:pt x="12668" y="20017"/>
                    <a:pt x="12668" y="20017"/>
                  </a:cubicBezTo>
                  <a:cubicBezTo>
                    <a:pt x="12668" y="20017"/>
                    <a:pt x="12668" y="20017"/>
                    <a:pt x="12668" y="19867"/>
                  </a:cubicBezTo>
                  <a:cubicBezTo>
                    <a:pt x="12668" y="19867"/>
                    <a:pt x="12668" y="19867"/>
                    <a:pt x="12830" y="19867"/>
                  </a:cubicBezTo>
                  <a:cubicBezTo>
                    <a:pt x="12830" y="19867"/>
                    <a:pt x="12830" y="19867"/>
                    <a:pt x="12830" y="19867"/>
                  </a:cubicBezTo>
                  <a:close/>
                  <a:moveTo>
                    <a:pt x="14292" y="19117"/>
                  </a:moveTo>
                  <a:cubicBezTo>
                    <a:pt x="14292" y="19117"/>
                    <a:pt x="14292" y="18967"/>
                    <a:pt x="14129" y="18967"/>
                  </a:cubicBezTo>
                  <a:cubicBezTo>
                    <a:pt x="14129" y="18967"/>
                    <a:pt x="14129" y="18967"/>
                    <a:pt x="14129" y="18967"/>
                  </a:cubicBezTo>
                  <a:cubicBezTo>
                    <a:pt x="14129" y="18967"/>
                    <a:pt x="14129" y="18967"/>
                    <a:pt x="14129" y="18967"/>
                  </a:cubicBezTo>
                  <a:cubicBezTo>
                    <a:pt x="14129" y="18967"/>
                    <a:pt x="14129" y="18967"/>
                    <a:pt x="13967" y="18967"/>
                  </a:cubicBezTo>
                  <a:cubicBezTo>
                    <a:pt x="13967" y="18967"/>
                    <a:pt x="13967" y="18967"/>
                    <a:pt x="13967" y="18967"/>
                  </a:cubicBezTo>
                  <a:cubicBezTo>
                    <a:pt x="13967" y="18967"/>
                    <a:pt x="13967" y="18967"/>
                    <a:pt x="13967" y="19117"/>
                  </a:cubicBezTo>
                  <a:cubicBezTo>
                    <a:pt x="13967" y="19117"/>
                    <a:pt x="13967" y="19117"/>
                    <a:pt x="13967" y="19117"/>
                  </a:cubicBezTo>
                  <a:cubicBezTo>
                    <a:pt x="13967" y="19117"/>
                    <a:pt x="13967" y="19117"/>
                    <a:pt x="13967" y="19117"/>
                  </a:cubicBezTo>
                  <a:cubicBezTo>
                    <a:pt x="13967" y="19117"/>
                    <a:pt x="13967" y="19117"/>
                    <a:pt x="13805" y="19117"/>
                  </a:cubicBezTo>
                  <a:cubicBezTo>
                    <a:pt x="13805" y="19267"/>
                    <a:pt x="13805" y="19417"/>
                    <a:pt x="13967" y="19267"/>
                  </a:cubicBezTo>
                  <a:cubicBezTo>
                    <a:pt x="13967" y="19267"/>
                    <a:pt x="13967" y="19267"/>
                    <a:pt x="13967" y="19267"/>
                  </a:cubicBezTo>
                  <a:cubicBezTo>
                    <a:pt x="13967" y="19267"/>
                    <a:pt x="13967" y="19267"/>
                    <a:pt x="13967" y="19267"/>
                  </a:cubicBezTo>
                  <a:cubicBezTo>
                    <a:pt x="13967" y="19267"/>
                    <a:pt x="13967" y="19267"/>
                    <a:pt x="13967" y="19267"/>
                  </a:cubicBezTo>
                  <a:cubicBezTo>
                    <a:pt x="13967" y="19267"/>
                    <a:pt x="13967" y="19267"/>
                    <a:pt x="14129" y="19267"/>
                  </a:cubicBezTo>
                  <a:cubicBezTo>
                    <a:pt x="14129" y="19267"/>
                    <a:pt x="14129" y="19267"/>
                    <a:pt x="14129" y="19267"/>
                  </a:cubicBezTo>
                  <a:cubicBezTo>
                    <a:pt x="14129" y="19267"/>
                    <a:pt x="14129" y="19267"/>
                    <a:pt x="14129" y="19267"/>
                  </a:cubicBezTo>
                  <a:cubicBezTo>
                    <a:pt x="14129" y="19267"/>
                    <a:pt x="14129" y="19267"/>
                    <a:pt x="14292" y="19267"/>
                  </a:cubicBezTo>
                  <a:cubicBezTo>
                    <a:pt x="14292" y="19267"/>
                    <a:pt x="14292" y="19267"/>
                    <a:pt x="14292" y="19117"/>
                  </a:cubicBezTo>
                  <a:close/>
                  <a:moveTo>
                    <a:pt x="13967" y="18217"/>
                  </a:moveTo>
                  <a:cubicBezTo>
                    <a:pt x="14617" y="17617"/>
                    <a:pt x="14941" y="16867"/>
                    <a:pt x="14779" y="15817"/>
                  </a:cubicBezTo>
                  <a:cubicBezTo>
                    <a:pt x="14454" y="15667"/>
                    <a:pt x="14292" y="15517"/>
                    <a:pt x="13967" y="15367"/>
                  </a:cubicBezTo>
                  <a:cubicBezTo>
                    <a:pt x="13642" y="14917"/>
                    <a:pt x="13317" y="14317"/>
                    <a:pt x="13155" y="13717"/>
                  </a:cubicBezTo>
                  <a:cubicBezTo>
                    <a:pt x="12992" y="13717"/>
                    <a:pt x="12830" y="13867"/>
                    <a:pt x="12668" y="13867"/>
                  </a:cubicBezTo>
                  <a:cubicBezTo>
                    <a:pt x="12180" y="14017"/>
                    <a:pt x="11693" y="14167"/>
                    <a:pt x="11206" y="14317"/>
                  </a:cubicBezTo>
                  <a:cubicBezTo>
                    <a:pt x="11044" y="14317"/>
                    <a:pt x="10881" y="14317"/>
                    <a:pt x="10881" y="14317"/>
                  </a:cubicBezTo>
                  <a:cubicBezTo>
                    <a:pt x="10881" y="14317"/>
                    <a:pt x="10881" y="14317"/>
                    <a:pt x="10719" y="14317"/>
                  </a:cubicBezTo>
                  <a:cubicBezTo>
                    <a:pt x="10394" y="14317"/>
                    <a:pt x="10069" y="14167"/>
                    <a:pt x="9744" y="14167"/>
                  </a:cubicBezTo>
                  <a:cubicBezTo>
                    <a:pt x="9257" y="14017"/>
                    <a:pt x="8932" y="13867"/>
                    <a:pt x="8445" y="13717"/>
                  </a:cubicBezTo>
                  <a:cubicBezTo>
                    <a:pt x="8445" y="13867"/>
                    <a:pt x="8283" y="14167"/>
                    <a:pt x="8283" y="14317"/>
                  </a:cubicBezTo>
                  <a:cubicBezTo>
                    <a:pt x="7958" y="14917"/>
                    <a:pt x="7633" y="15517"/>
                    <a:pt x="6983" y="15667"/>
                  </a:cubicBezTo>
                  <a:cubicBezTo>
                    <a:pt x="6983" y="15817"/>
                    <a:pt x="6821" y="15817"/>
                    <a:pt x="6821" y="15817"/>
                  </a:cubicBezTo>
                  <a:cubicBezTo>
                    <a:pt x="6659" y="16417"/>
                    <a:pt x="6821" y="17017"/>
                    <a:pt x="6983" y="17467"/>
                  </a:cubicBezTo>
                  <a:cubicBezTo>
                    <a:pt x="7308" y="18067"/>
                    <a:pt x="7795" y="18517"/>
                    <a:pt x="8283" y="18817"/>
                  </a:cubicBezTo>
                  <a:cubicBezTo>
                    <a:pt x="8608" y="18967"/>
                    <a:pt x="9095" y="19117"/>
                    <a:pt x="9744" y="19267"/>
                  </a:cubicBezTo>
                  <a:cubicBezTo>
                    <a:pt x="10069" y="19267"/>
                    <a:pt x="10394" y="19417"/>
                    <a:pt x="10719" y="19417"/>
                  </a:cubicBezTo>
                  <a:cubicBezTo>
                    <a:pt x="10881" y="19267"/>
                    <a:pt x="11044" y="19267"/>
                    <a:pt x="11206" y="19267"/>
                  </a:cubicBezTo>
                  <a:cubicBezTo>
                    <a:pt x="11693" y="19267"/>
                    <a:pt x="12180" y="19117"/>
                    <a:pt x="12668" y="18967"/>
                  </a:cubicBezTo>
                  <a:cubicBezTo>
                    <a:pt x="13155" y="18817"/>
                    <a:pt x="13642" y="18517"/>
                    <a:pt x="13967" y="18217"/>
                  </a:cubicBezTo>
                  <a:close/>
                  <a:moveTo>
                    <a:pt x="15266" y="18067"/>
                  </a:moveTo>
                  <a:cubicBezTo>
                    <a:pt x="15266" y="17917"/>
                    <a:pt x="15266" y="17767"/>
                    <a:pt x="15104" y="17917"/>
                  </a:cubicBezTo>
                  <a:cubicBezTo>
                    <a:pt x="15104" y="17917"/>
                    <a:pt x="15104" y="17917"/>
                    <a:pt x="15104" y="17917"/>
                  </a:cubicBezTo>
                  <a:cubicBezTo>
                    <a:pt x="15104" y="17917"/>
                    <a:pt x="15104" y="17917"/>
                    <a:pt x="15104" y="17917"/>
                  </a:cubicBezTo>
                  <a:cubicBezTo>
                    <a:pt x="15104" y="17917"/>
                    <a:pt x="15104" y="17917"/>
                    <a:pt x="15104" y="17917"/>
                  </a:cubicBezTo>
                  <a:cubicBezTo>
                    <a:pt x="15104" y="17917"/>
                    <a:pt x="15104" y="17917"/>
                    <a:pt x="15104" y="17917"/>
                  </a:cubicBezTo>
                  <a:cubicBezTo>
                    <a:pt x="15104" y="17917"/>
                    <a:pt x="15104" y="17917"/>
                    <a:pt x="14941" y="18067"/>
                  </a:cubicBezTo>
                  <a:cubicBezTo>
                    <a:pt x="14941" y="18067"/>
                    <a:pt x="14941" y="18067"/>
                    <a:pt x="14941" y="18067"/>
                  </a:cubicBezTo>
                  <a:cubicBezTo>
                    <a:pt x="14941" y="18067"/>
                    <a:pt x="14941" y="18067"/>
                    <a:pt x="14941" y="18067"/>
                  </a:cubicBezTo>
                  <a:cubicBezTo>
                    <a:pt x="14941" y="18067"/>
                    <a:pt x="14941" y="18067"/>
                    <a:pt x="14941" y="18067"/>
                  </a:cubicBezTo>
                  <a:cubicBezTo>
                    <a:pt x="14779" y="18217"/>
                    <a:pt x="14941" y="18367"/>
                    <a:pt x="15104" y="18217"/>
                  </a:cubicBezTo>
                  <a:cubicBezTo>
                    <a:pt x="15104" y="18217"/>
                    <a:pt x="15104" y="18217"/>
                    <a:pt x="15104" y="18217"/>
                  </a:cubicBezTo>
                  <a:cubicBezTo>
                    <a:pt x="15104" y="18217"/>
                    <a:pt x="15104" y="18217"/>
                    <a:pt x="15104" y="18217"/>
                  </a:cubicBezTo>
                  <a:cubicBezTo>
                    <a:pt x="15104" y="18217"/>
                    <a:pt x="15104" y="18217"/>
                    <a:pt x="15104" y="18217"/>
                  </a:cubicBezTo>
                  <a:cubicBezTo>
                    <a:pt x="15104" y="18217"/>
                    <a:pt x="15104" y="18217"/>
                    <a:pt x="15104" y="18217"/>
                  </a:cubicBezTo>
                  <a:cubicBezTo>
                    <a:pt x="15104" y="18217"/>
                    <a:pt x="15104" y="18217"/>
                    <a:pt x="15266" y="18067"/>
                  </a:cubicBezTo>
                  <a:cubicBezTo>
                    <a:pt x="15266" y="18067"/>
                    <a:pt x="15266" y="18067"/>
                    <a:pt x="15266" y="18067"/>
                  </a:cubicBezTo>
                  <a:cubicBezTo>
                    <a:pt x="15266" y="18067"/>
                    <a:pt x="15266" y="18067"/>
                    <a:pt x="15266" y="18067"/>
                  </a:cubicBezTo>
                  <a:cubicBezTo>
                    <a:pt x="15266" y="18067"/>
                    <a:pt x="15266" y="18067"/>
                    <a:pt x="15266" y="18067"/>
                  </a:cubicBezTo>
                  <a:close/>
                  <a:moveTo>
                    <a:pt x="15753" y="16567"/>
                  </a:moveTo>
                  <a:cubicBezTo>
                    <a:pt x="15753" y="16417"/>
                    <a:pt x="15753" y="16417"/>
                    <a:pt x="15591" y="16417"/>
                  </a:cubicBezTo>
                  <a:cubicBezTo>
                    <a:pt x="15591" y="16417"/>
                    <a:pt x="15591" y="16417"/>
                    <a:pt x="15591" y="16567"/>
                  </a:cubicBezTo>
                  <a:cubicBezTo>
                    <a:pt x="15591" y="16567"/>
                    <a:pt x="15591" y="16567"/>
                    <a:pt x="15591" y="16567"/>
                  </a:cubicBezTo>
                  <a:cubicBezTo>
                    <a:pt x="15591" y="16567"/>
                    <a:pt x="15591" y="16567"/>
                    <a:pt x="15591" y="16567"/>
                  </a:cubicBezTo>
                  <a:cubicBezTo>
                    <a:pt x="15591" y="16567"/>
                    <a:pt x="15591" y="16567"/>
                    <a:pt x="15591" y="16717"/>
                  </a:cubicBezTo>
                  <a:cubicBezTo>
                    <a:pt x="15591" y="16717"/>
                    <a:pt x="15591" y="16717"/>
                    <a:pt x="15591" y="16717"/>
                  </a:cubicBezTo>
                  <a:cubicBezTo>
                    <a:pt x="15591" y="16717"/>
                    <a:pt x="15591" y="16717"/>
                    <a:pt x="15591" y="16717"/>
                  </a:cubicBezTo>
                  <a:cubicBezTo>
                    <a:pt x="15591" y="16717"/>
                    <a:pt x="15591" y="16717"/>
                    <a:pt x="15591" y="16717"/>
                  </a:cubicBezTo>
                  <a:cubicBezTo>
                    <a:pt x="15429" y="16867"/>
                    <a:pt x="15591" y="16867"/>
                    <a:pt x="15591" y="16867"/>
                  </a:cubicBezTo>
                  <a:cubicBezTo>
                    <a:pt x="15591" y="16867"/>
                    <a:pt x="15591" y="16867"/>
                    <a:pt x="15591" y="16867"/>
                  </a:cubicBezTo>
                  <a:cubicBezTo>
                    <a:pt x="15753" y="16867"/>
                    <a:pt x="15753" y="16867"/>
                    <a:pt x="15753" y="16867"/>
                  </a:cubicBezTo>
                  <a:cubicBezTo>
                    <a:pt x="15753" y="16867"/>
                    <a:pt x="15753" y="16867"/>
                    <a:pt x="15753" y="16867"/>
                  </a:cubicBezTo>
                  <a:cubicBezTo>
                    <a:pt x="15753" y="16867"/>
                    <a:pt x="15753" y="16867"/>
                    <a:pt x="15753" y="16717"/>
                  </a:cubicBezTo>
                  <a:cubicBezTo>
                    <a:pt x="15753" y="16717"/>
                    <a:pt x="15753" y="16717"/>
                    <a:pt x="15753" y="16717"/>
                  </a:cubicBezTo>
                  <a:cubicBezTo>
                    <a:pt x="15753" y="16717"/>
                    <a:pt x="15753" y="16717"/>
                    <a:pt x="15753" y="16717"/>
                  </a:cubicBezTo>
                  <a:cubicBezTo>
                    <a:pt x="15753" y="16717"/>
                    <a:pt x="15753" y="16717"/>
                    <a:pt x="15753" y="16567"/>
                  </a:cubicBezTo>
                  <a:close/>
                  <a:moveTo>
                    <a:pt x="15591" y="10267"/>
                  </a:moveTo>
                  <a:cubicBezTo>
                    <a:pt x="16078" y="9967"/>
                    <a:pt x="16403" y="9367"/>
                    <a:pt x="16565" y="8767"/>
                  </a:cubicBezTo>
                  <a:cubicBezTo>
                    <a:pt x="16241" y="8767"/>
                    <a:pt x="15916" y="8767"/>
                    <a:pt x="15591" y="8767"/>
                  </a:cubicBezTo>
                  <a:cubicBezTo>
                    <a:pt x="15429" y="8767"/>
                    <a:pt x="15266" y="8617"/>
                    <a:pt x="15104" y="8617"/>
                  </a:cubicBezTo>
                  <a:cubicBezTo>
                    <a:pt x="14617" y="8317"/>
                    <a:pt x="14292" y="7717"/>
                    <a:pt x="13967" y="7117"/>
                  </a:cubicBezTo>
                  <a:cubicBezTo>
                    <a:pt x="13805" y="6517"/>
                    <a:pt x="13480" y="6067"/>
                    <a:pt x="12992" y="6217"/>
                  </a:cubicBezTo>
                  <a:cubicBezTo>
                    <a:pt x="12830" y="6217"/>
                    <a:pt x="12830" y="6217"/>
                    <a:pt x="12668" y="6217"/>
                  </a:cubicBezTo>
                  <a:cubicBezTo>
                    <a:pt x="12180" y="6367"/>
                    <a:pt x="11693" y="6517"/>
                    <a:pt x="11206" y="6367"/>
                  </a:cubicBezTo>
                  <a:cubicBezTo>
                    <a:pt x="11044" y="6367"/>
                    <a:pt x="10881" y="6367"/>
                    <a:pt x="10719" y="6367"/>
                  </a:cubicBezTo>
                  <a:cubicBezTo>
                    <a:pt x="10394" y="6217"/>
                    <a:pt x="9907" y="5917"/>
                    <a:pt x="9744" y="5617"/>
                  </a:cubicBezTo>
                  <a:cubicBezTo>
                    <a:pt x="9257" y="5017"/>
                    <a:pt x="9095" y="4417"/>
                    <a:pt x="9095" y="3817"/>
                  </a:cubicBezTo>
                  <a:cubicBezTo>
                    <a:pt x="9095" y="4417"/>
                    <a:pt x="8608" y="5317"/>
                    <a:pt x="8283" y="6067"/>
                  </a:cubicBezTo>
                  <a:cubicBezTo>
                    <a:pt x="7958" y="6667"/>
                    <a:pt x="7471" y="7267"/>
                    <a:pt x="6983" y="7567"/>
                  </a:cubicBezTo>
                  <a:cubicBezTo>
                    <a:pt x="6821" y="7717"/>
                    <a:pt x="6659" y="7867"/>
                    <a:pt x="6496" y="7867"/>
                  </a:cubicBezTo>
                  <a:cubicBezTo>
                    <a:pt x="6334" y="7417"/>
                    <a:pt x="6334" y="7117"/>
                    <a:pt x="6171" y="6817"/>
                  </a:cubicBezTo>
                  <a:cubicBezTo>
                    <a:pt x="6009" y="6667"/>
                    <a:pt x="6009" y="6667"/>
                    <a:pt x="5847" y="6667"/>
                  </a:cubicBezTo>
                  <a:cubicBezTo>
                    <a:pt x="5522" y="6517"/>
                    <a:pt x="5197" y="6967"/>
                    <a:pt x="5197" y="7867"/>
                  </a:cubicBezTo>
                  <a:cubicBezTo>
                    <a:pt x="5035" y="8767"/>
                    <a:pt x="5359" y="9817"/>
                    <a:pt x="5847" y="10267"/>
                  </a:cubicBezTo>
                  <a:cubicBezTo>
                    <a:pt x="6009" y="10267"/>
                    <a:pt x="6009" y="10417"/>
                    <a:pt x="6171" y="10417"/>
                  </a:cubicBezTo>
                  <a:cubicBezTo>
                    <a:pt x="6334" y="10417"/>
                    <a:pt x="6334" y="10417"/>
                    <a:pt x="6496" y="10567"/>
                  </a:cubicBezTo>
                  <a:cubicBezTo>
                    <a:pt x="6659" y="10867"/>
                    <a:pt x="6821" y="11167"/>
                    <a:pt x="6983" y="11467"/>
                  </a:cubicBezTo>
                  <a:cubicBezTo>
                    <a:pt x="7308" y="12067"/>
                    <a:pt x="7795" y="12517"/>
                    <a:pt x="8283" y="12817"/>
                  </a:cubicBezTo>
                  <a:cubicBezTo>
                    <a:pt x="8608" y="13117"/>
                    <a:pt x="9095" y="13267"/>
                    <a:pt x="9744" y="13417"/>
                  </a:cubicBezTo>
                  <a:cubicBezTo>
                    <a:pt x="10069" y="13567"/>
                    <a:pt x="10394" y="13567"/>
                    <a:pt x="10719" y="13567"/>
                  </a:cubicBezTo>
                  <a:cubicBezTo>
                    <a:pt x="10719" y="13567"/>
                    <a:pt x="10719" y="13567"/>
                    <a:pt x="10881" y="13567"/>
                  </a:cubicBezTo>
                  <a:cubicBezTo>
                    <a:pt x="10881" y="13567"/>
                    <a:pt x="11044" y="13567"/>
                    <a:pt x="11206" y="13567"/>
                  </a:cubicBezTo>
                  <a:cubicBezTo>
                    <a:pt x="11693" y="13567"/>
                    <a:pt x="12180" y="13417"/>
                    <a:pt x="12668" y="13267"/>
                  </a:cubicBezTo>
                  <a:cubicBezTo>
                    <a:pt x="13155" y="12967"/>
                    <a:pt x="13642" y="12667"/>
                    <a:pt x="13967" y="12217"/>
                  </a:cubicBezTo>
                  <a:cubicBezTo>
                    <a:pt x="14454" y="11767"/>
                    <a:pt x="14779" y="11317"/>
                    <a:pt x="15104" y="10717"/>
                  </a:cubicBezTo>
                  <a:cubicBezTo>
                    <a:pt x="15104" y="10567"/>
                    <a:pt x="15104" y="10567"/>
                    <a:pt x="15104" y="10567"/>
                  </a:cubicBezTo>
                  <a:cubicBezTo>
                    <a:pt x="15266" y="10417"/>
                    <a:pt x="15591" y="10417"/>
                    <a:pt x="15591" y="10267"/>
                  </a:cubicBezTo>
                  <a:close/>
                  <a:moveTo>
                    <a:pt x="17540" y="20317"/>
                  </a:moveTo>
                  <a:cubicBezTo>
                    <a:pt x="17540" y="20167"/>
                    <a:pt x="17377" y="20167"/>
                    <a:pt x="17377" y="20167"/>
                  </a:cubicBezTo>
                  <a:cubicBezTo>
                    <a:pt x="17215" y="20167"/>
                    <a:pt x="17215" y="20167"/>
                    <a:pt x="17215" y="20167"/>
                  </a:cubicBezTo>
                  <a:cubicBezTo>
                    <a:pt x="17215" y="20167"/>
                    <a:pt x="17215" y="20167"/>
                    <a:pt x="17215" y="20167"/>
                  </a:cubicBezTo>
                  <a:cubicBezTo>
                    <a:pt x="17215" y="20167"/>
                    <a:pt x="17215" y="20167"/>
                    <a:pt x="17215" y="20317"/>
                  </a:cubicBezTo>
                  <a:cubicBezTo>
                    <a:pt x="17215" y="20317"/>
                    <a:pt x="17215" y="20317"/>
                    <a:pt x="17215" y="20317"/>
                  </a:cubicBezTo>
                  <a:cubicBezTo>
                    <a:pt x="17215" y="20317"/>
                    <a:pt x="17215" y="20317"/>
                    <a:pt x="17215" y="20317"/>
                  </a:cubicBezTo>
                  <a:cubicBezTo>
                    <a:pt x="17215" y="20317"/>
                    <a:pt x="17215" y="20317"/>
                    <a:pt x="17215" y="20317"/>
                  </a:cubicBezTo>
                  <a:cubicBezTo>
                    <a:pt x="17215" y="20317"/>
                    <a:pt x="17215" y="20317"/>
                    <a:pt x="17215" y="20317"/>
                  </a:cubicBezTo>
                  <a:cubicBezTo>
                    <a:pt x="17215" y="20317"/>
                    <a:pt x="17215" y="20317"/>
                    <a:pt x="17215" y="20467"/>
                  </a:cubicBezTo>
                  <a:cubicBezTo>
                    <a:pt x="17215" y="20467"/>
                    <a:pt x="17215" y="20467"/>
                    <a:pt x="17215" y="20467"/>
                  </a:cubicBezTo>
                  <a:cubicBezTo>
                    <a:pt x="17215" y="20467"/>
                    <a:pt x="17215" y="20467"/>
                    <a:pt x="17215" y="20467"/>
                  </a:cubicBezTo>
                  <a:cubicBezTo>
                    <a:pt x="17215" y="20467"/>
                    <a:pt x="17215" y="20467"/>
                    <a:pt x="17215" y="20467"/>
                  </a:cubicBezTo>
                  <a:cubicBezTo>
                    <a:pt x="17215" y="20617"/>
                    <a:pt x="17215" y="20617"/>
                    <a:pt x="17377" y="20617"/>
                  </a:cubicBezTo>
                  <a:cubicBezTo>
                    <a:pt x="17377" y="20617"/>
                    <a:pt x="17377" y="20617"/>
                    <a:pt x="17377" y="20467"/>
                  </a:cubicBezTo>
                  <a:cubicBezTo>
                    <a:pt x="17377" y="20467"/>
                    <a:pt x="17377" y="20467"/>
                    <a:pt x="17377" y="20467"/>
                  </a:cubicBezTo>
                  <a:cubicBezTo>
                    <a:pt x="17377" y="20467"/>
                    <a:pt x="17377" y="20467"/>
                    <a:pt x="17377" y="20467"/>
                  </a:cubicBezTo>
                  <a:cubicBezTo>
                    <a:pt x="17377" y="20467"/>
                    <a:pt x="17377" y="20467"/>
                    <a:pt x="17377" y="20467"/>
                  </a:cubicBezTo>
                  <a:cubicBezTo>
                    <a:pt x="17377" y="20467"/>
                    <a:pt x="17377" y="20467"/>
                    <a:pt x="17540" y="20467"/>
                  </a:cubicBezTo>
                  <a:cubicBezTo>
                    <a:pt x="17540" y="20467"/>
                    <a:pt x="17540" y="20467"/>
                    <a:pt x="17540" y="20467"/>
                  </a:cubicBezTo>
                  <a:cubicBezTo>
                    <a:pt x="17540" y="20467"/>
                    <a:pt x="17540" y="20467"/>
                    <a:pt x="17540" y="20317"/>
                  </a:cubicBezTo>
                  <a:cubicBezTo>
                    <a:pt x="17540" y="20317"/>
                    <a:pt x="17540" y="20317"/>
                    <a:pt x="17540" y="20317"/>
                  </a:cubicBezTo>
                  <a:cubicBezTo>
                    <a:pt x="17540" y="20317"/>
                    <a:pt x="17540" y="20317"/>
                    <a:pt x="17540" y="20317"/>
                  </a:cubicBezTo>
                  <a:cubicBezTo>
                    <a:pt x="17540" y="20317"/>
                    <a:pt x="17540" y="20317"/>
                    <a:pt x="17540" y="20317"/>
                  </a:cubicBezTo>
                  <a:cubicBezTo>
                    <a:pt x="17540" y="20317"/>
                    <a:pt x="17540" y="20317"/>
                    <a:pt x="17540" y="20317"/>
                  </a:cubicBezTo>
                  <a:close/>
                  <a:moveTo>
                    <a:pt x="18189" y="18967"/>
                  </a:moveTo>
                  <a:cubicBezTo>
                    <a:pt x="18189" y="18967"/>
                    <a:pt x="18189" y="18667"/>
                    <a:pt x="18027" y="18817"/>
                  </a:cubicBezTo>
                  <a:cubicBezTo>
                    <a:pt x="18027" y="18817"/>
                    <a:pt x="18027" y="18817"/>
                    <a:pt x="18027" y="18817"/>
                  </a:cubicBezTo>
                  <a:cubicBezTo>
                    <a:pt x="18027" y="18817"/>
                    <a:pt x="18027" y="18817"/>
                    <a:pt x="18027" y="18817"/>
                  </a:cubicBezTo>
                  <a:cubicBezTo>
                    <a:pt x="18027" y="18817"/>
                    <a:pt x="18027" y="18817"/>
                    <a:pt x="18027" y="18817"/>
                  </a:cubicBezTo>
                  <a:cubicBezTo>
                    <a:pt x="18027" y="18817"/>
                    <a:pt x="18027" y="18817"/>
                    <a:pt x="17865" y="18817"/>
                  </a:cubicBezTo>
                  <a:cubicBezTo>
                    <a:pt x="17865" y="18817"/>
                    <a:pt x="17865" y="18817"/>
                    <a:pt x="17865" y="18817"/>
                  </a:cubicBezTo>
                  <a:cubicBezTo>
                    <a:pt x="17865" y="18817"/>
                    <a:pt x="17865" y="18817"/>
                    <a:pt x="17865" y="18967"/>
                  </a:cubicBezTo>
                  <a:cubicBezTo>
                    <a:pt x="17865" y="18967"/>
                    <a:pt x="17865" y="18967"/>
                    <a:pt x="17865" y="18967"/>
                  </a:cubicBezTo>
                  <a:cubicBezTo>
                    <a:pt x="17865" y="18967"/>
                    <a:pt x="17865" y="18967"/>
                    <a:pt x="17865" y="18967"/>
                  </a:cubicBezTo>
                  <a:cubicBezTo>
                    <a:pt x="17865" y="18967"/>
                    <a:pt x="17865" y="18967"/>
                    <a:pt x="17865" y="18967"/>
                  </a:cubicBezTo>
                  <a:cubicBezTo>
                    <a:pt x="17865" y="18967"/>
                    <a:pt x="17865" y="18967"/>
                    <a:pt x="17865" y="18967"/>
                  </a:cubicBezTo>
                  <a:cubicBezTo>
                    <a:pt x="17865" y="18967"/>
                    <a:pt x="17865" y="18967"/>
                    <a:pt x="17865" y="18967"/>
                  </a:cubicBezTo>
                  <a:cubicBezTo>
                    <a:pt x="17865" y="18967"/>
                    <a:pt x="17865" y="18967"/>
                    <a:pt x="17865" y="19117"/>
                  </a:cubicBezTo>
                  <a:cubicBezTo>
                    <a:pt x="17865" y="19117"/>
                    <a:pt x="17865" y="19117"/>
                    <a:pt x="17865" y="19117"/>
                  </a:cubicBezTo>
                  <a:cubicBezTo>
                    <a:pt x="17702" y="19117"/>
                    <a:pt x="17865" y="19267"/>
                    <a:pt x="18027" y="19267"/>
                  </a:cubicBezTo>
                  <a:cubicBezTo>
                    <a:pt x="18027" y="19267"/>
                    <a:pt x="18027" y="19267"/>
                    <a:pt x="18027" y="19267"/>
                  </a:cubicBezTo>
                  <a:cubicBezTo>
                    <a:pt x="18027" y="19267"/>
                    <a:pt x="18027" y="19267"/>
                    <a:pt x="18027" y="19267"/>
                  </a:cubicBezTo>
                  <a:cubicBezTo>
                    <a:pt x="18027" y="19267"/>
                    <a:pt x="18027" y="19267"/>
                    <a:pt x="18027" y="19117"/>
                  </a:cubicBezTo>
                  <a:cubicBezTo>
                    <a:pt x="18027" y="19117"/>
                    <a:pt x="18027" y="19117"/>
                    <a:pt x="18027" y="19117"/>
                  </a:cubicBezTo>
                  <a:cubicBezTo>
                    <a:pt x="18027" y="19117"/>
                    <a:pt x="18027" y="19117"/>
                    <a:pt x="18027" y="19117"/>
                  </a:cubicBezTo>
                  <a:cubicBezTo>
                    <a:pt x="18027" y="19117"/>
                    <a:pt x="18027" y="19117"/>
                    <a:pt x="18027" y="19117"/>
                  </a:cubicBezTo>
                  <a:cubicBezTo>
                    <a:pt x="18027" y="19117"/>
                    <a:pt x="18027" y="19117"/>
                    <a:pt x="18027" y="19117"/>
                  </a:cubicBezTo>
                  <a:cubicBezTo>
                    <a:pt x="18027" y="19117"/>
                    <a:pt x="18027" y="19117"/>
                    <a:pt x="18027" y="19117"/>
                  </a:cubicBezTo>
                  <a:cubicBezTo>
                    <a:pt x="18027" y="19117"/>
                    <a:pt x="18027" y="19117"/>
                    <a:pt x="18189" y="19117"/>
                  </a:cubicBezTo>
                  <a:cubicBezTo>
                    <a:pt x="18189" y="19117"/>
                    <a:pt x="18189" y="19117"/>
                    <a:pt x="18189" y="19117"/>
                  </a:cubicBezTo>
                  <a:cubicBezTo>
                    <a:pt x="18189" y="19117"/>
                    <a:pt x="18189" y="19117"/>
                    <a:pt x="18189" y="19117"/>
                  </a:cubicBezTo>
                  <a:cubicBezTo>
                    <a:pt x="18189" y="19117"/>
                    <a:pt x="18189" y="19117"/>
                    <a:pt x="18189" y="18967"/>
                  </a:cubicBezTo>
                  <a:cubicBezTo>
                    <a:pt x="18189" y="18967"/>
                    <a:pt x="18189" y="18967"/>
                    <a:pt x="18189" y="18967"/>
                  </a:cubicBezTo>
                  <a:close/>
                  <a:moveTo>
                    <a:pt x="19326" y="18217"/>
                  </a:moveTo>
                  <a:cubicBezTo>
                    <a:pt x="19489" y="18217"/>
                    <a:pt x="19489" y="18067"/>
                    <a:pt x="19489" y="18067"/>
                  </a:cubicBezTo>
                  <a:cubicBezTo>
                    <a:pt x="19489" y="18067"/>
                    <a:pt x="19326" y="17917"/>
                    <a:pt x="19326" y="18067"/>
                  </a:cubicBezTo>
                  <a:cubicBezTo>
                    <a:pt x="19326" y="18067"/>
                    <a:pt x="19326" y="18067"/>
                    <a:pt x="19326" y="18067"/>
                  </a:cubicBezTo>
                  <a:cubicBezTo>
                    <a:pt x="19326" y="18067"/>
                    <a:pt x="19326"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164" y="18067"/>
                  </a:cubicBezTo>
                  <a:cubicBezTo>
                    <a:pt x="19164" y="18067"/>
                    <a:pt x="19164" y="18067"/>
                    <a:pt x="19002" y="18067"/>
                  </a:cubicBezTo>
                  <a:cubicBezTo>
                    <a:pt x="19002" y="18067"/>
                    <a:pt x="19002" y="18067"/>
                    <a:pt x="19002" y="18067"/>
                  </a:cubicBezTo>
                  <a:cubicBezTo>
                    <a:pt x="19002" y="18067"/>
                    <a:pt x="19002" y="18067"/>
                    <a:pt x="19002" y="18067"/>
                  </a:cubicBezTo>
                  <a:cubicBezTo>
                    <a:pt x="18839" y="18217"/>
                    <a:pt x="19002" y="18367"/>
                    <a:pt x="19164" y="18367"/>
                  </a:cubicBezTo>
                  <a:cubicBezTo>
                    <a:pt x="19164" y="18367"/>
                    <a:pt x="19164" y="18367"/>
                    <a:pt x="19164" y="18367"/>
                  </a:cubicBezTo>
                  <a:cubicBezTo>
                    <a:pt x="19164" y="18367"/>
                    <a:pt x="19164" y="18367"/>
                    <a:pt x="19164" y="18367"/>
                  </a:cubicBezTo>
                  <a:cubicBezTo>
                    <a:pt x="19164" y="18367"/>
                    <a:pt x="19164" y="18367"/>
                    <a:pt x="19164" y="18217"/>
                  </a:cubicBezTo>
                  <a:cubicBezTo>
                    <a:pt x="19164" y="18217"/>
                    <a:pt x="19164" y="18217"/>
                    <a:pt x="19164" y="18217"/>
                  </a:cubicBezTo>
                  <a:cubicBezTo>
                    <a:pt x="19164" y="18217"/>
                    <a:pt x="19164" y="18217"/>
                    <a:pt x="19164" y="18217"/>
                  </a:cubicBezTo>
                  <a:cubicBezTo>
                    <a:pt x="19164" y="18217"/>
                    <a:pt x="19164" y="18217"/>
                    <a:pt x="19164" y="18217"/>
                  </a:cubicBezTo>
                  <a:cubicBezTo>
                    <a:pt x="19164" y="18217"/>
                    <a:pt x="19164" y="18217"/>
                    <a:pt x="19164" y="18217"/>
                  </a:cubicBezTo>
                  <a:cubicBezTo>
                    <a:pt x="19164" y="18217"/>
                    <a:pt x="19164" y="18217"/>
                    <a:pt x="19164" y="18217"/>
                  </a:cubicBezTo>
                  <a:cubicBezTo>
                    <a:pt x="19164" y="18217"/>
                    <a:pt x="19164" y="18217"/>
                    <a:pt x="19326" y="18217"/>
                  </a:cubicBezTo>
                  <a:cubicBezTo>
                    <a:pt x="19326" y="18217"/>
                    <a:pt x="19326" y="18217"/>
                    <a:pt x="19326" y="18217"/>
                  </a:cubicBezTo>
                  <a:cubicBezTo>
                    <a:pt x="19326" y="18217"/>
                    <a:pt x="19326" y="18217"/>
                    <a:pt x="19326" y="18217"/>
                  </a:cubicBezTo>
                  <a:cubicBezTo>
                    <a:pt x="19326" y="18217"/>
                    <a:pt x="19326" y="18217"/>
                    <a:pt x="19326" y="18217"/>
                  </a:cubicBezTo>
                  <a:cubicBezTo>
                    <a:pt x="19326" y="18217"/>
                    <a:pt x="19326" y="18217"/>
                    <a:pt x="19326" y="18217"/>
                  </a:cubicBezTo>
                  <a:cubicBezTo>
                    <a:pt x="19326" y="18217"/>
                    <a:pt x="19326" y="18217"/>
                    <a:pt x="19326" y="18217"/>
                  </a:cubicBezTo>
                  <a:cubicBezTo>
                    <a:pt x="19326" y="18217"/>
                    <a:pt x="19326" y="18217"/>
                    <a:pt x="19326" y="18217"/>
                  </a:cubicBezTo>
                  <a:close/>
                  <a:moveTo>
                    <a:pt x="20788" y="17917"/>
                  </a:moveTo>
                  <a:cubicBezTo>
                    <a:pt x="20950" y="17917"/>
                    <a:pt x="20950"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788" y="17767"/>
                  </a:cubicBezTo>
                  <a:cubicBezTo>
                    <a:pt x="20788" y="17767"/>
                    <a:pt x="20788"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626" y="17767"/>
                    <a:pt x="20626" y="17767"/>
                    <a:pt x="20626" y="17767"/>
                  </a:cubicBezTo>
                  <a:cubicBezTo>
                    <a:pt x="20463" y="17767"/>
                    <a:pt x="20463" y="17917"/>
                    <a:pt x="20463" y="17917"/>
                  </a:cubicBezTo>
                  <a:cubicBezTo>
                    <a:pt x="20463" y="17917"/>
                    <a:pt x="20463"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626" y="17917"/>
                  </a:cubicBezTo>
                  <a:cubicBezTo>
                    <a:pt x="20626" y="17917"/>
                    <a:pt x="20626"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ubicBezTo>
                    <a:pt x="20788" y="17917"/>
                    <a:pt x="20788" y="17917"/>
                    <a:pt x="20788" y="1791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3" name="Shape 2583"/>
            <p:cNvSpPr/>
            <p:nvPr/>
          </p:nvSpPr>
          <p:spPr>
            <a:xfrm>
              <a:off x="668439" y="960875"/>
              <a:ext cx="795236" cy="855611"/>
            </a:xfrm>
            <a:custGeom>
              <a:avLst/>
              <a:gdLst/>
              <a:ahLst/>
              <a:cxnLst>
                <a:cxn ang="0">
                  <a:pos x="wd2" y="hd2"/>
                </a:cxn>
                <a:cxn ang="5400000">
                  <a:pos x="wd2" y="hd2"/>
                </a:cxn>
                <a:cxn ang="10800000">
                  <a:pos x="wd2" y="hd2"/>
                </a:cxn>
                <a:cxn ang="16200000">
                  <a:pos x="wd2" y="hd2"/>
                </a:cxn>
              </a:cxnLst>
              <a:rect l="0" t="0" r="r" b="b"/>
              <a:pathLst>
                <a:path w="21469" h="21479" fill="norm" stroke="1" extrusionOk="0">
                  <a:moveTo>
                    <a:pt x="6079" y="15326"/>
                  </a:moveTo>
                  <a:cubicBezTo>
                    <a:pt x="6889" y="14949"/>
                    <a:pt x="7294" y="14321"/>
                    <a:pt x="7564" y="13693"/>
                  </a:cubicBezTo>
                  <a:cubicBezTo>
                    <a:pt x="7159" y="13944"/>
                    <a:pt x="6889" y="14195"/>
                    <a:pt x="6484" y="14572"/>
                  </a:cubicBezTo>
                  <a:cubicBezTo>
                    <a:pt x="3109" y="11684"/>
                    <a:pt x="1489" y="1009"/>
                    <a:pt x="7834" y="1009"/>
                  </a:cubicBezTo>
                  <a:cubicBezTo>
                    <a:pt x="8509" y="381"/>
                    <a:pt x="9454" y="5"/>
                    <a:pt x="10669" y="5"/>
                  </a:cubicBezTo>
                  <a:cubicBezTo>
                    <a:pt x="13774" y="-121"/>
                    <a:pt x="17689" y="2265"/>
                    <a:pt x="17689" y="7665"/>
                  </a:cubicBezTo>
                  <a:cubicBezTo>
                    <a:pt x="17689" y="10930"/>
                    <a:pt x="16744" y="12563"/>
                    <a:pt x="14989" y="14446"/>
                  </a:cubicBezTo>
                  <a:cubicBezTo>
                    <a:pt x="14584" y="14195"/>
                    <a:pt x="14179" y="13819"/>
                    <a:pt x="13774" y="13567"/>
                  </a:cubicBezTo>
                  <a:cubicBezTo>
                    <a:pt x="13909" y="14321"/>
                    <a:pt x="14314" y="14823"/>
                    <a:pt x="15394" y="15326"/>
                  </a:cubicBezTo>
                  <a:cubicBezTo>
                    <a:pt x="17824" y="16205"/>
                    <a:pt x="21469" y="16456"/>
                    <a:pt x="21469" y="19470"/>
                  </a:cubicBezTo>
                  <a:cubicBezTo>
                    <a:pt x="21469" y="20098"/>
                    <a:pt x="21199" y="20851"/>
                    <a:pt x="20659" y="21479"/>
                  </a:cubicBezTo>
                  <a:cubicBezTo>
                    <a:pt x="10669" y="21479"/>
                    <a:pt x="10669" y="21479"/>
                    <a:pt x="10669" y="21479"/>
                  </a:cubicBezTo>
                  <a:cubicBezTo>
                    <a:pt x="679" y="21479"/>
                    <a:pt x="679" y="21479"/>
                    <a:pt x="679" y="21479"/>
                  </a:cubicBezTo>
                  <a:cubicBezTo>
                    <a:pt x="274" y="20851"/>
                    <a:pt x="4" y="20098"/>
                    <a:pt x="4" y="19470"/>
                  </a:cubicBezTo>
                  <a:cubicBezTo>
                    <a:pt x="-131" y="16456"/>
                    <a:pt x="3514" y="16205"/>
                    <a:pt x="6079" y="15326"/>
                  </a:cubicBezTo>
                  <a:close/>
                  <a:moveTo>
                    <a:pt x="14989" y="10428"/>
                  </a:moveTo>
                  <a:cubicBezTo>
                    <a:pt x="15259" y="10428"/>
                    <a:pt x="15394" y="10428"/>
                    <a:pt x="15664" y="10302"/>
                  </a:cubicBezTo>
                  <a:cubicBezTo>
                    <a:pt x="14314" y="9549"/>
                    <a:pt x="13099" y="8167"/>
                    <a:pt x="10669" y="6032"/>
                  </a:cubicBezTo>
                  <a:cubicBezTo>
                    <a:pt x="10264" y="5656"/>
                    <a:pt x="9859" y="5279"/>
                    <a:pt x="9454" y="5028"/>
                  </a:cubicBezTo>
                  <a:cubicBezTo>
                    <a:pt x="9589" y="5405"/>
                    <a:pt x="9994" y="5907"/>
                    <a:pt x="10669" y="6660"/>
                  </a:cubicBezTo>
                  <a:cubicBezTo>
                    <a:pt x="11344" y="7414"/>
                    <a:pt x="12289" y="8544"/>
                    <a:pt x="14044" y="9926"/>
                  </a:cubicBezTo>
                  <a:cubicBezTo>
                    <a:pt x="13099" y="10051"/>
                    <a:pt x="11884" y="9549"/>
                    <a:pt x="10669" y="8795"/>
                  </a:cubicBezTo>
                  <a:cubicBezTo>
                    <a:pt x="9454" y="8042"/>
                    <a:pt x="8239" y="7037"/>
                    <a:pt x="7429" y="6032"/>
                  </a:cubicBezTo>
                  <a:cubicBezTo>
                    <a:pt x="7024" y="7539"/>
                    <a:pt x="6349" y="9172"/>
                    <a:pt x="5674" y="10177"/>
                  </a:cubicBezTo>
                  <a:cubicBezTo>
                    <a:pt x="5809" y="10302"/>
                    <a:pt x="6079" y="10428"/>
                    <a:pt x="6349" y="10428"/>
                  </a:cubicBezTo>
                  <a:cubicBezTo>
                    <a:pt x="7159" y="12186"/>
                    <a:pt x="8644" y="13567"/>
                    <a:pt x="10669" y="13567"/>
                  </a:cubicBezTo>
                  <a:cubicBezTo>
                    <a:pt x="10669" y="13567"/>
                    <a:pt x="10669" y="13567"/>
                    <a:pt x="10669" y="13567"/>
                  </a:cubicBezTo>
                  <a:cubicBezTo>
                    <a:pt x="12694" y="13567"/>
                    <a:pt x="14179" y="12312"/>
                    <a:pt x="14989" y="10428"/>
                  </a:cubicBezTo>
                  <a:close/>
                  <a:moveTo>
                    <a:pt x="10669" y="20223"/>
                  </a:moveTo>
                  <a:cubicBezTo>
                    <a:pt x="13639" y="20349"/>
                    <a:pt x="16609" y="19219"/>
                    <a:pt x="18634" y="17084"/>
                  </a:cubicBezTo>
                  <a:cubicBezTo>
                    <a:pt x="17554" y="16581"/>
                    <a:pt x="16204" y="16330"/>
                    <a:pt x="14719" y="15828"/>
                  </a:cubicBezTo>
                  <a:cubicBezTo>
                    <a:pt x="13909" y="15451"/>
                    <a:pt x="13369" y="14698"/>
                    <a:pt x="13099" y="13693"/>
                  </a:cubicBezTo>
                  <a:cubicBezTo>
                    <a:pt x="12289" y="14070"/>
                    <a:pt x="11614" y="14195"/>
                    <a:pt x="10669" y="14195"/>
                  </a:cubicBezTo>
                  <a:cubicBezTo>
                    <a:pt x="10669" y="14195"/>
                    <a:pt x="10669" y="14195"/>
                    <a:pt x="10669" y="14195"/>
                  </a:cubicBezTo>
                  <a:cubicBezTo>
                    <a:pt x="9724" y="14195"/>
                    <a:pt x="9049" y="14070"/>
                    <a:pt x="8374" y="13693"/>
                  </a:cubicBezTo>
                  <a:cubicBezTo>
                    <a:pt x="8104" y="14572"/>
                    <a:pt x="7564" y="15451"/>
                    <a:pt x="6754" y="15828"/>
                  </a:cubicBezTo>
                  <a:cubicBezTo>
                    <a:pt x="5539" y="16330"/>
                    <a:pt x="3784" y="16581"/>
                    <a:pt x="2569" y="17209"/>
                  </a:cubicBezTo>
                  <a:cubicBezTo>
                    <a:pt x="4864" y="19219"/>
                    <a:pt x="7834" y="20223"/>
                    <a:pt x="10669" y="2022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4" name="Shape 2584"/>
            <p:cNvSpPr/>
            <p:nvPr/>
          </p:nvSpPr>
          <p:spPr>
            <a:xfrm>
              <a:off x="7059524" y="3137227"/>
              <a:ext cx="1009828" cy="1063683"/>
            </a:xfrm>
            <a:custGeom>
              <a:avLst/>
              <a:gdLst/>
              <a:ahLst/>
              <a:cxnLst>
                <a:cxn ang="0">
                  <a:pos x="wd2" y="hd2"/>
                </a:cxn>
                <a:cxn ang="5400000">
                  <a:pos x="wd2" y="hd2"/>
                </a:cxn>
                <a:cxn ang="10800000">
                  <a:pos x="wd2" y="hd2"/>
                </a:cxn>
                <a:cxn ang="16200000">
                  <a:pos x="wd2" y="hd2"/>
                </a:cxn>
              </a:cxnLst>
              <a:rect l="0" t="0" r="r" b="b"/>
              <a:pathLst>
                <a:path w="21402" h="21409" fill="norm" stroke="1" extrusionOk="0">
                  <a:moveTo>
                    <a:pt x="18947" y="16261"/>
                  </a:moveTo>
                  <a:cubicBezTo>
                    <a:pt x="17777" y="15858"/>
                    <a:pt x="16500" y="15555"/>
                    <a:pt x="15330" y="15050"/>
                  </a:cubicBezTo>
                  <a:cubicBezTo>
                    <a:pt x="14798" y="14848"/>
                    <a:pt x="14478" y="14545"/>
                    <a:pt x="14159" y="14344"/>
                  </a:cubicBezTo>
                  <a:cubicBezTo>
                    <a:pt x="14585" y="14445"/>
                    <a:pt x="15010" y="14545"/>
                    <a:pt x="15649" y="14646"/>
                  </a:cubicBezTo>
                  <a:cubicBezTo>
                    <a:pt x="15330" y="13940"/>
                    <a:pt x="15117" y="13334"/>
                    <a:pt x="15010" y="12729"/>
                  </a:cubicBezTo>
                  <a:cubicBezTo>
                    <a:pt x="15542" y="13031"/>
                    <a:pt x="16074" y="13334"/>
                    <a:pt x="16713" y="13536"/>
                  </a:cubicBezTo>
                  <a:cubicBezTo>
                    <a:pt x="16394" y="12930"/>
                    <a:pt x="16074" y="12325"/>
                    <a:pt x="15862" y="11820"/>
                  </a:cubicBezTo>
                  <a:cubicBezTo>
                    <a:pt x="16287" y="12022"/>
                    <a:pt x="16713" y="12224"/>
                    <a:pt x="17138" y="12426"/>
                  </a:cubicBezTo>
                  <a:cubicBezTo>
                    <a:pt x="16819" y="11719"/>
                    <a:pt x="16713" y="11013"/>
                    <a:pt x="16606" y="10508"/>
                  </a:cubicBezTo>
                  <a:cubicBezTo>
                    <a:pt x="17138" y="10508"/>
                    <a:pt x="17670" y="10508"/>
                    <a:pt x="18202" y="10407"/>
                  </a:cubicBezTo>
                  <a:cubicBezTo>
                    <a:pt x="17670" y="9902"/>
                    <a:pt x="17138" y="9398"/>
                    <a:pt x="16819" y="8994"/>
                  </a:cubicBezTo>
                  <a:cubicBezTo>
                    <a:pt x="17351" y="8893"/>
                    <a:pt x="17990" y="8792"/>
                    <a:pt x="18628" y="8388"/>
                  </a:cubicBezTo>
                  <a:cubicBezTo>
                    <a:pt x="17458" y="7884"/>
                    <a:pt x="16926" y="6773"/>
                    <a:pt x="16713" y="5663"/>
                  </a:cubicBezTo>
                  <a:cubicBezTo>
                    <a:pt x="16287" y="2332"/>
                    <a:pt x="13946" y="-191"/>
                    <a:pt x="10541" y="11"/>
                  </a:cubicBezTo>
                  <a:cubicBezTo>
                    <a:pt x="10116" y="112"/>
                    <a:pt x="9690" y="213"/>
                    <a:pt x="9158" y="314"/>
                  </a:cubicBezTo>
                  <a:cubicBezTo>
                    <a:pt x="6817" y="314"/>
                    <a:pt x="5221" y="3645"/>
                    <a:pt x="4796" y="5764"/>
                  </a:cubicBezTo>
                  <a:cubicBezTo>
                    <a:pt x="4583" y="6874"/>
                    <a:pt x="3944" y="7884"/>
                    <a:pt x="2774" y="8388"/>
                  </a:cubicBezTo>
                  <a:cubicBezTo>
                    <a:pt x="3519" y="8792"/>
                    <a:pt x="4051" y="8893"/>
                    <a:pt x="4583" y="8994"/>
                  </a:cubicBezTo>
                  <a:cubicBezTo>
                    <a:pt x="4264" y="9398"/>
                    <a:pt x="3838" y="9902"/>
                    <a:pt x="3306" y="10407"/>
                  </a:cubicBezTo>
                  <a:cubicBezTo>
                    <a:pt x="3838" y="10508"/>
                    <a:pt x="4370" y="10508"/>
                    <a:pt x="4902" y="10508"/>
                  </a:cubicBezTo>
                  <a:cubicBezTo>
                    <a:pt x="4796" y="11013"/>
                    <a:pt x="4689" y="11719"/>
                    <a:pt x="4370" y="12426"/>
                  </a:cubicBezTo>
                  <a:cubicBezTo>
                    <a:pt x="4796" y="12224"/>
                    <a:pt x="5221" y="12022"/>
                    <a:pt x="5647" y="11820"/>
                  </a:cubicBezTo>
                  <a:cubicBezTo>
                    <a:pt x="5434" y="12325"/>
                    <a:pt x="5115" y="12930"/>
                    <a:pt x="4796" y="13536"/>
                  </a:cubicBezTo>
                  <a:cubicBezTo>
                    <a:pt x="5434" y="13334"/>
                    <a:pt x="5966" y="13031"/>
                    <a:pt x="6392" y="12729"/>
                  </a:cubicBezTo>
                  <a:cubicBezTo>
                    <a:pt x="6285" y="13334"/>
                    <a:pt x="6179" y="13940"/>
                    <a:pt x="5860" y="14646"/>
                  </a:cubicBezTo>
                  <a:cubicBezTo>
                    <a:pt x="6392" y="14545"/>
                    <a:pt x="6711" y="14545"/>
                    <a:pt x="7136" y="14344"/>
                  </a:cubicBezTo>
                  <a:cubicBezTo>
                    <a:pt x="6817" y="14646"/>
                    <a:pt x="6498" y="14848"/>
                    <a:pt x="6072" y="15050"/>
                  </a:cubicBezTo>
                  <a:cubicBezTo>
                    <a:pt x="4902" y="15555"/>
                    <a:pt x="3519" y="15858"/>
                    <a:pt x="2455" y="16261"/>
                  </a:cubicBezTo>
                  <a:cubicBezTo>
                    <a:pt x="965" y="16867"/>
                    <a:pt x="-99" y="17674"/>
                    <a:pt x="7" y="19390"/>
                  </a:cubicBezTo>
                  <a:cubicBezTo>
                    <a:pt x="7" y="20097"/>
                    <a:pt x="220" y="20602"/>
                    <a:pt x="646" y="21409"/>
                  </a:cubicBezTo>
                  <a:cubicBezTo>
                    <a:pt x="646" y="21409"/>
                    <a:pt x="646" y="21409"/>
                    <a:pt x="2455" y="21409"/>
                  </a:cubicBezTo>
                  <a:cubicBezTo>
                    <a:pt x="2455" y="21409"/>
                    <a:pt x="2455" y="21409"/>
                    <a:pt x="10541" y="21409"/>
                  </a:cubicBezTo>
                  <a:cubicBezTo>
                    <a:pt x="10541" y="21409"/>
                    <a:pt x="10541" y="21409"/>
                    <a:pt x="18947" y="21409"/>
                  </a:cubicBezTo>
                  <a:cubicBezTo>
                    <a:pt x="18947" y="21409"/>
                    <a:pt x="18947" y="21409"/>
                    <a:pt x="20650" y="21409"/>
                  </a:cubicBezTo>
                  <a:cubicBezTo>
                    <a:pt x="21182" y="20602"/>
                    <a:pt x="21395" y="20097"/>
                    <a:pt x="21395" y="19390"/>
                  </a:cubicBezTo>
                  <a:cubicBezTo>
                    <a:pt x="21501" y="17674"/>
                    <a:pt x="20437" y="16867"/>
                    <a:pt x="18947" y="16261"/>
                  </a:cubicBezTo>
                  <a:close/>
                  <a:moveTo>
                    <a:pt x="6285" y="10104"/>
                  </a:moveTo>
                  <a:cubicBezTo>
                    <a:pt x="4902" y="9902"/>
                    <a:pt x="4476" y="7076"/>
                    <a:pt x="5647" y="6067"/>
                  </a:cubicBezTo>
                  <a:cubicBezTo>
                    <a:pt x="5860" y="6168"/>
                    <a:pt x="6072" y="6471"/>
                    <a:pt x="6179" y="6874"/>
                  </a:cubicBezTo>
                  <a:cubicBezTo>
                    <a:pt x="6498" y="7581"/>
                    <a:pt x="6604" y="7985"/>
                    <a:pt x="6498" y="6572"/>
                  </a:cubicBezTo>
                  <a:cubicBezTo>
                    <a:pt x="6498" y="6269"/>
                    <a:pt x="6498" y="5966"/>
                    <a:pt x="6604" y="5562"/>
                  </a:cubicBezTo>
                  <a:cubicBezTo>
                    <a:pt x="7136" y="6067"/>
                    <a:pt x="8094" y="6471"/>
                    <a:pt x="9371" y="6773"/>
                  </a:cubicBezTo>
                  <a:cubicBezTo>
                    <a:pt x="8520" y="5966"/>
                    <a:pt x="7988" y="5360"/>
                    <a:pt x="7775" y="4250"/>
                  </a:cubicBezTo>
                  <a:cubicBezTo>
                    <a:pt x="8307" y="5360"/>
                    <a:pt x="9265" y="6168"/>
                    <a:pt x="10541" y="6773"/>
                  </a:cubicBezTo>
                  <a:cubicBezTo>
                    <a:pt x="11499" y="7177"/>
                    <a:pt x="12563" y="7480"/>
                    <a:pt x="13840" y="7682"/>
                  </a:cubicBezTo>
                  <a:cubicBezTo>
                    <a:pt x="12350" y="6773"/>
                    <a:pt x="11286" y="6067"/>
                    <a:pt x="10541" y="5360"/>
                  </a:cubicBezTo>
                  <a:cubicBezTo>
                    <a:pt x="10222" y="5058"/>
                    <a:pt x="10009" y="4654"/>
                    <a:pt x="9797" y="4250"/>
                  </a:cubicBezTo>
                  <a:cubicBezTo>
                    <a:pt x="10116" y="4553"/>
                    <a:pt x="10329" y="4755"/>
                    <a:pt x="10541" y="5058"/>
                  </a:cubicBezTo>
                  <a:cubicBezTo>
                    <a:pt x="12137" y="6370"/>
                    <a:pt x="14372" y="7682"/>
                    <a:pt x="15862" y="7985"/>
                  </a:cubicBezTo>
                  <a:cubicBezTo>
                    <a:pt x="15542" y="7581"/>
                    <a:pt x="15330" y="7177"/>
                    <a:pt x="15223" y="6773"/>
                  </a:cubicBezTo>
                  <a:cubicBezTo>
                    <a:pt x="15330" y="6471"/>
                    <a:pt x="15542" y="6168"/>
                    <a:pt x="15755" y="6168"/>
                  </a:cubicBezTo>
                  <a:cubicBezTo>
                    <a:pt x="16819" y="7177"/>
                    <a:pt x="16500" y="9902"/>
                    <a:pt x="15010" y="10104"/>
                  </a:cubicBezTo>
                  <a:cubicBezTo>
                    <a:pt x="14266" y="12022"/>
                    <a:pt x="12776" y="13334"/>
                    <a:pt x="10648" y="13334"/>
                  </a:cubicBezTo>
                  <a:cubicBezTo>
                    <a:pt x="10648" y="13334"/>
                    <a:pt x="10648" y="13334"/>
                    <a:pt x="10541" y="13334"/>
                  </a:cubicBezTo>
                  <a:cubicBezTo>
                    <a:pt x="8626" y="13334"/>
                    <a:pt x="7136" y="11921"/>
                    <a:pt x="6285" y="10104"/>
                  </a:cubicBezTo>
                  <a:close/>
                  <a:moveTo>
                    <a:pt x="8307" y="13435"/>
                  </a:moveTo>
                  <a:cubicBezTo>
                    <a:pt x="8945" y="13839"/>
                    <a:pt x="9797" y="14142"/>
                    <a:pt x="10541" y="14142"/>
                  </a:cubicBezTo>
                  <a:cubicBezTo>
                    <a:pt x="10648" y="14142"/>
                    <a:pt x="10648" y="14142"/>
                    <a:pt x="10648" y="14142"/>
                  </a:cubicBezTo>
                  <a:cubicBezTo>
                    <a:pt x="11499" y="14142"/>
                    <a:pt x="12350" y="13940"/>
                    <a:pt x="12989" y="13536"/>
                  </a:cubicBezTo>
                  <a:cubicBezTo>
                    <a:pt x="13308" y="14545"/>
                    <a:pt x="13840" y="15353"/>
                    <a:pt x="14798" y="15656"/>
                  </a:cubicBezTo>
                  <a:cubicBezTo>
                    <a:pt x="13840" y="17069"/>
                    <a:pt x="12244" y="17674"/>
                    <a:pt x="10541" y="17573"/>
                  </a:cubicBezTo>
                  <a:cubicBezTo>
                    <a:pt x="9158" y="17573"/>
                    <a:pt x="7562" y="16968"/>
                    <a:pt x="6604" y="15656"/>
                  </a:cubicBezTo>
                  <a:cubicBezTo>
                    <a:pt x="7456" y="15353"/>
                    <a:pt x="7988" y="14445"/>
                    <a:pt x="8307" y="13435"/>
                  </a:cubicBezTo>
                  <a:close/>
                  <a:moveTo>
                    <a:pt x="3412" y="21409"/>
                  </a:moveTo>
                  <a:cubicBezTo>
                    <a:pt x="3306" y="20602"/>
                    <a:pt x="2987" y="19895"/>
                    <a:pt x="2668" y="19390"/>
                  </a:cubicBezTo>
                  <a:cubicBezTo>
                    <a:pt x="2561" y="19289"/>
                    <a:pt x="2348" y="19188"/>
                    <a:pt x="2242" y="19088"/>
                  </a:cubicBezTo>
                  <a:cubicBezTo>
                    <a:pt x="1816" y="18583"/>
                    <a:pt x="1391" y="18381"/>
                    <a:pt x="965" y="18381"/>
                  </a:cubicBezTo>
                  <a:cubicBezTo>
                    <a:pt x="965" y="18179"/>
                    <a:pt x="965" y="18179"/>
                    <a:pt x="965" y="18179"/>
                  </a:cubicBezTo>
                  <a:cubicBezTo>
                    <a:pt x="1391" y="18179"/>
                    <a:pt x="1816" y="18280"/>
                    <a:pt x="2242" y="18785"/>
                  </a:cubicBezTo>
                  <a:cubicBezTo>
                    <a:pt x="2455" y="18886"/>
                    <a:pt x="2668" y="19088"/>
                    <a:pt x="2880" y="19289"/>
                  </a:cubicBezTo>
                  <a:cubicBezTo>
                    <a:pt x="3200" y="19794"/>
                    <a:pt x="3625" y="20602"/>
                    <a:pt x="3625" y="21409"/>
                  </a:cubicBezTo>
                  <a:cubicBezTo>
                    <a:pt x="3625" y="21409"/>
                    <a:pt x="3625" y="21409"/>
                    <a:pt x="3412" y="21409"/>
                  </a:cubicBezTo>
                  <a:close/>
                  <a:moveTo>
                    <a:pt x="14798" y="17573"/>
                  </a:moveTo>
                  <a:cubicBezTo>
                    <a:pt x="13734" y="18482"/>
                    <a:pt x="12244" y="18583"/>
                    <a:pt x="10861" y="18987"/>
                  </a:cubicBezTo>
                  <a:cubicBezTo>
                    <a:pt x="10754" y="18987"/>
                    <a:pt x="10648" y="18987"/>
                    <a:pt x="10541" y="18987"/>
                  </a:cubicBezTo>
                  <a:cubicBezTo>
                    <a:pt x="9265" y="18583"/>
                    <a:pt x="7881" y="18482"/>
                    <a:pt x="6817" y="17775"/>
                  </a:cubicBezTo>
                  <a:cubicBezTo>
                    <a:pt x="6179" y="17372"/>
                    <a:pt x="5647" y="16867"/>
                    <a:pt x="5221" y="16261"/>
                  </a:cubicBezTo>
                  <a:cubicBezTo>
                    <a:pt x="5221" y="16261"/>
                    <a:pt x="5221" y="16261"/>
                    <a:pt x="5434" y="16059"/>
                  </a:cubicBezTo>
                  <a:cubicBezTo>
                    <a:pt x="5860" y="16665"/>
                    <a:pt x="6392" y="17069"/>
                    <a:pt x="6924" y="17473"/>
                  </a:cubicBezTo>
                  <a:cubicBezTo>
                    <a:pt x="7988" y="18179"/>
                    <a:pt x="9371" y="18583"/>
                    <a:pt x="10541" y="18583"/>
                  </a:cubicBezTo>
                  <a:cubicBezTo>
                    <a:pt x="10648" y="18583"/>
                    <a:pt x="10754" y="18583"/>
                    <a:pt x="10861" y="18583"/>
                  </a:cubicBezTo>
                  <a:cubicBezTo>
                    <a:pt x="12244" y="18583"/>
                    <a:pt x="13627" y="18179"/>
                    <a:pt x="14585" y="17372"/>
                  </a:cubicBezTo>
                  <a:cubicBezTo>
                    <a:pt x="15010" y="16968"/>
                    <a:pt x="15436" y="16564"/>
                    <a:pt x="15755" y="16059"/>
                  </a:cubicBezTo>
                  <a:cubicBezTo>
                    <a:pt x="15755" y="16059"/>
                    <a:pt x="15755" y="16160"/>
                    <a:pt x="15968" y="16261"/>
                  </a:cubicBezTo>
                  <a:cubicBezTo>
                    <a:pt x="15649" y="16766"/>
                    <a:pt x="15223" y="17271"/>
                    <a:pt x="14798" y="17573"/>
                  </a:cubicBezTo>
                  <a:close/>
                  <a:moveTo>
                    <a:pt x="20118" y="18381"/>
                  </a:moveTo>
                  <a:cubicBezTo>
                    <a:pt x="19692" y="18381"/>
                    <a:pt x="19373" y="18583"/>
                    <a:pt x="18947" y="19088"/>
                  </a:cubicBezTo>
                  <a:cubicBezTo>
                    <a:pt x="18841" y="19188"/>
                    <a:pt x="18734" y="19289"/>
                    <a:pt x="18734" y="19390"/>
                  </a:cubicBezTo>
                  <a:cubicBezTo>
                    <a:pt x="18309" y="19895"/>
                    <a:pt x="18096" y="20602"/>
                    <a:pt x="17990" y="21409"/>
                  </a:cubicBezTo>
                  <a:cubicBezTo>
                    <a:pt x="17777" y="21409"/>
                    <a:pt x="17777" y="21409"/>
                    <a:pt x="17777" y="21409"/>
                  </a:cubicBezTo>
                  <a:cubicBezTo>
                    <a:pt x="17777" y="20602"/>
                    <a:pt x="18096" y="19794"/>
                    <a:pt x="18522" y="19289"/>
                  </a:cubicBezTo>
                  <a:cubicBezTo>
                    <a:pt x="18628" y="19088"/>
                    <a:pt x="18734" y="18886"/>
                    <a:pt x="18947" y="18785"/>
                  </a:cubicBezTo>
                  <a:cubicBezTo>
                    <a:pt x="19373" y="18280"/>
                    <a:pt x="19692" y="18179"/>
                    <a:pt x="20118" y="18179"/>
                  </a:cubicBezTo>
                  <a:cubicBezTo>
                    <a:pt x="20118" y="18179"/>
                    <a:pt x="20118" y="18179"/>
                    <a:pt x="20118" y="1838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5" name="Shape 2585"/>
            <p:cNvSpPr/>
            <p:nvPr/>
          </p:nvSpPr>
          <p:spPr>
            <a:xfrm>
              <a:off x="2478186" y="6946748"/>
              <a:ext cx="817464" cy="864136"/>
            </a:xfrm>
            <a:custGeom>
              <a:avLst/>
              <a:gdLst/>
              <a:ahLst/>
              <a:cxnLst>
                <a:cxn ang="0">
                  <a:pos x="wd2" y="hd2"/>
                </a:cxn>
                <a:cxn ang="5400000">
                  <a:pos x="wd2" y="hd2"/>
                </a:cxn>
                <a:cxn ang="10800000">
                  <a:pos x="wd2" y="hd2"/>
                </a:cxn>
                <a:cxn ang="16200000">
                  <a:pos x="wd2" y="hd2"/>
                </a:cxn>
              </a:cxnLst>
              <a:rect l="0" t="0" r="r" b="b"/>
              <a:pathLst>
                <a:path w="21472" h="21300" fill="norm" stroke="1" extrusionOk="0">
                  <a:moveTo>
                    <a:pt x="15809" y="15252"/>
                  </a:moveTo>
                  <a:cubicBezTo>
                    <a:pt x="15545" y="15129"/>
                    <a:pt x="15413" y="15129"/>
                    <a:pt x="15282" y="15005"/>
                  </a:cubicBezTo>
                  <a:cubicBezTo>
                    <a:pt x="14360" y="14635"/>
                    <a:pt x="13833" y="14018"/>
                    <a:pt x="13701" y="13277"/>
                  </a:cubicBezTo>
                  <a:cubicBezTo>
                    <a:pt x="14228" y="12907"/>
                    <a:pt x="14623" y="12413"/>
                    <a:pt x="14887" y="11796"/>
                  </a:cubicBezTo>
                  <a:cubicBezTo>
                    <a:pt x="15150" y="11426"/>
                    <a:pt x="15282" y="11179"/>
                    <a:pt x="15545" y="10685"/>
                  </a:cubicBezTo>
                  <a:cubicBezTo>
                    <a:pt x="15545" y="10685"/>
                    <a:pt x="15677" y="10685"/>
                    <a:pt x="15809" y="10562"/>
                  </a:cubicBezTo>
                  <a:cubicBezTo>
                    <a:pt x="15940" y="10562"/>
                    <a:pt x="16204" y="10315"/>
                    <a:pt x="16335" y="10068"/>
                  </a:cubicBezTo>
                  <a:cubicBezTo>
                    <a:pt x="16599" y="9821"/>
                    <a:pt x="16862" y="9327"/>
                    <a:pt x="16994" y="8834"/>
                  </a:cubicBezTo>
                  <a:cubicBezTo>
                    <a:pt x="16994" y="8340"/>
                    <a:pt x="17126" y="7846"/>
                    <a:pt x="16994" y="7353"/>
                  </a:cubicBezTo>
                  <a:cubicBezTo>
                    <a:pt x="16862" y="6982"/>
                    <a:pt x="16862" y="6612"/>
                    <a:pt x="16599" y="6365"/>
                  </a:cubicBezTo>
                  <a:cubicBezTo>
                    <a:pt x="16599" y="5254"/>
                    <a:pt x="16335" y="3897"/>
                    <a:pt x="15809" y="2786"/>
                  </a:cubicBezTo>
                  <a:cubicBezTo>
                    <a:pt x="15150" y="1551"/>
                    <a:pt x="14096" y="564"/>
                    <a:pt x="12516" y="441"/>
                  </a:cubicBezTo>
                  <a:cubicBezTo>
                    <a:pt x="12252" y="441"/>
                    <a:pt x="11989" y="317"/>
                    <a:pt x="11594" y="317"/>
                  </a:cubicBezTo>
                  <a:cubicBezTo>
                    <a:pt x="11331" y="194"/>
                    <a:pt x="10935" y="70"/>
                    <a:pt x="10672" y="70"/>
                  </a:cubicBezTo>
                  <a:cubicBezTo>
                    <a:pt x="8170" y="-300"/>
                    <a:pt x="6589" y="811"/>
                    <a:pt x="5535" y="2909"/>
                  </a:cubicBezTo>
                  <a:cubicBezTo>
                    <a:pt x="5140" y="3897"/>
                    <a:pt x="4877" y="5007"/>
                    <a:pt x="4745" y="6365"/>
                  </a:cubicBezTo>
                  <a:cubicBezTo>
                    <a:pt x="4482" y="6612"/>
                    <a:pt x="4482" y="6982"/>
                    <a:pt x="4350" y="7353"/>
                  </a:cubicBezTo>
                  <a:cubicBezTo>
                    <a:pt x="4350" y="7846"/>
                    <a:pt x="4350" y="8340"/>
                    <a:pt x="4350" y="8834"/>
                  </a:cubicBezTo>
                  <a:cubicBezTo>
                    <a:pt x="4482" y="9327"/>
                    <a:pt x="4745" y="9821"/>
                    <a:pt x="5009" y="10068"/>
                  </a:cubicBezTo>
                  <a:cubicBezTo>
                    <a:pt x="5140" y="10315"/>
                    <a:pt x="5404" y="10562"/>
                    <a:pt x="5535" y="10562"/>
                  </a:cubicBezTo>
                  <a:cubicBezTo>
                    <a:pt x="5667" y="10685"/>
                    <a:pt x="5799" y="10685"/>
                    <a:pt x="5799" y="10685"/>
                  </a:cubicBezTo>
                  <a:cubicBezTo>
                    <a:pt x="6062" y="11055"/>
                    <a:pt x="6194" y="11426"/>
                    <a:pt x="6457" y="11796"/>
                  </a:cubicBezTo>
                  <a:cubicBezTo>
                    <a:pt x="6721" y="12290"/>
                    <a:pt x="7116" y="12907"/>
                    <a:pt x="7643" y="13277"/>
                  </a:cubicBezTo>
                  <a:cubicBezTo>
                    <a:pt x="7511" y="14018"/>
                    <a:pt x="6984" y="14635"/>
                    <a:pt x="6062" y="15005"/>
                  </a:cubicBezTo>
                  <a:cubicBezTo>
                    <a:pt x="5931" y="15129"/>
                    <a:pt x="5799" y="15129"/>
                    <a:pt x="5535" y="15252"/>
                  </a:cubicBezTo>
                  <a:cubicBezTo>
                    <a:pt x="3033" y="16116"/>
                    <a:pt x="-128" y="16486"/>
                    <a:pt x="4" y="19325"/>
                  </a:cubicBezTo>
                  <a:cubicBezTo>
                    <a:pt x="4" y="19942"/>
                    <a:pt x="267" y="20806"/>
                    <a:pt x="662" y="21300"/>
                  </a:cubicBezTo>
                  <a:cubicBezTo>
                    <a:pt x="5535" y="21300"/>
                    <a:pt x="5535" y="21300"/>
                    <a:pt x="5535" y="21300"/>
                  </a:cubicBezTo>
                  <a:cubicBezTo>
                    <a:pt x="10672" y="21300"/>
                    <a:pt x="10672" y="21300"/>
                    <a:pt x="10672" y="21300"/>
                  </a:cubicBezTo>
                  <a:cubicBezTo>
                    <a:pt x="15809" y="21300"/>
                    <a:pt x="15809" y="21300"/>
                    <a:pt x="15809" y="21300"/>
                  </a:cubicBezTo>
                  <a:cubicBezTo>
                    <a:pt x="20682" y="21300"/>
                    <a:pt x="20682" y="21300"/>
                    <a:pt x="20682" y="21300"/>
                  </a:cubicBezTo>
                  <a:cubicBezTo>
                    <a:pt x="21077" y="20806"/>
                    <a:pt x="21340" y="19942"/>
                    <a:pt x="21472" y="19325"/>
                  </a:cubicBezTo>
                  <a:cubicBezTo>
                    <a:pt x="21472" y="16486"/>
                    <a:pt x="18311" y="16116"/>
                    <a:pt x="15809" y="15252"/>
                  </a:cubicBezTo>
                  <a:close/>
                  <a:moveTo>
                    <a:pt x="15282" y="6982"/>
                  </a:moveTo>
                  <a:cubicBezTo>
                    <a:pt x="15413" y="6489"/>
                    <a:pt x="15545" y="6242"/>
                    <a:pt x="15809" y="6365"/>
                  </a:cubicBezTo>
                  <a:cubicBezTo>
                    <a:pt x="15940" y="6365"/>
                    <a:pt x="16072" y="6612"/>
                    <a:pt x="16204" y="6982"/>
                  </a:cubicBezTo>
                  <a:cubicBezTo>
                    <a:pt x="16599" y="7846"/>
                    <a:pt x="16335" y="9204"/>
                    <a:pt x="15809" y="9821"/>
                  </a:cubicBezTo>
                  <a:cubicBezTo>
                    <a:pt x="15545" y="10068"/>
                    <a:pt x="15413" y="10191"/>
                    <a:pt x="15150" y="10191"/>
                  </a:cubicBezTo>
                  <a:cubicBezTo>
                    <a:pt x="15150" y="8834"/>
                    <a:pt x="15150" y="7723"/>
                    <a:pt x="15282" y="6982"/>
                  </a:cubicBezTo>
                  <a:close/>
                  <a:moveTo>
                    <a:pt x="6194" y="10191"/>
                  </a:moveTo>
                  <a:cubicBezTo>
                    <a:pt x="5931" y="10191"/>
                    <a:pt x="5799" y="9945"/>
                    <a:pt x="5535" y="9821"/>
                  </a:cubicBezTo>
                  <a:cubicBezTo>
                    <a:pt x="5009" y="9204"/>
                    <a:pt x="4745" y="7846"/>
                    <a:pt x="5140" y="6982"/>
                  </a:cubicBezTo>
                  <a:cubicBezTo>
                    <a:pt x="5272" y="6489"/>
                    <a:pt x="5404" y="6365"/>
                    <a:pt x="5535" y="6242"/>
                  </a:cubicBezTo>
                  <a:cubicBezTo>
                    <a:pt x="5799" y="6242"/>
                    <a:pt x="6062" y="6489"/>
                    <a:pt x="6062" y="7106"/>
                  </a:cubicBezTo>
                  <a:cubicBezTo>
                    <a:pt x="6194" y="7846"/>
                    <a:pt x="6194" y="8834"/>
                    <a:pt x="6194" y="10191"/>
                  </a:cubicBezTo>
                  <a:close/>
                  <a:moveTo>
                    <a:pt x="6457" y="6489"/>
                  </a:moveTo>
                  <a:cubicBezTo>
                    <a:pt x="8433" y="6365"/>
                    <a:pt x="9487" y="5501"/>
                    <a:pt x="10672" y="4761"/>
                  </a:cubicBezTo>
                  <a:cubicBezTo>
                    <a:pt x="11067" y="4514"/>
                    <a:pt x="11462" y="4267"/>
                    <a:pt x="11857" y="4020"/>
                  </a:cubicBezTo>
                  <a:cubicBezTo>
                    <a:pt x="12911" y="3650"/>
                    <a:pt x="14096" y="3526"/>
                    <a:pt x="14492" y="4143"/>
                  </a:cubicBezTo>
                  <a:cubicBezTo>
                    <a:pt x="14755" y="4637"/>
                    <a:pt x="15150" y="5131"/>
                    <a:pt x="15150" y="5748"/>
                  </a:cubicBezTo>
                  <a:cubicBezTo>
                    <a:pt x="15150" y="5748"/>
                    <a:pt x="15150" y="5871"/>
                    <a:pt x="15150" y="5871"/>
                  </a:cubicBezTo>
                  <a:cubicBezTo>
                    <a:pt x="15150" y="7599"/>
                    <a:pt x="14755" y="11179"/>
                    <a:pt x="13438" y="10438"/>
                  </a:cubicBezTo>
                  <a:cubicBezTo>
                    <a:pt x="13438" y="10438"/>
                    <a:pt x="13306" y="10438"/>
                    <a:pt x="13306" y="10438"/>
                  </a:cubicBezTo>
                  <a:cubicBezTo>
                    <a:pt x="12779" y="10068"/>
                    <a:pt x="11989" y="9945"/>
                    <a:pt x="10672" y="9945"/>
                  </a:cubicBezTo>
                  <a:cubicBezTo>
                    <a:pt x="10672" y="9945"/>
                    <a:pt x="10672" y="9945"/>
                    <a:pt x="10672" y="9945"/>
                  </a:cubicBezTo>
                  <a:cubicBezTo>
                    <a:pt x="9487" y="9945"/>
                    <a:pt x="8696" y="10068"/>
                    <a:pt x="8170" y="10438"/>
                  </a:cubicBezTo>
                  <a:cubicBezTo>
                    <a:pt x="8170" y="10438"/>
                    <a:pt x="8170" y="10438"/>
                    <a:pt x="8170" y="10438"/>
                  </a:cubicBezTo>
                  <a:cubicBezTo>
                    <a:pt x="6984" y="11179"/>
                    <a:pt x="6457" y="8340"/>
                    <a:pt x="6457" y="6489"/>
                  </a:cubicBezTo>
                  <a:close/>
                  <a:moveTo>
                    <a:pt x="12911" y="11673"/>
                  </a:moveTo>
                  <a:cubicBezTo>
                    <a:pt x="12911" y="12166"/>
                    <a:pt x="12384" y="12660"/>
                    <a:pt x="11594" y="12907"/>
                  </a:cubicBezTo>
                  <a:cubicBezTo>
                    <a:pt x="11199" y="13030"/>
                    <a:pt x="11067" y="12413"/>
                    <a:pt x="10672" y="12413"/>
                  </a:cubicBezTo>
                  <a:cubicBezTo>
                    <a:pt x="10672" y="12413"/>
                    <a:pt x="10672" y="12413"/>
                    <a:pt x="10672" y="12413"/>
                  </a:cubicBezTo>
                  <a:cubicBezTo>
                    <a:pt x="10409" y="12413"/>
                    <a:pt x="10145" y="13030"/>
                    <a:pt x="9750" y="12907"/>
                  </a:cubicBezTo>
                  <a:cubicBezTo>
                    <a:pt x="8960" y="12660"/>
                    <a:pt x="8565" y="12166"/>
                    <a:pt x="8565" y="11673"/>
                  </a:cubicBezTo>
                  <a:cubicBezTo>
                    <a:pt x="8565" y="10932"/>
                    <a:pt x="9618" y="10562"/>
                    <a:pt x="10672" y="10562"/>
                  </a:cubicBezTo>
                  <a:cubicBezTo>
                    <a:pt x="11726" y="10562"/>
                    <a:pt x="12779" y="10932"/>
                    <a:pt x="12911" y="11673"/>
                  </a:cubicBezTo>
                  <a:close/>
                  <a:moveTo>
                    <a:pt x="10672" y="20559"/>
                  </a:moveTo>
                  <a:cubicBezTo>
                    <a:pt x="10672" y="20559"/>
                    <a:pt x="10672" y="20559"/>
                    <a:pt x="10672" y="20559"/>
                  </a:cubicBezTo>
                  <a:cubicBezTo>
                    <a:pt x="10540" y="20559"/>
                    <a:pt x="10409" y="20436"/>
                    <a:pt x="10409" y="20313"/>
                  </a:cubicBezTo>
                  <a:cubicBezTo>
                    <a:pt x="10409" y="20066"/>
                    <a:pt x="10540" y="19942"/>
                    <a:pt x="10672" y="19942"/>
                  </a:cubicBezTo>
                  <a:cubicBezTo>
                    <a:pt x="10672" y="19942"/>
                    <a:pt x="10672" y="19942"/>
                    <a:pt x="10672" y="19942"/>
                  </a:cubicBezTo>
                  <a:cubicBezTo>
                    <a:pt x="10804" y="20066"/>
                    <a:pt x="10935" y="20189"/>
                    <a:pt x="10935" y="20313"/>
                  </a:cubicBezTo>
                  <a:cubicBezTo>
                    <a:pt x="10935" y="20436"/>
                    <a:pt x="10804" y="20559"/>
                    <a:pt x="10672" y="20559"/>
                  </a:cubicBezTo>
                  <a:close/>
                  <a:moveTo>
                    <a:pt x="10672" y="19819"/>
                  </a:moveTo>
                  <a:cubicBezTo>
                    <a:pt x="10672" y="19819"/>
                    <a:pt x="10672" y="19819"/>
                    <a:pt x="10672" y="19819"/>
                  </a:cubicBezTo>
                  <a:cubicBezTo>
                    <a:pt x="10540" y="19819"/>
                    <a:pt x="10409" y="19572"/>
                    <a:pt x="10409" y="19449"/>
                  </a:cubicBezTo>
                  <a:cubicBezTo>
                    <a:pt x="10409" y="19325"/>
                    <a:pt x="10540" y="19202"/>
                    <a:pt x="10672" y="19202"/>
                  </a:cubicBezTo>
                  <a:cubicBezTo>
                    <a:pt x="10672" y="19202"/>
                    <a:pt x="10672" y="19202"/>
                    <a:pt x="10672" y="19202"/>
                  </a:cubicBezTo>
                  <a:cubicBezTo>
                    <a:pt x="10804" y="19202"/>
                    <a:pt x="10935" y="19325"/>
                    <a:pt x="10935" y="19449"/>
                  </a:cubicBezTo>
                  <a:cubicBezTo>
                    <a:pt x="10935" y="19572"/>
                    <a:pt x="10804" y="19695"/>
                    <a:pt x="10672" y="19819"/>
                  </a:cubicBezTo>
                  <a:close/>
                  <a:moveTo>
                    <a:pt x="10672" y="18831"/>
                  </a:moveTo>
                  <a:cubicBezTo>
                    <a:pt x="8960" y="18214"/>
                    <a:pt x="8038" y="17350"/>
                    <a:pt x="6589" y="15622"/>
                  </a:cubicBezTo>
                  <a:cubicBezTo>
                    <a:pt x="7379" y="15375"/>
                    <a:pt x="7906" y="14511"/>
                    <a:pt x="8170" y="13647"/>
                  </a:cubicBezTo>
                  <a:cubicBezTo>
                    <a:pt x="8960" y="14141"/>
                    <a:pt x="9882" y="14388"/>
                    <a:pt x="10540" y="14388"/>
                  </a:cubicBezTo>
                  <a:cubicBezTo>
                    <a:pt x="10540" y="14388"/>
                    <a:pt x="10672" y="14388"/>
                    <a:pt x="10672" y="14388"/>
                  </a:cubicBezTo>
                  <a:cubicBezTo>
                    <a:pt x="10672" y="14388"/>
                    <a:pt x="10672" y="14388"/>
                    <a:pt x="10672" y="14388"/>
                  </a:cubicBezTo>
                  <a:cubicBezTo>
                    <a:pt x="10672" y="14388"/>
                    <a:pt x="10804" y="14388"/>
                    <a:pt x="10804" y="14388"/>
                  </a:cubicBezTo>
                  <a:cubicBezTo>
                    <a:pt x="11462" y="14388"/>
                    <a:pt x="12384" y="14265"/>
                    <a:pt x="13174" y="13647"/>
                  </a:cubicBezTo>
                  <a:cubicBezTo>
                    <a:pt x="13438" y="14511"/>
                    <a:pt x="13965" y="15252"/>
                    <a:pt x="14755" y="15622"/>
                  </a:cubicBezTo>
                  <a:cubicBezTo>
                    <a:pt x="13438" y="17474"/>
                    <a:pt x="12252" y="18338"/>
                    <a:pt x="10672" y="1883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6" name="Shape 2586"/>
            <p:cNvSpPr/>
            <p:nvPr/>
          </p:nvSpPr>
          <p:spPr>
            <a:xfrm>
              <a:off x="4578350" y="6924568"/>
              <a:ext cx="817464" cy="867268"/>
            </a:xfrm>
            <a:custGeom>
              <a:avLst/>
              <a:gdLst/>
              <a:ahLst/>
              <a:cxnLst>
                <a:cxn ang="0">
                  <a:pos x="wd2" y="hd2"/>
                </a:cxn>
                <a:cxn ang="5400000">
                  <a:pos x="wd2" y="hd2"/>
                </a:cxn>
                <a:cxn ang="10800000">
                  <a:pos x="wd2" y="hd2"/>
                </a:cxn>
                <a:cxn ang="16200000">
                  <a:pos x="wd2" y="hd2"/>
                </a:cxn>
              </a:cxnLst>
              <a:rect l="0" t="0" r="r" b="b"/>
              <a:pathLst>
                <a:path w="21472" h="21300" fill="norm" stroke="1" extrusionOk="0">
                  <a:moveTo>
                    <a:pt x="0" y="19325"/>
                  </a:moveTo>
                  <a:cubicBezTo>
                    <a:pt x="132" y="19942"/>
                    <a:pt x="395" y="20806"/>
                    <a:pt x="790" y="21300"/>
                  </a:cubicBezTo>
                  <a:cubicBezTo>
                    <a:pt x="790" y="21300"/>
                    <a:pt x="790" y="21300"/>
                    <a:pt x="5663" y="21300"/>
                  </a:cubicBezTo>
                  <a:cubicBezTo>
                    <a:pt x="5663" y="21300"/>
                    <a:pt x="5663" y="21300"/>
                    <a:pt x="10800" y="21300"/>
                  </a:cubicBezTo>
                  <a:cubicBezTo>
                    <a:pt x="10800" y="21300"/>
                    <a:pt x="10800" y="21300"/>
                    <a:pt x="15937" y="21300"/>
                  </a:cubicBezTo>
                  <a:cubicBezTo>
                    <a:pt x="15937" y="21300"/>
                    <a:pt x="15937" y="21300"/>
                    <a:pt x="20810" y="21300"/>
                  </a:cubicBezTo>
                  <a:cubicBezTo>
                    <a:pt x="21205" y="20806"/>
                    <a:pt x="21468" y="19942"/>
                    <a:pt x="21468" y="19325"/>
                  </a:cubicBezTo>
                  <a:cubicBezTo>
                    <a:pt x="21600" y="16486"/>
                    <a:pt x="18439" y="16116"/>
                    <a:pt x="15937" y="15252"/>
                  </a:cubicBezTo>
                  <a:cubicBezTo>
                    <a:pt x="15673" y="15129"/>
                    <a:pt x="15541" y="15129"/>
                    <a:pt x="15410" y="15005"/>
                  </a:cubicBezTo>
                  <a:cubicBezTo>
                    <a:pt x="14488" y="14635"/>
                    <a:pt x="13961" y="14018"/>
                    <a:pt x="13829" y="13277"/>
                  </a:cubicBezTo>
                  <a:cubicBezTo>
                    <a:pt x="14356" y="12783"/>
                    <a:pt x="14751" y="12290"/>
                    <a:pt x="15015" y="11673"/>
                  </a:cubicBezTo>
                  <a:cubicBezTo>
                    <a:pt x="15278" y="11426"/>
                    <a:pt x="15410" y="11055"/>
                    <a:pt x="15673" y="10685"/>
                  </a:cubicBezTo>
                  <a:cubicBezTo>
                    <a:pt x="15673" y="10685"/>
                    <a:pt x="15805" y="10562"/>
                    <a:pt x="15937" y="10562"/>
                  </a:cubicBezTo>
                  <a:cubicBezTo>
                    <a:pt x="16068" y="10438"/>
                    <a:pt x="16332" y="10315"/>
                    <a:pt x="16463" y="10068"/>
                  </a:cubicBezTo>
                  <a:cubicBezTo>
                    <a:pt x="16727" y="9698"/>
                    <a:pt x="16990" y="9204"/>
                    <a:pt x="17122" y="8710"/>
                  </a:cubicBezTo>
                  <a:cubicBezTo>
                    <a:pt x="17122" y="8340"/>
                    <a:pt x="17122" y="7723"/>
                    <a:pt x="17122" y="7229"/>
                  </a:cubicBezTo>
                  <a:cubicBezTo>
                    <a:pt x="16990" y="6982"/>
                    <a:pt x="16990" y="6612"/>
                    <a:pt x="16727" y="6365"/>
                  </a:cubicBezTo>
                  <a:cubicBezTo>
                    <a:pt x="16595" y="5007"/>
                    <a:pt x="16332" y="3897"/>
                    <a:pt x="15937" y="2909"/>
                  </a:cubicBezTo>
                  <a:cubicBezTo>
                    <a:pt x="14883" y="811"/>
                    <a:pt x="13302" y="-300"/>
                    <a:pt x="10800" y="70"/>
                  </a:cubicBezTo>
                  <a:cubicBezTo>
                    <a:pt x="10537" y="70"/>
                    <a:pt x="10141" y="70"/>
                    <a:pt x="9878" y="194"/>
                  </a:cubicBezTo>
                  <a:cubicBezTo>
                    <a:pt x="9483" y="194"/>
                    <a:pt x="9220" y="317"/>
                    <a:pt x="8956" y="441"/>
                  </a:cubicBezTo>
                  <a:cubicBezTo>
                    <a:pt x="7376" y="441"/>
                    <a:pt x="6322" y="1428"/>
                    <a:pt x="5663" y="2662"/>
                  </a:cubicBezTo>
                  <a:cubicBezTo>
                    <a:pt x="5137" y="3773"/>
                    <a:pt x="4873" y="5131"/>
                    <a:pt x="4873" y="6365"/>
                  </a:cubicBezTo>
                  <a:cubicBezTo>
                    <a:pt x="4610" y="6612"/>
                    <a:pt x="4610" y="6982"/>
                    <a:pt x="4478" y="7229"/>
                  </a:cubicBezTo>
                  <a:cubicBezTo>
                    <a:pt x="4346" y="7723"/>
                    <a:pt x="4478" y="8340"/>
                    <a:pt x="4478" y="8710"/>
                  </a:cubicBezTo>
                  <a:cubicBezTo>
                    <a:pt x="4610" y="9204"/>
                    <a:pt x="4873" y="9698"/>
                    <a:pt x="5137" y="10068"/>
                  </a:cubicBezTo>
                  <a:cubicBezTo>
                    <a:pt x="5268" y="10315"/>
                    <a:pt x="5532" y="10438"/>
                    <a:pt x="5663" y="10562"/>
                  </a:cubicBezTo>
                  <a:cubicBezTo>
                    <a:pt x="5795" y="10562"/>
                    <a:pt x="5927" y="10685"/>
                    <a:pt x="5927" y="10685"/>
                  </a:cubicBezTo>
                  <a:cubicBezTo>
                    <a:pt x="6190" y="11055"/>
                    <a:pt x="6322" y="11426"/>
                    <a:pt x="6585" y="11673"/>
                  </a:cubicBezTo>
                  <a:cubicBezTo>
                    <a:pt x="6849" y="12290"/>
                    <a:pt x="7244" y="12783"/>
                    <a:pt x="7771" y="13277"/>
                  </a:cubicBezTo>
                  <a:cubicBezTo>
                    <a:pt x="7639" y="14018"/>
                    <a:pt x="7112" y="14635"/>
                    <a:pt x="6190" y="15005"/>
                  </a:cubicBezTo>
                  <a:cubicBezTo>
                    <a:pt x="6059" y="15005"/>
                    <a:pt x="5795" y="15129"/>
                    <a:pt x="5663" y="15129"/>
                  </a:cubicBezTo>
                  <a:cubicBezTo>
                    <a:pt x="3161" y="16116"/>
                    <a:pt x="0" y="16486"/>
                    <a:pt x="0" y="19325"/>
                  </a:cubicBezTo>
                  <a:close/>
                  <a:moveTo>
                    <a:pt x="6322" y="10191"/>
                  </a:moveTo>
                  <a:cubicBezTo>
                    <a:pt x="6059" y="10068"/>
                    <a:pt x="5795" y="9945"/>
                    <a:pt x="5663" y="9821"/>
                  </a:cubicBezTo>
                  <a:cubicBezTo>
                    <a:pt x="5137" y="9081"/>
                    <a:pt x="4873" y="7846"/>
                    <a:pt x="5268" y="6859"/>
                  </a:cubicBezTo>
                  <a:cubicBezTo>
                    <a:pt x="5400" y="6489"/>
                    <a:pt x="5532" y="6242"/>
                    <a:pt x="5663" y="6242"/>
                  </a:cubicBezTo>
                  <a:cubicBezTo>
                    <a:pt x="5927" y="6242"/>
                    <a:pt x="6059" y="6365"/>
                    <a:pt x="6190" y="6859"/>
                  </a:cubicBezTo>
                  <a:cubicBezTo>
                    <a:pt x="6322" y="7599"/>
                    <a:pt x="6322" y="8834"/>
                    <a:pt x="6322" y="10191"/>
                  </a:cubicBezTo>
                  <a:close/>
                  <a:moveTo>
                    <a:pt x="15410" y="7106"/>
                  </a:moveTo>
                  <a:cubicBezTo>
                    <a:pt x="15410" y="6489"/>
                    <a:pt x="15673" y="6118"/>
                    <a:pt x="15937" y="6242"/>
                  </a:cubicBezTo>
                  <a:cubicBezTo>
                    <a:pt x="16068" y="6242"/>
                    <a:pt x="16200" y="6489"/>
                    <a:pt x="16332" y="6859"/>
                  </a:cubicBezTo>
                  <a:cubicBezTo>
                    <a:pt x="16727" y="7846"/>
                    <a:pt x="16463" y="9081"/>
                    <a:pt x="15937" y="9821"/>
                  </a:cubicBezTo>
                  <a:cubicBezTo>
                    <a:pt x="15673" y="9945"/>
                    <a:pt x="15541" y="10068"/>
                    <a:pt x="15278" y="10191"/>
                  </a:cubicBezTo>
                  <a:cubicBezTo>
                    <a:pt x="15278" y="8710"/>
                    <a:pt x="15278" y="7723"/>
                    <a:pt x="15410" y="7106"/>
                  </a:cubicBezTo>
                  <a:close/>
                  <a:moveTo>
                    <a:pt x="13302" y="10438"/>
                  </a:moveTo>
                  <a:cubicBezTo>
                    <a:pt x="13302" y="10315"/>
                    <a:pt x="13302" y="10438"/>
                    <a:pt x="13302" y="10438"/>
                  </a:cubicBezTo>
                  <a:cubicBezTo>
                    <a:pt x="12776" y="10068"/>
                    <a:pt x="11985" y="9945"/>
                    <a:pt x="10800" y="9945"/>
                  </a:cubicBezTo>
                  <a:cubicBezTo>
                    <a:pt x="10800" y="9945"/>
                    <a:pt x="10800" y="9945"/>
                    <a:pt x="10800" y="9945"/>
                  </a:cubicBezTo>
                  <a:cubicBezTo>
                    <a:pt x="9483" y="9945"/>
                    <a:pt x="8693" y="10068"/>
                    <a:pt x="8166" y="10438"/>
                  </a:cubicBezTo>
                  <a:cubicBezTo>
                    <a:pt x="8166" y="10438"/>
                    <a:pt x="7771" y="10438"/>
                    <a:pt x="7771" y="10438"/>
                  </a:cubicBezTo>
                  <a:cubicBezTo>
                    <a:pt x="6454" y="11179"/>
                    <a:pt x="5795" y="7476"/>
                    <a:pt x="5795" y="5748"/>
                  </a:cubicBezTo>
                  <a:cubicBezTo>
                    <a:pt x="5795" y="5748"/>
                    <a:pt x="5795" y="5748"/>
                    <a:pt x="5795" y="5748"/>
                  </a:cubicBezTo>
                  <a:cubicBezTo>
                    <a:pt x="5795" y="5007"/>
                    <a:pt x="6454" y="4514"/>
                    <a:pt x="6717" y="4020"/>
                  </a:cubicBezTo>
                  <a:cubicBezTo>
                    <a:pt x="7112" y="3526"/>
                    <a:pt x="8429" y="3526"/>
                    <a:pt x="9483" y="4020"/>
                  </a:cubicBezTo>
                  <a:cubicBezTo>
                    <a:pt x="9878" y="4143"/>
                    <a:pt x="10405" y="4390"/>
                    <a:pt x="10668" y="4637"/>
                  </a:cubicBezTo>
                  <a:cubicBezTo>
                    <a:pt x="11985" y="5378"/>
                    <a:pt x="13039" y="6365"/>
                    <a:pt x="15015" y="6489"/>
                  </a:cubicBezTo>
                  <a:cubicBezTo>
                    <a:pt x="14883" y="8217"/>
                    <a:pt x="14488" y="11055"/>
                    <a:pt x="13302" y="10438"/>
                  </a:cubicBezTo>
                  <a:close/>
                  <a:moveTo>
                    <a:pt x="10800" y="10438"/>
                  </a:moveTo>
                  <a:cubicBezTo>
                    <a:pt x="11854" y="10438"/>
                    <a:pt x="12907" y="10809"/>
                    <a:pt x="12907" y="11549"/>
                  </a:cubicBezTo>
                  <a:cubicBezTo>
                    <a:pt x="12907" y="12166"/>
                    <a:pt x="12512" y="12537"/>
                    <a:pt x="11722" y="12907"/>
                  </a:cubicBezTo>
                  <a:cubicBezTo>
                    <a:pt x="11327" y="13030"/>
                    <a:pt x="11063" y="12413"/>
                    <a:pt x="10800" y="12413"/>
                  </a:cubicBezTo>
                  <a:cubicBezTo>
                    <a:pt x="10800" y="12413"/>
                    <a:pt x="10800" y="12413"/>
                    <a:pt x="10800" y="12413"/>
                  </a:cubicBezTo>
                  <a:cubicBezTo>
                    <a:pt x="10405" y="12413"/>
                    <a:pt x="10273" y="13030"/>
                    <a:pt x="9878" y="12907"/>
                  </a:cubicBezTo>
                  <a:cubicBezTo>
                    <a:pt x="9088" y="12537"/>
                    <a:pt x="8561" y="12166"/>
                    <a:pt x="8561" y="11549"/>
                  </a:cubicBezTo>
                  <a:cubicBezTo>
                    <a:pt x="8693" y="10932"/>
                    <a:pt x="9746" y="10438"/>
                    <a:pt x="10800" y="10438"/>
                  </a:cubicBezTo>
                  <a:close/>
                  <a:moveTo>
                    <a:pt x="10537" y="20189"/>
                  </a:moveTo>
                  <a:cubicBezTo>
                    <a:pt x="10537" y="20066"/>
                    <a:pt x="10668" y="19942"/>
                    <a:pt x="10800" y="19942"/>
                  </a:cubicBezTo>
                  <a:cubicBezTo>
                    <a:pt x="10800" y="19942"/>
                    <a:pt x="10800" y="19942"/>
                    <a:pt x="10800" y="19942"/>
                  </a:cubicBezTo>
                  <a:cubicBezTo>
                    <a:pt x="10932" y="19942"/>
                    <a:pt x="11063" y="20066"/>
                    <a:pt x="11063" y="20189"/>
                  </a:cubicBezTo>
                  <a:cubicBezTo>
                    <a:pt x="11063" y="20436"/>
                    <a:pt x="10932" y="20559"/>
                    <a:pt x="10800" y="20559"/>
                  </a:cubicBezTo>
                  <a:cubicBezTo>
                    <a:pt x="10800" y="20559"/>
                    <a:pt x="10800" y="20559"/>
                    <a:pt x="10800" y="20559"/>
                  </a:cubicBezTo>
                  <a:cubicBezTo>
                    <a:pt x="10668" y="20559"/>
                    <a:pt x="10537" y="20436"/>
                    <a:pt x="10537" y="20189"/>
                  </a:cubicBezTo>
                  <a:close/>
                  <a:moveTo>
                    <a:pt x="10537" y="19325"/>
                  </a:moveTo>
                  <a:cubicBezTo>
                    <a:pt x="10537" y="19202"/>
                    <a:pt x="10668" y="19078"/>
                    <a:pt x="10800" y="19078"/>
                  </a:cubicBezTo>
                  <a:cubicBezTo>
                    <a:pt x="10800" y="19078"/>
                    <a:pt x="10800" y="19078"/>
                    <a:pt x="10800" y="19078"/>
                  </a:cubicBezTo>
                  <a:cubicBezTo>
                    <a:pt x="10932" y="19078"/>
                    <a:pt x="11063" y="19202"/>
                    <a:pt x="11063" y="19325"/>
                  </a:cubicBezTo>
                  <a:cubicBezTo>
                    <a:pt x="11063" y="19572"/>
                    <a:pt x="10932" y="19695"/>
                    <a:pt x="10800" y="19695"/>
                  </a:cubicBezTo>
                  <a:cubicBezTo>
                    <a:pt x="10800" y="19695"/>
                    <a:pt x="10800" y="19695"/>
                    <a:pt x="10800" y="19695"/>
                  </a:cubicBezTo>
                  <a:cubicBezTo>
                    <a:pt x="10668" y="19695"/>
                    <a:pt x="10537" y="19572"/>
                    <a:pt x="10537" y="19325"/>
                  </a:cubicBezTo>
                  <a:close/>
                  <a:moveTo>
                    <a:pt x="6717" y="15499"/>
                  </a:moveTo>
                  <a:cubicBezTo>
                    <a:pt x="7507" y="15252"/>
                    <a:pt x="8034" y="14388"/>
                    <a:pt x="8298" y="13647"/>
                  </a:cubicBezTo>
                  <a:cubicBezTo>
                    <a:pt x="9088" y="14141"/>
                    <a:pt x="10010" y="14388"/>
                    <a:pt x="10668" y="14388"/>
                  </a:cubicBezTo>
                  <a:cubicBezTo>
                    <a:pt x="10668" y="14388"/>
                    <a:pt x="10800" y="14388"/>
                    <a:pt x="10800" y="14388"/>
                  </a:cubicBezTo>
                  <a:cubicBezTo>
                    <a:pt x="10800" y="14388"/>
                    <a:pt x="10800" y="14388"/>
                    <a:pt x="10800" y="14388"/>
                  </a:cubicBezTo>
                  <a:cubicBezTo>
                    <a:pt x="10800" y="14388"/>
                    <a:pt x="10932" y="14388"/>
                    <a:pt x="10932" y="14388"/>
                  </a:cubicBezTo>
                  <a:cubicBezTo>
                    <a:pt x="11590" y="14388"/>
                    <a:pt x="12512" y="14141"/>
                    <a:pt x="13302" y="13524"/>
                  </a:cubicBezTo>
                  <a:cubicBezTo>
                    <a:pt x="13566" y="14388"/>
                    <a:pt x="14093" y="15375"/>
                    <a:pt x="14883" y="15622"/>
                  </a:cubicBezTo>
                  <a:cubicBezTo>
                    <a:pt x="13434" y="17350"/>
                    <a:pt x="12512" y="18091"/>
                    <a:pt x="10800" y="18831"/>
                  </a:cubicBezTo>
                  <a:cubicBezTo>
                    <a:pt x="9220" y="18338"/>
                    <a:pt x="8034" y="17350"/>
                    <a:pt x="6717" y="1549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7" name="Shape 2587"/>
            <p:cNvSpPr/>
            <p:nvPr/>
          </p:nvSpPr>
          <p:spPr>
            <a:xfrm>
              <a:off x="2311400" y="0"/>
              <a:ext cx="768351" cy="825886"/>
            </a:xfrm>
            <a:custGeom>
              <a:avLst/>
              <a:gdLst/>
              <a:ahLst/>
              <a:cxnLst>
                <a:cxn ang="0">
                  <a:pos x="wd2" y="hd2"/>
                </a:cxn>
                <a:cxn ang="5400000">
                  <a:pos x="wd2" y="hd2"/>
                </a:cxn>
                <a:cxn ang="10800000">
                  <a:pos x="wd2" y="hd2"/>
                </a:cxn>
                <a:cxn ang="16200000">
                  <a:pos x="wd2" y="hd2"/>
                </a:cxn>
              </a:cxnLst>
              <a:rect l="0" t="0" r="r" b="b"/>
              <a:pathLst>
                <a:path w="21600" h="21527" fill="norm" stroke="1" extrusionOk="0">
                  <a:moveTo>
                    <a:pt x="20753" y="17469"/>
                  </a:moveTo>
                  <a:cubicBezTo>
                    <a:pt x="21176" y="17992"/>
                    <a:pt x="21600" y="18647"/>
                    <a:pt x="21600" y="19563"/>
                  </a:cubicBezTo>
                  <a:cubicBezTo>
                    <a:pt x="21459" y="20218"/>
                    <a:pt x="21176" y="20872"/>
                    <a:pt x="20753" y="21527"/>
                  </a:cubicBezTo>
                  <a:cubicBezTo>
                    <a:pt x="20753" y="21527"/>
                    <a:pt x="20753" y="21527"/>
                    <a:pt x="20753" y="21527"/>
                  </a:cubicBezTo>
                  <a:cubicBezTo>
                    <a:pt x="20753" y="21527"/>
                    <a:pt x="20753" y="21527"/>
                    <a:pt x="19200" y="21527"/>
                  </a:cubicBezTo>
                  <a:cubicBezTo>
                    <a:pt x="19200" y="21527"/>
                    <a:pt x="19200" y="21527"/>
                    <a:pt x="17929" y="21527"/>
                  </a:cubicBezTo>
                  <a:cubicBezTo>
                    <a:pt x="17929" y="21527"/>
                    <a:pt x="17929" y="21527"/>
                    <a:pt x="17365" y="21527"/>
                  </a:cubicBezTo>
                  <a:cubicBezTo>
                    <a:pt x="17365" y="21527"/>
                    <a:pt x="17365" y="21527"/>
                    <a:pt x="15671" y="21527"/>
                  </a:cubicBezTo>
                  <a:cubicBezTo>
                    <a:pt x="15671" y="21527"/>
                    <a:pt x="15671" y="21527"/>
                    <a:pt x="15106" y="21527"/>
                  </a:cubicBezTo>
                  <a:cubicBezTo>
                    <a:pt x="15106" y="21527"/>
                    <a:pt x="15106" y="21527"/>
                    <a:pt x="13976" y="21527"/>
                  </a:cubicBezTo>
                  <a:cubicBezTo>
                    <a:pt x="13976" y="21527"/>
                    <a:pt x="13976" y="21527"/>
                    <a:pt x="12706" y="21527"/>
                  </a:cubicBezTo>
                  <a:cubicBezTo>
                    <a:pt x="12706" y="21527"/>
                    <a:pt x="12706" y="21527"/>
                    <a:pt x="11153" y="21527"/>
                  </a:cubicBezTo>
                  <a:cubicBezTo>
                    <a:pt x="11153" y="21527"/>
                    <a:pt x="11153" y="21527"/>
                    <a:pt x="10729" y="21527"/>
                  </a:cubicBezTo>
                  <a:cubicBezTo>
                    <a:pt x="10729" y="21527"/>
                    <a:pt x="10729" y="21527"/>
                    <a:pt x="9600" y="21527"/>
                  </a:cubicBezTo>
                  <a:cubicBezTo>
                    <a:pt x="9600" y="21527"/>
                    <a:pt x="9600" y="21527"/>
                    <a:pt x="8188" y="21527"/>
                  </a:cubicBezTo>
                  <a:cubicBezTo>
                    <a:pt x="8188" y="21527"/>
                    <a:pt x="8188" y="21527"/>
                    <a:pt x="6918" y="21527"/>
                  </a:cubicBezTo>
                  <a:cubicBezTo>
                    <a:pt x="6918" y="21527"/>
                    <a:pt x="6918" y="21527"/>
                    <a:pt x="6071" y="21527"/>
                  </a:cubicBezTo>
                  <a:cubicBezTo>
                    <a:pt x="6071" y="21527"/>
                    <a:pt x="6071" y="21527"/>
                    <a:pt x="5788" y="21527"/>
                  </a:cubicBezTo>
                  <a:cubicBezTo>
                    <a:pt x="5788" y="21527"/>
                    <a:pt x="5788" y="21527"/>
                    <a:pt x="4235" y="21527"/>
                  </a:cubicBezTo>
                  <a:cubicBezTo>
                    <a:pt x="4235" y="21527"/>
                    <a:pt x="4235" y="21527"/>
                    <a:pt x="3671" y="21527"/>
                  </a:cubicBezTo>
                  <a:cubicBezTo>
                    <a:pt x="3671" y="21527"/>
                    <a:pt x="3671" y="21527"/>
                    <a:pt x="2400" y="21527"/>
                  </a:cubicBezTo>
                  <a:cubicBezTo>
                    <a:pt x="2400" y="21527"/>
                    <a:pt x="2400" y="21527"/>
                    <a:pt x="847" y="21527"/>
                  </a:cubicBezTo>
                  <a:cubicBezTo>
                    <a:pt x="847" y="21527"/>
                    <a:pt x="847" y="21527"/>
                    <a:pt x="706" y="21527"/>
                  </a:cubicBezTo>
                  <a:cubicBezTo>
                    <a:pt x="282" y="20872"/>
                    <a:pt x="0" y="20218"/>
                    <a:pt x="0" y="19563"/>
                  </a:cubicBezTo>
                  <a:cubicBezTo>
                    <a:pt x="0" y="18647"/>
                    <a:pt x="282" y="17992"/>
                    <a:pt x="847" y="17469"/>
                  </a:cubicBezTo>
                  <a:cubicBezTo>
                    <a:pt x="1271" y="17076"/>
                    <a:pt x="1835" y="16814"/>
                    <a:pt x="2400" y="16552"/>
                  </a:cubicBezTo>
                  <a:cubicBezTo>
                    <a:pt x="2682" y="16422"/>
                    <a:pt x="3106" y="16291"/>
                    <a:pt x="3671" y="16160"/>
                  </a:cubicBezTo>
                  <a:cubicBezTo>
                    <a:pt x="3812" y="16029"/>
                    <a:pt x="3953" y="16029"/>
                    <a:pt x="4235" y="15898"/>
                  </a:cubicBezTo>
                  <a:cubicBezTo>
                    <a:pt x="4235" y="15898"/>
                    <a:pt x="4235" y="15898"/>
                    <a:pt x="4376" y="15898"/>
                  </a:cubicBezTo>
                  <a:cubicBezTo>
                    <a:pt x="4376" y="15898"/>
                    <a:pt x="4235" y="15767"/>
                    <a:pt x="4235" y="15767"/>
                  </a:cubicBezTo>
                  <a:cubicBezTo>
                    <a:pt x="3812" y="15374"/>
                    <a:pt x="3671" y="14851"/>
                    <a:pt x="3671" y="14327"/>
                  </a:cubicBezTo>
                  <a:cubicBezTo>
                    <a:pt x="3671" y="13934"/>
                    <a:pt x="3812" y="13542"/>
                    <a:pt x="3953" y="13149"/>
                  </a:cubicBezTo>
                  <a:cubicBezTo>
                    <a:pt x="3812" y="13149"/>
                    <a:pt x="3671" y="13149"/>
                    <a:pt x="3671" y="13149"/>
                  </a:cubicBezTo>
                  <a:cubicBezTo>
                    <a:pt x="3106" y="12887"/>
                    <a:pt x="2682" y="12625"/>
                    <a:pt x="2400" y="12232"/>
                  </a:cubicBezTo>
                  <a:cubicBezTo>
                    <a:pt x="2118" y="11840"/>
                    <a:pt x="1976" y="11447"/>
                    <a:pt x="1976" y="10923"/>
                  </a:cubicBezTo>
                  <a:cubicBezTo>
                    <a:pt x="1976" y="10531"/>
                    <a:pt x="2118" y="10138"/>
                    <a:pt x="2400" y="9745"/>
                  </a:cubicBezTo>
                  <a:cubicBezTo>
                    <a:pt x="2541" y="9483"/>
                    <a:pt x="2682" y="9352"/>
                    <a:pt x="2965" y="9091"/>
                  </a:cubicBezTo>
                  <a:cubicBezTo>
                    <a:pt x="2965" y="8960"/>
                    <a:pt x="2965" y="8829"/>
                    <a:pt x="2965" y="8698"/>
                  </a:cubicBezTo>
                  <a:cubicBezTo>
                    <a:pt x="2965" y="8043"/>
                    <a:pt x="3247" y="7520"/>
                    <a:pt x="3671" y="7127"/>
                  </a:cubicBezTo>
                  <a:cubicBezTo>
                    <a:pt x="3671" y="6996"/>
                    <a:pt x="3953" y="6865"/>
                    <a:pt x="4094" y="6734"/>
                  </a:cubicBezTo>
                  <a:cubicBezTo>
                    <a:pt x="4235" y="6472"/>
                    <a:pt x="4235" y="6080"/>
                    <a:pt x="4235" y="5818"/>
                  </a:cubicBezTo>
                  <a:cubicBezTo>
                    <a:pt x="4518" y="4378"/>
                    <a:pt x="4941" y="3069"/>
                    <a:pt x="5788" y="2022"/>
                  </a:cubicBezTo>
                  <a:cubicBezTo>
                    <a:pt x="5929" y="1891"/>
                    <a:pt x="6071" y="1760"/>
                    <a:pt x="6071" y="1629"/>
                  </a:cubicBezTo>
                  <a:cubicBezTo>
                    <a:pt x="6353" y="1367"/>
                    <a:pt x="6635" y="1236"/>
                    <a:pt x="6918" y="974"/>
                  </a:cubicBezTo>
                  <a:cubicBezTo>
                    <a:pt x="7341" y="712"/>
                    <a:pt x="7765" y="582"/>
                    <a:pt x="8188" y="451"/>
                  </a:cubicBezTo>
                  <a:cubicBezTo>
                    <a:pt x="8329" y="451"/>
                    <a:pt x="8471" y="451"/>
                    <a:pt x="8612" y="451"/>
                  </a:cubicBezTo>
                  <a:cubicBezTo>
                    <a:pt x="8894" y="320"/>
                    <a:pt x="9176" y="189"/>
                    <a:pt x="9600" y="58"/>
                  </a:cubicBezTo>
                  <a:cubicBezTo>
                    <a:pt x="10024" y="58"/>
                    <a:pt x="10306" y="-73"/>
                    <a:pt x="10729" y="58"/>
                  </a:cubicBezTo>
                  <a:cubicBezTo>
                    <a:pt x="10871" y="58"/>
                    <a:pt x="11012" y="58"/>
                    <a:pt x="11153" y="58"/>
                  </a:cubicBezTo>
                  <a:cubicBezTo>
                    <a:pt x="11718" y="58"/>
                    <a:pt x="12141" y="189"/>
                    <a:pt x="12706" y="451"/>
                  </a:cubicBezTo>
                  <a:cubicBezTo>
                    <a:pt x="13129" y="582"/>
                    <a:pt x="13553" y="712"/>
                    <a:pt x="13976" y="974"/>
                  </a:cubicBezTo>
                  <a:cubicBezTo>
                    <a:pt x="14400" y="1236"/>
                    <a:pt x="14682" y="1498"/>
                    <a:pt x="15106" y="1760"/>
                  </a:cubicBezTo>
                  <a:cubicBezTo>
                    <a:pt x="15247" y="1891"/>
                    <a:pt x="15388" y="2152"/>
                    <a:pt x="15671" y="2283"/>
                  </a:cubicBezTo>
                  <a:cubicBezTo>
                    <a:pt x="16659" y="3462"/>
                    <a:pt x="17365" y="4902"/>
                    <a:pt x="17224" y="6865"/>
                  </a:cubicBezTo>
                  <a:cubicBezTo>
                    <a:pt x="17224" y="6865"/>
                    <a:pt x="17365" y="6996"/>
                    <a:pt x="17365" y="6996"/>
                  </a:cubicBezTo>
                  <a:cubicBezTo>
                    <a:pt x="17647" y="7258"/>
                    <a:pt x="17788" y="7520"/>
                    <a:pt x="17929" y="7912"/>
                  </a:cubicBezTo>
                  <a:cubicBezTo>
                    <a:pt x="18071" y="8043"/>
                    <a:pt x="18071" y="8436"/>
                    <a:pt x="18071" y="8698"/>
                  </a:cubicBezTo>
                  <a:cubicBezTo>
                    <a:pt x="18071" y="8960"/>
                    <a:pt x="18071" y="9091"/>
                    <a:pt x="18071" y="9222"/>
                  </a:cubicBezTo>
                  <a:cubicBezTo>
                    <a:pt x="18494" y="9614"/>
                    <a:pt x="18918" y="10269"/>
                    <a:pt x="18918" y="10923"/>
                  </a:cubicBezTo>
                  <a:cubicBezTo>
                    <a:pt x="18918" y="11709"/>
                    <a:pt x="18494" y="12363"/>
                    <a:pt x="17929" y="12756"/>
                  </a:cubicBezTo>
                  <a:cubicBezTo>
                    <a:pt x="17929" y="12756"/>
                    <a:pt x="17788" y="12887"/>
                    <a:pt x="17788" y="12887"/>
                  </a:cubicBezTo>
                  <a:cubicBezTo>
                    <a:pt x="17788" y="13018"/>
                    <a:pt x="17929" y="13149"/>
                    <a:pt x="17929" y="13149"/>
                  </a:cubicBezTo>
                  <a:cubicBezTo>
                    <a:pt x="18212" y="13542"/>
                    <a:pt x="18212" y="13934"/>
                    <a:pt x="18212" y="14327"/>
                  </a:cubicBezTo>
                  <a:cubicBezTo>
                    <a:pt x="18212" y="14720"/>
                    <a:pt x="18212" y="15112"/>
                    <a:pt x="17929" y="15374"/>
                  </a:cubicBezTo>
                  <a:cubicBezTo>
                    <a:pt x="17788" y="15636"/>
                    <a:pt x="17647" y="15767"/>
                    <a:pt x="17365" y="16029"/>
                  </a:cubicBezTo>
                  <a:cubicBezTo>
                    <a:pt x="17647" y="16029"/>
                    <a:pt x="17788" y="16160"/>
                    <a:pt x="17929" y="16160"/>
                  </a:cubicBezTo>
                  <a:cubicBezTo>
                    <a:pt x="18353" y="16291"/>
                    <a:pt x="18776" y="16422"/>
                    <a:pt x="19200" y="16552"/>
                  </a:cubicBezTo>
                  <a:cubicBezTo>
                    <a:pt x="19765" y="16814"/>
                    <a:pt x="20329" y="17076"/>
                    <a:pt x="20753" y="17469"/>
                  </a:cubicBezTo>
                  <a:close/>
                  <a:moveTo>
                    <a:pt x="988" y="18123"/>
                  </a:moveTo>
                  <a:cubicBezTo>
                    <a:pt x="1129" y="18123"/>
                    <a:pt x="1129"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988" y="17862"/>
                  </a:cubicBezTo>
                  <a:cubicBezTo>
                    <a:pt x="988" y="17862"/>
                    <a:pt x="988"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847" y="17862"/>
                  </a:cubicBezTo>
                  <a:cubicBezTo>
                    <a:pt x="847" y="17862"/>
                    <a:pt x="847" y="17862"/>
                    <a:pt x="706" y="17862"/>
                  </a:cubicBezTo>
                  <a:cubicBezTo>
                    <a:pt x="706" y="17862"/>
                    <a:pt x="706" y="17862"/>
                    <a:pt x="706" y="17862"/>
                  </a:cubicBezTo>
                  <a:cubicBezTo>
                    <a:pt x="706" y="17862"/>
                    <a:pt x="706" y="17862"/>
                    <a:pt x="706" y="17862"/>
                  </a:cubicBezTo>
                  <a:cubicBezTo>
                    <a:pt x="706" y="17862"/>
                    <a:pt x="565" y="17862"/>
                    <a:pt x="565" y="17992"/>
                  </a:cubicBezTo>
                  <a:cubicBezTo>
                    <a:pt x="565" y="17992"/>
                    <a:pt x="706" y="18123"/>
                    <a:pt x="706" y="18123"/>
                  </a:cubicBezTo>
                  <a:cubicBezTo>
                    <a:pt x="706" y="18123"/>
                    <a:pt x="706" y="18123"/>
                    <a:pt x="706" y="18123"/>
                  </a:cubicBezTo>
                  <a:cubicBezTo>
                    <a:pt x="706" y="18123"/>
                    <a:pt x="706" y="18123"/>
                    <a:pt x="706" y="18123"/>
                  </a:cubicBezTo>
                  <a:cubicBezTo>
                    <a:pt x="706" y="18123"/>
                    <a:pt x="706"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847" y="18123"/>
                  </a:cubicBezTo>
                  <a:cubicBezTo>
                    <a:pt x="847" y="18123"/>
                    <a:pt x="847" y="18123"/>
                    <a:pt x="988" y="18123"/>
                  </a:cubicBezTo>
                  <a:cubicBezTo>
                    <a:pt x="988" y="18123"/>
                    <a:pt x="988" y="18123"/>
                    <a:pt x="988" y="18123"/>
                  </a:cubicBezTo>
                  <a:cubicBezTo>
                    <a:pt x="988" y="18123"/>
                    <a:pt x="988" y="18123"/>
                    <a:pt x="988" y="18123"/>
                  </a:cubicBezTo>
                  <a:cubicBezTo>
                    <a:pt x="988" y="18123"/>
                    <a:pt x="988" y="18123"/>
                    <a:pt x="988" y="18123"/>
                  </a:cubicBezTo>
                  <a:cubicBezTo>
                    <a:pt x="988" y="18123"/>
                    <a:pt x="988" y="18123"/>
                    <a:pt x="988" y="18123"/>
                  </a:cubicBezTo>
                  <a:cubicBezTo>
                    <a:pt x="988" y="18123"/>
                    <a:pt x="988" y="18123"/>
                    <a:pt x="988" y="18123"/>
                  </a:cubicBezTo>
                  <a:cubicBezTo>
                    <a:pt x="988" y="18123"/>
                    <a:pt x="988" y="18123"/>
                    <a:pt x="988" y="18123"/>
                  </a:cubicBezTo>
                  <a:cubicBezTo>
                    <a:pt x="988" y="18123"/>
                    <a:pt x="988" y="18123"/>
                    <a:pt x="988" y="18123"/>
                  </a:cubicBezTo>
                  <a:close/>
                  <a:moveTo>
                    <a:pt x="2400" y="18385"/>
                  </a:moveTo>
                  <a:cubicBezTo>
                    <a:pt x="2541" y="18516"/>
                    <a:pt x="2682" y="18254"/>
                    <a:pt x="2541" y="18254"/>
                  </a:cubicBezTo>
                  <a:cubicBezTo>
                    <a:pt x="2541" y="18254"/>
                    <a:pt x="2541" y="18254"/>
                    <a:pt x="2541" y="18254"/>
                  </a:cubicBezTo>
                  <a:cubicBezTo>
                    <a:pt x="2541" y="18254"/>
                    <a:pt x="2541" y="18254"/>
                    <a:pt x="2541" y="18254"/>
                  </a:cubicBezTo>
                  <a:cubicBezTo>
                    <a:pt x="2541" y="18254"/>
                    <a:pt x="2541" y="18254"/>
                    <a:pt x="2541" y="18123"/>
                  </a:cubicBezTo>
                  <a:cubicBezTo>
                    <a:pt x="2541" y="18123"/>
                    <a:pt x="2541" y="18123"/>
                    <a:pt x="2541" y="18123"/>
                  </a:cubicBezTo>
                  <a:cubicBezTo>
                    <a:pt x="2541" y="18123"/>
                    <a:pt x="2541" y="18123"/>
                    <a:pt x="2541" y="18123"/>
                  </a:cubicBezTo>
                  <a:cubicBezTo>
                    <a:pt x="2541" y="18123"/>
                    <a:pt x="2541" y="18123"/>
                    <a:pt x="2400" y="18123"/>
                  </a:cubicBezTo>
                  <a:cubicBezTo>
                    <a:pt x="2400" y="18123"/>
                    <a:pt x="2400" y="18123"/>
                    <a:pt x="2400" y="18123"/>
                  </a:cubicBezTo>
                  <a:cubicBezTo>
                    <a:pt x="2400" y="18123"/>
                    <a:pt x="2400" y="18123"/>
                    <a:pt x="2400" y="18123"/>
                  </a:cubicBezTo>
                  <a:cubicBezTo>
                    <a:pt x="2400" y="18123"/>
                    <a:pt x="2400" y="18123"/>
                    <a:pt x="2400" y="18123"/>
                  </a:cubicBezTo>
                  <a:cubicBezTo>
                    <a:pt x="2400" y="18123"/>
                    <a:pt x="2400" y="18123"/>
                    <a:pt x="2400" y="18123"/>
                  </a:cubicBezTo>
                  <a:cubicBezTo>
                    <a:pt x="2400" y="18123"/>
                    <a:pt x="2400" y="18123"/>
                    <a:pt x="2400" y="18123"/>
                  </a:cubicBezTo>
                  <a:cubicBezTo>
                    <a:pt x="2400" y="18123"/>
                    <a:pt x="2400" y="18123"/>
                    <a:pt x="2400" y="18123"/>
                  </a:cubicBezTo>
                  <a:cubicBezTo>
                    <a:pt x="2400" y="18123"/>
                    <a:pt x="2400" y="18123"/>
                    <a:pt x="2400" y="18123"/>
                  </a:cubicBezTo>
                  <a:cubicBezTo>
                    <a:pt x="2400" y="18123"/>
                    <a:pt x="2400" y="18123"/>
                    <a:pt x="2259" y="18123"/>
                  </a:cubicBezTo>
                  <a:cubicBezTo>
                    <a:pt x="2259" y="18123"/>
                    <a:pt x="2259" y="18123"/>
                    <a:pt x="2259" y="18123"/>
                  </a:cubicBezTo>
                  <a:cubicBezTo>
                    <a:pt x="2118" y="17992"/>
                    <a:pt x="2118" y="18254"/>
                    <a:pt x="2259" y="18385"/>
                  </a:cubicBezTo>
                  <a:cubicBezTo>
                    <a:pt x="2259" y="18385"/>
                    <a:pt x="2259" y="18385"/>
                    <a:pt x="2259" y="18385"/>
                  </a:cubicBezTo>
                  <a:cubicBezTo>
                    <a:pt x="2259" y="18385"/>
                    <a:pt x="2259" y="18385"/>
                    <a:pt x="2259" y="18385"/>
                  </a:cubicBezTo>
                  <a:cubicBezTo>
                    <a:pt x="2259" y="18385"/>
                    <a:pt x="2259" y="18385"/>
                    <a:pt x="2259" y="18385"/>
                  </a:cubicBezTo>
                  <a:cubicBezTo>
                    <a:pt x="2259" y="18385"/>
                    <a:pt x="2259" y="18385"/>
                    <a:pt x="2259" y="18385"/>
                  </a:cubicBezTo>
                  <a:cubicBezTo>
                    <a:pt x="2259" y="18385"/>
                    <a:pt x="2259" y="18385"/>
                    <a:pt x="2259" y="18385"/>
                  </a:cubicBezTo>
                  <a:cubicBezTo>
                    <a:pt x="2259" y="18385"/>
                    <a:pt x="2259" y="18385"/>
                    <a:pt x="2259" y="18385"/>
                  </a:cubicBezTo>
                  <a:cubicBezTo>
                    <a:pt x="2259" y="18385"/>
                    <a:pt x="2259" y="18385"/>
                    <a:pt x="2259" y="18385"/>
                  </a:cubicBezTo>
                  <a:cubicBezTo>
                    <a:pt x="2259" y="18385"/>
                    <a:pt x="2259" y="18385"/>
                    <a:pt x="2400" y="18385"/>
                  </a:cubicBezTo>
                  <a:cubicBezTo>
                    <a:pt x="2400" y="18385"/>
                    <a:pt x="2400" y="18385"/>
                    <a:pt x="2400" y="18385"/>
                  </a:cubicBezTo>
                  <a:cubicBezTo>
                    <a:pt x="2400" y="18385"/>
                    <a:pt x="2400" y="18385"/>
                    <a:pt x="2400" y="18385"/>
                  </a:cubicBezTo>
                  <a:cubicBezTo>
                    <a:pt x="2400" y="18385"/>
                    <a:pt x="2400" y="18385"/>
                    <a:pt x="2400" y="18385"/>
                  </a:cubicBezTo>
                  <a:cubicBezTo>
                    <a:pt x="2400" y="18385"/>
                    <a:pt x="2400" y="18385"/>
                    <a:pt x="2400" y="18385"/>
                  </a:cubicBezTo>
                  <a:cubicBezTo>
                    <a:pt x="2400" y="18385"/>
                    <a:pt x="2400" y="18385"/>
                    <a:pt x="2400" y="18385"/>
                  </a:cubicBezTo>
                  <a:cubicBezTo>
                    <a:pt x="2400" y="18385"/>
                    <a:pt x="2400" y="18385"/>
                    <a:pt x="2400" y="18385"/>
                  </a:cubicBezTo>
                  <a:cubicBezTo>
                    <a:pt x="2400" y="18385"/>
                    <a:pt x="2400" y="18385"/>
                    <a:pt x="2400" y="18385"/>
                  </a:cubicBezTo>
                  <a:close/>
                  <a:moveTo>
                    <a:pt x="3671" y="19302"/>
                  </a:moveTo>
                  <a:cubicBezTo>
                    <a:pt x="3671" y="19432"/>
                    <a:pt x="3812" y="19302"/>
                    <a:pt x="3812" y="19171"/>
                  </a:cubicBezTo>
                  <a:cubicBezTo>
                    <a:pt x="3812" y="19171"/>
                    <a:pt x="3812" y="19171"/>
                    <a:pt x="3812" y="19171"/>
                  </a:cubicBezTo>
                  <a:cubicBezTo>
                    <a:pt x="3812" y="19171"/>
                    <a:pt x="3812" y="19171"/>
                    <a:pt x="3812" y="19171"/>
                  </a:cubicBezTo>
                  <a:cubicBezTo>
                    <a:pt x="3812" y="19171"/>
                    <a:pt x="3812" y="19171"/>
                    <a:pt x="3671" y="19171"/>
                  </a:cubicBezTo>
                  <a:cubicBezTo>
                    <a:pt x="3671" y="19171"/>
                    <a:pt x="3671" y="19171"/>
                    <a:pt x="3671" y="19040"/>
                  </a:cubicBezTo>
                  <a:cubicBezTo>
                    <a:pt x="3671" y="19040"/>
                    <a:pt x="3671" y="19040"/>
                    <a:pt x="3671" y="19040"/>
                  </a:cubicBezTo>
                  <a:cubicBezTo>
                    <a:pt x="3671" y="19040"/>
                    <a:pt x="3671" y="19040"/>
                    <a:pt x="3671" y="19040"/>
                  </a:cubicBezTo>
                  <a:cubicBezTo>
                    <a:pt x="3671" y="19040"/>
                    <a:pt x="3671" y="19040"/>
                    <a:pt x="3671" y="19040"/>
                  </a:cubicBezTo>
                  <a:cubicBezTo>
                    <a:pt x="3671" y="19040"/>
                    <a:pt x="3671" y="19040"/>
                    <a:pt x="3671" y="19040"/>
                  </a:cubicBezTo>
                  <a:cubicBezTo>
                    <a:pt x="3671" y="19040"/>
                    <a:pt x="3671" y="19040"/>
                    <a:pt x="3671" y="19040"/>
                  </a:cubicBezTo>
                  <a:cubicBezTo>
                    <a:pt x="3671" y="19040"/>
                    <a:pt x="3671" y="19040"/>
                    <a:pt x="3671" y="19040"/>
                  </a:cubicBezTo>
                  <a:cubicBezTo>
                    <a:pt x="3671" y="19040"/>
                    <a:pt x="3671" y="19040"/>
                    <a:pt x="3671" y="18909"/>
                  </a:cubicBezTo>
                  <a:cubicBezTo>
                    <a:pt x="3671" y="18909"/>
                    <a:pt x="3671" y="18909"/>
                    <a:pt x="3671" y="18909"/>
                  </a:cubicBezTo>
                  <a:cubicBezTo>
                    <a:pt x="3671" y="18909"/>
                    <a:pt x="3671" y="18909"/>
                    <a:pt x="3671" y="18909"/>
                  </a:cubicBezTo>
                  <a:cubicBezTo>
                    <a:pt x="3529" y="18909"/>
                    <a:pt x="3388" y="18909"/>
                    <a:pt x="3388" y="19040"/>
                  </a:cubicBezTo>
                  <a:cubicBezTo>
                    <a:pt x="3388" y="19171"/>
                    <a:pt x="3388" y="19171"/>
                    <a:pt x="3388" y="19171"/>
                  </a:cubicBezTo>
                  <a:cubicBezTo>
                    <a:pt x="3388" y="19171"/>
                    <a:pt x="3388" y="19171"/>
                    <a:pt x="3388" y="19171"/>
                  </a:cubicBezTo>
                  <a:cubicBezTo>
                    <a:pt x="3388" y="19171"/>
                    <a:pt x="3388" y="19171"/>
                    <a:pt x="3388" y="19171"/>
                  </a:cubicBezTo>
                  <a:cubicBezTo>
                    <a:pt x="3388" y="19171"/>
                    <a:pt x="3388" y="19171"/>
                    <a:pt x="3529" y="19171"/>
                  </a:cubicBezTo>
                  <a:cubicBezTo>
                    <a:pt x="3529" y="19171"/>
                    <a:pt x="3529" y="19171"/>
                    <a:pt x="3529" y="19171"/>
                  </a:cubicBezTo>
                  <a:cubicBezTo>
                    <a:pt x="3529" y="19171"/>
                    <a:pt x="3529" y="19171"/>
                    <a:pt x="3529" y="19171"/>
                  </a:cubicBezTo>
                  <a:cubicBezTo>
                    <a:pt x="3529" y="19171"/>
                    <a:pt x="3529" y="19171"/>
                    <a:pt x="3529" y="19171"/>
                  </a:cubicBezTo>
                  <a:cubicBezTo>
                    <a:pt x="3529" y="19171"/>
                    <a:pt x="3529" y="19171"/>
                    <a:pt x="3529" y="19302"/>
                  </a:cubicBezTo>
                  <a:cubicBezTo>
                    <a:pt x="3529" y="19302"/>
                    <a:pt x="3529" y="19302"/>
                    <a:pt x="3529" y="19302"/>
                  </a:cubicBezTo>
                  <a:cubicBezTo>
                    <a:pt x="3529" y="19302"/>
                    <a:pt x="3529" y="19302"/>
                    <a:pt x="3529" y="19302"/>
                  </a:cubicBezTo>
                  <a:cubicBezTo>
                    <a:pt x="3529" y="19302"/>
                    <a:pt x="3529" y="19302"/>
                    <a:pt x="3529" y="19302"/>
                  </a:cubicBezTo>
                  <a:cubicBezTo>
                    <a:pt x="3529" y="19302"/>
                    <a:pt x="3529" y="19302"/>
                    <a:pt x="3529" y="19302"/>
                  </a:cubicBezTo>
                  <a:cubicBezTo>
                    <a:pt x="3529" y="19302"/>
                    <a:pt x="3529" y="19302"/>
                    <a:pt x="3671" y="19302"/>
                  </a:cubicBezTo>
                  <a:close/>
                  <a:moveTo>
                    <a:pt x="4235" y="20742"/>
                  </a:moveTo>
                  <a:cubicBezTo>
                    <a:pt x="4376" y="20742"/>
                    <a:pt x="4376" y="20742"/>
                    <a:pt x="4376" y="20611"/>
                  </a:cubicBezTo>
                  <a:cubicBezTo>
                    <a:pt x="4376" y="20611"/>
                    <a:pt x="4376" y="20611"/>
                    <a:pt x="4376" y="20611"/>
                  </a:cubicBezTo>
                  <a:cubicBezTo>
                    <a:pt x="4376" y="20611"/>
                    <a:pt x="4376" y="20611"/>
                    <a:pt x="4376" y="20611"/>
                  </a:cubicBezTo>
                  <a:cubicBezTo>
                    <a:pt x="4376" y="20611"/>
                    <a:pt x="4376" y="20611"/>
                    <a:pt x="4376" y="20611"/>
                  </a:cubicBezTo>
                  <a:cubicBezTo>
                    <a:pt x="4376" y="20611"/>
                    <a:pt x="4376" y="20611"/>
                    <a:pt x="4376" y="20480"/>
                  </a:cubicBezTo>
                  <a:cubicBezTo>
                    <a:pt x="4376" y="20480"/>
                    <a:pt x="4376" y="20480"/>
                    <a:pt x="4376" y="20480"/>
                  </a:cubicBezTo>
                  <a:cubicBezTo>
                    <a:pt x="4376" y="20480"/>
                    <a:pt x="4376" y="20480"/>
                    <a:pt x="4376" y="20480"/>
                  </a:cubicBezTo>
                  <a:cubicBezTo>
                    <a:pt x="4376" y="20480"/>
                    <a:pt x="4376" y="20480"/>
                    <a:pt x="4376" y="20480"/>
                  </a:cubicBezTo>
                  <a:cubicBezTo>
                    <a:pt x="4376" y="20480"/>
                    <a:pt x="4376" y="20480"/>
                    <a:pt x="4376" y="20349"/>
                  </a:cubicBezTo>
                  <a:cubicBezTo>
                    <a:pt x="4376" y="20349"/>
                    <a:pt x="4376" y="20349"/>
                    <a:pt x="4376" y="20349"/>
                  </a:cubicBezTo>
                  <a:cubicBezTo>
                    <a:pt x="4376" y="20349"/>
                    <a:pt x="4376" y="20349"/>
                    <a:pt x="4376" y="20349"/>
                  </a:cubicBezTo>
                  <a:cubicBezTo>
                    <a:pt x="4376" y="20218"/>
                    <a:pt x="4235" y="20218"/>
                    <a:pt x="4235" y="20218"/>
                  </a:cubicBezTo>
                  <a:cubicBezTo>
                    <a:pt x="4094" y="20218"/>
                    <a:pt x="4094" y="20218"/>
                    <a:pt x="4094" y="20349"/>
                  </a:cubicBezTo>
                  <a:cubicBezTo>
                    <a:pt x="4094" y="20349"/>
                    <a:pt x="4094" y="20349"/>
                    <a:pt x="4094" y="20349"/>
                  </a:cubicBezTo>
                  <a:cubicBezTo>
                    <a:pt x="4094" y="20349"/>
                    <a:pt x="4094" y="20349"/>
                    <a:pt x="4094" y="20480"/>
                  </a:cubicBezTo>
                  <a:cubicBezTo>
                    <a:pt x="4094" y="20480"/>
                    <a:pt x="4094" y="20480"/>
                    <a:pt x="4094" y="20480"/>
                  </a:cubicBezTo>
                  <a:cubicBezTo>
                    <a:pt x="4094" y="20480"/>
                    <a:pt x="4094" y="20480"/>
                    <a:pt x="4094" y="20480"/>
                  </a:cubicBezTo>
                  <a:cubicBezTo>
                    <a:pt x="4094" y="20480"/>
                    <a:pt x="4094" y="20480"/>
                    <a:pt x="4094" y="20480"/>
                  </a:cubicBezTo>
                  <a:cubicBezTo>
                    <a:pt x="4094" y="20480"/>
                    <a:pt x="4094" y="20480"/>
                    <a:pt x="4094" y="20480"/>
                  </a:cubicBezTo>
                  <a:cubicBezTo>
                    <a:pt x="4094" y="20480"/>
                    <a:pt x="4094" y="20480"/>
                    <a:pt x="4094" y="20611"/>
                  </a:cubicBezTo>
                  <a:cubicBezTo>
                    <a:pt x="4094" y="20611"/>
                    <a:pt x="4094" y="20611"/>
                    <a:pt x="4094" y="20611"/>
                  </a:cubicBezTo>
                  <a:cubicBezTo>
                    <a:pt x="4094" y="20611"/>
                    <a:pt x="4094" y="20611"/>
                    <a:pt x="4094" y="20611"/>
                  </a:cubicBezTo>
                  <a:cubicBezTo>
                    <a:pt x="4094" y="20611"/>
                    <a:pt x="4094" y="20611"/>
                    <a:pt x="4094" y="20611"/>
                  </a:cubicBezTo>
                  <a:cubicBezTo>
                    <a:pt x="4094" y="20742"/>
                    <a:pt x="4235" y="20742"/>
                    <a:pt x="4235" y="20742"/>
                  </a:cubicBezTo>
                  <a:close/>
                  <a:moveTo>
                    <a:pt x="5788" y="16291"/>
                  </a:moveTo>
                  <a:cubicBezTo>
                    <a:pt x="5929" y="16291"/>
                    <a:pt x="5929" y="16291"/>
                    <a:pt x="5929" y="16291"/>
                  </a:cubicBezTo>
                  <a:cubicBezTo>
                    <a:pt x="5929" y="16160"/>
                    <a:pt x="5929" y="16160"/>
                    <a:pt x="5929" y="16160"/>
                  </a:cubicBezTo>
                  <a:cubicBezTo>
                    <a:pt x="5929" y="16160"/>
                    <a:pt x="5929" y="16160"/>
                    <a:pt x="5929" y="16160"/>
                  </a:cubicBezTo>
                  <a:cubicBezTo>
                    <a:pt x="5929" y="16160"/>
                    <a:pt x="5929" y="16160"/>
                    <a:pt x="5929" y="16029"/>
                  </a:cubicBezTo>
                  <a:cubicBezTo>
                    <a:pt x="5929" y="16029"/>
                    <a:pt x="5929" y="16029"/>
                    <a:pt x="5929" y="16029"/>
                  </a:cubicBezTo>
                  <a:cubicBezTo>
                    <a:pt x="5929" y="16029"/>
                    <a:pt x="5929" y="16029"/>
                    <a:pt x="5929" y="15898"/>
                  </a:cubicBezTo>
                  <a:cubicBezTo>
                    <a:pt x="5929" y="15898"/>
                    <a:pt x="5929" y="15898"/>
                    <a:pt x="5929" y="15898"/>
                  </a:cubicBezTo>
                  <a:cubicBezTo>
                    <a:pt x="5929" y="15898"/>
                    <a:pt x="5929" y="15767"/>
                    <a:pt x="5788" y="15767"/>
                  </a:cubicBezTo>
                  <a:cubicBezTo>
                    <a:pt x="5788" y="15767"/>
                    <a:pt x="5647" y="15898"/>
                    <a:pt x="5647" y="15898"/>
                  </a:cubicBezTo>
                  <a:cubicBezTo>
                    <a:pt x="5647" y="15898"/>
                    <a:pt x="5647" y="15898"/>
                    <a:pt x="5788" y="16029"/>
                  </a:cubicBezTo>
                  <a:cubicBezTo>
                    <a:pt x="5788" y="16029"/>
                    <a:pt x="5788" y="16029"/>
                    <a:pt x="5788" y="16029"/>
                  </a:cubicBezTo>
                  <a:cubicBezTo>
                    <a:pt x="5788" y="16029"/>
                    <a:pt x="5788" y="16029"/>
                    <a:pt x="5788" y="16160"/>
                  </a:cubicBezTo>
                  <a:cubicBezTo>
                    <a:pt x="5788" y="16160"/>
                    <a:pt x="5788" y="16160"/>
                    <a:pt x="5788" y="16160"/>
                  </a:cubicBezTo>
                  <a:cubicBezTo>
                    <a:pt x="5788" y="16291"/>
                    <a:pt x="5788" y="16291"/>
                    <a:pt x="5788" y="16291"/>
                  </a:cubicBezTo>
                  <a:close/>
                  <a:moveTo>
                    <a:pt x="6071" y="17731"/>
                  </a:moveTo>
                  <a:cubicBezTo>
                    <a:pt x="6212" y="17731"/>
                    <a:pt x="6353" y="17731"/>
                    <a:pt x="6353" y="17600"/>
                  </a:cubicBezTo>
                  <a:cubicBezTo>
                    <a:pt x="6353" y="17600"/>
                    <a:pt x="6353" y="17600"/>
                    <a:pt x="6353" y="17600"/>
                  </a:cubicBezTo>
                  <a:cubicBezTo>
                    <a:pt x="6353" y="17600"/>
                    <a:pt x="6353" y="17600"/>
                    <a:pt x="6212" y="17600"/>
                  </a:cubicBezTo>
                  <a:cubicBezTo>
                    <a:pt x="6212" y="17600"/>
                    <a:pt x="6212" y="17600"/>
                    <a:pt x="6212" y="17600"/>
                  </a:cubicBezTo>
                  <a:cubicBezTo>
                    <a:pt x="6212" y="17600"/>
                    <a:pt x="6212" y="17600"/>
                    <a:pt x="6212" y="17469"/>
                  </a:cubicBezTo>
                  <a:cubicBezTo>
                    <a:pt x="6212" y="17469"/>
                    <a:pt x="6212" y="17469"/>
                    <a:pt x="6212" y="17469"/>
                  </a:cubicBezTo>
                  <a:cubicBezTo>
                    <a:pt x="6212" y="17469"/>
                    <a:pt x="6212" y="17469"/>
                    <a:pt x="6212" y="17338"/>
                  </a:cubicBezTo>
                  <a:cubicBezTo>
                    <a:pt x="6212" y="17338"/>
                    <a:pt x="6212" y="17338"/>
                    <a:pt x="6071" y="17338"/>
                  </a:cubicBezTo>
                  <a:cubicBezTo>
                    <a:pt x="6071" y="17338"/>
                    <a:pt x="6071" y="17338"/>
                    <a:pt x="6071" y="17338"/>
                  </a:cubicBezTo>
                  <a:cubicBezTo>
                    <a:pt x="5929" y="17338"/>
                    <a:pt x="5929" y="17469"/>
                    <a:pt x="5929" y="17469"/>
                  </a:cubicBezTo>
                  <a:cubicBezTo>
                    <a:pt x="5929" y="17469"/>
                    <a:pt x="5929" y="17469"/>
                    <a:pt x="5929" y="17469"/>
                  </a:cubicBezTo>
                  <a:cubicBezTo>
                    <a:pt x="5929" y="17469"/>
                    <a:pt x="5929" y="17469"/>
                    <a:pt x="5929" y="17600"/>
                  </a:cubicBezTo>
                  <a:cubicBezTo>
                    <a:pt x="5929" y="17600"/>
                    <a:pt x="5929" y="17600"/>
                    <a:pt x="6071" y="17600"/>
                  </a:cubicBezTo>
                  <a:cubicBezTo>
                    <a:pt x="6071" y="17600"/>
                    <a:pt x="6071" y="17600"/>
                    <a:pt x="6071" y="17600"/>
                  </a:cubicBezTo>
                  <a:cubicBezTo>
                    <a:pt x="6071" y="17600"/>
                    <a:pt x="6071" y="17600"/>
                    <a:pt x="6071" y="17731"/>
                  </a:cubicBezTo>
                  <a:cubicBezTo>
                    <a:pt x="6071" y="17731"/>
                    <a:pt x="6071" y="17731"/>
                    <a:pt x="6071" y="17731"/>
                  </a:cubicBezTo>
                  <a:close/>
                  <a:moveTo>
                    <a:pt x="6918" y="18909"/>
                  </a:moveTo>
                  <a:cubicBezTo>
                    <a:pt x="7059" y="19040"/>
                    <a:pt x="7200" y="18909"/>
                    <a:pt x="7200" y="18778"/>
                  </a:cubicBezTo>
                  <a:cubicBezTo>
                    <a:pt x="7200" y="18778"/>
                    <a:pt x="7200" y="18778"/>
                    <a:pt x="7059" y="18778"/>
                  </a:cubicBezTo>
                  <a:cubicBezTo>
                    <a:pt x="7059" y="18778"/>
                    <a:pt x="7059" y="18778"/>
                    <a:pt x="7059" y="18778"/>
                  </a:cubicBezTo>
                  <a:cubicBezTo>
                    <a:pt x="7059" y="18778"/>
                    <a:pt x="7059" y="18778"/>
                    <a:pt x="7059" y="18778"/>
                  </a:cubicBezTo>
                  <a:cubicBezTo>
                    <a:pt x="7059" y="18778"/>
                    <a:pt x="7059" y="18778"/>
                    <a:pt x="7059" y="18647"/>
                  </a:cubicBezTo>
                  <a:cubicBezTo>
                    <a:pt x="7059" y="18647"/>
                    <a:pt x="7059" y="18647"/>
                    <a:pt x="7059" y="18647"/>
                  </a:cubicBezTo>
                  <a:cubicBezTo>
                    <a:pt x="7059" y="18647"/>
                    <a:pt x="7059" y="18647"/>
                    <a:pt x="7059" y="18647"/>
                  </a:cubicBezTo>
                  <a:cubicBezTo>
                    <a:pt x="7059" y="18647"/>
                    <a:pt x="7059" y="18647"/>
                    <a:pt x="6918" y="18647"/>
                  </a:cubicBezTo>
                  <a:cubicBezTo>
                    <a:pt x="6918" y="18647"/>
                    <a:pt x="6918" y="18647"/>
                    <a:pt x="6918" y="18647"/>
                  </a:cubicBezTo>
                  <a:cubicBezTo>
                    <a:pt x="6918" y="18516"/>
                    <a:pt x="6776" y="18647"/>
                    <a:pt x="6776" y="18778"/>
                  </a:cubicBezTo>
                  <a:cubicBezTo>
                    <a:pt x="6776" y="18778"/>
                    <a:pt x="6776" y="18778"/>
                    <a:pt x="6776" y="18778"/>
                  </a:cubicBezTo>
                  <a:cubicBezTo>
                    <a:pt x="6776" y="18778"/>
                    <a:pt x="6776" y="18778"/>
                    <a:pt x="6776" y="18778"/>
                  </a:cubicBezTo>
                  <a:cubicBezTo>
                    <a:pt x="6776" y="18778"/>
                    <a:pt x="6776" y="18778"/>
                    <a:pt x="6918" y="18778"/>
                  </a:cubicBezTo>
                  <a:cubicBezTo>
                    <a:pt x="6918" y="18778"/>
                    <a:pt x="6918" y="18778"/>
                    <a:pt x="6918" y="18909"/>
                  </a:cubicBezTo>
                  <a:cubicBezTo>
                    <a:pt x="6918" y="18909"/>
                    <a:pt x="6918" y="18909"/>
                    <a:pt x="6918" y="18909"/>
                  </a:cubicBezTo>
                  <a:cubicBezTo>
                    <a:pt x="6918" y="18909"/>
                    <a:pt x="6918" y="18909"/>
                    <a:pt x="6918" y="18909"/>
                  </a:cubicBezTo>
                  <a:cubicBezTo>
                    <a:pt x="6918" y="18909"/>
                    <a:pt x="6918" y="18909"/>
                    <a:pt x="6918" y="18909"/>
                  </a:cubicBezTo>
                  <a:cubicBezTo>
                    <a:pt x="6918" y="18909"/>
                    <a:pt x="6918" y="18909"/>
                    <a:pt x="6918" y="18909"/>
                  </a:cubicBezTo>
                  <a:close/>
                  <a:moveTo>
                    <a:pt x="8188" y="19825"/>
                  </a:moveTo>
                  <a:cubicBezTo>
                    <a:pt x="8329" y="19825"/>
                    <a:pt x="8471" y="19694"/>
                    <a:pt x="8329" y="19694"/>
                  </a:cubicBezTo>
                  <a:cubicBezTo>
                    <a:pt x="8329" y="19694"/>
                    <a:pt x="8329" y="19694"/>
                    <a:pt x="8329" y="19563"/>
                  </a:cubicBezTo>
                  <a:cubicBezTo>
                    <a:pt x="8329" y="19563"/>
                    <a:pt x="8329" y="19563"/>
                    <a:pt x="8329" y="19563"/>
                  </a:cubicBezTo>
                  <a:cubicBezTo>
                    <a:pt x="8329" y="19563"/>
                    <a:pt x="8329" y="19563"/>
                    <a:pt x="8329" y="19563"/>
                  </a:cubicBezTo>
                  <a:cubicBezTo>
                    <a:pt x="8329" y="19563"/>
                    <a:pt x="8329" y="19563"/>
                    <a:pt x="8188" y="19563"/>
                  </a:cubicBezTo>
                  <a:cubicBezTo>
                    <a:pt x="8188" y="19563"/>
                    <a:pt x="8188" y="19563"/>
                    <a:pt x="8188" y="19563"/>
                  </a:cubicBezTo>
                  <a:cubicBezTo>
                    <a:pt x="8188" y="19563"/>
                    <a:pt x="8188" y="19563"/>
                    <a:pt x="8188" y="19563"/>
                  </a:cubicBezTo>
                  <a:cubicBezTo>
                    <a:pt x="8188" y="19563"/>
                    <a:pt x="8188" y="19563"/>
                    <a:pt x="8188" y="19563"/>
                  </a:cubicBezTo>
                  <a:cubicBezTo>
                    <a:pt x="8188" y="19563"/>
                    <a:pt x="8047" y="19432"/>
                    <a:pt x="8047" y="19432"/>
                  </a:cubicBezTo>
                  <a:cubicBezTo>
                    <a:pt x="7906" y="19563"/>
                    <a:pt x="7906" y="19694"/>
                    <a:pt x="8047" y="19694"/>
                  </a:cubicBezTo>
                  <a:cubicBezTo>
                    <a:pt x="8047" y="19694"/>
                    <a:pt x="8047" y="19694"/>
                    <a:pt x="8047" y="19694"/>
                  </a:cubicBezTo>
                  <a:cubicBezTo>
                    <a:pt x="8047" y="19694"/>
                    <a:pt x="8047" y="19694"/>
                    <a:pt x="8188" y="19694"/>
                  </a:cubicBezTo>
                  <a:cubicBezTo>
                    <a:pt x="8188" y="19694"/>
                    <a:pt x="8188" y="19694"/>
                    <a:pt x="8188" y="19825"/>
                  </a:cubicBezTo>
                  <a:cubicBezTo>
                    <a:pt x="8188" y="19825"/>
                    <a:pt x="8188" y="19825"/>
                    <a:pt x="8188" y="19825"/>
                  </a:cubicBezTo>
                  <a:cubicBezTo>
                    <a:pt x="8188" y="19825"/>
                    <a:pt x="8188" y="19825"/>
                    <a:pt x="8188" y="19825"/>
                  </a:cubicBezTo>
                  <a:cubicBezTo>
                    <a:pt x="8188" y="19825"/>
                    <a:pt x="8188" y="19825"/>
                    <a:pt x="8188" y="19825"/>
                  </a:cubicBezTo>
                  <a:close/>
                  <a:moveTo>
                    <a:pt x="9741" y="20349"/>
                  </a:moveTo>
                  <a:cubicBezTo>
                    <a:pt x="9882" y="20349"/>
                    <a:pt x="9882" y="20218"/>
                    <a:pt x="9882" y="20087"/>
                  </a:cubicBezTo>
                  <a:cubicBezTo>
                    <a:pt x="9882" y="20087"/>
                    <a:pt x="9882" y="20087"/>
                    <a:pt x="9741" y="20087"/>
                  </a:cubicBezTo>
                  <a:cubicBezTo>
                    <a:pt x="9741" y="20087"/>
                    <a:pt x="9741" y="20087"/>
                    <a:pt x="9741" y="20087"/>
                  </a:cubicBezTo>
                  <a:cubicBezTo>
                    <a:pt x="9741" y="20087"/>
                    <a:pt x="9741" y="20087"/>
                    <a:pt x="9741" y="19956"/>
                  </a:cubicBezTo>
                  <a:cubicBezTo>
                    <a:pt x="9741" y="19956"/>
                    <a:pt x="9741" y="19956"/>
                    <a:pt x="9600" y="19956"/>
                  </a:cubicBezTo>
                  <a:cubicBezTo>
                    <a:pt x="9600" y="19956"/>
                    <a:pt x="9600" y="19956"/>
                    <a:pt x="9600" y="19956"/>
                  </a:cubicBezTo>
                  <a:cubicBezTo>
                    <a:pt x="9600" y="19956"/>
                    <a:pt x="9600" y="19956"/>
                    <a:pt x="9600" y="19956"/>
                  </a:cubicBezTo>
                  <a:cubicBezTo>
                    <a:pt x="9600" y="19956"/>
                    <a:pt x="9600" y="19956"/>
                    <a:pt x="9600" y="19956"/>
                  </a:cubicBezTo>
                  <a:cubicBezTo>
                    <a:pt x="9459" y="19956"/>
                    <a:pt x="9459" y="19956"/>
                    <a:pt x="9459" y="19956"/>
                  </a:cubicBezTo>
                  <a:cubicBezTo>
                    <a:pt x="9318" y="20087"/>
                    <a:pt x="9318" y="20218"/>
                    <a:pt x="9459" y="20218"/>
                  </a:cubicBezTo>
                  <a:cubicBezTo>
                    <a:pt x="9459" y="20218"/>
                    <a:pt x="9459" y="20218"/>
                    <a:pt x="9600" y="20218"/>
                  </a:cubicBezTo>
                  <a:cubicBezTo>
                    <a:pt x="9600" y="20218"/>
                    <a:pt x="9600" y="20218"/>
                    <a:pt x="9600" y="20218"/>
                  </a:cubicBezTo>
                  <a:cubicBezTo>
                    <a:pt x="9600" y="20218"/>
                    <a:pt x="9600" y="20218"/>
                    <a:pt x="9600" y="20218"/>
                  </a:cubicBezTo>
                  <a:cubicBezTo>
                    <a:pt x="9600" y="20218"/>
                    <a:pt x="9600" y="20218"/>
                    <a:pt x="9600" y="20218"/>
                  </a:cubicBezTo>
                  <a:cubicBezTo>
                    <a:pt x="9600" y="20218"/>
                    <a:pt x="9600" y="20218"/>
                    <a:pt x="9741" y="20218"/>
                  </a:cubicBezTo>
                  <a:cubicBezTo>
                    <a:pt x="9741" y="20218"/>
                    <a:pt x="9741" y="20218"/>
                    <a:pt x="9741" y="20349"/>
                  </a:cubicBezTo>
                  <a:close/>
                  <a:moveTo>
                    <a:pt x="11294" y="20349"/>
                  </a:moveTo>
                  <a:cubicBezTo>
                    <a:pt x="11435" y="20349"/>
                    <a:pt x="11435" y="20087"/>
                    <a:pt x="11294" y="20087"/>
                  </a:cubicBezTo>
                  <a:cubicBezTo>
                    <a:pt x="11294" y="20087"/>
                    <a:pt x="11294" y="20087"/>
                    <a:pt x="11294" y="20087"/>
                  </a:cubicBezTo>
                  <a:cubicBezTo>
                    <a:pt x="11294" y="20087"/>
                    <a:pt x="11294" y="20087"/>
                    <a:pt x="11294" y="20087"/>
                  </a:cubicBezTo>
                  <a:cubicBezTo>
                    <a:pt x="11294" y="20087"/>
                    <a:pt x="11294" y="20087"/>
                    <a:pt x="11153" y="20087"/>
                  </a:cubicBezTo>
                  <a:cubicBezTo>
                    <a:pt x="11153" y="20087"/>
                    <a:pt x="11153" y="20087"/>
                    <a:pt x="11153" y="20087"/>
                  </a:cubicBezTo>
                  <a:cubicBezTo>
                    <a:pt x="11153" y="20087"/>
                    <a:pt x="11153" y="20087"/>
                    <a:pt x="11153" y="20087"/>
                  </a:cubicBezTo>
                  <a:cubicBezTo>
                    <a:pt x="11153" y="20087"/>
                    <a:pt x="11153" y="20087"/>
                    <a:pt x="11153" y="20087"/>
                  </a:cubicBezTo>
                  <a:cubicBezTo>
                    <a:pt x="11153" y="20087"/>
                    <a:pt x="11153" y="20087"/>
                    <a:pt x="11012" y="20087"/>
                  </a:cubicBezTo>
                  <a:cubicBezTo>
                    <a:pt x="11012" y="20087"/>
                    <a:pt x="11012" y="20087"/>
                    <a:pt x="11012" y="20087"/>
                  </a:cubicBezTo>
                  <a:cubicBezTo>
                    <a:pt x="10871" y="20087"/>
                    <a:pt x="10871" y="20349"/>
                    <a:pt x="11012" y="20349"/>
                  </a:cubicBezTo>
                  <a:cubicBezTo>
                    <a:pt x="11012" y="20349"/>
                    <a:pt x="11012" y="20349"/>
                    <a:pt x="11012" y="20349"/>
                  </a:cubicBezTo>
                  <a:cubicBezTo>
                    <a:pt x="11012" y="20349"/>
                    <a:pt x="11012" y="20349"/>
                    <a:pt x="11012" y="20349"/>
                  </a:cubicBezTo>
                  <a:cubicBezTo>
                    <a:pt x="11012" y="20349"/>
                    <a:pt x="11012" y="20349"/>
                    <a:pt x="11153" y="20349"/>
                  </a:cubicBezTo>
                  <a:cubicBezTo>
                    <a:pt x="11153" y="20349"/>
                    <a:pt x="11153" y="20349"/>
                    <a:pt x="11153" y="20349"/>
                  </a:cubicBezTo>
                  <a:cubicBezTo>
                    <a:pt x="11153" y="20349"/>
                    <a:pt x="11153" y="20349"/>
                    <a:pt x="11153" y="20349"/>
                  </a:cubicBezTo>
                  <a:cubicBezTo>
                    <a:pt x="11153" y="20349"/>
                    <a:pt x="11153" y="20349"/>
                    <a:pt x="11294" y="20349"/>
                  </a:cubicBezTo>
                  <a:cubicBezTo>
                    <a:pt x="11294" y="20349"/>
                    <a:pt x="11294" y="20349"/>
                    <a:pt x="11294" y="20349"/>
                  </a:cubicBezTo>
                  <a:cubicBezTo>
                    <a:pt x="11294" y="20349"/>
                    <a:pt x="11294" y="20349"/>
                    <a:pt x="11294" y="20349"/>
                  </a:cubicBezTo>
                  <a:close/>
                  <a:moveTo>
                    <a:pt x="12847" y="19956"/>
                  </a:moveTo>
                  <a:cubicBezTo>
                    <a:pt x="12988" y="19956"/>
                    <a:pt x="12847" y="19694"/>
                    <a:pt x="12847" y="19825"/>
                  </a:cubicBezTo>
                  <a:cubicBezTo>
                    <a:pt x="12706" y="19825"/>
                    <a:pt x="12706" y="19825"/>
                    <a:pt x="12706" y="19825"/>
                  </a:cubicBezTo>
                  <a:cubicBezTo>
                    <a:pt x="12706" y="19825"/>
                    <a:pt x="12706" y="19825"/>
                    <a:pt x="12706" y="19825"/>
                  </a:cubicBezTo>
                  <a:cubicBezTo>
                    <a:pt x="12706" y="19825"/>
                    <a:pt x="12706" y="19825"/>
                    <a:pt x="12706" y="19825"/>
                  </a:cubicBezTo>
                  <a:cubicBezTo>
                    <a:pt x="12706" y="19825"/>
                    <a:pt x="12706" y="19825"/>
                    <a:pt x="12706" y="19825"/>
                  </a:cubicBezTo>
                  <a:cubicBezTo>
                    <a:pt x="12706" y="19825"/>
                    <a:pt x="12706" y="19825"/>
                    <a:pt x="12565" y="19825"/>
                  </a:cubicBezTo>
                  <a:cubicBezTo>
                    <a:pt x="12565" y="19825"/>
                    <a:pt x="12565" y="19825"/>
                    <a:pt x="12565" y="19825"/>
                  </a:cubicBezTo>
                  <a:cubicBezTo>
                    <a:pt x="12565" y="19825"/>
                    <a:pt x="12565" y="19825"/>
                    <a:pt x="12565" y="19825"/>
                  </a:cubicBezTo>
                  <a:cubicBezTo>
                    <a:pt x="12424" y="19956"/>
                    <a:pt x="12424" y="20087"/>
                    <a:pt x="12565" y="20087"/>
                  </a:cubicBezTo>
                  <a:cubicBezTo>
                    <a:pt x="12565" y="20087"/>
                    <a:pt x="12565" y="20087"/>
                    <a:pt x="12565" y="20087"/>
                  </a:cubicBezTo>
                  <a:cubicBezTo>
                    <a:pt x="12565" y="20087"/>
                    <a:pt x="12565" y="20087"/>
                    <a:pt x="12565" y="20087"/>
                  </a:cubicBezTo>
                  <a:cubicBezTo>
                    <a:pt x="12565" y="20087"/>
                    <a:pt x="12565" y="20087"/>
                    <a:pt x="12706" y="20087"/>
                  </a:cubicBezTo>
                  <a:cubicBezTo>
                    <a:pt x="12706" y="20087"/>
                    <a:pt x="12706" y="20087"/>
                    <a:pt x="12706" y="20087"/>
                  </a:cubicBezTo>
                  <a:cubicBezTo>
                    <a:pt x="12706" y="20087"/>
                    <a:pt x="12706" y="20087"/>
                    <a:pt x="12706" y="20087"/>
                  </a:cubicBezTo>
                  <a:cubicBezTo>
                    <a:pt x="12706" y="20087"/>
                    <a:pt x="12706" y="20087"/>
                    <a:pt x="12847" y="20087"/>
                  </a:cubicBezTo>
                  <a:cubicBezTo>
                    <a:pt x="12847" y="20087"/>
                    <a:pt x="12847" y="20087"/>
                    <a:pt x="12847" y="19956"/>
                  </a:cubicBezTo>
                  <a:close/>
                  <a:moveTo>
                    <a:pt x="14259" y="19302"/>
                  </a:moveTo>
                  <a:cubicBezTo>
                    <a:pt x="14259" y="19171"/>
                    <a:pt x="14259" y="19040"/>
                    <a:pt x="14118" y="19040"/>
                  </a:cubicBezTo>
                  <a:cubicBezTo>
                    <a:pt x="14118" y="19040"/>
                    <a:pt x="14118" y="19040"/>
                    <a:pt x="13976" y="19040"/>
                  </a:cubicBezTo>
                  <a:cubicBezTo>
                    <a:pt x="13976" y="19040"/>
                    <a:pt x="13976" y="19040"/>
                    <a:pt x="13976" y="19040"/>
                  </a:cubicBezTo>
                  <a:cubicBezTo>
                    <a:pt x="13976" y="19040"/>
                    <a:pt x="13976" y="19040"/>
                    <a:pt x="13976" y="19040"/>
                  </a:cubicBezTo>
                  <a:cubicBezTo>
                    <a:pt x="13976" y="19040"/>
                    <a:pt x="13976" y="19040"/>
                    <a:pt x="13976" y="19171"/>
                  </a:cubicBezTo>
                  <a:cubicBezTo>
                    <a:pt x="13976" y="19171"/>
                    <a:pt x="13976" y="19171"/>
                    <a:pt x="13976" y="19171"/>
                  </a:cubicBezTo>
                  <a:cubicBezTo>
                    <a:pt x="13976" y="19171"/>
                    <a:pt x="13976" y="19171"/>
                    <a:pt x="13976" y="19171"/>
                  </a:cubicBezTo>
                  <a:cubicBezTo>
                    <a:pt x="13976" y="19171"/>
                    <a:pt x="13976" y="19171"/>
                    <a:pt x="13835" y="19171"/>
                  </a:cubicBezTo>
                  <a:cubicBezTo>
                    <a:pt x="13835" y="19171"/>
                    <a:pt x="13835" y="19171"/>
                    <a:pt x="13835" y="19171"/>
                  </a:cubicBezTo>
                  <a:cubicBezTo>
                    <a:pt x="13694" y="19302"/>
                    <a:pt x="13835" y="19563"/>
                    <a:pt x="13976" y="19432"/>
                  </a:cubicBezTo>
                  <a:cubicBezTo>
                    <a:pt x="13976" y="19432"/>
                    <a:pt x="13976" y="19432"/>
                    <a:pt x="13976" y="19432"/>
                  </a:cubicBezTo>
                  <a:cubicBezTo>
                    <a:pt x="13976" y="19432"/>
                    <a:pt x="13976" y="19432"/>
                    <a:pt x="13976" y="19432"/>
                  </a:cubicBezTo>
                  <a:cubicBezTo>
                    <a:pt x="13976" y="19432"/>
                    <a:pt x="13976" y="19432"/>
                    <a:pt x="13976" y="19432"/>
                  </a:cubicBezTo>
                  <a:cubicBezTo>
                    <a:pt x="13976" y="19432"/>
                    <a:pt x="13976" y="19432"/>
                    <a:pt x="13976" y="19432"/>
                  </a:cubicBezTo>
                  <a:cubicBezTo>
                    <a:pt x="13976" y="19432"/>
                    <a:pt x="13976" y="19432"/>
                    <a:pt x="14118" y="19432"/>
                  </a:cubicBezTo>
                  <a:cubicBezTo>
                    <a:pt x="14118" y="19432"/>
                    <a:pt x="14118" y="19432"/>
                    <a:pt x="14118" y="19302"/>
                  </a:cubicBezTo>
                  <a:cubicBezTo>
                    <a:pt x="14118" y="19302"/>
                    <a:pt x="14118" y="19302"/>
                    <a:pt x="14118" y="19302"/>
                  </a:cubicBezTo>
                  <a:cubicBezTo>
                    <a:pt x="14118" y="19302"/>
                    <a:pt x="14118" y="19302"/>
                    <a:pt x="14259" y="19302"/>
                  </a:cubicBezTo>
                  <a:close/>
                  <a:moveTo>
                    <a:pt x="13976" y="18254"/>
                  </a:moveTo>
                  <a:cubicBezTo>
                    <a:pt x="14541" y="17600"/>
                    <a:pt x="14965" y="16945"/>
                    <a:pt x="14824" y="15898"/>
                  </a:cubicBezTo>
                  <a:cubicBezTo>
                    <a:pt x="14541" y="15767"/>
                    <a:pt x="14259" y="15636"/>
                    <a:pt x="13976" y="15374"/>
                  </a:cubicBezTo>
                  <a:cubicBezTo>
                    <a:pt x="13553" y="14982"/>
                    <a:pt x="13271" y="14327"/>
                    <a:pt x="13129" y="13803"/>
                  </a:cubicBezTo>
                  <a:cubicBezTo>
                    <a:pt x="12988" y="13803"/>
                    <a:pt x="12847" y="13934"/>
                    <a:pt x="12706" y="13934"/>
                  </a:cubicBezTo>
                  <a:cubicBezTo>
                    <a:pt x="12141" y="14196"/>
                    <a:pt x="11718" y="14327"/>
                    <a:pt x="11153" y="14327"/>
                  </a:cubicBezTo>
                  <a:cubicBezTo>
                    <a:pt x="11012" y="14327"/>
                    <a:pt x="10871" y="14327"/>
                    <a:pt x="10729" y="14327"/>
                  </a:cubicBezTo>
                  <a:cubicBezTo>
                    <a:pt x="10729" y="14327"/>
                    <a:pt x="10729" y="14327"/>
                    <a:pt x="10729" y="14327"/>
                  </a:cubicBezTo>
                  <a:cubicBezTo>
                    <a:pt x="10447" y="14327"/>
                    <a:pt x="10024" y="14327"/>
                    <a:pt x="9600" y="14196"/>
                  </a:cubicBezTo>
                  <a:cubicBezTo>
                    <a:pt x="9176" y="14196"/>
                    <a:pt x="8894" y="13934"/>
                    <a:pt x="8471" y="13803"/>
                  </a:cubicBezTo>
                  <a:cubicBezTo>
                    <a:pt x="8329" y="14065"/>
                    <a:pt x="8329" y="14196"/>
                    <a:pt x="8188" y="14458"/>
                  </a:cubicBezTo>
                  <a:cubicBezTo>
                    <a:pt x="7906" y="14982"/>
                    <a:pt x="7482" y="15505"/>
                    <a:pt x="6918" y="15767"/>
                  </a:cubicBezTo>
                  <a:cubicBezTo>
                    <a:pt x="6918" y="15898"/>
                    <a:pt x="6776" y="15898"/>
                    <a:pt x="6776" y="15898"/>
                  </a:cubicBezTo>
                  <a:cubicBezTo>
                    <a:pt x="6635" y="16552"/>
                    <a:pt x="6776" y="17076"/>
                    <a:pt x="6918" y="17600"/>
                  </a:cubicBezTo>
                  <a:cubicBezTo>
                    <a:pt x="7200" y="18123"/>
                    <a:pt x="7624" y="18516"/>
                    <a:pt x="8188" y="18909"/>
                  </a:cubicBezTo>
                  <a:cubicBezTo>
                    <a:pt x="8612" y="19040"/>
                    <a:pt x="9176" y="19302"/>
                    <a:pt x="9600" y="19432"/>
                  </a:cubicBezTo>
                  <a:cubicBezTo>
                    <a:pt x="10024" y="19432"/>
                    <a:pt x="10447" y="19432"/>
                    <a:pt x="10729" y="19432"/>
                  </a:cubicBezTo>
                  <a:cubicBezTo>
                    <a:pt x="10871" y="19432"/>
                    <a:pt x="11012" y="19432"/>
                    <a:pt x="11153" y="19432"/>
                  </a:cubicBezTo>
                  <a:cubicBezTo>
                    <a:pt x="11718" y="19432"/>
                    <a:pt x="12141" y="19302"/>
                    <a:pt x="12706" y="19040"/>
                  </a:cubicBezTo>
                  <a:cubicBezTo>
                    <a:pt x="13129" y="18909"/>
                    <a:pt x="13694" y="18647"/>
                    <a:pt x="13976" y="18254"/>
                  </a:cubicBezTo>
                  <a:close/>
                  <a:moveTo>
                    <a:pt x="15247" y="18123"/>
                  </a:moveTo>
                  <a:cubicBezTo>
                    <a:pt x="15247" y="17992"/>
                    <a:pt x="15106" y="17862"/>
                    <a:pt x="15106" y="17992"/>
                  </a:cubicBezTo>
                  <a:cubicBezTo>
                    <a:pt x="15106" y="17992"/>
                    <a:pt x="15106" y="17992"/>
                    <a:pt x="15106" y="17992"/>
                  </a:cubicBezTo>
                  <a:cubicBezTo>
                    <a:pt x="15106" y="17992"/>
                    <a:pt x="15106" y="17992"/>
                    <a:pt x="15106" y="17992"/>
                  </a:cubicBezTo>
                  <a:cubicBezTo>
                    <a:pt x="15106" y="17992"/>
                    <a:pt x="15106" y="17992"/>
                    <a:pt x="15106" y="17992"/>
                  </a:cubicBezTo>
                  <a:cubicBezTo>
                    <a:pt x="15106" y="17992"/>
                    <a:pt x="15106" y="17992"/>
                    <a:pt x="14965" y="17992"/>
                  </a:cubicBezTo>
                  <a:cubicBezTo>
                    <a:pt x="14965" y="17992"/>
                    <a:pt x="14965" y="17992"/>
                    <a:pt x="14965" y="18123"/>
                  </a:cubicBezTo>
                  <a:cubicBezTo>
                    <a:pt x="14965" y="18123"/>
                    <a:pt x="14965" y="18123"/>
                    <a:pt x="14965" y="18123"/>
                  </a:cubicBezTo>
                  <a:cubicBezTo>
                    <a:pt x="14965" y="18123"/>
                    <a:pt x="14965" y="18123"/>
                    <a:pt x="14965" y="18123"/>
                  </a:cubicBezTo>
                  <a:cubicBezTo>
                    <a:pt x="14965" y="18123"/>
                    <a:pt x="14965" y="18123"/>
                    <a:pt x="14965" y="18254"/>
                  </a:cubicBezTo>
                  <a:cubicBezTo>
                    <a:pt x="14824" y="18385"/>
                    <a:pt x="14965" y="18516"/>
                    <a:pt x="15106" y="18385"/>
                  </a:cubicBezTo>
                  <a:cubicBezTo>
                    <a:pt x="15106" y="18385"/>
                    <a:pt x="15106" y="18385"/>
                    <a:pt x="15106" y="18385"/>
                  </a:cubicBezTo>
                  <a:cubicBezTo>
                    <a:pt x="15106" y="18385"/>
                    <a:pt x="15106" y="18385"/>
                    <a:pt x="15106" y="18385"/>
                  </a:cubicBezTo>
                  <a:cubicBezTo>
                    <a:pt x="15106" y="18385"/>
                    <a:pt x="15106" y="18385"/>
                    <a:pt x="15106" y="18385"/>
                  </a:cubicBezTo>
                  <a:cubicBezTo>
                    <a:pt x="15106" y="18385"/>
                    <a:pt x="15106" y="18385"/>
                    <a:pt x="15106" y="18254"/>
                  </a:cubicBezTo>
                  <a:cubicBezTo>
                    <a:pt x="15106" y="18254"/>
                    <a:pt x="15106" y="18254"/>
                    <a:pt x="15106" y="18254"/>
                  </a:cubicBezTo>
                  <a:cubicBezTo>
                    <a:pt x="15106" y="18254"/>
                    <a:pt x="15106" y="18254"/>
                    <a:pt x="15247" y="18123"/>
                  </a:cubicBezTo>
                  <a:cubicBezTo>
                    <a:pt x="15247" y="18123"/>
                    <a:pt x="15247" y="18123"/>
                    <a:pt x="15247" y="18123"/>
                  </a:cubicBezTo>
                  <a:cubicBezTo>
                    <a:pt x="15247" y="18123"/>
                    <a:pt x="15247" y="18123"/>
                    <a:pt x="15247" y="18123"/>
                  </a:cubicBezTo>
                  <a:close/>
                  <a:moveTo>
                    <a:pt x="15812" y="16683"/>
                  </a:moveTo>
                  <a:cubicBezTo>
                    <a:pt x="15812" y="16552"/>
                    <a:pt x="15671" y="16552"/>
                    <a:pt x="15671" y="16552"/>
                  </a:cubicBezTo>
                  <a:cubicBezTo>
                    <a:pt x="15529" y="16552"/>
                    <a:pt x="15529" y="16552"/>
                    <a:pt x="15529" y="16552"/>
                  </a:cubicBezTo>
                  <a:cubicBezTo>
                    <a:pt x="15529" y="16552"/>
                    <a:pt x="15529" y="16552"/>
                    <a:pt x="15529" y="16683"/>
                  </a:cubicBezTo>
                  <a:cubicBezTo>
                    <a:pt x="15529" y="16683"/>
                    <a:pt x="15529" y="16683"/>
                    <a:pt x="15529" y="16683"/>
                  </a:cubicBezTo>
                  <a:cubicBezTo>
                    <a:pt x="15529" y="16683"/>
                    <a:pt x="15529" y="16683"/>
                    <a:pt x="15529" y="16683"/>
                  </a:cubicBezTo>
                  <a:cubicBezTo>
                    <a:pt x="15529" y="16683"/>
                    <a:pt x="15529" y="16683"/>
                    <a:pt x="15529" y="16814"/>
                  </a:cubicBezTo>
                  <a:cubicBezTo>
                    <a:pt x="15529" y="16814"/>
                    <a:pt x="15529" y="16814"/>
                    <a:pt x="15529" y="16814"/>
                  </a:cubicBezTo>
                  <a:cubicBezTo>
                    <a:pt x="15529" y="16814"/>
                    <a:pt x="15529" y="16814"/>
                    <a:pt x="15529" y="16814"/>
                  </a:cubicBezTo>
                  <a:cubicBezTo>
                    <a:pt x="15388" y="16945"/>
                    <a:pt x="15529" y="16945"/>
                    <a:pt x="15529" y="16945"/>
                  </a:cubicBezTo>
                  <a:cubicBezTo>
                    <a:pt x="15529" y="17076"/>
                    <a:pt x="15529" y="17076"/>
                    <a:pt x="15671" y="17076"/>
                  </a:cubicBezTo>
                  <a:cubicBezTo>
                    <a:pt x="15671" y="17076"/>
                    <a:pt x="15671" y="16945"/>
                    <a:pt x="15671" y="16945"/>
                  </a:cubicBezTo>
                  <a:cubicBezTo>
                    <a:pt x="15671" y="16945"/>
                    <a:pt x="15671" y="16945"/>
                    <a:pt x="15671" y="16945"/>
                  </a:cubicBezTo>
                  <a:cubicBezTo>
                    <a:pt x="15671" y="16945"/>
                    <a:pt x="15671" y="16945"/>
                    <a:pt x="15671" y="16814"/>
                  </a:cubicBezTo>
                  <a:cubicBezTo>
                    <a:pt x="15671" y="16814"/>
                    <a:pt x="15671" y="16814"/>
                    <a:pt x="15812" y="16814"/>
                  </a:cubicBezTo>
                  <a:cubicBezTo>
                    <a:pt x="15812" y="16814"/>
                    <a:pt x="15812" y="16814"/>
                    <a:pt x="15812" y="16683"/>
                  </a:cubicBezTo>
                  <a:cubicBezTo>
                    <a:pt x="15812" y="16683"/>
                    <a:pt x="15812" y="16683"/>
                    <a:pt x="15812" y="16683"/>
                  </a:cubicBezTo>
                  <a:close/>
                  <a:moveTo>
                    <a:pt x="15671" y="10400"/>
                  </a:moveTo>
                  <a:cubicBezTo>
                    <a:pt x="16094" y="10007"/>
                    <a:pt x="16376" y="9483"/>
                    <a:pt x="16518" y="8829"/>
                  </a:cubicBezTo>
                  <a:cubicBezTo>
                    <a:pt x="16094" y="8829"/>
                    <a:pt x="15812" y="8829"/>
                    <a:pt x="15671" y="8829"/>
                  </a:cubicBezTo>
                  <a:cubicBezTo>
                    <a:pt x="15388" y="8829"/>
                    <a:pt x="15247" y="8698"/>
                    <a:pt x="15106" y="8567"/>
                  </a:cubicBezTo>
                  <a:cubicBezTo>
                    <a:pt x="14541" y="8305"/>
                    <a:pt x="14259" y="7782"/>
                    <a:pt x="13976" y="7258"/>
                  </a:cubicBezTo>
                  <a:cubicBezTo>
                    <a:pt x="13694" y="6603"/>
                    <a:pt x="13412" y="6080"/>
                    <a:pt x="12988" y="6211"/>
                  </a:cubicBezTo>
                  <a:cubicBezTo>
                    <a:pt x="12847" y="6211"/>
                    <a:pt x="12706" y="6342"/>
                    <a:pt x="12706" y="6342"/>
                  </a:cubicBezTo>
                  <a:cubicBezTo>
                    <a:pt x="12141" y="6472"/>
                    <a:pt x="11576" y="6472"/>
                    <a:pt x="11153" y="6472"/>
                  </a:cubicBezTo>
                  <a:cubicBezTo>
                    <a:pt x="11012" y="6472"/>
                    <a:pt x="10871" y="6342"/>
                    <a:pt x="10729" y="6342"/>
                  </a:cubicBezTo>
                  <a:cubicBezTo>
                    <a:pt x="10306" y="6211"/>
                    <a:pt x="9882" y="5949"/>
                    <a:pt x="9600" y="5556"/>
                  </a:cubicBezTo>
                  <a:cubicBezTo>
                    <a:pt x="9318" y="5032"/>
                    <a:pt x="9176" y="4509"/>
                    <a:pt x="9035" y="3854"/>
                  </a:cubicBezTo>
                  <a:cubicBezTo>
                    <a:pt x="9035" y="4509"/>
                    <a:pt x="8612" y="5294"/>
                    <a:pt x="8188" y="6080"/>
                  </a:cubicBezTo>
                  <a:cubicBezTo>
                    <a:pt x="7906" y="6734"/>
                    <a:pt x="7341" y="7389"/>
                    <a:pt x="6918" y="7651"/>
                  </a:cubicBezTo>
                  <a:cubicBezTo>
                    <a:pt x="6776" y="7782"/>
                    <a:pt x="6635" y="7912"/>
                    <a:pt x="6353" y="7912"/>
                  </a:cubicBezTo>
                  <a:cubicBezTo>
                    <a:pt x="6353" y="7520"/>
                    <a:pt x="6212" y="7127"/>
                    <a:pt x="6071" y="6865"/>
                  </a:cubicBezTo>
                  <a:cubicBezTo>
                    <a:pt x="6071" y="6734"/>
                    <a:pt x="5929" y="6734"/>
                    <a:pt x="5788" y="6603"/>
                  </a:cubicBezTo>
                  <a:cubicBezTo>
                    <a:pt x="5506" y="6603"/>
                    <a:pt x="5224" y="6996"/>
                    <a:pt x="5082" y="7912"/>
                  </a:cubicBezTo>
                  <a:cubicBezTo>
                    <a:pt x="4941" y="8829"/>
                    <a:pt x="5224" y="9876"/>
                    <a:pt x="5788" y="10269"/>
                  </a:cubicBezTo>
                  <a:cubicBezTo>
                    <a:pt x="5929" y="10400"/>
                    <a:pt x="6071" y="10400"/>
                    <a:pt x="6071" y="10531"/>
                  </a:cubicBezTo>
                  <a:cubicBezTo>
                    <a:pt x="6212" y="10531"/>
                    <a:pt x="6353" y="10531"/>
                    <a:pt x="6353" y="10531"/>
                  </a:cubicBezTo>
                  <a:cubicBezTo>
                    <a:pt x="6494" y="10923"/>
                    <a:pt x="6776" y="11185"/>
                    <a:pt x="6918" y="11578"/>
                  </a:cubicBezTo>
                  <a:cubicBezTo>
                    <a:pt x="7341" y="12102"/>
                    <a:pt x="7765" y="12494"/>
                    <a:pt x="8188" y="12887"/>
                  </a:cubicBezTo>
                  <a:cubicBezTo>
                    <a:pt x="8612" y="13149"/>
                    <a:pt x="9176" y="13411"/>
                    <a:pt x="9600" y="13542"/>
                  </a:cubicBezTo>
                  <a:cubicBezTo>
                    <a:pt x="10024" y="13672"/>
                    <a:pt x="10447" y="13672"/>
                    <a:pt x="10729" y="13672"/>
                  </a:cubicBezTo>
                  <a:cubicBezTo>
                    <a:pt x="10729" y="13672"/>
                    <a:pt x="10729" y="13672"/>
                    <a:pt x="10729" y="13672"/>
                  </a:cubicBezTo>
                  <a:cubicBezTo>
                    <a:pt x="10871" y="13672"/>
                    <a:pt x="11012" y="13672"/>
                    <a:pt x="11153" y="13672"/>
                  </a:cubicBezTo>
                  <a:cubicBezTo>
                    <a:pt x="11718" y="13672"/>
                    <a:pt x="12141" y="13542"/>
                    <a:pt x="12706" y="13280"/>
                  </a:cubicBezTo>
                  <a:cubicBezTo>
                    <a:pt x="13129" y="13018"/>
                    <a:pt x="13694" y="12625"/>
                    <a:pt x="13976" y="12232"/>
                  </a:cubicBezTo>
                  <a:cubicBezTo>
                    <a:pt x="14400" y="11840"/>
                    <a:pt x="14824" y="11316"/>
                    <a:pt x="15106" y="10792"/>
                  </a:cubicBezTo>
                  <a:cubicBezTo>
                    <a:pt x="15106" y="10662"/>
                    <a:pt x="15106" y="10662"/>
                    <a:pt x="15106" y="10531"/>
                  </a:cubicBezTo>
                  <a:cubicBezTo>
                    <a:pt x="15247" y="10531"/>
                    <a:pt x="15529" y="10531"/>
                    <a:pt x="15671" y="10400"/>
                  </a:cubicBezTo>
                  <a:close/>
                  <a:moveTo>
                    <a:pt x="17506" y="20349"/>
                  </a:moveTo>
                  <a:cubicBezTo>
                    <a:pt x="17506" y="20349"/>
                    <a:pt x="17365" y="20218"/>
                    <a:pt x="17365" y="20218"/>
                  </a:cubicBezTo>
                  <a:cubicBezTo>
                    <a:pt x="17224" y="20218"/>
                    <a:pt x="17224" y="20218"/>
                    <a:pt x="17224" y="20349"/>
                  </a:cubicBezTo>
                  <a:cubicBezTo>
                    <a:pt x="17224" y="20349"/>
                    <a:pt x="17224" y="20349"/>
                    <a:pt x="17224" y="20349"/>
                  </a:cubicBezTo>
                  <a:cubicBezTo>
                    <a:pt x="17224" y="20349"/>
                    <a:pt x="17224" y="20349"/>
                    <a:pt x="17224" y="20349"/>
                  </a:cubicBezTo>
                  <a:cubicBezTo>
                    <a:pt x="17224" y="20349"/>
                    <a:pt x="17224" y="20349"/>
                    <a:pt x="17224" y="20349"/>
                  </a:cubicBezTo>
                  <a:cubicBezTo>
                    <a:pt x="17224" y="20349"/>
                    <a:pt x="17224" y="20349"/>
                    <a:pt x="17224" y="20480"/>
                  </a:cubicBezTo>
                  <a:cubicBezTo>
                    <a:pt x="17224" y="20480"/>
                    <a:pt x="17224" y="20480"/>
                    <a:pt x="17224" y="20480"/>
                  </a:cubicBezTo>
                  <a:cubicBezTo>
                    <a:pt x="17224" y="20480"/>
                    <a:pt x="17224" y="20480"/>
                    <a:pt x="17224" y="20480"/>
                  </a:cubicBezTo>
                  <a:cubicBezTo>
                    <a:pt x="17224" y="20480"/>
                    <a:pt x="17224" y="20480"/>
                    <a:pt x="17224" y="20480"/>
                  </a:cubicBezTo>
                  <a:cubicBezTo>
                    <a:pt x="17224" y="20480"/>
                    <a:pt x="17224" y="20480"/>
                    <a:pt x="17224" y="20611"/>
                  </a:cubicBezTo>
                  <a:cubicBezTo>
                    <a:pt x="17224" y="20611"/>
                    <a:pt x="17224" y="20611"/>
                    <a:pt x="17224" y="20611"/>
                  </a:cubicBezTo>
                  <a:cubicBezTo>
                    <a:pt x="17224" y="20611"/>
                    <a:pt x="17224" y="20611"/>
                    <a:pt x="17224" y="20611"/>
                  </a:cubicBezTo>
                  <a:cubicBezTo>
                    <a:pt x="17082" y="20742"/>
                    <a:pt x="17224" y="20742"/>
                    <a:pt x="17365" y="20742"/>
                  </a:cubicBezTo>
                  <a:cubicBezTo>
                    <a:pt x="17365" y="20742"/>
                    <a:pt x="17365" y="20742"/>
                    <a:pt x="17365" y="20611"/>
                  </a:cubicBezTo>
                  <a:cubicBezTo>
                    <a:pt x="17365" y="20611"/>
                    <a:pt x="17365" y="20611"/>
                    <a:pt x="17365" y="20611"/>
                  </a:cubicBezTo>
                  <a:cubicBezTo>
                    <a:pt x="17365" y="20611"/>
                    <a:pt x="17365" y="20611"/>
                    <a:pt x="17365" y="20611"/>
                  </a:cubicBezTo>
                  <a:cubicBezTo>
                    <a:pt x="17365" y="20611"/>
                    <a:pt x="17365" y="20611"/>
                    <a:pt x="17365" y="20611"/>
                  </a:cubicBezTo>
                  <a:cubicBezTo>
                    <a:pt x="17365" y="20611"/>
                    <a:pt x="17365" y="20611"/>
                    <a:pt x="17365" y="20611"/>
                  </a:cubicBezTo>
                  <a:cubicBezTo>
                    <a:pt x="17365" y="20611"/>
                    <a:pt x="17365" y="20611"/>
                    <a:pt x="17365" y="20480"/>
                  </a:cubicBezTo>
                  <a:cubicBezTo>
                    <a:pt x="17365" y="20480"/>
                    <a:pt x="17365" y="20480"/>
                    <a:pt x="17365" y="20480"/>
                  </a:cubicBezTo>
                  <a:cubicBezTo>
                    <a:pt x="17365" y="20480"/>
                    <a:pt x="17365" y="20480"/>
                    <a:pt x="17365" y="20480"/>
                  </a:cubicBezTo>
                  <a:cubicBezTo>
                    <a:pt x="17365" y="20480"/>
                    <a:pt x="17365" y="20480"/>
                    <a:pt x="17365" y="20480"/>
                  </a:cubicBezTo>
                  <a:cubicBezTo>
                    <a:pt x="17365" y="20480"/>
                    <a:pt x="17365" y="20480"/>
                    <a:pt x="17506" y="20480"/>
                  </a:cubicBezTo>
                  <a:cubicBezTo>
                    <a:pt x="17506" y="20480"/>
                    <a:pt x="17506" y="20480"/>
                    <a:pt x="17506" y="20349"/>
                  </a:cubicBezTo>
                  <a:close/>
                  <a:moveTo>
                    <a:pt x="18212" y="19171"/>
                  </a:moveTo>
                  <a:cubicBezTo>
                    <a:pt x="18212" y="19040"/>
                    <a:pt x="18071" y="18778"/>
                    <a:pt x="17929" y="18909"/>
                  </a:cubicBezTo>
                  <a:cubicBezTo>
                    <a:pt x="17929" y="18909"/>
                    <a:pt x="17929" y="18909"/>
                    <a:pt x="17929" y="18909"/>
                  </a:cubicBezTo>
                  <a:cubicBezTo>
                    <a:pt x="17929" y="18909"/>
                    <a:pt x="17929" y="18909"/>
                    <a:pt x="17929" y="18909"/>
                  </a:cubicBezTo>
                  <a:cubicBezTo>
                    <a:pt x="17929" y="18909"/>
                    <a:pt x="17929" y="18909"/>
                    <a:pt x="17929" y="18909"/>
                  </a:cubicBezTo>
                  <a:cubicBezTo>
                    <a:pt x="17929" y="18909"/>
                    <a:pt x="17929" y="18909"/>
                    <a:pt x="17929" y="19040"/>
                  </a:cubicBezTo>
                  <a:cubicBezTo>
                    <a:pt x="17929" y="19040"/>
                    <a:pt x="17929" y="19040"/>
                    <a:pt x="17929" y="19040"/>
                  </a:cubicBezTo>
                  <a:cubicBezTo>
                    <a:pt x="17929" y="19040"/>
                    <a:pt x="17929" y="19040"/>
                    <a:pt x="17929" y="19040"/>
                  </a:cubicBezTo>
                  <a:cubicBezTo>
                    <a:pt x="17929" y="19040"/>
                    <a:pt x="17929" y="19040"/>
                    <a:pt x="17929" y="19040"/>
                  </a:cubicBezTo>
                  <a:cubicBezTo>
                    <a:pt x="17929" y="19040"/>
                    <a:pt x="17929" y="19040"/>
                    <a:pt x="17788" y="19040"/>
                  </a:cubicBezTo>
                  <a:cubicBezTo>
                    <a:pt x="17788" y="19040"/>
                    <a:pt x="17788" y="19040"/>
                    <a:pt x="17788" y="19040"/>
                  </a:cubicBezTo>
                  <a:cubicBezTo>
                    <a:pt x="17788" y="19040"/>
                    <a:pt x="17788" y="19040"/>
                    <a:pt x="17788" y="19040"/>
                  </a:cubicBezTo>
                  <a:cubicBezTo>
                    <a:pt x="17788" y="19040"/>
                    <a:pt x="17788" y="19040"/>
                    <a:pt x="17788" y="19171"/>
                  </a:cubicBezTo>
                  <a:cubicBezTo>
                    <a:pt x="17788" y="19171"/>
                    <a:pt x="17788" y="19171"/>
                    <a:pt x="17788" y="19171"/>
                  </a:cubicBezTo>
                  <a:cubicBezTo>
                    <a:pt x="17788" y="19171"/>
                    <a:pt x="17788" y="19171"/>
                    <a:pt x="17788" y="19171"/>
                  </a:cubicBezTo>
                  <a:cubicBezTo>
                    <a:pt x="17647" y="19302"/>
                    <a:pt x="17788" y="19432"/>
                    <a:pt x="17929" y="19302"/>
                  </a:cubicBezTo>
                  <a:cubicBezTo>
                    <a:pt x="17929" y="19302"/>
                    <a:pt x="17929" y="19302"/>
                    <a:pt x="17929" y="19302"/>
                  </a:cubicBezTo>
                  <a:cubicBezTo>
                    <a:pt x="17929" y="19302"/>
                    <a:pt x="17929" y="19302"/>
                    <a:pt x="17929" y="19302"/>
                  </a:cubicBezTo>
                  <a:cubicBezTo>
                    <a:pt x="17929" y="19302"/>
                    <a:pt x="17929" y="19302"/>
                    <a:pt x="17929" y="19302"/>
                  </a:cubicBezTo>
                  <a:cubicBezTo>
                    <a:pt x="17929" y="19302"/>
                    <a:pt x="17929" y="19302"/>
                    <a:pt x="18071" y="19302"/>
                  </a:cubicBezTo>
                  <a:cubicBezTo>
                    <a:pt x="18071" y="19302"/>
                    <a:pt x="18071" y="19302"/>
                    <a:pt x="18071" y="19302"/>
                  </a:cubicBezTo>
                  <a:cubicBezTo>
                    <a:pt x="18071" y="19302"/>
                    <a:pt x="18071" y="19302"/>
                    <a:pt x="18071" y="19302"/>
                  </a:cubicBezTo>
                  <a:cubicBezTo>
                    <a:pt x="18071" y="19302"/>
                    <a:pt x="18071" y="19302"/>
                    <a:pt x="18071" y="19171"/>
                  </a:cubicBezTo>
                  <a:cubicBezTo>
                    <a:pt x="18071" y="19171"/>
                    <a:pt x="18071" y="19171"/>
                    <a:pt x="18071" y="19171"/>
                  </a:cubicBezTo>
                  <a:cubicBezTo>
                    <a:pt x="18071" y="19171"/>
                    <a:pt x="18071" y="19171"/>
                    <a:pt x="18071" y="19171"/>
                  </a:cubicBezTo>
                  <a:cubicBezTo>
                    <a:pt x="18071" y="19171"/>
                    <a:pt x="18071" y="19171"/>
                    <a:pt x="18071" y="19171"/>
                  </a:cubicBezTo>
                  <a:cubicBezTo>
                    <a:pt x="18071" y="19171"/>
                    <a:pt x="18071" y="19171"/>
                    <a:pt x="18071" y="19171"/>
                  </a:cubicBezTo>
                  <a:cubicBezTo>
                    <a:pt x="18071" y="19171"/>
                    <a:pt x="18071" y="19171"/>
                    <a:pt x="18071" y="19171"/>
                  </a:cubicBezTo>
                  <a:cubicBezTo>
                    <a:pt x="18071" y="19171"/>
                    <a:pt x="18071" y="19171"/>
                    <a:pt x="18212" y="19171"/>
                  </a:cubicBezTo>
                  <a:close/>
                  <a:moveTo>
                    <a:pt x="19341" y="18385"/>
                  </a:moveTo>
                  <a:cubicBezTo>
                    <a:pt x="19482" y="18254"/>
                    <a:pt x="19482" y="18254"/>
                    <a:pt x="19482" y="18123"/>
                  </a:cubicBezTo>
                  <a:cubicBezTo>
                    <a:pt x="19482" y="18123"/>
                    <a:pt x="19341" y="18123"/>
                    <a:pt x="19200" y="18123"/>
                  </a:cubicBezTo>
                  <a:cubicBezTo>
                    <a:pt x="19200" y="18123"/>
                    <a:pt x="19200" y="18123"/>
                    <a:pt x="19200" y="18123"/>
                  </a:cubicBezTo>
                  <a:cubicBezTo>
                    <a:pt x="19200" y="18123"/>
                    <a:pt x="19200" y="18123"/>
                    <a:pt x="19200" y="18123"/>
                  </a:cubicBezTo>
                  <a:cubicBezTo>
                    <a:pt x="19200" y="18123"/>
                    <a:pt x="19200" y="18123"/>
                    <a:pt x="19200" y="18123"/>
                  </a:cubicBezTo>
                  <a:cubicBezTo>
                    <a:pt x="19200" y="18123"/>
                    <a:pt x="19200" y="18123"/>
                    <a:pt x="19200" y="18123"/>
                  </a:cubicBezTo>
                  <a:cubicBezTo>
                    <a:pt x="19200" y="18123"/>
                    <a:pt x="19200" y="18123"/>
                    <a:pt x="19200" y="18123"/>
                  </a:cubicBezTo>
                  <a:cubicBezTo>
                    <a:pt x="19200" y="18123"/>
                    <a:pt x="19200" y="18123"/>
                    <a:pt x="19200" y="18123"/>
                  </a:cubicBezTo>
                  <a:cubicBezTo>
                    <a:pt x="19200" y="18123"/>
                    <a:pt x="19200" y="18123"/>
                    <a:pt x="19200" y="18123"/>
                  </a:cubicBezTo>
                  <a:cubicBezTo>
                    <a:pt x="19200" y="18123"/>
                    <a:pt x="19200" y="18123"/>
                    <a:pt x="19059" y="18123"/>
                  </a:cubicBezTo>
                  <a:cubicBezTo>
                    <a:pt x="19059" y="18123"/>
                    <a:pt x="19059" y="18123"/>
                    <a:pt x="19059" y="18123"/>
                  </a:cubicBezTo>
                  <a:cubicBezTo>
                    <a:pt x="19059" y="18123"/>
                    <a:pt x="19059" y="18123"/>
                    <a:pt x="19059" y="18123"/>
                  </a:cubicBezTo>
                  <a:cubicBezTo>
                    <a:pt x="19059" y="18123"/>
                    <a:pt x="19059" y="18123"/>
                    <a:pt x="19059" y="18123"/>
                  </a:cubicBezTo>
                  <a:cubicBezTo>
                    <a:pt x="19059" y="18123"/>
                    <a:pt x="19059" y="18123"/>
                    <a:pt x="19059" y="18123"/>
                  </a:cubicBezTo>
                  <a:cubicBezTo>
                    <a:pt x="19059" y="18123"/>
                    <a:pt x="19059" y="18123"/>
                    <a:pt x="19059" y="18254"/>
                  </a:cubicBezTo>
                  <a:cubicBezTo>
                    <a:pt x="19059" y="18254"/>
                    <a:pt x="19059" y="18254"/>
                    <a:pt x="19059" y="18254"/>
                  </a:cubicBezTo>
                  <a:cubicBezTo>
                    <a:pt x="18918" y="18254"/>
                    <a:pt x="18918" y="18516"/>
                    <a:pt x="19059" y="18385"/>
                  </a:cubicBezTo>
                  <a:cubicBezTo>
                    <a:pt x="19059" y="18385"/>
                    <a:pt x="19059" y="18385"/>
                    <a:pt x="19059" y="18385"/>
                  </a:cubicBezTo>
                  <a:cubicBezTo>
                    <a:pt x="19059" y="18385"/>
                    <a:pt x="19059" y="18385"/>
                    <a:pt x="19200" y="18385"/>
                  </a:cubicBezTo>
                  <a:cubicBezTo>
                    <a:pt x="19200" y="18385"/>
                    <a:pt x="19200" y="18385"/>
                    <a:pt x="19200" y="18385"/>
                  </a:cubicBezTo>
                  <a:cubicBezTo>
                    <a:pt x="19200" y="18385"/>
                    <a:pt x="19200" y="18385"/>
                    <a:pt x="19200" y="18385"/>
                  </a:cubicBezTo>
                  <a:cubicBezTo>
                    <a:pt x="19200" y="18385"/>
                    <a:pt x="19200" y="18385"/>
                    <a:pt x="19200" y="18385"/>
                  </a:cubicBezTo>
                  <a:cubicBezTo>
                    <a:pt x="19200" y="18385"/>
                    <a:pt x="19200" y="18385"/>
                    <a:pt x="19200" y="18385"/>
                  </a:cubicBezTo>
                  <a:cubicBezTo>
                    <a:pt x="19200" y="18385"/>
                    <a:pt x="19200" y="18385"/>
                    <a:pt x="19200" y="18385"/>
                  </a:cubicBezTo>
                  <a:cubicBezTo>
                    <a:pt x="19200" y="18385"/>
                    <a:pt x="19200" y="18385"/>
                    <a:pt x="19200" y="18385"/>
                  </a:cubicBezTo>
                  <a:cubicBezTo>
                    <a:pt x="19200" y="18385"/>
                    <a:pt x="19200" y="18385"/>
                    <a:pt x="19200" y="18385"/>
                  </a:cubicBezTo>
                  <a:cubicBezTo>
                    <a:pt x="19200" y="18385"/>
                    <a:pt x="19200" y="18385"/>
                    <a:pt x="19200" y="18385"/>
                  </a:cubicBezTo>
                  <a:cubicBezTo>
                    <a:pt x="19200" y="18385"/>
                    <a:pt x="19200" y="18385"/>
                    <a:pt x="19341" y="18385"/>
                  </a:cubicBezTo>
                  <a:cubicBezTo>
                    <a:pt x="19341" y="18385"/>
                    <a:pt x="19341" y="18385"/>
                    <a:pt x="19341" y="18385"/>
                  </a:cubicBezTo>
                  <a:cubicBezTo>
                    <a:pt x="19341" y="18385"/>
                    <a:pt x="19341" y="18385"/>
                    <a:pt x="19341" y="18385"/>
                  </a:cubicBezTo>
                  <a:cubicBezTo>
                    <a:pt x="19341" y="18385"/>
                    <a:pt x="19341" y="18385"/>
                    <a:pt x="19341" y="18385"/>
                  </a:cubicBezTo>
                  <a:cubicBezTo>
                    <a:pt x="19341" y="18385"/>
                    <a:pt x="19341" y="18385"/>
                    <a:pt x="19341" y="18385"/>
                  </a:cubicBezTo>
                  <a:close/>
                  <a:moveTo>
                    <a:pt x="20753" y="18123"/>
                  </a:moveTo>
                  <a:cubicBezTo>
                    <a:pt x="20894" y="18123"/>
                    <a:pt x="20894"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753" y="17862"/>
                  </a:cubicBezTo>
                  <a:cubicBezTo>
                    <a:pt x="20753" y="17862"/>
                    <a:pt x="20753"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612" y="17862"/>
                    <a:pt x="20612" y="17862"/>
                    <a:pt x="20612" y="17862"/>
                  </a:cubicBezTo>
                  <a:cubicBezTo>
                    <a:pt x="20471" y="17862"/>
                    <a:pt x="20329" y="17992"/>
                    <a:pt x="20471" y="18123"/>
                  </a:cubicBezTo>
                  <a:cubicBezTo>
                    <a:pt x="20471" y="18123"/>
                    <a:pt x="20471"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612" y="18123"/>
                  </a:cubicBezTo>
                  <a:cubicBezTo>
                    <a:pt x="20612" y="18123"/>
                    <a:pt x="20612"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ubicBezTo>
                    <a:pt x="20753" y="18123"/>
                    <a:pt x="20753" y="18123"/>
                    <a:pt x="20753" y="1812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8" name="Shape 2588"/>
            <p:cNvSpPr/>
            <p:nvPr/>
          </p:nvSpPr>
          <p:spPr>
            <a:xfrm>
              <a:off x="6342192" y="1081525"/>
              <a:ext cx="799841" cy="855611"/>
            </a:xfrm>
            <a:custGeom>
              <a:avLst/>
              <a:gdLst/>
              <a:ahLst/>
              <a:cxnLst>
                <a:cxn ang="0">
                  <a:pos x="wd2" y="hd2"/>
                </a:cxn>
                <a:cxn ang="5400000">
                  <a:pos x="wd2" y="hd2"/>
                </a:cxn>
                <a:cxn ang="10800000">
                  <a:pos x="wd2" y="hd2"/>
                </a:cxn>
                <a:cxn ang="16200000">
                  <a:pos x="wd2" y="hd2"/>
                </a:cxn>
              </a:cxnLst>
              <a:rect l="0" t="0" r="r" b="b"/>
              <a:pathLst>
                <a:path w="21339" h="21479" fill="norm" stroke="1" extrusionOk="0">
                  <a:moveTo>
                    <a:pt x="15298" y="15200"/>
                  </a:moveTo>
                  <a:cubicBezTo>
                    <a:pt x="17847" y="16205"/>
                    <a:pt x="21469" y="16456"/>
                    <a:pt x="21335" y="19470"/>
                  </a:cubicBezTo>
                  <a:cubicBezTo>
                    <a:pt x="21335" y="20098"/>
                    <a:pt x="21067" y="20726"/>
                    <a:pt x="20664" y="21479"/>
                  </a:cubicBezTo>
                  <a:cubicBezTo>
                    <a:pt x="20664" y="21479"/>
                    <a:pt x="20664" y="21479"/>
                    <a:pt x="10736" y="21479"/>
                  </a:cubicBezTo>
                  <a:cubicBezTo>
                    <a:pt x="10736" y="21479"/>
                    <a:pt x="10736" y="21479"/>
                    <a:pt x="674" y="21479"/>
                  </a:cubicBezTo>
                  <a:cubicBezTo>
                    <a:pt x="271" y="20726"/>
                    <a:pt x="3" y="20098"/>
                    <a:pt x="3" y="19470"/>
                  </a:cubicBezTo>
                  <a:cubicBezTo>
                    <a:pt x="-131" y="16456"/>
                    <a:pt x="3491" y="16205"/>
                    <a:pt x="6040" y="15200"/>
                  </a:cubicBezTo>
                  <a:cubicBezTo>
                    <a:pt x="6980" y="14823"/>
                    <a:pt x="7382" y="14195"/>
                    <a:pt x="7516" y="13567"/>
                  </a:cubicBezTo>
                  <a:cubicBezTo>
                    <a:pt x="7114" y="13819"/>
                    <a:pt x="6711" y="14070"/>
                    <a:pt x="6309" y="14446"/>
                  </a:cubicBezTo>
                  <a:cubicBezTo>
                    <a:pt x="4699" y="12437"/>
                    <a:pt x="3760" y="10930"/>
                    <a:pt x="3760" y="7665"/>
                  </a:cubicBezTo>
                  <a:cubicBezTo>
                    <a:pt x="3626" y="2265"/>
                    <a:pt x="7516" y="-121"/>
                    <a:pt x="10736" y="5"/>
                  </a:cubicBezTo>
                  <a:cubicBezTo>
                    <a:pt x="11809" y="5"/>
                    <a:pt x="12749" y="381"/>
                    <a:pt x="13553" y="884"/>
                  </a:cubicBezTo>
                  <a:cubicBezTo>
                    <a:pt x="19859" y="884"/>
                    <a:pt x="18249" y="11558"/>
                    <a:pt x="14895" y="14446"/>
                  </a:cubicBezTo>
                  <a:cubicBezTo>
                    <a:pt x="14493" y="14195"/>
                    <a:pt x="14090" y="13944"/>
                    <a:pt x="13822" y="13693"/>
                  </a:cubicBezTo>
                  <a:cubicBezTo>
                    <a:pt x="13956" y="14321"/>
                    <a:pt x="14358" y="14823"/>
                    <a:pt x="15298" y="15200"/>
                  </a:cubicBezTo>
                  <a:close/>
                  <a:moveTo>
                    <a:pt x="6309" y="10428"/>
                  </a:moveTo>
                  <a:cubicBezTo>
                    <a:pt x="7114" y="12186"/>
                    <a:pt x="8589" y="13567"/>
                    <a:pt x="10602" y="13567"/>
                  </a:cubicBezTo>
                  <a:cubicBezTo>
                    <a:pt x="10602" y="13567"/>
                    <a:pt x="10602" y="13567"/>
                    <a:pt x="10736" y="13567"/>
                  </a:cubicBezTo>
                  <a:cubicBezTo>
                    <a:pt x="12749" y="13567"/>
                    <a:pt x="14224" y="12186"/>
                    <a:pt x="15029" y="10428"/>
                  </a:cubicBezTo>
                  <a:cubicBezTo>
                    <a:pt x="15298" y="10428"/>
                    <a:pt x="15432" y="10302"/>
                    <a:pt x="15700" y="10051"/>
                  </a:cubicBezTo>
                  <a:cubicBezTo>
                    <a:pt x="14895" y="9046"/>
                    <a:pt x="14358" y="7414"/>
                    <a:pt x="13956" y="5907"/>
                  </a:cubicBezTo>
                  <a:cubicBezTo>
                    <a:pt x="13017" y="7037"/>
                    <a:pt x="11944" y="8042"/>
                    <a:pt x="10736" y="8670"/>
                  </a:cubicBezTo>
                  <a:cubicBezTo>
                    <a:pt x="9529" y="9423"/>
                    <a:pt x="8187" y="9926"/>
                    <a:pt x="7382" y="9800"/>
                  </a:cubicBezTo>
                  <a:cubicBezTo>
                    <a:pt x="8992" y="8419"/>
                    <a:pt x="10065" y="7414"/>
                    <a:pt x="10736" y="6535"/>
                  </a:cubicBezTo>
                  <a:cubicBezTo>
                    <a:pt x="11407" y="5781"/>
                    <a:pt x="11675" y="5279"/>
                    <a:pt x="11944" y="4902"/>
                  </a:cubicBezTo>
                  <a:cubicBezTo>
                    <a:pt x="11541" y="5279"/>
                    <a:pt x="11139" y="5656"/>
                    <a:pt x="10736" y="5907"/>
                  </a:cubicBezTo>
                  <a:cubicBezTo>
                    <a:pt x="8321" y="8042"/>
                    <a:pt x="7114" y="9423"/>
                    <a:pt x="5772" y="10177"/>
                  </a:cubicBezTo>
                  <a:cubicBezTo>
                    <a:pt x="5906" y="10302"/>
                    <a:pt x="6175" y="10428"/>
                    <a:pt x="6309" y="10428"/>
                  </a:cubicBezTo>
                  <a:close/>
                  <a:moveTo>
                    <a:pt x="10736" y="20223"/>
                  </a:moveTo>
                  <a:cubicBezTo>
                    <a:pt x="13553" y="20098"/>
                    <a:pt x="16505" y="19093"/>
                    <a:pt x="18786" y="17084"/>
                  </a:cubicBezTo>
                  <a:cubicBezTo>
                    <a:pt x="17444" y="16581"/>
                    <a:pt x="15700" y="16205"/>
                    <a:pt x="14627" y="15828"/>
                  </a:cubicBezTo>
                  <a:cubicBezTo>
                    <a:pt x="13688" y="15451"/>
                    <a:pt x="13285" y="14572"/>
                    <a:pt x="13017" y="13567"/>
                  </a:cubicBezTo>
                  <a:cubicBezTo>
                    <a:pt x="12346" y="13944"/>
                    <a:pt x="11541" y="14195"/>
                    <a:pt x="10736" y="14195"/>
                  </a:cubicBezTo>
                  <a:cubicBezTo>
                    <a:pt x="10736" y="14195"/>
                    <a:pt x="10736" y="14195"/>
                    <a:pt x="10602" y="14195"/>
                  </a:cubicBezTo>
                  <a:cubicBezTo>
                    <a:pt x="9797" y="14195"/>
                    <a:pt x="8992" y="13944"/>
                    <a:pt x="8321" y="13567"/>
                  </a:cubicBezTo>
                  <a:cubicBezTo>
                    <a:pt x="8053" y="14572"/>
                    <a:pt x="7516" y="15451"/>
                    <a:pt x="6577" y="15828"/>
                  </a:cubicBezTo>
                  <a:cubicBezTo>
                    <a:pt x="5235" y="16205"/>
                    <a:pt x="3760" y="16581"/>
                    <a:pt x="2686" y="16958"/>
                  </a:cubicBezTo>
                  <a:cubicBezTo>
                    <a:pt x="4699" y="19219"/>
                    <a:pt x="7650" y="20223"/>
                    <a:pt x="10736" y="2022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89" name="Shape 2589"/>
            <p:cNvSpPr/>
            <p:nvPr/>
          </p:nvSpPr>
          <p:spPr>
            <a:xfrm>
              <a:off x="6377126" y="5397476"/>
              <a:ext cx="860147" cy="987834"/>
            </a:xfrm>
            <a:custGeom>
              <a:avLst/>
              <a:gdLst/>
              <a:ahLst/>
              <a:cxnLst>
                <a:cxn ang="0">
                  <a:pos x="wd2" y="hd2"/>
                </a:cxn>
                <a:cxn ang="5400000">
                  <a:pos x="wd2" y="hd2"/>
                </a:cxn>
                <a:cxn ang="10800000">
                  <a:pos x="wd2" y="hd2"/>
                </a:cxn>
                <a:cxn ang="16200000">
                  <a:pos x="wd2" y="hd2"/>
                </a:cxn>
              </a:cxnLst>
              <a:rect l="0" t="0" r="r" b="b"/>
              <a:pathLst>
                <a:path w="21357" h="21402" fill="norm" stroke="1" extrusionOk="0">
                  <a:moveTo>
                    <a:pt x="5996" y="15649"/>
                  </a:moveTo>
                  <a:cubicBezTo>
                    <a:pt x="7120" y="15215"/>
                    <a:pt x="7494" y="14564"/>
                    <a:pt x="7619" y="13695"/>
                  </a:cubicBezTo>
                  <a:cubicBezTo>
                    <a:pt x="6870" y="13153"/>
                    <a:pt x="6246" y="12393"/>
                    <a:pt x="5871" y="11633"/>
                  </a:cubicBezTo>
                  <a:cubicBezTo>
                    <a:pt x="5496" y="11525"/>
                    <a:pt x="5247" y="11308"/>
                    <a:pt x="4997" y="10982"/>
                  </a:cubicBezTo>
                  <a:cubicBezTo>
                    <a:pt x="4747" y="10656"/>
                    <a:pt x="4498" y="10331"/>
                    <a:pt x="4373" y="9788"/>
                  </a:cubicBezTo>
                  <a:cubicBezTo>
                    <a:pt x="4373" y="9354"/>
                    <a:pt x="4248" y="8920"/>
                    <a:pt x="4373" y="8485"/>
                  </a:cubicBezTo>
                  <a:cubicBezTo>
                    <a:pt x="4373" y="8160"/>
                    <a:pt x="4498" y="7834"/>
                    <a:pt x="4747" y="7617"/>
                  </a:cubicBezTo>
                  <a:cubicBezTo>
                    <a:pt x="4872" y="6097"/>
                    <a:pt x="5621" y="4686"/>
                    <a:pt x="6495" y="3710"/>
                  </a:cubicBezTo>
                  <a:cubicBezTo>
                    <a:pt x="6745" y="3492"/>
                    <a:pt x="6995" y="3275"/>
                    <a:pt x="7244" y="3058"/>
                  </a:cubicBezTo>
                  <a:cubicBezTo>
                    <a:pt x="6495" y="1430"/>
                    <a:pt x="8243" y="-198"/>
                    <a:pt x="10616" y="19"/>
                  </a:cubicBezTo>
                  <a:cubicBezTo>
                    <a:pt x="10990" y="19"/>
                    <a:pt x="11365" y="128"/>
                    <a:pt x="11614" y="236"/>
                  </a:cubicBezTo>
                  <a:cubicBezTo>
                    <a:pt x="11240" y="345"/>
                    <a:pt x="10865" y="670"/>
                    <a:pt x="10616" y="996"/>
                  </a:cubicBezTo>
                  <a:cubicBezTo>
                    <a:pt x="10491" y="1213"/>
                    <a:pt x="10491" y="1539"/>
                    <a:pt x="10616" y="1756"/>
                  </a:cubicBezTo>
                  <a:cubicBezTo>
                    <a:pt x="10616" y="1756"/>
                    <a:pt x="10616" y="1756"/>
                    <a:pt x="10616" y="1756"/>
                  </a:cubicBezTo>
                  <a:cubicBezTo>
                    <a:pt x="11490" y="-198"/>
                    <a:pt x="14236" y="345"/>
                    <a:pt x="14236" y="996"/>
                  </a:cubicBezTo>
                  <a:cubicBezTo>
                    <a:pt x="13612" y="1430"/>
                    <a:pt x="13362" y="1864"/>
                    <a:pt x="13362" y="2624"/>
                  </a:cubicBezTo>
                  <a:cubicBezTo>
                    <a:pt x="14112" y="2624"/>
                    <a:pt x="14361" y="2081"/>
                    <a:pt x="14736" y="1430"/>
                  </a:cubicBezTo>
                  <a:cubicBezTo>
                    <a:pt x="15110" y="2190"/>
                    <a:pt x="15110" y="3058"/>
                    <a:pt x="14861" y="3818"/>
                  </a:cubicBezTo>
                  <a:cubicBezTo>
                    <a:pt x="15860" y="4686"/>
                    <a:pt x="16484" y="5989"/>
                    <a:pt x="16609" y="7291"/>
                  </a:cubicBezTo>
                  <a:cubicBezTo>
                    <a:pt x="16609" y="7400"/>
                    <a:pt x="16609" y="7509"/>
                    <a:pt x="16609" y="7617"/>
                  </a:cubicBezTo>
                  <a:cubicBezTo>
                    <a:pt x="16733" y="7834"/>
                    <a:pt x="16858" y="8160"/>
                    <a:pt x="16983" y="8485"/>
                  </a:cubicBezTo>
                  <a:cubicBezTo>
                    <a:pt x="16983" y="8920"/>
                    <a:pt x="16983" y="9354"/>
                    <a:pt x="16858" y="9788"/>
                  </a:cubicBezTo>
                  <a:cubicBezTo>
                    <a:pt x="16858" y="10331"/>
                    <a:pt x="16609" y="10656"/>
                    <a:pt x="16234" y="10982"/>
                  </a:cubicBezTo>
                  <a:cubicBezTo>
                    <a:pt x="16109" y="11308"/>
                    <a:pt x="15735" y="11525"/>
                    <a:pt x="15485" y="11633"/>
                  </a:cubicBezTo>
                  <a:cubicBezTo>
                    <a:pt x="14986" y="12393"/>
                    <a:pt x="14361" y="13153"/>
                    <a:pt x="13612" y="13695"/>
                  </a:cubicBezTo>
                  <a:cubicBezTo>
                    <a:pt x="13737" y="14564"/>
                    <a:pt x="14112" y="15215"/>
                    <a:pt x="15235" y="15649"/>
                  </a:cubicBezTo>
                  <a:cubicBezTo>
                    <a:pt x="17857" y="16518"/>
                    <a:pt x="21478" y="16735"/>
                    <a:pt x="21353" y="19557"/>
                  </a:cubicBezTo>
                  <a:cubicBezTo>
                    <a:pt x="21353" y="20208"/>
                    <a:pt x="21103" y="20751"/>
                    <a:pt x="20604" y="21402"/>
                  </a:cubicBezTo>
                  <a:cubicBezTo>
                    <a:pt x="10616" y="21402"/>
                    <a:pt x="10616" y="21402"/>
                    <a:pt x="10616" y="21402"/>
                  </a:cubicBezTo>
                  <a:cubicBezTo>
                    <a:pt x="627" y="21402"/>
                    <a:pt x="627" y="21402"/>
                    <a:pt x="627" y="21402"/>
                  </a:cubicBezTo>
                  <a:cubicBezTo>
                    <a:pt x="253" y="20751"/>
                    <a:pt x="3" y="20208"/>
                    <a:pt x="3" y="19557"/>
                  </a:cubicBezTo>
                  <a:cubicBezTo>
                    <a:pt x="-122" y="16735"/>
                    <a:pt x="3499" y="16518"/>
                    <a:pt x="5996" y="15649"/>
                  </a:cubicBezTo>
                  <a:close/>
                  <a:moveTo>
                    <a:pt x="14986" y="11199"/>
                  </a:moveTo>
                  <a:cubicBezTo>
                    <a:pt x="16234" y="10982"/>
                    <a:pt x="16609" y="9028"/>
                    <a:pt x="16109" y="7943"/>
                  </a:cubicBezTo>
                  <a:cubicBezTo>
                    <a:pt x="16109" y="7943"/>
                    <a:pt x="16109" y="7943"/>
                    <a:pt x="16109" y="7943"/>
                  </a:cubicBezTo>
                  <a:cubicBezTo>
                    <a:pt x="15235" y="7400"/>
                    <a:pt x="14986" y="9571"/>
                    <a:pt x="14986" y="9679"/>
                  </a:cubicBezTo>
                  <a:cubicBezTo>
                    <a:pt x="14986" y="10439"/>
                    <a:pt x="14112" y="10656"/>
                    <a:pt x="14236" y="10222"/>
                  </a:cubicBezTo>
                  <a:cubicBezTo>
                    <a:pt x="14486" y="9679"/>
                    <a:pt x="14736" y="8920"/>
                    <a:pt x="14736" y="7834"/>
                  </a:cubicBezTo>
                  <a:cubicBezTo>
                    <a:pt x="14736" y="7834"/>
                    <a:pt x="14736" y="7834"/>
                    <a:pt x="14736" y="7834"/>
                  </a:cubicBezTo>
                  <a:cubicBezTo>
                    <a:pt x="14861" y="7074"/>
                    <a:pt x="14611" y="6206"/>
                    <a:pt x="14236" y="5446"/>
                  </a:cubicBezTo>
                  <a:cubicBezTo>
                    <a:pt x="14112" y="5229"/>
                    <a:pt x="13987" y="5121"/>
                    <a:pt x="13862" y="5012"/>
                  </a:cubicBezTo>
                  <a:cubicBezTo>
                    <a:pt x="13113" y="5555"/>
                    <a:pt x="12114" y="5772"/>
                    <a:pt x="10616" y="5555"/>
                  </a:cubicBezTo>
                  <a:cubicBezTo>
                    <a:pt x="9991" y="5446"/>
                    <a:pt x="9367" y="5229"/>
                    <a:pt x="8493" y="4904"/>
                  </a:cubicBezTo>
                  <a:cubicBezTo>
                    <a:pt x="8493" y="4904"/>
                    <a:pt x="8493" y="4904"/>
                    <a:pt x="8493" y="4904"/>
                  </a:cubicBezTo>
                  <a:cubicBezTo>
                    <a:pt x="7619" y="4686"/>
                    <a:pt x="7369" y="5012"/>
                    <a:pt x="6995" y="5446"/>
                  </a:cubicBezTo>
                  <a:cubicBezTo>
                    <a:pt x="6995" y="5446"/>
                    <a:pt x="6995" y="5446"/>
                    <a:pt x="6995" y="5446"/>
                  </a:cubicBezTo>
                  <a:cubicBezTo>
                    <a:pt x="6620" y="6206"/>
                    <a:pt x="6495" y="6966"/>
                    <a:pt x="6495" y="7726"/>
                  </a:cubicBezTo>
                  <a:cubicBezTo>
                    <a:pt x="6495" y="7726"/>
                    <a:pt x="6495" y="7834"/>
                    <a:pt x="6495" y="7834"/>
                  </a:cubicBezTo>
                  <a:cubicBezTo>
                    <a:pt x="6495" y="8920"/>
                    <a:pt x="6745" y="9679"/>
                    <a:pt x="6995" y="10222"/>
                  </a:cubicBezTo>
                  <a:cubicBezTo>
                    <a:pt x="7244" y="10656"/>
                    <a:pt x="6246" y="10439"/>
                    <a:pt x="6246" y="9679"/>
                  </a:cubicBezTo>
                  <a:cubicBezTo>
                    <a:pt x="6246" y="9571"/>
                    <a:pt x="5996" y="7400"/>
                    <a:pt x="5247" y="7943"/>
                  </a:cubicBezTo>
                  <a:cubicBezTo>
                    <a:pt x="5247" y="7943"/>
                    <a:pt x="5247" y="7943"/>
                    <a:pt x="5247" y="7943"/>
                  </a:cubicBezTo>
                  <a:cubicBezTo>
                    <a:pt x="4623" y="9028"/>
                    <a:pt x="5122" y="10982"/>
                    <a:pt x="6246" y="11199"/>
                  </a:cubicBezTo>
                  <a:cubicBezTo>
                    <a:pt x="7120" y="12827"/>
                    <a:pt x="8618" y="14021"/>
                    <a:pt x="10616" y="14021"/>
                  </a:cubicBezTo>
                  <a:cubicBezTo>
                    <a:pt x="10616" y="14021"/>
                    <a:pt x="10616" y="14021"/>
                    <a:pt x="10616" y="14021"/>
                  </a:cubicBezTo>
                  <a:cubicBezTo>
                    <a:pt x="12738" y="14021"/>
                    <a:pt x="14236" y="12827"/>
                    <a:pt x="14986" y="11199"/>
                  </a:cubicBezTo>
                  <a:close/>
                  <a:moveTo>
                    <a:pt x="12988" y="14130"/>
                  </a:moveTo>
                  <a:cubicBezTo>
                    <a:pt x="12364" y="14455"/>
                    <a:pt x="11490" y="14672"/>
                    <a:pt x="10616" y="14672"/>
                  </a:cubicBezTo>
                  <a:cubicBezTo>
                    <a:pt x="10616" y="14672"/>
                    <a:pt x="10616" y="14672"/>
                    <a:pt x="10616" y="14672"/>
                  </a:cubicBezTo>
                  <a:cubicBezTo>
                    <a:pt x="9742" y="14672"/>
                    <a:pt x="8992" y="14455"/>
                    <a:pt x="8243" y="14130"/>
                  </a:cubicBezTo>
                  <a:cubicBezTo>
                    <a:pt x="8118" y="14564"/>
                    <a:pt x="7744" y="15107"/>
                    <a:pt x="7369" y="15541"/>
                  </a:cubicBezTo>
                  <a:cubicBezTo>
                    <a:pt x="8743" y="16952"/>
                    <a:pt x="9617" y="17603"/>
                    <a:pt x="10616" y="18471"/>
                  </a:cubicBezTo>
                  <a:cubicBezTo>
                    <a:pt x="10616" y="18363"/>
                    <a:pt x="10616" y="18363"/>
                    <a:pt x="10616" y="18363"/>
                  </a:cubicBezTo>
                  <a:cubicBezTo>
                    <a:pt x="11490" y="17929"/>
                    <a:pt x="12488" y="16952"/>
                    <a:pt x="13862" y="15324"/>
                  </a:cubicBezTo>
                  <a:cubicBezTo>
                    <a:pt x="13487" y="14998"/>
                    <a:pt x="13113" y="14564"/>
                    <a:pt x="12988" y="14130"/>
                  </a:cubicBezTo>
                  <a:close/>
                  <a:moveTo>
                    <a:pt x="7744" y="19557"/>
                  </a:moveTo>
                  <a:cubicBezTo>
                    <a:pt x="8118" y="19231"/>
                    <a:pt x="8368" y="18471"/>
                    <a:pt x="9117" y="18146"/>
                  </a:cubicBezTo>
                  <a:cubicBezTo>
                    <a:pt x="9742" y="18471"/>
                    <a:pt x="10491" y="19557"/>
                    <a:pt x="10616" y="20099"/>
                  </a:cubicBezTo>
                  <a:cubicBezTo>
                    <a:pt x="10616" y="19991"/>
                    <a:pt x="10616" y="19882"/>
                    <a:pt x="10616" y="19882"/>
                  </a:cubicBezTo>
                  <a:cubicBezTo>
                    <a:pt x="10990" y="19123"/>
                    <a:pt x="11864" y="18580"/>
                    <a:pt x="12114" y="18363"/>
                  </a:cubicBezTo>
                  <a:cubicBezTo>
                    <a:pt x="12863" y="18580"/>
                    <a:pt x="13113" y="19123"/>
                    <a:pt x="13487" y="19665"/>
                  </a:cubicBezTo>
                  <a:cubicBezTo>
                    <a:pt x="13987" y="19123"/>
                    <a:pt x="15235" y="17603"/>
                    <a:pt x="15610" y="16300"/>
                  </a:cubicBezTo>
                  <a:cubicBezTo>
                    <a:pt x="15110" y="16192"/>
                    <a:pt x="14611" y="15975"/>
                    <a:pt x="14236" y="15649"/>
                  </a:cubicBezTo>
                  <a:cubicBezTo>
                    <a:pt x="14236" y="15649"/>
                    <a:pt x="14112" y="15649"/>
                    <a:pt x="14112" y="15758"/>
                  </a:cubicBezTo>
                  <a:cubicBezTo>
                    <a:pt x="13238" y="16735"/>
                    <a:pt x="11739" y="18363"/>
                    <a:pt x="10616" y="19123"/>
                  </a:cubicBezTo>
                  <a:cubicBezTo>
                    <a:pt x="10616" y="19123"/>
                    <a:pt x="10616" y="19123"/>
                    <a:pt x="10616" y="19231"/>
                  </a:cubicBezTo>
                  <a:cubicBezTo>
                    <a:pt x="9492" y="17929"/>
                    <a:pt x="8243" y="16952"/>
                    <a:pt x="6995" y="15758"/>
                  </a:cubicBezTo>
                  <a:cubicBezTo>
                    <a:pt x="6620" y="16083"/>
                    <a:pt x="6246" y="16192"/>
                    <a:pt x="5871" y="16300"/>
                  </a:cubicBezTo>
                  <a:cubicBezTo>
                    <a:pt x="6246" y="17277"/>
                    <a:pt x="6995" y="19014"/>
                    <a:pt x="7744" y="1955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90" name="Shape 2590"/>
            <p:cNvSpPr/>
            <p:nvPr/>
          </p:nvSpPr>
          <p:spPr>
            <a:xfrm>
              <a:off x="0" y="4540812"/>
              <a:ext cx="844550" cy="942798"/>
            </a:xfrm>
            <a:custGeom>
              <a:avLst/>
              <a:gdLst/>
              <a:ahLst/>
              <a:cxnLst>
                <a:cxn ang="0">
                  <a:pos x="wd2" y="hd2"/>
                </a:cxn>
                <a:cxn ang="5400000">
                  <a:pos x="wd2" y="hd2"/>
                </a:cxn>
                <a:cxn ang="10800000">
                  <a:pos x="wd2" y="hd2"/>
                </a:cxn>
                <a:cxn ang="16200000">
                  <a:pos x="wd2" y="hd2"/>
                </a:cxn>
              </a:cxnLst>
              <a:rect l="0" t="0" r="r" b="b"/>
              <a:pathLst>
                <a:path w="21600" h="20624" fill="norm" stroke="1" extrusionOk="0">
                  <a:moveTo>
                    <a:pt x="19286" y="16129"/>
                  </a:moveTo>
                  <a:cubicBezTo>
                    <a:pt x="20571" y="16677"/>
                    <a:pt x="21600" y="17444"/>
                    <a:pt x="21600" y="18870"/>
                  </a:cubicBezTo>
                  <a:cubicBezTo>
                    <a:pt x="21471" y="19418"/>
                    <a:pt x="21214" y="20076"/>
                    <a:pt x="20829" y="20624"/>
                  </a:cubicBezTo>
                  <a:cubicBezTo>
                    <a:pt x="20829" y="20624"/>
                    <a:pt x="20829" y="20624"/>
                    <a:pt x="771" y="20624"/>
                  </a:cubicBezTo>
                  <a:cubicBezTo>
                    <a:pt x="257" y="20076"/>
                    <a:pt x="0" y="19418"/>
                    <a:pt x="0" y="18870"/>
                  </a:cubicBezTo>
                  <a:cubicBezTo>
                    <a:pt x="0" y="17444"/>
                    <a:pt x="900" y="16677"/>
                    <a:pt x="2186" y="16129"/>
                  </a:cubicBezTo>
                  <a:cubicBezTo>
                    <a:pt x="1800" y="15580"/>
                    <a:pt x="2057" y="15142"/>
                    <a:pt x="2829" y="14813"/>
                  </a:cubicBezTo>
                  <a:cubicBezTo>
                    <a:pt x="3729" y="14265"/>
                    <a:pt x="3471" y="13607"/>
                    <a:pt x="2314" y="13059"/>
                  </a:cubicBezTo>
                  <a:cubicBezTo>
                    <a:pt x="1157" y="12620"/>
                    <a:pt x="900" y="11195"/>
                    <a:pt x="2186" y="10427"/>
                  </a:cubicBezTo>
                  <a:cubicBezTo>
                    <a:pt x="3343" y="9660"/>
                    <a:pt x="2957" y="9111"/>
                    <a:pt x="2057" y="8125"/>
                  </a:cubicBezTo>
                  <a:cubicBezTo>
                    <a:pt x="1157" y="7028"/>
                    <a:pt x="2057" y="5274"/>
                    <a:pt x="3471" y="5054"/>
                  </a:cubicBezTo>
                  <a:cubicBezTo>
                    <a:pt x="4757" y="4835"/>
                    <a:pt x="4371" y="4397"/>
                    <a:pt x="4886" y="2752"/>
                  </a:cubicBezTo>
                  <a:cubicBezTo>
                    <a:pt x="5400" y="1217"/>
                    <a:pt x="8100" y="-318"/>
                    <a:pt x="9257" y="778"/>
                  </a:cubicBezTo>
                  <a:cubicBezTo>
                    <a:pt x="10929" y="-976"/>
                    <a:pt x="15557" y="559"/>
                    <a:pt x="16329" y="2204"/>
                  </a:cubicBezTo>
                  <a:cubicBezTo>
                    <a:pt x="16971" y="3848"/>
                    <a:pt x="16586" y="4726"/>
                    <a:pt x="18257" y="5164"/>
                  </a:cubicBezTo>
                  <a:cubicBezTo>
                    <a:pt x="20057" y="5493"/>
                    <a:pt x="20700" y="8015"/>
                    <a:pt x="19414" y="9111"/>
                  </a:cubicBezTo>
                  <a:cubicBezTo>
                    <a:pt x="18129" y="10208"/>
                    <a:pt x="18129" y="10317"/>
                    <a:pt x="19414" y="10975"/>
                  </a:cubicBezTo>
                  <a:cubicBezTo>
                    <a:pt x="20700" y="11523"/>
                    <a:pt x="20443" y="12291"/>
                    <a:pt x="19414" y="12730"/>
                  </a:cubicBezTo>
                  <a:cubicBezTo>
                    <a:pt x="18386" y="13278"/>
                    <a:pt x="17614" y="14045"/>
                    <a:pt x="18643" y="14594"/>
                  </a:cubicBezTo>
                  <a:cubicBezTo>
                    <a:pt x="19414" y="14922"/>
                    <a:pt x="19671" y="15471"/>
                    <a:pt x="19286" y="16129"/>
                  </a:cubicBezTo>
                  <a:close/>
                  <a:moveTo>
                    <a:pt x="15557" y="7247"/>
                  </a:moveTo>
                  <a:cubicBezTo>
                    <a:pt x="18000" y="8125"/>
                    <a:pt x="14014" y="10098"/>
                    <a:pt x="15686" y="9879"/>
                  </a:cubicBezTo>
                  <a:cubicBezTo>
                    <a:pt x="15814" y="9879"/>
                    <a:pt x="15943" y="9879"/>
                    <a:pt x="16071" y="9988"/>
                  </a:cubicBezTo>
                  <a:cubicBezTo>
                    <a:pt x="16457" y="9440"/>
                    <a:pt x="16586" y="8673"/>
                    <a:pt x="16457" y="7905"/>
                  </a:cubicBezTo>
                  <a:cubicBezTo>
                    <a:pt x="16329" y="7467"/>
                    <a:pt x="15943" y="6370"/>
                    <a:pt x="15429" y="7247"/>
                  </a:cubicBezTo>
                  <a:cubicBezTo>
                    <a:pt x="15429" y="7247"/>
                    <a:pt x="15429" y="7247"/>
                    <a:pt x="15557" y="7247"/>
                  </a:cubicBezTo>
                  <a:close/>
                  <a:moveTo>
                    <a:pt x="5143" y="7905"/>
                  </a:moveTo>
                  <a:cubicBezTo>
                    <a:pt x="4886" y="8892"/>
                    <a:pt x="5271" y="10427"/>
                    <a:pt x="6429" y="10537"/>
                  </a:cubicBezTo>
                  <a:cubicBezTo>
                    <a:pt x="7200" y="12181"/>
                    <a:pt x="8743" y="13387"/>
                    <a:pt x="10800" y="13387"/>
                  </a:cubicBezTo>
                  <a:cubicBezTo>
                    <a:pt x="10800" y="13387"/>
                    <a:pt x="10800" y="13387"/>
                    <a:pt x="10800" y="13387"/>
                  </a:cubicBezTo>
                  <a:cubicBezTo>
                    <a:pt x="12600" y="13387"/>
                    <a:pt x="14014" y="12401"/>
                    <a:pt x="14914" y="11085"/>
                  </a:cubicBezTo>
                  <a:cubicBezTo>
                    <a:pt x="13500" y="10866"/>
                    <a:pt x="13371" y="10098"/>
                    <a:pt x="14014" y="9550"/>
                  </a:cubicBezTo>
                  <a:cubicBezTo>
                    <a:pt x="14914" y="8673"/>
                    <a:pt x="15300" y="8453"/>
                    <a:pt x="13500" y="8234"/>
                  </a:cubicBezTo>
                  <a:cubicBezTo>
                    <a:pt x="10929" y="8015"/>
                    <a:pt x="14271" y="6370"/>
                    <a:pt x="11186" y="6480"/>
                  </a:cubicBezTo>
                  <a:cubicBezTo>
                    <a:pt x="11057" y="6480"/>
                    <a:pt x="10929" y="6370"/>
                    <a:pt x="10800" y="6370"/>
                  </a:cubicBezTo>
                  <a:cubicBezTo>
                    <a:pt x="9257" y="6261"/>
                    <a:pt x="7843" y="5603"/>
                    <a:pt x="7200" y="4726"/>
                  </a:cubicBezTo>
                  <a:cubicBezTo>
                    <a:pt x="7200" y="4726"/>
                    <a:pt x="7200" y="4835"/>
                    <a:pt x="7200" y="4835"/>
                  </a:cubicBezTo>
                  <a:cubicBezTo>
                    <a:pt x="6814" y="5603"/>
                    <a:pt x="6557" y="6480"/>
                    <a:pt x="6557" y="7357"/>
                  </a:cubicBezTo>
                  <a:cubicBezTo>
                    <a:pt x="6686" y="8563"/>
                    <a:pt x="6557" y="8234"/>
                    <a:pt x="6300" y="7576"/>
                  </a:cubicBezTo>
                  <a:cubicBezTo>
                    <a:pt x="5786" y="6809"/>
                    <a:pt x="5271" y="7028"/>
                    <a:pt x="5143" y="7905"/>
                  </a:cubicBezTo>
                  <a:close/>
                  <a:moveTo>
                    <a:pt x="3857" y="16238"/>
                  </a:moveTo>
                  <a:cubicBezTo>
                    <a:pt x="3600" y="17444"/>
                    <a:pt x="7200" y="18321"/>
                    <a:pt x="10800" y="18321"/>
                  </a:cubicBezTo>
                  <a:cubicBezTo>
                    <a:pt x="13886" y="18321"/>
                    <a:pt x="17100" y="17773"/>
                    <a:pt x="17743" y="16238"/>
                  </a:cubicBezTo>
                  <a:cubicBezTo>
                    <a:pt x="16843" y="16019"/>
                    <a:pt x="15814" y="15800"/>
                    <a:pt x="14786" y="15471"/>
                  </a:cubicBezTo>
                  <a:cubicBezTo>
                    <a:pt x="13500" y="15142"/>
                    <a:pt x="13371" y="14374"/>
                    <a:pt x="13371" y="13387"/>
                  </a:cubicBezTo>
                  <a:cubicBezTo>
                    <a:pt x="12600" y="13826"/>
                    <a:pt x="11700" y="14045"/>
                    <a:pt x="10800" y="14045"/>
                  </a:cubicBezTo>
                  <a:cubicBezTo>
                    <a:pt x="10800" y="14045"/>
                    <a:pt x="10800" y="14045"/>
                    <a:pt x="10800" y="14045"/>
                  </a:cubicBezTo>
                  <a:cubicBezTo>
                    <a:pt x="9771" y="14045"/>
                    <a:pt x="8871" y="13826"/>
                    <a:pt x="8229" y="13387"/>
                  </a:cubicBezTo>
                  <a:cubicBezTo>
                    <a:pt x="8229" y="14374"/>
                    <a:pt x="7971" y="15142"/>
                    <a:pt x="6814" y="15471"/>
                  </a:cubicBezTo>
                  <a:cubicBezTo>
                    <a:pt x="5786" y="15800"/>
                    <a:pt x="4757" y="16019"/>
                    <a:pt x="3857" y="16238"/>
                  </a:cubicBezTo>
                  <a:close/>
                  <a:moveTo>
                    <a:pt x="10800" y="20076"/>
                  </a:moveTo>
                  <a:cubicBezTo>
                    <a:pt x="15429" y="20076"/>
                    <a:pt x="19157" y="19089"/>
                    <a:pt x="20057" y="17225"/>
                  </a:cubicBezTo>
                  <a:cubicBezTo>
                    <a:pt x="19800" y="17115"/>
                    <a:pt x="19543" y="16896"/>
                    <a:pt x="19286" y="16786"/>
                  </a:cubicBezTo>
                  <a:cubicBezTo>
                    <a:pt x="18900" y="18431"/>
                    <a:pt x="15300" y="19418"/>
                    <a:pt x="10800" y="19418"/>
                  </a:cubicBezTo>
                  <a:cubicBezTo>
                    <a:pt x="10800" y="19418"/>
                    <a:pt x="10800" y="19418"/>
                    <a:pt x="10800" y="19418"/>
                  </a:cubicBezTo>
                  <a:cubicBezTo>
                    <a:pt x="6300" y="19418"/>
                    <a:pt x="2571" y="18431"/>
                    <a:pt x="2186" y="16677"/>
                  </a:cubicBezTo>
                  <a:cubicBezTo>
                    <a:pt x="1929" y="16896"/>
                    <a:pt x="1671" y="17006"/>
                    <a:pt x="1543" y="17115"/>
                  </a:cubicBezTo>
                  <a:cubicBezTo>
                    <a:pt x="2314" y="19089"/>
                    <a:pt x="6300" y="20076"/>
                    <a:pt x="10800" y="20076"/>
                  </a:cubicBezTo>
                  <a:cubicBezTo>
                    <a:pt x="10800" y="20076"/>
                    <a:pt x="10800" y="20076"/>
                    <a:pt x="10800" y="2007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592" name="Shape 2592"/>
          <p:cNvSpPr/>
          <p:nvPr/>
        </p:nvSpPr>
        <p:spPr>
          <a:xfrm>
            <a:off x="2803526" y="8397788"/>
            <a:ext cx="798392" cy="852425"/>
          </a:xfrm>
          <a:custGeom>
            <a:avLst/>
            <a:gdLst/>
            <a:ahLst/>
            <a:cxnLst>
              <a:cxn ang="0">
                <a:pos x="wd2" y="hd2"/>
              </a:cxn>
              <a:cxn ang="5400000">
                <a:pos x="wd2" y="hd2"/>
              </a:cxn>
              <a:cxn ang="10800000">
                <a:pos x="wd2" y="hd2"/>
              </a:cxn>
              <a:cxn ang="16200000">
                <a:pos x="wd2" y="hd2"/>
              </a:cxn>
            </a:cxnLst>
            <a:rect l="0" t="0" r="r" b="b"/>
            <a:pathLst>
              <a:path w="21469" h="21478" fill="norm" stroke="1" extrusionOk="0">
                <a:moveTo>
                  <a:pt x="6075" y="15289"/>
                </a:moveTo>
                <a:cubicBezTo>
                  <a:pt x="7020" y="14910"/>
                  <a:pt x="7425" y="14404"/>
                  <a:pt x="7695" y="13773"/>
                </a:cubicBezTo>
                <a:cubicBezTo>
                  <a:pt x="7290" y="14025"/>
                  <a:pt x="6885" y="14278"/>
                  <a:pt x="6615" y="14531"/>
                </a:cubicBezTo>
                <a:cubicBezTo>
                  <a:pt x="3105" y="11625"/>
                  <a:pt x="1485" y="889"/>
                  <a:pt x="7965" y="889"/>
                </a:cubicBezTo>
                <a:cubicBezTo>
                  <a:pt x="8640" y="383"/>
                  <a:pt x="9585" y="4"/>
                  <a:pt x="10665" y="4"/>
                </a:cubicBezTo>
                <a:cubicBezTo>
                  <a:pt x="13905" y="-122"/>
                  <a:pt x="17820" y="2278"/>
                  <a:pt x="17820" y="7583"/>
                </a:cubicBezTo>
                <a:cubicBezTo>
                  <a:pt x="17820" y="10994"/>
                  <a:pt x="16740" y="12510"/>
                  <a:pt x="15120" y="14531"/>
                </a:cubicBezTo>
                <a:cubicBezTo>
                  <a:pt x="14715" y="14152"/>
                  <a:pt x="14310" y="13899"/>
                  <a:pt x="13905" y="13646"/>
                </a:cubicBezTo>
                <a:cubicBezTo>
                  <a:pt x="14040" y="14278"/>
                  <a:pt x="14445" y="14910"/>
                  <a:pt x="15525" y="15289"/>
                </a:cubicBezTo>
                <a:cubicBezTo>
                  <a:pt x="17955" y="16299"/>
                  <a:pt x="21600" y="16552"/>
                  <a:pt x="21465" y="19583"/>
                </a:cubicBezTo>
                <a:cubicBezTo>
                  <a:pt x="21465" y="20215"/>
                  <a:pt x="21195" y="20846"/>
                  <a:pt x="20790" y="21478"/>
                </a:cubicBezTo>
                <a:cubicBezTo>
                  <a:pt x="10665" y="21478"/>
                  <a:pt x="10665" y="21478"/>
                  <a:pt x="10665" y="21478"/>
                </a:cubicBezTo>
                <a:cubicBezTo>
                  <a:pt x="810" y="21478"/>
                  <a:pt x="810" y="21478"/>
                  <a:pt x="810" y="21478"/>
                </a:cubicBezTo>
                <a:cubicBezTo>
                  <a:pt x="405" y="20846"/>
                  <a:pt x="135" y="20215"/>
                  <a:pt x="0" y="19583"/>
                </a:cubicBezTo>
                <a:cubicBezTo>
                  <a:pt x="0" y="16552"/>
                  <a:pt x="3510" y="16299"/>
                  <a:pt x="6075" y="15289"/>
                </a:cubicBezTo>
                <a:close/>
                <a:moveTo>
                  <a:pt x="15120" y="10489"/>
                </a:moveTo>
                <a:cubicBezTo>
                  <a:pt x="15390" y="10362"/>
                  <a:pt x="15525" y="10362"/>
                  <a:pt x="15660" y="10236"/>
                </a:cubicBezTo>
                <a:cubicBezTo>
                  <a:pt x="14310" y="9478"/>
                  <a:pt x="13230" y="8089"/>
                  <a:pt x="10665" y="5941"/>
                </a:cubicBezTo>
                <a:cubicBezTo>
                  <a:pt x="10395" y="5689"/>
                  <a:pt x="9990" y="5310"/>
                  <a:pt x="9450" y="4931"/>
                </a:cubicBezTo>
                <a:cubicBezTo>
                  <a:pt x="9720" y="5310"/>
                  <a:pt x="10125" y="5815"/>
                  <a:pt x="10665" y="6573"/>
                </a:cubicBezTo>
                <a:cubicBezTo>
                  <a:pt x="11340" y="7457"/>
                  <a:pt x="12420" y="8467"/>
                  <a:pt x="14175" y="9857"/>
                </a:cubicBezTo>
                <a:cubicBezTo>
                  <a:pt x="13230" y="9983"/>
                  <a:pt x="12015" y="9478"/>
                  <a:pt x="10665" y="8720"/>
                </a:cubicBezTo>
                <a:cubicBezTo>
                  <a:pt x="9450" y="8089"/>
                  <a:pt x="8370" y="7078"/>
                  <a:pt x="7560" y="5941"/>
                </a:cubicBezTo>
                <a:cubicBezTo>
                  <a:pt x="7155" y="7457"/>
                  <a:pt x="6480" y="9099"/>
                  <a:pt x="5805" y="10110"/>
                </a:cubicBezTo>
                <a:cubicBezTo>
                  <a:pt x="5940" y="10236"/>
                  <a:pt x="6210" y="10362"/>
                  <a:pt x="6480" y="10489"/>
                </a:cubicBezTo>
                <a:cubicBezTo>
                  <a:pt x="7290" y="12257"/>
                  <a:pt x="8640" y="13646"/>
                  <a:pt x="10665" y="13646"/>
                </a:cubicBezTo>
                <a:cubicBezTo>
                  <a:pt x="10800" y="13646"/>
                  <a:pt x="10800" y="13646"/>
                  <a:pt x="10800" y="13646"/>
                </a:cubicBezTo>
                <a:cubicBezTo>
                  <a:pt x="12825" y="13646"/>
                  <a:pt x="14310" y="12257"/>
                  <a:pt x="15120" y="10489"/>
                </a:cubicBezTo>
                <a:close/>
                <a:moveTo>
                  <a:pt x="10665" y="20341"/>
                </a:moveTo>
                <a:cubicBezTo>
                  <a:pt x="13770" y="20341"/>
                  <a:pt x="16740" y="19331"/>
                  <a:pt x="18765" y="17057"/>
                </a:cubicBezTo>
                <a:cubicBezTo>
                  <a:pt x="17685" y="16678"/>
                  <a:pt x="16200" y="16299"/>
                  <a:pt x="14850" y="15794"/>
                </a:cubicBezTo>
                <a:cubicBezTo>
                  <a:pt x="13905" y="15541"/>
                  <a:pt x="13500" y="14657"/>
                  <a:pt x="13095" y="13646"/>
                </a:cubicBezTo>
                <a:cubicBezTo>
                  <a:pt x="12420" y="14025"/>
                  <a:pt x="11610" y="14278"/>
                  <a:pt x="10800" y="14278"/>
                </a:cubicBezTo>
                <a:cubicBezTo>
                  <a:pt x="10665" y="14278"/>
                  <a:pt x="10665" y="14278"/>
                  <a:pt x="10665" y="14278"/>
                </a:cubicBezTo>
                <a:cubicBezTo>
                  <a:pt x="9855" y="14278"/>
                  <a:pt x="9180" y="14025"/>
                  <a:pt x="8505" y="13646"/>
                </a:cubicBezTo>
                <a:cubicBezTo>
                  <a:pt x="8235" y="14657"/>
                  <a:pt x="7695" y="15541"/>
                  <a:pt x="6885" y="15794"/>
                </a:cubicBezTo>
                <a:cubicBezTo>
                  <a:pt x="5670" y="16299"/>
                  <a:pt x="3915" y="16678"/>
                  <a:pt x="2700" y="17183"/>
                </a:cubicBezTo>
                <a:cubicBezTo>
                  <a:pt x="4995" y="19204"/>
                  <a:pt x="7830" y="20215"/>
                  <a:pt x="10665" y="20341"/>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597" name="Group 2597"/>
          <p:cNvGrpSpPr/>
          <p:nvPr/>
        </p:nvGrpSpPr>
        <p:grpSpPr>
          <a:xfrm>
            <a:off x="13160373" y="4173238"/>
            <a:ext cx="1405307" cy="1400775"/>
            <a:chOff x="0" y="0"/>
            <a:chExt cx="1405305" cy="1400773"/>
          </a:xfrm>
        </p:grpSpPr>
        <p:sp>
          <p:nvSpPr>
            <p:cNvPr id="2593" name="Shape 2593"/>
            <p:cNvSpPr/>
            <p:nvPr/>
          </p:nvSpPr>
          <p:spPr>
            <a:xfrm>
              <a:off x="0" y="0"/>
              <a:ext cx="1405306" cy="14007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94" y="0"/>
                    <a:pt x="0" y="4894"/>
                    <a:pt x="0" y="10800"/>
                  </a:cubicBezTo>
                  <a:cubicBezTo>
                    <a:pt x="0" y="16706"/>
                    <a:pt x="4894" y="21600"/>
                    <a:pt x="10800" y="21600"/>
                  </a:cubicBezTo>
                  <a:cubicBezTo>
                    <a:pt x="16875" y="21600"/>
                    <a:pt x="21600" y="16706"/>
                    <a:pt x="21600" y="10800"/>
                  </a:cubicBezTo>
                  <a:cubicBezTo>
                    <a:pt x="21600" y="4894"/>
                    <a:pt x="16875" y="0"/>
                    <a:pt x="10800" y="0"/>
                  </a:cubicBezTo>
                  <a:close/>
                  <a:moveTo>
                    <a:pt x="11813" y="20250"/>
                  </a:moveTo>
                  <a:cubicBezTo>
                    <a:pt x="11813" y="18056"/>
                    <a:pt x="11813" y="18056"/>
                    <a:pt x="11813" y="18056"/>
                  </a:cubicBezTo>
                  <a:cubicBezTo>
                    <a:pt x="11644" y="18056"/>
                    <a:pt x="11475" y="18056"/>
                    <a:pt x="11306" y="18056"/>
                  </a:cubicBezTo>
                  <a:cubicBezTo>
                    <a:pt x="11306" y="15863"/>
                    <a:pt x="11306" y="15863"/>
                    <a:pt x="11306" y="15863"/>
                  </a:cubicBezTo>
                  <a:cubicBezTo>
                    <a:pt x="11138" y="15863"/>
                    <a:pt x="10969" y="16031"/>
                    <a:pt x="10800" y="16031"/>
                  </a:cubicBezTo>
                  <a:cubicBezTo>
                    <a:pt x="10800" y="16031"/>
                    <a:pt x="10631" y="15863"/>
                    <a:pt x="10463" y="15863"/>
                  </a:cubicBezTo>
                  <a:cubicBezTo>
                    <a:pt x="10463" y="18056"/>
                    <a:pt x="10463" y="18056"/>
                    <a:pt x="10463" y="18056"/>
                  </a:cubicBezTo>
                  <a:cubicBezTo>
                    <a:pt x="10294" y="18056"/>
                    <a:pt x="10125" y="18056"/>
                    <a:pt x="9956" y="18056"/>
                  </a:cubicBezTo>
                  <a:cubicBezTo>
                    <a:pt x="9956" y="20250"/>
                    <a:pt x="9956" y="20250"/>
                    <a:pt x="9956" y="20250"/>
                  </a:cubicBezTo>
                  <a:cubicBezTo>
                    <a:pt x="5400" y="19913"/>
                    <a:pt x="1856" y="16200"/>
                    <a:pt x="1350" y="11813"/>
                  </a:cubicBezTo>
                  <a:cubicBezTo>
                    <a:pt x="3713" y="11813"/>
                    <a:pt x="3713" y="11813"/>
                    <a:pt x="3713" y="11813"/>
                  </a:cubicBezTo>
                  <a:cubicBezTo>
                    <a:pt x="3713" y="11644"/>
                    <a:pt x="3713" y="11306"/>
                    <a:pt x="3713" y="11137"/>
                  </a:cubicBezTo>
                  <a:cubicBezTo>
                    <a:pt x="5738" y="11137"/>
                    <a:pt x="5738" y="11137"/>
                    <a:pt x="5738" y="11137"/>
                  </a:cubicBezTo>
                  <a:cubicBezTo>
                    <a:pt x="5738" y="11137"/>
                    <a:pt x="5738" y="10969"/>
                    <a:pt x="5738" y="10800"/>
                  </a:cubicBezTo>
                  <a:cubicBezTo>
                    <a:pt x="5738" y="10631"/>
                    <a:pt x="5738" y="10631"/>
                    <a:pt x="5738" y="10463"/>
                  </a:cubicBezTo>
                  <a:cubicBezTo>
                    <a:pt x="3713" y="10463"/>
                    <a:pt x="3713" y="10463"/>
                    <a:pt x="3713" y="10463"/>
                  </a:cubicBezTo>
                  <a:cubicBezTo>
                    <a:pt x="3713" y="10294"/>
                    <a:pt x="3713" y="10125"/>
                    <a:pt x="3713" y="9788"/>
                  </a:cubicBezTo>
                  <a:cubicBezTo>
                    <a:pt x="1350" y="9788"/>
                    <a:pt x="1350" y="9788"/>
                    <a:pt x="1350" y="9788"/>
                  </a:cubicBezTo>
                  <a:cubicBezTo>
                    <a:pt x="1856" y="5400"/>
                    <a:pt x="5400" y="1856"/>
                    <a:pt x="9956" y="1350"/>
                  </a:cubicBezTo>
                  <a:cubicBezTo>
                    <a:pt x="9956" y="3712"/>
                    <a:pt x="9956" y="3712"/>
                    <a:pt x="9956" y="3712"/>
                  </a:cubicBezTo>
                  <a:cubicBezTo>
                    <a:pt x="10125" y="3544"/>
                    <a:pt x="10294" y="3544"/>
                    <a:pt x="10463" y="3544"/>
                  </a:cubicBezTo>
                  <a:cubicBezTo>
                    <a:pt x="10463" y="5738"/>
                    <a:pt x="10463" y="5738"/>
                    <a:pt x="10463" y="5738"/>
                  </a:cubicBezTo>
                  <a:cubicBezTo>
                    <a:pt x="10631" y="5738"/>
                    <a:pt x="10800" y="5738"/>
                    <a:pt x="10800" y="5738"/>
                  </a:cubicBezTo>
                  <a:cubicBezTo>
                    <a:pt x="10969" y="5738"/>
                    <a:pt x="11138" y="5738"/>
                    <a:pt x="11306" y="5738"/>
                  </a:cubicBezTo>
                  <a:cubicBezTo>
                    <a:pt x="11306" y="3544"/>
                    <a:pt x="11306" y="3544"/>
                    <a:pt x="11306" y="3544"/>
                  </a:cubicBezTo>
                  <a:cubicBezTo>
                    <a:pt x="11475" y="3544"/>
                    <a:pt x="11644" y="3544"/>
                    <a:pt x="11813" y="3712"/>
                  </a:cubicBezTo>
                  <a:cubicBezTo>
                    <a:pt x="11813" y="1350"/>
                    <a:pt x="11813" y="1350"/>
                    <a:pt x="11813" y="1350"/>
                  </a:cubicBezTo>
                  <a:cubicBezTo>
                    <a:pt x="16369" y="1856"/>
                    <a:pt x="19912" y="5400"/>
                    <a:pt x="20419" y="9788"/>
                  </a:cubicBezTo>
                  <a:cubicBezTo>
                    <a:pt x="18056" y="9788"/>
                    <a:pt x="18056" y="9788"/>
                    <a:pt x="18056" y="9788"/>
                  </a:cubicBezTo>
                  <a:cubicBezTo>
                    <a:pt x="18056" y="10125"/>
                    <a:pt x="18056" y="10294"/>
                    <a:pt x="18056" y="10463"/>
                  </a:cubicBezTo>
                  <a:cubicBezTo>
                    <a:pt x="16031" y="10463"/>
                    <a:pt x="16031" y="10463"/>
                    <a:pt x="16031" y="10463"/>
                  </a:cubicBezTo>
                  <a:cubicBezTo>
                    <a:pt x="16031" y="10631"/>
                    <a:pt x="16031" y="10631"/>
                    <a:pt x="16031" y="10800"/>
                  </a:cubicBezTo>
                  <a:cubicBezTo>
                    <a:pt x="16031" y="10969"/>
                    <a:pt x="16031" y="11137"/>
                    <a:pt x="16031" y="11137"/>
                  </a:cubicBezTo>
                  <a:cubicBezTo>
                    <a:pt x="18056" y="11137"/>
                    <a:pt x="18056" y="11137"/>
                    <a:pt x="18056" y="11137"/>
                  </a:cubicBezTo>
                  <a:cubicBezTo>
                    <a:pt x="18056" y="11306"/>
                    <a:pt x="18056" y="11644"/>
                    <a:pt x="18056" y="11813"/>
                  </a:cubicBezTo>
                  <a:cubicBezTo>
                    <a:pt x="20419" y="11813"/>
                    <a:pt x="20419" y="11813"/>
                    <a:pt x="20419" y="11813"/>
                  </a:cubicBezTo>
                  <a:cubicBezTo>
                    <a:pt x="19912" y="16200"/>
                    <a:pt x="16369" y="19913"/>
                    <a:pt x="11813" y="20250"/>
                  </a:cubicBezTo>
                  <a:close/>
                </a:path>
              </a:pathLst>
            </a:cu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94" name="Shape 2594"/>
            <p:cNvSpPr/>
            <p:nvPr/>
          </p:nvSpPr>
          <p:spPr>
            <a:xfrm>
              <a:off x="439726" y="503191"/>
              <a:ext cx="539458" cy="4850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43" y="13745"/>
                  </a:moveTo>
                  <a:cubicBezTo>
                    <a:pt x="12343" y="12764"/>
                    <a:pt x="12343" y="12764"/>
                    <a:pt x="12343" y="12764"/>
                  </a:cubicBezTo>
                  <a:cubicBezTo>
                    <a:pt x="14106" y="11291"/>
                    <a:pt x="15429" y="7855"/>
                    <a:pt x="15429" y="5400"/>
                  </a:cubicBezTo>
                  <a:cubicBezTo>
                    <a:pt x="15429" y="1473"/>
                    <a:pt x="12784" y="0"/>
                    <a:pt x="10580" y="0"/>
                  </a:cubicBezTo>
                  <a:cubicBezTo>
                    <a:pt x="9257" y="0"/>
                    <a:pt x="6171" y="1473"/>
                    <a:pt x="6171" y="5400"/>
                  </a:cubicBezTo>
                  <a:cubicBezTo>
                    <a:pt x="6171" y="7855"/>
                    <a:pt x="7494" y="11291"/>
                    <a:pt x="9257" y="12764"/>
                  </a:cubicBezTo>
                  <a:cubicBezTo>
                    <a:pt x="9257" y="13745"/>
                    <a:pt x="9257" y="13745"/>
                    <a:pt x="9257" y="13745"/>
                  </a:cubicBezTo>
                  <a:cubicBezTo>
                    <a:pt x="4849" y="13745"/>
                    <a:pt x="1322" y="16200"/>
                    <a:pt x="0" y="19145"/>
                  </a:cubicBezTo>
                  <a:cubicBezTo>
                    <a:pt x="3086" y="20618"/>
                    <a:pt x="6612" y="21600"/>
                    <a:pt x="10580" y="21600"/>
                  </a:cubicBezTo>
                  <a:cubicBezTo>
                    <a:pt x="14988" y="21600"/>
                    <a:pt x="18514" y="20618"/>
                    <a:pt x="21600" y="19145"/>
                  </a:cubicBezTo>
                  <a:cubicBezTo>
                    <a:pt x="20278" y="16200"/>
                    <a:pt x="16751" y="13745"/>
                    <a:pt x="12343" y="13745"/>
                  </a:cubicBezTo>
                  <a:close/>
                </a:path>
              </a:pathLst>
            </a:cu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95" name="Shape 2595"/>
            <p:cNvSpPr/>
            <p:nvPr/>
          </p:nvSpPr>
          <p:spPr>
            <a:xfrm>
              <a:off x="793319" y="494125"/>
              <a:ext cx="326395" cy="403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60" y="13427"/>
                  </a:moveTo>
                  <a:cubicBezTo>
                    <a:pt x="9360" y="12843"/>
                    <a:pt x="9360" y="12843"/>
                    <a:pt x="9360" y="12843"/>
                  </a:cubicBezTo>
                  <a:cubicBezTo>
                    <a:pt x="12240" y="11676"/>
                    <a:pt x="13680" y="8173"/>
                    <a:pt x="13680" y="5254"/>
                  </a:cubicBezTo>
                  <a:cubicBezTo>
                    <a:pt x="13680" y="1751"/>
                    <a:pt x="10080" y="0"/>
                    <a:pt x="7200" y="0"/>
                  </a:cubicBezTo>
                  <a:cubicBezTo>
                    <a:pt x="5760" y="0"/>
                    <a:pt x="3600" y="584"/>
                    <a:pt x="2160" y="2335"/>
                  </a:cubicBezTo>
                  <a:cubicBezTo>
                    <a:pt x="3600" y="3503"/>
                    <a:pt x="4320" y="4670"/>
                    <a:pt x="4320" y="7005"/>
                  </a:cubicBezTo>
                  <a:cubicBezTo>
                    <a:pt x="4320" y="8173"/>
                    <a:pt x="3600" y="9341"/>
                    <a:pt x="2880" y="11092"/>
                  </a:cubicBezTo>
                  <a:cubicBezTo>
                    <a:pt x="3600" y="11676"/>
                    <a:pt x="4320" y="12259"/>
                    <a:pt x="5040" y="12843"/>
                  </a:cubicBezTo>
                  <a:cubicBezTo>
                    <a:pt x="5040" y="13427"/>
                    <a:pt x="5040" y="13427"/>
                    <a:pt x="5040" y="13427"/>
                  </a:cubicBezTo>
                  <a:cubicBezTo>
                    <a:pt x="3600" y="13427"/>
                    <a:pt x="2160" y="14011"/>
                    <a:pt x="1440" y="14011"/>
                  </a:cubicBezTo>
                  <a:cubicBezTo>
                    <a:pt x="720" y="14595"/>
                    <a:pt x="0" y="15178"/>
                    <a:pt x="0" y="15762"/>
                  </a:cubicBezTo>
                  <a:cubicBezTo>
                    <a:pt x="5760" y="16346"/>
                    <a:pt x="10080" y="18681"/>
                    <a:pt x="12240" y="21600"/>
                  </a:cubicBezTo>
                  <a:cubicBezTo>
                    <a:pt x="15840" y="21016"/>
                    <a:pt x="19440" y="20432"/>
                    <a:pt x="21600" y="19265"/>
                  </a:cubicBezTo>
                  <a:cubicBezTo>
                    <a:pt x="20160" y="16346"/>
                    <a:pt x="15840" y="14011"/>
                    <a:pt x="9360" y="13427"/>
                  </a:cubicBezTo>
                  <a:close/>
                </a:path>
              </a:pathLst>
            </a:cu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96" name="Shape 2596"/>
            <p:cNvSpPr/>
            <p:nvPr/>
          </p:nvSpPr>
          <p:spPr>
            <a:xfrm>
              <a:off x="299194" y="494125"/>
              <a:ext cx="326394" cy="403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762"/>
                  </a:moveTo>
                  <a:cubicBezTo>
                    <a:pt x="21600" y="15178"/>
                    <a:pt x="20880" y="14595"/>
                    <a:pt x="20160" y="14011"/>
                  </a:cubicBezTo>
                  <a:cubicBezTo>
                    <a:pt x="19440" y="14011"/>
                    <a:pt x="18000" y="13427"/>
                    <a:pt x="16560" y="13427"/>
                  </a:cubicBezTo>
                  <a:cubicBezTo>
                    <a:pt x="16560" y="12843"/>
                    <a:pt x="16560" y="12843"/>
                    <a:pt x="16560" y="12843"/>
                  </a:cubicBezTo>
                  <a:cubicBezTo>
                    <a:pt x="17280" y="12259"/>
                    <a:pt x="18000" y="11676"/>
                    <a:pt x="18720" y="11092"/>
                  </a:cubicBezTo>
                  <a:cubicBezTo>
                    <a:pt x="18000" y="9341"/>
                    <a:pt x="17280" y="8173"/>
                    <a:pt x="17280" y="7005"/>
                  </a:cubicBezTo>
                  <a:cubicBezTo>
                    <a:pt x="17280" y="4670"/>
                    <a:pt x="18000" y="3503"/>
                    <a:pt x="19440" y="2335"/>
                  </a:cubicBezTo>
                  <a:cubicBezTo>
                    <a:pt x="18000" y="584"/>
                    <a:pt x="15840" y="0"/>
                    <a:pt x="14400" y="0"/>
                  </a:cubicBezTo>
                  <a:cubicBezTo>
                    <a:pt x="11520" y="0"/>
                    <a:pt x="7920" y="1751"/>
                    <a:pt x="7920" y="5254"/>
                  </a:cubicBezTo>
                  <a:cubicBezTo>
                    <a:pt x="7920" y="8173"/>
                    <a:pt x="9360" y="11676"/>
                    <a:pt x="12240" y="12843"/>
                  </a:cubicBezTo>
                  <a:cubicBezTo>
                    <a:pt x="12240" y="13427"/>
                    <a:pt x="12240" y="13427"/>
                    <a:pt x="12240" y="13427"/>
                  </a:cubicBezTo>
                  <a:cubicBezTo>
                    <a:pt x="5760" y="14011"/>
                    <a:pt x="1440" y="16346"/>
                    <a:pt x="0" y="19265"/>
                  </a:cubicBezTo>
                  <a:cubicBezTo>
                    <a:pt x="2160" y="20432"/>
                    <a:pt x="5760" y="21016"/>
                    <a:pt x="9360" y="21600"/>
                  </a:cubicBezTo>
                  <a:cubicBezTo>
                    <a:pt x="11520" y="18681"/>
                    <a:pt x="15840" y="16346"/>
                    <a:pt x="21600" y="15762"/>
                  </a:cubicBezTo>
                  <a:close/>
                </a:path>
              </a:pathLst>
            </a:cu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602" name="Group 2602"/>
          <p:cNvGrpSpPr/>
          <p:nvPr/>
        </p:nvGrpSpPr>
        <p:grpSpPr>
          <a:xfrm>
            <a:off x="13160373" y="6157612"/>
            <a:ext cx="1405307" cy="1400775"/>
            <a:chOff x="0" y="0"/>
            <a:chExt cx="1405305" cy="1400773"/>
          </a:xfrm>
        </p:grpSpPr>
        <p:sp>
          <p:nvSpPr>
            <p:cNvPr id="2598" name="Shape 2598"/>
            <p:cNvSpPr/>
            <p:nvPr/>
          </p:nvSpPr>
          <p:spPr>
            <a:xfrm>
              <a:off x="0" y="0"/>
              <a:ext cx="1405306" cy="14007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94" y="0"/>
                    <a:pt x="0" y="4894"/>
                    <a:pt x="0" y="10800"/>
                  </a:cubicBezTo>
                  <a:cubicBezTo>
                    <a:pt x="0" y="16706"/>
                    <a:pt x="4894" y="21600"/>
                    <a:pt x="10800" y="21600"/>
                  </a:cubicBezTo>
                  <a:cubicBezTo>
                    <a:pt x="16875" y="21600"/>
                    <a:pt x="21600" y="16706"/>
                    <a:pt x="21600" y="10800"/>
                  </a:cubicBezTo>
                  <a:cubicBezTo>
                    <a:pt x="21600" y="4894"/>
                    <a:pt x="16875" y="0"/>
                    <a:pt x="10800" y="0"/>
                  </a:cubicBezTo>
                  <a:close/>
                  <a:moveTo>
                    <a:pt x="11813" y="20250"/>
                  </a:moveTo>
                  <a:cubicBezTo>
                    <a:pt x="11813" y="18056"/>
                    <a:pt x="11813" y="18056"/>
                    <a:pt x="11813" y="18056"/>
                  </a:cubicBezTo>
                  <a:cubicBezTo>
                    <a:pt x="11644" y="18056"/>
                    <a:pt x="11475" y="18056"/>
                    <a:pt x="11306" y="18056"/>
                  </a:cubicBezTo>
                  <a:cubicBezTo>
                    <a:pt x="11306" y="15863"/>
                    <a:pt x="11306" y="15863"/>
                    <a:pt x="11306" y="15863"/>
                  </a:cubicBezTo>
                  <a:cubicBezTo>
                    <a:pt x="11138" y="15863"/>
                    <a:pt x="10969" y="16031"/>
                    <a:pt x="10800" y="16031"/>
                  </a:cubicBezTo>
                  <a:cubicBezTo>
                    <a:pt x="10800" y="16031"/>
                    <a:pt x="10631" y="15863"/>
                    <a:pt x="10463" y="15863"/>
                  </a:cubicBezTo>
                  <a:cubicBezTo>
                    <a:pt x="10463" y="18056"/>
                    <a:pt x="10463" y="18056"/>
                    <a:pt x="10463" y="18056"/>
                  </a:cubicBezTo>
                  <a:cubicBezTo>
                    <a:pt x="10294" y="18056"/>
                    <a:pt x="10125" y="18056"/>
                    <a:pt x="9956" y="18056"/>
                  </a:cubicBezTo>
                  <a:cubicBezTo>
                    <a:pt x="9956" y="20250"/>
                    <a:pt x="9956" y="20250"/>
                    <a:pt x="9956" y="20250"/>
                  </a:cubicBezTo>
                  <a:cubicBezTo>
                    <a:pt x="5400" y="19913"/>
                    <a:pt x="1856" y="16200"/>
                    <a:pt x="1350" y="11813"/>
                  </a:cubicBezTo>
                  <a:cubicBezTo>
                    <a:pt x="3713" y="11813"/>
                    <a:pt x="3713" y="11813"/>
                    <a:pt x="3713" y="11813"/>
                  </a:cubicBezTo>
                  <a:cubicBezTo>
                    <a:pt x="3713" y="11644"/>
                    <a:pt x="3713" y="11306"/>
                    <a:pt x="3713" y="11137"/>
                  </a:cubicBezTo>
                  <a:cubicBezTo>
                    <a:pt x="5738" y="11137"/>
                    <a:pt x="5738" y="11137"/>
                    <a:pt x="5738" y="11137"/>
                  </a:cubicBezTo>
                  <a:cubicBezTo>
                    <a:pt x="5738" y="11137"/>
                    <a:pt x="5738" y="10969"/>
                    <a:pt x="5738" y="10800"/>
                  </a:cubicBezTo>
                  <a:cubicBezTo>
                    <a:pt x="5738" y="10631"/>
                    <a:pt x="5738" y="10631"/>
                    <a:pt x="5738" y="10463"/>
                  </a:cubicBezTo>
                  <a:cubicBezTo>
                    <a:pt x="3713" y="10463"/>
                    <a:pt x="3713" y="10463"/>
                    <a:pt x="3713" y="10463"/>
                  </a:cubicBezTo>
                  <a:cubicBezTo>
                    <a:pt x="3713" y="10294"/>
                    <a:pt x="3713" y="10125"/>
                    <a:pt x="3713" y="9788"/>
                  </a:cubicBezTo>
                  <a:cubicBezTo>
                    <a:pt x="1350" y="9788"/>
                    <a:pt x="1350" y="9788"/>
                    <a:pt x="1350" y="9788"/>
                  </a:cubicBezTo>
                  <a:cubicBezTo>
                    <a:pt x="1856" y="5400"/>
                    <a:pt x="5400" y="1856"/>
                    <a:pt x="9956" y="1350"/>
                  </a:cubicBezTo>
                  <a:cubicBezTo>
                    <a:pt x="9956" y="3712"/>
                    <a:pt x="9956" y="3712"/>
                    <a:pt x="9956" y="3712"/>
                  </a:cubicBezTo>
                  <a:cubicBezTo>
                    <a:pt x="10125" y="3544"/>
                    <a:pt x="10294" y="3544"/>
                    <a:pt x="10463" y="3544"/>
                  </a:cubicBezTo>
                  <a:cubicBezTo>
                    <a:pt x="10463" y="5738"/>
                    <a:pt x="10463" y="5738"/>
                    <a:pt x="10463" y="5738"/>
                  </a:cubicBezTo>
                  <a:cubicBezTo>
                    <a:pt x="10631" y="5738"/>
                    <a:pt x="10800" y="5738"/>
                    <a:pt x="10800" y="5738"/>
                  </a:cubicBezTo>
                  <a:cubicBezTo>
                    <a:pt x="10969" y="5738"/>
                    <a:pt x="11138" y="5738"/>
                    <a:pt x="11306" y="5738"/>
                  </a:cubicBezTo>
                  <a:cubicBezTo>
                    <a:pt x="11306" y="3544"/>
                    <a:pt x="11306" y="3544"/>
                    <a:pt x="11306" y="3544"/>
                  </a:cubicBezTo>
                  <a:cubicBezTo>
                    <a:pt x="11475" y="3544"/>
                    <a:pt x="11644" y="3544"/>
                    <a:pt x="11813" y="3712"/>
                  </a:cubicBezTo>
                  <a:cubicBezTo>
                    <a:pt x="11813" y="1350"/>
                    <a:pt x="11813" y="1350"/>
                    <a:pt x="11813" y="1350"/>
                  </a:cubicBezTo>
                  <a:cubicBezTo>
                    <a:pt x="16369" y="1856"/>
                    <a:pt x="19912" y="5400"/>
                    <a:pt x="20419" y="9788"/>
                  </a:cubicBezTo>
                  <a:cubicBezTo>
                    <a:pt x="18056" y="9788"/>
                    <a:pt x="18056" y="9788"/>
                    <a:pt x="18056" y="9788"/>
                  </a:cubicBezTo>
                  <a:cubicBezTo>
                    <a:pt x="18056" y="10125"/>
                    <a:pt x="18056" y="10294"/>
                    <a:pt x="18056" y="10463"/>
                  </a:cubicBezTo>
                  <a:cubicBezTo>
                    <a:pt x="16031" y="10463"/>
                    <a:pt x="16031" y="10463"/>
                    <a:pt x="16031" y="10463"/>
                  </a:cubicBezTo>
                  <a:cubicBezTo>
                    <a:pt x="16031" y="10631"/>
                    <a:pt x="16031" y="10631"/>
                    <a:pt x="16031" y="10800"/>
                  </a:cubicBezTo>
                  <a:cubicBezTo>
                    <a:pt x="16031" y="10969"/>
                    <a:pt x="16031" y="11137"/>
                    <a:pt x="16031" y="11137"/>
                  </a:cubicBezTo>
                  <a:cubicBezTo>
                    <a:pt x="18056" y="11137"/>
                    <a:pt x="18056" y="11137"/>
                    <a:pt x="18056" y="11137"/>
                  </a:cubicBezTo>
                  <a:cubicBezTo>
                    <a:pt x="18056" y="11306"/>
                    <a:pt x="18056" y="11644"/>
                    <a:pt x="18056" y="11813"/>
                  </a:cubicBezTo>
                  <a:cubicBezTo>
                    <a:pt x="20419" y="11813"/>
                    <a:pt x="20419" y="11813"/>
                    <a:pt x="20419" y="11813"/>
                  </a:cubicBezTo>
                  <a:cubicBezTo>
                    <a:pt x="19912" y="16200"/>
                    <a:pt x="16369" y="19913"/>
                    <a:pt x="11813" y="2025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599" name="Shape 2599"/>
            <p:cNvSpPr/>
            <p:nvPr/>
          </p:nvSpPr>
          <p:spPr>
            <a:xfrm>
              <a:off x="439726" y="503191"/>
              <a:ext cx="539458" cy="4850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43" y="13745"/>
                  </a:moveTo>
                  <a:cubicBezTo>
                    <a:pt x="12343" y="12764"/>
                    <a:pt x="12343" y="12764"/>
                    <a:pt x="12343" y="12764"/>
                  </a:cubicBezTo>
                  <a:cubicBezTo>
                    <a:pt x="14106" y="11291"/>
                    <a:pt x="15429" y="7855"/>
                    <a:pt x="15429" y="5400"/>
                  </a:cubicBezTo>
                  <a:cubicBezTo>
                    <a:pt x="15429" y="1473"/>
                    <a:pt x="12784" y="0"/>
                    <a:pt x="10580" y="0"/>
                  </a:cubicBezTo>
                  <a:cubicBezTo>
                    <a:pt x="9257" y="0"/>
                    <a:pt x="6171" y="1473"/>
                    <a:pt x="6171" y="5400"/>
                  </a:cubicBezTo>
                  <a:cubicBezTo>
                    <a:pt x="6171" y="7855"/>
                    <a:pt x="7494" y="11291"/>
                    <a:pt x="9257" y="12764"/>
                  </a:cubicBezTo>
                  <a:cubicBezTo>
                    <a:pt x="9257" y="13745"/>
                    <a:pt x="9257" y="13745"/>
                    <a:pt x="9257" y="13745"/>
                  </a:cubicBezTo>
                  <a:cubicBezTo>
                    <a:pt x="4849" y="13745"/>
                    <a:pt x="1322" y="16200"/>
                    <a:pt x="0" y="19145"/>
                  </a:cubicBezTo>
                  <a:cubicBezTo>
                    <a:pt x="3086" y="20618"/>
                    <a:pt x="6612" y="21600"/>
                    <a:pt x="10580" y="21600"/>
                  </a:cubicBezTo>
                  <a:cubicBezTo>
                    <a:pt x="14988" y="21600"/>
                    <a:pt x="18514" y="20618"/>
                    <a:pt x="21600" y="19145"/>
                  </a:cubicBezTo>
                  <a:cubicBezTo>
                    <a:pt x="20278" y="16200"/>
                    <a:pt x="16751" y="13745"/>
                    <a:pt x="12343" y="1374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00" name="Shape 2600"/>
            <p:cNvSpPr/>
            <p:nvPr/>
          </p:nvSpPr>
          <p:spPr>
            <a:xfrm>
              <a:off x="793319" y="494125"/>
              <a:ext cx="326395" cy="403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60" y="13427"/>
                  </a:moveTo>
                  <a:cubicBezTo>
                    <a:pt x="9360" y="12843"/>
                    <a:pt x="9360" y="12843"/>
                    <a:pt x="9360" y="12843"/>
                  </a:cubicBezTo>
                  <a:cubicBezTo>
                    <a:pt x="12240" y="11676"/>
                    <a:pt x="13680" y="8173"/>
                    <a:pt x="13680" y="5254"/>
                  </a:cubicBezTo>
                  <a:cubicBezTo>
                    <a:pt x="13680" y="1751"/>
                    <a:pt x="10080" y="0"/>
                    <a:pt x="7200" y="0"/>
                  </a:cubicBezTo>
                  <a:cubicBezTo>
                    <a:pt x="5760" y="0"/>
                    <a:pt x="3600" y="584"/>
                    <a:pt x="2160" y="2335"/>
                  </a:cubicBezTo>
                  <a:cubicBezTo>
                    <a:pt x="3600" y="3503"/>
                    <a:pt x="4320" y="4670"/>
                    <a:pt x="4320" y="7005"/>
                  </a:cubicBezTo>
                  <a:cubicBezTo>
                    <a:pt x="4320" y="8173"/>
                    <a:pt x="3600" y="9341"/>
                    <a:pt x="2880" y="11092"/>
                  </a:cubicBezTo>
                  <a:cubicBezTo>
                    <a:pt x="3600" y="11676"/>
                    <a:pt x="4320" y="12259"/>
                    <a:pt x="5040" y="12843"/>
                  </a:cubicBezTo>
                  <a:cubicBezTo>
                    <a:pt x="5040" y="13427"/>
                    <a:pt x="5040" y="13427"/>
                    <a:pt x="5040" y="13427"/>
                  </a:cubicBezTo>
                  <a:cubicBezTo>
                    <a:pt x="3600" y="13427"/>
                    <a:pt x="2160" y="14011"/>
                    <a:pt x="1440" y="14011"/>
                  </a:cubicBezTo>
                  <a:cubicBezTo>
                    <a:pt x="720" y="14595"/>
                    <a:pt x="0" y="15178"/>
                    <a:pt x="0" y="15762"/>
                  </a:cubicBezTo>
                  <a:cubicBezTo>
                    <a:pt x="5760" y="16346"/>
                    <a:pt x="10080" y="18681"/>
                    <a:pt x="12240" y="21600"/>
                  </a:cubicBezTo>
                  <a:cubicBezTo>
                    <a:pt x="15840" y="21016"/>
                    <a:pt x="19440" y="20432"/>
                    <a:pt x="21600" y="19265"/>
                  </a:cubicBezTo>
                  <a:cubicBezTo>
                    <a:pt x="20160" y="16346"/>
                    <a:pt x="15840" y="14011"/>
                    <a:pt x="9360" y="13427"/>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01" name="Shape 2601"/>
            <p:cNvSpPr/>
            <p:nvPr/>
          </p:nvSpPr>
          <p:spPr>
            <a:xfrm>
              <a:off x="299194" y="494125"/>
              <a:ext cx="326394" cy="403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762"/>
                  </a:moveTo>
                  <a:cubicBezTo>
                    <a:pt x="21600" y="15178"/>
                    <a:pt x="20880" y="14595"/>
                    <a:pt x="20160" y="14011"/>
                  </a:cubicBezTo>
                  <a:cubicBezTo>
                    <a:pt x="19440" y="14011"/>
                    <a:pt x="18000" y="13427"/>
                    <a:pt x="16560" y="13427"/>
                  </a:cubicBezTo>
                  <a:cubicBezTo>
                    <a:pt x="16560" y="12843"/>
                    <a:pt x="16560" y="12843"/>
                    <a:pt x="16560" y="12843"/>
                  </a:cubicBezTo>
                  <a:cubicBezTo>
                    <a:pt x="17280" y="12259"/>
                    <a:pt x="18000" y="11676"/>
                    <a:pt x="18720" y="11092"/>
                  </a:cubicBezTo>
                  <a:cubicBezTo>
                    <a:pt x="18000" y="9341"/>
                    <a:pt x="17280" y="8173"/>
                    <a:pt x="17280" y="7005"/>
                  </a:cubicBezTo>
                  <a:cubicBezTo>
                    <a:pt x="17280" y="4670"/>
                    <a:pt x="18000" y="3503"/>
                    <a:pt x="19440" y="2335"/>
                  </a:cubicBezTo>
                  <a:cubicBezTo>
                    <a:pt x="18000" y="584"/>
                    <a:pt x="15840" y="0"/>
                    <a:pt x="14400" y="0"/>
                  </a:cubicBezTo>
                  <a:cubicBezTo>
                    <a:pt x="11520" y="0"/>
                    <a:pt x="7920" y="1751"/>
                    <a:pt x="7920" y="5254"/>
                  </a:cubicBezTo>
                  <a:cubicBezTo>
                    <a:pt x="7920" y="8173"/>
                    <a:pt x="9360" y="11676"/>
                    <a:pt x="12240" y="12843"/>
                  </a:cubicBezTo>
                  <a:cubicBezTo>
                    <a:pt x="12240" y="13427"/>
                    <a:pt x="12240" y="13427"/>
                    <a:pt x="12240" y="13427"/>
                  </a:cubicBezTo>
                  <a:cubicBezTo>
                    <a:pt x="5760" y="14011"/>
                    <a:pt x="1440" y="16346"/>
                    <a:pt x="0" y="19265"/>
                  </a:cubicBezTo>
                  <a:cubicBezTo>
                    <a:pt x="2160" y="20432"/>
                    <a:pt x="5760" y="21016"/>
                    <a:pt x="9360" y="21600"/>
                  </a:cubicBezTo>
                  <a:cubicBezTo>
                    <a:pt x="11520" y="18681"/>
                    <a:pt x="15840" y="16346"/>
                    <a:pt x="21600" y="1576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607" name="Group 2607"/>
          <p:cNvGrpSpPr/>
          <p:nvPr/>
        </p:nvGrpSpPr>
        <p:grpSpPr>
          <a:xfrm>
            <a:off x="13160373" y="8141987"/>
            <a:ext cx="1405307" cy="1400775"/>
            <a:chOff x="0" y="0"/>
            <a:chExt cx="1405305" cy="1400773"/>
          </a:xfrm>
        </p:grpSpPr>
        <p:sp>
          <p:nvSpPr>
            <p:cNvPr id="2603" name="Shape 2603"/>
            <p:cNvSpPr/>
            <p:nvPr/>
          </p:nvSpPr>
          <p:spPr>
            <a:xfrm>
              <a:off x="0" y="0"/>
              <a:ext cx="1405306" cy="14007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94" y="0"/>
                    <a:pt x="0" y="4894"/>
                    <a:pt x="0" y="10800"/>
                  </a:cubicBezTo>
                  <a:cubicBezTo>
                    <a:pt x="0" y="16706"/>
                    <a:pt x="4894" y="21600"/>
                    <a:pt x="10800" y="21600"/>
                  </a:cubicBezTo>
                  <a:cubicBezTo>
                    <a:pt x="16875" y="21600"/>
                    <a:pt x="21600" y="16706"/>
                    <a:pt x="21600" y="10800"/>
                  </a:cubicBezTo>
                  <a:cubicBezTo>
                    <a:pt x="21600" y="4894"/>
                    <a:pt x="16875" y="0"/>
                    <a:pt x="10800" y="0"/>
                  </a:cubicBezTo>
                  <a:close/>
                  <a:moveTo>
                    <a:pt x="11813" y="20250"/>
                  </a:moveTo>
                  <a:cubicBezTo>
                    <a:pt x="11813" y="18056"/>
                    <a:pt x="11813" y="18056"/>
                    <a:pt x="11813" y="18056"/>
                  </a:cubicBezTo>
                  <a:cubicBezTo>
                    <a:pt x="11644" y="18056"/>
                    <a:pt x="11475" y="18056"/>
                    <a:pt x="11306" y="18056"/>
                  </a:cubicBezTo>
                  <a:cubicBezTo>
                    <a:pt x="11306" y="15863"/>
                    <a:pt x="11306" y="15863"/>
                    <a:pt x="11306" y="15863"/>
                  </a:cubicBezTo>
                  <a:cubicBezTo>
                    <a:pt x="11138" y="15863"/>
                    <a:pt x="10969" y="16031"/>
                    <a:pt x="10800" y="16031"/>
                  </a:cubicBezTo>
                  <a:cubicBezTo>
                    <a:pt x="10800" y="16031"/>
                    <a:pt x="10631" y="15863"/>
                    <a:pt x="10463" y="15863"/>
                  </a:cubicBezTo>
                  <a:cubicBezTo>
                    <a:pt x="10463" y="18056"/>
                    <a:pt x="10463" y="18056"/>
                    <a:pt x="10463" y="18056"/>
                  </a:cubicBezTo>
                  <a:cubicBezTo>
                    <a:pt x="10294" y="18056"/>
                    <a:pt x="10125" y="18056"/>
                    <a:pt x="9956" y="18056"/>
                  </a:cubicBezTo>
                  <a:cubicBezTo>
                    <a:pt x="9956" y="20250"/>
                    <a:pt x="9956" y="20250"/>
                    <a:pt x="9956" y="20250"/>
                  </a:cubicBezTo>
                  <a:cubicBezTo>
                    <a:pt x="5400" y="19913"/>
                    <a:pt x="1856" y="16200"/>
                    <a:pt x="1350" y="11813"/>
                  </a:cubicBezTo>
                  <a:cubicBezTo>
                    <a:pt x="3713" y="11813"/>
                    <a:pt x="3713" y="11813"/>
                    <a:pt x="3713" y="11813"/>
                  </a:cubicBezTo>
                  <a:cubicBezTo>
                    <a:pt x="3713" y="11644"/>
                    <a:pt x="3713" y="11306"/>
                    <a:pt x="3713" y="11137"/>
                  </a:cubicBezTo>
                  <a:cubicBezTo>
                    <a:pt x="5738" y="11137"/>
                    <a:pt x="5738" y="11137"/>
                    <a:pt x="5738" y="11137"/>
                  </a:cubicBezTo>
                  <a:cubicBezTo>
                    <a:pt x="5738" y="11137"/>
                    <a:pt x="5738" y="10969"/>
                    <a:pt x="5738" y="10800"/>
                  </a:cubicBezTo>
                  <a:cubicBezTo>
                    <a:pt x="5738" y="10631"/>
                    <a:pt x="5738" y="10631"/>
                    <a:pt x="5738" y="10463"/>
                  </a:cubicBezTo>
                  <a:cubicBezTo>
                    <a:pt x="3713" y="10463"/>
                    <a:pt x="3713" y="10463"/>
                    <a:pt x="3713" y="10463"/>
                  </a:cubicBezTo>
                  <a:cubicBezTo>
                    <a:pt x="3713" y="10294"/>
                    <a:pt x="3713" y="10125"/>
                    <a:pt x="3713" y="9788"/>
                  </a:cubicBezTo>
                  <a:cubicBezTo>
                    <a:pt x="1350" y="9788"/>
                    <a:pt x="1350" y="9788"/>
                    <a:pt x="1350" y="9788"/>
                  </a:cubicBezTo>
                  <a:cubicBezTo>
                    <a:pt x="1856" y="5400"/>
                    <a:pt x="5400" y="1856"/>
                    <a:pt x="9956" y="1350"/>
                  </a:cubicBezTo>
                  <a:cubicBezTo>
                    <a:pt x="9956" y="3712"/>
                    <a:pt x="9956" y="3712"/>
                    <a:pt x="9956" y="3712"/>
                  </a:cubicBezTo>
                  <a:cubicBezTo>
                    <a:pt x="10125" y="3544"/>
                    <a:pt x="10294" y="3544"/>
                    <a:pt x="10463" y="3544"/>
                  </a:cubicBezTo>
                  <a:cubicBezTo>
                    <a:pt x="10463" y="5738"/>
                    <a:pt x="10463" y="5738"/>
                    <a:pt x="10463" y="5738"/>
                  </a:cubicBezTo>
                  <a:cubicBezTo>
                    <a:pt x="10631" y="5738"/>
                    <a:pt x="10800" y="5738"/>
                    <a:pt x="10800" y="5738"/>
                  </a:cubicBezTo>
                  <a:cubicBezTo>
                    <a:pt x="10969" y="5738"/>
                    <a:pt x="11138" y="5738"/>
                    <a:pt x="11306" y="5738"/>
                  </a:cubicBezTo>
                  <a:cubicBezTo>
                    <a:pt x="11306" y="3544"/>
                    <a:pt x="11306" y="3544"/>
                    <a:pt x="11306" y="3544"/>
                  </a:cubicBezTo>
                  <a:cubicBezTo>
                    <a:pt x="11475" y="3544"/>
                    <a:pt x="11644" y="3544"/>
                    <a:pt x="11813" y="3712"/>
                  </a:cubicBezTo>
                  <a:cubicBezTo>
                    <a:pt x="11813" y="1350"/>
                    <a:pt x="11813" y="1350"/>
                    <a:pt x="11813" y="1350"/>
                  </a:cubicBezTo>
                  <a:cubicBezTo>
                    <a:pt x="16369" y="1856"/>
                    <a:pt x="19912" y="5400"/>
                    <a:pt x="20419" y="9788"/>
                  </a:cubicBezTo>
                  <a:cubicBezTo>
                    <a:pt x="18056" y="9788"/>
                    <a:pt x="18056" y="9788"/>
                    <a:pt x="18056" y="9788"/>
                  </a:cubicBezTo>
                  <a:cubicBezTo>
                    <a:pt x="18056" y="10125"/>
                    <a:pt x="18056" y="10294"/>
                    <a:pt x="18056" y="10463"/>
                  </a:cubicBezTo>
                  <a:cubicBezTo>
                    <a:pt x="16031" y="10463"/>
                    <a:pt x="16031" y="10463"/>
                    <a:pt x="16031" y="10463"/>
                  </a:cubicBezTo>
                  <a:cubicBezTo>
                    <a:pt x="16031" y="10631"/>
                    <a:pt x="16031" y="10631"/>
                    <a:pt x="16031" y="10800"/>
                  </a:cubicBezTo>
                  <a:cubicBezTo>
                    <a:pt x="16031" y="10969"/>
                    <a:pt x="16031" y="11137"/>
                    <a:pt x="16031" y="11137"/>
                  </a:cubicBezTo>
                  <a:cubicBezTo>
                    <a:pt x="18056" y="11137"/>
                    <a:pt x="18056" y="11137"/>
                    <a:pt x="18056" y="11137"/>
                  </a:cubicBezTo>
                  <a:cubicBezTo>
                    <a:pt x="18056" y="11306"/>
                    <a:pt x="18056" y="11644"/>
                    <a:pt x="18056" y="11813"/>
                  </a:cubicBezTo>
                  <a:cubicBezTo>
                    <a:pt x="20419" y="11813"/>
                    <a:pt x="20419" y="11813"/>
                    <a:pt x="20419" y="11813"/>
                  </a:cubicBezTo>
                  <a:cubicBezTo>
                    <a:pt x="19912" y="16200"/>
                    <a:pt x="16369" y="19913"/>
                    <a:pt x="11813" y="20250"/>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04" name="Shape 2604"/>
            <p:cNvSpPr/>
            <p:nvPr/>
          </p:nvSpPr>
          <p:spPr>
            <a:xfrm>
              <a:off x="439726" y="503191"/>
              <a:ext cx="539458" cy="4850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43" y="13745"/>
                  </a:moveTo>
                  <a:cubicBezTo>
                    <a:pt x="12343" y="12764"/>
                    <a:pt x="12343" y="12764"/>
                    <a:pt x="12343" y="12764"/>
                  </a:cubicBezTo>
                  <a:cubicBezTo>
                    <a:pt x="14106" y="11291"/>
                    <a:pt x="15429" y="7855"/>
                    <a:pt x="15429" y="5400"/>
                  </a:cubicBezTo>
                  <a:cubicBezTo>
                    <a:pt x="15429" y="1473"/>
                    <a:pt x="12784" y="0"/>
                    <a:pt x="10580" y="0"/>
                  </a:cubicBezTo>
                  <a:cubicBezTo>
                    <a:pt x="9257" y="0"/>
                    <a:pt x="6171" y="1473"/>
                    <a:pt x="6171" y="5400"/>
                  </a:cubicBezTo>
                  <a:cubicBezTo>
                    <a:pt x="6171" y="7855"/>
                    <a:pt x="7494" y="11291"/>
                    <a:pt x="9257" y="12764"/>
                  </a:cubicBezTo>
                  <a:cubicBezTo>
                    <a:pt x="9257" y="13745"/>
                    <a:pt x="9257" y="13745"/>
                    <a:pt x="9257" y="13745"/>
                  </a:cubicBezTo>
                  <a:cubicBezTo>
                    <a:pt x="4849" y="13745"/>
                    <a:pt x="1322" y="16200"/>
                    <a:pt x="0" y="19145"/>
                  </a:cubicBezTo>
                  <a:cubicBezTo>
                    <a:pt x="3086" y="20618"/>
                    <a:pt x="6612" y="21600"/>
                    <a:pt x="10580" y="21600"/>
                  </a:cubicBezTo>
                  <a:cubicBezTo>
                    <a:pt x="14988" y="21600"/>
                    <a:pt x="18514" y="20618"/>
                    <a:pt x="21600" y="19145"/>
                  </a:cubicBezTo>
                  <a:cubicBezTo>
                    <a:pt x="20278" y="16200"/>
                    <a:pt x="16751" y="13745"/>
                    <a:pt x="12343" y="13745"/>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05" name="Shape 2605"/>
            <p:cNvSpPr/>
            <p:nvPr/>
          </p:nvSpPr>
          <p:spPr>
            <a:xfrm>
              <a:off x="793319" y="494125"/>
              <a:ext cx="326395" cy="403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60" y="13427"/>
                  </a:moveTo>
                  <a:cubicBezTo>
                    <a:pt x="9360" y="12843"/>
                    <a:pt x="9360" y="12843"/>
                    <a:pt x="9360" y="12843"/>
                  </a:cubicBezTo>
                  <a:cubicBezTo>
                    <a:pt x="12240" y="11676"/>
                    <a:pt x="13680" y="8173"/>
                    <a:pt x="13680" y="5254"/>
                  </a:cubicBezTo>
                  <a:cubicBezTo>
                    <a:pt x="13680" y="1751"/>
                    <a:pt x="10080" y="0"/>
                    <a:pt x="7200" y="0"/>
                  </a:cubicBezTo>
                  <a:cubicBezTo>
                    <a:pt x="5760" y="0"/>
                    <a:pt x="3600" y="584"/>
                    <a:pt x="2160" y="2335"/>
                  </a:cubicBezTo>
                  <a:cubicBezTo>
                    <a:pt x="3600" y="3503"/>
                    <a:pt x="4320" y="4670"/>
                    <a:pt x="4320" y="7005"/>
                  </a:cubicBezTo>
                  <a:cubicBezTo>
                    <a:pt x="4320" y="8173"/>
                    <a:pt x="3600" y="9341"/>
                    <a:pt x="2880" y="11092"/>
                  </a:cubicBezTo>
                  <a:cubicBezTo>
                    <a:pt x="3600" y="11676"/>
                    <a:pt x="4320" y="12259"/>
                    <a:pt x="5040" y="12843"/>
                  </a:cubicBezTo>
                  <a:cubicBezTo>
                    <a:pt x="5040" y="13427"/>
                    <a:pt x="5040" y="13427"/>
                    <a:pt x="5040" y="13427"/>
                  </a:cubicBezTo>
                  <a:cubicBezTo>
                    <a:pt x="3600" y="13427"/>
                    <a:pt x="2160" y="14011"/>
                    <a:pt x="1440" y="14011"/>
                  </a:cubicBezTo>
                  <a:cubicBezTo>
                    <a:pt x="720" y="14595"/>
                    <a:pt x="0" y="15178"/>
                    <a:pt x="0" y="15762"/>
                  </a:cubicBezTo>
                  <a:cubicBezTo>
                    <a:pt x="5760" y="16346"/>
                    <a:pt x="10080" y="18681"/>
                    <a:pt x="12240" y="21600"/>
                  </a:cubicBezTo>
                  <a:cubicBezTo>
                    <a:pt x="15840" y="21016"/>
                    <a:pt x="19440" y="20432"/>
                    <a:pt x="21600" y="19265"/>
                  </a:cubicBezTo>
                  <a:cubicBezTo>
                    <a:pt x="20160" y="16346"/>
                    <a:pt x="15840" y="14011"/>
                    <a:pt x="9360" y="13427"/>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06" name="Shape 2606"/>
            <p:cNvSpPr/>
            <p:nvPr/>
          </p:nvSpPr>
          <p:spPr>
            <a:xfrm>
              <a:off x="299194" y="494125"/>
              <a:ext cx="326394" cy="403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762"/>
                  </a:moveTo>
                  <a:cubicBezTo>
                    <a:pt x="21600" y="15178"/>
                    <a:pt x="20880" y="14595"/>
                    <a:pt x="20160" y="14011"/>
                  </a:cubicBezTo>
                  <a:cubicBezTo>
                    <a:pt x="19440" y="14011"/>
                    <a:pt x="18000" y="13427"/>
                    <a:pt x="16560" y="13427"/>
                  </a:cubicBezTo>
                  <a:cubicBezTo>
                    <a:pt x="16560" y="12843"/>
                    <a:pt x="16560" y="12843"/>
                    <a:pt x="16560" y="12843"/>
                  </a:cubicBezTo>
                  <a:cubicBezTo>
                    <a:pt x="17280" y="12259"/>
                    <a:pt x="18000" y="11676"/>
                    <a:pt x="18720" y="11092"/>
                  </a:cubicBezTo>
                  <a:cubicBezTo>
                    <a:pt x="18000" y="9341"/>
                    <a:pt x="17280" y="8173"/>
                    <a:pt x="17280" y="7005"/>
                  </a:cubicBezTo>
                  <a:cubicBezTo>
                    <a:pt x="17280" y="4670"/>
                    <a:pt x="18000" y="3503"/>
                    <a:pt x="19440" y="2335"/>
                  </a:cubicBezTo>
                  <a:cubicBezTo>
                    <a:pt x="18000" y="584"/>
                    <a:pt x="15840" y="0"/>
                    <a:pt x="14400" y="0"/>
                  </a:cubicBezTo>
                  <a:cubicBezTo>
                    <a:pt x="11520" y="0"/>
                    <a:pt x="7920" y="1751"/>
                    <a:pt x="7920" y="5254"/>
                  </a:cubicBezTo>
                  <a:cubicBezTo>
                    <a:pt x="7920" y="8173"/>
                    <a:pt x="9360" y="11676"/>
                    <a:pt x="12240" y="12843"/>
                  </a:cubicBezTo>
                  <a:cubicBezTo>
                    <a:pt x="12240" y="13427"/>
                    <a:pt x="12240" y="13427"/>
                    <a:pt x="12240" y="13427"/>
                  </a:cubicBezTo>
                  <a:cubicBezTo>
                    <a:pt x="5760" y="14011"/>
                    <a:pt x="1440" y="16346"/>
                    <a:pt x="0" y="19265"/>
                  </a:cubicBezTo>
                  <a:cubicBezTo>
                    <a:pt x="2160" y="20432"/>
                    <a:pt x="5760" y="21016"/>
                    <a:pt x="9360" y="21600"/>
                  </a:cubicBezTo>
                  <a:cubicBezTo>
                    <a:pt x="11520" y="18681"/>
                    <a:pt x="15840" y="16346"/>
                    <a:pt x="21600" y="15762"/>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608" name="Shape 2608"/>
          <p:cNvSpPr/>
          <p:nvPr/>
        </p:nvSpPr>
        <p:spPr>
          <a:xfrm>
            <a:off x="14777674" y="4420235"/>
            <a:ext cx="1987424" cy="906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p>
            <a:pPr algn="l" defTabSz="914400">
              <a:defRPr b="1" sz="3000">
                <a:solidFill>
                  <a:srgbClr val="0A0A0A"/>
                </a:solidFill>
                <a:latin typeface="Calibri"/>
                <a:ea typeface="Calibri"/>
                <a:cs typeface="Calibri"/>
                <a:sym typeface="Calibri"/>
              </a:defRPr>
            </a:pPr>
            <a:r>
              <a:rPr b="0">
                <a:latin typeface="Raleway SemiBold"/>
                <a:ea typeface="Raleway SemiBold"/>
                <a:cs typeface="Raleway SemiBold"/>
                <a:sym typeface="Raleway SemiBold"/>
              </a:rPr>
              <a:t>Público A</a:t>
            </a:r>
            <a:endParaRPr b="0">
              <a:latin typeface="Raleway Medium"/>
              <a:ea typeface="Raleway Medium"/>
              <a:cs typeface="Raleway Medium"/>
              <a:sym typeface="Raleway Medium"/>
            </a:endParaRPr>
          </a:p>
          <a:p>
            <a:pPr algn="l" defTabSz="914400">
              <a:defRPr b="1" sz="3600">
                <a:solidFill>
                  <a:srgbClr val="0A0A0A"/>
                </a:solidFill>
                <a:latin typeface="Calibri"/>
                <a:ea typeface="Calibri"/>
                <a:cs typeface="Calibri"/>
                <a:sym typeface="Calibri"/>
              </a:defRPr>
            </a:pPr>
            <a:r>
              <a:rPr b="0" sz="1900">
                <a:latin typeface="Raleway Medium"/>
                <a:ea typeface="Raleway Medium"/>
                <a:cs typeface="Raleway Medium"/>
                <a:sym typeface="Raleway Medium"/>
              </a:rPr>
              <a:t>Descripción</a:t>
            </a:r>
          </a:p>
        </p:txBody>
      </p:sp>
      <p:sp>
        <p:nvSpPr>
          <p:cNvPr id="2609" name="Shape 2609"/>
          <p:cNvSpPr/>
          <p:nvPr/>
        </p:nvSpPr>
        <p:spPr>
          <a:xfrm>
            <a:off x="14777674" y="6464934"/>
            <a:ext cx="1987424" cy="906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p>
            <a:pPr algn="l" defTabSz="914400">
              <a:defRPr b="1" sz="3000">
                <a:solidFill>
                  <a:srgbClr val="0A0A0A"/>
                </a:solidFill>
                <a:latin typeface="Calibri"/>
                <a:ea typeface="Calibri"/>
                <a:cs typeface="Calibri"/>
                <a:sym typeface="Calibri"/>
              </a:defRPr>
            </a:pPr>
            <a:r>
              <a:rPr b="0">
                <a:latin typeface="Raleway SemiBold"/>
                <a:ea typeface="Raleway SemiBold"/>
                <a:cs typeface="Raleway SemiBold"/>
                <a:sym typeface="Raleway SemiBold"/>
              </a:rPr>
              <a:t>Público A</a:t>
            </a:r>
            <a:endParaRPr b="0">
              <a:latin typeface="Raleway Medium"/>
              <a:ea typeface="Raleway Medium"/>
              <a:cs typeface="Raleway Medium"/>
              <a:sym typeface="Raleway Medium"/>
            </a:endParaRPr>
          </a:p>
          <a:p>
            <a:pPr algn="l" defTabSz="914400">
              <a:defRPr b="1" sz="3600">
                <a:solidFill>
                  <a:srgbClr val="0A0A0A"/>
                </a:solidFill>
                <a:latin typeface="Calibri"/>
                <a:ea typeface="Calibri"/>
                <a:cs typeface="Calibri"/>
                <a:sym typeface="Calibri"/>
              </a:defRPr>
            </a:pPr>
            <a:r>
              <a:rPr b="0" sz="1900">
                <a:latin typeface="Raleway Medium"/>
                <a:ea typeface="Raleway Medium"/>
                <a:cs typeface="Raleway Medium"/>
                <a:sym typeface="Raleway Medium"/>
              </a:rPr>
              <a:t>Descripción</a:t>
            </a:r>
          </a:p>
        </p:txBody>
      </p:sp>
      <p:sp>
        <p:nvSpPr>
          <p:cNvPr id="2610" name="Shape 2610"/>
          <p:cNvSpPr/>
          <p:nvPr/>
        </p:nvSpPr>
        <p:spPr>
          <a:xfrm>
            <a:off x="14777674" y="8509634"/>
            <a:ext cx="1987424" cy="906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p>
            <a:pPr algn="l" defTabSz="914400">
              <a:defRPr b="1" sz="3000">
                <a:solidFill>
                  <a:srgbClr val="0A0A0A"/>
                </a:solidFill>
                <a:latin typeface="Calibri"/>
                <a:ea typeface="Calibri"/>
                <a:cs typeface="Calibri"/>
                <a:sym typeface="Calibri"/>
              </a:defRPr>
            </a:pPr>
            <a:r>
              <a:rPr b="0">
                <a:latin typeface="Raleway SemiBold"/>
                <a:ea typeface="Raleway SemiBold"/>
                <a:cs typeface="Raleway SemiBold"/>
                <a:sym typeface="Raleway SemiBold"/>
              </a:rPr>
              <a:t>Público A</a:t>
            </a:r>
            <a:endParaRPr b="0">
              <a:latin typeface="Raleway Medium"/>
              <a:ea typeface="Raleway Medium"/>
              <a:cs typeface="Raleway Medium"/>
              <a:sym typeface="Raleway Medium"/>
            </a:endParaRPr>
          </a:p>
          <a:p>
            <a:pPr algn="l" defTabSz="914400">
              <a:defRPr b="1" sz="3600">
                <a:solidFill>
                  <a:srgbClr val="0A0A0A"/>
                </a:solidFill>
                <a:latin typeface="Calibri"/>
                <a:ea typeface="Calibri"/>
                <a:cs typeface="Calibri"/>
                <a:sym typeface="Calibri"/>
              </a:defRPr>
            </a:pPr>
            <a:r>
              <a:rPr b="0" sz="1900">
                <a:latin typeface="Raleway Medium"/>
                <a:ea typeface="Raleway Medium"/>
                <a:cs typeface="Raleway Medium"/>
                <a:sym typeface="Raleway Medium"/>
              </a:rPr>
              <a:t>Descripción</a:t>
            </a:r>
          </a:p>
        </p:txBody>
      </p:sp>
      <p:sp>
        <p:nvSpPr>
          <p:cNvPr id="2611" name="Shape 261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2558"/>
                                        </p:tgtEl>
                                        <p:attrNameLst>
                                          <p:attrName>style.visibility</p:attrName>
                                        </p:attrNameLst>
                                      </p:cBhvr>
                                      <p:to>
                                        <p:strVal val="visible"/>
                                      </p:to>
                                    </p:set>
                                    <p:anim calcmode="lin" valueType="num">
                                      <p:cBhvr>
                                        <p:cTn id="7" dur="500" fill="hold"/>
                                        <p:tgtEl>
                                          <p:spTgt spid="2558"/>
                                        </p:tgtEl>
                                        <p:attrNameLst>
                                          <p:attrName>ppt_w</p:attrName>
                                        </p:attrNameLst>
                                      </p:cBhvr>
                                      <p:tavLst>
                                        <p:tav tm="0">
                                          <p:val>
                                            <p:fltVal val="0"/>
                                          </p:val>
                                        </p:tav>
                                        <p:tav tm="100000">
                                          <p:val>
                                            <p:strVal val="#ppt_w"/>
                                          </p:val>
                                        </p:tav>
                                      </p:tavLst>
                                    </p:anim>
                                    <p:anim calcmode="lin" valueType="num">
                                      <p:cBhvr>
                                        <p:cTn id="8" dur="500" fill="hold"/>
                                        <p:tgtEl>
                                          <p:spTgt spid="2558"/>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2559"/>
                                        </p:tgtEl>
                                        <p:attrNameLst>
                                          <p:attrName>style.visibility</p:attrName>
                                        </p:attrNameLst>
                                      </p:cBhvr>
                                      <p:to>
                                        <p:strVal val="visible"/>
                                      </p:to>
                                    </p:set>
                                    <p:anim calcmode="lin" valueType="num">
                                      <p:cBhvr>
                                        <p:cTn id="12" dur="500" fill="hold"/>
                                        <p:tgtEl>
                                          <p:spTgt spid="2559"/>
                                        </p:tgtEl>
                                        <p:attrNameLst>
                                          <p:attrName>ppt_w</p:attrName>
                                        </p:attrNameLst>
                                      </p:cBhvr>
                                      <p:tavLst>
                                        <p:tav tm="0">
                                          <p:val>
                                            <p:fltVal val="0"/>
                                          </p:val>
                                        </p:tav>
                                        <p:tav tm="100000">
                                          <p:val>
                                            <p:strVal val="#ppt_w"/>
                                          </p:val>
                                        </p:tav>
                                      </p:tavLst>
                                    </p:anim>
                                    <p:anim calcmode="lin" valueType="num">
                                      <p:cBhvr>
                                        <p:cTn id="13" dur="500" fill="hold"/>
                                        <p:tgtEl>
                                          <p:spTgt spid="2559"/>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2560"/>
                                        </p:tgtEl>
                                        <p:attrNameLst>
                                          <p:attrName>style.visibility</p:attrName>
                                        </p:attrNameLst>
                                      </p:cBhvr>
                                      <p:to>
                                        <p:strVal val="visible"/>
                                      </p:to>
                                    </p:set>
                                    <p:anim calcmode="lin" valueType="num">
                                      <p:cBhvr>
                                        <p:cTn id="17" dur="500" fill="hold"/>
                                        <p:tgtEl>
                                          <p:spTgt spid="2560"/>
                                        </p:tgtEl>
                                        <p:attrNameLst>
                                          <p:attrName>ppt_w</p:attrName>
                                        </p:attrNameLst>
                                      </p:cBhvr>
                                      <p:tavLst>
                                        <p:tav tm="0">
                                          <p:val>
                                            <p:fltVal val="0"/>
                                          </p:val>
                                        </p:tav>
                                        <p:tav tm="100000">
                                          <p:val>
                                            <p:strVal val="#ppt_w"/>
                                          </p:val>
                                        </p:tav>
                                      </p:tavLst>
                                    </p:anim>
                                    <p:anim calcmode="lin" valueType="num">
                                      <p:cBhvr>
                                        <p:cTn id="18" dur="500" fill="hold"/>
                                        <p:tgtEl>
                                          <p:spTgt spid="2560"/>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2561"/>
                                        </p:tgtEl>
                                        <p:attrNameLst>
                                          <p:attrName>style.visibility</p:attrName>
                                        </p:attrNameLst>
                                      </p:cBhvr>
                                      <p:to>
                                        <p:strVal val="visible"/>
                                      </p:to>
                                    </p:set>
                                    <p:anim calcmode="lin" valueType="num">
                                      <p:cBhvr>
                                        <p:cTn id="22" dur="500" fill="hold"/>
                                        <p:tgtEl>
                                          <p:spTgt spid="2561"/>
                                        </p:tgtEl>
                                        <p:attrNameLst>
                                          <p:attrName>ppt_w</p:attrName>
                                        </p:attrNameLst>
                                      </p:cBhvr>
                                      <p:tavLst>
                                        <p:tav tm="0">
                                          <p:val>
                                            <p:fltVal val="0"/>
                                          </p:val>
                                        </p:tav>
                                        <p:tav tm="100000">
                                          <p:val>
                                            <p:strVal val="#ppt_w"/>
                                          </p:val>
                                        </p:tav>
                                      </p:tavLst>
                                    </p:anim>
                                    <p:anim calcmode="lin" valueType="num">
                                      <p:cBhvr>
                                        <p:cTn id="23" dur="500" fill="hold"/>
                                        <p:tgtEl>
                                          <p:spTgt spid="2561"/>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2562"/>
                                        </p:tgtEl>
                                        <p:attrNameLst>
                                          <p:attrName>style.visibility</p:attrName>
                                        </p:attrNameLst>
                                      </p:cBhvr>
                                      <p:to>
                                        <p:strVal val="visible"/>
                                      </p:to>
                                    </p:set>
                                    <p:anim calcmode="lin" valueType="num">
                                      <p:cBhvr>
                                        <p:cTn id="27" dur="500" fill="hold"/>
                                        <p:tgtEl>
                                          <p:spTgt spid="2562"/>
                                        </p:tgtEl>
                                        <p:attrNameLst>
                                          <p:attrName>ppt_w</p:attrName>
                                        </p:attrNameLst>
                                      </p:cBhvr>
                                      <p:tavLst>
                                        <p:tav tm="0">
                                          <p:val>
                                            <p:fltVal val="0"/>
                                          </p:val>
                                        </p:tav>
                                        <p:tav tm="100000">
                                          <p:val>
                                            <p:strVal val="#ppt_w"/>
                                          </p:val>
                                        </p:tav>
                                      </p:tavLst>
                                    </p:anim>
                                    <p:anim calcmode="lin" valueType="num">
                                      <p:cBhvr>
                                        <p:cTn id="28" dur="500" fill="hold"/>
                                        <p:tgtEl>
                                          <p:spTgt spid="2562"/>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2563"/>
                                        </p:tgtEl>
                                        <p:attrNameLst>
                                          <p:attrName>style.visibility</p:attrName>
                                        </p:attrNameLst>
                                      </p:cBhvr>
                                      <p:to>
                                        <p:strVal val="visible"/>
                                      </p:to>
                                    </p:set>
                                    <p:anim calcmode="lin" valueType="num">
                                      <p:cBhvr>
                                        <p:cTn id="32" dur="500" fill="hold"/>
                                        <p:tgtEl>
                                          <p:spTgt spid="2563"/>
                                        </p:tgtEl>
                                        <p:attrNameLst>
                                          <p:attrName>ppt_w</p:attrName>
                                        </p:attrNameLst>
                                      </p:cBhvr>
                                      <p:tavLst>
                                        <p:tav tm="0">
                                          <p:val>
                                            <p:fltVal val="0"/>
                                          </p:val>
                                        </p:tav>
                                        <p:tav tm="100000">
                                          <p:val>
                                            <p:strVal val="#ppt_w"/>
                                          </p:val>
                                        </p:tav>
                                      </p:tavLst>
                                    </p:anim>
                                    <p:anim calcmode="lin" valueType="num">
                                      <p:cBhvr>
                                        <p:cTn id="33" dur="500" fill="hold"/>
                                        <p:tgtEl>
                                          <p:spTgt spid="2563"/>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2564"/>
                                        </p:tgtEl>
                                        <p:attrNameLst>
                                          <p:attrName>style.visibility</p:attrName>
                                        </p:attrNameLst>
                                      </p:cBhvr>
                                      <p:to>
                                        <p:strVal val="visible"/>
                                      </p:to>
                                    </p:set>
                                    <p:anim calcmode="lin" valueType="num">
                                      <p:cBhvr>
                                        <p:cTn id="37" dur="500" fill="hold"/>
                                        <p:tgtEl>
                                          <p:spTgt spid="2564"/>
                                        </p:tgtEl>
                                        <p:attrNameLst>
                                          <p:attrName>ppt_w</p:attrName>
                                        </p:attrNameLst>
                                      </p:cBhvr>
                                      <p:tavLst>
                                        <p:tav tm="0">
                                          <p:val>
                                            <p:fltVal val="0"/>
                                          </p:val>
                                        </p:tav>
                                        <p:tav tm="100000">
                                          <p:val>
                                            <p:strVal val="#ppt_w"/>
                                          </p:val>
                                        </p:tav>
                                      </p:tavLst>
                                    </p:anim>
                                    <p:anim calcmode="lin" valueType="num">
                                      <p:cBhvr>
                                        <p:cTn id="38" dur="500" fill="hold"/>
                                        <p:tgtEl>
                                          <p:spTgt spid="2564"/>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2565"/>
                                        </p:tgtEl>
                                        <p:attrNameLst>
                                          <p:attrName>style.visibility</p:attrName>
                                        </p:attrNameLst>
                                      </p:cBhvr>
                                      <p:to>
                                        <p:strVal val="visible"/>
                                      </p:to>
                                    </p:set>
                                    <p:anim calcmode="lin" valueType="num">
                                      <p:cBhvr>
                                        <p:cTn id="42" dur="500" fill="hold"/>
                                        <p:tgtEl>
                                          <p:spTgt spid="2565"/>
                                        </p:tgtEl>
                                        <p:attrNameLst>
                                          <p:attrName>ppt_w</p:attrName>
                                        </p:attrNameLst>
                                      </p:cBhvr>
                                      <p:tavLst>
                                        <p:tav tm="0">
                                          <p:val>
                                            <p:fltVal val="0"/>
                                          </p:val>
                                        </p:tav>
                                        <p:tav tm="100000">
                                          <p:val>
                                            <p:strVal val="#ppt_w"/>
                                          </p:val>
                                        </p:tav>
                                      </p:tavLst>
                                    </p:anim>
                                    <p:anim calcmode="lin" valueType="num">
                                      <p:cBhvr>
                                        <p:cTn id="43" dur="500" fill="hold"/>
                                        <p:tgtEl>
                                          <p:spTgt spid="2565"/>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Class="entr" nodeType="afterEffect" presetSubtype="16" presetID="23" grpId="9" fill="hold">
                                  <p:stCondLst>
                                    <p:cond delay="0"/>
                                  </p:stCondLst>
                                  <p:iterate type="el" backwards="0">
                                    <p:tmAbs val="0"/>
                                  </p:iterate>
                                  <p:childTnLst>
                                    <p:set>
                                      <p:cBhvr>
                                        <p:cTn id="46" fill="hold"/>
                                        <p:tgtEl>
                                          <p:spTgt spid="2577"/>
                                        </p:tgtEl>
                                        <p:attrNameLst>
                                          <p:attrName>style.visibility</p:attrName>
                                        </p:attrNameLst>
                                      </p:cBhvr>
                                      <p:to>
                                        <p:strVal val="visible"/>
                                      </p:to>
                                    </p:set>
                                    <p:anim calcmode="lin" valueType="num">
                                      <p:cBhvr>
                                        <p:cTn id="47" dur="500" fill="hold"/>
                                        <p:tgtEl>
                                          <p:spTgt spid="2577"/>
                                        </p:tgtEl>
                                        <p:attrNameLst>
                                          <p:attrName>ppt_w</p:attrName>
                                        </p:attrNameLst>
                                      </p:cBhvr>
                                      <p:tavLst>
                                        <p:tav tm="0">
                                          <p:val>
                                            <p:fltVal val="0"/>
                                          </p:val>
                                        </p:tav>
                                        <p:tav tm="100000">
                                          <p:val>
                                            <p:strVal val="#ppt_w"/>
                                          </p:val>
                                        </p:tav>
                                      </p:tavLst>
                                    </p:anim>
                                    <p:anim calcmode="lin" valueType="num">
                                      <p:cBhvr>
                                        <p:cTn id="48" dur="500" fill="hold"/>
                                        <p:tgtEl>
                                          <p:spTgt spid="2577"/>
                                        </p:tgtEl>
                                        <p:attrNameLst>
                                          <p:attrName>ppt_h</p:attrName>
                                        </p:attrNameLst>
                                      </p:cBhvr>
                                      <p:tavLst>
                                        <p:tav tm="0">
                                          <p:val>
                                            <p:fltVal val="0"/>
                                          </p:val>
                                        </p:tav>
                                        <p:tav tm="100000">
                                          <p:val>
                                            <p:strVal val="#ppt_h"/>
                                          </p:val>
                                        </p:tav>
                                      </p:tavLst>
                                    </p:anim>
                                  </p:childTnLst>
                                </p:cTn>
                              </p:par>
                            </p:childTnLst>
                          </p:cTn>
                        </p:par>
                        <p:par>
                          <p:cTn id="49" fill="hold">
                            <p:stCondLst>
                              <p:cond delay="4500"/>
                            </p:stCondLst>
                            <p:childTnLst>
                              <p:par>
                                <p:cTn id="50" presetClass="entr" nodeType="afterEffect" presetSubtype="16" presetID="23" grpId="10" fill="hold">
                                  <p:stCondLst>
                                    <p:cond delay="0"/>
                                  </p:stCondLst>
                                  <p:iterate type="el" backwards="0">
                                    <p:tmAbs val="0"/>
                                  </p:iterate>
                                  <p:childTnLst>
                                    <p:set>
                                      <p:cBhvr>
                                        <p:cTn id="51" fill="hold"/>
                                        <p:tgtEl>
                                          <p:spTgt spid="2592"/>
                                        </p:tgtEl>
                                        <p:attrNameLst>
                                          <p:attrName>style.visibility</p:attrName>
                                        </p:attrNameLst>
                                      </p:cBhvr>
                                      <p:to>
                                        <p:strVal val="visible"/>
                                      </p:to>
                                    </p:set>
                                    <p:anim calcmode="lin" valueType="num">
                                      <p:cBhvr>
                                        <p:cTn id="52" dur="500" fill="hold"/>
                                        <p:tgtEl>
                                          <p:spTgt spid="2592"/>
                                        </p:tgtEl>
                                        <p:attrNameLst>
                                          <p:attrName>ppt_w</p:attrName>
                                        </p:attrNameLst>
                                      </p:cBhvr>
                                      <p:tavLst>
                                        <p:tav tm="0">
                                          <p:val>
                                            <p:fltVal val="0"/>
                                          </p:val>
                                        </p:tav>
                                        <p:tav tm="100000">
                                          <p:val>
                                            <p:strVal val="#ppt_w"/>
                                          </p:val>
                                        </p:tav>
                                      </p:tavLst>
                                    </p:anim>
                                    <p:anim calcmode="lin" valueType="num">
                                      <p:cBhvr>
                                        <p:cTn id="53" dur="500" fill="hold"/>
                                        <p:tgtEl>
                                          <p:spTgt spid="2592"/>
                                        </p:tgtEl>
                                        <p:attrNameLst>
                                          <p:attrName>ppt_h</p:attrName>
                                        </p:attrNameLst>
                                      </p:cBhvr>
                                      <p:tavLst>
                                        <p:tav tm="0">
                                          <p:val>
                                            <p:fltVal val="0"/>
                                          </p:val>
                                        </p:tav>
                                        <p:tav tm="100000">
                                          <p:val>
                                            <p:strVal val="#ppt_h"/>
                                          </p:val>
                                        </p:tav>
                                      </p:tavLst>
                                    </p:anim>
                                  </p:childTnLst>
                                </p:cTn>
                              </p:par>
                            </p:childTnLst>
                          </p:cTn>
                        </p:par>
                        <p:par>
                          <p:cTn id="54" fill="hold">
                            <p:stCondLst>
                              <p:cond delay="5000"/>
                            </p:stCondLst>
                            <p:childTnLst>
                              <p:par>
                                <p:cTn id="55" presetClass="entr" nodeType="afterEffect" presetID="9" grpId="11" fill="hold">
                                  <p:stCondLst>
                                    <p:cond delay="0"/>
                                  </p:stCondLst>
                                  <p:iterate type="el" backwards="0">
                                    <p:tmAbs val="0"/>
                                  </p:iterate>
                                  <p:childTnLst>
                                    <p:set>
                                      <p:cBhvr>
                                        <p:cTn id="56" fill="hold"/>
                                        <p:tgtEl>
                                          <p:spTgt spid="2608"/>
                                        </p:tgtEl>
                                        <p:attrNameLst>
                                          <p:attrName>style.visibility</p:attrName>
                                        </p:attrNameLst>
                                      </p:cBhvr>
                                      <p:to>
                                        <p:strVal val="visible"/>
                                      </p:to>
                                    </p:set>
                                    <p:animEffect filter="dissolve" transition="in">
                                      <p:cBhvr>
                                        <p:cTn id="57" dur="500"/>
                                        <p:tgtEl>
                                          <p:spTgt spid="2608"/>
                                        </p:tgtEl>
                                      </p:cBhvr>
                                    </p:animEffect>
                                  </p:childTnLst>
                                </p:cTn>
                              </p:par>
                            </p:childTnLst>
                          </p:cTn>
                        </p:par>
                        <p:par>
                          <p:cTn id="58" fill="hold">
                            <p:stCondLst>
                              <p:cond delay="5500"/>
                            </p:stCondLst>
                            <p:childTnLst>
                              <p:par>
                                <p:cTn id="59" presetClass="entr" nodeType="afterEffect" presetID="9" grpId="12" fill="hold">
                                  <p:stCondLst>
                                    <p:cond delay="0"/>
                                  </p:stCondLst>
                                  <p:iterate type="el" backwards="0">
                                    <p:tmAbs val="0"/>
                                  </p:iterate>
                                  <p:childTnLst>
                                    <p:set>
                                      <p:cBhvr>
                                        <p:cTn id="60" fill="hold"/>
                                        <p:tgtEl>
                                          <p:spTgt spid="2609"/>
                                        </p:tgtEl>
                                        <p:attrNameLst>
                                          <p:attrName>style.visibility</p:attrName>
                                        </p:attrNameLst>
                                      </p:cBhvr>
                                      <p:to>
                                        <p:strVal val="visible"/>
                                      </p:to>
                                    </p:set>
                                    <p:animEffect filter="dissolve" transition="in">
                                      <p:cBhvr>
                                        <p:cTn id="61" dur="500"/>
                                        <p:tgtEl>
                                          <p:spTgt spid="2609"/>
                                        </p:tgtEl>
                                      </p:cBhvr>
                                    </p:animEffect>
                                  </p:childTnLst>
                                </p:cTn>
                              </p:par>
                            </p:childTnLst>
                          </p:cTn>
                        </p:par>
                        <p:par>
                          <p:cTn id="62" fill="hold">
                            <p:stCondLst>
                              <p:cond delay="6000"/>
                            </p:stCondLst>
                            <p:childTnLst>
                              <p:par>
                                <p:cTn id="63" presetClass="entr" nodeType="afterEffect" presetID="9" grpId="13" fill="hold">
                                  <p:stCondLst>
                                    <p:cond delay="0"/>
                                  </p:stCondLst>
                                  <p:iterate type="el" backwards="0">
                                    <p:tmAbs val="0"/>
                                  </p:iterate>
                                  <p:childTnLst>
                                    <p:set>
                                      <p:cBhvr>
                                        <p:cTn id="64" fill="hold"/>
                                        <p:tgtEl>
                                          <p:spTgt spid="2610"/>
                                        </p:tgtEl>
                                        <p:attrNameLst>
                                          <p:attrName>style.visibility</p:attrName>
                                        </p:attrNameLst>
                                      </p:cBhvr>
                                      <p:to>
                                        <p:strVal val="visible"/>
                                      </p:to>
                                    </p:set>
                                    <p:animEffect filter="dissolve" transition="in">
                                      <p:cBhvr>
                                        <p:cTn id="65" dur="500"/>
                                        <p:tgtEl>
                                          <p:spTgt spid="261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561" grpId="4"/>
      <p:bldP build="whole" bldLvl="1" animBg="1" rev="0" advAuto="0" spid="2559" grpId="2"/>
      <p:bldP build="whole" bldLvl="1" animBg="1" rev="0" advAuto="0" spid="2565" grpId="8"/>
      <p:bldP build="whole" bldLvl="1" animBg="1" rev="0" advAuto="0" spid="2563" grpId="6"/>
      <p:bldP build="whole" bldLvl="1" animBg="1" rev="0" advAuto="0" spid="2577" grpId="9"/>
      <p:bldP build="whole" bldLvl="1" animBg="1" rev="0" advAuto="0" spid="2562" grpId="5"/>
      <p:bldP build="whole" bldLvl="1" animBg="1" rev="0" advAuto="0" spid="2564" grpId="7"/>
      <p:bldP build="whole" bldLvl="1" animBg="1" rev="0" advAuto="0" spid="2558" grpId="1"/>
      <p:bldP build="whole" bldLvl="1" animBg="1" rev="0" advAuto="0" spid="2592" grpId="10"/>
      <p:bldP build="whole" bldLvl="1" animBg="1" rev="0" advAuto="0" spid="2610" grpId="13"/>
      <p:bldP build="whole" bldLvl="1" animBg="1" rev="0" advAuto="0" spid="2560" grpId="3"/>
      <p:bldP build="whole" bldLvl="1" animBg="1" rev="0" advAuto="0" spid="2608" grpId="11"/>
      <p:bldP build="whole" bldLvl="1" animBg="1" rev="0" advAuto="0" spid="2609" grpId="12"/>
    </p:bldLst>
  </p:timing>
</p:sld>
</file>

<file path=ppt/slides/slide9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613" name="Shape 2613"/>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2614" name="Shape 2614"/>
          <p:cNvSpPr/>
          <p:nvPr/>
        </p:nvSpPr>
        <p:spPr>
          <a:xfrm>
            <a:off x="3723946" y="3530090"/>
            <a:ext cx="1729195" cy="5478548"/>
          </a:xfrm>
          <a:custGeom>
            <a:avLst/>
            <a:gdLst/>
            <a:ahLst/>
            <a:cxnLst>
              <a:cxn ang="0">
                <a:pos x="wd2" y="hd2"/>
              </a:cxn>
              <a:cxn ang="5400000">
                <a:pos x="wd2" y="hd2"/>
              </a:cxn>
              <a:cxn ang="10800000">
                <a:pos x="wd2" y="hd2"/>
              </a:cxn>
              <a:cxn ang="16200000">
                <a:pos x="wd2" y="hd2"/>
              </a:cxn>
            </a:cxnLst>
            <a:rect l="0" t="0" r="r" b="b"/>
            <a:pathLst>
              <a:path w="21288" h="21345" fill="norm" stroke="1" extrusionOk="0">
                <a:moveTo>
                  <a:pt x="21068" y="5972"/>
                </a:moveTo>
                <a:cubicBezTo>
                  <a:pt x="20788" y="5560"/>
                  <a:pt x="19948" y="5575"/>
                  <a:pt x="19109" y="5340"/>
                </a:cubicBezTo>
                <a:cubicBezTo>
                  <a:pt x="18316" y="5105"/>
                  <a:pt x="17663" y="4914"/>
                  <a:pt x="17569" y="4488"/>
                </a:cubicBezTo>
                <a:cubicBezTo>
                  <a:pt x="17429" y="4047"/>
                  <a:pt x="15936" y="3694"/>
                  <a:pt x="14957" y="3621"/>
                </a:cubicBezTo>
                <a:cubicBezTo>
                  <a:pt x="14070" y="3562"/>
                  <a:pt x="13231" y="3415"/>
                  <a:pt x="12997" y="3386"/>
                </a:cubicBezTo>
                <a:cubicBezTo>
                  <a:pt x="12951" y="3503"/>
                  <a:pt x="13091" y="3768"/>
                  <a:pt x="13184" y="3959"/>
                </a:cubicBezTo>
                <a:cubicBezTo>
                  <a:pt x="13137" y="3973"/>
                  <a:pt x="13044" y="3944"/>
                  <a:pt x="12997" y="3900"/>
                </a:cubicBezTo>
                <a:cubicBezTo>
                  <a:pt x="12671" y="3680"/>
                  <a:pt x="12577" y="3562"/>
                  <a:pt x="12344" y="3606"/>
                </a:cubicBezTo>
                <a:cubicBezTo>
                  <a:pt x="12158" y="3635"/>
                  <a:pt x="12018" y="3782"/>
                  <a:pt x="11878" y="3915"/>
                </a:cubicBezTo>
                <a:cubicBezTo>
                  <a:pt x="11131" y="3621"/>
                  <a:pt x="9358" y="3018"/>
                  <a:pt x="8472" y="2769"/>
                </a:cubicBezTo>
                <a:cubicBezTo>
                  <a:pt x="8519" y="2739"/>
                  <a:pt x="8612" y="2710"/>
                  <a:pt x="8705" y="2695"/>
                </a:cubicBezTo>
                <a:cubicBezTo>
                  <a:pt x="8939" y="2827"/>
                  <a:pt x="9452" y="3048"/>
                  <a:pt x="10012" y="3136"/>
                </a:cubicBezTo>
                <a:cubicBezTo>
                  <a:pt x="10711" y="3253"/>
                  <a:pt x="12298" y="3547"/>
                  <a:pt x="12298" y="3547"/>
                </a:cubicBezTo>
                <a:cubicBezTo>
                  <a:pt x="12298" y="3547"/>
                  <a:pt x="12624" y="3312"/>
                  <a:pt x="12717" y="3165"/>
                </a:cubicBezTo>
                <a:cubicBezTo>
                  <a:pt x="12717" y="3151"/>
                  <a:pt x="12717" y="3151"/>
                  <a:pt x="12717" y="3151"/>
                </a:cubicBezTo>
                <a:cubicBezTo>
                  <a:pt x="12717" y="3165"/>
                  <a:pt x="12717" y="3165"/>
                  <a:pt x="12717" y="3165"/>
                </a:cubicBezTo>
                <a:cubicBezTo>
                  <a:pt x="12717" y="3151"/>
                  <a:pt x="12717" y="3121"/>
                  <a:pt x="12717" y="3107"/>
                </a:cubicBezTo>
                <a:cubicBezTo>
                  <a:pt x="12717" y="3004"/>
                  <a:pt x="12624" y="2930"/>
                  <a:pt x="12951" y="2901"/>
                </a:cubicBezTo>
                <a:cubicBezTo>
                  <a:pt x="13324" y="2871"/>
                  <a:pt x="13837" y="2489"/>
                  <a:pt x="13977" y="2254"/>
                </a:cubicBezTo>
                <a:cubicBezTo>
                  <a:pt x="14164" y="2019"/>
                  <a:pt x="14164" y="1813"/>
                  <a:pt x="14490" y="1549"/>
                </a:cubicBezTo>
                <a:cubicBezTo>
                  <a:pt x="14863" y="1299"/>
                  <a:pt x="14817" y="1049"/>
                  <a:pt x="14444" y="726"/>
                </a:cubicBezTo>
                <a:cubicBezTo>
                  <a:pt x="14444" y="726"/>
                  <a:pt x="14444" y="726"/>
                  <a:pt x="14444" y="726"/>
                </a:cubicBezTo>
                <a:cubicBezTo>
                  <a:pt x="13884" y="-23"/>
                  <a:pt x="12811" y="182"/>
                  <a:pt x="12811" y="182"/>
                </a:cubicBezTo>
                <a:cubicBezTo>
                  <a:pt x="11364" y="-229"/>
                  <a:pt x="9685" y="153"/>
                  <a:pt x="8939" y="388"/>
                </a:cubicBezTo>
                <a:cubicBezTo>
                  <a:pt x="8939" y="388"/>
                  <a:pt x="8939" y="388"/>
                  <a:pt x="8892" y="388"/>
                </a:cubicBezTo>
                <a:cubicBezTo>
                  <a:pt x="8752" y="418"/>
                  <a:pt x="8659" y="462"/>
                  <a:pt x="8565" y="520"/>
                </a:cubicBezTo>
                <a:cubicBezTo>
                  <a:pt x="8565" y="520"/>
                  <a:pt x="8565" y="520"/>
                  <a:pt x="8565" y="520"/>
                </a:cubicBezTo>
                <a:cubicBezTo>
                  <a:pt x="7866" y="844"/>
                  <a:pt x="8052" y="1520"/>
                  <a:pt x="8052" y="1520"/>
                </a:cubicBezTo>
                <a:cubicBezTo>
                  <a:pt x="8052" y="1520"/>
                  <a:pt x="7959" y="1534"/>
                  <a:pt x="7866" y="1696"/>
                </a:cubicBezTo>
                <a:cubicBezTo>
                  <a:pt x="7819" y="1858"/>
                  <a:pt x="8052" y="2107"/>
                  <a:pt x="8192" y="2195"/>
                </a:cubicBezTo>
                <a:cubicBezTo>
                  <a:pt x="8285" y="2284"/>
                  <a:pt x="8519" y="2298"/>
                  <a:pt x="8565" y="2372"/>
                </a:cubicBezTo>
                <a:cubicBezTo>
                  <a:pt x="8565" y="2372"/>
                  <a:pt x="8472" y="2548"/>
                  <a:pt x="8332" y="2724"/>
                </a:cubicBezTo>
                <a:cubicBezTo>
                  <a:pt x="8332" y="2724"/>
                  <a:pt x="8332" y="2724"/>
                  <a:pt x="8285" y="2724"/>
                </a:cubicBezTo>
                <a:cubicBezTo>
                  <a:pt x="8239" y="2754"/>
                  <a:pt x="8332" y="2798"/>
                  <a:pt x="8052" y="2960"/>
                </a:cubicBezTo>
                <a:cubicBezTo>
                  <a:pt x="7632" y="3165"/>
                  <a:pt x="7026" y="3239"/>
                  <a:pt x="5533" y="3489"/>
                </a:cubicBezTo>
                <a:cubicBezTo>
                  <a:pt x="4087" y="3724"/>
                  <a:pt x="3713" y="4209"/>
                  <a:pt x="3574" y="4664"/>
                </a:cubicBezTo>
                <a:cubicBezTo>
                  <a:pt x="3434" y="5134"/>
                  <a:pt x="3200" y="5487"/>
                  <a:pt x="3434" y="5590"/>
                </a:cubicBezTo>
                <a:cubicBezTo>
                  <a:pt x="3667" y="5693"/>
                  <a:pt x="4227" y="6280"/>
                  <a:pt x="4740" y="6780"/>
                </a:cubicBezTo>
                <a:cubicBezTo>
                  <a:pt x="5300" y="7265"/>
                  <a:pt x="5066" y="7838"/>
                  <a:pt x="4973" y="8058"/>
                </a:cubicBezTo>
                <a:cubicBezTo>
                  <a:pt x="4880" y="8264"/>
                  <a:pt x="4460" y="8455"/>
                  <a:pt x="4507" y="8734"/>
                </a:cubicBezTo>
                <a:cubicBezTo>
                  <a:pt x="4553" y="9013"/>
                  <a:pt x="4460" y="9293"/>
                  <a:pt x="4320" y="9719"/>
                </a:cubicBezTo>
                <a:cubicBezTo>
                  <a:pt x="4227" y="10130"/>
                  <a:pt x="3434" y="10924"/>
                  <a:pt x="3853" y="10982"/>
                </a:cubicBezTo>
                <a:cubicBezTo>
                  <a:pt x="4227" y="11056"/>
                  <a:pt x="4367" y="11041"/>
                  <a:pt x="4367" y="11232"/>
                </a:cubicBezTo>
                <a:cubicBezTo>
                  <a:pt x="4367" y="11423"/>
                  <a:pt x="4087" y="12643"/>
                  <a:pt x="3107" y="14098"/>
                </a:cubicBezTo>
                <a:cubicBezTo>
                  <a:pt x="2127" y="15567"/>
                  <a:pt x="634" y="18814"/>
                  <a:pt x="308" y="19431"/>
                </a:cubicBezTo>
                <a:cubicBezTo>
                  <a:pt x="-19" y="20034"/>
                  <a:pt x="261" y="20093"/>
                  <a:pt x="261" y="20093"/>
                </a:cubicBezTo>
                <a:cubicBezTo>
                  <a:pt x="261" y="20093"/>
                  <a:pt x="261" y="20137"/>
                  <a:pt x="75" y="20313"/>
                </a:cubicBezTo>
                <a:cubicBezTo>
                  <a:pt x="-112" y="20489"/>
                  <a:pt x="75" y="20607"/>
                  <a:pt x="401" y="20680"/>
                </a:cubicBezTo>
                <a:cubicBezTo>
                  <a:pt x="728" y="20754"/>
                  <a:pt x="774" y="20901"/>
                  <a:pt x="1474" y="21062"/>
                </a:cubicBezTo>
                <a:cubicBezTo>
                  <a:pt x="2127" y="21224"/>
                  <a:pt x="4087" y="21371"/>
                  <a:pt x="4926" y="21342"/>
                </a:cubicBezTo>
                <a:cubicBezTo>
                  <a:pt x="5766" y="21312"/>
                  <a:pt x="5533" y="21224"/>
                  <a:pt x="5486" y="20960"/>
                </a:cubicBezTo>
                <a:cubicBezTo>
                  <a:pt x="5440" y="20695"/>
                  <a:pt x="4367" y="20313"/>
                  <a:pt x="4367" y="20313"/>
                </a:cubicBezTo>
                <a:cubicBezTo>
                  <a:pt x="4367" y="20313"/>
                  <a:pt x="4320" y="20240"/>
                  <a:pt x="4600" y="20195"/>
                </a:cubicBezTo>
                <a:cubicBezTo>
                  <a:pt x="4880" y="20137"/>
                  <a:pt x="6046" y="18961"/>
                  <a:pt x="7026" y="17859"/>
                </a:cubicBezTo>
                <a:cubicBezTo>
                  <a:pt x="8052" y="16772"/>
                  <a:pt x="9872" y="14788"/>
                  <a:pt x="9872" y="14788"/>
                </a:cubicBezTo>
                <a:cubicBezTo>
                  <a:pt x="9872" y="14788"/>
                  <a:pt x="10012" y="15361"/>
                  <a:pt x="10151" y="15934"/>
                </a:cubicBezTo>
                <a:cubicBezTo>
                  <a:pt x="10245" y="16507"/>
                  <a:pt x="10338" y="18388"/>
                  <a:pt x="10151" y="18873"/>
                </a:cubicBezTo>
                <a:cubicBezTo>
                  <a:pt x="9918" y="19358"/>
                  <a:pt x="9918" y="19799"/>
                  <a:pt x="9918" y="19799"/>
                </a:cubicBezTo>
                <a:cubicBezTo>
                  <a:pt x="9918" y="19799"/>
                  <a:pt x="9918" y="19858"/>
                  <a:pt x="9918" y="20019"/>
                </a:cubicBezTo>
                <a:cubicBezTo>
                  <a:pt x="9918" y="20181"/>
                  <a:pt x="10291" y="20181"/>
                  <a:pt x="11178" y="20210"/>
                </a:cubicBezTo>
                <a:cubicBezTo>
                  <a:pt x="12064" y="20240"/>
                  <a:pt x="13277" y="20225"/>
                  <a:pt x="13277" y="20225"/>
                </a:cubicBezTo>
                <a:cubicBezTo>
                  <a:pt x="13277" y="20225"/>
                  <a:pt x="13231" y="20093"/>
                  <a:pt x="13744" y="20166"/>
                </a:cubicBezTo>
                <a:cubicBezTo>
                  <a:pt x="14210" y="20225"/>
                  <a:pt x="15237" y="20387"/>
                  <a:pt x="16170" y="20387"/>
                </a:cubicBezTo>
                <a:cubicBezTo>
                  <a:pt x="17103" y="20387"/>
                  <a:pt x="19902" y="20519"/>
                  <a:pt x="19902" y="20298"/>
                </a:cubicBezTo>
                <a:cubicBezTo>
                  <a:pt x="19902" y="20078"/>
                  <a:pt x="18829" y="19990"/>
                  <a:pt x="17849" y="19990"/>
                </a:cubicBezTo>
                <a:cubicBezTo>
                  <a:pt x="16916" y="19990"/>
                  <a:pt x="15843" y="19520"/>
                  <a:pt x="15843" y="19520"/>
                </a:cubicBezTo>
                <a:cubicBezTo>
                  <a:pt x="15843" y="19520"/>
                  <a:pt x="15843" y="19520"/>
                  <a:pt x="16123" y="19461"/>
                </a:cubicBezTo>
                <a:cubicBezTo>
                  <a:pt x="16356" y="19417"/>
                  <a:pt x="14817" y="19049"/>
                  <a:pt x="14630" y="18873"/>
                </a:cubicBezTo>
                <a:cubicBezTo>
                  <a:pt x="14397" y="18697"/>
                  <a:pt x="14444" y="18667"/>
                  <a:pt x="14630" y="18241"/>
                </a:cubicBezTo>
                <a:cubicBezTo>
                  <a:pt x="14770" y="17830"/>
                  <a:pt x="15143" y="16463"/>
                  <a:pt x="15610" y="15640"/>
                </a:cubicBezTo>
                <a:cubicBezTo>
                  <a:pt x="16030" y="14803"/>
                  <a:pt x="16590" y="13995"/>
                  <a:pt x="16916" y="13289"/>
                </a:cubicBezTo>
                <a:cubicBezTo>
                  <a:pt x="17243" y="12569"/>
                  <a:pt x="17429" y="11409"/>
                  <a:pt x="17429" y="11409"/>
                </a:cubicBezTo>
                <a:cubicBezTo>
                  <a:pt x="17429" y="11409"/>
                  <a:pt x="17616" y="11394"/>
                  <a:pt x="17942" y="11306"/>
                </a:cubicBezTo>
                <a:cubicBezTo>
                  <a:pt x="18269" y="11218"/>
                  <a:pt x="18176" y="10997"/>
                  <a:pt x="17989" y="10747"/>
                </a:cubicBezTo>
                <a:cubicBezTo>
                  <a:pt x="17849" y="10483"/>
                  <a:pt x="17616" y="9410"/>
                  <a:pt x="17476" y="8896"/>
                </a:cubicBezTo>
                <a:cubicBezTo>
                  <a:pt x="17289" y="8382"/>
                  <a:pt x="16636" y="7618"/>
                  <a:pt x="16636" y="7618"/>
                </a:cubicBezTo>
                <a:cubicBezTo>
                  <a:pt x="16636" y="7618"/>
                  <a:pt x="17149" y="7544"/>
                  <a:pt x="17476" y="7441"/>
                </a:cubicBezTo>
                <a:cubicBezTo>
                  <a:pt x="17802" y="7353"/>
                  <a:pt x="17849" y="7118"/>
                  <a:pt x="17849" y="7118"/>
                </a:cubicBezTo>
                <a:cubicBezTo>
                  <a:pt x="17849" y="7118"/>
                  <a:pt x="19855" y="7177"/>
                  <a:pt x="20695" y="7059"/>
                </a:cubicBezTo>
                <a:cubicBezTo>
                  <a:pt x="21488" y="6956"/>
                  <a:pt x="21348" y="6383"/>
                  <a:pt x="21068" y="5972"/>
                </a:cubicBezTo>
                <a:close/>
                <a:moveTo>
                  <a:pt x="14397" y="6501"/>
                </a:moveTo>
                <a:cubicBezTo>
                  <a:pt x="14397" y="6501"/>
                  <a:pt x="15283" y="6413"/>
                  <a:pt x="15283" y="6192"/>
                </a:cubicBezTo>
                <a:cubicBezTo>
                  <a:pt x="15283" y="5957"/>
                  <a:pt x="14583" y="5810"/>
                  <a:pt x="14257" y="5795"/>
                </a:cubicBezTo>
                <a:cubicBezTo>
                  <a:pt x="13930" y="5795"/>
                  <a:pt x="14490" y="5634"/>
                  <a:pt x="15143" y="5810"/>
                </a:cubicBezTo>
                <a:cubicBezTo>
                  <a:pt x="15843" y="5987"/>
                  <a:pt x="16356" y="6751"/>
                  <a:pt x="16356" y="6751"/>
                </a:cubicBezTo>
                <a:cubicBezTo>
                  <a:pt x="16356" y="6751"/>
                  <a:pt x="14957" y="6574"/>
                  <a:pt x="14397" y="6501"/>
                </a:cubicBezTo>
                <a:close/>
                <a:moveTo>
                  <a:pt x="16216" y="7706"/>
                </a:moveTo>
                <a:cubicBezTo>
                  <a:pt x="16216" y="7706"/>
                  <a:pt x="16310" y="7118"/>
                  <a:pt x="16356" y="6868"/>
                </a:cubicBezTo>
                <a:cubicBezTo>
                  <a:pt x="16776" y="7573"/>
                  <a:pt x="16776" y="7573"/>
                  <a:pt x="16776" y="7573"/>
                </a:cubicBezTo>
                <a:lnTo>
                  <a:pt x="16216" y="7706"/>
                </a:lnTo>
                <a:close/>
              </a:path>
            </a:pathLst>
          </a:custGeom>
          <a:solidFill>
            <a:srgbClr val="2F5379"/>
          </a:solidFill>
          <a:ln w="12700">
            <a:miter lim="400000"/>
            <a:tailEnd type="triangle"/>
          </a:ln>
          <a:effectLst>
            <a:outerShdw sx="100000" sy="100000" kx="0" ky="0" algn="b" rotWithShape="0" blurRad="152400" dist="0" dir="13500000">
              <a:srgbClr val="000000">
                <a:alpha val="6000"/>
              </a:srgbClr>
            </a:outerShdw>
          </a:effectLst>
        </p:spPr>
        <p:txBody>
          <a:bodyPr tIns="91439" bIns="91439"/>
          <a:lstStyle/>
          <a:p>
            <a:pPr algn="l" defTabSz="914400">
              <a:defRPr sz="4800">
                <a:solidFill>
                  <a:srgbClr val="0A0A0A"/>
                </a:solidFill>
                <a:latin typeface="Calibri"/>
                <a:ea typeface="Calibri"/>
                <a:cs typeface="Calibri"/>
                <a:sym typeface="Calibri"/>
              </a:defRPr>
            </a:pPr>
          </a:p>
        </p:txBody>
      </p:sp>
      <p:sp>
        <p:nvSpPr>
          <p:cNvPr id="2615" name="Shape 2615"/>
          <p:cNvSpPr/>
          <p:nvPr/>
        </p:nvSpPr>
        <p:spPr>
          <a:xfrm>
            <a:off x="13917852" y="3471212"/>
            <a:ext cx="1408831" cy="5539954"/>
          </a:xfrm>
          <a:custGeom>
            <a:avLst/>
            <a:gdLst/>
            <a:ahLst/>
            <a:cxnLst>
              <a:cxn ang="0">
                <a:pos x="wd2" y="hd2"/>
              </a:cxn>
              <a:cxn ang="5400000">
                <a:pos x="wd2" y="hd2"/>
              </a:cxn>
              <a:cxn ang="10800000">
                <a:pos x="wd2" y="hd2"/>
              </a:cxn>
              <a:cxn ang="16200000">
                <a:pos x="wd2" y="hd2"/>
              </a:cxn>
            </a:cxnLst>
            <a:rect l="0" t="0" r="r" b="b"/>
            <a:pathLst>
              <a:path w="21526" h="21584" fill="norm" stroke="1" extrusionOk="0">
                <a:moveTo>
                  <a:pt x="21526" y="5835"/>
                </a:moveTo>
                <a:cubicBezTo>
                  <a:pt x="21490" y="5317"/>
                  <a:pt x="21417" y="4946"/>
                  <a:pt x="21307" y="4733"/>
                </a:cubicBezTo>
                <a:cubicBezTo>
                  <a:pt x="21161" y="4372"/>
                  <a:pt x="20796" y="4103"/>
                  <a:pt x="20212" y="3909"/>
                </a:cubicBezTo>
                <a:cubicBezTo>
                  <a:pt x="20103" y="3872"/>
                  <a:pt x="19884" y="3816"/>
                  <a:pt x="19592" y="3761"/>
                </a:cubicBezTo>
                <a:cubicBezTo>
                  <a:pt x="19227" y="3677"/>
                  <a:pt x="19008" y="3622"/>
                  <a:pt x="18899" y="3594"/>
                </a:cubicBezTo>
                <a:cubicBezTo>
                  <a:pt x="18060" y="3381"/>
                  <a:pt x="17367" y="3233"/>
                  <a:pt x="16819" y="3149"/>
                </a:cubicBezTo>
                <a:cubicBezTo>
                  <a:pt x="16819" y="3112"/>
                  <a:pt x="16710" y="3038"/>
                  <a:pt x="16491" y="2945"/>
                </a:cubicBezTo>
                <a:cubicBezTo>
                  <a:pt x="16491" y="2936"/>
                  <a:pt x="16454" y="2927"/>
                  <a:pt x="16454" y="2918"/>
                </a:cubicBezTo>
                <a:cubicBezTo>
                  <a:pt x="16235" y="2807"/>
                  <a:pt x="16090" y="2714"/>
                  <a:pt x="16090" y="2649"/>
                </a:cubicBezTo>
                <a:cubicBezTo>
                  <a:pt x="16017" y="2631"/>
                  <a:pt x="15944" y="2631"/>
                  <a:pt x="15834" y="2631"/>
                </a:cubicBezTo>
                <a:cubicBezTo>
                  <a:pt x="15761" y="2631"/>
                  <a:pt x="15652" y="2621"/>
                  <a:pt x="15506" y="2621"/>
                </a:cubicBezTo>
                <a:cubicBezTo>
                  <a:pt x="16126" y="2510"/>
                  <a:pt x="16564" y="2325"/>
                  <a:pt x="16892" y="2066"/>
                </a:cubicBezTo>
                <a:cubicBezTo>
                  <a:pt x="17184" y="1815"/>
                  <a:pt x="17294" y="1556"/>
                  <a:pt x="17221" y="1278"/>
                </a:cubicBezTo>
                <a:cubicBezTo>
                  <a:pt x="17148" y="991"/>
                  <a:pt x="16892" y="741"/>
                  <a:pt x="16454" y="556"/>
                </a:cubicBezTo>
                <a:cubicBezTo>
                  <a:pt x="15944" y="333"/>
                  <a:pt x="15287" y="204"/>
                  <a:pt x="14448" y="167"/>
                </a:cubicBezTo>
                <a:cubicBezTo>
                  <a:pt x="14338" y="167"/>
                  <a:pt x="14338" y="148"/>
                  <a:pt x="14411" y="130"/>
                </a:cubicBezTo>
                <a:cubicBezTo>
                  <a:pt x="14448" y="111"/>
                  <a:pt x="14448" y="102"/>
                  <a:pt x="14375" y="102"/>
                </a:cubicBezTo>
                <a:cubicBezTo>
                  <a:pt x="14265" y="93"/>
                  <a:pt x="14192" y="93"/>
                  <a:pt x="14156" y="111"/>
                </a:cubicBezTo>
                <a:cubicBezTo>
                  <a:pt x="14119" y="130"/>
                  <a:pt x="14083" y="148"/>
                  <a:pt x="14046" y="148"/>
                </a:cubicBezTo>
                <a:cubicBezTo>
                  <a:pt x="13900" y="102"/>
                  <a:pt x="13572" y="65"/>
                  <a:pt x="13025" y="37"/>
                </a:cubicBezTo>
                <a:cubicBezTo>
                  <a:pt x="12550" y="9"/>
                  <a:pt x="12076" y="0"/>
                  <a:pt x="11675" y="0"/>
                </a:cubicBezTo>
                <a:cubicBezTo>
                  <a:pt x="10908" y="28"/>
                  <a:pt x="10033" y="111"/>
                  <a:pt x="9011" y="259"/>
                </a:cubicBezTo>
                <a:cubicBezTo>
                  <a:pt x="8464" y="343"/>
                  <a:pt x="7734" y="454"/>
                  <a:pt x="6822" y="593"/>
                </a:cubicBezTo>
                <a:cubicBezTo>
                  <a:pt x="6895" y="639"/>
                  <a:pt x="6858" y="685"/>
                  <a:pt x="6822" y="732"/>
                </a:cubicBezTo>
                <a:cubicBezTo>
                  <a:pt x="6749" y="760"/>
                  <a:pt x="6676" y="797"/>
                  <a:pt x="6603" y="871"/>
                </a:cubicBezTo>
                <a:cubicBezTo>
                  <a:pt x="6785" y="880"/>
                  <a:pt x="6968" y="880"/>
                  <a:pt x="7114" y="871"/>
                </a:cubicBezTo>
                <a:cubicBezTo>
                  <a:pt x="7296" y="852"/>
                  <a:pt x="7406" y="852"/>
                  <a:pt x="7442" y="852"/>
                </a:cubicBezTo>
                <a:cubicBezTo>
                  <a:pt x="7369" y="926"/>
                  <a:pt x="7223" y="1047"/>
                  <a:pt x="7004" y="1204"/>
                </a:cubicBezTo>
                <a:cubicBezTo>
                  <a:pt x="6858" y="1334"/>
                  <a:pt x="6822" y="1482"/>
                  <a:pt x="6822" y="1612"/>
                </a:cubicBezTo>
                <a:cubicBezTo>
                  <a:pt x="7333" y="1686"/>
                  <a:pt x="7479" y="1797"/>
                  <a:pt x="7260" y="1945"/>
                </a:cubicBezTo>
                <a:cubicBezTo>
                  <a:pt x="7150" y="2028"/>
                  <a:pt x="6895" y="2158"/>
                  <a:pt x="6530" y="2334"/>
                </a:cubicBezTo>
                <a:cubicBezTo>
                  <a:pt x="6530" y="2371"/>
                  <a:pt x="6640" y="2390"/>
                  <a:pt x="6822" y="2408"/>
                </a:cubicBezTo>
                <a:cubicBezTo>
                  <a:pt x="6895" y="2417"/>
                  <a:pt x="7041" y="2427"/>
                  <a:pt x="7296" y="2427"/>
                </a:cubicBezTo>
                <a:cubicBezTo>
                  <a:pt x="7296" y="2538"/>
                  <a:pt x="7333" y="2621"/>
                  <a:pt x="7406" y="2686"/>
                </a:cubicBezTo>
                <a:cubicBezTo>
                  <a:pt x="7479" y="2723"/>
                  <a:pt x="7625" y="2779"/>
                  <a:pt x="7844" y="2853"/>
                </a:cubicBezTo>
                <a:cubicBezTo>
                  <a:pt x="6494" y="2779"/>
                  <a:pt x="5217" y="2853"/>
                  <a:pt x="3976" y="3075"/>
                </a:cubicBezTo>
                <a:cubicBezTo>
                  <a:pt x="3830" y="3186"/>
                  <a:pt x="3611" y="3399"/>
                  <a:pt x="3392" y="3723"/>
                </a:cubicBezTo>
                <a:cubicBezTo>
                  <a:pt x="3173" y="4038"/>
                  <a:pt x="2918" y="4261"/>
                  <a:pt x="2662" y="4400"/>
                </a:cubicBezTo>
                <a:cubicBezTo>
                  <a:pt x="2590" y="4437"/>
                  <a:pt x="2480" y="4492"/>
                  <a:pt x="2298" y="4576"/>
                </a:cubicBezTo>
                <a:cubicBezTo>
                  <a:pt x="2225" y="4613"/>
                  <a:pt x="2152" y="4640"/>
                  <a:pt x="2079" y="4668"/>
                </a:cubicBezTo>
                <a:cubicBezTo>
                  <a:pt x="2006" y="4705"/>
                  <a:pt x="1933" y="4742"/>
                  <a:pt x="1896" y="4770"/>
                </a:cubicBezTo>
                <a:cubicBezTo>
                  <a:pt x="1860" y="4789"/>
                  <a:pt x="1860" y="4807"/>
                  <a:pt x="1823" y="4826"/>
                </a:cubicBezTo>
                <a:cubicBezTo>
                  <a:pt x="1240" y="5178"/>
                  <a:pt x="875" y="5391"/>
                  <a:pt x="765" y="5483"/>
                </a:cubicBezTo>
                <a:cubicBezTo>
                  <a:pt x="364" y="5761"/>
                  <a:pt x="108" y="6021"/>
                  <a:pt x="35" y="6261"/>
                </a:cubicBezTo>
                <a:cubicBezTo>
                  <a:pt x="-74" y="6650"/>
                  <a:pt x="72" y="6975"/>
                  <a:pt x="400" y="7206"/>
                </a:cubicBezTo>
                <a:cubicBezTo>
                  <a:pt x="911" y="7521"/>
                  <a:pt x="1787" y="7651"/>
                  <a:pt x="3064" y="7595"/>
                </a:cubicBezTo>
                <a:cubicBezTo>
                  <a:pt x="3137" y="7614"/>
                  <a:pt x="3173" y="7660"/>
                  <a:pt x="3137" y="7706"/>
                </a:cubicBezTo>
                <a:cubicBezTo>
                  <a:pt x="3100" y="7743"/>
                  <a:pt x="3100" y="7780"/>
                  <a:pt x="3064" y="7836"/>
                </a:cubicBezTo>
                <a:cubicBezTo>
                  <a:pt x="3173" y="7836"/>
                  <a:pt x="3319" y="7855"/>
                  <a:pt x="3538" y="7864"/>
                </a:cubicBezTo>
                <a:cubicBezTo>
                  <a:pt x="3721" y="7873"/>
                  <a:pt x="3867" y="7882"/>
                  <a:pt x="3976" y="7882"/>
                </a:cubicBezTo>
                <a:cubicBezTo>
                  <a:pt x="3903" y="8179"/>
                  <a:pt x="3648" y="8809"/>
                  <a:pt x="3210" y="9763"/>
                </a:cubicBezTo>
                <a:cubicBezTo>
                  <a:pt x="2845" y="10541"/>
                  <a:pt x="2662" y="11161"/>
                  <a:pt x="2735" y="11634"/>
                </a:cubicBezTo>
                <a:cubicBezTo>
                  <a:pt x="2918" y="11606"/>
                  <a:pt x="3173" y="11587"/>
                  <a:pt x="3575" y="11578"/>
                </a:cubicBezTo>
                <a:cubicBezTo>
                  <a:pt x="4012" y="11560"/>
                  <a:pt x="4304" y="11541"/>
                  <a:pt x="4450" y="11532"/>
                </a:cubicBezTo>
                <a:cubicBezTo>
                  <a:pt x="4596" y="12134"/>
                  <a:pt x="4815" y="13079"/>
                  <a:pt x="5107" y="14366"/>
                </a:cubicBezTo>
                <a:cubicBezTo>
                  <a:pt x="5399" y="15505"/>
                  <a:pt x="5800" y="16422"/>
                  <a:pt x="6311" y="17098"/>
                </a:cubicBezTo>
                <a:cubicBezTo>
                  <a:pt x="6384" y="17247"/>
                  <a:pt x="6676" y="17469"/>
                  <a:pt x="7041" y="17784"/>
                </a:cubicBezTo>
                <a:cubicBezTo>
                  <a:pt x="7150" y="17877"/>
                  <a:pt x="7296" y="17997"/>
                  <a:pt x="7515" y="18173"/>
                </a:cubicBezTo>
                <a:cubicBezTo>
                  <a:pt x="7698" y="18312"/>
                  <a:pt x="7771" y="18414"/>
                  <a:pt x="7771" y="18469"/>
                </a:cubicBezTo>
                <a:cubicBezTo>
                  <a:pt x="7771" y="18488"/>
                  <a:pt x="7625" y="18599"/>
                  <a:pt x="7333" y="18793"/>
                </a:cubicBezTo>
                <a:cubicBezTo>
                  <a:pt x="7150" y="18923"/>
                  <a:pt x="7223" y="19025"/>
                  <a:pt x="7515" y="19099"/>
                </a:cubicBezTo>
                <a:cubicBezTo>
                  <a:pt x="7369" y="19192"/>
                  <a:pt x="6968" y="19321"/>
                  <a:pt x="6348" y="19479"/>
                </a:cubicBezTo>
                <a:cubicBezTo>
                  <a:pt x="5727" y="19636"/>
                  <a:pt x="5399" y="19757"/>
                  <a:pt x="5290" y="19859"/>
                </a:cubicBezTo>
                <a:cubicBezTo>
                  <a:pt x="4742" y="19961"/>
                  <a:pt x="3830" y="20007"/>
                  <a:pt x="2590" y="20007"/>
                </a:cubicBezTo>
                <a:cubicBezTo>
                  <a:pt x="1203" y="20155"/>
                  <a:pt x="1568" y="20359"/>
                  <a:pt x="3684" y="20618"/>
                </a:cubicBezTo>
                <a:cubicBezTo>
                  <a:pt x="4706" y="20646"/>
                  <a:pt x="5800" y="20618"/>
                  <a:pt x="7041" y="20535"/>
                </a:cubicBezTo>
                <a:cubicBezTo>
                  <a:pt x="9048" y="20396"/>
                  <a:pt x="10033" y="20322"/>
                  <a:pt x="10069" y="20322"/>
                </a:cubicBezTo>
                <a:cubicBezTo>
                  <a:pt x="10179" y="20331"/>
                  <a:pt x="10325" y="20359"/>
                  <a:pt x="10434" y="20396"/>
                </a:cubicBezTo>
                <a:cubicBezTo>
                  <a:pt x="10544" y="20451"/>
                  <a:pt x="10653" y="20479"/>
                  <a:pt x="10762" y="20489"/>
                </a:cubicBezTo>
                <a:cubicBezTo>
                  <a:pt x="10872" y="20489"/>
                  <a:pt x="11054" y="20479"/>
                  <a:pt x="11346" y="20470"/>
                </a:cubicBezTo>
                <a:cubicBezTo>
                  <a:pt x="11565" y="20461"/>
                  <a:pt x="11748" y="20461"/>
                  <a:pt x="11930" y="20461"/>
                </a:cubicBezTo>
                <a:cubicBezTo>
                  <a:pt x="11784" y="20498"/>
                  <a:pt x="11638" y="20553"/>
                  <a:pt x="11419" y="20646"/>
                </a:cubicBezTo>
                <a:cubicBezTo>
                  <a:pt x="11200" y="20729"/>
                  <a:pt x="11018" y="20794"/>
                  <a:pt x="10835" y="20831"/>
                </a:cubicBezTo>
                <a:cubicBezTo>
                  <a:pt x="10726" y="20859"/>
                  <a:pt x="10544" y="20887"/>
                  <a:pt x="10252" y="20915"/>
                </a:cubicBezTo>
                <a:cubicBezTo>
                  <a:pt x="9960" y="20942"/>
                  <a:pt x="9777" y="20970"/>
                  <a:pt x="9668" y="20989"/>
                </a:cubicBezTo>
                <a:cubicBezTo>
                  <a:pt x="9558" y="21016"/>
                  <a:pt x="9376" y="21072"/>
                  <a:pt x="9157" y="21165"/>
                </a:cubicBezTo>
                <a:cubicBezTo>
                  <a:pt x="8975" y="21230"/>
                  <a:pt x="8938" y="21294"/>
                  <a:pt x="9121" y="21341"/>
                </a:cubicBezTo>
                <a:cubicBezTo>
                  <a:pt x="9704" y="21526"/>
                  <a:pt x="10981" y="21600"/>
                  <a:pt x="12879" y="21581"/>
                </a:cubicBezTo>
                <a:cubicBezTo>
                  <a:pt x="14740" y="21544"/>
                  <a:pt x="16090" y="21433"/>
                  <a:pt x="16965" y="21230"/>
                </a:cubicBezTo>
                <a:cubicBezTo>
                  <a:pt x="17330" y="21267"/>
                  <a:pt x="17768" y="21276"/>
                  <a:pt x="18206" y="21239"/>
                </a:cubicBezTo>
                <a:cubicBezTo>
                  <a:pt x="18571" y="21211"/>
                  <a:pt x="18935" y="21165"/>
                  <a:pt x="19300" y="21091"/>
                </a:cubicBezTo>
                <a:cubicBezTo>
                  <a:pt x="19300" y="20979"/>
                  <a:pt x="19264" y="20859"/>
                  <a:pt x="19154" y="20720"/>
                </a:cubicBezTo>
                <a:cubicBezTo>
                  <a:pt x="19008" y="20489"/>
                  <a:pt x="18899" y="20368"/>
                  <a:pt x="18899" y="20368"/>
                </a:cubicBezTo>
                <a:cubicBezTo>
                  <a:pt x="19410" y="20294"/>
                  <a:pt x="19702" y="20164"/>
                  <a:pt x="19811" y="19979"/>
                </a:cubicBezTo>
                <a:cubicBezTo>
                  <a:pt x="19884" y="19775"/>
                  <a:pt x="19556" y="19673"/>
                  <a:pt x="18753" y="19664"/>
                </a:cubicBezTo>
                <a:cubicBezTo>
                  <a:pt x="19556" y="19145"/>
                  <a:pt x="19921" y="18404"/>
                  <a:pt x="19884" y="17450"/>
                </a:cubicBezTo>
                <a:cubicBezTo>
                  <a:pt x="19848" y="16811"/>
                  <a:pt x="19592" y="16024"/>
                  <a:pt x="19154" y="15089"/>
                </a:cubicBezTo>
                <a:cubicBezTo>
                  <a:pt x="19045" y="14913"/>
                  <a:pt x="18862" y="14727"/>
                  <a:pt x="18607" y="14542"/>
                </a:cubicBezTo>
                <a:cubicBezTo>
                  <a:pt x="18571" y="14523"/>
                  <a:pt x="18425" y="14440"/>
                  <a:pt x="18169" y="14292"/>
                </a:cubicBezTo>
                <a:cubicBezTo>
                  <a:pt x="17950" y="14190"/>
                  <a:pt x="17841" y="14116"/>
                  <a:pt x="17841" y="14051"/>
                </a:cubicBezTo>
                <a:cubicBezTo>
                  <a:pt x="17804" y="13958"/>
                  <a:pt x="17841" y="13820"/>
                  <a:pt x="17914" y="13616"/>
                </a:cubicBezTo>
                <a:cubicBezTo>
                  <a:pt x="18060" y="13412"/>
                  <a:pt x="18060" y="13264"/>
                  <a:pt x="18060" y="13171"/>
                </a:cubicBezTo>
                <a:cubicBezTo>
                  <a:pt x="18060" y="13143"/>
                  <a:pt x="18023" y="13097"/>
                  <a:pt x="17950" y="13042"/>
                </a:cubicBezTo>
                <a:cubicBezTo>
                  <a:pt x="17877" y="12977"/>
                  <a:pt x="17841" y="12930"/>
                  <a:pt x="17841" y="12903"/>
                </a:cubicBezTo>
                <a:cubicBezTo>
                  <a:pt x="17914" y="12578"/>
                  <a:pt x="17914" y="12578"/>
                  <a:pt x="17914" y="12578"/>
                </a:cubicBezTo>
                <a:cubicBezTo>
                  <a:pt x="17914" y="12449"/>
                  <a:pt x="17841" y="12338"/>
                  <a:pt x="17695" y="12263"/>
                </a:cubicBezTo>
                <a:cubicBezTo>
                  <a:pt x="17804" y="12115"/>
                  <a:pt x="17914" y="11949"/>
                  <a:pt x="17987" y="11763"/>
                </a:cubicBezTo>
                <a:cubicBezTo>
                  <a:pt x="18096" y="11541"/>
                  <a:pt x="18169" y="11393"/>
                  <a:pt x="18206" y="11282"/>
                </a:cubicBezTo>
                <a:cubicBezTo>
                  <a:pt x="18498" y="10911"/>
                  <a:pt x="18680" y="10615"/>
                  <a:pt x="18790" y="10430"/>
                </a:cubicBezTo>
                <a:cubicBezTo>
                  <a:pt x="18972" y="10078"/>
                  <a:pt x="18972" y="9781"/>
                  <a:pt x="18753" y="9522"/>
                </a:cubicBezTo>
                <a:cubicBezTo>
                  <a:pt x="18717" y="9485"/>
                  <a:pt x="18644" y="9429"/>
                  <a:pt x="18534" y="9346"/>
                </a:cubicBezTo>
                <a:cubicBezTo>
                  <a:pt x="18388" y="9262"/>
                  <a:pt x="18315" y="9207"/>
                  <a:pt x="18279" y="9151"/>
                </a:cubicBezTo>
                <a:cubicBezTo>
                  <a:pt x="18206" y="8975"/>
                  <a:pt x="18206" y="8818"/>
                  <a:pt x="18206" y="8670"/>
                </a:cubicBezTo>
                <a:cubicBezTo>
                  <a:pt x="18242" y="8633"/>
                  <a:pt x="18279" y="8586"/>
                  <a:pt x="18352" y="8540"/>
                </a:cubicBezTo>
                <a:cubicBezTo>
                  <a:pt x="18425" y="8475"/>
                  <a:pt x="18498" y="8429"/>
                  <a:pt x="18534" y="8410"/>
                </a:cubicBezTo>
                <a:cubicBezTo>
                  <a:pt x="18607" y="8299"/>
                  <a:pt x="18717" y="8132"/>
                  <a:pt x="18790" y="7892"/>
                </a:cubicBezTo>
                <a:cubicBezTo>
                  <a:pt x="18862" y="7651"/>
                  <a:pt x="18972" y="7484"/>
                  <a:pt x="19081" y="7373"/>
                </a:cubicBezTo>
                <a:cubicBezTo>
                  <a:pt x="19154" y="7271"/>
                  <a:pt x="19337" y="7141"/>
                  <a:pt x="19592" y="6984"/>
                </a:cubicBezTo>
                <a:cubicBezTo>
                  <a:pt x="19994" y="6715"/>
                  <a:pt x="20212" y="6576"/>
                  <a:pt x="20212" y="6576"/>
                </a:cubicBezTo>
                <a:cubicBezTo>
                  <a:pt x="20577" y="6308"/>
                  <a:pt x="20760" y="6169"/>
                  <a:pt x="20796" y="6169"/>
                </a:cubicBezTo>
                <a:cubicBezTo>
                  <a:pt x="21015" y="6021"/>
                  <a:pt x="21271" y="5909"/>
                  <a:pt x="21526" y="5835"/>
                </a:cubicBezTo>
                <a:close/>
                <a:moveTo>
                  <a:pt x="10106" y="3372"/>
                </a:moveTo>
                <a:cubicBezTo>
                  <a:pt x="9923" y="3446"/>
                  <a:pt x="9850" y="3492"/>
                  <a:pt x="9814" y="3501"/>
                </a:cubicBezTo>
                <a:cubicBezTo>
                  <a:pt x="9631" y="3538"/>
                  <a:pt x="9011" y="3612"/>
                  <a:pt x="8026" y="3714"/>
                </a:cubicBezTo>
                <a:cubicBezTo>
                  <a:pt x="7260" y="3798"/>
                  <a:pt x="6749" y="3881"/>
                  <a:pt x="6457" y="3974"/>
                </a:cubicBezTo>
                <a:cubicBezTo>
                  <a:pt x="6311" y="4011"/>
                  <a:pt x="6202" y="4075"/>
                  <a:pt x="6019" y="4159"/>
                </a:cubicBezTo>
                <a:cubicBezTo>
                  <a:pt x="5873" y="4242"/>
                  <a:pt x="5727" y="4307"/>
                  <a:pt x="5581" y="4344"/>
                </a:cubicBezTo>
                <a:cubicBezTo>
                  <a:pt x="5545" y="4418"/>
                  <a:pt x="5435" y="4492"/>
                  <a:pt x="5290" y="4557"/>
                </a:cubicBezTo>
                <a:cubicBezTo>
                  <a:pt x="5217" y="4603"/>
                  <a:pt x="5034" y="4659"/>
                  <a:pt x="4852" y="4733"/>
                </a:cubicBezTo>
                <a:cubicBezTo>
                  <a:pt x="4706" y="4705"/>
                  <a:pt x="4633" y="4668"/>
                  <a:pt x="4596" y="4631"/>
                </a:cubicBezTo>
                <a:cubicBezTo>
                  <a:pt x="4450" y="4520"/>
                  <a:pt x="4669" y="4372"/>
                  <a:pt x="5217" y="4187"/>
                </a:cubicBezTo>
                <a:cubicBezTo>
                  <a:pt x="5290" y="4159"/>
                  <a:pt x="5508" y="4113"/>
                  <a:pt x="5764" y="4057"/>
                </a:cubicBezTo>
                <a:cubicBezTo>
                  <a:pt x="6019" y="4001"/>
                  <a:pt x="6202" y="3946"/>
                  <a:pt x="6311" y="3909"/>
                </a:cubicBezTo>
                <a:cubicBezTo>
                  <a:pt x="6421" y="3862"/>
                  <a:pt x="6530" y="3798"/>
                  <a:pt x="6603" y="3705"/>
                </a:cubicBezTo>
                <a:cubicBezTo>
                  <a:pt x="6712" y="3603"/>
                  <a:pt x="6822" y="3529"/>
                  <a:pt x="6895" y="3483"/>
                </a:cubicBezTo>
                <a:cubicBezTo>
                  <a:pt x="7260" y="3520"/>
                  <a:pt x="7552" y="3538"/>
                  <a:pt x="7807" y="3529"/>
                </a:cubicBezTo>
                <a:cubicBezTo>
                  <a:pt x="8062" y="3520"/>
                  <a:pt x="8354" y="3501"/>
                  <a:pt x="8683" y="3464"/>
                </a:cubicBezTo>
                <a:cubicBezTo>
                  <a:pt x="8683" y="3446"/>
                  <a:pt x="8646" y="3427"/>
                  <a:pt x="8573" y="3409"/>
                </a:cubicBezTo>
                <a:cubicBezTo>
                  <a:pt x="8500" y="3390"/>
                  <a:pt x="8500" y="3372"/>
                  <a:pt x="8500" y="3353"/>
                </a:cubicBezTo>
                <a:cubicBezTo>
                  <a:pt x="8756" y="3372"/>
                  <a:pt x="9048" y="3353"/>
                  <a:pt x="9340" y="3279"/>
                </a:cubicBezTo>
                <a:cubicBezTo>
                  <a:pt x="9668" y="3214"/>
                  <a:pt x="9960" y="3196"/>
                  <a:pt x="10215" y="3223"/>
                </a:cubicBezTo>
                <a:cubicBezTo>
                  <a:pt x="10252" y="3260"/>
                  <a:pt x="10252" y="3316"/>
                  <a:pt x="10106" y="3372"/>
                </a:cubicBezTo>
                <a:cubicBezTo>
                  <a:pt x="10106" y="3372"/>
                  <a:pt x="10106" y="3372"/>
                  <a:pt x="10106" y="3372"/>
                </a:cubicBezTo>
                <a:close/>
              </a:path>
            </a:pathLst>
          </a:custGeom>
          <a:solidFill>
            <a:srgbClr val="029FDC"/>
          </a:solidFill>
          <a:ln w="12700">
            <a:miter lim="400000"/>
            <a:tailEnd type="triangle"/>
          </a:ln>
          <a:effectLst>
            <a:outerShdw sx="100000" sy="100000" kx="0" ky="0" algn="b" rotWithShape="0" blurRad="152400" dist="0" dir="18900000">
              <a:srgbClr val="000000">
                <a:alpha val="6000"/>
              </a:srgbClr>
            </a:outerShdw>
          </a:effectLst>
        </p:spPr>
        <p:txBody>
          <a:bodyPr tIns="91439" bIns="91439"/>
          <a:lstStyle/>
          <a:p>
            <a:pPr algn="l" defTabSz="914400">
              <a:defRPr sz="3600">
                <a:solidFill>
                  <a:srgbClr val="0A0A0A"/>
                </a:solidFill>
                <a:latin typeface="Calibri"/>
                <a:ea typeface="Calibri"/>
                <a:cs typeface="Calibri"/>
                <a:sym typeface="Calibri"/>
              </a:defRPr>
            </a:pPr>
          </a:p>
        </p:txBody>
      </p:sp>
      <p:sp>
        <p:nvSpPr>
          <p:cNvPr id="2616" name="Shape 2616"/>
          <p:cNvSpPr/>
          <p:nvPr/>
        </p:nvSpPr>
        <p:spPr>
          <a:xfrm>
            <a:off x="18446263" y="3491831"/>
            <a:ext cx="2173079" cy="5514406"/>
          </a:xfrm>
          <a:custGeom>
            <a:avLst/>
            <a:gdLst/>
            <a:ahLst/>
            <a:cxnLst>
              <a:cxn ang="0">
                <a:pos x="wd2" y="hd2"/>
              </a:cxn>
              <a:cxn ang="5400000">
                <a:pos x="wd2" y="hd2"/>
              </a:cxn>
              <a:cxn ang="10800000">
                <a:pos x="wd2" y="hd2"/>
              </a:cxn>
              <a:cxn ang="16200000">
                <a:pos x="wd2" y="hd2"/>
              </a:cxn>
            </a:cxnLst>
            <a:rect l="0" t="0" r="r" b="b"/>
            <a:pathLst>
              <a:path w="21253" h="21485" fill="norm" stroke="1" extrusionOk="0">
                <a:moveTo>
                  <a:pt x="21103" y="5497"/>
                </a:moveTo>
                <a:cubicBezTo>
                  <a:pt x="20863" y="5261"/>
                  <a:pt x="19543" y="4694"/>
                  <a:pt x="18943" y="4505"/>
                </a:cubicBezTo>
                <a:cubicBezTo>
                  <a:pt x="18463" y="4316"/>
                  <a:pt x="17263" y="3985"/>
                  <a:pt x="16903" y="3890"/>
                </a:cubicBezTo>
                <a:cubicBezTo>
                  <a:pt x="16423" y="3796"/>
                  <a:pt x="16423" y="3607"/>
                  <a:pt x="16303" y="3465"/>
                </a:cubicBezTo>
                <a:cubicBezTo>
                  <a:pt x="16183" y="3323"/>
                  <a:pt x="16183" y="3134"/>
                  <a:pt x="15823" y="2850"/>
                </a:cubicBezTo>
                <a:cubicBezTo>
                  <a:pt x="15463" y="2614"/>
                  <a:pt x="14023" y="2756"/>
                  <a:pt x="13543" y="2803"/>
                </a:cubicBezTo>
                <a:cubicBezTo>
                  <a:pt x="12943" y="2803"/>
                  <a:pt x="12823" y="2850"/>
                  <a:pt x="12343" y="2945"/>
                </a:cubicBezTo>
                <a:cubicBezTo>
                  <a:pt x="11863" y="2992"/>
                  <a:pt x="11983" y="2898"/>
                  <a:pt x="11743" y="2803"/>
                </a:cubicBezTo>
                <a:cubicBezTo>
                  <a:pt x="11623" y="2803"/>
                  <a:pt x="11503" y="2756"/>
                  <a:pt x="11503" y="2709"/>
                </a:cubicBezTo>
                <a:cubicBezTo>
                  <a:pt x="11023" y="2898"/>
                  <a:pt x="10663" y="3181"/>
                  <a:pt x="10303" y="3559"/>
                </a:cubicBezTo>
                <a:cubicBezTo>
                  <a:pt x="10303" y="3559"/>
                  <a:pt x="10303" y="3512"/>
                  <a:pt x="10183" y="3465"/>
                </a:cubicBezTo>
                <a:cubicBezTo>
                  <a:pt x="10063" y="3418"/>
                  <a:pt x="9823" y="3276"/>
                  <a:pt x="9583" y="3181"/>
                </a:cubicBezTo>
                <a:cubicBezTo>
                  <a:pt x="9463" y="3087"/>
                  <a:pt x="9223" y="3039"/>
                  <a:pt x="9103" y="3039"/>
                </a:cubicBezTo>
                <a:cubicBezTo>
                  <a:pt x="8983" y="3039"/>
                  <a:pt x="8863" y="3039"/>
                  <a:pt x="8743" y="3039"/>
                </a:cubicBezTo>
                <a:cubicBezTo>
                  <a:pt x="8863" y="3039"/>
                  <a:pt x="8863" y="3039"/>
                  <a:pt x="8863" y="3039"/>
                </a:cubicBezTo>
                <a:cubicBezTo>
                  <a:pt x="9103" y="2992"/>
                  <a:pt x="11263" y="2567"/>
                  <a:pt x="11263" y="2567"/>
                </a:cubicBezTo>
                <a:cubicBezTo>
                  <a:pt x="11383" y="2567"/>
                  <a:pt x="11383" y="2567"/>
                  <a:pt x="11383" y="2567"/>
                </a:cubicBezTo>
                <a:cubicBezTo>
                  <a:pt x="11383" y="2567"/>
                  <a:pt x="11383" y="2520"/>
                  <a:pt x="11383" y="2520"/>
                </a:cubicBezTo>
                <a:cubicBezTo>
                  <a:pt x="11503" y="2472"/>
                  <a:pt x="11623" y="2236"/>
                  <a:pt x="11623" y="2189"/>
                </a:cubicBezTo>
                <a:cubicBezTo>
                  <a:pt x="11743" y="2141"/>
                  <a:pt x="11743" y="2141"/>
                  <a:pt x="11983" y="2141"/>
                </a:cubicBezTo>
                <a:cubicBezTo>
                  <a:pt x="12343" y="2094"/>
                  <a:pt x="12463" y="1811"/>
                  <a:pt x="12463" y="1622"/>
                </a:cubicBezTo>
                <a:cubicBezTo>
                  <a:pt x="12583" y="1432"/>
                  <a:pt x="12343" y="1480"/>
                  <a:pt x="12223" y="1480"/>
                </a:cubicBezTo>
                <a:cubicBezTo>
                  <a:pt x="12103" y="1480"/>
                  <a:pt x="12343" y="1338"/>
                  <a:pt x="12343" y="1007"/>
                </a:cubicBezTo>
                <a:cubicBezTo>
                  <a:pt x="12343" y="676"/>
                  <a:pt x="11623" y="156"/>
                  <a:pt x="10543" y="62"/>
                </a:cubicBezTo>
                <a:cubicBezTo>
                  <a:pt x="9583" y="-80"/>
                  <a:pt x="8263" y="15"/>
                  <a:pt x="7543" y="440"/>
                </a:cubicBezTo>
                <a:cubicBezTo>
                  <a:pt x="6703" y="865"/>
                  <a:pt x="7063" y="1243"/>
                  <a:pt x="7063" y="1385"/>
                </a:cubicBezTo>
                <a:cubicBezTo>
                  <a:pt x="7063" y="1527"/>
                  <a:pt x="7063" y="1527"/>
                  <a:pt x="7063" y="1527"/>
                </a:cubicBezTo>
                <a:cubicBezTo>
                  <a:pt x="6943" y="1574"/>
                  <a:pt x="6943" y="1669"/>
                  <a:pt x="7063" y="1763"/>
                </a:cubicBezTo>
                <a:cubicBezTo>
                  <a:pt x="7183" y="1905"/>
                  <a:pt x="7183" y="2000"/>
                  <a:pt x="7183" y="2094"/>
                </a:cubicBezTo>
                <a:cubicBezTo>
                  <a:pt x="7183" y="2189"/>
                  <a:pt x="7183" y="2189"/>
                  <a:pt x="7183" y="2189"/>
                </a:cubicBezTo>
                <a:cubicBezTo>
                  <a:pt x="7183" y="2425"/>
                  <a:pt x="7663" y="2567"/>
                  <a:pt x="7663" y="2709"/>
                </a:cubicBezTo>
                <a:cubicBezTo>
                  <a:pt x="7663" y="2756"/>
                  <a:pt x="7663" y="2803"/>
                  <a:pt x="7543" y="2898"/>
                </a:cubicBezTo>
                <a:cubicBezTo>
                  <a:pt x="7663" y="2803"/>
                  <a:pt x="7663" y="2803"/>
                  <a:pt x="7663" y="2803"/>
                </a:cubicBezTo>
                <a:cubicBezTo>
                  <a:pt x="8263" y="3134"/>
                  <a:pt x="8263" y="3134"/>
                  <a:pt x="8263" y="3134"/>
                </a:cubicBezTo>
                <a:cubicBezTo>
                  <a:pt x="8143" y="3134"/>
                  <a:pt x="7783" y="3087"/>
                  <a:pt x="7543" y="3087"/>
                </a:cubicBezTo>
                <a:cubicBezTo>
                  <a:pt x="7423" y="3087"/>
                  <a:pt x="7303" y="3087"/>
                  <a:pt x="7183" y="3134"/>
                </a:cubicBezTo>
                <a:cubicBezTo>
                  <a:pt x="7063" y="3181"/>
                  <a:pt x="7063" y="3276"/>
                  <a:pt x="7063" y="3323"/>
                </a:cubicBezTo>
                <a:cubicBezTo>
                  <a:pt x="7063" y="3370"/>
                  <a:pt x="7063" y="3370"/>
                  <a:pt x="7063" y="3370"/>
                </a:cubicBezTo>
                <a:cubicBezTo>
                  <a:pt x="6943" y="3323"/>
                  <a:pt x="6943" y="3276"/>
                  <a:pt x="6943" y="3229"/>
                </a:cubicBezTo>
                <a:cubicBezTo>
                  <a:pt x="6943" y="3134"/>
                  <a:pt x="7183" y="3087"/>
                  <a:pt x="7183" y="3087"/>
                </a:cubicBezTo>
                <a:cubicBezTo>
                  <a:pt x="7183" y="3087"/>
                  <a:pt x="6703" y="3087"/>
                  <a:pt x="6103" y="3134"/>
                </a:cubicBezTo>
                <a:cubicBezTo>
                  <a:pt x="5503" y="3181"/>
                  <a:pt x="4783" y="3323"/>
                  <a:pt x="4303" y="3370"/>
                </a:cubicBezTo>
                <a:cubicBezTo>
                  <a:pt x="3943" y="3370"/>
                  <a:pt x="3463" y="3985"/>
                  <a:pt x="3463" y="4079"/>
                </a:cubicBezTo>
                <a:cubicBezTo>
                  <a:pt x="3343" y="4174"/>
                  <a:pt x="3223" y="4174"/>
                  <a:pt x="2983" y="4268"/>
                </a:cubicBezTo>
                <a:cubicBezTo>
                  <a:pt x="2743" y="4363"/>
                  <a:pt x="2743" y="4457"/>
                  <a:pt x="2503" y="4599"/>
                </a:cubicBezTo>
                <a:cubicBezTo>
                  <a:pt x="2263" y="4741"/>
                  <a:pt x="2143" y="4741"/>
                  <a:pt x="2143" y="4788"/>
                </a:cubicBezTo>
                <a:cubicBezTo>
                  <a:pt x="2143" y="4836"/>
                  <a:pt x="1783" y="4883"/>
                  <a:pt x="1423" y="5072"/>
                </a:cubicBezTo>
                <a:cubicBezTo>
                  <a:pt x="1183" y="5214"/>
                  <a:pt x="943" y="5308"/>
                  <a:pt x="703" y="5497"/>
                </a:cubicBezTo>
                <a:cubicBezTo>
                  <a:pt x="463" y="5686"/>
                  <a:pt x="343" y="5639"/>
                  <a:pt x="103" y="5828"/>
                </a:cubicBezTo>
                <a:cubicBezTo>
                  <a:pt x="-137" y="6017"/>
                  <a:pt x="103" y="6017"/>
                  <a:pt x="223" y="6159"/>
                </a:cubicBezTo>
                <a:cubicBezTo>
                  <a:pt x="223" y="6253"/>
                  <a:pt x="463" y="6395"/>
                  <a:pt x="583" y="6537"/>
                </a:cubicBezTo>
                <a:cubicBezTo>
                  <a:pt x="823" y="6679"/>
                  <a:pt x="823" y="6773"/>
                  <a:pt x="943" y="6962"/>
                </a:cubicBezTo>
                <a:cubicBezTo>
                  <a:pt x="1183" y="7104"/>
                  <a:pt x="1543" y="7388"/>
                  <a:pt x="1783" y="7577"/>
                </a:cubicBezTo>
                <a:cubicBezTo>
                  <a:pt x="2023" y="7766"/>
                  <a:pt x="2503" y="8097"/>
                  <a:pt x="2623" y="8191"/>
                </a:cubicBezTo>
                <a:cubicBezTo>
                  <a:pt x="2743" y="8333"/>
                  <a:pt x="2983" y="8333"/>
                  <a:pt x="3343" y="8380"/>
                </a:cubicBezTo>
                <a:cubicBezTo>
                  <a:pt x="3583" y="8428"/>
                  <a:pt x="3703" y="8333"/>
                  <a:pt x="3703" y="8333"/>
                </a:cubicBezTo>
                <a:cubicBezTo>
                  <a:pt x="3703" y="8333"/>
                  <a:pt x="3583" y="8428"/>
                  <a:pt x="3703" y="8711"/>
                </a:cubicBezTo>
                <a:cubicBezTo>
                  <a:pt x="3703" y="8948"/>
                  <a:pt x="3823" y="9562"/>
                  <a:pt x="3823" y="9798"/>
                </a:cubicBezTo>
                <a:cubicBezTo>
                  <a:pt x="3823" y="10082"/>
                  <a:pt x="3823" y="10366"/>
                  <a:pt x="3943" y="10460"/>
                </a:cubicBezTo>
                <a:cubicBezTo>
                  <a:pt x="4063" y="10555"/>
                  <a:pt x="4543" y="10318"/>
                  <a:pt x="4543" y="10318"/>
                </a:cubicBezTo>
                <a:cubicBezTo>
                  <a:pt x="4543" y="10318"/>
                  <a:pt x="4543" y="10460"/>
                  <a:pt x="4543" y="10696"/>
                </a:cubicBezTo>
                <a:cubicBezTo>
                  <a:pt x="4543" y="10885"/>
                  <a:pt x="4663" y="11500"/>
                  <a:pt x="4663" y="11878"/>
                </a:cubicBezTo>
                <a:cubicBezTo>
                  <a:pt x="4663" y="12256"/>
                  <a:pt x="4783" y="12492"/>
                  <a:pt x="5023" y="13532"/>
                </a:cubicBezTo>
                <a:cubicBezTo>
                  <a:pt x="5383" y="14572"/>
                  <a:pt x="5383" y="14572"/>
                  <a:pt x="5503" y="14950"/>
                </a:cubicBezTo>
                <a:cubicBezTo>
                  <a:pt x="5623" y="15328"/>
                  <a:pt x="5983" y="15565"/>
                  <a:pt x="6103" y="15754"/>
                </a:cubicBezTo>
                <a:cubicBezTo>
                  <a:pt x="6343" y="15895"/>
                  <a:pt x="6343" y="16037"/>
                  <a:pt x="6343" y="16132"/>
                </a:cubicBezTo>
                <a:cubicBezTo>
                  <a:pt x="6463" y="16226"/>
                  <a:pt x="6343" y="16368"/>
                  <a:pt x="6343" y="16510"/>
                </a:cubicBezTo>
                <a:cubicBezTo>
                  <a:pt x="6343" y="16604"/>
                  <a:pt x="6583" y="16699"/>
                  <a:pt x="6703" y="16888"/>
                </a:cubicBezTo>
                <a:cubicBezTo>
                  <a:pt x="6703" y="17077"/>
                  <a:pt x="6823" y="17266"/>
                  <a:pt x="6823" y="17550"/>
                </a:cubicBezTo>
                <a:cubicBezTo>
                  <a:pt x="6703" y="17833"/>
                  <a:pt x="7063" y="17975"/>
                  <a:pt x="6943" y="17975"/>
                </a:cubicBezTo>
                <a:cubicBezTo>
                  <a:pt x="6703" y="17975"/>
                  <a:pt x="6703" y="17975"/>
                  <a:pt x="6583" y="18259"/>
                </a:cubicBezTo>
                <a:cubicBezTo>
                  <a:pt x="6343" y="18495"/>
                  <a:pt x="5263" y="18826"/>
                  <a:pt x="4543" y="18968"/>
                </a:cubicBezTo>
                <a:cubicBezTo>
                  <a:pt x="3823" y="19109"/>
                  <a:pt x="3343" y="19157"/>
                  <a:pt x="3103" y="19157"/>
                </a:cubicBezTo>
                <a:cubicBezTo>
                  <a:pt x="2743" y="19157"/>
                  <a:pt x="2863" y="19299"/>
                  <a:pt x="2743" y="19299"/>
                </a:cubicBezTo>
                <a:cubicBezTo>
                  <a:pt x="2623" y="19299"/>
                  <a:pt x="2623" y="19393"/>
                  <a:pt x="3103" y="19488"/>
                </a:cubicBezTo>
                <a:cubicBezTo>
                  <a:pt x="3583" y="19629"/>
                  <a:pt x="4783" y="19677"/>
                  <a:pt x="5983" y="19582"/>
                </a:cubicBezTo>
                <a:cubicBezTo>
                  <a:pt x="7183" y="19488"/>
                  <a:pt x="7903" y="19204"/>
                  <a:pt x="8023" y="19157"/>
                </a:cubicBezTo>
                <a:cubicBezTo>
                  <a:pt x="8143" y="19109"/>
                  <a:pt x="8383" y="19204"/>
                  <a:pt x="8383" y="19204"/>
                </a:cubicBezTo>
                <a:cubicBezTo>
                  <a:pt x="8503" y="19251"/>
                  <a:pt x="9703" y="19157"/>
                  <a:pt x="9823" y="19109"/>
                </a:cubicBezTo>
                <a:cubicBezTo>
                  <a:pt x="10063" y="19062"/>
                  <a:pt x="10183" y="19109"/>
                  <a:pt x="10183" y="18968"/>
                </a:cubicBezTo>
                <a:cubicBezTo>
                  <a:pt x="10183" y="18873"/>
                  <a:pt x="10063" y="18779"/>
                  <a:pt x="9943" y="18731"/>
                </a:cubicBezTo>
                <a:cubicBezTo>
                  <a:pt x="9943" y="18684"/>
                  <a:pt x="10063" y="18684"/>
                  <a:pt x="10063" y="18637"/>
                </a:cubicBezTo>
                <a:cubicBezTo>
                  <a:pt x="10063" y="18590"/>
                  <a:pt x="9943" y="18306"/>
                  <a:pt x="10063" y="18211"/>
                </a:cubicBezTo>
                <a:cubicBezTo>
                  <a:pt x="10183" y="18070"/>
                  <a:pt x="9943" y="18022"/>
                  <a:pt x="9703" y="17975"/>
                </a:cubicBezTo>
                <a:cubicBezTo>
                  <a:pt x="9583" y="17928"/>
                  <a:pt x="9823" y="17833"/>
                  <a:pt x="9823" y="17692"/>
                </a:cubicBezTo>
                <a:cubicBezTo>
                  <a:pt x="9823" y="17550"/>
                  <a:pt x="9823" y="17172"/>
                  <a:pt x="9823" y="17030"/>
                </a:cubicBezTo>
                <a:cubicBezTo>
                  <a:pt x="9823" y="16841"/>
                  <a:pt x="9943" y="16699"/>
                  <a:pt x="10183" y="16463"/>
                </a:cubicBezTo>
                <a:cubicBezTo>
                  <a:pt x="10303" y="16274"/>
                  <a:pt x="10183" y="15990"/>
                  <a:pt x="10063" y="15801"/>
                </a:cubicBezTo>
                <a:cubicBezTo>
                  <a:pt x="10063" y="15612"/>
                  <a:pt x="9943" y="15517"/>
                  <a:pt x="9943" y="15328"/>
                </a:cubicBezTo>
                <a:cubicBezTo>
                  <a:pt x="9943" y="15139"/>
                  <a:pt x="9943" y="14950"/>
                  <a:pt x="9823" y="14856"/>
                </a:cubicBezTo>
                <a:cubicBezTo>
                  <a:pt x="9823" y="14808"/>
                  <a:pt x="9703" y="14667"/>
                  <a:pt x="9703" y="14572"/>
                </a:cubicBezTo>
                <a:cubicBezTo>
                  <a:pt x="9703" y="14478"/>
                  <a:pt x="9583" y="14241"/>
                  <a:pt x="9583" y="14241"/>
                </a:cubicBezTo>
                <a:cubicBezTo>
                  <a:pt x="9583" y="14241"/>
                  <a:pt x="9703" y="14383"/>
                  <a:pt x="9823" y="14430"/>
                </a:cubicBezTo>
                <a:cubicBezTo>
                  <a:pt x="9823" y="14478"/>
                  <a:pt x="9943" y="14572"/>
                  <a:pt x="9943" y="14714"/>
                </a:cubicBezTo>
                <a:cubicBezTo>
                  <a:pt x="9943" y="14856"/>
                  <a:pt x="10063" y="14903"/>
                  <a:pt x="10063" y="15045"/>
                </a:cubicBezTo>
                <a:cubicBezTo>
                  <a:pt x="10183" y="15187"/>
                  <a:pt x="10183" y="15234"/>
                  <a:pt x="10183" y="15376"/>
                </a:cubicBezTo>
                <a:cubicBezTo>
                  <a:pt x="10183" y="15517"/>
                  <a:pt x="10303" y="15659"/>
                  <a:pt x="10303" y="15848"/>
                </a:cubicBezTo>
                <a:cubicBezTo>
                  <a:pt x="10303" y="16085"/>
                  <a:pt x="10543" y="16132"/>
                  <a:pt x="10423" y="16321"/>
                </a:cubicBezTo>
                <a:cubicBezTo>
                  <a:pt x="10303" y="16510"/>
                  <a:pt x="10543" y="17266"/>
                  <a:pt x="10663" y="17455"/>
                </a:cubicBezTo>
                <a:cubicBezTo>
                  <a:pt x="10783" y="17597"/>
                  <a:pt x="10663" y="17644"/>
                  <a:pt x="10663" y="17786"/>
                </a:cubicBezTo>
                <a:cubicBezTo>
                  <a:pt x="10543" y="17881"/>
                  <a:pt x="10543" y="18070"/>
                  <a:pt x="10663" y="18259"/>
                </a:cubicBezTo>
                <a:cubicBezTo>
                  <a:pt x="10663" y="18401"/>
                  <a:pt x="10423" y="18684"/>
                  <a:pt x="10423" y="18826"/>
                </a:cubicBezTo>
                <a:cubicBezTo>
                  <a:pt x="10423" y="18968"/>
                  <a:pt x="11023" y="19015"/>
                  <a:pt x="11263" y="19157"/>
                </a:cubicBezTo>
                <a:cubicBezTo>
                  <a:pt x="11503" y="19299"/>
                  <a:pt x="11503" y="19440"/>
                  <a:pt x="11383" y="19677"/>
                </a:cubicBezTo>
                <a:cubicBezTo>
                  <a:pt x="11383" y="19913"/>
                  <a:pt x="11023" y="20055"/>
                  <a:pt x="10903" y="20149"/>
                </a:cubicBezTo>
                <a:cubicBezTo>
                  <a:pt x="10663" y="20244"/>
                  <a:pt x="10063" y="20575"/>
                  <a:pt x="9823" y="20764"/>
                </a:cubicBezTo>
                <a:cubicBezTo>
                  <a:pt x="9703" y="20953"/>
                  <a:pt x="9223" y="21142"/>
                  <a:pt x="9103" y="21284"/>
                </a:cubicBezTo>
                <a:cubicBezTo>
                  <a:pt x="8863" y="21425"/>
                  <a:pt x="10663" y="21520"/>
                  <a:pt x="11383" y="21473"/>
                </a:cubicBezTo>
                <a:cubicBezTo>
                  <a:pt x="11983" y="21378"/>
                  <a:pt x="13303" y="21142"/>
                  <a:pt x="13543" y="20953"/>
                </a:cubicBezTo>
                <a:cubicBezTo>
                  <a:pt x="13663" y="20716"/>
                  <a:pt x="14143" y="20527"/>
                  <a:pt x="14503" y="20433"/>
                </a:cubicBezTo>
                <a:cubicBezTo>
                  <a:pt x="14743" y="20386"/>
                  <a:pt x="14623" y="20055"/>
                  <a:pt x="14503" y="19960"/>
                </a:cubicBezTo>
                <a:cubicBezTo>
                  <a:pt x="14503" y="19818"/>
                  <a:pt x="14503" y="19866"/>
                  <a:pt x="14503" y="19818"/>
                </a:cubicBezTo>
                <a:cubicBezTo>
                  <a:pt x="14623" y="19724"/>
                  <a:pt x="14623" y="19629"/>
                  <a:pt x="14743" y="19488"/>
                </a:cubicBezTo>
                <a:cubicBezTo>
                  <a:pt x="14863" y="19346"/>
                  <a:pt x="14503" y="19204"/>
                  <a:pt x="14263" y="19109"/>
                </a:cubicBezTo>
                <a:cubicBezTo>
                  <a:pt x="14023" y="19015"/>
                  <a:pt x="14383" y="18590"/>
                  <a:pt x="14383" y="18590"/>
                </a:cubicBezTo>
                <a:cubicBezTo>
                  <a:pt x="14383" y="18590"/>
                  <a:pt x="14503" y="18259"/>
                  <a:pt x="14743" y="18070"/>
                </a:cubicBezTo>
                <a:cubicBezTo>
                  <a:pt x="14983" y="17881"/>
                  <a:pt x="14983" y="17786"/>
                  <a:pt x="14983" y="17786"/>
                </a:cubicBezTo>
                <a:cubicBezTo>
                  <a:pt x="14983" y="17786"/>
                  <a:pt x="14863" y="17550"/>
                  <a:pt x="14983" y="17361"/>
                </a:cubicBezTo>
                <a:cubicBezTo>
                  <a:pt x="14983" y="17172"/>
                  <a:pt x="14983" y="17266"/>
                  <a:pt x="14863" y="17077"/>
                </a:cubicBezTo>
                <a:cubicBezTo>
                  <a:pt x="14743" y="16888"/>
                  <a:pt x="14743" y="16888"/>
                  <a:pt x="14743" y="16699"/>
                </a:cubicBezTo>
                <a:cubicBezTo>
                  <a:pt x="14743" y="16510"/>
                  <a:pt x="14743" y="16510"/>
                  <a:pt x="14743" y="16368"/>
                </a:cubicBezTo>
                <a:cubicBezTo>
                  <a:pt x="14623" y="16226"/>
                  <a:pt x="14623" y="16321"/>
                  <a:pt x="14623" y="16179"/>
                </a:cubicBezTo>
                <a:cubicBezTo>
                  <a:pt x="14743" y="16037"/>
                  <a:pt x="14743" y="16085"/>
                  <a:pt x="14623" y="15990"/>
                </a:cubicBezTo>
                <a:cubicBezTo>
                  <a:pt x="14503" y="15895"/>
                  <a:pt x="14383" y="15895"/>
                  <a:pt x="14623" y="15754"/>
                </a:cubicBezTo>
                <a:cubicBezTo>
                  <a:pt x="14743" y="15565"/>
                  <a:pt x="14383" y="15565"/>
                  <a:pt x="14383" y="15139"/>
                </a:cubicBezTo>
                <a:cubicBezTo>
                  <a:pt x="14503" y="14667"/>
                  <a:pt x="14143" y="14288"/>
                  <a:pt x="14023" y="13958"/>
                </a:cubicBezTo>
                <a:cubicBezTo>
                  <a:pt x="13903" y="13674"/>
                  <a:pt x="13903" y="13674"/>
                  <a:pt x="13783" y="13532"/>
                </a:cubicBezTo>
                <a:cubicBezTo>
                  <a:pt x="13783" y="13390"/>
                  <a:pt x="13783" y="13438"/>
                  <a:pt x="13783" y="13343"/>
                </a:cubicBezTo>
                <a:cubicBezTo>
                  <a:pt x="13783" y="13201"/>
                  <a:pt x="13903" y="13154"/>
                  <a:pt x="13903" y="13060"/>
                </a:cubicBezTo>
                <a:cubicBezTo>
                  <a:pt x="14023" y="12918"/>
                  <a:pt x="14023" y="12918"/>
                  <a:pt x="14143" y="12681"/>
                </a:cubicBezTo>
                <a:cubicBezTo>
                  <a:pt x="14143" y="12492"/>
                  <a:pt x="14143" y="12351"/>
                  <a:pt x="14263" y="12209"/>
                </a:cubicBezTo>
                <a:cubicBezTo>
                  <a:pt x="14263" y="12020"/>
                  <a:pt x="14143" y="12067"/>
                  <a:pt x="14143" y="11878"/>
                </a:cubicBezTo>
                <a:cubicBezTo>
                  <a:pt x="14143" y="11689"/>
                  <a:pt x="14143" y="11783"/>
                  <a:pt x="14143" y="11594"/>
                </a:cubicBezTo>
                <a:cubicBezTo>
                  <a:pt x="14143" y="11453"/>
                  <a:pt x="14263" y="11500"/>
                  <a:pt x="14263" y="11358"/>
                </a:cubicBezTo>
                <a:cubicBezTo>
                  <a:pt x="14263" y="11264"/>
                  <a:pt x="14263" y="11264"/>
                  <a:pt x="14383" y="11074"/>
                </a:cubicBezTo>
                <a:cubicBezTo>
                  <a:pt x="14503" y="10933"/>
                  <a:pt x="14503" y="10885"/>
                  <a:pt x="14503" y="10744"/>
                </a:cubicBezTo>
                <a:cubicBezTo>
                  <a:pt x="14383" y="10602"/>
                  <a:pt x="14623" y="10555"/>
                  <a:pt x="14623" y="10555"/>
                </a:cubicBezTo>
                <a:cubicBezTo>
                  <a:pt x="14623" y="10555"/>
                  <a:pt x="15343" y="10555"/>
                  <a:pt x="15463" y="10555"/>
                </a:cubicBezTo>
                <a:cubicBezTo>
                  <a:pt x="15703" y="10555"/>
                  <a:pt x="15943" y="10555"/>
                  <a:pt x="16303" y="10555"/>
                </a:cubicBezTo>
                <a:cubicBezTo>
                  <a:pt x="16543" y="10507"/>
                  <a:pt x="16543" y="10555"/>
                  <a:pt x="16663" y="10555"/>
                </a:cubicBezTo>
                <a:cubicBezTo>
                  <a:pt x="16783" y="10602"/>
                  <a:pt x="17263" y="10555"/>
                  <a:pt x="17623" y="10507"/>
                </a:cubicBezTo>
                <a:cubicBezTo>
                  <a:pt x="18103" y="10460"/>
                  <a:pt x="17983" y="10507"/>
                  <a:pt x="18343" y="10413"/>
                </a:cubicBezTo>
                <a:cubicBezTo>
                  <a:pt x="18703" y="10366"/>
                  <a:pt x="18223" y="10035"/>
                  <a:pt x="18103" y="9893"/>
                </a:cubicBezTo>
                <a:cubicBezTo>
                  <a:pt x="17863" y="9704"/>
                  <a:pt x="17263" y="8664"/>
                  <a:pt x="17023" y="8428"/>
                </a:cubicBezTo>
                <a:cubicBezTo>
                  <a:pt x="16903" y="8144"/>
                  <a:pt x="16783" y="8097"/>
                  <a:pt x="16783" y="8097"/>
                </a:cubicBezTo>
                <a:cubicBezTo>
                  <a:pt x="16783" y="8097"/>
                  <a:pt x="17143" y="8002"/>
                  <a:pt x="17383" y="7860"/>
                </a:cubicBezTo>
                <a:cubicBezTo>
                  <a:pt x="17623" y="7671"/>
                  <a:pt x="18943" y="7152"/>
                  <a:pt x="19543" y="6773"/>
                </a:cubicBezTo>
                <a:cubicBezTo>
                  <a:pt x="20263" y="6443"/>
                  <a:pt x="20263" y="6301"/>
                  <a:pt x="20863" y="6159"/>
                </a:cubicBezTo>
                <a:cubicBezTo>
                  <a:pt x="21463" y="5970"/>
                  <a:pt x="21223" y="5781"/>
                  <a:pt x="21103" y="5497"/>
                </a:cubicBezTo>
                <a:close/>
                <a:moveTo>
                  <a:pt x="4183" y="7057"/>
                </a:moveTo>
                <a:cubicBezTo>
                  <a:pt x="4183" y="7104"/>
                  <a:pt x="3943" y="7057"/>
                  <a:pt x="3823" y="7057"/>
                </a:cubicBezTo>
                <a:cubicBezTo>
                  <a:pt x="3823" y="7010"/>
                  <a:pt x="3943" y="6962"/>
                  <a:pt x="3823" y="6821"/>
                </a:cubicBezTo>
                <a:cubicBezTo>
                  <a:pt x="3583" y="6679"/>
                  <a:pt x="3583" y="6679"/>
                  <a:pt x="3463" y="6584"/>
                </a:cubicBezTo>
                <a:cubicBezTo>
                  <a:pt x="3463" y="6490"/>
                  <a:pt x="3463" y="6490"/>
                  <a:pt x="3343" y="6348"/>
                </a:cubicBezTo>
                <a:cubicBezTo>
                  <a:pt x="3223" y="6206"/>
                  <a:pt x="2863" y="6159"/>
                  <a:pt x="3103" y="6112"/>
                </a:cubicBezTo>
                <a:cubicBezTo>
                  <a:pt x="3223" y="6112"/>
                  <a:pt x="3343" y="6112"/>
                  <a:pt x="3223" y="6017"/>
                </a:cubicBezTo>
                <a:cubicBezTo>
                  <a:pt x="3223" y="5923"/>
                  <a:pt x="3103" y="5923"/>
                  <a:pt x="3463" y="5875"/>
                </a:cubicBezTo>
                <a:cubicBezTo>
                  <a:pt x="3703" y="5828"/>
                  <a:pt x="3703" y="5828"/>
                  <a:pt x="3703" y="5828"/>
                </a:cubicBezTo>
                <a:cubicBezTo>
                  <a:pt x="3703" y="5828"/>
                  <a:pt x="3823" y="6159"/>
                  <a:pt x="3943" y="6348"/>
                </a:cubicBezTo>
                <a:cubicBezTo>
                  <a:pt x="4183" y="6584"/>
                  <a:pt x="4303" y="6584"/>
                  <a:pt x="4183" y="6726"/>
                </a:cubicBezTo>
                <a:cubicBezTo>
                  <a:pt x="4183" y="6868"/>
                  <a:pt x="4303" y="6962"/>
                  <a:pt x="4183" y="7057"/>
                </a:cubicBezTo>
                <a:close/>
                <a:moveTo>
                  <a:pt x="5623" y="9137"/>
                </a:moveTo>
                <a:cubicBezTo>
                  <a:pt x="5263" y="9042"/>
                  <a:pt x="5023" y="8569"/>
                  <a:pt x="4903" y="8002"/>
                </a:cubicBezTo>
                <a:cubicBezTo>
                  <a:pt x="4783" y="7388"/>
                  <a:pt x="4903" y="6490"/>
                  <a:pt x="4903" y="5781"/>
                </a:cubicBezTo>
                <a:cubicBezTo>
                  <a:pt x="5023" y="5119"/>
                  <a:pt x="6823" y="3938"/>
                  <a:pt x="6943" y="3843"/>
                </a:cubicBezTo>
                <a:cubicBezTo>
                  <a:pt x="7063" y="3748"/>
                  <a:pt x="7063" y="3654"/>
                  <a:pt x="7063" y="3559"/>
                </a:cubicBezTo>
                <a:cubicBezTo>
                  <a:pt x="7063" y="3559"/>
                  <a:pt x="7063" y="3559"/>
                  <a:pt x="7063" y="3559"/>
                </a:cubicBezTo>
                <a:cubicBezTo>
                  <a:pt x="7063" y="3465"/>
                  <a:pt x="7063" y="3418"/>
                  <a:pt x="7063" y="3323"/>
                </a:cubicBezTo>
                <a:cubicBezTo>
                  <a:pt x="7063" y="3276"/>
                  <a:pt x="7063" y="3181"/>
                  <a:pt x="7183" y="3134"/>
                </a:cubicBezTo>
                <a:cubicBezTo>
                  <a:pt x="7303" y="3087"/>
                  <a:pt x="7423" y="3087"/>
                  <a:pt x="7543" y="3087"/>
                </a:cubicBezTo>
                <a:cubicBezTo>
                  <a:pt x="7783" y="3087"/>
                  <a:pt x="8143" y="3134"/>
                  <a:pt x="8263" y="3181"/>
                </a:cubicBezTo>
                <a:cubicBezTo>
                  <a:pt x="7183" y="3181"/>
                  <a:pt x="7783" y="3701"/>
                  <a:pt x="7783" y="3796"/>
                </a:cubicBezTo>
                <a:cubicBezTo>
                  <a:pt x="7783" y="3890"/>
                  <a:pt x="7543" y="4032"/>
                  <a:pt x="7423" y="4127"/>
                </a:cubicBezTo>
                <a:cubicBezTo>
                  <a:pt x="7303" y="4221"/>
                  <a:pt x="7183" y="4363"/>
                  <a:pt x="7063" y="4599"/>
                </a:cubicBezTo>
                <a:cubicBezTo>
                  <a:pt x="7063" y="4836"/>
                  <a:pt x="6703" y="5119"/>
                  <a:pt x="6583" y="5214"/>
                </a:cubicBezTo>
                <a:cubicBezTo>
                  <a:pt x="6583" y="5355"/>
                  <a:pt x="6343" y="6064"/>
                  <a:pt x="6223" y="6443"/>
                </a:cubicBezTo>
                <a:cubicBezTo>
                  <a:pt x="5983" y="6821"/>
                  <a:pt x="5983" y="8759"/>
                  <a:pt x="5983" y="8900"/>
                </a:cubicBezTo>
                <a:cubicBezTo>
                  <a:pt x="5983" y="8948"/>
                  <a:pt x="6103" y="9089"/>
                  <a:pt x="6223" y="9231"/>
                </a:cubicBezTo>
                <a:cubicBezTo>
                  <a:pt x="5983" y="9231"/>
                  <a:pt x="5743" y="9184"/>
                  <a:pt x="5623" y="9137"/>
                </a:cubicBezTo>
                <a:close/>
                <a:moveTo>
                  <a:pt x="13903" y="8948"/>
                </a:moveTo>
                <a:cubicBezTo>
                  <a:pt x="13903" y="8948"/>
                  <a:pt x="13543" y="8995"/>
                  <a:pt x="13303" y="9042"/>
                </a:cubicBezTo>
                <a:cubicBezTo>
                  <a:pt x="13063" y="9042"/>
                  <a:pt x="12583" y="9042"/>
                  <a:pt x="12223" y="9042"/>
                </a:cubicBezTo>
                <a:cubicBezTo>
                  <a:pt x="11863" y="9042"/>
                  <a:pt x="11743" y="9089"/>
                  <a:pt x="10783" y="9137"/>
                </a:cubicBezTo>
                <a:cubicBezTo>
                  <a:pt x="9823" y="9184"/>
                  <a:pt x="8263" y="9326"/>
                  <a:pt x="7423" y="9326"/>
                </a:cubicBezTo>
                <a:cubicBezTo>
                  <a:pt x="7303" y="9326"/>
                  <a:pt x="7303" y="9326"/>
                  <a:pt x="7183" y="9326"/>
                </a:cubicBezTo>
                <a:cubicBezTo>
                  <a:pt x="7423" y="9184"/>
                  <a:pt x="7663" y="9089"/>
                  <a:pt x="7783" y="9042"/>
                </a:cubicBezTo>
                <a:cubicBezTo>
                  <a:pt x="7903" y="8948"/>
                  <a:pt x="8143" y="6773"/>
                  <a:pt x="8023" y="6348"/>
                </a:cubicBezTo>
                <a:cubicBezTo>
                  <a:pt x="8023" y="5923"/>
                  <a:pt x="8383" y="4741"/>
                  <a:pt x="8383" y="4410"/>
                </a:cubicBezTo>
                <a:cubicBezTo>
                  <a:pt x="8383" y="4079"/>
                  <a:pt x="8503" y="3843"/>
                  <a:pt x="8863" y="3607"/>
                </a:cubicBezTo>
                <a:cubicBezTo>
                  <a:pt x="9223" y="3323"/>
                  <a:pt x="8383" y="3181"/>
                  <a:pt x="8263" y="3181"/>
                </a:cubicBezTo>
                <a:cubicBezTo>
                  <a:pt x="8263" y="3181"/>
                  <a:pt x="8383" y="3134"/>
                  <a:pt x="8503" y="3087"/>
                </a:cubicBezTo>
                <a:cubicBezTo>
                  <a:pt x="8623" y="3087"/>
                  <a:pt x="8863" y="3039"/>
                  <a:pt x="9103" y="3039"/>
                </a:cubicBezTo>
                <a:cubicBezTo>
                  <a:pt x="9223" y="3039"/>
                  <a:pt x="9463" y="3087"/>
                  <a:pt x="9583" y="3181"/>
                </a:cubicBezTo>
                <a:cubicBezTo>
                  <a:pt x="10063" y="3465"/>
                  <a:pt x="10303" y="3559"/>
                  <a:pt x="10303" y="3559"/>
                </a:cubicBezTo>
                <a:cubicBezTo>
                  <a:pt x="10303" y="3559"/>
                  <a:pt x="10303" y="3559"/>
                  <a:pt x="10303" y="3559"/>
                </a:cubicBezTo>
                <a:cubicBezTo>
                  <a:pt x="9823" y="4174"/>
                  <a:pt x="9703" y="4930"/>
                  <a:pt x="9703" y="5355"/>
                </a:cubicBezTo>
                <a:cubicBezTo>
                  <a:pt x="9703" y="6017"/>
                  <a:pt x="11383" y="6773"/>
                  <a:pt x="11863" y="7010"/>
                </a:cubicBezTo>
                <a:cubicBezTo>
                  <a:pt x="12223" y="7199"/>
                  <a:pt x="13063" y="7341"/>
                  <a:pt x="13063" y="7341"/>
                </a:cubicBezTo>
                <a:cubicBezTo>
                  <a:pt x="13063" y="7341"/>
                  <a:pt x="13423" y="7482"/>
                  <a:pt x="13303" y="7482"/>
                </a:cubicBezTo>
                <a:cubicBezTo>
                  <a:pt x="13063" y="7482"/>
                  <a:pt x="12823" y="7530"/>
                  <a:pt x="12463" y="7530"/>
                </a:cubicBezTo>
                <a:cubicBezTo>
                  <a:pt x="12223" y="7530"/>
                  <a:pt x="12103" y="7577"/>
                  <a:pt x="11983" y="7624"/>
                </a:cubicBezTo>
                <a:cubicBezTo>
                  <a:pt x="11743" y="7671"/>
                  <a:pt x="11863" y="7766"/>
                  <a:pt x="11863" y="7813"/>
                </a:cubicBezTo>
                <a:cubicBezTo>
                  <a:pt x="11983" y="7860"/>
                  <a:pt x="11983" y="7860"/>
                  <a:pt x="11863" y="8002"/>
                </a:cubicBezTo>
                <a:cubicBezTo>
                  <a:pt x="11743" y="8097"/>
                  <a:pt x="12103" y="8097"/>
                  <a:pt x="12103" y="8144"/>
                </a:cubicBezTo>
                <a:cubicBezTo>
                  <a:pt x="12103" y="8191"/>
                  <a:pt x="12223" y="8239"/>
                  <a:pt x="12343" y="8333"/>
                </a:cubicBezTo>
                <a:cubicBezTo>
                  <a:pt x="12463" y="8428"/>
                  <a:pt x="12583" y="8522"/>
                  <a:pt x="12703" y="8569"/>
                </a:cubicBezTo>
                <a:cubicBezTo>
                  <a:pt x="12703" y="8664"/>
                  <a:pt x="13063" y="8711"/>
                  <a:pt x="13423" y="8711"/>
                </a:cubicBezTo>
                <a:cubicBezTo>
                  <a:pt x="13663" y="8759"/>
                  <a:pt x="13543" y="8569"/>
                  <a:pt x="13543" y="8569"/>
                </a:cubicBezTo>
                <a:cubicBezTo>
                  <a:pt x="13543" y="8569"/>
                  <a:pt x="13543" y="8617"/>
                  <a:pt x="13783" y="8569"/>
                </a:cubicBezTo>
                <a:cubicBezTo>
                  <a:pt x="14143" y="8569"/>
                  <a:pt x="13783" y="8428"/>
                  <a:pt x="13903" y="8428"/>
                </a:cubicBezTo>
                <a:cubicBezTo>
                  <a:pt x="14023" y="8428"/>
                  <a:pt x="13903" y="8333"/>
                  <a:pt x="13903" y="8380"/>
                </a:cubicBezTo>
                <a:cubicBezTo>
                  <a:pt x="14023" y="8380"/>
                  <a:pt x="14023" y="8428"/>
                  <a:pt x="14023" y="8428"/>
                </a:cubicBezTo>
                <a:lnTo>
                  <a:pt x="13903" y="8948"/>
                </a:lnTo>
                <a:close/>
                <a:moveTo>
                  <a:pt x="16903" y="5970"/>
                </a:moveTo>
                <a:cubicBezTo>
                  <a:pt x="16783" y="5970"/>
                  <a:pt x="16543" y="5970"/>
                  <a:pt x="16543" y="6112"/>
                </a:cubicBezTo>
                <a:cubicBezTo>
                  <a:pt x="16423" y="6206"/>
                  <a:pt x="16543" y="6206"/>
                  <a:pt x="16423" y="6301"/>
                </a:cubicBezTo>
                <a:cubicBezTo>
                  <a:pt x="16303" y="6348"/>
                  <a:pt x="16423" y="6348"/>
                  <a:pt x="16303" y="6395"/>
                </a:cubicBezTo>
                <a:cubicBezTo>
                  <a:pt x="16183" y="6443"/>
                  <a:pt x="15463" y="6584"/>
                  <a:pt x="15463" y="6584"/>
                </a:cubicBezTo>
                <a:cubicBezTo>
                  <a:pt x="15463" y="6584"/>
                  <a:pt x="15103" y="6301"/>
                  <a:pt x="15223" y="6159"/>
                </a:cubicBezTo>
                <a:cubicBezTo>
                  <a:pt x="15343" y="6064"/>
                  <a:pt x="16183" y="5450"/>
                  <a:pt x="16183" y="5450"/>
                </a:cubicBezTo>
                <a:cubicBezTo>
                  <a:pt x="16183" y="5450"/>
                  <a:pt x="16303" y="5355"/>
                  <a:pt x="16303" y="5450"/>
                </a:cubicBezTo>
                <a:cubicBezTo>
                  <a:pt x="16423" y="5545"/>
                  <a:pt x="16423" y="5639"/>
                  <a:pt x="16543" y="5686"/>
                </a:cubicBezTo>
                <a:cubicBezTo>
                  <a:pt x="16783" y="5781"/>
                  <a:pt x="16783" y="5781"/>
                  <a:pt x="16903" y="5828"/>
                </a:cubicBezTo>
                <a:cubicBezTo>
                  <a:pt x="16903" y="5875"/>
                  <a:pt x="17023" y="5970"/>
                  <a:pt x="16903" y="5970"/>
                </a:cubicBezTo>
                <a:close/>
              </a:path>
            </a:pathLst>
          </a:custGeom>
          <a:solidFill>
            <a:srgbClr val="66B3E0"/>
          </a:solidFill>
          <a:ln w="12700">
            <a:miter lim="400000"/>
            <a:tailEnd type="triangle"/>
          </a:ln>
          <a:effectLst>
            <a:outerShdw sx="100000" sy="100000" kx="0" ky="0" algn="b" rotWithShape="0" blurRad="152400" dist="0" dir="18900000">
              <a:srgbClr val="000000">
                <a:alpha val="5000"/>
              </a:srgbClr>
            </a:outerShdw>
          </a:effectLst>
        </p:spPr>
        <p:txBody>
          <a:bodyPr tIns="91439" bIns="91439"/>
          <a:lstStyle/>
          <a:p>
            <a:pPr algn="l" defTabSz="914400">
              <a:defRPr sz="3600">
                <a:solidFill>
                  <a:srgbClr val="0A0A0A"/>
                </a:solidFill>
                <a:latin typeface="Calibri"/>
                <a:ea typeface="Calibri"/>
                <a:cs typeface="Calibri"/>
                <a:sym typeface="Calibri"/>
              </a:defRPr>
            </a:pPr>
          </a:p>
        </p:txBody>
      </p:sp>
      <p:sp>
        <p:nvSpPr>
          <p:cNvPr id="2617" name="Shape 2617"/>
          <p:cNvSpPr/>
          <p:nvPr/>
        </p:nvSpPr>
        <p:spPr>
          <a:xfrm>
            <a:off x="2166605" y="10014174"/>
            <a:ext cx="4714120"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6C6C6C"/>
                </a:solidFill>
                <a:latin typeface="Calibri"/>
                <a:ea typeface="Calibri"/>
                <a:cs typeface="Calibri"/>
                <a:sym typeface="Calibri"/>
              </a:defRPr>
            </a:lvl1pPr>
          </a:lstStyle>
          <a:p>
            <a:pPr>
              <a:defRPr sz="5600">
                <a:solidFill>
                  <a:srgbClr val="0A0A0A"/>
                </a:solidFill>
              </a:defRPr>
            </a:pPr>
            <a:r>
              <a:rPr sz="2400">
                <a:solidFill>
                  <a:srgbClr val="6C6C6C"/>
                </a:solidFill>
              </a:rPr>
              <a:t>Descripción</a:t>
            </a:r>
          </a:p>
        </p:txBody>
      </p:sp>
      <p:sp>
        <p:nvSpPr>
          <p:cNvPr id="2618" name="Shape 2618"/>
          <p:cNvSpPr/>
          <p:nvPr/>
        </p:nvSpPr>
        <p:spPr>
          <a:xfrm>
            <a:off x="1840100" y="9275664"/>
            <a:ext cx="5367128"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Público A</a:t>
            </a:r>
          </a:p>
        </p:txBody>
      </p:sp>
      <p:sp>
        <p:nvSpPr>
          <p:cNvPr id="2619" name="Shape 2619"/>
          <p:cNvSpPr/>
          <p:nvPr/>
        </p:nvSpPr>
        <p:spPr>
          <a:xfrm>
            <a:off x="2975663" y="10014328"/>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620" name="Shape 2620"/>
          <p:cNvSpPr/>
          <p:nvPr/>
        </p:nvSpPr>
        <p:spPr>
          <a:xfrm>
            <a:off x="7097834" y="10014174"/>
            <a:ext cx="4714119"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6C6C6C"/>
                </a:solidFill>
                <a:latin typeface="Calibri"/>
                <a:ea typeface="Calibri"/>
                <a:cs typeface="Calibri"/>
                <a:sym typeface="Calibri"/>
              </a:defRPr>
            </a:lvl1pPr>
          </a:lstStyle>
          <a:p>
            <a:pPr>
              <a:defRPr sz="5600">
                <a:solidFill>
                  <a:srgbClr val="0A0A0A"/>
                </a:solidFill>
              </a:defRPr>
            </a:pPr>
            <a:r>
              <a:rPr sz="2400">
                <a:solidFill>
                  <a:srgbClr val="6C6C6C"/>
                </a:solidFill>
              </a:rPr>
              <a:t>Descripción</a:t>
            </a:r>
          </a:p>
        </p:txBody>
      </p:sp>
      <p:sp>
        <p:nvSpPr>
          <p:cNvPr id="2621" name="Shape 2621"/>
          <p:cNvSpPr/>
          <p:nvPr/>
        </p:nvSpPr>
        <p:spPr>
          <a:xfrm>
            <a:off x="6771327" y="9275664"/>
            <a:ext cx="5367129"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Público B</a:t>
            </a:r>
          </a:p>
        </p:txBody>
      </p:sp>
      <p:sp>
        <p:nvSpPr>
          <p:cNvPr id="2622" name="Shape 2622"/>
          <p:cNvSpPr/>
          <p:nvPr/>
        </p:nvSpPr>
        <p:spPr>
          <a:xfrm>
            <a:off x="7906891" y="10014328"/>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623" name="Shape 2623"/>
          <p:cNvSpPr/>
          <p:nvPr/>
        </p:nvSpPr>
        <p:spPr>
          <a:xfrm>
            <a:off x="12283168" y="10014174"/>
            <a:ext cx="4714119"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6C6C6C"/>
                </a:solidFill>
                <a:latin typeface="Calibri"/>
                <a:ea typeface="Calibri"/>
                <a:cs typeface="Calibri"/>
                <a:sym typeface="Calibri"/>
              </a:defRPr>
            </a:lvl1pPr>
          </a:lstStyle>
          <a:p>
            <a:pPr>
              <a:defRPr sz="5600">
                <a:solidFill>
                  <a:srgbClr val="0A0A0A"/>
                </a:solidFill>
              </a:defRPr>
            </a:pPr>
            <a:r>
              <a:rPr sz="2400">
                <a:solidFill>
                  <a:srgbClr val="6C6C6C"/>
                </a:solidFill>
              </a:rPr>
              <a:t>Descripción</a:t>
            </a:r>
          </a:p>
        </p:txBody>
      </p:sp>
      <p:sp>
        <p:nvSpPr>
          <p:cNvPr id="2624" name="Shape 2624"/>
          <p:cNvSpPr/>
          <p:nvPr/>
        </p:nvSpPr>
        <p:spPr>
          <a:xfrm>
            <a:off x="11956661" y="9275664"/>
            <a:ext cx="5367129"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Público C</a:t>
            </a:r>
          </a:p>
        </p:txBody>
      </p:sp>
      <p:sp>
        <p:nvSpPr>
          <p:cNvPr id="2625" name="Shape 2625"/>
          <p:cNvSpPr/>
          <p:nvPr/>
        </p:nvSpPr>
        <p:spPr>
          <a:xfrm>
            <a:off x="13092225" y="10014328"/>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626" name="Shape 2626"/>
          <p:cNvSpPr/>
          <p:nvPr/>
        </p:nvSpPr>
        <p:spPr>
          <a:xfrm>
            <a:off x="17320676" y="10014174"/>
            <a:ext cx="4714119"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400">
                <a:solidFill>
                  <a:srgbClr val="6C6C6C"/>
                </a:solidFill>
                <a:latin typeface="Calibri"/>
                <a:ea typeface="Calibri"/>
                <a:cs typeface="Calibri"/>
                <a:sym typeface="Calibri"/>
              </a:defRPr>
            </a:lvl1pPr>
          </a:lstStyle>
          <a:p>
            <a:pPr>
              <a:defRPr sz="5600">
                <a:solidFill>
                  <a:srgbClr val="0A0A0A"/>
                </a:solidFill>
              </a:defRPr>
            </a:pPr>
            <a:r>
              <a:rPr sz="2400">
                <a:solidFill>
                  <a:srgbClr val="6C6C6C"/>
                </a:solidFill>
              </a:rPr>
              <a:t>Descripción</a:t>
            </a:r>
          </a:p>
        </p:txBody>
      </p:sp>
      <p:sp>
        <p:nvSpPr>
          <p:cNvPr id="2627" name="Shape 2627"/>
          <p:cNvSpPr/>
          <p:nvPr/>
        </p:nvSpPr>
        <p:spPr>
          <a:xfrm>
            <a:off x="16994170" y="9275664"/>
            <a:ext cx="5367128"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Público D</a:t>
            </a:r>
          </a:p>
        </p:txBody>
      </p:sp>
      <p:sp>
        <p:nvSpPr>
          <p:cNvPr id="2628" name="Shape 2628"/>
          <p:cNvSpPr/>
          <p:nvPr/>
        </p:nvSpPr>
        <p:spPr>
          <a:xfrm>
            <a:off x="18129733" y="10014328"/>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2629" name="Shape 2629"/>
          <p:cNvSpPr/>
          <p:nvPr/>
        </p:nvSpPr>
        <p:spPr>
          <a:xfrm>
            <a:off x="8744967" y="3471212"/>
            <a:ext cx="1338467" cy="55440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12" y="11550"/>
                </a:moveTo>
                <a:lnTo>
                  <a:pt x="21600" y="11550"/>
                </a:lnTo>
                <a:lnTo>
                  <a:pt x="21025" y="10957"/>
                </a:lnTo>
                <a:lnTo>
                  <a:pt x="20487" y="9911"/>
                </a:lnTo>
                <a:lnTo>
                  <a:pt x="19912" y="8734"/>
                </a:lnTo>
                <a:lnTo>
                  <a:pt x="19643" y="7808"/>
                </a:lnTo>
                <a:lnTo>
                  <a:pt x="19643" y="6956"/>
                </a:lnTo>
                <a:lnTo>
                  <a:pt x="19912" y="6697"/>
                </a:lnTo>
                <a:lnTo>
                  <a:pt x="19643" y="5974"/>
                </a:lnTo>
                <a:lnTo>
                  <a:pt x="19912" y="5780"/>
                </a:lnTo>
                <a:lnTo>
                  <a:pt x="19912" y="5122"/>
                </a:lnTo>
                <a:lnTo>
                  <a:pt x="19375" y="4464"/>
                </a:lnTo>
                <a:lnTo>
                  <a:pt x="18224" y="3742"/>
                </a:lnTo>
                <a:lnTo>
                  <a:pt x="17380" y="3409"/>
                </a:lnTo>
                <a:lnTo>
                  <a:pt x="15423" y="3084"/>
                </a:lnTo>
                <a:lnTo>
                  <a:pt x="14310" y="2955"/>
                </a:lnTo>
                <a:lnTo>
                  <a:pt x="13735" y="2825"/>
                </a:lnTo>
                <a:lnTo>
                  <a:pt x="13466" y="2695"/>
                </a:lnTo>
                <a:lnTo>
                  <a:pt x="13466" y="2621"/>
                </a:lnTo>
                <a:lnTo>
                  <a:pt x="13198" y="2556"/>
                </a:lnTo>
                <a:lnTo>
                  <a:pt x="12354" y="2362"/>
                </a:lnTo>
                <a:lnTo>
                  <a:pt x="11778" y="2362"/>
                </a:lnTo>
                <a:lnTo>
                  <a:pt x="11778" y="2427"/>
                </a:lnTo>
                <a:lnTo>
                  <a:pt x="11510" y="2232"/>
                </a:lnTo>
                <a:lnTo>
                  <a:pt x="11241" y="2167"/>
                </a:lnTo>
                <a:lnTo>
                  <a:pt x="11241" y="2103"/>
                </a:lnTo>
                <a:lnTo>
                  <a:pt x="11241" y="2167"/>
                </a:lnTo>
                <a:lnTo>
                  <a:pt x="11241" y="1315"/>
                </a:lnTo>
                <a:lnTo>
                  <a:pt x="10934" y="1047"/>
                </a:lnTo>
                <a:lnTo>
                  <a:pt x="10397" y="787"/>
                </a:lnTo>
                <a:lnTo>
                  <a:pt x="9553" y="593"/>
                </a:lnTo>
                <a:lnTo>
                  <a:pt x="8440" y="259"/>
                </a:lnTo>
                <a:lnTo>
                  <a:pt x="7290" y="130"/>
                </a:lnTo>
                <a:lnTo>
                  <a:pt x="5908" y="0"/>
                </a:lnTo>
                <a:lnTo>
                  <a:pt x="4489" y="65"/>
                </a:lnTo>
                <a:lnTo>
                  <a:pt x="3645" y="130"/>
                </a:lnTo>
                <a:lnTo>
                  <a:pt x="2801" y="259"/>
                </a:lnTo>
                <a:lnTo>
                  <a:pt x="1688" y="398"/>
                </a:lnTo>
                <a:lnTo>
                  <a:pt x="1151" y="658"/>
                </a:lnTo>
                <a:lnTo>
                  <a:pt x="307" y="982"/>
                </a:lnTo>
                <a:lnTo>
                  <a:pt x="0" y="1186"/>
                </a:lnTo>
                <a:lnTo>
                  <a:pt x="575" y="1380"/>
                </a:lnTo>
                <a:lnTo>
                  <a:pt x="575" y="1445"/>
                </a:lnTo>
                <a:lnTo>
                  <a:pt x="844" y="1704"/>
                </a:lnTo>
                <a:lnTo>
                  <a:pt x="1151" y="1834"/>
                </a:lnTo>
                <a:lnTo>
                  <a:pt x="1151" y="2103"/>
                </a:lnTo>
                <a:lnTo>
                  <a:pt x="1420" y="2167"/>
                </a:lnTo>
                <a:lnTo>
                  <a:pt x="1688" y="2297"/>
                </a:lnTo>
                <a:lnTo>
                  <a:pt x="1957" y="2297"/>
                </a:lnTo>
                <a:lnTo>
                  <a:pt x="1957" y="2492"/>
                </a:lnTo>
                <a:lnTo>
                  <a:pt x="2264" y="2556"/>
                </a:lnTo>
                <a:lnTo>
                  <a:pt x="2801" y="2695"/>
                </a:lnTo>
                <a:lnTo>
                  <a:pt x="3376" y="2825"/>
                </a:lnTo>
                <a:lnTo>
                  <a:pt x="3645" y="2955"/>
                </a:lnTo>
                <a:lnTo>
                  <a:pt x="3952" y="3084"/>
                </a:lnTo>
                <a:lnTo>
                  <a:pt x="4489" y="3084"/>
                </a:lnTo>
                <a:lnTo>
                  <a:pt x="4796" y="3279"/>
                </a:lnTo>
                <a:lnTo>
                  <a:pt x="5333" y="3344"/>
                </a:lnTo>
                <a:lnTo>
                  <a:pt x="6177" y="3344"/>
                </a:lnTo>
                <a:lnTo>
                  <a:pt x="7021" y="3279"/>
                </a:lnTo>
                <a:lnTo>
                  <a:pt x="7290" y="3344"/>
                </a:lnTo>
                <a:lnTo>
                  <a:pt x="7021" y="3483"/>
                </a:lnTo>
                <a:lnTo>
                  <a:pt x="6752" y="3612"/>
                </a:lnTo>
                <a:lnTo>
                  <a:pt x="6752" y="3742"/>
                </a:lnTo>
                <a:lnTo>
                  <a:pt x="7021" y="3548"/>
                </a:lnTo>
                <a:lnTo>
                  <a:pt x="6752" y="3742"/>
                </a:lnTo>
                <a:lnTo>
                  <a:pt x="6752" y="3807"/>
                </a:lnTo>
                <a:lnTo>
                  <a:pt x="6445" y="4066"/>
                </a:lnTo>
                <a:lnTo>
                  <a:pt x="6445" y="4131"/>
                </a:lnTo>
                <a:lnTo>
                  <a:pt x="6177" y="4205"/>
                </a:lnTo>
                <a:lnTo>
                  <a:pt x="5333" y="4789"/>
                </a:lnTo>
                <a:lnTo>
                  <a:pt x="4796" y="5511"/>
                </a:lnTo>
                <a:lnTo>
                  <a:pt x="3952" y="6502"/>
                </a:lnTo>
                <a:lnTo>
                  <a:pt x="3645" y="6891"/>
                </a:lnTo>
                <a:lnTo>
                  <a:pt x="3952" y="6632"/>
                </a:lnTo>
                <a:lnTo>
                  <a:pt x="2801" y="7938"/>
                </a:lnTo>
                <a:lnTo>
                  <a:pt x="2264" y="8531"/>
                </a:lnTo>
                <a:lnTo>
                  <a:pt x="1957" y="8929"/>
                </a:lnTo>
                <a:lnTo>
                  <a:pt x="1957" y="9383"/>
                </a:lnTo>
                <a:lnTo>
                  <a:pt x="2264" y="9846"/>
                </a:lnTo>
                <a:lnTo>
                  <a:pt x="1957" y="10698"/>
                </a:lnTo>
                <a:lnTo>
                  <a:pt x="1688" y="11421"/>
                </a:lnTo>
                <a:lnTo>
                  <a:pt x="1420" y="12078"/>
                </a:lnTo>
                <a:lnTo>
                  <a:pt x="1688" y="12078"/>
                </a:lnTo>
                <a:lnTo>
                  <a:pt x="2264" y="12143"/>
                </a:lnTo>
                <a:lnTo>
                  <a:pt x="3376" y="12208"/>
                </a:lnTo>
                <a:lnTo>
                  <a:pt x="5333" y="12208"/>
                </a:lnTo>
                <a:lnTo>
                  <a:pt x="5064" y="12606"/>
                </a:lnTo>
                <a:lnTo>
                  <a:pt x="5908" y="13912"/>
                </a:lnTo>
                <a:lnTo>
                  <a:pt x="6445" y="15487"/>
                </a:lnTo>
                <a:lnTo>
                  <a:pt x="7596" y="16737"/>
                </a:lnTo>
                <a:lnTo>
                  <a:pt x="8134" y="17719"/>
                </a:lnTo>
                <a:lnTo>
                  <a:pt x="10090" y="19099"/>
                </a:lnTo>
                <a:lnTo>
                  <a:pt x="11241" y="19692"/>
                </a:lnTo>
                <a:lnTo>
                  <a:pt x="11778" y="19757"/>
                </a:lnTo>
                <a:lnTo>
                  <a:pt x="11778" y="19951"/>
                </a:lnTo>
                <a:lnTo>
                  <a:pt x="11241" y="20220"/>
                </a:lnTo>
                <a:lnTo>
                  <a:pt x="11510" y="20285"/>
                </a:lnTo>
                <a:lnTo>
                  <a:pt x="10934" y="20350"/>
                </a:lnTo>
                <a:lnTo>
                  <a:pt x="9822" y="20609"/>
                </a:lnTo>
                <a:lnTo>
                  <a:pt x="8709" y="20739"/>
                </a:lnTo>
                <a:lnTo>
                  <a:pt x="6445" y="20739"/>
                </a:lnTo>
                <a:lnTo>
                  <a:pt x="5908" y="20878"/>
                </a:lnTo>
                <a:lnTo>
                  <a:pt x="5333" y="20942"/>
                </a:lnTo>
                <a:lnTo>
                  <a:pt x="5333" y="21072"/>
                </a:lnTo>
                <a:lnTo>
                  <a:pt x="6445" y="21202"/>
                </a:lnTo>
                <a:lnTo>
                  <a:pt x="5908" y="21331"/>
                </a:lnTo>
                <a:lnTo>
                  <a:pt x="5908" y="21461"/>
                </a:lnTo>
                <a:lnTo>
                  <a:pt x="7290" y="21526"/>
                </a:lnTo>
                <a:lnTo>
                  <a:pt x="10397" y="21600"/>
                </a:lnTo>
                <a:lnTo>
                  <a:pt x="13735" y="21600"/>
                </a:lnTo>
                <a:lnTo>
                  <a:pt x="15423" y="21396"/>
                </a:lnTo>
                <a:lnTo>
                  <a:pt x="16574" y="21526"/>
                </a:lnTo>
                <a:lnTo>
                  <a:pt x="18531" y="21461"/>
                </a:lnTo>
                <a:lnTo>
                  <a:pt x="19375" y="21331"/>
                </a:lnTo>
                <a:lnTo>
                  <a:pt x="19912" y="20878"/>
                </a:lnTo>
                <a:lnTo>
                  <a:pt x="20219" y="20739"/>
                </a:lnTo>
                <a:lnTo>
                  <a:pt x="20219" y="19757"/>
                </a:lnTo>
                <a:lnTo>
                  <a:pt x="19643" y="19303"/>
                </a:lnTo>
                <a:lnTo>
                  <a:pt x="19912" y="19099"/>
                </a:lnTo>
                <a:lnTo>
                  <a:pt x="19068" y="18442"/>
                </a:lnTo>
                <a:lnTo>
                  <a:pt x="19643" y="17923"/>
                </a:lnTo>
                <a:lnTo>
                  <a:pt x="19068" y="16867"/>
                </a:lnTo>
                <a:lnTo>
                  <a:pt x="18799" y="16209"/>
                </a:lnTo>
                <a:lnTo>
                  <a:pt x="18531" y="15691"/>
                </a:lnTo>
                <a:lnTo>
                  <a:pt x="18224" y="14375"/>
                </a:lnTo>
                <a:lnTo>
                  <a:pt x="18224" y="13783"/>
                </a:lnTo>
                <a:lnTo>
                  <a:pt x="18799" y="13190"/>
                </a:lnTo>
                <a:lnTo>
                  <a:pt x="18799" y="11884"/>
                </a:lnTo>
                <a:lnTo>
                  <a:pt x="16843" y="12078"/>
                </a:lnTo>
                <a:lnTo>
                  <a:pt x="19912" y="11819"/>
                </a:lnTo>
                <a:lnTo>
                  <a:pt x="19912" y="11550"/>
                </a:lnTo>
                <a:close/>
              </a:path>
            </a:pathLst>
          </a:custGeom>
          <a:solidFill>
            <a:srgbClr val="397ECA"/>
          </a:solidFill>
          <a:ln w="12700">
            <a:miter lim="400000"/>
            <a:tailEnd type="triangle"/>
          </a:ln>
          <a:effectLst>
            <a:outerShdw sx="100000" sy="100000" kx="0" ky="0" algn="b" rotWithShape="0" blurRad="152400" dist="0" dir="13500000">
              <a:srgbClr val="000000">
                <a:alpha val="5000"/>
              </a:srgbClr>
            </a:outerShdw>
          </a:effectLst>
        </p:spPr>
        <p:txBody>
          <a:bodyPr tIns="91439" bIns="91439"/>
          <a:lstStyle/>
          <a:p>
            <a:pPr algn="l" defTabSz="914400">
              <a:defRPr sz="3600">
                <a:solidFill>
                  <a:srgbClr val="0A0A0A"/>
                </a:solidFill>
                <a:latin typeface="Calibri"/>
                <a:ea typeface="Calibri"/>
                <a:cs typeface="Calibri"/>
                <a:sym typeface="Calibri"/>
              </a:defRPr>
            </a:pPr>
          </a:p>
        </p:txBody>
      </p:sp>
      <p:sp>
        <p:nvSpPr>
          <p:cNvPr id="2630" name="Shape 263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2614"/>
                                        </p:tgtEl>
                                        <p:attrNameLst>
                                          <p:attrName>style.visibility</p:attrName>
                                        </p:attrNameLst>
                                      </p:cBhvr>
                                      <p:to>
                                        <p:strVal val="visible"/>
                                      </p:to>
                                    </p:set>
                                    <p:anim calcmode="lin" valueType="num">
                                      <p:cBhvr>
                                        <p:cTn id="7" dur="500" fill="hold"/>
                                        <p:tgtEl>
                                          <p:spTgt spid="2614"/>
                                        </p:tgtEl>
                                        <p:attrNameLst>
                                          <p:attrName>ppt_w</p:attrName>
                                        </p:attrNameLst>
                                      </p:cBhvr>
                                      <p:tavLst>
                                        <p:tav tm="0">
                                          <p:val>
                                            <p:fltVal val="0"/>
                                          </p:val>
                                        </p:tav>
                                        <p:tav tm="100000">
                                          <p:val>
                                            <p:strVal val="#ppt_w"/>
                                          </p:val>
                                        </p:tav>
                                      </p:tavLst>
                                    </p:anim>
                                    <p:anim calcmode="lin" valueType="num">
                                      <p:cBhvr>
                                        <p:cTn id="8" dur="500" fill="hold"/>
                                        <p:tgtEl>
                                          <p:spTgt spid="2614"/>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2629"/>
                                        </p:tgtEl>
                                        <p:attrNameLst>
                                          <p:attrName>style.visibility</p:attrName>
                                        </p:attrNameLst>
                                      </p:cBhvr>
                                      <p:to>
                                        <p:strVal val="visible"/>
                                      </p:to>
                                    </p:set>
                                    <p:anim calcmode="lin" valueType="num">
                                      <p:cBhvr>
                                        <p:cTn id="12" dur="500" fill="hold"/>
                                        <p:tgtEl>
                                          <p:spTgt spid="2629"/>
                                        </p:tgtEl>
                                        <p:attrNameLst>
                                          <p:attrName>ppt_w</p:attrName>
                                        </p:attrNameLst>
                                      </p:cBhvr>
                                      <p:tavLst>
                                        <p:tav tm="0">
                                          <p:val>
                                            <p:fltVal val="0"/>
                                          </p:val>
                                        </p:tav>
                                        <p:tav tm="100000">
                                          <p:val>
                                            <p:strVal val="#ppt_w"/>
                                          </p:val>
                                        </p:tav>
                                      </p:tavLst>
                                    </p:anim>
                                    <p:anim calcmode="lin" valueType="num">
                                      <p:cBhvr>
                                        <p:cTn id="13" dur="500" fill="hold"/>
                                        <p:tgtEl>
                                          <p:spTgt spid="2629"/>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2615"/>
                                        </p:tgtEl>
                                        <p:attrNameLst>
                                          <p:attrName>style.visibility</p:attrName>
                                        </p:attrNameLst>
                                      </p:cBhvr>
                                      <p:to>
                                        <p:strVal val="visible"/>
                                      </p:to>
                                    </p:set>
                                    <p:anim calcmode="lin" valueType="num">
                                      <p:cBhvr>
                                        <p:cTn id="17" dur="500" fill="hold"/>
                                        <p:tgtEl>
                                          <p:spTgt spid="2615"/>
                                        </p:tgtEl>
                                        <p:attrNameLst>
                                          <p:attrName>ppt_w</p:attrName>
                                        </p:attrNameLst>
                                      </p:cBhvr>
                                      <p:tavLst>
                                        <p:tav tm="0">
                                          <p:val>
                                            <p:fltVal val="0"/>
                                          </p:val>
                                        </p:tav>
                                        <p:tav tm="100000">
                                          <p:val>
                                            <p:strVal val="#ppt_w"/>
                                          </p:val>
                                        </p:tav>
                                      </p:tavLst>
                                    </p:anim>
                                    <p:anim calcmode="lin" valueType="num">
                                      <p:cBhvr>
                                        <p:cTn id="18" dur="500" fill="hold"/>
                                        <p:tgtEl>
                                          <p:spTgt spid="2615"/>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2616"/>
                                        </p:tgtEl>
                                        <p:attrNameLst>
                                          <p:attrName>style.visibility</p:attrName>
                                        </p:attrNameLst>
                                      </p:cBhvr>
                                      <p:to>
                                        <p:strVal val="visible"/>
                                      </p:to>
                                    </p:set>
                                    <p:anim calcmode="lin" valueType="num">
                                      <p:cBhvr>
                                        <p:cTn id="22" dur="500" fill="hold"/>
                                        <p:tgtEl>
                                          <p:spTgt spid="2616"/>
                                        </p:tgtEl>
                                        <p:attrNameLst>
                                          <p:attrName>ppt_w</p:attrName>
                                        </p:attrNameLst>
                                      </p:cBhvr>
                                      <p:tavLst>
                                        <p:tav tm="0">
                                          <p:val>
                                            <p:fltVal val="0"/>
                                          </p:val>
                                        </p:tav>
                                        <p:tav tm="100000">
                                          <p:val>
                                            <p:strVal val="#ppt_w"/>
                                          </p:val>
                                        </p:tav>
                                      </p:tavLst>
                                    </p:anim>
                                    <p:anim calcmode="lin" valueType="num">
                                      <p:cBhvr>
                                        <p:cTn id="23" dur="500" fill="hold"/>
                                        <p:tgtEl>
                                          <p:spTgt spid="2616"/>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ID="9" grpId="5" fill="hold">
                                  <p:stCondLst>
                                    <p:cond delay="0"/>
                                  </p:stCondLst>
                                  <p:iterate type="el" backwards="0">
                                    <p:tmAbs val="0"/>
                                  </p:iterate>
                                  <p:childTnLst>
                                    <p:set>
                                      <p:cBhvr>
                                        <p:cTn id="26" fill="hold"/>
                                        <p:tgtEl>
                                          <p:spTgt spid="2617"/>
                                        </p:tgtEl>
                                        <p:attrNameLst>
                                          <p:attrName>style.visibility</p:attrName>
                                        </p:attrNameLst>
                                      </p:cBhvr>
                                      <p:to>
                                        <p:strVal val="visible"/>
                                      </p:to>
                                    </p:set>
                                    <p:animEffect filter="dissolve" transition="in">
                                      <p:cBhvr>
                                        <p:cTn id="27" dur="500"/>
                                        <p:tgtEl>
                                          <p:spTgt spid="2617"/>
                                        </p:tgtEl>
                                      </p:cBhvr>
                                    </p:animEffect>
                                  </p:childTnLst>
                                </p:cTn>
                              </p:par>
                            </p:childTnLst>
                          </p:cTn>
                        </p:par>
                        <p:par>
                          <p:cTn id="28" fill="hold">
                            <p:stCondLst>
                              <p:cond delay="2500"/>
                            </p:stCondLst>
                            <p:childTnLst>
                              <p:par>
                                <p:cTn id="29" presetClass="entr" nodeType="afterEffect" presetID="9" grpId="6" fill="hold">
                                  <p:stCondLst>
                                    <p:cond delay="0"/>
                                  </p:stCondLst>
                                  <p:iterate type="el" backwards="0">
                                    <p:tmAbs val="0"/>
                                  </p:iterate>
                                  <p:childTnLst>
                                    <p:set>
                                      <p:cBhvr>
                                        <p:cTn id="30" fill="hold"/>
                                        <p:tgtEl>
                                          <p:spTgt spid="2618"/>
                                        </p:tgtEl>
                                        <p:attrNameLst>
                                          <p:attrName>style.visibility</p:attrName>
                                        </p:attrNameLst>
                                      </p:cBhvr>
                                      <p:to>
                                        <p:strVal val="visible"/>
                                      </p:to>
                                    </p:set>
                                    <p:animEffect filter="dissolve" transition="in">
                                      <p:cBhvr>
                                        <p:cTn id="31" dur="500"/>
                                        <p:tgtEl>
                                          <p:spTgt spid="2618"/>
                                        </p:tgtEl>
                                      </p:cBhvr>
                                    </p:animEffect>
                                  </p:childTnLst>
                                </p:cTn>
                              </p:par>
                            </p:childTnLst>
                          </p:cTn>
                        </p:par>
                        <p:par>
                          <p:cTn id="32" fill="hold">
                            <p:stCondLst>
                              <p:cond delay="3000"/>
                            </p:stCondLst>
                            <p:childTnLst>
                              <p:par>
                                <p:cTn id="33" presetClass="entr" nodeType="afterEffect" presetID="9" grpId="7" fill="hold">
                                  <p:stCondLst>
                                    <p:cond delay="0"/>
                                  </p:stCondLst>
                                  <p:iterate type="el" backwards="0">
                                    <p:tmAbs val="0"/>
                                  </p:iterate>
                                  <p:childTnLst>
                                    <p:set>
                                      <p:cBhvr>
                                        <p:cTn id="34" fill="hold"/>
                                        <p:tgtEl>
                                          <p:spTgt spid="2619"/>
                                        </p:tgtEl>
                                        <p:attrNameLst>
                                          <p:attrName>style.visibility</p:attrName>
                                        </p:attrNameLst>
                                      </p:cBhvr>
                                      <p:to>
                                        <p:strVal val="visible"/>
                                      </p:to>
                                    </p:set>
                                    <p:animEffect filter="dissolve" transition="in">
                                      <p:cBhvr>
                                        <p:cTn id="35" dur="500"/>
                                        <p:tgtEl>
                                          <p:spTgt spid="2619"/>
                                        </p:tgtEl>
                                      </p:cBhvr>
                                    </p:animEffect>
                                  </p:childTnLst>
                                </p:cTn>
                              </p:par>
                            </p:childTnLst>
                          </p:cTn>
                        </p:par>
                        <p:par>
                          <p:cTn id="36" fill="hold">
                            <p:stCondLst>
                              <p:cond delay="3500"/>
                            </p:stCondLst>
                            <p:childTnLst>
                              <p:par>
                                <p:cTn id="37" presetClass="entr" nodeType="afterEffect" presetID="9" grpId="8" fill="hold">
                                  <p:stCondLst>
                                    <p:cond delay="0"/>
                                  </p:stCondLst>
                                  <p:iterate type="el" backwards="0">
                                    <p:tmAbs val="0"/>
                                  </p:iterate>
                                  <p:childTnLst>
                                    <p:set>
                                      <p:cBhvr>
                                        <p:cTn id="38" fill="hold"/>
                                        <p:tgtEl>
                                          <p:spTgt spid="2620"/>
                                        </p:tgtEl>
                                        <p:attrNameLst>
                                          <p:attrName>style.visibility</p:attrName>
                                        </p:attrNameLst>
                                      </p:cBhvr>
                                      <p:to>
                                        <p:strVal val="visible"/>
                                      </p:to>
                                    </p:set>
                                    <p:animEffect filter="dissolve" transition="in">
                                      <p:cBhvr>
                                        <p:cTn id="39" dur="500"/>
                                        <p:tgtEl>
                                          <p:spTgt spid="2620"/>
                                        </p:tgtEl>
                                      </p:cBhvr>
                                    </p:animEffect>
                                  </p:childTnLst>
                                </p:cTn>
                              </p:par>
                            </p:childTnLst>
                          </p:cTn>
                        </p:par>
                        <p:par>
                          <p:cTn id="40" fill="hold">
                            <p:stCondLst>
                              <p:cond delay="4000"/>
                            </p:stCondLst>
                            <p:childTnLst>
                              <p:par>
                                <p:cTn id="41" presetClass="entr" nodeType="afterEffect" presetID="9" grpId="9" fill="hold">
                                  <p:stCondLst>
                                    <p:cond delay="0"/>
                                  </p:stCondLst>
                                  <p:iterate type="el" backwards="0">
                                    <p:tmAbs val="0"/>
                                  </p:iterate>
                                  <p:childTnLst>
                                    <p:set>
                                      <p:cBhvr>
                                        <p:cTn id="42" fill="hold"/>
                                        <p:tgtEl>
                                          <p:spTgt spid="2621"/>
                                        </p:tgtEl>
                                        <p:attrNameLst>
                                          <p:attrName>style.visibility</p:attrName>
                                        </p:attrNameLst>
                                      </p:cBhvr>
                                      <p:to>
                                        <p:strVal val="visible"/>
                                      </p:to>
                                    </p:set>
                                    <p:animEffect filter="dissolve" transition="in">
                                      <p:cBhvr>
                                        <p:cTn id="43" dur="500"/>
                                        <p:tgtEl>
                                          <p:spTgt spid="2621"/>
                                        </p:tgtEl>
                                      </p:cBhvr>
                                    </p:animEffect>
                                  </p:childTnLst>
                                </p:cTn>
                              </p:par>
                            </p:childTnLst>
                          </p:cTn>
                        </p:par>
                        <p:par>
                          <p:cTn id="44" fill="hold">
                            <p:stCondLst>
                              <p:cond delay="4500"/>
                            </p:stCondLst>
                            <p:childTnLst>
                              <p:par>
                                <p:cTn id="45" presetClass="entr" nodeType="afterEffect" presetID="9" grpId="10" fill="hold">
                                  <p:stCondLst>
                                    <p:cond delay="0"/>
                                  </p:stCondLst>
                                  <p:iterate type="el" backwards="0">
                                    <p:tmAbs val="0"/>
                                  </p:iterate>
                                  <p:childTnLst>
                                    <p:set>
                                      <p:cBhvr>
                                        <p:cTn id="46" fill="hold"/>
                                        <p:tgtEl>
                                          <p:spTgt spid="2622"/>
                                        </p:tgtEl>
                                        <p:attrNameLst>
                                          <p:attrName>style.visibility</p:attrName>
                                        </p:attrNameLst>
                                      </p:cBhvr>
                                      <p:to>
                                        <p:strVal val="visible"/>
                                      </p:to>
                                    </p:set>
                                    <p:animEffect filter="dissolve" transition="in">
                                      <p:cBhvr>
                                        <p:cTn id="47" dur="500"/>
                                        <p:tgtEl>
                                          <p:spTgt spid="2622"/>
                                        </p:tgtEl>
                                      </p:cBhvr>
                                    </p:animEffect>
                                  </p:childTnLst>
                                </p:cTn>
                              </p:par>
                            </p:childTnLst>
                          </p:cTn>
                        </p:par>
                        <p:par>
                          <p:cTn id="48" fill="hold">
                            <p:stCondLst>
                              <p:cond delay="5000"/>
                            </p:stCondLst>
                            <p:childTnLst>
                              <p:par>
                                <p:cTn id="49" presetClass="entr" nodeType="afterEffect" presetID="9" grpId="11" fill="hold">
                                  <p:stCondLst>
                                    <p:cond delay="0"/>
                                  </p:stCondLst>
                                  <p:iterate type="el" backwards="0">
                                    <p:tmAbs val="0"/>
                                  </p:iterate>
                                  <p:childTnLst>
                                    <p:set>
                                      <p:cBhvr>
                                        <p:cTn id="50" fill="hold"/>
                                        <p:tgtEl>
                                          <p:spTgt spid="2623"/>
                                        </p:tgtEl>
                                        <p:attrNameLst>
                                          <p:attrName>style.visibility</p:attrName>
                                        </p:attrNameLst>
                                      </p:cBhvr>
                                      <p:to>
                                        <p:strVal val="visible"/>
                                      </p:to>
                                    </p:set>
                                    <p:animEffect filter="dissolve" transition="in">
                                      <p:cBhvr>
                                        <p:cTn id="51" dur="500"/>
                                        <p:tgtEl>
                                          <p:spTgt spid="2623"/>
                                        </p:tgtEl>
                                      </p:cBhvr>
                                    </p:animEffect>
                                  </p:childTnLst>
                                </p:cTn>
                              </p:par>
                            </p:childTnLst>
                          </p:cTn>
                        </p:par>
                        <p:par>
                          <p:cTn id="52" fill="hold">
                            <p:stCondLst>
                              <p:cond delay="5500"/>
                            </p:stCondLst>
                            <p:childTnLst>
                              <p:par>
                                <p:cTn id="53" presetClass="entr" nodeType="afterEffect" presetID="9" grpId="12" fill="hold">
                                  <p:stCondLst>
                                    <p:cond delay="0"/>
                                  </p:stCondLst>
                                  <p:iterate type="el" backwards="0">
                                    <p:tmAbs val="0"/>
                                  </p:iterate>
                                  <p:childTnLst>
                                    <p:set>
                                      <p:cBhvr>
                                        <p:cTn id="54" fill="hold"/>
                                        <p:tgtEl>
                                          <p:spTgt spid="2624"/>
                                        </p:tgtEl>
                                        <p:attrNameLst>
                                          <p:attrName>style.visibility</p:attrName>
                                        </p:attrNameLst>
                                      </p:cBhvr>
                                      <p:to>
                                        <p:strVal val="visible"/>
                                      </p:to>
                                    </p:set>
                                    <p:animEffect filter="dissolve" transition="in">
                                      <p:cBhvr>
                                        <p:cTn id="55" dur="500"/>
                                        <p:tgtEl>
                                          <p:spTgt spid="2624"/>
                                        </p:tgtEl>
                                      </p:cBhvr>
                                    </p:animEffect>
                                  </p:childTnLst>
                                </p:cTn>
                              </p:par>
                            </p:childTnLst>
                          </p:cTn>
                        </p:par>
                        <p:par>
                          <p:cTn id="56" fill="hold">
                            <p:stCondLst>
                              <p:cond delay="6000"/>
                            </p:stCondLst>
                            <p:childTnLst>
                              <p:par>
                                <p:cTn id="57" presetClass="entr" nodeType="afterEffect" presetID="9" grpId="13" fill="hold">
                                  <p:stCondLst>
                                    <p:cond delay="0"/>
                                  </p:stCondLst>
                                  <p:iterate type="el" backwards="0">
                                    <p:tmAbs val="0"/>
                                  </p:iterate>
                                  <p:childTnLst>
                                    <p:set>
                                      <p:cBhvr>
                                        <p:cTn id="58" fill="hold"/>
                                        <p:tgtEl>
                                          <p:spTgt spid="2625"/>
                                        </p:tgtEl>
                                        <p:attrNameLst>
                                          <p:attrName>style.visibility</p:attrName>
                                        </p:attrNameLst>
                                      </p:cBhvr>
                                      <p:to>
                                        <p:strVal val="visible"/>
                                      </p:to>
                                    </p:set>
                                    <p:animEffect filter="dissolve" transition="in">
                                      <p:cBhvr>
                                        <p:cTn id="59" dur="500"/>
                                        <p:tgtEl>
                                          <p:spTgt spid="2625"/>
                                        </p:tgtEl>
                                      </p:cBhvr>
                                    </p:animEffect>
                                  </p:childTnLst>
                                </p:cTn>
                              </p:par>
                            </p:childTnLst>
                          </p:cTn>
                        </p:par>
                        <p:par>
                          <p:cTn id="60" fill="hold">
                            <p:stCondLst>
                              <p:cond delay="6500"/>
                            </p:stCondLst>
                            <p:childTnLst>
                              <p:par>
                                <p:cTn id="61" presetClass="entr" nodeType="afterEffect" presetID="9" grpId="14" fill="hold">
                                  <p:stCondLst>
                                    <p:cond delay="0"/>
                                  </p:stCondLst>
                                  <p:iterate type="el" backwards="0">
                                    <p:tmAbs val="0"/>
                                  </p:iterate>
                                  <p:childTnLst>
                                    <p:set>
                                      <p:cBhvr>
                                        <p:cTn id="62" fill="hold"/>
                                        <p:tgtEl>
                                          <p:spTgt spid="2626"/>
                                        </p:tgtEl>
                                        <p:attrNameLst>
                                          <p:attrName>style.visibility</p:attrName>
                                        </p:attrNameLst>
                                      </p:cBhvr>
                                      <p:to>
                                        <p:strVal val="visible"/>
                                      </p:to>
                                    </p:set>
                                    <p:animEffect filter="dissolve" transition="in">
                                      <p:cBhvr>
                                        <p:cTn id="63" dur="500"/>
                                        <p:tgtEl>
                                          <p:spTgt spid="2626"/>
                                        </p:tgtEl>
                                      </p:cBhvr>
                                    </p:animEffect>
                                  </p:childTnLst>
                                </p:cTn>
                              </p:par>
                            </p:childTnLst>
                          </p:cTn>
                        </p:par>
                        <p:par>
                          <p:cTn id="64" fill="hold">
                            <p:stCondLst>
                              <p:cond delay="7000"/>
                            </p:stCondLst>
                            <p:childTnLst>
                              <p:par>
                                <p:cTn id="65" presetClass="entr" nodeType="afterEffect" presetID="9" grpId="15" fill="hold">
                                  <p:stCondLst>
                                    <p:cond delay="0"/>
                                  </p:stCondLst>
                                  <p:iterate type="el" backwards="0">
                                    <p:tmAbs val="0"/>
                                  </p:iterate>
                                  <p:childTnLst>
                                    <p:set>
                                      <p:cBhvr>
                                        <p:cTn id="66" fill="hold"/>
                                        <p:tgtEl>
                                          <p:spTgt spid="2627"/>
                                        </p:tgtEl>
                                        <p:attrNameLst>
                                          <p:attrName>style.visibility</p:attrName>
                                        </p:attrNameLst>
                                      </p:cBhvr>
                                      <p:to>
                                        <p:strVal val="visible"/>
                                      </p:to>
                                    </p:set>
                                    <p:animEffect filter="dissolve" transition="in">
                                      <p:cBhvr>
                                        <p:cTn id="67" dur="500"/>
                                        <p:tgtEl>
                                          <p:spTgt spid="2627"/>
                                        </p:tgtEl>
                                      </p:cBhvr>
                                    </p:animEffect>
                                  </p:childTnLst>
                                </p:cTn>
                              </p:par>
                            </p:childTnLst>
                          </p:cTn>
                        </p:par>
                        <p:par>
                          <p:cTn id="68" fill="hold">
                            <p:stCondLst>
                              <p:cond delay="7500"/>
                            </p:stCondLst>
                            <p:childTnLst>
                              <p:par>
                                <p:cTn id="69" presetClass="entr" nodeType="afterEffect" presetID="9" grpId="16" fill="hold">
                                  <p:stCondLst>
                                    <p:cond delay="0"/>
                                  </p:stCondLst>
                                  <p:iterate type="el" backwards="0">
                                    <p:tmAbs val="0"/>
                                  </p:iterate>
                                  <p:childTnLst>
                                    <p:set>
                                      <p:cBhvr>
                                        <p:cTn id="70" fill="hold"/>
                                        <p:tgtEl>
                                          <p:spTgt spid="2628"/>
                                        </p:tgtEl>
                                        <p:attrNameLst>
                                          <p:attrName>style.visibility</p:attrName>
                                        </p:attrNameLst>
                                      </p:cBhvr>
                                      <p:to>
                                        <p:strVal val="visible"/>
                                      </p:to>
                                    </p:set>
                                    <p:animEffect filter="dissolve" transition="in">
                                      <p:cBhvr>
                                        <p:cTn id="71" dur="500"/>
                                        <p:tgtEl>
                                          <p:spTgt spid="262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614" grpId="1"/>
      <p:bldP build="whole" bldLvl="1" animBg="1" rev="0" advAuto="0" spid="2619" grpId="7"/>
      <p:bldP build="whole" bldLvl="1" animBg="1" rev="0" advAuto="0" spid="2626" grpId="14"/>
      <p:bldP build="whole" bldLvl="1" animBg="1" rev="0" advAuto="0" spid="2622" grpId="10"/>
      <p:bldP build="whole" bldLvl="1" animBg="1" rev="0" advAuto="0" spid="2617" grpId="5"/>
      <p:bldP build="whole" bldLvl="1" animBg="1" rev="0" advAuto="0" spid="2625" grpId="13"/>
      <p:bldP build="whole" bldLvl="1" animBg="1" rev="0" advAuto="0" spid="2629" grpId="2"/>
      <p:bldP build="whole" bldLvl="1" animBg="1" rev="0" advAuto="0" spid="2615" grpId="3"/>
      <p:bldP build="whole" bldLvl="1" animBg="1" rev="0" advAuto="0" spid="2618" grpId="6"/>
      <p:bldP build="whole" bldLvl="1" animBg="1" rev="0" advAuto="0" spid="2627" grpId="15"/>
      <p:bldP build="whole" bldLvl="1" animBg="1" rev="0" advAuto="0" spid="2621" grpId="9"/>
      <p:bldP build="whole" bldLvl="1" animBg="1" rev="0" advAuto="0" spid="2628" grpId="16"/>
      <p:bldP build="whole" bldLvl="1" animBg="1" rev="0" advAuto="0" spid="2620" grpId="8"/>
      <p:bldP build="whole" bldLvl="1" animBg="1" rev="0" advAuto="0" spid="2623" grpId="11"/>
      <p:bldP build="whole" bldLvl="1" animBg="1" rev="0" advAuto="0" spid="2616" grpId="4"/>
      <p:bldP build="whole" bldLvl="1" animBg="1" rev="0" advAuto="0" spid="2624" grpId="12"/>
    </p:bldLst>
  </p:timing>
</p:sld>
</file>

<file path=ppt/slides/slide9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632" name="Shape 263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grpSp>
        <p:nvGrpSpPr>
          <p:cNvPr id="2640" name="Group 2640"/>
          <p:cNvGrpSpPr/>
          <p:nvPr/>
        </p:nvGrpSpPr>
        <p:grpSpPr>
          <a:xfrm>
            <a:off x="13436668" y="7442942"/>
            <a:ext cx="3044290" cy="4548387"/>
            <a:chOff x="0" y="0"/>
            <a:chExt cx="3044289" cy="4548386"/>
          </a:xfrm>
        </p:grpSpPr>
        <p:sp>
          <p:nvSpPr>
            <p:cNvPr id="2633" name="Shape 2633"/>
            <p:cNvSpPr/>
            <p:nvPr/>
          </p:nvSpPr>
          <p:spPr>
            <a:xfrm>
              <a:off x="0" y="2907919"/>
              <a:ext cx="308841" cy="1524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34" y="20463"/>
                  </a:moveTo>
                  <a:lnTo>
                    <a:pt x="19636" y="20008"/>
                  </a:lnTo>
                  <a:lnTo>
                    <a:pt x="18795" y="19838"/>
                  </a:lnTo>
                  <a:lnTo>
                    <a:pt x="18514" y="19611"/>
                  </a:lnTo>
                  <a:lnTo>
                    <a:pt x="18234" y="19269"/>
                  </a:lnTo>
                  <a:lnTo>
                    <a:pt x="18234" y="18928"/>
                  </a:lnTo>
                  <a:lnTo>
                    <a:pt x="18514" y="18701"/>
                  </a:lnTo>
                  <a:lnTo>
                    <a:pt x="19356" y="18417"/>
                  </a:lnTo>
                  <a:lnTo>
                    <a:pt x="20197" y="18019"/>
                  </a:lnTo>
                  <a:lnTo>
                    <a:pt x="21600" y="17507"/>
                  </a:lnTo>
                  <a:lnTo>
                    <a:pt x="20197" y="17223"/>
                  </a:lnTo>
                  <a:lnTo>
                    <a:pt x="19356" y="16939"/>
                  </a:lnTo>
                  <a:lnTo>
                    <a:pt x="18514" y="16484"/>
                  </a:lnTo>
                  <a:lnTo>
                    <a:pt x="18234" y="15973"/>
                  </a:lnTo>
                  <a:lnTo>
                    <a:pt x="18234" y="0"/>
                  </a:lnTo>
                  <a:lnTo>
                    <a:pt x="16270" y="341"/>
                  </a:lnTo>
                  <a:lnTo>
                    <a:pt x="14306" y="796"/>
                  </a:lnTo>
                  <a:lnTo>
                    <a:pt x="12623" y="1251"/>
                  </a:lnTo>
                  <a:lnTo>
                    <a:pt x="9257" y="2274"/>
                  </a:lnTo>
                  <a:lnTo>
                    <a:pt x="7855" y="2842"/>
                  </a:lnTo>
                  <a:lnTo>
                    <a:pt x="5049" y="4036"/>
                  </a:lnTo>
                  <a:lnTo>
                    <a:pt x="3086" y="5343"/>
                  </a:lnTo>
                  <a:lnTo>
                    <a:pt x="1403" y="6764"/>
                  </a:lnTo>
                  <a:lnTo>
                    <a:pt x="561" y="8185"/>
                  </a:lnTo>
                  <a:lnTo>
                    <a:pt x="0" y="9663"/>
                  </a:lnTo>
                  <a:lnTo>
                    <a:pt x="0" y="17223"/>
                  </a:lnTo>
                  <a:lnTo>
                    <a:pt x="561" y="18019"/>
                  </a:lnTo>
                  <a:lnTo>
                    <a:pt x="842" y="18360"/>
                  </a:lnTo>
                  <a:lnTo>
                    <a:pt x="1403" y="18701"/>
                  </a:lnTo>
                  <a:lnTo>
                    <a:pt x="2244" y="19042"/>
                  </a:lnTo>
                  <a:lnTo>
                    <a:pt x="3086" y="19326"/>
                  </a:lnTo>
                  <a:lnTo>
                    <a:pt x="5049" y="19895"/>
                  </a:lnTo>
                  <a:lnTo>
                    <a:pt x="7855" y="20406"/>
                  </a:lnTo>
                  <a:lnTo>
                    <a:pt x="10940" y="20804"/>
                  </a:lnTo>
                  <a:lnTo>
                    <a:pt x="14306" y="21202"/>
                  </a:lnTo>
                  <a:lnTo>
                    <a:pt x="18234" y="21600"/>
                  </a:lnTo>
                  <a:lnTo>
                    <a:pt x="18234" y="20463"/>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34" name="Shape 2634"/>
            <p:cNvSpPr/>
            <p:nvPr/>
          </p:nvSpPr>
          <p:spPr>
            <a:xfrm>
              <a:off x="2727426" y="2907919"/>
              <a:ext cx="316864" cy="1524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48" y="0"/>
                  </a:moveTo>
                  <a:lnTo>
                    <a:pt x="4648" y="15973"/>
                  </a:lnTo>
                  <a:lnTo>
                    <a:pt x="4375" y="16484"/>
                  </a:lnTo>
                  <a:lnTo>
                    <a:pt x="3828" y="16712"/>
                  </a:lnTo>
                  <a:lnTo>
                    <a:pt x="3554" y="16939"/>
                  </a:lnTo>
                  <a:lnTo>
                    <a:pt x="2187" y="17223"/>
                  </a:lnTo>
                  <a:lnTo>
                    <a:pt x="1094" y="17394"/>
                  </a:lnTo>
                  <a:lnTo>
                    <a:pt x="0" y="17507"/>
                  </a:lnTo>
                  <a:lnTo>
                    <a:pt x="3554" y="18417"/>
                  </a:lnTo>
                  <a:lnTo>
                    <a:pt x="4375" y="18701"/>
                  </a:lnTo>
                  <a:lnTo>
                    <a:pt x="4648" y="18928"/>
                  </a:lnTo>
                  <a:lnTo>
                    <a:pt x="4375" y="19269"/>
                  </a:lnTo>
                  <a:lnTo>
                    <a:pt x="3828" y="19611"/>
                  </a:lnTo>
                  <a:lnTo>
                    <a:pt x="3554" y="19838"/>
                  </a:lnTo>
                  <a:lnTo>
                    <a:pt x="3281" y="20008"/>
                  </a:lnTo>
                  <a:lnTo>
                    <a:pt x="3281" y="20463"/>
                  </a:lnTo>
                  <a:lnTo>
                    <a:pt x="4101" y="20634"/>
                  </a:lnTo>
                  <a:lnTo>
                    <a:pt x="4375" y="20861"/>
                  </a:lnTo>
                  <a:lnTo>
                    <a:pt x="4648" y="21032"/>
                  </a:lnTo>
                  <a:lnTo>
                    <a:pt x="4648" y="21600"/>
                  </a:lnTo>
                  <a:lnTo>
                    <a:pt x="8476" y="21202"/>
                  </a:lnTo>
                  <a:lnTo>
                    <a:pt x="11757" y="20804"/>
                  </a:lnTo>
                  <a:lnTo>
                    <a:pt x="14765" y="20406"/>
                  </a:lnTo>
                  <a:lnTo>
                    <a:pt x="16952" y="19895"/>
                  </a:lnTo>
                  <a:lnTo>
                    <a:pt x="18866" y="19326"/>
                  </a:lnTo>
                  <a:lnTo>
                    <a:pt x="20233" y="18701"/>
                  </a:lnTo>
                  <a:lnTo>
                    <a:pt x="21327" y="18019"/>
                  </a:lnTo>
                  <a:lnTo>
                    <a:pt x="21600" y="17223"/>
                  </a:lnTo>
                  <a:lnTo>
                    <a:pt x="21600" y="9663"/>
                  </a:lnTo>
                  <a:lnTo>
                    <a:pt x="21327" y="8185"/>
                  </a:lnTo>
                  <a:lnTo>
                    <a:pt x="20233" y="6764"/>
                  </a:lnTo>
                  <a:lnTo>
                    <a:pt x="18866" y="5343"/>
                  </a:lnTo>
                  <a:lnTo>
                    <a:pt x="16952" y="4036"/>
                  </a:lnTo>
                  <a:lnTo>
                    <a:pt x="14765" y="2842"/>
                  </a:lnTo>
                  <a:lnTo>
                    <a:pt x="13124" y="2274"/>
                  </a:lnTo>
                  <a:lnTo>
                    <a:pt x="11757" y="1762"/>
                  </a:lnTo>
                  <a:lnTo>
                    <a:pt x="10116" y="1251"/>
                  </a:lnTo>
                  <a:lnTo>
                    <a:pt x="8476" y="796"/>
                  </a:lnTo>
                  <a:lnTo>
                    <a:pt x="6562" y="341"/>
                  </a:lnTo>
                  <a:lnTo>
                    <a:pt x="4648" y="0"/>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35" name="Shape 2635"/>
            <p:cNvSpPr/>
            <p:nvPr/>
          </p:nvSpPr>
          <p:spPr>
            <a:xfrm>
              <a:off x="910478" y="2173920"/>
              <a:ext cx="1223331" cy="4492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67" y="5786"/>
                  </a:moveTo>
                  <a:lnTo>
                    <a:pt x="18767" y="2700"/>
                  </a:lnTo>
                  <a:lnTo>
                    <a:pt x="18626" y="0"/>
                  </a:lnTo>
                  <a:lnTo>
                    <a:pt x="17705" y="1929"/>
                  </a:lnTo>
                  <a:lnTo>
                    <a:pt x="16784" y="3664"/>
                  </a:lnTo>
                  <a:lnTo>
                    <a:pt x="15864" y="5207"/>
                  </a:lnTo>
                  <a:lnTo>
                    <a:pt x="14872" y="6364"/>
                  </a:lnTo>
                  <a:lnTo>
                    <a:pt x="13951" y="7329"/>
                  </a:lnTo>
                  <a:lnTo>
                    <a:pt x="12889" y="7907"/>
                  </a:lnTo>
                  <a:lnTo>
                    <a:pt x="11827" y="8293"/>
                  </a:lnTo>
                  <a:lnTo>
                    <a:pt x="9702" y="8293"/>
                  </a:lnTo>
                  <a:lnTo>
                    <a:pt x="8640" y="7907"/>
                  </a:lnTo>
                  <a:lnTo>
                    <a:pt x="7649" y="7329"/>
                  </a:lnTo>
                  <a:lnTo>
                    <a:pt x="6728" y="6364"/>
                  </a:lnTo>
                  <a:lnTo>
                    <a:pt x="5807" y="5207"/>
                  </a:lnTo>
                  <a:lnTo>
                    <a:pt x="4887" y="3664"/>
                  </a:lnTo>
                  <a:lnTo>
                    <a:pt x="4108" y="1929"/>
                  </a:lnTo>
                  <a:lnTo>
                    <a:pt x="3329" y="0"/>
                  </a:lnTo>
                  <a:lnTo>
                    <a:pt x="3187" y="579"/>
                  </a:lnTo>
                  <a:lnTo>
                    <a:pt x="3045" y="1350"/>
                  </a:lnTo>
                  <a:lnTo>
                    <a:pt x="2904" y="2700"/>
                  </a:lnTo>
                  <a:lnTo>
                    <a:pt x="2833" y="4243"/>
                  </a:lnTo>
                  <a:lnTo>
                    <a:pt x="2833" y="5786"/>
                  </a:lnTo>
                  <a:lnTo>
                    <a:pt x="2762" y="8100"/>
                  </a:lnTo>
                  <a:lnTo>
                    <a:pt x="2620" y="10414"/>
                  </a:lnTo>
                  <a:lnTo>
                    <a:pt x="2408" y="12536"/>
                  </a:lnTo>
                  <a:lnTo>
                    <a:pt x="2125" y="14464"/>
                  </a:lnTo>
                  <a:lnTo>
                    <a:pt x="1700" y="16586"/>
                  </a:lnTo>
                  <a:lnTo>
                    <a:pt x="1204" y="18321"/>
                  </a:lnTo>
                  <a:lnTo>
                    <a:pt x="637" y="20057"/>
                  </a:lnTo>
                  <a:lnTo>
                    <a:pt x="0" y="21600"/>
                  </a:lnTo>
                  <a:lnTo>
                    <a:pt x="21600" y="21600"/>
                  </a:lnTo>
                  <a:lnTo>
                    <a:pt x="20963" y="20057"/>
                  </a:lnTo>
                  <a:lnTo>
                    <a:pt x="20325" y="18321"/>
                  </a:lnTo>
                  <a:lnTo>
                    <a:pt x="19900" y="16586"/>
                  </a:lnTo>
                  <a:lnTo>
                    <a:pt x="19475" y="14464"/>
                  </a:lnTo>
                  <a:lnTo>
                    <a:pt x="19192" y="12536"/>
                  </a:lnTo>
                  <a:lnTo>
                    <a:pt x="18980" y="10414"/>
                  </a:lnTo>
                  <a:lnTo>
                    <a:pt x="18838" y="8100"/>
                  </a:lnTo>
                  <a:lnTo>
                    <a:pt x="18767" y="5786"/>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36" name="Shape 2636"/>
            <p:cNvSpPr/>
            <p:nvPr/>
          </p:nvSpPr>
          <p:spPr>
            <a:xfrm>
              <a:off x="617681" y="0"/>
              <a:ext cx="1824971" cy="22541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71" y="6918"/>
                  </a:moveTo>
                  <a:lnTo>
                    <a:pt x="19749" y="6918"/>
                  </a:lnTo>
                  <a:lnTo>
                    <a:pt x="19511" y="6188"/>
                  </a:lnTo>
                  <a:lnTo>
                    <a:pt x="19179" y="5458"/>
                  </a:lnTo>
                  <a:lnTo>
                    <a:pt x="18799" y="4766"/>
                  </a:lnTo>
                  <a:lnTo>
                    <a:pt x="18419" y="4112"/>
                  </a:lnTo>
                  <a:lnTo>
                    <a:pt x="17945" y="3498"/>
                  </a:lnTo>
                  <a:lnTo>
                    <a:pt x="17422" y="2921"/>
                  </a:lnTo>
                  <a:lnTo>
                    <a:pt x="16900" y="2383"/>
                  </a:lnTo>
                  <a:lnTo>
                    <a:pt x="15666" y="1460"/>
                  </a:lnTo>
                  <a:lnTo>
                    <a:pt x="15049" y="1076"/>
                  </a:lnTo>
                  <a:lnTo>
                    <a:pt x="14384" y="769"/>
                  </a:lnTo>
                  <a:lnTo>
                    <a:pt x="13672" y="500"/>
                  </a:lnTo>
                  <a:lnTo>
                    <a:pt x="12913" y="269"/>
                  </a:lnTo>
                  <a:lnTo>
                    <a:pt x="12200" y="115"/>
                  </a:lnTo>
                  <a:lnTo>
                    <a:pt x="11441" y="0"/>
                  </a:lnTo>
                  <a:lnTo>
                    <a:pt x="9874" y="0"/>
                  </a:lnTo>
                  <a:lnTo>
                    <a:pt x="9115" y="115"/>
                  </a:lnTo>
                  <a:lnTo>
                    <a:pt x="8403" y="269"/>
                  </a:lnTo>
                  <a:lnTo>
                    <a:pt x="7691" y="500"/>
                  </a:lnTo>
                  <a:lnTo>
                    <a:pt x="7026" y="769"/>
                  </a:lnTo>
                  <a:lnTo>
                    <a:pt x="6361" y="1076"/>
                  </a:lnTo>
                  <a:lnTo>
                    <a:pt x="5744" y="1460"/>
                  </a:lnTo>
                  <a:lnTo>
                    <a:pt x="4605" y="2383"/>
                  </a:lnTo>
                  <a:lnTo>
                    <a:pt x="4083" y="2921"/>
                  </a:lnTo>
                  <a:lnTo>
                    <a:pt x="3608" y="3498"/>
                  </a:lnTo>
                  <a:lnTo>
                    <a:pt x="3181" y="4112"/>
                  </a:lnTo>
                  <a:lnTo>
                    <a:pt x="2753" y="4766"/>
                  </a:lnTo>
                  <a:lnTo>
                    <a:pt x="2374" y="5458"/>
                  </a:lnTo>
                  <a:lnTo>
                    <a:pt x="2041" y="6188"/>
                  </a:lnTo>
                  <a:lnTo>
                    <a:pt x="1756" y="6918"/>
                  </a:lnTo>
                  <a:lnTo>
                    <a:pt x="1139" y="6918"/>
                  </a:lnTo>
                  <a:lnTo>
                    <a:pt x="665" y="6995"/>
                  </a:lnTo>
                  <a:lnTo>
                    <a:pt x="475" y="7110"/>
                  </a:lnTo>
                  <a:lnTo>
                    <a:pt x="332" y="7226"/>
                  </a:lnTo>
                  <a:lnTo>
                    <a:pt x="190" y="7418"/>
                  </a:lnTo>
                  <a:lnTo>
                    <a:pt x="95" y="7610"/>
                  </a:lnTo>
                  <a:lnTo>
                    <a:pt x="47" y="7802"/>
                  </a:lnTo>
                  <a:lnTo>
                    <a:pt x="0" y="8071"/>
                  </a:lnTo>
                  <a:lnTo>
                    <a:pt x="0" y="12683"/>
                  </a:lnTo>
                  <a:lnTo>
                    <a:pt x="47" y="12914"/>
                  </a:lnTo>
                  <a:lnTo>
                    <a:pt x="95" y="13106"/>
                  </a:lnTo>
                  <a:lnTo>
                    <a:pt x="190" y="13298"/>
                  </a:lnTo>
                  <a:lnTo>
                    <a:pt x="332" y="13452"/>
                  </a:lnTo>
                  <a:lnTo>
                    <a:pt x="475" y="13567"/>
                  </a:lnTo>
                  <a:lnTo>
                    <a:pt x="665" y="13683"/>
                  </a:lnTo>
                  <a:lnTo>
                    <a:pt x="902" y="13759"/>
                  </a:lnTo>
                  <a:lnTo>
                    <a:pt x="1614" y="13759"/>
                  </a:lnTo>
                  <a:lnTo>
                    <a:pt x="1851" y="14567"/>
                  </a:lnTo>
                  <a:lnTo>
                    <a:pt x="2184" y="15374"/>
                  </a:lnTo>
                  <a:lnTo>
                    <a:pt x="2564" y="16142"/>
                  </a:lnTo>
                  <a:lnTo>
                    <a:pt x="2991" y="16873"/>
                  </a:lnTo>
                  <a:lnTo>
                    <a:pt x="3418" y="17564"/>
                  </a:lnTo>
                  <a:lnTo>
                    <a:pt x="4462" y="18794"/>
                  </a:lnTo>
                  <a:lnTo>
                    <a:pt x="5032" y="19332"/>
                  </a:lnTo>
                  <a:lnTo>
                    <a:pt x="5649" y="19832"/>
                  </a:lnTo>
                  <a:lnTo>
                    <a:pt x="6266" y="20293"/>
                  </a:lnTo>
                  <a:lnTo>
                    <a:pt x="6931" y="20678"/>
                  </a:lnTo>
                  <a:lnTo>
                    <a:pt x="7643" y="20985"/>
                  </a:lnTo>
                  <a:lnTo>
                    <a:pt x="8355" y="21254"/>
                  </a:lnTo>
                  <a:lnTo>
                    <a:pt x="9115" y="21446"/>
                  </a:lnTo>
                  <a:lnTo>
                    <a:pt x="9874" y="21562"/>
                  </a:lnTo>
                  <a:lnTo>
                    <a:pt x="10681" y="21600"/>
                  </a:lnTo>
                  <a:lnTo>
                    <a:pt x="11488" y="21562"/>
                  </a:lnTo>
                  <a:lnTo>
                    <a:pt x="12295" y="21446"/>
                  </a:lnTo>
                  <a:lnTo>
                    <a:pt x="13055" y="21254"/>
                  </a:lnTo>
                  <a:lnTo>
                    <a:pt x="13815" y="20985"/>
                  </a:lnTo>
                  <a:lnTo>
                    <a:pt x="14527" y="20678"/>
                  </a:lnTo>
                  <a:lnTo>
                    <a:pt x="15239" y="20293"/>
                  </a:lnTo>
                  <a:lnTo>
                    <a:pt x="15903" y="19832"/>
                  </a:lnTo>
                  <a:lnTo>
                    <a:pt x="16520" y="19332"/>
                  </a:lnTo>
                  <a:lnTo>
                    <a:pt x="17090" y="18794"/>
                  </a:lnTo>
                  <a:lnTo>
                    <a:pt x="18135" y="17564"/>
                  </a:lnTo>
                  <a:lnTo>
                    <a:pt x="18562" y="16873"/>
                  </a:lnTo>
                  <a:lnTo>
                    <a:pt x="18942" y="16142"/>
                  </a:lnTo>
                  <a:lnTo>
                    <a:pt x="19274" y="15374"/>
                  </a:lnTo>
                  <a:lnTo>
                    <a:pt x="19559" y="14567"/>
                  </a:lnTo>
                  <a:lnTo>
                    <a:pt x="19749" y="13759"/>
                  </a:lnTo>
                  <a:lnTo>
                    <a:pt x="20556" y="13759"/>
                  </a:lnTo>
                  <a:lnTo>
                    <a:pt x="20840" y="13683"/>
                  </a:lnTo>
                  <a:lnTo>
                    <a:pt x="21220" y="13452"/>
                  </a:lnTo>
                  <a:lnTo>
                    <a:pt x="21410" y="13298"/>
                  </a:lnTo>
                  <a:lnTo>
                    <a:pt x="21600" y="12914"/>
                  </a:lnTo>
                  <a:lnTo>
                    <a:pt x="21600" y="7802"/>
                  </a:lnTo>
                  <a:lnTo>
                    <a:pt x="21410" y="7418"/>
                  </a:lnTo>
                  <a:lnTo>
                    <a:pt x="21220" y="7226"/>
                  </a:lnTo>
                  <a:lnTo>
                    <a:pt x="20840" y="6995"/>
                  </a:lnTo>
                  <a:lnTo>
                    <a:pt x="20271" y="6918"/>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37" name="Shape 2637"/>
            <p:cNvSpPr/>
            <p:nvPr/>
          </p:nvSpPr>
          <p:spPr>
            <a:xfrm>
              <a:off x="356972" y="4363884"/>
              <a:ext cx="2354412" cy="1845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8452"/>
                  </a:lnTo>
                  <a:lnTo>
                    <a:pt x="147" y="14087"/>
                  </a:lnTo>
                  <a:lnTo>
                    <a:pt x="258" y="16435"/>
                  </a:lnTo>
                  <a:lnTo>
                    <a:pt x="405" y="18783"/>
                  </a:lnTo>
                  <a:lnTo>
                    <a:pt x="589" y="20191"/>
                  </a:lnTo>
                  <a:lnTo>
                    <a:pt x="846" y="21130"/>
                  </a:lnTo>
                  <a:lnTo>
                    <a:pt x="1104" y="21600"/>
                  </a:lnTo>
                  <a:lnTo>
                    <a:pt x="20349" y="21600"/>
                  </a:lnTo>
                  <a:lnTo>
                    <a:pt x="20533" y="21130"/>
                  </a:lnTo>
                  <a:lnTo>
                    <a:pt x="20754" y="20191"/>
                  </a:lnTo>
                  <a:lnTo>
                    <a:pt x="20974" y="18783"/>
                  </a:lnTo>
                  <a:lnTo>
                    <a:pt x="21342" y="14087"/>
                  </a:lnTo>
                  <a:lnTo>
                    <a:pt x="21563" y="8452"/>
                  </a:lnTo>
                  <a:lnTo>
                    <a:pt x="21600" y="5165"/>
                  </a:lnTo>
                  <a:lnTo>
                    <a:pt x="21600" y="0"/>
                  </a:lnTo>
                  <a:lnTo>
                    <a:pt x="0" y="0"/>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38" name="Shape 2638"/>
            <p:cNvSpPr/>
            <p:nvPr/>
          </p:nvSpPr>
          <p:spPr>
            <a:xfrm>
              <a:off x="356972" y="4219490"/>
              <a:ext cx="2354412" cy="1002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184"/>
                  </a:moveTo>
                  <a:lnTo>
                    <a:pt x="21526" y="13824"/>
                  </a:lnTo>
                  <a:lnTo>
                    <a:pt x="21490" y="16416"/>
                  </a:lnTo>
                  <a:lnTo>
                    <a:pt x="21416" y="19008"/>
                  </a:lnTo>
                  <a:lnTo>
                    <a:pt x="21306" y="19872"/>
                  </a:lnTo>
                  <a:lnTo>
                    <a:pt x="21158" y="21600"/>
                  </a:lnTo>
                  <a:lnTo>
                    <a:pt x="184" y="21600"/>
                  </a:lnTo>
                  <a:lnTo>
                    <a:pt x="74" y="19008"/>
                  </a:lnTo>
                  <a:lnTo>
                    <a:pt x="0" y="13824"/>
                  </a:lnTo>
                  <a:lnTo>
                    <a:pt x="0" y="3456"/>
                  </a:lnTo>
                  <a:lnTo>
                    <a:pt x="74" y="1728"/>
                  </a:lnTo>
                  <a:lnTo>
                    <a:pt x="184" y="864"/>
                  </a:lnTo>
                  <a:lnTo>
                    <a:pt x="331" y="0"/>
                  </a:lnTo>
                  <a:lnTo>
                    <a:pt x="20864" y="0"/>
                  </a:lnTo>
                  <a:lnTo>
                    <a:pt x="21158" y="864"/>
                  </a:lnTo>
                  <a:lnTo>
                    <a:pt x="21416" y="1728"/>
                  </a:lnTo>
                  <a:lnTo>
                    <a:pt x="21526" y="3456"/>
                  </a:lnTo>
                  <a:lnTo>
                    <a:pt x="21600" y="5184"/>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39" name="Shape 2639"/>
            <p:cNvSpPr/>
            <p:nvPr/>
          </p:nvSpPr>
          <p:spPr>
            <a:xfrm>
              <a:off x="356972" y="2691328"/>
              <a:ext cx="2354412" cy="13998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0734"/>
                  </a:moveTo>
                  <a:lnTo>
                    <a:pt x="37" y="21105"/>
                  </a:lnTo>
                  <a:lnTo>
                    <a:pt x="147" y="21352"/>
                  </a:lnTo>
                  <a:lnTo>
                    <a:pt x="294" y="21538"/>
                  </a:lnTo>
                  <a:lnTo>
                    <a:pt x="552" y="21600"/>
                  </a:lnTo>
                  <a:lnTo>
                    <a:pt x="20901" y="21600"/>
                  </a:lnTo>
                  <a:lnTo>
                    <a:pt x="21158" y="21538"/>
                  </a:lnTo>
                  <a:lnTo>
                    <a:pt x="21379" y="21352"/>
                  </a:lnTo>
                  <a:lnTo>
                    <a:pt x="21526" y="21105"/>
                  </a:lnTo>
                  <a:lnTo>
                    <a:pt x="21600" y="20734"/>
                  </a:lnTo>
                  <a:lnTo>
                    <a:pt x="21600" y="743"/>
                  </a:lnTo>
                  <a:lnTo>
                    <a:pt x="21526" y="495"/>
                  </a:lnTo>
                  <a:lnTo>
                    <a:pt x="21379" y="248"/>
                  </a:lnTo>
                  <a:lnTo>
                    <a:pt x="21158" y="62"/>
                  </a:lnTo>
                  <a:lnTo>
                    <a:pt x="20901" y="0"/>
                  </a:lnTo>
                  <a:lnTo>
                    <a:pt x="405" y="0"/>
                  </a:lnTo>
                  <a:lnTo>
                    <a:pt x="294" y="62"/>
                  </a:lnTo>
                  <a:lnTo>
                    <a:pt x="147" y="248"/>
                  </a:lnTo>
                  <a:lnTo>
                    <a:pt x="37" y="495"/>
                  </a:lnTo>
                  <a:lnTo>
                    <a:pt x="0" y="743"/>
                  </a:lnTo>
                  <a:lnTo>
                    <a:pt x="0" y="20734"/>
                  </a:lnTo>
                  <a:close/>
                </a:path>
              </a:pathLst>
            </a:custGeom>
            <a:solidFill>
              <a:srgbClr val="66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2660" name="Group 2660"/>
          <p:cNvGrpSpPr/>
          <p:nvPr/>
        </p:nvGrpSpPr>
        <p:grpSpPr>
          <a:xfrm>
            <a:off x="7355509" y="7467698"/>
            <a:ext cx="3078726" cy="4693330"/>
            <a:chOff x="0" y="0"/>
            <a:chExt cx="3078725" cy="4693328"/>
          </a:xfrm>
        </p:grpSpPr>
        <p:sp>
          <p:nvSpPr>
            <p:cNvPr id="2641" name="Shape 2641"/>
            <p:cNvSpPr/>
            <p:nvPr/>
          </p:nvSpPr>
          <p:spPr>
            <a:xfrm>
              <a:off x="890674" y="2277524"/>
              <a:ext cx="638522" cy="6710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055"/>
                  </a:moveTo>
                  <a:lnTo>
                    <a:pt x="1101" y="15971"/>
                  </a:lnTo>
                  <a:lnTo>
                    <a:pt x="3852" y="17935"/>
                  </a:lnTo>
                  <a:lnTo>
                    <a:pt x="6191" y="20160"/>
                  </a:lnTo>
                  <a:lnTo>
                    <a:pt x="7429" y="21600"/>
                  </a:lnTo>
                  <a:lnTo>
                    <a:pt x="21600" y="5760"/>
                  </a:lnTo>
                  <a:lnTo>
                    <a:pt x="7429" y="0"/>
                  </a:lnTo>
                  <a:lnTo>
                    <a:pt x="0" y="15055"/>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2" name="Shape 2642"/>
            <p:cNvSpPr/>
            <p:nvPr/>
          </p:nvSpPr>
          <p:spPr>
            <a:xfrm>
              <a:off x="1529195" y="2277524"/>
              <a:ext cx="638523" cy="6710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055"/>
                  </a:moveTo>
                  <a:lnTo>
                    <a:pt x="14033" y="0"/>
                  </a:lnTo>
                  <a:lnTo>
                    <a:pt x="0" y="5760"/>
                  </a:lnTo>
                  <a:lnTo>
                    <a:pt x="14033" y="21600"/>
                  </a:lnTo>
                  <a:lnTo>
                    <a:pt x="15409" y="20160"/>
                  </a:lnTo>
                  <a:lnTo>
                    <a:pt x="16647" y="18982"/>
                  </a:lnTo>
                  <a:lnTo>
                    <a:pt x="18711" y="17149"/>
                  </a:lnTo>
                  <a:lnTo>
                    <a:pt x="20362" y="15971"/>
                  </a:lnTo>
                  <a:lnTo>
                    <a:pt x="21600" y="15055"/>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3" name="Shape 2643"/>
            <p:cNvSpPr/>
            <p:nvPr/>
          </p:nvSpPr>
          <p:spPr>
            <a:xfrm>
              <a:off x="0" y="2834705"/>
              <a:ext cx="1427520" cy="18586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69" y="8649"/>
                  </a:moveTo>
                  <a:lnTo>
                    <a:pt x="11138" y="7279"/>
                  </a:lnTo>
                  <a:lnTo>
                    <a:pt x="12923" y="7279"/>
                  </a:lnTo>
                  <a:lnTo>
                    <a:pt x="11138" y="6523"/>
                  </a:lnTo>
                  <a:lnTo>
                    <a:pt x="11815" y="0"/>
                  </a:lnTo>
                  <a:lnTo>
                    <a:pt x="11015" y="236"/>
                  </a:lnTo>
                  <a:lnTo>
                    <a:pt x="10154" y="425"/>
                  </a:lnTo>
                  <a:lnTo>
                    <a:pt x="9169" y="567"/>
                  </a:lnTo>
                  <a:lnTo>
                    <a:pt x="8677" y="614"/>
                  </a:lnTo>
                  <a:lnTo>
                    <a:pt x="8123" y="662"/>
                  </a:lnTo>
                  <a:lnTo>
                    <a:pt x="7323" y="709"/>
                  </a:lnTo>
                  <a:lnTo>
                    <a:pt x="6523" y="851"/>
                  </a:lnTo>
                  <a:lnTo>
                    <a:pt x="5723" y="1087"/>
                  </a:lnTo>
                  <a:lnTo>
                    <a:pt x="4985" y="1418"/>
                  </a:lnTo>
                  <a:lnTo>
                    <a:pt x="4308" y="1796"/>
                  </a:lnTo>
                  <a:lnTo>
                    <a:pt x="3631" y="2269"/>
                  </a:lnTo>
                  <a:lnTo>
                    <a:pt x="3015" y="2836"/>
                  </a:lnTo>
                  <a:lnTo>
                    <a:pt x="2400" y="3450"/>
                  </a:lnTo>
                  <a:lnTo>
                    <a:pt x="1908" y="4112"/>
                  </a:lnTo>
                  <a:lnTo>
                    <a:pt x="1415" y="4821"/>
                  </a:lnTo>
                  <a:lnTo>
                    <a:pt x="985" y="5625"/>
                  </a:lnTo>
                  <a:lnTo>
                    <a:pt x="615" y="6428"/>
                  </a:lnTo>
                  <a:lnTo>
                    <a:pt x="369" y="7326"/>
                  </a:lnTo>
                  <a:lnTo>
                    <a:pt x="185" y="8224"/>
                  </a:lnTo>
                  <a:lnTo>
                    <a:pt x="0" y="9169"/>
                  </a:lnTo>
                  <a:lnTo>
                    <a:pt x="0" y="16968"/>
                  </a:lnTo>
                  <a:lnTo>
                    <a:pt x="123" y="17393"/>
                  </a:lnTo>
                  <a:lnTo>
                    <a:pt x="369" y="17772"/>
                  </a:lnTo>
                  <a:lnTo>
                    <a:pt x="615" y="18102"/>
                  </a:lnTo>
                  <a:lnTo>
                    <a:pt x="923" y="18433"/>
                  </a:lnTo>
                  <a:lnTo>
                    <a:pt x="1354" y="18764"/>
                  </a:lnTo>
                  <a:lnTo>
                    <a:pt x="1785" y="19048"/>
                  </a:lnTo>
                  <a:lnTo>
                    <a:pt x="2277" y="19331"/>
                  </a:lnTo>
                  <a:lnTo>
                    <a:pt x="2831" y="19568"/>
                  </a:lnTo>
                  <a:lnTo>
                    <a:pt x="3446" y="19804"/>
                  </a:lnTo>
                  <a:lnTo>
                    <a:pt x="4800" y="20229"/>
                  </a:lnTo>
                  <a:lnTo>
                    <a:pt x="6277" y="20560"/>
                  </a:lnTo>
                  <a:lnTo>
                    <a:pt x="7877" y="20844"/>
                  </a:lnTo>
                  <a:lnTo>
                    <a:pt x="9538" y="21080"/>
                  </a:lnTo>
                  <a:lnTo>
                    <a:pt x="11323" y="21269"/>
                  </a:lnTo>
                  <a:lnTo>
                    <a:pt x="13046" y="21411"/>
                  </a:lnTo>
                  <a:lnTo>
                    <a:pt x="14831" y="21505"/>
                  </a:lnTo>
                  <a:lnTo>
                    <a:pt x="18215" y="21600"/>
                  </a:lnTo>
                  <a:lnTo>
                    <a:pt x="21169" y="21600"/>
                  </a:lnTo>
                  <a:lnTo>
                    <a:pt x="21169" y="21222"/>
                  </a:lnTo>
                  <a:lnTo>
                    <a:pt x="21231" y="20938"/>
                  </a:lnTo>
                  <a:lnTo>
                    <a:pt x="21354" y="20749"/>
                  </a:lnTo>
                  <a:lnTo>
                    <a:pt x="21600" y="20513"/>
                  </a:lnTo>
                  <a:lnTo>
                    <a:pt x="19446" y="16826"/>
                  </a:lnTo>
                  <a:lnTo>
                    <a:pt x="17231" y="13140"/>
                  </a:lnTo>
                  <a:lnTo>
                    <a:pt x="16246" y="11533"/>
                  </a:lnTo>
                  <a:lnTo>
                    <a:pt x="15323" y="10162"/>
                  </a:lnTo>
                  <a:lnTo>
                    <a:pt x="14523" y="9217"/>
                  </a:lnTo>
                  <a:lnTo>
                    <a:pt x="14215" y="8839"/>
                  </a:lnTo>
                  <a:lnTo>
                    <a:pt x="13969" y="8649"/>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4" name="Shape 2644"/>
            <p:cNvSpPr/>
            <p:nvPr/>
          </p:nvSpPr>
          <p:spPr>
            <a:xfrm>
              <a:off x="1634936" y="2818436"/>
              <a:ext cx="1443790" cy="1874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25" y="843"/>
                  </a:moveTo>
                  <a:lnTo>
                    <a:pt x="12838" y="797"/>
                  </a:lnTo>
                  <a:lnTo>
                    <a:pt x="12291" y="750"/>
                  </a:lnTo>
                  <a:lnTo>
                    <a:pt x="11195" y="609"/>
                  </a:lnTo>
                  <a:lnTo>
                    <a:pt x="10161" y="328"/>
                  </a:lnTo>
                  <a:lnTo>
                    <a:pt x="9248" y="0"/>
                  </a:lnTo>
                  <a:lnTo>
                    <a:pt x="10344" y="6653"/>
                  </a:lnTo>
                  <a:lnTo>
                    <a:pt x="8336" y="7403"/>
                  </a:lnTo>
                  <a:lnTo>
                    <a:pt x="10039" y="7403"/>
                  </a:lnTo>
                  <a:lnTo>
                    <a:pt x="7545" y="8762"/>
                  </a:lnTo>
                  <a:lnTo>
                    <a:pt x="7241" y="8949"/>
                  </a:lnTo>
                  <a:lnTo>
                    <a:pt x="6875" y="9324"/>
                  </a:lnTo>
                  <a:lnTo>
                    <a:pt x="6450" y="9746"/>
                  </a:lnTo>
                  <a:lnTo>
                    <a:pt x="6024" y="10261"/>
                  </a:lnTo>
                  <a:lnTo>
                    <a:pt x="5111" y="11620"/>
                  </a:lnTo>
                  <a:lnTo>
                    <a:pt x="4077" y="13213"/>
                  </a:lnTo>
                  <a:lnTo>
                    <a:pt x="3042" y="14993"/>
                  </a:lnTo>
                  <a:lnTo>
                    <a:pt x="1947" y="16868"/>
                  </a:lnTo>
                  <a:lnTo>
                    <a:pt x="974" y="18742"/>
                  </a:lnTo>
                  <a:lnTo>
                    <a:pt x="0" y="20522"/>
                  </a:lnTo>
                  <a:lnTo>
                    <a:pt x="0" y="21600"/>
                  </a:lnTo>
                  <a:lnTo>
                    <a:pt x="3042" y="21600"/>
                  </a:lnTo>
                  <a:lnTo>
                    <a:pt x="6450" y="21506"/>
                  </a:lnTo>
                  <a:lnTo>
                    <a:pt x="8275" y="21413"/>
                  </a:lnTo>
                  <a:lnTo>
                    <a:pt x="10039" y="21272"/>
                  </a:lnTo>
                  <a:lnTo>
                    <a:pt x="11865" y="21085"/>
                  </a:lnTo>
                  <a:lnTo>
                    <a:pt x="13568" y="20850"/>
                  </a:lnTo>
                  <a:lnTo>
                    <a:pt x="15211" y="20569"/>
                  </a:lnTo>
                  <a:lnTo>
                    <a:pt x="16732" y="20241"/>
                  </a:lnTo>
                  <a:lnTo>
                    <a:pt x="18071" y="19820"/>
                  </a:lnTo>
                  <a:lnTo>
                    <a:pt x="19288" y="19351"/>
                  </a:lnTo>
                  <a:lnTo>
                    <a:pt x="20261" y="18789"/>
                  </a:lnTo>
                  <a:lnTo>
                    <a:pt x="20992" y="18133"/>
                  </a:lnTo>
                  <a:lnTo>
                    <a:pt x="21235" y="17805"/>
                  </a:lnTo>
                  <a:lnTo>
                    <a:pt x="21478" y="17430"/>
                  </a:lnTo>
                  <a:lnTo>
                    <a:pt x="21600" y="17008"/>
                  </a:lnTo>
                  <a:lnTo>
                    <a:pt x="21600" y="9277"/>
                  </a:lnTo>
                  <a:lnTo>
                    <a:pt x="21417" y="8340"/>
                  </a:lnTo>
                  <a:lnTo>
                    <a:pt x="21235" y="7450"/>
                  </a:lnTo>
                  <a:lnTo>
                    <a:pt x="20931" y="6560"/>
                  </a:lnTo>
                  <a:lnTo>
                    <a:pt x="20566" y="5763"/>
                  </a:lnTo>
                  <a:lnTo>
                    <a:pt x="20140" y="4967"/>
                  </a:lnTo>
                  <a:lnTo>
                    <a:pt x="19653" y="4264"/>
                  </a:lnTo>
                  <a:lnTo>
                    <a:pt x="19105" y="3608"/>
                  </a:lnTo>
                  <a:lnTo>
                    <a:pt x="18497" y="2999"/>
                  </a:lnTo>
                  <a:lnTo>
                    <a:pt x="17888" y="2436"/>
                  </a:lnTo>
                  <a:lnTo>
                    <a:pt x="17158" y="1968"/>
                  </a:lnTo>
                  <a:lnTo>
                    <a:pt x="16489" y="1593"/>
                  </a:lnTo>
                  <a:lnTo>
                    <a:pt x="15698" y="1265"/>
                  </a:lnTo>
                  <a:lnTo>
                    <a:pt x="14907" y="1031"/>
                  </a:lnTo>
                  <a:lnTo>
                    <a:pt x="14116" y="890"/>
                  </a:lnTo>
                  <a:lnTo>
                    <a:pt x="13325" y="843"/>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5" name="Shape 2645"/>
            <p:cNvSpPr/>
            <p:nvPr/>
          </p:nvSpPr>
          <p:spPr>
            <a:xfrm>
              <a:off x="780864" y="2789969"/>
              <a:ext cx="1472259" cy="19033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56" y="20262"/>
                  </a:moveTo>
                  <a:lnTo>
                    <a:pt x="13127" y="17308"/>
                  </a:lnTo>
                  <a:lnTo>
                    <a:pt x="14201" y="15508"/>
                  </a:lnTo>
                  <a:lnTo>
                    <a:pt x="15335" y="13662"/>
                  </a:lnTo>
                  <a:lnTo>
                    <a:pt x="16469" y="11862"/>
                  </a:lnTo>
                  <a:lnTo>
                    <a:pt x="17602" y="10338"/>
                  </a:lnTo>
                  <a:lnTo>
                    <a:pt x="18080" y="9692"/>
                  </a:lnTo>
                  <a:lnTo>
                    <a:pt x="18557" y="9185"/>
                  </a:lnTo>
                  <a:lnTo>
                    <a:pt x="18975" y="8769"/>
                  </a:lnTo>
                  <a:lnTo>
                    <a:pt x="19333" y="8538"/>
                  </a:lnTo>
                  <a:lnTo>
                    <a:pt x="16827" y="8538"/>
                  </a:lnTo>
                  <a:lnTo>
                    <a:pt x="21600" y="6554"/>
                  </a:lnTo>
                  <a:lnTo>
                    <a:pt x="20705" y="0"/>
                  </a:lnTo>
                  <a:lnTo>
                    <a:pt x="19512" y="738"/>
                  </a:lnTo>
                  <a:lnTo>
                    <a:pt x="18855" y="1200"/>
                  </a:lnTo>
                  <a:lnTo>
                    <a:pt x="18199" y="1754"/>
                  </a:lnTo>
                  <a:lnTo>
                    <a:pt x="17423" y="2400"/>
                  </a:lnTo>
                  <a:lnTo>
                    <a:pt x="16648" y="3185"/>
                  </a:lnTo>
                  <a:lnTo>
                    <a:pt x="15812" y="4154"/>
                  </a:lnTo>
                  <a:lnTo>
                    <a:pt x="14977" y="5215"/>
                  </a:lnTo>
                  <a:lnTo>
                    <a:pt x="14141" y="6415"/>
                  </a:lnTo>
                  <a:lnTo>
                    <a:pt x="13366" y="7754"/>
                  </a:lnTo>
                  <a:lnTo>
                    <a:pt x="12650" y="9231"/>
                  </a:lnTo>
                  <a:lnTo>
                    <a:pt x="11993" y="10938"/>
                  </a:lnTo>
                  <a:lnTo>
                    <a:pt x="11695" y="11815"/>
                  </a:lnTo>
                  <a:lnTo>
                    <a:pt x="11456" y="12738"/>
                  </a:lnTo>
                  <a:lnTo>
                    <a:pt x="11158" y="13708"/>
                  </a:lnTo>
                  <a:lnTo>
                    <a:pt x="10979" y="14723"/>
                  </a:lnTo>
                  <a:lnTo>
                    <a:pt x="10561" y="12923"/>
                  </a:lnTo>
                  <a:lnTo>
                    <a:pt x="10024" y="11215"/>
                  </a:lnTo>
                  <a:lnTo>
                    <a:pt x="9428" y="9646"/>
                  </a:lnTo>
                  <a:lnTo>
                    <a:pt x="8712" y="8215"/>
                  </a:lnTo>
                  <a:lnTo>
                    <a:pt x="7996" y="6923"/>
                  </a:lnTo>
                  <a:lnTo>
                    <a:pt x="7220" y="5723"/>
                  </a:lnTo>
                  <a:lnTo>
                    <a:pt x="6444" y="4662"/>
                  </a:lnTo>
                  <a:lnTo>
                    <a:pt x="5669" y="3738"/>
                  </a:lnTo>
                  <a:lnTo>
                    <a:pt x="4893" y="2908"/>
                  </a:lnTo>
                  <a:lnTo>
                    <a:pt x="4177" y="2215"/>
                  </a:lnTo>
                  <a:lnTo>
                    <a:pt x="3520" y="1569"/>
                  </a:lnTo>
                  <a:lnTo>
                    <a:pt x="2864" y="1108"/>
                  </a:lnTo>
                  <a:lnTo>
                    <a:pt x="1850" y="369"/>
                  </a:lnTo>
                  <a:lnTo>
                    <a:pt x="1313" y="0"/>
                  </a:lnTo>
                  <a:lnTo>
                    <a:pt x="1074" y="0"/>
                  </a:lnTo>
                  <a:lnTo>
                    <a:pt x="0" y="6554"/>
                  </a:lnTo>
                  <a:lnTo>
                    <a:pt x="4833" y="8538"/>
                  </a:lnTo>
                  <a:lnTo>
                    <a:pt x="2387" y="8538"/>
                  </a:lnTo>
                  <a:lnTo>
                    <a:pt x="2745" y="8769"/>
                  </a:lnTo>
                  <a:lnTo>
                    <a:pt x="3162" y="9185"/>
                  </a:lnTo>
                  <a:lnTo>
                    <a:pt x="3640" y="9692"/>
                  </a:lnTo>
                  <a:lnTo>
                    <a:pt x="4177" y="10338"/>
                  </a:lnTo>
                  <a:lnTo>
                    <a:pt x="5251" y="11862"/>
                  </a:lnTo>
                  <a:lnTo>
                    <a:pt x="6385" y="13662"/>
                  </a:lnTo>
                  <a:lnTo>
                    <a:pt x="7459" y="15508"/>
                  </a:lnTo>
                  <a:lnTo>
                    <a:pt x="8533" y="17308"/>
                  </a:lnTo>
                  <a:lnTo>
                    <a:pt x="10203" y="20262"/>
                  </a:lnTo>
                  <a:lnTo>
                    <a:pt x="10203" y="21600"/>
                  </a:lnTo>
                  <a:lnTo>
                    <a:pt x="11456" y="21600"/>
                  </a:lnTo>
                  <a:lnTo>
                    <a:pt x="11456" y="20262"/>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6" name="Shape 2646"/>
            <p:cNvSpPr/>
            <p:nvPr/>
          </p:nvSpPr>
          <p:spPr>
            <a:xfrm>
              <a:off x="1297376" y="2545947"/>
              <a:ext cx="451438" cy="4514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092" y="0"/>
                  </a:moveTo>
                  <a:lnTo>
                    <a:pt x="0" y="13038"/>
                  </a:lnTo>
                  <a:lnTo>
                    <a:pt x="11092" y="21600"/>
                  </a:lnTo>
                  <a:lnTo>
                    <a:pt x="21600" y="13038"/>
                  </a:lnTo>
                  <a:lnTo>
                    <a:pt x="11092" y="0"/>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7" name="Shape 2647"/>
            <p:cNvSpPr/>
            <p:nvPr/>
          </p:nvSpPr>
          <p:spPr>
            <a:xfrm>
              <a:off x="1634936" y="2859107"/>
              <a:ext cx="260290" cy="3619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252"/>
                  </a:moveTo>
                  <a:lnTo>
                    <a:pt x="13162" y="0"/>
                  </a:lnTo>
                  <a:lnTo>
                    <a:pt x="0" y="8252"/>
                  </a:lnTo>
                  <a:lnTo>
                    <a:pt x="11812" y="13106"/>
                  </a:lnTo>
                  <a:lnTo>
                    <a:pt x="11812" y="21600"/>
                  </a:lnTo>
                  <a:lnTo>
                    <a:pt x="14175" y="17717"/>
                  </a:lnTo>
                  <a:lnTo>
                    <a:pt x="16537" y="14319"/>
                  </a:lnTo>
                  <a:lnTo>
                    <a:pt x="18900" y="11164"/>
                  </a:lnTo>
                  <a:lnTo>
                    <a:pt x="21600" y="8252"/>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8" name="Shape 2648"/>
            <p:cNvSpPr/>
            <p:nvPr/>
          </p:nvSpPr>
          <p:spPr>
            <a:xfrm>
              <a:off x="1138761" y="2859107"/>
              <a:ext cx="288759" cy="3253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518" y="0"/>
                  </a:moveTo>
                  <a:lnTo>
                    <a:pt x="0" y="9180"/>
                  </a:lnTo>
                  <a:lnTo>
                    <a:pt x="2738" y="11880"/>
                  </a:lnTo>
                  <a:lnTo>
                    <a:pt x="5476" y="14850"/>
                  </a:lnTo>
                  <a:lnTo>
                    <a:pt x="7910" y="18090"/>
                  </a:lnTo>
                  <a:lnTo>
                    <a:pt x="10648" y="21600"/>
                  </a:lnTo>
                  <a:lnTo>
                    <a:pt x="8518" y="16470"/>
                  </a:lnTo>
                  <a:lnTo>
                    <a:pt x="21600" y="9180"/>
                  </a:lnTo>
                  <a:lnTo>
                    <a:pt x="8518" y="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49" name="Shape 2649"/>
            <p:cNvSpPr/>
            <p:nvPr/>
          </p:nvSpPr>
          <p:spPr>
            <a:xfrm>
              <a:off x="1362447" y="3367483"/>
              <a:ext cx="32537" cy="284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0" y="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0" name="Shape 2650"/>
            <p:cNvSpPr/>
            <p:nvPr/>
          </p:nvSpPr>
          <p:spPr>
            <a:xfrm>
              <a:off x="1362447" y="3367483"/>
              <a:ext cx="32537" cy="28470"/>
            </a:xfrm>
            <a:prstGeom prst="line">
              <a:avLst/>
            </a:prstGeom>
            <a:solidFill>
              <a:srgbClr val="02A1BF"/>
            </a:solidFill>
            <a:ln w="12700" cap="flat">
              <a:noFill/>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2651" name="Shape 2651"/>
            <p:cNvSpPr/>
            <p:nvPr/>
          </p:nvSpPr>
          <p:spPr>
            <a:xfrm>
              <a:off x="1423832" y="3509829"/>
              <a:ext cx="1" cy="32537"/>
            </a:xfrm>
            <a:custGeom>
              <a:avLst/>
              <a:gdLst/>
              <a:ahLst/>
              <a:cxnLst>
                <a:cxn ang="0">
                  <a:pos x="wd2" y="hd2"/>
                </a:cxn>
                <a:cxn ang="5400000">
                  <a:pos x="wd2" y="hd2"/>
                </a:cxn>
                <a:cxn ang="10800000">
                  <a:pos x="wd2" y="hd2"/>
                </a:cxn>
                <a:cxn ang="16200000">
                  <a:pos x="wd2" y="hd2"/>
                </a:cxn>
              </a:cxnLst>
              <a:rect l="0" t="0" r="r" b="b"/>
              <a:pathLst>
                <a:path w="0" h="21600" fill="norm" stroke="1" extrusionOk="0">
                  <a:moveTo>
                    <a:pt x="0" y="0"/>
                  </a:moveTo>
                  <a:lnTo>
                    <a:pt x="0" y="21600"/>
                  </a:lnTo>
                  <a:lnTo>
                    <a:pt x="0" y="0"/>
                  </a:lnTo>
                  <a:close/>
                </a:path>
              </a:pathLst>
            </a:custGeom>
            <a:no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2" name="Shape 2652"/>
            <p:cNvSpPr/>
            <p:nvPr/>
          </p:nvSpPr>
          <p:spPr>
            <a:xfrm>
              <a:off x="1427519" y="3509829"/>
              <a:ext cx="1" cy="32537"/>
            </a:xfrm>
            <a:prstGeom prst="line">
              <a:avLst/>
            </a:prstGeom>
            <a:solidFill>
              <a:srgbClr val="02A1BF"/>
            </a:solidFill>
            <a:ln w="12700" cap="flat">
              <a:noFill/>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2653" name="Shape 2653"/>
            <p:cNvSpPr/>
            <p:nvPr/>
          </p:nvSpPr>
          <p:spPr>
            <a:xfrm>
              <a:off x="1394983" y="3395952"/>
              <a:ext cx="32537" cy="1138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5400" y="10029"/>
                  </a:lnTo>
                  <a:lnTo>
                    <a:pt x="10800" y="15429"/>
                  </a:lnTo>
                  <a:lnTo>
                    <a:pt x="21600" y="21600"/>
                  </a:lnTo>
                  <a:lnTo>
                    <a:pt x="0" y="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4" name="Shape 2654"/>
            <p:cNvSpPr/>
            <p:nvPr/>
          </p:nvSpPr>
          <p:spPr>
            <a:xfrm>
              <a:off x="1394983" y="3395952"/>
              <a:ext cx="32537" cy="1138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5400" y="10029"/>
                  </a:lnTo>
                  <a:lnTo>
                    <a:pt x="10800" y="15429"/>
                  </a:lnTo>
                  <a:lnTo>
                    <a:pt x="21600" y="21600"/>
                  </a:lnTo>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5" name="Shape 2655"/>
            <p:cNvSpPr/>
            <p:nvPr/>
          </p:nvSpPr>
          <p:spPr>
            <a:xfrm>
              <a:off x="1342111" y="3306478"/>
              <a:ext cx="20337" cy="610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4320" y="7200"/>
                  </a:lnTo>
                  <a:lnTo>
                    <a:pt x="8640" y="12960"/>
                  </a:lnTo>
                  <a:lnTo>
                    <a:pt x="17280" y="17280"/>
                  </a:lnTo>
                  <a:lnTo>
                    <a:pt x="21600" y="21600"/>
                  </a:lnTo>
                  <a:lnTo>
                    <a:pt x="0" y="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6" name="Shape 2656"/>
            <p:cNvSpPr/>
            <p:nvPr/>
          </p:nvSpPr>
          <p:spPr>
            <a:xfrm>
              <a:off x="1342111" y="3306478"/>
              <a:ext cx="20337" cy="610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4320" y="7200"/>
                  </a:lnTo>
                  <a:lnTo>
                    <a:pt x="8640" y="12960"/>
                  </a:lnTo>
                  <a:lnTo>
                    <a:pt x="17280" y="17280"/>
                  </a:lnTo>
                  <a:lnTo>
                    <a:pt x="21600" y="21600"/>
                  </a:lnTo>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7" name="Shape 2657"/>
            <p:cNvSpPr/>
            <p:nvPr/>
          </p:nvSpPr>
          <p:spPr>
            <a:xfrm>
              <a:off x="1325845" y="2997386"/>
              <a:ext cx="370100" cy="8052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868" y="21600"/>
                  </a:moveTo>
                  <a:lnTo>
                    <a:pt x="12580" y="19855"/>
                  </a:lnTo>
                  <a:lnTo>
                    <a:pt x="13767" y="18109"/>
                  </a:lnTo>
                  <a:lnTo>
                    <a:pt x="14716" y="16473"/>
                  </a:lnTo>
                  <a:lnTo>
                    <a:pt x="16141" y="14836"/>
                  </a:lnTo>
                  <a:lnTo>
                    <a:pt x="18989" y="11782"/>
                  </a:lnTo>
                  <a:lnTo>
                    <a:pt x="21600" y="9164"/>
                  </a:lnTo>
                  <a:lnTo>
                    <a:pt x="21600" y="2945"/>
                  </a:lnTo>
                  <a:lnTo>
                    <a:pt x="11868" y="0"/>
                  </a:lnTo>
                  <a:lnTo>
                    <a:pt x="0" y="3491"/>
                  </a:lnTo>
                  <a:lnTo>
                    <a:pt x="949" y="7745"/>
                  </a:lnTo>
                  <a:lnTo>
                    <a:pt x="1899" y="9164"/>
                  </a:lnTo>
                  <a:lnTo>
                    <a:pt x="3323" y="10691"/>
                  </a:lnTo>
                  <a:lnTo>
                    <a:pt x="4510" y="12545"/>
                  </a:lnTo>
                  <a:lnTo>
                    <a:pt x="5934" y="14618"/>
                  </a:lnTo>
                  <a:lnTo>
                    <a:pt x="6884" y="15164"/>
                  </a:lnTo>
                  <a:lnTo>
                    <a:pt x="8782" y="16691"/>
                  </a:lnTo>
                  <a:lnTo>
                    <a:pt x="9495" y="17673"/>
                  </a:lnTo>
                  <a:lnTo>
                    <a:pt x="11868" y="21600"/>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8" name="Shape 2658"/>
            <p:cNvSpPr/>
            <p:nvPr/>
          </p:nvSpPr>
          <p:spPr>
            <a:xfrm>
              <a:off x="601916" y="264355"/>
              <a:ext cx="1846422" cy="20823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85" y="13247"/>
                  </a:moveTo>
                  <a:lnTo>
                    <a:pt x="1570" y="13247"/>
                  </a:lnTo>
                  <a:lnTo>
                    <a:pt x="1856" y="14133"/>
                  </a:lnTo>
                  <a:lnTo>
                    <a:pt x="2189" y="14977"/>
                  </a:lnTo>
                  <a:lnTo>
                    <a:pt x="2569" y="15820"/>
                  </a:lnTo>
                  <a:lnTo>
                    <a:pt x="2997" y="16580"/>
                  </a:lnTo>
                  <a:lnTo>
                    <a:pt x="3473" y="17339"/>
                  </a:lnTo>
                  <a:lnTo>
                    <a:pt x="3996" y="18014"/>
                  </a:lnTo>
                  <a:lnTo>
                    <a:pt x="4520" y="18647"/>
                  </a:lnTo>
                  <a:lnTo>
                    <a:pt x="5138" y="19237"/>
                  </a:lnTo>
                  <a:lnTo>
                    <a:pt x="5757" y="19744"/>
                  </a:lnTo>
                  <a:lnTo>
                    <a:pt x="6423" y="20250"/>
                  </a:lnTo>
                  <a:lnTo>
                    <a:pt x="7137" y="20630"/>
                  </a:lnTo>
                  <a:lnTo>
                    <a:pt x="7850" y="20967"/>
                  </a:lnTo>
                  <a:lnTo>
                    <a:pt x="8611" y="21262"/>
                  </a:lnTo>
                  <a:lnTo>
                    <a:pt x="9373" y="21431"/>
                  </a:lnTo>
                  <a:lnTo>
                    <a:pt x="10181" y="21558"/>
                  </a:lnTo>
                  <a:lnTo>
                    <a:pt x="10990" y="21600"/>
                  </a:lnTo>
                  <a:lnTo>
                    <a:pt x="11752" y="21558"/>
                  </a:lnTo>
                  <a:lnTo>
                    <a:pt x="12513" y="21431"/>
                  </a:lnTo>
                  <a:lnTo>
                    <a:pt x="13274" y="21262"/>
                  </a:lnTo>
                  <a:lnTo>
                    <a:pt x="13988" y="20967"/>
                  </a:lnTo>
                  <a:lnTo>
                    <a:pt x="14654" y="20630"/>
                  </a:lnTo>
                  <a:lnTo>
                    <a:pt x="15320" y="20250"/>
                  </a:lnTo>
                  <a:lnTo>
                    <a:pt x="15986" y="19744"/>
                  </a:lnTo>
                  <a:lnTo>
                    <a:pt x="16604" y="19237"/>
                  </a:lnTo>
                  <a:lnTo>
                    <a:pt x="17175" y="18647"/>
                  </a:lnTo>
                  <a:lnTo>
                    <a:pt x="17746" y="18014"/>
                  </a:lnTo>
                  <a:lnTo>
                    <a:pt x="18222" y="17339"/>
                  </a:lnTo>
                  <a:lnTo>
                    <a:pt x="19174" y="15820"/>
                  </a:lnTo>
                  <a:lnTo>
                    <a:pt x="19554" y="14977"/>
                  </a:lnTo>
                  <a:lnTo>
                    <a:pt x="19887" y="14133"/>
                  </a:lnTo>
                  <a:lnTo>
                    <a:pt x="20173" y="13247"/>
                  </a:lnTo>
                  <a:lnTo>
                    <a:pt x="20696" y="13247"/>
                  </a:lnTo>
                  <a:lnTo>
                    <a:pt x="20934" y="13162"/>
                  </a:lnTo>
                  <a:lnTo>
                    <a:pt x="21124" y="13078"/>
                  </a:lnTo>
                  <a:lnTo>
                    <a:pt x="21315" y="12952"/>
                  </a:lnTo>
                  <a:lnTo>
                    <a:pt x="21457" y="12825"/>
                  </a:lnTo>
                  <a:lnTo>
                    <a:pt x="21552" y="12656"/>
                  </a:lnTo>
                  <a:lnTo>
                    <a:pt x="21600" y="12487"/>
                  </a:lnTo>
                  <a:lnTo>
                    <a:pt x="21600" y="6834"/>
                  </a:lnTo>
                  <a:lnTo>
                    <a:pt x="21552" y="6666"/>
                  </a:lnTo>
                  <a:lnTo>
                    <a:pt x="21457" y="6497"/>
                  </a:lnTo>
                  <a:lnTo>
                    <a:pt x="21315" y="6370"/>
                  </a:lnTo>
                  <a:lnTo>
                    <a:pt x="20934" y="6202"/>
                  </a:lnTo>
                  <a:lnTo>
                    <a:pt x="20696" y="6117"/>
                  </a:lnTo>
                  <a:lnTo>
                    <a:pt x="20173" y="6117"/>
                  </a:lnTo>
                  <a:lnTo>
                    <a:pt x="20030" y="5737"/>
                  </a:lnTo>
                  <a:lnTo>
                    <a:pt x="19935" y="5358"/>
                  </a:lnTo>
                  <a:lnTo>
                    <a:pt x="19792" y="5020"/>
                  </a:lnTo>
                  <a:lnTo>
                    <a:pt x="19602" y="4683"/>
                  </a:lnTo>
                  <a:lnTo>
                    <a:pt x="19316" y="4683"/>
                  </a:lnTo>
                  <a:lnTo>
                    <a:pt x="18460" y="4641"/>
                  </a:lnTo>
                  <a:lnTo>
                    <a:pt x="17604" y="4556"/>
                  </a:lnTo>
                  <a:lnTo>
                    <a:pt x="16747" y="4388"/>
                  </a:lnTo>
                  <a:lnTo>
                    <a:pt x="15986" y="4177"/>
                  </a:lnTo>
                  <a:lnTo>
                    <a:pt x="15225" y="3923"/>
                  </a:lnTo>
                  <a:lnTo>
                    <a:pt x="13797" y="3333"/>
                  </a:lnTo>
                  <a:lnTo>
                    <a:pt x="13179" y="2953"/>
                  </a:lnTo>
                  <a:lnTo>
                    <a:pt x="12560" y="2616"/>
                  </a:lnTo>
                  <a:lnTo>
                    <a:pt x="11942" y="2236"/>
                  </a:lnTo>
                  <a:lnTo>
                    <a:pt x="10943" y="1434"/>
                  </a:lnTo>
                  <a:lnTo>
                    <a:pt x="10039" y="675"/>
                  </a:lnTo>
                  <a:lnTo>
                    <a:pt x="9325" y="0"/>
                  </a:lnTo>
                  <a:lnTo>
                    <a:pt x="9278" y="295"/>
                  </a:lnTo>
                  <a:lnTo>
                    <a:pt x="9135" y="548"/>
                  </a:lnTo>
                  <a:lnTo>
                    <a:pt x="8944" y="759"/>
                  </a:lnTo>
                  <a:lnTo>
                    <a:pt x="8707" y="928"/>
                  </a:lnTo>
                  <a:lnTo>
                    <a:pt x="8421" y="1139"/>
                  </a:lnTo>
                  <a:lnTo>
                    <a:pt x="7184" y="1688"/>
                  </a:lnTo>
                  <a:lnTo>
                    <a:pt x="6661" y="1898"/>
                  </a:lnTo>
                  <a:lnTo>
                    <a:pt x="6185" y="2152"/>
                  </a:lnTo>
                  <a:lnTo>
                    <a:pt x="5709" y="2447"/>
                  </a:lnTo>
                  <a:lnTo>
                    <a:pt x="5233" y="2784"/>
                  </a:lnTo>
                  <a:lnTo>
                    <a:pt x="4377" y="3544"/>
                  </a:lnTo>
                  <a:lnTo>
                    <a:pt x="3616" y="4303"/>
                  </a:lnTo>
                  <a:lnTo>
                    <a:pt x="2997" y="5020"/>
                  </a:lnTo>
                  <a:lnTo>
                    <a:pt x="2522" y="5611"/>
                  </a:lnTo>
                  <a:lnTo>
                    <a:pt x="2093" y="6202"/>
                  </a:lnTo>
                  <a:lnTo>
                    <a:pt x="1285" y="7805"/>
                  </a:lnTo>
                  <a:lnTo>
                    <a:pt x="1285" y="6117"/>
                  </a:lnTo>
                  <a:lnTo>
                    <a:pt x="1047" y="6117"/>
                  </a:lnTo>
                  <a:lnTo>
                    <a:pt x="571" y="6286"/>
                  </a:lnTo>
                  <a:lnTo>
                    <a:pt x="381" y="6370"/>
                  </a:lnTo>
                  <a:lnTo>
                    <a:pt x="238" y="6497"/>
                  </a:lnTo>
                  <a:lnTo>
                    <a:pt x="95" y="6666"/>
                  </a:lnTo>
                  <a:lnTo>
                    <a:pt x="0" y="7003"/>
                  </a:lnTo>
                  <a:lnTo>
                    <a:pt x="0" y="12319"/>
                  </a:lnTo>
                  <a:lnTo>
                    <a:pt x="95" y="12656"/>
                  </a:lnTo>
                  <a:lnTo>
                    <a:pt x="238" y="12825"/>
                  </a:lnTo>
                  <a:lnTo>
                    <a:pt x="381" y="12952"/>
                  </a:lnTo>
                  <a:lnTo>
                    <a:pt x="571" y="13078"/>
                  </a:lnTo>
                  <a:lnTo>
                    <a:pt x="1047" y="13247"/>
                  </a:lnTo>
                  <a:lnTo>
                    <a:pt x="1285" y="13247"/>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59" name="Shape 2659"/>
            <p:cNvSpPr/>
            <p:nvPr/>
          </p:nvSpPr>
          <p:spPr>
            <a:xfrm>
              <a:off x="711726" y="0"/>
              <a:ext cx="1594268" cy="7971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7" y="19396"/>
                  </a:moveTo>
                  <a:lnTo>
                    <a:pt x="937" y="19065"/>
                  </a:lnTo>
                  <a:lnTo>
                    <a:pt x="992" y="18845"/>
                  </a:lnTo>
                  <a:lnTo>
                    <a:pt x="1102" y="18735"/>
                  </a:lnTo>
                  <a:lnTo>
                    <a:pt x="1267" y="18735"/>
                  </a:lnTo>
                  <a:lnTo>
                    <a:pt x="937" y="18735"/>
                  </a:lnTo>
                  <a:lnTo>
                    <a:pt x="1984" y="16090"/>
                  </a:lnTo>
                  <a:lnTo>
                    <a:pt x="2535" y="14767"/>
                  </a:lnTo>
                  <a:lnTo>
                    <a:pt x="3196" y="13445"/>
                  </a:lnTo>
                  <a:lnTo>
                    <a:pt x="3857" y="12233"/>
                  </a:lnTo>
                  <a:lnTo>
                    <a:pt x="4573" y="11131"/>
                  </a:lnTo>
                  <a:lnTo>
                    <a:pt x="5345" y="10249"/>
                  </a:lnTo>
                  <a:lnTo>
                    <a:pt x="6116" y="9588"/>
                  </a:lnTo>
                  <a:lnTo>
                    <a:pt x="6998" y="8927"/>
                  </a:lnTo>
                  <a:lnTo>
                    <a:pt x="7769" y="8045"/>
                  </a:lnTo>
                  <a:lnTo>
                    <a:pt x="8320" y="7273"/>
                  </a:lnTo>
                  <a:lnTo>
                    <a:pt x="8706" y="6502"/>
                  </a:lnTo>
                  <a:lnTo>
                    <a:pt x="9037" y="5731"/>
                  </a:lnTo>
                  <a:lnTo>
                    <a:pt x="9202" y="5180"/>
                  </a:lnTo>
                  <a:lnTo>
                    <a:pt x="9312" y="4518"/>
                  </a:lnTo>
                  <a:lnTo>
                    <a:pt x="9533" y="5069"/>
                  </a:lnTo>
                  <a:lnTo>
                    <a:pt x="10084" y="6392"/>
                  </a:lnTo>
                  <a:lnTo>
                    <a:pt x="11076" y="8376"/>
                  </a:lnTo>
                  <a:lnTo>
                    <a:pt x="11682" y="9478"/>
                  </a:lnTo>
                  <a:lnTo>
                    <a:pt x="12398" y="10690"/>
                  </a:lnTo>
                  <a:lnTo>
                    <a:pt x="13169" y="11792"/>
                  </a:lnTo>
                  <a:lnTo>
                    <a:pt x="13996" y="13004"/>
                  </a:lnTo>
                  <a:lnTo>
                    <a:pt x="14933" y="13996"/>
                  </a:lnTo>
                  <a:lnTo>
                    <a:pt x="15980" y="15098"/>
                  </a:lnTo>
                  <a:lnTo>
                    <a:pt x="17027" y="15980"/>
                  </a:lnTo>
                  <a:lnTo>
                    <a:pt x="18184" y="16641"/>
                  </a:lnTo>
                  <a:lnTo>
                    <a:pt x="19451" y="17302"/>
                  </a:lnTo>
                  <a:lnTo>
                    <a:pt x="20718" y="17633"/>
                  </a:lnTo>
                  <a:lnTo>
                    <a:pt x="21600" y="17633"/>
                  </a:lnTo>
                  <a:lnTo>
                    <a:pt x="21545" y="16641"/>
                  </a:lnTo>
                  <a:lnTo>
                    <a:pt x="21490" y="15318"/>
                  </a:lnTo>
                  <a:lnTo>
                    <a:pt x="21380" y="13886"/>
                  </a:lnTo>
                  <a:lnTo>
                    <a:pt x="21159" y="12233"/>
                  </a:lnTo>
                  <a:lnTo>
                    <a:pt x="20829" y="10469"/>
                  </a:lnTo>
                  <a:lnTo>
                    <a:pt x="20167" y="7824"/>
                  </a:lnTo>
                  <a:lnTo>
                    <a:pt x="19837" y="6943"/>
                  </a:lnTo>
                  <a:lnTo>
                    <a:pt x="19506" y="6171"/>
                  </a:lnTo>
                  <a:lnTo>
                    <a:pt x="19120" y="5400"/>
                  </a:lnTo>
                  <a:lnTo>
                    <a:pt x="18404" y="4078"/>
                  </a:lnTo>
                  <a:lnTo>
                    <a:pt x="17688" y="2976"/>
                  </a:lnTo>
                  <a:lnTo>
                    <a:pt x="16861" y="2094"/>
                  </a:lnTo>
                  <a:lnTo>
                    <a:pt x="15924" y="1322"/>
                  </a:lnTo>
                  <a:lnTo>
                    <a:pt x="14933" y="771"/>
                  </a:lnTo>
                  <a:lnTo>
                    <a:pt x="13886" y="331"/>
                  </a:lnTo>
                  <a:lnTo>
                    <a:pt x="12729" y="110"/>
                  </a:lnTo>
                  <a:lnTo>
                    <a:pt x="11516" y="0"/>
                  </a:lnTo>
                  <a:lnTo>
                    <a:pt x="9918" y="0"/>
                  </a:lnTo>
                  <a:lnTo>
                    <a:pt x="9202" y="110"/>
                  </a:lnTo>
                  <a:lnTo>
                    <a:pt x="8320" y="331"/>
                  </a:lnTo>
                  <a:lnTo>
                    <a:pt x="7273" y="882"/>
                  </a:lnTo>
                  <a:lnTo>
                    <a:pt x="6722" y="1212"/>
                  </a:lnTo>
                  <a:lnTo>
                    <a:pt x="6116" y="1653"/>
                  </a:lnTo>
                  <a:lnTo>
                    <a:pt x="5510" y="2204"/>
                  </a:lnTo>
                  <a:lnTo>
                    <a:pt x="4849" y="2755"/>
                  </a:lnTo>
                  <a:lnTo>
                    <a:pt x="4243" y="3527"/>
                  </a:lnTo>
                  <a:lnTo>
                    <a:pt x="3582" y="4408"/>
                  </a:lnTo>
                  <a:lnTo>
                    <a:pt x="3031" y="5510"/>
                  </a:lnTo>
                  <a:lnTo>
                    <a:pt x="2424" y="6612"/>
                  </a:lnTo>
                  <a:lnTo>
                    <a:pt x="2094" y="7273"/>
                  </a:lnTo>
                  <a:lnTo>
                    <a:pt x="1267" y="9588"/>
                  </a:lnTo>
                  <a:lnTo>
                    <a:pt x="827" y="11241"/>
                  </a:lnTo>
                  <a:lnTo>
                    <a:pt x="496" y="13114"/>
                  </a:lnTo>
                  <a:lnTo>
                    <a:pt x="276" y="15098"/>
                  </a:lnTo>
                  <a:lnTo>
                    <a:pt x="110" y="17192"/>
                  </a:lnTo>
                  <a:lnTo>
                    <a:pt x="0" y="19396"/>
                  </a:lnTo>
                  <a:lnTo>
                    <a:pt x="0" y="21600"/>
                  </a:lnTo>
                  <a:lnTo>
                    <a:pt x="937" y="19396"/>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2670" name="Group 2670"/>
          <p:cNvGrpSpPr/>
          <p:nvPr/>
        </p:nvGrpSpPr>
        <p:grpSpPr>
          <a:xfrm>
            <a:off x="10159641" y="6957603"/>
            <a:ext cx="3699494" cy="5495415"/>
            <a:chOff x="0" y="0"/>
            <a:chExt cx="3699493" cy="5495414"/>
          </a:xfrm>
        </p:grpSpPr>
        <p:sp>
          <p:nvSpPr>
            <p:cNvPr id="2661" name="Shape 2661"/>
            <p:cNvSpPr/>
            <p:nvPr/>
          </p:nvSpPr>
          <p:spPr>
            <a:xfrm>
              <a:off x="1017849" y="2980149"/>
              <a:ext cx="567649" cy="7046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7500"/>
                  </a:moveTo>
                  <a:lnTo>
                    <a:pt x="186" y="7950"/>
                  </a:lnTo>
                  <a:lnTo>
                    <a:pt x="931" y="9450"/>
                  </a:lnTo>
                  <a:lnTo>
                    <a:pt x="2234" y="11400"/>
                  </a:lnTo>
                  <a:lnTo>
                    <a:pt x="3166" y="12450"/>
                  </a:lnTo>
                  <a:lnTo>
                    <a:pt x="4283" y="13650"/>
                  </a:lnTo>
                  <a:lnTo>
                    <a:pt x="5586" y="15000"/>
                  </a:lnTo>
                  <a:lnTo>
                    <a:pt x="8938" y="17400"/>
                  </a:lnTo>
                  <a:lnTo>
                    <a:pt x="10986" y="18450"/>
                  </a:lnTo>
                  <a:lnTo>
                    <a:pt x="13221" y="19500"/>
                  </a:lnTo>
                  <a:lnTo>
                    <a:pt x="15641" y="20400"/>
                  </a:lnTo>
                  <a:lnTo>
                    <a:pt x="18434" y="21150"/>
                  </a:lnTo>
                  <a:lnTo>
                    <a:pt x="21600" y="21600"/>
                  </a:lnTo>
                  <a:lnTo>
                    <a:pt x="8938" y="0"/>
                  </a:lnTo>
                  <a:lnTo>
                    <a:pt x="0" y="750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2" name="Shape 2662"/>
            <p:cNvSpPr/>
            <p:nvPr/>
          </p:nvSpPr>
          <p:spPr>
            <a:xfrm>
              <a:off x="2148249" y="2980149"/>
              <a:ext cx="562756" cy="7046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500"/>
                  </a:moveTo>
                  <a:lnTo>
                    <a:pt x="21412" y="7950"/>
                  </a:lnTo>
                  <a:lnTo>
                    <a:pt x="20661" y="9450"/>
                  </a:lnTo>
                  <a:lnTo>
                    <a:pt x="19346" y="11400"/>
                  </a:lnTo>
                  <a:lnTo>
                    <a:pt x="18407" y="12450"/>
                  </a:lnTo>
                  <a:lnTo>
                    <a:pt x="17280" y="13650"/>
                  </a:lnTo>
                  <a:lnTo>
                    <a:pt x="15965" y="15000"/>
                  </a:lnTo>
                  <a:lnTo>
                    <a:pt x="14463" y="16200"/>
                  </a:lnTo>
                  <a:lnTo>
                    <a:pt x="12584" y="17400"/>
                  </a:lnTo>
                  <a:lnTo>
                    <a:pt x="10706" y="18450"/>
                  </a:lnTo>
                  <a:lnTo>
                    <a:pt x="8452" y="19500"/>
                  </a:lnTo>
                  <a:lnTo>
                    <a:pt x="5823" y="20400"/>
                  </a:lnTo>
                  <a:lnTo>
                    <a:pt x="3005" y="21150"/>
                  </a:lnTo>
                  <a:lnTo>
                    <a:pt x="0" y="21600"/>
                  </a:lnTo>
                  <a:lnTo>
                    <a:pt x="12772" y="0"/>
                  </a:lnTo>
                  <a:lnTo>
                    <a:pt x="21600" y="750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3" name="Shape 2663"/>
            <p:cNvSpPr/>
            <p:nvPr/>
          </p:nvSpPr>
          <p:spPr>
            <a:xfrm>
              <a:off x="802535" y="435523"/>
              <a:ext cx="2123784" cy="22803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08" y="12098"/>
                  </a:moveTo>
                  <a:lnTo>
                    <a:pt x="20455" y="12376"/>
                  </a:lnTo>
                  <a:lnTo>
                    <a:pt x="20853" y="12376"/>
                  </a:lnTo>
                  <a:lnTo>
                    <a:pt x="21053" y="12330"/>
                  </a:lnTo>
                  <a:lnTo>
                    <a:pt x="21202" y="12283"/>
                  </a:lnTo>
                  <a:lnTo>
                    <a:pt x="21351" y="12191"/>
                  </a:lnTo>
                  <a:lnTo>
                    <a:pt x="21451" y="12098"/>
                  </a:lnTo>
                  <a:lnTo>
                    <a:pt x="21550" y="11959"/>
                  </a:lnTo>
                  <a:lnTo>
                    <a:pt x="21600" y="11866"/>
                  </a:lnTo>
                  <a:lnTo>
                    <a:pt x="21600" y="6072"/>
                  </a:lnTo>
                  <a:lnTo>
                    <a:pt x="21550" y="5840"/>
                  </a:lnTo>
                  <a:lnTo>
                    <a:pt x="21351" y="5609"/>
                  </a:lnTo>
                  <a:lnTo>
                    <a:pt x="21202" y="5470"/>
                  </a:lnTo>
                  <a:lnTo>
                    <a:pt x="21053" y="5377"/>
                  </a:lnTo>
                  <a:lnTo>
                    <a:pt x="20853" y="5330"/>
                  </a:lnTo>
                  <a:lnTo>
                    <a:pt x="20555" y="5330"/>
                  </a:lnTo>
                  <a:lnTo>
                    <a:pt x="20505" y="5377"/>
                  </a:lnTo>
                  <a:lnTo>
                    <a:pt x="20455" y="5516"/>
                  </a:lnTo>
                  <a:lnTo>
                    <a:pt x="19908" y="5516"/>
                  </a:lnTo>
                  <a:lnTo>
                    <a:pt x="19908" y="5006"/>
                  </a:lnTo>
                  <a:lnTo>
                    <a:pt x="19709" y="4264"/>
                  </a:lnTo>
                  <a:lnTo>
                    <a:pt x="19510" y="3569"/>
                  </a:lnTo>
                  <a:lnTo>
                    <a:pt x="18912" y="2271"/>
                  </a:lnTo>
                  <a:lnTo>
                    <a:pt x="18564" y="1622"/>
                  </a:lnTo>
                  <a:lnTo>
                    <a:pt x="18216" y="1066"/>
                  </a:lnTo>
                  <a:lnTo>
                    <a:pt x="17818" y="510"/>
                  </a:lnTo>
                  <a:lnTo>
                    <a:pt x="17419" y="0"/>
                  </a:lnTo>
                  <a:lnTo>
                    <a:pt x="16524" y="742"/>
                  </a:lnTo>
                  <a:lnTo>
                    <a:pt x="15628" y="1344"/>
                  </a:lnTo>
                  <a:lnTo>
                    <a:pt x="14632" y="1900"/>
                  </a:lnTo>
                  <a:lnTo>
                    <a:pt x="13637" y="2364"/>
                  </a:lnTo>
                  <a:lnTo>
                    <a:pt x="12592" y="2781"/>
                  </a:lnTo>
                  <a:lnTo>
                    <a:pt x="11497" y="3152"/>
                  </a:lnTo>
                  <a:lnTo>
                    <a:pt x="10452" y="3430"/>
                  </a:lnTo>
                  <a:lnTo>
                    <a:pt x="9357" y="3662"/>
                  </a:lnTo>
                  <a:lnTo>
                    <a:pt x="8312" y="3847"/>
                  </a:lnTo>
                  <a:lnTo>
                    <a:pt x="7266" y="3986"/>
                  </a:lnTo>
                  <a:lnTo>
                    <a:pt x="6221" y="4079"/>
                  </a:lnTo>
                  <a:lnTo>
                    <a:pt x="5276" y="4172"/>
                  </a:lnTo>
                  <a:lnTo>
                    <a:pt x="3583" y="4264"/>
                  </a:lnTo>
                  <a:lnTo>
                    <a:pt x="1841" y="4264"/>
                  </a:lnTo>
                  <a:lnTo>
                    <a:pt x="1742" y="4450"/>
                  </a:lnTo>
                  <a:lnTo>
                    <a:pt x="1692" y="4635"/>
                  </a:lnTo>
                  <a:lnTo>
                    <a:pt x="1642" y="5006"/>
                  </a:lnTo>
                  <a:lnTo>
                    <a:pt x="1642" y="5516"/>
                  </a:lnTo>
                  <a:lnTo>
                    <a:pt x="1145" y="5516"/>
                  </a:lnTo>
                  <a:lnTo>
                    <a:pt x="846" y="5470"/>
                  </a:lnTo>
                  <a:lnTo>
                    <a:pt x="597" y="5423"/>
                  </a:lnTo>
                  <a:lnTo>
                    <a:pt x="398" y="5470"/>
                  </a:lnTo>
                  <a:lnTo>
                    <a:pt x="249" y="5516"/>
                  </a:lnTo>
                  <a:lnTo>
                    <a:pt x="100" y="5609"/>
                  </a:lnTo>
                  <a:lnTo>
                    <a:pt x="50" y="5701"/>
                  </a:lnTo>
                  <a:lnTo>
                    <a:pt x="0" y="5887"/>
                  </a:lnTo>
                  <a:lnTo>
                    <a:pt x="0" y="11727"/>
                  </a:lnTo>
                  <a:lnTo>
                    <a:pt x="50" y="12005"/>
                  </a:lnTo>
                  <a:lnTo>
                    <a:pt x="100" y="12191"/>
                  </a:lnTo>
                  <a:lnTo>
                    <a:pt x="249" y="12330"/>
                  </a:lnTo>
                  <a:lnTo>
                    <a:pt x="398" y="12422"/>
                  </a:lnTo>
                  <a:lnTo>
                    <a:pt x="597" y="12469"/>
                  </a:lnTo>
                  <a:lnTo>
                    <a:pt x="846" y="12469"/>
                  </a:lnTo>
                  <a:lnTo>
                    <a:pt x="1145" y="12376"/>
                  </a:lnTo>
                  <a:lnTo>
                    <a:pt x="1642" y="12098"/>
                  </a:lnTo>
                  <a:lnTo>
                    <a:pt x="1642" y="12700"/>
                  </a:lnTo>
                  <a:lnTo>
                    <a:pt x="1991" y="13813"/>
                  </a:lnTo>
                  <a:lnTo>
                    <a:pt x="2339" y="14879"/>
                  </a:lnTo>
                  <a:lnTo>
                    <a:pt x="2787" y="15852"/>
                  </a:lnTo>
                  <a:lnTo>
                    <a:pt x="3285" y="16826"/>
                  </a:lnTo>
                  <a:lnTo>
                    <a:pt x="3882" y="17706"/>
                  </a:lnTo>
                  <a:lnTo>
                    <a:pt x="4479" y="18494"/>
                  </a:lnTo>
                  <a:lnTo>
                    <a:pt x="5176" y="19236"/>
                  </a:lnTo>
                  <a:lnTo>
                    <a:pt x="5923" y="19885"/>
                  </a:lnTo>
                  <a:lnTo>
                    <a:pt x="7018" y="20534"/>
                  </a:lnTo>
                  <a:lnTo>
                    <a:pt x="7615" y="20858"/>
                  </a:lnTo>
                  <a:lnTo>
                    <a:pt x="8809" y="21322"/>
                  </a:lnTo>
                  <a:lnTo>
                    <a:pt x="9456" y="21461"/>
                  </a:lnTo>
                  <a:lnTo>
                    <a:pt x="10053" y="21554"/>
                  </a:lnTo>
                  <a:lnTo>
                    <a:pt x="10700" y="21600"/>
                  </a:lnTo>
                  <a:lnTo>
                    <a:pt x="11397" y="21554"/>
                  </a:lnTo>
                  <a:lnTo>
                    <a:pt x="12094" y="21461"/>
                  </a:lnTo>
                  <a:lnTo>
                    <a:pt x="12741" y="21322"/>
                  </a:lnTo>
                  <a:lnTo>
                    <a:pt x="13388" y="21090"/>
                  </a:lnTo>
                  <a:lnTo>
                    <a:pt x="13985" y="20858"/>
                  </a:lnTo>
                  <a:lnTo>
                    <a:pt x="14582" y="20534"/>
                  </a:lnTo>
                  <a:lnTo>
                    <a:pt x="15677" y="19885"/>
                  </a:lnTo>
                  <a:lnTo>
                    <a:pt x="16324" y="19236"/>
                  </a:lnTo>
                  <a:lnTo>
                    <a:pt x="16922" y="18494"/>
                  </a:lnTo>
                  <a:lnTo>
                    <a:pt x="17569" y="17706"/>
                  </a:lnTo>
                  <a:lnTo>
                    <a:pt x="18116" y="16826"/>
                  </a:lnTo>
                  <a:lnTo>
                    <a:pt x="18664" y="15852"/>
                  </a:lnTo>
                  <a:lnTo>
                    <a:pt x="19112" y="14879"/>
                  </a:lnTo>
                  <a:lnTo>
                    <a:pt x="19559" y="13813"/>
                  </a:lnTo>
                  <a:lnTo>
                    <a:pt x="19908" y="12700"/>
                  </a:lnTo>
                  <a:lnTo>
                    <a:pt x="19908" y="12098"/>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4" name="Shape 2664"/>
            <p:cNvSpPr/>
            <p:nvPr/>
          </p:nvSpPr>
          <p:spPr>
            <a:xfrm>
              <a:off x="484458" y="0"/>
              <a:ext cx="2759941" cy="30192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055" y="19850"/>
                  </a:moveTo>
                  <a:lnTo>
                    <a:pt x="5209" y="19605"/>
                  </a:lnTo>
                  <a:lnTo>
                    <a:pt x="5400" y="19394"/>
                  </a:lnTo>
                  <a:lnTo>
                    <a:pt x="5553" y="19184"/>
                  </a:lnTo>
                  <a:lnTo>
                    <a:pt x="6128" y="18764"/>
                  </a:lnTo>
                  <a:lnTo>
                    <a:pt x="6472" y="18554"/>
                  </a:lnTo>
                  <a:lnTo>
                    <a:pt x="5860" y="18064"/>
                  </a:lnTo>
                  <a:lnTo>
                    <a:pt x="5323" y="17539"/>
                  </a:lnTo>
                  <a:lnTo>
                    <a:pt x="4826" y="16979"/>
                  </a:lnTo>
                  <a:lnTo>
                    <a:pt x="4404" y="16349"/>
                  </a:lnTo>
                  <a:lnTo>
                    <a:pt x="4021" y="15684"/>
                  </a:lnTo>
                  <a:lnTo>
                    <a:pt x="3715" y="14983"/>
                  </a:lnTo>
                  <a:lnTo>
                    <a:pt x="3409" y="14213"/>
                  </a:lnTo>
                  <a:lnTo>
                    <a:pt x="3179" y="13373"/>
                  </a:lnTo>
                  <a:lnTo>
                    <a:pt x="2834" y="13338"/>
                  </a:lnTo>
                  <a:lnTo>
                    <a:pt x="2528" y="13233"/>
                  </a:lnTo>
                  <a:lnTo>
                    <a:pt x="2260" y="13128"/>
                  </a:lnTo>
                  <a:lnTo>
                    <a:pt x="2030" y="12953"/>
                  </a:lnTo>
                  <a:lnTo>
                    <a:pt x="1838" y="12743"/>
                  </a:lnTo>
                  <a:lnTo>
                    <a:pt x="1685" y="12498"/>
                  </a:lnTo>
                  <a:lnTo>
                    <a:pt x="1609" y="12218"/>
                  </a:lnTo>
                  <a:lnTo>
                    <a:pt x="1570" y="11973"/>
                  </a:lnTo>
                  <a:lnTo>
                    <a:pt x="1570" y="7702"/>
                  </a:lnTo>
                  <a:lnTo>
                    <a:pt x="1609" y="7492"/>
                  </a:lnTo>
                  <a:lnTo>
                    <a:pt x="1685" y="7282"/>
                  </a:lnTo>
                  <a:lnTo>
                    <a:pt x="1838" y="7072"/>
                  </a:lnTo>
                  <a:lnTo>
                    <a:pt x="2030" y="6897"/>
                  </a:lnTo>
                  <a:lnTo>
                    <a:pt x="2260" y="6722"/>
                  </a:lnTo>
                  <a:lnTo>
                    <a:pt x="2528" y="6617"/>
                  </a:lnTo>
                  <a:lnTo>
                    <a:pt x="2834" y="6512"/>
                  </a:lnTo>
                  <a:lnTo>
                    <a:pt x="3179" y="6476"/>
                  </a:lnTo>
                  <a:lnTo>
                    <a:pt x="3217" y="6266"/>
                  </a:lnTo>
                  <a:lnTo>
                    <a:pt x="3294" y="6056"/>
                  </a:lnTo>
                  <a:lnTo>
                    <a:pt x="3332" y="5846"/>
                  </a:lnTo>
                  <a:lnTo>
                    <a:pt x="3370" y="5671"/>
                  </a:lnTo>
                  <a:lnTo>
                    <a:pt x="3485" y="5741"/>
                  </a:lnTo>
                  <a:lnTo>
                    <a:pt x="3677" y="5741"/>
                  </a:lnTo>
                  <a:lnTo>
                    <a:pt x="4174" y="5776"/>
                  </a:lnTo>
                  <a:lnTo>
                    <a:pt x="5209" y="5741"/>
                  </a:lnTo>
                  <a:lnTo>
                    <a:pt x="6511" y="5671"/>
                  </a:lnTo>
                  <a:lnTo>
                    <a:pt x="7238" y="5601"/>
                  </a:lnTo>
                  <a:lnTo>
                    <a:pt x="7966" y="5496"/>
                  </a:lnTo>
                  <a:lnTo>
                    <a:pt x="8732" y="5391"/>
                  </a:lnTo>
                  <a:lnTo>
                    <a:pt x="9536" y="5251"/>
                  </a:lnTo>
                  <a:lnTo>
                    <a:pt x="11145" y="4831"/>
                  </a:lnTo>
                  <a:lnTo>
                    <a:pt x="11911" y="4551"/>
                  </a:lnTo>
                  <a:lnTo>
                    <a:pt x="12715" y="4236"/>
                  </a:lnTo>
                  <a:lnTo>
                    <a:pt x="13481" y="3886"/>
                  </a:lnTo>
                  <a:lnTo>
                    <a:pt x="14170" y="3466"/>
                  </a:lnTo>
                  <a:lnTo>
                    <a:pt x="14860" y="2976"/>
                  </a:lnTo>
                  <a:lnTo>
                    <a:pt x="15511" y="2451"/>
                  </a:lnTo>
                  <a:lnTo>
                    <a:pt x="15664" y="2241"/>
                  </a:lnTo>
                  <a:lnTo>
                    <a:pt x="15740" y="2171"/>
                  </a:lnTo>
                  <a:lnTo>
                    <a:pt x="15894" y="2135"/>
                  </a:lnTo>
                  <a:lnTo>
                    <a:pt x="15894" y="1890"/>
                  </a:lnTo>
                  <a:lnTo>
                    <a:pt x="16277" y="2346"/>
                  </a:lnTo>
                  <a:lnTo>
                    <a:pt x="17043" y="3396"/>
                  </a:lnTo>
                  <a:lnTo>
                    <a:pt x="17349" y="3956"/>
                  </a:lnTo>
                  <a:lnTo>
                    <a:pt x="17655" y="4551"/>
                  </a:lnTo>
                  <a:lnTo>
                    <a:pt x="17923" y="5181"/>
                  </a:lnTo>
                  <a:lnTo>
                    <a:pt x="18153" y="5811"/>
                  </a:lnTo>
                  <a:lnTo>
                    <a:pt x="18345" y="6476"/>
                  </a:lnTo>
                  <a:lnTo>
                    <a:pt x="18651" y="6512"/>
                  </a:lnTo>
                  <a:lnTo>
                    <a:pt x="18919" y="6617"/>
                  </a:lnTo>
                  <a:lnTo>
                    <a:pt x="19149" y="6722"/>
                  </a:lnTo>
                  <a:lnTo>
                    <a:pt x="19609" y="7072"/>
                  </a:lnTo>
                  <a:lnTo>
                    <a:pt x="19838" y="7492"/>
                  </a:lnTo>
                  <a:lnTo>
                    <a:pt x="19877" y="7702"/>
                  </a:lnTo>
                  <a:lnTo>
                    <a:pt x="19877" y="11973"/>
                  </a:lnTo>
                  <a:lnTo>
                    <a:pt x="19838" y="12218"/>
                  </a:lnTo>
                  <a:lnTo>
                    <a:pt x="19723" y="12498"/>
                  </a:lnTo>
                  <a:lnTo>
                    <a:pt x="19609" y="12743"/>
                  </a:lnTo>
                  <a:lnTo>
                    <a:pt x="19379" y="12953"/>
                  </a:lnTo>
                  <a:lnTo>
                    <a:pt x="19149" y="13128"/>
                  </a:lnTo>
                  <a:lnTo>
                    <a:pt x="18919" y="13233"/>
                  </a:lnTo>
                  <a:lnTo>
                    <a:pt x="18651" y="13338"/>
                  </a:lnTo>
                  <a:lnTo>
                    <a:pt x="18345" y="13373"/>
                  </a:lnTo>
                  <a:lnTo>
                    <a:pt x="18115" y="14213"/>
                  </a:lnTo>
                  <a:lnTo>
                    <a:pt x="17847" y="14983"/>
                  </a:lnTo>
                  <a:lnTo>
                    <a:pt x="17464" y="15684"/>
                  </a:lnTo>
                  <a:lnTo>
                    <a:pt x="17081" y="16349"/>
                  </a:lnTo>
                  <a:lnTo>
                    <a:pt x="16621" y="16979"/>
                  </a:lnTo>
                  <a:lnTo>
                    <a:pt x="16123" y="17539"/>
                  </a:lnTo>
                  <a:lnTo>
                    <a:pt x="15626" y="18064"/>
                  </a:lnTo>
                  <a:lnTo>
                    <a:pt x="15089" y="18554"/>
                  </a:lnTo>
                  <a:lnTo>
                    <a:pt x="15472" y="18764"/>
                  </a:lnTo>
                  <a:lnTo>
                    <a:pt x="15855" y="19044"/>
                  </a:lnTo>
                  <a:lnTo>
                    <a:pt x="16009" y="19184"/>
                  </a:lnTo>
                  <a:lnTo>
                    <a:pt x="16162" y="19394"/>
                  </a:lnTo>
                  <a:lnTo>
                    <a:pt x="16277" y="19605"/>
                  </a:lnTo>
                  <a:lnTo>
                    <a:pt x="16391" y="19850"/>
                  </a:lnTo>
                  <a:lnTo>
                    <a:pt x="16660" y="20060"/>
                  </a:lnTo>
                  <a:lnTo>
                    <a:pt x="16966" y="20270"/>
                  </a:lnTo>
                  <a:lnTo>
                    <a:pt x="17311" y="20480"/>
                  </a:lnTo>
                  <a:lnTo>
                    <a:pt x="17732" y="20655"/>
                  </a:lnTo>
                  <a:lnTo>
                    <a:pt x="18115" y="20830"/>
                  </a:lnTo>
                  <a:lnTo>
                    <a:pt x="18574" y="20970"/>
                  </a:lnTo>
                  <a:lnTo>
                    <a:pt x="19455" y="21215"/>
                  </a:lnTo>
                  <a:lnTo>
                    <a:pt x="20260" y="21390"/>
                  </a:lnTo>
                  <a:lnTo>
                    <a:pt x="20949" y="21495"/>
                  </a:lnTo>
                  <a:lnTo>
                    <a:pt x="21600" y="21600"/>
                  </a:lnTo>
                  <a:lnTo>
                    <a:pt x="21600" y="11868"/>
                  </a:lnTo>
                  <a:lnTo>
                    <a:pt x="21562" y="11098"/>
                  </a:lnTo>
                  <a:lnTo>
                    <a:pt x="21485" y="10327"/>
                  </a:lnTo>
                  <a:lnTo>
                    <a:pt x="21409" y="9627"/>
                  </a:lnTo>
                  <a:lnTo>
                    <a:pt x="21294" y="8927"/>
                  </a:lnTo>
                  <a:lnTo>
                    <a:pt x="21179" y="8262"/>
                  </a:lnTo>
                  <a:lnTo>
                    <a:pt x="21026" y="7632"/>
                  </a:lnTo>
                  <a:lnTo>
                    <a:pt x="20451" y="5951"/>
                  </a:lnTo>
                  <a:lnTo>
                    <a:pt x="20221" y="5461"/>
                  </a:lnTo>
                  <a:lnTo>
                    <a:pt x="19953" y="5006"/>
                  </a:lnTo>
                  <a:lnTo>
                    <a:pt x="19723" y="4551"/>
                  </a:lnTo>
                  <a:lnTo>
                    <a:pt x="19417" y="4131"/>
                  </a:lnTo>
                  <a:lnTo>
                    <a:pt x="19149" y="3746"/>
                  </a:lnTo>
                  <a:lnTo>
                    <a:pt x="18843" y="3361"/>
                  </a:lnTo>
                  <a:lnTo>
                    <a:pt x="18536" y="3046"/>
                  </a:lnTo>
                  <a:lnTo>
                    <a:pt x="18230" y="2696"/>
                  </a:lnTo>
                  <a:lnTo>
                    <a:pt x="17579" y="2135"/>
                  </a:lnTo>
                  <a:lnTo>
                    <a:pt x="16889" y="1645"/>
                  </a:lnTo>
                  <a:lnTo>
                    <a:pt x="16238" y="1225"/>
                  </a:lnTo>
                  <a:lnTo>
                    <a:pt x="15549" y="910"/>
                  </a:lnTo>
                  <a:lnTo>
                    <a:pt x="14898" y="630"/>
                  </a:lnTo>
                  <a:lnTo>
                    <a:pt x="14247" y="385"/>
                  </a:lnTo>
                  <a:lnTo>
                    <a:pt x="13634" y="210"/>
                  </a:lnTo>
                  <a:lnTo>
                    <a:pt x="13098" y="105"/>
                  </a:lnTo>
                  <a:lnTo>
                    <a:pt x="12638" y="35"/>
                  </a:lnTo>
                  <a:lnTo>
                    <a:pt x="12179" y="0"/>
                  </a:lnTo>
                  <a:lnTo>
                    <a:pt x="11796" y="35"/>
                  </a:lnTo>
                  <a:lnTo>
                    <a:pt x="11145" y="105"/>
                  </a:lnTo>
                  <a:lnTo>
                    <a:pt x="10723" y="175"/>
                  </a:lnTo>
                  <a:lnTo>
                    <a:pt x="10379" y="105"/>
                  </a:lnTo>
                  <a:lnTo>
                    <a:pt x="9804" y="35"/>
                  </a:lnTo>
                  <a:lnTo>
                    <a:pt x="9421" y="0"/>
                  </a:lnTo>
                  <a:lnTo>
                    <a:pt x="8962" y="35"/>
                  </a:lnTo>
                  <a:lnTo>
                    <a:pt x="8464" y="105"/>
                  </a:lnTo>
                  <a:lnTo>
                    <a:pt x="7928" y="210"/>
                  </a:lnTo>
                  <a:lnTo>
                    <a:pt x="7277" y="385"/>
                  </a:lnTo>
                  <a:lnTo>
                    <a:pt x="6587" y="630"/>
                  </a:lnTo>
                  <a:lnTo>
                    <a:pt x="5898" y="910"/>
                  </a:lnTo>
                  <a:lnTo>
                    <a:pt x="5209" y="1225"/>
                  </a:lnTo>
                  <a:lnTo>
                    <a:pt x="4519" y="1645"/>
                  </a:lnTo>
                  <a:lnTo>
                    <a:pt x="3868" y="2135"/>
                  </a:lnTo>
                  <a:lnTo>
                    <a:pt x="3217" y="2696"/>
                  </a:lnTo>
                  <a:lnTo>
                    <a:pt x="2872" y="3046"/>
                  </a:lnTo>
                  <a:lnTo>
                    <a:pt x="2604" y="3361"/>
                  </a:lnTo>
                  <a:lnTo>
                    <a:pt x="2298" y="3746"/>
                  </a:lnTo>
                  <a:lnTo>
                    <a:pt x="2030" y="4131"/>
                  </a:lnTo>
                  <a:lnTo>
                    <a:pt x="1762" y="4551"/>
                  </a:lnTo>
                  <a:lnTo>
                    <a:pt x="1494" y="5006"/>
                  </a:lnTo>
                  <a:lnTo>
                    <a:pt x="1264" y="5461"/>
                  </a:lnTo>
                  <a:lnTo>
                    <a:pt x="1034" y="5951"/>
                  </a:lnTo>
                  <a:lnTo>
                    <a:pt x="651" y="7072"/>
                  </a:lnTo>
                  <a:lnTo>
                    <a:pt x="498" y="7632"/>
                  </a:lnTo>
                  <a:lnTo>
                    <a:pt x="345" y="8262"/>
                  </a:lnTo>
                  <a:lnTo>
                    <a:pt x="230" y="8927"/>
                  </a:lnTo>
                  <a:lnTo>
                    <a:pt x="115" y="9627"/>
                  </a:lnTo>
                  <a:lnTo>
                    <a:pt x="38" y="10327"/>
                  </a:lnTo>
                  <a:lnTo>
                    <a:pt x="0" y="11098"/>
                  </a:lnTo>
                  <a:lnTo>
                    <a:pt x="0" y="21600"/>
                  </a:lnTo>
                  <a:lnTo>
                    <a:pt x="613" y="21495"/>
                  </a:lnTo>
                  <a:lnTo>
                    <a:pt x="1302" y="21390"/>
                  </a:lnTo>
                  <a:lnTo>
                    <a:pt x="2106" y="21215"/>
                  </a:lnTo>
                  <a:lnTo>
                    <a:pt x="2949" y="20970"/>
                  </a:lnTo>
                  <a:lnTo>
                    <a:pt x="3370" y="20830"/>
                  </a:lnTo>
                  <a:lnTo>
                    <a:pt x="3791" y="20655"/>
                  </a:lnTo>
                  <a:lnTo>
                    <a:pt x="4174" y="20480"/>
                  </a:lnTo>
                  <a:lnTo>
                    <a:pt x="4519" y="20270"/>
                  </a:lnTo>
                  <a:lnTo>
                    <a:pt x="4826" y="20060"/>
                  </a:lnTo>
                  <a:lnTo>
                    <a:pt x="5055" y="1985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5" name="Shape 2665"/>
            <p:cNvSpPr/>
            <p:nvPr/>
          </p:nvSpPr>
          <p:spPr>
            <a:xfrm>
              <a:off x="1286992" y="2618027"/>
              <a:ext cx="1125507" cy="11010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304"/>
                  </a:moveTo>
                  <a:lnTo>
                    <a:pt x="21506" y="1440"/>
                  </a:lnTo>
                  <a:lnTo>
                    <a:pt x="21318" y="768"/>
                  </a:lnTo>
                  <a:lnTo>
                    <a:pt x="21224" y="288"/>
                  </a:lnTo>
                  <a:lnTo>
                    <a:pt x="21130" y="0"/>
                  </a:lnTo>
                  <a:lnTo>
                    <a:pt x="20003" y="672"/>
                  </a:lnTo>
                  <a:lnTo>
                    <a:pt x="18783" y="1344"/>
                  </a:lnTo>
                  <a:lnTo>
                    <a:pt x="17562" y="1920"/>
                  </a:lnTo>
                  <a:lnTo>
                    <a:pt x="16247" y="2400"/>
                  </a:lnTo>
                  <a:lnTo>
                    <a:pt x="14932" y="2784"/>
                  </a:lnTo>
                  <a:lnTo>
                    <a:pt x="13617" y="3072"/>
                  </a:lnTo>
                  <a:lnTo>
                    <a:pt x="12303" y="3264"/>
                  </a:lnTo>
                  <a:lnTo>
                    <a:pt x="10894" y="3360"/>
                  </a:lnTo>
                  <a:lnTo>
                    <a:pt x="9485" y="3264"/>
                  </a:lnTo>
                  <a:lnTo>
                    <a:pt x="8077" y="3072"/>
                  </a:lnTo>
                  <a:lnTo>
                    <a:pt x="6762" y="2784"/>
                  </a:lnTo>
                  <a:lnTo>
                    <a:pt x="5447" y="2400"/>
                  </a:lnTo>
                  <a:lnTo>
                    <a:pt x="4132" y="1920"/>
                  </a:lnTo>
                  <a:lnTo>
                    <a:pt x="3005" y="1344"/>
                  </a:lnTo>
                  <a:lnTo>
                    <a:pt x="1878" y="672"/>
                  </a:lnTo>
                  <a:lnTo>
                    <a:pt x="845" y="0"/>
                  </a:lnTo>
                  <a:lnTo>
                    <a:pt x="657" y="288"/>
                  </a:lnTo>
                  <a:lnTo>
                    <a:pt x="563" y="768"/>
                  </a:lnTo>
                  <a:lnTo>
                    <a:pt x="470" y="2304"/>
                  </a:lnTo>
                  <a:lnTo>
                    <a:pt x="470" y="3648"/>
                  </a:lnTo>
                  <a:lnTo>
                    <a:pt x="282" y="4416"/>
                  </a:lnTo>
                  <a:lnTo>
                    <a:pt x="0" y="5280"/>
                  </a:lnTo>
                  <a:lnTo>
                    <a:pt x="7889" y="21312"/>
                  </a:lnTo>
                  <a:lnTo>
                    <a:pt x="9203" y="21408"/>
                  </a:lnTo>
                  <a:lnTo>
                    <a:pt x="10518" y="21600"/>
                  </a:lnTo>
                  <a:lnTo>
                    <a:pt x="11927" y="21600"/>
                  </a:lnTo>
                  <a:lnTo>
                    <a:pt x="12772" y="21504"/>
                  </a:lnTo>
                  <a:lnTo>
                    <a:pt x="13617" y="21312"/>
                  </a:lnTo>
                  <a:lnTo>
                    <a:pt x="21600" y="5280"/>
                  </a:lnTo>
                  <a:lnTo>
                    <a:pt x="21600" y="2304"/>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6" name="Shape 2666"/>
            <p:cNvSpPr/>
            <p:nvPr/>
          </p:nvSpPr>
          <p:spPr>
            <a:xfrm>
              <a:off x="0" y="3288439"/>
              <a:ext cx="3699494" cy="22069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86" y="479"/>
                  </a:moveTo>
                  <a:lnTo>
                    <a:pt x="17629" y="479"/>
                  </a:lnTo>
                  <a:lnTo>
                    <a:pt x="17429" y="431"/>
                  </a:lnTo>
                  <a:lnTo>
                    <a:pt x="17000" y="335"/>
                  </a:lnTo>
                  <a:lnTo>
                    <a:pt x="16314" y="0"/>
                  </a:lnTo>
                  <a:lnTo>
                    <a:pt x="16029" y="958"/>
                  </a:lnTo>
                  <a:lnTo>
                    <a:pt x="15743" y="1628"/>
                  </a:lnTo>
                  <a:lnTo>
                    <a:pt x="15343" y="2395"/>
                  </a:lnTo>
                  <a:lnTo>
                    <a:pt x="15114" y="2778"/>
                  </a:lnTo>
                  <a:lnTo>
                    <a:pt x="14829" y="3161"/>
                  </a:lnTo>
                  <a:lnTo>
                    <a:pt x="14543" y="3496"/>
                  </a:lnTo>
                  <a:lnTo>
                    <a:pt x="13857" y="4167"/>
                  </a:lnTo>
                  <a:lnTo>
                    <a:pt x="13457" y="4406"/>
                  </a:lnTo>
                  <a:lnTo>
                    <a:pt x="13000" y="4646"/>
                  </a:lnTo>
                  <a:lnTo>
                    <a:pt x="12543" y="4789"/>
                  </a:lnTo>
                  <a:lnTo>
                    <a:pt x="11486" y="5125"/>
                  </a:lnTo>
                  <a:lnTo>
                    <a:pt x="10314" y="5125"/>
                  </a:lnTo>
                  <a:lnTo>
                    <a:pt x="9257" y="4789"/>
                  </a:lnTo>
                  <a:lnTo>
                    <a:pt x="8771" y="4646"/>
                  </a:lnTo>
                  <a:lnTo>
                    <a:pt x="8343" y="4406"/>
                  </a:lnTo>
                  <a:lnTo>
                    <a:pt x="7943" y="4167"/>
                  </a:lnTo>
                  <a:lnTo>
                    <a:pt x="7571" y="3831"/>
                  </a:lnTo>
                  <a:lnTo>
                    <a:pt x="7229" y="3496"/>
                  </a:lnTo>
                  <a:lnTo>
                    <a:pt x="6943" y="3161"/>
                  </a:lnTo>
                  <a:lnTo>
                    <a:pt x="6657" y="2778"/>
                  </a:lnTo>
                  <a:lnTo>
                    <a:pt x="6429" y="2395"/>
                  </a:lnTo>
                  <a:lnTo>
                    <a:pt x="6029" y="1628"/>
                  </a:lnTo>
                  <a:lnTo>
                    <a:pt x="5743" y="958"/>
                  </a:lnTo>
                  <a:lnTo>
                    <a:pt x="5543" y="383"/>
                  </a:lnTo>
                  <a:lnTo>
                    <a:pt x="5429" y="0"/>
                  </a:lnTo>
                  <a:lnTo>
                    <a:pt x="4657" y="335"/>
                  </a:lnTo>
                  <a:lnTo>
                    <a:pt x="4229" y="431"/>
                  </a:lnTo>
                  <a:lnTo>
                    <a:pt x="3857" y="479"/>
                  </a:lnTo>
                  <a:lnTo>
                    <a:pt x="3457" y="527"/>
                  </a:lnTo>
                  <a:lnTo>
                    <a:pt x="3057" y="718"/>
                  </a:lnTo>
                  <a:lnTo>
                    <a:pt x="2686" y="910"/>
                  </a:lnTo>
                  <a:lnTo>
                    <a:pt x="2343" y="1245"/>
                  </a:lnTo>
                  <a:lnTo>
                    <a:pt x="2000" y="1676"/>
                  </a:lnTo>
                  <a:lnTo>
                    <a:pt x="1657" y="2155"/>
                  </a:lnTo>
                  <a:lnTo>
                    <a:pt x="1371" y="2682"/>
                  </a:lnTo>
                  <a:lnTo>
                    <a:pt x="1086" y="3305"/>
                  </a:lnTo>
                  <a:lnTo>
                    <a:pt x="629" y="4741"/>
                  </a:lnTo>
                  <a:lnTo>
                    <a:pt x="429" y="5556"/>
                  </a:lnTo>
                  <a:lnTo>
                    <a:pt x="143" y="7280"/>
                  </a:lnTo>
                  <a:lnTo>
                    <a:pt x="57" y="8238"/>
                  </a:lnTo>
                  <a:lnTo>
                    <a:pt x="0" y="9196"/>
                  </a:lnTo>
                  <a:lnTo>
                    <a:pt x="0" y="17098"/>
                  </a:lnTo>
                  <a:lnTo>
                    <a:pt x="171" y="17960"/>
                  </a:lnTo>
                  <a:lnTo>
                    <a:pt x="314" y="18295"/>
                  </a:lnTo>
                  <a:lnTo>
                    <a:pt x="514" y="18678"/>
                  </a:lnTo>
                  <a:lnTo>
                    <a:pt x="714" y="19014"/>
                  </a:lnTo>
                  <a:lnTo>
                    <a:pt x="1229" y="19588"/>
                  </a:lnTo>
                  <a:lnTo>
                    <a:pt x="1857" y="20067"/>
                  </a:lnTo>
                  <a:lnTo>
                    <a:pt x="2200" y="20259"/>
                  </a:lnTo>
                  <a:lnTo>
                    <a:pt x="2571" y="20451"/>
                  </a:lnTo>
                  <a:lnTo>
                    <a:pt x="3371" y="20786"/>
                  </a:lnTo>
                  <a:lnTo>
                    <a:pt x="4229" y="21025"/>
                  </a:lnTo>
                  <a:lnTo>
                    <a:pt x="5114" y="21217"/>
                  </a:lnTo>
                  <a:lnTo>
                    <a:pt x="6000" y="21361"/>
                  </a:lnTo>
                  <a:lnTo>
                    <a:pt x="6914" y="21456"/>
                  </a:lnTo>
                  <a:lnTo>
                    <a:pt x="7800" y="21552"/>
                  </a:lnTo>
                  <a:lnTo>
                    <a:pt x="9457" y="21600"/>
                  </a:lnTo>
                  <a:lnTo>
                    <a:pt x="12229" y="21600"/>
                  </a:lnTo>
                  <a:lnTo>
                    <a:pt x="13886" y="21552"/>
                  </a:lnTo>
                  <a:lnTo>
                    <a:pt x="15657" y="21361"/>
                  </a:lnTo>
                  <a:lnTo>
                    <a:pt x="16543" y="21217"/>
                  </a:lnTo>
                  <a:lnTo>
                    <a:pt x="17429" y="21025"/>
                  </a:lnTo>
                  <a:lnTo>
                    <a:pt x="18257" y="20786"/>
                  </a:lnTo>
                  <a:lnTo>
                    <a:pt x="19057" y="20451"/>
                  </a:lnTo>
                  <a:lnTo>
                    <a:pt x="19743" y="20067"/>
                  </a:lnTo>
                  <a:lnTo>
                    <a:pt x="20086" y="19828"/>
                  </a:lnTo>
                  <a:lnTo>
                    <a:pt x="20371" y="19588"/>
                  </a:lnTo>
                  <a:lnTo>
                    <a:pt x="20886" y="19014"/>
                  </a:lnTo>
                  <a:lnTo>
                    <a:pt x="21086" y="18678"/>
                  </a:lnTo>
                  <a:lnTo>
                    <a:pt x="21257" y="18295"/>
                  </a:lnTo>
                  <a:lnTo>
                    <a:pt x="21400" y="17960"/>
                  </a:lnTo>
                  <a:lnTo>
                    <a:pt x="21514" y="17529"/>
                  </a:lnTo>
                  <a:lnTo>
                    <a:pt x="21571" y="17098"/>
                  </a:lnTo>
                  <a:lnTo>
                    <a:pt x="21600" y="16619"/>
                  </a:lnTo>
                  <a:lnTo>
                    <a:pt x="21600" y="10201"/>
                  </a:lnTo>
                  <a:lnTo>
                    <a:pt x="21571" y="9196"/>
                  </a:lnTo>
                  <a:lnTo>
                    <a:pt x="21514" y="8238"/>
                  </a:lnTo>
                  <a:lnTo>
                    <a:pt x="21429" y="7280"/>
                  </a:lnTo>
                  <a:lnTo>
                    <a:pt x="21143" y="5556"/>
                  </a:lnTo>
                  <a:lnTo>
                    <a:pt x="20943" y="4741"/>
                  </a:lnTo>
                  <a:lnTo>
                    <a:pt x="20743" y="4023"/>
                  </a:lnTo>
                  <a:lnTo>
                    <a:pt x="20486" y="3305"/>
                  </a:lnTo>
                  <a:lnTo>
                    <a:pt x="20229" y="2682"/>
                  </a:lnTo>
                  <a:lnTo>
                    <a:pt x="19943" y="2155"/>
                  </a:lnTo>
                  <a:lnTo>
                    <a:pt x="19629" y="1676"/>
                  </a:lnTo>
                  <a:lnTo>
                    <a:pt x="19314" y="1245"/>
                  </a:lnTo>
                  <a:lnTo>
                    <a:pt x="18971" y="910"/>
                  </a:lnTo>
                  <a:lnTo>
                    <a:pt x="18629" y="718"/>
                  </a:lnTo>
                  <a:lnTo>
                    <a:pt x="18257" y="527"/>
                  </a:lnTo>
                  <a:lnTo>
                    <a:pt x="17886" y="479"/>
                  </a:lnTo>
                  <a:close/>
                  <a:moveTo>
                    <a:pt x="10829" y="18726"/>
                  </a:moveTo>
                  <a:lnTo>
                    <a:pt x="10629" y="18678"/>
                  </a:lnTo>
                  <a:lnTo>
                    <a:pt x="10457" y="18631"/>
                  </a:lnTo>
                  <a:lnTo>
                    <a:pt x="10286" y="18487"/>
                  </a:lnTo>
                  <a:lnTo>
                    <a:pt x="10143" y="18343"/>
                  </a:lnTo>
                  <a:lnTo>
                    <a:pt x="10029" y="18152"/>
                  </a:lnTo>
                  <a:lnTo>
                    <a:pt x="9943" y="17912"/>
                  </a:lnTo>
                  <a:lnTo>
                    <a:pt x="9886" y="17625"/>
                  </a:lnTo>
                  <a:lnTo>
                    <a:pt x="9857" y="17290"/>
                  </a:lnTo>
                  <a:lnTo>
                    <a:pt x="9886" y="17050"/>
                  </a:lnTo>
                  <a:lnTo>
                    <a:pt x="9943" y="16763"/>
                  </a:lnTo>
                  <a:lnTo>
                    <a:pt x="10029" y="16523"/>
                  </a:lnTo>
                  <a:lnTo>
                    <a:pt x="10143" y="16236"/>
                  </a:lnTo>
                  <a:lnTo>
                    <a:pt x="10286" y="16044"/>
                  </a:lnTo>
                  <a:lnTo>
                    <a:pt x="10457" y="15853"/>
                  </a:lnTo>
                  <a:lnTo>
                    <a:pt x="10629" y="15757"/>
                  </a:lnTo>
                  <a:lnTo>
                    <a:pt x="10829" y="15709"/>
                  </a:lnTo>
                  <a:lnTo>
                    <a:pt x="11057" y="15757"/>
                  </a:lnTo>
                  <a:lnTo>
                    <a:pt x="11229" y="15853"/>
                  </a:lnTo>
                  <a:lnTo>
                    <a:pt x="11371" y="16044"/>
                  </a:lnTo>
                  <a:lnTo>
                    <a:pt x="11486" y="16236"/>
                  </a:lnTo>
                  <a:lnTo>
                    <a:pt x="11571" y="16523"/>
                  </a:lnTo>
                  <a:lnTo>
                    <a:pt x="11629" y="16763"/>
                  </a:lnTo>
                  <a:lnTo>
                    <a:pt x="11657" y="17050"/>
                  </a:lnTo>
                  <a:lnTo>
                    <a:pt x="11657" y="17625"/>
                  </a:lnTo>
                  <a:lnTo>
                    <a:pt x="11629" y="17912"/>
                  </a:lnTo>
                  <a:lnTo>
                    <a:pt x="11571" y="18152"/>
                  </a:lnTo>
                  <a:lnTo>
                    <a:pt x="11486" y="18343"/>
                  </a:lnTo>
                  <a:lnTo>
                    <a:pt x="11371" y="18487"/>
                  </a:lnTo>
                  <a:lnTo>
                    <a:pt x="11229" y="18631"/>
                  </a:lnTo>
                  <a:lnTo>
                    <a:pt x="11057" y="18678"/>
                  </a:lnTo>
                  <a:lnTo>
                    <a:pt x="10829" y="18726"/>
                  </a:lnTo>
                  <a:close/>
                  <a:moveTo>
                    <a:pt x="10829" y="14416"/>
                  </a:moveTo>
                  <a:lnTo>
                    <a:pt x="10629" y="14368"/>
                  </a:lnTo>
                  <a:lnTo>
                    <a:pt x="10457" y="14272"/>
                  </a:lnTo>
                  <a:lnTo>
                    <a:pt x="10286" y="14129"/>
                  </a:lnTo>
                  <a:lnTo>
                    <a:pt x="10143" y="13937"/>
                  </a:lnTo>
                  <a:lnTo>
                    <a:pt x="10029" y="13698"/>
                  </a:lnTo>
                  <a:lnTo>
                    <a:pt x="9943" y="13410"/>
                  </a:lnTo>
                  <a:lnTo>
                    <a:pt x="9886" y="13123"/>
                  </a:lnTo>
                  <a:lnTo>
                    <a:pt x="9857" y="12835"/>
                  </a:lnTo>
                  <a:lnTo>
                    <a:pt x="9886" y="12404"/>
                  </a:lnTo>
                  <a:lnTo>
                    <a:pt x="9943" y="12069"/>
                  </a:lnTo>
                  <a:lnTo>
                    <a:pt x="10029" y="11782"/>
                  </a:lnTo>
                  <a:lnTo>
                    <a:pt x="10143" y="11494"/>
                  </a:lnTo>
                  <a:lnTo>
                    <a:pt x="10286" y="11351"/>
                  </a:lnTo>
                  <a:lnTo>
                    <a:pt x="10457" y="11207"/>
                  </a:lnTo>
                  <a:lnTo>
                    <a:pt x="10629" y="11111"/>
                  </a:lnTo>
                  <a:lnTo>
                    <a:pt x="11057" y="11111"/>
                  </a:lnTo>
                  <a:lnTo>
                    <a:pt x="11229" y="11207"/>
                  </a:lnTo>
                  <a:lnTo>
                    <a:pt x="11371" y="11351"/>
                  </a:lnTo>
                  <a:lnTo>
                    <a:pt x="11486" y="11494"/>
                  </a:lnTo>
                  <a:lnTo>
                    <a:pt x="11571" y="11782"/>
                  </a:lnTo>
                  <a:lnTo>
                    <a:pt x="11629" y="12069"/>
                  </a:lnTo>
                  <a:lnTo>
                    <a:pt x="11657" y="12404"/>
                  </a:lnTo>
                  <a:lnTo>
                    <a:pt x="11657" y="13123"/>
                  </a:lnTo>
                  <a:lnTo>
                    <a:pt x="11629" y="13410"/>
                  </a:lnTo>
                  <a:lnTo>
                    <a:pt x="11571" y="13698"/>
                  </a:lnTo>
                  <a:lnTo>
                    <a:pt x="11486" y="13937"/>
                  </a:lnTo>
                  <a:lnTo>
                    <a:pt x="11371" y="14129"/>
                  </a:lnTo>
                  <a:lnTo>
                    <a:pt x="11229" y="14272"/>
                  </a:lnTo>
                  <a:lnTo>
                    <a:pt x="11057" y="14368"/>
                  </a:lnTo>
                  <a:lnTo>
                    <a:pt x="10829" y="14416"/>
                  </a:lnTo>
                  <a:close/>
                  <a:moveTo>
                    <a:pt x="10829" y="9770"/>
                  </a:moveTo>
                  <a:lnTo>
                    <a:pt x="10629" y="9722"/>
                  </a:lnTo>
                  <a:lnTo>
                    <a:pt x="10286" y="9531"/>
                  </a:lnTo>
                  <a:lnTo>
                    <a:pt x="10143" y="9339"/>
                  </a:lnTo>
                  <a:lnTo>
                    <a:pt x="10029" y="9100"/>
                  </a:lnTo>
                  <a:lnTo>
                    <a:pt x="9943" y="8812"/>
                  </a:lnTo>
                  <a:lnTo>
                    <a:pt x="9886" y="8477"/>
                  </a:lnTo>
                  <a:lnTo>
                    <a:pt x="9857" y="8094"/>
                  </a:lnTo>
                  <a:lnTo>
                    <a:pt x="9886" y="7807"/>
                  </a:lnTo>
                  <a:lnTo>
                    <a:pt x="9943" y="7567"/>
                  </a:lnTo>
                  <a:lnTo>
                    <a:pt x="10029" y="7280"/>
                  </a:lnTo>
                  <a:lnTo>
                    <a:pt x="10143" y="7088"/>
                  </a:lnTo>
                  <a:lnTo>
                    <a:pt x="10286" y="6897"/>
                  </a:lnTo>
                  <a:lnTo>
                    <a:pt x="10457" y="6753"/>
                  </a:lnTo>
                  <a:lnTo>
                    <a:pt x="10629" y="6657"/>
                  </a:lnTo>
                  <a:lnTo>
                    <a:pt x="10829" y="6609"/>
                  </a:lnTo>
                  <a:lnTo>
                    <a:pt x="11057" y="6657"/>
                  </a:lnTo>
                  <a:lnTo>
                    <a:pt x="11229" y="6753"/>
                  </a:lnTo>
                  <a:lnTo>
                    <a:pt x="11371" y="6897"/>
                  </a:lnTo>
                  <a:lnTo>
                    <a:pt x="11486" y="7088"/>
                  </a:lnTo>
                  <a:lnTo>
                    <a:pt x="11571" y="7280"/>
                  </a:lnTo>
                  <a:lnTo>
                    <a:pt x="11629" y="7567"/>
                  </a:lnTo>
                  <a:lnTo>
                    <a:pt x="11657" y="7807"/>
                  </a:lnTo>
                  <a:lnTo>
                    <a:pt x="11657" y="8477"/>
                  </a:lnTo>
                  <a:lnTo>
                    <a:pt x="11629" y="8812"/>
                  </a:lnTo>
                  <a:lnTo>
                    <a:pt x="11571" y="9100"/>
                  </a:lnTo>
                  <a:lnTo>
                    <a:pt x="11486" y="9339"/>
                  </a:lnTo>
                  <a:lnTo>
                    <a:pt x="11371" y="9531"/>
                  </a:lnTo>
                  <a:lnTo>
                    <a:pt x="11229" y="9627"/>
                  </a:lnTo>
                  <a:lnTo>
                    <a:pt x="11057" y="9722"/>
                  </a:lnTo>
                  <a:lnTo>
                    <a:pt x="10829" y="977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7" name="Shape 2667"/>
            <p:cNvSpPr/>
            <p:nvPr/>
          </p:nvSpPr>
          <p:spPr>
            <a:xfrm>
              <a:off x="1766557" y="4042040"/>
              <a:ext cx="166380" cy="1565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0"/>
                  </a:moveTo>
                  <a:lnTo>
                    <a:pt x="7624" y="675"/>
                  </a:lnTo>
                  <a:lnTo>
                    <a:pt x="3812" y="3375"/>
                  </a:lnTo>
                  <a:lnTo>
                    <a:pt x="1271" y="6750"/>
                  </a:lnTo>
                  <a:lnTo>
                    <a:pt x="0" y="8100"/>
                  </a:lnTo>
                  <a:lnTo>
                    <a:pt x="0" y="12825"/>
                  </a:lnTo>
                  <a:lnTo>
                    <a:pt x="2541" y="16875"/>
                  </a:lnTo>
                  <a:lnTo>
                    <a:pt x="3812" y="18225"/>
                  </a:lnTo>
                  <a:lnTo>
                    <a:pt x="7624" y="20925"/>
                  </a:lnTo>
                  <a:lnTo>
                    <a:pt x="11435" y="21600"/>
                  </a:lnTo>
                  <a:lnTo>
                    <a:pt x="13341" y="21600"/>
                  </a:lnTo>
                  <a:lnTo>
                    <a:pt x="15882" y="20925"/>
                  </a:lnTo>
                  <a:lnTo>
                    <a:pt x="19694" y="16875"/>
                  </a:lnTo>
                  <a:lnTo>
                    <a:pt x="20965" y="14850"/>
                  </a:lnTo>
                  <a:lnTo>
                    <a:pt x="21600" y="10125"/>
                  </a:lnTo>
                  <a:lnTo>
                    <a:pt x="20965" y="6750"/>
                  </a:lnTo>
                  <a:lnTo>
                    <a:pt x="18424" y="3375"/>
                  </a:lnTo>
                  <a:lnTo>
                    <a:pt x="15882" y="675"/>
                  </a:lnTo>
                  <a:lnTo>
                    <a:pt x="13341" y="0"/>
                  </a:lnTo>
                  <a:lnTo>
                    <a:pt x="11435" y="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8" name="Shape 2668"/>
            <p:cNvSpPr/>
            <p:nvPr/>
          </p:nvSpPr>
          <p:spPr>
            <a:xfrm>
              <a:off x="1766557" y="4986487"/>
              <a:ext cx="166380" cy="1614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0"/>
                  </a:moveTo>
                  <a:lnTo>
                    <a:pt x="7624" y="655"/>
                  </a:lnTo>
                  <a:lnTo>
                    <a:pt x="3812" y="2618"/>
                  </a:lnTo>
                  <a:lnTo>
                    <a:pt x="1271" y="5236"/>
                  </a:lnTo>
                  <a:lnTo>
                    <a:pt x="0" y="7200"/>
                  </a:lnTo>
                  <a:lnTo>
                    <a:pt x="0" y="11782"/>
                  </a:lnTo>
                  <a:lnTo>
                    <a:pt x="1271" y="14400"/>
                  </a:lnTo>
                  <a:lnTo>
                    <a:pt x="3812" y="18327"/>
                  </a:lnTo>
                  <a:lnTo>
                    <a:pt x="7624" y="20945"/>
                  </a:lnTo>
                  <a:lnTo>
                    <a:pt x="11435" y="21600"/>
                  </a:lnTo>
                  <a:lnTo>
                    <a:pt x="13341" y="21600"/>
                  </a:lnTo>
                  <a:lnTo>
                    <a:pt x="15882" y="20945"/>
                  </a:lnTo>
                  <a:lnTo>
                    <a:pt x="18424" y="18327"/>
                  </a:lnTo>
                  <a:lnTo>
                    <a:pt x="20965" y="14400"/>
                  </a:lnTo>
                  <a:lnTo>
                    <a:pt x="21600" y="9164"/>
                  </a:lnTo>
                  <a:lnTo>
                    <a:pt x="20965" y="5236"/>
                  </a:lnTo>
                  <a:lnTo>
                    <a:pt x="18424" y="2618"/>
                  </a:lnTo>
                  <a:lnTo>
                    <a:pt x="15882" y="655"/>
                  </a:lnTo>
                  <a:lnTo>
                    <a:pt x="11435" y="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2669" name="Shape 2669"/>
            <p:cNvSpPr/>
            <p:nvPr/>
          </p:nvSpPr>
          <p:spPr>
            <a:xfrm>
              <a:off x="1766557" y="4511818"/>
              <a:ext cx="166380" cy="1663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0"/>
                  </a:moveTo>
                  <a:lnTo>
                    <a:pt x="9529" y="0"/>
                  </a:lnTo>
                  <a:lnTo>
                    <a:pt x="7624" y="635"/>
                  </a:lnTo>
                  <a:lnTo>
                    <a:pt x="3812" y="3812"/>
                  </a:lnTo>
                  <a:lnTo>
                    <a:pt x="0" y="9529"/>
                  </a:lnTo>
                  <a:lnTo>
                    <a:pt x="0" y="13976"/>
                  </a:lnTo>
                  <a:lnTo>
                    <a:pt x="1271" y="16518"/>
                  </a:lnTo>
                  <a:lnTo>
                    <a:pt x="2541" y="17788"/>
                  </a:lnTo>
                  <a:lnTo>
                    <a:pt x="3812" y="19694"/>
                  </a:lnTo>
                  <a:lnTo>
                    <a:pt x="7624" y="20965"/>
                  </a:lnTo>
                  <a:lnTo>
                    <a:pt x="11435" y="21600"/>
                  </a:lnTo>
                  <a:lnTo>
                    <a:pt x="15882" y="20965"/>
                  </a:lnTo>
                  <a:lnTo>
                    <a:pt x="18424" y="19694"/>
                  </a:lnTo>
                  <a:lnTo>
                    <a:pt x="19694" y="17788"/>
                  </a:lnTo>
                  <a:lnTo>
                    <a:pt x="20965" y="16518"/>
                  </a:lnTo>
                  <a:lnTo>
                    <a:pt x="20965" y="13976"/>
                  </a:lnTo>
                  <a:lnTo>
                    <a:pt x="21600" y="11435"/>
                  </a:lnTo>
                  <a:lnTo>
                    <a:pt x="20965" y="7624"/>
                  </a:lnTo>
                  <a:lnTo>
                    <a:pt x="17153" y="1906"/>
                  </a:lnTo>
                  <a:lnTo>
                    <a:pt x="15882" y="635"/>
                  </a:lnTo>
                  <a:lnTo>
                    <a:pt x="13341" y="0"/>
                  </a:lnTo>
                  <a:lnTo>
                    <a:pt x="11435" y="0"/>
                  </a:lnTo>
                  <a:close/>
                </a:path>
              </a:pathLst>
            </a:custGeom>
            <a:solidFill>
              <a:srgbClr val="029FD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2671" name="Shape 2671"/>
          <p:cNvSpPr/>
          <p:nvPr/>
        </p:nvSpPr>
        <p:spPr>
          <a:xfrm>
            <a:off x="3259296" y="4161142"/>
            <a:ext cx="4489152" cy="3007733"/>
          </a:xfrm>
          <a:prstGeom prst="wedgeEllipseCallout">
            <a:avLst>
              <a:gd name="adj1" fmla="val 22476"/>
              <a:gd name="adj2" fmla="val 69461"/>
            </a:avLst>
          </a:prstGeom>
          <a:solidFill>
            <a:srgbClr val="144973"/>
          </a:solidFill>
          <a:ln w="38100">
            <a:solidFill>
              <a:srgbClr val="F8F4E9"/>
            </a:solidFill>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672" name="Shape 2672"/>
          <p:cNvSpPr/>
          <p:nvPr/>
        </p:nvSpPr>
        <p:spPr>
          <a:xfrm>
            <a:off x="5986612" y="2253177"/>
            <a:ext cx="5293712" cy="3546788"/>
          </a:xfrm>
          <a:prstGeom prst="wedgeEllipseCallout">
            <a:avLst>
              <a:gd name="adj1" fmla="val 19086"/>
              <a:gd name="adj2" fmla="val 71148"/>
            </a:avLst>
          </a:prstGeom>
          <a:solidFill>
            <a:srgbClr val="397ECA"/>
          </a:solidFill>
          <a:ln w="38100">
            <a:solidFill>
              <a:srgbClr val="F8F4E9"/>
            </a:solidFill>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673" name="Shape 2673"/>
          <p:cNvSpPr/>
          <p:nvPr/>
        </p:nvSpPr>
        <p:spPr>
          <a:xfrm>
            <a:off x="9518485" y="1262982"/>
            <a:ext cx="6226948" cy="4172055"/>
          </a:xfrm>
          <a:prstGeom prst="wedgeEllipseCallout">
            <a:avLst>
              <a:gd name="adj1" fmla="val -11656"/>
              <a:gd name="adj2" fmla="val 73299"/>
            </a:avLst>
          </a:prstGeom>
          <a:solidFill>
            <a:srgbClr val="029FDC"/>
          </a:solidFill>
          <a:ln w="38100">
            <a:solidFill>
              <a:srgbClr val="F8F4E9"/>
            </a:solidFill>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674" name="Shape 2674"/>
          <p:cNvSpPr/>
          <p:nvPr/>
        </p:nvSpPr>
        <p:spPr>
          <a:xfrm>
            <a:off x="13830788" y="2527594"/>
            <a:ext cx="5103115" cy="3419088"/>
          </a:xfrm>
          <a:prstGeom prst="wedgeEllipseCallout">
            <a:avLst>
              <a:gd name="adj1" fmla="val -21034"/>
              <a:gd name="adj2" fmla="val 69800"/>
            </a:avLst>
          </a:prstGeom>
          <a:solidFill>
            <a:srgbClr val="66B3E0"/>
          </a:solidFill>
          <a:ln w="38100">
            <a:solidFill>
              <a:srgbClr val="F8F4E9"/>
            </a:solidFill>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675" name="Shape 2675"/>
          <p:cNvSpPr/>
          <p:nvPr/>
        </p:nvSpPr>
        <p:spPr>
          <a:xfrm>
            <a:off x="17295872" y="3837340"/>
            <a:ext cx="4261638" cy="2855298"/>
          </a:xfrm>
          <a:prstGeom prst="wedgeEllipseCallout">
            <a:avLst>
              <a:gd name="adj1" fmla="val -32264"/>
              <a:gd name="adj2" fmla="val 66657"/>
            </a:avLst>
          </a:prstGeom>
          <a:solidFill>
            <a:srgbClr val="397ECA"/>
          </a:solidFill>
          <a:ln w="38100">
            <a:solidFill>
              <a:srgbClr val="F8F4E9"/>
            </a:solidFill>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2676" name="Shape 2676"/>
          <p:cNvSpPr/>
          <p:nvPr/>
        </p:nvSpPr>
        <p:spPr>
          <a:xfrm>
            <a:off x="15554456" y="3858252"/>
            <a:ext cx="1655682" cy="731811"/>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677" name="Shape 2677"/>
          <p:cNvSpPr/>
          <p:nvPr/>
        </p:nvSpPr>
        <p:spPr>
          <a:xfrm>
            <a:off x="18851376" y="4906426"/>
            <a:ext cx="1655681" cy="731810"/>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678" name="Shape 2678"/>
          <p:cNvSpPr/>
          <p:nvPr/>
        </p:nvSpPr>
        <p:spPr>
          <a:xfrm>
            <a:off x="11727619" y="3036986"/>
            <a:ext cx="1655681" cy="731810"/>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679" name="Shape 2679"/>
          <p:cNvSpPr/>
          <p:nvPr/>
        </p:nvSpPr>
        <p:spPr>
          <a:xfrm>
            <a:off x="7472176" y="3484298"/>
            <a:ext cx="1655681" cy="731810"/>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680" name="Shape 2680"/>
          <p:cNvSpPr/>
          <p:nvPr/>
        </p:nvSpPr>
        <p:spPr>
          <a:xfrm>
            <a:off x="4675982" y="5367012"/>
            <a:ext cx="1655682" cy="731811"/>
          </a:xfrm>
          <a:prstGeom prst="rect">
            <a:avLst/>
          </a:prstGeom>
          <a:ln w="12700">
            <a:miter lim="400000"/>
          </a:ln>
          <a:extLst>
            <a:ext uri="{C572A759-6A51-4108-AA02-DFA0A04FC94B}">
              <ma14:wrappingTextBoxFlag xmlns:ma14="http://schemas.microsoft.com/office/mac/drawingml/2011/main" val="1"/>
            </a:ext>
          </a:extLst>
        </p:spPr>
        <p:txBody>
          <a:bodyPr tIns="91439" bIns="91439"/>
          <a:lstStyle>
            <a:lvl1pPr defTabSz="914400">
              <a:defRPr sz="2800">
                <a:solidFill>
                  <a:srgbClr val="FFFFFF"/>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2681" name="Shape 268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9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683" name="Shape 2683"/>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grpSp>
        <p:nvGrpSpPr>
          <p:cNvPr id="2772" name="Group 2772"/>
          <p:cNvGrpSpPr/>
          <p:nvPr/>
        </p:nvGrpSpPr>
        <p:grpSpPr>
          <a:xfrm>
            <a:off x="10341733" y="2927352"/>
            <a:ext cx="3906847" cy="9375777"/>
            <a:chOff x="0" y="0"/>
            <a:chExt cx="3906845" cy="9375776"/>
          </a:xfrm>
        </p:grpSpPr>
        <p:sp>
          <p:nvSpPr>
            <p:cNvPr id="2684" name="Shape 2684"/>
            <p:cNvSpPr/>
            <p:nvPr/>
          </p:nvSpPr>
          <p:spPr>
            <a:xfrm>
              <a:off x="2713045" y="1876424"/>
              <a:ext cx="15873" cy="50801"/>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2727" name="Group 2727"/>
            <p:cNvGrpSpPr/>
            <p:nvPr/>
          </p:nvGrpSpPr>
          <p:grpSpPr>
            <a:xfrm>
              <a:off x="2024071" y="260347"/>
              <a:ext cx="1825625" cy="9061451"/>
              <a:chOff x="0" y="0"/>
              <a:chExt cx="1825623" cy="9061449"/>
            </a:xfrm>
          </p:grpSpPr>
          <p:sp>
            <p:nvSpPr>
              <p:cNvPr id="2685" name="Shape 2685"/>
              <p:cNvSpPr/>
              <p:nvPr/>
            </p:nvSpPr>
            <p:spPr>
              <a:xfrm>
                <a:off x="111123" y="-1"/>
                <a:ext cx="127001" cy="2984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21600"/>
                    </a:moveTo>
                    <a:lnTo>
                      <a:pt x="0" y="689"/>
                    </a:lnTo>
                    <a:lnTo>
                      <a:pt x="2700" y="0"/>
                    </a:lnTo>
                    <a:lnTo>
                      <a:pt x="21600" y="21140"/>
                    </a:lnTo>
                    <a:lnTo>
                      <a:pt x="1890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86" name="Shape 2686"/>
              <p:cNvSpPr/>
              <p:nvPr/>
            </p:nvSpPr>
            <p:spPr>
              <a:xfrm>
                <a:off x="101599" y="292099"/>
                <a:ext cx="136525" cy="368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512" y="21600"/>
                    </a:moveTo>
                    <a:lnTo>
                      <a:pt x="0" y="21041"/>
                    </a:lnTo>
                    <a:lnTo>
                      <a:pt x="19088" y="0"/>
                    </a:lnTo>
                    <a:lnTo>
                      <a:pt x="21600" y="372"/>
                    </a:lnTo>
                    <a:lnTo>
                      <a:pt x="2512"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87" name="Shape 2687"/>
              <p:cNvSpPr/>
              <p:nvPr/>
            </p:nvSpPr>
            <p:spPr>
              <a:xfrm>
                <a:off x="222249" y="295275"/>
                <a:ext cx="76201" cy="209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100" y="21600"/>
                    </a:moveTo>
                    <a:lnTo>
                      <a:pt x="0" y="327"/>
                    </a:lnTo>
                    <a:lnTo>
                      <a:pt x="4500" y="0"/>
                    </a:lnTo>
                    <a:lnTo>
                      <a:pt x="21600" y="21273"/>
                    </a:lnTo>
                    <a:lnTo>
                      <a:pt x="1710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88" name="Shape 2688"/>
              <p:cNvSpPr/>
              <p:nvPr/>
            </p:nvSpPr>
            <p:spPr>
              <a:xfrm>
                <a:off x="76199" y="657225"/>
                <a:ext cx="41275" cy="4127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969" y="21600"/>
                    </a:moveTo>
                    <a:lnTo>
                      <a:pt x="0" y="21600"/>
                    </a:lnTo>
                    <a:lnTo>
                      <a:pt x="13292" y="0"/>
                    </a:lnTo>
                    <a:lnTo>
                      <a:pt x="21600" y="0"/>
                    </a:lnTo>
                    <a:lnTo>
                      <a:pt x="9969"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89" name="Shape 2689"/>
              <p:cNvSpPr/>
              <p:nvPr/>
            </p:nvSpPr>
            <p:spPr>
              <a:xfrm>
                <a:off x="73023" y="1069975"/>
                <a:ext cx="22225" cy="3937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429" y="21600"/>
                    </a:moveTo>
                    <a:lnTo>
                      <a:pt x="0" y="21600"/>
                    </a:lnTo>
                    <a:lnTo>
                      <a:pt x="3086" y="0"/>
                    </a:lnTo>
                    <a:lnTo>
                      <a:pt x="21600" y="0"/>
                    </a:lnTo>
                    <a:lnTo>
                      <a:pt x="15429"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0" name="Shape 2690"/>
              <p:cNvSpPr/>
              <p:nvPr/>
            </p:nvSpPr>
            <p:spPr>
              <a:xfrm>
                <a:off x="82549" y="1060449"/>
                <a:ext cx="339725" cy="2127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94" y="21600"/>
                    </a:moveTo>
                    <a:lnTo>
                      <a:pt x="0" y="1934"/>
                    </a:lnTo>
                    <a:lnTo>
                      <a:pt x="404" y="0"/>
                    </a:lnTo>
                    <a:lnTo>
                      <a:pt x="21600" y="19988"/>
                    </a:lnTo>
                    <a:lnTo>
                      <a:pt x="20994"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1" name="Shape 2691"/>
              <p:cNvSpPr/>
              <p:nvPr/>
            </p:nvSpPr>
            <p:spPr>
              <a:xfrm>
                <a:off x="76199" y="1454149"/>
                <a:ext cx="625475" cy="1682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90" y="21600"/>
                    </a:moveTo>
                    <a:lnTo>
                      <a:pt x="0" y="2038"/>
                    </a:lnTo>
                    <a:lnTo>
                      <a:pt x="219" y="0"/>
                    </a:lnTo>
                    <a:lnTo>
                      <a:pt x="21600" y="19562"/>
                    </a:lnTo>
                    <a:lnTo>
                      <a:pt x="2149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2" name="Shape 2692"/>
              <p:cNvSpPr/>
              <p:nvPr/>
            </p:nvSpPr>
            <p:spPr>
              <a:xfrm>
                <a:off x="209549" y="1606549"/>
                <a:ext cx="492125" cy="2571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9" y="21600"/>
                    </a:moveTo>
                    <a:lnTo>
                      <a:pt x="0" y="20267"/>
                    </a:lnTo>
                    <a:lnTo>
                      <a:pt x="21182" y="0"/>
                    </a:lnTo>
                    <a:lnTo>
                      <a:pt x="21600" y="1067"/>
                    </a:lnTo>
                    <a:lnTo>
                      <a:pt x="279"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3" name="Shape 2693"/>
              <p:cNvSpPr/>
              <p:nvPr/>
            </p:nvSpPr>
            <p:spPr>
              <a:xfrm>
                <a:off x="498473" y="1609725"/>
                <a:ext cx="206375" cy="4794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4" y="21600"/>
                    </a:moveTo>
                    <a:lnTo>
                      <a:pt x="0" y="21314"/>
                    </a:lnTo>
                    <a:lnTo>
                      <a:pt x="19938" y="0"/>
                    </a:lnTo>
                    <a:lnTo>
                      <a:pt x="21600" y="286"/>
                    </a:lnTo>
                    <a:lnTo>
                      <a:pt x="1994"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4" name="Shape 2694"/>
              <p:cNvSpPr/>
              <p:nvPr/>
            </p:nvSpPr>
            <p:spPr>
              <a:xfrm>
                <a:off x="727073" y="1679575"/>
                <a:ext cx="355601" cy="390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29" y="21600"/>
                    </a:moveTo>
                    <a:lnTo>
                      <a:pt x="0" y="527"/>
                    </a:lnTo>
                    <a:lnTo>
                      <a:pt x="579" y="0"/>
                    </a:lnTo>
                    <a:lnTo>
                      <a:pt x="21600" y="20898"/>
                    </a:lnTo>
                    <a:lnTo>
                      <a:pt x="20829"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5" name="Shape 2695"/>
              <p:cNvSpPr/>
              <p:nvPr/>
            </p:nvSpPr>
            <p:spPr>
              <a:xfrm>
                <a:off x="25399" y="2089150"/>
                <a:ext cx="269875" cy="546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4" y="21600"/>
                    </a:moveTo>
                    <a:lnTo>
                      <a:pt x="0" y="126"/>
                    </a:lnTo>
                    <a:lnTo>
                      <a:pt x="762" y="0"/>
                    </a:lnTo>
                    <a:lnTo>
                      <a:pt x="21600" y="21223"/>
                    </a:lnTo>
                    <a:lnTo>
                      <a:pt x="20584"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6" name="Shape 2696"/>
              <p:cNvSpPr/>
              <p:nvPr/>
            </p:nvSpPr>
            <p:spPr>
              <a:xfrm>
                <a:off x="282573" y="2082800"/>
                <a:ext cx="234951" cy="5524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9" y="21600"/>
                    </a:moveTo>
                    <a:lnTo>
                      <a:pt x="0" y="21228"/>
                    </a:lnTo>
                    <a:lnTo>
                      <a:pt x="19849" y="0"/>
                    </a:lnTo>
                    <a:lnTo>
                      <a:pt x="21600" y="248"/>
                    </a:lnTo>
                    <a:lnTo>
                      <a:pt x="1459"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7" name="Shape 2697"/>
              <p:cNvSpPr/>
              <p:nvPr/>
            </p:nvSpPr>
            <p:spPr>
              <a:xfrm>
                <a:off x="933449" y="2060575"/>
                <a:ext cx="149225" cy="4603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57" y="21600"/>
                    </a:moveTo>
                    <a:lnTo>
                      <a:pt x="0" y="21153"/>
                    </a:lnTo>
                    <a:lnTo>
                      <a:pt x="19302" y="0"/>
                    </a:lnTo>
                    <a:lnTo>
                      <a:pt x="21600" y="149"/>
                    </a:lnTo>
                    <a:lnTo>
                      <a:pt x="2757"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8" name="Shape 2698"/>
              <p:cNvSpPr/>
              <p:nvPr/>
            </p:nvSpPr>
            <p:spPr>
              <a:xfrm>
                <a:off x="933449" y="2511425"/>
                <a:ext cx="187325" cy="5873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03" y="21600"/>
                    </a:moveTo>
                    <a:lnTo>
                      <a:pt x="0" y="350"/>
                    </a:lnTo>
                    <a:lnTo>
                      <a:pt x="2197" y="0"/>
                    </a:lnTo>
                    <a:lnTo>
                      <a:pt x="21600" y="21250"/>
                    </a:lnTo>
                    <a:lnTo>
                      <a:pt x="19403"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699" name="Shape 2699"/>
              <p:cNvSpPr/>
              <p:nvPr/>
            </p:nvSpPr>
            <p:spPr>
              <a:xfrm>
                <a:off x="1044573" y="3092450"/>
                <a:ext cx="76201" cy="4381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21600"/>
                    </a:moveTo>
                    <a:lnTo>
                      <a:pt x="0" y="21443"/>
                    </a:lnTo>
                    <a:lnTo>
                      <a:pt x="16200" y="0"/>
                    </a:lnTo>
                    <a:lnTo>
                      <a:pt x="21600" y="0"/>
                    </a:lnTo>
                    <a:lnTo>
                      <a:pt x="540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0" name="Shape 2700"/>
              <p:cNvSpPr/>
              <p:nvPr/>
            </p:nvSpPr>
            <p:spPr>
              <a:xfrm>
                <a:off x="1101723" y="3089275"/>
                <a:ext cx="247651" cy="622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15" y="21600"/>
                    </a:moveTo>
                    <a:lnTo>
                      <a:pt x="0" y="331"/>
                    </a:lnTo>
                    <a:lnTo>
                      <a:pt x="1108" y="0"/>
                    </a:lnTo>
                    <a:lnTo>
                      <a:pt x="21600" y="21380"/>
                    </a:lnTo>
                    <a:lnTo>
                      <a:pt x="20215"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1" name="Shape 2701"/>
              <p:cNvSpPr/>
              <p:nvPr/>
            </p:nvSpPr>
            <p:spPr>
              <a:xfrm>
                <a:off x="1333499" y="4378326"/>
                <a:ext cx="133351" cy="2952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571" y="21600"/>
                    </a:moveTo>
                    <a:lnTo>
                      <a:pt x="0" y="21135"/>
                    </a:lnTo>
                    <a:lnTo>
                      <a:pt x="19029" y="0"/>
                    </a:lnTo>
                    <a:lnTo>
                      <a:pt x="21600" y="697"/>
                    </a:lnTo>
                    <a:lnTo>
                      <a:pt x="2571"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2" name="Shape 2702"/>
              <p:cNvSpPr/>
              <p:nvPr/>
            </p:nvSpPr>
            <p:spPr>
              <a:xfrm>
                <a:off x="1241423" y="4667250"/>
                <a:ext cx="107951" cy="2476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12" y="21600"/>
                    </a:moveTo>
                    <a:lnTo>
                      <a:pt x="0" y="21046"/>
                    </a:lnTo>
                    <a:lnTo>
                      <a:pt x="18424" y="0"/>
                    </a:lnTo>
                    <a:lnTo>
                      <a:pt x="21600" y="277"/>
                    </a:lnTo>
                    <a:lnTo>
                      <a:pt x="3812"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3" name="Shape 2703"/>
              <p:cNvSpPr/>
              <p:nvPr/>
            </p:nvSpPr>
            <p:spPr>
              <a:xfrm>
                <a:off x="1333499" y="4667250"/>
                <a:ext cx="98425" cy="3683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13" y="21600"/>
                    </a:moveTo>
                    <a:lnTo>
                      <a:pt x="0" y="186"/>
                    </a:lnTo>
                    <a:lnTo>
                      <a:pt x="3484" y="0"/>
                    </a:lnTo>
                    <a:lnTo>
                      <a:pt x="21600" y="21414"/>
                    </a:lnTo>
                    <a:lnTo>
                      <a:pt x="18813"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4" name="Shape 2704"/>
              <p:cNvSpPr/>
              <p:nvPr/>
            </p:nvSpPr>
            <p:spPr>
              <a:xfrm>
                <a:off x="1447799" y="4397376"/>
                <a:ext cx="377825" cy="263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55" y="21600"/>
                    </a:moveTo>
                    <a:lnTo>
                      <a:pt x="0" y="781"/>
                    </a:lnTo>
                    <a:lnTo>
                      <a:pt x="545" y="0"/>
                    </a:lnTo>
                    <a:lnTo>
                      <a:pt x="21600" y="20299"/>
                    </a:lnTo>
                    <a:lnTo>
                      <a:pt x="21055"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5" name="Shape 2705"/>
              <p:cNvSpPr/>
              <p:nvPr/>
            </p:nvSpPr>
            <p:spPr>
              <a:xfrm>
                <a:off x="1044573" y="3527426"/>
                <a:ext cx="266701" cy="498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14" y="21600"/>
                    </a:moveTo>
                    <a:lnTo>
                      <a:pt x="0" y="138"/>
                    </a:lnTo>
                    <a:lnTo>
                      <a:pt x="1543" y="0"/>
                    </a:lnTo>
                    <a:lnTo>
                      <a:pt x="21600" y="21325"/>
                    </a:lnTo>
                    <a:lnTo>
                      <a:pt x="20314"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6" name="Shape 2706"/>
              <p:cNvSpPr/>
              <p:nvPr/>
            </p:nvSpPr>
            <p:spPr>
              <a:xfrm>
                <a:off x="1295399" y="4019550"/>
                <a:ext cx="171451" cy="4064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00" y="21600"/>
                    </a:moveTo>
                    <a:lnTo>
                      <a:pt x="0" y="338"/>
                    </a:lnTo>
                    <a:lnTo>
                      <a:pt x="2000" y="0"/>
                    </a:lnTo>
                    <a:lnTo>
                      <a:pt x="21600" y="21262"/>
                    </a:lnTo>
                    <a:lnTo>
                      <a:pt x="1960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7" name="Shape 2707"/>
              <p:cNvSpPr/>
              <p:nvPr/>
            </p:nvSpPr>
            <p:spPr>
              <a:xfrm>
                <a:off x="1450973" y="4419600"/>
                <a:ext cx="136525" cy="6159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88" y="21600"/>
                    </a:moveTo>
                    <a:lnTo>
                      <a:pt x="0" y="223"/>
                    </a:lnTo>
                    <a:lnTo>
                      <a:pt x="2512" y="0"/>
                    </a:lnTo>
                    <a:lnTo>
                      <a:pt x="21600" y="21489"/>
                    </a:lnTo>
                    <a:lnTo>
                      <a:pt x="19088"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8" name="Shape 2708"/>
              <p:cNvSpPr/>
              <p:nvPr/>
            </p:nvSpPr>
            <p:spPr>
              <a:xfrm>
                <a:off x="1457323" y="4416426"/>
                <a:ext cx="311151" cy="498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18" y="21600"/>
                    </a:moveTo>
                    <a:lnTo>
                      <a:pt x="0" y="550"/>
                    </a:lnTo>
                    <a:lnTo>
                      <a:pt x="661" y="0"/>
                    </a:lnTo>
                    <a:lnTo>
                      <a:pt x="21600" y="21325"/>
                    </a:lnTo>
                    <a:lnTo>
                      <a:pt x="20718"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09" name="Shape 2709"/>
              <p:cNvSpPr/>
              <p:nvPr/>
            </p:nvSpPr>
            <p:spPr>
              <a:xfrm>
                <a:off x="279399" y="2597150"/>
                <a:ext cx="146051" cy="6921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52" y="21600"/>
                    </a:moveTo>
                    <a:lnTo>
                      <a:pt x="0" y="99"/>
                    </a:lnTo>
                    <a:lnTo>
                      <a:pt x="2348" y="0"/>
                    </a:lnTo>
                    <a:lnTo>
                      <a:pt x="21600" y="21501"/>
                    </a:lnTo>
                    <a:lnTo>
                      <a:pt x="19252"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0" name="Shape 2710"/>
              <p:cNvSpPr/>
              <p:nvPr/>
            </p:nvSpPr>
            <p:spPr>
              <a:xfrm>
                <a:off x="95249" y="3282950"/>
                <a:ext cx="330201" cy="412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23" y="21600"/>
                    </a:moveTo>
                    <a:lnTo>
                      <a:pt x="0" y="21102"/>
                    </a:lnTo>
                    <a:lnTo>
                      <a:pt x="20769" y="0"/>
                    </a:lnTo>
                    <a:lnTo>
                      <a:pt x="21600" y="498"/>
                    </a:lnTo>
                    <a:lnTo>
                      <a:pt x="623"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1" name="Shape 2711"/>
              <p:cNvSpPr/>
              <p:nvPr/>
            </p:nvSpPr>
            <p:spPr>
              <a:xfrm>
                <a:off x="409573" y="3286126"/>
                <a:ext cx="127001" cy="663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21600"/>
                    </a:moveTo>
                    <a:lnTo>
                      <a:pt x="0" y="103"/>
                    </a:lnTo>
                    <a:lnTo>
                      <a:pt x="2700" y="0"/>
                    </a:lnTo>
                    <a:lnTo>
                      <a:pt x="21600" y="21600"/>
                    </a:lnTo>
                    <a:lnTo>
                      <a:pt x="1890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2" name="Shape 2712"/>
              <p:cNvSpPr/>
              <p:nvPr/>
            </p:nvSpPr>
            <p:spPr>
              <a:xfrm>
                <a:off x="25399" y="3940176"/>
                <a:ext cx="508001" cy="2889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0" y="21600"/>
                    </a:moveTo>
                    <a:lnTo>
                      <a:pt x="0" y="20176"/>
                    </a:lnTo>
                    <a:lnTo>
                      <a:pt x="21195" y="0"/>
                    </a:lnTo>
                    <a:lnTo>
                      <a:pt x="21600" y="1187"/>
                    </a:lnTo>
                    <a:lnTo>
                      <a:pt x="27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3" name="Shape 2713"/>
              <p:cNvSpPr/>
              <p:nvPr/>
            </p:nvSpPr>
            <p:spPr>
              <a:xfrm>
                <a:off x="466723" y="3949700"/>
                <a:ext cx="69851" cy="5683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927" y="21600"/>
                    </a:moveTo>
                    <a:lnTo>
                      <a:pt x="0" y="21479"/>
                    </a:lnTo>
                    <a:lnTo>
                      <a:pt x="16691" y="0"/>
                    </a:lnTo>
                    <a:lnTo>
                      <a:pt x="21600" y="0"/>
                    </a:lnTo>
                    <a:lnTo>
                      <a:pt x="3927"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4" name="Shape 2714"/>
              <p:cNvSpPr/>
              <p:nvPr/>
            </p:nvSpPr>
            <p:spPr>
              <a:xfrm>
                <a:off x="69849" y="4511676"/>
                <a:ext cx="409575" cy="5270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37" y="21600"/>
                    </a:moveTo>
                    <a:lnTo>
                      <a:pt x="0" y="21080"/>
                    </a:lnTo>
                    <a:lnTo>
                      <a:pt x="20930" y="0"/>
                    </a:lnTo>
                    <a:lnTo>
                      <a:pt x="21600" y="520"/>
                    </a:lnTo>
                    <a:lnTo>
                      <a:pt x="837"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5" name="Shape 2715"/>
              <p:cNvSpPr/>
              <p:nvPr/>
            </p:nvSpPr>
            <p:spPr>
              <a:xfrm>
                <a:off x="466723" y="4511676"/>
                <a:ext cx="323851" cy="4032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53" y="21600"/>
                    </a:moveTo>
                    <a:lnTo>
                      <a:pt x="0" y="680"/>
                    </a:lnTo>
                    <a:lnTo>
                      <a:pt x="847" y="0"/>
                    </a:lnTo>
                    <a:lnTo>
                      <a:pt x="21600" y="21260"/>
                    </a:lnTo>
                    <a:lnTo>
                      <a:pt x="20753"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6" name="Shape 2716"/>
              <p:cNvSpPr/>
              <p:nvPr/>
            </p:nvSpPr>
            <p:spPr>
              <a:xfrm>
                <a:off x="520699" y="4908550"/>
                <a:ext cx="269875" cy="4857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71" y="21600"/>
                    </a:moveTo>
                    <a:lnTo>
                      <a:pt x="0" y="21318"/>
                    </a:lnTo>
                    <a:lnTo>
                      <a:pt x="20584" y="0"/>
                    </a:lnTo>
                    <a:lnTo>
                      <a:pt x="21600" y="282"/>
                    </a:lnTo>
                    <a:lnTo>
                      <a:pt x="1271"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7" name="Shape 2717"/>
              <p:cNvSpPr/>
              <p:nvPr/>
            </p:nvSpPr>
            <p:spPr>
              <a:xfrm>
                <a:off x="155573" y="5387976"/>
                <a:ext cx="381001" cy="6762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 y="21600"/>
                    </a:moveTo>
                    <a:lnTo>
                      <a:pt x="0" y="21296"/>
                    </a:lnTo>
                    <a:lnTo>
                      <a:pt x="20700" y="0"/>
                    </a:lnTo>
                    <a:lnTo>
                      <a:pt x="21600" y="203"/>
                    </a:lnTo>
                    <a:lnTo>
                      <a:pt x="72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8" name="Shape 2718"/>
              <p:cNvSpPr/>
              <p:nvPr/>
            </p:nvSpPr>
            <p:spPr>
              <a:xfrm>
                <a:off x="158749" y="6051550"/>
                <a:ext cx="349251" cy="1714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11" y="21600"/>
                    </a:moveTo>
                    <a:lnTo>
                      <a:pt x="0" y="2000"/>
                    </a:lnTo>
                    <a:lnTo>
                      <a:pt x="393" y="0"/>
                    </a:lnTo>
                    <a:lnTo>
                      <a:pt x="21600" y="19600"/>
                    </a:lnTo>
                    <a:lnTo>
                      <a:pt x="21011"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19" name="Shape 2719"/>
              <p:cNvSpPr/>
              <p:nvPr/>
            </p:nvSpPr>
            <p:spPr>
              <a:xfrm>
                <a:off x="155573" y="6054726"/>
                <a:ext cx="225425" cy="5651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79" y="21600"/>
                    </a:moveTo>
                    <a:lnTo>
                      <a:pt x="0" y="364"/>
                    </a:lnTo>
                    <a:lnTo>
                      <a:pt x="1217" y="0"/>
                    </a:lnTo>
                    <a:lnTo>
                      <a:pt x="21600" y="21479"/>
                    </a:lnTo>
                    <a:lnTo>
                      <a:pt x="20079"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0" name="Shape 2720"/>
              <p:cNvSpPr/>
              <p:nvPr/>
            </p:nvSpPr>
            <p:spPr>
              <a:xfrm>
                <a:off x="365123" y="6616700"/>
                <a:ext cx="41275" cy="5270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292" y="21600"/>
                    </a:moveTo>
                    <a:lnTo>
                      <a:pt x="0" y="0"/>
                    </a:lnTo>
                    <a:lnTo>
                      <a:pt x="8308" y="0"/>
                    </a:lnTo>
                    <a:lnTo>
                      <a:pt x="21600" y="21600"/>
                    </a:lnTo>
                    <a:lnTo>
                      <a:pt x="13292"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1" name="Shape 2721"/>
              <p:cNvSpPr/>
              <p:nvPr/>
            </p:nvSpPr>
            <p:spPr>
              <a:xfrm>
                <a:off x="352423" y="7143750"/>
                <a:ext cx="53975" cy="6794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53" y="21600"/>
                    </a:moveTo>
                    <a:lnTo>
                      <a:pt x="0" y="21499"/>
                    </a:lnTo>
                    <a:lnTo>
                      <a:pt x="15247" y="0"/>
                    </a:lnTo>
                    <a:lnTo>
                      <a:pt x="21600" y="0"/>
                    </a:lnTo>
                    <a:lnTo>
                      <a:pt x="6353"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2" name="Shape 2722"/>
              <p:cNvSpPr/>
              <p:nvPr/>
            </p:nvSpPr>
            <p:spPr>
              <a:xfrm>
                <a:off x="342899" y="7823200"/>
                <a:ext cx="25401" cy="4286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21600"/>
                    </a:moveTo>
                    <a:lnTo>
                      <a:pt x="0" y="21600"/>
                    </a:lnTo>
                    <a:lnTo>
                      <a:pt x="8100" y="0"/>
                    </a:lnTo>
                    <a:lnTo>
                      <a:pt x="21600" y="0"/>
                    </a:lnTo>
                    <a:lnTo>
                      <a:pt x="1620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3" name="Shape 2723"/>
              <p:cNvSpPr/>
              <p:nvPr/>
            </p:nvSpPr>
            <p:spPr>
              <a:xfrm>
                <a:off x="209549" y="8251825"/>
                <a:ext cx="152401" cy="495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50" y="21600"/>
                    </a:moveTo>
                    <a:lnTo>
                      <a:pt x="0" y="21323"/>
                    </a:lnTo>
                    <a:lnTo>
                      <a:pt x="18900" y="0"/>
                    </a:lnTo>
                    <a:lnTo>
                      <a:pt x="21600" y="138"/>
                    </a:lnTo>
                    <a:lnTo>
                      <a:pt x="2250"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4" name="Shape 2724"/>
              <p:cNvSpPr/>
              <p:nvPr/>
            </p:nvSpPr>
            <p:spPr>
              <a:xfrm>
                <a:off x="-1" y="8740775"/>
                <a:ext cx="222251" cy="320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4" y="21600"/>
                    </a:moveTo>
                    <a:lnTo>
                      <a:pt x="0" y="20745"/>
                    </a:lnTo>
                    <a:lnTo>
                      <a:pt x="20366" y="0"/>
                    </a:lnTo>
                    <a:lnTo>
                      <a:pt x="21600" y="642"/>
                    </a:lnTo>
                    <a:lnTo>
                      <a:pt x="1234"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5" name="Shape 2725"/>
              <p:cNvSpPr/>
              <p:nvPr/>
            </p:nvSpPr>
            <p:spPr>
              <a:xfrm>
                <a:off x="180973" y="8747125"/>
                <a:ext cx="44451" cy="282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14" y="21600"/>
                    </a:moveTo>
                    <a:lnTo>
                      <a:pt x="0" y="21600"/>
                    </a:lnTo>
                    <a:lnTo>
                      <a:pt x="13886" y="0"/>
                    </a:lnTo>
                    <a:lnTo>
                      <a:pt x="21600" y="0"/>
                    </a:lnTo>
                    <a:lnTo>
                      <a:pt x="7714"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6" name="Shape 2726"/>
              <p:cNvSpPr/>
              <p:nvPr/>
            </p:nvSpPr>
            <p:spPr>
              <a:xfrm>
                <a:off x="209549" y="8740775"/>
                <a:ext cx="222251" cy="2317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66" y="21600"/>
                    </a:moveTo>
                    <a:lnTo>
                      <a:pt x="0" y="888"/>
                    </a:lnTo>
                    <a:lnTo>
                      <a:pt x="1234" y="0"/>
                    </a:lnTo>
                    <a:lnTo>
                      <a:pt x="21600" y="20712"/>
                    </a:lnTo>
                    <a:lnTo>
                      <a:pt x="20366" y="216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728" name="Shape 2728"/>
            <p:cNvSpPr/>
            <p:nvPr/>
          </p:nvSpPr>
          <p:spPr>
            <a:xfrm>
              <a:off x="-1" y="0"/>
              <a:ext cx="1928823" cy="9375551"/>
            </a:xfrm>
            <a:custGeom>
              <a:avLst/>
              <a:gdLst/>
              <a:ahLst/>
              <a:cxnLst>
                <a:cxn ang="0">
                  <a:pos x="wd2" y="hd2"/>
                </a:cxn>
                <a:cxn ang="5400000">
                  <a:pos x="wd2" y="hd2"/>
                </a:cxn>
                <a:cxn ang="10800000">
                  <a:pos x="wd2" y="hd2"/>
                </a:cxn>
                <a:cxn ang="16200000">
                  <a:pos x="wd2" y="hd2"/>
                </a:cxn>
              </a:cxnLst>
              <a:rect l="0" t="0" r="r" b="b"/>
              <a:pathLst>
                <a:path w="21097" h="21527" fill="norm" stroke="1" extrusionOk="0">
                  <a:moveTo>
                    <a:pt x="21097" y="21243"/>
                  </a:moveTo>
                  <a:cubicBezTo>
                    <a:pt x="19840" y="20481"/>
                    <a:pt x="18403" y="19315"/>
                    <a:pt x="18807" y="18440"/>
                  </a:cubicBezTo>
                  <a:cubicBezTo>
                    <a:pt x="19256" y="17528"/>
                    <a:pt x="19480" y="17368"/>
                    <a:pt x="18941" y="16616"/>
                  </a:cubicBezTo>
                  <a:cubicBezTo>
                    <a:pt x="18582" y="16099"/>
                    <a:pt x="19076" y="15704"/>
                    <a:pt x="19570" y="15262"/>
                  </a:cubicBezTo>
                  <a:cubicBezTo>
                    <a:pt x="20378" y="14519"/>
                    <a:pt x="20783" y="13033"/>
                    <a:pt x="21097" y="12093"/>
                  </a:cubicBezTo>
                  <a:cubicBezTo>
                    <a:pt x="21097" y="0"/>
                    <a:pt x="21097" y="0"/>
                    <a:pt x="21097" y="0"/>
                  </a:cubicBezTo>
                  <a:cubicBezTo>
                    <a:pt x="16876" y="38"/>
                    <a:pt x="16023" y="583"/>
                    <a:pt x="17100" y="1429"/>
                  </a:cubicBezTo>
                  <a:cubicBezTo>
                    <a:pt x="16876" y="1392"/>
                    <a:pt x="16831" y="1392"/>
                    <a:pt x="16427" y="1439"/>
                  </a:cubicBezTo>
                  <a:cubicBezTo>
                    <a:pt x="16292" y="1674"/>
                    <a:pt x="16427" y="1824"/>
                    <a:pt x="17280" y="1956"/>
                  </a:cubicBezTo>
                  <a:cubicBezTo>
                    <a:pt x="17594" y="2200"/>
                    <a:pt x="17819" y="2332"/>
                    <a:pt x="18403" y="2511"/>
                  </a:cubicBezTo>
                  <a:cubicBezTo>
                    <a:pt x="18448" y="2736"/>
                    <a:pt x="18492" y="2859"/>
                    <a:pt x="18223" y="2934"/>
                  </a:cubicBezTo>
                  <a:cubicBezTo>
                    <a:pt x="17819" y="3047"/>
                    <a:pt x="16876" y="3056"/>
                    <a:pt x="15888" y="3282"/>
                  </a:cubicBezTo>
                  <a:cubicBezTo>
                    <a:pt x="9825" y="3686"/>
                    <a:pt x="7805" y="4053"/>
                    <a:pt x="7760" y="5463"/>
                  </a:cubicBezTo>
                  <a:cubicBezTo>
                    <a:pt x="7401" y="6752"/>
                    <a:pt x="7086" y="6733"/>
                    <a:pt x="5335" y="8002"/>
                  </a:cubicBezTo>
                  <a:cubicBezTo>
                    <a:pt x="4616" y="8689"/>
                    <a:pt x="4796" y="9366"/>
                    <a:pt x="3449" y="10034"/>
                  </a:cubicBezTo>
                  <a:cubicBezTo>
                    <a:pt x="2955" y="10278"/>
                    <a:pt x="1832" y="10485"/>
                    <a:pt x="1248" y="10795"/>
                  </a:cubicBezTo>
                  <a:cubicBezTo>
                    <a:pt x="934" y="10918"/>
                    <a:pt x="754" y="10936"/>
                    <a:pt x="440" y="11059"/>
                  </a:cubicBezTo>
                  <a:cubicBezTo>
                    <a:pt x="-503" y="11482"/>
                    <a:pt x="171" y="11557"/>
                    <a:pt x="1518" y="11181"/>
                  </a:cubicBezTo>
                  <a:cubicBezTo>
                    <a:pt x="1787" y="11106"/>
                    <a:pt x="2102" y="11040"/>
                    <a:pt x="2371" y="11068"/>
                  </a:cubicBezTo>
                  <a:cubicBezTo>
                    <a:pt x="1877" y="11275"/>
                    <a:pt x="1383" y="11454"/>
                    <a:pt x="889" y="11698"/>
                  </a:cubicBezTo>
                  <a:cubicBezTo>
                    <a:pt x="216" y="12027"/>
                    <a:pt x="1069" y="12149"/>
                    <a:pt x="1967" y="11801"/>
                  </a:cubicBezTo>
                  <a:cubicBezTo>
                    <a:pt x="2236" y="11698"/>
                    <a:pt x="2551" y="11557"/>
                    <a:pt x="2955" y="11378"/>
                  </a:cubicBezTo>
                  <a:cubicBezTo>
                    <a:pt x="3045" y="11397"/>
                    <a:pt x="2685" y="11773"/>
                    <a:pt x="2596" y="11943"/>
                  </a:cubicBezTo>
                  <a:cubicBezTo>
                    <a:pt x="2326" y="12394"/>
                    <a:pt x="3449" y="12366"/>
                    <a:pt x="3808" y="11980"/>
                  </a:cubicBezTo>
                  <a:cubicBezTo>
                    <a:pt x="3943" y="11820"/>
                    <a:pt x="4122" y="11642"/>
                    <a:pt x="4347" y="11407"/>
                  </a:cubicBezTo>
                  <a:cubicBezTo>
                    <a:pt x="4437" y="11407"/>
                    <a:pt x="4347" y="11811"/>
                    <a:pt x="4302" y="11943"/>
                  </a:cubicBezTo>
                  <a:cubicBezTo>
                    <a:pt x="4212" y="12337"/>
                    <a:pt x="5200" y="12356"/>
                    <a:pt x="5425" y="11952"/>
                  </a:cubicBezTo>
                  <a:cubicBezTo>
                    <a:pt x="5514" y="11820"/>
                    <a:pt x="5604" y="11623"/>
                    <a:pt x="5739" y="11435"/>
                  </a:cubicBezTo>
                  <a:cubicBezTo>
                    <a:pt x="5829" y="11435"/>
                    <a:pt x="5919" y="11679"/>
                    <a:pt x="6008" y="11801"/>
                  </a:cubicBezTo>
                  <a:cubicBezTo>
                    <a:pt x="6188" y="12074"/>
                    <a:pt x="6996" y="12074"/>
                    <a:pt x="6951" y="11764"/>
                  </a:cubicBezTo>
                  <a:cubicBezTo>
                    <a:pt x="6951" y="11557"/>
                    <a:pt x="6682" y="11341"/>
                    <a:pt x="6727" y="11096"/>
                  </a:cubicBezTo>
                  <a:cubicBezTo>
                    <a:pt x="6772" y="10871"/>
                    <a:pt x="6547" y="10504"/>
                    <a:pt x="6727" y="10231"/>
                  </a:cubicBezTo>
                  <a:cubicBezTo>
                    <a:pt x="6996" y="9780"/>
                    <a:pt x="9825" y="8896"/>
                    <a:pt x="10679" y="8388"/>
                  </a:cubicBezTo>
                  <a:cubicBezTo>
                    <a:pt x="11756" y="7749"/>
                    <a:pt x="11262" y="6921"/>
                    <a:pt x="13149" y="6037"/>
                  </a:cubicBezTo>
                  <a:cubicBezTo>
                    <a:pt x="12385" y="7184"/>
                    <a:pt x="14586" y="8002"/>
                    <a:pt x="12969" y="9394"/>
                  </a:cubicBezTo>
                  <a:cubicBezTo>
                    <a:pt x="11487" y="10654"/>
                    <a:pt x="10319" y="12319"/>
                    <a:pt x="12026" y="13786"/>
                  </a:cubicBezTo>
                  <a:cubicBezTo>
                    <a:pt x="13373" y="14980"/>
                    <a:pt x="13463" y="15206"/>
                    <a:pt x="13328" y="16484"/>
                  </a:cubicBezTo>
                  <a:cubicBezTo>
                    <a:pt x="13193" y="17378"/>
                    <a:pt x="13193" y="18187"/>
                    <a:pt x="14990" y="19221"/>
                  </a:cubicBezTo>
                  <a:cubicBezTo>
                    <a:pt x="15618" y="19578"/>
                    <a:pt x="15888" y="19766"/>
                    <a:pt x="16157" y="20077"/>
                  </a:cubicBezTo>
                  <a:cubicBezTo>
                    <a:pt x="16472" y="20472"/>
                    <a:pt x="15708" y="20772"/>
                    <a:pt x="15214" y="21167"/>
                  </a:cubicBezTo>
                  <a:cubicBezTo>
                    <a:pt x="14990" y="21356"/>
                    <a:pt x="15439" y="21308"/>
                    <a:pt x="15618" y="21280"/>
                  </a:cubicBezTo>
                  <a:cubicBezTo>
                    <a:pt x="15753" y="21271"/>
                    <a:pt x="15798" y="21299"/>
                    <a:pt x="15933" y="21327"/>
                  </a:cubicBezTo>
                  <a:cubicBezTo>
                    <a:pt x="16427" y="21431"/>
                    <a:pt x="16651" y="21308"/>
                    <a:pt x="16831" y="21365"/>
                  </a:cubicBezTo>
                  <a:cubicBezTo>
                    <a:pt x="17370" y="21497"/>
                    <a:pt x="17639" y="21393"/>
                    <a:pt x="18178" y="21478"/>
                  </a:cubicBezTo>
                  <a:cubicBezTo>
                    <a:pt x="18986" y="21600"/>
                    <a:pt x="19256" y="21450"/>
                    <a:pt x="19615" y="21487"/>
                  </a:cubicBezTo>
                  <a:cubicBezTo>
                    <a:pt x="20199" y="21534"/>
                    <a:pt x="20828" y="21506"/>
                    <a:pt x="21097" y="21403"/>
                  </a:cubicBezTo>
                  <a:lnTo>
                    <a:pt x="21097" y="21243"/>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29" name="Shape 2729"/>
            <p:cNvSpPr/>
            <p:nvPr/>
          </p:nvSpPr>
          <p:spPr>
            <a:xfrm>
              <a:off x="1970095" y="92073"/>
              <a:ext cx="346073" cy="346077"/>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0" name="Shape 2730"/>
            <p:cNvSpPr/>
            <p:nvPr/>
          </p:nvSpPr>
          <p:spPr>
            <a:xfrm>
              <a:off x="1979621" y="761997"/>
              <a:ext cx="311149" cy="311153"/>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1" name="Shape 2731"/>
            <p:cNvSpPr/>
            <p:nvPr/>
          </p:nvSpPr>
          <p:spPr>
            <a:xfrm>
              <a:off x="2192345" y="495297"/>
              <a:ext cx="123825" cy="120653"/>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2" name="Shape 2732"/>
            <p:cNvSpPr/>
            <p:nvPr/>
          </p:nvSpPr>
          <p:spPr>
            <a:xfrm>
              <a:off x="2252671" y="704847"/>
              <a:ext cx="123825" cy="117477"/>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3" name="Shape 2733"/>
            <p:cNvSpPr/>
            <p:nvPr/>
          </p:nvSpPr>
          <p:spPr>
            <a:xfrm>
              <a:off x="1979621" y="1200147"/>
              <a:ext cx="257173" cy="257177"/>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4" name="Shape 2734"/>
            <p:cNvSpPr/>
            <p:nvPr/>
          </p:nvSpPr>
          <p:spPr>
            <a:xfrm>
              <a:off x="2417771" y="1571623"/>
              <a:ext cx="606425" cy="606425"/>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5" name="Shape 2735"/>
            <p:cNvSpPr/>
            <p:nvPr/>
          </p:nvSpPr>
          <p:spPr>
            <a:xfrm>
              <a:off x="2357445" y="1425574"/>
              <a:ext cx="171449" cy="171453"/>
            </a:xfrm>
            <a:prstGeom prst="ellipse">
              <a:avLst/>
            </a:prstGeom>
            <a:solidFill>
              <a:srgbClr val="B3E6E6"/>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6" name="Shape 2736"/>
            <p:cNvSpPr/>
            <p:nvPr/>
          </p:nvSpPr>
          <p:spPr>
            <a:xfrm>
              <a:off x="1979621" y="1597024"/>
              <a:ext cx="254001" cy="257177"/>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7" name="Shape 2737"/>
            <p:cNvSpPr/>
            <p:nvPr/>
          </p:nvSpPr>
          <p:spPr>
            <a:xfrm>
              <a:off x="2176471" y="2054224"/>
              <a:ext cx="120649" cy="123825"/>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8" name="Shape 2738"/>
            <p:cNvSpPr/>
            <p:nvPr/>
          </p:nvSpPr>
          <p:spPr>
            <a:xfrm>
              <a:off x="1944695" y="2492374"/>
              <a:ext cx="736601" cy="733425"/>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39" name="Shape 2739"/>
            <p:cNvSpPr/>
            <p:nvPr/>
          </p:nvSpPr>
          <p:spPr>
            <a:xfrm>
              <a:off x="2443171" y="2257424"/>
              <a:ext cx="180973" cy="177801"/>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0" name="Shape 2740"/>
            <p:cNvSpPr/>
            <p:nvPr/>
          </p:nvSpPr>
          <p:spPr>
            <a:xfrm>
              <a:off x="1970095" y="2266948"/>
              <a:ext cx="168273" cy="168277"/>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1" name="Shape 2741"/>
            <p:cNvSpPr/>
            <p:nvPr/>
          </p:nvSpPr>
          <p:spPr>
            <a:xfrm>
              <a:off x="2757495" y="2530474"/>
              <a:ext cx="422273" cy="42227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2" name="Shape 2742"/>
            <p:cNvSpPr/>
            <p:nvPr/>
          </p:nvSpPr>
          <p:spPr>
            <a:xfrm>
              <a:off x="2922595" y="3124198"/>
              <a:ext cx="422273" cy="42227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3" name="Shape 2743"/>
            <p:cNvSpPr/>
            <p:nvPr/>
          </p:nvSpPr>
          <p:spPr>
            <a:xfrm>
              <a:off x="2922595" y="3632198"/>
              <a:ext cx="311149" cy="314325"/>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4" name="Shape 2744"/>
            <p:cNvSpPr/>
            <p:nvPr/>
          </p:nvSpPr>
          <p:spPr>
            <a:xfrm>
              <a:off x="3275021" y="3876673"/>
              <a:ext cx="180973" cy="180977"/>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5" name="Shape 2745"/>
            <p:cNvSpPr/>
            <p:nvPr/>
          </p:nvSpPr>
          <p:spPr>
            <a:xfrm>
              <a:off x="3275021" y="4432298"/>
              <a:ext cx="422273" cy="419101"/>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6" name="Shape 2746"/>
            <p:cNvSpPr/>
            <p:nvPr/>
          </p:nvSpPr>
          <p:spPr>
            <a:xfrm>
              <a:off x="3208345" y="4165598"/>
              <a:ext cx="238125" cy="23812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7" name="Shape 2747"/>
            <p:cNvSpPr/>
            <p:nvPr/>
          </p:nvSpPr>
          <p:spPr>
            <a:xfrm>
              <a:off x="3541721" y="5232398"/>
              <a:ext cx="123825" cy="120653"/>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8" name="Shape 2748"/>
            <p:cNvSpPr/>
            <p:nvPr/>
          </p:nvSpPr>
          <p:spPr>
            <a:xfrm>
              <a:off x="3725871" y="5111748"/>
              <a:ext cx="120649" cy="120653"/>
            </a:xfrm>
            <a:prstGeom prst="ellipse">
              <a:avLst/>
            </a:prstGeom>
            <a:solidFill>
              <a:srgbClr val="B3E6E6"/>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49" name="Shape 2749"/>
            <p:cNvSpPr/>
            <p:nvPr/>
          </p:nvSpPr>
          <p:spPr>
            <a:xfrm>
              <a:off x="3783021" y="4851398"/>
              <a:ext cx="123825" cy="12382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0" name="Shape 2750"/>
            <p:cNvSpPr/>
            <p:nvPr/>
          </p:nvSpPr>
          <p:spPr>
            <a:xfrm>
              <a:off x="3389321" y="5232398"/>
              <a:ext cx="120649" cy="120653"/>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1" name="Shape 2751"/>
            <p:cNvSpPr/>
            <p:nvPr/>
          </p:nvSpPr>
          <p:spPr>
            <a:xfrm>
              <a:off x="3214695" y="5111748"/>
              <a:ext cx="120649" cy="120653"/>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2" name="Shape 2752"/>
            <p:cNvSpPr/>
            <p:nvPr/>
          </p:nvSpPr>
          <p:spPr>
            <a:xfrm>
              <a:off x="2995621" y="2219324"/>
              <a:ext cx="209549" cy="209553"/>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3" name="Shape 2753"/>
            <p:cNvSpPr/>
            <p:nvPr/>
          </p:nvSpPr>
          <p:spPr>
            <a:xfrm>
              <a:off x="2182821" y="4467224"/>
              <a:ext cx="628651" cy="622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6768"/>
                    <a:pt x="16800" y="21600"/>
                    <a:pt x="10729" y="21600"/>
                  </a:cubicBezTo>
                  <a:cubicBezTo>
                    <a:pt x="4941" y="21600"/>
                    <a:pt x="0" y="16768"/>
                    <a:pt x="0" y="10800"/>
                  </a:cubicBezTo>
                  <a:cubicBezTo>
                    <a:pt x="0" y="4832"/>
                    <a:pt x="4941" y="0"/>
                    <a:pt x="10729" y="0"/>
                  </a:cubicBezTo>
                  <a:cubicBezTo>
                    <a:pt x="16800" y="0"/>
                    <a:pt x="21600" y="4832"/>
                    <a:pt x="21600" y="10800"/>
                  </a:cubicBezTo>
                  <a:close/>
                </a:path>
              </a:pathLst>
            </a:cu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4" name="Shape 2754"/>
            <p:cNvSpPr/>
            <p:nvPr/>
          </p:nvSpPr>
          <p:spPr>
            <a:xfrm>
              <a:off x="1944695" y="3771898"/>
              <a:ext cx="361949" cy="358777"/>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5" name="Shape 2755"/>
            <p:cNvSpPr/>
            <p:nvPr/>
          </p:nvSpPr>
          <p:spPr>
            <a:xfrm>
              <a:off x="2227271" y="3295648"/>
              <a:ext cx="425449" cy="42227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6" name="Shape 2756"/>
            <p:cNvSpPr/>
            <p:nvPr/>
          </p:nvSpPr>
          <p:spPr>
            <a:xfrm>
              <a:off x="2395545" y="4054473"/>
              <a:ext cx="314325" cy="31115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7" name="Shape 2757"/>
            <p:cNvSpPr/>
            <p:nvPr/>
          </p:nvSpPr>
          <p:spPr>
            <a:xfrm>
              <a:off x="1960571" y="4391024"/>
              <a:ext cx="187325" cy="177801"/>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8" name="Shape 2758"/>
            <p:cNvSpPr/>
            <p:nvPr/>
          </p:nvSpPr>
          <p:spPr>
            <a:xfrm>
              <a:off x="1982795" y="5172074"/>
              <a:ext cx="238125" cy="241301"/>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59" name="Shape 2759"/>
            <p:cNvSpPr/>
            <p:nvPr/>
          </p:nvSpPr>
          <p:spPr>
            <a:xfrm>
              <a:off x="2239971" y="5340348"/>
              <a:ext cx="625473" cy="622301"/>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0" name="Shape 2760"/>
            <p:cNvSpPr/>
            <p:nvPr/>
          </p:nvSpPr>
          <p:spPr>
            <a:xfrm>
              <a:off x="2751145" y="5111748"/>
              <a:ext cx="117473" cy="120653"/>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1" name="Shape 2761"/>
            <p:cNvSpPr/>
            <p:nvPr/>
          </p:nvSpPr>
          <p:spPr>
            <a:xfrm>
              <a:off x="2027245" y="6162674"/>
              <a:ext cx="311149" cy="31115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2" name="Shape 2762"/>
            <p:cNvSpPr/>
            <p:nvPr/>
          </p:nvSpPr>
          <p:spPr>
            <a:xfrm>
              <a:off x="2373321" y="6318248"/>
              <a:ext cx="311149" cy="311153"/>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3" name="Shape 2763"/>
            <p:cNvSpPr/>
            <p:nvPr/>
          </p:nvSpPr>
          <p:spPr>
            <a:xfrm>
              <a:off x="2157421" y="7143747"/>
              <a:ext cx="527049" cy="523877"/>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4" name="Shape 2764"/>
            <p:cNvSpPr/>
            <p:nvPr/>
          </p:nvSpPr>
          <p:spPr>
            <a:xfrm>
              <a:off x="2278071" y="6762748"/>
              <a:ext cx="234949" cy="231777"/>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5" name="Shape 2765"/>
            <p:cNvSpPr/>
            <p:nvPr/>
          </p:nvSpPr>
          <p:spPr>
            <a:xfrm>
              <a:off x="2192345" y="7893048"/>
              <a:ext cx="381001" cy="381001"/>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6" name="Shape 2766"/>
            <p:cNvSpPr/>
            <p:nvPr/>
          </p:nvSpPr>
          <p:spPr>
            <a:xfrm>
              <a:off x="2049471" y="8816974"/>
              <a:ext cx="381001" cy="377825"/>
            </a:xfrm>
            <a:prstGeom prst="ellipse">
              <a:avLst/>
            </a:prstGeom>
            <a:solidFill>
              <a:srgbClr val="397EC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7" name="Shape 2767"/>
            <p:cNvSpPr/>
            <p:nvPr/>
          </p:nvSpPr>
          <p:spPr>
            <a:xfrm>
              <a:off x="1970095" y="9255124"/>
              <a:ext cx="120649" cy="120653"/>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8" name="Shape 2768"/>
            <p:cNvSpPr/>
            <p:nvPr/>
          </p:nvSpPr>
          <p:spPr>
            <a:xfrm>
              <a:off x="2154245" y="9226548"/>
              <a:ext cx="120649" cy="123825"/>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69" name="Shape 2769"/>
            <p:cNvSpPr/>
            <p:nvPr/>
          </p:nvSpPr>
          <p:spPr>
            <a:xfrm>
              <a:off x="2401895" y="9182098"/>
              <a:ext cx="88901" cy="92077"/>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70" name="Shape 2770"/>
            <p:cNvSpPr/>
            <p:nvPr/>
          </p:nvSpPr>
          <p:spPr>
            <a:xfrm>
              <a:off x="2281245" y="8416924"/>
              <a:ext cx="190501" cy="187325"/>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71" name="Shape 2771"/>
            <p:cNvSpPr/>
            <p:nvPr/>
          </p:nvSpPr>
          <p:spPr>
            <a:xfrm>
              <a:off x="3335345" y="4899024"/>
              <a:ext cx="57149" cy="60325"/>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773" name="Shape 2773"/>
          <p:cNvSpPr/>
          <p:nvPr/>
        </p:nvSpPr>
        <p:spPr>
          <a:xfrm>
            <a:off x="13226229" y="3749673"/>
            <a:ext cx="3150785" cy="1"/>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74" name="Shape 2774"/>
          <p:cNvSpPr/>
          <p:nvPr/>
        </p:nvSpPr>
        <p:spPr>
          <a:xfrm>
            <a:off x="13902506" y="5312926"/>
            <a:ext cx="3150785" cy="1"/>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75" name="Shape 2775"/>
          <p:cNvSpPr/>
          <p:nvPr/>
        </p:nvSpPr>
        <p:spPr>
          <a:xfrm>
            <a:off x="13750106" y="9804400"/>
            <a:ext cx="3150785" cy="0"/>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76" name="Shape 2776"/>
          <p:cNvSpPr/>
          <p:nvPr/>
        </p:nvSpPr>
        <p:spPr>
          <a:xfrm>
            <a:off x="14144395" y="7266733"/>
            <a:ext cx="2697901" cy="1"/>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77" name="Shape 2777"/>
          <p:cNvSpPr/>
          <p:nvPr/>
        </p:nvSpPr>
        <p:spPr>
          <a:xfrm flipH="1" flipV="1">
            <a:off x="8274076" y="3749673"/>
            <a:ext cx="3150785" cy="1"/>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78" name="Shape 2778"/>
          <p:cNvSpPr/>
          <p:nvPr/>
        </p:nvSpPr>
        <p:spPr>
          <a:xfrm flipH="1" flipV="1">
            <a:off x="7244529" y="5312926"/>
            <a:ext cx="3150785" cy="1"/>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79" name="Shape 2779"/>
          <p:cNvSpPr/>
          <p:nvPr/>
        </p:nvSpPr>
        <p:spPr>
          <a:xfrm flipH="1">
            <a:off x="7768406" y="9804400"/>
            <a:ext cx="3150785" cy="0"/>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80" name="Shape 2780"/>
          <p:cNvSpPr/>
          <p:nvPr/>
        </p:nvSpPr>
        <p:spPr>
          <a:xfrm flipH="1">
            <a:off x="7470971" y="7266733"/>
            <a:ext cx="2697902" cy="1"/>
          </a:xfrm>
          <a:prstGeom prst="line">
            <a:avLst/>
          </a:prstGeom>
          <a:ln w="38100">
            <a:solidFill>
              <a:srgbClr val="144973"/>
            </a:solidFill>
            <a:prstDash val="sysDot"/>
            <a:miter/>
            <a:headEnd type="oval"/>
            <a:tailEnd type="oval"/>
          </a:ln>
        </p:spPr>
        <p:txBody>
          <a:bodyPr tIns="91439" bIns="91439"/>
          <a:lstStyle/>
          <a:p>
            <a:pPr algn="l" defTabSz="457200">
              <a:defRPr sz="2400">
                <a:latin typeface="Helvetica"/>
                <a:ea typeface="Helvetica"/>
                <a:cs typeface="Helvetica"/>
                <a:sym typeface="Helvetica"/>
              </a:defRPr>
            </a:pPr>
          </a:p>
        </p:txBody>
      </p:sp>
      <p:sp>
        <p:nvSpPr>
          <p:cNvPr id="2781" name="Shape 278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2773"/>
                                        </p:tgtEl>
                                        <p:attrNameLst>
                                          <p:attrName>style.visibility</p:attrName>
                                        </p:attrNameLst>
                                      </p:cBhvr>
                                      <p:to>
                                        <p:strVal val="visible"/>
                                      </p:to>
                                    </p:set>
                                    <p:animEffect filter="wipe(left)" transition="in">
                                      <p:cBhvr>
                                        <p:cTn id="7" dur="500"/>
                                        <p:tgtEl>
                                          <p:spTgt spid="2773"/>
                                        </p:tgtEl>
                                      </p:cBhvr>
                                    </p:animEffect>
                                  </p:childTnLst>
                                </p:cTn>
                              </p:par>
                            </p:childTnLst>
                          </p:cTn>
                        </p:par>
                        <p:par>
                          <p:cTn id="8" fill="hold">
                            <p:stCondLst>
                              <p:cond delay="500"/>
                            </p:stCondLst>
                            <p:childTnLst>
                              <p:par>
                                <p:cTn id="9" presetClass="entr" nodeType="afterEffect" presetSubtype="8" presetID="22" grpId="2" fill="hold">
                                  <p:stCondLst>
                                    <p:cond delay="0"/>
                                  </p:stCondLst>
                                  <p:iterate type="el" backwards="0">
                                    <p:tmAbs val="0"/>
                                  </p:iterate>
                                  <p:childTnLst>
                                    <p:set>
                                      <p:cBhvr>
                                        <p:cTn id="10" fill="hold"/>
                                        <p:tgtEl>
                                          <p:spTgt spid="2774"/>
                                        </p:tgtEl>
                                        <p:attrNameLst>
                                          <p:attrName>style.visibility</p:attrName>
                                        </p:attrNameLst>
                                      </p:cBhvr>
                                      <p:to>
                                        <p:strVal val="visible"/>
                                      </p:to>
                                    </p:set>
                                    <p:animEffect filter="wipe(left)" transition="in">
                                      <p:cBhvr>
                                        <p:cTn id="11" dur="500"/>
                                        <p:tgtEl>
                                          <p:spTgt spid="2774"/>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2775"/>
                                        </p:tgtEl>
                                        <p:attrNameLst>
                                          <p:attrName>style.visibility</p:attrName>
                                        </p:attrNameLst>
                                      </p:cBhvr>
                                      <p:to>
                                        <p:strVal val="visible"/>
                                      </p:to>
                                    </p:set>
                                    <p:animEffect filter="wipe(left)" transition="in">
                                      <p:cBhvr>
                                        <p:cTn id="15" dur="500"/>
                                        <p:tgtEl>
                                          <p:spTgt spid="2775"/>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2776"/>
                                        </p:tgtEl>
                                        <p:attrNameLst>
                                          <p:attrName>style.visibility</p:attrName>
                                        </p:attrNameLst>
                                      </p:cBhvr>
                                      <p:to>
                                        <p:strVal val="visible"/>
                                      </p:to>
                                    </p:set>
                                    <p:animEffect filter="wipe(left)" transition="in">
                                      <p:cBhvr>
                                        <p:cTn id="19" dur="500"/>
                                        <p:tgtEl>
                                          <p:spTgt spid="2776"/>
                                        </p:tgtEl>
                                      </p:cBhvr>
                                    </p:animEffect>
                                  </p:childTnLst>
                                </p:cTn>
                              </p:par>
                            </p:childTnLst>
                          </p:cTn>
                        </p:par>
                        <p:par>
                          <p:cTn id="20" fill="hold">
                            <p:stCondLst>
                              <p:cond delay="2000"/>
                            </p:stCondLst>
                            <p:childTnLst>
                              <p:par>
                                <p:cTn id="21" presetClass="entr" nodeType="afterEffect" presetSubtype="8" presetID="22" grpId="5" fill="hold">
                                  <p:stCondLst>
                                    <p:cond delay="0"/>
                                  </p:stCondLst>
                                  <p:iterate type="el" backwards="0">
                                    <p:tmAbs val="0"/>
                                  </p:iterate>
                                  <p:childTnLst>
                                    <p:set>
                                      <p:cBhvr>
                                        <p:cTn id="22" fill="hold"/>
                                        <p:tgtEl>
                                          <p:spTgt spid="2777"/>
                                        </p:tgtEl>
                                        <p:attrNameLst>
                                          <p:attrName>style.visibility</p:attrName>
                                        </p:attrNameLst>
                                      </p:cBhvr>
                                      <p:to>
                                        <p:strVal val="visible"/>
                                      </p:to>
                                    </p:set>
                                    <p:animEffect filter="wipe(left)" transition="in">
                                      <p:cBhvr>
                                        <p:cTn id="23" dur="500"/>
                                        <p:tgtEl>
                                          <p:spTgt spid="2777"/>
                                        </p:tgtEl>
                                      </p:cBhvr>
                                    </p:animEffect>
                                  </p:childTnLst>
                                </p:cTn>
                              </p:par>
                            </p:childTnLst>
                          </p:cTn>
                        </p:par>
                        <p:par>
                          <p:cTn id="24" fill="hold">
                            <p:stCondLst>
                              <p:cond delay="2500"/>
                            </p:stCondLst>
                            <p:childTnLst>
                              <p:par>
                                <p:cTn id="25" presetClass="entr" nodeType="afterEffect" presetSubtype="8" presetID="22" grpId="6" fill="hold">
                                  <p:stCondLst>
                                    <p:cond delay="0"/>
                                  </p:stCondLst>
                                  <p:iterate type="el" backwards="0">
                                    <p:tmAbs val="0"/>
                                  </p:iterate>
                                  <p:childTnLst>
                                    <p:set>
                                      <p:cBhvr>
                                        <p:cTn id="26" fill="hold"/>
                                        <p:tgtEl>
                                          <p:spTgt spid="2778"/>
                                        </p:tgtEl>
                                        <p:attrNameLst>
                                          <p:attrName>style.visibility</p:attrName>
                                        </p:attrNameLst>
                                      </p:cBhvr>
                                      <p:to>
                                        <p:strVal val="visible"/>
                                      </p:to>
                                    </p:set>
                                    <p:animEffect filter="wipe(left)" transition="in">
                                      <p:cBhvr>
                                        <p:cTn id="27" dur="500"/>
                                        <p:tgtEl>
                                          <p:spTgt spid="2778"/>
                                        </p:tgtEl>
                                      </p:cBhvr>
                                    </p:animEffect>
                                  </p:childTnLst>
                                </p:cTn>
                              </p:par>
                            </p:childTnLst>
                          </p:cTn>
                        </p:par>
                        <p:par>
                          <p:cTn id="28" fill="hold">
                            <p:stCondLst>
                              <p:cond delay="3000"/>
                            </p:stCondLst>
                            <p:childTnLst>
                              <p:par>
                                <p:cTn id="29" presetClass="entr" nodeType="afterEffect" presetSubtype="8" presetID="22" grpId="7" fill="hold">
                                  <p:stCondLst>
                                    <p:cond delay="0"/>
                                  </p:stCondLst>
                                  <p:iterate type="el" backwards="0">
                                    <p:tmAbs val="0"/>
                                  </p:iterate>
                                  <p:childTnLst>
                                    <p:set>
                                      <p:cBhvr>
                                        <p:cTn id="30" fill="hold"/>
                                        <p:tgtEl>
                                          <p:spTgt spid="2779"/>
                                        </p:tgtEl>
                                        <p:attrNameLst>
                                          <p:attrName>style.visibility</p:attrName>
                                        </p:attrNameLst>
                                      </p:cBhvr>
                                      <p:to>
                                        <p:strVal val="visible"/>
                                      </p:to>
                                    </p:set>
                                    <p:animEffect filter="wipe(left)" transition="in">
                                      <p:cBhvr>
                                        <p:cTn id="31" dur="500"/>
                                        <p:tgtEl>
                                          <p:spTgt spid="2779"/>
                                        </p:tgtEl>
                                      </p:cBhvr>
                                    </p:animEffect>
                                  </p:childTnLst>
                                </p:cTn>
                              </p:par>
                            </p:childTnLst>
                          </p:cTn>
                        </p:par>
                        <p:par>
                          <p:cTn id="32" fill="hold">
                            <p:stCondLst>
                              <p:cond delay="3500"/>
                            </p:stCondLst>
                            <p:childTnLst>
                              <p:par>
                                <p:cTn id="33" presetClass="entr" nodeType="afterEffect" presetSubtype="8" presetID="22" grpId="8" fill="hold">
                                  <p:stCondLst>
                                    <p:cond delay="0"/>
                                  </p:stCondLst>
                                  <p:iterate type="el" backwards="0">
                                    <p:tmAbs val="0"/>
                                  </p:iterate>
                                  <p:childTnLst>
                                    <p:set>
                                      <p:cBhvr>
                                        <p:cTn id="34" fill="hold"/>
                                        <p:tgtEl>
                                          <p:spTgt spid="2780"/>
                                        </p:tgtEl>
                                        <p:attrNameLst>
                                          <p:attrName>style.visibility</p:attrName>
                                        </p:attrNameLst>
                                      </p:cBhvr>
                                      <p:to>
                                        <p:strVal val="visible"/>
                                      </p:to>
                                    </p:set>
                                    <p:animEffect filter="wipe(left)" transition="in">
                                      <p:cBhvr>
                                        <p:cTn id="35" dur="500"/>
                                        <p:tgtEl>
                                          <p:spTgt spid="27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2773" grpId="1"/>
      <p:bldP build="whole" bldLvl="1" animBg="1" rev="0" advAuto="0" spid="2779" grpId="7"/>
      <p:bldP build="whole" bldLvl="1" animBg="1" rev="0" advAuto="0" spid="2776" grpId="4"/>
      <p:bldP build="whole" bldLvl="1" animBg="1" rev="0" advAuto="0" spid="2775" grpId="3"/>
      <p:bldP build="whole" bldLvl="1" animBg="1" rev="0" advAuto="0" spid="2778" grpId="6"/>
      <p:bldP build="whole" bldLvl="1" animBg="1" rev="0" advAuto="0" spid="2780" grpId="8"/>
      <p:bldP build="whole" bldLvl="1" animBg="1" rev="0" advAuto="0" spid="2777" grpId="5"/>
      <p:bldP build="whole" bldLvl="1" animBg="1" rev="0" advAuto="0" spid="2774" grpId="2"/>
    </p:bldLst>
  </p:timing>
</p:sld>
</file>

<file path=ppt/slides/slide9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783" name="Shape 2783"/>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2784" name="Shape 2784"/>
          <p:cNvSpPr/>
          <p:nvPr/>
        </p:nvSpPr>
        <p:spPr>
          <a:xfrm>
            <a:off x="8440314" y="4064432"/>
            <a:ext cx="2644327" cy="2380894"/>
          </a:xfrm>
          <a:custGeom>
            <a:avLst/>
            <a:gdLst/>
            <a:ahLst/>
            <a:cxnLst>
              <a:cxn ang="0">
                <a:pos x="wd2" y="hd2"/>
              </a:cxn>
              <a:cxn ang="5400000">
                <a:pos x="wd2" y="hd2"/>
              </a:cxn>
              <a:cxn ang="10800000">
                <a:pos x="wd2" y="hd2"/>
              </a:cxn>
              <a:cxn ang="16200000">
                <a:pos x="wd2" y="hd2"/>
              </a:cxn>
            </a:cxnLst>
            <a:rect l="0" t="0" r="r" b="b"/>
            <a:pathLst>
              <a:path w="19992" h="21600" fill="norm" stroke="1" extrusionOk="0">
                <a:moveTo>
                  <a:pt x="3933" y="17696"/>
                </a:moveTo>
                <a:cubicBezTo>
                  <a:pt x="4078" y="12188"/>
                  <a:pt x="3969" y="12231"/>
                  <a:pt x="3498" y="8848"/>
                </a:cubicBezTo>
                <a:cubicBezTo>
                  <a:pt x="5020" y="16135"/>
                  <a:pt x="4911" y="19605"/>
                  <a:pt x="4585" y="21600"/>
                </a:cubicBezTo>
                <a:cubicBezTo>
                  <a:pt x="15059" y="21600"/>
                  <a:pt x="15059" y="21600"/>
                  <a:pt x="15059" y="21600"/>
                </a:cubicBezTo>
                <a:cubicBezTo>
                  <a:pt x="14841" y="19692"/>
                  <a:pt x="14950" y="16352"/>
                  <a:pt x="16327" y="8848"/>
                </a:cubicBezTo>
                <a:cubicBezTo>
                  <a:pt x="16001" y="11494"/>
                  <a:pt x="15675" y="14573"/>
                  <a:pt x="15784" y="17696"/>
                </a:cubicBezTo>
                <a:cubicBezTo>
                  <a:pt x="15929" y="18824"/>
                  <a:pt x="16146" y="20169"/>
                  <a:pt x="16400" y="21600"/>
                </a:cubicBezTo>
                <a:cubicBezTo>
                  <a:pt x="19625" y="21600"/>
                  <a:pt x="19625" y="21600"/>
                  <a:pt x="19625" y="21600"/>
                </a:cubicBezTo>
                <a:cubicBezTo>
                  <a:pt x="19770" y="18607"/>
                  <a:pt x="19843" y="15614"/>
                  <a:pt x="19698" y="12535"/>
                </a:cubicBezTo>
                <a:cubicBezTo>
                  <a:pt x="20785" y="3773"/>
                  <a:pt x="18792" y="3513"/>
                  <a:pt x="14769" y="1518"/>
                </a:cubicBezTo>
                <a:cubicBezTo>
                  <a:pt x="14298" y="998"/>
                  <a:pt x="13500" y="390"/>
                  <a:pt x="12776" y="0"/>
                </a:cubicBezTo>
                <a:cubicBezTo>
                  <a:pt x="7013" y="0"/>
                  <a:pt x="7013" y="0"/>
                  <a:pt x="7013" y="0"/>
                </a:cubicBezTo>
                <a:cubicBezTo>
                  <a:pt x="6361" y="390"/>
                  <a:pt x="5564" y="1041"/>
                  <a:pt x="5092" y="1518"/>
                </a:cubicBezTo>
                <a:cubicBezTo>
                  <a:pt x="1468" y="3470"/>
                  <a:pt x="-815" y="3166"/>
                  <a:pt x="272" y="11841"/>
                </a:cubicBezTo>
                <a:cubicBezTo>
                  <a:pt x="127" y="15094"/>
                  <a:pt x="164" y="18347"/>
                  <a:pt x="308" y="21600"/>
                </a:cubicBezTo>
                <a:cubicBezTo>
                  <a:pt x="3425" y="21600"/>
                  <a:pt x="3425" y="21600"/>
                  <a:pt x="3425" y="21600"/>
                </a:cubicBezTo>
                <a:cubicBezTo>
                  <a:pt x="3606" y="20169"/>
                  <a:pt x="3824" y="18824"/>
                  <a:pt x="3933" y="17696"/>
                </a:cubicBezTo>
                <a:close/>
              </a:path>
            </a:pathLst>
          </a:custGeom>
          <a:solidFill>
            <a:srgbClr val="1B619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788" name="Group 2788"/>
          <p:cNvGrpSpPr/>
          <p:nvPr/>
        </p:nvGrpSpPr>
        <p:grpSpPr>
          <a:xfrm>
            <a:off x="8480913" y="6456664"/>
            <a:ext cx="2552735" cy="3148071"/>
            <a:chOff x="0" y="0"/>
            <a:chExt cx="2552733" cy="3148070"/>
          </a:xfrm>
        </p:grpSpPr>
        <p:sp>
          <p:nvSpPr>
            <p:cNvPr id="2785" name="Shape 2785"/>
            <p:cNvSpPr/>
            <p:nvPr/>
          </p:nvSpPr>
          <p:spPr>
            <a:xfrm>
              <a:off x="0" y="0"/>
              <a:ext cx="412282" cy="1810757"/>
            </a:xfrm>
            <a:custGeom>
              <a:avLst/>
              <a:gdLst/>
              <a:ahLst/>
              <a:cxnLst>
                <a:cxn ang="0">
                  <a:pos x="wd2" y="hd2"/>
                </a:cxn>
                <a:cxn ang="5400000">
                  <a:pos x="wd2" y="hd2"/>
                </a:cxn>
                <a:cxn ang="10800000">
                  <a:pos x="wd2" y="hd2"/>
                </a:cxn>
                <a:cxn ang="16200000">
                  <a:pos x="wd2" y="hd2"/>
                </a:cxn>
              </a:cxnLst>
              <a:rect l="0" t="0" r="r" b="b"/>
              <a:pathLst>
                <a:path w="17200" h="20174" fill="norm" stroke="1" extrusionOk="0">
                  <a:moveTo>
                    <a:pt x="7200" y="18880"/>
                  </a:moveTo>
                  <a:cubicBezTo>
                    <a:pt x="21400" y="21600"/>
                    <a:pt x="15400" y="19520"/>
                    <a:pt x="15000" y="17333"/>
                  </a:cubicBezTo>
                  <a:cubicBezTo>
                    <a:pt x="14800" y="16107"/>
                    <a:pt x="14800" y="14933"/>
                    <a:pt x="14600" y="13707"/>
                  </a:cubicBezTo>
                  <a:cubicBezTo>
                    <a:pt x="11200" y="10240"/>
                    <a:pt x="14200" y="4693"/>
                    <a:pt x="17200" y="0"/>
                  </a:cubicBezTo>
                  <a:cubicBezTo>
                    <a:pt x="0" y="0"/>
                    <a:pt x="0" y="0"/>
                    <a:pt x="0" y="0"/>
                  </a:cubicBezTo>
                  <a:cubicBezTo>
                    <a:pt x="800" y="3467"/>
                    <a:pt x="2000" y="6880"/>
                    <a:pt x="3400" y="10400"/>
                  </a:cubicBezTo>
                  <a:cubicBezTo>
                    <a:pt x="1600" y="12960"/>
                    <a:pt x="-200" y="16747"/>
                    <a:pt x="7200" y="18880"/>
                  </a:cubicBezTo>
                  <a:close/>
                </a:path>
              </a:pathLst>
            </a:custGeom>
            <a:solidFill>
              <a:srgbClr val="2378BD"/>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86" name="Shape 2786"/>
            <p:cNvSpPr/>
            <p:nvPr/>
          </p:nvSpPr>
          <p:spPr>
            <a:xfrm>
              <a:off x="424092" y="0"/>
              <a:ext cx="1693330" cy="3148071"/>
            </a:xfrm>
            <a:custGeom>
              <a:avLst/>
              <a:gdLst/>
              <a:ahLst/>
              <a:cxnLst>
                <a:cxn ang="0">
                  <a:pos x="wd2" y="hd2"/>
                </a:cxn>
                <a:cxn ang="5400000">
                  <a:pos x="wd2" y="hd2"/>
                </a:cxn>
                <a:cxn ang="10800000">
                  <a:pos x="wd2" y="hd2"/>
                </a:cxn>
                <a:cxn ang="16200000">
                  <a:pos x="wd2" y="hd2"/>
                </a:cxn>
              </a:cxnLst>
              <a:rect l="0" t="0" r="r" b="b"/>
              <a:pathLst>
                <a:path w="19955" h="21600" fill="norm" stroke="1" extrusionOk="0">
                  <a:moveTo>
                    <a:pt x="17752" y="21305"/>
                  </a:moveTo>
                  <a:cubicBezTo>
                    <a:pt x="18090" y="19138"/>
                    <a:pt x="18429" y="16315"/>
                    <a:pt x="18767" y="14148"/>
                  </a:cubicBezTo>
                  <a:cubicBezTo>
                    <a:pt x="19782" y="9224"/>
                    <a:pt x="20910" y="5219"/>
                    <a:pt x="18598" y="1280"/>
                  </a:cubicBezTo>
                  <a:cubicBezTo>
                    <a:pt x="18372" y="919"/>
                    <a:pt x="18147" y="525"/>
                    <a:pt x="17977" y="0"/>
                  </a:cubicBezTo>
                  <a:cubicBezTo>
                    <a:pt x="1622" y="0"/>
                    <a:pt x="1622" y="0"/>
                    <a:pt x="1622" y="0"/>
                  </a:cubicBezTo>
                  <a:cubicBezTo>
                    <a:pt x="1509" y="427"/>
                    <a:pt x="1340" y="788"/>
                    <a:pt x="1171" y="1083"/>
                  </a:cubicBezTo>
                  <a:cubicBezTo>
                    <a:pt x="-690" y="5088"/>
                    <a:pt x="-13" y="8863"/>
                    <a:pt x="1002" y="14148"/>
                  </a:cubicBezTo>
                  <a:cubicBezTo>
                    <a:pt x="1340" y="16315"/>
                    <a:pt x="1679" y="18449"/>
                    <a:pt x="2017" y="20582"/>
                  </a:cubicBezTo>
                  <a:cubicBezTo>
                    <a:pt x="1961" y="20943"/>
                    <a:pt x="1848" y="21305"/>
                    <a:pt x="1791" y="21600"/>
                  </a:cubicBezTo>
                  <a:cubicBezTo>
                    <a:pt x="7657" y="21600"/>
                    <a:pt x="7657" y="21600"/>
                    <a:pt x="7657" y="21600"/>
                  </a:cubicBezTo>
                  <a:cubicBezTo>
                    <a:pt x="9010" y="18416"/>
                    <a:pt x="9292" y="10012"/>
                    <a:pt x="9856" y="6401"/>
                  </a:cubicBezTo>
                  <a:cubicBezTo>
                    <a:pt x="10477" y="10012"/>
                    <a:pt x="10759" y="18416"/>
                    <a:pt x="12112" y="21600"/>
                  </a:cubicBezTo>
                  <a:cubicBezTo>
                    <a:pt x="17808" y="21600"/>
                    <a:pt x="17808" y="21600"/>
                    <a:pt x="17808" y="21600"/>
                  </a:cubicBezTo>
                  <a:cubicBezTo>
                    <a:pt x="17808" y="21502"/>
                    <a:pt x="17752" y="21403"/>
                    <a:pt x="17752" y="21305"/>
                  </a:cubicBezTo>
                  <a:close/>
                </a:path>
              </a:pathLst>
            </a:custGeom>
            <a:solidFill>
              <a:srgbClr val="2378BD"/>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87" name="Shape 2787"/>
            <p:cNvSpPr/>
            <p:nvPr/>
          </p:nvSpPr>
          <p:spPr>
            <a:xfrm>
              <a:off x="2128510" y="0"/>
              <a:ext cx="424224" cy="1812973"/>
            </a:xfrm>
            <a:custGeom>
              <a:avLst/>
              <a:gdLst/>
              <a:ahLst/>
              <a:cxnLst>
                <a:cxn ang="0">
                  <a:pos x="wd2" y="hd2"/>
                </a:cxn>
                <a:cxn ang="5400000">
                  <a:pos x="wd2" y="hd2"/>
                </a:cxn>
                <a:cxn ang="10800000">
                  <a:pos x="wd2" y="hd2"/>
                </a:cxn>
                <a:cxn ang="16200000">
                  <a:pos x="wd2" y="hd2"/>
                </a:cxn>
              </a:cxnLst>
              <a:rect l="0" t="0" r="r" b="b"/>
              <a:pathLst>
                <a:path w="17319" h="20199" fill="norm" stroke="1" extrusionOk="0">
                  <a:moveTo>
                    <a:pt x="0" y="0"/>
                  </a:moveTo>
                  <a:cubicBezTo>
                    <a:pt x="3309" y="4747"/>
                    <a:pt x="7006" y="10347"/>
                    <a:pt x="2725" y="13707"/>
                  </a:cubicBezTo>
                  <a:cubicBezTo>
                    <a:pt x="2530" y="14933"/>
                    <a:pt x="2336" y="16107"/>
                    <a:pt x="2141" y="17333"/>
                  </a:cubicBezTo>
                  <a:cubicBezTo>
                    <a:pt x="3309" y="19627"/>
                    <a:pt x="-4086" y="21600"/>
                    <a:pt x="9730" y="18880"/>
                  </a:cubicBezTo>
                  <a:cubicBezTo>
                    <a:pt x="17514" y="15787"/>
                    <a:pt x="15568" y="13387"/>
                    <a:pt x="13817" y="10827"/>
                  </a:cubicBezTo>
                  <a:cubicBezTo>
                    <a:pt x="15373" y="7147"/>
                    <a:pt x="16541" y="3573"/>
                    <a:pt x="17319" y="0"/>
                  </a:cubicBezTo>
                  <a:lnTo>
                    <a:pt x="0" y="0"/>
                  </a:lnTo>
                  <a:close/>
                </a:path>
              </a:pathLst>
            </a:custGeom>
            <a:solidFill>
              <a:srgbClr val="2378BD"/>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791" name="Group 2791"/>
          <p:cNvGrpSpPr/>
          <p:nvPr/>
        </p:nvGrpSpPr>
        <p:grpSpPr>
          <a:xfrm>
            <a:off x="9003273" y="9616071"/>
            <a:ext cx="1479488" cy="2469707"/>
            <a:chOff x="0" y="0"/>
            <a:chExt cx="1479486" cy="2469705"/>
          </a:xfrm>
        </p:grpSpPr>
        <p:sp>
          <p:nvSpPr>
            <p:cNvPr id="2789" name="Shape 2789"/>
            <p:cNvSpPr/>
            <p:nvPr/>
          </p:nvSpPr>
          <p:spPr>
            <a:xfrm>
              <a:off x="834361" y="0"/>
              <a:ext cx="645126" cy="2469706"/>
            </a:xfrm>
            <a:custGeom>
              <a:avLst/>
              <a:gdLst/>
              <a:ahLst/>
              <a:cxnLst>
                <a:cxn ang="0">
                  <a:pos x="wd2" y="hd2"/>
                </a:cxn>
                <a:cxn ang="5400000">
                  <a:pos x="wd2" y="hd2"/>
                </a:cxn>
                <a:cxn ang="10800000">
                  <a:pos x="wd2" y="hd2"/>
                </a:cxn>
                <a:cxn ang="16200000">
                  <a:pos x="wd2" y="hd2"/>
                </a:cxn>
              </a:cxnLst>
              <a:rect l="0" t="0" r="r" b="b"/>
              <a:pathLst>
                <a:path w="20371" h="21195" fill="norm" stroke="1" extrusionOk="0">
                  <a:moveTo>
                    <a:pt x="19334" y="7556"/>
                  </a:moveTo>
                  <a:cubicBezTo>
                    <a:pt x="21449" y="3901"/>
                    <a:pt x="19939" y="3244"/>
                    <a:pt x="18277" y="0"/>
                  </a:cubicBezTo>
                  <a:cubicBezTo>
                    <a:pt x="3021" y="0"/>
                    <a:pt x="3021" y="0"/>
                    <a:pt x="3021" y="0"/>
                  </a:cubicBezTo>
                  <a:cubicBezTo>
                    <a:pt x="3021" y="0"/>
                    <a:pt x="3021" y="41"/>
                    <a:pt x="3172" y="41"/>
                  </a:cubicBezTo>
                  <a:cubicBezTo>
                    <a:pt x="604" y="3367"/>
                    <a:pt x="-151" y="5749"/>
                    <a:pt x="906" y="9198"/>
                  </a:cubicBezTo>
                  <a:cubicBezTo>
                    <a:pt x="2266" y="12812"/>
                    <a:pt x="453" y="17288"/>
                    <a:pt x="0" y="20984"/>
                  </a:cubicBezTo>
                  <a:cubicBezTo>
                    <a:pt x="8761" y="21107"/>
                    <a:pt x="11933" y="21600"/>
                    <a:pt x="19636" y="20450"/>
                  </a:cubicBezTo>
                  <a:cubicBezTo>
                    <a:pt x="13746" y="19259"/>
                    <a:pt x="8610" y="18767"/>
                    <a:pt x="9365" y="16590"/>
                  </a:cubicBezTo>
                  <a:cubicBezTo>
                    <a:pt x="12386" y="13510"/>
                    <a:pt x="15709" y="10595"/>
                    <a:pt x="19334" y="7556"/>
                  </a:cubicBezTo>
                  <a:close/>
                </a:path>
              </a:pathLst>
            </a:custGeom>
            <a:solidFill>
              <a:srgbClr val="2E96E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90" name="Shape 2790"/>
            <p:cNvSpPr/>
            <p:nvPr/>
          </p:nvSpPr>
          <p:spPr>
            <a:xfrm>
              <a:off x="0" y="0"/>
              <a:ext cx="647165" cy="2469706"/>
            </a:xfrm>
            <a:custGeom>
              <a:avLst/>
              <a:gdLst/>
              <a:ahLst/>
              <a:cxnLst>
                <a:cxn ang="0">
                  <a:pos x="wd2" y="hd2"/>
                </a:cxn>
                <a:cxn ang="5400000">
                  <a:pos x="wd2" y="hd2"/>
                </a:cxn>
                <a:cxn ang="10800000">
                  <a:pos x="wd2" y="hd2"/>
                </a:cxn>
                <a:cxn ang="16200000">
                  <a:pos x="wd2" y="hd2"/>
                </a:cxn>
              </a:cxnLst>
              <a:rect l="0" t="0" r="r" b="b"/>
              <a:pathLst>
                <a:path w="20549" h="21195" fill="norm" stroke="1" extrusionOk="0">
                  <a:moveTo>
                    <a:pt x="19484" y="9198"/>
                  </a:moveTo>
                  <a:cubicBezTo>
                    <a:pt x="20701" y="5708"/>
                    <a:pt x="19788" y="3244"/>
                    <a:pt x="17355" y="41"/>
                  </a:cubicBezTo>
                  <a:cubicBezTo>
                    <a:pt x="17355" y="41"/>
                    <a:pt x="17507" y="0"/>
                    <a:pt x="17507" y="0"/>
                  </a:cubicBezTo>
                  <a:cubicBezTo>
                    <a:pt x="1687" y="0"/>
                    <a:pt x="1687" y="0"/>
                    <a:pt x="1687" y="0"/>
                  </a:cubicBezTo>
                  <a:cubicBezTo>
                    <a:pt x="166" y="2710"/>
                    <a:pt x="-899" y="4230"/>
                    <a:pt x="1078" y="7556"/>
                  </a:cubicBezTo>
                  <a:cubicBezTo>
                    <a:pt x="4729" y="10595"/>
                    <a:pt x="8076" y="13510"/>
                    <a:pt x="11118" y="16590"/>
                  </a:cubicBezTo>
                  <a:cubicBezTo>
                    <a:pt x="11878" y="18767"/>
                    <a:pt x="6707" y="19259"/>
                    <a:pt x="622" y="20450"/>
                  </a:cubicBezTo>
                  <a:cubicBezTo>
                    <a:pt x="8532" y="21600"/>
                    <a:pt x="11726" y="21107"/>
                    <a:pt x="20549" y="20984"/>
                  </a:cubicBezTo>
                  <a:cubicBezTo>
                    <a:pt x="20093" y="17247"/>
                    <a:pt x="18267" y="12853"/>
                    <a:pt x="19484" y="9198"/>
                  </a:cubicBezTo>
                  <a:close/>
                </a:path>
              </a:pathLst>
            </a:custGeom>
            <a:solidFill>
              <a:srgbClr val="2E96E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792" name="Shape 2792"/>
          <p:cNvSpPr/>
          <p:nvPr/>
        </p:nvSpPr>
        <p:spPr>
          <a:xfrm>
            <a:off x="9266500" y="2669910"/>
            <a:ext cx="930960" cy="1383187"/>
          </a:xfrm>
          <a:custGeom>
            <a:avLst/>
            <a:gdLst/>
            <a:ahLst/>
            <a:cxnLst>
              <a:cxn ang="0">
                <a:pos x="wd2" y="hd2"/>
              </a:cxn>
              <a:cxn ang="5400000">
                <a:pos x="wd2" y="hd2"/>
              </a:cxn>
              <a:cxn ang="10800000">
                <a:pos x="wd2" y="hd2"/>
              </a:cxn>
              <a:cxn ang="16200000">
                <a:pos x="wd2" y="hd2"/>
              </a:cxn>
            </a:cxnLst>
            <a:rect l="0" t="0" r="r" b="b"/>
            <a:pathLst>
              <a:path w="20544" h="21600" fill="norm" stroke="1" extrusionOk="0">
                <a:moveTo>
                  <a:pt x="2013" y="14126"/>
                </a:moveTo>
                <a:cubicBezTo>
                  <a:pt x="2542" y="15920"/>
                  <a:pt x="3178" y="16891"/>
                  <a:pt x="4342" y="18162"/>
                </a:cubicBezTo>
                <a:cubicBezTo>
                  <a:pt x="4448" y="19806"/>
                  <a:pt x="4872" y="21002"/>
                  <a:pt x="3919" y="21226"/>
                </a:cubicBezTo>
                <a:cubicBezTo>
                  <a:pt x="3495" y="21301"/>
                  <a:pt x="3072" y="21451"/>
                  <a:pt x="2542" y="21600"/>
                </a:cubicBezTo>
                <a:cubicBezTo>
                  <a:pt x="18636" y="21600"/>
                  <a:pt x="18636" y="21600"/>
                  <a:pt x="18636" y="21600"/>
                </a:cubicBezTo>
                <a:cubicBezTo>
                  <a:pt x="17895" y="21451"/>
                  <a:pt x="17366" y="21301"/>
                  <a:pt x="16730" y="21226"/>
                </a:cubicBezTo>
                <a:cubicBezTo>
                  <a:pt x="15778" y="21077"/>
                  <a:pt x="16307" y="18461"/>
                  <a:pt x="16307" y="18087"/>
                </a:cubicBezTo>
                <a:cubicBezTo>
                  <a:pt x="16307" y="18012"/>
                  <a:pt x="16307" y="18012"/>
                  <a:pt x="16307" y="18012"/>
                </a:cubicBezTo>
                <a:cubicBezTo>
                  <a:pt x="17366" y="16817"/>
                  <a:pt x="18213" y="15621"/>
                  <a:pt x="18530" y="14201"/>
                </a:cubicBezTo>
                <a:cubicBezTo>
                  <a:pt x="20436" y="13304"/>
                  <a:pt x="20754" y="12183"/>
                  <a:pt x="20436" y="10389"/>
                </a:cubicBezTo>
                <a:cubicBezTo>
                  <a:pt x="19589" y="10090"/>
                  <a:pt x="19483" y="10090"/>
                  <a:pt x="18954" y="10389"/>
                </a:cubicBezTo>
                <a:cubicBezTo>
                  <a:pt x="20648" y="4858"/>
                  <a:pt x="19907" y="149"/>
                  <a:pt x="10378" y="0"/>
                </a:cubicBezTo>
                <a:cubicBezTo>
                  <a:pt x="1166" y="224"/>
                  <a:pt x="-846" y="4185"/>
                  <a:pt x="1589" y="10314"/>
                </a:cubicBezTo>
                <a:cubicBezTo>
                  <a:pt x="1060" y="10090"/>
                  <a:pt x="954" y="10090"/>
                  <a:pt x="107" y="10389"/>
                </a:cubicBezTo>
                <a:cubicBezTo>
                  <a:pt x="-211" y="12183"/>
                  <a:pt x="107" y="13229"/>
                  <a:pt x="2013" y="14126"/>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793" name="Shape 2793"/>
          <p:cNvSpPr/>
          <p:nvPr/>
        </p:nvSpPr>
        <p:spPr>
          <a:xfrm>
            <a:off x="11918822" y="4302523"/>
            <a:ext cx="2176818" cy="16930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569"/>
                </a:moveTo>
                <a:cubicBezTo>
                  <a:pt x="238" y="17329"/>
                  <a:pt x="381" y="19037"/>
                  <a:pt x="238" y="21600"/>
                </a:cubicBezTo>
                <a:cubicBezTo>
                  <a:pt x="3330" y="21600"/>
                  <a:pt x="3330" y="21600"/>
                  <a:pt x="3330" y="21600"/>
                </a:cubicBezTo>
                <a:cubicBezTo>
                  <a:pt x="3711" y="17573"/>
                  <a:pt x="3568" y="14522"/>
                  <a:pt x="3426" y="8542"/>
                </a:cubicBezTo>
                <a:cubicBezTo>
                  <a:pt x="3901" y="12753"/>
                  <a:pt x="4948" y="17268"/>
                  <a:pt x="4853" y="21600"/>
                </a:cubicBezTo>
                <a:cubicBezTo>
                  <a:pt x="16747" y="21600"/>
                  <a:pt x="16747" y="21600"/>
                  <a:pt x="16747" y="21600"/>
                </a:cubicBezTo>
                <a:cubicBezTo>
                  <a:pt x="16700" y="17268"/>
                  <a:pt x="17699" y="12631"/>
                  <a:pt x="18174" y="8542"/>
                </a:cubicBezTo>
                <a:cubicBezTo>
                  <a:pt x="18032" y="13973"/>
                  <a:pt x="17937" y="17329"/>
                  <a:pt x="18317" y="21600"/>
                </a:cubicBezTo>
                <a:cubicBezTo>
                  <a:pt x="21457" y="21600"/>
                  <a:pt x="21457" y="21600"/>
                  <a:pt x="21457" y="21600"/>
                </a:cubicBezTo>
                <a:cubicBezTo>
                  <a:pt x="21267" y="19037"/>
                  <a:pt x="21410" y="17329"/>
                  <a:pt x="21600" y="12569"/>
                </a:cubicBezTo>
                <a:cubicBezTo>
                  <a:pt x="21600" y="2258"/>
                  <a:pt x="21124" y="1281"/>
                  <a:pt x="18507" y="0"/>
                </a:cubicBezTo>
                <a:cubicBezTo>
                  <a:pt x="3568" y="0"/>
                  <a:pt x="3568" y="0"/>
                  <a:pt x="3568" y="0"/>
                </a:cubicBezTo>
                <a:cubicBezTo>
                  <a:pt x="381" y="1525"/>
                  <a:pt x="0" y="2258"/>
                  <a:pt x="0" y="12569"/>
                </a:cubicBezTo>
                <a:close/>
              </a:path>
            </a:pathLst>
          </a:custGeom>
          <a:solidFill>
            <a:srgbClr val="1B619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2797" name="Group 2797"/>
          <p:cNvGrpSpPr/>
          <p:nvPr/>
        </p:nvGrpSpPr>
        <p:grpSpPr>
          <a:xfrm>
            <a:off x="11771627" y="6006938"/>
            <a:ext cx="2472528" cy="2860853"/>
            <a:chOff x="0" y="0"/>
            <a:chExt cx="2472527" cy="2860851"/>
          </a:xfrm>
        </p:grpSpPr>
        <p:sp>
          <p:nvSpPr>
            <p:cNvPr id="2794" name="Shape 2794"/>
            <p:cNvSpPr/>
            <p:nvPr/>
          </p:nvSpPr>
          <p:spPr>
            <a:xfrm>
              <a:off x="363550" y="0"/>
              <a:ext cx="1744109" cy="2860852"/>
            </a:xfrm>
            <a:custGeom>
              <a:avLst/>
              <a:gdLst/>
              <a:ahLst/>
              <a:cxnLst>
                <a:cxn ang="0">
                  <a:pos x="wd2" y="hd2"/>
                </a:cxn>
                <a:cxn ang="5400000">
                  <a:pos x="wd2" y="hd2"/>
                </a:cxn>
                <a:cxn ang="10800000">
                  <a:pos x="wd2" y="hd2"/>
                </a:cxn>
                <a:cxn ang="16200000">
                  <a:pos x="wd2" y="hd2"/>
                </a:cxn>
              </a:cxnLst>
              <a:rect l="0" t="0" r="r" b="b"/>
              <a:pathLst>
                <a:path w="20179" h="21600" fill="norm" stroke="1" extrusionOk="0">
                  <a:moveTo>
                    <a:pt x="19118" y="15712"/>
                  </a:moveTo>
                  <a:cubicBezTo>
                    <a:pt x="20890" y="9572"/>
                    <a:pt x="20502" y="8452"/>
                    <a:pt x="17512" y="2420"/>
                  </a:cubicBezTo>
                  <a:cubicBezTo>
                    <a:pt x="17179" y="1625"/>
                    <a:pt x="17013" y="831"/>
                    <a:pt x="17013" y="0"/>
                  </a:cubicBezTo>
                  <a:cubicBezTo>
                    <a:pt x="3167" y="0"/>
                    <a:pt x="3167" y="0"/>
                    <a:pt x="3167" y="0"/>
                  </a:cubicBezTo>
                  <a:cubicBezTo>
                    <a:pt x="3112" y="722"/>
                    <a:pt x="3001" y="1445"/>
                    <a:pt x="2668" y="2167"/>
                  </a:cubicBezTo>
                  <a:cubicBezTo>
                    <a:pt x="-322" y="8199"/>
                    <a:pt x="-710" y="9572"/>
                    <a:pt x="1062" y="15712"/>
                  </a:cubicBezTo>
                  <a:cubicBezTo>
                    <a:pt x="1727" y="17663"/>
                    <a:pt x="2392" y="19649"/>
                    <a:pt x="3112" y="21600"/>
                  </a:cubicBezTo>
                  <a:cubicBezTo>
                    <a:pt x="9481" y="21600"/>
                    <a:pt x="9481" y="21600"/>
                    <a:pt x="9481" y="21600"/>
                  </a:cubicBezTo>
                  <a:cubicBezTo>
                    <a:pt x="9481" y="21600"/>
                    <a:pt x="9481" y="21600"/>
                    <a:pt x="9481" y="21600"/>
                  </a:cubicBezTo>
                  <a:cubicBezTo>
                    <a:pt x="9425" y="20047"/>
                    <a:pt x="9315" y="11089"/>
                    <a:pt x="10090" y="10475"/>
                  </a:cubicBezTo>
                  <a:cubicBezTo>
                    <a:pt x="11142" y="11125"/>
                    <a:pt x="10755" y="20047"/>
                    <a:pt x="10755" y="21600"/>
                  </a:cubicBezTo>
                  <a:cubicBezTo>
                    <a:pt x="10755" y="21600"/>
                    <a:pt x="10755" y="21600"/>
                    <a:pt x="10755" y="21600"/>
                  </a:cubicBezTo>
                  <a:cubicBezTo>
                    <a:pt x="17068" y="21600"/>
                    <a:pt x="17068" y="21600"/>
                    <a:pt x="17068" y="21600"/>
                  </a:cubicBezTo>
                  <a:cubicBezTo>
                    <a:pt x="17788" y="19649"/>
                    <a:pt x="18453" y="17663"/>
                    <a:pt x="19118" y="15712"/>
                  </a:cubicBezTo>
                  <a:close/>
                </a:path>
              </a:pathLst>
            </a:custGeom>
            <a:solidFill>
              <a:srgbClr val="2378BD"/>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95" name="Shape 2795"/>
            <p:cNvSpPr/>
            <p:nvPr/>
          </p:nvSpPr>
          <p:spPr>
            <a:xfrm>
              <a:off x="0" y="0"/>
              <a:ext cx="483545" cy="2089030"/>
            </a:xfrm>
            <a:custGeom>
              <a:avLst/>
              <a:gdLst/>
              <a:ahLst/>
              <a:cxnLst>
                <a:cxn ang="0">
                  <a:pos x="wd2" y="hd2"/>
                </a:cxn>
                <a:cxn ang="5400000">
                  <a:pos x="wd2" y="hd2"/>
                </a:cxn>
                <a:cxn ang="10800000">
                  <a:pos x="wd2" y="hd2"/>
                </a:cxn>
                <a:cxn ang="16200000">
                  <a:pos x="wd2" y="hd2"/>
                </a:cxn>
              </a:cxnLst>
              <a:rect l="0" t="0" r="r" b="b"/>
              <a:pathLst>
                <a:path w="19192" h="20729" fill="norm" stroke="1" extrusionOk="0">
                  <a:moveTo>
                    <a:pt x="7066" y="18894"/>
                  </a:moveTo>
                  <a:cubicBezTo>
                    <a:pt x="4034" y="15713"/>
                    <a:pt x="6497" y="15666"/>
                    <a:pt x="8581" y="17517"/>
                  </a:cubicBezTo>
                  <a:cubicBezTo>
                    <a:pt x="10097" y="18989"/>
                    <a:pt x="11045" y="20128"/>
                    <a:pt x="12371" y="17612"/>
                  </a:cubicBezTo>
                  <a:cubicBezTo>
                    <a:pt x="12939" y="16473"/>
                    <a:pt x="13697" y="16331"/>
                    <a:pt x="9529" y="14384"/>
                  </a:cubicBezTo>
                  <a:cubicBezTo>
                    <a:pt x="10666" y="11488"/>
                    <a:pt x="13508" y="7738"/>
                    <a:pt x="15781" y="4937"/>
                  </a:cubicBezTo>
                  <a:cubicBezTo>
                    <a:pt x="17487" y="2943"/>
                    <a:pt x="18624" y="1377"/>
                    <a:pt x="19192" y="0"/>
                  </a:cubicBezTo>
                  <a:cubicBezTo>
                    <a:pt x="6687" y="0"/>
                    <a:pt x="6687" y="0"/>
                    <a:pt x="6687" y="0"/>
                  </a:cubicBezTo>
                  <a:cubicBezTo>
                    <a:pt x="6308" y="1044"/>
                    <a:pt x="5550" y="2326"/>
                    <a:pt x="4224" y="4320"/>
                  </a:cubicBezTo>
                  <a:cubicBezTo>
                    <a:pt x="4034" y="6456"/>
                    <a:pt x="3276" y="9827"/>
                    <a:pt x="2897" y="11963"/>
                  </a:cubicBezTo>
                  <a:cubicBezTo>
                    <a:pt x="434" y="15618"/>
                    <a:pt x="-2408" y="17375"/>
                    <a:pt x="3466" y="19321"/>
                  </a:cubicBezTo>
                  <a:cubicBezTo>
                    <a:pt x="8203" y="20935"/>
                    <a:pt x="11613" y="21600"/>
                    <a:pt x="7066" y="18894"/>
                  </a:cubicBezTo>
                  <a:close/>
                </a:path>
              </a:pathLst>
            </a:custGeom>
            <a:solidFill>
              <a:srgbClr val="2378BD"/>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96" name="Shape 2796"/>
            <p:cNvSpPr/>
            <p:nvPr/>
          </p:nvSpPr>
          <p:spPr>
            <a:xfrm>
              <a:off x="1991442" y="0"/>
              <a:ext cx="481086" cy="2095307"/>
            </a:xfrm>
            <a:custGeom>
              <a:avLst/>
              <a:gdLst/>
              <a:ahLst/>
              <a:cxnLst>
                <a:cxn ang="0">
                  <a:pos x="wd2" y="hd2"/>
                </a:cxn>
                <a:cxn ang="5400000">
                  <a:pos x="wd2" y="hd2"/>
                </a:cxn>
                <a:cxn ang="10800000">
                  <a:pos x="wd2" y="hd2"/>
                </a:cxn>
                <a:cxn ang="16200000">
                  <a:pos x="wd2" y="hd2"/>
                </a:cxn>
              </a:cxnLst>
              <a:rect l="0" t="0" r="r" b="b"/>
              <a:pathLst>
                <a:path w="18833" h="20827" fill="norm" stroke="1" extrusionOk="0">
                  <a:moveTo>
                    <a:pt x="3381" y="5043"/>
                  </a:moveTo>
                  <a:cubicBezTo>
                    <a:pt x="5823" y="7850"/>
                    <a:pt x="8264" y="11514"/>
                    <a:pt x="9391" y="14416"/>
                  </a:cubicBezTo>
                  <a:cubicBezTo>
                    <a:pt x="5447" y="16224"/>
                    <a:pt x="5635" y="16462"/>
                    <a:pt x="5635" y="17223"/>
                  </a:cubicBezTo>
                  <a:cubicBezTo>
                    <a:pt x="6010" y="19982"/>
                    <a:pt x="7889" y="18793"/>
                    <a:pt x="9579" y="17318"/>
                  </a:cubicBezTo>
                  <a:cubicBezTo>
                    <a:pt x="11457" y="15558"/>
                    <a:pt x="14650" y="15748"/>
                    <a:pt x="11645" y="18936"/>
                  </a:cubicBezTo>
                  <a:cubicBezTo>
                    <a:pt x="8264" y="20934"/>
                    <a:pt x="7889" y="21600"/>
                    <a:pt x="14463" y="19697"/>
                  </a:cubicBezTo>
                  <a:cubicBezTo>
                    <a:pt x="21600" y="17604"/>
                    <a:pt x="18407" y="15891"/>
                    <a:pt x="15965" y="11989"/>
                  </a:cubicBezTo>
                  <a:cubicBezTo>
                    <a:pt x="15590" y="9848"/>
                    <a:pt x="15214" y="6566"/>
                    <a:pt x="15026" y="4377"/>
                  </a:cubicBezTo>
                  <a:cubicBezTo>
                    <a:pt x="13523" y="2379"/>
                    <a:pt x="12772" y="1094"/>
                    <a:pt x="12397" y="0"/>
                  </a:cubicBezTo>
                  <a:cubicBezTo>
                    <a:pt x="0" y="0"/>
                    <a:pt x="0" y="0"/>
                    <a:pt x="0" y="0"/>
                  </a:cubicBezTo>
                  <a:cubicBezTo>
                    <a:pt x="751" y="1475"/>
                    <a:pt x="1878" y="3045"/>
                    <a:pt x="3381" y="5043"/>
                  </a:cubicBezTo>
                  <a:close/>
                </a:path>
              </a:pathLst>
            </a:custGeom>
            <a:solidFill>
              <a:srgbClr val="2378BD"/>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2800" name="Group 2800"/>
          <p:cNvGrpSpPr/>
          <p:nvPr/>
        </p:nvGrpSpPr>
        <p:grpSpPr>
          <a:xfrm>
            <a:off x="12393177" y="8879127"/>
            <a:ext cx="1228082" cy="3239591"/>
            <a:chOff x="0" y="0"/>
            <a:chExt cx="1228080" cy="3239590"/>
          </a:xfrm>
        </p:grpSpPr>
        <p:sp>
          <p:nvSpPr>
            <p:cNvPr id="2798" name="Shape 2798"/>
            <p:cNvSpPr/>
            <p:nvPr/>
          </p:nvSpPr>
          <p:spPr>
            <a:xfrm>
              <a:off x="672021" y="0"/>
              <a:ext cx="556060" cy="3239591"/>
            </a:xfrm>
            <a:custGeom>
              <a:avLst/>
              <a:gdLst/>
              <a:ahLst/>
              <a:cxnLst>
                <a:cxn ang="0">
                  <a:pos x="wd2" y="hd2"/>
                </a:cxn>
                <a:cxn ang="5400000">
                  <a:pos x="wd2" y="hd2"/>
                </a:cxn>
                <a:cxn ang="10800000">
                  <a:pos x="wd2" y="hd2"/>
                </a:cxn>
                <a:cxn ang="16200000">
                  <a:pos x="wd2" y="hd2"/>
                </a:cxn>
              </a:cxnLst>
              <a:rect l="0" t="0" r="r" b="b"/>
              <a:pathLst>
                <a:path w="19740" h="21480" fill="norm" stroke="1" extrusionOk="0">
                  <a:moveTo>
                    <a:pt x="19389" y="32"/>
                  </a:moveTo>
                  <a:cubicBezTo>
                    <a:pt x="19389" y="0"/>
                    <a:pt x="19389" y="0"/>
                    <a:pt x="19389" y="0"/>
                  </a:cubicBezTo>
                  <a:cubicBezTo>
                    <a:pt x="0" y="0"/>
                    <a:pt x="0" y="0"/>
                    <a:pt x="0" y="0"/>
                  </a:cubicBezTo>
                  <a:cubicBezTo>
                    <a:pt x="1701" y="2125"/>
                    <a:pt x="2381" y="3521"/>
                    <a:pt x="1361" y="5773"/>
                  </a:cubicBezTo>
                  <a:cubicBezTo>
                    <a:pt x="-850" y="11133"/>
                    <a:pt x="170" y="16144"/>
                    <a:pt x="1361" y="21473"/>
                  </a:cubicBezTo>
                  <a:cubicBezTo>
                    <a:pt x="10205" y="21473"/>
                    <a:pt x="10375" y="21600"/>
                    <a:pt x="18539" y="20775"/>
                  </a:cubicBezTo>
                  <a:cubicBezTo>
                    <a:pt x="14797" y="19856"/>
                    <a:pt x="10035" y="19443"/>
                    <a:pt x="7314" y="18396"/>
                  </a:cubicBezTo>
                  <a:cubicBezTo>
                    <a:pt x="8504" y="15352"/>
                    <a:pt x="10205" y="13353"/>
                    <a:pt x="13437" y="10911"/>
                  </a:cubicBezTo>
                  <a:cubicBezTo>
                    <a:pt x="18029" y="7485"/>
                    <a:pt x="20750" y="5170"/>
                    <a:pt x="19389" y="32"/>
                  </a:cubicBezTo>
                  <a:close/>
                </a:path>
              </a:pathLst>
            </a:custGeom>
            <a:solidFill>
              <a:srgbClr val="2E96E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2799" name="Shape 2799"/>
            <p:cNvSpPr/>
            <p:nvPr/>
          </p:nvSpPr>
          <p:spPr>
            <a:xfrm>
              <a:off x="0" y="0"/>
              <a:ext cx="556085" cy="3239591"/>
            </a:xfrm>
            <a:custGeom>
              <a:avLst/>
              <a:gdLst/>
              <a:ahLst/>
              <a:cxnLst>
                <a:cxn ang="0">
                  <a:pos x="wd2" y="hd2"/>
                </a:cxn>
                <a:cxn ang="5400000">
                  <a:pos x="wd2" y="hd2"/>
                </a:cxn>
                <a:cxn ang="10800000">
                  <a:pos x="wd2" y="hd2"/>
                </a:cxn>
                <a:cxn ang="16200000">
                  <a:pos x="wd2" y="hd2"/>
                </a:cxn>
              </a:cxnLst>
              <a:rect l="0" t="0" r="r" b="b"/>
              <a:pathLst>
                <a:path w="19741" h="21480" fill="norm" stroke="1" extrusionOk="0">
                  <a:moveTo>
                    <a:pt x="19741" y="0"/>
                  </a:moveTo>
                  <a:cubicBezTo>
                    <a:pt x="352" y="0"/>
                    <a:pt x="352" y="0"/>
                    <a:pt x="352" y="0"/>
                  </a:cubicBezTo>
                  <a:cubicBezTo>
                    <a:pt x="352" y="0"/>
                    <a:pt x="352" y="0"/>
                    <a:pt x="352" y="32"/>
                  </a:cubicBezTo>
                  <a:cubicBezTo>
                    <a:pt x="-1009" y="5138"/>
                    <a:pt x="1712" y="7676"/>
                    <a:pt x="6134" y="11070"/>
                  </a:cubicBezTo>
                  <a:cubicBezTo>
                    <a:pt x="9366" y="13544"/>
                    <a:pt x="11237" y="15225"/>
                    <a:pt x="12427" y="18396"/>
                  </a:cubicBezTo>
                  <a:cubicBezTo>
                    <a:pt x="9706" y="19443"/>
                    <a:pt x="4944" y="19856"/>
                    <a:pt x="1372" y="20775"/>
                  </a:cubicBezTo>
                  <a:cubicBezTo>
                    <a:pt x="9366" y="21600"/>
                    <a:pt x="9536" y="21473"/>
                    <a:pt x="18550" y="21473"/>
                  </a:cubicBezTo>
                  <a:cubicBezTo>
                    <a:pt x="19571" y="16144"/>
                    <a:pt x="20591" y="11165"/>
                    <a:pt x="18380" y="5804"/>
                  </a:cubicBezTo>
                  <a:cubicBezTo>
                    <a:pt x="17530" y="3552"/>
                    <a:pt x="18040" y="2125"/>
                    <a:pt x="19741" y="0"/>
                  </a:cubicBezTo>
                  <a:close/>
                </a:path>
              </a:pathLst>
            </a:custGeom>
            <a:solidFill>
              <a:srgbClr val="2E96EA"/>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2801" name="Shape 2801"/>
          <p:cNvSpPr/>
          <p:nvPr/>
        </p:nvSpPr>
        <p:spPr>
          <a:xfrm>
            <a:off x="12304300" y="2617001"/>
            <a:ext cx="1473888" cy="16779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21600" y="21600"/>
                  <a:pt x="21600" y="21600"/>
                  <a:pt x="21600" y="21600"/>
                </a:cubicBezTo>
                <a:cubicBezTo>
                  <a:pt x="21319" y="19563"/>
                  <a:pt x="20338" y="18576"/>
                  <a:pt x="19356" y="17897"/>
                </a:cubicBezTo>
                <a:cubicBezTo>
                  <a:pt x="16901" y="16231"/>
                  <a:pt x="17953" y="14750"/>
                  <a:pt x="17673" y="12775"/>
                </a:cubicBezTo>
                <a:cubicBezTo>
                  <a:pt x="17322" y="7467"/>
                  <a:pt x="17322" y="62"/>
                  <a:pt x="10309" y="0"/>
                </a:cubicBezTo>
                <a:cubicBezTo>
                  <a:pt x="5681" y="62"/>
                  <a:pt x="3647" y="3086"/>
                  <a:pt x="3296" y="6603"/>
                </a:cubicBezTo>
                <a:cubicBezTo>
                  <a:pt x="2945" y="9257"/>
                  <a:pt x="4278" y="13022"/>
                  <a:pt x="2034" y="16416"/>
                </a:cubicBezTo>
                <a:cubicBezTo>
                  <a:pt x="1473" y="17342"/>
                  <a:pt x="1543" y="19810"/>
                  <a:pt x="2314" y="20798"/>
                </a:cubicBezTo>
                <a:cubicBezTo>
                  <a:pt x="1473" y="21106"/>
                  <a:pt x="701" y="21353"/>
                  <a:pt x="0" y="21600"/>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2802" name="Shape 2802"/>
          <p:cNvSpPr/>
          <p:nvPr/>
        </p:nvSpPr>
        <p:spPr>
          <a:xfrm>
            <a:off x="13860622" y="3593136"/>
            <a:ext cx="2132839"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3" name="Shape 2803"/>
          <p:cNvSpPr/>
          <p:nvPr/>
        </p:nvSpPr>
        <p:spPr>
          <a:xfrm>
            <a:off x="14427910" y="5588930"/>
            <a:ext cx="1532929"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4" name="Shape 2804"/>
          <p:cNvSpPr/>
          <p:nvPr/>
        </p:nvSpPr>
        <p:spPr>
          <a:xfrm>
            <a:off x="14025500" y="10463737"/>
            <a:ext cx="2132840"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5" name="Shape 2805"/>
          <p:cNvSpPr/>
          <p:nvPr/>
        </p:nvSpPr>
        <p:spPr>
          <a:xfrm>
            <a:off x="14589084" y="7946448"/>
            <a:ext cx="1275826"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6" name="Shape 2806"/>
          <p:cNvSpPr/>
          <p:nvPr/>
        </p:nvSpPr>
        <p:spPr>
          <a:xfrm flipH="1">
            <a:off x="6995918" y="3593136"/>
            <a:ext cx="1961437"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7" name="Shape 2807"/>
          <p:cNvSpPr/>
          <p:nvPr/>
        </p:nvSpPr>
        <p:spPr>
          <a:xfrm flipH="1">
            <a:off x="6941270" y="5588930"/>
            <a:ext cx="1361527"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8" name="Shape 2808"/>
          <p:cNvSpPr/>
          <p:nvPr/>
        </p:nvSpPr>
        <p:spPr>
          <a:xfrm flipH="1">
            <a:off x="6991181" y="10463737"/>
            <a:ext cx="1790034"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09" name="Shape 2809"/>
          <p:cNvSpPr/>
          <p:nvPr/>
        </p:nvSpPr>
        <p:spPr>
          <a:xfrm flipH="1">
            <a:off x="6961088" y="7946448"/>
            <a:ext cx="1275825"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10" name="Shape 281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811" name="Shape 2811"/>
          <p:cNvSpPr/>
          <p:nvPr/>
        </p:nvSpPr>
        <p:spPr>
          <a:xfrm>
            <a:off x="50800" y="13415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9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813" name="Shape 2813"/>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2814" name="Shape 2814"/>
          <p:cNvSpPr/>
          <p:nvPr/>
        </p:nvSpPr>
        <p:spPr>
          <a:xfrm>
            <a:off x="13051383" y="10956189"/>
            <a:ext cx="2132839"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15" name="Shape 281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816" name="Shape 2816"/>
          <p:cNvSpPr/>
          <p:nvPr/>
        </p:nvSpPr>
        <p:spPr>
          <a:xfrm>
            <a:off x="50800" y="13415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2819" name="Group 2819"/>
          <p:cNvGrpSpPr/>
          <p:nvPr/>
        </p:nvGrpSpPr>
        <p:grpSpPr>
          <a:xfrm>
            <a:off x="10773211" y="10043691"/>
            <a:ext cx="2799274" cy="1824996"/>
            <a:chOff x="0" y="0"/>
            <a:chExt cx="2799273" cy="1824995"/>
          </a:xfrm>
        </p:grpSpPr>
        <p:sp>
          <p:nvSpPr>
            <p:cNvPr id="2817" name="Shape 2817"/>
            <p:cNvSpPr/>
            <p:nvPr/>
          </p:nvSpPr>
          <p:spPr>
            <a:xfrm>
              <a:off x="0" y="0"/>
              <a:ext cx="1113377" cy="1824996"/>
            </a:xfrm>
            <a:custGeom>
              <a:avLst/>
              <a:gdLst/>
              <a:ahLst/>
              <a:cxnLst>
                <a:cxn ang="0">
                  <a:pos x="wd2" y="hd2"/>
                </a:cxn>
                <a:cxn ang="5400000">
                  <a:pos x="wd2" y="hd2"/>
                </a:cxn>
                <a:cxn ang="10800000">
                  <a:pos x="wd2" y="hd2"/>
                </a:cxn>
                <a:cxn ang="16200000">
                  <a:pos x="wd2" y="hd2"/>
                </a:cxn>
              </a:cxnLst>
              <a:rect l="0" t="0" r="r" b="b"/>
              <a:pathLst>
                <a:path w="21600" h="21364" fill="norm" stroke="1" extrusionOk="0">
                  <a:moveTo>
                    <a:pt x="6476" y="14896"/>
                  </a:moveTo>
                  <a:cubicBezTo>
                    <a:pt x="6476" y="15083"/>
                    <a:pt x="6476" y="15083"/>
                    <a:pt x="6476" y="15263"/>
                  </a:cubicBezTo>
                  <a:cubicBezTo>
                    <a:pt x="2469" y="17694"/>
                    <a:pt x="0" y="18989"/>
                    <a:pt x="0" y="19924"/>
                  </a:cubicBezTo>
                  <a:cubicBezTo>
                    <a:pt x="0" y="21226"/>
                    <a:pt x="4008" y="21600"/>
                    <a:pt x="7097" y="21226"/>
                  </a:cubicBezTo>
                  <a:cubicBezTo>
                    <a:pt x="10496" y="20672"/>
                    <a:pt x="13585" y="18435"/>
                    <a:pt x="14515" y="18061"/>
                  </a:cubicBezTo>
                  <a:cubicBezTo>
                    <a:pt x="15124" y="17500"/>
                    <a:pt x="16662" y="17313"/>
                    <a:pt x="17592" y="17133"/>
                  </a:cubicBezTo>
                  <a:cubicBezTo>
                    <a:pt x="18213" y="16946"/>
                    <a:pt x="18213" y="16759"/>
                    <a:pt x="18213" y="16759"/>
                  </a:cubicBezTo>
                  <a:cubicBezTo>
                    <a:pt x="18213" y="15824"/>
                    <a:pt x="18213" y="15824"/>
                    <a:pt x="18213" y="15824"/>
                  </a:cubicBezTo>
                  <a:cubicBezTo>
                    <a:pt x="19131" y="15457"/>
                    <a:pt x="19131" y="15457"/>
                    <a:pt x="19131" y="15457"/>
                  </a:cubicBezTo>
                  <a:cubicBezTo>
                    <a:pt x="19131" y="15457"/>
                    <a:pt x="20061" y="8380"/>
                    <a:pt x="21600" y="0"/>
                  </a:cubicBezTo>
                  <a:cubicBezTo>
                    <a:pt x="6798" y="0"/>
                    <a:pt x="6798" y="0"/>
                    <a:pt x="6798" y="0"/>
                  </a:cubicBezTo>
                  <a:cubicBezTo>
                    <a:pt x="6798" y="8193"/>
                    <a:pt x="6476" y="14896"/>
                    <a:pt x="6476" y="14896"/>
                  </a:cubicBezTo>
                </a:path>
              </a:pathLst>
            </a:custGeom>
            <a:solidFill>
              <a:srgbClr val="B3E6F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2818" name="Shape 2818"/>
            <p:cNvSpPr/>
            <p:nvPr/>
          </p:nvSpPr>
          <p:spPr>
            <a:xfrm>
              <a:off x="1702158" y="0"/>
              <a:ext cx="1097116" cy="1824996"/>
            </a:xfrm>
            <a:custGeom>
              <a:avLst/>
              <a:gdLst/>
              <a:ahLst/>
              <a:cxnLst>
                <a:cxn ang="0">
                  <a:pos x="wd2" y="hd2"/>
                </a:cxn>
                <a:cxn ang="5400000">
                  <a:pos x="wd2" y="hd2"/>
                </a:cxn>
                <a:cxn ang="10800000">
                  <a:pos x="wd2" y="hd2"/>
                </a:cxn>
                <a:cxn ang="16200000">
                  <a:pos x="wd2" y="hd2"/>
                </a:cxn>
              </a:cxnLst>
              <a:rect l="0" t="0" r="r" b="b"/>
              <a:pathLst>
                <a:path w="21600" h="21364" fill="norm" stroke="1" extrusionOk="0">
                  <a:moveTo>
                    <a:pt x="2503" y="15644"/>
                  </a:moveTo>
                  <a:cubicBezTo>
                    <a:pt x="3447" y="16011"/>
                    <a:pt x="3447" y="16011"/>
                    <a:pt x="3447" y="16011"/>
                  </a:cubicBezTo>
                  <a:cubicBezTo>
                    <a:pt x="3447" y="16759"/>
                    <a:pt x="3447" y="16759"/>
                    <a:pt x="3447" y="16759"/>
                  </a:cubicBezTo>
                  <a:cubicBezTo>
                    <a:pt x="3447" y="16759"/>
                    <a:pt x="3447" y="16946"/>
                    <a:pt x="4064" y="17133"/>
                  </a:cubicBezTo>
                  <a:cubicBezTo>
                    <a:pt x="5007" y="17313"/>
                    <a:pt x="6265" y="17500"/>
                    <a:pt x="7208" y="18061"/>
                  </a:cubicBezTo>
                  <a:cubicBezTo>
                    <a:pt x="8139" y="18435"/>
                    <a:pt x="11272" y="20672"/>
                    <a:pt x="14404" y="21226"/>
                  </a:cubicBezTo>
                  <a:cubicBezTo>
                    <a:pt x="17851" y="21600"/>
                    <a:pt x="21600" y="21226"/>
                    <a:pt x="21600" y="19924"/>
                  </a:cubicBezTo>
                  <a:cubicBezTo>
                    <a:pt x="21600" y="18989"/>
                    <a:pt x="19411" y="17694"/>
                    <a:pt x="15335" y="15263"/>
                  </a:cubicBezTo>
                  <a:lnTo>
                    <a:pt x="15335" y="15083"/>
                  </a:lnTo>
                  <a:cubicBezTo>
                    <a:pt x="15335" y="15083"/>
                    <a:pt x="15033" y="8193"/>
                    <a:pt x="15033" y="0"/>
                  </a:cubicBezTo>
                  <a:cubicBezTo>
                    <a:pt x="0" y="0"/>
                    <a:pt x="0" y="0"/>
                    <a:pt x="0" y="0"/>
                  </a:cubicBezTo>
                  <a:cubicBezTo>
                    <a:pt x="1258" y="8559"/>
                    <a:pt x="2503" y="15644"/>
                    <a:pt x="2503" y="15644"/>
                  </a:cubicBezTo>
                </a:path>
              </a:pathLst>
            </a:custGeom>
            <a:solidFill>
              <a:srgbClr val="B3E6F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2820" name="Shape 2820"/>
          <p:cNvSpPr/>
          <p:nvPr/>
        </p:nvSpPr>
        <p:spPr>
          <a:xfrm>
            <a:off x="10835551" y="1847313"/>
            <a:ext cx="2688149" cy="21650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20" y="20809"/>
                </a:moveTo>
                <a:cubicBezTo>
                  <a:pt x="20835" y="20171"/>
                  <a:pt x="20326" y="20012"/>
                  <a:pt x="19941" y="19852"/>
                </a:cubicBezTo>
                <a:cubicBezTo>
                  <a:pt x="19689" y="19693"/>
                  <a:pt x="16999" y="18583"/>
                  <a:pt x="15340" y="17632"/>
                </a:cubicBezTo>
                <a:cubicBezTo>
                  <a:pt x="15340" y="17473"/>
                  <a:pt x="15340" y="17473"/>
                  <a:pt x="15340" y="17473"/>
                </a:cubicBezTo>
                <a:cubicBezTo>
                  <a:pt x="13804" y="16835"/>
                  <a:pt x="13804" y="16835"/>
                  <a:pt x="13804" y="16835"/>
                </a:cubicBezTo>
                <a:cubicBezTo>
                  <a:pt x="13804" y="17154"/>
                  <a:pt x="13804" y="17154"/>
                  <a:pt x="13804" y="17154"/>
                </a:cubicBezTo>
                <a:cubicBezTo>
                  <a:pt x="13804" y="16835"/>
                  <a:pt x="13804" y="16835"/>
                  <a:pt x="13804" y="16835"/>
                </a:cubicBezTo>
                <a:cubicBezTo>
                  <a:pt x="12911" y="15884"/>
                  <a:pt x="12911" y="15884"/>
                  <a:pt x="12911" y="15884"/>
                </a:cubicBezTo>
                <a:cubicBezTo>
                  <a:pt x="12911" y="13977"/>
                  <a:pt x="12911" y="13977"/>
                  <a:pt x="12911" y="13977"/>
                </a:cubicBezTo>
                <a:cubicBezTo>
                  <a:pt x="13296" y="13817"/>
                  <a:pt x="13552" y="13498"/>
                  <a:pt x="13552" y="13498"/>
                </a:cubicBezTo>
                <a:cubicBezTo>
                  <a:pt x="13552" y="13339"/>
                  <a:pt x="13681" y="12229"/>
                  <a:pt x="13804" y="11119"/>
                </a:cubicBezTo>
                <a:cubicBezTo>
                  <a:pt x="14066" y="11119"/>
                  <a:pt x="14446" y="10959"/>
                  <a:pt x="14826" y="9849"/>
                </a:cubicBezTo>
                <a:cubicBezTo>
                  <a:pt x="15088" y="8261"/>
                  <a:pt x="14955" y="7623"/>
                  <a:pt x="14703" y="7464"/>
                </a:cubicBezTo>
                <a:cubicBezTo>
                  <a:pt x="14703" y="7310"/>
                  <a:pt x="14703" y="7310"/>
                  <a:pt x="14703" y="7310"/>
                </a:cubicBezTo>
                <a:cubicBezTo>
                  <a:pt x="14703" y="7145"/>
                  <a:pt x="14703" y="6991"/>
                  <a:pt x="14703" y="6991"/>
                </a:cubicBezTo>
                <a:cubicBezTo>
                  <a:pt x="14703" y="6832"/>
                  <a:pt x="14703" y="6673"/>
                  <a:pt x="14703" y="6513"/>
                </a:cubicBezTo>
                <a:cubicBezTo>
                  <a:pt x="14703" y="6513"/>
                  <a:pt x="14703" y="6513"/>
                  <a:pt x="14703" y="6354"/>
                </a:cubicBezTo>
                <a:cubicBezTo>
                  <a:pt x="14703" y="6354"/>
                  <a:pt x="14703" y="6354"/>
                  <a:pt x="14703" y="6194"/>
                </a:cubicBezTo>
                <a:cubicBezTo>
                  <a:pt x="14703" y="6041"/>
                  <a:pt x="14703" y="5716"/>
                  <a:pt x="14703" y="5563"/>
                </a:cubicBezTo>
                <a:cubicBezTo>
                  <a:pt x="14703" y="5397"/>
                  <a:pt x="14703" y="5397"/>
                  <a:pt x="14703" y="5397"/>
                </a:cubicBezTo>
                <a:cubicBezTo>
                  <a:pt x="14574" y="5244"/>
                  <a:pt x="14574" y="4925"/>
                  <a:pt x="14574" y="4771"/>
                </a:cubicBezTo>
                <a:cubicBezTo>
                  <a:pt x="14574" y="4771"/>
                  <a:pt x="14574" y="4606"/>
                  <a:pt x="14446" y="4606"/>
                </a:cubicBezTo>
                <a:cubicBezTo>
                  <a:pt x="14446" y="4446"/>
                  <a:pt x="14318" y="4293"/>
                  <a:pt x="14318" y="4134"/>
                </a:cubicBezTo>
                <a:cubicBezTo>
                  <a:pt x="14446" y="3968"/>
                  <a:pt x="14446" y="3655"/>
                  <a:pt x="14446" y="3496"/>
                </a:cubicBezTo>
                <a:cubicBezTo>
                  <a:pt x="14446" y="3336"/>
                  <a:pt x="14446" y="3177"/>
                  <a:pt x="14318" y="3017"/>
                </a:cubicBezTo>
                <a:cubicBezTo>
                  <a:pt x="14446" y="2067"/>
                  <a:pt x="14189" y="957"/>
                  <a:pt x="12530" y="319"/>
                </a:cubicBezTo>
                <a:cubicBezTo>
                  <a:pt x="12017" y="159"/>
                  <a:pt x="11375" y="0"/>
                  <a:pt x="10610" y="0"/>
                </a:cubicBezTo>
                <a:cubicBezTo>
                  <a:pt x="9716" y="0"/>
                  <a:pt x="8818" y="478"/>
                  <a:pt x="8052" y="1116"/>
                </a:cubicBezTo>
                <a:cubicBezTo>
                  <a:pt x="8052" y="1116"/>
                  <a:pt x="7924" y="1116"/>
                  <a:pt x="7796" y="1116"/>
                </a:cubicBezTo>
                <a:cubicBezTo>
                  <a:pt x="7672" y="1116"/>
                  <a:pt x="7411" y="1116"/>
                  <a:pt x="7411" y="957"/>
                </a:cubicBezTo>
                <a:cubicBezTo>
                  <a:pt x="7411" y="957"/>
                  <a:pt x="7411" y="957"/>
                  <a:pt x="7411" y="797"/>
                </a:cubicBezTo>
                <a:cubicBezTo>
                  <a:pt x="7411" y="797"/>
                  <a:pt x="7411" y="797"/>
                  <a:pt x="7287" y="797"/>
                </a:cubicBezTo>
                <a:cubicBezTo>
                  <a:pt x="7159" y="957"/>
                  <a:pt x="7030" y="1116"/>
                  <a:pt x="6902" y="1270"/>
                </a:cubicBezTo>
                <a:cubicBezTo>
                  <a:pt x="6902" y="1429"/>
                  <a:pt x="6774" y="1595"/>
                  <a:pt x="6774" y="1748"/>
                </a:cubicBezTo>
                <a:cubicBezTo>
                  <a:pt x="6774" y="1907"/>
                  <a:pt x="6774" y="1907"/>
                  <a:pt x="6774" y="1907"/>
                </a:cubicBezTo>
                <a:cubicBezTo>
                  <a:pt x="6774" y="1907"/>
                  <a:pt x="6645" y="1907"/>
                  <a:pt x="6522" y="1748"/>
                </a:cubicBezTo>
                <a:cubicBezTo>
                  <a:pt x="6522" y="1748"/>
                  <a:pt x="6522" y="1748"/>
                  <a:pt x="6522" y="1907"/>
                </a:cubicBezTo>
                <a:cubicBezTo>
                  <a:pt x="6265" y="2067"/>
                  <a:pt x="6265" y="2386"/>
                  <a:pt x="6265" y="2698"/>
                </a:cubicBezTo>
                <a:cubicBezTo>
                  <a:pt x="6265" y="2864"/>
                  <a:pt x="6265" y="2864"/>
                  <a:pt x="6265" y="3017"/>
                </a:cubicBezTo>
                <a:cubicBezTo>
                  <a:pt x="6265" y="3017"/>
                  <a:pt x="6265" y="3017"/>
                  <a:pt x="6389" y="3017"/>
                </a:cubicBezTo>
                <a:cubicBezTo>
                  <a:pt x="6265" y="3177"/>
                  <a:pt x="6265" y="3336"/>
                  <a:pt x="6265" y="3496"/>
                </a:cubicBezTo>
                <a:cubicBezTo>
                  <a:pt x="6265" y="3496"/>
                  <a:pt x="6265" y="3496"/>
                  <a:pt x="6265" y="3655"/>
                </a:cubicBezTo>
                <a:cubicBezTo>
                  <a:pt x="6265" y="3968"/>
                  <a:pt x="6389" y="4293"/>
                  <a:pt x="6645" y="4606"/>
                </a:cubicBezTo>
                <a:lnTo>
                  <a:pt x="6645" y="4771"/>
                </a:lnTo>
                <a:cubicBezTo>
                  <a:pt x="6522" y="4925"/>
                  <a:pt x="6522" y="4925"/>
                  <a:pt x="6522" y="5084"/>
                </a:cubicBezTo>
                <a:cubicBezTo>
                  <a:pt x="6522" y="5084"/>
                  <a:pt x="6522" y="5244"/>
                  <a:pt x="6522" y="5397"/>
                </a:cubicBezTo>
                <a:cubicBezTo>
                  <a:pt x="6522" y="5563"/>
                  <a:pt x="6522" y="5563"/>
                  <a:pt x="6389" y="5716"/>
                </a:cubicBezTo>
                <a:cubicBezTo>
                  <a:pt x="6389" y="5875"/>
                  <a:pt x="6389" y="6041"/>
                  <a:pt x="6389" y="6194"/>
                </a:cubicBezTo>
                <a:lnTo>
                  <a:pt x="6389" y="6354"/>
                </a:lnTo>
                <a:cubicBezTo>
                  <a:pt x="6389" y="6513"/>
                  <a:pt x="6389" y="6513"/>
                  <a:pt x="6389" y="6513"/>
                </a:cubicBezTo>
                <a:cubicBezTo>
                  <a:pt x="6389" y="6673"/>
                  <a:pt x="6389" y="6673"/>
                  <a:pt x="6389" y="6832"/>
                </a:cubicBezTo>
                <a:lnTo>
                  <a:pt x="6389" y="6991"/>
                </a:lnTo>
                <a:cubicBezTo>
                  <a:pt x="6389" y="7145"/>
                  <a:pt x="6389" y="7145"/>
                  <a:pt x="6389" y="7145"/>
                </a:cubicBezTo>
                <a:cubicBezTo>
                  <a:pt x="6389" y="7145"/>
                  <a:pt x="6389" y="7310"/>
                  <a:pt x="6389" y="7464"/>
                </a:cubicBezTo>
                <a:cubicBezTo>
                  <a:pt x="6137" y="7464"/>
                  <a:pt x="6009" y="8261"/>
                  <a:pt x="6389" y="9849"/>
                </a:cubicBezTo>
                <a:cubicBezTo>
                  <a:pt x="6645" y="10800"/>
                  <a:pt x="7030" y="11119"/>
                  <a:pt x="7287" y="11119"/>
                </a:cubicBezTo>
                <a:cubicBezTo>
                  <a:pt x="7411" y="12229"/>
                  <a:pt x="7544" y="13339"/>
                  <a:pt x="7544" y="13498"/>
                </a:cubicBezTo>
                <a:cubicBezTo>
                  <a:pt x="7544" y="13498"/>
                  <a:pt x="7796" y="13817"/>
                  <a:pt x="8181" y="13977"/>
                </a:cubicBezTo>
                <a:cubicBezTo>
                  <a:pt x="8181" y="16203"/>
                  <a:pt x="8181" y="16203"/>
                  <a:pt x="8181" y="16203"/>
                </a:cubicBezTo>
                <a:cubicBezTo>
                  <a:pt x="7411" y="16835"/>
                  <a:pt x="7411" y="16835"/>
                  <a:pt x="7411" y="16835"/>
                </a:cubicBezTo>
                <a:cubicBezTo>
                  <a:pt x="6009" y="17473"/>
                  <a:pt x="6009" y="17473"/>
                  <a:pt x="6009" y="17473"/>
                </a:cubicBezTo>
                <a:cubicBezTo>
                  <a:pt x="5752" y="17945"/>
                  <a:pt x="5752" y="17945"/>
                  <a:pt x="5752" y="17945"/>
                </a:cubicBezTo>
                <a:cubicBezTo>
                  <a:pt x="4093" y="18742"/>
                  <a:pt x="1792" y="19852"/>
                  <a:pt x="1659" y="19852"/>
                </a:cubicBezTo>
                <a:cubicBezTo>
                  <a:pt x="1279" y="20012"/>
                  <a:pt x="770" y="20171"/>
                  <a:pt x="385" y="20809"/>
                </a:cubicBezTo>
                <a:cubicBezTo>
                  <a:pt x="257" y="21122"/>
                  <a:pt x="128" y="21281"/>
                  <a:pt x="0" y="21600"/>
                </a:cubicBezTo>
                <a:cubicBezTo>
                  <a:pt x="21600" y="21600"/>
                  <a:pt x="21600" y="21600"/>
                  <a:pt x="21600" y="21600"/>
                </a:cubicBezTo>
                <a:cubicBezTo>
                  <a:pt x="21477" y="21281"/>
                  <a:pt x="21348" y="21122"/>
                  <a:pt x="21220" y="20809"/>
                </a:cubicBezTo>
              </a:path>
            </a:pathLst>
          </a:custGeom>
          <a:solidFill>
            <a:srgbClr val="004B75"/>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21" name="Shape 2821"/>
          <p:cNvSpPr/>
          <p:nvPr/>
        </p:nvSpPr>
        <p:spPr>
          <a:xfrm>
            <a:off x="10531981" y="4010247"/>
            <a:ext cx="3279023" cy="20051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09" y="0"/>
                </a:moveTo>
                <a:cubicBezTo>
                  <a:pt x="1992" y="0"/>
                  <a:pt x="1992" y="0"/>
                  <a:pt x="1992" y="0"/>
                </a:cubicBezTo>
                <a:cubicBezTo>
                  <a:pt x="1049" y="2913"/>
                  <a:pt x="838" y="7540"/>
                  <a:pt x="211" y="17310"/>
                </a:cubicBezTo>
                <a:cubicBezTo>
                  <a:pt x="109" y="18509"/>
                  <a:pt x="0" y="20051"/>
                  <a:pt x="0" y="21600"/>
                </a:cubicBezTo>
                <a:cubicBezTo>
                  <a:pt x="3669" y="21600"/>
                  <a:pt x="3669" y="21600"/>
                  <a:pt x="3669" y="21600"/>
                </a:cubicBezTo>
                <a:cubicBezTo>
                  <a:pt x="3669" y="21421"/>
                  <a:pt x="3669" y="21084"/>
                  <a:pt x="3669" y="20739"/>
                </a:cubicBezTo>
                <a:cubicBezTo>
                  <a:pt x="3669" y="20567"/>
                  <a:pt x="4090" y="13193"/>
                  <a:pt x="4301" y="13372"/>
                </a:cubicBezTo>
                <a:cubicBezTo>
                  <a:pt x="4612" y="13544"/>
                  <a:pt x="4823" y="17992"/>
                  <a:pt x="4722" y="19879"/>
                </a:cubicBezTo>
                <a:cubicBezTo>
                  <a:pt x="4722" y="20567"/>
                  <a:pt x="4612" y="21084"/>
                  <a:pt x="4612" y="21600"/>
                </a:cubicBezTo>
                <a:cubicBezTo>
                  <a:pt x="17089" y="21600"/>
                  <a:pt x="17089" y="21600"/>
                  <a:pt x="17089" y="21600"/>
                </a:cubicBezTo>
                <a:cubicBezTo>
                  <a:pt x="17089" y="21084"/>
                  <a:pt x="16988" y="20567"/>
                  <a:pt x="16988" y="19879"/>
                </a:cubicBezTo>
                <a:cubicBezTo>
                  <a:pt x="16882" y="17992"/>
                  <a:pt x="17089" y="13544"/>
                  <a:pt x="17303" y="13372"/>
                </a:cubicBezTo>
                <a:cubicBezTo>
                  <a:pt x="17615" y="13193"/>
                  <a:pt x="17927" y="20567"/>
                  <a:pt x="18032" y="20739"/>
                </a:cubicBezTo>
                <a:cubicBezTo>
                  <a:pt x="18032" y="21084"/>
                  <a:pt x="18032" y="21421"/>
                  <a:pt x="18032" y="21600"/>
                </a:cubicBezTo>
                <a:cubicBezTo>
                  <a:pt x="21600" y="21600"/>
                  <a:pt x="21600" y="21600"/>
                  <a:pt x="21600" y="21600"/>
                </a:cubicBezTo>
                <a:cubicBezTo>
                  <a:pt x="21600" y="20051"/>
                  <a:pt x="21600" y="18509"/>
                  <a:pt x="21495" y="17310"/>
                </a:cubicBezTo>
                <a:cubicBezTo>
                  <a:pt x="20863" y="7540"/>
                  <a:pt x="20656" y="2913"/>
                  <a:pt x="19709" y="0"/>
                </a:cubicBezTo>
              </a:path>
            </a:pathLst>
          </a:custGeom>
          <a:solidFill>
            <a:srgbClr val="6388BF"/>
          </a:solidFill>
          <a:ln w="12700">
            <a:miter lim="400000"/>
          </a:ln>
        </p:spPr>
        <p:txBody>
          <a:bodyPr lIns="45719" rIns="45719" anchor="ctr"/>
          <a:lstStyle/>
          <a:p>
            <a:pPr algn="l" defTabSz="457200">
              <a:defRPr sz="1800">
                <a:latin typeface="Calibri"/>
                <a:ea typeface="Calibri"/>
                <a:cs typeface="Calibri"/>
                <a:sym typeface="Calibri"/>
              </a:defRPr>
            </a:pPr>
          </a:p>
        </p:txBody>
      </p:sp>
      <p:grpSp>
        <p:nvGrpSpPr>
          <p:cNvPr id="2824" name="Group 2824"/>
          <p:cNvGrpSpPr/>
          <p:nvPr/>
        </p:nvGrpSpPr>
        <p:grpSpPr>
          <a:xfrm>
            <a:off x="11122856" y="8037965"/>
            <a:ext cx="2116245" cy="2005114"/>
            <a:chOff x="0" y="0"/>
            <a:chExt cx="2116243" cy="2005112"/>
          </a:xfrm>
        </p:grpSpPr>
        <p:sp>
          <p:nvSpPr>
            <p:cNvPr id="2822" name="Shape 2822"/>
            <p:cNvSpPr/>
            <p:nvPr/>
          </p:nvSpPr>
          <p:spPr>
            <a:xfrm>
              <a:off x="0" y="0"/>
              <a:ext cx="1002249" cy="200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20" y="0"/>
                  </a:moveTo>
                  <a:cubicBezTo>
                    <a:pt x="676" y="4627"/>
                    <a:pt x="331" y="13888"/>
                    <a:pt x="0" y="21600"/>
                  </a:cubicBezTo>
                  <a:cubicBezTo>
                    <a:pt x="16445" y="21600"/>
                    <a:pt x="16445" y="21600"/>
                    <a:pt x="16445" y="21600"/>
                  </a:cubicBezTo>
                  <a:cubicBezTo>
                    <a:pt x="18181" y="14054"/>
                    <a:pt x="20222" y="5309"/>
                    <a:pt x="21600" y="0"/>
                  </a:cubicBezTo>
                  <a:lnTo>
                    <a:pt x="1020" y="0"/>
                  </a:lnTo>
                </a:path>
              </a:pathLst>
            </a:custGeom>
            <a:solidFill>
              <a:srgbClr val="3BC7E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2823" name="Shape 2823"/>
            <p:cNvSpPr/>
            <p:nvPr/>
          </p:nvSpPr>
          <p:spPr>
            <a:xfrm>
              <a:off x="1113993" y="0"/>
              <a:ext cx="1002251" cy="200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49" y="21600"/>
                  </a:moveTo>
                  <a:cubicBezTo>
                    <a:pt x="21600" y="21600"/>
                    <a:pt x="21600" y="21600"/>
                    <a:pt x="21600" y="21600"/>
                  </a:cubicBezTo>
                  <a:cubicBezTo>
                    <a:pt x="21256" y="13709"/>
                    <a:pt x="20912" y="4627"/>
                    <a:pt x="20568" y="0"/>
                  </a:cubicBezTo>
                  <a:cubicBezTo>
                    <a:pt x="0" y="0"/>
                    <a:pt x="0" y="0"/>
                    <a:pt x="0" y="0"/>
                  </a:cubicBezTo>
                  <a:cubicBezTo>
                    <a:pt x="1376" y="5309"/>
                    <a:pt x="3441" y="14054"/>
                    <a:pt x="5149" y="21600"/>
                  </a:cubicBezTo>
                </a:path>
              </a:pathLst>
            </a:custGeom>
            <a:solidFill>
              <a:srgbClr val="3BC7E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2825" name="Shape 2825"/>
          <p:cNvSpPr/>
          <p:nvPr/>
        </p:nvSpPr>
        <p:spPr>
          <a:xfrm>
            <a:off x="10531981" y="6015975"/>
            <a:ext cx="3279023" cy="20213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15" y="11391"/>
                </a:moveTo>
                <a:cubicBezTo>
                  <a:pt x="17615" y="9690"/>
                  <a:pt x="17405" y="6458"/>
                  <a:pt x="17089" y="0"/>
                </a:cubicBezTo>
                <a:cubicBezTo>
                  <a:pt x="4612" y="0"/>
                  <a:pt x="4612" y="0"/>
                  <a:pt x="4612" y="0"/>
                </a:cubicBezTo>
                <a:cubicBezTo>
                  <a:pt x="4301" y="5610"/>
                  <a:pt x="4090" y="9013"/>
                  <a:pt x="3985" y="10885"/>
                </a:cubicBezTo>
                <a:cubicBezTo>
                  <a:pt x="3985" y="9526"/>
                  <a:pt x="3568" y="5781"/>
                  <a:pt x="3669" y="0"/>
                </a:cubicBezTo>
                <a:cubicBezTo>
                  <a:pt x="0" y="0"/>
                  <a:pt x="0" y="0"/>
                  <a:pt x="0" y="0"/>
                </a:cubicBezTo>
                <a:cubicBezTo>
                  <a:pt x="0" y="4763"/>
                  <a:pt x="316" y="10202"/>
                  <a:pt x="733" y="12580"/>
                </a:cubicBezTo>
                <a:cubicBezTo>
                  <a:pt x="838" y="12580"/>
                  <a:pt x="948" y="12580"/>
                  <a:pt x="948" y="12580"/>
                </a:cubicBezTo>
                <a:cubicBezTo>
                  <a:pt x="1049" y="13093"/>
                  <a:pt x="1049" y="13093"/>
                  <a:pt x="1049" y="13093"/>
                </a:cubicBezTo>
                <a:cubicBezTo>
                  <a:pt x="1049" y="13093"/>
                  <a:pt x="1049" y="13093"/>
                  <a:pt x="1154" y="13093"/>
                </a:cubicBezTo>
                <a:cubicBezTo>
                  <a:pt x="1154" y="13947"/>
                  <a:pt x="1154" y="14965"/>
                  <a:pt x="1154" y="15136"/>
                </a:cubicBezTo>
                <a:cubicBezTo>
                  <a:pt x="1154" y="15307"/>
                  <a:pt x="1259" y="16154"/>
                  <a:pt x="1365" y="16496"/>
                </a:cubicBezTo>
                <a:cubicBezTo>
                  <a:pt x="1470" y="16666"/>
                  <a:pt x="1676" y="17855"/>
                  <a:pt x="1676" y="17855"/>
                </a:cubicBezTo>
                <a:cubicBezTo>
                  <a:pt x="1676" y="17855"/>
                  <a:pt x="1887" y="18197"/>
                  <a:pt x="2098" y="18539"/>
                </a:cubicBezTo>
                <a:cubicBezTo>
                  <a:pt x="2308" y="18709"/>
                  <a:pt x="3353" y="19557"/>
                  <a:pt x="3353" y="19557"/>
                </a:cubicBezTo>
                <a:cubicBezTo>
                  <a:pt x="3353" y="19557"/>
                  <a:pt x="3883" y="19728"/>
                  <a:pt x="4195" y="19728"/>
                </a:cubicBezTo>
                <a:cubicBezTo>
                  <a:pt x="4195" y="19051"/>
                  <a:pt x="4195" y="19051"/>
                  <a:pt x="4195" y="19051"/>
                </a:cubicBezTo>
                <a:cubicBezTo>
                  <a:pt x="4195" y="19386"/>
                  <a:pt x="4195" y="19728"/>
                  <a:pt x="4195" y="19728"/>
                </a:cubicBezTo>
                <a:cubicBezTo>
                  <a:pt x="4195" y="19728"/>
                  <a:pt x="4195" y="19728"/>
                  <a:pt x="4195" y="19899"/>
                </a:cubicBezTo>
                <a:cubicBezTo>
                  <a:pt x="4195" y="20234"/>
                  <a:pt x="4195" y="20917"/>
                  <a:pt x="4195" y="21600"/>
                </a:cubicBezTo>
                <a:cubicBezTo>
                  <a:pt x="10484" y="21600"/>
                  <a:pt x="10484" y="21600"/>
                  <a:pt x="10484" y="21600"/>
                </a:cubicBezTo>
                <a:cubicBezTo>
                  <a:pt x="10593" y="19728"/>
                  <a:pt x="10695" y="18197"/>
                  <a:pt x="10800" y="17343"/>
                </a:cubicBezTo>
                <a:cubicBezTo>
                  <a:pt x="10800" y="17343"/>
                  <a:pt x="10800" y="17343"/>
                  <a:pt x="10905" y="17343"/>
                </a:cubicBezTo>
                <a:cubicBezTo>
                  <a:pt x="10905" y="18197"/>
                  <a:pt x="11116" y="19557"/>
                  <a:pt x="11217" y="21600"/>
                </a:cubicBezTo>
                <a:cubicBezTo>
                  <a:pt x="17510" y="21600"/>
                  <a:pt x="17510" y="21600"/>
                  <a:pt x="17510" y="21600"/>
                </a:cubicBezTo>
                <a:cubicBezTo>
                  <a:pt x="17510" y="20917"/>
                  <a:pt x="17510" y="20234"/>
                  <a:pt x="17510" y="19899"/>
                </a:cubicBezTo>
                <a:cubicBezTo>
                  <a:pt x="17510" y="19728"/>
                  <a:pt x="17510" y="19728"/>
                  <a:pt x="17510" y="19728"/>
                </a:cubicBezTo>
                <a:cubicBezTo>
                  <a:pt x="17721" y="19728"/>
                  <a:pt x="18348" y="19557"/>
                  <a:pt x="18348" y="19557"/>
                </a:cubicBezTo>
                <a:cubicBezTo>
                  <a:pt x="18348" y="19557"/>
                  <a:pt x="19397" y="18709"/>
                  <a:pt x="19608" y="18539"/>
                </a:cubicBezTo>
                <a:cubicBezTo>
                  <a:pt x="19818" y="18197"/>
                  <a:pt x="19924" y="17855"/>
                  <a:pt x="19924" y="17855"/>
                </a:cubicBezTo>
                <a:cubicBezTo>
                  <a:pt x="19924" y="17855"/>
                  <a:pt x="20130" y="16666"/>
                  <a:pt x="20235" y="16496"/>
                </a:cubicBezTo>
                <a:cubicBezTo>
                  <a:pt x="20341" y="16154"/>
                  <a:pt x="20551" y="15307"/>
                  <a:pt x="20551" y="15136"/>
                </a:cubicBezTo>
                <a:cubicBezTo>
                  <a:pt x="20551" y="14965"/>
                  <a:pt x="20551" y="13947"/>
                  <a:pt x="20551" y="13093"/>
                </a:cubicBezTo>
                <a:cubicBezTo>
                  <a:pt x="20656" y="13093"/>
                  <a:pt x="20656" y="13093"/>
                  <a:pt x="20656" y="13093"/>
                </a:cubicBezTo>
                <a:cubicBezTo>
                  <a:pt x="20762" y="12416"/>
                  <a:pt x="20762" y="12416"/>
                  <a:pt x="20762" y="12416"/>
                </a:cubicBezTo>
                <a:cubicBezTo>
                  <a:pt x="20762" y="12580"/>
                  <a:pt x="20863" y="12580"/>
                  <a:pt x="20968" y="12580"/>
                </a:cubicBezTo>
                <a:cubicBezTo>
                  <a:pt x="21389" y="10202"/>
                  <a:pt x="21600" y="4763"/>
                  <a:pt x="21600" y="0"/>
                </a:cubicBezTo>
                <a:cubicBezTo>
                  <a:pt x="18032" y="0"/>
                  <a:pt x="18032" y="0"/>
                  <a:pt x="18032" y="0"/>
                </a:cubicBezTo>
                <a:cubicBezTo>
                  <a:pt x="18142" y="6628"/>
                  <a:pt x="17615" y="10544"/>
                  <a:pt x="17615" y="11391"/>
                </a:cubicBezTo>
                <a:close/>
                <a:moveTo>
                  <a:pt x="3985" y="11391"/>
                </a:moveTo>
                <a:cubicBezTo>
                  <a:pt x="3985" y="12580"/>
                  <a:pt x="3985" y="13093"/>
                  <a:pt x="3985" y="13093"/>
                </a:cubicBezTo>
                <a:cubicBezTo>
                  <a:pt x="3883" y="12928"/>
                  <a:pt x="3774" y="12580"/>
                  <a:pt x="3669" y="12416"/>
                </a:cubicBezTo>
                <a:cubicBezTo>
                  <a:pt x="3669" y="12416"/>
                  <a:pt x="3669" y="12245"/>
                  <a:pt x="3568" y="12245"/>
                </a:cubicBezTo>
                <a:cubicBezTo>
                  <a:pt x="3669" y="12245"/>
                  <a:pt x="3669" y="12245"/>
                  <a:pt x="3669" y="12245"/>
                </a:cubicBezTo>
                <a:cubicBezTo>
                  <a:pt x="3568" y="11733"/>
                  <a:pt x="3568" y="11733"/>
                  <a:pt x="3568" y="11733"/>
                </a:cubicBezTo>
                <a:cubicBezTo>
                  <a:pt x="3774" y="11562"/>
                  <a:pt x="3985" y="11391"/>
                  <a:pt x="3985" y="11391"/>
                </a:cubicBezTo>
                <a:close/>
                <a:moveTo>
                  <a:pt x="4195" y="18874"/>
                </a:moveTo>
                <a:cubicBezTo>
                  <a:pt x="3883" y="18539"/>
                  <a:pt x="3669" y="18368"/>
                  <a:pt x="3568" y="18026"/>
                </a:cubicBezTo>
                <a:cubicBezTo>
                  <a:pt x="3462" y="17514"/>
                  <a:pt x="3146" y="16325"/>
                  <a:pt x="3146" y="15471"/>
                </a:cubicBezTo>
                <a:cubicBezTo>
                  <a:pt x="3252" y="15136"/>
                  <a:pt x="3353" y="14794"/>
                  <a:pt x="3462" y="15307"/>
                </a:cubicBezTo>
                <a:cubicBezTo>
                  <a:pt x="3568" y="15819"/>
                  <a:pt x="3883" y="17343"/>
                  <a:pt x="4090" y="17514"/>
                </a:cubicBezTo>
                <a:cubicBezTo>
                  <a:pt x="4195" y="17514"/>
                  <a:pt x="4195" y="17514"/>
                  <a:pt x="4301" y="17514"/>
                </a:cubicBezTo>
                <a:cubicBezTo>
                  <a:pt x="4301" y="18026"/>
                  <a:pt x="4195" y="18539"/>
                  <a:pt x="4195" y="18874"/>
                </a:cubicBezTo>
                <a:close/>
                <a:moveTo>
                  <a:pt x="17405" y="13434"/>
                </a:moveTo>
                <a:cubicBezTo>
                  <a:pt x="17510" y="13264"/>
                  <a:pt x="17615" y="13264"/>
                  <a:pt x="17615" y="13264"/>
                </a:cubicBezTo>
                <a:cubicBezTo>
                  <a:pt x="17510" y="13605"/>
                  <a:pt x="17405" y="14111"/>
                  <a:pt x="17405" y="14453"/>
                </a:cubicBezTo>
                <a:cubicBezTo>
                  <a:pt x="17405" y="14111"/>
                  <a:pt x="17405" y="13776"/>
                  <a:pt x="17405" y="13434"/>
                </a:cubicBezTo>
                <a:close/>
                <a:moveTo>
                  <a:pt x="18454" y="15471"/>
                </a:moveTo>
                <a:cubicBezTo>
                  <a:pt x="18559" y="16325"/>
                  <a:pt x="18243" y="17514"/>
                  <a:pt x="18142" y="18026"/>
                </a:cubicBezTo>
                <a:cubicBezTo>
                  <a:pt x="18032" y="18368"/>
                  <a:pt x="17826" y="18539"/>
                  <a:pt x="17405" y="18874"/>
                </a:cubicBezTo>
                <a:cubicBezTo>
                  <a:pt x="17405" y="18539"/>
                  <a:pt x="17405" y="18026"/>
                  <a:pt x="17405" y="17514"/>
                </a:cubicBezTo>
                <a:cubicBezTo>
                  <a:pt x="17510" y="17514"/>
                  <a:pt x="17510" y="17514"/>
                  <a:pt x="17615" y="17514"/>
                </a:cubicBezTo>
                <a:cubicBezTo>
                  <a:pt x="17826" y="17343"/>
                  <a:pt x="18032" y="15819"/>
                  <a:pt x="18142" y="15307"/>
                </a:cubicBezTo>
                <a:cubicBezTo>
                  <a:pt x="18348" y="14794"/>
                  <a:pt x="18454" y="15136"/>
                  <a:pt x="18454" y="15471"/>
                </a:cubicBezTo>
                <a:close/>
                <a:moveTo>
                  <a:pt x="18032" y="12245"/>
                </a:moveTo>
                <a:lnTo>
                  <a:pt x="18032" y="12416"/>
                </a:lnTo>
                <a:cubicBezTo>
                  <a:pt x="17927" y="12580"/>
                  <a:pt x="17826" y="12751"/>
                  <a:pt x="17721" y="13093"/>
                </a:cubicBezTo>
                <a:cubicBezTo>
                  <a:pt x="17721" y="12751"/>
                  <a:pt x="17721" y="12245"/>
                  <a:pt x="17615" y="11391"/>
                </a:cubicBezTo>
                <a:cubicBezTo>
                  <a:pt x="17615" y="11391"/>
                  <a:pt x="17721" y="11562"/>
                  <a:pt x="18142" y="11733"/>
                </a:cubicBezTo>
                <a:cubicBezTo>
                  <a:pt x="18032" y="12245"/>
                  <a:pt x="18032" y="12245"/>
                  <a:pt x="18032" y="12245"/>
                </a:cubicBezTo>
                <a:close/>
              </a:path>
            </a:pathLst>
          </a:custGeom>
          <a:solidFill>
            <a:srgbClr val="82D1F1"/>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26" name="Shape 2826"/>
          <p:cNvSpPr/>
          <p:nvPr/>
        </p:nvSpPr>
        <p:spPr>
          <a:xfrm>
            <a:off x="12398081" y="2760649"/>
            <a:ext cx="2132840"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27" name="Shape 2827"/>
          <p:cNvSpPr/>
          <p:nvPr/>
        </p:nvSpPr>
        <p:spPr>
          <a:xfrm flipH="1">
            <a:off x="8475850" y="6858000"/>
            <a:ext cx="2132840" cy="0"/>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28" name="Shape 2828"/>
          <p:cNvSpPr/>
          <p:nvPr/>
        </p:nvSpPr>
        <p:spPr>
          <a:xfrm flipH="1">
            <a:off x="9061927" y="9040521"/>
            <a:ext cx="2132840"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29" name="Shape 2829"/>
          <p:cNvSpPr/>
          <p:nvPr/>
        </p:nvSpPr>
        <p:spPr>
          <a:xfrm>
            <a:off x="13775309" y="5320881"/>
            <a:ext cx="2132840"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sld>
</file>

<file path=ppt/slides/slide9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831" name="Shape 2831"/>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2832" name="Shape 2832"/>
          <p:cNvSpPr/>
          <p:nvPr/>
        </p:nvSpPr>
        <p:spPr>
          <a:xfrm>
            <a:off x="13051383" y="10956189"/>
            <a:ext cx="2132839"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33" name="Shape 283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834" name="Shape 2834"/>
          <p:cNvSpPr/>
          <p:nvPr/>
        </p:nvSpPr>
        <p:spPr>
          <a:xfrm>
            <a:off x="50800" y="13415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835" name="Shape 2835"/>
          <p:cNvSpPr/>
          <p:nvPr/>
        </p:nvSpPr>
        <p:spPr>
          <a:xfrm flipH="1">
            <a:off x="8475850" y="6858000"/>
            <a:ext cx="2132840" cy="0"/>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36" name="Shape 2836"/>
          <p:cNvSpPr/>
          <p:nvPr/>
        </p:nvSpPr>
        <p:spPr>
          <a:xfrm flipH="1">
            <a:off x="9061927" y="9040521"/>
            <a:ext cx="2132840"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37" name="Shape 2837"/>
          <p:cNvSpPr/>
          <p:nvPr/>
        </p:nvSpPr>
        <p:spPr>
          <a:xfrm>
            <a:off x="13369204" y="5051311"/>
            <a:ext cx="2132839"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38" name="Shape 2838"/>
          <p:cNvSpPr/>
          <p:nvPr/>
        </p:nvSpPr>
        <p:spPr>
          <a:xfrm>
            <a:off x="12709624" y="10333139"/>
            <a:ext cx="640967" cy="2003615"/>
          </a:xfrm>
          <a:custGeom>
            <a:avLst/>
            <a:gdLst/>
            <a:ahLst/>
            <a:cxnLst>
              <a:cxn ang="0">
                <a:pos x="wd2" y="hd2"/>
              </a:cxn>
              <a:cxn ang="5400000">
                <a:pos x="wd2" y="hd2"/>
              </a:cxn>
              <a:cxn ang="10800000">
                <a:pos x="wd2" y="hd2"/>
              </a:cxn>
              <a:cxn ang="16200000">
                <a:pos x="wd2" y="hd2"/>
              </a:cxn>
            </a:cxnLst>
            <a:rect l="0" t="0" r="r" b="b"/>
            <a:pathLst>
              <a:path w="18270" h="21600" fill="norm" stroke="1" extrusionOk="0">
                <a:moveTo>
                  <a:pt x="2965" y="4610"/>
                </a:moveTo>
                <a:cubicBezTo>
                  <a:pt x="4623" y="8593"/>
                  <a:pt x="2965" y="10067"/>
                  <a:pt x="1848" y="10906"/>
                </a:cubicBezTo>
                <a:cubicBezTo>
                  <a:pt x="1308" y="11745"/>
                  <a:pt x="-2025" y="12161"/>
                  <a:pt x="1848" y="15100"/>
                </a:cubicBezTo>
                <a:cubicBezTo>
                  <a:pt x="2407" y="15516"/>
                  <a:pt x="2965" y="18456"/>
                  <a:pt x="2965" y="18456"/>
                </a:cubicBezTo>
                <a:cubicBezTo>
                  <a:pt x="4064" y="18456"/>
                  <a:pt x="4064" y="18456"/>
                  <a:pt x="4064" y="18456"/>
                </a:cubicBezTo>
                <a:cubicBezTo>
                  <a:pt x="4623" y="19083"/>
                  <a:pt x="4623" y="19711"/>
                  <a:pt x="4623" y="19711"/>
                </a:cubicBezTo>
                <a:cubicBezTo>
                  <a:pt x="5740" y="21396"/>
                  <a:pt x="13486" y="21600"/>
                  <a:pt x="15702" y="21600"/>
                </a:cubicBezTo>
                <a:cubicBezTo>
                  <a:pt x="19575" y="21600"/>
                  <a:pt x="17918" y="19295"/>
                  <a:pt x="17918" y="19295"/>
                </a:cubicBezTo>
                <a:cubicBezTo>
                  <a:pt x="17918" y="19295"/>
                  <a:pt x="15143" y="15312"/>
                  <a:pt x="14603" y="13211"/>
                </a:cubicBezTo>
                <a:cubicBezTo>
                  <a:pt x="14045" y="11117"/>
                  <a:pt x="12927" y="7127"/>
                  <a:pt x="16261" y="0"/>
                </a:cubicBezTo>
                <a:cubicBezTo>
                  <a:pt x="1308" y="0"/>
                  <a:pt x="1308" y="0"/>
                  <a:pt x="1308" y="0"/>
                </a:cubicBezTo>
                <a:cubicBezTo>
                  <a:pt x="1848" y="1678"/>
                  <a:pt x="2407" y="3137"/>
                  <a:pt x="2965" y="4610"/>
                </a:cubicBezTo>
              </a:path>
            </a:pathLst>
          </a:custGeom>
          <a:solidFill>
            <a:srgbClr val="B3E6F1"/>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39" name="Shape 2839"/>
          <p:cNvSpPr/>
          <p:nvPr/>
        </p:nvSpPr>
        <p:spPr>
          <a:xfrm>
            <a:off x="10278175" y="10333138"/>
            <a:ext cx="1211974" cy="2004046"/>
          </a:xfrm>
          <a:custGeom>
            <a:avLst/>
            <a:gdLst/>
            <a:ahLst/>
            <a:cxnLst>
              <a:cxn ang="0">
                <a:pos x="wd2" y="hd2"/>
              </a:cxn>
              <a:cxn ang="5400000">
                <a:pos x="wd2" y="hd2"/>
              </a:cxn>
              <a:cxn ang="10800000">
                <a:pos x="wd2" y="hd2"/>
              </a:cxn>
              <a:cxn ang="16200000">
                <a:pos x="wd2" y="hd2"/>
              </a:cxn>
            </a:cxnLst>
            <a:rect l="0" t="0" r="r" b="b"/>
            <a:pathLst>
              <a:path w="19489" h="21389" fill="norm" stroke="1" extrusionOk="0">
                <a:moveTo>
                  <a:pt x="8531" y="10378"/>
                </a:moveTo>
                <a:cubicBezTo>
                  <a:pt x="5397" y="18062"/>
                  <a:pt x="5093" y="18062"/>
                  <a:pt x="2590" y="19311"/>
                </a:cubicBezTo>
                <a:cubicBezTo>
                  <a:pt x="-2111" y="21600"/>
                  <a:pt x="1023" y="21384"/>
                  <a:pt x="1023" y="21384"/>
                </a:cubicBezTo>
                <a:cubicBezTo>
                  <a:pt x="1023" y="21384"/>
                  <a:pt x="3221" y="21384"/>
                  <a:pt x="8226" y="20553"/>
                </a:cubicBezTo>
                <a:cubicBezTo>
                  <a:pt x="10729" y="20141"/>
                  <a:pt x="11034" y="20141"/>
                  <a:pt x="11350" y="19311"/>
                </a:cubicBezTo>
                <a:cubicBezTo>
                  <a:pt x="12285" y="17022"/>
                  <a:pt x="13852" y="17022"/>
                  <a:pt x="13852" y="17022"/>
                </a:cubicBezTo>
                <a:cubicBezTo>
                  <a:pt x="14157" y="19932"/>
                  <a:pt x="14157" y="19932"/>
                  <a:pt x="14157" y="19932"/>
                </a:cubicBezTo>
                <a:cubicBezTo>
                  <a:pt x="15104" y="19723"/>
                  <a:pt x="15104" y="19723"/>
                  <a:pt x="15104" y="19723"/>
                </a:cubicBezTo>
                <a:cubicBezTo>
                  <a:pt x="15104" y="19723"/>
                  <a:pt x="15409" y="18480"/>
                  <a:pt x="16040" y="16610"/>
                </a:cubicBezTo>
                <a:cubicBezTo>
                  <a:pt x="16040" y="15361"/>
                  <a:pt x="16986" y="14949"/>
                  <a:pt x="16986" y="14119"/>
                </a:cubicBezTo>
                <a:cubicBezTo>
                  <a:pt x="16986" y="11836"/>
                  <a:pt x="16040" y="12458"/>
                  <a:pt x="15409" y="11006"/>
                </a:cubicBezTo>
                <a:cubicBezTo>
                  <a:pt x="15104" y="10587"/>
                  <a:pt x="15409" y="9966"/>
                  <a:pt x="15735" y="8926"/>
                </a:cubicBezTo>
                <a:cubicBezTo>
                  <a:pt x="16355" y="7056"/>
                  <a:pt x="17912" y="3524"/>
                  <a:pt x="19489" y="0"/>
                </a:cubicBezTo>
                <a:cubicBezTo>
                  <a:pt x="10729" y="0"/>
                  <a:pt x="10729" y="0"/>
                  <a:pt x="10729" y="0"/>
                </a:cubicBezTo>
                <a:cubicBezTo>
                  <a:pt x="10098" y="3734"/>
                  <a:pt x="9152" y="8305"/>
                  <a:pt x="8531" y="10378"/>
                </a:cubicBezTo>
              </a:path>
            </a:pathLst>
          </a:custGeom>
          <a:solidFill>
            <a:srgbClr val="B3E6F1"/>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40" name="Shape 2840"/>
          <p:cNvSpPr/>
          <p:nvPr/>
        </p:nvSpPr>
        <p:spPr>
          <a:xfrm>
            <a:off x="10671785" y="3518627"/>
            <a:ext cx="2958167" cy="22573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74" y="375"/>
                </a:moveTo>
                <a:cubicBezTo>
                  <a:pt x="1992" y="2415"/>
                  <a:pt x="855" y="12477"/>
                  <a:pt x="707" y="14523"/>
                </a:cubicBezTo>
                <a:cubicBezTo>
                  <a:pt x="568" y="15268"/>
                  <a:pt x="287" y="18246"/>
                  <a:pt x="0" y="21600"/>
                </a:cubicBezTo>
                <a:cubicBezTo>
                  <a:pt x="3549" y="21600"/>
                  <a:pt x="3549" y="21600"/>
                  <a:pt x="3549" y="21600"/>
                </a:cubicBezTo>
                <a:cubicBezTo>
                  <a:pt x="3836" y="19548"/>
                  <a:pt x="4117" y="17689"/>
                  <a:pt x="4117" y="17689"/>
                </a:cubicBezTo>
                <a:cubicBezTo>
                  <a:pt x="4972" y="11169"/>
                  <a:pt x="4972" y="11169"/>
                  <a:pt x="4972" y="11169"/>
                </a:cubicBezTo>
                <a:cubicBezTo>
                  <a:pt x="4972" y="11169"/>
                  <a:pt x="5684" y="13778"/>
                  <a:pt x="5541" y="15825"/>
                </a:cubicBezTo>
                <a:cubicBezTo>
                  <a:pt x="5402" y="17314"/>
                  <a:pt x="4547" y="18615"/>
                  <a:pt x="3836" y="21600"/>
                </a:cubicBezTo>
                <a:cubicBezTo>
                  <a:pt x="17908" y="21600"/>
                  <a:pt x="17908" y="21600"/>
                  <a:pt x="17908" y="21600"/>
                </a:cubicBezTo>
                <a:cubicBezTo>
                  <a:pt x="17196" y="18615"/>
                  <a:pt x="16346" y="17314"/>
                  <a:pt x="16202" y="15825"/>
                </a:cubicBezTo>
                <a:cubicBezTo>
                  <a:pt x="16059" y="13778"/>
                  <a:pt x="16771" y="11169"/>
                  <a:pt x="16771" y="11169"/>
                </a:cubicBezTo>
                <a:cubicBezTo>
                  <a:pt x="17621" y="17689"/>
                  <a:pt x="17621" y="17689"/>
                  <a:pt x="17621" y="17689"/>
                </a:cubicBezTo>
                <a:cubicBezTo>
                  <a:pt x="17621" y="17689"/>
                  <a:pt x="17908" y="19548"/>
                  <a:pt x="18189" y="21600"/>
                </a:cubicBezTo>
                <a:cubicBezTo>
                  <a:pt x="21600" y="21600"/>
                  <a:pt x="21600" y="21600"/>
                  <a:pt x="21600" y="21600"/>
                </a:cubicBezTo>
                <a:cubicBezTo>
                  <a:pt x="21318" y="18246"/>
                  <a:pt x="21175" y="15268"/>
                  <a:pt x="21032" y="14523"/>
                </a:cubicBezTo>
                <a:cubicBezTo>
                  <a:pt x="20893" y="12477"/>
                  <a:pt x="19613" y="2415"/>
                  <a:pt x="19470" y="375"/>
                </a:cubicBezTo>
                <a:cubicBezTo>
                  <a:pt x="19470" y="181"/>
                  <a:pt x="19470" y="0"/>
                  <a:pt x="19470" y="0"/>
                </a:cubicBezTo>
                <a:cubicBezTo>
                  <a:pt x="2274" y="0"/>
                  <a:pt x="2274" y="0"/>
                  <a:pt x="2274" y="0"/>
                </a:cubicBezTo>
                <a:cubicBezTo>
                  <a:pt x="2274" y="0"/>
                  <a:pt x="2274" y="181"/>
                  <a:pt x="2274" y="375"/>
                </a:cubicBezTo>
              </a:path>
            </a:pathLst>
          </a:custGeom>
          <a:solidFill>
            <a:srgbClr val="6388BF"/>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41" name="Shape 2841"/>
          <p:cNvSpPr/>
          <p:nvPr/>
        </p:nvSpPr>
        <p:spPr>
          <a:xfrm>
            <a:off x="13163424" y="5776675"/>
            <a:ext cx="604953" cy="1752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189" y="8396"/>
                </a:moveTo>
                <a:cubicBezTo>
                  <a:pt x="4891" y="9598"/>
                  <a:pt x="6272" y="12478"/>
                  <a:pt x="6272" y="13204"/>
                </a:cubicBezTo>
                <a:cubicBezTo>
                  <a:pt x="6272" y="14639"/>
                  <a:pt x="8354" y="16083"/>
                  <a:pt x="7676" y="17761"/>
                </a:cubicBezTo>
                <a:cubicBezTo>
                  <a:pt x="7676" y="18479"/>
                  <a:pt x="8354" y="19680"/>
                  <a:pt x="8354" y="19680"/>
                </a:cubicBezTo>
                <a:cubicBezTo>
                  <a:pt x="8354" y="19680"/>
                  <a:pt x="6974" y="19922"/>
                  <a:pt x="6272" y="20398"/>
                </a:cubicBezTo>
                <a:cubicBezTo>
                  <a:pt x="5570" y="20640"/>
                  <a:pt x="4891" y="20882"/>
                  <a:pt x="6272" y="21358"/>
                </a:cubicBezTo>
                <a:cubicBezTo>
                  <a:pt x="6974" y="21600"/>
                  <a:pt x="8354" y="20640"/>
                  <a:pt x="8354" y="21116"/>
                </a:cubicBezTo>
                <a:cubicBezTo>
                  <a:pt x="7676" y="21600"/>
                  <a:pt x="9057" y="21600"/>
                  <a:pt x="9057" y="21600"/>
                </a:cubicBezTo>
                <a:cubicBezTo>
                  <a:pt x="9057" y="21600"/>
                  <a:pt x="16709" y="18721"/>
                  <a:pt x="18815" y="17043"/>
                </a:cubicBezTo>
                <a:cubicBezTo>
                  <a:pt x="21600" y="15357"/>
                  <a:pt x="20196" y="15357"/>
                  <a:pt x="20196" y="14639"/>
                </a:cubicBezTo>
                <a:cubicBezTo>
                  <a:pt x="20196" y="14639"/>
                  <a:pt x="20196" y="13913"/>
                  <a:pt x="20196" y="13204"/>
                </a:cubicBezTo>
                <a:cubicBezTo>
                  <a:pt x="20196" y="13204"/>
                  <a:pt x="20898" y="13204"/>
                  <a:pt x="21600" y="13204"/>
                </a:cubicBezTo>
                <a:cubicBezTo>
                  <a:pt x="20898" y="11518"/>
                  <a:pt x="18815" y="5517"/>
                  <a:pt x="16709" y="0"/>
                </a:cubicBezTo>
                <a:cubicBezTo>
                  <a:pt x="0" y="0"/>
                  <a:pt x="0" y="0"/>
                  <a:pt x="0" y="0"/>
                </a:cubicBezTo>
                <a:cubicBezTo>
                  <a:pt x="2106" y="3597"/>
                  <a:pt x="4189" y="7437"/>
                  <a:pt x="4189" y="8396"/>
                </a:cubicBezTo>
              </a:path>
            </a:pathLst>
          </a:custGeom>
          <a:solidFill>
            <a:srgbClr val="3BC7E2"/>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42" name="Shape 2842"/>
          <p:cNvSpPr/>
          <p:nvPr/>
        </p:nvSpPr>
        <p:spPr>
          <a:xfrm>
            <a:off x="11003429" y="5776675"/>
            <a:ext cx="2315073" cy="22775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9" y="6087"/>
                </a:moveTo>
                <a:cubicBezTo>
                  <a:pt x="549" y="6087"/>
                  <a:pt x="726" y="6280"/>
                  <a:pt x="915" y="6280"/>
                </a:cubicBezTo>
                <a:cubicBezTo>
                  <a:pt x="726" y="8309"/>
                  <a:pt x="549" y="10524"/>
                  <a:pt x="549" y="13291"/>
                </a:cubicBezTo>
                <a:cubicBezTo>
                  <a:pt x="549" y="15507"/>
                  <a:pt x="366" y="18646"/>
                  <a:pt x="0" y="21600"/>
                </a:cubicBezTo>
                <a:cubicBezTo>
                  <a:pt x="21600" y="21600"/>
                  <a:pt x="21600" y="21600"/>
                  <a:pt x="21600" y="21600"/>
                </a:cubicBezTo>
                <a:cubicBezTo>
                  <a:pt x="21240" y="18646"/>
                  <a:pt x="21057" y="15507"/>
                  <a:pt x="21057" y="13291"/>
                </a:cubicBezTo>
                <a:cubicBezTo>
                  <a:pt x="21057" y="10524"/>
                  <a:pt x="20874" y="8309"/>
                  <a:pt x="20697" y="6280"/>
                </a:cubicBezTo>
                <a:cubicBezTo>
                  <a:pt x="20874" y="6280"/>
                  <a:pt x="20874" y="6280"/>
                  <a:pt x="20874" y="6280"/>
                </a:cubicBezTo>
                <a:cubicBezTo>
                  <a:pt x="20697" y="3692"/>
                  <a:pt x="20148" y="1657"/>
                  <a:pt x="19788" y="0"/>
                </a:cubicBezTo>
                <a:cubicBezTo>
                  <a:pt x="1818" y="0"/>
                  <a:pt x="1818" y="0"/>
                  <a:pt x="1818" y="0"/>
                </a:cubicBezTo>
                <a:cubicBezTo>
                  <a:pt x="1275" y="1657"/>
                  <a:pt x="915" y="3506"/>
                  <a:pt x="549" y="6087"/>
                </a:cubicBezTo>
              </a:path>
            </a:pathLst>
          </a:custGeom>
          <a:solidFill>
            <a:srgbClr val="3BC7E2"/>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43" name="Shape 2843"/>
          <p:cNvSpPr/>
          <p:nvPr/>
        </p:nvSpPr>
        <p:spPr>
          <a:xfrm>
            <a:off x="10556431" y="5776675"/>
            <a:ext cx="602071" cy="1752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204"/>
                </a:moveTo>
                <a:cubicBezTo>
                  <a:pt x="680" y="13204"/>
                  <a:pt x="680" y="13204"/>
                  <a:pt x="1384" y="13204"/>
                </a:cubicBezTo>
                <a:cubicBezTo>
                  <a:pt x="1384" y="13913"/>
                  <a:pt x="680" y="14639"/>
                  <a:pt x="680" y="14639"/>
                </a:cubicBezTo>
                <a:cubicBezTo>
                  <a:pt x="680" y="15357"/>
                  <a:pt x="0" y="15357"/>
                  <a:pt x="2064" y="17043"/>
                </a:cubicBezTo>
                <a:cubicBezTo>
                  <a:pt x="4175" y="18721"/>
                  <a:pt x="11844" y="21600"/>
                  <a:pt x="11844" y="21600"/>
                </a:cubicBezTo>
                <a:cubicBezTo>
                  <a:pt x="11844" y="21600"/>
                  <a:pt x="13227" y="21600"/>
                  <a:pt x="13227" y="21116"/>
                </a:cubicBezTo>
                <a:cubicBezTo>
                  <a:pt x="12547" y="20640"/>
                  <a:pt x="13954" y="21600"/>
                  <a:pt x="15338" y="21358"/>
                </a:cubicBezTo>
                <a:cubicBezTo>
                  <a:pt x="16018" y="20882"/>
                  <a:pt x="16018" y="20640"/>
                  <a:pt x="15338" y="20398"/>
                </a:cubicBezTo>
                <a:cubicBezTo>
                  <a:pt x="14635" y="19922"/>
                  <a:pt x="13227" y="19680"/>
                  <a:pt x="13227" y="19680"/>
                </a:cubicBezTo>
                <a:cubicBezTo>
                  <a:pt x="13227" y="19680"/>
                  <a:pt x="13227" y="18479"/>
                  <a:pt x="13227" y="17761"/>
                </a:cubicBezTo>
                <a:cubicBezTo>
                  <a:pt x="13227" y="16083"/>
                  <a:pt x="15338" y="14639"/>
                  <a:pt x="14635" y="13204"/>
                </a:cubicBezTo>
                <a:cubicBezTo>
                  <a:pt x="15338" y="12478"/>
                  <a:pt x="16745" y="9598"/>
                  <a:pt x="17425" y="8396"/>
                </a:cubicBezTo>
                <a:cubicBezTo>
                  <a:pt x="17425" y="7437"/>
                  <a:pt x="19536" y="3597"/>
                  <a:pt x="21600" y="0"/>
                </a:cubicBezTo>
                <a:cubicBezTo>
                  <a:pt x="4175" y="0"/>
                  <a:pt x="4175" y="0"/>
                  <a:pt x="4175" y="0"/>
                </a:cubicBezTo>
                <a:cubicBezTo>
                  <a:pt x="2791" y="5517"/>
                  <a:pt x="680" y="11518"/>
                  <a:pt x="0" y="13204"/>
                </a:cubicBezTo>
              </a:path>
            </a:pathLst>
          </a:custGeom>
          <a:solidFill>
            <a:srgbClr val="3BC7E2"/>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44" name="Shape 2844"/>
          <p:cNvSpPr/>
          <p:nvPr/>
        </p:nvSpPr>
        <p:spPr>
          <a:xfrm>
            <a:off x="10865311" y="8054909"/>
            <a:ext cx="2591612" cy="2277581"/>
          </a:xfrm>
          <a:custGeom>
            <a:avLst/>
            <a:gdLst/>
            <a:ahLst/>
            <a:cxnLst>
              <a:cxn ang="0">
                <a:pos x="wd2" y="hd2"/>
              </a:cxn>
              <a:cxn ang="5400000">
                <a:pos x="wd2" y="hd2"/>
              </a:cxn>
              <a:cxn ang="10800000">
                <a:pos x="wd2" y="hd2"/>
              </a:cxn>
              <a:cxn ang="16200000">
                <a:pos x="wd2" y="hd2"/>
              </a:cxn>
            </a:cxnLst>
            <a:rect l="0" t="0" r="r" b="b"/>
            <a:pathLst>
              <a:path w="21454" h="21600" fill="norm" stroke="1" extrusionOk="0">
                <a:moveTo>
                  <a:pt x="22" y="11076"/>
                </a:moveTo>
                <a:cubicBezTo>
                  <a:pt x="-146" y="11448"/>
                  <a:pt x="666" y="11628"/>
                  <a:pt x="1631" y="11814"/>
                </a:cubicBezTo>
                <a:cubicBezTo>
                  <a:pt x="1468" y="14028"/>
                  <a:pt x="986" y="16794"/>
                  <a:pt x="986" y="18090"/>
                </a:cubicBezTo>
                <a:cubicBezTo>
                  <a:pt x="824" y="19014"/>
                  <a:pt x="824" y="20304"/>
                  <a:pt x="666" y="21600"/>
                </a:cubicBezTo>
                <a:cubicBezTo>
                  <a:pt x="5178" y="21600"/>
                  <a:pt x="5178" y="21600"/>
                  <a:pt x="5178" y="21600"/>
                </a:cubicBezTo>
                <a:cubicBezTo>
                  <a:pt x="5823" y="19014"/>
                  <a:pt x="6467" y="16614"/>
                  <a:pt x="6944" y="15138"/>
                </a:cubicBezTo>
                <a:cubicBezTo>
                  <a:pt x="7112" y="14214"/>
                  <a:pt x="7269" y="13290"/>
                  <a:pt x="7431" y="12552"/>
                </a:cubicBezTo>
                <a:cubicBezTo>
                  <a:pt x="9527" y="12552"/>
                  <a:pt x="12106" y="12552"/>
                  <a:pt x="15009" y="12366"/>
                </a:cubicBezTo>
                <a:cubicBezTo>
                  <a:pt x="15009" y="12738"/>
                  <a:pt x="15009" y="12924"/>
                  <a:pt x="15009" y="13290"/>
                </a:cubicBezTo>
                <a:cubicBezTo>
                  <a:pt x="15166" y="15504"/>
                  <a:pt x="15485" y="18642"/>
                  <a:pt x="15653" y="21600"/>
                </a:cubicBezTo>
                <a:cubicBezTo>
                  <a:pt x="20002" y="21600"/>
                  <a:pt x="20002" y="21600"/>
                  <a:pt x="20002" y="21600"/>
                </a:cubicBezTo>
                <a:cubicBezTo>
                  <a:pt x="20002" y="21228"/>
                  <a:pt x="20002" y="21042"/>
                  <a:pt x="20165" y="20670"/>
                </a:cubicBezTo>
                <a:cubicBezTo>
                  <a:pt x="20647" y="17166"/>
                  <a:pt x="20647" y="14214"/>
                  <a:pt x="20322" y="11814"/>
                </a:cubicBezTo>
                <a:cubicBezTo>
                  <a:pt x="20322" y="11814"/>
                  <a:pt x="21454" y="11262"/>
                  <a:pt x="21454" y="11076"/>
                </a:cubicBezTo>
                <a:cubicBezTo>
                  <a:pt x="21286" y="10338"/>
                  <a:pt x="20647" y="5166"/>
                  <a:pt x="20322" y="0"/>
                </a:cubicBezTo>
                <a:cubicBezTo>
                  <a:pt x="1143" y="0"/>
                  <a:pt x="1143" y="0"/>
                  <a:pt x="1143" y="0"/>
                </a:cubicBezTo>
                <a:cubicBezTo>
                  <a:pt x="666" y="5166"/>
                  <a:pt x="179" y="10338"/>
                  <a:pt x="22" y="11076"/>
                </a:cubicBezTo>
              </a:path>
            </a:pathLst>
          </a:custGeom>
          <a:solidFill>
            <a:srgbClr val="82D1F1"/>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2845" name="Shape 2845"/>
          <p:cNvSpPr/>
          <p:nvPr/>
        </p:nvSpPr>
        <p:spPr>
          <a:xfrm>
            <a:off x="12701649" y="2123689"/>
            <a:ext cx="2132840" cy="1"/>
          </a:xfrm>
          <a:prstGeom prst="line">
            <a:avLst/>
          </a:prstGeom>
          <a:ln w="38100">
            <a:solidFill>
              <a:srgbClr val="144973"/>
            </a:solidFill>
            <a:prstDash val="sysDot"/>
            <a:miter/>
            <a:tailEnd type="oval"/>
          </a:ln>
        </p:spPr>
        <p:txBody>
          <a:bodyPr tIns="91439" bIns="91439"/>
          <a:lstStyle/>
          <a:p>
            <a:pPr algn="l" defTabSz="457200">
              <a:defRPr sz="2400">
                <a:latin typeface="Helvetica"/>
                <a:ea typeface="Helvetica"/>
                <a:cs typeface="Helvetica"/>
                <a:sym typeface="Helvetica"/>
              </a:defRPr>
            </a:pPr>
          </a:p>
        </p:txBody>
      </p:sp>
      <p:sp>
        <p:nvSpPr>
          <p:cNvPr id="2846" name="Shape 2846"/>
          <p:cNvSpPr/>
          <p:nvPr/>
        </p:nvSpPr>
        <p:spPr>
          <a:xfrm>
            <a:off x="10983245" y="1378816"/>
            <a:ext cx="2355446" cy="21391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32" y="20029"/>
                </a:moveTo>
                <a:cubicBezTo>
                  <a:pt x="16422" y="18452"/>
                  <a:pt x="16422" y="18452"/>
                  <a:pt x="16422" y="18452"/>
                </a:cubicBezTo>
                <a:cubicBezTo>
                  <a:pt x="15708" y="17277"/>
                  <a:pt x="15708" y="17277"/>
                  <a:pt x="15708" y="17277"/>
                </a:cubicBezTo>
                <a:cubicBezTo>
                  <a:pt x="15534" y="17277"/>
                  <a:pt x="15534" y="17277"/>
                  <a:pt x="15534" y="17277"/>
                </a:cubicBezTo>
                <a:cubicBezTo>
                  <a:pt x="14106" y="16096"/>
                  <a:pt x="14106" y="16096"/>
                  <a:pt x="14106" y="16096"/>
                </a:cubicBezTo>
                <a:cubicBezTo>
                  <a:pt x="15354" y="16096"/>
                  <a:pt x="16962" y="15707"/>
                  <a:pt x="18210" y="14136"/>
                </a:cubicBezTo>
                <a:cubicBezTo>
                  <a:pt x="18030" y="14136"/>
                  <a:pt x="18030" y="14136"/>
                  <a:pt x="18030" y="14136"/>
                </a:cubicBezTo>
                <a:cubicBezTo>
                  <a:pt x="17136" y="12763"/>
                  <a:pt x="16602" y="11384"/>
                  <a:pt x="16422" y="10011"/>
                </a:cubicBezTo>
                <a:cubicBezTo>
                  <a:pt x="16422" y="9813"/>
                  <a:pt x="16422" y="9622"/>
                  <a:pt x="16422" y="9226"/>
                </a:cubicBezTo>
                <a:cubicBezTo>
                  <a:pt x="16422" y="2745"/>
                  <a:pt x="15534" y="1960"/>
                  <a:pt x="14106" y="785"/>
                </a:cubicBezTo>
                <a:cubicBezTo>
                  <a:pt x="12678" y="0"/>
                  <a:pt x="10890" y="0"/>
                  <a:pt x="10890" y="0"/>
                </a:cubicBezTo>
                <a:cubicBezTo>
                  <a:pt x="10890" y="0"/>
                  <a:pt x="8928" y="0"/>
                  <a:pt x="7680" y="785"/>
                </a:cubicBezTo>
                <a:cubicBezTo>
                  <a:pt x="6072" y="1960"/>
                  <a:pt x="5172" y="2745"/>
                  <a:pt x="5172" y="9226"/>
                </a:cubicBezTo>
                <a:cubicBezTo>
                  <a:pt x="5172" y="9622"/>
                  <a:pt x="5172" y="9813"/>
                  <a:pt x="5172" y="10011"/>
                </a:cubicBezTo>
                <a:cubicBezTo>
                  <a:pt x="5172" y="11384"/>
                  <a:pt x="4458" y="12763"/>
                  <a:pt x="3570" y="14136"/>
                </a:cubicBezTo>
                <a:cubicBezTo>
                  <a:pt x="4644" y="15707"/>
                  <a:pt x="6246" y="16096"/>
                  <a:pt x="7500" y="16096"/>
                </a:cubicBezTo>
                <a:cubicBezTo>
                  <a:pt x="5886" y="17277"/>
                  <a:pt x="5886" y="17277"/>
                  <a:pt x="5886" y="17277"/>
                </a:cubicBezTo>
                <a:cubicBezTo>
                  <a:pt x="5358" y="18261"/>
                  <a:pt x="5358" y="18261"/>
                  <a:pt x="5358" y="18261"/>
                </a:cubicBezTo>
                <a:cubicBezTo>
                  <a:pt x="1074" y="20029"/>
                  <a:pt x="1074" y="20029"/>
                  <a:pt x="1074" y="20029"/>
                </a:cubicBezTo>
                <a:cubicBezTo>
                  <a:pt x="1074" y="20029"/>
                  <a:pt x="360" y="19831"/>
                  <a:pt x="0" y="21600"/>
                </a:cubicBezTo>
                <a:cubicBezTo>
                  <a:pt x="21600" y="21600"/>
                  <a:pt x="21600" y="21600"/>
                  <a:pt x="21600" y="21600"/>
                </a:cubicBezTo>
                <a:cubicBezTo>
                  <a:pt x="21246" y="19831"/>
                  <a:pt x="20532" y="20029"/>
                  <a:pt x="20532" y="20029"/>
                </a:cubicBezTo>
              </a:path>
            </a:pathLst>
          </a:custGeom>
          <a:solidFill>
            <a:srgbClr val="004B75"/>
          </a:solidFill>
          <a:ln w="12700">
            <a:miter lim="400000"/>
          </a:ln>
        </p:spPr>
        <p:txBody>
          <a:bodyPr lIns="45719" rIns="45719" anchor="ctr"/>
          <a:lstStyle/>
          <a:p>
            <a:pPr algn="l" defTabSz="457200">
              <a:defRPr sz="1800">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9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2848" name="Shape 284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2849" name="Shape 284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2850" name="Shape 2850"/>
          <p:cNvSpPr/>
          <p:nvPr/>
        </p:nvSpPr>
        <p:spPr>
          <a:xfrm>
            <a:off x="50800" y="13415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2941" name="Group 2941"/>
          <p:cNvGrpSpPr/>
          <p:nvPr/>
        </p:nvGrpSpPr>
        <p:grpSpPr>
          <a:xfrm>
            <a:off x="4430621" y="3815840"/>
            <a:ext cx="14613083" cy="1435801"/>
            <a:chOff x="0" y="0"/>
            <a:chExt cx="14613082" cy="1435799"/>
          </a:xfrm>
        </p:grpSpPr>
        <p:sp>
          <p:nvSpPr>
            <p:cNvPr id="2851" name="Shape 2851"/>
            <p:cNvSpPr/>
            <p:nvPr/>
          </p:nvSpPr>
          <p:spPr>
            <a:xfrm>
              <a:off x="8872054"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52" name="Shape 2852"/>
            <p:cNvSpPr/>
            <p:nvPr/>
          </p:nvSpPr>
          <p:spPr>
            <a:xfrm>
              <a:off x="9046554"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53" name="Shape 2853"/>
            <p:cNvSpPr/>
            <p:nvPr/>
          </p:nvSpPr>
          <p:spPr>
            <a:xfrm>
              <a:off x="9610204"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54" name="Shape 2854"/>
            <p:cNvSpPr/>
            <p:nvPr/>
          </p:nvSpPr>
          <p:spPr>
            <a:xfrm>
              <a:off x="9784702"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55" name="Shape 2855"/>
            <p:cNvSpPr/>
            <p:nvPr/>
          </p:nvSpPr>
          <p:spPr>
            <a:xfrm>
              <a:off x="10351143"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56" name="Shape 2856"/>
            <p:cNvSpPr/>
            <p:nvPr/>
          </p:nvSpPr>
          <p:spPr>
            <a:xfrm>
              <a:off x="10525641" y="0"/>
              <a:ext cx="226542"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nvGrpSpPr>
            <p:cNvPr id="2859" name="Group 2859"/>
            <p:cNvGrpSpPr/>
            <p:nvPr/>
          </p:nvGrpSpPr>
          <p:grpSpPr>
            <a:xfrm>
              <a:off x="11089291" y="0"/>
              <a:ext cx="566363" cy="1429495"/>
              <a:chOff x="0" y="-2"/>
              <a:chExt cx="566361" cy="1429494"/>
            </a:xfrm>
          </p:grpSpPr>
          <p:sp>
            <p:nvSpPr>
              <p:cNvPr id="2857" name="Shape 2857"/>
              <p:cNvSpPr/>
              <p:nvPr/>
            </p:nvSpPr>
            <p:spPr>
              <a:xfrm>
                <a:off x="0" y="244880"/>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58" name="Shape 2858"/>
              <p:cNvSpPr/>
              <p:nvPr/>
            </p:nvSpPr>
            <p:spPr>
              <a:xfrm>
                <a:off x="174497" y="-3"/>
                <a:ext cx="226543" cy="223451"/>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862" name="Group 2862"/>
            <p:cNvGrpSpPr/>
            <p:nvPr/>
          </p:nvGrpSpPr>
          <p:grpSpPr>
            <a:xfrm>
              <a:off x="11829484" y="0"/>
              <a:ext cx="566362" cy="1429495"/>
              <a:chOff x="0" y="-2"/>
              <a:chExt cx="566361" cy="1429494"/>
            </a:xfrm>
          </p:grpSpPr>
          <p:sp>
            <p:nvSpPr>
              <p:cNvPr id="2860" name="Shape 2860"/>
              <p:cNvSpPr/>
              <p:nvPr/>
            </p:nvSpPr>
            <p:spPr>
              <a:xfrm>
                <a:off x="0" y="244880"/>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61" name="Shape 2861"/>
              <p:cNvSpPr/>
              <p:nvPr/>
            </p:nvSpPr>
            <p:spPr>
              <a:xfrm>
                <a:off x="174499" y="-3"/>
                <a:ext cx="226543" cy="223451"/>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865" name="Group 2865"/>
            <p:cNvGrpSpPr/>
            <p:nvPr/>
          </p:nvGrpSpPr>
          <p:grpSpPr>
            <a:xfrm>
              <a:off x="12567632" y="0"/>
              <a:ext cx="566362" cy="1429495"/>
              <a:chOff x="0" y="-2"/>
              <a:chExt cx="566361" cy="1429494"/>
            </a:xfrm>
          </p:grpSpPr>
          <p:sp>
            <p:nvSpPr>
              <p:cNvPr id="2863" name="Shape 2863"/>
              <p:cNvSpPr/>
              <p:nvPr/>
            </p:nvSpPr>
            <p:spPr>
              <a:xfrm>
                <a:off x="0" y="244880"/>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64" name="Shape 2864"/>
              <p:cNvSpPr/>
              <p:nvPr/>
            </p:nvSpPr>
            <p:spPr>
              <a:xfrm>
                <a:off x="174499" y="-3"/>
                <a:ext cx="226543" cy="223451"/>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868" name="Group 2868"/>
            <p:cNvGrpSpPr/>
            <p:nvPr/>
          </p:nvGrpSpPr>
          <p:grpSpPr>
            <a:xfrm>
              <a:off x="13308572" y="0"/>
              <a:ext cx="566362" cy="1429495"/>
              <a:chOff x="0" y="-2"/>
              <a:chExt cx="566361" cy="1429494"/>
            </a:xfrm>
          </p:grpSpPr>
          <p:sp>
            <p:nvSpPr>
              <p:cNvPr id="2866" name="Shape 2866"/>
              <p:cNvSpPr/>
              <p:nvPr/>
            </p:nvSpPr>
            <p:spPr>
              <a:xfrm>
                <a:off x="0" y="244880"/>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67" name="Shape 2867"/>
              <p:cNvSpPr/>
              <p:nvPr/>
            </p:nvSpPr>
            <p:spPr>
              <a:xfrm>
                <a:off x="174497" y="-3"/>
                <a:ext cx="226543" cy="223451"/>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871" name="Group 2871"/>
            <p:cNvGrpSpPr/>
            <p:nvPr/>
          </p:nvGrpSpPr>
          <p:grpSpPr>
            <a:xfrm>
              <a:off x="14046720" y="0"/>
              <a:ext cx="566363" cy="1429495"/>
              <a:chOff x="0" y="-2"/>
              <a:chExt cx="566361" cy="1429494"/>
            </a:xfrm>
          </p:grpSpPr>
          <p:sp>
            <p:nvSpPr>
              <p:cNvPr id="2869" name="Shape 2869"/>
              <p:cNvSpPr/>
              <p:nvPr/>
            </p:nvSpPr>
            <p:spPr>
              <a:xfrm>
                <a:off x="0" y="244880"/>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0" name="Shape 2870"/>
              <p:cNvSpPr/>
              <p:nvPr/>
            </p:nvSpPr>
            <p:spPr>
              <a:xfrm>
                <a:off x="174499" y="-3"/>
                <a:ext cx="226543" cy="223451"/>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sp>
          <p:nvSpPr>
            <p:cNvPr id="2872" name="Shape 2872"/>
            <p:cNvSpPr/>
            <p:nvPr/>
          </p:nvSpPr>
          <p:spPr>
            <a:xfrm>
              <a:off x="2960817"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3" name="Shape 2873"/>
            <p:cNvSpPr/>
            <p:nvPr/>
          </p:nvSpPr>
          <p:spPr>
            <a:xfrm>
              <a:off x="3135315"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4" name="Shape 2874"/>
            <p:cNvSpPr/>
            <p:nvPr/>
          </p:nvSpPr>
          <p:spPr>
            <a:xfrm>
              <a:off x="3698965"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5" name="Shape 2875"/>
            <p:cNvSpPr/>
            <p:nvPr/>
          </p:nvSpPr>
          <p:spPr>
            <a:xfrm>
              <a:off x="3873463"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6" name="Shape 2876"/>
            <p:cNvSpPr/>
            <p:nvPr/>
          </p:nvSpPr>
          <p:spPr>
            <a:xfrm>
              <a:off x="4440034" y="244882"/>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7" name="Shape 2877"/>
            <p:cNvSpPr/>
            <p:nvPr/>
          </p:nvSpPr>
          <p:spPr>
            <a:xfrm>
              <a:off x="4614400" y="0"/>
              <a:ext cx="226542"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8" name="Shape 2878"/>
            <p:cNvSpPr/>
            <p:nvPr/>
          </p:nvSpPr>
          <p:spPr>
            <a:xfrm>
              <a:off x="5178052" y="244882"/>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79" name="Shape 2879"/>
            <p:cNvSpPr/>
            <p:nvPr/>
          </p:nvSpPr>
          <p:spPr>
            <a:xfrm>
              <a:off x="5352550" y="0"/>
              <a:ext cx="226542"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0" name="Shape 2880"/>
            <p:cNvSpPr/>
            <p:nvPr/>
          </p:nvSpPr>
          <p:spPr>
            <a:xfrm>
              <a:off x="5918244"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1" name="Shape 2881"/>
            <p:cNvSpPr/>
            <p:nvPr/>
          </p:nvSpPr>
          <p:spPr>
            <a:xfrm>
              <a:off x="6092742"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2" name="Shape 2882"/>
            <p:cNvSpPr/>
            <p:nvPr/>
          </p:nvSpPr>
          <p:spPr>
            <a:xfrm>
              <a:off x="6656394"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3" name="Shape 2883"/>
            <p:cNvSpPr/>
            <p:nvPr/>
          </p:nvSpPr>
          <p:spPr>
            <a:xfrm>
              <a:off x="6830890" y="0"/>
              <a:ext cx="226542"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4" name="Shape 2884"/>
            <p:cNvSpPr/>
            <p:nvPr/>
          </p:nvSpPr>
          <p:spPr>
            <a:xfrm>
              <a:off x="7397330"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5" name="Shape 2885"/>
            <p:cNvSpPr/>
            <p:nvPr/>
          </p:nvSpPr>
          <p:spPr>
            <a:xfrm>
              <a:off x="7571828"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6" name="Shape 2886"/>
            <p:cNvSpPr/>
            <p:nvPr/>
          </p:nvSpPr>
          <p:spPr>
            <a:xfrm>
              <a:off x="8135478"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7" name="Shape 2887"/>
            <p:cNvSpPr/>
            <p:nvPr/>
          </p:nvSpPr>
          <p:spPr>
            <a:xfrm>
              <a:off x="8309976"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8" name="Shape 2888"/>
            <p:cNvSpPr/>
            <p:nvPr/>
          </p:nvSpPr>
          <p:spPr>
            <a:xfrm>
              <a:off x="0" y="244882"/>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89" name="Shape 2889"/>
            <p:cNvSpPr/>
            <p:nvPr/>
          </p:nvSpPr>
          <p:spPr>
            <a:xfrm>
              <a:off x="174497"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0" name="Shape 2890"/>
            <p:cNvSpPr/>
            <p:nvPr/>
          </p:nvSpPr>
          <p:spPr>
            <a:xfrm>
              <a:off x="738148" y="244882"/>
              <a:ext cx="566362"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1" name="Shape 2891"/>
            <p:cNvSpPr/>
            <p:nvPr/>
          </p:nvSpPr>
          <p:spPr>
            <a:xfrm>
              <a:off x="912645"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2" name="Shape 2892"/>
            <p:cNvSpPr/>
            <p:nvPr/>
          </p:nvSpPr>
          <p:spPr>
            <a:xfrm>
              <a:off x="1479086"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3" name="Shape 2893"/>
            <p:cNvSpPr/>
            <p:nvPr/>
          </p:nvSpPr>
          <p:spPr>
            <a:xfrm>
              <a:off x="1653584"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4" name="Shape 2894"/>
            <p:cNvSpPr/>
            <p:nvPr/>
          </p:nvSpPr>
          <p:spPr>
            <a:xfrm>
              <a:off x="2217234" y="244882"/>
              <a:ext cx="566363"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5" name="Shape 2895"/>
            <p:cNvSpPr/>
            <p:nvPr/>
          </p:nvSpPr>
          <p:spPr>
            <a:xfrm>
              <a:off x="2391732" y="0"/>
              <a:ext cx="226543" cy="223451"/>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nvGrpSpPr>
            <p:cNvPr id="2898" name="Group 2898"/>
            <p:cNvGrpSpPr/>
            <p:nvPr/>
          </p:nvGrpSpPr>
          <p:grpSpPr>
            <a:xfrm>
              <a:off x="8874124" y="6304"/>
              <a:ext cx="566364" cy="1429496"/>
              <a:chOff x="0" y="-2"/>
              <a:chExt cx="566362" cy="1429495"/>
            </a:xfrm>
          </p:grpSpPr>
          <p:sp>
            <p:nvSpPr>
              <p:cNvPr id="2896" name="Shape 2896"/>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897" name="Shape 2897"/>
              <p:cNvSpPr/>
              <p:nvPr/>
            </p:nvSpPr>
            <p:spPr>
              <a:xfrm>
                <a:off x="174498"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01" name="Group 2901"/>
            <p:cNvGrpSpPr/>
            <p:nvPr/>
          </p:nvGrpSpPr>
          <p:grpSpPr>
            <a:xfrm>
              <a:off x="9612275" y="6304"/>
              <a:ext cx="566363" cy="1429496"/>
              <a:chOff x="0" y="-2"/>
              <a:chExt cx="566362" cy="1429495"/>
            </a:xfrm>
          </p:grpSpPr>
          <p:sp>
            <p:nvSpPr>
              <p:cNvPr id="2899" name="Shape 2899"/>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00" name="Shape 2900"/>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04" name="Group 2904"/>
            <p:cNvGrpSpPr/>
            <p:nvPr/>
          </p:nvGrpSpPr>
          <p:grpSpPr>
            <a:xfrm>
              <a:off x="10353213" y="6304"/>
              <a:ext cx="566366" cy="1429496"/>
              <a:chOff x="0" y="-2"/>
              <a:chExt cx="566364" cy="1429495"/>
            </a:xfrm>
          </p:grpSpPr>
          <p:sp>
            <p:nvSpPr>
              <p:cNvPr id="2902" name="Shape 2902"/>
              <p:cNvSpPr/>
              <p:nvPr/>
            </p:nvSpPr>
            <p:spPr>
              <a:xfrm>
                <a:off x="0" y="244880"/>
                <a:ext cx="566365"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03" name="Shape 2903"/>
              <p:cNvSpPr/>
              <p:nvPr/>
            </p:nvSpPr>
            <p:spPr>
              <a:xfrm>
                <a:off x="174499" y="-3"/>
                <a:ext cx="226544"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07" name="Group 2907"/>
            <p:cNvGrpSpPr/>
            <p:nvPr/>
          </p:nvGrpSpPr>
          <p:grpSpPr>
            <a:xfrm>
              <a:off x="2962889" y="6304"/>
              <a:ext cx="566364" cy="1429496"/>
              <a:chOff x="0" y="-2"/>
              <a:chExt cx="566362" cy="1429495"/>
            </a:xfrm>
          </p:grpSpPr>
          <p:sp>
            <p:nvSpPr>
              <p:cNvPr id="2905" name="Shape 2905"/>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06" name="Shape 2906"/>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10" name="Group 2910"/>
            <p:cNvGrpSpPr/>
            <p:nvPr/>
          </p:nvGrpSpPr>
          <p:grpSpPr>
            <a:xfrm>
              <a:off x="3701038" y="6304"/>
              <a:ext cx="566363" cy="1429496"/>
              <a:chOff x="0" y="-2"/>
              <a:chExt cx="566362" cy="1429495"/>
            </a:xfrm>
          </p:grpSpPr>
          <p:sp>
            <p:nvSpPr>
              <p:cNvPr id="2908" name="Shape 2908"/>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09" name="Shape 2909"/>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13" name="Group 2913"/>
            <p:cNvGrpSpPr/>
            <p:nvPr/>
          </p:nvGrpSpPr>
          <p:grpSpPr>
            <a:xfrm>
              <a:off x="4442106" y="6304"/>
              <a:ext cx="566364" cy="1429496"/>
              <a:chOff x="0" y="-2"/>
              <a:chExt cx="566362" cy="1429495"/>
            </a:xfrm>
          </p:grpSpPr>
          <p:sp>
            <p:nvSpPr>
              <p:cNvPr id="2911" name="Shape 2911"/>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12" name="Shape 2912"/>
              <p:cNvSpPr/>
              <p:nvPr/>
            </p:nvSpPr>
            <p:spPr>
              <a:xfrm>
                <a:off x="174366" y="-3"/>
                <a:ext cx="226542"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16" name="Group 2916"/>
            <p:cNvGrpSpPr/>
            <p:nvPr/>
          </p:nvGrpSpPr>
          <p:grpSpPr>
            <a:xfrm>
              <a:off x="5180124" y="6304"/>
              <a:ext cx="566364" cy="1429496"/>
              <a:chOff x="0" y="-2"/>
              <a:chExt cx="566362" cy="1429495"/>
            </a:xfrm>
          </p:grpSpPr>
          <p:sp>
            <p:nvSpPr>
              <p:cNvPr id="2914" name="Shape 2914"/>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15" name="Shape 2915"/>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19" name="Group 2919"/>
            <p:cNvGrpSpPr/>
            <p:nvPr/>
          </p:nvGrpSpPr>
          <p:grpSpPr>
            <a:xfrm>
              <a:off x="5920316" y="6304"/>
              <a:ext cx="566364" cy="1429496"/>
              <a:chOff x="0" y="-2"/>
              <a:chExt cx="566362" cy="1429495"/>
            </a:xfrm>
          </p:grpSpPr>
          <p:sp>
            <p:nvSpPr>
              <p:cNvPr id="2917" name="Shape 2917"/>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18" name="Shape 2918"/>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22" name="Group 2922"/>
            <p:cNvGrpSpPr/>
            <p:nvPr/>
          </p:nvGrpSpPr>
          <p:grpSpPr>
            <a:xfrm>
              <a:off x="6658466" y="6304"/>
              <a:ext cx="566364" cy="1429496"/>
              <a:chOff x="0" y="-2"/>
              <a:chExt cx="566362" cy="1429495"/>
            </a:xfrm>
          </p:grpSpPr>
          <p:sp>
            <p:nvSpPr>
              <p:cNvPr id="2920" name="Shape 2920"/>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21" name="Shape 2921"/>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25" name="Group 2925"/>
            <p:cNvGrpSpPr/>
            <p:nvPr/>
          </p:nvGrpSpPr>
          <p:grpSpPr>
            <a:xfrm>
              <a:off x="7399404" y="6304"/>
              <a:ext cx="566364" cy="1429496"/>
              <a:chOff x="0" y="-2"/>
              <a:chExt cx="566362" cy="1429495"/>
            </a:xfrm>
          </p:grpSpPr>
          <p:sp>
            <p:nvSpPr>
              <p:cNvPr id="2923" name="Shape 2923"/>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24" name="Shape 2924"/>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28" name="Group 2928"/>
            <p:cNvGrpSpPr/>
            <p:nvPr/>
          </p:nvGrpSpPr>
          <p:grpSpPr>
            <a:xfrm>
              <a:off x="8137551" y="6304"/>
              <a:ext cx="566364" cy="1429496"/>
              <a:chOff x="0" y="-2"/>
              <a:chExt cx="566362" cy="1429495"/>
            </a:xfrm>
          </p:grpSpPr>
          <p:sp>
            <p:nvSpPr>
              <p:cNvPr id="2926" name="Shape 2926"/>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27" name="Shape 2927"/>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31" name="Group 2931"/>
            <p:cNvGrpSpPr/>
            <p:nvPr/>
          </p:nvGrpSpPr>
          <p:grpSpPr>
            <a:xfrm>
              <a:off x="2072" y="6304"/>
              <a:ext cx="566363" cy="1429496"/>
              <a:chOff x="0" y="-2"/>
              <a:chExt cx="566362" cy="1429495"/>
            </a:xfrm>
          </p:grpSpPr>
          <p:sp>
            <p:nvSpPr>
              <p:cNvPr id="2929" name="Shape 2929"/>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30" name="Shape 2930"/>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34" name="Group 2934"/>
            <p:cNvGrpSpPr/>
            <p:nvPr/>
          </p:nvGrpSpPr>
          <p:grpSpPr>
            <a:xfrm>
              <a:off x="740220" y="6304"/>
              <a:ext cx="566364" cy="1429496"/>
              <a:chOff x="0" y="-2"/>
              <a:chExt cx="566362" cy="1429495"/>
            </a:xfrm>
          </p:grpSpPr>
          <p:sp>
            <p:nvSpPr>
              <p:cNvPr id="2932" name="Shape 2932"/>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33" name="Shape 2933"/>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37" name="Group 2937"/>
            <p:cNvGrpSpPr/>
            <p:nvPr/>
          </p:nvGrpSpPr>
          <p:grpSpPr>
            <a:xfrm>
              <a:off x="1481156" y="6304"/>
              <a:ext cx="566366" cy="1429496"/>
              <a:chOff x="0" y="-2"/>
              <a:chExt cx="566364" cy="1429495"/>
            </a:xfrm>
          </p:grpSpPr>
          <p:sp>
            <p:nvSpPr>
              <p:cNvPr id="2935" name="Shape 2935"/>
              <p:cNvSpPr/>
              <p:nvPr/>
            </p:nvSpPr>
            <p:spPr>
              <a:xfrm>
                <a:off x="0" y="244880"/>
                <a:ext cx="566365"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36" name="Shape 2936"/>
              <p:cNvSpPr/>
              <p:nvPr/>
            </p:nvSpPr>
            <p:spPr>
              <a:xfrm>
                <a:off x="174498"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40" name="Group 2940"/>
            <p:cNvGrpSpPr/>
            <p:nvPr/>
          </p:nvGrpSpPr>
          <p:grpSpPr>
            <a:xfrm>
              <a:off x="2219306" y="6304"/>
              <a:ext cx="566364" cy="1429496"/>
              <a:chOff x="0" y="-2"/>
              <a:chExt cx="566362" cy="1429495"/>
            </a:xfrm>
          </p:grpSpPr>
          <p:sp>
            <p:nvSpPr>
              <p:cNvPr id="2938" name="Shape 2938"/>
              <p:cNvSpPr/>
              <p:nvPr/>
            </p:nvSpPr>
            <p:spPr>
              <a:xfrm>
                <a:off x="-1" y="244880"/>
                <a:ext cx="566364" cy="1184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39" name="Shape 2939"/>
              <p:cNvSpPr/>
              <p:nvPr/>
            </p:nvSpPr>
            <p:spPr>
              <a:xfrm>
                <a:off x="174497" y="-3"/>
                <a:ext cx="226543" cy="223450"/>
              </a:xfrm>
              <a:prstGeom prst="ellipse">
                <a:avLst/>
              </a:prstGeom>
              <a:solidFill>
                <a:srgbClr val="16527E"/>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grpSp>
        <p:nvGrpSpPr>
          <p:cNvPr id="3024" name="Group 3024"/>
          <p:cNvGrpSpPr/>
          <p:nvPr/>
        </p:nvGrpSpPr>
        <p:grpSpPr>
          <a:xfrm>
            <a:off x="4384620" y="7090750"/>
            <a:ext cx="14704097" cy="1432739"/>
            <a:chOff x="0" y="0"/>
            <a:chExt cx="14704096" cy="1432737"/>
          </a:xfrm>
        </p:grpSpPr>
        <p:grpSp>
          <p:nvGrpSpPr>
            <p:cNvPr id="2944" name="Group 2944"/>
            <p:cNvGrpSpPr/>
            <p:nvPr/>
          </p:nvGrpSpPr>
          <p:grpSpPr>
            <a:xfrm>
              <a:off x="8872055" y="0"/>
              <a:ext cx="657377" cy="1426433"/>
              <a:chOff x="-4" y="-2"/>
              <a:chExt cx="657376" cy="1426432"/>
            </a:xfrm>
          </p:grpSpPr>
          <p:sp>
            <p:nvSpPr>
              <p:cNvPr id="2942" name="Shape 2942"/>
              <p:cNvSpPr/>
              <p:nvPr/>
            </p:nvSpPr>
            <p:spPr>
              <a:xfrm>
                <a:off x="218113" y="-3"/>
                <a:ext cx="211233"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43" name="Shape 2943"/>
              <p:cNvSpPr/>
              <p:nvPr/>
            </p:nvSpPr>
            <p:spPr>
              <a:xfrm>
                <a:off x="-5" y="254063"/>
                <a:ext cx="657378"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47" name="Group 2947"/>
            <p:cNvGrpSpPr/>
            <p:nvPr/>
          </p:nvGrpSpPr>
          <p:grpSpPr>
            <a:xfrm>
              <a:off x="9610201" y="0"/>
              <a:ext cx="657380" cy="1426433"/>
              <a:chOff x="-4" y="-2"/>
              <a:chExt cx="657378" cy="1426432"/>
            </a:xfrm>
          </p:grpSpPr>
          <p:sp>
            <p:nvSpPr>
              <p:cNvPr id="2945" name="Shape 2945"/>
              <p:cNvSpPr/>
              <p:nvPr/>
            </p:nvSpPr>
            <p:spPr>
              <a:xfrm>
                <a:off x="218113" y="-3"/>
                <a:ext cx="211235"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46" name="Shape 2946"/>
              <p:cNvSpPr/>
              <p:nvPr/>
            </p:nvSpPr>
            <p:spPr>
              <a:xfrm>
                <a:off x="-5" y="254063"/>
                <a:ext cx="657380"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50" name="Group 2950"/>
            <p:cNvGrpSpPr/>
            <p:nvPr/>
          </p:nvGrpSpPr>
          <p:grpSpPr>
            <a:xfrm>
              <a:off x="10351143" y="0"/>
              <a:ext cx="657378" cy="1426433"/>
              <a:chOff x="-4" y="-2"/>
              <a:chExt cx="657376" cy="1426432"/>
            </a:xfrm>
          </p:grpSpPr>
          <p:sp>
            <p:nvSpPr>
              <p:cNvPr id="2948" name="Shape 2948"/>
              <p:cNvSpPr/>
              <p:nvPr/>
            </p:nvSpPr>
            <p:spPr>
              <a:xfrm>
                <a:off x="218111" y="-3"/>
                <a:ext cx="211233"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49" name="Shape 2949"/>
              <p:cNvSpPr/>
              <p:nvPr/>
            </p:nvSpPr>
            <p:spPr>
              <a:xfrm>
                <a:off x="-5" y="254063"/>
                <a:ext cx="657378"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53" name="Group 2953"/>
            <p:cNvGrpSpPr/>
            <p:nvPr/>
          </p:nvGrpSpPr>
          <p:grpSpPr>
            <a:xfrm>
              <a:off x="11089287" y="0"/>
              <a:ext cx="657378" cy="1426433"/>
              <a:chOff x="-4" y="-2"/>
              <a:chExt cx="657376" cy="1426432"/>
            </a:xfrm>
          </p:grpSpPr>
          <p:sp>
            <p:nvSpPr>
              <p:cNvPr id="2951" name="Shape 2951"/>
              <p:cNvSpPr/>
              <p:nvPr/>
            </p:nvSpPr>
            <p:spPr>
              <a:xfrm>
                <a:off x="218115" y="-3"/>
                <a:ext cx="211233"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52" name="Shape 2952"/>
              <p:cNvSpPr/>
              <p:nvPr/>
            </p:nvSpPr>
            <p:spPr>
              <a:xfrm>
                <a:off x="-5" y="254063"/>
                <a:ext cx="657378"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56" name="Group 2956"/>
            <p:cNvGrpSpPr/>
            <p:nvPr/>
          </p:nvGrpSpPr>
          <p:grpSpPr>
            <a:xfrm>
              <a:off x="11829483" y="0"/>
              <a:ext cx="657380" cy="1426433"/>
              <a:chOff x="-4" y="-2"/>
              <a:chExt cx="657378" cy="1426432"/>
            </a:xfrm>
          </p:grpSpPr>
          <p:sp>
            <p:nvSpPr>
              <p:cNvPr id="2954" name="Shape 2954"/>
              <p:cNvSpPr/>
              <p:nvPr/>
            </p:nvSpPr>
            <p:spPr>
              <a:xfrm>
                <a:off x="218113" y="-3"/>
                <a:ext cx="211235"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55" name="Shape 2955"/>
              <p:cNvSpPr/>
              <p:nvPr/>
            </p:nvSpPr>
            <p:spPr>
              <a:xfrm>
                <a:off x="-5" y="254063"/>
                <a:ext cx="657380"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59" name="Group 2959"/>
            <p:cNvGrpSpPr/>
            <p:nvPr/>
          </p:nvGrpSpPr>
          <p:grpSpPr>
            <a:xfrm>
              <a:off x="12567632" y="0"/>
              <a:ext cx="657380" cy="1426433"/>
              <a:chOff x="-4" y="-2"/>
              <a:chExt cx="657378" cy="1426432"/>
            </a:xfrm>
          </p:grpSpPr>
          <p:sp>
            <p:nvSpPr>
              <p:cNvPr id="2957" name="Shape 2957"/>
              <p:cNvSpPr/>
              <p:nvPr/>
            </p:nvSpPr>
            <p:spPr>
              <a:xfrm>
                <a:off x="218111" y="-3"/>
                <a:ext cx="211235"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58" name="Shape 2958"/>
              <p:cNvSpPr/>
              <p:nvPr/>
            </p:nvSpPr>
            <p:spPr>
              <a:xfrm>
                <a:off x="-5" y="254063"/>
                <a:ext cx="657380"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62" name="Group 2962"/>
            <p:cNvGrpSpPr/>
            <p:nvPr/>
          </p:nvGrpSpPr>
          <p:grpSpPr>
            <a:xfrm>
              <a:off x="13308571" y="0"/>
              <a:ext cx="657379" cy="1426433"/>
              <a:chOff x="-4" y="-2"/>
              <a:chExt cx="657378" cy="1426432"/>
            </a:xfrm>
          </p:grpSpPr>
          <p:sp>
            <p:nvSpPr>
              <p:cNvPr id="2960" name="Shape 2960"/>
              <p:cNvSpPr/>
              <p:nvPr/>
            </p:nvSpPr>
            <p:spPr>
              <a:xfrm>
                <a:off x="218113" y="-3"/>
                <a:ext cx="211233"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61" name="Shape 2961"/>
              <p:cNvSpPr/>
              <p:nvPr/>
            </p:nvSpPr>
            <p:spPr>
              <a:xfrm>
                <a:off x="-5" y="254063"/>
                <a:ext cx="657380"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65" name="Group 2965"/>
            <p:cNvGrpSpPr/>
            <p:nvPr/>
          </p:nvGrpSpPr>
          <p:grpSpPr>
            <a:xfrm>
              <a:off x="14046719" y="0"/>
              <a:ext cx="657378" cy="1426433"/>
              <a:chOff x="-4" y="-2"/>
              <a:chExt cx="657376" cy="1426432"/>
            </a:xfrm>
          </p:grpSpPr>
          <p:sp>
            <p:nvSpPr>
              <p:cNvPr id="2963" name="Shape 2963"/>
              <p:cNvSpPr/>
              <p:nvPr/>
            </p:nvSpPr>
            <p:spPr>
              <a:xfrm>
                <a:off x="218111" y="-3"/>
                <a:ext cx="211233"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64" name="Shape 2964"/>
              <p:cNvSpPr/>
              <p:nvPr/>
            </p:nvSpPr>
            <p:spPr>
              <a:xfrm>
                <a:off x="-5" y="254063"/>
                <a:ext cx="657378"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sp>
          <p:nvSpPr>
            <p:cNvPr id="2966" name="Shape 2966"/>
            <p:cNvSpPr/>
            <p:nvPr/>
          </p:nvSpPr>
          <p:spPr>
            <a:xfrm>
              <a:off x="3178933" y="0"/>
              <a:ext cx="211235"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67" name="Shape 2967"/>
            <p:cNvSpPr/>
            <p:nvPr/>
          </p:nvSpPr>
          <p:spPr>
            <a:xfrm>
              <a:off x="2960817" y="254066"/>
              <a:ext cx="657378"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68" name="Shape 2968"/>
            <p:cNvSpPr/>
            <p:nvPr/>
          </p:nvSpPr>
          <p:spPr>
            <a:xfrm>
              <a:off x="3917081" y="0"/>
              <a:ext cx="211233"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69" name="Shape 2969"/>
            <p:cNvSpPr/>
            <p:nvPr/>
          </p:nvSpPr>
          <p:spPr>
            <a:xfrm>
              <a:off x="3698965" y="254066"/>
              <a:ext cx="657380"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0" name="Shape 2970"/>
            <p:cNvSpPr/>
            <p:nvPr/>
          </p:nvSpPr>
          <p:spPr>
            <a:xfrm>
              <a:off x="4658019" y="0"/>
              <a:ext cx="211234"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1" name="Shape 2971"/>
            <p:cNvSpPr/>
            <p:nvPr/>
          </p:nvSpPr>
          <p:spPr>
            <a:xfrm>
              <a:off x="4439903" y="254066"/>
              <a:ext cx="657378"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2" name="Shape 2972"/>
            <p:cNvSpPr/>
            <p:nvPr/>
          </p:nvSpPr>
          <p:spPr>
            <a:xfrm>
              <a:off x="5396167" y="0"/>
              <a:ext cx="211234"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3" name="Shape 2973"/>
            <p:cNvSpPr/>
            <p:nvPr/>
          </p:nvSpPr>
          <p:spPr>
            <a:xfrm>
              <a:off x="5178050" y="254066"/>
              <a:ext cx="657379"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4" name="Shape 2974"/>
            <p:cNvSpPr/>
            <p:nvPr/>
          </p:nvSpPr>
          <p:spPr>
            <a:xfrm>
              <a:off x="6136360" y="0"/>
              <a:ext cx="211233"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5" name="Shape 2975"/>
            <p:cNvSpPr/>
            <p:nvPr/>
          </p:nvSpPr>
          <p:spPr>
            <a:xfrm>
              <a:off x="5918242" y="254066"/>
              <a:ext cx="657378"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6" name="Shape 2976"/>
            <p:cNvSpPr/>
            <p:nvPr/>
          </p:nvSpPr>
          <p:spPr>
            <a:xfrm>
              <a:off x="6874508" y="0"/>
              <a:ext cx="211235"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7" name="Shape 2977"/>
            <p:cNvSpPr/>
            <p:nvPr/>
          </p:nvSpPr>
          <p:spPr>
            <a:xfrm>
              <a:off x="6656390" y="254066"/>
              <a:ext cx="657380"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8" name="Shape 2978"/>
            <p:cNvSpPr/>
            <p:nvPr/>
          </p:nvSpPr>
          <p:spPr>
            <a:xfrm>
              <a:off x="7615449" y="0"/>
              <a:ext cx="211233"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79" name="Shape 2979"/>
            <p:cNvSpPr/>
            <p:nvPr/>
          </p:nvSpPr>
          <p:spPr>
            <a:xfrm>
              <a:off x="7397331" y="254066"/>
              <a:ext cx="657378"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nvGrpSpPr>
            <p:cNvPr id="2982" name="Group 2982"/>
            <p:cNvGrpSpPr/>
            <p:nvPr/>
          </p:nvGrpSpPr>
          <p:grpSpPr>
            <a:xfrm>
              <a:off x="8135479" y="0"/>
              <a:ext cx="657377" cy="1426433"/>
              <a:chOff x="-4" y="-2"/>
              <a:chExt cx="657376" cy="1426432"/>
            </a:xfrm>
          </p:grpSpPr>
          <p:sp>
            <p:nvSpPr>
              <p:cNvPr id="2980" name="Shape 2980"/>
              <p:cNvSpPr/>
              <p:nvPr/>
            </p:nvSpPr>
            <p:spPr>
              <a:xfrm>
                <a:off x="218113" y="-3"/>
                <a:ext cx="211233" cy="211205"/>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1" name="Shape 2981"/>
              <p:cNvSpPr/>
              <p:nvPr/>
            </p:nvSpPr>
            <p:spPr>
              <a:xfrm>
                <a:off x="-5" y="254063"/>
                <a:ext cx="657378" cy="1172368"/>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D9D9D9"/>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sp>
          <p:nvSpPr>
            <p:cNvPr id="2983" name="Shape 2983"/>
            <p:cNvSpPr/>
            <p:nvPr/>
          </p:nvSpPr>
          <p:spPr>
            <a:xfrm>
              <a:off x="218115" y="0"/>
              <a:ext cx="211234"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4" name="Shape 2984"/>
            <p:cNvSpPr/>
            <p:nvPr/>
          </p:nvSpPr>
          <p:spPr>
            <a:xfrm>
              <a:off x="0" y="254066"/>
              <a:ext cx="657379"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5" name="Shape 2985"/>
            <p:cNvSpPr/>
            <p:nvPr/>
          </p:nvSpPr>
          <p:spPr>
            <a:xfrm>
              <a:off x="956264" y="0"/>
              <a:ext cx="211235"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6" name="Shape 2986"/>
            <p:cNvSpPr/>
            <p:nvPr/>
          </p:nvSpPr>
          <p:spPr>
            <a:xfrm>
              <a:off x="738148" y="254066"/>
              <a:ext cx="657377"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7" name="Shape 2987"/>
            <p:cNvSpPr/>
            <p:nvPr/>
          </p:nvSpPr>
          <p:spPr>
            <a:xfrm>
              <a:off x="1697204" y="0"/>
              <a:ext cx="211233"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8" name="Shape 2988"/>
            <p:cNvSpPr/>
            <p:nvPr/>
          </p:nvSpPr>
          <p:spPr>
            <a:xfrm>
              <a:off x="1479086" y="254066"/>
              <a:ext cx="657380"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89" name="Shape 2989"/>
            <p:cNvSpPr/>
            <p:nvPr/>
          </p:nvSpPr>
          <p:spPr>
            <a:xfrm>
              <a:off x="2435234" y="0"/>
              <a:ext cx="211233" cy="211205"/>
            </a:xfrm>
            <a:prstGeom prst="ellipse">
              <a:avLst/>
            </a:pr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90" name="Shape 2990"/>
            <p:cNvSpPr/>
            <p:nvPr/>
          </p:nvSpPr>
          <p:spPr>
            <a:xfrm>
              <a:off x="2217234" y="254066"/>
              <a:ext cx="657378" cy="1172367"/>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nvGrpSpPr>
            <p:cNvPr id="2993" name="Group 2993"/>
            <p:cNvGrpSpPr/>
            <p:nvPr/>
          </p:nvGrpSpPr>
          <p:grpSpPr>
            <a:xfrm>
              <a:off x="2962888" y="6306"/>
              <a:ext cx="657380" cy="1426432"/>
              <a:chOff x="-5" y="-2"/>
              <a:chExt cx="657378" cy="1426431"/>
            </a:xfrm>
          </p:grpSpPr>
          <p:sp>
            <p:nvSpPr>
              <p:cNvPr id="2991" name="Shape 2991"/>
              <p:cNvSpPr/>
              <p:nvPr/>
            </p:nvSpPr>
            <p:spPr>
              <a:xfrm>
                <a:off x="218112"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92" name="Shape 2992"/>
              <p:cNvSpPr/>
              <p:nvPr/>
            </p:nvSpPr>
            <p:spPr>
              <a:xfrm>
                <a:off x="-6" y="254063"/>
                <a:ext cx="657380"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96" name="Group 2996"/>
            <p:cNvGrpSpPr/>
            <p:nvPr/>
          </p:nvGrpSpPr>
          <p:grpSpPr>
            <a:xfrm>
              <a:off x="3701036" y="6306"/>
              <a:ext cx="657380" cy="1426432"/>
              <a:chOff x="-5" y="-2"/>
              <a:chExt cx="657378" cy="1426431"/>
            </a:xfrm>
          </p:grpSpPr>
          <p:sp>
            <p:nvSpPr>
              <p:cNvPr id="2994" name="Shape 2994"/>
              <p:cNvSpPr/>
              <p:nvPr/>
            </p:nvSpPr>
            <p:spPr>
              <a:xfrm>
                <a:off x="218111" y="-3"/>
                <a:ext cx="211235"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95" name="Shape 2995"/>
              <p:cNvSpPr/>
              <p:nvPr/>
            </p:nvSpPr>
            <p:spPr>
              <a:xfrm>
                <a:off x="-6" y="254063"/>
                <a:ext cx="657380"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2999" name="Group 2999"/>
            <p:cNvGrpSpPr/>
            <p:nvPr/>
          </p:nvGrpSpPr>
          <p:grpSpPr>
            <a:xfrm>
              <a:off x="4441973" y="6306"/>
              <a:ext cx="657381" cy="1426432"/>
              <a:chOff x="-5" y="-2"/>
              <a:chExt cx="657380" cy="1426431"/>
            </a:xfrm>
          </p:grpSpPr>
          <p:sp>
            <p:nvSpPr>
              <p:cNvPr id="2997" name="Shape 2997"/>
              <p:cNvSpPr/>
              <p:nvPr/>
            </p:nvSpPr>
            <p:spPr>
              <a:xfrm>
                <a:off x="218114"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2998" name="Shape 2998"/>
              <p:cNvSpPr/>
              <p:nvPr/>
            </p:nvSpPr>
            <p:spPr>
              <a:xfrm>
                <a:off x="-6" y="254063"/>
                <a:ext cx="657382"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02" name="Group 3002"/>
            <p:cNvGrpSpPr/>
            <p:nvPr/>
          </p:nvGrpSpPr>
          <p:grpSpPr>
            <a:xfrm>
              <a:off x="5180119" y="6306"/>
              <a:ext cx="657380" cy="1426432"/>
              <a:chOff x="-5" y="-2"/>
              <a:chExt cx="657378" cy="1426431"/>
            </a:xfrm>
          </p:grpSpPr>
          <p:sp>
            <p:nvSpPr>
              <p:cNvPr id="3000" name="Shape 3000"/>
              <p:cNvSpPr/>
              <p:nvPr/>
            </p:nvSpPr>
            <p:spPr>
              <a:xfrm>
                <a:off x="218113"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01" name="Shape 3001"/>
              <p:cNvSpPr/>
              <p:nvPr/>
            </p:nvSpPr>
            <p:spPr>
              <a:xfrm>
                <a:off x="-6" y="254063"/>
                <a:ext cx="657380"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05" name="Group 3005"/>
            <p:cNvGrpSpPr/>
            <p:nvPr/>
          </p:nvGrpSpPr>
          <p:grpSpPr>
            <a:xfrm>
              <a:off x="5920313" y="6306"/>
              <a:ext cx="657382" cy="1426432"/>
              <a:chOff x="-5" y="-2"/>
              <a:chExt cx="657380" cy="1426431"/>
            </a:xfrm>
          </p:grpSpPr>
          <p:sp>
            <p:nvSpPr>
              <p:cNvPr id="3003" name="Shape 3003"/>
              <p:cNvSpPr/>
              <p:nvPr/>
            </p:nvSpPr>
            <p:spPr>
              <a:xfrm>
                <a:off x="218114"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04" name="Shape 3004"/>
              <p:cNvSpPr/>
              <p:nvPr/>
            </p:nvSpPr>
            <p:spPr>
              <a:xfrm>
                <a:off x="-6" y="254063"/>
                <a:ext cx="657382"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08" name="Group 3008"/>
            <p:cNvGrpSpPr/>
            <p:nvPr/>
          </p:nvGrpSpPr>
          <p:grpSpPr>
            <a:xfrm>
              <a:off x="6658462" y="6306"/>
              <a:ext cx="657379" cy="1426432"/>
              <a:chOff x="-5" y="-2"/>
              <a:chExt cx="657378" cy="1426431"/>
            </a:xfrm>
          </p:grpSpPr>
          <p:sp>
            <p:nvSpPr>
              <p:cNvPr id="3006" name="Shape 3006"/>
              <p:cNvSpPr/>
              <p:nvPr/>
            </p:nvSpPr>
            <p:spPr>
              <a:xfrm>
                <a:off x="218113"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07" name="Shape 3007"/>
              <p:cNvSpPr/>
              <p:nvPr/>
            </p:nvSpPr>
            <p:spPr>
              <a:xfrm>
                <a:off x="-6" y="254063"/>
                <a:ext cx="657380"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11" name="Group 3011"/>
            <p:cNvGrpSpPr/>
            <p:nvPr/>
          </p:nvGrpSpPr>
          <p:grpSpPr>
            <a:xfrm>
              <a:off x="7399402" y="6306"/>
              <a:ext cx="657381" cy="1426432"/>
              <a:chOff x="-5" y="-2"/>
              <a:chExt cx="657380" cy="1426431"/>
            </a:xfrm>
          </p:grpSpPr>
          <p:sp>
            <p:nvSpPr>
              <p:cNvPr id="3009" name="Shape 3009"/>
              <p:cNvSpPr/>
              <p:nvPr/>
            </p:nvSpPr>
            <p:spPr>
              <a:xfrm>
                <a:off x="218114"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10" name="Shape 3010"/>
              <p:cNvSpPr/>
              <p:nvPr/>
            </p:nvSpPr>
            <p:spPr>
              <a:xfrm>
                <a:off x="-6" y="254063"/>
                <a:ext cx="657382"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14" name="Group 3014"/>
            <p:cNvGrpSpPr/>
            <p:nvPr/>
          </p:nvGrpSpPr>
          <p:grpSpPr>
            <a:xfrm>
              <a:off x="2069" y="6306"/>
              <a:ext cx="657381" cy="1426432"/>
              <a:chOff x="-5" y="-2"/>
              <a:chExt cx="657380" cy="1426431"/>
            </a:xfrm>
          </p:grpSpPr>
          <p:sp>
            <p:nvSpPr>
              <p:cNvPr id="3012" name="Shape 3012"/>
              <p:cNvSpPr/>
              <p:nvPr/>
            </p:nvSpPr>
            <p:spPr>
              <a:xfrm>
                <a:off x="218113"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13" name="Shape 3013"/>
              <p:cNvSpPr/>
              <p:nvPr/>
            </p:nvSpPr>
            <p:spPr>
              <a:xfrm>
                <a:off x="-6" y="254063"/>
                <a:ext cx="657382"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17" name="Group 3017"/>
            <p:cNvGrpSpPr/>
            <p:nvPr/>
          </p:nvGrpSpPr>
          <p:grpSpPr>
            <a:xfrm>
              <a:off x="740217" y="6306"/>
              <a:ext cx="657380" cy="1426432"/>
              <a:chOff x="-5" y="-2"/>
              <a:chExt cx="657378" cy="1426431"/>
            </a:xfrm>
          </p:grpSpPr>
          <p:sp>
            <p:nvSpPr>
              <p:cNvPr id="3015" name="Shape 3015"/>
              <p:cNvSpPr/>
              <p:nvPr/>
            </p:nvSpPr>
            <p:spPr>
              <a:xfrm>
                <a:off x="218112"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16" name="Shape 3016"/>
              <p:cNvSpPr/>
              <p:nvPr/>
            </p:nvSpPr>
            <p:spPr>
              <a:xfrm>
                <a:off x="-6" y="254063"/>
                <a:ext cx="657380"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20" name="Group 3020"/>
            <p:cNvGrpSpPr/>
            <p:nvPr/>
          </p:nvGrpSpPr>
          <p:grpSpPr>
            <a:xfrm>
              <a:off x="1481157" y="6306"/>
              <a:ext cx="657382" cy="1426432"/>
              <a:chOff x="-5" y="-2"/>
              <a:chExt cx="657380" cy="1426431"/>
            </a:xfrm>
          </p:grpSpPr>
          <p:sp>
            <p:nvSpPr>
              <p:cNvPr id="3018" name="Shape 3018"/>
              <p:cNvSpPr/>
              <p:nvPr/>
            </p:nvSpPr>
            <p:spPr>
              <a:xfrm>
                <a:off x="218113" y="-3"/>
                <a:ext cx="211234"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19" name="Shape 3019"/>
              <p:cNvSpPr/>
              <p:nvPr/>
            </p:nvSpPr>
            <p:spPr>
              <a:xfrm>
                <a:off x="-6" y="254063"/>
                <a:ext cx="657382"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nvGrpSpPr>
            <p:cNvPr id="3023" name="Group 3023"/>
            <p:cNvGrpSpPr/>
            <p:nvPr/>
          </p:nvGrpSpPr>
          <p:grpSpPr>
            <a:xfrm>
              <a:off x="2219305" y="6306"/>
              <a:ext cx="657382" cy="1426432"/>
              <a:chOff x="-5" y="-2"/>
              <a:chExt cx="657380" cy="1426431"/>
            </a:xfrm>
          </p:grpSpPr>
          <p:sp>
            <p:nvSpPr>
              <p:cNvPr id="3021" name="Shape 3021"/>
              <p:cNvSpPr/>
              <p:nvPr/>
            </p:nvSpPr>
            <p:spPr>
              <a:xfrm>
                <a:off x="217996" y="-3"/>
                <a:ext cx="211235" cy="211206"/>
              </a:xfrm>
              <a:prstGeom prst="ellipse">
                <a:avLst/>
              </a:pr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sp>
            <p:nvSpPr>
              <p:cNvPr id="3022" name="Shape 3022"/>
              <p:cNvSpPr/>
              <p:nvPr/>
            </p:nvSpPr>
            <p:spPr>
              <a:xfrm>
                <a:off x="-6" y="254063"/>
                <a:ext cx="657382" cy="1172366"/>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217EC1"/>
              </a:solidFill>
              <a:ln w="12700" cap="flat">
                <a:noFill/>
                <a:miter lim="400000"/>
              </a:ln>
              <a:effectLst/>
            </p:spPr>
            <p:txBody>
              <a:bodyPr wrap="square" lIns="45719" tIns="45719" rIns="45719" bIns="45719" numCol="1" anchor="t">
                <a:noAutofit/>
              </a:bodyPr>
              <a:lstStyle/>
              <a:p>
                <a:pPr algn="l" defTabSz="1219261">
                  <a:defRPr sz="3200">
                    <a:solidFill>
                      <a:srgbClr val="FFFFFF"/>
                    </a:solidFill>
                  </a:defRPr>
                </a:pPr>
              </a:p>
            </p:txBody>
          </p:sp>
        </p:grpSp>
      </p:grpSp>
      <p:sp>
        <p:nvSpPr>
          <p:cNvPr id="3025" name="Shape 3025"/>
          <p:cNvSpPr/>
          <p:nvPr/>
        </p:nvSpPr>
        <p:spPr>
          <a:xfrm>
            <a:off x="4325740" y="5266767"/>
            <a:ext cx="2678291" cy="11461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p>
            <a:pPr algn="l"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l"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l"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
        <p:nvSpPr>
          <p:cNvPr id="3026" name="Shape 3026"/>
          <p:cNvSpPr/>
          <p:nvPr/>
        </p:nvSpPr>
        <p:spPr>
          <a:xfrm>
            <a:off x="4325740" y="8753985"/>
            <a:ext cx="2678291" cy="11461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p>
            <a:pPr algn="l" defTabSz="914400">
              <a:lnSpc>
                <a:spcPct val="50000"/>
              </a:lnSpc>
              <a:spcBef>
                <a:spcPts val="700"/>
              </a:spcBef>
              <a:defRPr sz="5600">
                <a:latin typeface="Raleway Regular"/>
                <a:ea typeface="Raleway Regular"/>
                <a:cs typeface="Raleway Regular"/>
                <a:sym typeface="Raleway Regular"/>
              </a:defRPr>
            </a:pPr>
            <a:endParaRPr sz="3200">
              <a:solidFill>
                <a:srgbClr val="262626"/>
              </a:solidFill>
            </a:endParaRPr>
          </a:p>
          <a:p>
            <a:pPr algn="l" defTabSz="914400">
              <a:lnSpc>
                <a:spcPct val="50000"/>
              </a:lnSpc>
              <a:spcBef>
                <a:spcPts val="700"/>
              </a:spcBef>
              <a:defRPr sz="5600">
                <a:latin typeface="Raleway Regular"/>
                <a:ea typeface="Raleway Regular"/>
                <a:cs typeface="Raleway Regular"/>
                <a:sym typeface="Raleway Regular"/>
              </a:defRPr>
            </a:pPr>
            <a:r>
              <a:rPr sz="2700">
                <a:solidFill>
                  <a:srgbClr val="262626"/>
                </a:solidFill>
                <a:latin typeface="Raleway SemiBold"/>
                <a:ea typeface="Raleway SemiBold"/>
                <a:cs typeface="Raleway SemiBold"/>
                <a:sym typeface="Raleway SemiBold"/>
              </a:rPr>
              <a:t>Tipo contenido</a:t>
            </a:r>
            <a:endParaRPr sz="2700">
              <a:solidFill>
                <a:srgbClr val="262626"/>
              </a:solidFill>
              <a:latin typeface="Raleway SemiBold"/>
              <a:ea typeface="Raleway SemiBold"/>
              <a:cs typeface="Raleway SemiBold"/>
              <a:sym typeface="Raleway SemiBold"/>
            </a:endParaRPr>
          </a:p>
          <a:p>
            <a:pPr algn="l" defTabSz="914400">
              <a:spcBef>
                <a:spcPts val="700"/>
              </a:spcBef>
              <a:defRPr sz="5600">
                <a:latin typeface="Raleway Medium"/>
                <a:ea typeface="Raleway Medium"/>
                <a:cs typeface="Raleway Medium"/>
                <a:sym typeface="Raleway Medium"/>
              </a:defRPr>
            </a:pPr>
            <a:r>
              <a:rPr sz="2700">
                <a:solidFill>
                  <a:srgbClr val="262626"/>
                </a:solidFill>
              </a:rPr>
              <a:t>Descripción</a:t>
            </a:r>
          </a:p>
        </p:txBody>
      </p:sp>
    </p:spTree>
  </p:cSld>
  <p:clrMapOvr>
    <a:masterClrMapping/>
  </p:clrMapOvr>
  <p:transition xmlns:p14="http://schemas.microsoft.com/office/powerpoint/2010/main" spd="med" advClick="1" p14:dur="1000"/>
</p:sld>
</file>

<file path=ppt/slides/slide9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028" name="Shape 302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Público</a:t>
            </a:r>
          </a:p>
        </p:txBody>
      </p:sp>
      <p:sp>
        <p:nvSpPr>
          <p:cNvPr id="3029" name="Shape 302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030" name="Shape 3030"/>
          <p:cNvSpPr/>
          <p:nvPr/>
        </p:nvSpPr>
        <p:spPr>
          <a:xfrm>
            <a:off x="50800" y="13415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031" name="Shape 3031"/>
          <p:cNvSpPr/>
          <p:nvPr/>
        </p:nvSpPr>
        <p:spPr>
          <a:xfrm>
            <a:off x="9398000" y="4256087"/>
            <a:ext cx="512763"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366" y="2308"/>
                  <a:pt x="6366" y="1754"/>
                </a:cubicBezTo>
                <a:cubicBezTo>
                  <a:pt x="6366"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2" name="Shape 3032"/>
          <p:cNvSpPr/>
          <p:nvPr/>
        </p:nvSpPr>
        <p:spPr>
          <a:xfrm>
            <a:off x="6124575" y="4256087"/>
            <a:ext cx="514350"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00" y="1754"/>
                </a:moveTo>
                <a:cubicBezTo>
                  <a:pt x="15300" y="2308"/>
                  <a:pt x="14850" y="2677"/>
                  <a:pt x="13950" y="3138"/>
                </a:cubicBezTo>
                <a:cubicBezTo>
                  <a:pt x="13050" y="3508"/>
                  <a:pt x="11925" y="3692"/>
                  <a:pt x="10800" y="3692"/>
                </a:cubicBezTo>
                <a:cubicBezTo>
                  <a:pt x="9675" y="3692"/>
                  <a:pt x="8550" y="3508"/>
                  <a:pt x="7650" y="3138"/>
                </a:cubicBezTo>
                <a:cubicBezTo>
                  <a:pt x="6750" y="2677"/>
                  <a:pt x="6300" y="2308"/>
                  <a:pt x="6300" y="1754"/>
                </a:cubicBezTo>
                <a:cubicBezTo>
                  <a:pt x="6300" y="1292"/>
                  <a:pt x="6750" y="831"/>
                  <a:pt x="7650" y="554"/>
                </a:cubicBezTo>
                <a:cubicBezTo>
                  <a:pt x="8550" y="185"/>
                  <a:pt x="9675" y="0"/>
                  <a:pt x="10800" y="0"/>
                </a:cubicBezTo>
                <a:cubicBezTo>
                  <a:pt x="11925" y="0"/>
                  <a:pt x="13050" y="185"/>
                  <a:pt x="13950" y="554"/>
                </a:cubicBezTo>
                <a:cubicBezTo>
                  <a:pt x="14850" y="831"/>
                  <a:pt x="15300" y="1292"/>
                  <a:pt x="15300"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750" y="21600"/>
                  <a:pt x="13950" y="21600"/>
                </a:cubicBezTo>
                <a:cubicBezTo>
                  <a:pt x="12375"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450" y="21600"/>
                  <a:pt x="7650" y="21600"/>
                </a:cubicBezTo>
                <a:cubicBezTo>
                  <a:pt x="6075" y="21600"/>
                  <a:pt x="5175" y="21323"/>
                  <a:pt x="5175" y="20677"/>
                </a:cubicBezTo>
                <a:cubicBezTo>
                  <a:pt x="5175" y="6369"/>
                  <a:pt x="5175" y="6369"/>
                  <a:pt x="5175" y="6369"/>
                </a:cubicBezTo>
                <a:cubicBezTo>
                  <a:pt x="4275" y="6369"/>
                  <a:pt x="4275" y="6369"/>
                  <a:pt x="4275" y="6369"/>
                </a:cubicBezTo>
                <a:cubicBezTo>
                  <a:pt x="4275" y="12369"/>
                  <a:pt x="4275" y="12369"/>
                  <a:pt x="4275" y="12369"/>
                </a:cubicBezTo>
                <a:cubicBezTo>
                  <a:pt x="4275" y="12923"/>
                  <a:pt x="3375" y="13200"/>
                  <a:pt x="2025" y="13200"/>
                </a:cubicBezTo>
                <a:cubicBezTo>
                  <a:pt x="675" y="13200"/>
                  <a:pt x="0" y="12923"/>
                  <a:pt x="0" y="12369"/>
                </a:cubicBezTo>
                <a:cubicBezTo>
                  <a:pt x="0" y="5538"/>
                  <a:pt x="0" y="5538"/>
                  <a:pt x="0" y="5538"/>
                </a:cubicBezTo>
                <a:cubicBezTo>
                  <a:pt x="0" y="4431"/>
                  <a:pt x="2025" y="3877"/>
                  <a:pt x="5625" y="3877"/>
                </a:cubicBezTo>
                <a:cubicBezTo>
                  <a:pt x="15975" y="3877"/>
                  <a:pt x="15975" y="3877"/>
                  <a:pt x="15975" y="3877"/>
                </a:cubicBezTo>
                <a:cubicBezTo>
                  <a:pt x="19800"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3" name="Shape 3033"/>
          <p:cNvSpPr/>
          <p:nvPr/>
        </p:nvSpPr>
        <p:spPr>
          <a:xfrm>
            <a:off x="5041900" y="4256087"/>
            <a:ext cx="511175"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4" name="Shape 3034"/>
          <p:cNvSpPr/>
          <p:nvPr/>
        </p:nvSpPr>
        <p:spPr>
          <a:xfrm>
            <a:off x="10488612" y="4256087"/>
            <a:ext cx="515938"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004" y="12277"/>
                  <a:pt x="10004" y="12277"/>
                  <a:pt x="10004" y="12277"/>
                </a:cubicBezTo>
                <a:cubicBezTo>
                  <a:pt x="10004" y="20677"/>
                  <a:pt x="10004" y="20677"/>
                  <a:pt x="10004" y="20677"/>
                </a:cubicBezTo>
                <a:cubicBezTo>
                  <a:pt x="10004"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5" name="Shape 3035"/>
          <p:cNvSpPr/>
          <p:nvPr/>
        </p:nvSpPr>
        <p:spPr>
          <a:xfrm>
            <a:off x="7213600" y="4256087"/>
            <a:ext cx="520700"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00" y="1754"/>
                </a:moveTo>
                <a:cubicBezTo>
                  <a:pt x="15300" y="2308"/>
                  <a:pt x="14850" y="2677"/>
                  <a:pt x="13950" y="3138"/>
                </a:cubicBezTo>
                <a:cubicBezTo>
                  <a:pt x="13050" y="3508"/>
                  <a:pt x="11925" y="3692"/>
                  <a:pt x="10800" y="3692"/>
                </a:cubicBezTo>
                <a:cubicBezTo>
                  <a:pt x="9675"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850" y="831"/>
                  <a:pt x="15300" y="1292"/>
                  <a:pt x="15300"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750" y="21600"/>
                  <a:pt x="13950" y="21600"/>
                </a:cubicBezTo>
                <a:cubicBezTo>
                  <a:pt x="12375"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450" y="21600"/>
                  <a:pt x="7650" y="21600"/>
                </a:cubicBezTo>
                <a:cubicBezTo>
                  <a:pt x="6075"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2025" y="3877"/>
                  <a:pt x="5625" y="3877"/>
                </a:cubicBezTo>
                <a:cubicBezTo>
                  <a:pt x="15975" y="3877"/>
                  <a:pt x="15975" y="3877"/>
                  <a:pt x="15975" y="3877"/>
                </a:cubicBezTo>
                <a:cubicBezTo>
                  <a:pt x="19800"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6" name="Shape 3036"/>
          <p:cNvSpPr/>
          <p:nvPr/>
        </p:nvSpPr>
        <p:spPr>
          <a:xfrm>
            <a:off x="8304212" y="4256087"/>
            <a:ext cx="515938"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7" name="Shape 3037"/>
          <p:cNvSpPr/>
          <p:nvPr/>
        </p:nvSpPr>
        <p:spPr>
          <a:xfrm>
            <a:off x="9948862" y="4256087"/>
            <a:ext cx="520701"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8" name="Shape 3038"/>
          <p:cNvSpPr/>
          <p:nvPr/>
        </p:nvSpPr>
        <p:spPr>
          <a:xfrm>
            <a:off x="6678612" y="4256087"/>
            <a:ext cx="511176"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731"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596" y="21323"/>
                  <a:pt x="11596" y="20677"/>
                </a:cubicBezTo>
                <a:cubicBezTo>
                  <a:pt x="11596" y="12277"/>
                  <a:pt x="11596" y="12277"/>
                  <a:pt x="11596" y="12277"/>
                </a:cubicBezTo>
                <a:cubicBezTo>
                  <a:pt x="10232" y="12277"/>
                  <a:pt x="10232" y="12277"/>
                  <a:pt x="10232" y="12277"/>
                </a:cubicBezTo>
                <a:cubicBezTo>
                  <a:pt x="10232" y="20677"/>
                  <a:pt x="10232" y="20677"/>
                  <a:pt x="10232" y="20677"/>
                </a:cubicBezTo>
                <a:cubicBezTo>
                  <a:pt x="10232" y="21323"/>
                  <a:pt x="9322" y="21600"/>
                  <a:pt x="7731"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684" y="3877"/>
                </a:cubicBezTo>
                <a:cubicBezTo>
                  <a:pt x="16143" y="3877"/>
                  <a:pt x="16143" y="3877"/>
                  <a:pt x="16143" y="3877"/>
                </a:cubicBezTo>
                <a:cubicBezTo>
                  <a:pt x="19781"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39" name="Shape 3039"/>
          <p:cNvSpPr/>
          <p:nvPr/>
        </p:nvSpPr>
        <p:spPr>
          <a:xfrm>
            <a:off x="5592762" y="4256087"/>
            <a:ext cx="519113"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0" name="Shape 3040"/>
          <p:cNvSpPr/>
          <p:nvPr/>
        </p:nvSpPr>
        <p:spPr>
          <a:xfrm>
            <a:off x="11039475" y="4256087"/>
            <a:ext cx="519113"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350" y="13200"/>
                </a:cubicBezTo>
                <a:cubicBezTo>
                  <a:pt x="18000"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1" name="Shape 3041"/>
          <p:cNvSpPr/>
          <p:nvPr/>
        </p:nvSpPr>
        <p:spPr>
          <a:xfrm>
            <a:off x="7769225" y="4256087"/>
            <a:ext cx="515938"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684" y="3877"/>
                </a:cubicBezTo>
                <a:cubicBezTo>
                  <a:pt x="16143" y="3877"/>
                  <a:pt x="16143" y="3877"/>
                  <a:pt x="16143" y="3877"/>
                </a:cubicBezTo>
                <a:cubicBezTo>
                  <a:pt x="19781"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2" name="Shape 3042"/>
          <p:cNvSpPr/>
          <p:nvPr/>
        </p:nvSpPr>
        <p:spPr>
          <a:xfrm>
            <a:off x="8859837" y="4256087"/>
            <a:ext cx="514351"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850"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850" y="831"/>
                  <a:pt x="15075" y="1292"/>
                  <a:pt x="15075"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3" name="Shape 3043"/>
          <p:cNvSpPr/>
          <p:nvPr/>
        </p:nvSpPr>
        <p:spPr>
          <a:xfrm>
            <a:off x="11626850" y="4256087"/>
            <a:ext cx="514350"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366" y="2308"/>
                  <a:pt x="6366" y="1754"/>
                </a:cubicBezTo>
                <a:cubicBezTo>
                  <a:pt x="6366"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4" name="Shape 3044"/>
          <p:cNvSpPr/>
          <p:nvPr/>
        </p:nvSpPr>
        <p:spPr>
          <a:xfrm>
            <a:off x="12720637" y="4256087"/>
            <a:ext cx="511176"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5" name="Shape 3045"/>
          <p:cNvSpPr/>
          <p:nvPr/>
        </p:nvSpPr>
        <p:spPr>
          <a:xfrm>
            <a:off x="12177712" y="4256087"/>
            <a:ext cx="519113"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625" y="831"/>
                  <a:pt x="15075" y="1292"/>
                  <a:pt x="15075"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6" name="Shape 3046"/>
          <p:cNvSpPr/>
          <p:nvPr/>
        </p:nvSpPr>
        <p:spPr>
          <a:xfrm>
            <a:off x="13271500" y="4256087"/>
            <a:ext cx="519113" cy="1265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7" name="Shape 3047"/>
          <p:cNvSpPr/>
          <p:nvPr/>
        </p:nvSpPr>
        <p:spPr>
          <a:xfrm>
            <a:off x="9398000" y="6697662"/>
            <a:ext cx="51276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366" y="2308"/>
                  <a:pt x="6366" y="1754"/>
                </a:cubicBezTo>
                <a:cubicBezTo>
                  <a:pt x="6366"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8" name="Shape 3048"/>
          <p:cNvSpPr/>
          <p:nvPr/>
        </p:nvSpPr>
        <p:spPr>
          <a:xfrm>
            <a:off x="6124575" y="6697662"/>
            <a:ext cx="514350"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00" y="1754"/>
                </a:moveTo>
                <a:cubicBezTo>
                  <a:pt x="15300" y="2308"/>
                  <a:pt x="14850" y="2677"/>
                  <a:pt x="13950" y="3138"/>
                </a:cubicBezTo>
                <a:cubicBezTo>
                  <a:pt x="13050" y="3508"/>
                  <a:pt x="11925" y="3692"/>
                  <a:pt x="10800" y="3692"/>
                </a:cubicBezTo>
                <a:cubicBezTo>
                  <a:pt x="9675" y="3692"/>
                  <a:pt x="8550" y="3508"/>
                  <a:pt x="7650" y="3138"/>
                </a:cubicBezTo>
                <a:cubicBezTo>
                  <a:pt x="6750" y="2677"/>
                  <a:pt x="6300" y="2308"/>
                  <a:pt x="6300" y="1754"/>
                </a:cubicBezTo>
                <a:cubicBezTo>
                  <a:pt x="6300" y="1292"/>
                  <a:pt x="6750" y="831"/>
                  <a:pt x="7650" y="554"/>
                </a:cubicBezTo>
                <a:cubicBezTo>
                  <a:pt x="8550" y="185"/>
                  <a:pt x="9675" y="0"/>
                  <a:pt x="10800" y="0"/>
                </a:cubicBezTo>
                <a:cubicBezTo>
                  <a:pt x="11925" y="0"/>
                  <a:pt x="13050" y="185"/>
                  <a:pt x="13950" y="554"/>
                </a:cubicBezTo>
                <a:cubicBezTo>
                  <a:pt x="14850" y="831"/>
                  <a:pt x="15300" y="1292"/>
                  <a:pt x="15300"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750" y="21600"/>
                  <a:pt x="13950" y="21600"/>
                </a:cubicBezTo>
                <a:cubicBezTo>
                  <a:pt x="12375"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450" y="21600"/>
                  <a:pt x="7650" y="21600"/>
                </a:cubicBezTo>
                <a:cubicBezTo>
                  <a:pt x="6075" y="21600"/>
                  <a:pt x="5175" y="21323"/>
                  <a:pt x="5175" y="20677"/>
                </a:cubicBezTo>
                <a:cubicBezTo>
                  <a:pt x="5175" y="6369"/>
                  <a:pt x="5175" y="6369"/>
                  <a:pt x="5175" y="6369"/>
                </a:cubicBezTo>
                <a:cubicBezTo>
                  <a:pt x="4275" y="6369"/>
                  <a:pt x="4275" y="6369"/>
                  <a:pt x="4275" y="6369"/>
                </a:cubicBezTo>
                <a:cubicBezTo>
                  <a:pt x="4275" y="12369"/>
                  <a:pt x="4275" y="12369"/>
                  <a:pt x="4275" y="12369"/>
                </a:cubicBezTo>
                <a:cubicBezTo>
                  <a:pt x="4275" y="12923"/>
                  <a:pt x="3375" y="13200"/>
                  <a:pt x="2025" y="13200"/>
                </a:cubicBezTo>
                <a:cubicBezTo>
                  <a:pt x="675" y="13200"/>
                  <a:pt x="0" y="12923"/>
                  <a:pt x="0" y="12369"/>
                </a:cubicBezTo>
                <a:cubicBezTo>
                  <a:pt x="0" y="5538"/>
                  <a:pt x="0" y="5538"/>
                  <a:pt x="0" y="5538"/>
                </a:cubicBezTo>
                <a:cubicBezTo>
                  <a:pt x="0" y="4431"/>
                  <a:pt x="2025" y="3877"/>
                  <a:pt x="5625" y="3877"/>
                </a:cubicBezTo>
                <a:cubicBezTo>
                  <a:pt x="15975" y="3877"/>
                  <a:pt x="15975" y="3877"/>
                  <a:pt x="15975" y="3877"/>
                </a:cubicBezTo>
                <a:cubicBezTo>
                  <a:pt x="19800"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49" name="Shape 3049"/>
          <p:cNvSpPr/>
          <p:nvPr/>
        </p:nvSpPr>
        <p:spPr>
          <a:xfrm>
            <a:off x="5041900" y="6697662"/>
            <a:ext cx="511175"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0" name="Shape 3050"/>
          <p:cNvSpPr/>
          <p:nvPr/>
        </p:nvSpPr>
        <p:spPr>
          <a:xfrm>
            <a:off x="10488612" y="6697662"/>
            <a:ext cx="515938"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004" y="12277"/>
                  <a:pt x="10004" y="12277"/>
                  <a:pt x="10004" y="12277"/>
                </a:cubicBezTo>
                <a:cubicBezTo>
                  <a:pt x="10004" y="20677"/>
                  <a:pt x="10004" y="20677"/>
                  <a:pt x="10004" y="20677"/>
                </a:cubicBezTo>
                <a:cubicBezTo>
                  <a:pt x="10004"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1" name="Shape 3051"/>
          <p:cNvSpPr/>
          <p:nvPr/>
        </p:nvSpPr>
        <p:spPr>
          <a:xfrm>
            <a:off x="7213600" y="6697662"/>
            <a:ext cx="520700"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00" y="1754"/>
                </a:moveTo>
                <a:cubicBezTo>
                  <a:pt x="15300" y="2308"/>
                  <a:pt x="14850" y="2677"/>
                  <a:pt x="13950" y="3138"/>
                </a:cubicBezTo>
                <a:cubicBezTo>
                  <a:pt x="13050" y="3508"/>
                  <a:pt x="11925" y="3692"/>
                  <a:pt x="10800" y="3692"/>
                </a:cubicBezTo>
                <a:cubicBezTo>
                  <a:pt x="9675"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850" y="831"/>
                  <a:pt x="15300" y="1292"/>
                  <a:pt x="15300"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750" y="21600"/>
                  <a:pt x="13950" y="21600"/>
                </a:cubicBezTo>
                <a:cubicBezTo>
                  <a:pt x="12375"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450" y="21600"/>
                  <a:pt x="7650" y="21600"/>
                </a:cubicBezTo>
                <a:cubicBezTo>
                  <a:pt x="6075"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2025" y="3877"/>
                  <a:pt x="5625" y="3877"/>
                </a:cubicBezTo>
                <a:cubicBezTo>
                  <a:pt x="15975" y="3877"/>
                  <a:pt x="15975" y="3877"/>
                  <a:pt x="15975" y="3877"/>
                </a:cubicBezTo>
                <a:cubicBezTo>
                  <a:pt x="19800"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2" name="Shape 3052"/>
          <p:cNvSpPr/>
          <p:nvPr/>
        </p:nvSpPr>
        <p:spPr>
          <a:xfrm>
            <a:off x="8304212" y="6697662"/>
            <a:ext cx="515938"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3" name="Shape 3053"/>
          <p:cNvSpPr/>
          <p:nvPr/>
        </p:nvSpPr>
        <p:spPr>
          <a:xfrm>
            <a:off x="9948862" y="6697662"/>
            <a:ext cx="520701"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4" name="Shape 3054"/>
          <p:cNvSpPr/>
          <p:nvPr/>
        </p:nvSpPr>
        <p:spPr>
          <a:xfrm>
            <a:off x="6678612" y="6697662"/>
            <a:ext cx="511176"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731"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596" y="21323"/>
                  <a:pt x="11596" y="20677"/>
                </a:cubicBezTo>
                <a:cubicBezTo>
                  <a:pt x="11596" y="12277"/>
                  <a:pt x="11596" y="12277"/>
                  <a:pt x="11596" y="12277"/>
                </a:cubicBezTo>
                <a:cubicBezTo>
                  <a:pt x="10232" y="12277"/>
                  <a:pt x="10232" y="12277"/>
                  <a:pt x="10232" y="12277"/>
                </a:cubicBezTo>
                <a:cubicBezTo>
                  <a:pt x="10232" y="20677"/>
                  <a:pt x="10232" y="20677"/>
                  <a:pt x="10232" y="20677"/>
                </a:cubicBezTo>
                <a:cubicBezTo>
                  <a:pt x="10232" y="21323"/>
                  <a:pt x="9322" y="21600"/>
                  <a:pt x="7731"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684"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5" name="Shape 3055"/>
          <p:cNvSpPr/>
          <p:nvPr/>
        </p:nvSpPr>
        <p:spPr>
          <a:xfrm>
            <a:off x="5592762" y="6697662"/>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6" name="Shape 3056"/>
          <p:cNvSpPr/>
          <p:nvPr/>
        </p:nvSpPr>
        <p:spPr>
          <a:xfrm>
            <a:off x="11039475" y="6697662"/>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350" y="13200"/>
                </a:cubicBezTo>
                <a:cubicBezTo>
                  <a:pt x="18000"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7" name="Shape 3057"/>
          <p:cNvSpPr/>
          <p:nvPr/>
        </p:nvSpPr>
        <p:spPr>
          <a:xfrm>
            <a:off x="7769225" y="6697662"/>
            <a:ext cx="515938"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684"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8" name="Shape 3058"/>
          <p:cNvSpPr/>
          <p:nvPr/>
        </p:nvSpPr>
        <p:spPr>
          <a:xfrm>
            <a:off x="8859837" y="6697662"/>
            <a:ext cx="514351"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850"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850" y="831"/>
                  <a:pt x="15075" y="1292"/>
                  <a:pt x="15075"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59" name="Shape 3059"/>
          <p:cNvSpPr/>
          <p:nvPr/>
        </p:nvSpPr>
        <p:spPr>
          <a:xfrm>
            <a:off x="11626850" y="6697662"/>
            <a:ext cx="514350"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366" y="2308"/>
                  <a:pt x="6366" y="1754"/>
                </a:cubicBezTo>
                <a:cubicBezTo>
                  <a:pt x="6366"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0" name="Shape 3060"/>
          <p:cNvSpPr/>
          <p:nvPr/>
        </p:nvSpPr>
        <p:spPr>
          <a:xfrm>
            <a:off x="12720637" y="6697662"/>
            <a:ext cx="511176"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1" name="Shape 3061"/>
          <p:cNvSpPr/>
          <p:nvPr/>
        </p:nvSpPr>
        <p:spPr>
          <a:xfrm>
            <a:off x="12177712" y="6697662"/>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625" y="831"/>
                  <a:pt x="15075" y="1292"/>
                  <a:pt x="15075"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2" name="Shape 3062"/>
          <p:cNvSpPr/>
          <p:nvPr/>
        </p:nvSpPr>
        <p:spPr>
          <a:xfrm>
            <a:off x="13271500" y="6697662"/>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3" name="Shape 3063"/>
          <p:cNvSpPr/>
          <p:nvPr/>
        </p:nvSpPr>
        <p:spPr>
          <a:xfrm>
            <a:off x="9398000" y="9139237"/>
            <a:ext cx="51276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366" y="2308"/>
                  <a:pt x="6366" y="1754"/>
                </a:cubicBezTo>
                <a:cubicBezTo>
                  <a:pt x="6366"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4" name="Shape 3064"/>
          <p:cNvSpPr/>
          <p:nvPr/>
        </p:nvSpPr>
        <p:spPr>
          <a:xfrm>
            <a:off x="6124575" y="9139237"/>
            <a:ext cx="514350"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00" y="1754"/>
                </a:moveTo>
                <a:cubicBezTo>
                  <a:pt x="15300" y="2308"/>
                  <a:pt x="14850" y="2677"/>
                  <a:pt x="13950" y="3138"/>
                </a:cubicBezTo>
                <a:cubicBezTo>
                  <a:pt x="13050" y="3508"/>
                  <a:pt x="11925" y="3692"/>
                  <a:pt x="10800" y="3692"/>
                </a:cubicBezTo>
                <a:cubicBezTo>
                  <a:pt x="9675" y="3692"/>
                  <a:pt x="8550" y="3508"/>
                  <a:pt x="7650" y="3138"/>
                </a:cubicBezTo>
                <a:cubicBezTo>
                  <a:pt x="6750" y="2677"/>
                  <a:pt x="6300" y="2308"/>
                  <a:pt x="6300" y="1754"/>
                </a:cubicBezTo>
                <a:cubicBezTo>
                  <a:pt x="6300" y="1292"/>
                  <a:pt x="6750" y="831"/>
                  <a:pt x="7650" y="554"/>
                </a:cubicBezTo>
                <a:cubicBezTo>
                  <a:pt x="8550" y="185"/>
                  <a:pt x="9675" y="0"/>
                  <a:pt x="10800" y="0"/>
                </a:cubicBezTo>
                <a:cubicBezTo>
                  <a:pt x="11925" y="0"/>
                  <a:pt x="13050" y="185"/>
                  <a:pt x="13950" y="554"/>
                </a:cubicBezTo>
                <a:cubicBezTo>
                  <a:pt x="14850" y="831"/>
                  <a:pt x="15300" y="1292"/>
                  <a:pt x="15300"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750" y="21600"/>
                  <a:pt x="13950" y="21600"/>
                </a:cubicBezTo>
                <a:cubicBezTo>
                  <a:pt x="12375"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450" y="21600"/>
                  <a:pt x="7650" y="21600"/>
                </a:cubicBezTo>
                <a:cubicBezTo>
                  <a:pt x="6075" y="21600"/>
                  <a:pt x="5175" y="21323"/>
                  <a:pt x="5175" y="20677"/>
                </a:cubicBezTo>
                <a:cubicBezTo>
                  <a:pt x="5175" y="6369"/>
                  <a:pt x="5175" y="6369"/>
                  <a:pt x="5175" y="6369"/>
                </a:cubicBezTo>
                <a:cubicBezTo>
                  <a:pt x="4275" y="6369"/>
                  <a:pt x="4275" y="6369"/>
                  <a:pt x="4275" y="6369"/>
                </a:cubicBezTo>
                <a:cubicBezTo>
                  <a:pt x="4275" y="12369"/>
                  <a:pt x="4275" y="12369"/>
                  <a:pt x="4275" y="12369"/>
                </a:cubicBezTo>
                <a:cubicBezTo>
                  <a:pt x="4275" y="12923"/>
                  <a:pt x="3375" y="13200"/>
                  <a:pt x="2025" y="13200"/>
                </a:cubicBezTo>
                <a:cubicBezTo>
                  <a:pt x="675" y="13200"/>
                  <a:pt x="0" y="12923"/>
                  <a:pt x="0" y="12369"/>
                </a:cubicBezTo>
                <a:cubicBezTo>
                  <a:pt x="0" y="5538"/>
                  <a:pt x="0" y="5538"/>
                  <a:pt x="0" y="5538"/>
                </a:cubicBezTo>
                <a:cubicBezTo>
                  <a:pt x="0" y="4431"/>
                  <a:pt x="2025" y="3877"/>
                  <a:pt x="5625" y="3877"/>
                </a:cubicBezTo>
                <a:cubicBezTo>
                  <a:pt x="15975" y="3877"/>
                  <a:pt x="15975" y="3877"/>
                  <a:pt x="15975" y="3877"/>
                </a:cubicBezTo>
                <a:cubicBezTo>
                  <a:pt x="19800" y="3877"/>
                  <a:pt x="21600" y="4431"/>
                  <a:pt x="21600" y="5538"/>
                </a:cubicBezTo>
                <a:lnTo>
                  <a:pt x="21600" y="12369"/>
                </a:ln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5" name="Shape 3065"/>
          <p:cNvSpPr/>
          <p:nvPr/>
        </p:nvSpPr>
        <p:spPr>
          <a:xfrm>
            <a:off x="5041900" y="9139237"/>
            <a:ext cx="511175"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6" name="Shape 3066"/>
          <p:cNvSpPr/>
          <p:nvPr/>
        </p:nvSpPr>
        <p:spPr>
          <a:xfrm>
            <a:off x="10488612" y="9139237"/>
            <a:ext cx="515938"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004" y="12277"/>
                  <a:pt x="10004" y="12277"/>
                  <a:pt x="10004" y="12277"/>
                </a:cubicBezTo>
                <a:cubicBezTo>
                  <a:pt x="10004" y="20677"/>
                  <a:pt x="10004" y="20677"/>
                  <a:pt x="10004" y="20677"/>
                </a:cubicBezTo>
                <a:cubicBezTo>
                  <a:pt x="10004"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7" name="Shape 3067"/>
          <p:cNvSpPr/>
          <p:nvPr/>
        </p:nvSpPr>
        <p:spPr>
          <a:xfrm>
            <a:off x="7213600" y="9139237"/>
            <a:ext cx="520700"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00" y="1754"/>
                </a:moveTo>
                <a:cubicBezTo>
                  <a:pt x="15300" y="2308"/>
                  <a:pt x="14850" y="2677"/>
                  <a:pt x="13950" y="3138"/>
                </a:cubicBezTo>
                <a:cubicBezTo>
                  <a:pt x="13050" y="3508"/>
                  <a:pt x="11925" y="3692"/>
                  <a:pt x="10800" y="3692"/>
                </a:cubicBezTo>
                <a:cubicBezTo>
                  <a:pt x="9675"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850" y="831"/>
                  <a:pt x="15300" y="1292"/>
                  <a:pt x="15300"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750" y="21600"/>
                  <a:pt x="13950" y="21600"/>
                </a:cubicBezTo>
                <a:cubicBezTo>
                  <a:pt x="12375"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450" y="21600"/>
                  <a:pt x="7650" y="21600"/>
                </a:cubicBezTo>
                <a:cubicBezTo>
                  <a:pt x="6075"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2025" y="3877"/>
                  <a:pt x="5625" y="3877"/>
                </a:cubicBezTo>
                <a:cubicBezTo>
                  <a:pt x="15975" y="3877"/>
                  <a:pt x="15975" y="3877"/>
                  <a:pt x="15975" y="3877"/>
                </a:cubicBezTo>
                <a:cubicBezTo>
                  <a:pt x="19800" y="3877"/>
                  <a:pt x="21600" y="4431"/>
                  <a:pt x="21600" y="5538"/>
                </a:cubicBezTo>
                <a:lnTo>
                  <a:pt x="21600" y="12369"/>
                </a:ln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8" name="Shape 3068"/>
          <p:cNvSpPr/>
          <p:nvPr/>
        </p:nvSpPr>
        <p:spPr>
          <a:xfrm>
            <a:off x="8304212" y="9139237"/>
            <a:ext cx="515938"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69" name="Shape 3069"/>
          <p:cNvSpPr/>
          <p:nvPr/>
        </p:nvSpPr>
        <p:spPr>
          <a:xfrm>
            <a:off x="9948862" y="9139237"/>
            <a:ext cx="520701"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0" name="Shape 3070"/>
          <p:cNvSpPr/>
          <p:nvPr/>
        </p:nvSpPr>
        <p:spPr>
          <a:xfrm>
            <a:off x="6678612" y="9139237"/>
            <a:ext cx="511176"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731"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596" y="21323"/>
                  <a:pt x="11596" y="20677"/>
                </a:cubicBezTo>
                <a:cubicBezTo>
                  <a:pt x="11596" y="12277"/>
                  <a:pt x="11596" y="12277"/>
                  <a:pt x="11596" y="12277"/>
                </a:cubicBezTo>
                <a:cubicBezTo>
                  <a:pt x="10232" y="12277"/>
                  <a:pt x="10232" y="12277"/>
                  <a:pt x="10232" y="12277"/>
                </a:cubicBezTo>
                <a:cubicBezTo>
                  <a:pt x="10232" y="20677"/>
                  <a:pt x="10232" y="20677"/>
                  <a:pt x="10232" y="20677"/>
                </a:cubicBezTo>
                <a:cubicBezTo>
                  <a:pt x="10232" y="21323"/>
                  <a:pt x="9322" y="21600"/>
                  <a:pt x="7731"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684" y="3877"/>
                </a:cubicBezTo>
                <a:cubicBezTo>
                  <a:pt x="16143" y="3877"/>
                  <a:pt x="16143" y="3877"/>
                  <a:pt x="16143" y="3877"/>
                </a:cubicBezTo>
                <a:cubicBezTo>
                  <a:pt x="19781" y="3877"/>
                  <a:pt x="21600" y="4431"/>
                  <a:pt x="21600" y="5538"/>
                </a:cubicBezTo>
                <a:lnTo>
                  <a:pt x="21600" y="12369"/>
                </a:ln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1" name="Shape 3071"/>
          <p:cNvSpPr/>
          <p:nvPr/>
        </p:nvSpPr>
        <p:spPr>
          <a:xfrm>
            <a:off x="5592762" y="9139237"/>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2" name="Shape 3072"/>
          <p:cNvSpPr/>
          <p:nvPr/>
        </p:nvSpPr>
        <p:spPr>
          <a:xfrm>
            <a:off x="11039475" y="9139237"/>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350" y="13200"/>
                </a:cubicBezTo>
                <a:cubicBezTo>
                  <a:pt x="18000"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3" name="Shape 3073"/>
          <p:cNvSpPr/>
          <p:nvPr/>
        </p:nvSpPr>
        <p:spPr>
          <a:xfrm>
            <a:off x="7769225" y="9139237"/>
            <a:ext cx="515938"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821" y="2677"/>
                  <a:pt x="6366" y="2308"/>
                  <a:pt x="6366" y="1754"/>
                </a:cubicBezTo>
                <a:cubicBezTo>
                  <a:pt x="6366" y="1292"/>
                  <a:pt x="6821"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684"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4" name="Shape 3074"/>
          <p:cNvSpPr/>
          <p:nvPr/>
        </p:nvSpPr>
        <p:spPr>
          <a:xfrm>
            <a:off x="8859837" y="9139237"/>
            <a:ext cx="514351"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850"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850" y="831"/>
                  <a:pt x="15075" y="1292"/>
                  <a:pt x="15075"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5" name="Shape 3075"/>
          <p:cNvSpPr/>
          <p:nvPr/>
        </p:nvSpPr>
        <p:spPr>
          <a:xfrm>
            <a:off x="11626850" y="9139237"/>
            <a:ext cx="514350"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366" y="2308"/>
                  <a:pt x="6366" y="1754"/>
                </a:cubicBezTo>
                <a:cubicBezTo>
                  <a:pt x="6366"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4097"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6" name="Shape 3076"/>
          <p:cNvSpPr/>
          <p:nvPr/>
        </p:nvSpPr>
        <p:spPr>
          <a:xfrm>
            <a:off x="12720637" y="9139237"/>
            <a:ext cx="511176"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34" y="1754"/>
                </a:moveTo>
                <a:cubicBezTo>
                  <a:pt x="15234" y="2308"/>
                  <a:pt x="14779" y="2677"/>
                  <a:pt x="13869" y="3138"/>
                </a:cubicBezTo>
                <a:cubicBezTo>
                  <a:pt x="12960" y="3508"/>
                  <a:pt x="12051" y="3692"/>
                  <a:pt x="10686" y="3692"/>
                </a:cubicBezTo>
                <a:cubicBezTo>
                  <a:pt x="9549" y="3692"/>
                  <a:pt x="8413" y="3508"/>
                  <a:pt x="7503" y="3138"/>
                </a:cubicBezTo>
                <a:cubicBezTo>
                  <a:pt x="6594" y="2677"/>
                  <a:pt x="6139" y="2308"/>
                  <a:pt x="6139" y="1754"/>
                </a:cubicBezTo>
                <a:cubicBezTo>
                  <a:pt x="6139" y="1292"/>
                  <a:pt x="6594" y="831"/>
                  <a:pt x="7503" y="554"/>
                </a:cubicBezTo>
                <a:cubicBezTo>
                  <a:pt x="8413" y="185"/>
                  <a:pt x="9549" y="0"/>
                  <a:pt x="10686" y="0"/>
                </a:cubicBezTo>
                <a:cubicBezTo>
                  <a:pt x="12051" y="0"/>
                  <a:pt x="12960" y="185"/>
                  <a:pt x="13869" y="554"/>
                </a:cubicBezTo>
                <a:cubicBezTo>
                  <a:pt x="14779" y="831"/>
                  <a:pt x="15234" y="1292"/>
                  <a:pt x="15234" y="1754"/>
                </a:cubicBezTo>
                <a:close/>
                <a:moveTo>
                  <a:pt x="21600" y="12369"/>
                </a:moveTo>
                <a:cubicBezTo>
                  <a:pt x="21600" y="12923"/>
                  <a:pt x="20918" y="13200"/>
                  <a:pt x="19554" y="13200"/>
                </a:cubicBezTo>
                <a:cubicBezTo>
                  <a:pt x="18189" y="13200"/>
                  <a:pt x="17507" y="12923"/>
                  <a:pt x="17507" y="12369"/>
                </a:cubicBezTo>
                <a:cubicBezTo>
                  <a:pt x="17507" y="6369"/>
                  <a:pt x="17507" y="6369"/>
                  <a:pt x="17507" y="6369"/>
                </a:cubicBezTo>
                <a:cubicBezTo>
                  <a:pt x="16598" y="6369"/>
                  <a:pt x="16598" y="6369"/>
                  <a:pt x="16598" y="6369"/>
                </a:cubicBezTo>
                <a:cubicBezTo>
                  <a:pt x="16598" y="20677"/>
                  <a:pt x="16598" y="20677"/>
                  <a:pt x="16598" y="20677"/>
                </a:cubicBezTo>
                <a:cubicBezTo>
                  <a:pt x="16598" y="21323"/>
                  <a:pt x="15688" y="21600"/>
                  <a:pt x="13869" y="21600"/>
                </a:cubicBezTo>
                <a:cubicBezTo>
                  <a:pt x="12278" y="21600"/>
                  <a:pt x="11368" y="21323"/>
                  <a:pt x="11368" y="20677"/>
                </a:cubicBezTo>
                <a:cubicBezTo>
                  <a:pt x="11368" y="12277"/>
                  <a:pt x="11368" y="12277"/>
                  <a:pt x="11368" y="12277"/>
                </a:cubicBezTo>
                <a:cubicBezTo>
                  <a:pt x="10232" y="12277"/>
                  <a:pt x="10232" y="12277"/>
                  <a:pt x="10232" y="12277"/>
                </a:cubicBezTo>
                <a:cubicBezTo>
                  <a:pt x="10232" y="20677"/>
                  <a:pt x="10232" y="20677"/>
                  <a:pt x="10232" y="20677"/>
                </a:cubicBezTo>
                <a:cubicBezTo>
                  <a:pt x="10232" y="21323"/>
                  <a:pt x="9322" y="21600"/>
                  <a:pt x="7503" y="21600"/>
                </a:cubicBezTo>
                <a:cubicBezTo>
                  <a:pt x="5912" y="21600"/>
                  <a:pt x="5002" y="21323"/>
                  <a:pt x="5002" y="20677"/>
                </a:cubicBezTo>
                <a:cubicBezTo>
                  <a:pt x="5002" y="6369"/>
                  <a:pt x="5002" y="6369"/>
                  <a:pt x="5002" y="6369"/>
                </a:cubicBezTo>
                <a:cubicBezTo>
                  <a:pt x="4093" y="6369"/>
                  <a:pt x="4093" y="6369"/>
                  <a:pt x="4093" y="6369"/>
                </a:cubicBezTo>
                <a:cubicBezTo>
                  <a:pt x="4093" y="12369"/>
                  <a:pt x="4093" y="12369"/>
                  <a:pt x="4093" y="12369"/>
                </a:cubicBezTo>
                <a:cubicBezTo>
                  <a:pt x="4093" y="12923"/>
                  <a:pt x="3411" y="13200"/>
                  <a:pt x="2046" y="13200"/>
                </a:cubicBezTo>
                <a:cubicBezTo>
                  <a:pt x="682" y="13200"/>
                  <a:pt x="0" y="12923"/>
                  <a:pt x="0" y="12369"/>
                </a:cubicBezTo>
                <a:cubicBezTo>
                  <a:pt x="0" y="5538"/>
                  <a:pt x="0" y="5538"/>
                  <a:pt x="0" y="5538"/>
                </a:cubicBezTo>
                <a:cubicBezTo>
                  <a:pt x="0" y="4431"/>
                  <a:pt x="1819" y="3877"/>
                  <a:pt x="5457" y="3877"/>
                </a:cubicBezTo>
                <a:cubicBezTo>
                  <a:pt x="16143" y="3877"/>
                  <a:pt x="16143" y="3877"/>
                  <a:pt x="16143" y="3877"/>
                </a:cubicBezTo>
                <a:cubicBezTo>
                  <a:pt x="19781"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7" name="Shape 3077"/>
          <p:cNvSpPr/>
          <p:nvPr/>
        </p:nvSpPr>
        <p:spPr>
          <a:xfrm>
            <a:off x="12177712" y="9139237"/>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950"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550" y="185"/>
                  <a:pt x="9450" y="0"/>
                  <a:pt x="10800" y="0"/>
                </a:cubicBezTo>
                <a:cubicBezTo>
                  <a:pt x="11925" y="0"/>
                  <a:pt x="13050" y="185"/>
                  <a:pt x="13950" y="554"/>
                </a:cubicBezTo>
                <a:cubicBezTo>
                  <a:pt x="14625" y="831"/>
                  <a:pt x="15075" y="1292"/>
                  <a:pt x="15075" y="1754"/>
                </a:cubicBezTo>
                <a:close/>
                <a:moveTo>
                  <a:pt x="21600" y="12369"/>
                </a:moveTo>
                <a:cubicBezTo>
                  <a:pt x="21600" y="12923"/>
                  <a:pt x="20925" y="13200"/>
                  <a:pt x="19575" y="13200"/>
                </a:cubicBezTo>
                <a:cubicBezTo>
                  <a:pt x="18225" y="13200"/>
                  <a:pt x="17550" y="12923"/>
                  <a:pt x="17550" y="12369"/>
                </a:cubicBezTo>
                <a:cubicBezTo>
                  <a:pt x="17550" y="6369"/>
                  <a:pt x="17550" y="6369"/>
                  <a:pt x="17550"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8" name="Shape 3078"/>
          <p:cNvSpPr/>
          <p:nvPr/>
        </p:nvSpPr>
        <p:spPr>
          <a:xfrm>
            <a:off x="13271500" y="9139237"/>
            <a:ext cx="519113" cy="1263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5" y="1754"/>
                </a:moveTo>
                <a:cubicBezTo>
                  <a:pt x="15075" y="2308"/>
                  <a:pt x="14625" y="2677"/>
                  <a:pt x="13725" y="3138"/>
                </a:cubicBezTo>
                <a:cubicBezTo>
                  <a:pt x="13050" y="3508"/>
                  <a:pt x="11925" y="3692"/>
                  <a:pt x="10800" y="3692"/>
                </a:cubicBezTo>
                <a:cubicBezTo>
                  <a:pt x="9450" y="3692"/>
                  <a:pt x="8550" y="3508"/>
                  <a:pt x="7650" y="3138"/>
                </a:cubicBezTo>
                <a:cubicBezTo>
                  <a:pt x="6750" y="2677"/>
                  <a:pt x="6300" y="2308"/>
                  <a:pt x="6300" y="1754"/>
                </a:cubicBezTo>
                <a:cubicBezTo>
                  <a:pt x="6300" y="1292"/>
                  <a:pt x="6750" y="831"/>
                  <a:pt x="7650" y="554"/>
                </a:cubicBezTo>
                <a:cubicBezTo>
                  <a:pt x="8325" y="185"/>
                  <a:pt x="9450" y="0"/>
                  <a:pt x="10800" y="0"/>
                </a:cubicBezTo>
                <a:cubicBezTo>
                  <a:pt x="11925" y="0"/>
                  <a:pt x="13050" y="185"/>
                  <a:pt x="13725" y="554"/>
                </a:cubicBezTo>
                <a:cubicBezTo>
                  <a:pt x="14625" y="831"/>
                  <a:pt x="15075" y="1292"/>
                  <a:pt x="15075" y="1754"/>
                </a:cubicBezTo>
                <a:close/>
                <a:moveTo>
                  <a:pt x="21600" y="12369"/>
                </a:moveTo>
                <a:cubicBezTo>
                  <a:pt x="21600" y="12923"/>
                  <a:pt x="20925" y="13200"/>
                  <a:pt x="19575" y="13200"/>
                </a:cubicBezTo>
                <a:cubicBezTo>
                  <a:pt x="18225" y="13200"/>
                  <a:pt x="17325" y="12923"/>
                  <a:pt x="17325" y="12369"/>
                </a:cubicBezTo>
                <a:cubicBezTo>
                  <a:pt x="17325" y="6369"/>
                  <a:pt x="17325" y="6369"/>
                  <a:pt x="17325" y="6369"/>
                </a:cubicBezTo>
                <a:cubicBezTo>
                  <a:pt x="16425" y="6369"/>
                  <a:pt x="16425" y="6369"/>
                  <a:pt x="16425" y="6369"/>
                </a:cubicBezTo>
                <a:cubicBezTo>
                  <a:pt x="16425" y="20677"/>
                  <a:pt x="16425" y="20677"/>
                  <a:pt x="16425" y="20677"/>
                </a:cubicBezTo>
                <a:cubicBezTo>
                  <a:pt x="16425" y="21323"/>
                  <a:pt x="15525" y="21600"/>
                  <a:pt x="13950" y="21600"/>
                </a:cubicBezTo>
                <a:cubicBezTo>
                  <a:pt x="12150" y="21600"/>
                  <a:pt x="11475" y="21323"/>
                  <a:pt x="11475" y="20677"/>
                </a:cubicBezTo>
                <a:cubicBezTo>
                  <a:pt x="11475" y="12277"/>
                  <a:pt x="11475" y="12277"/>
                  <a:pt x="11475" y="12277"/>
                </a:cubicBezTo>
                <a:cubicBezTo>
                  <a:pt x="10125" y="12277"/>
                  <a:pt x="10125" y="12277"/>
                  <a:pt x="10125" y="12277"/>
                </a:cubicBezTo>
                <a:cubicBezTo>
                  <a:pt x="10125" y="20677"/>
                  <a:pt x="10125" y="20677"/>
                  <a:pt x="10125" y="20677"/>
                </a:cubicBezTo>
                <a:cubicBezTo>
                  <a:pt x="10125" y="21323"/>
                  <a:pt x="9225" y="21600"/>
                  <a:pt x="7650" y="21600"/>
                </a:cubicBezTo>
                <a:cubicBezTo>
                  <a:pt x="5850" y="21600"/>
                  <a:pt x="5175" y="21323"/>
                  <a:pt x="5175" y="20677"/>
                </a:cubicBezTo>
                <a:cubicBezTo>
                  <a:pt x="5175" y="6369"/>
                  <a:pt x="5175" y="6369"/>
                  <a:pt x="5175" y="6369"/>
                </a:cubicBezTo>
                <a:cubicBezTo>
                  <a:pt x="4050" y="6369"/>
                  <a:pt x="4050" y="6369"/>
                  <a:pt x="4050" y="6369"/>
                </a:cubicBezTo>
                <a:cubicBezTo>
                  <a:pt x="4050" y="12369"/>
                  <a:pt x="4050" y="12369"/>
                  <a:pt x="4050" y="12369"/>
                </a:cubicBezTo>
                <a:cubicBezTo>
                  <a:pt x="4050" y="12923"/>
                  <a:pt x="3375" y="13200"/>
                  <a:pt x="2025" y="13200"/>
                </a:cubicBezTo>
                <a:cubicBezTo>
                  <a:pt x="675" y="13200"/>
                  <a:pt x="0" y="12923"/>
                  <a:pt x="0" y="12369"/>
                </a:cubicBezTo>
                <a:cubicBezTo>
                  <a:pt x="0" y="5538"/>
                  <a:pt x="0" y="5538"/>
                  <a:pt x="0" y="5538"/>
                </a:cubicBezTo>
                <a:cubicBezTo>
                  <a:pt x="0" y="4431"/>
                  <a:pt x="1800" y="3877"/>
                  <a:pt x="5625" y="3877"/>
                </a:cubicBezTo>
                <a:cubicBezTo>
                  <a:pt x="15975" y="3877"/>
                  <a:pt x="15975" y="3877"/>
                  <a:pt x="15975" y="3877"/>
                </a:cubicBezTo>
                <a:cubicBezTo>
                  <a:pt x="19575" y="3877"/>
                  <a:pt x="21600" y="4431"/>
                  <a:pt x="21600" y="5538"/>
                </a:cubicBezTo>
                <a:lnTo>
                  <a:pt x="21600" y="12369"/>
                </a:lnTo>
                <a:close/>
              </a:path>
            </a:pathLst>
          </a:custGeom>
          <a:solidFill>
            <a:srgbClr val="9C9C9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79" name="Shape 3079"/>
          <p:cNvSpPr/>
          <p:nvPr/>
        </p:nvSpPr>
        <p:spPr>
          <a:xfrm>
            <a:off x="3076555" y="4151293"/>
            <a:ext cx="1523962" cy="1523962"/>
          </a:xfrm>
          <a:prstGeom prst="ellipse">
            <a:avLst/>
          </a:prstGeom>
          <a:solidFill>
            <a:srgbClr val="144973"/>
          </a:solidFill>
          <a:ln w="50800">
            <a:solidFill>
              <a:srgbClr val="FFFEFE"/>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80" name="Shape 3080"/>
          <p:cNvSpPr/>
          <p:nvPr/>
        </p:nvSpPr>
        <p:spPr>
          <a:xfrm>
            <a:off x="3076555" y="6589693"/>
            <a:ext cx="1523962" cy="1523962"/>
          </a:xfrm>
          <a:prstGeom prst="ellipse">
            <a:avLst/>
          </a:prstGeom>
          <a:solidFill>
            <a:srgbClr val="397ECA"/>
          </a:solidFill>
          <a:ln w="50800">
            <a:solidFill>
              <a:srgbClr val="FFFEFE"/>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81" name="Shape 3081"/>
          <p:cNvSpPr/>
          <p:nvPr/>
        </p:nvSpPr>
        <p:spPr>
          <a:xfrm>
            <a:off x="3076555" y="8964593"/>
            <a:ext cx="1523962" cy="1523962"/>
          </a:xfrm>
          <a:prstGeom prst="ellipse">
            <a:avLst/>
          </a:prstGeom>
          <a:solidFill>
            <a:srgbClr val="029FDC"/>
          </a:solidFill>
          <a:ln w="50800">
            <a:solidFill>
              <a:srgbClr val="FFFEFE"/>
            </a:solidFill>
            <a:beve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082" name="Shape 3082"/>
          <p:cNvSpPr/>
          <p:nvPr/>
        </p:nvSpPr>
        <p:spPr>
          <a:xfrm>
            <a:off x="2508250" y="4502150"/>
            <a:ext cx="2400300" cy="723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457200">
              <a:spcBef>
                <a:spcPts val="1700"/>
              </a:spcBef>
              <a:defRPr b="1" sz="4800">
                <a:solidFill>
                  <a:srgbClr val="FFFFFF"/>
                </a:solidFill>
                <a:uFill>
                  <a:solidFill>
                    <a:srgbClr val="FFFFFF"/>
                  </a:solidFill>
                </a:uFill>
                <a:latin typeface="Lato Black"/>
                <a:ea typeface="Lato Black"/>
                <a:cs typeface="Lato Black"/>
                <a:sym typeface="Lato Black"/>
              </a:defRPr>
            </a:lvl1pPr>
          </a:lstStyle>
          <a:p>
            <a:pPr>
              <a:defRPr b="0" sz="1800">
                <a:solidFill>
                  <a:srgbClr val="000000"/>
                </a:solidFill>
                <a:uFill>
                  <a:solidFill>
                    <a:srgbClr val="000000"/>
                  </a:solidFill>
                </a:uFill>
                <a:latin typeface="Gill Sans"/>
                <a:ea typeface="Gill Sans"/>
                <a:cs typeface="Gill Sans"/>
                <a:sym typeface="Gill Sans"/>
              </a:defRPr>
            </a:pPr>
            <a:r>
              <a:rPr b="1" sz="4800">
                <a:solidFill>
                  <a:srgbClr val="FFFFFF"/>
                </a:solidFill>
                <a:uFill>
                  <a:solidFill>
                    <a:srgbClr val="FFFFFF"/>
                  </a:solidFill>
                </a:uFill>
                <a:latin typeface="Lato Black"/>
                <a:ea typeface="Lato Black"/>
                <a:cs typeface="Lato Black"/>
                <a:sym typeface="Lato Black"/>
              </a:rPr>
              <a:t>50</a:t>
            </a:r>
          </a:p>
        </p:txBody>
      </p:sp>
      <p:sp>
        <p:nvSpPr>
          <p:cNvPr id="3083" name="Shape 3083"/>
          <p:cNvSpPr/>
          <p:nvPr/>
        </p:nvSpPr>
        <p:spPr>
          <a:xfrm>
            <a:off x="4070350" y="4552950"/>
            <a:ext cx="608013" cy="6350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4200">
                <a:solidFill>
                  <a:srgbClr val="FFFFFF"/>
                </a:solidFill>
                <a:uFill>
                  <a:solidFill>
                    <a:srgbClr val="FFFFFF"/>
                  </a:solidFill>
                </a:uFill>
                <a:latin typeface="Lato Light"/>
                <a:ea typeface="Lato Light"/>
                <a:cs typeface="Lato Light"/>
                <a:sym typeface="Lato Light"/>
              </a:defRPr>
            </a:lvl1pPr>
          </a:lstStyle>
          <a:p>
            <a:pPr>
              <a:defRPr sz="1800">
                <a:solidFill>
                  <a:srgbClr val="000000"/>
                </a:solidFill>
                <a:uFill>
                  <a:solidFill>
                    <a:srgbClr val="000000"/>
                  </a:solidFill>
                </a:uFill>
                <a:latin typeface="Gill Sans"/>
                <a:ea typeface="Gill Sans"/>
                <a:cs typeface="Gill Sans"/>
                <a:sym typeface="Gill Sans"/>
              </a:defRPr>
            </a:pPr>
            <a:r>
              <a:rPr sz="4200">
                <a:solidFill>
                  <a:srgbClr val="FFFFFF"/>
                </a:solidFill>
                <a:uFill>
                  <a:solidFill>
                    <a:srgbClr val="FFFFFF"/>
                  </a:solidFill>
                </a:uFill>
                <a:latin typeface="Lato Light"/>
                <a:ea typeface="Lato Light"/>
                <a:cs typeface="Lato Light"/>
                <a:sym typeface="Lato Light"/>
              </a:rPr>
              <a:t>%</a:t>
            </a:r>
          </a:p>
        </p:txBody>
      </p:sp>
      <p:sp>
        <p:nvSpPr>
          <p:cNvPr id="3084" name="Shape 3084"/>
          <p:cNvSpPr/>
          <p:nvPr/>
        </p:nvSpPr>
        <p:spPr>
          <a:xfrm>
            <a:off x="2495550" y="6965950"/>
            <a:ext cx="2400300" cy="723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457200">
              <a:spcBef>
                <a:spcPts val="1700"/>
              </a:spcBef>
              <a:defRPr b="1" sz="4800">
                <a:solidFill>
                  <a:srgbClr val="FFFFFF"/>
                </a:solidFill>
                <a:uFill>
                  <a:solidFill>
                    <a:srgbClr val="FFFFFF"/>
                  </a:solidFill>
                </a:uFill>
                <a:latin typeface="Lato Black"/>
                <a:ea typeface="Lato Black"/>
                <a:cs typeface="Lato Black"/>
                <a:sym typeface="Lato Black"/>
              </a:defRPr>
            </a:lvl1pPr>
          </a:lstStyle>
          <a:p>
            <a:pPr>
              <a:defRPr b="0" sz="1800">
                <a:solidFill>
                  <a:srgbClr val="000000"/>
                </a:solidFill>
                <a:uFill>
                  <a:solidFill>
                    <a:srgbClr val="000000"/>
                  </a:solidFill>
                </a:uFill>
                <a:latin typeface="Gill Sans"/>
                <a:ea typeface="Gill Sans"/>
                <a:cs typeface="Gill Sans"/>
                <a:sym typeface="Gill Sans"/>
              </a:defRPr>
            </a:pPr>
            <a:r>
              <a:rPr b="1" sz="4800">
                <a:solidFill>
                  <a:srgbClr val="FFFFFF"/>
                </a:solidFill>
                <a:uFill>
                  <a:solidFill>
                    <a:srgbClr val="FFFFFF"/>
                  </a:solidFill>
                </a:uFill>
                <a:latin typeface="Lato Black"/>
                <a:ea typeface="Lato Black"/>
                <a:cs typeface="Lato Black"/>
                <a:sym typeface="Lato Black"/>
              </a:rPr>
              <a:t>90</a:t>
            </a:r>
          </a:p>
        </p:txBody>
      </p:sp>
      <p:sp>
        <p:nvSpPr>
          <p:cNvPr id="3085" name="Shape 3085"/>
          <p:cNvSpPr/>
          <p:nvPr/>
        </p:nvSpPr>
        <p:spPr>
          <a:xfrm>
            <a:off x="4070350" y="7004050"/>
            <a:ext cx="608013" cy="6350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4200">
                <a:solidFill>
                  <a:srgbClr val="FFFFFF"/>
                </a:solidFill>
                <a:uFill>
                  <a:solidFill>
                    <a:srgbClr val="FFFFFF"/>
                  </a:solidFill>
                </a:uFill>
                <a:latin typeface="Lato Light"/>
                <a:ea typeface="Lato Light"/>
                <a:cs typeface="Lato Light"/>
                <a:sym typeface="Lato Light"/>
              </a:defRPr>
            </a:lvl1pPr>
          </a:lstStyle>
          <a:p>
            <a:pPr>
              <a:defRPr sz="1800">
                <a:solidFill>
                  <a:srgbClr val="000000"/>
                </a:solidFill>
                <a:uFill>
                  <a:solidFill>
                    <a:srgbClr val="000000"/>
                  </a:solidFill>
                </a:uFill>
                <a:latin typeface="Gill Sans"/>
                <a:ea typeface="Gill Sans"/>
                <a:cs typeface="Gill Sans"/>
                <a:sym typeface="Gill Sans"/>
              </a:defRPr>
            </a:pPr>
            <a:r>
              <a:rPr sz="4200">
                <a:solidFill>
                  <a:srgbClr val="FFFFFF"/>
                </a:solidFill>
                <a:uFill>
                  <a:solidFill>
                    <a:srgbClr val="FFFFFF"/>
                  </a:solidFill>
                </a:uFill>
                <a:latin typeface="Lato Light"/>
                <a:ea typeface="Lato Light"/>
                <a:cs typeface="Lato Light"/>
                <a:sym typeface="Lato Light"/>
              </a:rPr>
              <a:t>%</a:t>
            </a:r>
          </a:p>
        </p:txBody>
      </p:sp>
      <p:sp>
        <p:nvSpPr>
          <p:cNvPr id="3086" name="Shape 3086"/>
          <p:cNvSpPr/>
          <p:nvPr/>
        </p:nvSpPr>
        <p:spPr>
          <a:xfrm>
            <a:off x="2508250" y="9302750"/>
            <a:ext cx="2400300" cy="7239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457200">
              <a:spcBef>
                <a:spcPts val="1700"/>
              </a:spcBef>
              <a:defRPr b="1" sz="4800">
                <a:solidFill>
                  <a:srgbClr val="FFFFFF"/>
                </a:solidFill>
                <a:uFill>
                  <a:solidFill>
                    <a:srgbClr val="FFFFFF"/>
                  </a:solidFill>
                </a:uFill>
                <a:latin typeface="Lato Black"/>
                <a:ea typeface="Lato Black"/>
                <a:cs typeface="Lato Black"/>
                <a:sym typeface="Lato Black"/>
              </a:defRPr>
            </a:lvl1pPr>
          </a:lstStyle>
          <a:p>
            <a:pPr>
              <a:defRPr b="0" sz="1800">
                <a:solidFill>
                  <a:srgbClr val="000000"/>
                </a:solidFill>
                <a:uFill>
                  <a:solidFill>
                    <a:srgbClr val="000000"/>
                  </a:solidFill>
                </a:uFill>
                <a:latin typeface="Gill Sans"/>
                <a:ea typeface="Gill Sans"/>
                <a:cs typeface="Gill Sans"/>
                <a:sym typeface="Gill Sans"/>
              </a:defRPr>
            </a:pPr>
            <a:r>
              <a:rPr b="1" sz="4800">
                <a:solidFill>
                  <a:srgbClr val="FFFFFF"/>
                </a:solidFill>
                <a:uFill>
                  <a:solidFill>
                    <a:srgbClr val="FFFFFF"/>
                  </a:solidFill>
                </a:uFill>
                <a:latin typeface="Lato Black"/>
                <a:ea typeface="Lato Black"/>
                <a:cs typeface="Lato Black"/>
                <a:sym typeface="Lato Black"/>
              </a:rPr>
              <a:t>30</a:t>
            </a:r>
          </a:p>
        </p:txBody>
      </p:sp>
      <p:sp>
        <p:nvSpPr>
          <p:cNvPr id="3087" name="Shape 3087"/>
          <p:cNvSpPr/>
          <p:nvPr/>
        </p:nvSpPr>
        <p:spPr>
          <a:xfrm>
            <a:off x="4070350" y="9353550"/>
            <a:ext cx="531813" cy="6350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4200">
                <a:solidFill>
                  <a:srgbClr val="FFFFFF"/>
                </a:solidFill>
                <a:uFill>
                  <a:solidFill>
                    <a:srgbClr val="FFFFFF"/>
                  </a:solidFill>
                </a:uFill>
                <a:latin typeface="Lato Light"/>
                <a:ea typeface="Lato Light"/>
                <a:cs typeface="Lato Light"/>
                <a:sym typeface="Lato Light"/>
              </a:defRPr>
            </a:lvl1pPr>
          </a:lstStyle>
          <a:p>
            <a:pPr>
              <a:defRPr sz="1800">
                <a:solidFill>
                  <a:srgbClr val="000000"/>
                </a:solidFill>
                <a:uFill>
                  <a:solidFill>
                    <a:srgbClr val="000000"/>
                  </a:solidFill>
                </a:uFill>
                <a:latin typeface="Gill Sans"/>
                <a:ea typeface="Gill Sans"/>
                <a:cs typeface="Gill Sans"/>
                <a:sym typeface="Gill Sans"/>
              </a:defRPr>
            </a:pPr>
            <a:r>
              <a:rPr sz="4200">
                <a:solidFill>
                  <a:srgbClr val="FFFFFF"/>
                </a:solidFill>
                <a:uFill>
                  <a:solidFill>
                    <a:srgbClr val="FFFFFF"/>
                  </a:solidFill>
                </a:uFill>
                <a:latin typeface="Lato Light"/>
                <a:ea typeface="Lato Light"/>
                <a:cs typeface="Lato Light"/>
                <a:sym typeface="Lato Light"/>
              </a:rPr>
              <a:t>%</a:t>
            </a:r>
          </a:p>
        </p:txBody>
      </p:sp>
      <p:sp>
        <p:nvSpPr>
          <p:cNvPr id="3088" name="Shape 3088"/>
          <p:cNvSpPr/>
          <p:nvPr/>
        </p:nvSpPr>
        <p:spPr>
          <a:xfrm>
            <a:off x="14706600" y="3924300"/>
            <a:ext cx="4737100" cy="4191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Público X</a:t>
            </a:r>
          </a:p>
        </p:txBody>
      </p:sp>
      <p:sp>
        <p:nvSpPr>
          <p:cNvPr id="3089" name="Shape 3089"/>
          <p:cNvSpPr/>
          <p:nvPr/>
        </p:nvSpPr>
        <p:spPr>
          <a:xfrm>
            <a:off x="14706600" y="6362700"/>
            <a:ext cx="4737100" cy="4191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Público X</a:t>
            </a:r>
          </a:p>
        </p:txBody>
      </p:sp>
      <p:sp>
        <p:nvSpPr>
          <p:cNvPr id="3090" name="Shape 3090"/>
          <p:cNvSpPr/>
          <p:nvPr/>
        </p:nvSpPr>
        <p:spPr>
          <a:xfrm>
            <a:off x="14706600" y="8826500"/>
            <a:ext cx="4737100" cy="419100"/>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Público X</a:t>
            </a:r>
          </a:p>
        </p:txBody>
      </p:sp>
      <p:sp>
        <p:nvSpPr>
          <p:cNvPr id="3091" name="Shape 3091"/>
          <p:cNvSpPr/>
          <p:nvPr/>
        </p:nvSpPr>
        <p:spPr>
          <a:xfrm>
            <a:off x="14630400" y="4473575"/>
            <a:ext cx="6400800" cy="1079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100">
                <a:solidFill>
                  <a:srgbClr val="6F6F6F"/>
                </a:solidFill>
                <a:uFill>
                  <a:solidFill>
                    <a:srgbClr val="6F6F6F"/>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6F6F6F"/>
                </a:solidFill>
                <a:uFill>
                  <a:solidFill>
                    <a:srgbClr val="6F6F6F"/>
                  </a:solidFill>
                </a:uFill>
                <a:latin typeface="Lato Regular"/>
                <a:ea typeface="Lato Regular"/>
                <a:cs typeface="Lato Regular"/>
                <a:sym typeface="Lato Regular"/>
              </a:rPr>
              <a:t>Jelly-o gingerbread oat cake pudding pastry biscuit tootsie roll. Bear claw apple pie wafer chocolate gummies wafer bear claw gummies gummies. </a:t>
            </a:r>
          </a:p>
        </p:txBody>
      </p:sp>
      <p:sp>
        <p:nvSpPr>
          <p:cNvPr id="3092" name="Shape 3092"/>
          <p:cNvSpPr/>
          <p:nvPr/>
        </p:nvSpPr>
        <p:spPr>
          <a:xfrm>
            <a:off x="14630400" y="6975475"/>
            <a:ext cx="6400800" cy="1079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100">
                <a:solidFill>
                  <a:srgbClr val="6F6F6F"/>
                </a:solidFill>
                <a:uFill>
                  <a:solidFill>
                    <a:srgbClr val="6F6F6F"/>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6F6F6F"/>
                </a:solidFill>
                <a:uFill>
                  <a:solidFill>
                    <a:srgbClr val="6F6F6F"/>
                  </a:solidFill>
                </a:uFill>
                <a:latin typeface="Lato Regular"/>
                <a:ea typeface="Lato Regular"/>
                <a:cs typeface="Lato Regular"/>
                <a:sym typeface="Lato Regular"/>
              </a:rPr>
              <a:t>Jelly-o gingerbread oat cake pudding pastry biscuit tootsie roll. Bear claw apple pie wafer chocolate gummies wafer bear claw gummies gummies. </a:t>
            </a:r>
          </a:p>
        </p:txBody>
      </p:sp>
      <p:sp>
        <p:nvSpPr>
          <p:cNvPr id="3093" name="Shape 3093"/>
          <p:cNvSpPr/>
          <p:nvPr/>
        </p:nvSpPr>
        <p:spPr>
          <a:xfrm>
            <a:off x="14630400" y="9401175"/>
            <a:ext cx="6400800" cy="1079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100">
                <a:solidFill>
                  <a:srgbClr val="6F6F6F"/>
                </a:solidFill>
                <a:uFill>
                  <a:solidFill>
                    <a:srgbClr val="6F6F6F"/>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6F6F6F"/>
                </a:solidFill>
                <a:uFill>
                  <a:solidFill>
                    <a:srgbClr val="6F6F6F"/>
                  </a:solidFill>
                </a:uFill>
                <a:latin typeface="Lato Regular"/>
                <a:ea typeface="Lato Regular"/>
                <a:cs typeface="Lato Regular"/>
                <a:sym typeface="Lato Regular"/>
              </a:rPr>
              <a:t>Jelly-o gingerbread oat cake pudding pastry biscuit tootsie roll. Bear claw apple pie wafer chocolate gummies wafer bear claw gummies gummies. </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3079"/>
                                        </p:tgtEl>
                                        <p:attrNameLst>
                                          <p:attrName>style.visibility</p:attrName>
                                        </p:attrNameLst>
                                      </p:cBhvr>
                                      <p:to>
                                        <p:strVal val="visible"/>
                                      </p:to>
                                    </p:set>
                                    <p:anim calcmode="lin" valueType="num">
                                      <p:cBhvr>
                                        <p:cTn id="7" dur="500" fill="hold"/>
                                        <p:tgtEl>
                                          <p:spTgt spid="3079"/>
                                        </p:tgtEl>
                                        <p:attrNameLst>
                                          <p:attrName>ppt_x</p:attrName>
                                        </p:attrNameLst>
                                      </p:cBhvr>
                                      <p:tavLst>
                                        <p:tav tm="0">
                                          <p:val>
                                            <p:strVal val="0-#ppt_w/2"/>
                                          </p:val>
                                        </p:tav>
                                        <p:tav tm="100000">
                                          <p:val>
                                            <p:strVal val="#ppt_x"/>
                                          </p:val>
                                        </p:tav>
                                      </p:tavLst>
                                    </p:anim>
                                    <p:anim calcmode="lin" valueType="num">
                                      <p:cBhvr>
                                        <p:cTn id="8" dur="500" fill="hold"/>
                                        <p:tgtEl>
                                          <p:spTgt spid="307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Class="entr" nodeType="afterEffect" presetSubtype="8" presetID="2" grpId="2" fill="hold">
                                  <p:stCondLst>
                                    <p:cond delay="0"/>
                                  </p:stCondLst>
                                  <p:iterate type="el" backwards="0">
                                    <p:tmAbs val="0"/>
                                  </p:iterate>
                                  <p:childTnLst>
                                    <p:set>
                                      <p:cBhvr>
                                        <p:cTn id="11" fill="hold"/>
                                        <p:tgtEl>
                                          <p:spTgt spid="3080"/>
                                        </p:tgtEl>
                                        <p:attrNameLst>
                                          <p:attrName>style.visibility</p:attrName>
                                        </p:attrNameLst>
                                      </p:cBhvr>
                                      <p:to>
                                        <p:strVal val="visible"/>
                                      </p:to>
                                    </p:set>
                                    <p:anim calcmode="lin" valueType="num">
                                      <p:cBhvr>
                                        <p:cTn id="12" dur="500" fill="hold"/>
                                        <p:tgtEl>
                                          <p:spTgt spid="3080"/>
                                        </p:tgtEl>
                                        <p:attrNameLst>
                                          <p:attrName>ppt_x</p:attrName>
                                        </p:attrNameLst>
                                      </p:cBhvr>
                                      <p:tavLst>
                                        <p:tav tm="0">
                                          <p:val>
                                            <p:strVal val="0-#ppt_w/2"/>
                                          </p:val>
                                        </p:tav>
                                        <p:tav tm="100000">
                                          <p:val>
                                            <p:strVal val="#ppt_x"/>
                                          </p:val>
                                        </p:tav>
                                      </p:tavLst>
                                    </p:anim>
                                    <p:anim calcmode="lin" valueType="num">
                                      <p:cBhvr>
                                        <p:cTn id="13" dur="500" fill="hold"/>
                                        <p:tgtEl>
                                          <p:spTgt spid="3080"/>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Class="entr" nodeType="afterEffect" presetSubtype="8" presetID="2" grpId="3" fill="hold">
                                  <p:stCondLst>
                                    <p:cond delay="0"/>
                                  </p:stCondLst>
                                  <p:iterate type="el" backwards="0">
                                    <p:tmAbs val="0"/>
                                  </p:iterate>
                                  <p:childTnLst>
                                    <p:set>
                                      <p:cBhvr>
                                        <p:cTn id="16" fill="hold"/>
                                        <p:tgtEl>
                                          <p:spTgt spid="3081"/>
                                        </p:tgtEl>
                                        <p:attrNameLst>
                                          <p:attrName>style.visibility</p:attrName>
                                        </p:attrNameLst>
                                      </p:cBhvr>
                                      <p:to>
                                        <p:strVal val="visible"/>
                                      </p:to>
                                    </p:set>
                                    <p:anim calcmode="lin" valueType="num">
                                      <p:cBhvr>
                                        <p:cTn id="17" dur="500" fill="hold"/>
                                        <p:tgtEl>
                                          <p:spTgt spid="3081"/>
                                        </p:tgtEl>
                                        <p:attrNameLst>
                                          <p:attrName>ppt_x</p:attrName>
                                        </p:attrNameLst>
                                      </p:cBhvr>
                                      <p:tavLst>
                                        <p:tav tm="0">
                                          <p:val>
                                            <p:strVal val="0-#ppt_w/2"/>
                                          </p:val>
                                        </p:tav>
                                        <p:tav tm="100000">
                                          <p:val>
                                            <p:strVal val="#ppt_x"/>
                                          </p:val>
                                        </p:tav>
                                      </p:tavLst>
                                    </p:anim>
                                    <p:anim calcmode="lin" valueType="num">
                                      <p:cBhvr>
                                        <p:cTn id="18" dur="500" fill="hold"/>
                                        <p:tgtEl>
                                          <p:spTgt spid="3081"/>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Class="entr" nodeType="afterEffect" presetSubtype="8" presetID="2" grpId="4" fill="hold">
                                  <p:stCondLst>
                                    <p:cond delay="0"/>
                                  </p:stCondLst>
                                  <p:iterate type="el" backwards="0">
                                    <p:tmAbs val="0"/>
                                  </p:iterate>
                                  <p:childTnLst>
                                    <p:set>
                                      <p:cBhvr>
                                        <p:cTn id="21" fill="hold"/>
                                        <p:tgtEl>
                                          <p:spTgt spid="3082"/>
                                        </p:tgtEl>
                                        <p:attrNameLst>
                                          <p:attrName>style.visibility</p:attrName>
                                        </p:attrNameLst>
                                      </p:cBhvr>
                                      <p:to>
                                        <p:strVal val="visible"/>
                                      </p:to>
                                    </p:set>
                                    <p:anim calcmode="lin" valueType="num">
                                      <p:cBhvr>
                                        <p:cTn id="22" dur="500" fill="hold"/>
                                        <p:tgtEl>
                                          <p:spTgt spid="3082"/>
                                        </p:tgtEl>
                                        <p:attrNameLst>
                                          <p:attrName>ppt_x</p:attrName>
                                        </p:attrNameLst>
                                      </p:cBhvr>
                                      <p:tavLst>
                                        <p:tav tm="0">
                                          <p:val>
                                            <p:strVal val="0-#ppt_w/2"/>
                                          </p:val>
                                        </p:tav>
                                        <p:tav tm="100000">
                                          <p:val>
                                            <p:strVal val="#ppt_x"/>
                                          </p:val>
                                        </p:tav>
                                      </p:tavLst>
                                    </p:anim>
                                    <p:anim calcmode="lin" valueType="num">
                                      <p:cBhvr>
                                        <p:cTn id="23" dur="500" fill="hold"/>
                                        <p:tgtEl>
                                          <p:spTgt spid="308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Class="entr" nodeType="afterEffect" presetSubtype="8" presetID="2" grpId="5" fill="hold">
                                  <p:stCondLst>
                                    <p:cond delay="0"/>
                                  </p:stCondLst>
                                  <p:iterate type="el" backwards="0">
                                    <p:tmAbs val="0"/>
                                  </p:iterate>
                                  <p:childTnLst>
                                    <p:set>
                                      <p:cBhvr>
                                        <p:cTn id="26" fill="hold"/>
                                        <p:tgtEl>
                                          <p:spTgt spid="3083"/>
                                        </p:tgtEl>
                                        <p:attrNameLst>
                                          <p:attrName>style.visibility</p:attrName>
                                        </p:attrNameLst>
                                      </p:cBhvr>
                                      <p:to>
                                        <p:strVal val="visible"/>
                                      </p:to>
                                    </p:set>
                                    <p:anim calcmode="lin" valueType="num">
                                      <p:cBhvr>
                                        <p:cTn id="27" dur="500" fill="hold"/>
                                        <p:tgtEl>
                                          <p:spTgt spid="3083"/>
                                        </p:tgtEl>
                                        <p:attrNameLst>
                                          <p:attrName>ppt_x</p:attrName>
                                        </p:attrNameLst>
                                      </p:cBhvr>
                                      <p:tavLst>
                                        <p:tav tm="0">
                                          <p:val>
                                            <p:strVal val="0-#ppt_w/2"/>
                                          </p:val>
                                        </p:tav>
                                        <p:tav tm="100000">
                                          <p:val>
                                            <p:strVal val="#ppt_x"/>
                                          </p:val>
                                        </p:tav>
                                      </p:tavLst>
                                    </p:anim>
                                    <p:anim calcmode="lin" valueType="num">
                                      <p:cBhvr>
                                        <p:cTn id="28" dur="500" fill="hold"/>
                                        <p:tgtEl>
                                          <p:spTgt spid="3083"/>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Class="entr" nodeType="afterEffect" presetSubtype="8" presetID="2" grpId="6" fill="hold">
                                  <p:stCondLst>
                                    <p:cond delay="0"/>
                                  </p:stCondLst>
                                  <p:iterate type="el" backwards="0">
                                    <p:tmAbs val="0"/>
                                  </p:iterate>
                                  <p:childTnLst>
                                    <p:set>
                                      <p:cBhvr>
                                        <p:cTn id="31" fill="hold"/>
                                        <p:tgtEl>
                                          <p:spTgt spid="3084"/>
                                        </p:tgtEl>
                                        <p:attrNameLst>
                                          <p:attrName>style.visibility</p:attrName>
                                        </p:attrNameLst>
                                      </p:cBhvr>
                                      <p:to>
                                        <p:strVal val="visible"/>
                                      </p:to>
                                    </p:set>
                                    <p:anim calcmode="lin" valueType="num">
                                      <p:cBhvr>
                                        <p:cTn id="32" dur="500" fill="hold"/>
                                        <p:tgtEl>
                                          <p:spTgt spid="3084"/>
                                        </p:tgtEl>
                                        <p:attrNameLst>
                                          <p:attrName>ppt_x</p:attrName>
                                        </p:attrNameLst>
                                      </p:cBhvr>
                                      <p:tavLst>
                                        <p:tav tm="0">
                                          <p:val>
                                            <p:strVal val="0-#ppt_w/2"/>
                                          </p:val>
                                        </p:tav>
                                        <p:tav tm="100000">
                                          <p:val>
                                            <p:strVal val="#ppt_x"/>
                                          </p:val>
                                        </p:tav>
                                      </p:tavLst>
                                    </p:anim>
                                    <p:anim calcmode="lin" valueType="num">
                                      <p:cBhvr>
                                        <p:cTn id="33" dur="500" fill="hold"/>
                                        <p:tgtEl>
                                          <p:spTgt spid="3084"/>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Class="entr" nodeType="afterEffect" presetSubtype="8" presetID="2" grpId="7" fill="hold">
                                  <p:stCondLst>
                                    <p:cond delay="0"/>
                                  </p:stCondLst>
                                  <p:iterate type="el" backwards="0">
                                    <p:tmAbs val="0"/>
                                  </p:iterate>
                                  <p:childTnLst>
                                    <p:set>
                                      <p:cBhvr>
                                        <p:cTn id="36" fill="hold"/>
                                        <p:tgtEl>
                                          <p:spTgt spid="3085"/>
                                        </p:tgtEl>
                                        <p:attrNameLst>
                                          <p:attrName>style.visibility</p:attrName>
                                        </p:attrNameLst>
                                      </p:cBhvr>
                                      <p:to>
                                        <p:strVal val="visible"/>
                                      </p:to>
                                    </p:set>
                                    <p:anim calcmode="lin" valueType="num">
                                      <p:cBhvr>
                                        <p:cTn id="37" dur="500" fill="hold"/>
                                        <p:tgtEl>
                                          <p:spTgt spid="3085"/>
                                        </p:tgtEl>
                                        <p:attrNameLst>
                                          <p:attrName>ppt_x</p:attrName>
                                        </p:attrNameLst>
                                      </p:cBhvr>
                                      <p:tavLst>
                                        <p:tav tm="0">
                                          <p:val>
                                            <p:strVal val="0-#ppt_w/2"/>
                                          </p:val>
                                        </p:tav>
                                        <p:tav tm="100000">
                                          <p:val>
                                            <p:strVal val="#ppt_x"/>
                                          </p:val>
                                        </p:tav>
                                      </p:tavLst>
                                    </p:anim>
                                    <p:anim calcmode="lin" valueType="num">
                                      <p:cBhvr>
                                        <p:cTn id="38" dur="500" fill="hold"/>
                                        <p:tgtEl>
                                          <p:spTgt spid="3085"/>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Class="entr" nodeType="afterEffect" presetSubtype="8" presetID="2" grpId="8" fill="hold">
                                  <p:stCondLst>
                                    <p:cond delay="0"/>
                                  </p:stCondLst>
                                  <p:iterate type="el" backwards="0">
                                    <p:tmAbs val="0"/>
                                  </p:iterate>
                                  <p:childTnLst>
                                    <p:set>
                                      <p:cBhvr>
                                        <p:cTn id="41" fill="hold"/>
                                        <p:tgtEl>
                                          <p:spTgt spid="3086"/>
                                        </p:tgtEl>
                                        <p:attrNameLst>
                                          <p:attrName>style.visibility</p:attrName>
                                        </p:attrNameLst>
                                      </p:cBhvr>
                                      <p:to>
                                        <p:strVal val="visible"/>
                                      </p:to>
                                    </p:set>
                                    <p:anim calcmode="lin" valueType="num">
                                      <p:cBhvr>
                                        <p:cTn id="42" dur="500" fill="hold"/>
                                        <p:tgtEl>
                                          <p:spTgt spid="3086"/>
                                        </p:tgtEl>
                                        <p:attrNameLst>
                                          <p:attrName>ppt_x</p:attrName>
                                        </p:attrNameLst>
                                      </p:cBhvr>
                                      <p:tavLst>
                                        <p:tav tm="0">
                                          <p:val>
                                            <p:strVal val="0-#ppt_w/2"/>
                                          </p:val>
                                        </p:tav>
                                        <p:tav tm="100000">
                                          <p:val>
                                            <p:strVal val="#ppt_x"/>
                                          </p:val>
                                        </p:tav>
                                      </p:tavLst>
                                    </p:anim>
                                    <p:anim calcmode="lin" valueType="num">
                                      <p:cBhvr>
                                        <p:cTn id="43" dur="500" fill="hold"/>
                                        <p:tgtEl>
                                          <p:spTgt spid="3086"/>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Class="entr" nodeType="afterEffect" presetSubtype="8" presetID="2" grpId="9" fill="hold">
                                  <p:stCondLst>
                                    <p:cond delay="0"/>
                                  </p:stCondLst>
                                  <p:iterate type="el" backwards="0">
                                    <p:tmAbs val="0"/>
                                  </p:iterate>
                                  <p:childTnLst>
                                    <p:set>
                                      <p:cBhvr>
                                        <p:cTn id="46" fill="hold"/>
                                        <p:tgtEl>
                                          <p:spTgt spid="3087"/>
                                        </p:tgtEl>
                                        <p:attrNameLst>
                                          <p:attrName>style.visibility</p:attrName>
                                        </p:attrNameLst>
                                      </p:cBhvr>
                                      <p:to>
                                        <p:strVal val="visible"/>
                                      </p:to>
                                    </p:set>
                                    <p:anim calcmode="lin" valueType="num">
                                      <p:cBhvr>
                                        <p:cTn id="47" dur="500" fill="hold"/>
                                        <p:tgtEl>
                                          <p:spTgt spid="3087"/>
                                        </p:tgtEl>
                                        <p:attrNameLst>
                                          <p:attrName>ppt_x</p:attrName>
                                        </p:attrNameLst>
                                      </p:cBhvr>
                                      <p:tavLst>
                                        <p:tav tm="0">
                                          <p:val>
                                            <p:strVal val="0-#ppt_w/2"/>
                                          </p:val>
                                        </p:tav>
                                        <p:tav tm="100000">
                                          <p:val>
                                            <p:strVal val="#ppt_x"/>
                                          </p:val>
                                        </p:tav>
                                      </p:tavLst>
                                    </p:anim>
                                    <p:anim calcmode="lin" valueType="num">
                                      <p:cBhvr>
                                        <p:cTn id="48" dur="500" fill="hold"/>
                                        <p:tgtEl>
                                          <p:spTgt spid="3087"/>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Class="entr" nodeType="afterEffect" presetSubtype="4" presetID="2" grpId="10" fill="hold">
                                  <p:stCondLst>
                                    <p:cond delay="100"/>
                                  </p:stCondLst>
                                  <p:iterate type="el" backwards="0">
                                    <p:tmAbs val="0"/>
                                  </p:iterate>
                                  <p:childTnLst>
                                    <p:set>
                                      <p:cBhvr>
                                        <p:cTn id="51" fill="hold"/>
                                        <p:tgtEl>
                                          <p:spTgt spid="3088"/>
                                        </p:tgtEl>
                                        <p:attrNameLst>
                                          <p:attrName>style.visibility</p:attrName>
                                        </p:attrNameLst>
                                      </p:cBhvr>
                                      <p:to>
                                        <p:strVal val="visible"/>
                                      </p:to>
                                    </p:set>
                                    <p:anim calcmode="lin" valueType="num">
                                      <p:cBhvr>
                                        <p:cTn id="52" dur="500" fill="hold"/>
                                        <p:tgtEl>
                                          <p:spTgt spid="3088"/>
                                        </p:tgtEl>
                                        <p:attrNameLst>
                                          <p:attrName>ppt_x</p:attrName>
                                        </p:attrNameLst>
                                      </p:cBhvr>
                                      <p:tavLst>
                                        <p:tav tm="0">
                                          <p:val>
                                            <p:strVal val="#ppt_x"/>
                                          </p:val>
                                        </p:tav>
                                        <p:tav tm="100000">
                                          <p:val>
                                            <p:strVal val="#ppt_x"/>
                                          </p:val>
                                        </p:tav>
                                      </p:tavLst>
                                    </p:anim>
                                    <p:anim calcmode="lin" valueType="num">
                                      <p:cBhvr>
                                        <p:cTn id="53" dur="500" fill="hold"/>
                                        <p:tgtEl>
                                          <p:spTgt spid="3088"/>
                                        </p:tgtEl>
                                        <p:attrNameLst>
                                          <p:attrName>ppt_y</p:attrName>
                                        </p:attrNameLst>
                                      </p:cBhvr>
                                      <p:tavLst>
                                        <p:tav tm="0">
                                          <p:val>
                                            <p:strVal val="1+#ppt_h/2"/>
                                          </p:val>
                                        </p:tav>
                                        <p:tav tm="100000">
                                          <p:val>
                                            <p:strVal val="#ppt_y"/>
                                          </p:val>
                                        </p:tav>
                                      </p:tavLst>
                                    </p:anim>
                                  </p:childTnLst>
                                </p:cTn>
                              </p:par>
                            </p:childTnLst>
                          </p:cTn>
                        </p:par>
                        <p:par>
                          <p:cTn id="54" fill="hold">
                            <p:stCondLst>
                              <p:cond delay="5100"/>
                            </p:stCondLst>
                            <p:childTnLst>
                              <p:par>
                                <p:cTn id="55" presetClass="entr" nodeType="afterEffect" presetSubtype="4" presetID="2" grpId="11" fill="hold">
                                  <p:stCondLst>
                                    <p:cond delay="100"/>
                                  </p:stCondLst>
                                  <p:iterate type="el" backwards="0">
                                    <p:tmAbs val="0"/>
                                  </p:iterate>
                                  <p:childTnLst>
                                    <p:set>
                                      <p:cBhvr>
                                        <p:cTn id="56" fill="hold"/>
                                        <p:tgtEl>
                                          <p:spTgt spid="3089"/>
                                        </p:tgtEl>
                                        <p:attrNameLst>
                                          <p:attrName>style.visibility</p:attrName>
                                        </p:attrNameLst>
                                      </p:cBhvr>
                                      <p:to>
                                        <p:strVal val="visible"/>
                                      </p:to>
                                    </p:set>
                                    <p:anim calcmode="lin" valueType="num">
                                      <p:cBhvr>
                                        <p:cTn id="57" dur="500" fill="hold"/>
                                        <p:tgtEl>
                                          <p:spTgt spid="3089"/>
                                        </p:tgtEl>
                                        <p:attrNameLst>
                                          <p:attrName>ppt_x</p:attrName>
                                        </p:attrNameLst>
                                      </p:cBhvr>
                                      <p:tavLst>
                                        <p:tav tm="0">
                                          <p:val>
                                            <p:strVal val="#ppt_x"/>
                                          </p:val>
                                        </p:tav>
                                        <p:tav tm="100000">
                                          <p:val>
                                            <p:strVal val="#ppt_x"/>
                                          </p:val>
                                        </p:tav>
                                      </p:tavLst>
                                    </p:anim>
                                    <p:anim calcmode="lin" valueType="num">
                                      <p:cBhvr>
                                        <p:cTn id="58" dur="500" fill="hold"/>
                                        <p:tgtEl>
                                          <p:spTgt spid="3089"/>
                                        </p:tgtEl>
                                        <p:attrNameLst>
                                          <p:attrName>ppt_y</p:attrName>
                                        </p:attrNameLst>
                                      </p:cBhvr>
                                      <p:tavLst>
                                        <p:tav tm="0">
                                          <p:val>
                                            <p:strVal val="1+#ppt_h/2"/>
                                          </p:val>
                                        </p:tav>
                                        <p:tav tm="100000">
                                          <p:val>
                                            <p:strVal val="#ppt_y"/>
                                          </p:val>
                                        </p:tav>
                                      </p:tavLst>
                                    </p:anim>
                                  </p:childTnLst>
                                </p:cTn>
                              </p:par>
                            </p:childTnLst>
                          </p:cTn>
                        </p:par>
                        <p:par>
                          <p:cTn id="59" fill="hold">
                            <p:stCondLst>
                              <p:cond delay="5700"/>
                            </p:stCondLst>
                            <p:childTnLst>
                              <p:par>
                                <p:cTn id="60" presetClass="entr" nodeType="afterEffect" presetSubtype="4" presetID="2" grpId="12" fill="hold">
                                  <p:stCondLst>
                                    <p:cond delay="100"/>
                                  </p:stCondLst>
                                  <p:iterate type="el" backwards="0">
                                    <p:tmAbs val="0"/>
                                  </p:iterate>
                                  <p:childTnLst>
                                    <p:set>
                                      <p:cBhvr>
                                        <p:cTn id="61" fill="hold"/>
                                        <p:tgtEl>
                                          <p:spTgt spid="3090"/>
                                        </p:tgtEl>
                                        <p:attrNameLst>
                                          <p:attrName>style.visibility</p:attrName>
                                        </p:attrNameLst>
                                      </p:cBhvr>
                                      <p:to>
                                        <p:strVal val="visible"/>
                                      </p:to>
                                    </p:set>
                                    <p:anim calcmode="lin" valueType="num">
                                      <p:cBhvr>
                                        <p:cTn id="62" dur="500" fill="hold"/>
                                        <p:tgtEl>
                                          <p:spTgt spid="3090"/>
                                        </p:tgtEl>
                                        <p:attrNameLst>
                                          <p:attrName>ppt_x</p:attrName>
                                        </p:attrNameLst>
                                      </p:cBhvr>
                                      <p:tavLst>
                                        <p:tav tm="0">
                                          <p:val>
                                            <p:strVal val="#ppt_x"/>
                                          </p:val>
                                        </p:tav>
                                        <p:tav tm="100000">
                                          <p:val>
                                            <p:strVal val="#ppt_x"/>
                                          </p:val>
                                        </p:tav>
                                      </p:tavLst>
                                    </p:anim>
                                    <p:anim calcmode="lin" valueType="num">
                                      <p:cBhvr>
                                        <p:cTn id="63" dur="500" fill="hold"/>
                                        <p:tgtEl>
                                          <p:spTgt spid="3090"/>
                                        </p:tgtEl>
                                        <p:attrNameLst>
                                          <p:attrName>ppt_y</p:attrName>
                                        </p:attrNameLst>
                                      </p:cBhvr>
                                      <p:tavLst>
                                        <p:tav tm="0">
                                          <p:val>
                                            <p:strVal val="1+#ppt_h/2"/>
                                          </p:val>
                                        </p:tav>
                                        <p:tav tm="100000">
                                          <p:val>
                                            <p:strVal val="#ppt_y"/>
                                          </p:val>
                                        </p:tav>
                                      </p:tavLst>
                                    </p:anim>
                                  </p:childTnLst>
                                </p:cTn>
                              </p:par>
                            </p:childTnLst>
                          </p:cTn>
                        </p:par>
                        <p:par>
                          <p:cTn id="64" fill="hold">
                            <p:stCondLst>
                              <p:cond delay="6300"/>
                            </p:stCondLst>
                            <p:childTnLst>
                              <p:par>
                                <p:cTn id="65" presetClass="entr" nodeType="afterEffect" presetSubtype="2" presetID="2" grpId="13" fill="hold">
                                  <p:stCondLst>
                                    <p:cond delay="100"/>
                                  </p:stCondLst>
                                  <p:iterate type="el" backwards="0">
                                    <p:tmAbs val="0"/>
                                  </p:iterate>
                                  <p:childTnLst>
                                    <p:set>
                                      <p:cBhvr>
                                        <p:cTn id="66" fill="hold"/>
                                        <p:tgtEl>
                                          <p:spTgt spid="3091"/>
                                        </p:tgtEl>
                                        <p:attrNameLst>
                                          <p:attrName>style.visibility</p:attrName>
                                        </p:attrNameLst>
                                      </p:cBhvr>
                                      <p:to>
                                        <p:strVal val="visible"/>
                                      </p:to>
                                    </p:set>
                                    <p:anim calcmode="lin" valueType="num">
                                      <p:cBhvr>
                                        <p:cTn id="67" dur="500" fill="hold"/>
                                        <p:tgtEl>
                                          <p:spTgt spid="3091"/>
                                        </p:tgtEl>
                                        <p:attrNameLst>
                                          <p:attrName>ppt_x</p:attrName>
                                        </p:attrNameLst>
                                      </p:cBhvr>
                                      <p:tavLst>
                                        <p:tav tm="0">
                                          <p:val>
                                            <p:strVal val="1+#ppt_w/2"/>
                                          </p:val>
                                        </p:tav>
                                        <p:tav tm="100000">
                                          <p:val>
                                            <p:strVal val="#ppt_x"/>
                                          </p:val>
                                        </p:tav>
                                      </p:tavLst>
                                    </p:anim>
                                    <p:anim calcmode="lin" valueType="num">
                                      <p:cBhvr>
                                        <p:cTn id="68" dur="500" fill="hold"/>
                                        <p:tgtEl>
                                          <p:spTgt spid="3091"/>
                                        </p:tgtEl>
                                        <p:attrNameLst>
                                          <p:attrName>ppt_y</p:attrName>
                                        </p:attrNameLst>
                                      </p:cBhvr>
                                      <p:tavLst>
                                        <p:tav tm="0">
                                          <p:val>
                                            <p:strVal val="#ppt_y"/>
                                          </p:val>
                                        </p:tav>
                                        <p:tav tm="100000">
                                          <p:val>
                                            <p:strVal val="#ppt_y"/>
                                          </p:val>
                                        </p:tav>
                                      </p:tavLst>
                                    </p:anim>
                                  </p:childTnLst>
                                </p:cTn>
                              </p:par>
                            </p:childTnLst>
                          </p:cTn>
                        </p:par>
                        <p:par>
                          <p:cTn id="69" fill="hold">
                            <p:stCondLst>
                              <p:cond delay="6900"/>
                            </p:stCondLst>
                            <p:childTnLst>
                              <p:par>
                                <p:cTn id="70" presetClass="entr" nodeType="afterEffect" presetSubtype="2" presetID="2" grpId="14" fill="hold">
                                  <p:stCondLst>
                                    <p:cond delay="100"/>
                                  </p:stCondLst>
                                  <p:iterate type="el" backwards="0">
                                    <p:tmAbs val="0"/>
                                  </p:iterate>
                                  <p:childTnLst>
                                    <p:set>
                                      <p:cBhvr>
                                        <p:cTn id="71" fill="hold"/>
                                        <p:tgtEl>
                                          <p:spTgt spid="3092"/>
                                        </p:tgtEl>
                                        <p:attrNameLst>
                                          <p:attrName>style.visibility</p:attrName>
                                        </p:attrNameLst>
                                      </p:cBhvr>
                                      <p:to>
                                        <p:strVal val="visible"/>
                                      </p:to>
                                    </p:set>
                                    <p:anim calcmode="lin" valueType="num">
                                      <p:cBhvr>
                                        <p:cTn id="72" dur="500" fill="hold"/>
                                        <p:tgtEl>
                                          <p:spTgt spid="3092"/>
                                        </p:tgtEl>
                                        <p:attrNameLst>
                                          <p:attrName>ppt_x</p:attrName>
                                        </p:attrNameLst>
                                      </p:cBhvr>
                                      <p:tavLst>
                                        <p:tav tm="0">
                                          <p:val>
                                            <p:strVal val="1+#ppt_w/2"/>
                                          </p:val>
                                        </p:tav>
                                        <p:tav tm="100000">
                                          <p:val>
                                            <p:strVal val="#ppt_x"/>
                                          </p:val>
                                        </p:tav>
                                      </p:tavLst>
                                    </p:anim>
                                    <p:anim calcmode="lin" valueType="num">
                                      <p:cBhvr>
                                        <p:cTn id="73" dur="500" fill="hold"/>
                                        <p:tgtEl>
                                          <p:spTgt spid="3092"/>
                                        </p:tgtEl>
                                        <p:attrNameLst>
                                          <p:attrName>ppt_y</p:attrName>
                                        </p:attrNameLst>
                                      </p:cBhvr>
                                      <p:tavLst>
                                        <p:tav tm="0">
                                          <p:val>
                                            <p:strVal val="#ppt_y"/>
                                          </p:val>
                                        </p:tav>
                                        <p:tav tm="100000">
                                          <p:val>
                                            <p:strVal val="#ppt_y"/>
                                          </p:val>
                                        </p:tav>
                                      </p:tavLst>
                                    </p:anim>
                                  </p:childTnLst>
                                </p:cTn>
                              </p:par>
                            </p:childTnLst>
                          </p:cTn>
                        </p:par>
                        <p:par>
                          <p:cTn id="74" fill="hold">
                            <p:stCondLst>
                              <p:cond delay="7500"/>
                            </p:stCondLst>
                            <p:childTnLst>
                              <p:par>
                                <p:cTn id="75" presetClass="entr" nodeType="afterEffect" presetSubtype="2" presetID="2" grpId="15" fill="hold">
                                  <p:stCondLst>
                                    <p:cond delay="100"/>
                                  </p:stCondLst>
                                  <p:iterate type="el" backwards="0">
                                    <p:tmAbs val="0"/>
                                  </p:iterate>
                                  <p:childTnLst>
                                    <p:set>
                                      <p:cBhvr>
                                        <p:cTn id="76" fill="hold"/>
                                        <p:tgtEl>
                                          <p:spTgt spid="3093"/>
                                        </p:tgtEl>
                                        <p:attrNameLst>
                                          <p:attrName>style.visibility</p:attrName>
                                        </p:attrNameLst>
                                      </p:cBhvr>
                                      <p:to>
                                        <p:strVal val="visible"/>
                                      </p:to>
                                    </p:set>
                                    <p:anim calcmode="lin" valueType="num">
                                      <p:cBhvr>
                                        <p:cTn id="77" dur="500" fill="hold"/>
                                        <p:tgtEl>
                                          <p:spTgt spid="3093"/>
                                        </p:tgtEl>
                                        <p:attrNameLst>
                                          <p:attrName>ppt_x</p:attrName>
                                        </p:attrNameLst>
                                      </p:cBhvr>
                                      <p:tavLst>
                                        <p:tav tm="0">
                                          <p:val>
                                            <p:strVal val="1+#ppt_w/2"/>
                                          </p:val>
                                        </p:tav>
                                        <p:tav tm="100000">
                                          <p:val>
                                            <p:strVal val="#ppt_x"/>
                                          </p:val>
                                        </p:tav>
                                      </p:tavLst>
                                    </p:anim>
                                    <p:anim calcmode="lin" valueType="num">
                                      <p:cBhvr>
                                        <p:cTn id="78" dur="500" fill="hold"/>
                                        <p:tgtEl>
                                          <p:spTgt spid="309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085" grpId="7"/>
      <p:bldP build="whole" bldLvl="1" animBg="1" rev="0" advAuto="0" spid="3087" grpId="9"/>
      <p:bldP build="whole" bldLvl="1" animBg="1" rev="0" advAuto="0" spid="3083" grpId="5"/>
      <p:bldP build="whole" bldLvl="1" animBg="1" rev="0" advAuto="0" spid="3090" grpId="12"/>
      <p:bldP build="whole" bldLvl="1" animBg="1" rev="0" advAuto="0" spid="3086" grpId="8"/>
      <p:bldP build="whole" bldLvl="1" animBg="1" rev="0" advAuto="0" spid="3084" grpId="6"/>
      <p:bldP build="whole" bldLvl="1" animBg="1" rev="0" advAuto="0" spid="3091" grpId="13"/>
      <p:bldP build="whole" bldLvl="1" animBg="1" rev="0" advAuto="0" spid="3089" grpId="11"/>
      <p:bldP build="whole" bldLvl="1" animBg="1" rev="0" advAuto="0" spid="3092" grpId="14"/>
      <p:bldP build="whole" bldLvl="1" animBg="1" rev="0" advAuto="0" spid="3080" grpId="2"/>
      <p:bldP build="whole" bldLvl="1" animBg="1" rev="0" advAuto="0" spid="3081" grpId="3"/>
      <p:bldP build="whole" bldLvl="1" animBg="1" rev="0" advAuto="0" spid="3079" grpId="1"/>
      <p:bldP build="whole" bldLvl="1" animBg="1" rev="0" advAuto="0" spid="3082" grpId="4"/>
      <p:bldP build="whole" bldLvl="1" animBg="1" rev="0" advAuto="0" spid="3093" grpId="15"/>
      <p:bldP build="whole" bldLvl="1" animBg="1" rev="0" advAuto="0" spid="3088" grpId="10"/>
    </p:bldLst>
  </p:timing>
</p:sld>
</file>

<file path=ppt/slides/slide9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095" name="Shape 3095"/>
          <p:cNvSpPr/>
          <p:nvPr/>
        </p:nvSpPr>
        <p:spPr>
          <a:xfrm>
            <a:off x="303300" y="385686"/>
            <a:ext cx="839914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Comentarios (engagement)</a:t>
            </a:r>
          </a:p>
        </p:txBody>
      </p:sp>
      <p:sp>
        <p:nvSpPr>
          <p:cNvPr id="3096" name="Shape 309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097" name="Shape 3097"/>
          <p:cNvSpPr/>
          <p:nvPr/>
        </p:nvSpPr>
        <p:spPr>
          <a:xfrm>
            <a:off x="50800" y="13415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098" name="Shape 3098"/>
          <p:cNvSpPr/>
          <p:nvPr/>
        </p:nvSpPr>
        <p:spPr>
          <a:xfrm>
            <a:off x="13677900" y="3687762"/>
            <a:ext cx="47371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Título</a:t>
            </a:r>
          </a:p>
        </p:txBody>
      </p:sp>
      <p:sp>
        <p:nvSpPr>
          <p:cNvPr id="3099" name="Shape 3099"/>
          <p:cNvSpPr/>
          <p:nvPr/>
        </p:nvSpPr>
        <p:spPr>
          <a:xfrm>
            <a:off x="13677900" y="6126162"/>
            <a:ext cx="47371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Título</a:t>
            </a:r>
          </a:p>
        </p:txBody>
      </p:sp>
      <p:sp>
        <p:nvSpPr>
          <p:cNvPr id="3100" name="Shape 3100"/>
          <p:cNvSpPr/>
          <p:nvPr/>
        </p:nvSpPr>
        <p:spPr>
          <a:xfrm>
            <a:off x="13677900" y="8589962"/>
            <a:ext cx="47371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Título</a:t>
            </a:r>
          </a:p>
        </p:txBody>
      </p:sp>
      <p:sp>
        <p:nvSpPr>
          <p:cNvPr id="3101" name="Shape 3101"/>
          <p:cNvSpPr/>
          <p:nvPr/>
        </p:nvSpPr>
        <p:spPr>
          <a:xfrm>
            <a:off x="13601700" y="4237037"/>
            <a:ext cx="6400800" cy="1079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100">
                <a:solidFill>
                  <a:srgbClr val="6F6F6F"/>
                </a:solidFill>
                <a:uFill>
                  <a:solidFill>
                    <a:srgbClr val="6F6F6F"/>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6F6F6F"/>
                </a:solidFill>
                <a:uFill>
                  <a:solidFill>
                    <a:srgbClr val="6F6F6F"/>
                  </a:solidFill>
                </a:uFill>
                <a:latin typeface="Lato Regular"/>
                <a:ea typeface="Lato Regular"/>
                <a:cs typeface="Lato Regular"/>
                <a:sym typeface="Lato Regular"/>
              </a:rPr>
              <a:t>Jelly-o gingerbread oat cake pudding pastry biscuit tootsie roll. Bear claw apple pie wafer chocolate gummies wafer bear claw gummies gummies. </a:t>
            </a:r>
          </a:p>
        </p:txBody>
      </p:sp>
      <p:sp>
        <p:nvSpPr>
          <p:cNvPr id="3102" name="Shape 3102"/>
          <p:cNvSpPr/>
          <p:nvPr/>
        </p:nvSpPr>
        <p:spPr>
          <a:xfrm>
            <a:off x="13601700" y="6738937"/>
            <a:ext cx="6400800" cy="1079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100">
                <a:solidFill>
                  <a:srgbClr val="6F6F6F"/>
                </a:solidFill>
                <a:uFill>
                  <a:solidFill>
                    <a:srgbClr val="6F6F6F"/>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6F6F6F"/>
                </a:solidFill>
                <a:uFill>
                  <a:solidFill>
                    <a:srgbClr val="6F6F6F"/>
                  </a:solidFill>
                </a:uFill>
                <a:latin typeface="Lato Regular"/>
                <a:ea typeface="Lato Regular"/>
                <a:cs typeface="Lato Regular"/>
                <a:sym typeface="Lato Regular"/>
              </a:rPr>
              <a:t>Jelly-o gingerbread oat cake pudding pastry biscuit tootsie roll. Bear claw apple pie wafer chocolate gummies wafer bear claw gummies gummies. </a:t>
            </a:r>
          </a:p>
        </p:txBody>
      </p:sp>
      <p:sp>
        <p:nvSpPr>
          <p:cNvPr id="3103" name="Shape 3103"/>
          <p:cNvSpPr/>
          <p:nvPr/>
        </p:nvSpPr>
        <p:spPr>
          <a:xfrm>
            <a:off x="13601700" y="9164637"/>
            <a:ext cx="6400800" cy="1079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457200">
              <a:lnSpc>
                <a:spcPct val="120000"/>
              </a:lnSpc>
              <a:spcBef>
                <a:spcPts val="1700"/>
              </a:spcBef>
              <a:defRPr sz="2100">
                <a:solidFill>
                  <a:srgbClr val="6F6F6F"/>
                </a:solidFill>
                <a:uFill>
                  <a:solidFill>
                    <a:srgbClr val="6F6F6F"/>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6F6F6F"/>
                </a:solidFill>
                <a:uFill>
                  <a:solidFill>
                    <a:srgbClr val="6F6F6F"/>
                  </a:solidFill>
                </a:uFill>
                <a:latin typeface="Lato Regular"/>
                <a:ea typeface="Lato Regular"/>
                <a:cs typeface="Lato Regular"/>
                <a:sym typeface="Lato Regular"/>
              </a:rPr>
              <a:t>Jelly-o gingerbread oat cake pudding pastry biscuit tootsie roll. Bear claw apple pie wafer chocolate gummies wafer bear claw gummies gummies. </a:t>
            </a:r>
          </a:p>
        </p:txBody>
      </p:sp>
      <p:sp>
        <p:nvSpPr>
          <p:cNvPr id="3104" name="Shape 3104"/>
          <p:cNvSpPr/>
          <p:nvPr/>
        </p:nvSpPr>
        <p:spPr>
          <a:xfrm>
            <a:off x="3251200" y="5857875"/>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05" name="Shape 3105"/>
          <p:cNvSpPr/>
          <p:nvPr/>
        </p:nvSpPr>
        <p:spPr>
          <a:xfrm>
            <a:off x="3990975" y="5857875"/>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06" name="Shape 3106"/>
          <p:cNvSpPr/>
          <p:nvPr/>
        </p:nvSpPr>
        <p:spPr>
          <a:xfrm>
            <a:off x="4729162" y="5857875"/>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07" name="Shape 3107"/>
          <p:cNvSpPr/>
          <p:nvPr/>
        </p:nvSpPr>
        <p:spPr>
          <a:xfrm>
            <a:off x="5468937" y="5857875"/>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08" name="Shape 3108"/>
          <p:cNvSpPr/>
          <p:nvPr/>
        </p:nvSpPr>
        <p:spPr>
          <a:xfrm>
            <a:off x="6208712" y="5857875"/>
            <a:ext cx="590551"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09" name="Shape 3109"/>
          <p:cNvSpPr/>
          <p:nvPr/>
        </p:nvSpPr>
        <p:spPr>
          <a:xfrm>
            <a:off x="6948487" y="5857875"/>
            <a:ext cx="590551"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0" name="Shape 3110"/>
          <p:cNvSpPr/>
          <p:nvPr/>
        </p:nvSpPr>
        <p:spPr>
          <a:xfrm>
            <a:off x="7686675" y="5857875"/>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1" name="Shape 3111"/>
          <p:cNvSpPr/>
          <p:nvPr/>
        </p:nvSpPr>
        <p:spPr>
          <a:xfrm>
            <a:off x="8426450" y="5857875"/>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2" name="Shape 3112"/>
          <p:cNvSpPr/>
          <p:nvPr/>
        </p:nvSpPr>
        <p:spPr>
          <a:xfrm>
            <a:off x="9166225" y="5857875"/>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3" name="Shape 3113"/>
          <p:cNvSpPr/>
          <p:nvPr/>
        </p:nvSpPr>
        <p:spPr>
          <a:xfrm>
            <a:off x="9906000" y="5857875"/>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4" name="Shape 3114"/>
          <p:cNvSpPr/>
          <p:nvPr/>
        </p:nvSpPr>
        <p:spPr>
          <a:xfrm>
            <a:off x="10644187" y="5857875"/>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5" name="Shape 3115"/>
          <p:cNvSpPr/>
          <p:nvPr/>
        </p:nvSpPr>
        <p:spPr>
          <a:xfrm>
            <a:off x="11383962" y="5857875"/>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6" name="Shape 3116"/>
          <p:cNvSpPr/>
          <p:nvPr/>
        </p:nvSpPr>
        <p:spPr>
          <a:xfrm>
            <a:off x="3251200" y="670718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7" name="Shape 3117"/>
          <p:cNvSpPr/>
          <p:nvPr/>
        </p:nvSpPr>
        <p:spPr>
          <a:xfrm>
            <a:off x="3990975" y="670718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8" name="Shape 3118"/>
          <p:cNvSpPr/>
          <p:nvPr/>
        </p:nvSpPr>
        <p:spPr>
          <a:xfrm>
            <a:off x="4729162" y="670718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19" name="Shape 3119"/>
          <p:cNvSpPr/>
          <p:nvPr/>
        </p:nvSpPr>
        <p:spPr>
          <a:xfrm>
            <a:off x="5468937" y="670718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0" name="Shape 3120"/>
          <p:cNvSpPr/>
          <p:nvPr/>
        </p:nvSpPr>
        <p:spPr>
          <a:xfrm>
            <a:off x="6208712" y="6707187"/>
            <a:ext cx="590551"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1" name="Shape 3121"/>
          <p:cNvSpPr/>
          <p:nvPr/>
        </p:nvSpPr>
        <p:spPr>
          <a:xfrm>
            <a:off x="6948487" y="6707187"/>
            <a:ext cx="590551"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2" name="Shape 3122"/>
          <p:cNvSpPr/>
          <p:nvPr/>
        </p:nvSpPr>
        <p:spPr>
          <a:xfrm>
            <a:off x="7686675" y="670718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3" name="Shape 3123"/>
          <p:cNvSpPr/>
          <p:nvPr/>
        </p:nvSpPr>
        <p:spPr>
          <a:xfrm>
            <a:off x="8426450" y="670718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4" name="Shape 3124"/>
          <p:cNvSpPr/>
          <p:nvPr/>
        </p:nvSpPr>
        <p:spPr>
          <a:xfrm>
            <a:off x="9166225" y="670718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5" name="Shape 3125"/>
          <p:cNvSpPr/>
          <p:nvPr/>
        </p:nvSpPr>
        <p:spPr>
          <a:xfrm>
            <a:off x="9906000" y="670718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6" name="Shape 3126"/>
          <p:cNvSpPr/>
          <p:nvPr/>
        </p:nvSpPr>
        <p:spPr>
          <a:xfrm>
            <a:off x="10644187" y="670718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7" name="Shape 3127"/>
          <p:cNvSpPr/>
          <p:nvPr/>
        </p:nvSpPr>
        <p:spPr>
          <a:xfrm>
            <a:off x="11383962" y="670718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8" name="Shape 3128"/>
          <p:cNvSpPr/>
          <p:nvPr/>
        </p:nvSpPr>
        <p:spPr>
          <a:xfrm>
            <a:off x="3251200" y="76406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66B3E0"/>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29" name="Shape 3129"/>
          <p:cNvSpPr/>
          <p:nvPr/>
        </p:nvSpPr>
        <p:spPr>
          <a:xfrm>
            <a:off x="3990975" y="76406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66B3E0"/>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0" name="Shape 3130"/>
          <p:cNvSpPr/>
          <p:nvPr/>
        </p:nvSpPr>
        <p:spPr>
          <a:xfrm>
            <a:off x="4729162" y="76406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1" name="Shape 3131"/>
          <p:cNvSpPr/>
          <p:nvPr/>
        </p:nvSpPr>
        <p:spPr>
          <a:xfrm>
            <a:off x="5468937" y="76406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2" name="Shape 3132"/>
          <p:cNvSpPr/>
          <p:nvPr/>
        </p:nvSpPr>
        <p:spPr>
          <a:xfrm>
            <a:off x="6208712" y="7640637"/>
            <a:ext cx="590551"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3" name="Shape 3133"/>
          <p:cNvSpPr/>
          <p:nvPr/>
        </p:nvSpPr>
        <p:spPr>
          <a:xfrm>
            <a:off x="6948487" y="7640637"/>
            <a:ext cx="590551"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4" name="Shape 3134"/>
          <p:cNvSpPr/>
          <p:nvPr/>
        </p:nvSpPr>
        <p:spPr>
          <a:xfrm>
            <a:off x="7686675" y="76406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5" name="Shape 3135"/>
          <p:cNvSpPr/>
          <p:nvPr/>
        </p:nvSpPr>
        <p:spPr>
          <a:xfrm>
            <a:off x="8426450" y="76406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6" name="Shape 3136"/>
          <p:cNvSpPr/>
          <p:nvPr/>
        </p:nvSpPr>
        <p:spPr>
          <a:xfrm>
            <a:off x="9166225" y="76406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7" name="Shape 3137"/>
          <p:cNvSpPr/>
          <p:nvPr/>
        </p:nvSpPr>
        <p:spPr>
          <a:xfrm>
            <a:off x="9906000" y="76406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8" name="Shape 3138"/>
          <p:cNvSpPr/>
          <p:nvPr/>
        </p:nvSpPr>
        <p:spPr>
          <a:xfrm>
            <a:off x="10644187" y="76406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39" name="Shape 3139"/>
          <p:cNvSpPr/>
          <p:nvPr/>
        </p:nvSpPr>
        <p:spPr>
          <a:xfrm>
            <a:off x="11383962" y="76406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0" name="Shape 3140"/>
          <p:cNvSpPr/>
          <p:nvPr/>
        </p:nvSpPr>
        <p:spPr>
          <a:xfrm>
            <a:off x="3251200" y="8591550"/>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4E6F1"/>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1" name="Shape 3141"/>
          <p:cNvSpPr/>
          <p:nvPr/>
        </p:nvSpPr>
        <p:spPr>
          <a:xfrm>
            <a:off x="3990975" y="8591550"/>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2" name="Shape 3142"/>
          <p:cNvSpPr/>
          <p:nvPr/>
        </p:nvSpPr>
        <p:spPr>
          <a:xfrm>
            <a:off x="4729162" y="8591550"/>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3" name="Shape 3143"/>
          <p:cNvSpPr/>
          <p:nvPr/>
        </p:nvSpPr>
        <p:spPr>
          <a:xfrm>
            <a:off x="5468937" y="8591550"/>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4" name="Shape 3144"/>
          <p:cNvSpPr/>
          <p:nvPr/>
        </p:nvSpPr>
        <p:spPr>
          <a:xfrm>
            <a:off x="6208712" y="8591550"/>
            <a:ext cx="590551"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5" name="Shape 3145"/>
          <p:cNvSpPr/>
          <p:nvPr/>
        </p:nvSpPr>
        <p:spPr>
          <a:xfrm>
            <a:off x="6948487" y="8591550"/>
            <a:ext cx="590551"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6" name="Shape 3146"/>
          <p:cNvSpPr/>
          <p:nvPr/>
        </p:nvSpPr>
        <p:spPr>
          <a:xfrm>
            <a:off x="7686675" y="8591550"/>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7" name="Shape 3147"/>
          <p:cNvSpPr/>
          <p:nvPr/>
        </p:nvSpPr>
        <p:spPr>
          <a:xfrm>
            <a:off x="8426450" y="8591550"/>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8" name="Shape 3148"/>
          <p:cNvSpPr/>
          <p:nvPr/>
        </p:nvSpPr>
        <p:spPr>
          <a:xfrm>
            <a:off x="9166225" y="8591550"/>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49" name="Shape 3149"/>
          <p:cNvSpPr/>
          <p:nvPr/>
        </p:nvSpPr>
        <p:spPr>
          <a:xfrm>
            <a:off x="9906000" y="8591550"/>
            <a:ext cx="590550"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0" name="Shape 3150"/>
          <p:cNvSpPr/>
          <p:nvPr/>
        </p:nvSpPr>
        <p:spPr>
          <a:xfrm>
            <a:off x="10644187" y="8591550"/>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1" name="Shape 3151"/>
          <p:cNvSpPr/>
          <p:nvPr/>
        </p:nvSpPr>
        <p:spPr>
          <a:xfrm>
            <a:off x="11383962" y="8591550"/>
            <a:ext cx="592138" cy="517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2" name="Shape 3152"/>
          <p:cNvSpPr/>
          <p:nvPr/>
        </p:nvSpPr>
        <p:spPr>
          <a:xfrm>
            <a:off x="3251200" y="50244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3" name="Shape 3153"/>
          <p:cNvSpPr/>
          <p:nvPr/>
        </p:nvSpPr>
        <p:spPr>
          <a:xfrm>
            <a:off x="3990975" y="50244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4" name="Shape 3154"/>
          <p:cNvSpPr/>
          <p:nvPr/>
        </p:nvSpPr>
        <p:spPr>
          <a:xfrm>
            <a:off x="4729162" y="50244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5" name="Shape 3155"/>
          <p:cNvSpPr/>
          <p:nvPr/>
        </p:nvSpPr>
        <p:spPr>
          <a:xfrm>
            <a:off x="5468937" y="50244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6" name="Shape 3156"/>
          <p:cNvSpPr/>
          <p:nvPr/>
        </p:nvSpPr>
        <p:spPr>
          <a:xfrm>
            <a:off x="6208712" y="5024437"/>
            <a:ext cx="590551"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7" name="Shape 3157"/>
          <p:cNvSpPr/>
          <p:nvPr/>
        </p:nvSpPr>
        <p:spPr>
          <a:xfrm>
            <a:off x="6948487" y="5024437"/>
            <a:ext cx="590551"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8" name="Shape 3158"/>
          <p:cNvSpPr/>
          <p:nvPr/>
        </p:nvSpPr>
        <p:spPr>
          <a:xfrm>
            <a:off x="7686675" y="50244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59" name="Shape 3159"/>
          <p:cNvSpPr/>
          <p:nvPr/>
        </p:nvSpPr>
        <p:spPr>
          <a:xfrm>
            <a:off x="8426450" y="50244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60" name="Shape 3160"/>
          <p:cNvSpPr/>
          <p:nvPr/>
        </p:nvSpPr>
        <p:spPr>
          <a:xfrm>
            <a:off x="9166225" y="50244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61" name="Shape 3161"/>
          <p:cNvSpPr/>
          <p:nvPr/>
        </p:nvSpPr>
        <p:spPr>
          <a:xfrm>
            <a:off x="9906000" y="5024437"/>
            <a:ext cx="590550"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17559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62" name="Shape 3162"/>
          <p:cNvSpPr/>
          <p:nvPr/>
        </p:nvSpPr>
        <p:spPr>
          <a:xfrm>
            <a:off x="10644187" y="50244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3163" name="Shape 3163"/>
          <p:cNvSpPr/>
          <p:nvPr/>
        </p:nvSpPr>
        <p:spPr>
          <a:xfrm>
            <a:off x="11383962" y="5024437"/>
            <a:ext cx="592138" cy="517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B3B3B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100"/>
                                  </p:stCondLst>
                                  <p:iterate type="el" backwards="0">
                                    <p:tmAbs val="0"/>
                                  </p:iterate>
                                  <p:childTnLst>
                                    <p:set>
                                      <p:cBhvr>
                                        <p:cTn id="6" fill="hold"/>
                                        <p:tgtEl>
                                          <p:spTgt spid="3098"/>
                                        </p:tgtEl>
                                        <p:attrNameLst>
                                          <p:attrName>style.visibility</p:attrName>
                                        </p:attrNameLst>
                                      </p:cBhvr>
                                      <p:to>
                                        <p:strVal val="visible"/>
                                      </p:to>
                                    </p:set>
                                    <p:anim calcmode="lin" valueType="num">
                                      <p:cBhvr>
                                        <p:cTn id="7" dur="500" fill="hold"/>
                                        <p:tgtEl>
                                          <p:spTgt spid="3098"/>
                                        </p:tgtEl>
                                        <p:attrNameLst>
                                          <p:attrName>ppt_x</p:attrName>
                                        </p:attrNameLst>
                                      </p:cBhvr>
                                      <p:tavLst>
                                        <p:tav tm="0">
                                          <p:val>
                                            <p:strVal val="#ppt_x"/>
                                          </p:val>
                                        </p:tav>
                                        <p:tav tm="100000">
                                          <p:val>
                                            <p:strVal val="#ppt_x"/>
                                          </p:val>
                                        </p:tav>
                                      </p:tavLst>
                                    </p:anim>
                                    <p:anim calcmode="lin" valueType="num">
                                      <p:cBhvr>
                                        <p:cTn id="8" dur="500" fill="hold"/>
                                        <p:tgtEl>
                                          <p:spTgt spid="3098"/>
                                        </p:tgtEl>
                                        <p:attrNameLst>
                                          <p:attrName>ppt_y</p:attrName>
                                        </p:attrNameLst>
                                      </p:cBhvr>
                                      <p:tavLst>
                                        <p:tav tm="0">
                                          <p:val>
                                            <p:strVal val="1+#ppt_h/2"/>
                                          </p:val>
                                        </p:tav>
                                        <p:tav tm="100000">
                                          <p:val>
                                            <p:strVal val="#ppt_y"/>
                                          </p:val>
                                        </p:tav>
                                      </p:tavLst>
                                    </p:anim>
                                  </p:childTnLst>
                                </p:cTn>
                              </p:par>
                            </p:childTnLst>
                          </p:cTn>
                        </p:par>
                        <p:par>
                          <p:cTn id="9" fill="hold">
                            <p:stCondLst>
                              <p:cond delay="600"/>
                            </p:stCondLst>
                            <p:childTnLst>
                              <p:par>
                                <p:cTn id="10" presetClass="entr" nodeType="afterEffect" presetSubtype="4" presetID="2" grpId="2" fill="hold">
                                  <p:stCondLst>
                                    <p:cond delay="100"/>
                                  </p:stCondLst>
                                  <p:iterate type="el" backwards="0">
                                    <p:tmAbs val="0"/>
                                  </p:iterate>
                                  <p:childTnLst>
                                    <p:set>
                                      <p:cBhvr>
                                        <p:cTn id="11" fill="hold"/>
                                        <p:tgtEl>
                                          <p:spTgt spid="3099"/>
                                        </p:tgtEl>
                                        <p:attrNameLst>
                                          <p:attrName>style.visibility</p:attrName>
                                        </p:attrNameLst>
                                      </p:cBhvr>
                                      <p:to>
                                        <p:strVal val="visible"/>
                                      </p:to>
                                    </p:set>
                                    <p:anim calcmode="lin" valueType="num">
                                      <p:cBhvr>
                                        <p:cTn id="12" dur="500" fill="hold"/>
                                        <p:tgtEl>
                                          <p:spTgt spid="3099"/>
                                        </p:tgtEl>
                                        <p:attrNameLst>
                                          <p:attrName>ppt_x</p:attrName>
                                        </p:attrNameLst>
                                      </p:cBhvr>
                                      <p:tavLst>
                                        <p:tav tm="0">
                                          <p:val>
                                            <p:strVal val="#ppt_x"/>
                                          </p:val>
                                        </p:tav>
                                        <p:tav tm="100000">
                                          <p:val>
                                            <p:strVal val="#ppt_x"/>
                                          </p:val>
                                        </p:tav>
                                      </p:tavLst>
                                    </p:anim>
                                    <p:anim calcmode="lin" valueType="num">
                                      <p:cBhvr>
                                        <p:cTn id="13" dur="500" fill="hold"/>
                                        <p:tgtEl>
                                          <p:spTgt spid="3099"/>
                                        </p:tgtEl>
                                        <p:attrNameLst>
                                          <p:attrName>ppt_y</p:attrName>
                                        </p:attrNameLst>
                                      </p:cBhvr>
                                      <p:tavLst>
                                        <p:tav tm="0">
                                          <p:val>
                                            <p:strVal val="1+#ppt_h/2"/>
                                          </p:val>
                                        </p:tav>
                                        <p:tav tm="100000">
                                          <p:val>
                                            <p:strVal val="#ppt_y"/>
                                          </p:val>
                                        </p:tav>
                                      </p:tavLst>
                                    </p:anim>
                                  </p:childTnLst>
                                </p:cTn>
                              </p:par>
                            </p:childTnLst>
                          </p:cTn>
                        </p:par>
                        <p:par>
                          <p:cTn id="14" fill="hold">
                            <p:stCondLst>
                              <p:cond delay="1200"/>
                            </p:stCondLst>
                            <p:childTnLst>
                              <p:par>
                                <p:cTn id="15" presetClass="entr" nodeType="afterEffect" presetSubtype="4" presetID="2" grpId="3" fill="hold">
                                  <p:stCondLst>
                                    <p:cond delay="100"/>
                                  </p:stCondLst>
                                  <p:iterate type="el" backwards="0">
                                    <p:tmAbs val="0"/>
                                  </p:iterate>
                                  <p:childTnLst>
                                    <p:set>
                                      <p:cBhvr>
                                        <p:cTn id="16" fill="hold"/>
                                        <p:tgtEl>
                                          <p:spTgt spid="3100"/>
                                        </p:tgtEl>
                                        <p:attrNameLst>
                                          <p:attrName>style.visibility</p:attrName>
                                        </p:attrNameLst>
                                      </p:cBhvr>
                                      <p:to>
                                        <p:strVal val="visible"/>
                                      </p:to>
                                    </p:set>
                                    <p:anim calcmode="lin" valueType="num">
                                      <p:cBhvr>
                                        <p:cTn id="17" dur="500" fill="hold"/>
                                        <p:tgtEl>
                                          <p:spTgt spid="3100"/>
                                        </p:tgtEl>
                                        <p:attrNameLst>
                                          <p:attrName>ppt_x</p:attrName>
                                        </p:attrNameLst>
                                      </p:cBhvr>
                                      <p:tavLst>
                                        <p:tav tm="0">
                                          <p:val>
                                            <p:strVal val="#ppt_x"/>
                                          </p:val>
                                        </p:tav>
                                        <p:tav tm="100000">
                                          <p:val>
                                            <p:strVal val="#ppt_x"/>
                                          </p:val>
                                        </p:tav>
                                      </p:tavLst>
                                    </p:anim>
                                    <p:anim calcmode="lin" valueType="num">
                                      <p:cBhvr>
                                        <p:cTn id="18" dur="500" fill="hold"/>
                                        <p:tgtEl>
                                          <p:spTgt spid="3100"/>
                                        </p:tgtEl>
                                        <p:attrNameLst>
                                          <p:attrName>ppt_y</p:attrName>
                                        </p:attrNameLst>
                                      </p:cBhvr>
                                      <p:tavLst>
                                        <p:tav tm="0">
                                          <p:val>
                                            <p:strVal val="1+#ppt_h/2"/>
                                          </p:val>
                                        </p:tav>
                                        <p:tav tm="100000">
                                          <p:val>
                                            <p:strVal val="#ppt_y"/>
                                          </p:val>
                                        </p:tav>
                                      </p:tavLst>
                                    </p:anim>
                                  </p:childTnLst>
                                </p:cTn>
                              </p:par>
                            </p:childTnLst>
                          </p:cTn>
                        </p:par>
                        <p:par>
                          <p:cTn id="19" fill="hold">
                            <p:stCondLst>
                              <p:cond delay="1800"/>
                            </p:stCondLst>
                            <p:childTnLst>
                              <p:par>
                                <p:cTn id="20" presetClass="entr" nodeType="afterEffect" presetSubtype="2" presetID="2" grpId="4" fill="hold">
                                  <p:stCondLst>
                                    <p:cond delay="100"/>
                                  </p:stCondLst>
                                  <p:iterate type="el" backwards="0">
                                    <p:tmAbs val="0"/>
                                  </p:iterate>
                                  <p:childTnLst>
                                    <p:set>
                                      <p:cBhvr>
                                        <p:cTn id="21" fill="hold"/>
                                        <p:tgtEl>
                                          <p:spTgt spid="3101"/>
                                        </p:tgtEl>
                                        <p:attrNameLst>
                                          <p:attrName>style.visibility</p:attrName>
                                        </p:attrNameLst>
                                      </p:cBhvr>
                                      <p:to>
                                        <p:strVal val="visible"/>
                                      </p:to>
                                    </p:set>
                                    <p:anim calcmode="lin" valueType="num">
                                      <p:cBhvr>
                                        <p:cTn id="22" dur="500" fill="hold"/>
                                        <p:tgtEl>
                                          <p:spTgt spid="3101"/>
                                        </p:tgtEl>
                                        <p:attrNameLst>
                                          <p:attrName>ppt_x</p:attrName>
                                        </p:attrNameLst>
                                      </p:cBhvr>
                                      <p:tavLst>
                                        <p:tav tm="0">
                                          <p:val>
                                            <p:strVal val="1+#ppt_w/2"/>
                                          </p:val>
                                        </p:tav>
                                        <p:tav tm="100000">
                                          <p:val>
                                            <p:strVal val="#ppt_x"/>
                                          </p:val>
                                        </p:tav>
                                      </p:tavLst>
                                    </p:anim>
                                    <p:anim calcmode="lin" valueType="num">
                                      <p:cBhvr>
                                        <p:cTn id="23" dur="500" fill="hold"/>
                                        <p:tgtEl>
                                          <p:spTgt spid="3101"/>
                                        </p:tgtEl>
                                        <p:attrNameLst>
                                          <p:attrName>ppt_y</p:attrName>
                                        </p:attrNameLst>
                                      </p:cBhvr>
                                      <p:tavLst>
                                        <p:tav tm="0">
                                          <p:val>
                                            <p:strVal val="#ppt_y"/>
                                          </p:val>
                                        </p:tav>
                                        <p:tav tm="100000">
                                          <p:val>
                                            <p:strVal val="#ppt_y"/>
                                          </p:val>
                                        </p:tav>
                                      </p:tavLst>
                                    </p:anim>
                                  </p:childTnLst>
                                </p:cTn>
                              </p:par>
                            </p:childTnLst>
                          </p:cTn>
                        </p:par>
                        <p:par>
                          <p:cTn id="24" fill="hold">
                            <p:stCondLst>
                              <p:cond delay="2400"/>
                            </p:stCondLst>
                            <p:childTnLst>
                              <p:par>
                                <p:cTn id="25" presetClass="entr" nodeType="afterEffect" presetSubtype="2" presetID="2" grpId="5" fill="hold">
                                  <p:stCondLst>
                                    <p:cond delay="100"/>
                                  </p:stCondLst>
                                  <p:iterate type="el" backwards="0">
                                    <p:tmAbs val="0"/>
                                  </p:iterate>
                                  <p:childTnLst>
                                    <p:set>
                                      <p:cBhvr>
                                        <p:cTn id="26" fill="hold"/>
                                        <p:tgtEl>
                                          <p:spTgt spid="3102"/>
                                        </p:tgtEl>
                                        <p:attrNameLst>
                                          <p:attrName>style.visibility</p:attrName>
                                        </p:attrNameLst>
                                      </p:cBhvr>
                                      <p:to>
                                        <p:strVal val="visible"/>
                                      </p:to>
                                    </p:set>
                                    <p:anim calcmode="lin" valueType="num">
                                      <p:cBhvr>
                                        <p:cTn id="27" dur="500" fill="hold"/>
                                        <p:tgtEl>
                                          <p:spTgt spid="3102"/>
                                        </p:tgtEl>
                                        <p:attrNameLst>
                                          <p:attrName>ppt_x</p:attrName>
                                        </p:attrNameLst>
                                      </p:cBhvr>
                                      <p:tavLst>
                                        <p:tav tm="0">
                                          <p:val>
                                            <p:strVal val="1+#ppt_w/2"/>
                                          </p:val>
                                        </p:tav>
                                        <p:tav tm="100000">
                                          <p:val>
                                            <p:strVal val="#ppt_x"/>
                                          </p:val>
                                        </p:tav>
                                      </p:tavLst>
                                    </p:anim>
                                    <p:anim calcmode="lin" valueType="num">
                                      <p:cBhvr>
                                        <p:cTn id="28" dur="500" fill="hold"/>
                                        <p:tgtEl>
                                          <p:spTgt spid="3102"/>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Class="entr" nodeType="afterEffect" presetSubtype="2" presetID="2" grpId="6" fill="hold">
                                  <p:stCondLst>
                                    <p:cond delay="100"/>
                                  </p:stCondLst>
                                  <p:iterate type="el" backwards="0">
                                    <p:tmAbs val="0"/>
                                  </p:iterate>
                                  <p:childTnLst>
                                    <p:set>
                                      <p:cBhvr>
                                        <p:cTn id="31" fill="hold"/>
                                        <p:tgtEl>
                                          <p:spTgt spid="3103"/>
                                        </p:tgtEl>
                                        <p:attrNameLst>
                                          <p:attrName>style.visibility</p:attrName>
                                        </p:attrNameLst>
                                      </p:cBhvr>
                                      <p:to>
                                        <p:strVal val="visible"/>
                                      </p:to>
                                    </p:set>
                                    <p:anim calcmode="lin" valueType="num">
                                      <p:cBhvr>
                                        <p:cTn id="32" dur="500" fill="hold"/>
                                        <p:tgtEl>
                                          <p:spTgt spid="3103"/>
                                        </p:tgtEl>
                                        <p:attrNameLst>
                                          <p:attrName>ppt_x</p:attrName>
                                        </p:attrNameLst>
                                      </p:cBhvr>
                                      <p:tavLst>
                                        <p:tav tm="0">
                                          <p:val>
                                            <p:strVal val="1+#ppt_w/2"/>
                                          </p:val>
                                        </p:tav>
                                        <p:tav tm="100000">
                                          <p:val>
                                            <p:strVal val="#ppt_x"/>
                                          </p:val>
                                        </p:tav>
                                      </p:tavLst>
                                    </p:anim>
                                    <p:anim calcmode="lin" valueType="num">
                                      <p:cBhvr>
                                        <p:cTn id="33" dur="500" fill="hold"/>
                                        <p:tgtEl>
                                          <p:spTgt spid="310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098" grpId="1"/>
      <p:bldP build="whole" bldLvl="1" animBg="1" rev="0" advAuto="0" spid="3100" grpId="3"/>
      <p:bldP build="whole" bldLvl="1" animBg="1" rev="0" advAuto="0" spid="3101" grpId="4"/>
      <p:bldP build="whole" bldLvl="1" animBg="1" rev="0" advAuto="0" spid="3102" grpId="5"/>
      <p:bldP build="whole" bldLvl="1" animBg="1" rev="0" advAuto="0" spid="3103" grpId="6"/>
      <p:bldP build="whole" bldLvl="1" animBg="1" rev="0" advAuto="0" spid="3099" grpId="2"/>
    </p:bldLst>
  </p:timing>
</p:sld>
</file>

<file path=ppt/slides/slide9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165" name="Shape 316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Redes Sociales</a:t>
            </a:r>
          </a:p>
        </p:txBody>
      </p:sp>
      <p:sp>
        <p:nvSpPr>
          <p:cNvPr id="3166" name="Shape 3166"/>
          <p:cNvSpPr/>
          <p:nvPr/>
        </p:nvSpPr>
        <p:spPr>
          <a:xfrm>
            <a:off x="5750930" y="5969827"/>
            <a:ext cx="2537722" cy="1062961"/>
          </a:xfrm>
          <a:custGeom>
            <a:avLst/>
            <a:gdLst/>
            <a:ahLst/>
            <a:cxnLst>
              <a:cxn ang="0">
                <a:pos x="wd2" y="hd2"/>
              </a:cxn>
              <a:cxn ang="5400000">
                <a:pos x="wd2" y="hd2"/>
              </a:cxn>
              <a:cxn ang="10800000">
                <a:pos x="wd2" y="hd2"/>
              </a:cxn>
              <a:cxn ang="16200000">
                <a:pos x="wd2" y="hd2"/>
              </a:cxn>
            </a:cxnLst>
            <a:rect l="0" t="0" r="r" b="b"/>
            <a:pathLst>
              <a:path w="18986" h="21600" fill="norm" stroke="1" extrusionOk="0">
                <a:moveTo>
                  <a:pt x="3922" y="0"/>
                </a:moveTo>
                <a:cubicBezTo>
                  <a:pt x="15064" y="0"/>
                  <a:pt x="15064" y="0"/>
                  <a:pt x="15064" y="0"/>
                </a:cubicBezTo>
                <a:cubicBezTo>
                  <a:pt x="20293" y="0"/>
                  <a:pt x="20293" y="21600"/>
                  <a:pt x="15064" y="21600"/>
                </a:cubicBezTo>
                <a:cubicBezTo>
                  <a:pt x="3922" y="21600"/>
                  <a:pt x="3922" y="21600"/>
                  <a:pt x="3922" y="21600"/>
                </a:cubicBezTo>
                <a:cubicBezTo>
                  <a:pt x="-1307" y="21600"/>
                  <a:pt x="-1307" y="0"/>
                  <a:pt x="3922" y="0"/>
                </a:cubicBezTo>
                <a:close/>
              </a:path>
            </a:pathLst>
          </a:custGeom>
          <a:solidFill>
            <a:srgbClr val="397ECA"/>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67" name="Shape 3167"/>
          <p:cNvSpPr/>
          <p:nvPr/>
        </p:nvSpPr>
        <p:spPr>
          <a:xfrm>
            <a:off x="1826255" y="2769397"/>
            <a:ext cx="5571603" cy="8354055"/>
          </a:xfrm>
          <a:custGeom>
            <a:avLst/>
            <a:gdLst/>
            <a:ahLst/>
            <a:cxnLst>
              <a:cxn ang="0">
                <a:pos x="wd2" y="hd2"/>
              </a:cxn>
              <a:cxn ang="5400000">
                <a:pos x="wd2" y="hd2"/>
              </a:cxn>
              <a:cxn ang="10800000">
                <a:pos x="wd2" y="hd2"/>
              </a:cxn>
              <a:cxn ang="16200000">
                <a:pos x="wd2" y="hd2"/>
              </a:cxn>
            </a:cxnLst>
            <a:rect l="0" t="0" r="r" b="b"/>
            <a:pathLst>
              <a:path w="20050" h="19814" fill="norm" stroke="1" extrusionOk="0">
                <a:moveTo>
                  <a:pt x="1593" y="8812"/>
                </a:moveTo>
                <a:cubicBezTo>
                  <a:pt x="5004" y="8221"/>
                  <a:pt x="7666" y="7096"/>
                  <a:pt x="10060" y="5538"/>
                </a:cubicBezTo>
                <a:cubicBezTo>
                  <a:pt x="12184" y="4177"/>
                  <a:pt x="14248" y="3486"/>
                  <a:pt x="15475" y="1553"/>
                </a:cubicBezTo>
                <a:cubicBezTo>
                  <a:pt x="17000" y="-1603"/>
                  <a:pt x="21069" y="606"/>
                  <a:pt x="19812" y="3269"/>
                </a:cubicBezTo>
                <a:cubicBezTo>
                  <a:pt x="18855" y="4847"/>
                  <a:pt x="17808" y="5873"/>
                  <a:pt x="16073" y="6998"/>
                </a:cubicBezTo>
                <a:cubicBezTo>
                  <a:pt x="12902" y="6998"/>
                  <a:pt x="12333" y="9187"/>
                  <a:pt x="13919" y="10312"/>
                </a:cubicBezTo>
                <a:cubicBezTo>
                  <a:pt x="11466" y="10627"/>
                  <a:pt x="11346" y="12659"/>
                  <a:pt x="12722" y="13566"/>
                </a:cubicBezTo>
                <a:cubicBezTo>
                  <a:pt x="10748" y="14276"/>
                  <a:pt x="10957" y="16486"/>
                  <a:pt x="12872" y="16861"/>
                </a:cubicBezTo>
                <a:cubicBezTo>
                  <a:pt x="11735" y="17137"/>
                  <a:pt x="10808" y="18596"/>
                  <a:pt x="12333" y="19800"/>
                </a:cubicBezTo>
                <a:cubicBezTo>
                  <a:pt x="4854" y="19997"/>
                  <a:pt x="3747" y="18162"/>
                  <a:pt x="1593" y="17117"/>
                </a:cubicBezTo>
                <a:cubicBezTo>
                  <a:pt x="-531" y="16091"/>
                  <a:pt x="-531" y="9187"/>
                  <a:pt x="1593" y="8812"/>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68" name="Shape 3168"/>
          <p:cNvSpPr/>
          <p:nvPr/>
        </p:nvSpPr>
        <p:spPr>
          <a:xfrm>
            <a:off x="5270094" y="8653532"/>
            <a:ext cx="2941606" cy="1066467"/>
          </a:xfrm>
          <a:custGeom>
            <a:avLst/>
            <a:gdLst/>
            <a:ahLst/>
            <a:cxnLst>
              <a:cxn ang="0">
                <a:pos x="wd2" y="hd2"/>
              </a:cxn>
              <a:cxn ang="5400000">
                <a:pos x="wd2" y="hd2"/>
              </a:cxn>
              <a:cxn ang="10800000">
                <a:pos x="wd2" y="hd2"/>
              </a:cxn>
              <a:cxn ang="16200000">
                <a:pos x="wd2" y="hd2"/>
              </a:cxn>
            </a:cxnLst>
            <a:rect l="0" t="0" r="r" b="b"/>
            <a:pathLst>
              <a:path w="19309" h="21600" fill="norm" stroke="1" extrusionOk="0">
                <a:moveTo>
                  <a:pt x="3437" y="0"/>
                </a:moveTo>
                <a:cubicBezTo>
                  <a:pt x="15873" y="0"/>
                  <a:pt x="15873" y="0"/>
                  <a:pt x="15873" y="0"/>
                </a:cubicBezTo>
                <a:cubicBezTo>
                  <a:pt x="20455" y="0"/>
                  <a:pt x="20455" y="21600"/>
                  <a:pt x="15873" y="21600"/>
                </a:cubicBezTo>
                <a:cubicBezTo>
                  <a:pt x="3437" y="21600"/>
                  <a:pt x="3437" y="21600"/>
                  <a:pt x="3437" y="21600"/>
                </a:cubicBezTo>
                <a:cubicBezTo>
                  <a:pt x="-1145" y="21600"/>
                  <a:pt x="-1145" y="0"/>
                  <a:pt x="3437" y="0"/>
                </a:cubicBezTo>
                <a:close/>
              </a:path>
            </a:pathLst>
          </a:custGeom>
          <a:solidFill>
            <a:srgbClr val="67B3E0"/>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69" name="Shape 3169"/>
          <p:cNvSpPr/>
          <p:nvPr/>
        </p:nvSpPr>
        <p:spPr>
          <a:xfrm>
            <a:off x="5289691" y="9983107"/>
            <a:ext cx="2330590" cy="1066467"/>
          </a:xfrm>
          <a:custGeom>
            <a:avLst/>
            <a:gdLst/>
            <a:ahLst/>
            <a:cxnLst>
              <a:cxn ang="0">
                <a:pos x="wd2" y="hd2"/>
              </a:cxn>
              <a:cxn ang="5400000">
                <a:pos x="wd2" y="hd2"/>
              </a:cxn>
              <a:cxn ang="10800000">
                <a:pos x="wd2" y="hd2"/>
              </a:cxn>
              <a:cxn ang="16200000">
                <a:pos x="wd2" y="hd2"/>
              </a:cxn>
            </a:cxnLst>
            <a:rect l="0" t="0" r="r" b="b"/>
            <a:pathLst>
              <a:path w="18758" h="21600" fill="norm" stroke="1" extrusionOk="0">
                <a:moveTo>
                  <a:pt x="4263" y="0"/>
                </a:moveTo>
                <a:cubicBezTo>
                  <a:pt x="14495" y="0"/>
                  <a:pt x="14495" y="0"/>
                  <a:pt x="14495" y="0"/>
                </a:cubicBezTo>
                <a:cubicBezTo>
                  <a:pt x="20179" y="0"/>
                  <a:pt x="20179" y="21600"/>
                  <a:pt x="14495" y="21600"/>
                </a:cubicBezTo>
                <a:cubicBezTo>
                  <a:pt x="4263" y="21600"/>
                  <a:pt x="4263" y="21600"/>
                  <a:pt x="4263" y="21600"/>
                </a:cubicBezTo>
                <a:cubicBezTo>
                  <a:pt x="-1421" y="21600"/>
                  <a:pt x="-1421" y="0"/>
                  <a:pt x="4263" y="0"/>
                </a:cubicBezTo>
                <a:close/>
              </a:path>
            </a:pathLst>
          </a:custGeom>
          <a:solidFill>
            <a:srgbClr val="B4E6F1"/>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70" name="Shape 3170"/>
          <p:cNvSpPr/>
          <p:nvPr/>
        </p:nvSpPr>
        <p:spPr>
          <a:xfrm>
            <a:off x="5403400" y="7316941"/>
            <a:ext cx="3255263" cy="1062961"/>
          </a:xfrm>
          <a:custGeom>
            <a:avLst/>
            <a:gdLst/>
            <a:ahLst/>
            <a:cxnLst>
              <a:cxn ang="0">
                <a:pos x="wd2" y="hd2"/>
              </a:cxn>
              <a:cxn ang="5400000">
                <a:pos x="wd2" y="hd2"/>
              </a:cxn>
              <a:cxn ang="10800000">
                <a:pos x="wd2" y="hd2"/>
              </a:cxn>
              <a:cxn ang="16200000">
                <a:pos x="wd2" y="hd2"/>
              </a:cxn>
            </a:cxnLst>
            <a:rect l="0" t="0" r="r" b="b"/>
            <a:pathLst>
              <a:path w="19497" h="21600" fill="norm" stroke="1" extrusionOk="0">
                <a:moveTo>
                  <a:pt x="3136" y="0"/>
                </a:moveTo>
                <a:cubicBezTo>
                  <a:pt x="16325" y="0"/>
                  <a:pt x="16325" y="0"/>
                  <a:pt x="16325" y="0"/>
                </a:cubicBezTo>
                <a:cubicBezTo>
                  <a:pt x="20555" y="0"/>
                  <a:pt x="20555" y="21600"/>
                  <a:pt x="16325" y="21600"/>
                </a:cubicBezTo>
                <a:cubicBezTo>
                  <a:pt x="3136" y="21600"/>
                  <a:pt x="3136" y="21600"/>
                  <a:pt x="3136" y="21600"/>
                </a:cubicBezTo>
                <a:cubicBezTo>
                  <a:pt x="-1045" y="21600"/>
                  <a:pt x="-1045" y="0"/>
                  <a:pt x="3136" y="0"/>
                </a:cubicBezTo>
                <a:close/>
              </a:path>
            </a:pathLst>
          </a:custGeom>
          <a:solidFill>
            <a:srgbClr val="029FDC"/>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71" name="Shape 3171"/>
          <p:cNvSpPr/>
          <p:nvPr/>
        </p:nvSpPr>
        <p:spPr>
          <a:xfrm>
            <a:off x="6582454" y="8836974"/>
            <a:ext cx="316885" cy="6890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937"/>
                </a:moveTo>
                <a:cubicBezTo>
                  <a:pt x="14400" y="6937"/>
                  <a:pt x="14400" y="6937"/>
                  <a:pt x="14400" y="6937"/>
                </a:cubicBezTo>
                <a:cubicBezTo>
                  <a:pt x="14400" y="4730"/>
                  <a:pt x="14400" y="4730"/>
                  <a:pt x="14400" y="4730"/>
                </a:cubicBezTo>
                <a:cubicBezTo>
                  <a:pt x="14400" y="3942"/>
                  <a:pt x="15429" y="3784"/>
                  <a:pt x="16457" y="3784"/>
                </a:cubicBezTo>
                <a:cubicBezTo>
                  <a:pt x="17143" y="3784"/>
                  <a:pt x="21600" y="3784"/>
                  <a:pt x="21600" y="3784"/>
                </a:cubicBezTo>
                <a:cubicBezTo>
                  <a:pt x="21600" y="0"/>
                  <a:pt x="21600" y="0"/>
                  <a:pt x="21600" y="0"/>
                </a:cubicBezTo>
                <a:cubicBezTo>
                  <a:pt x="14400" y="0"/>
                  <a:pt x="14400" y="0"/>
                  <a:pt x="14400" y="0"/>
                </a:cubicBezTo>
                <a:cubicBezTo>
                  <a:pt x="6514" y="0"/>
                  <a:pt x="4457" y="2838"/>
                  <a:pt x="4457" y="4572"/>
                </a:cubicBezTo>
                <a:cubicBezTo>
                  <a:pt x="4457" y="6937"/>
                  <a:pt x="4457" y="6937"/>
                  <a:pt x="4457" y="6937"/>
                </a:cubicBezTo>
                <a:cubicBezTo>
                  <a:pt x="0" y="6937"/>
                  <a:pt x="0" y="6937"/>
                  <a:pt x="0" y="6937"/>
                </a:cubicBezTo>
                <a:cubicBezTo>
                  <a:pt x="0" y="10721"/>
                  <a:pt x="0" y="10721"/>
                  <a:pt x="0" y="10721"/>
                </a:cubicBezTo>
                <a:cubicBezTo>
                  <a:pt x="4457" y="10721"/>
                  <a:pt x="4457" y="10721"/>
                  <a:pt x="4457" y="10721"/>
                </a:cubicBezTo>
                <a:cubicBezTo>
                  <a:pt x="4457" y="15609"/>
                  <a:pt x="4457" y="21600"/>
                  <a:pt x="4457" y="21600"/>
                </a:cubicBezTo>
                <a:cubicBezTo>
                  <a:pt x="14400" y="21600"/>
                  <a:pt x="14400" y="21600"/>
                  <a:pt x="14400" y="21600"/>
                </a:cubicBezTo>
                <a:cubicBezTo>
                  <a:pt x="14400" y="21600"/>
                  <a:pt x="14400" y="15609"/>
                  <a:pt x="14400" y="10721"/>
                </a:cubicBezTo>
                <a:cubicBezTo>
                  <a:pt x="20914" y="10721"/>
                  <a:pt x="20914" y="10721"/>
                  <a:pt x="20914" y="10721"/>
                </a:cubicBezTo>
                <a:lnTo>
                  <a:pt x="21600" y="6937"/>
                </a:ln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72" name="Shape 3172"/>
          <p:cNvSpPr/>
          <p:nvPr/>
        </p:nvSpPr>
        <p:spPr>
          <a:xfrm>
            <a:off x="6663766" y="6212160"/>
            <a:ext cx="712049" cy="5782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439"/>
                </a:moveTo>
                <a:cubicBezTo>
                  <a:pt x="20894" y="2961"/>
                  <a:pt x="20047" y="3135"/>
                  <a:pt x="19059" y="3310"/>
                </a:cubicBezTo>
                <a:cubicBezTo>
                  <a:pt x="20047" y="2613"/>
                  <a:pt x="20753" y="1568"/>
                  <a:pt x="21035" y="348"/>
                </a:cubicBezTo>
                <a:cubicBezTo>
                  <a:pt x="20188" y="871"/>
                  <a:pt x="19200" y="1394"/>
                  <a:pt x="18212" y="1568"/>
                </a:cubicBezTo>
                <a:cubicBezTo>
                  <a:pt x="17506" y="523"/>
                  <a:pt x="16235" y="0"/>
                  <a:pt x="14965" y="0"/>
                </a:cubicBezTo>
                <a:cubicBezTo>
                  <a:pt x="12565" y="0"/>
                  <a:pt x="10588" y="2439"/>
                  <a:pt x="10588" y="5400"/>
                </a:cubicBezTo>
                <a:cubicBezTo>
                  <a:pt x="10588" y="5748"/>
                  <a:pt x="10588" y="6271"/>
                  <a:pt x="10729" y="6619"/>
                </a:cubicBezTo>
                <a:cubicBezTo>
                  <a:pt x="7059" y="6445"/>
                  <a:pt x="3671" y="4181"/>
                  <a:pt x="1553" y="871"/>
                </a:cubicBezTo>
                <a:cubicBezTo>
                  <a:pt x="1129" y="1742"/>
                  <a:pt x="988" y="2613"/>
                  <a:pt x="988" y="3658"/>
                </a:cubicBezTo>
                <a:cubicBezTo>
                  <a:pt x="988" y="5574"/>
                  <a:pt x="1694" y="7316"/>
                  <a:pt x="2965" y="8187"/>
                </a:cubicBezTo>
                <a:cubicBezTo>
                  <a:pt x="2259" y="8187"/>
                  <a:pt x="1553" y="8013"/>
                  <a:pt x="847" y="7490"/>
                </a:cubicBezTo>
                <a:cubicBezTo>
                  <a:pt x="847" y="7490"/>
                  <a:pt x="847" y="7665"/>
                  <a:pt x="847" y="7665"/>
                </a:cubicBezTo>
                <a:cubicBezTo>
                  <a:pt x="847" y="10277"/>
                  <a:pt x="2400" y="12542"/>
                  <a:pt x="4518" y="12890"/>
                </a:cubicBezTo>
                <a:cubicBezTo>
                  <a:pt x="4094" y="13065"/>
                  <a:pt x="3671" y="13239"/>
                  <a:pt x="3247" y="13239"/>
                </a:cubicBezTo>
                <a:cubicBezTo>
                  <a:pt x="2965" y="13239"/>
                  <a:pt x="2682" y="13065"/>
                  <a:pt x="2400" y="13065"/>
                </a:cubicBezTo>
                <a:cubicBezTo>
                  <a:pt x="2965" y="15155"/>
                  <a:pt x="4659" y="16897"/>
                  <a:pt x="6635" y="16897"/>
                </a:cubicBezTo>
                <a:cubicBezTo>
                  <a:pt x="5082" y="18290"/>
                  <a:pt x="3247" y="19161"/>
                  <a:pt x="1129" y="19161"/>
                </a:cubicBezTo>
                <a:cubicBezTo>
                  <a:pt x="706" y="19161"/>
                  <a:pt x="424" y="19161"/>
                  <a:pt x="0" y="19161"/>
                </a:cubicBezTo>
                <a:cubicBezTo>
                  <a:pt x="1976" y="20729"/>
                  <a:pt x="4376" y="21600"/>
                  <a:pt x="6776" y="21600"/>
                </a:cubicBezTo>
                <a:cubicBezTo>
                  <a:pt x="14965" y="21600"/>
                  <a:pt x="19482" y="13239"/>
                  <a:pt x="19482" y="6097"/>
                </a:cubicBezTo>
                <a:cubicBezTo>
                  <a:pt x="19482" y="5748"/>
                  <a:pt x="19482" y="5574"/>
                  <a:pt x="19482" y="5400"/>
                </a:cubicBezTo>
                <a:cubicBezTo>
                  <a:pt x="20329" y="4529"/>
                  <a:pt x="21035" y="3658"/>
                  <a:pt x="21600" y="2439"/>
                </a:cubicBez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3173" name="Shape 3173"/>
          <p:cNvSpPr/>
          <p:nvPr/>
        </p:nvSpPr>
        <p:spPr>
          <a:xfrm>
            <a:off x="9615552" y="5640427"/>
            <a:ext cx="5872341"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lnSpc>
                <a:spcPct val="150000"/>
              </a:lnSpc>
              <a:defRPr sz="2400">
                <a:solidFill>
                  <a:srgbClr val="878787"/>
                </a:solidFill>
                <a:latin typeface="Raleway SemiBold"/>
                <a:ea typeface="Raleway SemiBold"/>
                <a:cs typeface="Raleway SemiBold"/>
                <a:sym typeface="Raleway SemiBold"/>
              </a:defRPr>
            </a:lvl1pPr>
          </a:lstStyle>
          <a:p>
            <a:pPr/>
            <a:r>
              <a:t>Texto</a:t>
            </a:r>
          </a:p>
        </p:txBody>
      </p:sp>
      <p:sp>
        <p:nvSpPr>
          <p:cNvPr id="3174" name="Shape 3174"/>
          <p:cNvSpPr/>
          <p:nvPr/>
        </p:nvSpPr>
        <p:spPr>
          <a:xfrm>
            <a:off x="9615552" y="4957501"/>
            <a:ext cx="3660709"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Título</a:t>
            </a:r>
          </a:p>
        </p:txBody>
      </p:sp>
      <p:sp>
        <p:nvSpPr>
          <p:cNvPr id="3175" name="Shape 3175"/>
          <p:cNvSpPr/>
          <p:nvPr/>
        </p:nvSpPr>
        <p:spPr>
          <a:xfrm>
            <a:off x="9615552" y="5663241"/>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3176" name="Shape 3176"/>
          <p:cNvSpPr/>
          <p:nvPr/>
        </p:nvSpPr>
        <p:spPr>
          <a:xfrm>
            <a:off x="16081440" y="4957501"/>
            <a:ext cx="3660709"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Título</a:t>
            </a:r>
          </a:p>
        </p:txBody>
      </p:sp>
      <p:sp>
        <p:nvSpPr>
          <p:cNvPr id="3177" name="Shape 3177"/>
          <p:cNvSpPr/>
          <p:nvPr/>
        </p:nvSpPr>
        <p:spPr>
          <a:xfrm>
            <a:off x="16081440" y="5663241"/>
            <a:ext cx="3096001" cy="1"/>
          </a:xfrm>
          <a:prstGeom prst="line">
            <a:avLst/>
          </a:prstGeom>
          <a:ln w="38100">
            <a:solidFill>
              <a:srgbClr val="144973"/>
            </a:solidFill>
            <a:miter/>
          </a:ln>
        </p:spPr>
        <p:txBody>
          <a:bodyPr tIns="91439" bIns="91439"/>
          <a:lstStyle/>
          <a:p>
            <a:pPr algn="l" defTabSz="457200">
              <a:defRPr sz="2400">
                <a:latin typeface="Helvetica"/>
                <a:ea typeface="Helvetica"/>
                <a:cs typeface="Helvetica"/>
                <a:sym typeface="Helvetica"/>
              </a:defRPr>
            </a:pPr>
          </a:p>
        </p:txBody>
      </p:sp>
      <p:sp>
        <p:nvSpPr>
          <p:cNvPr id="3178" name="Shape 3178"/>
          <p:cNvSpPr/>
          <p:nvPr/>
        </p:nvSpPr>
        <p:spPr>
          <a:xfrm>
            <a:off x="16057627" y="5640427"/>
            <a:ext cx="7179517"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lnSpc>
                <a:spcPct val="150000"/>
              </a:lnSpc>
              <a:defRPr sz="2400">
                <a:solidFill>
                  <a:srgbClr val="878787"/>
                </a:solidFill>
                <a:latin typeface="Raleway SemiBold"/>
                <a:ea typeface="Raleway SemiBold"/>
                <a:cs typeface="Raleway SemiBold"/>
                <a:sym typeface="Raleway SemiBold"/>
              </a:defRPr>
            </a:lvl1pPr>
          </a:lstStyle>
          <a:p>
            <a:pPr/>
            <a:r>
              <a:t>Texto</a:t>
            </a:r>
          </a:p>
        </p:txBody>
      </p:sp>
      <p:sp>
        <p:nvSpPr>
          <p:cNvPr id="3179" name="Shape 317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3167"/>
                                        </p:tgtEl>
                                        <p:attrNameLst>
                                          <p:attrName>style.visibility</p:attrName>
                                        </p:attrNameLst>
                                      </p:cBhvr>
                                      <p:to>
                                        <p:strVal val="visible"/>
                                      </p:to>
                                    </p:set>
                                    <p:animEffect filter="wipe(left)" transition="in">
                                      <p:cBhvr>
                                        <p:cTn id="7" dur="500"/>
                                        <p:tgtEl>
                                          <p:spTgt spid="3167"/>
                                        </p:tgtEl>
                                      </p:cBhvr>
                                    </p:animEffect>
                                  </p:childTnLst>
                                </p:cTn>
                              </p:par>
                            </p:childTnLst>
                          </p:cTn>
                        </p:par>
                        <p:par>
                          <p:cTn id="8" fill="hold">
                            <p:stCondLst>
                              <p:cond delay="500"/>
                            </p:stCondLst>
                            <p:childTnLst>
                              <p:par>
                                <p:cTn id="9" presetClass="entr" nodeType="afterEffect" presetSubtype="2" presetID="22" grpId="2" fill="hold">
                                  <p:stCondLst>
                                    <p:cond delay="0"/>
                                  </p:stCondLst>
                                  <p:iterate type="el" backwards="0">
                                    <p:tmAbs val="0"/>
                                  </p:iterate>
                                  <p:childTnLst>
                                    <p:set>
                                      <p:cBhvr>
                                        <p:cTn id="10" fill="hold"/>
                                        <p:tgtEl>
                                          <p:spTgt spid="3171"/>
                                        </p:tgtEl>
                                        <p:attrNameLst>
                                          <p:attrName>style.visibility</p:attrName>
                                        </p:attrNameLst>
                                      </p:cBhvr>
                                      <p:to>
                                        <p:strVal val="visible"/>
                                      </p:to>
                                    </p:set>
                                    <p:animEffect filter="wipe(right)" transition="in">
                                      <p:cBhvr>
                                        <p:cTn id="11" dur="500"/>
                                        <p:tgtEl>
                                          <p:spTgt spid="3171"/>
                                        </p:tgtEl>
                                      </p:cBhvr>
                                    </p:animEffect>
                                  </p:childTnLst>
                                </p:cTn>
                              </p:par>
                            </p:childTnLst>
                          </p:cTn>
                        </p:par>
                        <p:par>
                          <p:cTn id="12" fill="hold">
                            <p:stCondLst>
                              <p:cond delay="1000"/>
                            </p:stCondLst>
                            <p:childTnLst>
                              <p:par>
                                <p:cTn id="13" presetClass="entr" nodeType="afterEffect" presetSubtype="2" presetID="22" grpId="3" fill="hold">
                                  <p:stCondLst>
                                    <p:cond delay="0"/>
                                  </p:stCondLst>
                                  <p:iterate type="el" backwards="0">
                                    <p:tmAbs val="0"/>
                                  </p:iterate>
                                  <p:childTnLst>
                                    <p:set>
                                      <p:cBhvr>
                                        <p:cTn id="14" fill="hold"/>
                                        <p:tgtEl>
                                          <p:spTgt spid="3166"/>
                                        </p:tgtEl>
                                        <p:attrNameLst>
                                          <p:attrName>style.visibility</p:attrName>
                                        </p:attrNameLst>
                                      </p:cBhvr>
                                      <p:to>
                                        <p:strVal val="visible"/>
                                      </p:to>
                                    </p:set>
                                    <p:animEffect filter="wipe(right)" transition="in">
                                      <p:cBhvr>
                                        <p:cTn id="15" dur="500"/>
                                        <p:tgtEl>
                                          <p:spTgt spid="3166"/>
                                        </p:tgtEl>
                                      </p:cBhvr>
                                    </p:animEffect>
                                  </p:childTnLst>
                                </p:cTn>
                              </p:par>
                            </p:childTnLst>
                          </p:cTn>
                        </p:par>
                        <p:par>
                          <p:cTn id="16" fill="hold">
                            <p:stCondLst>
                              <p:cond delay="1500"/>
                            </p:stCondLst>
                            <p:childTnLst>
                              <p:par>
                                <p:cTn id="17" presetClass="entr" nodeType="afterEffect" presetSubtype="2" presetID="22" grpId="4" fill="hold">
                                  <p:stCondLst>
                                    <p:cond delay="0"/>
                                  </p:stCondLst>
                                  <p:iterate type="el" backwards="0">
                                    <p:tmAbs val="0"/>
                                  </p:iterate>
                                  <p:childTnLst>
                                    <p:set>
                                      <p:cBhvr>
                                        <p:cTn id="18" fill="hold"/>
                                        <p:tgtEl>
                                          <p:spTgt spid="3168"/>
                                        </p:tgtEl>
                                        <p:attrNameLst>
                                          <p:attrName>style.visibility</p:attrName>
                                        </p:attrNameLst>
                                      </p:cBhvr>
                                      <p:to>
                                        <p:strVal val="visible"/>
                                      </p:to>
                                    </p:set>
                                    <p:animEffect filter="wipe(right)" transition="in">
                                      <p:cBhvr>
                                        <p:cTn id="19" dur="500"/>
                                        <p:tgtEl>
                                          <p:spTgt spid="3168"/>
                                        </p:tgtEl>
                                      </p:cBhvr>
                                    </p:animEffect>
                                  </p:childTnLst>
                                </p:cTn>
                              </p:par>
                            </p:childTnLst>
                          </p:cTn>
                        </p:par>
                        <p:par>
                          <p:cTn id="20" fill="hold">
                            <p:stCondLst>
                              <p:cond delay="2000"/>
                            </p:stCondLst>
                            <p:childTnLst>
                              <p:par>
                                <p:cTn id="21" presetClass="entr" nodeType="afterEffect" presetSubtype="2" presetID="22" grpId="5" fill="hold">
                                  <p:stCondLst>
                                    <p:cond delay="0"/>
                                  </p:stCondLst>
                                  <p:iterate type="el" backwards="0">
                                    <p:tmAbs val="0"/>
                                  </p:iterate>
                                  <p:childTnLst>
                                    <p:set>
                                      <p:cBhvr>
                                        <p:cTn id="22" fill="hold"/>
                                        <p:tgtEl>
                                          <p:spTgt spid="3169"/>
                                        </p:tgtEl>
                                        <p:attrNameLst>
                                          <p:attrName>style.visibility</p:attrName>
                                        </p:attrNameLst>
                                      </p:cBhvr>
                                      <p:to>
                                        <p:strVal val="visible"/>
                                      </p:to>
                                    </p:set>
                                    <p:animEffect filter="wipe(right)" transition="in">
                                      <p:cBhvr>
                                        <p:cTn id="23" dur="500"/>
                                        <p:tgtEl>
                                          <p:spTgt spid="3169"/>
                                        </p:tgtEl>
                                      </p:cBhvr>
                                    </p:animEffect>
                                  </p:childTnLst>
                                </p:cTn>
                              </p:par>
                            </p:childTnLst>
                          </p:cTn>
                        </p:par>
                        <p:par>
                          <p:cTn id="24" fill="hold">
                            <p:stCondLst>
                              <p:cond delay="2500"/>
                            </p:stCondLst>
                            <p:childTnLst>
                              <p:par>
                                <p:cTn id="25" presetClass="entr" nodeType="afterEffect" presetSubtype="2" presetID="22" grpId="6" fill="hold">
                                  <p:stCondLst>
                                    <p:cond delay="0"/>
                                  </p:stCondLst>
                                  <p:iterate type="el" backwards="0">
                                    <p:tmAbs val="0"/>
                                  </p:iterate>
                                  <p:childTnLst>
                                    <p:set>
                                      <p:cBhvr>
                                        <p:cTn id="26" fill="hold"/>
                                        <p:tgtEl>
                                          <p:spTgt spid="3170"/>
                                        </p:tgtEl>
                                        <p:attrNameLst>
                                          <p:attrName>style.visibility</p:attrName>
                                        </p:attrNameLst>
                                      </p:cBhvr>
                                      <p:to>
                                        <p:strVal val="visible"/>
                                      </p:to>
                                    </p:set>
                                    <p:animEffect filter="wipe(right)" transition="in">
                                      <p:cBhvr>
                                        <p:cTn id="27" dur="500"/>
                                        <p:tgtEl>
                                          <p:spTgt spid="3170"/>
                                        </p:tgtEl>
                                      </p:cBhvr>
                                    </p:animEffect>
                                  </p:childTnLst>
                                </p:cTn>
                              </p:par>
                            </p:childTnLst>
                          </p:cTn>
                        </p:par>
                        <p:par>
                          <p:cTn id="28" fill="hold">
                            <p:stCondLst>
                              <p:cond delay="3000"/>
                            </p:stCondLst>
                            <p:childTnLst>
                              <p:par>
                                <p:cTn id="29" presetClass="entr" nodeType="afterEffect" presetSubtype="16" presetID="23" grpId="7" fill="hold">
                                  <p:stCondLst>
                                    <p:cond delay="0"/>
                                  </p:stCondLst>
                                  <p:iterate type="el" backwards="0">
                                    <p:tmAbs val="0"/>
                                  </p:iterate>
                                  <p:childTnLst>
                                    <p:set>
                                      <p:cBhvr>
                                        <p:cTn id="30" fill="hold"/>
                                        <p:tgtEl>
                                          <p:spTgt spid="3172"/>
                                        </p:tgtEl>
                                        <p:attrNameLst>
                                          <p:attrName>style.visibility</p:attrName>
                                        </p:attrNameLst>
                                      </p:cBhvr>
                                      <p:to>
                                        <p:strVal val="visible"/>
                                      </p:to>
                                    </p:set>
                                    <p:anim calcmode="lin" valueType="num">
                                      <p:cBhvr>
                                        <p:cTn id="31" dur="500" fill="hold"/>
                                        <p:tgtEl>
                                          <p:spTgt spid="3172"/>
                                        </p:tgtEl>
                                        <p:attrNameLst>
                                          <p:attrName>ppt_w</p:attrName>
                                        </p:attrNameLst>
                                      </p:cBhvr>
                                      <p:tavLst>
                                        <p:tav tm="0">
                                          <p:val>
                                            <p:fltVal val="0"/>
                                          </p:val>
                                        </p:tav>
                                        <p:tav tm="100000">
                                          <p:val>
                                            <p:strVal val="#ppt_w"/>
                                          </p:val>
                                        </p:tav>
                                      </p:tavLst>
                                    </p:anim>
                                    <p:anim calcmode="lin" valueType="num">
                                      <p:cBhvr>
                                        <p:cTn id="32" dur="500" fill="hold"/>
                                        <p:tgtEl>
                                          <p:spTgt spid="3172"/>
                                        </p:tgtEl>
                                        <p:attrNameLst>
                                          <p:attrName>ppt_h</p:attrName>
                                        </p:attrNameLst>
                                      </p:cBhvr>
                                      <p:tavLst>
                                        <p:tav tm="0">
                                          <p:val>
                                            <p:fltVal val="0"/>
                                          </p:val>
                                        </p:tav>
                                        <p:tav tm="100000">
                                          <p:val>
                                            <p:strVal val="#ppt_h"/>
                                          </p:val>
                                        </p:tav>
                                      </p:tavLst>
                                    </p:anim>
                                  </p:childTnLst>
                                </p:cTn>
                              </p:par>
                            </p:childTnLst>
                          </p:cTn>
                        </p:par>
                        <p:par>
                          <p:cTn id="33" fill="hold">
                            <p:stCondLst>
                              <p:cond delay="3500"/>
                            </p:stCondLst>
                            <p:childTnLst>
                              <p:par>
                                <p:cTn id="34" presetClass="entr" nodeType="afterEffect" presetID="9" grpId="8" fill="hold">
                                  <p:stCondLst>
                                    <p:cond delay="0"/>
                                  </p:stCondLst>
                                  <p:iterate type="el" backwards="0">
                                    <p:tmAbs val="0"/>
                                  </p:iterate>
                                  <p:childTnLst>
                                    <p:set>
                                      <p:cBhvr>
                                        <p:cTn id="35" fill="hold"/>
                                        <p:tgtEl>
                                          <p:spTgt spid="3174"/>
                                        </p:tgtEl>
                                        <p:attrNameLst>
                                          <p:attrName>style.visibility</p:attrName>
                                        </p:attrNameLst>
                                      </p:cBhvr>
                                      <p:to>
                                        <p:strVal val="visible"/>
                                      </p:to>
                                    </p:set>
                                    <p:animEffect filter="dissolve" transition="in">
                                      <p:cBhvr>
                                        <p:cTn id="36" dur="500"/>
                                        <p:tgtEl>
                                          <p:spTgt spid="3174"/>
                                        </p:tgtEl>
                                      </p:cBhvr>
                                    </p:animEffect>
                                  </p:childTnLst>
                                </p:cTn>
                              </p:par>
                            </p:childTnLst>
                          </p:cTn>
                        </p:par>
                        <p:par>
                          <p:cTn id="37" fill="hold">
                            <p:stCondLst>
                              <p:cond delay="4000"/>
                            </p:stCondLst>
                            <p:childTnLst>
                              <p:par>
                                <p:cTn id="38" presetClass="entr" nodeType="afterEffect" presetID="9" grpId="9" fill="hold">
                                  <p:stCondLst>
                                    <p:cond delay="0"/>
                                  </p:stCondLst>
                                  <p:iterate type="el" backwards="0">
                                    <p:tmAbs val="0"/>
                                  </p:iterate>
                                  <p:childTnLst>
                                    <p:set>
                                      <p:cBhvr>
                                        <p:cTn id="39" fill="hold"/>
                                        <p:tgtEl>
                                          <p:spTgt spid="3173"/>
                                        </p:tgtEl>
                                        <p:attrNameLst>
                                          <p:attrName>style.visibility</p:attrName>
                                        </p:attrNameLst>
                                      </p:cBhvr>
                                      <p:to>
                                        <p:strVal val="visible"/>
                                      </p:to>
                                    </p:set>
                                    <p:animEffect filter="dissolve" transition="in">
                                      <p:cBhvr>
                                        <p:cTn id="40" dur="500"/>
                                        <p:tgtEl>
                                          <p:spTgt spid="3173"/>
                                        </p:tgtEl>
                                      </p:cBhvr>
                                    </p:animEffect>
                                  </p:childTnLst>
                                </p:cTn>
                              </p:par>
                            </p:childTnLst>
                          </p:cTn>
                        </p:par>
                        <p:par>
                          <p:cTn id="41" fill="hold">
                            <p:stCondLst>
                              <p:cond delay="4500"/>
                            </p:stCondLst>
                            <p:childTnLst>
                              <p:par>
                                <p:cTn id="42" presetClass="entr" nodeType="afterEffect" presetID="9" grpId="10" fill="hold">
                                  <p:stCondLst>
                                    <p:cond delay="0"/>
                                  </p:stCondLst>
                                  <p:iterate type="el" backwards="0">
                                    <p:tmAbs val="0"/>
                                  </p:iterate>
                                  <p:childTnLst>
                                    <p:set>
                                      <p:cBhvr>
                                        <p:cTn id="43" fill="hold"/>
                                        <p:tgtEl>
                                          <p:spTgt spid="3175"/>
                                        </p:tgtEl>
                                        <p:attrNameLst>
                                          <p:attrName>style.visibility</p:attrName>
                                        </p:attrNameLst>
                                      </p:cBhvr>
                                      <p:to>
                                        <p:strVal val="visible"/>
                                      </p:to>
                                    </p:set>
                                    <p:animEffect filter="dissolve" transition="in">
                                      <p:cBhvr>
                                        <p:cTn id="44" dur="500"/>
                                        <p:tgtEl>
                                          <p:spTgt spid="3175"/>
                                        </p:tgtEl>
                                      </p:cBhvr>
                                    </p:animEffect>
                                  </p:childTnLst>
                                </p:cTn>
                              </p:par>
                            </p:childTnLst>
                          </p:cTn>
                        </p:par>
                        <p:par>
                          <p:cTn id="45" fill="hold">
                            <p:stCondLst>
                              <p:cond delay="5000"/>
                            </p:stCondLst>
                            <p:childTnLst>
                              <p:par>
                                <p:cTn id="46" presetClass="entr" nodeType="afterEffect" presetID="9" grpId="11" fill="hold">
                                  <p:stCondLst>
                                    <p:cond delay="0"/>
                                  </p:stCondLst>
                                  <p:iterate type="el" backwards="0">
                                    <p:tmAbs val="0"/>
                                  </p:iterate>
                                  <p:childTnLst>
                                    <p:set>
                                      <p:cBhvr>
                                        <p:cTn id="47" fill="hold"/>
                                        <p:tgtEl>
                                          <p:spTgt spid="3176"/>
                                        </p:tgtEl>
                                        <p:attrNameLst>
                                          <p:attrName>style.visibility</p:attrName>
                                        </p:attrNameLst>
                                      </p:cBhvr>
                                      <p:to>
                                        <p:strVal val="visible"/>
                                      </p:to>
                                    </p:set>
                                    <p:animEffect filter="dissolve" transition="in">
                                      <p:cBhvr>
                                        <p:cTn id="48" dur="500"/>
                                        <p:tgtEl>
                                          <p:spTgt spid="3176"/>
                                        </p:tgtEl>
                                      </p:cBhvr>
                                    </p:animEffect>
                                  </p:childTnLst>
                                </p:cTn>
                              </p:par>
                            </p:childTnLst>
                          </p:cTn>
                        </p:par>
                        <p:par>
                          <p:cTn id="49" fill="hold">
                            <p:stCondLst>
                              <p:cond delay="5500"/>
                            </p:stCondLst>
                            <p:childTnLst>
                              <p:par>
                                <p:cTn id="50" presetClass="entr" nodeType="afterEffect" presetID="9" grpId="12" fill="hold">
                                  <p:stCondLst>
                                    <p:cond delay="0"/>
                                  </p:stCondLst>
                                  <p:iterate type="el" backwards="0">
                                    <p:tmAbs val="0"/>
                                  </p:iterate>
                                  <p:childTnLst>
                                    <p:set>
                                      <p:cBhvr>
                                        <p:cTn id="51" fill="hold"/>
                                        <p:tgtEl>
                                          <p:spTgt spid="3177"/>
                                        </p:tgtEl>
                                        <p:attrNameLst>
                                          <p:attrName>style.visibility</p:attrName>
                                        </p:attrNameLst>
                                      </p:cBhvr>
                                      <p:to>
                                        <p:strVal val="visible"/>
                                      </p:to>
                                    </p:set>
                                    <p:animEffect filter="dissolve" transition="in">
                                      <p:cBhvr>
                                        <p:cTn id="52" dur="500"/>
                                        <p:tgtEl>
                                          <p:spTgt spid="3177"/>
                                        </p:tgtEl>
                                      </p:cBhvr>
                                    </p:animEffect>
                                  </p:childTnLst>
                                </p:cTn>
                              </p:par>
                            </p:childTnLst>
                          </p:cTn>
                        </p:par>
                        <p:par>
                          <p:cTn id="53" fill="hold">
                            <p:stCondLst>
                              <p:cond delay="6000"/>
                            </p:stCondLst>
                            <p:childTnLst>
                              <p:par>
                                <p:cTn id="54" presetClass="entr" nodeType="afterEffect" presetID="9" grpId="13" fill="hold">
                                  <p:stCondLst>
                                    <p:cond delay="0"/>
                                  </p:stCondLst>
                                  <p:iterate type="el" backwards="0">
                                    <p:tmAbs val="0"/>
                                  </p:iterate>
                                  <p:childTnLst>
                                    <p:set>
                                      <p:cBhvr>
                                        <p:cTn id="55" fill="hold"/>
                                        <p:tgtEl>
                                          <p:spTgt spid="3178"/>
                                        </p:tgtEl>
                                        <p:attrNameLst>
                                          <p:attrName>style.visibility</p:attrName>
                                        </p:attrNameLst>
                                      </p:cBhvr>
                                      <p:to>
                                        <p:strVal val="visible"/>
                                      </p:to>
                                    </p:set>
                                    <p:animEffect filter="dissolve" transition="in">
                                      <p:cBhvr>
                                        <p:cTn id="56" dur="500"/>
                                        <p:tgtEl>
                                          <p:spTgt spid="31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173" grpId="9"/>
      <p:bldP build="whole" bldLvl="1" animBg="1" rev="0" advAuto="0" spid="3169" grpId="5"/>
      <p:bldP build="whole" bldLvl="1" animBg="1" rev="0" advAuto="0" spid="3174" grpId="8"/>
      <p:bldP build="whole" bldLvl="1" animBg="1" rev="0" advAuto="0" spid="3171" grpId="2"/>
      <p:bldP build="whole" bldLvl="1" animBg="1" rev="0" advAuto="0" spid="3176" grpId="11"/>
      <p:bldP build="whole" bldLvl="1" animBg="1" rev="0" advAuto="0" spid="3175" grpId="10"/>
      <p:bldP build="whole" bldLvl="1" animBg="1" rev="0" advAuto="0" spid="3167" grpId="1"/>
      <p:bldP build="whole" bldLvl="1" animBg="1" rev="0" advAuto="0" spid="3177" grpId="12"/>
      <p:bldP build="whole" bldLvl="1" animBg="1" rev="0" advAuto="0" spid="3172" grpId="7"/>
      <p:bldP build="whole" bldLvl="1" animBg="1" rev="0" advAuto="0" spid="3168" grpId="4"/>
      <p:bldP build="whole" bldLvl="1" animBg="1" rev="0" advAuto="0" spid="3178" grpId="13"/>
      <p:bldP build="whole" bldLvl="1" animBg="1" rev="0" advAuto="0" spid="3170" grpId="6"/>
      <p:bldP build="whole" bldLvl="1" animBg="1" rev="0" advAuto="0" spid="3166" grpId="3"/>
    </p:bldLst>
  </p:timing>
</p:sld>
</file>

<file path=ppt/slides/slide10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181" name="Shape 3181"/>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Engagement</a:t>
            </a:r>
          </a:p>
        </p:txBody>
      </p:sp>
      <p:grpSp>
        <p:nvGrpSpPr>
          <p:cNvPr id="3184" name="Group 3184"/>
          <p:cNvGrpSpPr/>
          <p:nvPr/>
        </p:nvGrpSpPr>
        <p:grpSpPr>
          <a:xfrm>
            <a:off x="5364162" y="3994150"/>
            <a:ext cx="3910014" cy="6708775"/>
            <a:chOff x="0" y="0"/>
            <a:chExt cx="3910013" cy="6708774"/>
          </a:xfrm>
        </p:grpSpPr>
        <p:sp>
          <p:nvSpPr>
            <p:cNvPr id="3182" name="Shape 3182"/>
            <p:cNvSpPr/>
            <p:nvPr/>
          </p:nvSpPr>
          <p:spPr>
            <a:xfrm flipH="1">
              <a:off x="14287" y="0"/>
              <a:ext cx="3895727" cy="6684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1937" y="21600"/>
                  </a:lnTo>
                  <a:lnTo>
                    <a:pt x="21600" y="10551"/>
                  </a:lnTo>
                  <a:lnTo>
                    <a:pt x="11937" y="166"/>
                  </a:lnTo>
                  <a:lnTo>
                    <a:pt x="0" y="0"/>
                  </a:lnTo>
                  <a:close/>
                </a:path>
              </a:pathLst>
            </a:custGeom>
            <a:solidFill>
              <a:srgbClr val="67C3DC">
                <a:alpha val="39999"/>
              </a:srgbClr>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3183" name="Shape 3183"/>
            <p:cNvSpPr/>
            <p:nvPr/>
          </p:nvSpPr>
          <p:spPr>
            <a:xfrm rot="10800000">
              <a:off x="0" y="34924"/>
              <a:ext cx="3910014" cy="6673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1811" y="21600"/>
                  </a:lnTo>
                  <a:lnTo>
                    <a:pt x="21600" y="11173"/>
                  </a:lnTo>
                  <a:lnTo>
                    <a:pt x="11872" y="166"/>
                  </a:lnTo>
                  <a:lnTo>
                    <a:pt x="0" y="0"/>
                  </a:lnTo>
                  <a:close/>
                </a:path>
              </a:pathLst>
            </a:custGeom>
            <a:solidFill>
              <a:srgbClr val="49A3DF">
                <a:alpha val="39999"/>
              </a:srgbClr>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sp>
        <p:nvSpPr>
          <p:cNvPr id="3185" name="Shape 3185"/>
          <p:cNvSpPr/>
          <p:nvPr/>
        </p:nvSpPr>
        <p:spPr>
          <a:xfrm>
            <a:off x="6092825" y="6617493"/>
            <a:ext cx="1439862" cy="1460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9600">
                <a:latin typeface="Modern Pictograms"/>
                <a:ea typeface="Modern Pictograms"/>
                <a:cs typeface="Modern Pictograms"/>
                <a:sym typeface="Modern Pictograms"/>
              </a:defRPr>
            </a:lvl1pPr>
          </a:lstStyle>
          <a:p>
            <a:pPr>
              <a:defRPr sz="5600">
                <a:latin typeface="Gill Sans"/>
                <a:ea typeface="Gill Sans"/>
                <a:cs typeface="Gill Sans"/>
                <a:sym typeface="Gill Sans"/>
              </a:defRPr>
            </a:pPr>
            <a:r>
              <a:rPr sz="9600">
                <a:latin typeface="Modern Pictograms"/>
                <a:ea typeface="Modern Pictograms"/>
                <a:cs typeface="Modern Pictograms"/>
                <a:sym typeface="Modern Pictograms"/>
              </a:rPr>
              <a:t>S</a:t>
            </a:r>
          </a:p>
        </p:txBody>
      </p:sp>
      <p:grpSp>
        <p:nvGrpSpPr>
          <p:cNvPr id="3188" name="Group 3188"/>
          <p:cNvGrpSpPr/>
          <p:nvPr/>
        </p:nvGrpSpPr>
        <p:grpSpPr>
          <a:xfrm>
            <a:off x="14584362" y="3995737"/>
            <a:ext cx="3911601" cy="6708776"/>
            <a:chOff x="0" y="0"/>
            <a:chExt cx="3911600" cy="6708774"/>
          </a:xfrm>
        </p:grpSpPr>
        <p:sp>
          <p:nvSpPr>
            <p:cNvPr id="3186" name="Shape 3186"/>
            <p:cNvSpPr/>
            <p:nvPr/>
          </p:nvSpPr>
          <p:spPr>
            <a:xfrm>
              <a:off x="-1" y="0"/>
              <a:ext cx="3897308" cy="6684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1937" y="21600"/>
                  </a:lnTo>
                  <a:lnTo>
                    <a:pt x="21600" y="10551"/>
                  </a:lnTo>
                  <a:lnTo>
                    <a:pt x="11937" y="166"/>
                  </a:lnTo>
                  <a:lnTo>
                    <a:pt x="0" y="0"/>
                  </a:lnTo>
                  <a:close/>
                </a:path>
              </a:pathLst>
            </a:custGeom>
            <a:solidFill>
              <a:srgbClr val="67C3DC">
                <a:alpha val="39999"/>
              </a:srgbClr>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3187" name="Shape 3187"/>
            <p:cNvSpPr/>
            <p:nvPr/>
          </p:nvSpPr>
          <p:spPr>
            <a:xfrm flipH="1" rot="10800000">
              <a:off x="-1" y="34924"/>
              <a:ext cx="3911601" cy="6673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1811" y="21600"/>
                  </a:lnTo>
                  <a:lnTo>
                    <a:pt x="21600" y="11173"/>
                  </a:lnTo>
                  <a:lnTo>
                    <a:pt x="11872" y="166"/>
                  </a:lnTo>
                  <a:lnTo>
                    <a:pt x="0" y="0"/>
                  </a:lnTo>
                  <a:close/>
                </a:path>
              </a:pathLst>
            </a:custGeom>
            <a:solidFill>
              <a:srgbClr val="49A3DF">
                <a:alpha val="39999"/>
              </a:srgbClr>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grpSp>
      <p:sp>
        <p:nvSpPr>
          <p:cNvPr id="3189" name="Shape 3189"/>
          <p:cNvSpPr/>
          <p:nvPr/>
        </p:nvSpPr>
        <p:spPr>
          <a:xfrm>
            <a:off x="16498076" y="6616700"/>
            <a:ext cx="1084703" cy="1460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9600">
                <a:latin typeface="Modern Pictograms"/>
                <a:ea typeface="Modern Pictograms"/>
                <a:cs typeface="Modern Pictograms"/>
                <a:sym typeface="Modern Pictograms"/>
              </a:defRPr>
            </a:lvl1pPr>
          </a:lstStyle>
          <a:p>
            <a:pPr>
              <a:defRPr sz="5600">
                <a:latin typeface="Gill Sans"/>
                <a:ea typeface="Gill Sans"/>
                <a:cs typeface="Gill Sans"/>
                <a:sym typeface="Gill Sans"/>
              </a:defRPr>
            </a:pPr>
            <a:r>
              <a:rPr sz="9600">
                <a:latin typeface="Modern Pictograms"/>
                <a:ea typeface="Modern Pictograms"/>
                <a:cs typeface="Modern Pictograms"/>
                <a:sym typeface="Modern Pictograms"/>
              </a:rPr>
              <a:t>M</a:t>
            </a:r>
          </a:p>
        </p:txBody>
      </p:sp>
      <p:sp>
        <p:nvSpPr>
          <p:cNvPr id="3190" name="Shape 3190"/>
          <p:cNvSpPr/>
          <p:nvPr/>
        </p:nvSpPr>
        <p:spPr>
          <a:xfrm>
            <a:off x="1088545" y="6523037"/>
            <a:ext cx="3683001" cy="16510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p>
            <a:pPr algn="r" defTabSz="914400">
              <a:defRPr sz="5600">
                <a:latin typeface="Raleway Regular"/>
                <a:ea typeface="Raleway Regular"/>
                <a:cs typeface="Raleway Regular"/>
                <a:sym typeface="Raleway Regular"/>
              </a:defRPr>
            </a:pPr>
            <a:r>
              <a:rPr sz="3200">
                <a:solidFill>
                  <a:srgbClr val="262626"/>
                </a:solidFill>
                <a:latin typeface="Raleway SemiBold"/>
                <a:ea typeface="Raleway SemiBold"/>
                <a:cs typeface="Raleway SemiBold"/>
                <a:sym typeface="Raleway SemiBold"/>
              </a:rPr>
              <a:t>Más datos </a:t>
            </a:r>
            <a:endParaRPr sz="3200">
              <a:solidFill>
                <a:srgbClr val="262626"/>
              </a:solidFill>
              <a:latin typeface="Raleway SemiBold"/>
              <a:ea typeface="Raleway SemiBold"/>
              <a:cs typeface="Raleway SemiBold"/>
              <a:sym typeface="Raleway SemiBold"/>
            </a:endParaRPr>
          </a:p>
          <a:p>
            <a:pPr algn="r" defTabSz="914400">
              <a:defRPr sz="5600">
                <a:latin typeface="Raleway Regular"/>
                <a:ea typeface="Raleway Regular"/>
                <a:cs typeface="Raleway Regular"/>
                <a:sym typeface="Raleway Regular"/>
              </a:defRPr>
            </a:pPr>
            <a:r>
              <a:rPr sz="2700">
                <a:solidFill>
                  <a:srgbClr val="262626"/>
                </a:solidFill>
              </a:rPr>
              <a:t>Etiam porta sem malesuada magna mollis euismod. </a:t>
            </a:r>
          </a:p>
        </p:txBody>
      </p:sp>
      <p:sp>
        <p:nvSpPr>
          <p:cNvPr id="3191" name="Shape 3191"/>
          <p:cNvSpPr/>
          <p:nvPr/>
        </p:nvSpPr>
        <p:spPr>
          <a:xfrm>
            <a:off x="9882189" y="4753214"/>
            <a:ext cx="4105276" cy="4344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75" y="314"/>
                </a:moveTo>
                <a:cubicBezTo>
                  <a:pt x="10975" y="314"/>
                  <a:pt x="9582" y="251"/>
                  <a:pt x="9118" y="440"/>
                </a:cubicBezTo>
                <a:cubicBezTo>
                  <a:pt x="8653" y="628"/>
                  <a:pt x="7724" y="943"/>
                  <a:pt x="7724" y="943"/>
                </a:cubicBezTo>
                <a:lnTo>
                  <a:pt x="6862" y="1194"/>
                </a:lnTo>
                <a:lnTo>
                  <a:pt x="6994" y="1822"/>
                </a:lnTo>
                <a:cubicBezTo>
                  <a:pt x="6994" y="1822"/>
                  <a:pt x="6464" y="2639"/>
                  <a:pt x="6265" y="3268"/>
                </a:cubicBezTo>
                <a:cubicBezTo>
                  <a:pt x="6065" y="3896"/>
                  <a:pt x="6065" y="5278"/>
                  <a:pt x="6065" y="5404"/>
                </a:cubicBezTo>
                <a:cubicBezTo>
                  <a:pt x="6065" y="5530"/>
                  <a:pt x="6065" y="5970"/>
                  <a:pt x="6065" y="5970"/>
                </a:cubicBezTo>
                <a:lnTo>
                  <a:pt x="5667" y="6171"/>
                </a:lnTo>
                <a:lnTo>
                  <a:pt x="5667" y="6849"/>
                </a:lnTo>
                <a:cubicBezTo>
                  <a:pt x="5667" y="6849"/>
                  <a:pt x="6336" y="8225"/>
                  <a:pt x="6535" y="8288"/>
                </a:cubicBezTo>
                <a:cubicBezTo>
                  <a:pt x="6734" y="8351"/>
                  <a:pt x="6547" y="8288"/>
                  <a:pt x="6547" y="8288"/>
                </a:cubicBezTo>
                <a:lnTo>
                  <a:pt x="6994" y="8295"/>
                </a:lnTo>
                <a:cubicBezTo>
                  <a:pt x="6994" y="8295"/>
                  <a:pt x="7127" y="8986"/>
                  <a:pt x="7260" y="9300"/>
                </a:cubicBezTo>
                <a:cubicBezTo>
                  <a:pt x="7392" y="9614"/>
                  <a:pt x="8056" y="10745"/>
                  <a:pt x="8255" y="10934"/>
                </a:cubicBezTo>
                <a:cubicBezTo>
                  <a:pt x="8454" y="11122"/>
                  <a:pt x="8189" y="12065"/>
                  <a:pt x="8189" y="12065"/>
                </a:cubicBezTo>
                <a:cubicBezTo>
                  <a:pt x="8189" y="12065"/>
                  <a:pt x="7724" y="12442"/>
                  <a:pt x="7260" y="12630"/>
                </a:cubicBezTo>
                <a:cubicBezTo>
                  <a:pt x="6795" y="12819"/>
                  <a:pt x="4340" y="13385"/>
                  <a:pt x="3809" y="13510"/>
                </a:cubicBezTo>
                <a:cubicBezTo>
                  <a:pt x="3279" y="13636"/>
                  <a:pt x="1354" y="14390"/>
                  <a:pt x="1089" y="14830"/>
                </a:cubicBezTo>
                <a:cubicBezTo>
                  <a:pt x="824" y="15270"/>
                  <a:pt x="426" y="16338"/>
                  <a:pt x="558" y="17280"/>
                </a:cubicBezTo>
                <a:cubicBezTo>
                  <a:pt x="691" y="18223"/>
                  <a:pt x="0" y="21600"/>
                  <a:pt x="0" y="21600"/>
                </a:cubicBezTo>
                <a:lnTo>
                  <a:pt x="21600" y="21561"/>
                </a:lnTo>
                <a:cubicBezTo>
                  <a:pt x="21600" y="21561"/>
                  <a:pt x="20928" y="16212"/>
                  <a:pt x="20862" y="15835"/>
                </a:cubicBezTo>
                <a:cubicBezTo>
                  <a:pt x="20796" y="15458"/>
                  <a:pt x="19867" y="14390"/>
                  <a:pt x="19468" y="14139"/>
                </a:cubicBezTo>
                <a:cubicBezTo>
                  <a:pt x="19070" y="13887"/>
                  <a:pt x="18009" y="13385"/>
                  <a:pt x="17810" y="13322"/>
                </a:cubicBezTo>
                <a:cubicBezTo>
                  <a:pt x="17611" y="13259"/>
                  <a:pt x="16284" y="12945"/>
                  <a:pt x="15952" y="12945"/>
                </a:cubicBezTo>
                <a:cubicBezTo>
                  <a:pt x="15620" y="12945"/>
                  <a:pt x="14359" y="12693"/>
                  <a:pt x="14359" y="12693"/>
                </a:cubicBezTo>
                <a:lnTo>
                  <a:pt x="13431" y="12128"/>
                </a:lnTo>
                <a:lnTo>
                  <a:pt x="13431" y="10934"/>
                </a:lnTo>
                <a:cubicBezTo>
                  <a:pt x="13431" y="10934"/>
                  <a:pt x="14160" y="9489"/>
                  <a:pt x="14227" y="9237"/>
                </a:cubicBezTo>
                <a:cubicBezTo>
                  <a:pt x="14293" y="8986"/>
                  <a:pt x="14625" y="8106"/>
                  <a:pt x="14625" y="8106"/>
                </a:cubicBezTo>
                <a:lnTo>
                  <a:pt x="14993" y="8093"/>
                </a:lnTo>
                <a:cubicBezTo>
                  <a:pt x="14993" y="8093"/>
                  <a:pt x="15770" y="6712"/>
                  <a:pt x="15770" y="6587"/>
                </a:cubicBezTo>
                <a:cubicBezTo>
                  <a:pt x="15770" y="6461"/>
                  <a:pt x="15771" y="5950"/>
                  <a:pt x="15771" y="5950"/>
                </a:cubicBezTo>
                <a:lnTo>
                  <a:pt x="15288" y="5530"/>
                </a:lnTo>
                <a:lnTo>
                  <a:pt x="15222" y="3519"/>
                </a:lnTo>
                <a:cubicBezTo>
                  <a:pt x="15222" y="3519"/>
                  <a:pt x="14625" y="2011"/>
                  <a:pt x="14492" y="1697"/>
                </a:cubicBezTo>
                <a:cubicBezTo>
                  <a:pt x="14359" y="1382"/>
                  <a:pt x="13298" y="691"/>
                  <a:pt x="13298" y="691"/>
                </a:cubicBezTo>
                <a:lnTo>
                  <a:pt x="12701" y="0"/>
                </a:lnTo>
                <a:lnTo>
                  <a:pt x="12435" y="440"/>
                </a:lnTo>
                <a:lnTo>
                  <a:pt x="10975" y="314"/>
                </a:lnTo>
                <a:close/>
              </a:path>
            </a:pathLst>
          </a:custGeom>
          <a:solidFill>
            <a:srgbClr val="49A3DF"/>
          </a:solidFill>
          <a:ln w="25400">
            <a:solidFill>
              <a:srgbClr val="FFFFFF"/>
            </a:solidFill>
            <a:miter/>
          </a:ln>
        </p:spPr>
        <p:txBody>
          <a:bodyPr lIns="45719" rIns="45719"/>
          <a:lstStyle/>
          <a:p>
            <a:pPr defTabSz="914400">
              <a:defRPr sz="5600">
                <a:latin typeface="Gill Sans"/>
                <a:ea typeface="Gill Sans"/>
                <a:cs typeface="Gill Sans"/>
                <a:sym typeface="Gill Sans"/>
              </a:defRPr>
            </a:pPr>
          </a:p>
        </p:txBody>
      </p:sp>
      <p:sp>
        <p:nvSpPr>
          <p:cNvPr id="3192" name="Shape 3192"/>
          <p:cNvSpPr/>
          <p:nvPr/>
        </p:nvSpPr>
        <p:spPr>
          <a:xfrm rot="20883951">
            <a:off x="12847639" y="4256202"/>
            <a:ext cx="671473" cy="2308825"/>
          </a:xfrm>
          <a:custGeom>
            <a:avLst/>
            <a:gdLst/>
            <a:ahLst/>
            <a:cxnLst>
              <a:cxn ang="0">
                <a:pos x="wd2" y="hd2"/>
              </a:cxn>
              <a:cxn ang="5400000">
                <a:pos x="wd2" y="hd2"/>
              </a:cxn>
              <a:cxn ang="10800000">
                <a:pos x="wd2" y="hd2"/>
              </a:cxn>
              <a:cxn ang="16200000">
                <a:pos x="wd2" y="hd2"/>
              </a:cxn>
            </a:cxnLst>
            <a:rect l="0" t="0" r="r" b="b"/>
            <a:pathLst>
              <a:path w="19747" h="21600" fill="norm" stroke="1" extrusionOk="0">
                <a:moveTo>
                  <a:pt x="0" y="0"/>
                </a:moveTo>
                <a:cubicBezTo>
                  <a:pt x="0" y="0"/>
                  <a:pt x="17582" y="3018"/>
                  <a:pt x="19591" y="10323"/>
                </a:cubicBezTo>
                <a:cubicBezTo>
                  <a:pt x="21600" y="17629"/>
                  <a:pt x="3515" y="21600"/>
                  <a:pt x="3515" y="21600"/>
                </a:cubicBezTo>
              </a:path>
            </a:pathLst>
          </a:custGeom>
          <a:solidFill>
            <a:srgbClr val="FFFFFF"/>
          </a:solidFill>
          <a:ln w="1016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3193" name="Shape 3193"/>
          <p:cNvSpPr/>
          <p:nvPr/>
        </p:nvSpPr>
        <p:spPr>
          <a:xfrm rot="20883951">
            <a:off x="13106401" y="3889395"/>
            <a:ext cx="830213" cy="2866183"/>
          </a:xfrm>
          <a:custGeom>
            <a:avLst/>
            <a:gdLst/>
            <a:ahLst/>
            <a:cxnLst>
              <a:cxn ang="0">
                <a:pos x="wd2" y="hd2"/>
              </a:cxn>
              <a:cxn ang="5400000">
                <a:pos x="wd2" y="hd2"/>
              </a:cxn>
              <a:cxn ang="10800000">
                <a:pos x="wd2" y="hd2"/>
              </a:cxn>
              <a:cxn ang="16200000">
                <a:pos x="wd2" y="hd2"/>
              </a:cxn>
            </a:cxnLst>
            <a:rect l="0" t="0" r="r" b="b"/>
            <a:pathLst>
              <a:path w="19747" h="21600" fill="norm" stroke="1" extrusionOk="0">
                <a:moveTo>
                  <a:pt x="0" y="0"/>
                </a:moveTo>
                <a:cubicBezTo>
                  <a:pt x="0" y="0"/>
                  <a:pt x="17582" y="3018"/>
                  <a:pt x="19591" y="10323"/>
                </a:cubicBezTo>
                <a:cubicBezTo>
                  <a:pt x="21600" y="17629"/>
                  <a:pt x="3515" y="21600"/>
                  <a:pt x="3515" y="21600"/>
                </a:cubicBezTo>
              </a:path>
            </a:pathLst>
          </a:custGeom>
          <a:ln w="1016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3194" name="Shape 3194"/>
          <p:cNvSpPr/>
          <p:nvPr/>
        </p:nvSpPr>
        <p:spPr>
          <a:xfrm rot="716049">
            <a:off x="10333079" y="4253026"/>
            <a:ext cx="669885" cy="2308825"/>
          </a:xfrm>
          <a:custGeom>
            <a:avLst/>
            <a:gdLst/>
            <a:ahLst/>
            <a:cxnLst>
              <a:cxn ang="0">
                <a:pos x="wd2" y="hd2"/>
              </a:cxn>
              <a:cxn ang="5400000">
                <a:pos x="wd2" y="hd2"/>
              </a:cxn>
              <a:cxn ang="10800000">
                <a:pos x="wd2" y="hd2"/>
              </a:cxn>
              <a:cxn ang="16200000">
                <a:pos x="wd2" y="hd2"/>
              </a:cxn>
            </a:cxnLst>
            <a:rect l="0" t="0" r="r" b="b"/>
            <a:pathLst>
              <a:path w="19747" h="21600" fill="norm" stroke="1" extrusionOk="0">
                <a:moveTo>
                  <a:pt x="19747" y="0"/>
                </a:moveTo>
                <a:cubicBezTo>
                  <a:pt x="19747" y="0"/>
                  <a:pt x="2165" y="3018"/>
                  <a:pt x="156" y="10323"/>
                </a:cubicBezTo>
                <a:cubicBezTo>
                  <a:pt x="-1853" y="17629"/>
                  <a:pt x="16232" y="21600"/>
                  <a:pt x="16232" y="21600"/>
                </a:cubicBezTo>
              </a:path>
            </a:pathLst>
          </a:custGeom>
          <a:solidFill>
            <a:srgbClr val="FFFFFF"/>
          </a:solidFill>
          <a:ln w="1016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3195" name="Shape 3195"/>
          <p:cNvSpPr/>
          <p:nvPr/>
        </p:nvSpPr>
        <p:spPr>
          <a:xfrm rot="716049">
            <a:off x="9912401" y="3887807"/>
            <a:ext cx="830212" cy="2866183"/>
          </a:xfrm>
          <a:custGeom>
            <a:avLst/>
            <a:gdLst/>
            <a:ahLst/>
            <a:cxnLst>
              <a:cxn ang="0">
                <a:pos x="wd2" y="hd2"/>
              </a:cxn>
              <a:cxn ang="5400000">
                <a:pos x="wd2" y="hd2"/>
              </a:cxn>
              <a:cxn ang="10800000">
                <a:pos x="wd2" y="hd2"/>
              </a:cxn>
              <a:cxn ang="16200000">
                <a:pos x="wd2" y="hd2"/>
              </a:cxn>
            </a:cxnLst>
            <a:rect l="0" t="0" r="r" b="b"/>
            <a:pathLst>
              <a:path w="19747" h="21600" fill="norm" stroke="1" extrusionOk="0">
                <a:moveTo>
                  <a:pt x="19747" y="0"/>
                </a:moveTo>
                <a:cubicBezTo>
                  <a:pt x="19747" y="0"/>
                  <a:pt x="2165" y="3018"/>
                  <a:pt x="156" y="10323"/>
                </a:cubicBezTo>
                <a:cubicBezTo>
                  <a:pt x="-1853" y="17629"/>
                  <a:pt x="16232" y="21600"/>
                  <a:pt x="16232" y="21600"/>
                </a:cubicBezTo>
              </a:path>
            </a:pathLst>
          </a:custGeom>
          <a:ln w="101600">
            <a:solidFill>
              <a:srgbClr val="E8E8E8"/>
            </a:solidFill>
            <a:miter/>
          </a:ln>
        </p:spPr>
        <p:txBody>
          <a:bodyPr lIns="45719" rIns="45719"/>
          <a:lstStyle/>
          <a:p>
            <a:pPr defTabSz="914400">
              <a:defRPr sz="5600">
                <a:latin typeface="Gill Sans"/>
                <a:ea typeface="Gill Sans"/>
                <a:cs typeface="Gill Sans"/>
                <a:sym typeface="Gill Sans"/>
              </a:defRPr>
            </a:pPr>
          </a:p>
        </p:txBody>
      </p:sp>
      <p:sp>
        <p:nvSpPr>
          <p:cNvPr id="3196" name="Shape 3196"/>
          <p:cNvSpPr/>
          <p:nvPr/>
        </p:nvSpPr>
        <p:spPr>
          <a:xfrm>
            <a:off x="10517587" y="9401095"/>
            <a:ext cx="2823363" cy="4699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defRPr sz="3200">
                <a:solidFill>
                  <a:srgbClr val="262626"/>
                </a:solidFill>
                <a:latin typeface="Raleway SemiBold"/>
                <a:ea typeface="Raleway SemiBold"/>
                <a:cs typeface="Raleway SemiBold"/>
                <a:sym typeface="Raleway SemiBold"/>
              </a:defRPr>
            </a:lvl1pPr>
          </a:lstStyle>
          <a:p>
            <a:pPr/>
            <a:r>
              <a:t>ENGAGEMENT</a:t>
            </a:r>
          </a:p>
        </p:txBody>
      </p:sp>
      <p:sp>
        <p:nvSpPr>
          <p:cNvPr id="3197" name="Shape 3197"/>
          <p:cNvSpPr/>
          <p:nvPr/>
        </p:nvSpPr>
        <p:spPr>
          <a:xfrm>
            <a:off x="19223566" y="5143500"/>
            <a:ext cx="3683001" cy="1447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200">
                <a:solidFill>
                  <a:srgbClr val="262626"/>
                </a:solidFill>
                <a:latin typeface="Source Sans Pro Bold"/>
                <a:ea typeface="Source Sans Pro Bold"/>
                <a:cs typeface="Source Sans Pro Bold"/>
                <a:sym typeface="Source Sans Pro Bold"/>
              </a:defRPr>
            </a:lvl1pPr>
          </a:lstStyle>
          <a:p>
            <a:pPr>
              <a:defRPr b="0" sz="5600">
                <a:solidFill>
                  <a:srgbClr val="000000"/>
                </a:solidFill>
                <a:latin typeface="Gill Sans"/>
                <a:ea typeface="Gill Sans"/>
                <a:cs typeface="Gill Sans"/>
                <a:sym typeface="Gill Sans"/>
              </a:defRPr>
            </a:pPr>
            <a:r>
              <a:rPr b="1" sz="3200">
                <a:solidFill>
                  <a:srgbClr val="262626"/>
                </a:solidFill>
                <a:latin typeface="Source Sans Pro Bold"/>
                <a:ea typeface="Source Sans Pro Bold"/>
                <a:cs typeface="Source Sans Pro Bold"/>
                <a:sym typeface="Source Sans Pro Bold"/>
              </a:rPr>
              <a:t>MEDIA DE INTERACCIONES</a:t>
            </a:r>
            <a:endParaRPr b="1" sz="3200">
              <a:solidFill>
                <a:srgbClr val="262626"/>
              </a:solidFill>
              <a:latin typeface="Source Sans Pro Bold"/>
              <a:ea typeface="Source Sans Pro Bold"/>
              <a:cs typeface="Source Sans Pro Bold"/>
              <a:sym typeface="Source Sans Pro Bold"/>
            </a:endParaRPr>
          </a:p>
        </p:txBody>
      </p:sp>
      <p:pic>
        <p:nvPicPr>
          <p:cNvPr id="3198" name="pasted-image.pdf"/>
          <p:cNvPicPr>
            <a:picLocks noChangeAspect="1"/>
          </p:cNvPicPr>
          <p:nvPr/>
        </p:nvPicPr>
        <p:blipFill>
          <a:blip r:embed="rId2">
            <a:extLst/>
          </a:blip>
          <a:stretch>
            <a:fillRect/>
          </a:stretch>
        </p:blipFill>
        <p:spPr>
          <a:xfrm>
            <a:off x="19433880" y="8060576"/>
            <a:ext cx="671116" cy="587159"/>
          </a:xfrm>
          <a:prstGeom prst="rect">
            <a:avLst/>
          </a:prstGeom>
          <a:ln w="12700">
            <a:miter lim="400000"/>
          </a:ln>
        </p:spPr>
      </p:pic>
      <p:sp>
        <p:nvSpPr>
          <p:cNvPr id="3199" name="Shape 3199"/>
          <p:cNvSpPr/>
          <p:nvPr/>
        </p:nvSpPr>
        <p:spPr>
          <a:xfrm>
            <a:off x="20270013" y="6645054"/>
            <a:ext cx="1241337" cy="497841"/>
          </a:xfrm>
          <a:prstGeom prst="rect">
            <a:avLst/>
          </a:prstGeom>
          <a:ln w="12700">
            <a:miter lim="400000"/>
          </a:ln>
          <a:extLst>
            <a:ext uri="{C572A759-6A51-4108-AA02-DFA0A04FC94B}">
              <ma14:wrappingTextBoxFlag xmlns:ma14="http://schemas.microsoft.com/office/mac/drawingml/2011/main" val="1"/>
            </a:ext>
          </a:extLst>
        </p:spPr>
        <p:txBody>
          <a:bodyPr wrap="none" lIns="45719" rIns="45719">
            <a:spAutoFit/>
          </a:bodyPr>
          <a:lstStyle>
            <a:lvl1pPr defTabSz="914400">
              <a:defRPr b="1" sz="2700">
                <a:solidFill>
                  <a:srgbClr val="151515"/>
                </a:solidFill>
                <a:latin typeface="Source Sans Pro"/>
                <a:ea typeface="Source Sans Pro"/>
                <a:cs typeface="Source Sans Pro"/>
                <a:sym typeface="Source Sans Pro"/>
              </a:defRPr>
            </a:lvl1pPr>
          </a:lstStyle>
          <a:p>
            <a:pPr>
              <a:defRPr b="0" sz="5600">
                <a:latin typeface="Gill Sans SemiBold"/>
                <a:ea typeface="Gill Sans SemiBold"/>
                <a:cs typeface="Gill Sans SemiBold"/>
                <a:sym typeface="Gill Sans SemiBold"/>
              </a:defRPr>
            </a:pPr>
            <a:r>
              <a:rPr b="1" sz="2700">
                <a:latin typeface="Source Sans Pro"/>
                <a:ea typeface="Source Sans Pro"/>
                <a:cs typeface="Source Sans Pro"/>
                <a:sym typeface="Source Sans Pro"/>
              </a:rPr>
              <a:t>Tweets</a:t>
            </a:r>
          </a:p>
        </p:txBody>
      </p:sp>
      <p:sp>
        <p:nvSpPr>
          <p:cNvPr id="3200" name="Shape 3200"/>
          <p:cNvSpPr/>
          <p:nvPr/>
        </p:nvSpPr>
        <p:spPr>
          <a:xfrm>
            <a:off x="18514558" y="7358628"/>
            <a:ext cx="5971448" cy="4470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lvl1pPr defTabSz="914400">
              <a:defRPr sz="2300">
                <a:solidFill>
                  <a:srgbClr val="151515"/>
                </a:solidFill>
                <a:latin typeface="Source Sans Pro"/>
                <a:ea typeface="Source Sans Pro"/>
                <a:cs typeface="Source Sans Pro"/>
                <a:sym typeface="Source Sans Pro"/>
              </a:defRPr>
            </a:lvl1pPr>
          </a:lstStyle>
          <a:p>
            <a:pPr>
              <a:defRPr>
                <a:latin typeface="Gill Sans"/>
                <a:ea typeface="Gill Sans"/>
                <a:cs typeface="Gill Sans"/>
                <a:sym typeface="Gill Sans"/>
              </a:defRPr>
            </a:pPr>
            <a:r>
              <a:rPr>
                <a:latin typeface="Source Sans Pro"/>
                <a:ea typeface="Source Sans Pro"/>
                <a:cs typeface="Source Sans Pro"/>
                <a:sym typeface="Source Sans Pro"/>
              </a:rPr>
              <a:t>Una media de x tweets al día</a:t>
            </a:r>
          </a:p>
        </p:txBody>
      </p:sp>
      <p:sp>
        <p:nvSpPr>
          <p:cNvPr id="3201" name="Shape 3201"/>
          <p:cNvSpPr/>
          <p:nvPr/>
        </p:nvSpPr>
        <p:spPr>
          <a:xfrm>
            <a:off x="20219263" y="8105235"/>
            <a:ext cx="2562037" cy="497841"/>
          </a:xfrm>
          <a:prstGeom prst="rect">
            <a:avLst/>
          </a:prstGeom>
          <a:ln w="12700">
            <a:miter lim="400000"/>
          </a:ln>
          <a:extLst>
            <a:ext uri="{C572A759-6A51-4108-AA02-DFA0A04FC94B}">
              <ma14:wrappingTextBoxFlag xmlns:ma14="http://schemas.microsoft.com/office/mac/drawingml/2011/main" val="1"/>
            </a:ext>
          </a:extLst>
        </p:spPr>
        <p:txBody>
          <a:bodyPr wrap="none" lIns="45719" rIns="45719">
            <a:spAutoFit/>
          </a:bodyPr>
          <a:lstStyle>
            <a:lvl1pPr defTabSz="914400">
              <a:defRPr b="1" sz="2700">
                <a:solidFill>
                  <a:srgbClr val="151515"/>
                </a:solidFill>
                <a:latin typeface="Source Sans Pro"/>
                <a:ea typeface="Source Sans Pro"/>
                <a:cs typeface="Source Sans Pro"/>
                <a:sym typeface="Source Sans Pro"/>
              </a:defRPr>
            </a:lvl1pPr>
          </a:lstStyle>
          <a:p>
            <a:pPr/>
            <a:r>
              <a:t>% Engagement</a:t>
            </a:r>
          </a:p>
        </p:txBody>
      </p:sp>
      <p:sp>
        <p:nvSpPr>
          <p:cNvPr id="3202" name="Shape 3202"/>
          <p:cNvSpPr/>
          <p:nvPr/>
        </p:nvSpPr>
        <p:spPr>
          <a:xfrm>
            <a:off x="19296298" y="8902642"/>
            <a:ext cx="4407967" cy="4470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lvl1pPr algn="l" defTabSz="914400">
              <a:defRPr sz="2300">
                <a:solidFill>
                  <a:srgbClr val="151515"/>
                </a:solidFill>
                <a:latin typeface="Source Sans Pro"/>
                <a:ea typeface="Source Sans Pro"/>
                <a:cs typeface="Source Sans Pro"/>
                <a:sym typeface="Source Sans Pro"/>
              </a:defRPr>
            </a:lvl1pPr>
          </a:lstStyle>
          <a:p>
            <a:pPr>
              <a:defRPr>
                <a:latin typeface="Gill Sans"/>
                <a:ea typeface="Gill Sans"/>
                <a:cs typeface="Gill Sans"/>
                <a:sym typeface="Gill Sans"/>
              </a:defRPr>
            </a:pPr>
            <a:r>
              <a:rPr>
                <a:latin typeface="Source Sans Pro"/>
                <a:ea typeface="Source Sans Pro"/>
                <a:cs typeface="Source Sans Pro"/>
                <a:sym typeface="Source Sans Pro"/>
              </a:rPr>
              <a:t>Entre un% por tweet</a:t>
            </a:r>
          </a:p>
        </p:txBody>
      </p:sp>
      <p:pic>
        <p:nvPicPr>
          <p:cNvPr id="3203" name="pasted-image.pdf"/>
          <p:cNvPicPr>
            <a:picLocks noChangeAspect="1"/>
          </p:cNvPicPr>
          <p:nvPr/>
        </p:nvPicPr>
        <p:blipFill>
          <a:blip r:embed="rId3">
            <a:extLst/>
          </a:blip>
          <a:stretch>
            <a:fillRect/>
          </a:stretch>
        </p:blipFill>
        <p:spPr>
          <a:xfrm>
            <a:off x="19449160" y="6661349"/>
            <a:ext cx="727655" cy="465252"/>
          </a:xfrm>
          <a:prstGeom prst="rect">
            <a:avLst/>
          </a:prstGeom>
          <a:ln w="12700">
            <a:miter lim="400000"/>
          </a:ln>
        </p:spPr>
      </p:pic>
      <p:sp>
        <p:nvSpPr>
          <p:cNvPr id="3204" name="Shape 320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Subtype="16" presetID="23" grpId="1" fill="hold">
                                  <p:stCondLst>
                                    <p:cond delay="0"/>
                                  </p:stCondLst>
                                  <p:iterate type="el" backwards="0">
                                    <p:tmAbs val="0"/>
                                  </p:iterate>
                                  <p:childTnLst>
                                    <p:set>
                                      <p:cBhvr>
                                        <p:cTn id="6" fill="hold"/>
                                        <p:tgtEl>
                                          <p:spTgt spid="3190"/>
                                        </p:tgtEl>
                                        <p:attrNameLst>
                                          <p:attrName>style.visibility</p:attrName>
                                        </p:attrNameLst>
                                      </p:cBhvr>
                                      <p:to>
                                        <p:strVal val="visible"/>
                                      </p:to>
                                    </p:set>
                                    <p:anim calcmode="lin" valueType="num">
                                      <p:cBhvr>
                                        <p:cTn id="7" dur="500" fill="hold"/>
                                        <p:tgtEl>
                                          <p:spTgt spid="3190"/>
                                        </p:tgtEl>
                                        <p:attrNameLst>
                                          <p:attrName>ppt_w</p:attrName>
                                        </p:attrNameLst>
                                      </p:cBhvr>
                                      <p:tavLst>
                                        <p:tav tm="0">
                                          <p:val>
                                            <p:fltVal val="0"/>
                                          </p:val>
                                        </p:tav>
                                        <p:tav tm="100000">
                                          <p:val>
                                            <p:strVal val="#ppt_w"/>
                                          </p:val>
                                        </p:tav>
                                      </p:tavLst>
                                    </p:anim>
                                    <p:anim calcmode="lin" valueType="num">
                                      <p:cBhvr>
                                        <p:cTn id="8" dur="500" fill="hold"/>
                                        <p:tgtEl>
                                          <p:spTgt spid="3190"/>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Class="entr" nodeType="clickEffect" presetSubtype="16" presetID="23" grpId="2" fill="hold">
                                  <p:stCondLst>
                                    <p:cond delay="0"/>
                                  </p:stCondLst>
                                  <p:iterate type="el" backwards="0">
                                    <p:tmAbs val="0"/>
                                  </p:iterate>
                                  <p:childTnLst>
                                    <p:set>
                                      <p:cBhvr>
                                        <p:cTn id="12" fill="hold"/>
                                        <p:tgtEl>
                                          <p:spTgt spid="3197"/>
                                        </p:tgtEl>
                                        <p:attrNameLst>
                                          <p:attrName>style.visibility</p:attrName>
                                        </p:attrNameLst>
                                      </p:cBhvr>
                                      <p:to>
                                        <p:strVal val="visible"/>
                                      </p:to>
                                    </p:set>
                                    <p:anim calcmode="lin" valueType="num">
                                      <p:cBhvr>
                                        <p:cTn id="13" dur="500" fill="hold"/>
                                        <p:tgtEl>
                                          <p:spTgt spid="3197"/>
                                        </p:tgtEl>
                                        <p:attrNameLst>
                                          <p:attrName>ppt_w</p:attrName>
                                        </p:attrNameLst>
                                      </p:cBhvr>
                                      <p:tavLst>
                                        <p:tav tm="0">
                                          <p:val>
                                            <p:fltVal val="0"/>
                                          </p:val>
                                        </p:tav>
                                        <p:tav tm="100000">
                                          <p:val>
                                            <p:strVal val="#ppt_w"/>
                                          </p:val>
                                        </p:tav>
                                      </p:tavLst>
                                    </p:anim>
                                    <p:anim calcmode="lin" valueType="num">
                                      <p:cBhvr>
                                        <p:cTn id="14" dur="500" fill="hold"/>
                                        <p:tgtEl>
                                          <p:spTgt spid="319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190" grpId="1"/>
      <p:bldP build="whole" bldLvl="1" animBg="1" rev="0" advAuto="0" spid="3197" grpId="2"/>
    </p:bldLst>
  </p:timing>
</p:sld>
</file>

<file path=ppt/slides/slide10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206" name="Shape 3206"/>
          <p:cNvSpPr/>
          <p:nvPr/>
        </p:nvSpPr>
        <p:spPr>
          <a:xfrm>
            <a:off x="303300" y="385686"/>
            <a:ext cx="604012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Data redes sociales</a:t>
            </a:r>
          </a:p>
        </p:txBody>
      </p:sp>
      <p:grpSp>
        <p:nvGrpSpPr>
          <p:cNvPr id="3217" name="Group 3217"/>
          <p:cNvGrpSpPr/>
          <p:nvPr/>
        </p:nvGrpSpPr>
        <p:grpSpPr>
          <a:xfrm>
            <a:off x="746146" y="2242490"/>
            <a:ext cx="21998688" cy="7147839"/>
            <a:chOff x="0" y="0"/>
            <a:chExt cx="21998686" cy="7147838"/>
          </a:xfrm>
        </p:grpSpPr>
        <p:sp>
          <p:nvSpPr>
            <p:cNvPr id="3207" name="Shape 3207"/>
            <p:cNvSpPr/>
            <p:nvPr/>
          </p:nvSpPr>
          <p:spPr>
            <a:xfrm>
              <a:off x="0" y="0"/>
              <a:ext cx="21998688" cy="0"/>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08" name="Shape 3208"/>
            <p:cNvSpPr/>
            <p:nvPr/>
          </p:nvSpPr>
          <p:spPr>
            <a:xfrm>
              <a:off x="0" y="791172"/>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09" name="Shape 3209"/>
            <p:cNvSpPr/>
            <p:nvPr/>
          </p:nvSpPr>
          <p:spPr>
            <a:xfrm>
              <a:off x="0" y="1592577"/>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0" name="Shape 3210"/>
            <p:cNvSpPr/>
            <p:nvPr/>
          </p:nvSpPr>
          <p:spPr>
            <a:xfrm>
              <a:off x="0" y="2383750"/>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1" name="Shape 3211"/>
            <p:cNvSpPr/>
            <p:nvPr/>
          </p:nvSpPr>
          <p:spPr>
            <a:xfrm>
              <a:off x="0" y="3178332"/>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2" name="Shape 3212"/>
            <p:cNvSpPr/>
            <p:nvPr/>
          </p:nvSpPr>
          <p:spPr>
            <a:xfrm>
              <a:off x="0" y="3969505"/>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3" name="Shape 3213"/>
            <p:cNvSpPr/>
            <p:nvPr/>
          </p:nvSpPr>
          <p:spPr>
            <a:xfrm>
              <a:off x="0" y="4760678"/>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4" name="Shape 3214"/>
            <p:cNvSpPr/>
            <p:nvPr/>
          </p:nvSpPr>
          <p:spPr>
            <a:xfrm>
              <a:off x="0" y="5555262"/>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5" name="Shape 3215"/>
            <p:cNvSpPr/>
            <p:nvPr/>
          </p:nvSpPr>
          <p:spPr>
            <a:xfrm>
              <a:off x="0" y="6346435"/>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3216" name="Shape 3216"/>
            <p:cNvSpPr/>
            <p:nvPr/>
          </p:nvSpPr>
          <p:spPr>
            <a:xfrm>
              <a:off x="0" y="7147838"/>
              <a:ext cx="21998688" cy="1"/>
            </a:xfrm>
            <a:prstGeom prst="line">
              <a:avLst/>
            </a:prstGeom>
            <a:noFill/>
            <a:ln w="12700" cap="flat">
              <a:solidFill>
                <a:srgbClr val="D9D9D9"/>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grpSp>
      <p:grpSp>
        <p:nvGrpSpPr>
          <p:cNvPr id="3228" name="Group 3228"/>
          <p:cNvGrpSpPr/>
          <p:nvPr/>
        </p:nvGrpSpPr>
        <p:grpSpPr>
          <a:xfrm>
            <a:off x="12848104" y="3183112"/>
            <a:ext cx="1914943" cy="2639033"/>
            <a:chOff x="0" y="0"/>
            <a:chExt cx="1914941" cy="2639032"/>
          </a:xfrm>
        </p:grpSpPr>
        <p:sp>
          <p:nvSpPr>
            <p:cNvPr id="3218" name="Shape 3218"/>
            <p:cNvSpPr/>
            <p:nvPr/>
          </p:nvSpPr>
          <p:spPr>
            <a:xfrm>
              <a:off x="-1" y="202274"/>
              <a:ext cx="848520" cy="1918002"/>
            </a:xfrm>
            <a:custGeom>
              <a:avLst/>
              <a:gdLst/>
              <a:ahLst/>
              <a:cxnLst>
                <a:cxn ang="0">
                  <a:pos x="wd2" y="hd2"/>
                </a:cxn>
                <a:cxn ang="5400000">
                  <a:pos x="wd2" y="hd2"/>
                </a:cxn>
                <a:cxn ang="10800000">
                  <a:pos x="wd2" y="hd2"/>
                </a:cxn>
                <a:cxn ang="16200000">
                  <a:pos x="wd2" y="hd2"/>
                </a:cxn>
              </a:cxnLst>
              <a:rect l="0" t="0" r="r" b="b"/>
              <a:pathLst>
                <a:path w="18413" h="21528" fill="norm" stroke="1" extrusionOk="0">
                  <a:moveTo>
                    <a:pt x="7707" y="0"/>
                  </a:moveTo>
                  <a:cubicBezTo>
                    <a:pt x="7707" y="0"/>
                    <a:pt x="3556" y="36"/>
                    <a:pt x="882" y="4211"/>
                  </a:cubicBezTo>
                  <a:cubicBezTo>
                    <a:pt x="-1862" y="8386"/>
                    <a:pt x="2219" y="12561"/>
                    <a:pt x="7355" y="15066"/>
                  </a:cubicBezTo>
                  <a:cubicBezTo>
                    <a:pt x="12421" y="17570"/>
                    <a:pt x="17064" y="21527"/>
                    <a:pt x="17064" y="21527"/>
                  </a:cubicBezTo>
                  <a:cubicBezTo>
                    <a:pt x="17064" y="21527"/>
                    <a:pt x="19738" y="21600"/>
                    <a:pt x="17557" y="19930"/>
                  </a:cubicBezTo>
                  <a:cubicBezTo>
                    <a:pt x="15446" y="18260"/>
                    <a:pt x="-947" y="7696"/>
                    <a:pt x="7707" y="0"/>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19" name="Shape 3219"/>
            <p:cNvSpPr/>
            <p:nvPr/>
          </p:nvSpPr>
          <p:spPr>
            <a:xfrm>
              <a:off x="202489" y="76351"/>
              <a:ext cx="670848" cy="2026327"/>
            </a:xfrm>
            <a:custGeom>
              <a:avLst/>
              <a:gdLst/>
              <a:ahLst/>
              <a:cxnLst>
                <a:cxn ang="0">
                  <a:pos x="wd2" y="hd2"/>
                </a:cxn>
                <a:cxn ang="5400000">
                  <a:pos x="wd2" y="hd2"/>
                </a:cxn>
                <a:cxn ang="10800000">
                  <a:pos x="wd2" y="hd2"/>
                </a:cxn>
                <a:cxn ang="16200000">
                  <a:pos x="wd2" y="hd2"/>
                </a:cxn>
              </a:cxnLst>
              <a:rect l="0" t="0" r="r" b="b"/>
              <a:pathLst>
                <a:path w="18925" h="20913" fill="norm" stroke="1" extrusionOk="0">
                  <a:moveTo>
                    <a:pt x="11971" y="44"/>
                  </a:moveTo>
                  <a:cubicBezTo>
                    <a:pt x="12245" y="-90"/>
                    <a:pt x="4374" y="-123"/>
                    <a:pt x="1262" y="3082"/>
                  </a:cubicBezTo>
                  <a:cubicBezTo>
                    <a:pt x="-1941" y="6254"/>
                    <a:pt x="1262" y="10360"/>
                    <a:pt x="7395" y="14199"/>
                  </a:cubicBezTo>
                  <a:cubicBezTo>
                    <a:pt x="13618" y="18038"/>
                    <a:pt x="17554" y="20776"/>
                    <a:pt x="17554" y="20776"/>
                  </a:cubicBezTo>
                  <a:cubicBezTo>
                    <a:pt x="17554" y="20776"/>
                    <a:pt x="19659" y="21477"/>
                    <a:pt x="18652" y="19708"/>
                  </a:cubicBezTo>
                  <a:cubicBezTo>
                    <a:pt x="17554" y="17905"/>
                    <a:pt x="1262" y="5552"/>
                    <a:pt x="11971" y="44"/>
                  </a:cubicBezTo>
                  <a:close/>
                </a:path>
              </a:pathLst>
            </a:cu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0" name="Shape 3220"/>
            <p:cNvSpPr/>
            <p:nvPr/>
          </p:nvSpPr>
          <p:spPr>
            <a:xfrm>
              <a:off x="1068865" y="202274"/>
              <a:ext cx="846077" cy="1918002"/>
            </a:xfrm>
            <a:custGeom>
              <a:avLst/>
              <a:gdLst/>
              <a:ahLst/>
              <a:cxnLst>
                <a:cxn ang="0">
                  <a:pos x="wd2" y="hd2"/>
                </a:cxn>
                <a:cxn ang="5400000">
                  <a:pos x="wd2" y="hd2"/>
                </a:cxn>
                <a:cxn ang="10800000">
                  <a:pos x="wd2" y="hd2"/>
                </a:cxn>
                <a:cxn ang="16200000">
                  <a:pos x="wd2" y="hd2"/>
                </a:cxn>
              </a:cxnLst>
              <a:rect l="0" t="0" r="r" b="b"/>
              <a:pathLst>
                <a:path w="18454" h="21528" fill="norm" stroke="1" extrusionOk="0">
                  <a:moveTo>
                    <a:pt x="10768" y="0"/>
                  </a:moveTo>
                  <a:cubicBezTo>
                    <a:pt x="10768" y="0"/>
                    <a:pt x="14932" y="36"/>
                    <a:pt x="17615" y="4211"/>
                  </a:cubicBezTo>
                  <a:cubicBezTo>
                    <a:pt x="20297" y="8386"/>
                    <a:pt x="16132" y="12198"/>
                    <a:pt x="11121" y="15066"/>
                  </a:cubicBezTo>
                  <a:cubicBezTo>
                    <a:pt x="6391" y="17788"/>
                    <a:pt x="1379" y="21527"/>
                    <a:pt x="1379" y="21527"/>
                  </a:cubicBezTo>
                  <a:cubicBezTo>
                    <a:pt x="1379" y="21527"/>
                    <a:pt x="-1303" y="21600"/>
                    <a:pt x="815" y="19930"/>
                  </a:cubicBezTo>
                  <a:cubicBezTo>
                    <a:pt x="3003" y="18260"/>
                    <a:pt x="19450" y="7696"/>
                    <a:pt x="10768" y="0"/>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1" name="Shape 3221"/>
            <p:cNvSpPr/>
            <p:nvPr/>
          </p:nvSpPr>
          <p:spPr>
            <a:xfrm>
              <a:off x="1041870" y="76351"/>
              <a:ext cx="671763" cy="2026327"/>
            </a:xfrm>
            <a:custGeom>
              <a:avLst/>
              <a:gdLst/>
              <a:ahLst/>
              <a:cxnLst>
                <a:cxn ang="0">
                  <a:pos x="wd2" y="hd2"/>
                </a:cxn>
                <a:cxn ang="5400000">
                  <a:pos x="wd2" y="hd2"/>
                </a:cxn>
                <a:cxn ang="10800000">
                  <a:pos x="wd2" y="hd2"/>
                </a:cxn>
                <a:cxn ang="16200000">
                  <a:pos x="wd2" y="hd2"/>
                </a:cxn>
              </a:cxnLst>
              <a:rect l="0" t="0" r="r" b="b"/>
              <a:pathLst>
                <a:path w="18887" h="20913" fill="norm" stroke="1" extrusionOk="0">
                  <a:moveTo>
                    <a:pt x="6969" y="44"/>
                  </a:moveTo>
                  <a:cubicBezTo>
                    <a:pt x="6695" y="-90"/>
                    <a:pt x="14533" y="-123"/>
                    <a:pt x="17632" y="3082"/>
                  </a:cubicBezTo>
                  <a:cubicBezTo>
                    <a:pt x="20822" y="6254"/>
                    <a:pt x="17632" y="10360"/>
                    <a:pt x="11435" y="14199"/>
                  </a:cubicBezTo>
                  <a:cubicBezTo>
                    <a:pt x="5328" y="18038"/>
                    <a:pt x="1318" y="20776"/>
                    <a:pt x="1318" y="20776"/>
                  </a:cubicBezTo>
                  <a:cubicBezTo>
                    <a:pt x="1318" y="20776"/>
                    <a:pt x="-778" y="21477"/>
                    <a:pt x="316" y="19708"/>
                  </a:cubicBezTo>
                  <a:cubicBezTo>
                    <a:pt x="1318" y="17905"/>
                    <a:pt x="17632" y="5552"/>
                    <a:pt x="6969" y="44"/>
                  </a:cubicBezTo>
                  <a:close/>
                </a:path>
              </a:pathLst>
            </a:cu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2" name="Shape 3222"/>
            <p:cNvSpPr/>
            <p:nvPr/>
          </p:nvSpPr>
          <p:spPr>
            <a:xfrm>
              <a:off x="438012" y="16524"/>
              <a:ext cx="488180" cy="2082116"/>
            </a:xfrm>
            <a:custGeom>
              <a:avLst/>
              <a:gdLst/>
              <a:ahLst/>
              <a:cxnLst>
                <a:cxn ang="0">
                  <a:pos x="wd2" y="hd2"/>
                </a:cxn>
                <a:cxn ang="5400000">
                  <a:pos x="wd2" y="hd2"/>
                </a:cxn>
                <a:cxn ang="10800000">
                  <a:pos x="wd2" y="hd2"/>
                </a:cxn>
                <a:cxn ang="16200000">
                  <a:pos x="wd2" y="hd2"/>
                </a:cxn>
              </a:cxnLst>
              <a:rect l="0" t="0" r="r" b="b"/>
              <a:pathLst>
                <a:path w="18694" h="20184" fill="norm" stroke="1" extrusionOk="0">
                  <a:moveTo>
                    <a:pt x="16899" y="107"/>
                  </a:moveTo>
                  <a:cubicBezTo>
                    <a:pt x="16899" y="107"/>
                    <a:pt x="5105" y="-896"/>
                    <a:pt x="1381" y="3242"/>
                  </a:cubicBezTo>
                  <a:cubicBezTo>
                    <a:pt x="-2467" y="7380"/>
                    <a:pt x="2499" y="10735"/>
                    <a:pt x="6843" y="13368"/>
                  </a:cubicBezTo>
                  <a:cubicBezTo>
                    <a:pt x="11312" y="16002"/>
                    <a:pt x="16278" y="19983"/>
                    <a:pt x="16278" y="19983"/>
                  </a:cubicBezTo>
                  <a:cubicBezTo>
                    <a:pt x="16278" y="19983"/>
                    <a:pt x="19133" y="20704"/>
                    <a:pt x="18636" y="19419"/>
                  </a:cubicBezTo>
                  <a:cubicBezTo>
                    <a:pt x="18140" y="18133"/>
                    <a:pt x="3988" y="3869"/>
                    <a:pt x="16899" y="107"/>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3" name="Shape 3223"/>
            <p:cNvSpPr/>
            <p:nvPr/>
          </p:nvSpPr>
          <p:spPr>
            <a:xfrm>
              <a:off x="989931" y="16524"/>
              <a:ext cx="488128" cy="2082116"/>
            </a:xfrm>
            <a:custGeom>
              <a:avLst/>
              <a:gdLst/>
              <a:ahLst/>
              <a:cxnLst>
                <a:cxn ang="0">
                  <a:pos x="wd2" y="hd2"/>
                </a:cxn>
                <a:cxn ang="5400000">
                  <a:pos x="wd2" y="hd2"/>
                </a:cxn>
                <a:cxn ang="10800000">
                  <a:pos x="wd2" y="hd2"/>
                </a:cxn>
                <a:cxn ang="16200000">
                  <a:pos x="wd2" y="hd2"/>
                </a:cxn>
              </a:cxnLst>
              <a:rect l="0" t="0" r="r" b="b"/>
              <a:pathLst>
                <a:path w="18692" h="20184" fill="norm" stroke="1" extrusionOk="0">
                  <a:moveTo>
                    <a:pt x="1795" y="107"/>
                  </a:moveTo>
                  <a:cubicBezTo>
                    <a:pt x="1795" y="107"/>
                    <a:pt x="13464" y="-896"/>
                    <a:pt x="17313" y="3242"/>
                  </a:cubicBezTo>
                  <a:cubicBezTo>
                    <a:pt x="21161" y="7380"/>
                    <a:pt x="16195" y="10735"/>
                    <a:pt x="11727" y="13368"/>
                  </a:cubicBezTo>
                  <a:cubicBezTo>
                    <a:pt x="7258" y="16002"/>
                    <a:pt x="2416" y="19983"/>
                    <a:pt x="2416" y="19983"/>
                  </a:cubicBezTo>
                  <a:cubicBezTo>
                    <a:pt x="2416" y="19983"/>
                    <a:pt x="-439" y="20704"/>
                    <a:pt x="58" y="19419"/>
                  </a:cubicBezTo>
                  <a:cubicBezTo>
                    <a:pt x="430" y="18133"/>
                    <a:pt x="14582" y="3869"/>
                    <a:pt x="1795" y="107"/>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4" name="Shape 3224"/>
            <p:cNvSpPr/>
            <p:nvPr/>
          </p:nvSpPr>
          <p:spPr>
            <a:xfrm>
              <a:off x="670424" y="0"/>
              <a:ext cx="328474" cy="2094855"/>
            </a:xfrm>
            <a:custGeom>
              <a:avLst/>
              <a:gdLst/>
              <a:ahLst/>
              <a:cxnLst>
                <a:cxn ang="0">
                  <a:pos x="wd2" y="hd2"/>
                </a:cxn>
                <a:cxn ang="5400000">
                  <a:pos x="wd2" y="hd2"/>
                </a:cxn>
                <a:cxn ang="10800000">
                  <a:pos x="wd2" y="hd2"/>
                </a:cxn>
                <a:cxn ang="16200000">
                  <a:pos x="wd2" y="hd2"/>
                </a:cxn>
              </a:cxnLst>
              <a:rect l="0" t="0" r="r" b="b"/>
              <a:pathLst>
                <a:path w="20144" h="20378" fill="norm" stroke="1" extrusionOk="0">
                  <a:moveTo>
                    <a:pt x="18955" y="20070"/>
                  </a:moveTo>
                  <a:cubicBezTo>
                    <a:pt x="18955" y="20070"/>
                    <a:pt x="15784" y="4476"/>
                    <a:pt x="20144" y="42"/>
                  </a:cubicBezTo>
                  <a:cubicBezTo>
                    <a:pt x="20144" y="42"/>
                    <a:pt x="1715" y="-838"/>
                    <a:pt x="129" y="5419"/>
                  </a:cubicBezTo>
                  <a:cubicBezTo>
                    <a:pt x="-1456" y="11676"/>
                    <a:pt x="12019" y="15228"/>
                    <a:pt x="14595" y="20070"/>
                  </a:cubicBezTo>
                  <a:cubicBezTo>
                    <a:pt x="14595" y="20070"/>
                    <a:pt x="16577" y="20762"/>
                    <a:pt x="18955" y="20070"/>
                  </a:cubicBezTo>
                  <a:close/>
                </a:path>
              </a:pathLst>
            </a:cu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5" name="Shape 3225"/>
            <p:cNvSpPr/>
            <p:nvPr/>
          </p:nvSpPr>
          <p:spPr>
            <a:xfrm>
              <a:off x="917224" y="0"/>
              <a:ext cx="328657" cy="2094855"/>
            </a:xfrm>
            <a:custGeom>
              <a:avLst/>
              <a:gdLst/>
              <a:ahLst/>
              <a:cxnLst>
                <a:cxn ang="0">
                  <a:pos x="wd2" y="hd2"/>
                </a:cxn>
                <a:cxn ang="5400000">
                  <a:pos x="wd2" y="hd2"/>
                </a:cxn>
                <a:cxn ang="10800000">
                  <a:pos x="wd2" y="hd2"/>
                </a:cxn>
                <a:cxn ang="16200000">
                  <a:pos x="wd2" y="hd2"/>
                </a:cxn>
              </a:cxnLst>
              <a:rect l="0" t="0" r="r" b="b"/>
              <a:pathLst>
                <a:path w="20302" h="20378" fill="norm" stroke="1" extrusionOk="0">
                  <a:moveTo>
                    <a:pt x="1200" y="20070"/>
                  </a:moveTo>
                  <a:cubicBezTo>
                    <a:pt x="1200" y="20070"/>
                    <a:pt x="4200" y="4476"/>
                    <a:pt x="0" y="42"/>
                  </a:cubicBezTo>
                  <a:cubicBezTo>
                    <a:pt x="0" y="42"/>
                    <a:pt x="18600" y="-838"/>
                    <a:pt x="20200" y="5419"/>
                  </a:cubicBezTo>
                  <a:cubicBezTo>
                    <a:pt x="21600" y="11676"/>
                    <a:pt x="8200" y="15228"/>
                    <a:pt x="5600" y="20070"/>
                  </a:cubicBezTo>
                  <a:cubicBezTo>
                    <a:pt x="5600" y="20070"/>
                    <a:pt x="3600" y="20762"/>
                    <a:pt x="1200" y="20070"/>
                  </a:cubicBezTo>
                  <a:close/>
                </a:path>
              </a:pathLst>
            </a:cu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6" name="Shape 3226"/>
            <p:cNvSpPr/>
            <p:nvPr/>
          </p:nvSpPr>
          <p:spPr>
            <a:xfrm>
              <a:off x="808441" y="2399643"/>
              <a:ext cx="302642" cy="239390"/>
            </a:xfrm>
            <a:custGeom>
              <a:avLst/>
              <a:gdLst/>
              <a:ahLst/>
              <a:cxnLst>
                <a:cxn ang="0">
                  <a:pos x="wd2" y="hd2"/>
                </a:cxn>
                <a:cxn ang="5400000">
                  <a:pos x="wd2" y="hd2"/>
                </a:cxn>
                <a:cxn ang="10800000">
                  <a:pos x="wd2" y="hd2"/>
                </a:cxn>
                <a:cxn ang="16200000">
                  <a:pos x="wd2" y="hd2"/>
                </a:cxn>
              </a:cxnLst>
              <a:rect l="0" t="0" r="r" b="b"/>
              <a:pathLst>
                <a:path w="17664" h="18587" fill="norm" stroke="1" extrusionOk="0">
                  <a:moveTo>
                    <a:pt x="1051" y="1083"/>
                  </a:moveTo>
                  <a:cubicBezTo>
                    <a:pt x="1051" y="1083"/>
                    <a:pt x="9578" y="-1177"/>
                    <a:pt x="16778" y="832"/>
                  </a:cubicBezTo>
                  <a:cubicBezTo>
                    <a:pt x="16778" y="832"/>
                    <a:pt x="16209" y="5102"/>
                    <a:pt x="17536" y="11130"/>
                  </a:cubicBezTo>
                  <a:cubicBezTo>
                    <a:pt x="18862" y="17409"/>
                    <a:pt x="9578" y="20423"/>
                    <a:pt x="2757" y="17409"/>
                  </a:cubicBezTo>
                  <a:cubicBezTo>
                    <a:pt x="-2738" y="13642"/>
                    <a:pt x="1809" y="5856"/>
                    <a:pt x="1051" y="1083"/>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27" name="Shape 3227"/>
            <p:cNvSpPr/>
            <p:nvPr/>
          </p:nvSpPr>
          <p:spPr>
            <a:xfrm>
              <a:off x="771744" y="2059644"/>
              <a:ext cx="372635" cy="396306"/>
            </a:xfrm>
            <a:custGeom>
              <a:avLst/>
              <a:gdLst/>
              <a:ahLst/>
              <a:cxnLst>
                <a:cxn ang="0">
                  <a:pos x="wd2" y="hd2"/>
                </a:cxn>
                <a:cxn ang="5400000">
                  <a:pos x="wd2" y="hd2"/>
                </a:cxn>
                <a:cxn ang="10800000">
                  <a:pos x="wd2" y="hd2"/>
                </a:cxn>
                <a:cxn ang="16200000">
                  <a:pos x="wd2" y="hd2"/>
                </a:cxn>
              </a:cxnLst>
              <a:rect l="0" t="0" r="r" b="b"/>
              <a:pathLst>
                <a:path w="21600" h="19165" fill="norm" stroke="1" extrusionOk="0">
                  <a:moveTo>
                    <a:pt x="18783" y="16974"/>
                  </a:moveTo>
                  <a:cubicBezTo>
                    <a:pt x="18407" y="16974"/>
                    <a:pt x="18031" y="16817"/>
                    <a:pt x="17656" y="16817"/>
                  </a:cubicBezTo>
                  <a:cubicBezTo>
                    <a:pt x="17468" y="12904"/>
                    <a:pt x="17468" y="9930"/>
                    <a:pt x="17843" y="7895"/>
                  </a:cubicBezTo>
                  <a:cubicBezTo>
                    <a:pt x="18407" y="8052"/>
                    <a:pt x="18783" y="8052"/>
                    <a:pt x="18783" y="8052"/>
                  </a:cubicBezTo>
                  <a:cubicBezTo>
                    <a:pt x="18783" y="7739"/>
                    <a:pt x="18783" y="7739"/>
                    <a:pt x="18783" y="7739"/>
                  </a:cubicBezTo>
                  <a:cubicBezTo>
                    <a:pt x="18970" y="7739"/>
                    <a:pt x="18970" y="7739"/>
                    <a:pt x="18970" y="7739"/>
                  </a:cubicBezTo>
                  <a:cubicBezTo>
                    <a:pt x="19534" y="4922"/>
                    <a:pt x="21600" y="1948"/>
                    <a:pt x="21600" y="1948"/>
                  </a:cubicBezTo>
                  <a:cubicBezTo>
                    <a:pt x="10143" y="-2435"/>
                    <a:pt x="0" y="1948"/>
                    <a:pt x="0" y="1948"/>
                  </a:cubicBezTo>
                  <a:cubicBezTo>
                    <a:pt x="1503" y="4139"/>
                    <a:pt x="2254" y="6174"/>
                    <a:pt x="2442" y="7269"/>
                  </a:cubicBezTo>
                  <a:cubicBezTo>
                    <a:pt x="2630" y="8365"/>
                    <a:pt x="2630" y="8365"/>
                    <a:pt x="2630" y="8365"/>
                  </a:cubicBezTo>
                  <a:cubicBezTo>
                    <a:pt x="2817" y="8208"/>
                    <a:pt x="3193" y="8208"/>
                    <a:pt x="3381" y="8208"/>
                  </a:cubicBezTo>
                  <a:cubicBezTo>
                    <a:pt x="3569" y="10087"/>
                    <a:pt x="3944" y="13061"/>
                    <a:pt x="3944" y="16974"/>
                  </a:cubicBezTo>
                  <a:cubicBezTo>
                    <a:pt x="3381" y="17130"/>
                    <a:pt x="3193" y="17130"/>
                    <a:pt x="3193" y="17130"/>
                  </a:cubicBezTo>
                  <a:cubicBezTo>
                    <a:pt x="1690" y="18226"/>
                    <a:pt x="3193" y="19165"/>
                    <a:pt x="3193" y="19165"/>
                  </a:cubicBezTo>
                  <a:cubicBezTo>
                    <a:pt x="10518" y="17287"/>
                    <a:pt x="18595" y="18695"/>
                    <a:pt x="18595" y="18695"/>
                  </a:cubicBezTo>
                  <a:cubicBezTo>
                    <a:pt x="20285" y="17913"/>
                    <a:pt x="18783" y="16974"/>
                    <a:pt x="18783" y="16974"/>
                  </a:cubicBezTo>
                  <a:close/>
                  <a:moveTo>
                    <a:pt x="17092" y="16661"/>
                  </a:moveTo>
                  <a:cubicBezTo>
                    <a:pt x="16341" y="16504"/>
                    <a:pt x="15402" y="16504"/>
                    <a:pt x="14463" y="16348"/>
                  </a:cubicBezTo>
                  <a:cubicBezTo>
                    <a:pt x="14087" y="13530"/>
                    <a:pt x="14463" y="9930"/>
                    <a:pt x="14650" y="7582"/>
                  </a:cubicBezTo>
                  <a:cubicBezTo>
                    <a:pt x="15590" y="7582"/>
                    <a:pt x="16529" y="7739"/>
                    <a:pt x="17280" y="7895"/>
                  </a:cubicBezTo>
                  <a:cubicBezTo>
                    <a:pt x="16904" y="9930"/>
                    <a:pt x="16904" y="12904"/>
                    <a:pt x="17092" y="16661"/>
                  </a:cubicBezTo>
                  <a:close/>
                  <a:moveTo>
                    <a:pt x="10518" y="16348"/>
                  </a:moveTo>
                  <a:cubicBezTo>
                    <a:pt x="9579" y="16348"/>
                    <a:pt x="8640" y="16348"/>
                    <a:pt x="7701" y="16504"/>
                  </a:cubicBezTo>
                  <a:cubicBezTo>
                    <a:pt x="7889" y="13374"/>
                    <a:pt x="7701" y="9930"/>
                    <a:pt x="7513" y="7582"/>
                  </a:cubicBezTo>
                  <a:cubicBezTo>
                    <a:pt x="8640" y="7426"/>
                    <a:pt x="9579" y="7426"/>
                    <a:pt x="10518" y="7426"/>
                  </a:cubicBezTo>
                  <a:lnTo>
                    <a:pt x="10518" y="16348"/>
                  </a:lnTo>
                  <a:close/>
                  <a:moveTo>
                    <a:pt x="3944" y="8052"/>
                  </a:moveTo>
                  <a:cubicBezTo>
                    <a:pt x="4883" y="7739"/>
                    <a:pt x="6010" y="7739"/>
                    <a:pt x="6950" y="7582"/>
                  </a:cubicBezTo>
                  <a:cubicBezTo>
                    <a:pt x="7137" y="9930"/>
                    <a:pt x="7325" y="13530"/>
                    <a:pt x="7137" y="16504"/>
                  </a:cubicBezTo>
                  <a:cubicBezTo>
                    <a:pt x="6198" y="16661"/>
                    <a:pt x="5259" y="16817"/>
                    <a:pt x="4508" y="16817"/>
                  </a:cubicBezTo>
                  <a:cubicBezTo>
                    <a:pt x="4508" y="12904"/>
                    <a:pt x="4132" y="9930"/>
                    <a:pt x="3944" y="8052"/>
                  </a:cubicBezTo>
                  <a:close/>
                  <a:moveTo>
                    <a:pt x="11082" y="16348"/>
                  </a:moveTo>
                  <a:cubicBezTo>
                    <a:pt x="11082" y="7426"/>
                    <a:pt x="11082" y="7426"/>
                    <a:pt x="11082" y="7426"/>
                  </a:cubicBezTo>
                  <a:cubicBezTo>
                    <a:pt x="12209" y="7426"/>
                    <a:pt x="13148" y="7426"/>
                    <a:pt x="14087" y="7582"/>
                  </a:cubicBezTo>
                  <a:cubicBezTo>
                    <a:pt x="13899" y="9930"/>
                    <a:pt x="13711" y="13530"/>
                    <a:pt x="13899" y="16348"/>
                  </a:cubicBezTo>
                  <a:cubicBezTo>
                    <a:pt x="12960" y="16348"/>
                    <a:pt x="12021" y="16348"/>
                    <a:pt x="11082" y="16348"/>
                  </a:cubicBezTo>
                  <a:close/>
                </a:path>
              </a:pathLst>
            </a:cu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3239" name="Group 3239"/>
          <p:cNvGrpSpPr/>
          <p:nvPr/>
        </p:nvGrpSpPr>
        <p:grpSpPr>
          <a:xfrm>
            <a:off x="7073607" y="4919209"/>
            <a:ext cx="1914943" cy="2639033"/>
            <a:chOff x="0" y="0"/>
            <a:chExt cx="1914941" cy="2639032"/>
          </a:xfrm>
        </p:grpSpPr>
        <p:sp>
          <p:nvSpPr>
            <p:cNvPr id="3229" name="Shape 3229"/>
            <p:cNvSpPr/>
            <p:nvPr/>
          </p:nvSpPr>
          <p:spPr>
            <a:xfrm>
              <a:off x="-1" y="202274"/>
              <a:ext cx="848520" cy="1918002"/>
            </a:xfrm>
            <a:custGeom>
              <a:avLst/>
              <a:gdLst/>
              <a:ahLst/>
              <a:cxnLst>
                <a:cxn ang="0">
                  <a:pos x="wd2" y="hd2"/>
                </a:cxn>
                <a:cxn ang="5400000">
                  <a:pos x="wd2" y="hd2"/>
                </a:cxn>
                <a:cxn ang="10800000">
                  <a:pos x="wd2" y="hd2"/>
                </a:cxn>
                <a:cxn ang="16200000">
                  <a:pos x="wd2" y="hd2"/>
                </a:cxn>
              </a:cxnLst>
              <a:rect l="0" t="0" r="r" b="b"/>
              <a:pathLst>
                <a:path w="18413" h="21528" fill="norm" stroke="1" extrusionOk="0">
                  <a:moveTo>
                    <a:pt x="7707" y="0"/>
                  </a:moveTo>
                  <a:cubicBezTo>
                    <a:pt x="7707" y="0"/>
                    <a:pt x="3556" y="36"/>
                    <a:pt x="882" y="4211"/>
                  </a:cubicBezTo>
                  <a:cubicBezTo>
                    <a:pt x="-1862" y="8386"/>
                    <a:pt x="2219" y="12561"/>
                    <a:pt x="7355" y="15066"/>
                  </a:cubicBezTo>
                  <a:cubicBezTo>
                    <a:pt x="12421" y="17570"/>
                    <a:pt x="17064" y="21527"/>
                    <a:pt x="17064" y="21527"/>
                  </a:cubicBezTo>
                  <a:cubicBezTo>
                    <a:pt x="17064" y="21527"/>
                    <a:pt x="19738" y="21600"/>
                    <a:pt x="17557" y="19930"/>
                  </a:cubicBezTo>
                  <a:cubicBezTo>
                    <a:pt x="15446" y="18260"/>
                    <a:pt x="-947" y="7696"/>
                    <a:pt x="7707" y="0"/>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0" name="Shape 3230"/>
            <p:cNvSpPr/>
            <p:nvPr/>
          </p:nvSpPr>
          <p:spPr>
            <a:xfrm>
              <a:off x="202489" y="76351"/>
              <a:ext cx="670848" cy="2026327"/>
            </a:xfrm>
            <a:custGeom>
              <a:avLst/>
              <a:gdLst/>
              <a:ahLst/>
              <a:cxnLst>
                <a:cxn ang="0">
                  <a:pos x="wd2" y="hd2"/>
                </a:cxn>
                <a:cxn ang="5400000">
                  <a:pos x="wd2" y="hd2"/>
                </a:cxn>
                <a:cxn ang="10800000">
                  <a:pos x="wd2" y="hd2"/>
                </a:cxn>
                <a:cxn ang="16200000">
                  <a:pos x="wd2" y="hd2"/>
                </a:cxn>
              </a:cxnLst>
              <a:rect l="0" t="0" r="r" b="b"/>
              <a:pathLst>
                <a:path w="18925" h="20913" fill="norm" stroke="1" extrusionOk="0">
                  <a:moveTo>
                    <a:pt x="11971" y="44"/>
                  </a:moveTo>
                  <a:cubicBezTo>
                    <a:pt x="12245" y="-90"/>
                    <a:pt x="4374" y="-123"/>
                    <a:pt x="1262" y="3082"/>
                  </a:cubicBezTo>
                  <a:cubicBezTo>
                    <a:pt x="-1941" y="6254"/>
                    <a:pt x="1262" y="10360"/>
                    <a:pt x="7395" y="14199"/>
                  </a:cubicBezTo>
                  <a:cubicBezTo>
                    <a:pt x="13618" y="18038"/>
                    <a:pt x="17554" y="20776"/>
                    <a:pt x="17554" y="20776"/>
                  </a:cubicBezTo>
                  <a:cubicBezTo>
                    <a:pt x="17554" y="20776"/>
                    <a:pt x="19659" y="21477"/>
                    <a:pt x="18652" y="19708"/>
                  </a:cubicBezTo>
                  <a:cubicBezTo>
                    <a:pt x="17554" y="17905"/>
                    <a:pt x="1262" y="5552"/>
                    <a:pt x="11971" y="44"/>
                  </a:cubicBezTo>
                  <a:close/>
                </a:path>
              </a:pathLst>
            </a:cu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1" name="Shape 3231"/>
            <p:cNvSpPr/>
            <p:nvPr/>
          </p:nvSpPr>
          <p:spPr>
            <a:xfrm>
              <a:off x="1068865" y="202274"/>
              <a:ext cx="846077" cy="1918002"/>
            </a:xfrm>
            <a:custGeom>
              <a:avLst/>
              <a:gdLst/>
              <a:ahLst/>
              <a:cxnLst>
                <a:cxn ang="0">
                  <a:pos x="wd2" y="hd2"/>
                </a:cxn>
                <a:cxn ang="5400000">
                  <a:pos x="wd2" y="hd2"/>
                </a:cxn>
                <a:cxn ang="10800000">
                  <a:pos x="wd2" y="hd2"/>
                </a:cxn>
                <a:cxn ang="16200000">
                  <a:pos x="wd2" y="hd2"/>
                </a:cxn>
              </a:cxnLst>
              <a:rect l="0" t="0" r="r" b="b"/>
              <a:pathLst>
                <a:path w="18454" h="21528" fill="norm" stroke="1" extrusionOk="0">
                  <a:moveTo>
                    <a:pt x="10768" y="0"/>
                  </a:moveTo>
                  <a:cubicBezTo>
                    <a:pt x="10768" y="0"/>
                    <a:pt x="14932" y="36"/>
                    <a:pt x="17615" y="4211"/>
                  </a:cubicBezTo>
                  <a:cubicBezTo>
                    <a:pt x="20297" y="8386"/>
                    <a:pt x="16132" y="12198"/>
                    <a:pt x="11121" y="15066"/>
                  </a:cubicBezTo>
                  <a:cubicBezTo>
                    <a:pt x="6391" y="17788"/>
                    <a:pt x="1379" y="21527"/>
                    <a:pt x="1379" y="21527"/>
                  </a:cubicBezTo>
                  <a:cubicBezTo>
                    <a:pt x="1379" y="21527"/>
                    <a:pt x="-1303" y="21600"/>
                    <a:pt x="815" y="19930"/>
                  </a:cubicBezTo>
                  <a:cubicBezTo>
                    <a:pt x="3003" y="18260"/>
                    <a:pt x="19450" y="7696"/>
                    <a:pt x="10768" y="0"/>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2" name="Shape 3232"/>
            <p:cNvSpPr/>
            <p:nvPr/>
          </p:nvSpPr>
          <p:spPr>
            <a:xfrm>
              <a:off x="1041870" y="76351"/>
              <a:ext cx="671763" cy="2026327"/>
            </a:xfrm>
            <a:custGeom>
              <a:avLst/>
              <a:gdLst/>
              <a:ahLst/>
              <a:cxnLst>
                <a:cxn ang="0">
                  <a:pos x="wd2" y="hd2"/>
                </a:cxn>
                <a:cxn ang="5400000">
                  <a:pos x="wd2" y="hd2"/>
                </a:cxn>
                <a:cxn ang="10800000">
                  <a:pos x="wd2" y="hd2"/>
                </a:cxn>
                <a:cxn ang="16200000">
                  <a:pos x="wd2" y="hd2"/>
                </a:cxn>
              </a:cxnLst>
              <a:rect l="0" t="0" r="r" b="b"/>
              <a:pathLst>
                <a:path w="18887" h="20913" fill="norm" stroke="1" extrusionOk="0">
                  <a:moveTo>
                    <a:pt x="6969" y="44"/>
                  </a:moveTo>
                  <a:cubicBezTo>
                    <a:pt x="6695" y="-90"/>
                    <a:pt x="14533" y="-123"/>
                    <a:pt x="17632" y="3082"/>
                  </a:cubicBezTo>
                  <a:cubicBezTo>
                    <a:pt x="20822" y="6254"/>
                    <a:pt x="17632" y="10360"/>
                    <a:pt x="11435" y="14199"/>
                  </a:cubicBezTo>
                  <a:cubicBezTo>
                    <a:pt x="5328" y="18038"/>
                    <a:pt x="1318" y="20776"/>
                    <a:pt x="1318" y="20776"/>
                  </a:cubicBezTo>
                  <a:cubicBezTo>
                    <a:pt x="1318" y="20776"/>
                    <a:pt x="-778" y="21477"/>
                    <a:pt x="316" y="19708"/>
                  </a:cubicBezTo>
                  <a:cubicBezTo>
                    <a:pt x="1318" y="17905"/>
                    <a:pt x="17632" y="5552"/>
                    <a:pt x="6969" y="44"/>
                  </a:cubicBezTo>
                  <a:close/>
                </a:path>
              </a:pathLst>
            </a:cu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3" name="Shape 3233"/>
            <p:cNvSpPr/>
            <p:nvPr/>
          </p:nvSpPr>
          <p:spPr>
            <a:xfrm>
              <a:off x="438012" y="16524"/>
              <a:ext cx="488180" cy="2082116"/>
            </a:xfrm>
            <a:custGeom>
              <a:avLst/>
              <a:gdLst/>
              <a:ahLst/>
              <a:cxnLst>
                <a:cxn ang="0">
                  <a:pos x="wd2" y="hd2"/>
                </a:cxn>
                <a:cxn ang="5400000">
                  <a:pos x="wd2" y="hd2"/>
                </a:cxn>
                <a:cxn ang="10800000">
                  <a:pos x="wd2" y="hd2"/>
                </a:cxn>
                <a:cxn ang="16200000">
                  <a:pos x="wd2" y="hd2"/>
                </a:cxn>
              </a:cxnLst>
              <a:rect l="0" t="0" r="r" b="b"/>
              <a:pathLst>
                <a:path w="18694" h="20184" fill="norm" stroke="1" extrusionOk="0">
                  <a:moveTo>
                    <a:pt x="16899" y="107"/>
                  </a:moveTo>
                  <a:cubicBezTo>
                    <a:pt x="16899" y="107"/>
                    <a:pt x="5105" y="-896"/>
                    <a:pt x="1381" y="3242"/>
                  </a:cubicBezTo>
                  <a:cubicBezTo>
                    <a:pt x="-2467" y="7380"/>
                    <a:pt x="2499" y="10735"/>
                    <a:pt x="6843" y="13368"/>
                  </a:cubicBezTo>
                  <a:cubicBezTo>
                    <a:pt x="11312" y="16002"/>
                    <a:pt x="16278" y="19983"/>
                    <a:pt x="16278" y="19983"/>
                  </a:cubicBezTo>
                  <a:cubicBezTo>
                    <a:pt x="16278" y="19983"/>
                    <a:pt x="19133" y="20704"/>
                    <a:pt x="18636" y="19419"/>
                  </a:cubicBezTo>
                  <a:cubicBezTo>
                    <a:pt x="18140" y="18133"/>
                    <a:pt x="3988" y="3869"/>
                    <a:pt x="16899" y="107"/>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4" name="Shape 3234"/>
            <p:cNvSpPr/>
            <p:nvPr/>
          </p:nvSpPr>
          <p:spPr>
            <a:xfrm>
              <a:off x="989931" y="16524"/>
              <a:ext cx="488128" cy="2082116"/>
            </a:xfrm>
            <a:custGeom>
              <a:avLst/>
              <a:gdLst/>
              <a:ahLst/>
              <a:cxnLst>
                <a:cxn ang="0">
                  <a:pos x="wd2" y="hd2"/>
                </a:cxn>
                <a:cxn ang="5400000">
                  <a:pos x="wd2" y="hd2"/>
                </a:cxn>
                <a:cxn ang="10800000">
                  <a:pos x="wd2" y="hd2"/>
                </a:cxn>
                <a:cxn ang="16200000">
                  <a:pos x="wd2" y="hd2"/>
                </a:cxn>
              </a:cxnLst>
              <a:rect l="0" t="0" r="r" b="b"/>
              <a:pathLst>
                <a:path w="18692" h="20184" fill="norm" stroke="1" extrusionOk="0">
                  <a:moveTo>
                    <a:pt x="1795" y="107"/>
                  </a:moveTo>
                  <a:cubicBezTo>
                    <a:pt x="1795" y="107"/>
                    <a:pt x="13464" y="-896"/>
                    <a:pt x="17313" y="3242"/>
                  </a:cubicBezTo>
                  <a:cubicBezTo>
                    <a:pt x="21161" y="7380"/>
                    <a:pt x="16195" y="10735"/>
                    <a:pt x="11727" y="13368"/>
                  </a:cubicBezTo>
                  <a:cubicBezTo>
                    <a:pt x="7258" y="16002"/>
                    <a:pt x="2416" y="19983"/>
                    <a:pt x="2416" y="19983"/>
                  </a:cubicBezTo>
                  <a:cubicBezTo>
                    <a:pt x="2416" y="19983"/>
                    <a:pt x="-439" y="20704"/>
                    <a:pt x="58" y="19419"/>
                  </a:cubicBezTo>
                  <a:cubicBezTo>
                    <a:pt x="430" y="18133"/>
                    <a:pt x="14582" y="3869"/>
                    <a:pt x="1795" y="107"/>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5" name="Shape 3235"/>
            <p:cNvSpPr/>
            <p:nvPr/>
          </p:nvSpPr>
          <p:spPr>
            <a:xfrm>
              <a:off x="670424" y="0"/>
              <a:ext cx="328474" cy="2094855"/>
            </a:xfrm>
            <a:custGeom>
              <a:avLst/>
              <a:gdLst/>
              <a:ahLst/>
              <a:cxnLst>
                <a:cxn ang="0">
                  <a:pos x="wd2" y="hd2"/>
                </a:cxn>
                <a:cxn ang="5400000">
                  <a:pos x="wd2" y="hd2"/>
                </a:cxn>
                <a:cxn ang="10800000">
                  <a:pos x="wd2" y="hd2"/>
                </a:cxn>
                <a:cxn ang="16200000">
                  <a:pos x="wd2" y="hd2"/>
                </a:cxn>
              </a:cxnLst>
              <a:rect l="0" t="0" r="r" b="b"/>
              <a:pathLst>
                <a:path w="20144" h="20378" fill="norm" stroke="1" extrusionOk="0">
                  <a:moveTo>
                    <a:pt x="18955" y="20070"/>
                  </a:moveTo>
                  <a:cubicBezTo>
                    <a:pt x="18955" y="20070"/>
                    <a:pt x="15784" y="4476"/>
                    <a:pt x="20144" y="42"/>
                  </a:cubicBezTo>
                  <a:cubicBezTo>
                    <a:pt x="20144" y="42"/>
                    <a:pt x="1715" y="-838"/>
                    <a:pt x="129" y="5419"/>
                  </a:cubicBezTo>
                  <a:cubicBezTo>
                    <a:pt x="-1456" y="11676"/>
                    <a:pt x="12019" y="15228"/>
                    <a:pt x="14595" y="20070"/>
                  </a:cubicBezTo>
                  <a:cubicBezTo>
                    <a:pt x="14595" y="20070"/>
                    <a:pt x="16577" y="20762"/>
                    <a:pt x="18955" y="20070"/>
                  </a:cubicBezTo>
                  <a:close/>
                </a:path>
              </a:pathLst>
            </a:cu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6" name="Shape 3236"/>
            <p:cNvSpPr/>
            <p:nvPr/>
          </p:nvSpPr>
          <p:spPr>
            <a:xfrm>
              <a:off x="917224" y="0"/>
              <a:ext cx="328657" cy="2094855"/>
            </a:xfrm>
            <a:custGeom>
              <a:avLst/>
              <a:gdLst/>
              <a:ahLst/>
              <a:cxnLst>
                <a:cxn ang="0">
                  <a:pos x="wd2" y="hd2"/>
                </a:cxn>
                <a:cxn ang="5400000">
                  <a:pos x="wd2" y="hd2"/>
                </a:cxn>
                <a:cxn ang="10800000">
                  <a:pos x="wd2" y="hd2"/>
                </a:cxn>
                <a:cxn ang="16200000">
                  <a:pos x="wd2" y="hd2"/>
                </a:cxn>
              </a:cxnLst>
              <a:rect l="0" t="0" r="r" b="b"/>
              <a:pathLst>
                <a:path w="20302" h="20378" fill="norm" stroke="1" extrusionOk="0">
                  <a:moveTo>
                    <a:pt x="1200" y="20070"/>
                  </a:moveTo>
                  <a:cubicBezTo>
                    <a:pt x="1200" y="20070"/>
                    <a:pt x="4200" y="4476"/>
                    <a:pt x="0" y="42"/>
                  </a:cubicBezTo>
                  <a:cubicBezTo>
                    <a:pt x="0" y="42"/>
                    <a:pt x="18600" y="-838"/>
                    <a:pt x="20200" y="5419"/>
                  </a:cubicBezTo>
                  <a:cubicBezTo>
                    <a:pt x="21600" y="11676"/>
                    <a:pt x="8200" y="15228"/>
                    <a:pt x="5600" y="20070"/>
                  </a:cubicBezTo>
                  <a:cubicBezTo>
                    <a:pt x="5600" y="20070"/>
                    <a:pt x="3600" y="20762"/>
                    <a:pt x="1200" y="20070"/>
                  </a:cubicBezTo>
                  <a:close/>
                </a:path>
              </a:pathLst>
            </a:cu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7" name="Shape 3237"/>
            <p:cNvSpPr/>
            <p:nvPr/>
          </p:nvSpPr>
          <p:spPr>
            <a:xfrm>
              <a:off x="808441" y="2399643"/>
              <a:ext cx="302642" cy="239390"/>
            </a:xfrm>
            <a:custGeom>
              <a:avLst/>
              <a:gdLst/>
              <a:ahLst/>
              <a:cxnLst>
                <a:cxn ang="0">
                  <a:pos x="wd2" y="hd2"/>
                </a:cxn>
                <a:cxn ang="5400000">
                  <a:pos x="wd2" y="hd2"/>
                </a:cxn>
                <a:cxn ang="10800000">
                  <a:pos x="wd2" y="hd2"/>
                </a:cxn>
                <a:cxn ang="16200000">
                  <a:pos x="wd2" y="hd2"/>
                </a:cxn>
              </a:cxnLst>
              <a:rect l="0" t="0" r="r" b="b"/>
              <a:pathLst>
                <a:path w="17664" h="18587" fill="norm" stroke="1" extrusionOk="0">
                  <a:moveTo>
                    <a:pt x="1051" y="1083"/>
                  </a:moveTo>
                  <a:cubicBezTo>
                    <a:pt x="1051" y="1083"/>
                    <a:pt x="9578" y="-1177"/>
                    <a:pt x="16778" y="832"/>
                  </a:cubicBezTo>
                  <a:cubicBezTo>
                    <a:pt x="16778" y="832"/>
                    <a:pt x="16209" y="5102"/>
                    <a:pt x="17536" y="11130"/>
                  </a:cubicBezTo>
                  <a:cubicBezTo>
                    <a:pt x="18862" y="17409"/>
                    <a:pt x="9578" y="20423"/>
                    <a:pt x="2757" y="17409"/>
                  </a:cubicBezTo>
                  <a:cubicBezTo>
                    <a:pt x="-2738" y="13642"/>
                    <a:pt x="1809" y="5856"/>
                    <a:pt x="1051" y="1083"/>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38" name="Shape 3238"/>
            <p:cNvSpPr/>
            <p:nvPr/>
          </p:nvSpPr>
          <p:spPr>
            <a:xfrm>
              <a:off x="771744" y="2059644"/>
              <a:ext cx="372635" cy="396306"/>
            </a:xfrm>
            <a:custGeom>
              <a:avLst/>
              <a:gdLst/>
              <a:ahLst/>
              <a:cxnLst>
                <a:cxn ang="0">
                  <a:pos x="wd2" y="hd2"/>
                </a:cxn>
                <a:cxn ang="5400000">
                  <a:pos x="wd2" y="hd2"/>
                </a:cxn>
                <a:cxn ang="10800000">
                  <a:pos x="wd2" y="hd2"/>
                </a:cxn>
                <a:cxn ang="16200000">
                  <a:pos x="wd2" y="hd2"/>
                </a:cxn>
              </a:cxnLst>
              <a:rect l="0" t="0" r="r" b="b"/>
              <a:pathLst>
                <a:path w="21600" h="19165" fill="norm" stroke="1" extrusionOk="0">
                  <a:moveTo>
                    <a:pt x="18783" y="16974"/>
                  </a:moveTo>
                  <a:cubicBezTo>
                    <a:pt x="18407" y="16974"/>
                    <a:pt x="18031" y="16817"/>
                    <a:pt x="17656" y="16817"/>
                  </a:cubicBezTo>
                  <a:cubicBezTo>
                    <a:pt x="17468" y="12904"/>
                    <a:pt x="17468" y="9930"/>
                    <a:pt x="17843" y="7895"/>
                  </a:cubicBezTo>
                  <a:cubicBezTo>
                    <a:pt x="18407" y="8052"/>
                    <a:pt x="18783" y="8052"/>
                    <a:pt x="18783" y="8052"/>
                  </a:cubicBezTo>
                  <a:cubicBezTo>
                    <a:pt x="18783" y="7739"/>
                    <a:pt x="18783" y="7739"/>
                    <a:pt x="18783" y="7739"/>
                  </a:cubicBezTo>
                  <a:cubicBezTo>
                    <a:pt x="18970" y="7739"/>
                    <a:pt x="18970" y="7739"/>
                    <a:pt x="18970" y="7739"/>
                  </a:cubicBezTo>
                  <a:cubicBezTo>
                    <a:pt x="19534" y="4922"/>
                    <a:pt x="21600" y="1948"/>
                    <a:pt x="21600" y="1948"/>
                  </a:cubicBezTo>
                  <a:cubicBezTo>
                    <a:pt x="10143" y="-2435"/>
                    <a:pt x="0" y="1948"/>
                    <a:pt x="0" y="1948"/>
                  </a:cubicBezTo>
                  <a:cubicBezTo>
                    <a:pt x="1503" y="4139"/>
                    <a:pt x="2254" y="6174"/>
                    <a:pt x="2442" y="7269"/>
                  </a:cubicBezTo>
                  <a:cubicBezTo>
                    <a:pt x="2630" y="8365"/>
                    <a:pt x="2630" y="8365"/>
                    <a:pt x="2630" y="8365"/>
                  </a:cubicBezTo>
                  <a:cubicBezTo>
                    <a:pt x="2817" y="8208"/>
                    <a:pt x="3193" y="8208"/>
                    <a:pt x="3381" y="8208"/>
                  </a:cubicBezTo>
                  <a:cubicBezTo>
                    <a:pt x="3569" y="10087"/>
                    <a:pt x="3944" y="13061"/>
                    <a:pt x="3944" y="16974"/>
                  </a:cubicBezTo>
                  <a:cubicBezTo>
                    <a:pt x="3381" y="17130"/>
                    <a:pt x="3193" y="17130"/>
                    <a:pt x="3193" y="17130"/>
                  </a:cubicBezTo>
                  <a:cubicBezTo>
                    <a:pt x="1690" y="18226"/>
                    <a:pt x="3193" y="19165"/>
                    <a:pt x="3193" y="19165"/>
                  </a:cubicBezTo>
                  <a:cubicBezTo>
                    <a:pt x="10518" y="17287"/>
                    <a:pt x="18595" y="18695"/>
                    <a:pt x="18595" y="18695"/>
                  </a:cubicBezTo>
                  <a:cubicBezTo>
                    <a:pt x="20285" y="17913"/>
                    <a:pt x="18783" y="16974"/>
                    <a:pt x="18783" y="16974"/>
                  </a:cubicBezTo>
                  <a:close/>
                  <a:moveTo>
                    <a:pt x="17092" y="16661"/>
                  </a:moveTo>
                  <a:cubicBezTo>
                    <a:pt x="16341" y="16504"/>
                    <a:pt x="15402" y="16504"/>
                    <a:pt x="14463" y="16348"/>
                  </a:cubicBezTo>
                  <a:cubicBezTo>
                    <a:pt x="14087" y="13530"/>
                    <a:pt x="14463" y="9930"/>
                    <a:pt x="14650" y="7582"/>
                  </a:cubicBezTo>
                  <a:cubicBezTo>
                    <a:pt x="15590" y="7582"/>
                    <a:pt x="16529" y="7739"/>
                    <a:pt x="17280" y="7895"/>
                  </a:cubicBezTo>
                  <a:cubicBezTo>
                    <a:pt x="16904" y="9930"/>
                    <a:pt x="16904" y="12904"/>
                    <a:pt x="17092" y="16661"/>
                  </a:cubicBezTo>
                  <a:close/>
                  <a:moveTo>
                    <a:pt x="10518" y="16348"/>
                  </a:moveTo>
                  <a:cubicBezTo>
                    <a:pt x="9579" y="16348"/>
                    <a:pt x="8640" y="16348"/>
                    <a:pt x="7701" y="16504"/>
                  </a:cubicBezTo>
                  <a:cubicBezTo>
                    <a:pt x="7889" y="13374"/>
                    <a:pt x="7701" y="9930"/>
                    <a:pt x="7513" y="7582"/>
                  </a:cubicBezTo>
                  <a:cubicBezTo>
                    <a:pt x="8640" y="7426"/>
                    <a:pt x="9579" y="7426"/>
                    <a:pt x="10518" y="7426"/>
                  </a:cubicBezTo>
                  <a:lnTo>
                    <a:pt x="10518" y="16348"/>
                  </a:lnTo>
                  <a:close/>
                  <a:moveTo>
                    <a:pt x="3944" y="8052"/>
                  </a:moveTo>
                  <a:cubicBezTo>
                    <a:pt x="4883" y="7739"/>
                    <a:pt x="6010" y="7739"/>
                    <a:pt x="6950" y="7582"/>
                  </a:cubicBezTo>
                  <a:cubicBezTo>
                    <a:pt x="7137" y="9930"/>
                    <a:pt x="7325" y="13530"/>
                    <a:pt x="7137" y="16504"/>
                  </a:cubicBezTo>
                  <a:cubicBezTo>
                    <a:pt x="6198" y="16661"/>
                    <a:pt x="5259" y="16817"/>
                    <a:pt x="4508" y="16817"/>
                  </a:cubicBezTo>
                  <a:cubicBezTo>
                    <a:pt x="4508" y="12904"/>
                    <a:pt x="4132" y="9930"/>
                    <a:pt x="3944" y="8052"/>
                  </a:cubicBezTo>
                  <a:close/>
                  <a:moveTo>
                    <a:pt x="11082" y="16348"/>
                  </a:moveTo>
                  <a:cubicBezTo>
                    <a:pt x="11082" y="7426"/>
                    <a:pt x="11082" y="7426"/>
                    <a:pt x="11082" y="7426"/>
                  </a:cubicBezTo>
                  <a:cubicBezTo>
                    <a:pt x="12209" y="7426"/>
                    <a:pt x="13148" y="7426"/>
                    <a:pt x="14087" y="7582"/>
                  </a:cubicBezTo>
                  <a:cubicBezTo>
                    <a:pt x="13899" y="9930"/>
                    <a:pt x="13711" y="13530"/>
                    <a:pt x="13899" y="16348"/>
                  </a:cubicBezTo>
                  <a:cubicBezTo>
                    <a:pt x="12960" y="16348"/>
                    <a:pt x="12021" y="16348"/>
                    <a:pt x="11082" y="16348"/>
                  </a:cubicBezTo>
                  <a:close/>
                </a:path>
              </a:pathLst>
            </a:cu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3250" name="Group 3250"/>
          <p:cNvGrpSpPr/>
          <p:nvPr/>
        </p:nvGrpSpPr>
        <p:grpSpPr>
          <a:xfrm>
            <a:off x="1812423" y="2532075"/>
            <a:ext cx="1914943" cy="2639034"/>
            <a:chOff x="0" y="0"/>
            <a:chExt cx="1914941" cy="2639032"/>
          </a:xfrm>
        </p:grpSpPr>
        <p:sp>
          <p:nvSpPr>
            <p:cNvPr id="3240" name="Shape 3240"/>
            <p:cNvSpPr/>
            <p:nvPr/>
          </p:nvSpPr>
          <p:spPr>
            <a:xfrm>
              <a:off x="-1" y="202274"/>
              <a:ext cx="848520" cy="1918002"/>
            </a:xfrm>
            <a:custGeom>
              <a:avLst/>
              <a:gdLst/>
              <a:ahLst/>
              <a:cxnLst>
                <a:cxn ang="0">
                  <a:pos x="wd2" y="hd2"/>
                </a:cxn>
                <a:cxn ang="5400000">
                  <a:pos x="wd2" y="hd2"/>
                </a:cxn>
                <a:cxn ang="10800000">
                  <a:pos x="wd2" y="hd2"/>
                </a:cxn>
                <a:cxn ang="16200000">
                  <a:pos x="wd2" y="hd2"/>
                </a:cxn>
              </a:cxnLst>
              <a:rect l="0" t="0" r="r" b="b"/>
              <a:pathLst>
                <a:path w="18413" h="21528" fill="norm" stroke="1" extrusionOk="0">
                  <a:moveTo>
                    <a:pt x="7707" y="0"/>
                  </a:moveTo>
                  <a:cubicBezTo>
                    <a:pt x="7707" y="0"/>
                    <a:pt x="3556" y="36"/>
                    <a:pt x="882" y="4211"/>
                  </a:cubicBezTo>
                  <a:cubicBezTo>
                    <a:pt x="-1862" y="8386"/>
                    <a:pt x="2219" y="12561"/>
                    <a:pt x="7355" y="15066"/>
                  </a:cubicBezTo>
                  <a:cubicBezTo>
                    <a:pt x="12421" y="17570"/>
                    <a:pt x="17064" y="21527"/>
                    <a:pt x="17064" y="21527"/>
                  </a:cubicBezTo>
                  <a:cubicBezTo>
                    <a:pt x="17064" y="21527"/>
                    <a:pt x="19738" y="21600"/>
                    <a:pt x="17557" y="19930"/>
                  </a:cubicBezTo>
                  <a:cubicBezTo>
                    <a:pt x="15446" y="18260"/>
                    <a:pt x="-947" y="7696"/>
                    <a:pt x="7707" y="0"/>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1" name="Shape 3241"/>
            <p:cNvSpPr/>
            <p:nvPr/>
          </p:nvSpPr>
          <p:spPr>
            <a:xfrm>
              <a:off x="202489" y="76351"/>
              <a:ext cx="670848" cy="2026327"/>
            </a:xfrm>
            <a:custGeom>
              <a:avLst/>
              <a:gdLst/>
              <a:ahLst/>
              <a:cxnLst>
                <a:cxn ang="0">
                  <a:pos x="wd2" y="hd2"/>
                </a:cxn>
                <a:cxn ang="5400000">
                  <a:pos x="wd2" y="hd2"/>
                </a:cxn>
                <a:cxn ang="10800000">
                  <a:pos x="wd2" y="hd2"/>
                </a:cxn>
                <a:cxn ang="16200000">
                  <a:pos x="wd2" y="hd2"/>
                </a:cxn>
              </a:cxnLst>
              <a:rect l="0" t="0" r="r" b="b"/>
              <a:pathLst>
                <a:path w="18925" h="20913" fill="norm" stroke="1" extrusionOk="0">
                  <a:moveTo>
                    <a:pt x="11971" y="44"/>
                  </a:moveTo>
                  <a:cubicBezTo>
                    <a:pt x="12245" y="-90"/>
                    <a:pt x="4374" y="-123"/>
                    <a:pt x="1262" y="3082"/>
                  </a:cubicBezTo>
                  <a:cubicBezTo>
                    <a:pt x="-1941" y="6254"/>
                    <a:pt x="1262" y="10360"/>
                    <a:pt x="7395" y="14199"/>
                  </a:cubicBezTo>
                  <a:cubicBezTo>
                    <a:pt x="13618" y="18038"/>
                    <a:pt x="17554" y="20776"/>
                    <a:pt x="17554" y="20776"/>
                  </a:cubicBezTo>
                  <a:cubicBezTo>
                    <a:pt x="17554" y="20776"/>
                    <a:pt x="19659" y="21477"/>
                    <a:pt x="18652" y="19708"/>
                  </a:cubicBezTo>
                  <a:cubicBezTo>
                    <a:pt x="17554" y="17905"/>
                    <a:pt x="1262" y="5552"/>
                    <a:pt x="11971" y="44"/>
                  </a:cubicBezTo>
                  <a:close/>
                </a:path>
              </a:pathLst>
            </a:cu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2" name="Shape 3242"/>
            <p:cNvSpPr/>
            <p:nvPr/>
          </p:nvSpPr>
          <p:spPr>
            <a:xfrm>
              <a:off x="1068865" y="202274"/>
              <a:ext cx="846077" cy="1918002"/>
            </a:xfrm>
            <a:custGeom>
              <a:avLst/>
              <a:gdLst/>
              <a:ahLst/>
              <a:cxnLst>
                <a:cxn ang="0">
                  <a:pos x="wd2" y="hd2"/>
                </a:cxn>
                <a:cxn ang="5400000">
                  <a:pos x="wd2" y="hd2"/>
                </a:cxn>
                <a:cxn ang="10800000">
                  <a:pos x="wd2" y="hd2"/>
                </a:cxn>
                <a:cxn ang="16200000">
                  <a:pos x="wd2" y="hd2"/>
                </a:cxn>
              </a:cxnLst>
              <a:rect l="0" t="0" r="r" b="b"/>
              <a:pathLst>
                <a:path w="18454" h="21528" fill="norm" stroke="1" extrusionOk="0">
                  <a:moveTo>
                    <a:pt x="10768" y="0"/>
                  </a:moveTo>
                  <a:cubicBezTo>
                    <a:pt x="10768" y="0"/>
                    <a:pt x="14932" y="36"/>
                    <a:pt x="17615" y="4211"/>
                  </a:cubicBezTo>
                  <a:cubicBezTo>
                    <a:pt x="20297" y="8386"/>
                    <a:pt x="16132" y="12198"/>
                    <a:pt x="11121" y="15066"/>
                  </a:cubicBezTo>
                  <a:cubicBezTo>
                    <a:pt x="6391" y="17788"/>
                    <a:pt x="1379" y="21527"/>
                    <a:pt x="1379" y="21527"/>
                  </a:cubicBezTo>
                  <a:cubicBezTo>
                    <a:pt x="1379" y="21527"/>
                    <a:pt x="-1303" y="21600"/>
                    <a:pt x="815" y="19930"/>
                  </a:cubicBezTo>
                  <a:cubicBezTo>
                    <a:pt x="3003" y="18260"/>
                    <a:pt x="19450" y="7696"/>
                    <a:pt x="10768" y="0"/>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3" name="Shape 3243"/>
            <p:cNvSpPr/>
            <p:nvPr/>
          </p:nvSpPr>
          <p:spPr>
            <a:xfrm>
              <a:off x="1041870" y="76351"/>
              <a:ext cx="671763" cy="2026327"/>
            </a:xfrm>
            <a:custGeom>
              <a:avLst/>
              <a:gdLst/>
              <a:ahLst/>
              <a:cxnLst>
                <a:cxn ang="0">
                  <a:pos x="wd2" y="hd2"/>
                </a:cxn>
                <a:cxn ang="5400000">
                  <a:pos x="wd2" y="hd2"/>
                </a:cxn>
                <a:cxn ang="10800000">
                  <a:pos x="wd2" y="hd2"/>
                </a:cxn>
                <a:cxn ang="16200000">
                  <a:pos x="wd2" y="hd2"/>
                </a:cxn>
              </a:cxnLst>
              <a:rect l="0" t="0" r="r" b="b"/>
              <a:pathLst>
                <a:path w="18887" h="20913" fill="norm" stroke="1" extrusionOk="0">
                  <a:moveTo>
                    <a:pt x="6969" y="44"/>
                  </a:moveTo>
                  <a:cubicBezTo>
                    <a:pt x="6695" y="-90"/>
                    <a:pt x="14533" y="-123"/>
                    <a:pt x="17632" y="3082"/>
                  </a:cubicBezTo>
                  <a:cubicBezTo>
                    <a:pt x="20822" y="6254"/>
                    <a:pt x="17632" y="10360"/>
                    <a:pt x="11435" y="14199"/>
                  </a:cubicBezTo>
                  <a:cubicBezTo>
                    <a:pt x="5328" y="18038"/>
                    <a:pt x="1318" y="20776"/>
                    <a:pt x="1318" y="20776"/>
                  </a:cubicBezTo>
                  <a:cubicBezTo>
                    <a:pt x="1318" y="20776"/>
                    <a:pt x="-778" y="21477"/>
                    <a:pt x="316" y="19708"/>
                  </a:cubicBezTo>
                  <a:cubicBezTo>
                    <a:pt x="1318" y="17905"/>
                    <a:pt x="17632" y="5552"/>
                    <a:pt x="6969" y="44"/>
                  </a:cubicBezTo>
                  <a:close/>
                </a:path>
              </a:pathLst>
            </a:cu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4" name="Shape 3244"/>
            <p:cNvSpPr/>
            <p:nvPr/>
          </p:nvSpPr>
          <p:spPr>
            <a:xfrm>
              <a:off x="438012" y="16524"/>
              <a:ext cx="488180" cy="2082116"/>
            </a:xfrm>
            <a:custGeom>
              <a:avLst/>
              <a:gdLst/>
              <a:ahLst/>
              <a:cxnLst>
                <a:cxn ang="0">
                  <a:pos x="wd2" y="hd2"/>
                </a:cxn>
                <a:cxn ang="5400000">
                  <a:pos x="wd2" y="hd2"/>
                </a:cxn>
                <a:cxn ang="10800000">
                  <a:pos x="wd2" y="hd2"/>
                </a:cxn>
                <a:cxn ang="16200000">
                  <a:pos x="wd2" y="hd2"/>
                </a:cxn>
              </a:cxnLst>
              <a:rect l="0" t="0" r="r" b="b"/>
              <a:pathLst>
                <a:path w="18694" h="20184" fill="norm" stroke="1" extrusionOk="0">
                  <a:moveTo>
                    <a:pt x="16899" y="107"/>
                  </a:moveTo>
                  <a:cubicBezTo>
                    <a:pt x="16899" y="107"/>
                    <a:pt x="5105" y="-896"/>
                    <a:pt x="1381" y="3242"/>
                  </a:cubicBezTo>
                  <a:cubicBezTo>
                    <a:pt x="-2467" y="7380"/>
                    <a:pt x="2499" y="10735"/>
                    <a:pt x="6843" y="13368"/>
                  </a:cubicBezTo>
                  <a:cubicBezTo>
                    <a:pt x="11312" y="16002"/>
                    <a:pt x="16278" y="19983"/>
                    <a:pt x="16278" y="19983"/>
                  </a:cubicBezTo>
                  <a:cubicBezTo>
                    <a:pt x="16278" y="19983"/>
                    <a:pt x="19133" y="20704"/>
                    <a:pt x="18636" y="19419"/>
                  </a:cubicBezTo>
                  <a:cubicBezTo>
                    <a:pt x="18140" y="18133"/>
                    <a:pt x="3988" y="3869"/>
                    <a:pt x="16899" y="107"/>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5" name="Shape 3245"/>
            <p:cNvSpPr/>
            <p:nvPr/>
          </p:nvSpPr>
          <p:spPr>
            <a:xfrm>
              <a:off x="989931" y="16524"/>
              <a:ext cx="488128" cy="2082116"/>
            </a:xfrm>
            <a:custGeom>
              <a:avLst/>
              <a:gdLst/>
              <a:ahLst/>
              <a:cxnLst>
                <a:cxn ang="0">
                  <a:pos x="wd2" y="hd2"/>
                </a:cxn>
                <a:cxn ang="5400000">
                  <a:pos x="wd2" y="hd2"/>
                </a:cxn>
                <a:cxn ang="10800000">
                  <a:pos x="wd2" y="hd2"/>
                </a:cxn>
                <a:cxn ang="16200000">
                  <a:pos x="wd2" y="hd2"/>
                </a:cxn>
              </a:cxnLst>
              <a:rect l="0" t="0" r="r" b="b"/>
              <a:pathLst>
                <a:path w="18692" h="20184" fill="norm" stroke="1" extrusionOk="0">
                  <a:moveTo>
                    <a:pt x="1795" y="107"/>
                  </a:moveTo>
                  <a:cubicBezTo>
                    <a:pt x="1795" y="107"/>
                    <a:pt x="13464" y="-896"/>
                    <a:pt x="17313" y="3242"/>
                  </a:cubicBezTo>
                  <a:cubicBezTo>
                    <a:pt x="21161" y="7380"/>
                    <a:pt x="16195" y="10735"/>
                    <a:pt x="11727" y="13368"/>
                  </a:cubicBezTo>
                  <a:cubicBezTo>
                    <a:pt x="7258" y="16002"/>
                    <a:pt x="2416" y="19983"/>
                    <a:pt x="2416" y="19983"/>
                  </a:cubicBezTo>
                  <a:cubicBezTo>
                    <a:pt x="2416" y="19983"/>
                    <a:pt x="-439" y="20704"/>
                    <a:pt x="58" y="19419"/>
                  </a:cubicBezTo>
                  <a:cubicBezTo>
                    <a:pt x="430" y="18133"/>
                    <a:pt x="14582" y="3869"/>
                    <a:pt x="1795" y="107"/>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6" name="Shape 3246"/>
            <p:cNvSpPr/>
            <p:nvPr/>
          </p:nvSpPr>
          <p:spPr>
            <a:xfrm>
              <a:off x="670424" y="0"/>
              <a:ext cx="328474" cy="2094855"/>
            </a:xfrm>
            <a:custGeom>
              <a:avLst/>
              <a:gdLst/>
              <a:ahLst/>
              <a:cxnLst>
                <a:cxn ang="0">
                  <a:pos x="wd2" y="hd2"/>
                </a:cxn>
                <a:cxn ang="5400000">
                  <a:pos x="wd2" y="hd2"/>
                </a:cxn>
                <a:cxn ang="10800000">
                  <a:pos x="wd2" y="hd2"/>
                </a:cxn>
                <a:cxn ang="16200000">
                  <a:pos x="wd2" y="hd2"/>
                </a:cxn>
              </a:cxnLst>
              <a:rect l="0" t="0" r="r" b="b"/>
              <a:pathLst>
                <a:path w="20144" h="20378" fill="norm" stroke="1" extrusionOk="0">
                  <a:moveTo>
                    <a:pt x="18955" y="20070"/>
                  </a:moveTo>
                  <a:cubicBezTo>
                    <a:pt x="18955" y="20070"/>
                    <a:pt x="15784" y="4476"/>
                    <a:pt x="20144" y="42"/>
                  </a:cubicBezTo>
                  <a:cubicBezTo>
                    <a:pt x="20144" y="42"/>
                    <a:pt x="1715" y="-838"/>
                    <a:pt x="129" y="5419"/>
                  </a:cubicBezTo>
                  <a:cubicBezTo>
                    <a:pt x="-1456" y="11676"/>
                    <a:pt x="12019" y="15228"/>
                    <a:pt x="14595" y="20070"/>
                  </a:cubicBezTo>
                  <a:cubicBezTo>
                    <a:pt x="14595" y="20070"/>
                    <a:pt x="16577" y="20762"/>
                    <a:pt x="18955" y="20070"/>
                  </a:cubicBezTo>
                  <a:close/>
                </a:path>
              </a:pathLst>
            </a:cu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7" name="Shape 3247"/>
            <p:cNvSpPr/>
            <p:nvPr/>
          </p:nvSpPr>
          <p:spPr>
            <a:xfrm>
              <a:off x="917224" y="0"/>
              <a:ext cx="328657" cy="2094855"/>
            </a:xfrm>
            <a:custGeom>
              <a:avLst/>
              <a:gdLst/>
              <a:ahLst/>
              <a:cxnLst>
                <a:cxn ang="0">
                  <a:pos x="wd2" y="hd2"/>
                </a:cxn>
                <a:cxn ang="5400000">
                  <a:pos x="wd2" y="hd2"/>
                </a:cxn>
                <a:cxn ang="10800000">
                  <a:pos x="wd2" y="hd2"/>
                </a:cxn>
                <a:cxn ang="16200000">
                  <a:pos x="wd2" y="hd2"/>
                </a:cxn>
              </a:cxnLst>
              <a:rect l="0" t="0" r="r" b="b"/>
              <a:pathLst>
                <a:path w="20302" h="20378" fill="norm" stroke="1" extrusionOk="0">
                  <a:moveTo>
                    <a:pt x="1200" y="20070"/>
                  </a:moveTo>
                  <a:cubicBezTo>
                    <a:pt x="1200" y="20070"/>
                    <a:pt x="4200" y="4476"/>
                    <a:pt x="0" y="42"/>
                  </a:cubicBezTo>
                  <a:cubicBezTo>
                    <a:pt x="0" y="42"/>
                    <a:pt x="18600" y="-838"/>
                    <a:pt x="20200" y="5419"/>
                  </a:cubicBezTo>
                  <a:cubicBezTo>
                    <a:pt x="21600" y="11676"/>
                    <a:pt x="8200" y="15228"/>
                    <a:pt x="5600" y="20070"/>
                  </a:cubicBezTo>
                  <a:cubicBezTo>
                    <a:pt x="5600" y="20070"/>
                    <a:pt x="3600" y="20762"/>
                    <a:pt x="1200" y="20070"/>
                  </a:cubicBezTo>
                  <a:close/>
                </a:path>
              </a:pathLst>
            </a:cu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8" name="Shape 3248"/>
            <p:cNvSpPr/>
            <p:nvPr/>
          </p:nvSpPr>
          <p:spPr>
            <a:xfrm>
              <a:off x="808441" y="2399643"/>
              <a:ext cx="302642" cy="239390"/>
            </a:xfrm>
            <a:custGeom>
              <a:avLst/>
              <a:gdLst/>
              <a:ahLst/>
              <a:cxnLst>
                <a:cxn ang="0">
                  <a:pos x="wd2" y="hd2"/>
                </a:cxn>
                <a:cxn ang="5400000">
                  <a:pos x="wd2" y="hd2"/>
                </a:cxn>
                <a:cxn ang="10800000">
                  <a:pos x="wd2" y="hd2"/>
                </a:cxn>
                <a:cxn ang="16200000">
                  <a:pos x="wd2" y="hd2"/>
                </a:cxn>
              </a:cxnLst>
              <a:rect l="0" t="0" r="r" b="b"/>
              <a:pathLst>
                <a:path w="17664" h="18587" fill="norm" stroke="1" extrusionOk="0">
                  <a:moveTo>
                    <a:pt x="1051" y="1083"/>
                  </a:moveTo>
                  <a:cubicBezTo>
                    <a:pt x="1051" y="1083"/>
                    <a:pt x="9578" y="-1177"/>
                    <a:pt x="16778" y="832"/>
                  </a:cubicBezTo>
                  <a:cubicBezTo>
                    <a:pt x="16778" y="832"/>
                    <a:pt x="16209" y="5102"/>
                    <a:pt x="17536" y="11130"/>
                  </a:cubicBezTo>
                  <a:cubicBezTo>
                    <a:pt x="18862" y="17409"/>
                    <a:pt x="9578" y="20423"/>
                    <a:pt x="2757" y="17409"/>
                  </a:cubicBezTo>
                  <a:cubicBezTo>
                    <a:pt x="-2738" y="13642"/>
                    <a:pt x="1809" y="5856"/>
                    <a:pt x="1051" y="1083"/>
                  </a:cubicBezTo>
                  <a:close/>
                </a:path>
              </a:pathLst>
            </a:custGeom>
            <a:solidFill>
              <a:srgbClr val="C6D9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49" name="Shape 3249"/>
            <p:cNvSpPr/>
            <p:nvPr/>
          </p:nvSpPr>
          <p:spPr>
            <a:xfrm>
              <a:off x="771744" y="2059644"/>
              <a:ext cx="372635" cy="396306"/>
            </a:xfrm>
            <a:custGeom>
              <a:avLst/>
              <a:gdLst/>
              <a:ahLst/>
              <a:cxnLst>
                <a:cxn ang="0">
                  <a:pos x="wd2" y="hd2"/>
                </a:cxn>
                <a:cxn ang="5400000">
                  <a:pos x="wd2" y="hd2"/>
                </a:cxn>
                <a:cxn ang="10800000">
                  <a:pos x="wd2" y="hd2"/>
                </a:cxn>
                <a:cxn ang="16200000">
                  <a:pos x="wd2" y="hd2"/>
                </a:cxn>
              </a:cxnLst>
              <a:rect l="0" t="0" r="r" b="b"/>
              <a:pathLst>
                <a:path w="21600" h="19165" fill="norm" stroke="1" extrusionOk="0">
                  <a:moveTo>
                    <a:pt x="18783" y="16974"/>
                  </a:moveTo>
                  <a:cubicBezTo>
                    <a:pt x="18407" y="16974"/>
                    <a:pt x="18031" y="16817"/>
                    <a:pt x="17656" y="16817"/>
                  </a:cubicBezTo>
                  <a:cubicBezTo>
                    <a:pt x="17468" y="12904"/>
                    <a:pt x="17468" y="9930"/>
                    <a:pt x="17843" y="7895"/>
                  </a:cubicBezTo>
                  <a:cubicBezTo>
                    <a:pt x="18407" y="8052"/>
                    <a:pt x="18783" y="8052"/>
                    <a:pt x="18783" y="8052"/>
                  </a:cubicBezTo>
                  <a:cubicBezTo>
                    <a:pt x="18783" y="7739"/>
                    <a:pt x="18783" y="7739"/>
                    <a:pt x="18783" y="7739"/>
                  </a:cubicBezTo>
                  <a:cubicBezTo>
                    <a:pt x="18970" y="7739"/>
                    <a:pt x="18970" y="7739"/>
                    <a:pt x="18970" y="7739"/>
                  </a:cubicBezTo>
                  <a:cubicBezTo>
                    <a:pt x="19534" y="4922"/>
                    <a:pt x="21600" y="1948"/>
                    <a:pt x="21600" y="1948"/>
                  </a:cubicBezTo>
                  <a:cubicBezTo>
                    <a:pt x="10143" y="-2435"/>
                    <a:pt x="0" y="1948"/>
                    <a:pt x="0" y="1948"/>
                  </a:cubicBezTo>
                  <a:cubicBezTo>
                    <a:pt x="1503" y="4139"/>
                    <a:pt x="2254" y="6174"/>
                    <a:pt x="2442" y="7269"/>
                  </a:cubicBezTo>
                  <a:cubicBezTo>
                    <a:pt x="2630" y="8365"/>
                    <a:pt x="2630" y="8365"/>
                    <a:pt x="2630" y="8365"/>
                  </a:cubicBezTo>
                  <a:cubicBezTo>
                    <a:pt x="2817" y="8208"/>
                    <a:pt x="3193" y="8208"/>
                    <a:pt x="3381" y="8208"/>
                  </a:cubicBezTo>
                  <a:cubicBezTo>
                    <a:pt x="3569" y="10087"/>
                    <a:pt x="3944" y="13061"/>
                    <a:pt x="3944" y="16974"/>
                  </a:cubicBezTo>
                  <a:cubicBezTo>
                    <a:pt x="3381" y="17130"/>
                    <a:pt x="3193" y="17130"/>
                    <a:pt x="3193" y="17130"/>
                  </a:cubicBezTo>
                  <a:cubicBezTo>
                    <a:pt x="1690" y="18226"/>
                    <a:pt x="3193" y="19165"/>
                    <a:pt x="3193" y="19165"/>
                  </a:cubicBezTo>
                  <a:cubicBezTo>
                    <a:pt x="10518" y="17287"/>
                    <a:pt x="18595" y="18695"/>
                    <a:pt x="18595" y="18695"/>
                  </a:cubicBezTo>
                  <a:cubicBezTo>
                    <a:pt x="20285" y="17913"/>
                    <a:pt x="18783" y="16974"/>
                    <a:pt x="18783" y="16974"/>
                  </a:cubicBezTo>
                  <a:close/>
                  <a:moveTo>
                    <a:pt x="17092" y="16661"/>
                  </a:moveTo>
                  <a:cubicBezTo>
                    <a:pt x="16341" y="16504"/>
                    <a:pt x="15402" y="16504"/>
                    <a:pt x="14463" y="16348"/>
                  </a:cubicBezTo>
                  <a:cubicBezTo>
                    <a:pt x="14087" y="13530"/>
                    <a:pt x="14463" y="9930"/>
                    <a:pt x="14650" y="7582"/>
                  </a:cubicBezTo>
                  <a:cubicBezTo>
                    <a:pt x="15590" y="7582"/>
                    <a:pt x="16529" y="7739"/>
                    <a:pt x="17280" y="7895"/>
                  </a:cubicBezTo>
                  <a:cubicBezTo>
                    <a:pt x="16904" y="9930"/>
                    <a:pt x="16904" y="12904"/>
                    <a:pt x="17092" y="16661"/>
                  </a:cubicBezTo>
                  <a:close/>
                  <a:moveTo>
                    <a:pt x="10518" y="16348"/>
                  </a:moveTo>
                  <a:cubicBezTo>
                    <a:pt x="9579" y="16348"/>
                    <a:pt x="8640" y="16348"/>
                    <a:pt x="7701" y="16504"/>
                  </a:cubicBezTo>
                  <a:cubicBezTo>
                    <a:pt x="7889" y="13374"/>
                    <a:pt x="7701" y="9930"/>
                    <a:pt x="7513" y="7582"/>
                  </a:cubicBezTo>
                  <a:cubicBezTo>
                    <a:pt x="8640" y="7426"/>
                    <a:pt x="9579" y="7426"/>
                    <a:pt x="10518" y="7426"/>
                  </a:cubicBezTo>
                  <a:lnTo>
                    <a:pt x="10518" y="16348"/>
                  </a:lnTo>
                  <a:close/>
                  <a:moveTo>
                    <a:pt x="3944" y="8052"/>
                  </a:moveTo>
                  <a:cubicBezTo>
                    <a:pt x="4883" y="7739"/>
                    <a:pt x="6010" y="7739"/>
                    <a:pt x="6950" y="7582"/>
                  </a:cubicBezTo>
                  <a:cubicBezTo>
                    <a:pt x="7137" y="9930"/>
                    <a:pt x="7325" y="13530"/>
                    <a:pt x="7137" y="16504"/>
                  </a:cubicBezTo>
                  <a:cubicBezTo>
                    <a:pt x="6198" y="16661"/>
                    <a:pt x="5259" y="16817"/>
                    <a:pt x="4508" y="16817"/>
                  </a:cubicBezTo>
                  <a:cubicBezTo>
                    <a:pt x="4508" y="12904"/>
                    <a:pt x="4132" y="9930"/>
                    <a:pt x="3944" y="8052"/>
                  </a:cubicBezTo>
                  <a:close/>
                  <a:moveTo>
                    <a:pt x="11082" y="16348"/>
                  </a:moveTo>
                  <a:cubicBezTo>
                    <a:pt x="11082" y="7426"/>
                    <a:pt x="11082" y="7426"/>
                    <a:pt x="11082" y="7426"/>
                  </a:cubicBezTo>
                  <a:cubicBezTo>
                    <a:pt x="12209" y="7426"/>
                    <a:pt x="13148" y="7426"/>
                    <a:pt x="14087" y="7582"/>
                  </a:cubicBezTo>
                  <a:cubicBezTo>
                    <a:pt x="13899" y="9930"/>
                    <a:pt x="13711" y="13530"/>
                    <a:pt x="13899" y="16348"/>
                  </a:cubicBezTo>
                  <a:cubicBezTo>
                    <a:pt x="12960" y="16348"/>
                    <a:pt x="12021" y="16348"/>
                    <a:pt x="11082" y="16348"/>
                  </a:cubicBezTo>
                  <a:close/>
                </a:path>
              </a:pathLst>
            </a:cu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3261" name="Group 3261"/>
          <p:cNvGrpSpPr/>
          <p:nvPr/>
        </p:nvGrpSpPr>
        <p:grpSpPr>
          <a:xfrm>
            <a:off x="18273407" y="4051160"/>
            <a:ext cx="1914943" cy="2639034"/>
            <a:chOff x="0" y="0"/>
            <a:chExt cx="1914941" cy="2639032"/>
          </a:xfrm>
        </p:grpSpPr>
        <p:sp>
          <p:nvSpPr>
            <p:cNvPr id="3251" name="Shape 3251"/>
            <p:cNvSpPr/>
            <p:nvPr/>
          </p:nvSpPr>
          <p:spPr>
            <a:xfrm>
              <a:off x="-1" y="202274"/>
              <a:ext cx="848520" cy="1918002"/>
            </a:xfrm>
            <a:custGeom>
              <a:avLst/>
              <a:gdLst/>
              <a:ahLst/>
              <a:cxnLst>
                <a:cxn ang="0">
                  <a:pos x="wd2" y="hd2"/>
                </a:cxn>
                <a:cxn ang="5400000">
                  <a:pos x="wd2" y="hd2"/>
                </a:cxn>
                <a:cxn ang="10800000">
                  <a:pos x="wd2" y="hd2"/>
                </a:cxn>
                <a:cxn ang="16200000">
                  <a:pos x="wd2" y="hd2"/>
                </a:cxn>
              </a:cxnLst>
              <a:rect l="0" t="0" r="r" b="b"/>
              <a:pathLst>
                <a:path w="18413" h="21528" fill="norm" stroke="1" extrusionOk="0">
                  <a:moveTo>
                    <a:pt x="7707" y="0"/>
                  </a:moveTo>
                  <a:cubicBezTo>
                    <a:pt x="7707" y="0"/>
                    <a:pt x="3556" y="36"/>
                    <a:pt x="882" y="4211"/>
                  </a:cubicBezTo>
                  <a:cubicBezTo>
                    <a:pt x="-1862" y="8386"/>
                    <a:pt x="2219" y="12561"/>
                    <a:pt x="7355" y="15066"/>
                  </a:cubicBezTo>
                  <a:cubicBezTo>
                    <a:pt x="12421" y="17570"/>
                    <a:pt x="17064" y="21527"/>
                    <a:pt x="17064" y="21527"/>
                  </a:cubicBezTo>
                  <a:cubicBezTo>
                    <a:pt x="17064" y="21527"/>
                    <a:pt x="19738" y="21600"/>
                    <a:pt x="17557" y="19930"/>
                  </a:cubicBezTo>
                  <a:cubicBezTo>
                    <a:pt x="15446" y="18260"/>
                    <a:pt x="-947" y="7696"/>
                    <a:pt x="7707" y="0"/>
                  </a:cubicBezTo>
                  <a:close/>
                </a:path>
              </a:pathLst>
            </a:custGeom>
            <a:solidFill>
              <a:srgbClr val="FCD5B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2" name="Shape 3252"/>
            <p:cNvSpPr/>
            <p:nvPr/>
          </p:nvSpPr>
          <p:spPr>
            <a:xfrm>
              <a:off x="202489" y="76351"/>
              <a:ext cx="670848" cy="2026327"/>
            </a:xfrm>
            <a:custGeom>
              <a:avLst/>
              <a:gdLst/>
              <a:ahLst/>
              <a:cxnLst>
                <a:cxn ang="0">
                  <a:pos x="wd2" y="hd2"/>
                </a:cxn>
                <a:cxn ang="5400000">
                  <a:pos x="wd2" y="hd2"/>
                </a:cxn>
                <a:cxn ang="10800000">
                  <a:pos x="wd2" y="hd2"/>
                </a:cxn>
                <a:cxn ang="16200000">
                  <a:pos x="wd2" y="hd2"/>
                </a:cxn>
              </a:cxnLst>
              <a:rect l="0" t="0" r="r" b="b"/>
              <a:pathLst>
                <a:path w="18925" h="20913" fill="norm" stroke="1" extrusionOk="0">
                  <a:moveTo>
                    <a:pt x="11971" y="44"/>
                  </a:moveTo>
                  <a:cubicBezTo>
                    <a:pt x="12245" y="-90"/>
                    <a:pt x="4374" y="-123"/>
                    <a:pt x="1262" y="3082"/>
                  </a:cubicBezTo>
                  <a:cubicBezTo>
                    <a:pt x="-1941" y="6254"/>
                    <a:pt x="1262" y="10360"/>
                    <a:pt x="7395" y="14199"/>
                  </a:cubicBezTo>
                  <a:cubicBezTo>
                    <a:pt x="13618" y="18038"/>
                    <a:pt x="17554" y="20776"/>
                    <a:pt x="17554" y="20776"/>
                  </a:cubicBezTo>
                  <a:cubicBezTo>
                    <a:pt x="17554" y="20776"/>
                    <a:pt x="19659" y="21477"/>
                    <a:pt x="18652" y="19708"/>
                  </a:cubicBezTo>
                  <a:cubicBezTo>
                    <a:pt x="17554" y="17905"/>
                    <a:pt x="1262" y="5552"/>
                    <a:pt x="11971" y="44"/>
                  </a:cubicBezTo>
                  <a:close/>
                </a:path>
              </a:pathLst>
            </a:cu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3" name="Shape 3253"/>
            <p:cNvSpPr/>
            <p:nvPr/>
          </p:nvSpPr>
          <p:spPr>
            <a:xfrm>
              <a:off x="1068865" y="202274"/>
              <a:ext cx="846077" cy="1918002"/>
            </a:xfrm>
            <a:custGeom>
              <a:avLst/>
              <a:gdLst/>
              <a:ahLst/>
              <a:cxnLst>
                <a:cxn ang="0">
                  <a:pos x="wd2" y="hd2"/>
                </a:cxn>
                <a:cxn ang="5400000">
                  <a:pos x="wd2" y="hd2"/>
                </a:cxn>
                <a:cxn ang="10800000">
                  <a:pos x="wd2" y="hd2"/>
                </a:cxn>
                <a:cxn ang="16200000">
                  <a:pos x="wd2" y="hd2"/>
                </a:cxn>
              </a:cxnLst>
              <a:rect l="0" t="0" r="r" b="b"/>
              <a:pathLst>
                <a:path w="18454" h="21528" fill="norm" stroke="1" extrusionOk="0">
                  <a:moveTo>
                    <a:pt x="10768" y="0"/>
                  </a:moveTo>
                  <a:cubicBezTo>
                    <a:pt x="10768" y="0"/>
                    <a:pt x="14932" y="36"/>
                    <a:pt x="17615" y="4211"/>
                  </a:cubicBezTo>
                  <a:cubicBezTo>
                    <a:pt x="20297" y="8386"/>
                    <a:pt x="16132" y="12198"/>
                    <a:pt x="11121" y="15066"/>
                  </a:cubicBezTo>
                  <a:cubicBezTo>
                    <a:pt x="6391" y="17788"/>
                    <a:pt x="1379" y="21527"/>
                    <a:pt x="1379" y="21527"/>
                  </a:cubicBezTo>
                  <a:cubicBezTo>
                    <a:pt x="1379" y="21527"/>
                    <a:pt x="-1303" y="21600"/>
                    <a:pt x="815" y="19930"/>
                  </a:cubicBezTo>
                  <a:cubicBezTo>
                    <a:pt x="3003" y="18260"/>
                    <a:pt x="19450" y="7696"/>
                    <a:pt x="10768" y="0"/>
                  </a:cubicBezTo>
                  <a:close/>
                </a:path>
              </a:pathLst>
            </a:custGeom>
            <a:solidFill>
              <a:srgbClr val="FCD5B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4" name="Shape 3254"/>
            <p:cNvSpPr/>
            <p:nvPr/>
          </p:nvSpPr>
          <p:spPr>
            <a:xfrm>
              <a:off x="1041870" y="76351"/>
              <a:ext cx="671763" cy="2026327"/>
            </a:xfrm>
            <a:custGeom>
              <a:avLst/>
              <a:gdLst/>
              <a:ahLst/>
              <a:cxnLst>
                <a:cxn ang="0">
                  <a:pos x="wd2" y="hd2"/>
                </a:cxn>
                <a:cxn ang="5400000">
                  <a:pos x="wd2" y="hd2"/>
                </a:cxn>
                <a:cxn ang="10800000">
                  <a:pos x="wd2" y="hd2"/>
                </a:cxn>
                <a:cxn ang="16200000">
                  <a:pos x="wd2" y="hd2"/>
                </a:cxn>
              </a:cxnLst>
              <a:rect l="0" t="0" r="r" b="b"/>
              <a:pathLst>
                <a:path w="18887" h="20913" fill="norm" stroke="1" extrusionOk="0">
                  <a:moveTo>
                    <a:pt x="6969" y="44"/>
                  </a:moveTo>
                  <a:cubicBezTo>
                    <a:pt x="6695" y="-90"/>
                    <a:pt x="14533" y="-123"/>
                    <a:pt x="17632" y="3082"/>
                  </a:cubicBezTo>
                  <a:cubicBezTo>
                    <a:pt x="20822" y="6254"/>
                    <a:pt x="17632" y="10360"/>
                    <a:pt x="11435" y="14199"/>
                  </a:cubicBezTo>
                  <a:cubicBezTo>
                    <a:pt x="5328" y="18038"/>
                    <a:pt x="1318" y="20776"/>
                    <a:pt x="1318" y="20776"/>
                  </a:cubicBezTo>
                  <a:cubicBezTo>
                    <a:pt x="1318" y="20776"/>
                    <a:pt x="-778" y="21477"/>
                    <a:pt x="316" y="19708"/>
                  </a:cubicBezTo>
                  <a:cubicBezTo>
                    <a:pt x="1318" y="17905"/>
                    <a:pt x="17632" y="5552"/>
                    <a:pt x="6969" y="44"/>
                  </a:cubicBezTo>
                  <a:close/>
                </a:path>
              </a:pathLst>
            </a:cu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5" name="Shape 3255"/>
            <p:cNvSpPr/>
            <p:nvPr/>
          </p:nvSpPr>
          <p:spPr>
            <a:xfrm>
              <a:off x="438012" y="16524"/>
              <a:ext cx="488180" cy="2082116"/>
            </a:xfrm>
            <a:custGeom>
              <a:avLst/>
              <a:gdLst/>
              <a:ahLst/>
              <a:cxnLst>
                <a:cxn ang="0">
                  <a:pos x="wd2" y="hd2"/>
                </a:cxn>
                <a:cxn ang="5400000">
                  <a:pos x="wd2" y="hd2"/>
                </a:cxn>
                <a:cxn ang="10800000">
                  <a:pos x="wd2" y="hd2"/>
                </a:cxn>
                <a:cxn ang="16200000">
                  <a:pos x="wd2" y="hd2"/>
                </a:cxn>
              </a:cxnLst>
              <a:rect l="0" t="0" r="r" b="b"/>
              <a:pathLst>
                <a:path w="18694" h="20184" fill="norm" stroke="1" extrusionOk="0">
                  <a:moveTo>
                    <a:pt x="16899" y="107"/>
                  </a:moveTo>
                  <a:cubicBezTo>
                    <a:pt x="16899" y="107"/>
                    <a:pt x="5105" y="-896"/>
                    <a:pt x="1381" y="3242"/>
                  </a:cubicBezTo>
                  <a:cubicBezTo>
                    <a:pt x="-2467" y="7380"/>
                    <a:pt x="2499" y="10735"/>
                    <a:pt x="6843" y="13368"/>
                  </a:cubicBezTo>
                  <a:cubicBezTo>
                    <a:pt x="11312" y="16002"/>
                    <a:pt x="16278" y="19983"/>
                    <a:pt x="16278" y="19983"/>
                  </a:cubicBezTo>
                  <a:cubicBezTo>
                    <a:pt x="16278" y="19983"/>
                    <a:pt x="19133" y="20704"/>
                    <a:pt x="18636" y="19419"/>
                  </a:cubicBezTo>
                  <a:cubicBezTo>
                    <a:pt x="18140" y="18133"/>
                    <a:pt x="3988" y="3869"/>
                    <a:pt x="16899" y="107"/>
                  </a:cubicBezTo>
                  <a:close/>
                </a:path>
              </a:pathLst>
            </a:custGeom>
            <a:solidFill>
              <a:srgbClr val="FCD5B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6" name="Shape 3256"/>
            <p:cNvSpPr/>
            <p:nvPr/>
          </p:nvSpPr>
          <p:spPr>
            <a:xfrm>
              <a:off x="989931" y="16524"/>
              <a:ext cx="488128" cy="2082116"/>
            </a:xfrm>
            <a:custGeom>
              <a:avLst/>
              <a:gdLst/>
              <a:ahLst/>
              <a:cxnLst>
                <a:cxn ang="0">
                  <a:pos x="wd2" y="hd2"/>
                </a:cxn>
                <a:cxn ang="5400000">
                  <a:pos x="wd2" y="hd2"/>
                </a:cxn>
                <a:cxn ang="10800000">
                  <a:pos x="wd2" y="hd2"/>
                </a:cxn>
                <a:cxn ang="16200000">
                  <a:pos x="wd2" y="hd2"/>
                </a:cxn>
              </a:cxnLst>
              <a:rect l="0" t="0" r="r" b="b"/>
              <a:pathLst>
                <a:path w="18692" h="20184" fill="norm" stroke="1" extrusionOk="0">
                  <a:moveTo>
                    <a:pt x="1795" y="107"/>
                  </a:moveTo>
                  <a:cubicBezTo>
                    <a:pt x="1795" y="107"/>
                    <a:pt x="13464" y="-896"/>
                    <a:pt x="17313" y="3242"/>
                  </a:cubicBezTo>
                  <a:cubicBezTo>
                    <a:pt x="21161" y="7380"/>
                    <a:pt x="16195" y="10735"/>
                    <a:pt x="11727" y="13368"/>
                  </a:cubicBezTo>
                  <a:cubicBezTo>
                    <a:pt x="7258" y="16002"/>
                    <a:pt x="2416" y="19983"/>
                    <a:pt x="2416" y="19983"/>
                  </a:cubicBezTo>
                  <a:cubicBezTo>
                    <a:pt x="2416" y="19983"/>
                    <a:pt x="-439" y="20704"/>
                    <a:pt x="58" y="19419"/>
                  </a:cubicBezTo>
                  <a:cubicBezTo>
                    <a:pt x="430" y="18133"/>
                    <a:pt x="14582" y="3869"/>
                    <a:pt x="1795" y="107"/>
                  </a:cubicBezTo>
                  <a:close/>
                </a:path>
              </a:pathLst>
            </a:custGeom>
            <a:solidFill>
              <a:srgbClr val="FCD5B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7" name="Shape 3257"/>
            <p:cNvSpPr/>
            <p:nvPr/>
          </p:nvSpPr>
          <p:spPr>
            <a:xfrm>
              <a:off x="670424" y="0"/>
              <a:ext cx="328474" cy="2094855"/>
            </a:xfrm>
            <a:custGeom>
              <a:avLst/>
              <a:gdLst/>
              <a:ahLst/>
              <a:cxnLst>
                <a:cxn ang="0">
                  <a:pos x="wd2" y="hd2"/>
                </a:cxn>
                <a:cxn ang="5400000">
                  <a:pos x="wd2" y="hd2"/>
                </a:cxn>
                <a:cxn ang="10800000">
                  <a:pos x="wd2" y="hd2"/>
                </a:cxn>
                <a:cxn ang="16200000">
                  <a:pos x="wd2" y="hd2"/>
                </a:cxn>
              </a:cxnLst>
              <a:rect l="0" t="0" r="r" b="b"/>
              <a:pathLst>
                <a:path w="20144" h="20378" fill="norm" stroke="1" extrusionOk="0">
                  <a:moveTo>
                    <a:pt x="18955" y="20070"/>
                  </a:moveTo>
                  <a:cubicBezTo>
                    <a:pt x="18955" y="20070"/>
                    <a:pt x="15784" y="4476"/>
                    <a:pt x="20144" y="42"/>
                  </a:cubicBezTo>
                  <a:cubicBezTo>
                    <a:pt x="20144" y="42"/>
                    <a:pt x="1715" y="-838"/>
                    <a:pt x="129" y="5419"/>
                  </a:cubicBezTo>
                  <a:cubicBezTo>
                    <a:pt x="-1456" y="11676"/>
                    <a:pt x="12019" y="15228"/>
                    <a:pt x="14595" y="20070"/>
                  </a:cubicBezTo>
                  <a:cubicBezTo>
                    <a:pt x="14595" y="20070"/>
                    <a:pt x="16577" y="20762"/>
                    <a:pt x="18955" y="20070"/>
                  </a:cubicBezTo>
                  <a:close/>
                </a:path>
              </a:pathLst>
            </a:cu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8" name="Shape 3258"/>
            <p:cNvSpPr/>
            <p:nvPr/>
          </p:nvSpPr>
          <p:spPr>
            <a:xfrm>
              <a:off x="917224" y="0"/>
              <a:ext cx="328657" cy="2094855"/>
            </a:xfrm>
            <a:custGeom>
              <a:avLst/>
              <a:gdLst/>
              <a:ahLst/>
              <a:cxnLst>
                <a:cxn ang="0">
                  <a:pos x="wd2" y="hd2"/>
                </a:cxn>
                <a:cxn ang="5400000">
                  <a:pos x="wd2" y="hd2"/>
                </a:cxn>
                <a:cxn ang="10800000">
                  <a:pos x="wd2" y="hd2"/>
                </a:cxn>
                <a:cxn ang="16200000">
                  <a:pos x="wd2" y="hd2"/>
                </a:cxn>
              </a:cxnLst>
              <a:rect l="0" t="0" r="r" b="b"/>
              <a:pathLst>
                <a:path w="20302" h="20378" fill="norm" stroke="1" extrusionOk="0">
                  <a:moveTo>
                    <a:pt x="1200" y="20070"/>
                  </a:moveTo>
                  <a:cubicBezTo>
                    <a:pt x="1200" y="20070"/>
                    <a:pt x="4200" y="4476"/>
                    <a:pt x="0" y="42"/>
                  </a:cubicBezTo>
                  <a:cubicBezTo>
                    <a:pt x="0" y="42"/>
                    <a:pt x="18600" y="-838"/>
                    <a:pt x="20200" y="5419"/>
                  </a:cubicBezTo>
                  <a:cubicBezTo>
                    <a:pt x="21600" y="11676"/>
                    <a:pt x="8200" y="15228"/>
                    <a:pt x="5600" y="20070"/>
                  </a:cubicBezTo>
                  <a:cubicBezTo>
                    <a:pt x="5600" y="20070"/>
                    <a:pt x="3600" y="20762"/>
                    <a:pt x="1200" y="20070"/>
                  </a:cubicBezTo>
                  <a:close/>
                </a:path>
              </a:pathLst>
            </a:cu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59" name="Shape 3259"/>
            <p:cNvSpPr/>
            <p:nvPr/>
          </p:nvSpPr>
          <p:spPr>
            <a:xfrm>
              <a:off x="808441" y="2399643"/>
              <a:ext cx="302642" cy="239390"/>
            </a:xfrm>
            <a:custGeom>
              <a:avLst/>
              <a:gdLst/>
              <a:ahLst/>
              <a:cxnLst>
                <a:cxn ang="0">
                  <a:pos x="wd2" y="hd2"/>
                </a:cxn>
                <a:cxn ang="5400000">
                  <a:pos x="wd2" y="hd2"/>
                </a:cxn>
                <a:cxn ang="10800000">
                  <a:pos x="wd2" y="hd2"/>
                </a:cxn>
                <a:cxn ang="16200000">
                  <a:pos x="wd2" y="hd2"/>
                </a:cxn>
              </a:cxnLst>
              <a:rect l="0" t="0" r="r" b="b"/>
              <a:pathLst>
                <a:path w="17664" h="18587" fill="norm" stroke="1" extrusionOk="0">
                  <a:moveTo>
                    <a:pt x="1051" y="1083"/>
                  </a:moveTo>
                  <a:cubicBezTo>
                    <a:pt x="1051" y="1083"/>
                    <a:pt x="9578" y="-1177"/>
                    <a:pt x="16778" y="832"/>
                  </a:cubicBezTo>
                  <a:cubicBezTo>
                    <a:pt x="16778" y="832"/>
                    <a:pt x="16209" y="5102"/>
                    <a:pt x="17536" y="11130"/>
                  </a:cubicBezTo>
                  <a:cubicBezTo>
                    <a:pt x="18862" y="17409"/>
                    <a:pt x="9578" y="20423"/>
                    <a:pt x="2757" y="17409"/>
                  </a:cubicBezTo>
                  <a:cubicBezTo>
                    <a:pt x="-2738" y="13642"/>
                    <a:pt x="1809" y="5856"/>
                    <a:pt x="1051" y="1083"/>
                  </a:cubicBezTo>
                  <a:close/>
                </a:path>
              </a:pathLst>
            </a:custGeom>
            <a:solidFill>
              <a:srgbClr val="FCD5B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3260" name="Shape 3260"/>
            <p:cNvSpPr/>
            <p:nvPr/>
          </p:nvSpPr>
          <p:spPr>
            <a:xfrm>
              <a:off x="771744" y="2059644"/>
              <a:ext cx="372635" cy="396306"/>
            </a:xfrm>
            <a:custGeom>
              <a:avLst/>
              <a:gdLst/>
              <a:ahLst/>
              <a:cxnLst>
                <a:cxn ang="0">
                  <a:pos x="wd2" y="hd2"/>
                </a:cxn>
                <a:cxn ang="5400000">
                  <a:pos x="wd2" y="hd2"/>
                </a:cxn>
                <a:cxn ang="10800000">
                  <a:pos x="wd2" y="hd2"/>
                </a:cxn>
                <a:cxn ang="16200000">
                  <a:pos x="wd2" y="hd2"/>
                </a:cxn>
              </a:cxnLst>
              <a:rect l="0" t="0" r="r" b="b"/>
              <a:pathLst>
                <a:path w="21600" h="19165" fill="norm" stroke="1" extrusionOk="0">
                  <a:moveTo>
                    <a:pt x="18783" y="16974"/>
                  </a:moveTo>
                  <a:cubicBezTo>
                    <a:pt x="18407" y="16974"/>
                    <a:pt x="18031" y="16817"/>
                    <a:pt x="17656" y="16817"/>
                  </a:cubicBezTo>
                  <a:cubicBezTo>
                    <a:pt x="17468" y="12904"/>
                    <a:pt x="17468" y="9930"/>
                    <a:pt x="17843" y="7895"/>
                  </a:cubicBezTo>
                  <a:cubicBezTo>
                    <a:pt x="18407" y="8052"/>
                    <a:pt x="18783" y="8052"/>
                    <a:pt x="18783" y="8052"/>
                  </a:cubicBezTo>
                  <a:cubicBezTo>
                    <a:pt x="18783" y="7739"/>
                    <a:pt x="18783" y="7739"/>
                    <a:pt x="18783" y="7739"/>
                  </a:cubicBezTo>
                  <a:cubicBezTo>
                    <a:pt x="18970" y="7739"/>
                    <a:pt x="18970" y="7739"/>
                    <a:pt x="18970" y="7739"/>
                  </a:cubicBezTo>
                  <a:cubicBezTo>
                    <a:pt x="19534" y="4922"/>
                    <a:pt x="21600" y="1948"/>
                    <a:pt x="21600" y="1948"/>
                  </a:cubicBezTo>
                  <a:cubicBezTo>
                    <a:pt x="10143" y="-2435"/>
                    <a:pt x="0" y="1948"/>
                    <a:pt x="0" y="1948"/>
                  </a:cubicBezTo>
                  <a:cubicBezTo>
                    <a:pt x="1503" y="4139"/>
                    <a:pt x="2254" y="6174"/>
                    <a:pt x="2442" y="7269"/>
                  </a:cubicBezTo>
                  <a:cubicBezTo>
                    <a:pt x="2630" y="8365"/>
                    <a:pt x="2630" y="8365"/>
                    <a:pt x="2630" y="8365"/>
                  </a:cubicBezTo>
                  <a:cubicBezTo>
                    <a:pt x="2817" y="8208"/>
                    <a:pt x="3193" y="8208"/>
                    <a:pt x="3381" y="8208"/>
                  </a:cubicBezTo>
                  <a:cubicBezTo>
                    <a:pt x="3569" y="10087"/>
                    <a:pt x="3944" y="13061"/>
                    <a:pt x="3944" y="16974"/>
                  </a:cubicBezTo>
                  <a:cubicBezTo>
                    <a:pt x="3381" y="17130"/>
                    <a:pt x="3193" y="17130"/>
                    <a:pt x="3193" y="17130"/>
                  </a:cubicBezTo>
                  <a:cubicBezTo>
                    <a:pt x="1690" y="18226"/>
                    <a:pt x="3193" y="19165"/>
                    <a:pt x="3193" y="19165"/>
                  </a:cubicBezTo>
                  <a:cubicBezTo>
                    <a:pt x="10518" y="17287"/>
                    <a:pt x="18595" y="18695"/>
                    <a:pt x="18595" y="18695"/>
                  </a:cubicBezTo>
                  <a:cubicBezTo>
                    <a:pt x="20285" y="17913"/>
                    <a:pt x="18783" y="16974"/>
                    <a:pt x="18783" y="16974"/>
                  </a:cubicBezTo>
                  <a:close/>
                  <a:moveTo>
                    <a:pt x="17092" y="16661"/>
                  </a:moveTo>
                  <a:cubicBezTo>
                    <a:pt x="16341" y="16504"/>
                    <a:pt x="15402" y="16504"/>
                    <a:pt x="14463" y="16348"/>
                  </a:cubicBezTo>
                  <a:cubicBezTo>
                    <a:pt x="14087" y="13530"/>
                    <a:pt x="14463" y="9930"/>
                    <a:pt x="14650" y="7582"/>
                  </a:cubicBezTo>
                  <a:cubicBezTo>
                    <a:pt x="15590" y="7582"/>
                    <a:pt x="16529" y="7739"/>
                    <a:pt x="17280" y="7895"/>
                  </a:cubicBezTo>
                  <a:cubicBezTo>
                    <a:pt x="16904" y="9930"/>
                    <a:pt x="16904" y="12904"/>
                    <a:pt x="17092" y="16661"/>
                  </a:cubicBezTo>
                  <a:close/>
                  <a:moveTo>
                    <a:pt x="10518" y="16348"/>
                  </a:moveTo>
                  <a:cubicBezTo>
                    <a:pt x="9579" y="16348"/>
                    <a:pt x="8640" y="16348"/>
                    <a:pt x="7701" y="16504"/>
                  </a:cubicBezTo>
                  <a:cubicBezTo>
                    <a:pt x="7889" y="13374"/>
                    <a:pt x="7701" y="9930"/>
                    <a:pt x="7513" y="7582"/>
                  </a:cubicBezTo>
                  <a:cubicBezTo>
                    <a:pt x="8640" y="7426"/>
                    <a:pt x="9579" y="7426"/>
                    <a:pt x="10518" y="7426"/>
                  </a:cubicBezTo>
                  <a:lnTo>
                    <a:pt x="10518" y="16348"/>
                  </a:lnTo>
                  <a:close/>
                  <a:moveTo>
                    <a:pt x="3944" y="8052"/>
                  </a:moveTo>
                  <a:cubicBezTo>
                    <a:pt x="4883" y="7739"/>
                    <a:pt x="6010" y="7739"/>
                    <a:pt x="6950" y="7582"/>
                  </a:cubicBezTo>
                  <a:cubicBezTo>
                    <a:pt x="7137" y="9930"/>
                    <a:pt x="7325" y="13530"/>
                    <a:pt x="7137" y="16504"/>
                  </a:cubicBezTo>
                  <a:cubicBezTo>
                    <a:pt x="6198" y="16661"/>
                    <a:pt x="5259" y="16817"/>
                    <a:pt x="4508" y="16817"/>
                  </a:cubicBezTo>
                  <a:cubicBezTo>
                    <a:pt x="4508" y="12904"/>
                    <a:pt x="4132" y="9930"/>
                    <a:pt x="3944" y="8052"/>
                  </a:cubicBezTo>
                  <a:close/>
                  <a:moveTo>
                    <a:pt x="11082" y="16348"/>
                  </a:moveTo>
                  <a:cubicBezTo>
                    <a:pt x="11082" y="7426"/>
                    <a:pt x="11082" y="7426"/>
                    <a:pt x="11082" y="7426"/>
                  </a:cubicBezTo>
                  <a:cubicBezTo>
                    <a:pt x="12209" y="7426"/>
                    <a:pt x="13148" y="7426"/>
                    <a:pt x="14087" y="7582"/>
                  </a:cubicBezTo>
                  <a:cubicBezTo>
                    <a:pt x="13899" y="9930"/>
                    <a:pt x="13711" y="13530"/>
                    <a:pt x="13899" y="16348"/>
                  </a:cubicBezTo>
                  <a:cubicBezTo>
                    <a:pt x="12960" y="16348"/>
                    <a:pt x="12021" y="16348"/>
                    <a:pt x="11082" y="16348"/>
                  </a:cubicBezTo>
                  <a:close/>
                </a:path>
              </a:pathLst>
            </a:cu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3262" name="Shape 3262"/>
          <p:cNvSpPr/>
          <p:nvPr/>
        </p:nvSpPr>
        <p:spPr>
          <a:xfrm>
            <a:off x="2058252" y="10178839"/>
            <a:ext cx="4020604"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263" name="Shape 3263"/>
          <p:cNvSpPr/>
          <p:nvPr/>
        </p:nvSpPr>
        <p:spPr>
          <a:xfrm>
            <a:off x="609600" y="10178839"/>
            <a:ext cx="1240900" cy="1248692"/>
          </a:xfrm>
          <a:prstGeom prst="ellipse">
            <a:avLst/>
          </a:prstGeom>
          <a:solidFill>
            <a:srgbClr val="1B6AA5"/>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3264" name="Shape 3264"/>
          <p:cNvSpPr/>
          <p:nvPr/>
        </p:nvSpPr>
        <p:spPr>
          <a:xfrm>
            <a:off x="7873627" y="10178839"/>
            <a:ext cx="4020604"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265" name="Shape 3265"/>
          <p:cNvSpPr/>
          <p:nvPr/>
        </p:nvSpPr>
        <p:spPr>
          <a:xfrm>
            <a:off x="6424975" y="10178839"/>
            <a:ext cx="1240900" cy="1248692"/>
          </a:xfrm>
          <a:prstGeom prst="ellipse">
            <a:avLst/>
          </a:prstGeom>
          <a:solidFill>
            <a:srgbClr val="46C1A4"/>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3266" name="Shape 3266"/>
          <p:cNvSpPr/>
          <p:nvPr/>
        </p:nvSpPr>
        <p:spPr>
          <a:xfrm>
            <a:off x="13347397" y="10178839"/>
            <a:ext cx="4020603"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267" name="Shape 3267"/>
          <p:cNvSpPr/>
          <p:nvPr/>
        </p:nvSpPr>
        <p:spPr>
          <a:xfrm>
            <a:off x="11898744" y="10178839"/>
            <a:ext cx="1240900" cy="1248692"/>
          </a:xfrm>
          <a:prstGeom prst="ellipse">
            <a:avLst/>
          </a:prstGeom>
          <a:solidFill>
            <a:srgbClr val="4BACC6"/>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3268" name="Shape 3268"/>
          <p:cNvSpPr/>
          <p:nvPr/>
        </p:nvSpPr>
        <p:spPr>
          <a:xfrm>
            <a:off x="18888667" y="10178839"/>
            <a:ext cx="4020603"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269" name="Shape 3269"/>
          <p:cNvSpPr/>
          <p:nvPr/>
        </p:nvSpPr>
        <p:spPr>
          <a:xfrm>
            <a:off x="17440014" y="10178839"/>
            <a:ext cx="1240900" cy="1248692"/>
          </a:xfrm>
          <a:prstGeom prst="ellipse">
            <a:avLst/>
          </a:prstGeom>
          <a:solidFill>
            <a:srgbClr val="F0C424"/>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grpSp>
        <p:nvGrpSpPr>
          <p:cNvPr id="3278" name="Group 3278"/>
          <p:cNvGrpSpPr/>
          <p:nvPr/>
        </p:nvGrpSpPr>
        <p:grpSpPr>
          <a:xfrm>
            <a:off x="3430757" y="4063956"/>
            <a:ext cx="18365046" cy="3276638"/>
            <a:chOff x="0" y="0"/>
            <a:chExt cx="18365045" cy="3276637"/>
          </a:xfrm>
        </p:grpSpPr>
        <p:sp>
          <p:nvSpPr>
            <p:cNvPr id="3270" name="Shape 3270"/>
            <p:cNvSpPr/>
            <p:nvPr/>
          </p:nvSpPr>
          <p:spPr>
            <a:xfrm>
              <a:off x="5425302" y="2513478"/>
              <a:ext cx="1953111" cy="651037"/>
            </a:xfrm>
            <a:prstGeom prst="roundRect">
              <a:avLst>
                <a:gd name="adj" fmla="val 6927"/>
              </a:avLst>
            </a:prstGeom>
            <a:solidFill>
              <a:srgbClr val="46C1A4"/>
            </a:solidFill>
            <a:ln w="12700" cap="flat">
              <a:noFill/>
              <a:miter lim="400000"/>
            </a:ln>
            <a:effectLst/>
          </p:spPr>
          <p:txBody>
            <a:bodyPr wrap="square" lIns="45719" tIns="45719" rIns="45719" bIns="45719" numCol="1" anchor="ctr">
              <a:noAutofit/>
            </a:bodyPr>
            <a:lstStyle/>
            <a:p>
              <a:pPr defTabSz="914400">
                <a:defRPr sz="2800">
                  <a:solidFill>
                    <a:srgbClr val="FFFFFF"/>
                  </a:solidFill>
                  <a:latin typeface="Raleway Bold"/>
                  <a:ea typeface="Raleway Bold"/>
                  <a:cs typeface="Raleway Bold"/>
                  <a:sym typeface="Raleway Bold"/>
                </a:defRPr>
              </a:pPr>
            </a:p>
          </p:txBody>
        </p:sp>
        <p:sp>
          <p:nvSpPr>
            <p:cNvPr id="3271" name="Shape 3271"/>
            <p:cNvSpPr/>
            <p:nvPr/>
          </p:nvSpPr>
          <p:spPr>
            <a:xfrm>
              <a:off x="5438511" y="2401355"/>
              <a:ext cx="1926693" cy="875283"/>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noAutofit/>
            </a:bodyPr>
            <a:lstStyle>
              <a:lvl1pPr defTabSz="914400">
                <a:defRPr sz="2800">
                  <a:solidFill>
                    <a:srgbClr val="FFFFFF"/>
                  </a:solidFill>
                  <a:latin typeface="Raleway Bold"/>
                  <a:ea typeface="Raleway Bold"/>
                  <a:cs typeface="Raleway Bold"/>
                  <a:sym typeface="Raleway Bold"/>
                </a:defRPr>
              </a:lvl1pPr>
            </a:lstStyle>
            <a:p>
              <a:pPr/>
              <a:r>
                <a:t>4000</a:t>
              </a:r>
            </a:p>
          </p:txBody>
        </p:sp>
        <p:sp>
          <p:nvSpPr>
            <p:cNvPr id="3272" name="Shape 3272"/>
            <p:cNvSpPr/>
            <p:nvPr/>
          </p:nvSpPr>
          <p:spPr>
            <a:xfrm>
              <a:off x="11067618" y="822208"/>
              <a:ext cx="1953110" cy="651037"/>
            </a:xfrm>
            <a:prstGeom prst="roundRect">
              <a:avLst>
                <a:gd name="adj" fmla="val 6927"/>
              </a:avLst>
            </a:prstGeom>
            <a:solidFill>
              <a:srgbClr val="4BACC6"/>
            </a:solidFill>
            <a:ln w="12700" cap="flat">
              <a:noFill/>
              <a:miter lim="400000"/>
            </a:ln>
            <a:effectLst/>
          </p:spPr>
          <p:txBody>
            <a:bodyPr wrap="square" lIns="45719" tIns="45719" rIns="45719" bIns="45719" numCol="1" anchor="ctr">
              <a:noAutofit/>
            </a:bodyPr>
            <a:lstStyle/>
            <a:p>
              <a:pPr defTabSz="914400">
                <a:defRPr sz="2800">
                  <a:solidFill>
                    <a:srgbClr val="FFFFFF"/>
                  </a:solidFill>
                  <a:latin typeface="Raleway Bold"/>
                  <a:ea typeface="Raleway Bold"/>
                  <a:cs typeface="Raleway Bold"/>
                  <a:sym typeface="Raleway Bold"/>
                </a:defRPr>
              </a:pPr>
            </a:p>
          </p:txBody>
        </p:sp>
        <p:sp>
          <p:nvSpPr>
            <p:cNvPr id="3273" name="Shape 3273"/>
            <p:cNvSpPr/>
            <p:nvPr/>
          </p:nvSpPr>
          <p:spPr>
            <a:xfrm>
              <a:off x="11080826" y="710085"/>
              <a:ext cx="1926693" cy="875283"/>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noAutofit/>
            </a:bodyPr>
            <a:lstStyle>
              <a:lvl1pPr defTabSz="914400">
                <a:defRPr sz="2800">
                  <a:solidFill>
                    <a:srgbClr val="FFFFFF"/>
                  </a:solidFill>
                  <a:latin typeface="Raleway Bold"/>
                  <a:ea typeface="Raleway Bold"/>
                  <a:cs typeface="Raleway Bold"/>
                  <a:sym typeface="Raleway Bold"/>
                </a:defRPr>
              </a:lvl1pPr>
            </a:lstStyle>
            <a:p>
              <a:pPr/>
              <a:r>
                <a:t>8000</a:t>
              </a:r>
            </a:p>
          </p:txBody>
        </p:sp>
        <p:sp>
          <p:nvSpPr>
            <p:cNvPr id="3274" name="Shape 3274"/>
            <p:cNvSpPr/>
            <p:nvPr/>
          </p:nvSpPr>
          <p:spPr>
            <a:xfrm>
              <a:off x="0" y="112122"/>
              <a:ext cx="1953110" cy="651038"/>
            </a:xfrm>
            <a:prstGeom prst="roundRect">
              <a:avLst>
                <a:gd name="adj" fmla="val 6927"/>
              </a:avLst>
            </a:prstGeom>
            <a:solidFill>
              <a:srgbClr val="1B6AA5"/>
            </a:solidFill>
            <a:ln w="12700" cap="flat">
              <a:noFill/>
              <a:miter lim="400000"/>
            </a:ln>
            <a:effectLst/>
          </p:spPr>
          <p:txBody>
            <a:bodyPr wrap="square" lIns="45719" tIns="45719" rIns="45719" bIns="45719" numCol="1" anchor="ctr">
              <a:noAutofit/>
            </a:bodyPr>
            <a:lstStyle/>
            <a:p>
              <a:pPr defTabSz="914400">
                <a:defRPr sz="2800">
                  <a:solidFill>
                    <a:srgbClr val="FFFFFF"/>
                  </a:solidFill>
                  <a:latin typeface="Raleway Bold"/>
                  <a:ea typeface="Raleway Bold"/>
                  <a:cs typeface="Raleway Bold"/>
                  <a:sym typeface="Raleway Bold"/>
                </a:defRPr>
              </a:pPr>
            </a:p>
          </p:txBody>
        </p:sp>
        <p:sp>
          <p:nvSpPr>
            <p:cNvPr id="3275" name="Shape 3275"/>
            <p:cNvSpPr/>
            <p:nvPr/>
          </p:nvSpPr>
          <p:spPr>
            <a:xfrm>
              <a:off x="13208" y="0"/>
              <a:ext cx="1926693" cy="875283"/>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noAutofit/>
            </a:bodyPr>
            <a:lstStyle>
              <a:lvl1pPr defTabSz="914400">
                <a:defRPr sz="2800">
                  <a:solidFill>
                    <a:srgbClr val="FFFFFF"/>
                  </a:solidFill>
                  <a:latin typeface="Raleway Bold"/>
                  <a:ea typeface="Raleway Bold"/>
                  <a:cs typeface="Raleway Bold"/>
                  <a:sym typeface="Raleway Bold"/>
                </a:defRPr>
              </a:lvl1pPr>
            </a:lstStyle>
            <a:p>
              <a:pPr/>
              <a:r>
                <a:t>9000</a:t>
              </a:r>
            </a:p>
          </p:txBody>
        </p:sp>
        <p:sp>
          <p:nvSpPr>
            <p:cNvPr id="3276" name="Shape 3276"/>
            <p:cNvSpPr/>
            <p:nvPr/>
          </p:nvSpPr>
          <p:spPr>
            <a:xfrm>
              <a:off x="16411936" y="1787684"/>
              <a:ext cx="1953110" cy="651037"/>
            </a:xfrm>
            <a:prstGeom prst="roundRect">
              <a:avLst>
                <a:gd name="adj" fmla="val 6927"/>
              </a:avLst>
            </a:prstGeom>
            <a:solidFill>
              <a:srgbClr val="F0C424"/>
            </a:solidFill>
            <a:ln w="12700" cap="flat">
              <a:noFill/>
              <a:miter lim="400000"/>
            </a:ln>
            <a:effectLst/>
          </p:spPr>
          <p:txBody>
            <a:bodyPr wrap="square" lIns="45719" tIns="45719" rIns="45719" bIns="45719" numCol="1" anchor="ctr">
              <a:noAutofit/>
            </a:bodyPr>
            <a:lstStyle/>
            <a:p>
              <a:pPr defTabSz="914400">
                <a:defRPr sz="2800">
                  <a:solidFill>
                    <a:srgbClr val="FFFFFF"/>
                  </a:solidFill>
                  <a:latin typeface="Raleway Bold"/>
                  <a:ea typeface="Raleway Bold"/>
                  <a:cs typeface="Raleway Bold"/>
                  <a:sym typeface="Raleway Bold"/>
                </a:defRPr>
              </a:pPr>
            </a:p>
          </p:txBody>
        </p:sp>
        <p:sp>
          <p:nvSpPr>
            <p:cNvPr id="3277" name="Shape 3277"/>
            <p:cNvSpPr/>
            <p:nvPr/>
          </p:nvSpPr>
          <p:spPr>
            <a:xfrm>
              <a:off x="16425144" y="1675561"/>
              <a:ext cx="1926693" cy="875283"/>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noAutofit/>
            </a:bodyPr>
            <a:lstStyle>
              <a:lvl1pPr defTabSz="914400">
                <a:defRPr sz="2800">
                  <a:solidFill>
                    <a:srgbClr val="FFFFFF"/>
                  </a:solidFill>
                  <a:latin typeface="Raleway Bold"/>
                  <a:ea typeface="Raleway Bold"/>
                  <a:cs typeface="Raleway Bold"/>
                  <a:sym typeface="Raleway Bold"/>
                </a:defRPr>
              </a:lvl1pPr>
            </a:lstStyle>
            <a:p>
              <a:pPr/>
              <a:r>
                <a:t>7000</a:t>
              </a:r>
            </a:p>
          </p:txBody>
        </p:sp>
      </p:grpSp>
      <p:sp>
        <p:nvSpPr>
          <p:cNvPr id="3279" name="Shape 327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0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281" name="Shape 3281"/>
          <p:cNvSpPr/>
          <p:nvPr/>
        </p:nvSpPr>
        <p:spPr>
          <a:xfrm>
            <a:off x="303300" y="385686"/>
            <a:ext cx="604012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Data redes sociales</a:t>
            </a:r>
          </a:p>
        </p:txBody>
      </p:sp>
      <p:sp>
        <p:nvSpPr>
          <p:cNvPr id="3282" name="Shape 3282"/>
          <p:cNvSpPr/>
          <p:nvPr/>
        </p:nvSpPr>
        <p:spPr>
          <a:xfrm>
            <a:off x="7301653" y="2699664"/>
            <a:ext cx="4755976" cy="93933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30"/>
                </a:moveTo>
                <a:cubicBezTo>
                  <a:pt x="21600" y="668"/>
                  <a:pt x="20288" y="0"/>
                  <a:pt x="18572" y="0"/>
                </a:cubicBezTo>
                <a:cubicBezTo>
                  <a:pt x="3129" y="0"/>
                  <a:pt x="3129" y="0"/>
                  <a:pt x="3129" y="0"/>
                </a:cubicBezTo>
                <a:cubicBezTo>
                  <a:pt x="1413" y="0"/>
                  <a:pt x="0" y="668"/>
                  <a:pt x="0" y="1430"/>
                </a:cubicBezTo>
                <a:cubicBezTo>
                  <a:pt x="0" y="20170"/>
                  <a:pt x="0" y="20170"/>
                  <a:pt x="0" y="20170"/>
                </a:cubicBezTo>
                <a:cubicBezTo>
                  <a:pt x="0" y="20980"/>
                  <a:pt x="1413" y="21600"/>
                  <a:pt x="3129" y="21600"/>
                </a:cubicBezTo>
                <a:cubicBezTo>
                  <a:pt x="18572" y="21600"/>
                  <a:pt x="18572" y="21600"/>
                  <a:pt x="18572" y="21600"/>
                </a:cubicBezTo>
                <a:cubicBezTo>
                  <a:pt x="20288" y="21600"/>
                  <a:pt x="21600" y="20980"/>
                  <a:pt x="21600" y="20170"/>
                </a:cubicBezTo>
                <a:lnTo>
                  <a:pt x="21600" y="1430"/>
                </a:lnTo>
                <a:close/>
                <a:moveTo>
                  <a:pt x="13121" y="1907"/>
                </a:moveTo>
                <a:cubicBezTo>
                  <a:pt x="13121" y="2050"/>
                  <a:pt x="12920" y="2146"/>
                  <a:pt x="12617" y="2146"/>
                </a:cubicBezTo>
                <a:cubicBezTo>
                  <a:pt x="9286" y="2146"/>
                  <a:pt x="9286" y="2146"/>
                  <a:pt x="9286" y="2146"/>
                </a:cubicBezTo>
                <a:cubicBezTo>
                  <a:pt x="9084" y="2146"/>
                  <a:pt x="8781" y="2050"/>
                  <a:pt x="8781" y="1907"/>
                </a:cubicBezTo>
                <a:cubicBezTo>
                  <a:pt x="8781" y="1907"/>
                  <a:pt x="8781" y="1907"/>
                  <a:pt x="8781" y="1907"/>
                </a:cubicBezTo>
                <a:cubicBezTo>
                  <a:pt x="8781" y="1764"/>
                  <a:pt x="9084" y="1669"/>
                  <a:pt x="9286" y="1669"/>
                </a:cubicBezTo>
                <a:cubicBezTo>
                  <a:pt x="12617" y="1669"/>
                  <a:pt x="12617" y="1669"/>
                  <a:pt x="12617" y="1669"/>
                </a:cubicBezTo>
                <a:cubicBezTo>
                  <a:pt x="12920" y="1669"/>
                  <a:pt x="13121" y="1764"/>
                  <a:pt x="13121" y="1907"/>
                </a:cubicBezTo>
                <a:close/>
                <a:moveTo>
                  <a:pt x="20187" y="18548"/>
                </a:moveTo>
                <a:cubicBezTo>
                  <a:pt x="1817" y="18548"/>
                  <a:pt x="1817" y="18548"/>
                  <a:pt x="1817" y="18548"/>
                </a:cubicBezTo>
                <a:cubicBezTo>
                  <a:pt x="1817" y="3099"/>
                  <a:pt x="1817" y="3099"/>
                  <a:pt x="1817" y="3099"/>
                </a:cubicBezTo>
                <a:cubicBezTo>
                  <a:pt x="20187" y="3099"/>
                  <a:pt x="20187" y="3099"/>
                  <a:pt x="20187" y="3099"/>
                </a:cubicBezTo>
                <a:lnTo>
                  <a:pt x="20187" y="18548"/>
                </a:lnTo>
                <a:close/>
              </a:path>
            </a:pathLst>
          </a:custGeom>
          <a:solidFill>
            <a:srgbClr val="231F20"/>
          </a:solidFill>
          <a:ln w="12700">
            <a:miter lim="400000"/>
          </a:ln>
        </p:spPr>
        <p:txBody>
          <a:bodyPr lIns="45719" rIns="45719"/>
          <a:lstStyle/>
          <a:p>
            <a:pPr algn="l" defTabSz="914400">
              <a:defRPr sz="1800">
                <a:latin typeface="Calibri"/>
                <a:ea typeface="Calibri"/>
                <a:cs typeface="Calibri"/>
                <a:sym typeface="Calibri"/>
              </a:defRPr>
            </a:pPr>
          </a:p>
        </p:txBody>
      </p:sp>
      <p:sp>
        <p:nvSpPr>
          <p:cNvPr id="3283" name="Shape 3283"/>
          <p:cNvSpPr/>
          <p:nvPr/>
        </p:nvSpPr>
        <p:spPr>
          <a:xfrm>
            <a:off x="12061330" y="4073598"/>
            <a:ext cx="5753528" cy="1682246"/>
          </a:xfrm>
          <a:prstGeom prst="rect">
            <a:avLst/>
          </a:prstGeom>
          <a:solidFill>
            <a:srgbClr val="1B6AA5"/>
          </a:solidFill>
          <a:ln w="12700">
            <a:miter lim="400000"/>
          </a:ln>
        </p:spPr>
        <p:txBody>
          <a:bodyPr lIns="45719" rIns="45719" anchor="ctr"/>
          <a:lstStyle/>
          <a:p>
            <a:pPr algn="l" defTabSz="914400">
              <a:defRPr sz="3800">
                <a:solidFill>
                  <a:srgbClr val="FFFFFF"/>
                </a:solidFill>
                <a:latin typeface="Raleway Bold"/>
                <a:ea typeface="Raleway Bold"/>
                <a:cs typeface="Raleway Bold"/>
                <a:sym typeface="Raleway Bold"/>
              </a:defRPr>
            </a:pPr>
          </a:p>
        </p:txBody>
      </p:sp>
      <p:sp>
        <p:nvSpPr>
          <p:cNvPr id="3284" name="Shape 3284"/>
          <p:cNvSpPr/>
          <p:nvPr/>
        </p:nvSpPr>
        <p:spPr>
          <a:xfrm>
            <a:off x="12442330" y="4263903"/>
            <a:ext cx="5753528" cy="13016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algn="l" defTabSz="914400">
              <a:defRPr sz="3800">
                <a:solidFill>
                  <a:srgbClr val="FFFFFF"/>
                </a:solidFill>
                <a:latin typeface="Raleway Bold"/>
                <a:ea typeface="Raleway Bold"/>
                <a:cs typeface="Raleway Bold"/>
                <a:sym typeface="Raleway Bold"/>
              </a:defRPr>
            </a:lvl1pPr>
          </a:lstStyle>
          <a:p>
            <a:pPr/>
            <a:r>
              <a:t>75%</a:t>
            </a:r>
          </a:p>
        </p:txBody>
      </p:sp>
      <p:sp>
        <p:nvSpPr>
          <p:cNvPr id="3285" name="Shape 3285"/>
          <p:cNvSpPr/>
          <p:nvPr/>
        </p:nvSpPr>
        <p:spPr>
          <a:xfrm>
            <a:off x="12061330" y="5755846"/>
            <a:ext cx="8006362" cy="1682245"/>
          </a:xfrm>
          <a:prstGeom prst="rect">
            <a:avLst/>
          </a:prstGeom>
          <a:solidFill>
            <a:srgbClr val="4BACC6"/>
          </a:solidFill>
          <a:ln w="12700">
            <a:miter lim="400000"/>
          </a:ln>
        </p:spPr>
        <p:txBody>
          <a:bodyPr lIns="45719" rIns="45719" anchor="ctr"/>
          <a:lstStyle/>
          <a:p>
            <a:pPr algn="l" defTabSz="914400">
              <a:defRPr sz="3800">
                <a:solidFill>
                  <a:srgbClr val="FFFFFF"/>
                </a:solidFill>
                <a:latin typeface="Raleway Bold"/>
                <a:ea typeface="Raleway Bold"/>
                <a:cs typeface="Raleway Bold"/>
                <a:sym typeface="Raleway Bold"/>
              </a:defRPr>
            </a:pPr>
          </a:p>
        </p:txBody>
      </p:sp>
      <p:sp>
        <p:nvSpPr>
          <p:cNvPr id="3286" name="Shape 3286"/>
          <p:cNvSpPr/>
          <p:nvPr/>
        </p:nvSpPr>
        <p:spPr>
          <a:xfrm>
            <a:off x="12442330" y="5946151"/>
            <a:ext cx="8006362" cy="13016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algn="l" defTabSz="914400">
              <a:defRPr sz="3800">
                <a:solidFill>
                  <a:srgbClr val="FFFFFF"/>
                </a:solidFill>
                <a:latin typeface="Raleway Bold"/>
                <a:ea typeface="Raleway Bold"/>
                <a:cs typeface="Raleway Bold"/>
                <a:sym typeface="Raleway Bold"/>
              </a:defRPr>
            </a:lvl1pPr>
          </a:lstStyle>
          <a:p>
            <a:pPr/>
            <a:r>
              <a:t>95%</a:t>
            </a:r>
          </a:p>
        </p:txBody>
      </p:sp>
      <p:sp>
        <p:nvSpPr>
          <p:cNvPr id="3287" name="Shape 3287"/>
          <p:cNvSpPr/>
          <p:nvPr/>
        </p:nvSpPr>
        <p:spPr>
          <a:xfrm>
            <a:off x="12061330" y="7438090"/>
            <a:ext cx="4501959" cy="1682246"/>
          </a:xfrm>
          <a:prstGeom prst="rect">
            <a:avLst/>
          </a:prstGeom>
          <a:solidFill>
            <a:srgbClr val="F0C424"/>
          </a:solidFill>
          <a:ln w="12700">
            <a:miter lim="400000"/>
          </a:ln>
        </p:spPr>
        <p:txBody>
          <a:bodyPr lIns="45719" rIns="45719" anchor="ctr"/>
          <a:lstStyle/>
          <a:p>
            <a:pPr algn="l" defTabSz="914400">
              <a:defRPr sz="3800">
                <a:solidFill>
                  <a:srgbClr val="FFFFFF"/>
                </a:solidFill>
                <a:latin typeface="Raleway Bold"/>
                <a:ea typeface="Raleway Bold"/>
                <a:cs typeface="Raleway Bold"/>
                <a:sym typeface="Raleway Bold"/>
              </a:defRPr>
            </a:pPr>
          </a:p>
        </p:txBody>
      </p:sp>
      <p:sp>
        <p:nvSpPr>
          <p:cNvPr id="3288" name="Shape 3288"/>
          <p:cNvSpPr/>
          <p:nvPr/>
        </p:nvSpPr>
        <p:spPr>
          <a:xfrm>
            <a:off x="12442330" y="7628395"/>
            <a:ext cx="4501959" cy="13016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algn="l" defTabSz="914400">
              <a:defRPr sz="3800">
                <a:solidFill>
                  <a:srgbClr val="FFFFFF"/>
                </a:solidFill>
                <a:latin typeface="Raleway Bold"/>
                <a:ea typeface="Raleway Bold"/>
                <a:cs typeface="Raleway Bold"/>
                <a:sym typeface="Raleway Bold"/>
              </a:defRPr>
            </a:lvl1pPr>
          </a:lstStyle>
          <a:p>
            <a:pPr/>
            <a:r>
              <a:t>40%</a:t>
            </a:r>
          </a:p>
        </p:txBody>
      </p:sp>
      <p:sp>
        <p:nvSpPr>
          <p:cNvPr id="3289" name="Shape 3289"/>
          <p:cNvSpPr/>
          <p:nvPr/>
        </p:nvSpPr>
        <p:spPr>
          <a:xfrm>
            <a:off x="12061330" y="9120338"/>
            <a:ext cx="5503213" cy="1682246"/>
          </a:xfrm>
          <a:prstGeom prst="rect">
            <a:avLst/>
          </a:prstGeom>
          <a:solidFill>
            <a:srgbClr val="46C1A4"/>
          </a:solidFill>
          <a:ln w="12700">
            <a:miter lim="400000"/>
          </a:ln>
        </p:spPr>
        <p:txBody>
          <a:bodyPr lIns="45719" rIns="45719" anchor="ctr"/>
          <a:lstStyle/>
          <a:p>
            <a:pPr algn="l" defTabSz="914400">
              <a:defRPr sz="3800">
                <a:solidFill>
                  <a:srgbClr val="FFFFFF"/>
                </a:solidFill>
                <a:latin typeface="Raleway Bold"/>
                <a:ea typeface="Raleway Bold"/>
                <a:cs typeface="Raleway Bold"/>
                <a:sym typeface="Raleway Bold"/>
              </a:defRPr>
            </a:pPr>
          </a:p>
        </p:txBody>
      </p:sp>
      <p:sp>
        <p:nvSpPr>
          <p:cNvPr id="3290" name="Shape 3290"/>
          <p:cNvSpPr/>
          <p:nvPr/>
        </p:nvSpPr>
        <p:spPr>
          <a:xfrm>
            <a:off x="12442330" y="9310643"/>
            <a:ext cx="5503213" cy="13016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algn="l" defTabSz="914400">
              <a:defRPr sz="3800">
                <a:solidFill>
                  <a:srgbClr val="FFFFFF"/>
                </a:solidFill>
                <a:latin typeface="Raleway Bold"/>
                <a:ea typeface="Raleway Bold"/>
                <a:cs typeface="Raleway Bold"/>
                <a:sym typeface="Raleway Bold"/>
              </a:defRPr>
            </a:lvl1pPr>
          </a:lstStyle>
          <a:p>
            <a:pPr/>
            <a:r>
              <a:t>60%</a:t>
            </a:r>
          </a:p>
        </p:txBody>
      </p:sp>
      <p:sp>
        <p:nvSpPr>
          <p:cNvPr id="3291" name="Shape 3291"/>
          <p:cNvSpPr/>
          <p:nvPr/>
        </p:nvSpPr>
        <p:spPr>
          <a:xfrm>
            <a:off x="7704836" y="4073601"/>
            <a:ext cx="4028596" cy="1682246"/>
          </a:xfrm>
          <a:prstGeom prst="rect">
            <a:avLst/>
          </a:prstGeom>
          <a:solidFill>
            <a:srgbClr val="1B6AA5"/>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3292" name="Shape 3292"/>
          <p:cNvSpPr/>
          <p:nvPr/>
        </p:nvSpPr>
        <p:spPr>
          <a:xfrm>
            <a:off x="7704836" y="5755849"/>
            <a:ext cx="4028596" cy="1682246"/>
          </a:xfrm>
          <a:prstGeom prst="rect">
            <a:avLst/>
          </a:prstGeom>
          <a:solidFill>
            <a:srgbClr val="4BACC6"/>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3293" name="Shape 3293"/>
          <p:cNvSpPr/>
          <p:nvPr/>
        </p:nvSpPr>
        <p:spPr>
          <a:xfrm>
            <a:off x="7704836" y="7438094"/>
            <a:ext cx="4028596" cy="1682245"/>
          </a:xfrm>
          <a:prstGeom prst="rect">
            <a:avLst/>
          </a:prstGeom>
          <a:solidFill>
            <a:srgbClr val="F0C424"/>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3294" name="Shape 3294"/>
          <p:cNvSpPr/>
          <p:nvPr/>
        </p:nvSpPr>
        <p:spPr>
          <a:xfrm>
            <a:off x="7704836" y="9120342"/>
            <a:ext cx="4028596" cy="1682246"/>
          </a:xfrm>
          <a:prstGeom prst="rect">
            <a:avLst/>
          </a:prstGeom>
          <a:solidFill>
            <a:srgbClr val="46C1A4"/>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3295" name="Shape 329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0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297" name="Shape 329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Mapa mental</a:t>
            </a:r>
          </a:p>
        </p:txBody>
      </p:sp>
      <p:sp>
        <p:nvSpPr>
          <p:cNvPr id="3298" name="Shape 329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3301" name="Group 3301"/>
          <p:cNvGrpSpPr/>
          <p:nvPr/>
        </p:nvGrpSpPr>
        <p:grpSpPr>
          <a:xfrm>
            <a:off x="8846371" y="6243118"/>
            <a:ext cx="6196440" cy="980053"/>
            <a:chOff x="0" y="0"/>
            <a:chExt cx="6196439" cy="980051"/>
          </a:xfrm>
        </p:grpSpPr>
        <p:sp>
          <p:nvSpPr>
            <p:cNvPr id="3299" name="Shape 3299"/>
            <p:cNvSpPr/>
            <p:nvPr/>
          </p:nvSpPr>
          <p:spPr>
            <a:xfrm>
              <a:off x="0" y="79037"/>
              <a:ext cx="6196440" cy="901015"/>
            </a:xfrm>
            <a:prstGeom prst="roundRect">
              <a:avLst>
                <a:gd name="adj" fmla="val 16667"/>
              </a:avLst>
            </a:prstGeom>
            <a:solidFill>
              <a:srgbClr val="596A85"/>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00" name="Shape 3300"/>
            <p:cNvSpPr/>
            <p:nvPr/>
          </p:nvSpPr>
          <p:spPr>
            <a:xfrm>
              <a:off x="0" y="-1"/>
              <a:ext cx="6196440" cy="901015"/>
            </a:xfrm>
            <a:prstGeom prst="roundRect">
              <a:avLst>
                <a:gd name="adj" fmla="val 16667"/>
              </a:avLst>
            </a:prstGeom>
            <a:solidFill>
              <a:srgbClr val="7F8FA9"/>
            </a:solidFill>
            <a:ln w="12700" cap="flat">
              <a:noFill/>
              <a:miter lim="400000"/>
            </a:ln>
            <a:effectLst/>
          </p:spPr>
          <p:txBody>
            <a:bodyPr wrap="square" lIns="34289" tIns="34289" rIns="34289" bIns="34289" numCol="1" anchor="ctr">
              <a:noAutofit/>
            </a:bodyPr>
            <a:lstStyle/>
            <a:p>
              <a:pPr defTabSz="685800">
                <a:defRPr b="1" sz="1400">
                  <a:solidFill>
                    <a:srgbClr val="FFFFFF"/>
                  </a:solidFill>
                  <a:latin typeface="Calibri"/>
                  <a:ea typeface="Calibri"/>
                  <a:cs typeface="Calibri"/>
                  <a:sym typeface="Calibri"/>
                </a:defRPr>
              </a:pPr>
            </a:p>
          </p:txBody>
        </p:sp>
      </p:grpSp>
      <p:grpSp>
        <p:nvGrpSpPr>
          <p:cNvPr id="3304" name="Group 3304"/>
          <p:cNvGrpSpPr/>
          <p:nvPr/>
        </p:nvGrpSpPr>
        <p:grpSpPr>
          <a:xfrm>
            <a:off x="11723290" y="4824421"/>
            <a:ext cx="2755730" cy="754799"/>
            <a:chOff x="0" y="121809"/>
            <a:chExt cx="2755729" cy="754797"/>
          </a:xfrm>
        </p:grpSpPr>
        <p:sp>
          <p:nvSpPr>
            <p:cNvPr id="3302" name="Shape 3302"/>
            <p:cNvSpPr/>
            <p:nvPr/>
          </p:nvSpPr>
          <p:spPr>
            <a:xfrm>
              <a:off x="0" y="182681"/>
              <a:ext cx="2755730" cy="693927"/>
            </a:xfrm>
            <a:prstGeom prst="roundRect">
              <a:avLst>
                <a:gd name="adj" fmla="val 16667"/>
              </a:avLst>
            </a:prstGeom>
            <a:solidFill>
              <a:srgbClr val="3477B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03" name="Shape 3303"/>
            <p:cNvSpPr/>
            <p:nvPr/>
          </p:nvSpPr>
          <p:spPr>
            <a:xfrm>
              <a:off x="0" y="121809"/>
              <a:ext cx="2755730" cy="693927"/>
            </a:xfrm>
            <a:prstGeom prst="roundRect">
              <a:avLst>
                <a:gd name="adj" fmla="val 16667"/>
              </a:avLst>
            </a:prstGeom>
            <a:solidFill>
              <a:srgbClr val="629DD1"/>
            </a:solidFill>
            <a:ln w="12700" cap="flat">
              <a:noFill/>
              <a:miter lim="400000"/>
            </a:ln>
            <a:effectLst/>
          </p:spPr>
          <p:txBody>
            <a:bodyPr wrap="square" lIns="34289" tIns="34289" rIns="34289" bIns="34289" numCol="1" anchor="ctr">
              <a:noAutofit/>
            </a:bodyPr>
            <a:lstStyle/>
            <a:p>
              <a:pPr defTabSz="685800">
                <a:defRPr sz="1000">
                  <a:solidFill>
                    <a:srgbClr val="FFFFFF"/>
                  </a:solidFill>
                  <a:latin typeface="Calibri"/>
                  <a:ea typeface="Calibri"/>
                  <a:cs typeface="Calibri"/>
                  <a:sym typeface="Calibri"/>
                </a:defRPr>
              </a:pPr>
            </a:p>
          </p:txBody>
        </p:sp>
      </p:grpSp>
      <p:grpSp>
        <p:nvGrpSpPr>
          <p:cNvPr id="3307" name="Group 3307"/>
          <p:cNvGrpSpPr/>
          <p:nvPr/>
        </p:nvGrpSpPr>
        <p:grpSpPr>
          <a:xfrm>
            <a:off x="8472265" y="3652706"/>
            <a:ext cx="4125694" cy="754799"/>
            <a:chOff x="0" y="0"/>
            <a:chExt cx="4125692" cy="754797"/>
          </a:xfrm>
        </p:grpSpPr>
        <p:sp>
          <p:nvSpPr>
            <p:cNvPr id="3305" name="Shape 3305"/>
            <p:cNvSpPr/>
            <p:nvPr/>
          </p:nvSpPr>
          <p:spPr>
            <a:xfrm>
              <a:off x="0" y="60871"/>
              <a:ext cx="4125693" cy="693927"/>
            </a:xfrm>
            <a:prstGeom prst="roundRect">
              <a:avLst>
                <a:gd name="adj" fmla="val 16667"/>
              </a:avLst>
            </a:prstGeom>
            <a:solidFill>
              <a:srgbClr val="3477B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06" name="Shape 3306"/>
            <p:cNvSpPr/>
            <p:nvPr/>
          </p:nvSpPr>
          <p:spPr>
            <a:xfrm>
              <a:off x="0" y="0"/>
              <a:ext cx="4125693" cy="693926"/>
            </a:xfrm>
            <a:prstGeom prst="roundRect">
              <a:avLst>
                <a:gd name="adj" fmla="val 16667"/>
              </a:avLst>
            </a:prstGeom>
            <a:solidFill>
              <a:srgbClr val="629DD1"/>
            </a:solidFill>
            <a:ln w="12700" cap="flat">
              <a:noFill/>
              <a:miter lim="400000"/>
            </a:ln>
            <a:effectLst/>
          </p:spPr>
          <p:txBody>
            <a:bodyPr wrap="square" lIns="34289" tIns="34289" rIns="34289" bIns="34289" numCol="1" anchor="ctr">
              <a:noAutofit/>
            </a:bodyPr>
            <a:lstStyle/>
            <a:p>
              <a:pPr defTabSz="685800">
                <a:defRPr sz="1000">
                  <a:solidFill>
                    <a:srgbClr val="FFFFFF"/>
                  </a:solidFill>
                  <a:latin typeface="Calibri"/>
                  <a:ea typeface="Calibri"/>
                  <a:cs typeface="Calibri"/>
                  <a:sym typeface="Calibri"/>
                </a:defRPr>
              </a:pPr>
            </a:p>
          </p:txBody>
        </p:sp>
      </p:grpSp>
      <p:grpSp>
        <p:nvGrpSpPr>
          <p:cNvPr id="3310" name="Group 3310"/>
          <p:cNvGrpSpPr/>
          <p:nvPr/>
        </p:nvGrpSpPr>
        <p:grpSpPr>
          <a:xfrm>
            <a:off x="13101153" y="3187189"/>
            <a:ext cx="2845306" cy="754798"/>
            <a:chOff x="0" y="0"/>
            <a:chExt cx="2845305" cy="754797"/>
          </a:xfrm>
        </p:grpSpPr>
        <p:sp>
          <p:nvSpPr>
            <p:cNvPr id="3308" name="Shape 3308"/>
            <p:cNvSpPr/>
            <p:nvPr/>
          </p:nvSpPr>
          <p:spPr>
            <a:xfrm>
              <a:off x="0" y="60871"/>
              <a:ext cx="2845306" cy="693927"/>
            </a:xfrm>
            <a:prstGeom prst="roundRect">
              <a:avLst>
                <a:gd name="adj" fmla="val 16667"/>
              </a:avLst>
            </a:prstGeom>
            <a:solidFill>
              <a:srgbClr val="3477B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09" name="Shape 3309"/>
            <p:cNvSpPr/>
            <p:nvPr/>
          </p:nvSpPr>
          <p:spPr>
            <a:xfrm>
              <a:off x="0" y="0"/>
              <a:ext cx="2845306" cy="693926"/>
            </a:xfrm>
            <a:prstGeom prst="roundRect">
              <a:avLst>
                <a:gd name="adj" fmla="val 16667"/>
              </a:avLst>
            </a:prstGeom>
            <a:solidFill>
              <a:srgbClr val="629DD1"/>
            </a:solidFill>
            <a:ln w="12700" cap="flat">
              <a:noFill/>
              <a:miter lim="400000"/>
            </a:ln>
            <a:effectLst/>
          </p:spPr>
          <p:txBody>
            <a:bodyPr wrap="square" lIns="34289" tIns="34289" rIns="34289" bIns="34289" numCol="1" anchor="ctr">
              <a:noAutofit/>
            </a:bodyPr>
            <a:lstStyle/>
            <a:p>
              <a:pPr defTabSz="685800">
                <a:defRPr sz="1000">
                  <a:solidFill>
                    <a:srgbClr val="FFFFFF"/>
                  </a:solidFill>
                  <a:latin typeface="Calibri"/>
                  <a:ea typeface="Calibri"/>
                  <a:cs typeface="Calibri"/>
                  <a:sym typeface="Calibri"/>
                </a:defRPr>
              </a:pPr>
            </a:p>
          </p:txBody>
        </p:sp>
      </p:grpSp>
      <p:grpSp>
        <p:nvGrpSpPr>
          <p:cNvPr id="3313" name="Group 3313"/>
          <p:cNvGrpSpPr/>
          <p:nvPr/>
        </p:nvGrpSpPr>
        <p:grpSpPr>
          <a:xfrm>
            <a:off x="5626960" y="5488321"/>
            <a:ext cx="2845306" cy="754799"/>
            <a:chOff x="0" y="0"/>
            <a:chExt cx="2845305" cy="754797"/>
          </a:xfrm>
        </p:grpSpPr>
        <p:sp>
          <p:nvSpPr>
            <p:cNvPr id="3311" name="Shape 3311"/>
            <p:cNvSpPr/>
            <p:nvPr/>
          </p:nvSpPr>
          <p:spPr>
            <a:xfrm>
              <a:off x="0" y="60871"/>
              <a:ext cx="2845306" cy="693927"/>
            </a:xfrm>
            <a:prstGeom prst="roundRect">
              <a:avLst>
                <a:gd name="adj" fmla="val 16667"/>
              </a:avLst>
            </a:prstGeom>
            <a:solidFill>
              <a:srgbClr val="384C81"/>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12" name="Shape 3312"/>
            <p:cNvSpPr/>
            <p:nvPr/>
          </p:nvSpPr>
          <p:spPr>
            <a:xfrm>
              <a:off x="0" y="0"/>
              <a:ext cx="2845306" cy="693926"/>
            </a:xfrm>
            <a:prstGeom prst="roundRect">
              <a:avLst>
                <a:gd name="adj" fmla="val 16667"/>
              </a:avLst>
            </a:prstGeom>
            <a:solidFill>
              <a:srgbClr val="4A66AC"/>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3316" name="Group 3316"/>
          <p:cNvGrpSpPr/>
          <p:nvPr/>
        </p:nvGrpSpPr>
        <p:grpSpPr>
          <a:xfrm>
            <a:off x="1201178" y="4289362"/>
            <a:ext cx="6670414" cy="754798"/>
            <a:chOff x="0" y="73975"/>
            <a:chExt cx="6670413" cy="754797"/>
          </a:xfrm>
        </p:grpSpPr>
        <p:sp>
          <p:nvSpPr>
            <p:cNvPr id="3314" name="Shape 3314"/>
            <p:cNvSpPr/>
            <p:nvPr/>
          </p:nvSpPr>
          <p:spPr>
            <a:xfrm>
              <a:off x="0" y="134847"/>
              <a:ext cx="6670414" cy="693927"/>
            </a:xfrm>
            <a:prstGeom prst="roundRect">
              <a:avLst>
                <a:gd name="adj" fmla="val 16667"/>
              </a:avLst>
            </a:prstGeom>
            <a:solidFill>
              <a:srgbClr val="384C81"/>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sp>
          <p:nvSpPr>
            <p:cNvPr id="3315" name="Shape 3315"/>
            <p:cNvSpPr/>
            <p:nvPr/>
          </p:nvSpPr>
          <p:spPr>
            <a:xfrm>
              <a:off x="0" y="73975"/>
              <a:ext cx="6670414" cy="693927"/>
            </a:xfrm>
            <a:prstGeom prst="roundRect">
              <a:avLst>
                <a:gd name="adj" fmla="val 16667"/>
              </a:avLst>
            </a:prstGeom>
            <a:solidFill>
              <a:srgbClr val="4A66AC"/>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grpSp>
      <p:grpSp>
        <p:nvGrpSpPr>
          <p:cNvPr id="3319" name="Group 3319"/>
          <p:cNvGrpSpPr/>
          <p:nvPr/>
        </p:nvGrpSpPr>
        <p:grpSpPr>
          <a:xfrm>
            <a:off x="15416916" y="5549195"/>
            <a:ext cx="5284889" cy="754798"/>
            <a:chOff x="0" y="0"/>
            <a:chExt cx="5284888" cy="754797"/>
          </a:xfrm>
        </p:grpSpPr>
        <p:sp>
          <p:nvSpPr>
            <p:cNvPr id="3317" name="Shape 3317"/>
            <p:cNvSpPr/>
            <p:nvPr/>
          </p:nvSpPr>
          <p:spPr>
            <a:xfrm>
              <a:off x="0" y="60871"/>
              <a:ext cx="5284889" cy="693927"/>
            </a:xfrm>
            <a:prstGeom prst="roundRect">
              <a:avLst>
                <a:gd name="adj" fmla="val 16667"/>
              </a:avLst>
            </a:prstGeom>
            <a:solidFill>
              <a:srgbClr val="1F5FA0"/>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sp>
          <p:nvSpPr>
            <p:cNvPr id="3318" name="Shape 3318"/>
            <p:cNvSpPr/>
            <p:nvPr/>
          </p:nvSpPr>
          <p:spPr>
            <a:xfrm>
              <a:off x="0" y="0"/>
              <a:ext cx="5284889" cy="693926"/>
            </a:xfrm>
            <a:prstGeom prst="roundRect">
              <a:avLst>
                <a:gd name="adj" fmla="val 16667"/>
              </a:avLst>
            </a:prstGeom>
            <a:solidFill>
              <a:srgbClr val="3BC7E2"/>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grpSp>
      <p:grpSp>
        <p:nvGrpSpPr>
          <p:cNvPr id="3322" name="Group 3322"/>
          <p:cNvGrpSpPr/>
          <p:nvPr/>
        </p:nvGrpSpPr>
        <p:grpSpPr>
          <a:xfrm>
            <a:off x="16465463" y="4319796"/>
            <a:ext cx="5284889" cy="754799"/>
            <a:chOff x="0" y="0"/>
            <a:chExt cx="5284888" cy="754797"/>
          </a:xfrm>
        </p:grpSpPr>
        <p:sp>
          <p:nvSpPr>
            <p:cNvPr id="3320" name="Shape 3320"/>
            <p:cNvSpPr/>
            <p:nvPr/>
          </p:nvSpPr>
          <p:spPr>
            <a:xfrm>
              <a:off x="0" y="60871"/>
              <a:ext cx="5284889" cy="693927"/>
            </a:xfrm>
            <a:prstGeom prst="roundRect">
              <a:avLst>
                <a:gd name="adj" fmla="val 16667"/>
              </a:avLst>
            </a:prstGeom>
            <a:solidFill>
              <a:srgbClr val="1F5FA0"/>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sp>
          <p:nvSpPr>
            <p:cNvPr id="3321" name="Shape 3321"/>
            <p:cNvSpPr/>
            <p:nvPr/>
          </p:nvSpPr>
          <p:spPr>
            <a:xfrm>
              <a:off x="0" y="0"/>
              <a:ext cx="5284889" cy="693926"/>
            </a:xfrm>
            <a:prstGeom prst="roundRect">
              <a:avLst>
                <a:gd name="adj" fmla="val 16667"/>
              </a:avLst>
            </a:prstGeom>
            <a:solidFill>
              <a:srgbClr val="3BC7E2"/>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grpSp>
      <p:grpSp>
        <p:nvGrpSpPr>
          <p:cNvPr id="3325" name="Group 3325"/>
          <p:cNvGrpSpPr/>
          <p:nvPr/>
        </p:nvGrpSpPr>
        <p:grpSpPr>
          <a:xfrm>
            <a:off x="11220094" y="7808031"/>
            <a:ext cx="2755730" cy="754799"/>
            <a:chOff x="0" y="0"/>
            <a:chExt cx="2755729" cy="754797"/>
          </a:xfrm>
        </p:grpSpPr>
        <p:sp>
          <p:nvSpPr>
            <p:cNvPr id="3323" name="Shape 3323"/>
            <p:cNvSpPr/>
            <p:nvPr/>
          </p:nvSpPr>
          <p:spPr>
            <a:xfrm>
              <a:off x="0" y="60871"/>
              <a:ext cx="2755730" cy="693927"/>
            </a:xfrm>
            <a:prstGeom prst="roundRect">
              <a:avLst>
                <a:gd name="adj" fmla="val 16667"/>
              </a:avLst>
            </a:prstGeom>
            <a:solidFill>
              <a:srgbClr val="1B1E3E"/>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24" name="Shape 3324"/>
            <p:cNvSpPr/>
            <p:nvPr/>
          </p:nvSpPr>
          <p:spPr>
            <a:xfrm>
              <a:off x="0" y="0"/>
              <a:ext cx="2755730" cy="693926"/>
            </a:xfrm>
            <a:prstGeom prst="roundRect">
              <a:avLst>
                <a:gd name="adj" fmla="val 16667"/>
              </a:avLst>
            </a:prstGeom>
            <a:solidFill>
              <a:srgbClr val="24285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3328" name="Group 3328"/>
          <p:cNvGrpSpPr/>
          <p:nvPr/>
        </p:nvGrpSpPr>
        <p:grpSpPr>
          <a:xfrm>
            <a:off x="6493725" y="7808031"/>
            <a:ext cx="2755730" cy="754799"/>
            <a:chOff x="0" y="0"/>
            <a:chExt cx="2755729" cy="754797"/>
          </a:xfrm>
        </p:grpSpPr>
        <p:sp>
          <p:nvSpPr>
            <p:cNvPr id="3326" name="Shape 3326"/>
            <p:cNvSpPr/>
            <p:nvPr/>
          </p:nvSpPr>
          <p:spPr>
            <a:xfrm>
              <a:off x="0" y="60871"/>
              <a:ext cx="2755730" cy="693927"/>
            </a:xfrm>
            <a:prstGeom prst="roundRect">
              <a:avLst>
                <a:gd name="adj" fmla="val 16667"/>
              </a:avLst>
            </a:prstGeom>
            <a:solidFill>
              <a:srgbClr val="FDDB81"/>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27" name="Shape 3327"/>
            <p:cNvSpPr/>
            <p:nvPr/>
          </p:nvSpPr>
          <p:spPr>
            <a:xfrm>
              <a:off x="0" y="0"/>
              <a:ext cx="2755730" cy="693926"/>
            </a:xfrm>
            <a:prstGeom prst="roundRect">
              <a:avLst>
                <a:gd name="adj" fmla="val 16667"/>
              </a:avLst>
            </a:prstGeom>
            <a:solidFill>
              <a:srgbClr val="F7BB00"/>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3331" name="Group 3331"/>
          <p:cNvGrpSpPr/>
          <p:nvPr/>
        </p:nvGrpSpPr>
        <p:grpSpPr>
          <a:xfrm>
            <a:off x="15946457" y="7808032"/>
            <a:ext cx="3256030" cy="754799"/>
            <a:chOff x="0" y="241394"/>
            <a:chExt cx="3256028" cy="754797"/>
          </a:xfrm>
        </p:grpSpPr>
        <p:sp>
          <p:nvSpPr>
            <p:cNvPr id="3329" name="Shape 3329"/>
            <p:cNvSpPr/>
            <p:nvPr/>
          </p:nvSpPr>
          <p:spPr>
            <a:xfrm>
              <a:off x="0" y="302266"/>
              <a:ext cx="3256029" cy="693926"/>
            </a:xfrm>
            <a:prstGeom prst="roundRect">
              <a:avLst>
                <a:gd name="adj" fmla="val 16667"/>
              </a:avLst>
            </a:prstGeom>
            <a:solidFill>
              <a:srgbClr val="596A85"/>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330" name="Shape 3330"/>
            <p:cNvSpPr/>
            <p:nvPr/>
          </p:nvSpPr>
          <p:spPr>
            <a:xfrm>
              <a:off x="0" y="241394"/>
              <a:ext cx="3256029" cy="693926"/>
            </a:xfrm>
            <a:prstGeom prst="roundRect">
              <a:avLst>
                <a:gd name="adj" fmla="val 16667"/>
              </a:avLst>
            </a:prstGeom>
            <a:solidFill>
              <a:srgbClr val="7F8FA9"/>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3334" name="Group 3334"/>
          <p:cNvGrpSpPr/>
          <p:nvPr/>
        </p:nvGrpSpPr>
        <p:grpSpPr>
          <a:xfrm>
            <a:off x="16576112" y="9251200"/>
            <a:ext cx="4721201" cy="754799"/>
            <a:chOff x="0" y="0"/>
            <a:chExt cx="4721200" cy="754797"/>
          </a:xfrm>
        </p:grpSpPr>
        <p:sp>
          <p:nvSpPr>
            <p:cNvPr id="3332" name="Shape 3332"/>
            <p:cNvSpPr/>
            <p:nvPr/>
          </p:nvSpPr>
          <p:spPr>
            <a:xfrm>
              <a:off x="0" y="60871"/>
              <a:ext cx="4721201" cy="693927"/>
            </a:xfrm>
            <a:prstGeom prst="roundRect">
              <a:avLst>
                <a:gd name="adj" fmla="val 16667"/>
              </a:avLst>
            </a:prstGeom>
            <a:solidFill>
              <a:srgbClr val="596A85"/>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sp>
          <p:nvSpPr>
            <p:cNvPr id="3333" name="Shape 3333"/>
            <p:cNvSpPr/>
            <p:nvPr/>
          </p:nvSpPr>
          <p:spPr>
            <a:xfrm>
              <a:off x="0" y="0"/>
              <a:ext cx="4721201" cy="693926"/>
            </a:xfrm>
            <a:prstGeom prst="roundRect">
              <a:avLst>
                <a:gd name="adj" fmla="val 16667"/>
              </a:avLst>
            </a:prstGeom>
            <a:solidFill>
              <a:srgbClr val="7F8FA9"/>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grpSp>
      <p:grpSp>
        <p:nvGrpSpPr>
          <p:cNvPr id="3337" name="Group 3337"/>
          <p:cNvGrpSpPr/>
          <p:nvPr/>
        </p:nvGrpSpPr>
        <p:grpSpPr>
          <a:xfrm>
            <a:off x="9955512" y="9220762"/>
            <a:ext cx="5990947" cy="754799"/>
            <a:chOff x="0" y="73975"/>
            <a:chExt cx="5990945" cy="754797"/>
          </a:xfrm>
        </p:grpSpPr>
        <p:sp>
          <p:nvSpPr>
            <p:cNvPr id="3335" name="Shape 3335"/>
            <p:cNvSpPr/>
            <p:nvPr/>
          </p:nvSpPr>
          <p:spPr>
            <a:xfrm>
              <a:off x="0" y="134847"/>
              <a:ext cx="5990946" cy="693927"/>
            </a:xfrm>
            <a:prstGeom prst="roundRect">
              <a:avLst>
                <a:gd name="adj" fmla="val 16667"/>
              </a:avLst>
            </a:prstGeom>
            <a:solidFill>
              <a:srgbClr val="1B1E3E"/>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sp>
          <p:nvSpPr>
            <p:cNvPr id="3336" name="Shape 3336"/>
            <p:cNvSpPr/>
            <p:nvPr/>
          </p:nvSpPr>
          <p:spPr>
            <a:xfrm>
              <a:off x="0" y="73975"/>
              <a:ext cx="5990946" cy="693927"/>
            </a:xfrm>
            <a:prstGeom prst="roundRect">
              <a:avLst>
                <a:gd name="adj" fmla="val 16667"/>
              </a:avLst>
            </a:prstGeom>
            <a:solidFill>
              <a:srgbClr val="242852"/>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grpSp>
      <p:grpSp>
        <p:nvGrpSpPr>
          <p:cNvPr id="3340" name="Group 3340"/>
          <p:cNvGrpSpPr/>
          <p:nvPr/>
        </p:nvGrpSpPr>
        <p:grpSpPr>
          <a:xfrm>
            <a:off x="3851279" y="9220762"/>
            <a:ext cx="5284889" cy="754799"/>
            <a:chOff x="0" y="73975"/>
            <a:chExt cx="5284888" cy="754797"/>
          </a:xfrm>
        </p:grpSpPr>
        <p:sp>
          <p:nvSpPr>
            <p:cNvPr id="3338" name="Shape 3338"/>
            <p:cNvSpPr/>
            <p:nvPr/>
          </p:nvSpPr>
          <p:spPr>
            <a:xfrm>
              <a:off x="0" y="134847"/>
              <a:ext cx="5284889" cy="693927"/>
            </a:xfrm>
            <a:prstGeom prst="roundRect">
              <a:avLst>
                <a:gd name="adj" fmla="val 16667"/>
              </a:avLst>
            </a:prstGeom>
            <a:solidFill>
              <a:srgbClr val="FDDB81"/>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sp>
          <p:nvSpPr>
            <p:cNvPr id="3339" name="Shape 3339"/>
            <p:cNvSpPr/>
            <p:nvPr/>
          </p:nvSpPr>
          <p:spPr>
            <a:xfrm>
              <a:off x="0" y="73975"/>
              <a:ext cx="5284889" cy="693927"/>
            </a:xfrm>
            <a:prstGeom prst="roundRect">
              <a:avLst>
                <a:gd name="adj" fmla="val 16667"/>
              </a:avLst>
            </a:prstGeom>
            <a:solidFill>
              <a:srgbClr val="F7BB00"/>
            </a:solidFill>
            <a:ln w="12700" cap="flat">
              <a:noFill/>
              <a:miter lim="400000"/>
            </a:ln>
            <a:effectLst/>
          </p:spPr>
          <p:txBody>
            <a:bodyPr wrap="square" lIns="34289" tIns="34289" rIns="34289" bIns="34289" numCol="1" anchor="ctr">
              <a:noAutofit/>
            </a:bodyPr>
            <a:lstStyle/>
            <a:p>
              <a:pPr defTabSz="685800">
                <a:defRPr sz="900">
                  <a:solidFill>
                    <a:srgbClr val="FFFFFF"/>
                  </a:solidFill>
                  <a:latin typeface="Calibri"/>
                  <a:ea typeface="Calibri"/>
                  <a:cs typeface="Calibri"/>
                  <a:sym typeface="Calibri"/>
                </a:defRPr>
              </a:pPr>
            </a:p>
          </p:txBody>
        </p:sp>
      </p:grpSp>
      <p:sp>
        <p:nvSpPr>
          <p:cNvPr id="3341" name="Shape 3341"/>
          <p:cNvSpPr/>
          <p:nvPr/>
        </p:nvSpPr>
        <p:spPr>
          <a:xfrm>
            <a:off x="11718143" y="5501583"/>
            <a:ext cx="1483740" cy="780992"/>
          </a:xfrm>
          <a:custGeom>
            <a:avLst/>
            <a:gdLst/>
            <a:ahLst/>
            <a:cxnLst>
              <a:cxn ang="0">
                <a:pos x="wd2" y="hd2"/>
              </a:cxn>
              <a:cxn ang="5400000">
                <a:pos x="wd2" y="hd2"/>
              </a:cxn>
              <a:cxn ang="10800000">
                <a:pos x="wd2" y="hd2"/>
              </a:cxn>
              <a:cxn ang="16200000">
                <a:pos x="wd2" y="hd2"/>
              </a:cxn>
            </a:cxnLst>
            <a:rect l="0" t="0" r="r" b="b"/>
            <a:pathLst>
              <a:path w="20759" h="21600" fill="norm" stroke="1" extrusionOk="0">
                <a:moveTo>
                  <a:pt x="0" y="21600"/>
                </a:moveTo>
                <a:cubicBezTo>
                  <a:pt x="2433" y="18103"/>
                  <a:pt x="4866" y="14607"/>
                  <a:pt x="8150" y="12925"/>
                </a:cubicBezTo>
                <a:cubicBezTo>
                  <a:pt x="11434" y="11243"/>
                  <a:pt x="17808" y="13662"/>
                  <a:pt x="19704" y="11508"/>
                </a:cubicBezTo>
                <a:cubicBezTo>
                  <a:pt x="21600" y="9354"/>
                  <a:pt x="20563" y="4677"/>
                  <a:pt x="19525" y="0"/>
                </a:cubicBezTo>
              </a:path>
            </a:pathLst>
          </a:custGeom>
          <a:ln w="25400">
            <a:solidFill>
              <a:srgbClr val="3477B2"/>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2" name="Shape 3342"/>
          <p:cNvSpPr/>
          <p:nvPr/>
        </p:nvSpPr>
        <p:spPr>
          <a:xfrm>
            <a:off x="13145689" y="3811573"/>
            <a:ext cx="1101070" cy="10498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680" y="18889"/>
                  <a:pt x="1360" y="16178"/>
                  <a:pt x="4144" y="14751"/>
                </a:cubicBezTo>
                <a:cubicBezTo>
                  <a:pt x="6928" y="13324"/>
                  <a:pt x="13793" y="15498"/>
                  <a:pt x="16702" y="13039"/>
                </a:cubicBezTo>
                <a:cubicBezTo>
                  <a:pt x="19612" y="10580"/>
                  <a:pt x="20606" y="5290"/>
                  <a:pt x="21600" y="0"/>
                </a:cubicBezTo>
              </a:path>
            </a:pathLst>
          </a:custGeom>
          <a:ln w="25400">
            <a:solidFill>
              <a:srgbClr val="3477B2"/>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3" name="Shape 3343"/>
          <p:cNvSpPr/>
          <p:nvPr/>
        </p:nvSpPr>
        <p:spPr>
          <a:xfrm>
            <a:off x="12556747" y="4061232"/>
            <a:ext cx="686021" cy="794617"/>
          </a:xfrm>
          <a:custGeom>
            <a:avLst/>
            <a:gdLst/>
            <a:ahLst/>
            <a:cxnLst>
              <a:cxn ang="0">
                <a:pos x="wd2" y="hd2"/>
              </a:cxn>
              <a:cxn ang="5400000">
                <a:pos x="wd2" y="hd2"/>
              </a:cxn>
              <a:cxn ang="10800000">
                <a:pos x="wd2" y="hd2"/>
              </a:cxn>
              <a:cxn ang="16200000">
                <a:pos x="wd2" y="hd2"/>
              </a:cxn>
            </a:cxnLst>
            <a:rect l="0" t="0" r="r" b="b"/>
            <a:pathLst>
              <a:path w="21075" h="21600" fill="norm" stroke="1" extrusionOk="0">
                <a:moveTo>
                  <a:pt x="18093" y="21600"/>
                </a:moveTo>
                <a:cubicBezTo>
                  <a:pt x="19568" y="18778"/>
                  <a:pt x="21043" y="15956"/>
                  <a:pt x="21043" y="13363"/>
                </a:cubicBezTo>
                <a:cubicBezTo>
                  <a:pt x="21043" y="10769"/>
                  <a:pt x="21600" y="8268"/>
                  <a:pt x="18093" y="6041"/>
                </a:cubicBezTo>
                <a:cubicBezTo>
                  <a:pt x="14586" y="3814"/>
                  <a:pt x="7293" y="1907"/>
                  <a:pt x="0" y="0"/>
                </a:cubicBezTo>
              </a:path>
            </a:pathLst>
          </a:custGeom>
          <a:ln w="25400">
            <a:solidFill>
              <a:srgbClr val="3477B2"/>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4" name="Shape 3344"/>
          <p:cNvSpPr/>
          <p:nvPr/>
        </p:nvSpPr>
        <p:spPr>
          <a:xfrm>
            <a:off x="15017963" y="6200984"/>
            <a:ext cx="2141068" cy="771675"/>
          </a:xfrm>
          <a:custGeom>
            <a:avLst/>
            <a:gdLst/>
            <a:ahLst/>
            <a:cxnLst>
              <a:cxn ang="0">
                <a:pos x="wd2" y="hd2"/>
              </a:cxn>
              <a:cxn ang="5400000">
                <a:pos x="wd2" y="hd2"/>
              </a:cxn>
              <a:cxn ang="10800000">
                <a:pos x="wd2" y="hd2"/>
              </a:cxn>
              <a:cxn ang="16200000">
                <a:pos x="wd2" y="hd2"/>
              </a:cxn>
            </a:cxnLst>
            <a:rect l="0" t="0" r="r" b="b"/>
            <a:pathLst>
              <a:path w="21600" h="19992" fill="norm" stroke="1" extrusionOk="0">
                <a:moveTo>
                  <a:pt x="0" y="13571"/>
                </a:moveTo>
                <a:cubicBezTo>
                  <a:pt x="5169" y="17585"/>
                  <a:pt x="10338" y="21600"/>
                  <a:pt x="13938" y="19338"/>
                </a:cubicBezTo>
                <a:cubicBezTo>
                  <a:pt x="17538" y="17076"/>
                  <a:pt x="19569" y="8538"/>
                  <a:pt x="21600" y="0"/>
                </a:cubicBezTo>
              </a:path>
            </a:pathLst>
          </a:custGeom>
          <a:ln w="25400">
            <a:solidFill>
              <a:srgbClr val="1F5FA0"/>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5" name="Shape 3345"/>
          <p:cNvSpPr/>
          <p:nvPr/>
        </p:nvSpPr>
        <p:spPr>
          <a:xfrm>
            <a:off x="16025952" y="4662299"/>
            <a:ext cx="1591500" cy="923213"/>
          </a:xfrm>
          <a:custGeom>
            <a:avLst/>
            <a:gdLst/>
            <a:ahLst/>
            <a:cxnLst>
              <a:cxn ang="0">
                <a:pos x="wd2" y="hd2"/>
              </a:cxn>
              <a:cxn ang="5400000">
                <a:pos x="wd2" y="hd2"/>
              </a:cxn>
              <a:cxn ang="10800000">
                <a:pos x="wd2" y="hd2"/>
              </a:cxn>
              <a:cxn ang="16200000">
                <a:pos x="wd2" y="hd2"/>
              </a:cxn>
            </a:cxnLst>
            <a:rect l="0" t="0" r="r" b="b"/>
            <a:pathLst>
              <a:path w="18942" h="21600" fill="norm" stroke="1" extrusionOk="0">
                <a:moveTo>
                  <a:pt x="16993" y="21600"/>
                </a:moveTo>
                <a:cubicBezTo>
                  <a:pt x="18597" y="18868"/>
                  <a:pt x="20201" y="16136"/>
                  <a:pt x="17460" y="15013"/>
                </a:cubicBezTo>
                <a:cubicBezTo>
                  <a:pt x="14720" y="13889"/>
                  <a:pt x="2498" y="17362"/>
                  <a:pt x="549" y="14860"/>
                </a:cubicBezTo>
                <a:cubicBezTo>
                  <a:pt x="-1399" y="12357"/>
                  <a:pt x="2186" y="6179"/>
                  <a:pt x="5771" y="0"/>
                </a:cubicBezTo>
              </a:path>
            </a:pathLst>
          </a:custGeom>
          <a:ln w="25400">
            <a:solidFill>
              <a:srgbClr val="1F5FA0"/>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6" name="Shape 3346"/>
          <p:cNvSpPr/>
          <p:nvPr/>
        </p:nvSpPr>
        <p:spPr>
          <a:xfrm>
            <a:off x="14991773" y="6777173"/>
            <a:ext cx="2677968" cy="10738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775" y="3841"/>
                  <a:pt x="1549" y="7683"/>
                  <a:pt x="4647" y="9615"/>
                </a:cubicBezTo>
                <a:cubicBezTo>
                  <a:pt x="7746" y="11546"/>
                  <a:pt x="15764" y="9593"/>
                  <a:pt x="18590" y="11590"/>
                </a:cubicBezTo>
                <a:cubicBezTo>
                  <a:pt x="21415" y="13588"/>
                  <a:pt x="21600" y="21600"/>
                  <a:pt x="21600" y="21600"/>
                </a:cubicBezTo>
              </a:path>
            </a:pathLst>
          </a:custGeom>
          <a:ln w="25400">
            <a:solidFill>
              <a:srgbClr val="596A85"/>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7" name="Shape 3347"/>
          <p:cNvSpPr/>
          <p:nvPr/>
        </p:nvSpPr>
        <p:spPr>
          <a:xfrm>
            <a:off x="17695600" y="8446811"/>
            <a:ext cx="1194774" cy="844642"/>
          </a:xfrm>
          <a:custGeom>
            <a:avLst/>
            <a:gdLst/>
            <a:ahLst/>
            <a:cxnLst>
              <a:cxn ang="0">
                <a:pos x="wd2" y="hd2"/>
              </a:cxn>
              <a:cxn ang="5400000">
                <a:pos x="wd2" y="hd2"/>
              </a:cxn>
              <a:cxn ang="10800000">
                <a:pos x="wd2" y="hd2"/>
              </a:cxn>
              <a:cxn ang="16200000">
                <a:pos x="wd2" y="hd2"/>
              </a:cxn>
            </a:cxnLst>
            <a:rect l="0" t="0" r="r" b="b"/>
            <a:pathLst>
              <a:path w="20564" h="21600" fill="norm" stroke="1" extrusionOk="0">
                <a:moveTo>
                  <a:pt x="119" y="0"/>
                </a:moveTo>
                <a:cubicBezTo>
                  <a:pt x="-107" y="4535"/>
                  <a:pt x="-332" y="9070"/>
                  <a:pt x="2711" y="11386"/>
                </a:cubicBezTo>
                <a:cubicBezTo>
                  <a:pt x="5754" y="13702"/>
                  <a:pt x="15483" y="12195"/>
                  <a:pt x="18375" y="13898"/>
                </a:cubicBezTo>
                <a:cubicBezTo>
                  <a:pt x="21268" y="15600"/>
                  <a:pt x="20667" y="18600"/>
                  <a:pt x="20066" y="21600"/>
                </a:cubicBezTo>
              </a:path>
            </a:pathLst>
          </a:custGeom>
          <a:ln w="25400">
            <a:solidFill>
              <a:srgbClr val="596A85"/>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8" name="Shape 3348"/>
          <p:cNvSpPr/>
          <p:nvPr/>
        </p:nvSpPr>
        <p:spPr>
          <a:xfrm>
            <a:off x="11757260" y="7130743"/>
            <a:ext cx="1189492" cy="726784"/>
          </a:xfrm>
          <a:custGeom>
            <a:avLst/>
            <a:gdLst/>
            <a:ahLst/>
            <a:cxnLst>
              <a:cxn ang="0">
                <a:pos x="wd2" y="hd2"/>
              </a:cxn>
              <a:cxn ang="5400000">
                <a:pos x="wd2" y="hd2"/>
              </a:cxn>
              <a:cxn ang="10800000">
                <a:pos x="wd2" y="hd2"/>
              </a:cxn>
              <a:cxn ang="16200000">
                <a:pos x="wd2" y="hd2"/>
              </a:cxn>
            </a:cxnLst>
            <a:rect l="0" t="0" r="r" b="b"/>
            <a:pathLst>
              <a:path w="20509" h="21600" fill="norm" stroke="1" extrusionOk="0">
                <a:moveTo>
                  <a:pt x="0" y="0"/>
                </a:moveTo>
                <a:cubicBezTo>
                  <a:pt x="329" y="4541"/>
                  <a:pt x="659" y="9081"/>
                  <a:pt x="3838" y="10703"/>
                </a:cubicBezTo>
                <a:cubicBezTo>
                  <a:pt x="7018" y="12324"/>
                  <a:pt x="16557" y="7914"/>
                  <a:pt x="19079" y="9730"/>
                </a:cubicBezTo>
                <a:cubicBezTo>
                  <a:pt x="21600" y="11546"/>
                  <a:pt x="20283" y="16573"/>
                  <a:pt x="18966" y="21600"/>
                </a:cubicBezTo>
              </a:path>
            </a:pathLst>
          </a:custGeom>
          <a:ln w="25400">
            <a:solidFill>
              <a:srgbClr val="1B1E3E"/>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49" name="Shape 3349"/>
          <p:cNvSpPr/>
          <p:nvPr/>
        </p:nvSpPr>
        <p:spPr>
          <a:xfrm>
            <a:off x="12527900" y="8525382"/>
            <a:ext cx="447213" cy="726786"/>
          </a:xfrm>
          <a:custGeom>
            <a:avLst/>
            <a:gdLst/>
            <a:ahLst/>
            <a:cxnLst>
              <a:cxn ang="0">
                <a:pos x="wd2" y="hd2"/>
              </a:cxn>
              <a:cxn ang="5400000">
                <a:pos x="wd2" y="hd2"/>
              </a:cxn>
              <a:cxn ang="10800000">
                <a:pos x="wd2" y="hd2"/>
              </a:cxn>
              <a:cxn ang="16200000">
                <a:pos x="wd2" y="hd2"/>
              </a:cxn>
            </a:cxnLst>
            <a:rect l="0" t="0" r="r" b="b"/>
            <a:pathLst>
              <a:path w="20349" h="21600" fill="norm" stroke="1" extrusionOk="0">
                <a:moveTo>
                  <a:pt x="1579" y="0"/>
                </a:moveTo>
                <a:cubicBezTo>
                  <a:pt x="164" y="3941"/>
                  <a:pt x="-1251" y="7881"/>
                  <a:pt x="1877" y="11481"/>
                </a:cubicBezTo>
                <a:cubicBezTo>
                  <a:pt x="5006" y="15081"/>
                  <a:pt x="12677" y="18341"/>
                  <a:pt x="20349" y="21600"/>
                </a:cubicBezTo>
              </a:path>
            </a:pathLst>
          </a:custGeom>
          <a:ln w="25400">
            <a:solidFill>
              <a:srgbClr val="1B1E3E"/>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50" name="Shape 3350"/>
          <p:cNvSpPr/>
          <p:nvPr/>
        </p:nvSpPr>
        <p:spPr>
          <a:xfrm>
            <a:off x="7933460" y="6731341"/>
            <a:ext cx="910118" cy="11261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5086" y="1528"/>
                  <a:pt x="8573" y="3056"/>
                  <a:pt x="4973" y="6656"/>
                </a:cubicBezTo>
                <a:cubicBezTo>
                  <a:pt x="1373" y="10256"/>
                  <a:pt x="686" y="15928"/>
                  <a:pt x="0" y="21600"/>
                </a:cubicBezTo>
              </a:path>
            </a:pathLst>
          </a:custGeom>
          <a:ln w="25400">
            <a:solidFill>
              <a:srgbClr val="FFC003"/>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51" name="Shape 3351"/>
          <p:cNvSpPr/>
          <p:nvPr/>
        </p:nvSpPr>
        <p:spPr>
          <a:xfrm>
            <a:off x="6776715" y="8518835"/>
            <a:ext cx="953771" cy="759522"/>
          </a:xfrm>
          <a:custGeom>
            <a:avLst/>
            <a:gdLst/>
            <a:ahLst/>
            <a:cxnLst>
              <a:cxn ang="0">
                <a:pos x="wd2" y="hd2"/>
              </a:cxn>
              <a:cxn ang="5400000">
                <a:pos x="wd2" y="hd2"/>
              </a:cxn>
              <a:cxn ang="10800000">
                <a:pos x="wd2" y="hd2"/>
              </a:cxn>
              <a:cxn ang="16200000">
                <a:pos x="wd2" y="hd2"/>
              </a:cxn>
            </a:cxnLst>
            <a:rect l="0" t="0" r="r" b="b"/>
            <a:pathLst>
              <a:path w="20746" h="21600" fill="norm" stroke="1" extrusionOk="0">
                <a:moveTo>
                  <a:pt x="20746" y="0"/>
                </a:moveTo>
                <a:cubicBezTo>
                  <a:pt x="18467" y="4872"/>
                  <a:pt x="16189" y="9745"/>
                  <a:pt x="12913" y="11359"/>
                </a:cubicBezTo>
                <a:cubicBezTo>
                  <a:pt x="9637" y="12972"/>
                  <a:pt x="3039" y="7976"/>
                  <a:pt x="1092" y="9683"/>
                </a:cubicBezTo>
                <a:cubicBezTo>
                  <a:pt x="-854" y="11390"/>
                  <a:pt x="190" y="16495"/>
                  <a:pt x="1235" y="21600"/>
                </a:cubicBezTo>
              </a:path>
            </a:pathLst>
          </a:custGeom>
          <a:ln w="25400">
            <a:solidFill>
              <a:srgbClr val="FFC003"/>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52" name="Shape 3352"/>
          <p:cNvSpPr/>
          <p:nvPr/>
        </p:nvSpPr>
        <p:spPr>
          <a:xfrm>
            <a:off x="6826916" y="6148604"/>
            <a:ext cx="2003566" cy="674782"/>
          </a:xfrm>
          <a:custGeom>
            <a:avLst/>
            <a:gdLst/>
            <a:ahLst/>
            <a:cxnLst>
              <a:cxn ang="0">
                <a:pos x="wd2" y="hd2"/>
              </a:cxn>
              <a:cxn ang="5400000">
                <a:pos x="wd2" y="hd2"/>
              </a:cxn>
              <a:cxn ang="10800000">
                <a:pos x="wd2" y="hd2"/>
              </a:cxn>
              <a:cxn ang="16200000">
                <a:pos x="wd2" y="hd2"/>
              </a:cxn>
            </a:cxnLst>
            <a:rect l="0" t="0" r="r" b="b"/>
            <a:pathLst>
              <a:path w="21600" h="19700" fill="norm" stroke="1" extrusionOk="0">
                <a:moveTo>
                  <a:pt x="21600" y="16248"/>
                </a:moveTo>
                <a:cubicBezTo>
                  <a:pt x="16988" y="15340"/>
                  <a:pt x="12376" y="14432"/>
                  <a:pt x="9035" y="14910"/>
                </a:cubicBezTo>
                <a:cubicBezTo>
                  <a:pt x="5694" y="15388"/>
                  <a:pt x="3059" y="21600"/>
                  <a:pt x="1553" y="19115"/>
                </a:cubicBezTo>
                <a:cubicBezTo>
                  <a:pt x="47" y="16630"/>
                  <a:pt x="24" y="8315"/>
                  <a:pt x="0" y="0"/>
                </a:cubicBezTo>
              </a:path>
            </a:pathLst>
          </a:custGeom>
          <a:ln w="25400">
            <a:solidFill>
              <a:srgbClr val="384C81"/>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353" name="Shape 3353"/>
          <p:cNvSpPr/>
          <p:nvPr/>
        </p:nvSpPr>
        <p:spPr>
          <a:xfrm>
            <a:off x="4920198" y="4943846"/>
            <a:ext cx="2083503" cy="556546"/>
          </a:xfrm>
          <a:custGeom>
            <a:avLst/>
            <a:gdLst/>
            <a:ahLst/>
            <a:cxnLst>
              <a:cxn ang="0">
                <a:pos x="wd2" y="hd2"/>
              </a:cxn>
              <a:cxn ang="5400000">
                <a:pos x="wd2" y="hd2"/>
              </a:cxn>
              <a:cxn ang="10800000">
                <a:pos x="wd2" y="hd2"/>
              </a:cxn>
              <a:cxn ang="16200000">
                <a:pos x="wd2" y="hd2"/>
              </a:cxn>
            </a:cxnLst>
            <a:rect l="0" t="0" r="r" b="b"/>
            <a:pathLst>
              <a:path w="21247" h="21600" fill="norm" stroke="1" extrusionOk="0">
                <a:moveTo>
                  <a:pt x="21247" y="21600"/>
                </a:moveTo>
                <a:cubicBezTo>
                  <a:pt x="20190" y="17640"/>
                  <a:pt x="19133" y="13680"/>
                  <a:pt x="15972" y="12706"/>
                </a:cubicBezTo>
                <a:cubicBezTo>
                  <a:pt x="12812" y="11732"/>
                  <a:pt x="4922" y="17873"/>
                  <a:pt x="2284" y="15755"/>
                </a:cubicBezTo>
                <a:cubicBezTo>
                  <a:pt x="-353" y="13638"/>
                  <a:pt x="-103" y="6819"/>
                  <a:pt x="148" y="0"/>
                </a:cubicBezTo>
              </a:path>
            </a:pathLst>
          </a:custGeom>
          <a:ln w="25400">
            <a:solidFill>
              <a:srgbClr val="384C81"/>
            </a:solidFill>
            <a:miter/>
            <a:headEnd type="oval"/>
            <a:tailEnd type="oval"/>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10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355" name="Shape 335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Mapa mental</a:t>
            </a:r>
          </a:p>
        </p:txBody>
      </p:sp>
      <p:sp>
        <p:nvSpPr>
          <p:cNvPr id="3356" name="Shape 335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357" name="Shape 3357"/>
          <p:cNvSpPr/>
          <p:nvPr/>
        </p:nvSpPr>
        <p:spPr>
          <a:xfrm flipV="1">
            <a:off x="8577270" y="8830024"/>
            <a:ext cx="2271785" cy="767027"/>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58" name="Shape 3358"/>
          <p:cNvSpPr/>
          <p:nvPr/>
        </p:nvSpPr>
        <p:spPr>
          <a:xfrm flipV="1">
            <a:off x="2827202" y="8726257"/>
            <a:ext cx="1696183" cy="1078559"/>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59" name="Shape 3359"/>
          <p:cNvSpPr/>
          <p:nvPr/>
        </p:nvSpPr>
        <p:spPr>
          <a:xfrm flipH="1" flipV="1">
            <a:off x="2693895" y="6629266"/>
            <a:ext cx="1769873" cy="1530962"/>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0" name="Shape 3360"/>
          <p:cNvSpPr/>
          <p:nvPr/>
        </p:nvSpPr>
        <p:spPr>
          <a:xfrm>
            <a:off x="5813262" y="5881922"/>
            <a:ext cx="2189088" cy="184754"/>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1" name="Shape 3361"/>
          <p:cNvSpPr/>
          <p:nvPr/>
        </p:nvSpPr>
        <p:spPr>
          <a:xfrm flipH="1" flipV="1">
            <a:off x="8001676" y="6069223"/>
            <a:ext cx="3640425" cy="2093569"/>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2" name="Shape 3362"/>
          <p:cNvSpPr/>
          <p:nvPr/>
        </p:nvSpPr>
        <p:spPr>
          <a:xfrm flipH="1" flipV="1">
            <a:off x="11581926" y="5953487"/>
            <a:ext cx="217781" cy="1979764"/>
          </a:xfrm>
          <a:prstGeom prst="line">
            <a:avLst/>
          </a:prstGeom>
          <a:ln w="3175">
            <a:solidFill>
              <a:srgbClr val="BFBFBF"/>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3" name="Shape 3363"/>
          <p:cNvSpPr/>
          <p:nvPr/>
        </p:nvSpPr>
        <p:spPr>
          <a:xfrm flipV="1">
            <a:off x="11663134" y="4110592"/>
            <a:ext cx="3012594" cy="1188915"/>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4" name="Shape 3364"/>
          <p:cNvSpPr/>
          <p:nvPr/>
        </p:nvSpPr>
        <p:spPr>
          <a:xfrm flipV="1">
            <a:off x="11663623" y="3071360"/>
            <a:ext cx="81172" cy="2228038"/>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5" name="Shape 3365"/>
          <p:cNvSpPr/>
          <p:nvPr/>
        </p:nvSpPr>
        <p:spPr>
          <a:xfrm flipH="1" flipV="1">
            <a:off x="9132051" y="3578875"/>
            <a:ext cx="2531580" cy="1720533"/>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6" name="Shape 3366"/>
          <p:cNvSpPr/>
          <p:nvPr/>
        </p:nvSpPr>
        <p:spPr>
          <a:xfrm flipV="1">
            <a:off x="11932542" y="7959165"/>
            <a:ext cx="4462662" cy="690345"/>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7" name="Shape 3367"/>
          <p:cNvSpPr/>
          <p:nvPr/>
        </p:nvSpPr>
        <p:spPr>
          <a:xfrm>
            <a:off x="17543781" y="5416345"/>
            <a:ext cx="1148382" cy="1595289"/>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8" name="Shape 3368"/>
          <p:cNvSpPr/>
          <p:nvPr/>
        </p:nvSpPr>
        <p:spPr>
          <a:xfrm flipH="1" flipV="1">
            <a:off x="18691001" y="7013723"/>
            <a:ext cx="1293077" cy="2147373"/>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69" name="Shape 3369"/>
          <p:cNvSpPr/>
          <p:nvPr/>
        </p:nvSpPr>
        <p:spPr>
          <a:xfrm flipV="1">
            <a:off x="16394882" y="7011732"/>
            <a:ext cx="2296751" cy="947524"/>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70" name="Shape 3370"/>
          <p:cNvSpPr/>
          <p:nvPr/>
        </p:nvSpPr>
        <p:spPr>
          <a:xfrm flipV="1">
            <a:off x="19253305" y="5471970"/>
            <a:ext cx="1463889" cy="1040265"/>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71" name="Shape 3371"/>
          <p:cNvSpPr/>
          <p:nvPr/>
        </p:nvSpPr>
        <p:spPr>
          <a:xfrm flipH="1" flipV="1">
            <a:off x="16502097" y="8062989"/>
            <a:ext cx="71130" cy="1441176"/>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72" name="Shape 3372"/>
          <p:cNvSpPr/>
          <p:nvPr/>
        </p:nvSpPr>
        <p:spPr>
          <a:xfrm flipV="1">
            <a:off x="5257970" y="6543857"/>
            <a:ext cx="4759" cy="1059091"/>
          </a:xfrm>
          <a:prstGeom prst="line">
            <a:avLst/>
          </a:prstGeom>
          <a:ln w="38100">
            <a:solidFill>
              <a:srgbClr val="F7BB00"/>
            </a:solidFill>
            <a:prstDash val="dash"/>
            <a:miter/>
          </a:ln>
        </p:spPr>
        <p:txBody>
          <a:bodyPr lIns="34289" tIns="34289" rIns="34289" bIns="34289"/>
          <a:lstStyle/>
          <a:p>
            <a:pPr algn="l" defTabSz="685800">
              <a:defRPr sz="1200">
                <a:latin typeface="Calibri"/>
                <a:ea typeface="Calibri"/>
                <a:cs typeface="Calibri"/>
                <a:sym typeface="Calibri"/>
              </a:defRPr>
            </a:pPr>
          </a:p>
        </p:txBody>
      </p:sp>
      <p:sp>
        <p:nvSpPr>
          <p:cNvPr id="3373" name="Shape 3373"/>
          <p:cNvSpPr/>
          <p:nvPr/>
        </p:nvSpPr>
        <p:spPr>
          <a:xfrm rot="11660726">
            <a:off x="10374203" y="6869252"/>
            <a:ext cx="3004765" cy="3004764"/>
          </a:xfrm>
          <a:prstGeom prst="ellipse">
            <a:avLst/>
          </a:prstGeom>
          <a:solidFill>
            <a:srgbClr val="FFC003"/>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74" name="Shape 3374"/>
          <p:cNvSpPr/>
          <p:nvPr/>
        </p:nvSpPr>
        <p:spPr>
          <a:xfrm rot="11660726">
            <a:off x="7061261" y="8710380"/>
            <a:ext cx="1857170" cy="1857171"/>
          </a:xfrm>
          <a:prstGeom prst="ellipse">
            <a:avLst/>
          </a:prstGeom>
          <a:solidFill>
            <a:srgbClr val="004B75"/>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75" name="Shape 3375"/>
          <p:cNvSpPr/>
          <p:nvPr/>
        </p:nvSpPr>
        <p:spPr>
          <a:xfrm rot="11660726">
            <a:off x="15489428" y="6565969"/>
            <a:ext cx="1917796" cy="1917797"/>
          </a:xfrm>
          <a:prstGeom prst="ellipse">
            <a:avLst/>
          </a:prstGeom>
          <a:solidFill>
            <a:srgbClr val="3BC7E2"/>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76" name="Shape 3376"/>
          <p:cNvSpPr/>
          <p:nvPr/>
        </p:nvSpPr>
        <p:spPr>
          <a:xfrm rot="11660726">
            <a:off x="10708644" y="4503785"/>
            <a:ext cx="1917797" cy="1917796"/>
          </a:xfrm>
          <a:prstGeom prst="ellipse">
            <a:avLst/>
          </a:prstGeom>
          <a:solidFill>
            <a:srgbClr val="6388BF"/>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77" name="Shape 3377"/>
          <p:cNvSpPr/>
          <p:nvPr/>
        </p:nvSpPr>
        <p:spPr>
          <a:xfrm rot="11660726">
            <a:off x="7073759" y="5138076"/>
            <a:ext cx="1857171" cy="1857171"/>
          </a:xfrm>
          <a:prstGeom prst="ellipse">
            <a:avLst/>
          </a:prstGeom>
          <a:solidFill>
            <a:srgbClr val="004B75"/>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78" name="Shape 3378"/>
          <p:cNvSpPr/>
          <p:nvPr/>
        </p:nvSpPr>
        <p:spPr>
          <a:xfrm rot="11660726">
            <a:off x="4356290" y="4953337"/>
            <a:ext cx="1857171" cy="1857170"/>
          </a:xfrm>
          <a:prstGeom prst="ellipse">
            <a:avLst/>
          </a:prstGeom>
          <a:solidFill>
            <a:srgbClr val="006BA8"/>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79" name="Shape 3379"/>
          <p:cNvSpPr/>
          <p:nvPr/>
        </p:nvSpPr>
        <p:spPr>
          <a:xfrm rot="11660726">
            <a:off x="4071363" y="7538759"/>
            <a:ext cx="1857171" cy="1857171"/>
          </a:xfrm>
          <a:prstGeom prst="ellipse">
            <a:avLst/>
          </a:prstGeom>
          <a:solidFill>
            <a:srgbClr val="006BA8"/>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0" name="Shape 3380"/>
          <p:cNvSpPr/>
          <p:nvPr/>
        </p:nvSpPr>
        <p:spPr>
          <a:xfrm rot="11660726">
            <a:off x="1063720" y="5270225"/>
            <a:ext cx="2034337" cy="2034337"/>
          </a:xfrm>
          <a:prstGeom prst="ellipse">
            <a:avLst/>
          </a:prstGeom>
          <a:solidFill>
            <a:srgbClr val="009AEF"/>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1" name="Shape 3381"/>
          <p:cNvSpPr/>
          <p:nvPr/>
        </p:nvSpPr>
        <p:spPr>
          <a:xfrm rot="11660726">
            <a:off x="1567860" y="8876231"/>
            <a:ext cx="1857171" cy="1857170"/>
          </a:xfrm>
          <a:prstGeom prst="ellipse">
            <a:avLst/>
          </a:prstGeom>
          <a:solidFill>
            <a:srgbClr val="009AEF"/>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2" name="Shape 3382"/>
          <p:cNvSpPr/>
          <p:nvPr/>
        </p:nvSpPr>
        <p:spPr>
          <a:xfrm rot="11660726">
            <a:off x="7836962" y="2308051"/>
            <a:ext cx="1917797" cy="1917797"/>
          </a:xfrm>
          <a:prstGeom prst="ellipse">
            <a:avLst/>
          </a:prstGeom>
          <a:solidFill>
            <a:srgbClr val="7DAEF7"/>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3" name="Shape 3383"/>
          <p:cNvSpPr/>
          <p:nvPr/>
        </p:nvSpPr>
        <p:spPr>
          <a:xfrm rot="11660726">
            <a:off x="10917687" y="1647567"/>
            <a:ext cx="1917797" cy="1917797"/>
          </a:xfrm>
          <a:prstGeom prst="ellipse">
            <a:avLst/>
          </a:prstGeom>
          <a:solidFill>
            <a:srgbClr val="7DAEF7"/>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4" name="Shape 3384"/>
          <p:cNvSpPr/>
          <p:nvPr/>
        </p:nvSpPr>
        <p:spPr>
          <a:xfrm rot="11660726">
            <a:off x="14194758" y="2954430"/>
            <a:ext cx="1917796" cy="1917796"/>
          </a:xfrm>
          <a:prstGeom prst="ellipse">
            <a:avLst/>
          </a:prstGeom>
          <a:solidFill>
            <a:srgbClr val="7DAEF7"/>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5" name="Shape 3385"/>
          <p:cNvSpPr/>
          <p:nvPr/>
        </p:nvSpPr>
        <p:spPr>
          <a:xfrm rot="11660726">
            <a:off x="15614329" y="9291459"/>
            <a:ext cx="1917796" cy="1917796"/>
          </a:xfrm>
          <a:prstGeom prst="ellipse">
            <a:avLst/>
          </a:prstGeom>
          <a:solidFill>
            <a:srgbClr val="41D8F9"/>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6" name="Shape 3386"/>
          <p:cNvSpPr/>
          <p:nvPr/>
        </p:nvSpPr>
        <p:spPr>
          <a:xfrm rot="11660726">
            <a:off x="19248804" y="8303508"/>
            <a:ext cx="1917797" cy="1917797"/>
          </a:xfrm>
          <a:prstGeom prst="ellipse">
            <a:avLst/>
          </a:prstGeom>
          <a:solidFill>
            <a:srgbClr val="8EEDF9"/>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7" name="Shape 3387"/>
          <p:cNvSpPr/>
          <p:nvPr/>
        </p:nvSpPr>
        <p:spPr>
          <a:xfrm rot="11660726">
            <a:off x="17893715" y="6072326"/>
            <a:ext cx="1917796" cy="1917796"/>
          </a:xfrm>
          <a:prstGeom prst="ellipse">
            <a:avLst/>
          </a:prstGeom>
          <a:solidFill>
            <a:srgbClr val="41D8F9"/>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8" name="Shape 3388"/>
          <p:cNvSpPr/>
          <p:nvPr/>
        </p:nvSpPr>
        <p:spPr>
          <a:xfrm rot="11660726">
            <a:off x="16464305" y="3938627"/>
            <a:ext cx="1917796" cy="1917796"/>
          </a:xfrm>
          <a:prstGeom prst="ellipse">
            <a:avLst/>
          </a:prstGeom>
          <a:solidFill>
            <a:srgbClr val="8EEDF9"/>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389" name="Shape 3389"/>
          <p:cNvSpPr/>
          <p:nvPr/>
        </p:nvSpPr>
        <p:spPr>
          <a:xfrm rot="11660726">
            <a:off x="20124506" y="4120599"/>
            <a:ext cx="1917796" cy="1917796"/>
          </a:xfrm>
          <a:prstGeom prst="ellipse">
            <a:avLst/>
          </a:prstGeom>
          <a:solidFill>
            <a:srgbClr val="8EEDF9"/>
          </a:solidFill>
          <a:ln w="12700">
            <a:miter lim="400000"/>
          </a:ln>
        </p:spPr>
        <p:txBody>
          <a:bodyPr lIns="34289" tIns="34289" rIns="34289" bIns="34289"/>
          <a:lstStyle/>
          <a:p>
            <a:pPr algn="l" defTabSz="685800">
              <a:defRPr sz="1200">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10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391" name="Shape 3391"/>
          <p:cNvSpPr/>
          <p:nvPr/>
        </p:nvSpPr>
        <p:spPr>
          <a:xfrm>
            <a:off x="303300" y="385686"/>
            <a:ext cx="552386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Diagrama de flujo</a:t>
            </a:r>
          </a:p>
        </p:txBody>
      </p:sp>
      <p:sp>
        <p:nvSpPr>
          <p:cNvPr id="3392" name="Shape 339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393" name="Shape 3393"/>
          <p:cNvSpPr/>
          <p:nvPr/>
        </p:nvSpPr>
        <p:spPr>
          <a:xfrm>
            <a:off x="6933098" y="5931215"/>
            <a:ext cx="1106123" cy="1"/>
          </a:xfrm>
          <a:prstGeom prst="line">
            <a:avLst/>
          </a:prstGeom>
          <a:ln w="38100">
            <a:solidFill>
              <a:srgbClr val="6388BF"/>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394" name="Shape 3394"/>
          <p:cNvSpPr/>
          <p:nvPr/>
        </p:nvSpPr>
        <p:spPr>
          <a:xfrm>
            <a:off x="6933098" y="9668181"/>
            <a:ext cx="1106123" cy="1"/>
          </a:xfrm>
          <a:prstGeom prst="line">
            <a:avLst/>
          </a:prstGeom>
          <a:ln w="38100">
            <a:solidFill>
              <a:srgbClr val="B3E6F1"/>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395" name="Shape 3395"/>
          <p:cNvSpPr/>
          <p:nvPr/>
        </p:nvSpPr>
        <p:spPr>
          <a:xfrm>
            <a:off x="7429007" y="4023806"/>
            <a:ext cx="594039" cy="1"/>
          </a:xfrm>
          <a:prstGeom prst="line">
            <a:avLst/>
          </a:prstGeom>
          <a:ln w="38100">
            <a:solidFill>
              <a:srgbClr val="004B75"/>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396" name="Shape 3396"/>
          <p:cNvSpPr/>
          <p:nvPr/>
        </p:nvSpPr>
        <p:spPr>
          <a:xfrm>
            <a:off x="7429007" y="7799699"/>
            <a:ext cx="594039" cy="1"/>
          </a:xfrm>
          <a:prstGeom prst="line">
            <a:avLst/>
          </a:prstGeom>
          <a:ln w="38100">
            <a:solidFill>
              <a:srgbClr val="3BC7E2"/>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397" name="Shape 3397"/>
          <p:cNvSpPr/>
          <p:nvPr/>
        </p:nvSpPr>
        <p:spPr>
          <a:xfrm>
            <a:off x="15859923" y="5916298"/>
            <a:ext cx="594038" cy="1"/>
          </a:xfrm>
          <a:prstGeom prst="line">
            <a:avLst/>
          </a:prstGeom>
          <a:ln w="38100">
            <a:solidFill>
              <a:srgbClr val="6388BF"/>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398" name="Shape 3398"/>
          <p:cNvSpPr/>
          <p:nvPr/>
        </p:nvSpPr>
        <p:spPr>
          <a:xfrm>
            <a:off x="15859923" y="4023806"/>
            <a:ext cx="1106123" cy="1"/>
          </a:xfrm>
          <a:prstGeom prst="line">
            <a:avLst/>
          </a:prstGeom>
          <a:ln w="38100">
            <a:solidFill>
              <a:srgbClr val="004B75"/>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399" name="Shape 3399"/>
          <p:cNvSpPr/>
          <p:nvPr/>
        </p:nvSpPr>
        <p:spPr>
          <a:xfrm>
            <a:off x="15859923" y="7799699"/>
            <a:ext cx="1456462" cy="1"/>
          </a:xfrm>
          <a:prstGeom prst="line">
            <a:avLst/>
          </a:prstGeom>
          <a:ln w="38100">
            <a:solidFill>
              <a:srgbClr val="3BC7E2"/>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00" name="Shape 3400"/>
          <p:cNvSpPr/>
          <p:nvPr/>
        </p:nvSpPr>
        <p:spPr>
          <a:xfrm>
            <a:off x="15859923" y="9670452"/>
            <a:ext cx="594038" cy="1"/>
          </a:xfrm>
          <a:prstGeom prst="line">
            <a:avLst/>
          </a:prstGeom>
          <a:ln w="38100">
            <a:solidFill>
              <a:srgbClr val="B3E6F1"/>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01" name="Shape 3401"/>
          <p:cNvSpPr/>
          <p:nvPr/>
        </p:nvSpPr>
        <p:spPr>
          <a:xfrm>
            <a:off x="7429007" y="4043271"/>
            <a:ext cx="1" cy="2468276"/>
          </a:xfrm>
          <a:prstGeom prst="line">
            <a:avLst/>
          </a:prstGeom>
          <a:ln w="38100">
            <a:solidFill>
              <a:srgbClr val="004B75"/>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02" name="Shape 3402"/>
          <p:cNvSpPr/>
          <p:nvPr/>
        </p:nvSpPr>
        <p:spPr>
          <a:xfrm flipH="1">
            <a:off x="5931463" y="6511547"/>
            <a:ext cx="1497546" cy="1"/>
          </a:xfrm>
          <a:prstGeom prst="line">
            <a:avLst/>
          </a:prstGeom>
          <a:ln w="38100">
            <a:solidFill>
              <a:srgbClr val="004B75"/>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03" name="Shape 3403"/>
          <p:cNvSpPr/>
          <p:nvPr/>
        </p:nvSpPr>
        <p:spPr>
          <a:xfrm flipV="1">
            <a:off x="6933098" y="4043271"/>
            <a:ext cx="1" cy="1873028"/>
          </a:xfrm>
          <a:prstGeom prst="line">
            <a:avLst/>
          </a:prstGeom>
          <a:ln w="38100">
            <a:solidFill>
              <a:srgbClr val="6388BF"/>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04" name="Shape 3404"/>
          <p:cNvSpPr/>
          <p:nvPr/>
        </p:nvSpPr>
        <p:spPr>
          <a:xfrm flipH="1">
            <a:off x="5931463" y="4043271"/>
            <a:ext cx="1001636" cy="1"/>
          </a:xfrm>
          <a:prstGeom prst="line">
            <a:avLst/>
          </a:prstGeom>
          <a:ln w="38100">
            <a:solidFill>
              <a:srgbClr val="6388BF"/>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05" name="Shape 3405"/>
          <p:cNvSpPr/>
          <p:nvPr/>
        </p:nvSpPr>
        <p:spPr>
          <a:xfrm>
            <a:off x="7429008" y="7799699"/>
            <a:ext cx="1" cy="2230827"/>
          </a:xfrm>
          <a:prstGeom prst="line">
            <a:avLst/>
          </a:prstGeom>
          <a:ln w="38100">
            <a:solidFill>
              <a:srgbClr val="3BC7E2"/>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06" name="Shape 3406"/>
          <p:cNvSpPr/>
          <p:nvPr/>
        </p:nvSpPr>
        <p:spPr>
          <a:xfrm flipH="1">
            <a:off x="5931463" y="10030524"/>
            <a:ext cx="1497546" cy="1"/>
          </a:xfrm>
          <a:prstGeom prst="line">
            <a:avLst/>
          </a:prstGeom>
          <a:ln w="38100">
            <a:solidFill>
              <a:srgbClr val="3BC7E2"/>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07" name="Shape 3407"/>
          <p:cNvSpPr/>
          <p:nvPr/>
        </p:nvSpPr>
        <p:spPr>
          <a:xfrm flipV="1">
            <a:off x="6933098" y="7087016"/>
            <a:ext cx="1" cy="2583437"/>
          </a:xfrm>
          <a:prstGeom prst="line">
            <a:avLst/>
          </a:prstGeom>
          <a:ln w="38100">
            <a:solidFill>
              <a:srgbClr val="B3E6F1"/>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08" name="Shape 3408"/>
          <p:cNvSpPr/>
          <p:nvPr/>
        </p:nvSpPr>
        <p:spPr>
          <a:xfrm flipH="1">
            <a:off x="5931463" y="7087016"/>
            <a:ext cx="1001636" cy="1"/>
          </a:xfrm>
          <a:prstGeom prst="line">
            <a:avLst/>
          </a:prstGeom>
          <a:ln w="38100">
            <a:solidFill>
              <a:srgbClr val="B3E6F1"/>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09" name="Shape 3409"/>
          <p:cNvSpPr/>
          <p:nvPr/>
        </p:nvSpPr>
        <p:spPr>
          <a:xfrm>
            <a:off x="16966045" y="4043271"/>
            <a:ext cx="1" cy="5763427"/>
          </a:xfrm>
          <a:prstGeom prst="line">
            <a:avLst/>
          </a:prstGeom>
          <a:ln w="38100">
            <a:solidFill>
              <a:srgbClr val="004B75"/>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10" name="Shape 3410"/>
          <p:cNvSpPr/>
          <p:nvPr/>
        </p:nvSpPr>
        <p:spPr>
          <a:xfrm>
            <a:off x="16966045" y="9806696"/>
            <a:ext cx="1088812" cy="1"/>
          </a:xfrm>
          <a:prstGeom prst="line">
            <a:avLst/>
          </a:prstGeom>
          <a:ln w="38100">
            <a:solidFill>
              <a:srgbClr val="004B75"/>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11" name="Shape 3411"/>
          <p:cNvSpPr/>
          <p:nvPr/>
        </p:nvSpPr>
        <p:spPr>
          <a:xfrm flipV="1">
            <a:off x="17316382" y="4023806"/>
            <a:ext cx="1" cy="3775893"/>
          </a:xfrm>
          <a:prstGeom prst="line">
            <a:avLst/>
          </a:prstGeom>
          <a:ln w="38100">
            <a:solidFill>
              <a:srgbClr val="3BC7E2"/>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12" name="Shape 3412"/>
          <p:cNvSpPr/>
          <p:nvPr/>
        </p:nvSpPr>
        <p:spPr>
          <a:xfrm>
            <a:off x="17316383" y="4043271"/>
            <a:ext cx="738473" cy="1"/>
          </a:xfrm>
          <a:prstGeom prst="line">
            <a:avLst/>
          </a:prstGeom>
          <a:ln w="38100">
            <a:solidFill>
              <a:srgbClr val="3BC7E2"/>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13" name="Shape 3413"/>
          <p:cNvSpPr/>
          <p:nvPr/>
        </p:nvSpPr>
        <p:spPr>
          <a:xfrm>
            <a:off x="16453959" y="5911752"/>
            <a:ext cx="1" cy="658512"/>
          </a:xfrm>
          <a:prstGeom prst="line">
            <a:avLst/>
          </a:prstGeom>
          <a:ln w="38100">
            <a:solidFill>
              <a:srgbClr val="6388BF"/>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14" name="Shape 3414"/>
          <p:cNvSpPr/>
          <p:nvPr/>
        </p:nvSpPr>
        <p:spPr>
          <a:xfrm>
            <a:off x="16453958" y="6570264"/>
            <a:ext cx="1600897" cy="1"/>
          </a:xfrm>
          <a:prstGeom prst="line">
            <a:avLst/>
          </a:prstGeom>
          <a:ln w="38100">
            <a:solidFill>
              <a:srgbClr val="6388BF"/>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15" name="Shape 3415"/>
          <p:cNvSpPr/>
          <p:nvPr/>
        </p:nvSpPr>
        <p:spPr>
          <a:xfrm flipV="1">
            <a:off x="16453959" y="6924983"/>
            <a:ext cx="1" cy="2743200"/>
          </a:xfrm>
          <a:prstGeom prst="line">
            <a:avLst/>
          </a:prstGeom>
          <a:ln w="38100">
            <a:solidFill>
              <a:srgbClr val="B3E6F1"/>
            </a:solidFill>
            <a:prstDash val="sysDash"/>
            <a:miter/>
          </a:ln>
        </p:spPr>
        <p:txBody>
          <a:bodyPr lIns="34289" tIns="34289" rIns="34289" bIns="34289"/>
          <a:lstStyle/>
          <a:p>
            <a:pPr algn="l" defTabSz="685800">
              <a:defRPr sz="1200">
                <a:latin typeface="Calibri"/>
                <a:ea typeface="Calibri"/>
                <a:cs typeface="Calibri"/>
                <a:sym typeface="Calibri"/>
              </a:defRPr>
            </a:pPr>
          </a:p>
        </p:txBody>
      </p:sp>
      <p:sp>
        <p:nvSpPr>
          <p:cNvPr id="3416" name="Shape 3416"/>
          <p:cNvSpPr/>
          <p:nvPr/>
        </p:nvSpPr>
        <p:spPr>
          <a:xfrm>
            <a:off x="16453958" y="6924983"/>
            <a:ext cx="1600897" cy="1"/>
          </a:xfrm>
          <a:prstGeom prst="line">
            <a:avLst/>
          </a:prstGeom>
          <a:ln w="38100">
            <a:solidFill>
              <a:srgbClr val="B3E6F1"/>
            </a:solidFill>
            <a:prstDash val="sysDash"/>
            <a:miter/>
            <a:tailEnd type="oval"/>
          </a:ln>
        </p:spPr>
        <p:txBody>
          <a:bodyPr lIns="34289" tIns="34289" rIns="34289" bIns="34289"/>
          <a:lstStyle/>
          <a:p>
            <a:pPr algn="l" defTabSz="685800">
              <a:defRPr sz="1200">
                <a:latin typeface="Calibri"/>
                <a:ea typeface="Calibri"/>
                <a:cs typeface="Calibri"/>
                <a:sym typeface="Calibri"/>
              </a:defRPr>
            </a:pPr>
          </a:p>
        </p:txBody>
      </p:sp>
      <p:sp>
        <p:nvSpPr>
          <p:cNvPr id="3417" name="Shape 3417"/>
          <p:cNvSpPr/>
          <p:nvPr/>
        </p:nvSpPr>
        <p:spPr>
          <a:xfrm>
            <a:off x="18224673" y="2751233"/>
            <a:ext cx="2316139" cy="2316139"/>
          </a:xfrm>
          <a:prstGeom prst="roundRect">
            <a:avLst>
              <a:gd name="adj" fmla="val 16667"/>
            </a:avLst>
          </a:prstGeom>
          <a:solidFill>
            <a:srgbClr val="F7BB00"/>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grpSp>
        <p:nvGrpSpPr>
          <p:cNvPr id="3420" name="Group 3420"/>
          <p:cNvGrpSpPr/>
          <p:nvPr/>
        </p:nvGrpSpPr>
        <p:grpSpPr>
          <a:xfrm>
            <a:off x="19049156" y="3054355"/>
            <a:ext cx="667175" cy="969452"/>
            <a:chOff x="0" y="0"/>
            <a:chExt cx="667173" cy="969451"/>
          </a:xfrm>
        </p:grpSpPr>
        <p:sp>
          <p:nvSpPr>
            <p:cNvPr id="3418" name="Shape 3418"/>
            <p:cNvSpPr/>
            <p:nvPr/>
          </p:nvSpPr>
          <p:spPr>
            <a:xfrm>
              <a:off x="-1" y="0"/>
              <a:ext cx="667175" cy="9694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3328"/>
                    <a:pt x="0" y="7425"/>
                  </a:cubicBezTo>
                  <a:cubicBezTo>
                    <a:pt x="0" y="10144"/>
                    <a:pt x="3626" y="13034"/>
                    <a:pt x="4937" y="15567"/>
                  </a:cubicBezTo>
                  <a:cubicBezTo>
                    <a:pt x="6904" y="19346"/>
                    <a:pt x="6692" y="21600"/>
                    <a:pt x="10800" y="21600"/>
                  </a:cubicBezTo>
                  <a:cubicBezTo>
                    <a:pt x="14966" y="21600"/>
                    <a:pt x="14696" y="19346"/>
                    <a:pt x="16663" y="15580"/>
                  </a:cubicBezTo>
                  <a:cubicBezTo>
                    <a:pt x="17974" y="13034"/>
                    <a:pt x="21600" y="10130"/>
                    <a:pt x="21600" y="7425"/>
                  </a:cubicBezTo>
                  <a:cubicBezTo>
                    <a:pt x="21600" y="3328"/>
                    <a:pt x="16759" y="0"/>
                    <a:pt x="10800" y="0"/>
                  </a:cubicBezTo>
                  <a:close/>
                  <a:moveTo>
                    <a:pt x="13346" y="18338"/>
                  </a:moveTo>
                  <a:cubicBezTo>
                    <a:pt x="8486" y="18762"/>
                    <a:pt x="8486" y="18762"/>
                    <a:pt x="8486" y="18762"/>
                  </a:cubicBezTo>
                  <a:cubicBezTo>
                    <a:pt x="8312" y="18418"/>
                    <a:pt x="8119" y="18007"/>
                    <a:pt x="7888" y="17490"/>
                  </a:cubicBezTo>
                  <a:cubicBezTo>
                    <a:pt x="7888" y="17476"/>
                    <a:pt x="7888" y="17476"/>
                    <a:pt x="7888" y="17463"/>
                  </a:cubicBezTo>
                  <a:cubicBezTo>
                    <a:pt x="13963" y="16946"/>
                    <a:pt x="13963" y="16946"/>
                    <a:pt x="13963" y="16946"/>
                  </a:cubicBezTo>
                  <a:cubicBezTo>
                    <a:pt x="13866" y="17145"/>
                    <a:pt x="13770" y="17357"/>
                    <a:pt x="13693" y="17543"/>
                  </a:cubicBezTo>
                  <a:cubicBezTo>
                    <a:pt x="13577" y="17848"/>
                    <a:pt x="13461" y="18099"/>
                    <a:pt x="13346" y="18338"/>
                  </a:cubicBezTo>
                  <a:close/>
                  <a:moveTo>
                    <a:pt x="7599" y="16813"/>
                  </a:moveTo>
                  <a:cubicBezTo>
                    <a:pt x="7425" y="16402"/>
                    <a:pt x="7213" y="15978"/>
                    <a:pt x="7001" y="15527"/>
                  </a:cubicBezTo>
                  <a:cubicBezTo>
                    <a:pt x="14619" y="15527"/>
                    <a:pt x="14619" y="15527"/>
                    <a:pt x="14619" y="15527"/>
                  </a:cubicBezTo>
                  <a:cubicBezTo>
                    <a:pt x="14503" y="15766"/>
                    <a:pt x="14368" y="16018"/>
                    <a:pt x="14271" y="16243"/>
                  </a:cubicBezTo>
                  <a:lnTo>
                    <a:pt x="7599" y="16813"/>
                  </a:lnTo>
                  <a:close/>
                  <a:moveTo>
                    <a:pt x="10800" y="20248"/>
                  </a:moveTo>
                  <a:cubicBezTo>
                    <a:pt x="9797" y="20248"/>
                    <a:pt x="9354" y="20168"/>
                    <a:pt x="8833" y="19412"/>
                  </a:cubicBezTo>
                  <a:cubicBezTo>
                    <a:pt x="12999" y="19054"/>
                    <a:pt x="12999" y="19054"/>
                    <a:pt x="12999" y="19054"/>
                  </a:cubicBezTo>
                  <a:cubicBezTo>
                    <a:pt x="12401" y="20168"/>
                    <a:pt x="11957" y="20248"/>
                    <a:pt x="10800" y="20248"/>
                  </a:cubicBezTo>
                  <a:close/>
                  <a:moveTo>
                    <a:pt x="15390" y="14175"/>
                  </a:moveTo>
                  <a:cubicBezTo>
                    <a:pt x="6229" y="14175"/>
                    <a:pt x="6229" y="14175"/>
                    <a:pt x="6229" y="14175"/>
                  </a:cubicBezTo>
                  <a:cubicBezTo>
                    <a:pt x="5728" y="13445"/>
                    <a:pt x="5149" y="12716"/>
                    <a:pt x="4571" y="12000"/>
                  </a:cubicBezTo>
                  <a:cubicBezTo>
                    <a:pt x="3279" y="10422"/>
                    <a:pt x="1967" y="8804"/>
                    <a:pt x="1967" y="7425"/>
                  </a:cubicBezTo>
                  <a:cubicBezTo>
                    <a:pt x="1967" y="4071"/>
                    <a:pt x="5921" y="1352"/>
                    <a:pt x="10800" y="1352"/>
                  </a:cubicBezTo>
                  <a:cubicBezTo>
                    <a:pt x="15679" y="1352"/>
                    <a:pt x="19633" y="4071"/>
                    <a:pt x="19633" y="7425"/>
                  </a:cubicBezTo>
                  <a:cubicBezTo>
                    <a:pt x="19633" y="8791"/>
                    <a:pt x="18302" y="10422"/>
                    <a:pt x="17029" y="12013"/>
                  </a:cubicBezTo>
                  <a:cubicBezTo>
                    <a:pt x="16451" y="12729"/>
                    <a:pt x="15872" y="13445"/>
                    <a:pt x="15390" y="14175"/>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419" name="Shape 3419"/>
            <p:cNvSpPr/>
            <p:nvPr/>
          </p:nvSpPr>
          <p:spPr>
            <a:xfrm>
              <a:off x="151893" y="151641"/>
              <a:ext cx="196406" cy="196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8967" y="0"/>
                    <a:pt x="0" y="8967"/>
                    <a:pt x="0" y="19964"/>
                  </a:cubicBezTo>
                  <a:cubicBezTo>
                    <a:pt x="0" y="20880"/>
                    <a:pt x="720" y="21600"/>
                    <a:pt x="1636" y="21600"/>
                  </a:cubicBezTo>
                  <a:cubicBezTo>
                    <a:pt x="2553" y="21600"/>
                    <a:pt x="3273" y="20880"/>
                    <a:pt x="3273" y="19964"/>
                  </a:cubicBezTo>
                  <a:cubicBezTo>
                    <a:pt x="3273" y="10800"/>
                    <a:pt x="10800" y="3273"/>
                    <a:pt x="19964" y="3273"/>
                  </a:cubicBezTo>
                  <a:cubicBezTo>
                    <a:pt x="20880" y="3273"/>
                    <a:pt x="21600" y="2553"/>
                    <a:pt x="21600" y="1636"/>
                  </a:cubicBezTo>
                  <a:cubicBezTo>
                    <a:pt x="21600" y="720"/>
                    <a:pt x="20880" y="0"/>
                    <a:pt x="19964" y="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421" name="Shape 3421"/>
          <p:cNvSpPr/>
          <p:nvPr/>
        </p:nvSpPr>
        <p:spPr>
          <a:xfrm>
            <a:off x="18415139" y="4302565"/>
            <a:ext cx="1894214" cy="63630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grpSp>
        <p:nvGrpSpPr>
          <p:cNvPr id="3424" name="Group 3424"/>
          <p:cNvGrpSpPr/>
          <p:nvPr/>
        </p:nvGrpSpPr>
        <p:grpSpPr>
          <a:xfrm>
            <a:off x="8039220" y="3330588"/>
            <a:ext cx="7836514" cy="1425368"/>
            <a:chOff x="0" y="0"/>
            <a:chExt cx="7836513" cy="1425366"/>
          </a:xfrm>
        </p:grpSpPr>
        <p:sp>
          <p:nvSpPr>
            <p:cNvPr id="3422" name="Shape 3422"/>
            <p:cNvSpPr/>
            <p:nvPr/>
          </p:nvSpPr>
          <p:spPr>
            <a:xfrm>
              <a:off x="-1" y="0"/>
              <a:ext cx="7836514" cy="1425367"/>
            </a:xfrm>
            <a:prstGeom prst="rect">
              <a:avLst/>
            </a:prstGeom>
            <a:solidFill>
              <a:srgbClr val="F2F2F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423" name="Shape 3423"/>
            <p:cNvSpPr/>
            <p:nvPr/>
          </p:nvSpPr>
          <p:spPr>
            <a:xfrm>
              <a:off x="-1" y="1307930"/>
              <a:ext cx="7836514" cy="117437"/>
            </a:xfrm>
            <a:prstGeom prst="rect">
              <a:avLst/>
            </a:prstGeom>
            <a:solidFill>
              <a:srgbClr val="D9D9D9"/>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sp>
        <p:nvSpPr>
          <p:cNvPr id="3425" name="Shape 3425"/>
          <p:cNvSpPr/>
          <p:nvPr/>
        </p:nvSpPr>
        <p:spPr>
          <a:xfrm>
            <a:off x="9299961" y="3675918"/>
            <a:ext cx="5237249" cy="734706"/>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grpSp>
        <p:nvGrpSpPr>
          <p:cNvPr id="3428" name="Group 3428"/>
          <p:cNvGrpSpPr/>
          <p:nvPr/>
        </p:nvGrpSpPr>
        <p:grpSpPr>
          <a:xfrm>
            <a:off x="8039220" y="5203616"/>
            <a:ext cx="7836514" cy="1425368"/>
            <a:chOff x="0" y="0"/>
            <a:chExt cx="7836513" cy="1425366"/>
          </a:xfrm>
        </p:grpSpPr>
        <p:sp>
          <p:nvSpPr>
            <p:cNvPr id="3426" name="Shape 3426"/>
            <p:cNvSpPr/>
            <p:nvPr/>
          </p:nvSpPr>
          <p:spPr>
            <a:xfrm>
              <a:off x="-1" y="0"/>
              <a:ext cx="7836514" cy="1425367"/>
            </a:xfrm>
            <a:prstGeom prst="rect">
              <a:avLst/>
            </a:prstGeom>
            <a:solidFill>
              <a:srgbClr val="F2F2F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427" name="Shape 3427"/>
            <p:cNvSpPr/>
            <p:nvPr/>
          </p:nvSpPr>
          <p:spPr>
            <a:xfrm>
              <a:off x="-1" y="1307930"/>
              <a:ext cx="7836514" cy="117437"/>
            </a:xfrm>
            <a:prstGeom prst="rect">
              <a:avLst/>
            </a:prstGeom>
            <a:solidFill>
              <a:srgbClr val="D9D9D9"/>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3431" name="Group 3431"/>
          <p:cNvGrpSpPr/>
          <p:nvPr/>
        </p:nvGrpSpPr>
        <p:grpSpPr>
          <a:xfrm>
            <a:off x="8039220" y="7087016"/>
            <a:ext cx="7836514" cy="1425368"/>
            <a:chOff x="0" y="0"/>
            <a:chExt cx="7836513" cy="1425366"/>
          </a:xfrm>
        </p:grpSpPr>
        <p:sp>
          <p:nvSpPr>
            <p:cNvPr id="3429" name="Shape 3429"/>
            <p:cNvSpPr/>
            <p:nvPr/>
          </p:nvSpPr>
          <p:spPr>
            <a:xfrm>
              <a:off x="-1" y="0"/>
              <a:ext cx="7836514" cy="1425367"/>
            </a:xfrm>
            <a:prstGeom prst="rect">
              <a:avLst/>
            </a:prstGeom>
            <a:solidFill>
              <a:srgbClr val="F2F2F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430" name="Shape 3430"/>
            <p:cNvSpPr/>
            <p:nvPr/>
          </p:nvSpPr>
          <p:spPr>
            <a:xfrm>
              <a:off x="-1" y="1307930"/>
              <a:ext cx="7836514" cy="117437"/>
            </a:xfrm>
            <a:prstGeom prst="rect">
              <a:avLst/>
            </a:prstGeom>
            <a:solidFill>
              <a:srgbClr val="D9D9D9"/>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grpSp>
        <p:nvGrpSpPr>
          <p:cNvPr id="3434" name="Group 3434"/>
          <p:cNvGrpSpPr/>
          <p:nvPr/>
        </p:nvGrpSpPr>
        <p:grpSpPr>
          <a:xfrm>
            <a:off x="8039220" y="8960043"/>
            <a:ext cx="7836514" cy="1425368"/>
            <a:chOff x="0" y="0"/>
            <a:chExt cx="7836513" cy="1425366"/>
          </a:xfrm>
        </p:grpSpPr>
        <p:sp>
          <p:nvSpPr>
            <p:cNvPr id="3432" name="Shape 3432"/>
            <p:cNvSpPr/>
            <p:nvPr/>
          </p:nvSpPr>
          <p:spPr>
            <a:xfrm>
              <a:off x="-1" y="0"/>
              <a:ext cx="7836514" cy="1425367"/>
            </a:xfrm>
            <a:prstGeom prst="rect">
              <a:avLst/>
            </a:prstGeom>
            <a:solidFill>
              <a:srgbClr val="F2F2F2"/>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sp>
          <p:nvSpPr>
            <p:cNvPr id="3433" name="Shape 3433"/>
            <p:cNvSpPr/>
            <p:nvPr/>
          </p:nvSpPr>
          <p:spPr>
            <a:xfrm>
              <a:off x="-1" y="1307930"/>
              <a:ext cx="7836514" cy="117437"/>
            </a:xfrm>
            <a:prstGeom prst="rect">
              <a:avLst/>
            </a:prstGeom>
            <a:solidFill>
              <a:srgbClr val="D9D9D9"/>
            </a:solidFill>
            <a:ln w="12700" cap="flat">
              <a:noFill/>
              <a:miter lim="400000"/>
            </a:ln>
            <a:effectLst/>
          </p:spPr>
          <p:txBody>
            <a:bodyPr wrap="square" lIns="34289" tIns="34289" rIns="34289" bIns="34289" numCol="1" anchor="ctr">
              <a:noAutofit/>
            </a:bodyPr>
            <a:lstStyle/>
            <a:p>
              <a:pPr defTabSz="685800">
                <a:defRPr sz="1200">
                  <a:solidFill>
                    <a:srgbClr val="FFFFFF"/>
                  </a:solidFill>
                  <a:latin typeface="Calibri"/>
                  <a:ea typeface="Calibri"/>
                  <a:cs typeface="Calibri"/>
                  <a:sym typeface="Calibri"/>
                </a:defRPr>
              </a:pPr>
            </a:p>
          </p:txBody>
        </p:sp>
      </p:grpSp>
      <p:sp>
        <p:nvSpPr>
          <p:cNvPr id="3435" name="Shape 3435"/>
          <p:cNvSpPr/>
          <p:nvPr/>
        </p:nvSpPr>
        <p:spPr>
          <a:xfrm>
            <a:off x="9299961" y="5563862"/>
            <a:ext cx="5237249" cy="734706"/>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36" name="Shape 3436"/>
          <p:cNvSpPr/>
          <p:nvPr/>
        </p:nvSpPr>
        <p:spPr>
          <a:xfrm>
            <a:off x="9299961" y="7421975"/>
            <a:ext cx="5237249" cy="734706"/>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37" name="Shape 3437"/>
          <p:cNvSpPr/>
          <p:nvPr/>
        </p:nvSpPr>
        <p:spPr>
          <a:xfrm>
            <a:off x="9299961" y="9309920"/>
            <a:ext cx="5237249" cy="734706"/>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38" name="Shape 3438"/>
          <p:cNvSpPr/>
          <p:nvPr/>
        </p:nvSpPr>
        <p:spPr>
          <a:xfrm>
            <a:off x="18224673" y="5699930"/>
            <a:ext cx="2316139" cy="2316140"/>
          </a:xfrm>
          <a:prstGeom prst="roundRect">
            <a:avLst>
              <a:gd name="adj" fmla="val 16667"/>
            </a:avLst>
          </a:prstGeom>
          <a:solidFill>
            <a:srgbClr val="F7BB00"/>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grpSp>
        <p:nvGrpSpPr>
          <p:cNvPr id="3441" name="Group 3441"/>
          <p:cNvGrpSpPr/>
          <p:nvPr/>
        </p:nvGrpSpPr>
        <p:grpSpPr>
          <a:xfrm>
            <a:off x="19049156" y="6003052"/>
            <a:ext cx="667175" cy="969452"/>
            <a:chOff x="0" y="0"/>
            <a:chExt cx="667173" cy="969451"/>
          </a:xfrm>
        </p:grpSpPr>
        <p:sp>
          <p:nvSpPr>
            <p:cNvPr id="3439" name="Shape 3439"/>
            <p:cNvSpPr/>
            <p:nvPr/>
          </p:nvSpPr>
          <p:spPr>
            <a:xfrm>
              <a:off x="-1" y="0"/>
              <a:ext cx="667175" cy="9694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3328"/>
                    <a:pt x="0" y="7425"/>
                  </a:cubicBezTo>
                  <a:cubicBezTo>
                    <a:pt x="0" y="10144"/>
                    <a:pt x="3626" y="13034"/>
                    <a:pt x="4937" y="15567"/>
                  </a:cubicBezTo>
                  <a:cubicBezTo>
                    <a:pt x="6904" y="19346"/>
                    <a:pt x="6692" y="21600"/>
                    <a:pt x="10800" y="21600"/>
                  </a:cubicBezTo>
                  <a:cubicBezTo>
                    <a:pt x="14966" y="21600"/>
                    <a:pt x="14696" y="19346"/>
                    <a:pt x="16663" y="15580"/>
                  </a:cubicBezTo>
                  <a:cubicBezTo>
                    <a:pt x="17974" y="13034"/>
                    <a:pt x="21600" y="10130"/>
                    <a:pt x="21600" y="7425"/>
                  </a:cubicBezTo>
                  <a:cubicBezTo>
                    <a:pt x="21600" y="3328"/>
                    <a:pt x="16759" y="0"/>
                    <a:pt x="10800" y="0"/>
                  </a:cubicBezTo>
                  <a:close/>
                  <a:moveTo>
                    <a:pt x="13346" y="18338"/>
                  </a:moveTo>
                  <a:cubicBezTo>
                    <a:pt x="8486" y="18762"/>
                    <a:pt x="8486" y="18762"/>
                    <a:pt x="8486" y="18762"/>
                  </a:cubicBezTo>
                  <a:cubicBezTo>
                    <a:pt x="8312" y="18418"/>
                    <a:pt x="8119" y="18007"/>
                    <a:pt x="7888" y="17490"/>
                  </a:cubicBezTo>
                  <a:cubicBezTo>
                    <a:pt x="7888" y="17476"/>
                    <a:pt x="7888" y="17476"/>
                    <a:pt x="7888" y="17463"/>
                  </a:cubicBezTo>
                  <a:cubicBezTo>
                    <a:pt x="13963" y="16946"/>
                    <a:pt x="13963" y="16946"/>
                    <a:pt x="13963" y="16946"/>
                  </a:cubicBezTo>
                  <a:cubicBezTo>
                    <a:pt x="13866" y="17145"/>
                    <a:pt x="13770" y="17357"/>
                    <a:pt x="13693" y="17543"/>
                  </a:cubicBezTo>
                  <a:cubicBezTo>
                    <a:pt x="13577" y="17848"/>
                    <a:pt x="13461" y="18099"/>
                    <a:pt x="13346" y="18338"/>
                  </a:cubicBezTo>
                  <a:close/>
                  <a:moveTo>
                    <a:pt x="7599" y="16813"/>
                  </a:moveTo>
                  <a:cubicBezTo>
                    <a:pt x="7425" y="16402"/>
                    <a:pt x="7213" y="15978"/>
                    <a:pt x="7001" y="15527"/>
                  </a:cubicBezTo>
                  <a:cubicBezTo>
                    <a:pt x="14619" y="15527"/>
                    <a:pt x="14619" y="15527"/>
                    <a:pt x="14619" y="15527"/>
                  </a:cubicBezTo>
                  <a:cubicBezTo>
                    <a:pt x="14503" y="15766"/>
                    <a:pt x="14368" y="16018"/>
                    <a:pt x="14271" y="16243"/>
                  </a:cubicBezTo>
                  <a:lnTo>
                    <a:pt x="7599" y="16813"/>
                  </a:lnTo>
                  <a:close/>
                  <a:moveTo>
                    <a:pt x="10800" y="20248"/>
                  </a:moveTo>
                  <a:cubicBezTo>
                    <a:pt x="9797" y="20248"/>
                    <a:pt x="9354" y="20168"/>
                    <a:pt x="8833" y="19412"/>
                  </a:cubicBezTo>
                  <a:cubicBezTo>
                    <a:pt x="12999" y="19054"/>
                    <a:pt x="12999" y="19054"/>
                    <a:pt x="12999" y="19054"/>
                  </a:cubicBezTo>
                  <a:cubicBezTo>
                    <a:pt x="12401" y="20168"/>
                    <a:pt x="11957" y="20248"/>
                    <a:pt x="10800" y="20248"/>
                  </a:cubicBezTo>
                  <a:close/>
                  <a:moveTo>
                    <a:pt x="15390" y="14175"/>
                  </a:moveTo>
                  <a:cubicBezTo>
                    <a:pt x="6229" y="14175"/>
                    <a:pt x="6229" y="14175"/>
                    <a:pt x="6229" y="14175"/>
                  </a:cubicBezTo>
                  <a:cubicBezTo>
                    <a:pt x="5728" y="13445"/>
                    <a:pt x="5149" y="12716"/>
                    <a:pt x="4571" y="12000"/>
                  </a:cubicBezTo>
                  <a:cubicBezTo>
                    <a:pt x="3279" y="10422"/>
                    <a:pt x="1967" y="8804"/>
                    <a:pt x="1967" y="7425"/>
                  </a:cubicBezTo>
                  <a:cubicBezTo>
                    <a:pt x="1967" y="4071"/>
                    <a:pt x="5921" y="1352"/>
                    <a:pt x="10800" y="1352"/>
                  </a:cubicBezTo>
                  <a:cubicBezTo>
                    <a:pt x="15679" y="1352"/>
                    <a:pt x="19633" y="4071"/>
                    <a:pt x="19633" y="7425"/>
                  </a:cubicBezTo>
                  <a:cubicBezTo>
                    <a:pt x="19633" y="8791"/>
                    <a:pt x="18302" y="10422"/>
                    <a:pt x="17029" y="12013"/>
                  </a:cubicBezTo>
                  <a:cubicBezTo>
                    <a:pt x="16451" y="12729"/>
                    <a:pt x="15872" y="13445"/>
                    <a:pt x="15390" y="14175"/>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440" name="Shape 3440"/>
            <p:cNvSpPr/>
            <p:nvPr/>
          </p:nvSpPr>
          <p:spPr>
            <a:xfrm>
              <a:off x="151893" y="151641"/>
              <a:ext cx="196406" cy="196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8967" y="0"/>
                    <a:pt x="0" y="8967"/>
                    <a:pt x="0" y="19964"/>
                  </a:cubicBezTo>
                  <a:cubicBezTo>
                    <a:pt x="0" y="20880"/>
                    <a:pt x="720" y="21600"/>
                    <a:pt x="1636" y="21600"/>
                  </a:cubicBezTo>
                  <a:cubicBezTo>
                    <a:pt x="2553" y="21600"/>
                    <a:pt x="3273" y="20880"/>
                    <a:pt x="3273" y="19964"/>
                  </a:cubicBezTo>
                  <a:cubicBezTo>
                    <a:pt x="3273" y="10800"/>
                    <a:pt x="10800" y="3273"/>
                    <a:pt x="19964" y="3273"/>
                  </a:cubicBezTo>
                  <a:cubicBezTo>
                    <a:pt x="20880" y="3273"/>
                    <a:pt x="21600" y="2553"/>
                    <a:pt x="21600" y="1636"/>
                  </a:cubicBezTo>
                  <a:cubicBezTo>
                    <a:pt x="21600" y="720"/>
                    <a:pt x="20880" y="0"/>
                    <a:pt x="19964" y="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442" name="Shape 3442"/>
          <p:cNvSpPr/>
          <p:nvPr/>
        </p:nvSpPr>
        <p:spPr>
          <a:xfrm>
            <a:off x="18415139" y="7251262"/>
            <a:ext cx="1894214" cy="63630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43" name="Shape 3443"/>
          <p:cNvSpPr/>
          <p:nvPr/>
        </p:nvSpPr>
        <p:spPr>
          <a:xfrm>
            <a:off x="18224673" y="8514657"/>
            <a:ext cx="2316139" cy="2316140"/>
          </a:xfrm>
          <a:prstGeom prst="roundRect">
            <a:avLst>
              <a:gd name="adj" fmla="val 16667"/>
            </a:avLst>
          </a:prstGeom>
          <a:solidFill>
            <a:srgbClr val="F7BB00"/>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grpSp>
        <p:nvGrpSpPr>
          <p:cNvPr id="3446" name="Group 3446"/>
          <p:cNvGrpSpPr/>
          <p:nvPr/>
        </p:nvGrpSpPr>
        <p:grpSpPr>
          <a:xfrm>
            <a:off x="19049156" y="8817779"/>
            <a:ext cx="667175" cy="969452"/>
            <a:chOff x="0" y="0"/>
            <a:chExt cx="667173" cy="969451"/>
          </a:xfrm>
        </p:grpSpPr>
        <p:sp>
          <p:nvSpPr>
            <p:cNvPr id="3444" name="Shape 3444"/>
            <p:cNvSpPr/>
            <p:nvPr/>
          </p:nvSpPr>
          <p:spPr>
            <a:xfrm>
              <a:off x="-1" y="0"/>
              <a:ext cx="667175" cy="9694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3328"/>
                    <a:pt x="0" y="7425"/>
                  </a:cubicBezTo>
                  <a:cubicBezTo>
                    <a:pt x="0" y="10144"/>
                    <a:pt x="3626" y="13034"/>
                    <a:pt x="4937" y="15567"/>
                  </a:cubicBezTo>
                  <a:cubicBezTo>
                    <a:pt x="6904" y="19346"/>
                    <a:pt x="6692" y="21600"/>
                    <a:pt x="10800" y="21600"/>
                  </a:cubicBezTo>
                  <a:cubicBezTo>
                    <a:pt x="14966" y="21600"/>
                    <a:pt x="14696" y="19346"/>
                    <a:pt x="16663" y="15580"/>
                  </a:cubicBezTo>
                  <a:cubicBezTo>
                    <a:pt x="17974" y="13034"/>
                    <a:pt x="21600" y="10130"/>
                    <a:pt x="21600" y="7425"/>
                  </a:cubicBezTo>
                  <a:cubicBezTo>
                    <a:pt x="21600" y="3328"/>
                    <a:pt x="16759" y="0"/>
                    <a:pt x="10800" y="0"/>
                  </a:cubicBezTo>
                  <a:close/>
                  <a:moveTo>
                    <a:pt x="13346" y="18338"/>
                  </a:moveTo>
                  <a:cubicBezTo>
                    <a:pt x="8486" y="18762"/>
                    <a:pt x="8486" y="18762"/>
                    <a:pt x="8486" y="18762"/>
                  </a:cubicBezTo>
                  <a:cubicBezTo>
                    <a:pt x="8312" y="18418"/>
                    <a:pt x="8119" y="18007"/>
                    <a:pt x="7888" y="17490"/>
                  </a:cubicBezTo>
                  <a:cubicBezTo>
                    <a:pt x="7888" y="17476"/>
                    <a:pt x="7888" y="17476"/>
                    <a:pt x="7888" y="17463"/>
                  </a:cubicBezTo>
                  <a:cubicBezTo>
                    <a:pt x="13963" y="16946"/>
                    <a:pt x="13963" y="16946"/>
                    <a:pt x="13963" y="16946"/>
                  </a:cubicBezTo>
                  <a:cubicBezTo>
                    <a:pt x="13866" y="17145"/>
                    <a:pt x="13770" y="17357"/>
                    <a:pt x="13693" y="17543"/>
                  </a:cubicBezTo>
                  <a:cubicBezTo>
                    <a:pt x="13577" y="17848"/>
                    <a:pt x="13461" y="18099"/>
                    <a:pt x="13346" y="18338"/>
                  </a:cubicBezTo>
                  <a:close/>
                  <a:moveTo>
                    <a:pt x="7599" y="16813"/>
                  </a:moveTo>
                  <a:cubicBezTo>
                    <a:pt x="7425" y="16402"/>
                    <a:pt x="7213" y="15978"/>
                    <a:pt x="7001" y="15527"/>
                  </a:cubicBezTo>
                  <a:cubicBezTo>
                    <a:pt x="14619" y="15527"/>
                    <a:pt x="14619" y="15527"/>
                    <a:pt x="14619" y="15527"/>
                  </a:cubicBezTo>
                  <a:cubicBezTo>
                    <a:pt x="14503" y="15766"/>
                    <a:pt x="14368" y="16018"/>
                    <a:pt x="14271" y="16243"/>
                  </a:cubicBezTo>
                  <a:lnTo>
                    <a:pt x="7599" y="16813"/>
                  </a:lnTo>
                  <a:close/>
                  <a:moveTo>
                    <a:pt x="10800" y="20248"/>
                  </a:moveTo>
                  <a:cubicBezTo>
                    <a:pt x="9797" y="20248"/>
                    <a:pt x="9354" y="20168"/>
                    <a:pt x="8833" y="19412"/>
                  </a:cubicBezTo>
                  <a:cubicBezTo>
                    <a:pt x="12999" y="19054"/>
                    <a:pt x="12999" y="19054"/>
                    <a:pt x="12999" y="19054"/>
                  </a:cubicBezTo>
                  <a:cubicBezTo>
                    <a:pt x="12401" y="20168"/>
                    <a:pt x="11957" y="20248"/>
                    <a:pt x="10800" y="20248"/>
                  </a:cubicBezTo>
                  <a:close/>
                  <a:moveTo>
                    <a:pt x="15390" y="14175"/>
                  </a:moveTo>
                  <a:cubicBezTo>
                    <a:pt x="6229" y="14175"/>
                    <a:pt x="6229" y="14175"/>
                    <a:pt x="6229" y="14175"/>
                  </a:cubicBezTo>
                  <a:cubicBezTo>
                    <a:pt x="5728" y="13445"/>
                    <a:pt x="5149" y="12716"/>
                    <a:pt x="4571" y="12000"/>
                  </a:cubicBezTo>
                  <a:cubicBezTo>
                    <a:pt x="3279" y="10422"/>
                    <a:pt x="1967" y="8804"/>
                    <a:pt x="1967" y="7425"/>
                  </a:cubicBezTo>
                  <a:cubicBezTo>
                    <a:pt x="1967" y="4071"/>
                    <a:pt x="5921" y="1352"/>
                    <a:pt x="10800" y="1352"/>
                  </a:cubicBezTo>
                  <a:cubicBezTo>
                    <a:pt x="15679" y="1352"/>
                    <a:pt x="19633" y="4071"/>
                    <a:pt x="19633" y="7425"/>
                  </a:cubicBezTo>
                  <a:cubicBezTo>
                    <a:pt x="19633" y="8791"/>
                    <a:pt x="18302" y="10422"/>
                    <a:pt x="17029" y="12013"/>
                  </a:cubicBezTo>
                  <a:cubicBezTo>
                    <a:pt x="16451" y="12729"/>
                    <a:pt x="15872" y="13445"/>
                    <a:pt x="15390" y="14175"/>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445" name="Shape 3445"/>
            <p:cNvSpPr/>
            <p:nvPr/>
          </p:nvSpPr>
          <p:spPr>
            <a:xfrm>
              <a:off x="151893" y="151641"/>
              <a:ext cx="196406" cy="196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8967" y="0"/>
                    <a:pt x="0" y="8967"/>
                    <a:pt x="0" y="19964"/>
                  </a:cubicBezTo>
                  <a:cubicBezTo>
                    <a:pt x="0" y="20880"/>
                    <a:pt x="720" y="21600"/>
                    <a:pt x="1636" y="21600"/>
                  </a:cubicBezTo>
                  <a:cubicBezTo>
                    <a:pt x="2553" y="21600"/>
                    <a:pt x="3273" y="20880"/>
                    <a:pt x="3273" y="19964"/>
                  </a:cubicBezTo>
                  <a:cubicBezTo>
                    <a:pt x="3273" y="10800"/>
                    <a:pt x="10800" y="3273"/>
                    <a:pt x="19964" y="3273"/>
                  </a:cubicBezTo>
                  <a:cubicBezTo>
                    <a:pt x="20880" y="3273"/>
                    <a:pt x="21600" y="2553"/>
                    <a:pt x="21600" y="1636"/>
                  </a:cubicBezTo>
                  <a:cubicBezTo>
                    <a:pt x="21600" y="720"/>
                    <a:pt x="20880" y="0"/>
                    <a:pt x="19964" y="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447" name="Shape 3447"/>
          <p:cNvSpPr/>
          <p:nvPr/>
        </p:nvSpPr>
        <p:spPr>
          <a:xfrm>
            <a:off x="18415139" y="10065989"/>
            <a:ext cx="1894214" cy="63630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48" name="Shape 3448"/>
          <p:cNvSpPr/>
          <p:nvPr/>
        </p:nvSpPr>
        <p:spPr>
          <a:xfrm>
            <a:off x="3510837" y="2751233"/>
            <a:ext cx="2316139" cy="2316139"/>
          </a:xfrm>
          <a:prstGeom prst="roundRect">
            <a:avLst>
              <a:gd name="adj" fmla="val 16667"/>
            </a:avLst>
          </a:prstGeom>
          <a:solidFill>
            <a:srgbClr val="F7BB00"/>
          </a:solidFill>
          <a:ln w="38100">
            <a:solidFill>
              <a:srgbClr val="FFC003"/>
            </a:solidFill>
            <a:prstDash val="sysDash"/>
            <a:miter/>
          </a:ln>
        </p:spPr>
        <p:txBody>
          <a:bodyPr lIns="34289" tIns="34289" rIns="34289" bIns="34289" anchor="ctr"/>
          <a:lstStyle/>
          <a:p>
            <a:pPr defTabSz="685800">
              <a:defRPr sz="1200">
                <a:solidFill>
                  <a:srgbClr val="FFFFFF"/>
                </a:solidFill>
                <a:latin typeface="Calibri"/>
                <a:ea typeface="Calibri"/>
                <a:cs typeface="Calibri"/>
                <a:sym typeface="Calibri"/>
              </a:defRPr>
            </a:pPr>
          </a:p>
        </p:txBody>
      </p:sp>
      <p:grpSp>
        <p:nvGrpSpPr>
          <p:cNvPr id="3451" name="Group 3451"/>
          <p:cNvGrpSpPr/>
          <p:nvPr/>
        </p:nvGrpSpPr>
        <p:grpSpPr>
          <a:xfrm>
            <a:off x="4335320" y="3054355"/>
            <a:ext cx="667174" cy="969452"/>
            <a:chOff x="0" y="0"/>
            <a:chExt cx="667173" cy="969451"/>
          </a:xfrm>
        </p:grpSpPr>
        <p:sp>
          <p:nvSpPr>
            <p:cNvPr id="3449" name="Shape 3449"/>
            <p:cNvSpPr/>
            <p:nvPr/>
          </p:nvSpPr>
          <p:spPr>
            <a:xfrm>
              <a:off x="-1" y="0"/>
              <a:ext cx="667175" cy="9694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3328"/>
                    <a:pt x="0" y="7425"/>
                  </a:cubicBezTo>
                  <a:cubicBezTo>
                    <a:pt x="0" y="10144"/>
                    <a:pt x="3626" y="13034"/>
                    <a:pt x="4937" y="15567"/>
                  </a:cubicBezTo>
                  <a:cubicBezTo>
                    <a:pt x="6904" y="19346"/>
                    <a:pt x="6692" y="21600"/>
                    <a:pt x="10800" y="21600"/>
                  </a:cubicBezTo>
                  <a:cubicBezTo>
                    <a:pt x="14966" y="21600"/>
                    <a:pt x="14696" y="19346"/>
                    <a:pt x="16663" y="15580"/>
                  </a:cubicBezTo>
                  <a:cubicBezTo>
                    <a:pt x="17974" y="13034"/>
                    <a:pt x="21600" y="10130"/>
                    <a:pt x="21600" y="7425"/>
                  </a:cubicBezTo>
                  <a:cubicBezTo>
                    <a:pt x="21600" y="3328"/>
                    <a:pt x="16759" y="0"/>
                    <a:pt x="10800" y="0"/>
                  </a:cubicBezTo>
                  <a:close/>
                  <a:moveTo>
                    <a:pt x="13346" y="18338"/>
                  </a:moveTo>
                  <a:cubicBezTo>
                    <a:pt x="8486" y="18762"/>
                    <a:pt x="8486" y="18762"/>
                    <a:pt x="8486" y="18762"/>
                  </a:cubicBezTo>
                  <a:cubicBezTo>
                    <a:pt x="8312" y="18418"/>
                    <a:pt x="8119" y="18007"/>
                    <a:pt x="7888" y="17490"/>
                  </a:cubicBezTo>
                  <a:cubicBezTo>
                    <a:pt x="7888" y="17476"/>
                    <a:pt x="7888" y="17476"/>
                    <a:pt x="7888" y="17463"/>
                  </a:cubicBezTo>
                  <a:cubicBezTo>
                    <a:pt x="13963" y="16946"/>
                    <a:pt x="13963" y="16946"/>
                    <a:pt x="13963" y="16946"/>
                  </a:cubicBezTo>
                  <a:cubicBezTo>
                    <a:pt x="13866" y="17145"/>
                    <a:pt x="13770" y="17357"/>
                    <a:pt x="13693" y="17543"/>
                  </a:cubicBezTo>
                  <a:cubicBezTo>
                    <a:pt x="13577" y="17848"/>
                    <a:pt x="13461" y="18099"/>
                    <a:pt x="13346" y="18338"/>
                  </a:cubicBezTo>
                  <a:close/>
                  <a:moveTo>
                    <a:pt x="7599" y="16813"/>
                  </a:moveTo>
                  <a:cubicBezTo>
                    <a:pt x="7425" y="16402"/>
                    <a:pt x="7213" y="15978"/>
                    <a:pt x="7001" y="15527"/>
                  </a:cubicBezTo>
                  <a:cubicBezTo>
                    <a:pt x="14619" y="15527"/>
                    <a:pt x="14619" y="15527"/>
                    <a:pt x="14619" y="15527"/>
                  </a:cubicBezTo>
                  <a:cubicBezTo>
                    <a:pt x="14503" y="15766"/>
                    <a:pt x="14368" y="16018"/>
                    <a:pt x="14271" y="16243"/>
                  </a:cubicBezTo>
                  <a:lnTo>
                    <a:pt x="7599" y="16813"/>
                  </a:lnTo>
                  <a:close/>
                  <a:moveTo>
                    <a:pt x="10800" y="20248"/>
                  </a:moveTo>
                  <a:cubicBezTo>
                    <a:pt x="9797" y="20248"/>
                    <a:pt x="9354" y="20168"/>
                    <a:pt x="8833" y="19412"/>
                  </a:cubicBezTo>
                  <a:cubicBezTo>
                    <a:pt x="12999" y="19054"/>
                    <a:pt x="12999" y="19054"/>
                    <a:pt x="12999" y="19054"/>
                  </a:cubicBezTo>
                  <a:cubicBezTo>
                    <a:pt x="12401" y="20168"/>
                    <a:pt x="11957" y="20248"/>
                    <a:pt x="10800" y="20248"/>
                  </a:cubicBezTo>
                  <a:close/>
                  <a:moveTo>
                    <a:pt x="15390" y="14175"/>
                  </a:moveTo>
                  <a:cubicBezTo>
                    <a:pt x="6229" y="14175"/>
                    <a:pt x="6229" y="14175"/>
                    <a:pt x="6229" y="14175"/>
                  </a:cubicBezTo>
                  <a:cubicBezTo>
                    <a:pt x="5728" y="13445"/>
                    <a:pt x="5149" y="12716"/>
                    <a:pt x="4571" y="12000"/>
                  </a:cubicBezTo>
                  <a:cubicBezTo>
                    <a:pt x="3279" y="10422"/>
                    <a:pt x="1967" y="8804"/>
                    <a:pt x="1967" y="7425"/>
                  </a:cubicBezTo>
                  <a:cubicBezTo>
                    <a:pt x="1967" y="4071"/>
                    <a:pt x="5921" y="1352"/>
                    <a:pt x="10800" y="1352"/>
                  </a:cubicBezTo>
                  <a:cubicBezTo>
                    <a:pt x="15679" y="1352"/>
                    <a:pt x="19633" y="4071"/>
                    <a:pt x="19633" y="7425"/>
                  </a:cubicBezTo>
                  <a:cubicBezTo>
                    <a:pt x="19633" y="8791"/>
                    <a:pt x="18302" y="10422"/>
                    <a:pt x="17029" y="12013"/>
                  </a:cubicBezTo>
                  <a:cubicBezTo>
                    <a:pt x="16451" y="12729"/>
                    <a:pt x="15872" y="13445"/>
                    <a:pt x="15390" y="14175"/>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450" name="Shape 3450"/>
            <p:cNvSpPr/>
            <p:nvPr/>
          </p:nvSpPr>
          <p:spPr>
            <a:xfrm>
              <a:off x="151893" y="151641"/>
              <a:ext cx="196406" cy="196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8967" y="0"/>
                    <a:pt x="0" y="8967"/>
                    <a:pt x="0" y="19964"/>
                  </a:cubicBezTo>
                  <a:cubicBezTo>
                    <a:pt x="0" y="20880"/>
                    <a:pt x="720" y="21600"/>
                    <a:pt x="1636" y="21600"/>
                  </a:cubicBezTo>
                  <a:cubicBezTo>
                    <a:pt x="2553" y="21600"/>
                    <a:pt x="3273" y="20880"/>
                    <a:pt x="3273" y="19964"/>
                  </a:cubicBezTo>
                  <a:cubicBezTo>
                    <a:pt x="3273" y="10800"/>
                    <a:pt x="10800" y="3273"/>
                    <a:pt x="19964" y="3273"/>
                  </a:cubicBezTo>
                  <a:cubicBezTo>
                    <a:pt x="20880" y="3273"/>
                    <a:pt x="21600" y="2553"/>
                    <a:pt x="21600" y="1636"/>
                  </a:cubicBezTo>
                  <a:cubicBezTo>
                    <a:pt x="21600" y="720"/>
                    <a:pt x="20880" y="0"/>
                    <a:pt x="19964" y="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452" name="Shape 3452"/>
          <p:cNvSpPr/>
          <p:nvPr/>
        </p:nvSpPr>
        <p:spPr>
          <a:xfrm>
            <a:off x="3701303" y="4302565"/>
            <a:ext cx="1894214" cy="63630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53" name="Shape 3453"/>
          <p:cNvSpPr/>
          <p:nvPr/>
        </p:nvSpPr>
        <p:spPr>
          <a:xfrm>
            <a:off x="3510837" y="5699930"/>
            <a:ext cx="2316139" cy="2316140"/>
          </a:xfrm>
          <a:prstGeom prst="roundRect">
            <a:avLst>
              <a:gd name="adj" fmla="val 16667"/>
            </a:avLst>
          </a:prstGeom>
          <a:solidFill>
            <a:srgbClr val="F7BB00"/>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grpSp>
        <p:nvGrpSpPr>
          <p:cNvPr id="3456" name="Group 3456"/>
          <p:cNvGrpSpPr/>
          <p:nvPr/>
        </p:nvGrpSpPr>
        <p:grpSpPr>
          <a:xfrm>
            <a:off x="4335320" y="6003052"/>
            <a:ext cx="667174" cy="969452"/>
            <a:chOff x="0" y="0"/>
            <a:chExt cx="667173" cy="969451"/>
          </a:xfrm>
        </p:grpSpPr>
        <p:sp>
          <p:nvSpPr>
            <p:cNvPr id="3454" name="Shape 3454"/>
            <p:cNvSpPr/>
            <p:nvPr/>
          </p:nvSpPr>
          <p:spPr>
            <a:xfrm>
              <a:off x="-1" y="0"/>
              <a:ext cx="667175" cy="9694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3328"/>
                    <a:pt x="0" y="7425"/>
                  </a:cubicBezTo>
                  <a:cubicBezTo>
                    <a:pt x="0" y="10144"/>
                    <a:pt x="3626" y="13034"/>
                    <a:pt x="4937" y="15567"/>
                  </a:cubicBezTo>
                  <a:cubicBezTo>
                    <a:pt x="6904" y="19346"/>
                    <a:pt x="6692" y="21600"/>
                    <a:pt x="10800" y="21600"/>
                  </a:cubicBezTo>
                  <a:cubicBezTo>
                    <a:pt x="14966" y="21600"/>
                    <a:pt x="14696" y="19346"/>
                    <a:pt x="16663" y="15580"/>
                  </a:cubicBezTo>
                  <a:cubicBezTo>
                    <a:pt x="17974" y="13034"/>
                    <a:pt x="21600" y="10130"/>
                    <a:pt x="21600" y="7425"/>
                  </a:cubicBezTo>
                  <a:cubicBezTo>
                    <a:pt x="21600" y="3328"/>
                    <a:pt x="16759" y="0"/>
                    <a:pt x="10800" y="0"/>
                  </a:cubicBezTo>
                  <a:close/>
                  <a:moveTo>
                    <a:pt x="13346" y="18338"/>
                  </a:moveTo>
                  <a:cubicBezTo>
                    <a:pt x="8486" y="18762"/>
                    <a:pt x="8486" y="18762"/>
                    <a:pt x="8486" y="18762"/>
                  </a:cubicBezTo>
                  <a:cubicBezTo>
                    <a:pt x="8312" y="18418"/>
                    <a:pt x="8119" y="18007"/>
                    <a:pt x="7888" y="17490"/>
                  </a:cubicBezTo>
                  <a:cubicBezTo>
                    <a:pt x="7888" y="17476"/>
                    <a:pt x="7888" y="17476"/>
                    <a:pt x="7888" y="17463"/>
                  </a:cubicBezTo>
                  <a:cubicBezTo>
                    <a:pt x="13963" y="16946"/>
                    <a:pt x="13963" y="16946"/>
                    <a:pt x="13963" y="16946"/>
                  </a:cubicBezTo>
                  <a:cubicBezTo>
                    <a:pt x="13866" y="17145"/>
                    <a:pt x="13770" y="17357"/>
                    <a:pt x="13693" y="17543"/>
                  </a:cubicBezTo>
                  <a:cubicBezTo>
                    <a:pt x="13577" y="17848"/>
                    <a:pt x="13461" y="18099"/>
                    <a:pt x="13346" y="18338"/>
                  </a:cubicBezTo>
                  <a:close/>
                  <a:moveTo>
                    <a:pt x="7599" y="16813"/>
                  </a:moveTo>
                  <a:cubicBezTo>
                    <a:pt x="7425" y="16402"/>
                    <a:pt x="7213" y="15978"/>
                    <a:pt x="7001" y="15527"/>
                  </a:cubicBezTo>
                  <a:cubicBezTo>
                    <a:pt x="14619" y="15527"/>
                    <a:pt x="14619" y="15527"/>
                    <a:pt x="14619" y="15527"/>
                  </a:cubicBezTo>
                  <a:cubicBezTo>
                    <a:pt x="14503" y="15766"/>
                    <a:pt x="14368" y="16018"/>
                    <a:pt x="14271" y="16243"/>
                  </a:cubicBezTo>
                  <a:lnTo>
                    <a:pt x="7599" y="16813"/>
                  </a:lnTo>
                  <a:close/>
                  <a:moveTo>
                    <a:pt x="10800" y="20248"/>
                  </a:moveTo>
                  <a:cubicBezTo>
                    <a:pt x="9797" y="20248"/>
                    <a:pt x="9354" y="20168"/>
                    <a:pt x="8833" y="19412"/>
                  </a:cubicBezTo>
                  <a:cubicBezTo>
                    <a:pt x="12999" y="19054"/>
                    <a:pt x="12999" y="19054"/>
                    <a:pt x="12999" y="19054"/>
                  </a:cubicBezTo>
                  <a:cubicBezTo>
                    <a:pt x="12401" y="20168"/>
                    <a:pt x="11957" y="20248"/>
                    <a:pt x="10800" y="20248"/>
                  </a:cubicBezTo>
                  <a:close/>
                  <a:moveTo>
                    <a:pt x="15390" y="14175"/>
                  </a:moveTo>
                  <a:cubicBezTo>
                    <a:pt x="6229" y="14175"/>
                    <a:pt x="6229" y="14175"/>
                    <a:pt x="6229" y="14175"/>
                  </a:cubicBezTo>
                  <a:cubicBezTo>
                    <a:pt x="5728" y="13445"/>
                    <a:pt x="5149" y="12716"/>
                    <a:pt x="4571" y="12000"/>
                  </a:cubicBezTo>
                  <a:cubicBezTo>
                    <a:pt x="3279" y="10422"/>
                    <a:pt x="1967" y="8804"/>
                    <a:pt x="1967" y="7425"/>
                  </a:cubicBezTo>
                  <a:cubicBezTo>
                    <a:pt x="1967" y="4071"/>
                    <a:pt x="5921" y="1352"/>
                    <a:pt x="10800" y="1352"/>
                  </a:cubicBezTo>
                  <a:cubicBezTo>
                    <a:pt x="15679" y="1352"/>
                    <a:pt x="19633" y="4071"/>
                    <a:pt x="19633" y="7425"/>
                  </a:cubicBezTo>
                  <a:cubicBezTo>
                    <a:pt x="19633" y="8791"/>
                    <a:pt x="18302" y="10422"/>
                    <a:pt x="17029" y="12013"/>
                  </a:cubicBezTo>
                  <a:cubicBezTo>
                    <a:pt x="16451" y="12729"/>
                    <a:pt x="15872" y="13445"/>
                    <a:pt x="15390" y="14175"/>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455" name="Shape 3455"/>
            <p:cNvSpPr/>
            <p:nvPr/>
          </p:nvSpPr>
          <p:spPr>
            <a:xfrm>
              <a:off x="151893" y="151641"/>
              <a:ext cx="196406" cy="196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8967" y="0"/>
                    <a:pt x="0" y="8967"/>
                    <a:pt x="0" y="19964"/>
                  </a:cubicBezTo>
                  <a:cubicBezTo>
                    <a:pt x="0" y="20880"/>
                    <a:pt x="720" y="21600"/>
                    <a:pt x="1636" y="21600"/>
                  </a:cubicBezTo>
                  <a:cubicBezTo>
                    <a:pt x="2553" y="21600"/>
                    <a:pt x="3273" y="20880"/>
                    <a:pt x="3273" y="19964"/>
                  </a:cubicBezTo>
                  <a:cubicBezTo>
                    <a:pt x="3273" y="10800"/>
                    <a:pt x="10800" y="3273"/>
                    <a:pt x="19964" y="3273"/>
                  </a:cubicBezTo>
                  <a:cubicBezTo>
                    <a:pt x="20880" y="3273"/>
                    <a:pt x="21600" y="2553"/>
                    <a:pt x="21600" y="1636"/>
                  </a:cubicBezTo>
                  <a:cubicBezTo>
                    <a:pt x="21600" y="720"/>
                    <a:pt x="20880" y="0"/>
                    <a:pt x="19964" y="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457" name="Shape 3457"/>
          <p:cNvSpPr/>
          <p:nvPr/>
        </p:nvSpPr>
        <p:spPr>
          <a:xfrm>
            <a:off x="3701303" y="7251262"/>
            <a:ext cx="1894214" cy="63630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458" name="Shape 3458"/>
          <p:cNvSpPr/>
          <p:nvPr/>
        </p:nvSpPr>
        <p:spPr>
          <a:xfrm>
            <a:off x="3510837" y="8514657"/>
            <a:ext cx="2316139" cy="2316140"/>
          </a:xfrm>
          <a:prstGeom prst="roundRect">
            <a:avLst>
              <a:gd name="adj" fmla="val 16667"/>
            </a:avLst>
          </a:prstGeom>
          <a:solidFill>
            <a:srgbClr val="F7BB00"/>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grpSp>
        <p:nvGrpSpPr>
          <p:cNvPr id="3461" name="Group 3461"/>
          <p:cNvGrpSpPr/>
          <p:nvPr/>
        </p:nvGrpSpPr>
        <p:grpSpPr>
          <a:xfrm>
            <a:off x="4335320" y="8817779"/>
            <a:ext cx="667174" cy="969452"/>
            <a:chOff x="0" y="0"/>
            <a:chExt cx="667173" cy="969451"/>
          </a:xfrm>
        </p:grpSpPr>
        <p:sp>
          <p:nvSpPr>
            <p:cNvPr id="3459" name="Shape 3459"/>
            <p:cNvSpPr/>
            <p:nvPr/>
          </p:nvSpPr>
          <p:spPr>
            <a:xfrm>
              <a:off x="-1" y="0"/>
              <a:ext cx="667175" cy="9694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3328"/>
                    <a:pt x="0" y="7425"/>
                  </a:cubicBezTo>
                  <a:cubicBezTo>
                    <a:pt x="0" y="10144"/>
                    <a:pt x="3626" y="13034"/>
                    <a:pt x="4937" y="15567"/>
                  </a:cubicBezTo>
                  <a:cubicBezTo>
                    <a:pt x="6904" y="19346"/>
                    <a:pt x="6692" y="21600"/>
                    <a:pt x="10800" y="21600"/>
                  </a:cubicBezTo>
                  <a:cubicBezTo>
                    <a:pt x="14966" y="21600"/>
                    <a:pt x="14696" y="19346"/>
                    <a:pt x="16663" y="15580"/>
                  </a:cubicBezTo>
                  <a:cubicBezTo>
                    <a:pt x="17974" y="13034"/>
                    <a:pt x="21600" y="10130"/>
                    <a:pt x="21600" y="7425"/>
                  </a:cubicBezTo>
                  <a:cubicBezTo>
                    <a:pt x="21600" y="3328"/>
                    <a:pt x="16759" y="0"/>
                    <a:pt x="10800" y="0"/>
                  </a:cubicBezTo>
                  <a:close/>
                  <a:moveTo>
                    <a:pt x="13346" y="18338"/>
                  </a:moveTo>
                  <a:cubicBezTo>
                    <a:pt x="8486" y="18762"/>
                    <a:pt x="8486" y="18762"/>
                    <a:pt x="8486" y="18762"/>
                  </a:cubicBezTo>
                  <a:cubicBezTo>
                    <a:pt x="8312" y="18418"/>
                    <a:pt x="8119" y="18007"/>
                    <a:pt x="7888" y="17490"/>
                  </a:cubicBezTo>
                  <a:cubicBezTo>
                    <a:pt x="7888" y="17476"/>
                    <a:pt x="7888" y="17476"/>
                    <a:pt x="7888" y="17463"/>
                  </a:cubicBezTo>
                  <a:cubicBezTo>
                    <a:pt x="13963" y="16946"/>
                    <a:pt x="13963" y="16946"/>
                    <a:pt x="13963" y="16946"/>
                  </a:cubicBezTo>
                  <a:cubicBezTo>
                    <a:pt x="13866" y="17145"/>
                    <a:pt x="13770" y="17357"/>
                    <a:pt x="13693" y="17543"/>
                  </a:cubicBezTo>
                  <a:cubicBezTo>
                    <a:pt x="13577" y="17848"/>
                    <a:pt x="13461" y="18099"/>
                    <a:pt x="13346" y="18338"/>
                  </a:cubicBezTo>
                  <a:close/>
                  <a:moveTo>
                    <a:pt x="7599" y="16813"/>
                  </a:moveTo>
                  <a:cubicBezTo>
                    <a:pt x="7425" y="16402"/>
                    <a:pt x="7213" y="15978"/>
                    <a:pt x="7001" y="15527"/>
                  </a:cubicBezTo>
                  <a:cubicBezTo>
                    <a:pt x="14619" y="15527"/>
                    <a:pt x="14619" y="15527"/>
                    <a:pt x="14619" y="15527"/>
                  </a:cubicBezTo>
                  <a:cubicBezTo>
                    <a:pt x="14503" y="15766"/>
                    <a:pt x="14368" y="16018"/>
                    <a:pt x="14271" y="16243"/>
                  </a:cubicBezTo>
                  <a:lnTo>
                    <a:pt x="7599" y="16813"/>
                  </a:lnTo>
                  <a:close/>
                  <a:moveTo>
                    <a:pt x="10800" y="20248"/>
                  </a:moveTo>
                  <a:cubicBezTo>
                    <a:pt x="9797" y="20248"/>
                    <a:pt x="9354" y="20168"/>
                    <a:pt x="8833" y="19412"/>
                  </a:cubicBezTo>
                  <a:cubicBezTo>
                    <a:pt x="12999" y="19054"/>
                    <a:pt x="12999" y="19054"/>
                    <a:pt x="12999" y="19054"/>
                  </a:cubicBezTo>
                  <a:cubicBezTo>
                    <a:pt x="12401" y="20168"/>
                    <a:pt x="11957" y="20248"/>
                    <a:pt x="10800" y="20248"/>
                  </a:cubicBezTo>
                  <a:close/>
                  <a:moveTo>
                    <a:pt x="15390" y="14175"/>
                  </a:moveTo>
                  <a:cubicBezTo>
                    <a:pt x="6229" y="14175"/>
                    <a:pt x="6229" y="14175"/>
                    <a:pt x="6229" y="14175"/>
                  </a:cubicBezTo>
                  <a:cubicBezTo>
                    <a:pt x="5728" y="13445"/>
                    <a:pt x="5149" y="12716"/>
                    <a:pt x="4571" y="12000"/>
                  </a:cubicBezTo>
                  <a:cubicBezTo>
                    <a:pt x="3279" y="10422"/>
                    <a:pt x="1967" y="8804"/>
                    <a:pt x="1967" y="7425"/>
                  </a:cubicBezTo>
                  <a:cubicBezTo>
                    <a:pt x="1967" y="4071"/>
                    <a:pt x="5921" y="1352"/>
                    <a:pt x="10800" y="1352"/>
                  </a:cubicBezTo>
                  <a:cubicBezTo>
                    <a:pt x="15679" y="1352"/>
                    <a:pt x="19633" y="4071"/>
                    <a:pt x="19633" y="7425"/>
                  </a:cubicBezTo>
                  <a:cubicBezTo>
                    <a:pt x="19633" y="8791"/>
                    <a:pt x="18302" y="10422"/>
                    <a:pt x="17029" y="12013"/>
                  </a:cubicBezTo>
                  <a:cubicBezTo>
                    <a:pt x="16451" y="12729"/>
                    <a:pt x="15872" y="13445"/>
                    <a:pt x="15390" y="14175"/>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460" name="Shape 3460"/>
            <p:cNvSpPr/>
            <p:nvPr/>
          </p:nvSpPr>
          <p:spPr>
            <a:xfrm>
              <a:off x="151893" y="151641"/>
              <a:ext cx="196406" cy="196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8967" y="0"/>
                    <a:pt x="0" y="8967"/>
                    <a:pt x="0" y="19964"/>
                  </a:cubicBezTo>
                  <a:cubicBezTo>
                    <a:pt x="0" y="20880"/>
                    <a:pt x="720" y="21600"/>
                    <a:pt x="1636" y="21600"/>
                  </a:cubicBezTo>
                  <a:cubicBezTo>
                    <a:pt x="2553" y="21600"/>
                    <a:pt x="3273" y="20880"/>
                    <a:pt x="3273" y="19964"/>
                  </a:cubicBezTo>
                  <a:cubicBezTo>
                    <a:pt x="3273" y="10800"/>
                    <a:pt x="10800" y="3273"/>
                    <a:pt x="19964" y="3273"/>
                  </a:cubicBezTo>
                  <a:cubicBezTo>
                    <a:pt x="20880" y="3273"/>
                    <a:pt x="21600" y="2553"/>
                    <a:pt x="21600" y="1636"/>
                  </a:cubicBezTo>
                  <a:cubicBezTo>
                    <a:pt x="21600" y="720"/>
                    <a:pt x="20880" y="0"/>
                    <a:pt x="19964" y="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462" name="Shape 3462"/>
          <p:cNvSpPr/>
          <p:nvPr/>
        </p:nvSpPr>
        <p:spPr>
          <a:xfrm>
            <a:off x="3701303" y="10065989"/>
            <a:ext cx="1894214" cy="63630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sld>
</file>

<file path=ppt/slides/slide10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464" name="Shape 3464"/>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Propuesta</a:t>
            </a:r>
          </a:p>
        </p:txBody>
      </p:sp>
      <p:sp>
        <p:nvSpPr>
          <p:cNvPr id="3465" name="Shape 346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3466" name="Shape 3466"/>
          <p:cNvSpPr/>
          <p:nvPr/>
        </p:nvSpPr>
        <p:spPr>
          <a:xfrm>
            <a:off x="-288082" y="6716049"/>
            <a:ext cx="24871263" cy="71023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79" y="0"/>
                </a:moveTo>
                <a:lnTo>
                  <a:pt x="9288" y="188"/>
                </a:lnTo>
                <a:lnTo>
                  <a:pt x="0" y="188"/>
                </a:lnTo>
                <a:lnTo>
                  <a:pt x="0" y="21600"/>
                </a:lnTo>
                <a:lnTo>
                  <a:pt x="21600" y="21600"/>
                </a:lnTo>
                <a:lnTo>
                  <a:pt x="21600" y="129"/>
                </a:lnTo>
                <a:lnTo>
                  <a:pt x="19279" y="0"/>
                </a:lnTo>
                <a:close/>
              </a:path>
            </a:pathLst>
          </a:custGeom>
          <a:solidFill>
            <a:srgbClr val="D1E6F5"/>
          </a:solidFill>
          <a:ln w="12700">
            <a:miter lim="400000"/>
          </a:ln>
        </p:spPr>
        <p:txBody>
          <a:bodyPr lIns="91392" tIns="91392" rIns="91392" bIns="91392"/>
          <a:lstStyle/>
          <a:p>
            <a:pPr algn="l" defTabSz="1828800">
              <a:defRPr sz="3600">
                <a:latin typeface="Helvetica"/>
                <a:ea typeface="Helvetica"/>
                <a:cs typeface="Helvetica"/>
                <a:sym typeface="Helvetica"/>
              </a:defRPr>
            </a:pPr>
          </a:p>
        </p:txBody>
      </p:sp>
      <p:grpSp>
        <p:nvGrpSpPr>
          <p:cNvPr id="3768" name="Group 3768"/>
          <p:cNvGrpSpPr/>
          <p:nvPr/>
        </p:nvGrpSpPr>
        <p:grpSpPr>
          <a:xfrm>
            <a:off x="8945401" y="4358758"/>
            <a:ext cx="6727202" cy="8573661"/>
            <a:chOff x="0" y="0"/>
            <a:chExt cx="6727200" cy="8573660"/>
          </a:xfrm>
        </p:grpSpPr>
        <p:sp>
          <p:nvSpPr>
            <p:cNvPr id="3467" name="Shape 3467"/>
            <p:cNvSpPr/>
            <p:nvPr/>
          </p:nvSpPr>
          <p:spPr>
            <a:xfrm flipH="1">
              <a:off x="2678725" y="2421981"/>
              <a:ext cx="922433" cy="719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338" y="21600"/>
                  </a:lnTo>
                  <a:lnTo>
                    <a:pt x="0" y="0"/>
                  </a:lnTo>
                  <a:lnTo>
                    <a:pt x="21600" y="0"/>
                  </a:lnTo>
                  <a:close/>
                </a:path>
              </a:pathLst>
            </a:custGeom>
            <a:solidFill>
              <a:srgbClr val="D5E6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68" name="Shape 3468"/>
            <p:cNvSpPr/>
            <p:nvPr/>
          </p:nvSpPr>
          <p:spPr>
            <a:xfrm>
              <a:off x="4105381" y="5889495"/>
              <a:ext cx="260585" cy="366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12" y="0"/>
                  </a:moveTo>
                  <a:lnTo>
                    <a:pt x="21600" y="18299"/>
                  </a:lnTo>
                  <a:lnTo>
                    <a:pt x="0" y="21600"/>
                  </a:lnTo>
                  <a:lnTo>
                    <a:pt x="14312" y="0"/>
                  </a:lnTo>
                  <a:close/>
                </a:path>
              </a:pathLst>
            </a:custGeom>
            <a:solidFill>
              <a:srgbClr val="A9CAD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69" name="Shape 3469"/>
            <p:cNvSpPr/>
            <p:nvPr/>
          </p:nvSpPr>
          <p:spPr>
            <a:xfrm>
              <a:off x="4105381" y="6199637"/>
              <a:ext cx="260585" cy="2637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3445" y="21600"/>
                  </a:lnTo>
                  <a:lnTo>
                    <a:pt x="0" y="4582"/>
                  </a:lnTo>
                  <a:lnTo>
                    <a:pt x="21600" y="0"/>
                  </a:lnTo>
                  <a:close/>
                </a:path>
              </a:pathLst>
            </a:custGeom>
            <a:solidFill>
              <a:srgbClr val="A8D0E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0" name="Shape 3470"/>
            <p:cNvSpPr/>
            <p:nvPr/>
          </p:nvSpPr>
          <p:spPr>
            <a:xfrm>
              <a:off x="4059021" y="7136457"/>
              <a:ext cx="249394" cy="68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631" y="0"/>
                  </a:moveTo>
                  <a:lnTo>
                    <a:pt x="21600" y="8319"/>
                  </a:lnTo>
                  <a:lnTo>
                    <a:pt x="0" y="21600"/>
                  </a:lnTo>
                  <a:lnTo>
                    <a:pt x="2631" y="0"/>
                  </a:lnTo>
                  <a:close/>
                </a:path>
              </a:pathLst>
            </a:custGeom>
            <a:solidFill>
              <a:srgbClr val="3F6E9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1" name="Shape 3471"/>
            <p:cNvSpPr/>
            <p:nvPr/>
          </p:nvSpPr>
          <p:spPr>
            <a:xfrm>
              <a:off x="4089396" y="5069378"/>
              <a:ext cx="188643" cy="8201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12" y="0"/>
                  </a:moveTo>
                  <a:lnTo>
                    <a:pt x="21600" y="21600"/>
                  </a:lnTo>
                  <a:lnTo>
                    <a:pt x="0" y="15116"/>
                  </a:lnTo>
                  <a:lnTo>
                    <a:pt x="3112" y="0"/>
                  </a:lnTo>
                  <a:close/>
                </a:path>
              </a:pathLst>
            </a:custGeom>
            <a:solidFill>
              <a:srgbClr val="4D85B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2" name="Shape 3472"/>
            <p:cNvSpPr/>
            <p:nvPr/>
          </p:nvSpPr>
          <p:spPr>
            <a:xfrm>
              <a:off x="3692924" y="5643300"/>
              <a:ext cx="585115" cy="4812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636" y="0"/>
                  </a:moveTo>
                  <a:lnTo>
                    <a:pt x="21600" y="11051"/>
                  </a:lnTo>
                  <a:lnTo>
                    <a:pt x="0" y="21600"/>
                  </a:lnTo>
                  <a:lnTo>
                    <a:pt x="14636" y="0"/>
                  </a:lnTo>
                  <a:close/>
                </a:path>
              </a:pathLst>
            </a:custGeom>
            <a:solidFill>
              <a:srgbClr val="5CA0C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3" name="Shape 3473"/>
            <p:cNvSpPr/>
            <p:nvPr/>
          </p:nvSpPr>
          <p:spPr>
            <a:xfrm>
              <a:off x="3692924" y="5889495"/>
              <a:ext cx="585115" cy="366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226" y="21600"/>
                  </a:lnTo>
                  <a:lnTo>
                    <a:pt x="0" y="13866"/>
                  </a:lnTo>
                  <a:lnTo>
                    <a:pt x="21600" y="0"/>
                  </a:lnTo>
                  <a:close/>
                </a:path>
              </a:pathLst>
            </a:custGeom>
            <a:solidFill>
              <a:srgbClr val="D6E9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4" name="Shape 3474"/>
            <p:cNvSpPr/>
            <p:nvPr/>
          </p:nvSpPr>
          <p:spPr>
            <a:xfrm>
              <a:off x="3560235" y="3678536"/>
              <a:ext cx="703415" cy="13908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873"/>
                  </a:moveTo>
                  <a:lnTo>
                    <a:pt x="17084" y="21600"/>
                  </a:lnTo>
                  <a:lnTo>
                    <a:pt x="0" y="0"/>
                  </a:lnTo>
                  <a:lnTo>
                    <a:pt x="21600" y="3873"/>
                  </a:lnTo>
                  <a:close/>
                </a:path>
              </a:pathLst>
            </a:custGeom>
            <a:solidFill>
              <a:srgbClr val="A8D8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5" name="Shape 3475"/>
            <p:cNvSpPr/>
            <p:nvPr/>
          </p:nvSpPr>
          <p:spPr>
            <a:xfrm>
              <a:off x="2928760" y="2903182"/>
              <a:ext cx="1307713" cy="7753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0430" y="21600"/>
                  </a:lnTo>
                  <a:lnTo>
                    <a:pt x="0" y="6859"/>
                  </a:lnTo>
                  <a:lnTo>
                    <a:pt x="21600" y="0"/>
                  </a:lnTo>
                  <a:close/>
                </a:path>
              </a:pathLst>
            </a:custGeom>
            <a:solidFill>
              <a:srgbClr val="DDEC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6" name="Shape 3476"/>
            <p:cNvSpPr/>
            <p:nvPr/>
          </p:nvSpPr>
          <p:spPr>
            <a:xfrm>
              <a:off x="2887196" y="2492324"/>
              <a:ext cx="1349277" cy="657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507"/>
                  </a:moveTo>
                  <a:lnTo>
                    <a:pt x="665" y="21600"/>
                  </a:lnTo>
                  <a:lnTo>
                    <a:pt x="0" y="0"/>
                  </a:lnTo>
                  <a:lnTo>
                    <a:pt x="21600" y="13507"/>
                  </a:lnTo>
                  <a:close/>
                </a:path>
              </a:pathLst>
            </a:custGeom>
            <a:solidFill>
              <a:srgbClr val="DAEB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7" name="Shape 3477"/>
            <p:cNvSpPr/>
            <p:nvPr/>
          </p:nvSpPr>
          <p:spPr>
            <a:xfrm>
              <a:off x="3457921" y="484396"/>
              <a:ext cx="749777" cy="525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317" y="21600"/>
                  </a:lnTo>
                  <a:lnTo>
                    <a:pt x="0" y="1838"/>
                  </a:lnTo>
                  <a:lnTo>
                    <a:pt x="21600" y="0"/>
                  </a:lnTo>
                  <a:close/>
                </a:path>
              </a:pathLst>
            </a:custGeom>
            <a:solidFill>
              <a:srgbClr val="E2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8" name="Shape 3478"/>
            <p:cNvSpPr/>
            <p:nvPr/>
          </p:nvSpPr>
          <p:spPr>
            <a:xfrm>
              <a:off x="3457921" y="337319"/>
              <a:ext cx="749777" cy="1918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560"/>
                  </a:moveTo>
                  <a:lnTo>
                    <a:pt x="0" y="21600"/>
                  </a:lnTo>
                  <a:lnTo>
                    <a:pt x="3408" y="0"/>
                  </a:lnTo>
                  <a:lnTo>
                    <a:pt x="21600" y="16560"/>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79" name="Shape 3479"/>
            <p:cNvSpPr/>
            <p:nvPr/>
          </p:nvSpPr>
          <p:spPr>
            <a:xfrm>
              <a:off x="3576222" y="290957"/>
              <a:ext cx="631476" cy="1934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5177"/>
                  </a:lnTo>
                  <a:lnTo>
                    <a:pt x="12030" y="0"/>
                  </a:lnTo>
                  <a:lnTo>
                    <a:pt x="21600" y="21600"/>
                  </a:lnTo>
                  <a:close/>
                </a:path>
              </a:pathLst>
            </a:custGeom>
            <a:solidFill>
              <a:srgbClr val="EC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0" name="Shape 3480"/>
            <p:cNvSpPr/>
            <p:nvPr/>
          </p:nvSpPr>
          <p:spPr>
            <a:xfrm>
              <a:off x="3942318" y="6255590"/>
              <a:ext cx="204631" cy="4700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12" y="0"/>
                  </a:moveTo>
                  <a:lnTo>
                    <a:pt x="21600" y="9551"/>
                  </a:lnTo>
                  <a:lnTo>
                    <a:pt x="0" y="21600"/>
                  </a:lnTo>
                  <a:lnTo>
                    <a:pt x="17212" y="0"/>
                  </a:lnTo>
                  <a:close/>
                </a:path>
              </a:pathLst>
            </a:custGeom>
            <a:solidFill>
              <a:srgbClr val="4B80A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1" name="Shape 3481"/>
            <p:cNvSpPr/>
            <p:nvPr/>
          </p:nvSpPr>
          <p:spPr>
            <a:xfrm>
              <a:off x="3779253" y="1010358"/>
              <a:ext cx="351708" cy="2637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182" y="0"/>
                  </a:moveTo>
                  <a:lnTo>
                    <a:pt x="21600" y="21600"/>
                  </a:lnTo>
                  <a:lnTo>
                    <a:pt x="0" y="8640"/>
                  </a:lnTo>
                  <a:lnTo>
                    <a:pt x="17182" y="0"/>
                  </a:lnTo>
                  <a:close/>
                </a:path>
              </a:pathLst>
            </a:custGeom>
            <a:solidFill>
              <a:srgbClr val="F9F9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2" name="Shape 3482"/>
            <p:cNvSpPr/>
            <p:nvPr/>
          </p:nvSpPr>
          <p:spPr>
            <a:xfrm>
              <a:off x="3723301" y="1274138"/>
              <a:ext cx="407662" cy="545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0838" y="21600"/>
                  </a:lnTo>
                  <a:lnTo>
                    <a:pt x="0" y="5257"/>
                  </a:lnTo>
                  <a:lnTo>
                    <a:pt x="21600" y="0"/>
                  </a:lnTo>
                  <a:close/>
                </a:path>
              </a:pathLst>
            </a:custGeom>
            <a:solidFill>
              <a:srgbClr val="E5FD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3" name="Shape 3483"/>
            <p:cNvSpPr/>
            <p:nvPr/>
          </p:nvSpPr>
          <p:spPr>
            <a:xfrm>
              <a:off x="3723301" y="1218185"/>
              <a:ext cx="407662" cy="1886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407"/>
                  </a:moveTo>
                  <a:lnTo>
                    <a:pt x="0" y="21600"/>
                  </a:lnTo>
                  <a:lnTo>
                    <a:pt x="8386" y="0"/>
                  </a:lnTo>
                  <a:lnTo>
                    <a:pt x="21600" y="6407"/>
                  </a:lnTo>
                  <a:close/>
                </a:path>
              </a:pathLst>
            </a:custGeom>
            <a:solidFill>
              <a:srgbClr val="E0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4" name="Shape 3484"/>
            <p:cNvSpPr/>
            <p:nvPr/>
          </p:nvSpPr>
          <p:spPr>
            <a:xfrm>
              <a:off x="3779253" y="1115870"/>
              <a:ext cx="351708" cy="1582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6284" y="13964"/>
                  </a:lnTo>
                  <a:lnTo>
                    <a:pt x="0" y="0"/>
                  </a:lnTo>
                  <a:lnTo>
                    <a:pt x="21600" y="21600"/>
                  </a:lnTo>
                  <a:close/>
                </a:path>
              </a:pathLst>
            </a:custGeom>
            <a:solidFill>
              <a:srgbClr val="EFF5F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5" name="Shape 3485"/>
            <p:cNvSpPr/>
            <p:nvPr/>
          </p:nvSpPr>
          <p:spPr>
            <a:xfrm>
              <a:off x="3636971" y="1406828"/>
              <a:ext cx="479601" cy="789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88" y="0"/>
                  </a:moveTo>
                  <a:lnTo>
                    <a:pt x="21600" y="11281"/>
                  </a:lnTo>
                  <a:lnTo>
                    <a:pt x="0" y="21600"/>
                  </a:lnTo>
                  <a:lnTo>
                    <a:pt x="3888" y="0"/>
                  </a:lnTo>
                  <a:close/>
                </a:path>
              </a:pathLst>
            </a:custGeom>
            <a:solidFill>
              <a:srgbClr val="D2FD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6" name="Shape 3486"/>
            <p:cNvSpPr/>
            <p:nvPr/>
          </p:nvSpPr>
          <p:spPr>
            <a:xfrm>
              <a:off x="3379585" y="3678536"/>
              <a:ext cx="736987" cy="1451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295" y="0"/>
                  </a:moveTo>
                  <a:lnTo>
                    <a:pt x="21600" y="20696"/>
                  </a:lnTo>
                  <a:lnTo>
                    <a:pt x="187" y="21600"/>
                  </a:lnTo>
                  <a:lnTo>
                    <a:pt x="0" y="21433"/>
                  </a:lnTo>
                  <a:lnTo>
                    <a:pt x="187" y="21362"/>
                  </a:lnTo>
                  <a:lnTo>
                    <a:pt x="5295" y="0"/>
                  </a:lnTo>
                  <a:close/>
                </a:path>
              </a:pathLst>
            </a:custGeom>
            <a:solidFill>
              <a:srgbClr val="A6D0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7" name="Shape 3487"/>
            <p:cNvSpPr/>
            <p:nvPr/>
          </p:nvSpPr>
          <p:spPr>
            <a:xfrm>
              <a:off x="3707312" y="5069378"/>
              <a:ext cx="409260" cy="57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0166" y="21600"/>
                  </a:lnTo>
                  <a:lnTo>
                    <a:pt x="0" y="9988"/>
                  </a:lnTo>
                  <a:lnTo>
                    <a:pt x="21600" y="0"/>
                  </a:lnTo>
                  <a:close/>
                </a:path>
              </a:pathLst>
            </a:custGeom>
            <a:solidFill>
              <a:srgbClr val="A4CAE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8" name="Shape 3488"/>
            <p:cNvSpPr/>
            <p:nvPr/>
          </p:nvSpPr>
          <p:spPr>
            <a:xfrm>
              <a:off x="3385981" y="5069378"/>
              <a:ext cx="730593" cy="2653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500" y="21600"/>
                  </a:lnTo>
                  <a:lnTo>
                    <a:pt x="0" y="4945"/>
                  </a:lnTo>
                  <a:lnTo>
                    <a:pt x="21600" y="0"/>
                  </a:lnTo>
                  <a:close/>
                </a:path>
              </a:pathLst>
            </a:custGeom>
            <a:solidFill>
              <a:srgbClr val="DEEB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89" name="Shape 3489"/>
            <p:cNvSpPr/>
            <p:nvPr/>
          </p:nvSpPr>
          <p:spPr>
            <a:xfrm>
              <a:off x="3488295" y="6255590"/>
              <a:ext cx="617087" cy="4700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892" y="21600"/>
                  </a:lnTo>
                  <a:lnTo>
                    <a:pt x="0" y="3527"/>
                  </a:lnTo>
                  <a:lnTo>
                    <a:pt x="21600" y="0"/>
                  </a:lnTo>
                  <a:close/>
                </a:path>
              </a:pathLst>
            </a:custGeom>
            <a:solidFill>
              <a:srgbClr val="31589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0" name="Shape 3490"/>
            <p:cNvSpPr/>
            <p:nvPr/>
          </p:nvSpPr>
          <p:spPr>
            <a:xfrm>
              <a:off x="3488295" y="6124500"/>
              <a:ext cx="617087" cy="2078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625"/>
                  </a:moveTo>
                  <a:lnTo>
                    <a:pt x="0" y="21600"/>
                  </a:lnTo>
                  <a:lnTo>
                    <a:pt x="7163" y="0"/>
                  </a:lnTo>
                  <a:lnTo>
                    <a:pt x="21600" y="13625"/>
                  </a:lnTo>
                  <a:close/>
                </a:path>
              </a:pathLst>
            </a:custGeom>
            <a:solidFill>
              <a:srgbClr val="4678A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1" name="Shape 3491"/>
            <p:cNvSpPr/>
            <p:nvPr/>
          </p:nvSpPr>
          <p:spPr>
            <a:xfrm>
              <a:off x="3529860" y="5643300"/>
              <a:ext cx="559535" cy="4812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295" y="21600"/>
                  </a:lnTo>
                  <a:lnTo>
                    <a:pt x="0" y="11769"/>
                  </a:lnTo>
                  <a:lnTo>
                    <a:pt x="21600" y="0"/>
                  </a:lnTo>
                  <a:close/>
                </a:path>
              </a:pathLst>
            </a:custGeom>
            <a:solidFill>
              <a:srgbClr val="C5E3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2" name="Shape 3492"/>
            <p:cNvSpPr/>
            <p:nvPr/>
          </p:nvSpPr>
          <p:spPr>
            <a:xfrm>
              <a:off x="3942318" y="6725600"/>
              <a:ext cx="147079" cy="7785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1399"/>
                  </a:lnTo>
                  <a:lnTo>
                    <a:pt x="0" y="21600"/>
                  </a:lnTo>
                  <a:lnTo>
                    <a:pt x="0" y="0"/>
                  </a:lnTo>
                  <a:close/>
                </a:path>
              </a:pathLst>
            </a:custGeom>
            <a:solidFill>
              <a:srgbClr val="BF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3" name="Shape 3493"/>
            <p:cNvSpPr/>
            <p:nvPr/>
          </p:nvSpPr>
          <p:spPr>
            <a:xfrm>
              <a:off x="3942318" y="7136457"/>
              <a:ext cx="147079" cy="68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139" y="21600"/>
                  </a:lnTo>
                  <a:lnTo>
                    <a:pt x="0" y="11527"/>
                  </a:lnTo>
                  <a:lnTo>
                    <a:pt x="21600" y="0"/>
                  </a:lnTo>
                  <a:close/>
                </a:path>
              </a:pathLst>
            </a:custGeom>
            <a:solidFill>
              <a:srgbClr val="406F9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4" name="Shape 3494"/>
            <p:cNvSpPr/>
            <p:nvPr/>
          </p:nvSpPr>
          <p:spPr>
            <a:xfrm>
              <a:off x="3529860" y="5334757"/>
              <a:ext cx="559535" cy="5707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677"/>
                  </a:moveTo>
                  <a:lnTo>
                    <a:pt x="0" y="21600"/>
                  </a:lnTo>
                  <a:lnTo>
                    <a:pt x="6850" y="0"/>
                  </a:lnTo>
                  <a:lnTo>
                    <a:pt x="21600" y="11677"/>
                  </a:lnTo>
                  <a:close/>
                </a:path>
              </a:pathLst>
            </a:custGeom>
            <a:solidFill>
              <a:srgbClr val="C5E0F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5" name="Shape 3495"/>
            <p:cNvSpPr/>
            <p:nvPr/>
          </p:nvSpPr>
          <p:spPr>
            <a:xfrm>
              <a:off x="3795239" y="7504150"/>
              <a:ext cx="263781" cy="7321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44" y="0"/>
                  </a:moveTo>
                  <a:lnTo>
                    <a:pt x="21600" y="9479"/>
                  </a:lnTo>
                  <a:lnTo>
                    <a:pt x="0" y="21600"/>
                  </a:lnTo>
                  <a:lnTo>
                    <a:pt x="12044" y="0"/>
                  </a:lnTo>
                  <a:close/>
                </a:path>
              </a:pathLst>
            </a:custGeom>
            <a:solidFill>
              <a:srgbClr val="487A9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6" name="Shape 3496"/>
            <p:cNvSpPr/>
            <p:nvPr/>
          </p:nvSpPr>
          <p:spPr>
            <a:xfrm>
              <a:off x="3529860" y="999168"/>
              <a:ext cx="529160" cy="1167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71"/>
                  </a:moveTo>
                  <a:lnTo>
                    <a:pt x="10180" y="21600"/>
                  </a:lnTo>
                  <a:lnTo>
                    <a:pt x="0" y="0"/>
                  </a:lnTo>
                  <a:lnTo>
                    <a:pt x="21600" y="2071"/>
                  </a:lnTo>
                  <a:close/>
                </a:path>
              </a:pathLst>
            </a:custGeom>
            <a:solidFill>
              <a:srgbClr val="FDFB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7" name="Shape 3497"/>
            <p:cNvSpPr/>
            <p:nvPr/>
          </p:nvSpPr>
          <p:spPr>
            <a:xfrm>
              <a:off x="3457921" y="529159"/>
              <a:ext cx="601101" cy="4812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585" y="21098"/>
                  </a:lnTo>
                  <a:lnTo>
                    <a:pt x="0" y="0"/>
                  </a:lnTo>
                  <a:lnTo>
                    <a:pt x="21600" y="21600"/>
                  </a:lnTo>
                  <a:close/>
                </a:path>
              </a:pathLst>
            </a:custGeom>
            <a:solidFill>
              <a:srgbClr val="D0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8" name="Shape 3498"/>
            <p:cNvSpPr/>
            <p:nvPr/>
          </p:nvSpPr>
          <p:spPr>
            <a:xfrm>
              <a:off x="3560235" y="6725600"/>
              <a:ext cx="382082" cy="7785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12685"/>
                  </a:lnTo>
                  <a:lnTo>
                    <a:pt x="21600" y="0"/>
                  </a:lnTo>
                  <a:close/>
                </a:path>
              </a:pathLst>
            </a:custGeom>
            <a:solidFill>
              <a:srgbClr val="B8D7F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499" name="Shape 3499"/>
            <p:cNvSpPr/>
            <p:nvPr/>
          </p:nvSpPr>
          <p:spPr>
            <a:xfrm>
              <a:off x="3488295" y="6332327"/>
              <a:ext cx="454023" cy="8504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988"/>
                  </a:moveTo>
                  <a:lnTo>
                    <a:pt x="3423" y="21600"/>
                  </a:lnTo>
                  <a:lnTo>
                    <a:pt x="0" y="0"/>
                  </a:lnTo>
                  <a:lnTo>
                    <a:pt x="21600" y="9988"/>
                  </a:lnTo>
                  <a:close/>
                </a:path>
              </a:pathLst>
            </a:custGeom>
            <a:solidFill>
              <a:srgbClr val="38629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0" name="Shape 3500"/>
            <p:cNvSpPr/>
            <p:nvPr/>
          </p:nvSpPr>
          <p:spPr>
            <a:xfrm>
              <a:off x="3636971" y="7504150"/>
              <a:ext cx="305347" cy="7321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1196" y="21600"/>
                  </a:lnTo>
                  <a:lnTo>
                    <a:pt x="0" y="7782"/>
                  </a:lnTo>
                  <a:lnTo>
                    <a:pt x="21600" y="0"/>
                  </a:lnTo>
                  <a:close/>
                </a:path>
              </a:pathLst>
            </a:custGeom>
            <a:solidFill>
              <a:srgbClr val="3C6A8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1" name="Shape 3501"/>
            <p:cNvSpPr/>
            <p:nvPr/>
          </p:nvSpPr>
          <p:spPr>
            <a:xfrm>
              <a:off x="3560235" y="7182818"/>
              <a:ext cx="382082" cy="58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862"/>
                  </a:moveTo>
                  <a:lnTo>
                    <a:pt x="4338" y="21600"/>
                  </a:lnTo>
                  <a:lnTo>
                    <a:pt x="0" y="0"/>
                  </a:lnTo>
                  <a:lnTo>
                    <a:pt x="21600" y="11862"/>
                  </a:lnTo>
                  <a:close/>
                </a:path>
              </a:pathLst>
            </a:custGeom>
            <a:solidFill>
              <a:srgbClr val="7FB7E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2" name="Shape 3502"/>
            <p:cNvSpPr/>
            <p:nvPr/>
          </p:nvSpPr>
          <p:spPr>
            <a:xfrm>
              <a:off x="3163765" y="118301"/>
              <a:ext cx="764165" cy="2190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028"/>
                  </a:moveTo>
                  <a:lnTo>
                    <a:pt x="11659" y="21600"/>
                  </a:lnTo>
                  <a:lnTo>
                    <a:pt x="0" y="0"/>
                  </a:lnTo>
                  <a:lnTo>
                    <a:pt x="21600" y="17028"/>
                  </a:lnTo>
                  <a:close/>
                </a:path>
              </a:pathLst>
            </a:custGeom>
            <a:solidFill>
              <a:srgbClr val="EBFB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3" name="Shape 3503"/>
            <p:cNvSpPr/>
            <p:nvPr/>
          </p:nvSpPr>
          <p:spPr>
            <a:xfrm>
              <a:off x="3590611" y="1218185"/>
              <a:ext cx="290958" cy="1886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851" y="21600"/>
                  </a:lnTo>
                  <a:lnTo>
                    <a:pt x="0" y="15010"/>
                  </a:lnTo>
                  <a:lnTo>
                    <a:pt x="21600" y="0"/>
                  </a:lnTo>
                  <a:close/>
                </a:path>
              </a:pathLst>
            </a:custGeom>
            <a:solidFill>
              <a:srgbClr val="F3F9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4" name="Shape 3504"/>
            <p:cNvSpPr/>
            <p:nvPr/>
          </p:nvSpPr>
          <p:spPr>
            <a:xfrm>
              <a:off x="3590611" y="1115870"/>
              <a:ext cx="290958" cy="2334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468"/>
                  </a:moveTo>
                  <a:lnTo>
                    <a:pt x="0" y="21600"/>
                  </a:lnTo>
                  <a:lnTo>
                    <a:pt x="14004" y="0"/>
                  </a:lnTo>
                  <a:lnTo>
                    <a:pt x="21600" y="9468"/>
                  </a:lnTo>
                  <a:close/>
                </a:path>
              </a:pathLst>
            </a:custGeom>
            <a:solidFill>
              <a:srgbClr val="FDFA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5" name="Shape 3505"/>
            <p:cNvSpPr/>
            <p:nvPr/>
          </p:nvSpPr>
          <p:spPr>
            <a:xfrm>
              <a:off x="3254890" y="7767932"/>
              <a:ext cx="540352" cy="468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73" y="0"/>
                  </a:moveTo>
                  <a:lnTo>
                    <a:pt x="21600" y="21600"/>
                  </a:lnTo>
                  <a:lnTo>
                    <a:pt x="0" y="21600"/>
                  </a:lnTo>
                  <a:lnTo>
                    <a:pt x="15273" y="0"/>
                  </a:lnTo>
                  <a:close/>
                </a:path>
              </a:pathLst>
            </a:custGeom>
            <a:solidFill>
              <a:srgbClr val="43779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6" name="Shape 3506"/>
            <p:cNvSpPr/>
            <p:nvPr/>
          </p:nvSpPr>
          <p:spPr>
            <a:xfrm>
              <a:off x="3194140" y="8236340"/>
              <a:ext cx="601100" cy="3373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2183" y="0"/>
                  </a:lnTo>
                  <a:lnTo>
                    <a:pt x="21600" y="0"/>
                  </a:lnTo>
                  <a:close/>
                </a:path>
              </a:pathLst>
            </a:custGeom>
            <a:solidFill>
              <a:srgbClr val="32557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7" name="Shape 3507"/>
            <p:cNvSpPr/>
            <p:nvPr/>
          </p:nvSpPr>
          <p:spPr>
            <a:xfrm>
              <a:off x="3208528" y="1115870"/>
              <a:ext cx="570726" cy="2334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4461" y="21600"/>
                  </a:lnTo>
                  <a:lnTo>
                    <a:pt x="0" y="10800"/>
                  </a:lnTo>
                  <a:lnTo>
                    <a:pt x="21600" y="0"/>
                  </a:lnTo>
                  <a:close/>
                </a:path>
              </a:pathLst>
            </a:custGeom>
            <a:solidFill>
              <a:srgbClr val="8ACD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8" name="Shape 3508"/>
            <p:cNvSpPr/>
            <p:nvPr/>
          </p:nvSpPr>
          <p:spPr>
            <a:xfrm>
              <a:off x="3208528" y="999168"/>
              <a:ext cx="570726" cy="2334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0" y="21600"/>
                  </a:lnTo>
                  <a:lnTo>
                    <a:pt x="12161" y="0"/>
                  </a:lnTo>
                  <a:lnTo>
                    <a:pt x="21600" y="10800"/>
                  </a:lnTo>
                  <a:close/>
                </a:path>
              </a:pathLst>
            </a:custGeom>
            <a:solidFill>
              <a:srgbClr val="84BE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09" name="Shape 3509"/>
            <p:cNvSpPr/>
            <p:nvPr/>
          </p:nvSpPr>
          <p:spPr>
            <a:xfrm>
              <a:off x="3269277" y="2196570"/>
              <a:ext cx="495589" cy="223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026" y="0"/>
                  </a:moveTo>
                  <a:lnTo>
                    <a:pt x="21600" y="20057"/>
                  </a:lnTo>
                  <a:lnTo>
                    <a:pt x="0" y="21600"/>
                  </a:lnTo>
                  <a:lnTo>
                    <a:pt x="16026" y="0"/>
                  </a:lnTo>
                  <a:close/>
                </a:path>
              </a:pathLst>
            </a:custGeom>
            <a:solidFill>
              <a:srgbClr val="AE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0" name="Shape 3510"/>
            <p:cNvSpPr/>
            <p:nvPr/>
          </p:nvSpPr>
          <p:spPr>
            <a:xfrm>
              <a:off x="3504282" y="1406828"/>
              <a:ext cx="219018" cy="789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086" y="21600"/>
                  </a:lnTo>
                  <a:lnTo>
                    <a:pt x="0" y="8789"/>
                  </a:lnTo>
                  <a:lnTo>
                    <a:pt x="21600" y="0"/>
                  </a:lnTo>
                  <a:close/>
                </a:path>
              </a:pathLst>
            </a:custGeom>
            <a:solidFill>
              <a:srgbClr val="E5FD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1" name="Shape 3511"/>
            <p:cNvSpPr/>
            <p:nvPr/>
          </p:nvSpPr>
          <p:spPr>
            <a:xfrm>
              <a:off x="3504282" y="1349276"/>
              <a:ext cx="219018" cy="3788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81"/>
                  </a:moveTo>
                  <a:lnTo>
                    <a:pt x="0" y="21600"/>
                  </a:lnTo>
                  <a:lnTo>
                    <a:pt x="8514" y="0"/>
                  </a:lnTo>
                  <a:lnTo>
                    <a:pt x="21600" y="3281"/>
                  </a:lnTo>
                  <a:close/>
                </a:path>
              </a:pathLst>
            </a:custGeom>
            <a:solidFill>
              <a:srgbClr val="F4F9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2" name="Shape 3512"/>
            <p:cNvSpPr/>
            <p:nvPr/>
          </p:nvSpPr>
          <p:spPr>
            <a:xfrm>
              <a:off x="3385981" y="5130127"/>
              <a:ext cx="321333" cy="7753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701"/>
                  </a:moveTo>
                  <a:lnTo>
                    <a:pt x="9672" y="21600"/>
                  </a:lnTo>
                  <a:lnTo>
                    <a:pt x="0" y="0"/>
                  </a:lnTo>
                  <a:lnTo>
                    <a:pt x="21600" y="5701"/>
                  </a:lnTo>
                  <a:close/>
                </a:path>
              </a:pathLst>
            </a:custGeom>
            <a:solidFill>
              <a:srgbClr val="A9D3F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3" name="Shape 3513"/>
            <p:cNvSpPr/>
            <p:nvPr/>
          </p:nvSpPr>
          <p:spPr>
            <a:xfrm>
              <a:off x="3341218" y="5905482"/>
              <a:ext cx="351707" cy="2190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85" y="0"/>
                  </a:moveTo>
                  <a:lnTo>
                    <a:pt x="21600" y="21600"/>
                  </a:lnTo>
                  <a:lnTo>
                    <a:pt x="0" y="2838"/>
                  </a:lnTo>
                  <a:lnTo>
                    <a:pt x="11585" y="0"/>
                  </a:lnTo>
                  <a:close/>
                </a:path>
              </a:pathLst>
            </a:custGeom>
            <a:solidFill>
              <a:srgbClr val="BCDB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4" name="Shape 3514"/>
            <p:cNvSpPr/>
            <p:nvPr/>
          </p:nvSpPr>
          <p:spPr>
            <a:xfrm>
              <a:off x="3341218" y="5934258"/>
              <a:ext cx="351707" cy="3980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323"/>
                  </a:moveTo>
                  <a:lnTo>
                    <a:pt x="9033" y="21600"/>
                  </a:lnTo>
                  <a:lnTo>
                    <a:pt x="0" y="0"/>
                  </a:lnTo>
                  <a:lnTo>
                    <a:pt x="21600" y="10323"/>
                  </a:lnTo>
                  <a:close/>
                </a:path>
              </a:pathLst>
            </a:custGeom>
            <a:solidFill>
              <a:srgbClr val="89BCD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5" name="Shape 3515"/>
            <p:cNvSpPr/>
            <p:nvPr/>
          </p:nvSpPr>
          <p:spPr>
            <a:xfrm>
              <a:off x="3269277" y="1728160"/>
              <a:ext cx="367695" cy="692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05" y="0"/>
                  </a:moveTo>
                  <a:lnTo>
                    <a:pt x="21600" y="14616"/>
                  </a:lnTo>
                  <a:lnTo>
                    <a:pt x="0" y="21600"/>
                  </a:lnTo>
                  <a:lnTo>
                    <a:pt x="13805" y="0"/>
                  </a:lnTo>
                  <a:close/>
                </a:path>
              </a:pathLst>
            </a:custGeom>
            <a:solidFill>
              <a:srgbClr val="E5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6" name="Shape 3516"/>
            <p:cNvSpPr/>
            <p:nvPr/>
          </p:nvSpPr>
          <p:spPr>
            <a:xfrm>
              <a:off x="3254890" y="7182818"/>
              <a:ext cx="382083" cy="58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62" y="0"/>
                  </a:moveTo>
                  <a:lnTo>
                    <a:pt x="21600" y="21600"/>
                  </a:lnTo>
                  <a:lnTo>
                    <a:pt x="0" y="4839"/>
                  </a:lnTo>
                  <a:lnTo>
                    <a:pt x="17262" y="0"/>
                  </a:lnTo>
                  <a:close/>
                </a:path>
              </a:pathLst>
            </a:custGeom>
            <a:solidFill>
              <a:srgbClr val="548CC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7" name="Shape 3517"/>
            <p:cNvSpPr/>
            <p:nvPr/>
          </p:nvSpPr>
          <p:spPr>
            <a:xfrm>
              <a:off x="2975123" y="7313908"/>
              <a:ext cx="661849" cy="454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130" y="0"/>
                  </a:moveTo>
                  <a:lnTo>
                    <a:pt x="21600" y="21600"/>
                  </a:lnTo>
                  <a:lnTo>
                    <a:pt x="0" y="4868"/>
                  </a:lnTo>
                  <a:lnTo>
                    <a:pt x="9130" y="0"/>
                  </a:lnTo>
                  <a:close/>
                </a:path>
              </a:pathLst>
            </a:custGeom>
            <a:solidFill>
              <a:srgbClr val="375F8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8" name="Shape 3518"/>
            <p:cNvSpPr/>
            <p:nvPr/>
          </p:nvSpPr>
          <p:spPr>
            <a:xfrm>
              <a:off x="2887196" y="7767932"/>
              <a:ext cx="749776" cy="468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0593" y="21600"/>
                  </a:lnTo>
                  <a:lnTo>
                    <a:pt x="0" y="6119"/>
                  </a:lnTo>
                  <a:lnTo>
                    <a:pt x="21600" y="0"/>
                  </a:lnTo>
                  <a:close/>
                </a:path>
              </a:pathLst>
            </a:custGeom>
            <a:solidFill>
              <a:srgbClr val="457AA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19" name="Shape 3519"/>
            <p:cNvSpPr/>
            <p:nvPr/>
          </p:nvSpPr>
          <p:spPr>
            <a:xfrm>
              <a:off x="2490726" y="7620854"/>
              <a:ext cx="1146246" cy="2797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355"/>
                  </a:moveTo>
                  <a:lnTo>
                    <a:pt x="7471" y="21600"/>
                  </a:lnTo>
                  <a:lnTo>
                    <a:pt x="0" y="0"/>
                  </a:lnTo>
                  <a:lnTo>
                    <a:pt x="21600" y="11355"/>
                  </a:lnTo>
                  <a:close/>
                </a:path>
              </a:pathLst>
            </a:custGeom>
            <a:solidFill>
              <a:srgbClr val="4C84B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0" name="Shape 3520"/>
            <p:cNvSpPr/>
            <p:nvPr/>
          </p:nvSpPr>
          <p:spPr>
            <a:xfrm>
              <a:off x="2490726" y="7416224"/>
              <a:ext cx="1146246" cy="3517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2567"/>
                  </a:lnTo>
                  <a:lnTo>
                    <a:pt x="9128" y="0"/>
                  </a:lnTo>
                  <a:lnTo>
                    <a:pt x="21600" y="21600"/>
                  </a:lnTo>
                  <a:close/>
                </a:path>
              </a:pathLst>
            </a:custGeom>
            <a:solidFill>
              <a:srgbClr val="3E6C9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1" name="Shape 3521"/>
            <p:cNvSpPr/>
            <p:nvPr/>
          </p:nvSpPr>
          <p:spPr>
            <a:xfrm>
              <a:off x="2989511" y="1349276"/>
              <a:ext cx="601101" cy="3788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8498" y="21600"/>
                  </a:lnTo>
                  <a:lnTo>
                    <a:pt x="0" y="1549"/>
                  </a:lnTo>
                  <a:lnTo>
                    <a:pt x="21600" y="0"/>
                  </a:lnTo>
                  <a:close/>
                </a:path>
              </a:pathLst>
            </a:custGeom>
            <a:solidFill>
              <a:srgbClr val="C9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2" name="Shape 3522"/>
            <p:cNvSpPr/>
            <p:nvPr/>
          </p:nvSpPr>
          <p:spPr>
            <a:xfrm>
              <a:off x="2989511" y="1232574"/>
              <a:ext cx="601101" cy="1438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520"/>
                  </a:moveTo>
                  <a:lnTo>
                    <a:pt x="0" y="21600"/>
                  </a:lnTo>
                  <a:lnTo>
                    <a:pt x="7870" y="0"/>
                  </a:lnTo>
                  <a:lnTo>
                    <a:pt x="21600" y="17520"/>
                  </a:lnTo>
                  <a:close/>
                </a:path>
              </a:pathLst>
            </a:custGeom>
            <a:solidFill>
              <a:srgbClr val="86C3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3" name="Shape 3523"/>
            <p:cNvSpPr/>
            <p:nvPr/>
          </p:nvSpPr>
          <p:spPr>
            <a:xfrm>
              <a:off x="3163765" y="118301"/>
              <a:ext cx="412458" cy="4108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514"/>
                  </a:moveTo>
                  <a:lnTo>
                    <a:pt x="15405" y="21600"/>
                  </a:lnTo>
                  <a:lnTo>
                    <a:pt x="0" y="0"/>
                  </a:lnTo>
                  <a:lnTo>
                    <a:pt x="21600" y="11514"/>
                  </a:lnTo>
                  <a:close/>
                </a:path>
              </a:pathLst>
            </a:custGeom>
            <a:solidFill>
              <a:srgbClr val="D3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4" name="Shape 3524"/>
            <p:cNvSpPr/>
            <p:nvPr/>
          </p:nvSpPr>
          <p:spPr>
            <a:xfrm>
              <a:off x="3019885" y="3678536"/>
              <a:ext cx="540352" cy="14356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4634" y="21600"/>
                  </a:lnTo>
                  <a:lnTo>
                    <a:pt x="0" y="457"/>
                  </a:lnTo>
                  <a:lnTo>
                    <a:pt x="21600" y="0"/>
                  </a:lnTo>
                  <a:close/>
                </a:path>
              </a:pathLst>
            </a:custGeom>
            <a:solidFill>
              <a:srgbClr val="CBE1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5" name="Shape 3525"/>
            <p:cNvSpPr/>
            <p:nvPr/>
          </p:nvSpPr>
          <p:spPr>
            <a:xfrm>
              <a:off x="3310843" y="6332327"/>
              <a:ext cx="249394" cy="8504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69" y="0"/>
                  </a:moveTo>
                  <a:lnTo>
                    <a:pt x="21600" y="21600"/>
                  </a:lnTo>
                  <a:lnTo>
                    <a:pt x="0" y="11896"/>
                  </a:lnTo>
                  <a:lnTo>
                    <a:pt x="15369" y="0"/>
                  </a:lnTo>
                  <a:close/>
                </a:path>
              </a:pathLst>
            </a:custGeom>
            <a:solidFill>
              <a:srgbClr val="4476A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6" name="Shape 3526"/>
            <p:cNvSpPr/>
            <p:nvPr/>
          </p:nvSpPr>
          <p:spPr>
            <a:xfrm>
              <a:off x="3254890" y="6800737"/>
              <a:ext cx="305347" cy="5131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958" y="0"/>
                  </a:moveTo>
                  <a:lnTo>
                    <a:pt x="21600" y="16082"/>
                  </a:lnTo>
                  <a:lnTo>
                    <a:pt x="0" y="21600"/>
                  </a:lnTo>
                  <a:lnTo>
                    <a:pt x="3958" y="0"/>
                  </a:lnTo>
                  <a:close/>
                </a:path>
              </a:pathLst>
            </a:custGeom>
            <a:solidFill>
              <a:srgbClr val="6DA0C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7" name="Shape 3527"/>
            <p:cNvSpPr/>
            <p:nvPr/>
          </p:nvSpPr>
          <p:spPr>
            <a:xfrm>
              <a:off x="2928760" y="3149376"/>
              <a:ext cx="631476" cy="5595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27"/>
                  </a:moveTo>
                  <a:lnTo>
                    <a:pt x="3117" y="21600"/>
                  </a:lnTo>
                  <a:lnTo>
                    <a:pt x="0" y="0"/>
                  </a:lnTo>
                  <a:lnTo>
                    <a:pt x="21600" y="20427"/>
                  </a:lnTo>
                  <a:close/>
                </a:path>
              </a:pathLst>
            </a:custGeom>
            <a:solidFill>
              <a:srgbClr val="DEF0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8" name="Shape 3528"/>
            <p:cNvSpPr/>
            <p:nvPr/>
          </p:nvSpPr>
          <p:spPr>
            <a:xfrm>
              <a:off x="3208528" y="529159"/>
              <a:ext cx="321333" cy="4700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764" y="0"/>
                  </a:moveTo>
                  <a:lnTo>
                    <a:pt x="21600" y="21600"/>
                  </a:lnTo>
                  <a:lnTo>
                    <a:pt x="0" y="4702"/>
                  </a:lnTo>
                  <a:lnTo>
                    <a:pt x="16764" y="0"/>
                  </a:lnTo>
                  <a:close/>
                </a:path>
              </a:pathLst>
            </a:custGeom>
            <a:solidFill>
              <a:srgbClr val="BAEF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29" name="Shape 3529"/>
            <p:cNvSpPr/>
            <p:nvPr/>
          </p:nvSpPr>
          <p:spPr>
            <a:xfrm>
              <a:off x="3208528" y="631474"/>
              <a:ext cx="321333"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3213"/>
                  </a:lnTo>
                  <a:lnTo>
                    <a:pt x="0" y="21600"/>
                  </a:lnTo>
                  <a:lnTo>
                    <a:pt x="0" y="0"/>
                  </a:lnTo>
                  <a:close/>
                </a:path>
              </a:pathLst>
            </a:custGeom>
            <a:solidFill>
              <a:srgbClr val="D0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0" name="Shape 3530"/>
            <p:cNvSpPr/>
            <p:nvPr/>
          </p:nvSpPr>
          <p:spPr>
            <a:xfrm>
              <a:off x="3163765" y="5130127"/>
              <a:ext cx="366096" cy="7753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111" y="0"/>
                  </a:moveTo>
                  <a:lnTo>
                    <a:pt x="21600" y="21600"/>
                  </a:lnTo>
                  <a:lnTo>
                    <a:pt x="0" y="6948"/>
                  </a:lnTo>
                  <a:lnTo>
                    <a:pt x="13111" y="0"/>
                  </a:lnTo>
                  <a:close/>
                </a:path>
              </a:pathLst>
            </a:custGeom>
            <a:solidFill>
              <a:srgbClr val="C6E0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1" name="Shape 3531"/>
            <p:cNvSpPr/>
            <p:nvPr/>
          </p:nvSpPr>
          <p:spPr>
            <a:xfrm>
              <a:off x="3163765" y="5379520"/>
              <a:ext cx="366096" cy="5547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0480"/>
                  </a:lnTo>
                  <a:lnTo>
                    <a:pt x="10470" y="21600"/>
                  </a:lnTo>
                  <a:lnTo>
                    <a:pt x="0" y="0"/>
                  </a:lnTo>
                  <a:close/>
                </a:path>
              </a:pathLst>
            </a:custGeom>
            <a:solidFill>
              <a:srgbClr val="C4E5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2" name="Shape 3532"/>
            <p:cNvSpPr/>
            <p:nvPr/>
          </p:nvSpPr>
          <p:spPr>
            <a:xfrm>
              <a:off x="3107812" y="1728160"/>
              <a:ext cx="396471" cy="692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8797" y="21600"/>
                  </a:lnTo>
                  <a:lnTo>
                    <a:pt x="0" y="2345"/>
                  </a:lnTo>
                  <a:lnTo>
                    <a:pt x="21600" y="0"/>
                  </a:lnTo>
                  <a:close/>
                </a:path>
              </a:pathLst>
            </a:custGeom>
            <a:solidFill>
              <a:srgbClr val="C5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3" name="Shape 3533"/>
            <p:cNvSpPr/>
            <p:nvPr/>
          </p:nvSpPr>
          <p:spPr>
            <a:xfrm>
              <a:off x="2989511" y="1376453"/>
              <a:ext cx="514772" cy="4268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798"/>
                  </a:moveTo>
                  <a:lnTo>
                    <a:pt x="4964" y="21600"/>
                  </a:lnTo>
                  <a:lnTo>
                    <a:pt x="0" y="0"/>
                  </a:lnTo>
                  <a:lnTo>
                    <a:pt x="21600" y="17798"/>
                  </a:lnTo>
                  <a:close/>
                </a:path>
              </a:pathLst>
            </a:custGeom>
            <a:solidFill>
              <a:srgbClr val="86C3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4" name="Shape 3534"/>
            <p:cNvSpPr/>
            <p:nvPr/>
          </p:nvSpPr>
          <p:spPr>
            <a:xfrm>
              <a:off x="3238903" y="5934258"/>
              <a:ext cx="249394" cy="5003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862" y="0"/>
                  </a:moveTo>
                  <a:lnTo>
                    <a:pt x="21600" y="17183"/>
                  </a:lnTo>
                  <a:lnTo>
                    <a:pt x="0" y="21600"/>
                  </a:lnTo>
                  <a:lnTo>
                    <a:pt x="8862" y="0"/>
                  </a:lnTo>
                  <a:close/>
                </a:path>
              </a:pathLst>
            </a:custGeom>
            <a:solidFill>
              <a:srgbClr val="C1E5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5" name="Shape 3535"/>
            <p:cNvSpPr/>
            <p:nvPr/>
          </p:nvSpPr>
          <p:spPr>
            <a:xfrm>
              <a:off x="3238903" y="6332327"/>
              <a:ext cx="249394" cy="468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231" y="21600"/>
                  </a:lnTo>
                  <a:lnTo>
                    <a:pt x="0" y="4718"/>
                  </a:lnTo>
                  <a:lnTo>
                    <a:pt x="21600" y="0"/>
                  </a:lnTo>
                  <a:close/>
                </a:path>
              </a:pathLst>
            </a:custGeom>
            <a:solidFill>
              <a:srgbClr val="4B83B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6" name="Shape 3536"/>
            <p:cNvSpPr/>
            <p:nvPr/>
          </p:nvSpPr>
          <p:spPr>
            <a:xfrm>
              <a:off x="2842433" y="87926"/>
              <a:ext cx="615489" cy="441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77" y="1487"/>
                  </a:moveTo>
                  <a:lnTo>
                    <a:pt x="21600" y="21600"/>
                  </a:lnTo>
                  <a:lnTo>
                    <a:pt x="0" y="0"/>
                  </a:lnTo>
                  <a:lnTo>
                    <a:pt x="11277" y="1487"/>
                  </a:lnTo>
                  <a:close/>
                </a:path>
              </a:pathLst>
            </a:custGeom>
            <a:solidFill>
              <a:srgbClr val="C1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7" name="Shape 3537"/>
            <p:cNvSpPr/>
            <p:nvPr/>
          </p:nvSpPr>
          <p:spPr>
            <a:xfrm>
              <a:off x="2842433" y="87926"/>
              <a:ext cx="615489" cy="5435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534"/>
                  </a:moveTo>
                  <a:lnTo>
                    <a:pt x="12848" y="21600"/>
                  </a:lnTo>
                  <a:lnTo>
                    <a:pt x="0" y="0"/>
                  </a:lnTo>
                  <a:lnTo>
                    <a:pt x="21600" y="17534"/>
                  </a:lnTo>
                  <a:close/>
                </a:path>
              </a:pathLst>
            </a:custGeom>
            <a:solidFill>
              <a:srgbClr val="CC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8" name="Shape 3538"/>
            <p:cNvSpPr/>
            <p:nvPr/>
          </p:nvSpPr>
          <p:spPr>
            <a:xfrm>
              <a:off x="3019885" y="3708910"/>
              <a:ext cx="366096" cy="1410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527"/>
                  </a:lnTo>
                  <a:lnTo>
                    <a:pt x="21223" y="21600"/>
                  </a:lnTo>
                  <a:lnTo>
                    <a:pt x="8489" y="15918"/>
                  </a:lnTo>
                  <a:lnTo>
                    <a:pt x="0" y="0"/>
                  </a:lnTo>
                  <a:close/>
                </a:path>
              </a:pathLst>
            </a:custGeom>
            <a:solidFill>
              <a:srgbClr val="D8EF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39" name="Shape 3539"/>
            <p:cNvSpPr/>
            <p:nvPr/>
          </p:nvSpPr>
          <p:spPr>
            <a:xfrm>
              <a:off x="3163765" y="4748046"/>
              <a:ext cx="222217" cy="631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78" y="12687"/>
                  </a:moveTo>
                  <a:lnTo>
                    <a:pt x="21600" y="13069"/>
                  </a:lnTo>
                  <a:lnTo>
                    <a:pt x="0" y="21600"/>
                  </a:lnTo>
                  <a:lnTo>
                    <a:pt x="0" y="0"/>
                  </a:lnTo>
                  <a:lnTo>
                    <a:pt x="20978" y="12687"/>
                  </a:lnTo>
                  <a:close/>
                </a:path>
              </a:pathLst>
            </a:custGeom>
            <a:solidFill>
              <a:srgbClr val="CFE9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0" name="Shape 3540"/>
            <p:cNvSpPr/>
            <p:nvPr/>
          </p:nvSpPr>
          <p:spPr>
            <a:xfrm>
              <a:off x="2928760" y="5379520"/>
              <a:ext cx="412459" cy="642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07" y="0"/>
                  </a:moveTo>
                  <a:lnTo>
                    <a:pt x="21600" y="18645"/>
                  </a:lnTo>
                  <a:lnTo>
                    <a:pt x="0" y="21600"/>
                  </a:lnTo>
                  <a:lnTo>
                    <a:pt x="12307" y="0"/>
                  </a:lnTo>
                  <a:close/>
                </a:path>
              </a:pathLst>
            </a:custGeom>
            <a:solidFill>
              <a:srgbClr val="80AFD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1" name="Shape 3541"/>
            <p:cNvSpPr/>
            <p:nvPr/>
          </p:nvSpPr>
          <p:spPr>
            <a:xfrm>
              <a:off x="2928760" y="5934258"/>
              <a:ext cx="412459" cy="5003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242" y="21600"/>
                  </a:lnTo>
                  <a:lnTo>
                    <a:pt x="0" y="3796"/>
                  </a:lnTo>
                  <a:lnTo>
                    <a:pt x="21600" y="0"/>
                  </a:lnTo>
                  <a:close/>
                </a:path>
              </a:pathLst>
            </a:custGeom>
            <a:solidFill>
              <a:srgbClr val="82BAD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2" name="Shape 3542"/>
            <p:cNvSpPr/>
            <p:nvPr/>
          </p:nvSpPr>
          <p:spPr>
            <a:xfrm>
              <a:off x="2975123" y="6434642"/>
              <a:ext cx="335721" cy="9815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0"/>
                  </a:moveTo>
                  <a:lnTo>
                    <a:pt x="21600" y="8056"/>
                  </a:lnTo>
                  <a:lnTo>
                    <a:pt x="0" y="21600"/>
                  </a:lnTo>
                  <a:lnTo>
                    <a:pt x="16971" y="0"/>
                  </a:lnTo>
                  <a:close/>
                </a:path>
              </a:pathLst>
            </a:custGeom>
            <a:solidFill>
              <a:srgbClr val="4B83B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3" name="Shape 3543"/>
            <p:cNvSpPr/>
            <p:nvPr/>
          </p:nvSpPr>
          <p:spPr>
            <a:xfrm>
              <a:off x="2975123" y="6800737"/>
              <a:ext cx="335721" cy="6154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8000" y="18009"/>
                  </a:lnTo>
                  <a:lnTo>
                    <a:pt x="0" y="21600"/>
                  </a:lnTo>
                  <a:lnTo>
                    <a:pt x="21600" y="0"/>
                  </a:lnTo>
                  <a:close/>
                </a:path>
              </a:pathLst>
            </a:custGeom>
            <a:solidFill>
              <a:srgbClr val="95C1E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4" name="Shape 3544"/>
            <p:cNvSpPr/>
            <p:nvPr/>
          </p:nvSpPr>
          <p:spPr>
            <a:xfrm>
              <a:off x="2709743" y="1803297"/>
              <a:ext cx="559535" cy="6170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67" y="0"/>
                  </a:moveTo>
                  <a:lnTo>
                    <a:pt x="21600" y="21600"/>
                  </a:lnTo>
                  <a:lnTo>
                    <a:pt x="0" y="8226"/>
                  </a:lnTo>
                  <a:lnTo>
                    <a:pt x="15367" y="0"/>
                  </a:lnTo>
                  <a:close/>
                </a:path>
              </a:pathLst>
            </a:custGeom>
            <a:solidFill>
              <a:srgbClr val="D1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5" name="Shape 3545"/>
            <p:cNvSpPr/>
            <p:nvPr/>
          </p:nvSpPr>
          <p:spPr>
            <a:xfrm>
              <a:off x="2637803" y="2196570"/>
              <a:ext cx="631475" cy="223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1039" y="21600"/>
                  </a:lnTo>
                  <a:lnTo>
                    <a:pt x="0" y="0"/>
                  </a:lnTo>
                  <a:lnTo>
                    <a:pt x="21600" y="21600"/>
                  </a:lnTo>
                  <a:close/>
                </a:path>
              </a:pathLst>
            </a:custGeom>
            <a:solidFill>
              <a:srgbClr val="AE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6" name="Shape 3546"/>
            <p:cNvSpPr/>
            <p:nvPr/>
          </p:nvSpPr>
          <p:spPr>
            <a:xfrm>
              <a:off x="2637803" y="2038302"/>
              <a:ext cx="631475" cy="382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8947"/>
                  </a:lnTo>
                  <a:lnTo>
                    <a:pt x="2461" y="0"/>
                  </a:lnTo>
                  <a:lnTo>
                    <a:pt x="21600" y="21600"/>
                  </a:lnTo>
                  <a:close/>
                </a:path>
              </a:pathLst>
            </a:custGeom>
            <a:solidFill>
              <a:srgbClr val="BA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7" name="Shape 3547"/>
            <p:cNvSpPr/>
            <p:nvPr/>
          </p:nvSpPr>
          <p:spPr>
            <a:xfrm>
              <a:off x="2959137" y="8236340"/>
              <a:ext cx="295754" cy="3373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163" y="21600"/>
                  </a:lnTo>
                  <a:lnTo>
                    <a:pt x="0" y="4607"/>
                  </a:lnTo>
                  <a:lnTo>
                    <a:pt x="21600" y="0"/>
                  </a:lnTo>
                  <a:close/>
                </a:path>
              </a:pathLst>
            </a:custGeom>
            <a:solidFill>
              <a:srgbClr val="2E4F7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8" name="Shape 3548"/>
            <p:cNvSpPr/>
            <p:nvPr/>
          </p:nvSpPr>
          <p:spPr>
            <a:xfrm>
              <a:off x="2887196" y="7900622"/>
              <a:ext cx="367695"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788"/>
                  </a:moveTo>
                  <a:lnTo>
                    <a:pt x="4226" y="21600"/>
                  </a:lnTo>
                  <a:lnTo>
                    <a:pt x="0" y="0"/>
                  </a:lnTo>
                  <a:lnTo>
                    <a:pt x="21600" y="17788"/>
                  </a:lnTo>
                  <a:close/>
                </a:path>
              </a:pathLst>
            </a:custGeom>
            <a:solidFill>
              <a:srgbClr val="4A81A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49" name="Shape 3549"/>
            <p:cNvSpPr/>
            <p:nvPr/>
          </p:nvSpPr>
          <p:spPr>
            <a:xfrm>
              <a:off x="2800867" y="6022184"/>
              <a:ext cx="438036" cy="4124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07" y="0"/>
                  </a:moveTo>
                  <a:lnTo>
                    <a:pt x="21600" y="21600"/>
                  </a:lnTo>
                  <a:lnTo>
                    <a:pt x="0" y="10884"/>
                  </a:lnTo>
                  <a:lnTo>
                    <a:pt x="6307" y="0"/>
                  </a:lnTo>
                  <a:close/>
                </a:path>
              </a:pathLst>
            </a:custGeom>
            <a:solidFill>
              <a:srgbClr val="3F6EA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0" name="Shape 3550"/>
            <p:cNvSpPr/>
            <p:nvPr/>
          </p:nvSpPr>
          <p:spPr>
            <a:xfrm>
              <a:off x="2858419" y="6434642"/>
              <a:ext cx="380485" cy="9815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625" y="21600"/>
                  </a:lnTo>
                  <a:lnTo>
                    <a:pt x="0" y="14775"/>
                  </a:lnTo>
                  <a:lnTo>
                    <a:pt x="21600" y="0"/>
                  </a:lnTo>
                  <a:close/>
                </a:path>
              </a:pathLst>
            </a:custGeom>
            <a:solidFill>
              <a:srgbClr val="5697B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1" name="Shape 3551"/>
            <p:cNvSpPr/>
            <p:nvPr/>
          </p:nvSpPr>
          <p:spPr>
            <a:xfrm>
              <a:off x="2858419" y="6434642"/>
              <a:ext cx="380485" cy="6714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3993" y="926"/>
                  </a:lnTo>
                  <a:lnTo>
                    <a:pt x="21600" y="0"/>
                  </a:lnTo>
                  <a:close/>
                </a:path>
              </a:pathLst>
            </a:custGeom>
            <a:solidFill>
              <a:srgbClr val="6EACE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2" name="Shape 3552"/>
            <p:cNvSpPr/>
            <p:nvPr/>
          </p:nvSpPr>
          <p:spPr>
            <a:xfrm>
              <a:off x="2800867" y="6230012"/>
              <a:ext cx="438036" cy="233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937"/>
                  </a:moveTo>
                  <a:lnTo>
                    <a:pt x="6307" y="21600"/>
                  </a:lnTo>
                  <a:lnTo>
                    <a:pt x="0" y="0"/>
                  </a:lnTo>
                  <a:lnTo>
                    <a:pt x="21600" y="18937"/>
                  </a:lnTo>
                  <a:close/>
                </a:path>
              </a:pathLst>
            </a:custGeom>
            <a:solidFill>
              <a:srgbClr val="4B84C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3" name="Shape 3553"/>
            <p:cNvSpPr/>
            <p:nvPr/>
          </p:nvSpPr>
          <p:spPr>
            <a:xfrm>
              <a:off x="2903182" y="631474"/>
              <a:ext cx="305347"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19417"/>
                  </a:lnTo>
                  <a:lnTo>
                    <a:pt x="21600" y="0"/>
                  </a:lnTo>
                  <a:close/>
                </a:path>
              </a:pathLst>
            </a:custGeom>
            <a:solidFill>
              <a:srgbClr val="B6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4" name="Shape 3554"/>
            <p:cNvSpPr/>
            <p:nvPr/>
          </p:nvSpPr>
          <p:spPr>
            <a:xfrm>
              <a:off x="2476338" y="87926"/>
              <a:ext cx="732191" cy="5435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21600" y="21600"/>
                  </a:lnTo>
                  <a:lnTo>
                    <a:pt x="0" y="5845"/>
                  </a:lnTo>
                  <a:lnTo>
                    <a:pt x="10800" y="0"/>
                  </a:lnTo>
                  <a:close/>
                </a:path>
              </a:pathLst>
            </a:custGeom>
            <a:solidFill>
              <a:srgbClr val="A5DF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5" name="Shape 3555"/>
            <p:cNvSpPr/>
            <p:nvPr/>
          </p:nvSpPr>
          <p:spPr>
            <a:xfrm>
              <a:off x="2434772" y="631474"/>
              <a:ext cx="773757" cy="54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076" y="21600"/>
                  </a:lnTo>
                  <a:lnTo>
                    <a:pt x="0" y="5751"/>
                  </a:lnTo>
                  <a:lnTo>
                    <a:pt x="21600" y="0"/>
                  </a:lnTo>
                  <a:close/>
                </a:path>
              </a:pathLst>
            </a:custGeom>
            <a:solidFill>
              <a:srgbClr val="C3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6" name="Shape 3556"/>
            <p:cNvSpPr/>
            <p:nvPr/>
          </p:nvSpPr>
          <p:spPr>
            <a:xfrm>
              <a:off x="2434772" y="235004"/>
              <a:ext cx="773757" cy="54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849"/>
                  </a:moveTo>
                  <a:lnTo>
                    <a:pt x="0" y="21600"/>
                  </a:lnTo>
                  <a:lnTo>
                    <a:pt x="1160" y="0"/>
                  </a:lnTo>
                  <a:lnTo>
                    <a:pt x="21600" y="15849"/>
                  </a:lnTo>
                  <a:close/>
                </a:path>
              </a:pathLst>
            </a:custGeom>
            <a:solidFill>
              <a:srgbClr val="8ED2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7" name="Shape 3557"/>
            <p:cNvSpPr/>
            <p:nvPr/>
          </p:nvSpPr>
          <p:spPr>
            <a:xfrm>
              <a:off x="2903182" y="1171823"/>
              <a:ext cx="305347" cy="2046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413"/>
                  </a:moveTo>
                  <a:lnTo>
                    <a:pt x="6107" y="21600"/>
                  </a:lnTo>
                  <a:lnTo>
                    <a:pt x="0" y="0"/>
                  </a:lnTo>
                  <a:lnTo>
                    <a:pt x="21600" y="6413"/>
                  </a:lnTo>
                  <a:close/>
                </a:path>
              </a:pathLst>
            </a:custGeom>
            <a:solidFill>
              <a:srgbClr val="EAF4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8" name="Shape 3558"/>
            <p:cNvSpPr/>
            <p:nvPr/>
          </p:nvSpPr>
          <p:spPr>
            <a:xfrm>
              <a:off x="2858419" y="4748046"/>
              <a:ext cx="305347" cy="631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12523"/>
                  </a:lnTo>
                  <a:lnTo>
                    <a:pt x="21600" y="0"/>
                  </a:lnTo>
                  <a:close/>
                </a:path>
              </a:pathLst>
            </a:custGeom>
            <a:solidFill>
              <a:srgbClr val="BBDA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59" name="Shape 3559"/>
            <p:cNvSpPr/>
            <p:nvPr/>
          </p:nvSpPr>
          <p:spPr>
            <a:xfrm>
              <a:off x="2551475" y="3708910"/>
              <a:ext cx="612291" cy="10391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24" y="0"/>
                  </a:moveTo>
                  <a:lnTo>
                    <a:pt x="21600" y="21600"/>
                  </a:lnTo>
                  <a:lnTo>
                    <a:pt x="0" y="6978"/>
                  </a:lnTo>
                  <a:lnTo>
                    <a:pt x="16524" y="0"/>
                  </a:lnTo>
                  <a:close/>
                </a:path>
              </a:pathLst>
            </a:custGeom>
            <a:solidFill>
              <a:srgbClr val="B5D9E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0" name="Shape 3560"/>
            <p:cNvSpPr/>
            <p:nvPr/>
          </p:nvSpPr>
          <p:spPr>
            <a:xfrm>
              <a:off x="2551475" y="4044631"/>
              <a:ext cx="612291" cy="10695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4206"/>
                  </a:lnTo>
                  <a:lnTo>
                    <a:pt x="10828" y="21600"/>
                  </a:lnTo>
                  <a:lnTo>
                    <a:pt x="0" y="0"/>
                  </a:lnTo>
                  <a:close/>
                </a:path>
              </a:pathLst>
            </a:custGeom>
            <a:solidFill>
              <a:srgbClr val="C5E4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1" name="Shape 3561"/>
            <p:cNvSpPr/>
            <p:nvPr/>
          </p:nvSpPr>
          <p:spPr>
            <a:xfrm>
              <a:off x="2770492" y="5379520"/>
              <a:ext cx="393274" cy="642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8693" y="21600"/>
                  </a:lnTo>
                  <a:lnTo>
                    <a:pt x="0" y="9242"/>
                  </a:lnTo>
                  <a:lnTo>
                    <a:pt x="21600" y="0"/>
                  </a:lnTo>
                  <a:close/>
                </a:path>
              </a:pathLst>
            </a:custGeom>
            <a:solidFill>
              <a:srgbClr val="AACEE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2" name="Shape 3562"/>
            <p:cNvSpPr/>
            <p:nvPr/>
          </p:nvSpPr>
          <p:spPr>
            <a:xfrm>
              <a:off x="2668177" y="5379520"/>
              <a:ext cx="495589" cy="274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4459" y="21600"/>
                  </a:lnTo>
                  <a:lnTo>
                    <a:pt x="0" y="8037"/>
                  </a:lnTo>
                  <a:lnTo>
                    <a:pt x="21600" y="0"/>
                  </a:lnTo>
                  <a:close/>
                </a:path>
              </a:pathLst>
            </a:custGeom>
            <a:solidFill>
              <a:srgbClr val="A3CFE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3" name="Shape 3563"/>
            <p:cNvSpPr/>
            <p:nvPr/>
          </p:nvSpPr>
          <p:spPr>
            <a:xfrm>
              <a:off x="2668177" y="5114141"/>
              <a:ext cx="495589" cy="3676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590"/>
                  </a:moveTo>
                  <a:lnTo>
                    <a:pt x="0" y="21600"/>
                  </a:lnTo>
                  <a:lnTo>
                    <a:pt x="8292" y="0"/>
                  </a:lnTo>
                  <a:lnTo>
                    <a:pt x="21600" y="15590"/>
                  </a:lnTo>
                  <a:close/>
                </a:path>
              </a:pathLst>
            </a:custGeom>
            <a:solidFill>
              <a:srgbClr val="A6D0F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4" name="Shape 3564"/>
            <p:cNvSpPr/>
            <p:nvPr/>
          </p:nvSpPr>
          <p:spPr>
            <a:xfrm>
              <a:off x="2709743" y="1376453"/>
              <a:ext cx="398070" cy="661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181" y="0"/>
                  </a:moveTo>
                  <a:lnTo>
                    <a:pt x="21600" y="13930"/>
                  </a:lnTo>
                  <a:lnTo>
                    <a:pt x="0" y="21600"/>
                  </a:lnTo>
                  <a:lnTo>
                    <a:pt x="15181" y="0"/>
                  </a:lnTo>
                  <a:close/>
                </a:path>
              </a:pathLst>
            </a:custGeom>
            <a:solidFill>
              <a:srgbClr val="88C8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5" name="Shape 3565"/>
            <p:cNvSpPr/>
            <p:nvPr/>
          </p:nvSpPr>
          <p:spPr>
            <a:xfrm>
              <a:off x="2155006" y="3063049"/>
              <a:ext cx="864880" cy="6458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24" y="2887"/>
                  </a:moveTo>
                  <a:lnTo>
                    <a:pt x="21600" y="21600"/>
                  </a:lnTo>
                  <a:lnTo>
                    <a:pt x="0" y="0"/>
                  </a:lnTo>
                  <a:lnTo>
                    <a:pt x="19324" y="2887"/>
                  </a:lnTo>
                  <a:close/>
                </a:path>
              </a:pathLst>
            </a:custGeom>
            <a:solidFill>
              <a:srgbClr val="D7E7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6" name="Shape 3566"/>
            <p:cNvSpPr/>
            <p:nvPr/>
          </p:nvSpPr>
          <p:spPr>
            <a:xfrm>
              <a:off x="2155006" y="3063049"/>
              <a:ext cx="864880" cy="9815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212"/>
                  </a:moveTo>
                  <a:lnTo>
                    <a:pt x="9902" y="21600"/>
                  </a:lnTo>
                  <a:lnTo>
                    <a:pt x="0" y="0"/>
                  </a:lnTo>
                  <a:lnTo>
                    <a:pt x="21600" y="14212"/>
                  </a:lnTo>
                  <a:close/>
                </a:path>
              </a:pathLst>
            </a:custGeom>
            <a:solidFill>
              <a:srgbClr val="CBE2F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7" name="Shape 3567"/>
            <p:cNvSpPr/>
            <p:nvPr/>
          </p:nvSpPr>
          <p:spPr>
            <a:xfrm>
              <a:off x="2490726" y="1171823"/>
              <a:ext cx="498786" cy="68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62" y="0"/>
                  </a:moveTo>
                  <a:lnTo>
                    <a:pt x="21600" y="6415"/>
                  </a:lnTo>
                  <a:lnTo>
                    <a:pt x="0" y="21600"/>
                  </a:lnTo>
                  <a:lnTo>
                    <a:pt x="17862" y="0"/>
                  </a:lnTo>
                  <a:close/>
                </a:path>
              </a:pathLst>
            </a:custGeom>
            <a:solidFill>
              <a:srgbClr val="DA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8" name="Shape 3568"/>
            <p:cNvSpPr/>
            <p:nvPr/>
          </p:nvSpPr>
          <p:spPr>
            <a:xfrm>
              <a:off x="2490726" y="1376453"/>
              <a:ext cx="498786" cy="661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485" y="21600"/>
                  </a:lnTo>
                  <a:lnTo>
                    <a:pt x="0" y="15809"/>
                  </a:lnTo>
                  <a:lnTo>
                    <a:pt x="21600" y="0"/>
                  </a:lnTo>
                  <a:close/>
                </a:path>
              </a:pathLst>
            </a:custGeom>
            <a:solidFill>
              <a:srgbClr val="A1D7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69" name="Shape 3569"/>
            <p:cNvSpPr/>
            <p:nvPr/>
          </p:nvSpPr>
          <p:spPr>
            <a:xfrm>
              <a:off x="2565864" y="7106083"/>
              <a:ext cx="409259" cy="310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441" y="0"/>
                  </a:moveTo>
                  <a:lnTo>
                    <a:pt x="21600" y="21600"/>
                  </a:lnTo>
                  <a:lnTo>
                    <a:pt x="0" y="2115"/>
                  </a:lnTo>
                  <a:lnTo>
                    <a:pt x="15441" y="0"/>
                  </a:lnTo>
                  <a:close/>
                </a:path>
              </a:pathLst>
            </a:custGeom>
            <a:solidFill>
              <a:srgbClr val="4C84B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0" name="Shape 3570"/>
            <p:cNvSpPr/>
            <p:nvPr/>
          </p:nvSpPr>
          <p:spPr>
            <a:xfrm>
              <a:off x="2490726" y="7136457"/>
              <a:ext cx="484397" cy="48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475"/>
                  </a:moveTo>
                  <a:lnTo>
                    <a:pt x="0" y="21600"/>
                  </a:lnTo>
                  <a:lnTo>
                    <a:pt x="3350" y="0"/>
                  </a:lnTo>
                  <a:lnTo>
                    <a:pt x="21600" y="12475"/>
                  </a:lnTo>
                  <a:close/>
                </a:path>
              </a:pathLst>
            </a:custGeom>
            <a:solidFill>
              <a:srgbClr val="4275A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1" name="Shape 3571"/>
            <p:cNvSpPr/>
            <p:nvPr/>
          </p:nvSpPr>
          <p:spPr>
            <a:xfrm>
              <a:off x="2623416" y="7900622"/>
              <a:ext cx="335722"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0"/>
                  </a:moveTo>
                  <a:lnTo>
                    <a:pt x="21600" y="21600"/>
                  </a:lnTo>
                  <a:lnTo>
                    <a:pt x="0" y="21600"/>
                  </a:lnTo>
                  <a:lnTo>
                    <a:pt x="16971" y="0"/>
                  </a:lnTo>
                  <a:close/>
                </a:path>
              </a:pathLst>
            </a:custGeom>
            <a:solidFill>
              <a:srgbClr val="6296C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2" name="Shape 3572"/>
            <p:cNvSpPr/>
            <p:nvPr/>
          </p:nvSpPr>
          <p:spPr>
            <a:xfrm>
              <a:off x="2155006" y="2492324"/>
              <a:ext cx="773757" cy="657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40" y="0"/>
                  </a:moveTo>
                  <a:lnTo>
                    <a:pt x="21600" y="21600"/>
                  </a:lnTo>
                  <a:lnTo>
                    <a:pt x="0" y="18762"/>
                  </a:lnTo>
                  <a:lnTo>
                    <a:pt x="20440" y="0"/>
                  </a:lnTo>
                  <a:close/>
                </a:path>
              </a:pathLst>
            </a:custGeom>
            <a:solidFill>
              <a:srgbClr val="E0F0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3" name="Shape 3573"/>
            <p:cNvSpPr/>
            <p:nvPr/>
          </p:nvSpPr>
          <p:spPr>
            <a:xfrm>
              <a:off x="2770492" y="5654492"/>
              <a:ext cx="158269" cy="5755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3800"/>
                  </a:lnTo>
                  <a:lnTo>
                    <a:pt x="4145" y="21600"/>
                  </a:lnTo>
                  <a:lnTo>
                    <a:pt x="0" y="0"/>
                  </a:lnTo>
                  <a:close/>
                </a:path>
              </a:pathLst>
            </a:custGeom>
            <a:solidFill>
              <a:srgbClr val="36609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4" name="Shape 3574"/>
            <p:cNvSpPr/>
            <p:nvPr/>
          </p:nvSpPr>
          <p:spPr>
            <a:xfrm>
              <a:off x="2637803" y="6230012"/>
              <a:ext cx="290958" cy="233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05" y="0"/>
                  </a:moveTo>
                  <a:lnTo>
                    <a:pt x="21600" y="21600"/>
                  </a:lnTo>
                  <a:lnTo>
                    <a:pt x="0" y="21600"/>
                  </a:lnTo>
                  <a:lnTo>
                    <a:pt x="12105" y="0"/>
                  </a:lnTo>
                  <a:close/>
                </a:path>
              </a:pathLst>
            </a:custGeom>
            <a:solidFill>
              <a:srgbClr val="5798C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5" name="Shape 3575"/>
            <p:cNvSpPr/>
            <p:nvPr/>
          </p:nvSpPr>
          <p:spPr>
            <a:xfrm>
              <a:off x="2551475" y="6463417"/>
              <a:ext cx="377288" cy="642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573" y="21600"/>
                  </a:lnTo>
                  <a:lnTo>
                    <a:pt x="0" y="8812"/>
                  </a:lnTo>
                  <a:lnTo>
                    <a:pt x="21600" y="0"/>
                  </a:lnTo>
                  <a:close/>
                </a:path>
              </a:pathLst>
            </a:custGeom>
            <a:solidFill>
              <a:srgbClr val="80BA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6" name="Shape 3576"/>
            <p:cNvSpPr/>
            <p:nvPr/>
          </p:nvSpPr>
          <p:spPr>
            <a:xfrm>
              <a:off x="2551475" y="6463417"/>
              <a:ext cx="377288" cy="2621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4942" y="0"/>
                  </a:lnTo>
                  <a:lnTo>
                    <a:pt x="21600" y="0"/>
                  </a:lnTo>
                  <a:close/>
                </a:path>
              </a:pathLst>
            </a:custGeom>
            <a:solidFill>
              <a:srgbClr val="6EACE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7" name="Shape 3577"/>
            <p:cNvSpPr/>
            <p:nvPr/>
          </p:nvSpPr>
          <p:spPr>
            <a:xfrm>
              <a:off x="2418786" y="1171823"/>
              <a:ext cx="484397" cy="68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3208" y="21600"/>
                  </a:lnTo>
                  <a:lnTo>
                    <a:pt x="0" y="7818"/>
                  </a:lnTo>
                  <a:lnTo>
                    <a:pt x="21600" y="0"/>
                  </a:lnTo>
                  <a:close/>
                </a:path>
              </a:pathLst>
            </a:custGeom>
            <a:solidFill>
              <a:srgbClr val="C3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8" name="Shape 3578"/>
            <p:cNvSpPr/>
            <p:nvPr/>
          </p:nvSpPr>
          <p:spPr>
            <a:xfrm>
              <a:off x="2404397" y="1171823"/>
              <a:ext cx="498786" cy="2493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23" y="21600"/>
                  </a:lnTo>
                  <a:lnTo>
                    <a:pt x="0" y="4015"/>
                  </a:lnTo>
                  <a:lnTo>
                    <a:pt x="21600" y="0"/>
                  </a:lnTo>
                  <a:close/>
                </a:path>
              </a:pathLst>
            </a:custGeom>
            <a:solidFill>
              <a:srgbClr val="B2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79" name="Shape 3579"/>
            <p:cNvSpPr/>
            <p:nvPr/>
          </p:nvSpPr>
          <p:spPr>
            <a:xfrm>
              <a:off x="2404397" y="775353"/>
              <a:ext cx="498786" cy="44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39"/>
                  </a:moveTo>
                  <a:lnTo>
                    <a:pt x="0" y="21600"/>
                  </a:lnTo>
                  <a:lnTo>
                    <a:pt x="1315" y="0"/>
                  </a:lnTo>
                  <a:lnTo>
                    <a:pt x="21600" y="19339"/>
                  </a:lnTo>
                  <a:close/>
                </a:path>
              </a:pathLst>
            </a:custGeom>
            <a:solidFill>
              <a:srgbClr val="A1D7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0" name="Shape 3580"/>
            <p:cNvSpPr/>
            <p:nvPr/>
          </p:nvSpPr>
          <p:spPr>
            <a:xfrm>
              <a:off x="2418786" y="7900622"/>
              <a:ext cx="468411"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436" y="21600"/>
                  </a:lnTo>
                  <a:lnTo>
                    <a:pt x="0" y="6776"/>
                  </a:lnTo>
                  <a:lnTo>
                    <a:pt x="21600" y="0"/>
                  </a:lnTo>
                  <a:close/>
                </a:path>
              </a:pathLst>
            </a:custGeom>
            <a:solidFill>
              <a:srgbClr val="5C99C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1" name="Shape 3581"/>
            <p:cNvSpPr/>
            <p:nvPr/>
          </p:nvSpPr>
          <p:spPr>
            <a:xfrm>
              <a:off x="1966361" y="2492324"/>
              <a:ext cx="920834" cy="5707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4425" y="21600"/>
                  </a:lnTo>
                  <a:lnTo>
                    <a:pt x="0" y="545"/>
                  </a:lnTo>
                  <a:lnTo>
                    <a:pt x="21600" y="0"/>
                  </a:lnTo>
                  <a:close/>
                </a:path>
              </a:pathLst>
            </a:custGeom>
            <a:solidFill>
              <a:srgbClr val="B8E3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2" name="Shape 3582"/>
            <p:cNvSpPr/>
            <p:nvPr/>
          </p:nvSpPr>
          <p:spPr>
            <a:xfrm>
              <a:off x="2418786" y="7620854"/>
              <a:ext cx="468411"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824"/>
                  </a:moveTo>
                  <a:lnTo>
                    <a:pt x="0" y="21600"/>
                  </a:lnTo>
                  <a:lnTo>
                    <a:pt x="3317" y="0"/>
                  </a:lnTo>
                  <a:lnTo>
                    <a:pt x="21600" y="14824"/>
                  </a:lnTo>
                  <a:close/>
                </a:path>
              </a:pathLst>
            </a:custGeom>
            <a:solidFill>
              <a:srgbClr val="3D6C9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3" name="Shape 3583"/>
            <p:cNvSpPr/>
            <p:nvPr/>
          </p:nvSpPr>
          <p:spPr>
            <a:xfrm>
              <a:off x="1889626" y="4044631"/>
              <a:ext cx="968796" cy="10695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756" y="0"/>
                  </a:moveTo>
                  <a:lnTo>
                    <a:pt x="21600" y="21600"/>
                  </a:lnTo>
                  <a:lnTo>
                    <a:pt x="0" y="16273"/>
                  </a:lnTo>
                  <a:lnTo>
                    <a:pt x="14756" y="0"/>
                  </a:lnTo>
                  <a:close/>
                </a:path>
              </a:pathLst>
            </a:custGeom>
            <a:solidFill>
              <a:srgbClr val="BDD8E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4" name="Shape 3584"/>
            <p:cNvSpPr/>
            <p:nvPr/>
          </p:nvSpPr>
          <p:spPr>
            <a:xfrm>
              <a:off x="1920001" y="5114141"/>
              <a:ext cx="938421" cy="3676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221" y="21600"/>
                  </a:lnTo>
                  <a:lnTo>
                    <a:pt x="0" y="19816"/>
                  </a:lnTo>
                  <a:lnTo>
                    <a:pt x="21600" y="0"/>
                  </a:lnTo>
                  <a:close/>
                </a:path>
              </a:pathLst>
            </a:custGeom>
            <a:solidFill>
              <a:srgbClr val="DAEB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5" name="Shape 3585"/>
            <p:cNvSpPr/>
            <p:nvPr/>
          </p:nvSpPr>
          <p:spPr>
            <a:xfrm>
              <a:off x="2551475" y="6725600"/>
              <a:ext cx="306945" cy="4108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0003"/>
                  </a:lnTo>
                  <a:lnTo>
                    <a:pt x="1012" y="21600"/>
                  </a:lnTo>
                  <a:lnTo>
                    <a:pt x="0" y="0"/>
                  </a:lnTo>
                  <a:close/>
                </a:path>
              </a:pathLst>
            </a:custGeom>
            <a:solidFill>
              <a:srgbClr val="75AFE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6" name="Shape 3586"/>
            <p:cNvSpPr/>
            <p:nvPr/>
          </p:nvSpPr>
          <p:spPr>
            <a:xfrm>
              <a:off x="1889626" y="4850361"/>
              <a:ext cx="968796"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479"/>
                  </a:moveTo>
                  <a:lnTo>
                    <a:pt x="677" y="21600"/>
                  </a:lnTo>
                  <a:lnTo>
                    <a:pt x="0" y="0"/>
                  </a:lnTo>
                  <a:lnTo>
                    <a:pt x="21600" y="9479"/>
                  </a:lnTo>
                  <a:close/>
                </a:path>
              </a:pathLst>
            </a:custGeom>
            <a:solidFill>
              <a:srgbClr val="CBF0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7" name="Shape 3587"/>
            <p:cNvSpPr/>
            <p:nvPr/>
          </p:nvSpPr>
          <p:spPr>
            <a:xfrm>
              <a:off x="2476338" y="87926"/>
              <a:ext cx="366096" cy="1470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0" y="2113"/>
                  </a:lnTo>
                  <a:lnTo>
                    <a:pt x="21600" y="0"/>
                  </a:lnTo>
                  <a:close/>
                </a:path>
              </a:pathLst>
            </a:custGeom>
            <a:solidFill>
              <a:srgbClr val="BA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8" name="Shape 3588"/>
            <p:cNvSpPr/>
            <p:nvPr/>
          </p:nvSpPr>
          <p:spPr>
            <a:xfrm>
              <a:off x="2476338" y="-1"/>
              <a:ext cx="366096" cy="1023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63"/>
                  </a:moveTo>
                  <a:lnTo>
                    <a:pt x="0" y="21600"/>
                  </a:lnTo>
                  <a:lnTo>
                    <a:pt x="8678" y="0"/>
                  </a:lnTo>
                  <a:lnTo>
                    <a:pt x="21600" y="18563"/>
                  </a:lnTo>
                  <a:close/>
                </a:path>
              </a:pathLst>
            </a:custGeom>
            <a:solidFill>
              <a:srgbClr val="CC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89" name="Shape 3589"/>
            <p:cNvSpPr/>
            <p:nvPr/>
          </p:nvSpPr>
          <p:spPr>
            <a:xfrm>
              <a:off x="2358037" y="5598537"/>
              <a:ext cx="442832" cy="631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18" y="1914"/>
                  </a:moveTo>
                  <a:lnTo>
                    <a:pt x="21600" y="21600"/>
                  </a:lnTo>
                  <a:lnTo>
                    <a:pt x="0" y="0"/>
                  </a:lnTo>
                  <a:lnTo>
                    <a:pt x="20118" y="1914"/>
                  </a:lnTo>
                  <a:close/>
                </a:path>
              </a:pathLst>
            </a:custGeom>
            <a:solidFill>
              <a:srgbClr val="5A9E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0" name="Shape 3590"/>
            <p:cNvSpPr/>
            <p:nvPr/>
          </p:nvSpPr>
          <p:spPr>
            <a:xfrm>
              <a:off x="2358037" y="5598537"/>
              <a:ext cx="442832" cy="8648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5771"/>
                  </a:lnTo>
                  <a:lnTo>
                    <a:pt x="13646" y="21600"/>
                  </a:lnTo>
                  <a:lnTo>
                    <a:pt x="0" y="0"/>
                  </a:lnTo>
                  <a:close/>
                </a:path>
              </a:pathLst>
            </a:custGeom>
            <a:solidFill>
              <a:srgbClr val="6BAC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1" name="Shape 3591"/>
            <p:cNvSpPr/>
            <p:nvPr/>
          </p:nvSpPr>
          <p:spPr>
            <a:xfrm>
              <a:off x="2358037" y="5481835"/>
              <a:ext cx="412458" cy="172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42" y="0"/>
                  </a:moveTo>
                  <a:lnTo>
                    <a:pt x="21600" y="21600"/>
                  </a:lnTo>
                  <a:lnTo>
                    <a:pt x="0" y="14600"/>
                  </a:lnTo>
                  <a:lnTo>
                    <a:pt x="16242" y="0"/>
                  </a:lnTo>
                  <a:close/>
                </a:path>
              </a:pathLst>
            </a:custGeom>
            <a:solidFill>
              <a:srgbClr val="67A9D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2" name="Shape 3592"/>
            <p:cNvSpPr/>
            <p:nvPr/>
          </p:nvSpPr>
          <p:spPr>
            <a:xfrm>
              <a:off x="2490726" y="1860849"/>
              <a:ext cx="219018" cy="335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417"/>
                  </a:moveTo>
                  <a:lnTo>
                    <a:pt x="14505" y="21600"/>
                  </a:lnTo>
                  <a:lnTo>
                    <a:pt x="0" y="0"/>
                  </a:lnTo>
                  <a:lnTo>
                    <a:pt x="21600" y="11417"/>
                  </a:lnTo>
                  <a:close/>
                </a:path>
              </a:pathLst>
            </a:custGeom>
            <a:solidFill>
              <a:srgbClr val="9BC8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3" name="Shape 3593"/>
            <p:cNvSpPr/>
            <p:nvPr/>
          </p:nvSpPr>
          <p:spPr>
            <a:xfrm>
              <a:off x="1977553" y="2196570"/>
              <a:ext cx="690627" cy="2382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50" y="0"/>
                  </a:moveTo>
                  <a:lnTo>
                    <a:pt x="21600" y="20295"/>
                  </a:lnTo>
                  <a:lnTo>
                    <a:pt x="0" y="21600"/>
                  </a:lnTo>
                  <a:lnTo>
                    <a:pt x="20650" y="0"/>
                  </a:lnTo>
                  <a:close/>
                </a:path>
              </a:pathLst>
            </a:custGeom>
            <a:solidFill>
              <a:srgbClr val="C3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4" name="Shape 3594"/>
            <p:cNvSpPr/>
            <p:nvPr/>
          </p:nvSpPr>
          <p:spPr>
            <a:xfrm>
              <a:off x="1920001" y="5451461"/>
              <a:ext cx="748179" cy="1470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461"/>
                  </a:moveTo>
                  <a:lnTo>
                    <a:pt x="12646" y="21600"/>
                  </a:lnTo>
                  <a:lnTo>
                    <a:pt x="0" y="0"/>
                  </a:lnTo>
                  <a:lnTo>
                    <a:pt x="21600" y="4461"/>
                  </a:lnTo>
                  <a:close/>
                </a:path>
              </a:pathLst>
            </a:custGeom>
            <a:solidFill>
              <a:srgbClr val="CBEC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5" name="Shape 3595"/>
            <p:cNvSpPr/>
            <p:nvPr/>
          </p:nvSpPr>
          <p:spPr>
            <a:xfrm>
              <a:off x="2185380" y="1860849"/>
              <a:ext cx="452425" cy="335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78" y="0"/>
                  </a:moveTo>
                  <a:lnTo>
                    <a:pt x="21600" y="21600"/>
                  </a:lnTo>
                  <a:lnTo>
                    <a:pt x="0" y="10389"/>
                  </a:lnTo>
                  <a:lnTo>
                    <a:pt x="14578" y="0"/>
                  </a:lnTo>
                  <a:close/>
                </a:path>
              </a:pathLst>
            </a:custGeom>
            <a:solidFill>
              <a:srgbClr val="D7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6" name="Shape 3596"/>
            <p:cNvSpPr/>
            <p:nvPr/>
          </p:nvSpPr>
          <p:spPr>
            <a:xfrm>
              <a:off x="2358037" y="5598537"/>
              <a:ext cx="279768" cy="8648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4690" y="18685"/>
                  </a:lnTo>
                  <a:lnTo>
                    <a:pt x="0" y="0"/>
                  </a:lnTo>
                  <a:close/>
                </a:path>
              </a:pathLst>
            </a:custGeom>
            <a:solidFill>
              <a:srgbClr val="3863A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7" name="Shape 3597"/>
            <p:cNvSpPr/>
            <p:nvPr/>
          </p:nvSpPr>
          <p:spPr>
            <a:xfrm>
              <a:off x="2124631" y="6463417"/>
              <a:ext cx="513174" cy="2621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966" y="21600"/>
                  </a:lnTo>
                  <a:lnTo>
                    <a:pt x="0" y="18176"/>
                  </a:lnTo>
                  <a:lnTo>
                    <a:pt x="21600" y="0"/>
                  </a:lnTo>
                  <a:close/>
                </a:path>
              </a:pathLst>
            </a:custGeom>
            <a:solidFill>
              <a:srgbClr val="6AA4D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8" name="Shape 3598"/>
            <p:cNvSpPr/>
            <p:nvPr/>
          </p:nvSpPr>
          <p:spPr>
            <a:xfrm>
              <a:off x="1977553" y="2022316"/>
              <a:ext cx="660251" cy="4124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126"/>
                  </a:moveTo>
                  <a:lnTo>
                    <a:pt x="0" y="21600"/>
                  </a:lnTo>
                  <a:lnTo>
                    <a:pt x="6799" y="0"/>
                  </a:lnTo>
                  <a:lnTo>
                    <a:pt x="21600" y="9126"/>
                  </a:lnTo>
                  <a:close/>
                </a:path>
              </a:pathLst>
            </a:custGeom>
            <a:solidFill>
              <a:srgbClr val="D4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599" name="Shape 3599"/>
            <p:cNvSpPr/>
            <p:nvPr/>
          </p:nvSpPr>
          <p:spPr>
            <a:xfrm>
              <a:off x="2124631" y="6346715"/>
              <a:ext cx="513174" cy="3373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473"/>
                  </a:moveTo>
                  <a:lnTo>
                    <a:pt x="0" y="21600"/>
                  </a:lnTo>
                  <a:lnTo>
                    <a:pt x="12381" y="0"/>
                  </a:lnTo>
                  <a:lnTo>
                    <a:pt x="21600" y="7473"/>
                  </a:lnTo>
                  <a:close/>
                </a:path>
              </a:pathLst>
            </a:custGeom>
            <a:solidFill>
              <a:srgbClr val="69A9D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0" name="Shape 3600"/>
            <p:cNvSpPr/>
            <p:nvPr/>
          </p:nvSpPr>
          <p:spPr>
            <a:xfrm>
              <a:off x="2332457" y="6725600"/>
              <a:ext cx="233406" cy="4108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8" y="0"/>
                  </a:moveTo>
                  <a:lnTo>
                    <a:pt x="21600" y="21600"/>
                  </a:lnTo>
                  <a:lnTo>
                    <a:pt x="0" y="20003"/>
                  </a:lnTo>
                  <a:lnTo>
                    <a:pt x="20268" y="0"/>
                  </a:lnTo>
                  <a:close/>
                </a:path>
              </a:pathLst>
            </a:custGeom>
            <a:solidFill>
              <a:srgbClr val="72AEE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1" name="Shape 3601"/>
            <p:cNvSpPr/>
            <p:nvPr/>
          </p:nvSpPr>
          <p:spPr>
            <a:xfrm>
              <a:off x="2302082" y="7136457"/>
              <a:ext cx="263781" cy="48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447" y="21600"/>
                  </a:lnTo>
                  <a:lnTo>
                    <a:pt x="0" y="13687"/>
                  </a:lnTo>
                  <a:lnTo>
                    <a:pt x="21600" y="0"/>
                  </a:lnTo>
                  <a:close/>
                </a:path>
              </a:pathLst>
            </a:custGeom>
            <a:solidFill>
              <a:srgbClr val="3E6DA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2" name="Shape 3602"/>
            <p:cNvSpPr/>
            <p:nvPr/>
          </p:nvSpPr>
          <p:spPr>
            <a:xfrm>
              <a:off x="2302082" y="7106083"/>
              <a:ext cx="263781" cy="3373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45"/>
                  </a:moveTo>
                  <a:lnTo>
                    <a:pt x="0" y="21600"/>
                  </a:lnTo>
                  <a:lnTo>
                    <a:pt x="2487" y="0"/>
                  </a:lnTo>
                  <a:lnTo>
                    <a:pt x="21600" y="1945"/>
                  </a:lnTo>
                  <a:close/>
                </a:path>
              </a:pathLst>
            </a:custGeom>
            <a:solidFill>
              <a:srgbClr val="345B8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3" name="Shape 3603"/>
            <p:cNvSpPr/>
            <p:nvPr/>
          </p:nvSpPr>
          <p:spPr>
            <a:xfrm>
              <a:off x="1625845" y="3063049"/>
              <a:ext cx="925630" cy="9815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48" y="0"/>
                  </a:moveTo>
                  <a:lnTo>
                    <a:pt x="21600" y="21600"/>
                  </a:lnTo>
                  <a:lnTo>
                    <a:pt x="0" y="16780"/>
                  </a:lnTo>
                  <a:lnTo>
                    <a:pt x="12348" y="0"/>
                  </a:lnTo>
                  <a:close/>
                </a:path>
              </a:pathLst>
            </a:custGeom>
            <a:solidFill>
              <a:srgbClr val="DBE8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4" name="Shape 3604"/>
            <p:cNvSpPr/>
            <p:nvPr/>
          </p:nvSpPr>
          <p:spPr>
            <a:xfrm>
              <a:off x="1553906" y="4044631"/>
              <a:ext cx="997570" cy="8057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7269" y="21600"/>
                  </a:lnTo>
                  <a:lnTo>
                    <a:pt x="0" y="6300"/>
                  </a:lnTo>
                  <a:lnTo>
                    <a:pt x="21600" y="0"/>
                  </a:lnTo>
                  <a:close/>
                </a:path>
              </a:pathLst>
            </a:custGeom>
            <a:solidFill>
              <a:srgbClr val="D6E6F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5" name="Shape 3605"/>
            <p:cNvSpPr/>
            <p:nvPr/>
          </p:nvSpPr>
          <p:spPr>
            <a:xfrm>
              <a:off x="2124631" y="6684033"/>
              <a:ext cx="426845" cy="4220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27"/>
                  </a:moveTo>
                  <a:lnTo>
                    <a:pt x="10517" y="21600"/>
                  </a:lnTo>
                  <a:lnTo>
                    <a:pt x="0" y="0"/>
                  </a:lnTo>
                  <a:lnTo>
                    <a:pt x="21600" y="2127"/>
                  </a:lnTo>
                  <a:close/>
                </a:path>
              </a:pathLst>
            </a:custGeom>
            <a:solidFill>
              <a:srgbClr val="5C9FC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6" name="Shape 3606"/>
            <p:cNvSpPr/>
            <p:nvPr/>
          </p:nvSpPr>
          <p:spPr>
            <a:xfrm>
              <a:off x="1553906" y="3825614"/>
              <a:ext cx="997570" cy="4540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420"/>
                  </a:moveTo>
                  <a:lnTo>
                    <a:pt x="0" y="21600"/>
                  </a:lnTo>
                  <a:lnTo>
                    <a:pt x="1558" y="0"/>
                  </a:lnTo>
                  <a:lnTo>
                    <a:pt x="21600" y="10420"/>
                  </a:lnTo>
                  <a:close/>
                </a:path>
              </a:pathLst>
            </a:custGeom>
            <a:solidFill>
              <a:srgbClr val="A3D9F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7" name="Shape 3607"/>
            <p:cNvSpPr/>
            <p:nvPr/>
          </p:nvSpPr>
          <p:spPr>
            <a:xfrm>
              <a:off x="2185380" y="1421216"/>
              <a:ext cx="305347"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11" y="0"/>
                  </a:moveTo>
                  <a:lnTo>
                    <a:pt x="21600" y="15798"/>
                  </a:lnTo>
                  <a:lnTo>
                    <a:pt x="0" y="21600"/>
                  </a:lnTo>
                  <a:lnTo>
                    <a:pt x="16511" y="0"/>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8" name="Shape 3608"/>
            <p:cNvSpPr/>
            <p:nvPr/>
          </p:nvSpPr>
          <p:spPr>
            <a:xfrm>
              <a:off x="2271708" y="7620854"/>
              <a:ext cx="219018"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4505" y="21600"/>
                  </a:lnTo>
                  <a:lnTo>
                    <a:pt x="0" y="7031"/>
                  </a:lnTo>
                  <a:lnTo>
                    <a:pt x="21600" y="0"/>
                  </a:lnTo>
                  <a:close/>
                </a:path>
              </a:pathLst>
            </a:custGeom>
            <a:solidFill>
              <a:srgbClr val="2E416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09" name="Shape 3609"/>
            <p:cNvSpPr/>
            <p:nvPr/>
          </p:nvSpPr>
          <p:spPr>
            <a:xfrm>
              <a:off x="2271708" y="7443401"/>
              <a:ext cx="219018" cy="310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359"/>
                  </a:moveTo>
                  <a:lnTo>
                    <a:pt x="0" y="21600"/>
                  </a:lnTo>
                  <a:lnTo>
                    <a:pt x="2996" y="0"/>
                  </a:lnTo>
                  <a:lnTo>
                    <a:pt x="21600" y="12359"/>
                  </a:lnTo>
                  <a:close/>
                </a:path>
              </a:pathLst>
            </a:custGeom>
            <a:solidFill>
              <a:srgbClr val="548EB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0" name="Shape 3610"/>
            <p:cNvSpPr/>
            <p:nvPr/>
          </p:nvSpPr>
          <p:spPr>
            <a:xfrm>
              <a:off x="2022316" y="102314"/>
              <a:ext cx="454023" cy="2957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9691"/>
                  </a:lnTo>
                  <a:lnTo>
                    <a:pt x="0" y="21600"/>
                  </a:lnTo>
                  <a:lnTo>
                    <a:pt x="21600" y="0"/>
                  </a:lnTo>
                  <a:close/>
                </a:path>
              </a:pathLst>
            </a:custGeom>
            <a:solidFill>
              <a:srgbClr val="CC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1" name="Shape 3611"/>
            <p:cNvSpPr/>
            <p:nvPr/>
          </p:nvSpPr>
          <p:spPr>
            <a:xfrm>
              <a:off x="1977553" y="235004"/>
              <a:ext cx="498786" cy="703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9800" y="16593"/>
                  </a:lnTo>
                  <a:lnTo>
                    <a:pt x="0" y="21600"/>
                  </a:lnTo>
                  <a:lnTo>
                    <a:pt x="21600" y="0"/>
                  </a:lnTo>
                  <a:close/>
                </a:path>
              </a:pathLst>
            </a:custGeom>
            <a:solidFill>
              <a:srgbClr val="9DD7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2" name="Shape 3612"/>
            <p:cNvSpPr/>
            <p:nvPr/>
          </p:nvSpPr>
          <p:spPr>
            <a:xfrm>
              <a:off x="1977553" y="235004"/>
              <a:ext cx="498786" cy="703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1938" y="5007"/>
                  </a:lnTo>
                  <a:lnTo>
                    <a:pt x="21600" y="0"/>
                  </a:lnTo>
                  <a:close/>
                </a:path>
              </a:pathLst>
            </a:custGeom>
            <a:solidFill>
              <a:srgbClr val="A2E4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3" name="Shape 3613"/>
            <p:cNvSpPr/>
            <p:nvPr/>
          </p:nvSpPr>
          <p:spPr>
            <a:xfrm>
              <a:off x="2185380" y="775353"/>
              <a:ext cx="249394" cy="44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8969" y="21600"/>
                  </a:lnTo>
                  <a:lnTo>
                    <a:pt x="0" y="13646"/>
                  </a:lnTo>
                  <a:lnTo>
                    <a:pt x="21600" y="0"/>
                  </a:lnTo>
                  <a:close/>
                </a:path>
              </a:pathLst>
            </a:custGeom>
            <a:solidFill>
              <a:srgbClr val="8AD2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4" name="Shape 3614"/>
            <p:cNvSpPr/>
            <p:nvPr/>
          </p:nvSpPr>
          <p:spPr>
            <a:xfrm>
              <a:off x="1977553" y="775353"/>
              <a:ext cx="457220" cy="2797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818" y="21600"/>
                  </a:lnTo>
                  <a:lnTo>
                    <a:pt x="0" y="12590"/>
                  </a:lnTo>
                  <a:lnTo>
                    <a:pt x="21600" y="0"/>
                  </a:lnTo>
                  <a:close/>
                </a:path>
              </a:pathLst>
            </a:custGeom>
            <a:solidFill>
              <a:srgbClr val="92D2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5" name="Shape 3615"/>
            <p:cNvSpPr/>
            <p:nvPr/>
          </p:nvSpPr>
          <p:spPr>
            <a:xfrm>
              <a:off x="1991941" y="1218185"/>
              <a:ext cx="426846" cy="2030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72" y="0"/>
                  </a:moveTo>
                  <a:lnTo>
                    <a:pt x="21600" y="21600"/>
                  </a:lnTo>
                  <a:lnTo>
                    <a:pt x="0" y="16838"/>
                  </a:lnTo>
                  <a:lnTo>
                    <a:pt x="20872" y="0"/>
                  </a:lnTo>
                  <a:close/>
                </a:path>
              </a:pathLst>
            </a:custGeom>
            <a:solidFill>
              <a:srgbClr val="A1D7D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6" name="Shape 3616"/>
            <p:cNvSpPr/>
            <p:nvPr/>
          </p:nvSpPr>
          <p:spPr>
            <a:xfrm>
              <a:off x="1991941" y="1376453"/>
              <a:ext cx="426846" cy="6458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7"/>
                  </a:moveTo>
                  <a:lnTo>
                    <a:pt x="9789" y="21600"/>
                  </a:lnTo>
                  <a:lnTo>
                    <a:pt x="0" y="0"/>
                  </a:lnTo>
                  <a:lnTo>
                    <a:pt x="21600" y="1497"/>
                  </a:lnTo>
                  <a:close/>
                </a:path>
              </a:pathLst>
            </a:custGeom>
            <a:solidFill>
              <a:srgbClr val="D7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7" name="Shape 3617"/>
            <p:cNvSpPr/>
            <p:nvPr/>
          </p:nvSpPr>
          <p:spPr>
            <a:xfrm>
              <a:off x="2210959" y="5598537"/>
              <a:ext cx="207828" cy="8201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86" y="0"/>
                  </a:moveTo>
                  <a:lnTo>
                    <a:pt x="21600" y="19705"/>
                  </a:lnTo>
                  <a:lnTo>
                    <a:pt x="0" y="21600"/>
                  </a:lnTo>
                  <a:lnTo>
                    <a:pt x="15286" y="0"/>
                  </a:lnTo>
                  <a:close/>
                </a:path>
              </a:pathLst>
            </a:custGeom>
            <a:solidFill>
              <a:srgbClr val="3760A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8" name="Shape 3618"/>
            <p:cNvSpPr/>
            <p:nvPr/>
          </p:nvSpPr>
          <p:spPr>
            <a:xfrm>
              <a:off x="2124631" y="6346715"/>
              <a:ext cx="294156" cy="3373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6339" y="4607"/>
                  </a:lnTo>
                  <a:lnTo>
                    <a:pt x="21600" y="0"/>
                  </a:lnTo>
                  <a:close/>
                </a:path>
              </a:pathLst>
            </a:custGeom>
            <a:solidFill>
              <a:srgbClr val="37618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19" name="Shape 3619"/>
            <p:cNvSpPr/>
            <p:nvPr/>
          </p:nvSpPr>
          <p:spPr>
            <a:xfrm>
              <a:off x="1991941" y="1055121"/>
              <a:ext cx="412459" cy="3213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961"/>
                  </a:moveTo>
                  <a:lnTo>
                    <a:pt x="0" y="21600"/>
                  </a:lnTo>
                  <a:lnTo>
                    <a:pt x="10130" y="0"/>
                  </a:lnTo>
                  <a:lnTo>
                    <a:pt x="21600" y="10961"/>
                  </a:lnTo>
                  <a:close/>
                </a:path>
              </a:pathLst>
            </a:custGeom>
            <a:solidFill>
              <a:srgbClr val="96DAD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0" name="Shape 3620"/>
            <p:cNvSpPr/>
            <p:nvPr/>
          </p:nvSpPr>
          <p:spPr>
            <a:xfrm>
              <a:off x="1758534" y="5598537"/>
              <a:ext cx="599502" cy="8201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301" y="21600"/>
                  </a:lnTo>
                  <a:lnTo>
                    <a:pt x="0" y="20800"/>
                  </a:lnTo>
                  <a:lnTo>
                    <a:pt x="21600" y="0"/>
                  </a:lnTo>
                  <a:close/>
                </a:path>
              </a:pathLst>
            </a:custGeom>
            <a:solidFill>
              <a:srgbClr val="82BAD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1" name="Shape 3621"/>
            <p:cNvSpPr/>
            <p:nvPr/>
          </p:nvSpPr>
          <p:spPr>
            <a:xfrm>
              <a:off x="1758534" y="5451461"/>
              <a:ext cx="599502" cy="9368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391"/>
                  </a:moveTo>
                  <a:lnTo>
                    <a:pt x="0" y="21600"/>
                  </a:lnTo>
                  <a:lnTo>
                    <a:pt x="5818" y="0"/>
                  </a:lnTo>
                  <a:lnTo>
                    <a:pt x="21600" y="3391"/>
                  </a:lnTo>
                  <a:close/>
                </a:path>
              </a:pathLst>
            </a:custGeom>
            <a:solidFill>
              <a:srgbClr val="80AFD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2" name="Shape 3622"/>
            <p:cNvSpPr/>
            <p:nvPr/>
          </p:nvSpPr>
          <p:spPr>
            <a:xfrm>
              <a:off x="2124631" y="6684033"/>
              <a:ext cx="207828"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5166"/>
                  </a:lnTo>
                  <a:lnTo>
                    <a:pt x="10634" y="21600"/>
                  </a:lnTo>
                  <a:lnTo>
                    <a:pt x="0" y="0"/>
                  </a:lnTo>
                  <a:close/>
                </a:path>
              </a:pathLst>
            </a:custGeom>
            <a:solidFill>
              <a:srgbClr val="5798C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3" name="Shape 3623"/>
            <p:cNvSpPr/>
            <p:nvPr/>
          </p:nvSpPr>
          <p:spPr>
            <a:xfrm>
              <a:off x="2226945" y="7106083"/>
              <a:ext cx="105513" cy="3373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382" y="21600"/>
                  </a:lnTo>
                  <a:lnTo>
                    <a:pt x="0" y="11465"/>
                  </a:lnTo>
                  <a:lnTo>
                    <a:pt x="21600" y="0"/>
                  </a:lnTo>
                  <a:close/>
                </a:path>
              </a:pathLst>
            </a:custGeom>
            <a:solidFill>
              <a:srgbClr val="6DB0E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4" name="Shape 3624"/>
            <p:cNvSpPr/>
            <p:nvPr/>
          </p:nvSpPr>
          <p:spPr>
            <a:xfrm>
              <a:off x="1817686" y="6684033"/>
              <a:ext cx="409259"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0"/>
                  </a:moveTo>
                  <a:lnTo>
                    <a:pt x="21600" y="21600"/>
                  </a:lnTo>
                  <a:lnTo>
                    <a:pt x="0" y="17923"/>
                  </a:lnTo>
                  <a:lnTo>
                    <a:pt x="16200" y="0"/>
                  </a:lnTo>
                  <a:close/>
                </a:path>
              </a:pathLst>
            </a:custGeom>
            <a:solidFill>
              <a:srgbClr val="3E6D9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5" name="Shape 3625"/>
            <p:cNvSpPr/>
            <p:nvPr/>
          </p:nvSpPr>
          <p:spPr>
            <a:xfrm>
              <a:off x="1758534" y="6388280"/>
              <a:ext cx="452426" cy="2957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218"/>
                  </a:moveTo>
                  <a:lnTo>
                    <a:pt x="17478" y="21600"/>
                  </a:lnTo>
                  <a:lnTo>
                    <a:pt x="0" y="0"/>
                  </a:lnTo>
                  <a:lnTo>
                    <a:pt x="21600" y="2218"/>
                  </a:lnTo>
                  <a:close/>
                </a:path>
              </a:pathLst>
            </a:custGeom>
            <a:solidFill>
              <a:srgbClr val="69A0C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6" name="Shape 3626"/>
            <p:cNvSpPr/>
            <p:nvPr/>
          </p:nvSpPr>
          <p:spPr>
            <a:xfrm>
              <a:off x="1656221" y="1055121"/>
              <a:ext cx="529160" cy="3213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704" y="21600"/>
                  </a:lnTo>
                  <a:lnTo>
                    <a:pt x="0" y="0"/>
                  </a:lnTo>
                  <a:lnTo>
                    <a:pt x="21600" y="0"/>
                  </a:lnTo>
                  <a:close/>
                </a:path>
              </a:pathLst>
            </a:custGeom>
            <a:solidFill>
              <a:srgbClr val="C3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7" name="Shape 3627"/>
            <p:cNvSpPr/>
            <p:nvPr/>
          </p:nvSpPr>
          <p:spPr>
            <a:xfrm>
              <a:off x="1656221" y="1376453"/>
              <a:ext cx="529160" cy="703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704" y="0"/>
                  </a:moveTo>
                  <a:lnTo>
                    <a:pt x="21600" y="19833"/>
                  </a:lnTo>
                  <a:lnTo>
                    <a:pt x="0" y="21600"/>
                  </a:lnTo>
                  <a:lnTo>
                    <a:pt x="13704" y="0"/>
                  </a:lnTo>
                  <a:close/>
                </a:path>
              </a:pathLst>
            </a:custGeom>
            <a:solidFill>
              <a:srgbClr val="B5E9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8" name="Shape 3628"/>
            <p:cNvSpPr/>
            <p:nvPr/>
          </p:nvSpPr>
          <p:spPr>
            <a:xfrm>
              <a:off x="1656221" y="2022316"/>
              <a:ext cx="529160" cy="4124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117" y="21600"/>
                  </a:lnTo>
                  <a:lnTo>
                    <a:pt x="0" y="3014"/>
                  </a:lnTo>
                  <a:lnTo>
                    <a:pt x="21600" y="0"/>
                  </a:lnTo>
                  <a:close/>
                </a:path>
              </a:pathLst>
            </a:custGeom>
            <a:solidFill>
              <a:srgbClr val="A1D7D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29" name="Shape 3629"/>
            <p:cNvSpPr/>
            <p:nvPr/>
          </p:nvSpPr>
          <p:spPr>
            <a:xfrm>
              <a:off x="1656221" y="938417"/>
              <a:ext cx="529160" cy="1167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13117" y="0"/>
                  </a:lnTo>
                  <a:lnTo>
                    <a:pt x="21600" y="21600"/>
                  </a:lnTo>
                  <a:close/>
                </a:path>
              </a:pathLst>
            </a:custGeom>
            <a:solidFill>
              <a:srgbClr val="B5F2E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0" name="Shape 3630"/>
            <p:cNvSpPr/>
            <p:nvPr/>
          </p:nvSpPr>
          <p:spPr>
            <a:xfrm>
              <a:off x="1598669" y="2506712"/>
              <a:ext cx="556338" cy="556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276" y="0"/>
                  </a:moveTo>
                  <a:lnTo>
                    <a:pt x="21600" y="21600"/>
                  </a:lnTo>
                  <a:lnTo>
                    <a:pt x="0" y="3352"/>
                  </a:lnTo>
                  <a:lnTo>
                    <a:pt x="14276" y="0"/>
                  </a:lnTo>
                  <a:close/>
                </a:path>
              </a:pathLst>
            </a:custGeom>
            <a:solidFill>
              <a:srgbClr val="DAEBF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1" name="Shape 3631"/>
            <p:cNvSpPr/>
            <p:nvPr/>
          </p:nvSpPr>
          <p:spPr>
            <a:xfrm>
              <a:off x="1598669" y="2593040"/>
              <a:ext cx="556338" cy="1232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237"/>
                  </a:moveTo>
                  <a:lnTo>
                    <a:pt x="1055" y="21600"/>
                  </a:lnTo>
                  <a:lnTo>
                    <a:pt x="0" y="0"/>
                  </a:lnTo>
                  <a:lnTo>
                    <a:pt x="21600" y="8237"/>
                  </a:lnTo>
                  <a:close/>
                </a:path>
              </a:pathLst>
            </a:custGeom>
            <a:solidFill>
              <a:srgbClr val="BCE2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2" name="Shape 3632"/>
            <p:cNvSpPr/>
            <p:nvPr/>
          </p:nvSpPr>
          <p:spPr>
            <a:xfrm>
              <a:off x="1686595" y="6684033"/>
              <a:ext cx="438037"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464" y="21600"/>
                  </a:lnTo>
                  <a:lnTo>
                    <a:pt x="0" y="623"/>
                  </a:lnTo>
                  <a:lnTo>
                    <a:pt x="21600" y="0"/>
                  </a:lnTo>
                  <a:close/>
                </a:path>
              </a:pathLst>
            </a:custGeom>
            <a:solidFill>
              <a:srgbClr val="4477B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3" name="Shape 3633"/>
            <p:cNvSpPr/>
            <p:nvPr/>
          </p:nvSpPr>
          <p:spPr>
            <a:xfrm>
              <a:off x="1686595" y="6388280"/>
              <a:ext cx="438037" cy="310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598"/>
                  </a:moveTo>
                  <a:lnTo>
                    <a:pt x="0" y="21600"/>
                  </a:lnTo>
                  <a:lnTo>
                    <a:pt x="3547" y="0"/>
                  </a:lnTo>
                  <a:lnTo>
                    <a:pt x="21600" y="20598"/>
                  </a:lnTo>
                  <a:close/>
                </a:path>
              </a:pathLst>
            </a:custGeom>
            <a:solidFill>
              <a:srgbClr val="406FA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4" name="Shape 3634"/>
            <p:cNvSpPr/>
            <p:nvPr/>
          </p:nvSpPr>
          <p:spPr>
            <a:xfrm>
              <a:off x="1848060" y="398068"/>
              <a:ext cx="174257" cy="54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051" y="21600"/>
                  </a:lnTo>
                  <a:lnTo>
                    <a:pt x="0" y="17510"/>
                  </a:lnTo>
                  <a:lnTo>
                    <a:pt x="21600" y="0"/>
                  </a:lnTo>
                  <a:close/>
                </a:path>
              </a:pathLst>
            </a:custGeom>
            <a:solidFill>
              <a:srgbClr val="DA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5" name="Shape 3635"/>
            <p:cNvSpPr/>
            <p:nvPr/>
          </p:nvSpPr>
          <p:spPr>
            <a:xfrm>
              <a:off x="1304513" y="1127062"/>
              <a:ext cx="687428" cy="9528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654"/>
                  </a:moveTo>
                  <a:lnTo>
                    <a:pt x="11051" y="21600"/>
                  </a:lnTo>
                  <a:lnTo>
                    <a:pt x="0" y="0"/>
                  </a:lnTo>
                  <a:lnTo>
                    <a:pt x="21600" y="5654"/>
                  </a:lnTo>
                  <a:close/>
                </a:path>
              </a:pathLst>
            </a:custGeom>
            <a:solidFill>
              <a:srgbClr val="8ED2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6" name="Shape 3636"/>
            <p:cNvSpPr/>
            <p:nvPr/>
          </p:nvSpPr>
          <p:spPr>
            <a:xfrm>
              <a:off x="1304513" y="1055121"/>
              <a:ext cx="687428" cy="3213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4836"/>
                  </a:lnTo>
                  <a:lnTo>
                    <a:pt x="11051" y="0"/>
                  </a:lnTo>
                  <a:lnTo>
                    <a:pt x="21600" y="21600"/>
                  </a:lnTo>
                  <a:close/>
                </a:path>
              </a:pathLst>
            </a:custGeom>
            <a:solidFill>
              <a:srgbClr val="B2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7" name="Shape 3637"/>
            <p:cNvSpPr/>
            <p:nvPr/>
          </p:nvSpPr>
          <p:spPr>
            <a:xfrm>
              <a:off x="1055121" y="2079868"/>
              <a:ext cx="922433" cy="3549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076" y="0"/>
                  </a:moveTo>
                  <a:lnTo>
                    <a:pt x="21600" y="21600"/>
                  </a:lnTo>
                  <a:lnTo>
                    <a:pt x="0" y="21600"/>
                  </a:lnTo>
                  <a:lnTo>
                    <a:pt x="14076" y="0"/>
                  </a:lnTo>
                  <a:close/>
                </a:path>
              </a:pathLst>
            </a:custGeom>
            <a:solidFill>
              <a:srgbClr val="BEDF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8" name="Shape 3638"/>
            <p:cNvSpPr/>
            <p:nvPr/>
          </p:nvSpPr>
          <p:spPr>
            <a:xfrm>
              <a:off x="1656221" y="836104"/>
              <a:ext cx="321333" cy="2190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091"/>
                  </a:moveTo>
                  <a:lnTo>
                    <a:pt x="0" y="21600"/>
                  </a:lnTo>
                  <a:lnTo>
                    <a:pt x="12896" y="0"/>
                  </a:lnTo>
                  <a:lnTo>
                    <a:pt x="21600" y="10091"/>
                  </a:lnTo>
                  <a:close/>
                </a:path>
              </a:pathLst>
            </a:custGeom>
            <a:solidFill>
              <a:srgbClr val="CB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39" name="Shape 3639"/>
            <p:cNvSpPr/>
            <p:nvPr/>
          </p:nvSpPr>
          <p:spPr>
            <a:xfrm>
              <a:off x="1055121" y="2506712"/>
              <a:ext cx="911243" cy="863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2884" y="21600"/>
                  </a:lnTo>
                  <a:lnTo>
                    <a:pt x="0" y="0"/>
                  </a:lnTo>
                  <a:lnTo>
                    <a:pt x="21600" y="0"/>
                  </a:lnTo>
                  <a:close/>
                </a:path>
              </a:pathLst>
            </a:custGeom>
            <a:solidFill>
              <a:srgbClr val="DAF5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0" name="Shape 3640"/>
            <p:cNvSpPr/>
            <p:nvPr/>
          </p:nvSpPr>
          <p:spPr>
            <a:xfrm>
              <a:off x="1349276" y="4819986"/>
              <a:ext cx="570726" cy="631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50" y="1039"/>
                  </a:moveTo>
                  <a:lnTo>
                    <a:pt x="21600" y="21600"/>
                  </a:lnTo>
                  <a:lnTo>
                    <a:pt x="0" y="0"/>
                  </a:lnTo>
                  <a:lnTo>
                    <a:pt x="20450" y="1039"/>
                  </a:lnTo>
                  <a:close/>
                </a:path>
              </a:pathLst>
            </a:custGeom>
            <a:solidFill>
              <a:srgbClr val="8EC7D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1" name="Shape 3641"/>
            <p:cNvSpPr/>
            <p:nvPr/>
          </p:nvSpPr>
          <p:spPr>
            <a:xfrm>
              <a:off x="1349276" y="4819986"/>
              <a:ext cx="570726" cy="631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1573" y="21600"/>
                  </a:lnTo>
                  <a:lnTo>
                    <a:pt x="0" y="0"/>
                  </a:lnTo>
                  <a:close/>
                </a:path>
              </a:pathLst>
            </a:custGeom>
            <a:solidFill>
              <a:srgbClr val="82BBD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2" name="Shape 3642"/>
            <p:cNvSpPr/>
            <p:nvPr/>
          </p:nvSpPr>
          <p:spPr>
            <a:xfrm>
              <a:off x="1584280" y="5451461"/>
              <a:ext cx="335722" cy="9368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1211" y="21600"/>
                  </a:lnTo>
                  <a:lnTo>
                    <a:pt x="0" y="10100"/>
                  </a:lnTo>
                  <a:lnTo>
                    <a:pt x="21600" y="0"/>
                  </a:lnTo>
                  <a:close/>
                </a:path>
              </a:pathLst>
            </a:custGeom>
            <a:solidFill>
              <a:srgbClr val="8EC9D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3" name="Shape 3643"/>
            <p:cNvSpPr/>
            <p:nvPr/>
          </p:nvSpPr>
          <p:spPr>
            <a:xfrm>
              <a:off x="1390842" y="5451461"/>
              <a:ext cx="529160" cy="4380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7896" y="21600"/>
                  </a:lnTo>
                  <a:lnTo>
                    <a:pt x="0" y="0"/>
                  </a:lnTo>
                  <a:lnTo>
                    <a:pt x="21600" y="0"/>
                  </a:lnTo>
                  <a:close/>
                </a:path>
              </a:pathLst>
            </a:custGeom>
            <a:solidFill>
              <a:srgbClr val="9CCB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4" name="Shape 3644"/>
            <p:cNvSpPr/>
            <p:nvPr/>
          </p:nvSpPr>
          <p:spPr>
            <a:xfrm>
              <a:off x="1349276" y="4279636"/>
              <a:ext cx="540351" cy="5707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180" y="0"/>
                  </a:moveTo>
                  <a:lnTo>
                    <a:pt x="21600" y="21600"/>
                  </a:lnTo>
                  <a:lnTo>
                    <a:pt x="0" y="20450"/>
                  </a:lnTo>
                  <a:lnTo>
                    <a:pt x="8180" y="0"/>
                  </a:lnTo>
                  <a:close/>
                </a:path>
              </a:pathLst>
            </a:custGeom>
            <a:solidFill>
              <a:srgbClr val="DCEBF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5" name="Shape 3645"/>
            <p:cNvSpPr/>
            <p:nvPr/>
          </p:nvSpPr>
          <p:spPr>
            <a:xfrm>
              <a:off x="1318901" y="5889495"/>
              <a:ext cx="439634"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039" y="0"/>
                  </a:moveTo>
                  <a:lnTo>
                    <a:pt x="21600" y="21600"/>
                  </a:lnTo>
                  <a:lnTo>
                    <a:pt x="0" y="9692"/>
                  </a:lnTo>
                  <a:lnTo>
                    <a:pt x="13039" y="0"/>
                  </a:lnTo>
                  <a:close/>
                </a:path>
              </a:pathLst>
            </a:custGeom>
            <a:solidFill>
              <a:srgbClr val="5DA3C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6" name="Shape 3646"/>
            <p:cNvSpPr/>
            <p:nvPr/>
          </p:nvSpPr>
          <p:spPr>
            <a:xfrm>
              <a:off x="1318901" y="6113310"/>
              <a:ext cx="439634" cy="58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151"/>
                  </a:moveTo>
                  <a:lnTo>
                    <a:pt x="18065" y="21600"/>
                  </a:lnTo>
                  <a:lnTo>
                    <a:pt x="0" y="0"/>
                  </a:lnTo>
                  <a:lnTo>
                    <a:pt x="21600" y="10151"/>
                  </a:lnTo>
                  <a:close/>
                </a:path>
              </a:pathLst>
            </a:custGeom>
            <a:solidFill>
              <a:srgbClr val="508BB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7" name="Shape 3647"/>
            <p:cNvSpPr/>
            <p:nvPr/>
          </p:nvSpPr>
          <p:spPr>
            <a:xfrm>
              <a:off x="1055121" y="1127062"/>
              <a:ext cx="601101" cy="9528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962" y="0"/>
                  </a:moveTo>
                  <a:lnTo>
                    <a:pt x="21600" y="21600"/>
                  </a:lnTo>
                  <a:lnTo>
                    <a:pt x="0" y="11307"/>
                  </a:lnTo>
                  <a:lnTo>
                    <a:pt x="8962" y="0"/>
                  </a:lnTo>
                  <a:close/>
                </a:path>
              </a:pathLst>
            </a:custGeom>
            <a:solidFill>
              <a:srgbClr val="C3F2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8" name="Shape 3648"/>
            <p:cNvSpPr/>
            <p:nvPr/>
          </p:nvSpPr>
          <p:spPr>
            <a:xfrm>
              <a:off x="866477" y="1935987"/>
              <a:ext cx="789743"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231"/>
                  </a:moveTo>
                  <a:lnTo>
                    <a:pt x="5160" y="21600"/>
                  </a:lnTo>
                  <a:lnTo>
                    <a:pt x="0" y="0"/>
                  </a:lnTo>
                  <a:lnTo>
                    <a:pt x="21600" y="6231"/>
                  </a:lnTo>
                  <a:close/>
                </a:path>
              </a:pathLst>
            </a:custGeom>
            <a:solidFill>
              <a:srgbClr val="ABDF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49" name="Shape 3649"/>
            <p:cNvSpPr/>
            <p:nvPr/>
          </p:nvSpPr>
          <p:spPr>
            <a:xfrm>
              <a:off x="866477" y="1625846"/>
              <a:ext cx="789743" cy="454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4755"/>
                  </a:lnTo>
                  <a:lnTo>
                    <a:pt x="5160" y="0"/>
                  </a:lnTo>
                  <a:lnTo>
                    <a:pt x="21600" y="21600"/>
                  </a:lnTo>
                  <a:close/>
                </a:path>
              </a:pathLst>
            </a:custGeom>
            <a:solidFill>
              <a:srgbClr val="9FD2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0" name="Shape 3650"/>
            <p:cNvSpPr/>
            <p:nvPr/>
          </p:nvSpPr>
          <p:spPr>
            <a:xfrm>
              <a:off x="922431" y="2593040"/>
              <a:ext cx="703416" cy="1232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65" y="0"/>
                  </a:moveTo>
                  <a:lnTo>
                    <a:pt x="21600" y="21600"/>
                  </a:lnTo>
                  <a:lnTo>
                    <a:pt x="0" y="14120"/>
                  </a:lnTo>
                  <a:lnTo>
                    <a:pt x="20765" y="0"/>
                  </a:lnTo>
                  <a:close/>
                </a:path>
              </a:pathLst>
            </a:custGeom>
            <a:solidFill>
              <a:srgbClr val="BBDC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1" name="Shape 3651"/>
            <p:cNvSpPr/>
            <p:nvPr/>
          </p:nvSpPr>
          <p:spPr>
            <a:xfrm>
              <a:off x="1232574" y="3811225"/>
              <a:ext cx="393273" cy="4684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63"/>
                  </a:moveTo>
                  <a:lnTo>
                    <a:pt x="17649" y="21600"/>
                  </a:lnTo>
                  <a:lnTo>
                    <a:pt x="0" y="0"/>
                  </a:lnTo>
                  <a:lnTo>
                    <a:pt x="21600" y="663"/>
                  </a:lnTo>
                  <a:close/>
                </a:path>
              </a:pathLst>
            </a:custGeom>
            <a:solidFill>
              <a:srgbClr val="C2E2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2" name="Shape 3652"/>
            <p:cNvSpPr/>
            <p:nvPr/>
          </p:nvSpPr>
          <p:spPr>
            <a:xfrm>
              <a:off x="922431" y="3398770"/>
              <a:ext cx="703416" cy="4268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9524" y="20872"/>
                  </a:lnTo>
                  <a:lnTo>
                    <a:pt x="0" y="0"/>
                  </a:lnTo>
                  <a:lnTo>
                    <a:pt x="21600" y="21600"/>
                  </a:lnTo>
                  <a:close/>
                </a:path>
              </a:pathLst>
            </a:custGeom>
            <a:solidFill>
              <a:srgbClr val="C0E0F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3" name="Shape 3653"/>
            <p:cNvSpPr/>
            <p:nvPr/>
          </p:nvSpPr>
          <p:spPr>
            <a:xfrm>
              <a:off x="922431" y="2593040"/>
              <a:ext cx="676239" cy="8057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2911" y="12600"/>
                  </a:lnTo>
                  <a:lnTo>
                    <a:pt x="21600" y="0"/>
                  </a:lnTo>
                  <a:close/>
                </a:path>
              </a:pathLst>
            </a:custGeom>
            <a:solidFill>
              <a:srgbClr val="B7DD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4" name="Shape 3654"/>
            <p:cNvSpPr/>
            <p:nvPr/>
          </p:nvSpPr>
          <p:spPr>
            <a:xfrm>
              <a:off x="1013555" y="2506712"/>
              <a:ext cx="585115" cy="556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352"/>
                  </a:moveTo>
                  <a:lnTo>
                    <a:pt x="0" y="21600"/>
                  </a:lnTo>
                  <a:lnTo>
                    <a:pt x="1534" y="0"/>
                  </a:lnTo>
                  <a:lnTo>
                    <a:pt x="21600" y="3352"/>
                  </a:lnTo>
                  <a:close/>
                </a:path>
              </a:pathLst>
            </a:custGeom>
            <a:solidFill>
              <a:srgbClr val="D5E6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5" name="Shape 3655"/>
            <p:cNvSpPr/>
            <p:nvPr/>
          </p:nvSpPr>
          <p:spPr>
            <a:xfrm>
              <a:off x="1318901" y="5451461"/>
              <a:ext cx="265380" cy="661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855" y="0"/>
                  </a:moveTo>
                  <a:lnTo>
                    <a:pt x="21600" y="14296"/>
                  </a:lnTo>
                  <a:lnTo>
                    <a:pt x="0" y="21600"/>
                  </a:lnTo>
                  <a:lnTo>
                    <a:pt x="5855" y="0"/>
                  </a:lnTo>
                  <a:close/>
                </a:path>
              </a:pathLst>
            </a:custGeom>
            <a:solidFill>
              <a:srgbClr val="64AE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6" name="Shape 3656"/>
            <p:cNvSpPr/>
            <p:nvPr/>
          </p:nvSpPr>
          <p:spPr>
            <a:xfrm>
              <a:off x="967194" y="3811225"/>
              <a:ext cx="586713" cy="7625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770" y="0"/>
                  </a:moveTo>
                  <a:lnTo>
                    <a:pt x="21600" y="13268"/>
                  </a:lnTo>
                  <a:lnTo>
                    <a:pt x="0" y="21600"/>
                  </a:lnTo>
                  <a:lnTo>
                    <a:pt x="9770" y="0"/>
                  </a:lnTo>
                  <a:close/>
                </a:path>
              </a:pathLst>
            </a:custGeom>
            <a:solidFill>
              <a:srgbClr val="D5F6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7" name="Shape 3657"/>
            <p:cNvSpPr/>
            <p:nvPr/>
          </p:nvSpPr>
          <p:spPr>
            <a:xfrm>
              <a:off x="967194" y="4279636"/>
              <a:ext cx="586713" cy="5403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4066" y="21600"/>
                  </a:lnTo>
                  <a:lnTo>
                    <a:pt x="0" y="11759"/>
                  </a:lnTo>
                  <a:lnTo>
                    <a:pt x="21600" y="0"/>
                  </a:lnTo>
                  <a:close/>
                </a:path>
              </a:pathLst>
            </a:custGeom>
            <a:solidFill>
              <a:srgbClr val="A1DEE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8" name="Shape 3658"/>
            <p:cNvSpPr/>
            <p:nvPr/>
          </p:nvSpPr>
          <p:spPr>
            <a:xfrm>
              <a:off x="1024747" y="4819986"/>
              <a:ext cx="366096" cy="631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48" y="0"/>
                  </a:moveTo>
                  <a:lnTo>
                    <a:pt x="21600" y="21600"/>
                  </a:lnTo>
                  <a:lnTo>
                    <a:pt x="0" y="18592"/>
                  </a:lnTo>
                  <a:lnTo>
                    <a:pt x="19148" y="0"/>
                  </a:lnTo>
                  <a:close/>
                </a:path>
              </a:pathLst>
            </a:custGeom>
            <a:solidFill>
              <a:srgbClr val="6EBFD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59" name="Shape 3659"/>
            <p:cNvSpPr/>
            <p:nvPr/>
          </p:nvSpPr>
          <p:spPr>
            <a:xfrm>
              <a:off x="1024747" y="5363533"/>
              <a:ext cx="366096" cy="7497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533"/>
                  </a:moveTo>
                  <a:lnTo>
                    <a:pt x="17355" y="21600"/>
                  </a:lnTo>
                  <a:lnTo>
                    <a:pt x="0" y="0"/>
                  </a:lnTo>
                  <a:lnTo>
                    <a:pt x="21600" y="2533"/>
                  </a:lnTo>
                  <a:close/>
                </a:path>
              </a:pathLst>
            </a:custGeom>
            <a:solidFill>
              <a:srgbClr val="508BB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0" name="Shape 3660"/>
            <p:cNvSpPr/>
            <p:nvPr/>
          </p:nvSpPr>
          <p:spPr>
            <a:xfrm>
              <a:off x="789742" y="4819986"/>
              <a:ext cx="559535" cy="5435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072" y="21600"/>
                  </a:lnTo>
                  <a:lnTo>
                    <a:pt x="0" y="2414"/>
                  </a:lnTo>
                  <a:lnTo>
                    <a:pt x="21600" y="0"/>
                  </a:lnTo>
                  <a:close/>
                </a:path>
              </a:pathLst>
            </a:custGeom>
            <a:solidFill>
              <a:srgbClr val="5BA1C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1" name="Shape 3661"/>
            <p:cNvSpPr/>
            <p:nvPr/>
          </p:nvSpPr>
          <p:spPr>
            <a:xfrm>
              <a:off x="789742" y="4573790"/>
              <a:ext cx="559535" cy="3069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325"/>
                  </a:moveTo>
                  <a:lnTo>
                    <a:pt x="0" y="21600"/>
                  </a:lnTo>
                  <a:lnTo>
                    <a:pt x="6850" y="0"/>
                  </a:lnTo>
                  <a:lnTo>
                    <a:pt x="21600" y="17325"/>
                  </a:lnTo>
                  <a:close/>
                </a:path>
              </a:pathLst>
            </a:custGeom>
            <a:solidFill>
              <a:srgbClr val="5698C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2" name="Shape 3662"/>
            <p:cNvSpPr/>
            <p:nvPr/>
          </p:nvSpPr>
          <p:spPr>
            <a:xfrm>
              <a:off x="351706" y="3341218"/>
              <a:ext cx="880869" cy="4700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95" y="2645"/>
                  </a:moveTo>
                  <a:lnTo>
                    <a:pt x="21600" y="21600"/>
                  </a:lnTo>
                  <a:lnTo>
                    <a:pt x="0" y="0"/>
                  </a:lnTo>
                  <a:lnTo>
                    <a:pt x="13995" y="2645"/>
                  </a:lnTo>
                  <a:close/>
                </a:path>
              </a:pathLst>
            </a:custGeom>
            <a:solidFill>
              <a:srgbClr val="6AB1E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3" name="Shape 3663"/>
            <p:cNvSpPr/>
            <p:nvPr/>
          </p:nvSpPr>
          <p:spPr>
            <a:xfrm>
              <a:off x="529159" y="3811225"/>
              <a:ext cx="703416" cy="7625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451" y="21600"/>
                  </a:lnTo>
                  <a:lnTo>
                    <a:pt x="0" y="10370"/>
                  </a:lnTo>
                  <a:lnTo>
                    <a:pt x="21600" y="0"/>
                  </a:lnTo>
                  <a:close/>
                </a:path>
              </a:pathLst>
            </a:custGeom>
            <a:solidFill>
              <a:srgbClr val="76BD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4" name="Shape 3664"/>
            <p:cNvSpPr/>
            <p:nvPr/>
          </p:nvSpPr>
          <p:spPr>
            <a:xfrm>
              <a:off x="426844" y="3811225"/>
              <a:ext cx="805731" cy="3660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743" y="21600"/>
                  </a:lnTo>
                  <a:lnTo>
                    <a:pt x="0" y="0"/>
                  </a:lnTo>
                  <a:lnTo>
                    <a:pt x="21600" y="0"/>
                  </a:lnTo>
                  <a:close/>
                </a:path>
              </a:pathLst>
            </a:custGeom>
            <a:solidFill>
              <a:srgbClr val="98CD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5" name="Shape 3665"/>
            <p:cNvSpPr/>
            <p:nvPr/>
          </p:nvSpPr>
          <p:spPr>
            <a:xfrm>
              <a:off x="351706" y="3341218"/>
              <a:ext cx="880869" cy="4700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1842" y="21600"/>
                  </a:lnTo>
                  <a:lnTo>
                    <a:pt x="0" y="0"/>
                  </a:lnTo>
                  <a:lnTo>
                    <a:pt x="21600" y="21600"/>
                  </a:lnTo>
                  <a:close/>
                </a:path>
              </a:pathLst>
            </a:custGeom>
            <a:solidFill>
              <a:srgbClr val="7CB6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6" name="Shape 3666"/>
            <p:cNvSpPr/>
            <p:nvPr/>
          </p:nvSpPr>
          <p:spPr>
            <a:xfrm>
              <a:off x="351706" y="1935987"/>
              <a:ext cx="703416"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807" y="0"/>
                  </a:moveTo>
                  <a:lnTo>
                    <a:pt x="21600" y="21600"/>
                  </a:lnTo>
                  <a:lnTo>
                    <a:pt x="0" y="20977"/>
                  </a:lnTo>
                  <a:lnTo>
                    <a:pt x="15807" y="0"/>
                  </a:lnTo>
                  <a:close/>
                </a:path>
              </a:pathLst>
            </a:custGeom>
            <a:solidFill>
              <a:srgbClr val="9CD2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7" name="Shape 3667"/>
            <p:cNvSpPr/>
            <p:nvPr/>
          </p:nvSpPr>
          <p:spPr>
            <a:xfrm>
              <a:off x="438034" y="2506712"/>
              <a:ext cx="617086" cy="556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0145" y="21600"/>
                  </a:lnTo>
                  <a:lnTo>
                    <a:pt x="0" y="11855"/>
                  </a:lnTo>
                  <a:lnTo>
                    <a:pt x="21600" y="0"/>
                  </a:lnTo>
                  <a:close/>
                </a:path>
              </a:pathLst>
            </a:custGeom>
            <a:solidFill>
              <a:srgbClr val="DBEB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8" name="Shape 3668"/>
            <p:cNvSpPr/>
            <p:nvPr/>
          </p:nvSpPr>
          <p:spPr>
            <a:xfrm>
              <a:off x="147076" y="2506714"/>
              <a:ext cx="908044" cy="305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921" y="21600"/>
                  </a:lnTo>
                  <a:lnTo>
                    <a:pt x="0" y="0"/>
                  </a:lnTo>
                  <a:lnTo>
                    <a:pt x="21600" y="0"/>
                  </a:lnTo>
                  <a:close/>
                </a:path>
              </a:pathLst>
            </a:custGeom>
            <a:solidFill>
              <a:srgbClr val="CCE0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69" name="Shape 3669"/>
            <p:cNvSpPr/>
            <p:nvPr/>
          </p:nvSpPr>
          <p:spPr>
            <a:xfrm>
              <a:off x="438034" y="2812060"/>
              <a:ext cx="575522" cy="5867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240"/>
                  </a:moveTo>
                  <a:lnTo>
                    <a:pt x="18180" y="21600"/>
                  </a:lnTo>
                  <a:lnTo>
                    <a:pt x="0" y="0"/>
                  </a:lnTo>
                  <a:lnTo>
                    <a:pt x="21600" y="9240"/>
                  </a:lnTo>
                  <a:close/>
                </a:path>
              </a:pathLst>
            </a:custGeom>
            <a:solidFill>
              <a:srgbClr val="DCEBF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0" name="Shape 3670"/>
            <p:cNvSpPr/>
            <p:nvPr/>
          </p:nvSpPr>
          <p:spPr>
            <a:xfrm>
              <a:off x="529159" y="4177322"/>
              <a:ext cx="438036" cy="703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175"/>
                  </a:moveTo>
                  <a:lnTo>
                    <a:pt x="12850" y="21600"/>
                  </a:lnTo>
                  <a:lnTo>
                    <a:pt x="0" y="0"/>
                  </a:lnTo>
                  <a:lnTo>
                    <a:pt x="21600" y="12175"/>
                  </a:lnTo>
                  <a:close/>
                </a:path>
              </a:pathLst>
            </a:custGeom>
            <a:solidFill>
              <a:srgbClr val="4071A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1" name="Shape 3671"/>
            <p:cNvSpPr/>
            <p:nvPr/>
          </p:nvSpPr>
          <p:spPr>
            <a:xfrm>
              <a:off x="-1" y="2812060"/>
              <a:ext cx="922433" cy="5867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257" y="0"/>
                  </a:moveTo>
                  <a:lnTo>
                    <a:pt x="21600" y="21600"/>
                  </a:lnTo>
                  <a:lnTo>
                    <a:pt x="0" y="0"/>
                  </a:lnTo>
                  <a:lnTo>
                    <a:pt x="10257" y="0"/>
                  </a:lnTo>
                  <a:close/>
                </a:path>
              </a:pathLst>
            </a:custGeom>
            <a:solidFill>
              <a:srgbClr val="BBDC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2" name="Shape 3672"/>
            <p:cNvSpPr/>
            <p:nvPr/>
          </p:nvSpPr>
          <p:spPr>
            <a:xfrm>
              <a:off x="235003" y="3194141"/>
              <a:ext cx="687428" cy="2046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3667" y="15525"/>
                  </a:lnTo>
                  <a:lnTo>
                    <a:pt x="0" y="0"/>
                  </a:lnTo>
                  <a:lnTo>
                    <a:pt x="21600" y="21600"/>
                  </a:lnTo>
                  <a:close/>
                </a:path>
              </a:pathLst>
            </a:custGeom>
            <a:solidFill>
              <a:srgbClr val="D7ED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3" name="Shape 3673"/>
            <p:cNvSpPr/>
            <p:nvPr/>
          </p:nvSpPr>
          <p:spPr>
            <a:xfrm>
              <a:off x="-1" y="2812060"/>
              <a:ext cx="922433" cy="5867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5503" y="14066"/>
                  </a:lnTo>
                  <a:lnTo>
                    <a:pt x="0" y="0"/>
                  </a:lnTo>
                  <a:lnTo>
                    <a:pt x="21600" y="21600"/>
                  </a:lnTo>
                  <a:close/>
                </a:path>
              </a:pathLst>
            </a:custGeom>
            <a:solidFill>
              <a:srgbClr val="E0F0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4" name="Shape 3674"/>
            <p:cNvSpPr/>
            <p:nvPr/>
          </p:nvSpPr>
          <p:spPr>
            <a:xfrm>
              <a:off x="351706" y="1935988"/>
              <a:ext cx="514772" cy="4843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15361" y="642"/>
                  </a:lnTo>
                  <a:lnTo>
                    <a:pt x="21600" y="0"/>
                  </a:lnTo>
                  <a:close/>
                </a:path>
              </a:pathLst>
            </a:custGeom>
            <a:solidFill>
              <a:srgbClr val="98C8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5" name="Shape 3675"/>
            <p:cNvSpPr/>
            <p:nvPr/>
          </p:nvSpPr>
          <p:spPr>
            <a:xfrm>
              <a:off x="351706" y="3811227"/>
              <a:ext cx="177454" cy="366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146" y="0"/>
                  </a:moveTo>
                  <a:lnTo>
                    <a:pt x="21600" y="21600"/>
                  </a:lnTo>
                  <a:lnTo>
                    <a:pt x="0" y="9527"/>
                  </a:lnTo>
                  <a:lnTo>
                    <a:pt x="9146" y="0"/>
                  </a:lnTo>
                  <a:close/>
                </a:path>
              </a:pathLst>
            </a:custGeom>
            <a:solidFill>
              <a:srgbClr val="D1E5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6" name="Shape 3676"/>
            <p:cNvSpPr/>
            <p:nvPr/>
          </p:nvSpPr>
          <p:spPr>
            <a:xfrm>
              <a:off x="-1" y="2506714"/>
              <a:ext cx="438037" cy="305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53" y="0"/>
                  </a:moveTo>
                  <a:lnTo>
                    <a:pt x="21600" y="21600"/>
                  </a:lnTo>
                  <a:lnTo>
                    <a:pt x="0" y="21600"/>
                  </a:lnTo>
                  <a:lnTo>
                    <a:pt x="7253" y="0"/>
                  </a:lnTo>
                  <a:close/>
                </a:path>
              </a:pathLst>
            </a:custGeom>
            <a:solidFill>
              <a:srgbClr val="AACEF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7" name="Shape 3677"/>
            <p:cNvSpPr/>
            <p:nvPr/>
          </p:nvSpPr>
          <p:spPr>
            <a:xfrm>
              <a:off x="147076" y="2420385"/>
              <a:ext cx="908044" cy="863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4868" y="0"/>
                  </a:lnTo>
                  <a:lnTo>
                    <a:pt x="0" y="21600"/>
                  </a:lnTo>
                  <a:close/>
                </a:path>
              </a:pathLst>
            </a:custGeom>
            <a:solidFill>
              <a:srgbClr val="B5E9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8" name="Shape 3678"/>
            <p:cNvSpPr/>
            <p:nvPr/>
          </p:nvSpPr>
          <p:spPr>
            <a:xfrm>
              <a:off x="1055121" y="2434773"/>
              <a:ext cx="911243" cy="719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0" y="0"/>
                  </a:lnTo>
                  <a:lnTo>
                    <a:pt x="0" y="21600"/>
                  </a:lnTo>
                  <a:close/>
                </a:path>
              </a:pathLst>
            </a:custGeom>
            <a:solidFill>
              <a:srgbClr val="BBDC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79" name="Shape 3679"/>
            <p:cNvSpPr/>
            <p:nvPr/>
          </p:nvSpPr>
          <p:spPr>
            <a:xfrm>
              <a:off x="1966361" y="2434773"/>
              <a:ext cx="920834" cy="719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280"/>
                  </a:moveTo>
                  <a:lnTo>
                    <a:pt x="263" y="0"/>
                  </a:lnTo>
                  <a:lnTo>
                    <a:pt x="0" y="21600"/>
                  </a:lnTo>
                  <a:lnTo>
                    <a:pt x="21600" y="17280"/>
                  </a:lnTo>
                  <a:close/>
                </a:path>
              </a:pathLst>
            </a:custGeom>
            <a:solidFill>
              <a:srgbClr val="AE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0" name="Shape 3680"/>
            <p:cNvSpPr/>
            <p:nvPr/>
          </p:nvSpPr>
          <p:spPr>
            <a:xfrm>
              <a:off x="4732060" y="2359636"/>
              <a:ext cx="778553" cy="1167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10600" y="0"/>
                  </a:lnTo>
                  <a:lnTo>
                    <a:pt x="0" y="21600"/>
                  </a:lnTo>
                  <a:close/>
                </a:path>
              </a:pathLst>
            </a:custGeom>
            <a:solidFill>
              <a:srgbClr val="E9F4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1" name="Shape 3681"/>
            <p:cNvSpPr/>
            <p:nvPr/>
          </p:nvSpPr>
          <p:spPr>
            <a:xfrm>
              <a:off x="5510612" y="2374024"/>
              <a:ext cx="1216588" cy="1023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18563"/>
                  </a:lnTo>
                  <a:lnTo>
                    <a:pt x="5166" y="0"/>
                  </a:lnTo>
                  <a:lnTo>
                    <a:pt x="0" y="21600"/>
                  </a:lnTo>
                  <a:close/>
                </a:path>
              </a:pathLst>
            </a:custGeom>
            <a:solidFill>
              <a:srgbClr val="B1EF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2" name="Shape 3682"/>
            <p:cNvSpPr/>
            <p:nvPr/>
          </p:nvSpPr>
          <p:spPr>
            <a:xfrm>
              <a:off x="3764865" y="2404399"/>
              <a:ext cx="967196" cy="719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14102" y="0"/>
                  </a:lnTo>
                  <a:lnTo>
                    <a:pt x="0" y="0"/>
                  </a:lnTo>
                  <a:close/>
                </a:path>
              </a:pathLst>
            </a:custGeom>
            <a:solidFill>
              <a:srgbClr val="B1EF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3" name="Shape 3683"/>
            <p:cNvSpPr/>
            <p:nvPr/>
          </p:nvSpPr>
          <p:spPr>
            <a:xfrm>
              <a:off x="3269277" y="2404399"/>
              <a:ext cx="1478770" cy="719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39" y="0"/>
                  </a:moveTo>
                  <a:lnTo>
                    <a:pt x="0" y="4800"/>
                  </a:lnTo>
                  <a:lnTo>
                    <a:pt x="21600" y="21600"/>
                  </a:lnTo>
                  <a:lnTo>
                    <a:pt x="7239" y="0"/>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4" name="Shape 3684"/>
            <p:cNvSpPr/>
            <p:nvPr/>
          </p:nvSpPr>
          <p:spPr>
            <a:xfrm>
              <a:off x="2887196" y="2420385"/>
              <a:ext cx="1844865" cy="719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4473" y="0"/>
                  </a:lnTo>
                  <a:lnTo>
                    <a:pt x="21600" y="16800"/>
                  </a:lnTo>
                  <a:lnTo>
                    <a:pt x="0" y="21600"/>
                  </a:lnTo>
                  <a:close/>
                </a:path>
              </a:pathLst>
            </a:custGeom>
            <a:solidFill>
              <a:srgbClr val="C5E6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5" name="Shape 3685"/>
            <p:cNvSpPr/>
            <p:nvPr/>
          </p:nvSpPr>
          <p:spPr>
            <a:xfrm>
              <a:off x="351706" y="2420385"/>
              <a:ext cx="703416" cy="863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21600" y="3600"/>
                  </a:lnTo>
                  <a:lnTo>
                    <a:pt x="0" y="0"/>
                  </a:lnTo>
                  <a:close/>
                </a:path>
              </a:pathLst>
            </a:custGeom>
            <a:solidFill>
              <a:srgbClr val="BBDC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6" name="Shape 3686"/>
            <p:cNvSpPr/>
            <p:nvPr/>
          </p:nvSpPr>
          <p:spPr>
            <a:xfrm>
              <a:off x="1055121" y="2434773"/>
              <a:ext cx="922433" cy="719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338" y="21600"/>
                  </a:lnTo>
                  <a:lnTo>
                    <a:pt x="0" y="0"/>
                  </a:lnTo>
                  <a:lnTo>
                    <a:pt x="21600" y="0"/>
                  </a:lnTo>
                  <a:close/>
                </a:path>
              </a:pathLst>
            </a:custGeom>
            <a:solidFill>
              <a:srgbClr val="DBEB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7" name="Shape 3687"/>
            <p:cNvSpPr/>
            <p:nvPr/>
          </p:nvSpPr>
          <p:spPr>
            <a:xfrm>
              <a:off x="1977553" y="2420385"/>
              <a:ext cx="909644" cy="719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320"/>
                  </a:moveTo>
                  <a:lnTo>
                    <a:pt x="21600" y="21600"/>
                  </a:lnTo>
                  <a:lnTo>
                    <a:pt x="16399" y="0"/>
                  </a:lnTo>
                  <a:lnTo>
                    <a:pt x="0" y="4320"/>
                  </a:lnTo>
                  <a:close/>
                </a:path>
              </a:pathLst>
            </a:custGeom>
            <a:solidFill>
              <a:srgbClr val="D4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8" name="Shape 3688"/>
            <p:cNvSpPr/>
            <p:nvPr/>
          </p:nvSpPr>
          <p:spPr>
            <a:xfrm>
              <a:off x="4396339" y="2359636"/>
              <a:ext cx="717803" cy="1167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0102" y="21600"/>
                  </a:lnTo>
                  <a:lnTo>
                    <a:pt x="0" y="8285"/>
                  </a:lnTo>
                  <a:lnTo>
                    <a:pt x="21600" y="0"/>
                  </a:lnTo>
                  <a:close/>
                </a:path>
              </a:pathLst>
            </a:custGeom>
            <a:solidFill>
              <a:srgbClr val="A4CDE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89" name="Shape 3689"/>
            <p:cNvSpPr/>
            <p:nvPr/>
          </p:nvSpPr>
          <p:spPr>
            <a:xfrm>
              <a:off x="5114141" y="2359636"/>
              <a:ext cx="687428" cy="1167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2458" y="21600"/>
                  </a:lnTo>
                  <a:lnTo>
                    <a:pt x="21600" y="2663"/>
                  </a:lnTo>
                  <a:lnTo>
                    <a:pt x="0" y="0"/>
                  </a:lnTo>
                  <a:close/>
                </a:path>
              </a:pathLst>
            </a:custGeom>
            <a:solidFill>
              <a:srgbClr val="E0F2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0" name="Shape 3690"/>
            <p:cNvSpPr/>
            <p:nvPr/>
          </p:nvSpPr>
          <p:spPr>
            <a:xfrm>
              <a:off x="5801570" y="2374024"/>
              <a:ext cx="925630" cy="879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19847" y="0"/>
                  </a:lnTo>
                  <a:lnTo>
                    <a:pt x="0" y="0"/>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1" name="Shape 3691"/>
            <p:cNvSpPr/>
            <p:nvPr/>
          </p:nvSpPr>
          <p:spPr>
            <a:xfrm>
              <a:off x="5552178" y="2461951"/>
              <a:ext cx="1175023" cy="6154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751" y="15485"/>
                  </a:lnTo>
                  <a:lnTo>
                    <a:pt x="0" y="21600"/>
                  </a:lnTo>
                  <a:lnTo>
                    <a:pt x="21600" y="0"/>
                  </a:lnTo>
                  <a:close/>
                </a:path>
              </a:pathLst>
            </a:custGeom>
            <a:solidFill>
              <a:srgbClr val="B8DC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2" name="Shape 3692"/>
            <p:cNvSpPr/>
            <p:nvPr/>
          </p:nvSpPr>
          <p:spPr>
            <a:xfrm>
              <a:off x="5510612" y="2461951"/>
              <a:ext cx="1216588" cy="6154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738" y="21600"/>
                  </a:lnTo>
                  <a:lnTo>
                    <a:pt x="0" y="505"/>
                  </a:lnTo>
                  <a:lnTo>
                    <a:pt x="21600" y="0"/>
                  </a:lnTo>
                  <a:close/>
                </a:path>
              </a:pathLst>
            </a:custGeom>
            <a:solidFill>
              <a:srgbClr val="E0F2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3" name="Shape 3693"/>
            <p:cNvSpPr/>
            <p:nvPr/>
          </p:nvSpPr>
          <p:spPr>
            <a:xfrm>
              <a:off x="5801570" y="2079868"/>
              <a:ext cx="850492" cy="2941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13074" y="0"/>
                  </a:lnTo>
                  <a:lnTo>
                    <a:pt x="21600" y="21600"/>
                  </a:lnTo>
                  <a:close/>
                </a:path>
              </a:pathLst>
            </a:custGeom>
            <a:solidFill>
              <a:srgbClr val="ABDF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4" name="Shape 3694"/>
            <p:cNvSpPr/>
            <p:nvPr/>
          </p:nvSpPr>
          <p:spPr>
            <a:xfrm>
              <a:off x="5552178" y="2903183"/>
              <a:ext cx="911243" cy="6426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408" y="21600"/>
                  </a:lnTo>
                  <a:lnTo>
                    <a:pt x="0" y="5857"/>
                  </a:lnTo>
                  <a:lnTo>
                    <a:pt x="21600" y="0"/>
                  </a:lnTo>
                  <a:close/>
                </a:path>
              </a:pathLst>
            </a:custGeom>
            <a:solidFill>
              <a:srgbClr val="A4DF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5" name="Shape 3695"/>
            <p:cNvSpPr/>
            <p:nvPr/>
          </p:nvSpPr>
          <p:spPr>
            <a:xfrm>
              <a:off x="5801570" y="1891226"/>
              <a:ext cx="514772" cy="482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440"/>
                  </a:moveTo>
                  <a:lnTo>
                    <a:pt x="0" y="21600"/>
                  </a:lnTo>
                  <a:lnTo>
                    <a:pt x="4897" y="0"/>
                  </a:lnTo>
                  <a:lnTo>
                    <a:pt x="21600" y="8440"/>
                  </a:lnTo>
                  <a:close/>
                </a:path>
              </a:pathLst>
            </a:custGeom>
            <a:solidFill>
              <a:srgbClr val="B1EF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6" name="Shape 3696"/>
            <p:cNvSpPr/>
            <p:nvPr/>
          </p:nvSpPr>
          <p:spPr>
            <a:xfrm>
              <a:off x="5526598" y="3545848"/>
              <a:ext cx="717803" cy="6458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614" y="12778"/>
                  </a:lnTo>
                  <a:lnTo>
                    <a:pt x="0" y="21600"/>
                  </a:lnTo>
                  <a:lnTo>
                    <a:pt x="21600" y="0"/>
                  </a:lnTo>
                  <a:close/>
                </a:path>
              </a:pathLst>
            </a:custGeom>
            <a:solidFill>
              <a:srgbClr val="66AD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7" name="Shape 3697"/>
            <p:cNvSpPr/>
            <p:nvPr/>
          </p:nvSpPr>
          <p:spPr>
            <a:xfrm>
              <a:off x="5069380" y="3459521"/>
              <a:ext cx="1175023" cy="7321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547"/>
                  </a:moveTo>
                  <a:lnTo>
                    <a:pt x="8405" y="21600"/>
                  </a:lnTo>
                  <a:lnTo>
                    <a:pt x="0" y="0"/>
                  </a:lnTo>
                  <a:lnTo>
                    <a:pt x="21600" y="2547"/>
                  </a:lnTo>
                  <a:close/>
                </a:path>
              </a:pathLst>
            </a:custGeom>
            <a:solidFill>
              <a:srgbClr val="AFDEE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8" name="Shape 3698"/>
            <p:cNvSpPr/>
            <p:nvPr/>
          </p:nvSpPr>
          <p:spPr>
            <a:xfrm>
              <a:off x="5069380" y="3077438"/>
              <a:ext cx="1175023" cy="468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7619"/>
                  </a:lnTo>
                  <a:lnTo>
                    <a:pt x="8875" y="0"/>
                  </a:lnTo>
                  <a:lnTo>
                    <a:pt x="21600" y="21600"/>
                  </a:lnTo>
                  <a:close/>
                </a:path>
              </a:pathLst>
            </a:custGeom>
            <a:solidFill>
              <a:srgbClr val="C7DDF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699" name="Shape 3699"/>
            <p:cNvSpPr/>
            <p:nvPr/>
          </p:nvSpPr>
          <p:spPr>
            <a:xfrm>
              <a:off x="5526598" y="3927929"/>
              <a:ext cx="452425" cy="556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891" y="21600"/>
                  </a:lnTo>
                  <a:lnTo>
                    <a:pt x="0" y="10241"/>
                  </a:lnTo>
                  <a:lnTo>
                    <a:pt x="21600" y="0"/>
                  </a:lnTo>
                  <a:close/>
                </a:path>
              </a:pathLst>
            </a:custGeom>
            <a:solidFill>
              <a:srgbClr val="8FC5F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0" name="Shape 3700"/>
            <p:cNvSpPr/>
            <p:nvPr/>
          </p:nvSpPr>
          <p:spPr>
            <a:xfrm>
              <a:off x="5435475" y="1553906"/>
              <a:ext cx="482799" cy="5147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160" y="0"/>
                  </a:moveTo>
                  <a:lnTo>
                    <a:pt x="21600" y="14154"/>
                  </a:lnTo>
                  <a:lnTo>
                    <a:pt x="0" y="21600"/>
                  </a:lnTo>
                  <a:lnTo>
                    <a:pt x="13160" y="0"/>
                  </a:lnTo>
                  <a:close/>
                </a:path>
              </a:pathLst>
            </a:custGeom>
            <a:solidFill>
              <a:srgbClr val="E1FC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1" name="Shape 3701"/>
            <p:cNvSpPr/>
            <p:nvPr/>
          </p:nvSpPr>
          <p:spPr>
            <a:xfrm>
              <a:off x="5435475" y="1891226"/>
              <a:ext cx="482799" cy="482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379" y="21600"/>
                  </a:lnTo>
                  <a:lnTo>
                    <a:pt x="0" y="7939"/>
                  </a:lnTo>
                  <a:lnTo>
                    <a:pt x="21600" y="0"/>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2" name="Shape 3702"/>
            <p:cNvSpPr/>
            <p:nvPr/>
          </p:nvSpPr>
          <p:spPr>
            <a:xfrm>
              <a:off x="5408297" y="4484266"/>
              <a:ext cx="409260" cy="482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9997" y="21600"/>
                  </a:lnTo>
                  <a:lnTo>
                    <a:pt x="0" y="19097"/>
                  </a:lnTo>
                  <a:lnTo>
                    <a:pt x="21600" y="0"/>
                  </a:lnTo>
                  <a:close/>
                </a:path>
              </a:pathLst>
            </a:custGeom>
            <a:solidFill>
              <a:srgbClr val="5B9DD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3" name="Shape 3703"/>
            <p:cNvSpPr/>
            <p:nvPr/>
          </p:nvSpPr>
          <p:spPr>
            <a:xfrm>
              <a:off x="5128531" y="4484266"/>
              <a:ext cx="689027" cy="4268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8770" y="21600"/>
                  </a:lnTo>
                  <a:lnTo>
                    <a:pt x="0" y="12620"/>
                  </a:lnTo>
                  <a:lnTo>
                    <a:pt x="21600" y="0"/>
                  </a:lnTo>
                  <a:close/>
                </a:path>
              </a:pathLst>
            </a:custGeom>
            <a:solidFill>
              <a:srgbClr val="BEDDF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4" name="Shape 3704"/>
            <p:cNvSpPr/>
            <p:nvPr/>
          </p:nvSpPr>
          <p:spPr>
            <a:xfrm>
              <a:off x="5128531" y="4191710"/>
              <a:ext cx="689027" cy="5419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660"/>
                  </a:moveTo>
                  <a:lnTo>
                    <a:pt x="0" y="21600"/>
                  </a:lnTo>
                  <a:lnTo>
                    <a:pt x="12479" y="0"/>
                  </a:lnTo>
                  <a:lnTo>
                    <a:pt x="21600" y="11660"/>
                  </a:lnTo>
                  <a:close/>
                </a:path>
              </a:pathLst>
            </a:custGeom>
            <a:solidFill>
              <a:srgbClr val="76B4E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5" name="Shape 3705"/>
            <p:cNvSpPr/>
            <p:nvPr/>
          </p:nvSpPr>
          <p:spPr>
            <a:xfrm>
              <a:off x="5114142" y="2068678"/>
              <a:ext cx="687429" cy="305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0582"/>
                  </a:lnTo>
                  <a:lnTo>
                    <a:pt x="10097" y="0"/>
                  </a:lnTo>
                  <a:lnTo>
                    <a:pt x="21600" y="21600"/>
                  </a:lnTo>
                  <a:close/>
                </a:path>
              </a:pathLst>
            </a:custGeom>
            <a:solidFill>
              <a:srgbClr val="D6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6" name="Shape 3706"/>
            <p:cNvSpPr/>
            <p:nvPr/>
          </p:nvSpPr>
          <p:spPr>
            <a:xfrm>
              <a:off x="5230845" y="4967065"/>
              <a:ext cx="556337" cy="661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2476" y="21600"/>
                  </a:lnTo>
                  <a:lnTo>
                    <a:pt x="0" y="8661"/>
                  </a:lnTo>
                  <a:lnTo>
                    <a:pt x="21600" y="0"/>
                  </a:lnTo>
                  <a:close/>
                </a:path>
              </a:pathLst>
            </a:custGeom>
            <a:solidFill>
              <a:srgbClr val="77ADD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7" name="Shape 3707"/>
            <p:cNvSpPr/>
            <p:nvPr/>
          </p:nvSpPr>
          <p:spPr>
            <a:xfrm>
              <a:off x="5230845" y="4911111"/>
              <a:ext cx="556337" cy="321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761"/>
                  </a:moveTo>
                  <a:lnTo>
                    <a:pt x="0" y="21600"/>
                  </a:lnTo>
                  <a:lnTo>
                    <a:pt x="6890" y="0"/>
                  </a:lnTo>
                  <a:lnTo>
                    <a:pt x="21600" y="3761"/>
                  </a:lnTo>
                  <a:close/>
                </a:path>
              </a:pathLst>
            </a:custGeom>
            <a:solidFill>
              <a:srgbClr val="82BBE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8" name="Shape 3708"/>
            <p:cNvSpPr/>
            <p:nvPr/>
          </p:nvSpPr>
          <p:spPr>
            <a:xfrm>
              <a:off x="5540986" y="1157436"/>
              <a:ext cx="188644" cy="3964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53" y="0"/>
                  </a:moveTo>
                  <a:lnTo>
                    <a:pt x="21600" y="21600"/>
                  </a:lnTo>
                  <a:lnTo>
                    <a:pt x="0" y="16897"/>
                  </a:lnTo>
                  <a:lnTo>
                    <a:pt x="19953" y="0"/>
                  </a:lnTo>
                  <a:close/>
                </a:path>
              </a:pathLst>
            </a:custGeom>
            <a:solidFill>
              <a:srgbClr val="9BD5D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09" name="Shape 3709"/>
            <p:cNvSpPr/>
            <p:nvPr/>
          </p:nvSpPr>
          <p:spPr>
            <a:xfrm>
              <a:off x="5435475" y="1467578"/>
              <a:ext cx="294155"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102"/>
                  </a:moveTo>
                  <a:lnTo>
                    <a:pt x="0" y="21600"/>
                  </a:lnTo>
                  <a:lnTo>
                    <a:pt x="7748" y="0"/>
                  </a:lnTo>
                  <a:lnTo>
                    <a:pt x="21600" y="3102"/>
                  </a:lnTo>
                  <a:close/>
                </a:path>
              </a:pathLst>
            </a:custGeom>
            <a:solidFill>
              <a:srgbClr val="EDFC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0" name="Shape 3710"/>
            <p:cNvSpPr/>
            <p:nvPr/>
          </p:nvSpPr>
          <p:spPr>
            <a:xfrm>
              <a:off x="5540986" y="1157436"/>
              <a:ext cx="174257" cy="310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7134" y="6012"/>
                  </a:lnTo>
                  <a:lnTo>
                    <a:pt x="21600" y="0"/>
                  </a:lnTo>
                  <a:close/>
                </a:path>
              </a:pathLst>
            </a:custGeom>
            <a:solidFill>
              <a:srgbClr val="86CD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1" name="Shape 3711"/>
            <p:cNvSpPr/>
            <p:nvPr/>
          </p:nvSpPr>
          <p:spPr>
            <a:xfrm>
              <a:off x="5449863" y="892057"/>
              <a:ext cx="265381" cy="3517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298"/>
                  </a:moveTo>
                  <a:lnTo>
                    <a:pt x="12101" y="21600"/>
                  </a:lnTo>
                  <a:lnTo>
                    <a:pt x="0" y="0"/>
                  </a:lnTo>
                  <a:lnTo>
                    <a:pt x="21600" y="16298"/>
                  </a:lnTo>
                  <a:close/>
                </a:path>
              </a:pathLst>
            </a:custGeom>
            <a:solidFill>
              <a:srgbClr val="D6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2" name="Shape 3712"/>
            <p:cNvSpPr/>
            <p:nvPr/>
          </p:nvSpPr>
          <p:spPr>
            <a:xfrm>
              <a:off x="5363534" y="892057"/>
              <a:ext cx="235006" cy="44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935" y="0"/>
                  </a:moveTo>
                  <a:lnTo>
                    <a:pt x="21600" y="17155"/>
                  </a:lnTo>
                  <a:lnTo>
                    <a:pt x="0" y="21600"/>
                  </a:lnTo>
                  <a:lnTo>
                    <a:pt x="7935" y="0"/>
                  </a:lnTo>
                  <a:close/>
                </a:path>
              </a:pathLst>
            </a:custGeom>
            <a:solidFill>
              <a:srgbClr val="E0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3" name="Shape 3713"/>
            <p:cNvSpPr/>
            <p:nvPr/>
          </p:nvSpPr>
          <p:spPr>
            <a:xfrm>
              <a:off x="5363534" y="1243765"/>
              <a:ext cx="235006" cy="223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310" y="21600"/>
                  </a:lnTo>
                  <a:lnTo>
                    <a:pt x="0" y="8794"/>
                  </a:lnTo>
                  <a:lnTo>
                    <a:pt x="21600" y="0"/>
                  </a:lnTo>
                  <a:close/>
                </a:path>
              </a:pathLst>
            </a:custGeom>
            <a:solidFill>
              <a:srgbClr val="80C0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4" name="Shape 3714"/>
            <p:cNvSpPr/>
            <p:nvPr/>
          </p:nvSpPr>
          <p:spPr>
            <a:xfrm>
              <a:off x="5277207" y="2476338"/>
              <a:ext cx="274972"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35" y="0"/>
                  </a:moveTo>
                  <a:lnTo>
                    <a:pt x="21600" y="21600"/>
                  </a:lnTo>
                  <a:lnTo>
                    <a:pt x="0" y="17923"/>
                  </a:lnTo>
                  <a:lnTo>
                    <a:pt x="18335" y="0"/>
                  </a:lnTo>
                  <a:close/>
                </a:path>
              </a:pathLst>
            </a:custGeom>
            <a:solidFill>
              <a:srgbClr val="E9F4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5" name="Shape 3715"/>
            <p:cNvSpPr/>
            <p:nvPr/>
          </p:nvSpPr>
          <p:spPr>
            <a:xfrm>
              <a:off x="4557806" y="5232444"/>
              <a:ext cx="994373" cy="7018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620" y="0"/>
                  </a:moveTo>
                  <a:lnTo>
                    <a:pt x="21600" y="12202"/>
                  </a:lnTo>
                  <a:lnTo>
                    <a:pt x="0" y="21600"/>
                  </a:lnTo>
                  <a:lnTo>
                    <a:pt x="14620" y="0"/>
                  </a:lnTo>
                  <a:close/>
                </a:path>
              </a:pathLst>
            </a:custGeom>
            <a:solidFill>
              <a:srgbClr val="3D6CA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6" name="Shape 3716"/>
            <p:cNvSpPr/>
            <p:nvPr/>
          </p:nvSpPr>
          <p:spPr>
            <a:xfrm>
              <a:off x="4557806" y="5628913"/>
              <a:ext cx="994373" cy="673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717" y="21600"/>
                  </a:lnTo>
                  <a:lnTo>
                    <a:pt x="0" y="9800"/>
                  </a:lnTo>
                  <a:lnTo>
                    <a:pt x="21600" y="0"/>
                  </a:lnTo>
                  <a:close/>
                </a:path>
              </a:pathLst>
            </a:custGeom>
            <a:solidFill>
              <a:srgbClr val="508CC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7" name="Shape 3717"/>
            <p:cNvSpPr/>
            <p:nvPr/>
          </p:nvSpPr>
          <p:spPr>
            <a:xfrm>
              <a:off x="5069380" y="2975123"/>
              <a:ext cx="482799" cy="48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562"/>
                  </a:moveTo>
                  <a:lnTo>
                    <a:pt x="0" y="21600"/>
                  </a:lnTo>
                  <a:lnTo>
                    <a:pt x="9298" y="0"/>
                  </a:lnTo>
                  <a:lnTo>
                    <a:pt x="21600" y="4562"/>
                  </a:lnTo>
                  <a:close/>
                </a:path>
              </a:pathLst>
            </a:custGeom>
            <a:solidFill>
              <a:srgbClr val="B9E4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8" name="Shape 3718"/>
            <p:cNvSpPr/>
            <p:nvPr/>
          </p:nvSpPr>
          <p:spPr>
            <a:xfrm>
              <a:off x="5042202" y="1467578"/>
              <a:ext cx="498786" cy="601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7031" y="21600"/>
                  </a:lnTo>
                  <a:lnTo>
                    <a:pt x="0" y="8387"/>
                  </a:lnTo>
                  <a:lnTo>
                    <a:pt x="21600" y="0"/>
                  </a:lnTo>
                  <a:close/>
                </a:path>
              </a:pathLst>
            </a:custGeom>
            <a:solidFill>
              <a:srgbClr val="DDFC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19" name="Shape 3719"/>
            <p:cNvSpPr/>
            <p:nvPr/>
          </p:nvSpPr>
          <p:spPr>
            <a:xfrm>
              <a:off x="5042202" y="1334889"/>
              <a:ext cx="498786" cy="366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829"/>
                  </a:moveTo>
                  <a:lnTo>
                    <a:pt x="0" y="21600"/>
                  </a:lnTo>
                  <a:lnTo>
                    <a:pt x="13915" y="0"/>
                  </a:lnTo>
                  <a:lnTo>
                    <a:pt x="21600" y="7829"/>
                  </a:lnTo>
                  <a:close/>
                </a:path>
              </a:pathLst>
            </a:custGeom>
            <a:solidFill>
              <a:srgbClr val="85CB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0" name="Shape 3720"/>
            <p:cNvSpPr/>
            <p:nvPr/>
          </p:nvSpPr>
          <p:spPr>
            <a:xfrm>
              <a:off x="4967065" y="3459521"/>
              <a:ext cx="559534" cy="7321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950" y="0"/>
                  </a:moveTo>
                  <a:lnTo>
                    <a:pt x="21600" y="21600"/>
                  </a:lnTo>
                  <a:lnTo>
                    <a:pt x="0" y="17261"/>
                  </a:lnTo>
                  <a:lnTo>
                    <a:pt x="3950" y="0"/>
                  </a:lnTo>
                  <a:close/>
                </a:path>
              </a:pathLst>
            </a:custGeom>
            <a:solidFill>
              <a:srgbClr val="CFE2F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1" name="Shape 3721"/>
            <p:cNvSpPr/>
            <p:nvPr/>
          </p:nvSpPr>
          <p:spPr>
            <a:xfrm>
              <a:off x="4967065" y="4044632"/>
              <a:ext cx="559534" cy="6890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611"/>
                  </a:moveTo>
                  <a:lnTo>
                    <a:pt x="6233" y="21600"/>
                  </a:lnTo>
                  <a:lnTo>
                    <a:pt x="0" y="0"/>
                  </a:lnTo>
                  <a:lnTo>
                    <a:pt x="21600" y="4611"/>
                  </a:lnTo>
                  <a:close/>
                </a:path>
              </a:pathLst>
            </a:custGeom>
            <a:solidFill>
              <a:srgbClr val="D5F0F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2" name="Shape 3722"/>
            <p:cNvSpPr/>
            <p:nvPr/>
          </p:nvSpPr>
          <p:spPr>
            <a:xfrm>
              <a:off x="4732060" y="2476338"/>
              <a:ext cx="778553" cy="4987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124" y="21600"/>
                  </a:lnTo>
                  <a:lnTo>
                    <a:pt x="0" y="0"/>
                  </a:lnTo>
                  <a:lnTo>
                    <a:pt x="21600" y="0"/>
                  </a:lnTo>
                  <a:close/>
                </a:path>
              </a:pathLst>
            </a:custGeom>
            <a:solidFill>
              <a:srgbClr val="E5F2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3" name="Shape 3723"/>
            <p:cNvSpPr/>
            <p:nvPr/>
          </p:nvSpPr>
          <p:spPr>
            <a:xfrm>
              <a:off x="5114142" y="892057"/>
              <a:ext cx="335722" cy="44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6046" y="21600"/>
                  </a:lnTo>
                  <a:lnTo>
                    <a:pt x="0" y="2963"/>
                  </a:lnTo>
                  <a:lnTo>
                    <a:pt x="21600" y="0"/>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4" name="Shape 3724"/>
            <p:cNvSpPr/>
            <p:nvPr/>
          </p:nvSpPr>
          <p:spPr>
            <a:xfrm>
              <a:off x="4717673" y="1961567"/>
              <a:ext cx="717803" cy="3980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812"/>
                  </a:moveTo>
                  <a:lnTo>
                    <a:pt x="11931" y="21600"/>
                  </a:lnTo>
                  <a:lnTo>
                    <a:pt x="0" y="0"/>
                  </a:lnTo>
                  <a:lnTo>
                    <a:pt x="21600" y="5812"/>
                  </a:lnTo>
                  <a:close/>
                </a:path>
              </a:pathLst>
            </a:custGeom>
            <a:solidFill>
              <a:srgbClr val="B1EF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5" name="Shape 3725"/>
            <p:cNvSpPr/>
            <p:nvPr/>
          </p:nvSpPr>
          <p:spPr>
            <a:xfrm>
              <a:off x="4717673" y="1700984"/>
              <a:ext cx="717803" cy="3676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5308"/>
                  </a:lnTo>
                  <a:lnTo>
                    <a:pt x="9766" y="0"/>
                  </a:lnTo>
                  <a:lnTo>
                    <a:pt x="21600" y="21600"/>
                  </a:lnTo>
                  <a:close/>
                </a:path>
              </a:pathLst>
            </a:custGeom>
            <a:solidFill>
              <a:srgbClr val="CEFC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6" name="Shape 3726"/>
            <p:cNvSpPr/>
            <p:nvPr/>
          </p:nvSpPr>
          <p:spPr>
            <a:xfrm>
              <a:off x="5128531" y="4733659"/>
              <a:ext cx="279769"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685"/>
                  </a:moveTo>
                  <a:lnTo>
                    <a:pt x="7899" y="21600"/>
                  </a:lnTo>
                  <a:lnTo>
                    <a:pt x="0" y="0"/>
                  </a:lnTo>
                  <a:lnTo>
                    <a:pt x="21600" y="7685"/>
                  </a:lnTo>
                  <a:close/>
                </a:path>
              </a:pathLst>
            </a:custGeom>
            <a:solidFill>
              <a:srgbClr val="8BC0E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7" name="Shape 3727"/>
            <p:cNvSpPr/>
            <p:nvPr/>
          </p:nvSpPr>
          <p:spPr>
            <a:xfrm>
              <a:off x="4792810" y="952808"/>
              <a:ext cx="570727" cy="4540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61" y="0"/>
                  </a:moveTo>
                  <a:lnTo>
                    <a:pt x="21600" y="18177"/>
                  </a:lnTo>
                  <a:lnTo>
                    <a:pt x="0" y="21600"/>
                  </a:lnTo>
                  <a:lnTo>
                    <a:pt x="12161" y="0"/>
                  </a:lnTo>
                  <a:close/>
                </a:path>
              </a:pathLst>
            </a:custGeom>
            <a:solidFill>
              <a:srgbClr val="EC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8" name="Shape 3728"/>
            <p:cNvSpPr/>
            <p:nvPr/>
          </p:nvSpPr>
          <p:spPr>
            <a:xfrm>
              <a:off x="4792810" y="1334889"/>
              <a:ext cx="570727" cy="366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9439" y="21600"/>
                  </a:lnTo>
                  <a:lnTo>
                    <a:pt x="0" y="4245"/>
                  </a:lnTo>
                  <a:lnTo>
                    <a:pt x="21600" y="0"/>
                  </a:lnTo>
                  <a:close/>
                </a:path>
              </a:pathLst>
            </a:custGeom>
            <a:solidFill>
              <a:srgbClr val="9BD5D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29" name="Shape 3729"/>
            <p:cNvSpPr/>
            <p:nvPr/>
          </p:nvSpPr>
          <p:spPr>
            <a:xfrm>
              <a:off x="4676107" y="2975123"/>
              <a:ext cx="601101" cy="48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4132" y="21600"/>
                  </a:lnTo>
                  <a:lnTo>
                    <a:pt x="0" y="15683"/>
                  </a:lnTo>
                  <a:lnTo>
                    <a:pt x="21600" y="0"/>
                  </a:lnTo>
                  <a:close/>
                </a:path>
              </a:pathLst>
            </a:custGeom>
            <a:solidFill>
              <a:srgbClr val="AFE5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0" name="Shape 3730"/>
            <p:cNvSpPr/>
            <p:nvPr/>
          </p:nvSpPr>
          <p:spPr>
            <a:xfrm>
              <a:off x="4676107" y="2476338"/>
              <a:ext cx="601101" cy="8504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668"/>
                  </a:moveTo>
                  <a:lnTo>
                    <a:pt x="0" y="21600"/>
                  </a:lnTo>
                  <a:lnTo>
                    <a:pt x="2011" y="0"/>
                  </a:lnTo>
                  <a:lnTo>
                    <a:pt x="21600" y="12668"/>
                  </a:lnTo>
                  <a:close/>
                </a:path>
              </a:pathLst>
            </a:custGeom>
            <a:solidFill>
              <a:srgbClr val="E7F2F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1" name="Shape 3731"/>
            <p:cNvSpPr/>
            <p:nvPr/>
          </p:nvSpPr>
          <p:spPr>
            <a:xfrm>
              <a:off x="4116573" y="4733659"/>
              <a:ext cx="1114274"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17" y="0"/>
                  </a:moveTo>
                  <a:lnTo>
                    <a:pt x="21600" y="21600"/>
                  </a:lnTo>
                  <a:lnTo>
                    <a:pt x="0" y="14538"/>
                  </a:lnTo>
                  <a:lnTo>
                    <a:pt x="19617" y="0"/>
                  </a:lnTo>
                  <a:close/>
                </a:path>
              </a:pathLst>
            </a:custGeom>
            <a:solidFill>
              <a:srgbClr val="A8CDE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2" name="Shape 3732"/>
            <p:cNvSpPr/>
            <p:nvPr/>
          </p:nvSpPr>
          <p:spPr>
            <a:xfrm>
              <a:off x="4116573" y="5069380"/>
              <a:ext cx="1114274" cy="8648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072"/>
                  </a:moveTo>
                  <a:lnTo>
                    <a:pt x="8553" y="21600"/>
                  </a:lnTo>
                  <a:lnTo>
                    <a:pt x="0" y="0"/>
                  </a:lnTo>
                  <a:lnTo>
                    <a:pt x="21600" y="4072"/>
                  </a:lnTo>
                  <a:close/>
                </a:path>
              </a:pathLst>
            </a:custGeom>
            <a:solidFill>
              <a:srgbClr val="BCE9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3" name="Shape 3733"/>
            <p:cNvSpPr/>
            <p:nvPr/>
          </p:nvSpPr>
          <p:spPr>
            <a:xfrm>
              <a:off x="4410728" y="6301952"/>
              <a:ext cx="778553" cy="789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435" y="21600"/>
                  </a:lnTo>
                  <a:lnTo>
                    <a:pt x="0" y="10844"/>
                  </a:lnTo>
                  <a:lnTo>
                    <a:pt x="21600" y="0"/>
                  </a:lnTo>
                  <a:close/>
                </a:path>
              </a:pathLst>
            </a:custGeom>
            <a:solidFill>
              <a:srgbClr val="355D9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4" name="Shape 3734"/>
            <p:cNvSpPr/>
            <p:nvPr/>
          </p:nvSpPr>
          <p:spPr>
            <a:xfrm>
              <a:off x="4410728" y="5934259"/>
              <a:ext cx="778553" cy="764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393"/>
                  </a:moveTo>
                  <a:lnTo>
                    <a:pt x="0" y="21600"/>
                  </a:lnTo>
                  <a:lnTo>
                    <a:pt x="4080" y="0"/>
                  </a:lnTo>
                  <a:lnTo>
                    <a:pt x="21600" y="10393"/>
                  </a:lnTo>
                  <a:close/>
                </a:path>
              </a:pathLst>
            </a:custGeom>
            <a:solidFill>
              <a:srgbClr val="62A7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5" name="Shape 3735"/>
            <p:cNvSpPr/>
            <p:nvPr/>
          </p:nvSpPr>
          <p:spPr>
            <a:xfrm>
              <a:off x="4116573" y="4044632"/>
              <a:ext cx="1011959" cy="10247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54" y="0"/>
                  </a:moveTo>
                  <a:lnTo>
                    <a:pt x="21600" y="14524"/>
                  </a:lnTo>
                  <a:lnTo>
                    <a:pt x="0" y="21600"/>
                  </a:lnTo>
                  <a:lnTo>
                    <a:pt x="18154" y="0"/>
                  </a:lnTo>
                  <a:close/>
                </a:path>
              </a:pathLst>
            </a:custGeom>
            <a:solidFill>
              <a:srgbClr val="A3DE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6" name="Shape 3736"/>
            <p:cNvSpPr/>
            <p:nvPr/>
          </p:nvSpPr>
          <p:spPr>
            <a:xfrm>
              <a:off x="4792810" y="749777"/>
              <a:ext cx="321334" cy="657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674"/>
                  </a:moveTo>
                  <a:lnTo>
                    <a:pt x="0" y="21600"/>
                  </a:lnTo>
                  <a:lnTo>
                    <a:pt x="2042" y="0"/>
                  </a:lnTo>
                  <a:lnTo>
                    <a:pt x="21600" y="6674"/>
                  </a:lnTo>
                  <a:close/>
                </a:path>
              </a:pathLst>
            </a:custGeom>
            <a:solidFill>
              <a:srgbClr val="C9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7" name="Shape 3737"/>
            <p:cNvSpPr/>
            <p:nvPr/>
          </p:nvSpPr>
          <p:spPr>
            <a:xfrm>
              <a:off x="4396339" y="1961567"/>
              <a:ext cx="717803" cy="44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417"/>
                  </a:moveTo>
                  <a:lnTo>
                    <a:pt x="0" y="21600"/>
                  </a:lnTo>
                  <a:lnTo>
                    <a:pt x="9669" y="0"/>
                  </a:lnTo>
                  <a:lnTo>
                    <a:pt x="21600" y="19417"/>
                  </a:lnTo>
                  <a:close/>
                </a:path>
              </a:pathLst>
            </a:custGeom>
            <a:solidFill>
              <a:srgbClr val="A4E4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8" name="Shape 3738"/>
            <p:cNvSpPr/>
            <p:nvPr/>
          </p:nvSpPr>
          <p:spPr>
            <a:xfrm>
              <a:off x="4676107" y="3326831"/>
              <a:ext cx="393273" cy="7178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993"/>
                  </a:moveTo>
                  <a:lnTo>
                    <a:pt x="15980" y="21600"/>
                  </a:lnTo>
                  <a:lnTo>
                    <a:pt x="0" y="0"/>
                  </a:lnTo>
                  <a:lnTo>
                    <a:pt x="21600" y="3993"/>
                  </a:lnTo>
                  <a:close/>
                </a:path>
              </a:pathLst>
            </a:custGeom>
            <a:solidFill>
              <a:srgbClr val="B8DE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39" name="Shape 3739"/>
            <p:cNvSpPr/>
            <p:nvPr/>
          </p:nvSpPr>
          <p:spPr>
            <a:xfrm>
              <a:off x="4498654" y="1406829"/>
              <a:ext cx="543549" cy="2941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89" y="0"/>
                  </a:moveTo>
                  <a:lnTo>
                    <a:pt x="21600" y="21600"/>
                  </a:lnTo>
                  <a:lnTo>
                    <a:pt x="0" y="10800"/>
                  </a:lnTo>
                  <a:lnTo>
                    <a:pt x="11689" y="0"/>
                  </a:lnTo>
                  <a:close/>
                </a:path>
              </a:pathLst>
            </a:custGeom>
            <a:solidFill>
              <a:srgbClr val="86C3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0" name="Shape 3740"/>
            <p:cNvSpPr/>
            <p:nvPr/>
          </p:nvSpPr>
          <p:spPr>
            <a:xfrm>
              <a:off x="4498654" y="1553906"/>
              <a:ext cx="543549"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793"/>
                  </a:moveTo>
                  <a:lnTo>
                    <a:pt x="8704" y="21600"/>
                  </a:lnTo>
                  <a:lnTo>
                    <a:pt x="0" y="0"/>
                  </a:lnTo>
                  <a:lnTo>
                    <a:pt x="21600" y="7793"/>
                  </a:lnTo>
                  <a:close/>
                </a:path>
              </a:pathLst>
            </a:custGeom>
            <a:solidFill>
              <a:srgbClr val="E6FC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1" name="Shape 3741"/>
            <p:cNvSpPr/>
            <p:nvPr/>
          </p:nvSpPr>
          <p:spPr>
            <a:xfrm>
              <a:off x="4263651" y="3326831"/>
              <a:ext cx="703416" cy="7178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665" y="0"/>
                  </a:moveTo>
                  <a:lnTo>
                    <a:pt x="21600" y="21600"/>
                  </a:lnTo>
                  <a:lnTo>
                    <a:pt x="0" y="18088"/>
                  </a:lnTo>
                  <a:lnTo>
                    <a:pt x="12665" y="0"/>
                  </a:lnTo>
                  <a:close/>
                </a:path>
              </a:pathLst>
            </a:custGeom>
            <a:solidFill>
              <a:srgbClr val="D3E9F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2" name="Shape 3742"/>
            <p:cNvSpPr/>
            <p:nvPr/>
          </p:nvSpPr>
          <p:spPr>
            <a:xfrm>
              <a:off x="4116573" y="3927929"/>
              <a:ext cx="850492" cy="11414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208"/>
                  </a:moveTo>
                  <a:lnTo>
                    <a:pt x="0" y="21600"/>
                  </a:lnTo>
                  <a:lnTo>
                    <a:pt x="3735" y="0"/>
                  </a:lnTo>
                  <a:lnTo>
                    <a:pt x="21600" y="2208"/>
                  </a:lnTo>
                  <a:close/>
                </a:path>
              </a:pathLst>
            </a:custGeom>
            <a:solidFill>
              <a:srgbClr val="B2E0F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3" name="Shape 3743"/>
            <p:cNvSpPr/>
            <p:nvPr/>
          </p:nvSpPr>
          <p:spPr>
            <a:xfrm>
              <a:off x="4308412" y="7091696"/>
              <a:ext cx="658653" cy="310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421" y="21600"/>
                  </a:lnTo>
                  <a:lnTo>
                    <a:pt x="0" y="21600"/>
                  </a:lnTo>
                  <a:lnTo>
                    <a:pt x="21600" y="0"/>
                  </a:lnTo>
                  <a:close/>
                </a:path>
              </a:pathLst>
            </a:custGeom>
            <a:solidFill>
              <a:srgbClr val="3B578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4" name="Shape 3744"/>
            <p:cNvSpPr/>
            <p:nvPr/>
          </p:nvSpPr>
          <p:spPr>
            <a:xfrm>
              <a:off x="4308412" y="6698423"/>
              <a:ext cx="658653" cy="703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076"/>
                  </a:moveTo>
                  <a:lnTo>
                    <a:pt x="0" y="21600"/>
                  </a:lnTo>
                  <a:lnTo>
                    <a:pt x="3355" y="0"/>
                  </a:lnTo>
                  <a:lnTo>
                    <a:pt x="21600" y="12076"/>
                  </a:lnTo>
                  <a:close/>
                </a:path>
              </a:pathLst>
            </a:custGeom>
            <a:solidFill>
              <a:srgbClr val="304E8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5" name="Shape 3745"/>
            <p:cNvSpPr/>
            <p:nvPr/>
          </p:nvSpPr>
          <p:spPr>
            <a:xfrm>
              <a:off x="4207697" y="423647"/>
              <a:ext cx="615489" cy="3261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16" y="0"/>
                  </a:moveTo>
                  <a:lnTo>
                    <a:pt x="21600" y="21600"/>
                  </a:lnTo>
                  <a:lnTo>
                    <a:pt x="0" y="4024"/>
                  </a:lnTo>
                  <a:lnTo>
                    <a:pt x="10716" y="0"/>
                  </a:lnTo>
                  <a:close/>
                </a:path>
              </a:pathLst>
            </a:custGeom>
            <a:solidFill>
              <a:srgbClr val="F4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6" name="Shape 3746"/>
            <p:cNvSpPr/>
            <p:nvPr/>
          </p:nvSpPr>
          <p:spPr>
            <a:xfrm>
              <a:off x="4441102" y="749777"/>
              <a:ext cx="382082" cy="657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9883" y="21600"/>
                  </a:lnTo>
                  <a:lnTo>
                    <a:pt x="0" y="17764"/>
                  </a:lnTo>
                  <a:lnTo>
                    <a:pt x="21600" y="0"/>
                  </a:lnTo>
                  <a:close/>
                </a:path>
              </a:pathLst>
            </a:custGeom>
            <a:solidFill>
              <a:srgbClr val="DC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7" name="Shape 3747"/>
            <p:cNvSpPr/>
            <p:nvPr/>
          </p:nvSpPr>
          <p:spPr>
            <a:xfrm>
              <a:off x="4059021" y="749777"/>
              <a:ext cx="764165" cy="5403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0800" y="21600"/>
                  </a:lnTo>
                  <a:lnTo>
                    <a:pt x="0" y="10417"/>
                  </a:lnTo>
                  <a:lnTo>
                    <a:pt x="21600" y="0"/>
                  </a:lnTo>
                  <a:close/>
                </a:path>
              </a:pathLst>
            </a:custGeom>
            <a:solidFill>
              <a:srgbClr val="D0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8" name="Shape 3748"/>
            <p:cNvSpPr/>
            <p:nvPr/>
          </p:nvSpPr>
          <p:spPr>
            <a:xfrm>
              <a:off x="4059021" y="484397"/>
              <a:ext cx="764165" cy="5259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98"/>
                  </a:moveTo>
                  <a:lnTo>
                    <a:pt x="0" y="21600"/>
                  </a:lnTo>
                  <a:lnTo>
                    <a:pt x="4203" y="0"/>
                  </a:lnTo>
                  <a:lnTo>
                    <a:pt x="21600" y="10898"/>
                  </a:lnTo>
                  <a:close/>
                </a:path>
              </a:pathLst>
            </a:custGeom>
            <a:solidFill>
              <a:srgbClr val="EA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49" name="Shape 3749"/>
            <p:cNvSpPr/>
            <p:nvPr/>
          </p:nvSpPr>
          <p:spPr>
            <a:xfrm>
              <a:off x="4441102" y="1290126"/>
              <a:ext cx="351708" cy="2637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556"/>
                  </a:moveTo>
                  <a:lnTo>
                    <a:pt x="3535" y="21600"/>
                  </a:lnTo>
                  <a:lnTo>
                    <a:pt x="0" y="0"/>
                  </a:lnTo>
                  <a:lnTo>
                    <a:pt x="21600" y="9556"/>
                  </a:lnTo>
                  <a:close/>
                </a:path>
              </a:pathLst>
            </a:custGeom>
            <a:solidFill>
              <a:srgbClr val="84BE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0" name="Shape 3750"/>
            <p:cNvSpPr/>
            <p:nvPr/>
          </p:nvSpPr>
          <p:spPr>
            <a:xfrm>
              <a:off x="4236473" y="2476338"/>
              <a:ext cx="495589" cy="8504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9161" y="21600"/>
                  </a:lnTo>
                  <a:lnTo>
                    <a:pt x="0" y="10841"/>
                  </a:lnTo>
                  <a:lnTo>
                    <a:pt x="21600" y="0"/>
                  </a:lnTo>
                  <a:close/>
                </a:path>
              </a:pathLst>
            </a:custGeom>
            <a:solidFill>
              <a:srgbClr val="A4CDE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1" name="Shape 3751"/>
            <p:cNvSpPr/>
            <p:nvPr/>
          </p:nvSpPr>
          <p:spPr>
            <a:xfrm>
              <a:off x="2887196" y="2476338"/>
              <a:ext cx="1844865" cy="4268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5798" y="21600"/>
                  </a:lnTo>
                  <a:lnTo>
                    <a:pt x="0" y="809"/>
                  </a:lnTo>
                  <a:lnTo>
                    <a:pt x="21600" y="0"/>
                  </a:lnTo>
                  <a:close/>
                </a:path>
              </a:pathLst>
            </a:custGeom>
            <a:solidFill>
              <a:srgbClr val="DFF1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2" name="Shape 3752"/>
            <p:cNvSpPr/>
            <p:nvPr/>
          </p:nvSpPr>
          <p:spPr>
            <a:xfrm>
              <a:off x="4116573" y="1553906"/>
              <a:ext cx="601101" cy="407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730" y="0"/>
                  </a:moveTo>
                  <a:lnTo>
                    <a:pt x="21600" y="21600"/>
                  </a:lnTo>
                  <a:lnTo>
                    <a:pt x="0" y="14061"/>
                  </a:lnTo>
                  <a:lnTo>
                    <a:pt x="13730" y="0"/>
                  </a:lnTo>
                  <a:close/>
                </a:path>
              </a:pathLst>
            </a:custGeom>
            <a:solidFill>
              <a:srgbClr val="E5FD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3" name="Shape 3753"/>
            <p:cNvSpPr/>
            <p:nvPr/>
          </p:nvSpPr>
          <p:spPr>
            <a:xfrm>
              <a:off x="4116573" y="1819285"/>
              <a:ext cx="601101" cy="58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252"/>
                  </a:moveTo>
                  <a:lnTo>
                    <a:pt x="10053" y="21600"/>
                  </a:lnTo>
                  <a:lnTo>
                    <a:pt x="0" y="0"/>
                  </a:lnTo>
                  <a:lnTo>
                    <a:pt x="21600" y="5252"/>
                  </a:lnTo>
                  <a:close/>
                </a:path>
              </a:pathLst>
            </a:custGeom>
            <a:solidFill>
              <a:srgbClr val="CF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4" name="Shape 3754"/>
            <p:cNvSpPr/>
            <p:nvPr/>
          </p:nvSpPr>
          <p:spPr>
            <a:xfrm>
              <a:off x="3560236" y="3326831"/>
              <a:ext cx="1115872" cy="601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3616" y="21600"/>
                  </a:lnTo>
                  <a:lnTo>
                    <a:pt x="0" y="12638"/>
                  </a:lnTo>
                  <a:lnTo>
                    <a:pt x="21600" y="0"/>
                  </a:lnTo>
                  <a:close/>
                </a:path>
              </a:pathLst>
            </a:custGeom>
            <a:solidFill>
              <a:srgbClr val="BBDAF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5" name="Shape 3755"/>
            <p:cNvSpPr/>
            <p:nvPr/>
          </p:nvSpPr>
          <p:spPr>
            <a:xfrm>
              <a:off x="3560236" y="2903183"/>
              <a:ext cx="1115872" cy="7753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802"/>
                  </a:moveTo>
                  <a:lnTo>
                    <a:pt x="0" y="21600"/>
                  </a:lnTo>
                  <a:lnTo>
                    <a:pt x="13090" y="0"/>
                  </a:lnTo>
                  <a:lnTo>
                    <a:pt x="21600" y="11802"/>
                  </a:lnTo>
                  <a:close/>
                </a:path>
              </a:pathLst>
            </a:custGeom>
            <a:solidFill>
              <a:srgbClr val="B5DAF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6" name="Shape 3756"/>
            <p:cNvSpPr/>
            <p:nvPr/>
          </p:nvSpPr>
          <p:spPr>
            <a:xfrm>
              <a:off x="4116573" y="5069380"/>
              <a:ext cx="441234" cy="8648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7904" y="20482"/>
                  </a:lnTo>
                  <a:lnTo>
                    <a:pt x="0" y="0"/>
                  </a:lnTo>
                  <a:close/>
                </a:path>
              </a:pathLst>
            </a:custGeom>
            <a:solidFill>
              <a:srgbClr val="99CAE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7" name="Shape 3757"/>
            <p:cNvSpPr/>
            <p:nvPr/>
          </p:nvSpPr>
          <p:spPr>
            <a:xfrm>
              <a:off x="4365965" y="5934259"/>
              <a:ext cx="191842" cy="764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5040" y="21600"/>
                  </a:lnTo>
                  <a:lnTo>
                    <a:pt x="0" y="7501"/>
                  </a:lnTo>
                  <a:lnTo>
                    <a:pt x="21600" y="0"/>
                  </a:lnTo>
                  <a:close/>
                </a:path>
              </a:pathLst>
            </a:custGeom>
            <a:solidFill>
              <a:srgbClr val="B4E8F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8" name="Shape 3758"/>
            <p:cNvSpPr/>
            <p:nvPr/>
          </p:nvSpPr>
          <p:spPr>
            <a:xfrm>
              <a:off x="4278038" y="5889497"/>
              <a:ext cx="279769" cy="310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118"/>
                  </a:moveTo>
                  <a:lnTo>
                    <a:pt x="6789" y="21600"/>
                  </a:lnTo>
                  <a:lnTo>
                    <a:pt x="0" y="0"/>
                  </a:lnTo>
                  <a:lnTo>
                    <a:pt x="21600" y="3118"/>
                  </a:lnTo>
                  <a:close/>
                </a:path>
              </a:pathLst>
            </a:custGeom>
            <a:solidFill>
              <a:srgbClr val="B8E3FA"/>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59" name="Shape 3759"/>
            <p:cNvSpPr/>
            <p:nvPr/>
          </p:nvSpPr>
          <p:spPr>
            <a:xfrm>
              <a:off x="4130962" y="1274140"/>
              <a:ext cx="367695" cy="2797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19" y="1234"/>
                  </a:moveTo>
                  <a:lnTo>
                    <a:pt x="21600" y="21600"/>
                  </a:lnTo>
                  <a:lnTo>
                    <a:pt x="0" y="0"/>
                  </a:lnTo>
                  <a:lnTo>
                    <a:pt x="18219" y="1234"/>
                  </a:lnTo>
                  <a:close/>
                </a:path>
              </a:pathLst>
            </a:custGeom>
            <a:solidFill>
              <a:srgbClr val="84BEDE"/>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0" name="Shape 3760"/>
            <p:cNvSpPr/>
            <p:nvPr/>
          </p:nvSpPr>
          <p:spPr>
            <a:xfrm>
              <a:off x="4116573" y="1274140"/>
              <a:ext cx="382082" cy="545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085"/>
                  </a:moveTo>
                  <a:lnTo>
                    <a:pt x="0" y="21600"/>
                  </a:lnTo>
                  <a:lnTo>
                    <a:pt x="813" y="0"/>
                  </a:lnTo>
                  <a:lnTo>
                    <a:pt x="21600" y="11085"/>
                  </a:lnTo>
                  <a:close/>
                </a:path>
              </a:pathLst>
            </a:custGeom>
            <a:solidFill>
              <a:srgbClr val="EBFB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1" name="Shape 3761"/>
            <p:cNvSpPr/>
            <p:nvPr/>
          </p:nvSpPr>
          <p:spPr>
            <a:xfrm>
              <a:off x="4059021" y="1010358"/>
              <a:ext cx="382082" cy="2797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4067" y="20366"/>
                  </a:lnTo>
                  <a:lnTo>
                    <a:pt x="0" y="0"/>
                  </a:lnTo>
                  <a:lnTo>
                    <a:pt x="21600" y="21600"/>
                  </a:lnTo>
                  <a:close/>
                </a:path>
              </a:pathLst>
            </a:custGeom>
            <a:solidFill>
              <a:srgbClr val="9DE1F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2" name="Shape 3762"/>
            <p:cNvSpPr/>
            <p:nvPr/>
          </p:nvSpPr>
          <p:spPr>
            <a:xfrm>
              <a:off x="4146948" y="6199639"/>
              <a:ext cx="263781" cy="498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35" y="0"/>
                  </a:moveTo>
                  <a:lnTo>
                    <a:pt x="21600" y="21600"/>
                  </a:lnTo>
                  <a:lnTo>
                    <a:pt x="0" y="11423"/>
                  </a:lnTo>
                  <a:lnTo>
                    <a:pt x="17935" y="0"/>
                  </a:lnTo>
                  <a:close/>
                </a:path>
              </a:pathLst>
            </a:custGeom>
            <a:solidFill>
              <a:srgbClr val="CFEAF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3" name="Shape 3763"/>
            <p:cNvSpPr/>
            <p:nvPr/>
          </p:nvSpPr>
          <p:spPr>
            <a:xfrm>
              <a:off x="4089396" y="6698423"/>
              <a:ext cx="321333" cy="703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4722" y="21600"/>
                  </a:lnTo>
                  <a:lnTo>
                    <a:pt x="0" y="13451"/>
                  </a:lnTo>
                  <a:lnTo>
                    <a:pt x="21600" y="0"/>
                  </a:lnTo>
                  <a:close/>
                </a:path>
              </a:pathLst>
            </a:custGeom>
            <a:solidFill>
              <a:srgbClr val="355D8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4" name="Shape 3764"/>
            <p:cNvSpPr/>
            <p:nvPr/>
          </p:nvSpPr>
          <p:spPr>
            <a:xfrm>
              <a:off x="3942318" y="6698423"/>
              <a:ext cx="468411" cy="4380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782" y="21600"/>
                  </a:lnTo>
                  <a:lnTo>
                    <a:pt x="0" y="1340"/>
                  </a:lnTo>
                  <a:lnTo>
                    <a:pt x="21600" y="0"/>
                  </a:lnTo>
                  <a:close/>
                </a:path>
              </a:pathLst>
            </a:custGeom>
            <a:solidFill>
              <a:srgbClr val="9DC3D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5" name="Shape 3765"/>
            <p:cNvSpPr/>
            <p:nvPr/>
          </p:nvSpPr>
          <p:spPr>
            <a:xfrm>
              <a:off x="3942318" y="6463419"/>
              <a:ext cx="468411" cy="2621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61"/>
                  </a:moveTo>
                  <a:lnTo>
                    <a:pt x="0" y="21600"/>
                  </a:lnTo>
                  <a:lnTo>
                    <a:pt x="9436" y="0"/>
                  </a:lnTo>
                  <a:lnTo>
                    <a:pt x="21600" y="19361"/>
                  </a:lnTo>
                  <a:close/>
                </a:path>
              </a:pathLst>
            </a:custGeom>
            <a:solidFill>
              <a:srgbClr val="B7D3E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6" name="Shape 3766"/>
            <p:cNvSpPr/>
            <p:nvPr/>
          </p:nvSpPr>
          <p:spPr>
            <a:xfrm>
              <a:off x="3636971" y="1819285"/>
              <a:ext cx="759369" cy="585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642" y="0"/>
                  </a:moveTo>
                  <a:lnTo>
                    <a:pt x="21600" y="21600"/>
                  </a:lnTo>
                  <a:lnTo>
                    <a:pt x="0" y="13928"/>
                  </a:lnTo>
                  <a:lnTo>
                    <a:pt x="13642" y="0"/>
                  </a:lnTo>
                  <a:close/>
                </a:path>
              </a:pathLst>
            </a:custGeom>
            <a:solidFill>
              <a:srgbClr val="C9FDFC"/>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3767" name="Shape 3767"/>
            <p:cNvSpPr/>
            <p:nvPr/>
          </p:nvSpPr>
          <p:spPr>
            <a:xfrm>
              <a:off x="3636971" y="2196571"/>
              <a:ext cx="759369" cy="2078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3638" y="21600"/>
                  </a:lnTo>
                  <a:lnTo>
                    <a:pt x="0" y="0"/>
                  </a:lnTo>
                  <a:lnTo>
                    <a:pt x="21600" y="21600"/>
                  </a:lnTo>
                  <a:close/>
                </a:path>
              </a:pathLst>
            </a:custGeom>
            <a:solidFill>
              <a:srgbClr val="D0FFFF"/>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sp>
        <p:nvSpPr>
          <p:cNvPr id="3769" name="Shape 3769"/>
          <p:cNvSpPr/>
          <p:nvPr/>
        </p:nvSpPr>
        <p:spPr>
          <a:xfrm>
            <a:off x="15907629" y="4440388"/>
            <a:ext cx="4020603"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770" name="Shape 3770"/>
          <p:cNvSpPr/>
          <p:nvPr/>
        </p:nvSpPr>
        <p:spPr>
          <a:xfrm>
            <a:off x="15575553" y="7629249"/>
            <a:ext cx="4020603"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771" name="Shape 3771"/>
          <p:cNvSpPr/>
          <p:nvPr/>
        </p:nvSpPr>
        <p:spPr>
          <a:xfrm>
            <a:off x="13862846" y="11594782"/>
            <a:ext cx="4020604" cy="2032682"/>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772" name="Shape 3772"/>
          <p:cNvSpPr/>
          <p:nvPr/>
        </p:nvSpPr>
        <p:spPr>
          <a:xfrm>
            <a:off x="15190506" y="9461717"/>
            <a:ext cx="4020604"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800">
                <a:latin typeface="Raleway ExtraBold"/>
                <a:ea typeface="Raleway ExtraBold"/>
                <a:cs typeface="Raleway ExtraBold"/>
                <a:sym typeface="Raleway ExtraBold"/>
              </a:defRPr>
            </a:pPr>
            <a:r>
              <a:t>Red Social</a:t>
            </a:r>
          </a:p>
          <a:p>
            <a:pPr algn="l" defTabSz="914400">
              <a:defRPr sz="2200">
                <a:latin typeface="Raleway SemiBold"/>
                <a:ea typeface="Raleway SemiBold"/>
                <a:cs typeface="Raleway SemiBold"/>
                <a:sym typeface="Raleway SemiBold"/>
              </a:defRPr>
            </a:pPr>
            <a:r>
              <a:t>Texto</a:t>
            </a:r>
          </a:p>
        </p:txBody>
      </p:sp>
      <p:sp>
        <p:nvSpPr>
          <p:cNvPr id="3773" name="Shape 3773"/>
          <p:cNvSpPr/>
          <p:nvPr/>
        </p:nvSpPr>
        <p:spPr>
          <a:xfrm>
            <a:off x="5039417" y="7699875"/>
            <a:ext cx="4020604"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800">
                <a:latin typeface="Raleway ExtraBold"/>
                <a:ea typeface="Raleway ExtraBold"/>
                <a:cs typeface="Raleway ExtraBold"/>
                <a:sym typeface="Raleway ExtraBold"/>
              </a:defRPr>
            </a:pPr>
            <a:r>
              <a:t>Red Social</a:t>
            </a:r>
          </a:p>
          <a:p>
            <a:pPr algn="r" defTabSz="914400">
              <a:defRPr sz="2200">
                <a:latin typeface="Raleway SemiBold"/>
                <a:ea typeface="Raleway SemiBold"/>
                <a:cs typeface="Raleway SemiBold"/>
                <a:sym typeface="Raleway SemiBold"/>
              </a:defRPr>
            </a:pPr>
            <a:r>
              <a:t>Texto</a:t>
            </a:r>
          </a:p>
        </p:txBody>
      </p:sp>
      <p:sp>
        <p:nvSpPr>
          <p:cNvPr id="3774" name="Shape 3774"/>
          <p:cNvSpPr/>
          <p:nvPr/>
        </p:nvSpPr>
        <p:spPr>
          <a:xfrm>
            <a:off x="6487273" y="11594782"/>
            <a:ext cx="4020603" cy="2032682"/>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800">
                <a:latin typeface="Raleway ExtraBold"/>
                <a:ea typeface="Raleway ExtraBold"/>
                <a:cs typeface="Raleway ExtraBold"/>
                <a:sym typeface="Raleway ExtraBold"/>
              </a:defRPr>
            </a:pPr>
            <a:r>
              <a:t>Red Social</a:t>
            </a:r>
          </a:p>
          <a:p>
            <a:pPr algn="r" defTabSz="914400">
              <a:defRPr sz="2200">
                <a:latin typeface="Raleway SemiBold"/>
                <a:ea typeface="Raleway SemiBold"/>
                <a:cs typeface="Raleway SemiBold"/>
                <a:sym typeface="Raleway SemiBold"/>
              </a:defRPr>
            </a:pPr>
            <a:r>
              <a:t>Texto</a:t>
            </a:r>
          </a:p>
        </p:txBody>
      </p:sp>
      <p:sp>
        <p:nvSpPr>
          <p:cNvPr id="3775" name="Shape 3775"/>
          <p:cNvSpPr/>
          <p:nvPr/>
        </p:nvSpPr>
        <p:spPr>
          <a:xfrm>
            <a:off x="5466582" y="9461717"/>
            <a:ext cx="4020604"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800">
                <a:latin typeface="Raleway ExtraBold"/>
                <a:ea typeface="Raleway ExtraBold"/>
                <a:cs typeface="Raleway ExtraBold"/>
                <a:sym typeface="Raleway ExtraBold"/>
              </a:defRPr>
            </a:pPr>
            <a:r>
              <a:t>Red Social</a:t>
            </a:r>
          </a:p>
          <a:p>
            <a:pPr algn="r" defTabSz="914400">
              <a:defRPr sz="2200">
                <a:latin typeface="Raleway SemiBold"/>
                <a:ea typeface="Raleway SemiBold"/>
                <a:cs typeface="Raleway SemiBold"/>
                <a:sym typeface="Raleway SemiBold"/>
              </a:defRPr>
            </a:pPr>
            <a:r>
              <a:t>Texto</a:t>
            </a:r>
          </a:p>
        </p:txBody>
      </p:sp>
      <p:sp>
        <p:nvSpPr>
          <p:cNvPr id="3776" name="Shape 3776"/>
          <p:cNvSpPr/>
          <p:nvPr/>
        </p:nvSpPr>
        <p:spPr>
          <a:xfrm>
            <a:off x="4912417" y="4440388"/>
            <a:ext cx="4020604" cy="203268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800">
                <a:latin typeface="Raleway ExtraBold"/>
                <a:ea typeface="Raleway ExtraBold"/>
                <a:cs typeface="Raleway ExtraBold"/>
                <a:sym typeface="Raleway ExtraBold"/>
              </a:defRPr>
            </a:pPr>
            <a:r>
              <a:t>Red Social</a:t>
            </a:r>
          </a:p>
          <a:p>
            <a:pPr algn="r" defTabSz="914400">
              <a:defRPr sz="2200">
                <a:latin typeface="Raleway SemiBold"/>
                <a:ea typeface="Raleway SemiBold"/>
                <a:cs typeface="Raleway SemiBold"/>
                <a:sym typeface="Raleway SemiBold"/>
              </a:defRPr>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7" grpId="1" fill="hold">
                                  <p:stCondLst>
                                    <p:cond delay="0"/>
                                  </p:stCondLst>
                                  <p:iterate type="el" backwards="0">
                                    <p:tmAbs val="0"/>
                                  </p:iterate>
                                  <p:childTnLst>
                                    <p:set>
                                      <p:cBhvr>
                                        <p:cTn id="6" fill="hold"/>
                                        <p:tgtEl>
                                          <p:spTgt spid="3768"/>
                                        </p:tgtEl>
                                        <p:attrNameLst>
                                          <p:attrName>style.visibility</p:attrName>
                                        </p:attrNameLst>
                                      </p:cBhvr>
                                      <p:to>
                                        <p:strVal val="visible"/>
                                      </p:to>
                                    </p:set>
                                    <p:anim calcmode="lin" valueType="num">
                                      <p:cBhvr>
                                        <p:cTn id="7" dur="2000" fill="hold"/>
                                        <p:tgtEl>
                                          <p:spTgt spid="3768"/>
                                        </p:tgtEl>
                                        <p:attrNameLst>
                                          <p:attrName>ppt_x</p:attrName>
                                        </p:attrNameLst>
                                      </p:cBhvr>
                                      <p:tavLst>
                                        <p:tav tm="0">
                                          <p:val>
                                            <p:strVal val="#ppt_x"/>
                                          </p:val>
                                        </p:tav>
                                        <p:tav tm="100000">
                                          <p:val>
                                            <p:strVal val="#ppt_x"/>
                                          </p:val>
                                        </p:tav>
                                      </p:tavLst>
                                    </p:anim>
                                    <p:anim calcmode="lin" valueType="num">
                                      <p:cBhvr>
                                        <p:cTn id="8" dur="2000" fill="hold"/>
                                        <p:tgtEl>
                                          <p:spTgt spid="37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768" grpId="1"/>
    </p:bldLst>
  </p:timing>
</p:sld>
</file>

<file path=ppt/slides/slide10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778" name="Shape 3778"/>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PARA TABLAS</a:t>
            </a:r>
          </a:p>
          <a:p>
            <a:pPr>
              <a:defRPr sz="10000">
                <a:solidFill>
                  <a:srgbClr val="FFFFFF"/>
                </a:solidFill>
                <a:latin typeface="Raleway ExtraBold"/>
                <a:ea typeface="Raleway ExtraBold"/>
                <a:cs typeface="Raleway ExtraBold"/>
                <a:sym typeface="Raleway ExtraBold"/>
              </a:defRPr>
            </a:pPr>
            <a:r>
              <a:t>planning, calendarios, etc…</a:t>
            </a:r>
          </a:p>
        </p:txBody>
      </p:sp>
    </p:spTree>
  </p:cSld>
  <p:clrMapOvr>
    <a:masterClrMapping/>
  </p:clrMapOvr>
  <p:transition xmlns:p14="http://schemas.microsoft.com/office/powerpoint/2010/main" spd="med" advClick="1" p14:dur="1000"/>
</p:sld>
</file>

<file path=ppt/slides/slide10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780" name="Shape 3780"/>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a:t>
            </a:r>
          </a:p>
        </p:txBody>
      </p:sp>
      <p:graphicFrame>
        <p:nvGraphicFramePr>
          <p:cNvPr id="3781" name="Table 3781"/>
          <p:cNvGraphicFramePr/>
          <p:nvPr/>
        </p:nvGraphicFramePr>
        <p:xfrm>
          <a:off x="1804022" y="5596983"/>
          <a:ext cx="20779546" cy="5684740"/>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2240845"/>
                <a:gridCol w="1537317"/>
                <a:gridCol w="1537317"/>
                <a:gridCol w="1537317"/>
                <a:gridCol w="1537317"/>
                <a:gridCol w="1563377"/>
                <a:gridCol w="1537317"/>
                <a:gridCol w="1563377"/>
                <a:gridCol w="1511265"/>
                <a:gridCol w="1563377"/>
                <a:gridCol w="1563377"/>
                <a:gridCol w="1537317"/>
                <a:gridCol w="1537315"/>
              </a:tblGrid>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B w="12700">
                      <a:solidFill>
                        <a:srgbClr val="FFFFFF"/>
                      </a:solidFill>
                    </a:lnB>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B w="12700">
                      <a:solidFill>
                        <a:srgbClr val="FFFFFF"/>
                      </a:solidFill>
                    </a:lnB>
                    <a:solidFill>
                      <a:srgbClr val="B7B7B7"/>
                    </a:solidFill>
                  </a:tcPr>
                </a:tc>
              </a:tr>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B7B7B7"/>
                    </a:solidFill>
                  </a:tcPr>
                </a:tc>
              </a:tr>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B7B7B7"/>
                    </a:solidFill>
                  </a:tcPr>
                </a:tc>
              </a:tr>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B7B7B7"/>
                    </a:solidFill>
                  </a:tcPr>
                </a:tc>
              </a:tr>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B7B7B7"/>
                    </a:solidFill>
                  </a:tcPr>
                </a:tc>
              </a:tr>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B7B7B7"/>
                    </a:solidFill>
                  </a:tcPr>
                </a:tc>
              </a:tr>
              <a:tr h="810291">
                <a:tc>
                  <a:txBody>
                    <a:bodyPr/>
                    <a:lstStyle/>
                    <a:p>
                      <a:pPr algn="l">
                        <a:defRPr sz="3600">
                          <a:solidFill>
                            <a:srgbClr val="FFFFFF"/>
                          </a:solidFill>
                          <a:latin typeface="Calibri"/>
                          <a:ea typeface="Calibri"/>
                          <a:cs typeface="Calibri"/>
                        </a:defRPr>
                      </a:pPr>
                      <a:r>
                        <a:rPr sz="2600"/>
                        <a:t>Estrategia</a:t>
                      </a:r>
                    </a:p>
                  </a:txBody>
                  <a:tcPr marL="58321" marR="58321" marT="58321" marB="58321" anchor="ctr" anchorCtr="0" horzOverflow="overflow">
                    <a:lnR w="12700">
                      <a:solidFill>
                        <a:srgbClr val="FFFFFF"/>
                      </a:solidFill>
                    </a:lnR>
                    <a:lnT w="12700">
                      <a:solidFill>
                        <a:srgbClr val="FFFFFF"/>
                      </a:solidFill>
                    </a:lnT>
                    <a:solidFill>
                      <a:srgbClr val="2F5379"/>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solidFill>
                      <a:srgbClr val="B7B7B7"/>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solidFill>
                      <a:srgbClr val="B7B7B7"/>
                    </a:solidFill>
                  </a:tcPr>
                </a:tc>
              </a:tr>
            </a:tbl>
          </a:graphicData>
        </a:graphic>
      </p:graphicFrame>
      <p:graphicFrame>
        <p:nvGraphicFramePr>
          <p:cNvPr id="3782" name="Table 3782"/>
          <p:cNvGraphicFramePr/>
          <p:nvPr/>
        </p:nvGraphicFramePr>
        <p:xfrm>
          <a:off x="4074695" y="3776917"/>
          <a:ext cx="18491809" cy="1624212"/>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1539925"/>
                <a:gridCol w="1539925"/>
                <a:gridCol w="1539925"/>
                <a:gridCol w="1539925"/>
                <a:gridCol w="1539925"/>
                <a:gridCol w="1539925"/>
                <a:gridCol w="1539925"/>
                <a:gridCol w="1539925"/>
                <a:gridCol w="1539925"/>
                <a:gridCol w="1539925"/>
                <a:gridCol w="1539925"/>
                <a:gridCol w="1539925"/>
              </a:tblGrid>
              <a:tr h="883904">
                <a:tc gridSpan="4">
                  <a:txBody>
                    <a:bodyPr/>
                    <a:lstStyle/>
                    <a:p>
                      <a:pPr>
                        <a:defRPr sz="3600">
                          <a:solidFill>
                            <a:srgbClr val="0A0A0A"/>
                          </a:solidFill>
                          <a:latin typeface="Calibri"/>
                          <a:ea typeface="Calibri"/>
                          <a:cs typeface="Calibri"/>
                        </a:defRPr>
                      </a:pPr>
                      <a:r>
                        <a:rPr sz="4000">
                          <a:solidFill>
                            <a:srgbClr val="FFFFFF"/>
                          </a:solidFill>
                          <a:latin typeface="Raleway Bold"/>
                          <a:ea typeface="Raleway Bold"/>
                          <a:cs typeface="Raleway Bold"/>
                          <a:sym typeface="Raleway Bold"/>
                        </a:rPr>
                        <a:t>Mes 1</a:t>
                      </a:r>
                    </a:p>
                  </a:txBody>
                  <a:tcPr marL="58321" marR="58321" marT="58321" marB="58321" anchor="ctr" anchorCtr="0" horzOverflow="overflow">
                    <a:lnR w="12700">
                      <a:solidFill>
                        <a:srgbClr val="FFFFFF"/>
                      </a:solidFill>
                    </a:lnR>
                    <a:solidFill>
                      <a:srgbClr val="2F5379"/>
                    </a:solidFill>
                  </a:tcPr>
                </a:tc>
                <a:tc hMerge="1">
                  <a:tcPr/>
                </a:tc>
                <a:tc hMerge="1">
                  <a:tcPr/>
                </a:tc>
                <a:tc hMerge="1">
                  <a:tcPr/>
                </a:tc>
                <a:tc gridSpan="4">
                  <a:txBody>
                    <a:bodyPr/>
                    <a:lstStyle/>
                    <a:p>
                      <a:pPr defTabSz="685800">
                        <a:defRPr sz="3600">
                          <a:solidFill>
                            <a:srgbClr val="0A0A0A"/>
                          </a:solidFill>
                          <a:latin typeface="Calibri"/>
                          <a:ea typeface="Calibri"/>
                          <a:cs typeface="Calibri"/>
                        </a:defRPr>
                      </a:pPr>
                      <a:r>
                        <a:rPr sz="4000">
                          <a:solidFill>
                            <a:srgbClr val="FFFFFF"/>
                          </a:solidFill>
                          <a:latin typeface="Raleway Bold"/>
                          <a:ea typeface="Raleway Bold"/>
                          <a:cs typeface="Raleway Bold"/>
                          <a:sym typeface="Raleway Bold"/>
                        </a:rPr>
                        <a:t>Mes 2</a:t>
                      </a:r>
                    </a:p>
                  </a:txBody>
                  <a:tcPr marL="58321" marR="58321" marT="58321" marB="58321" anchor="ctr" anchorCtr="0" horzOverflow="overflow">
                    <a:lnL w="12700">
                      <a:solidFill>
                        <a:srgbClr val="FFFFFF"/>
                      </a:solidFill>
                    </a:lnL>
                    <a:lnR w="12700">
                      <a:solidFill>
                        <a:srgbClr val="FFFFFF"/>
                      </a:solidFill>
                    </a:lnR>
                    <a:solidFill>
                      <a:srgbClr val="2F5379"/>
                    </a:solidFill>
                  </a:tcPr>
                </a:tc>
                <a:tc hMerge="1">
                  <a:tcPr/>
                </a:tc>
                <a:tc hMerge="1">
                  <a:tcPr/>
                </a:tc>
                <a:tc hMerge="1">
                  <a:tcPr/>
                </a:tc>
                <a:tc gridSpan="4">
                  <a:txBody>
                    <a:bodyPr/>
                    <a:lstStyle/>
                    <a:p>
                      <a:pPr defTabSz="685800">
                        <a:defRPr sz="3600">
                          <a:solidFill>
                            <a:srgbClr val="0A0A0A"/>
                          </a:solidFill>
                          <a:latin typeface="Calibri"/>
                          <a:ea typeface="Calibri"/>
                          <a:cs typeface="Calibri"/>
                        </a:defRPr>
                      </a:pPr>
                      <a:r>
                        <a:rPr sz="4000">
                          <a:solidFill>
                            <a:srgbClr val="FFFFFF"/>
                          </a:solidFill>
                          <a:latin typeface="Raleway Bold"/>
                          <a:ea typeface="Raleway Bold"/>
                          <a:cs typeface="Raleway Bold"/>
                          <a:sym typeface="Raleway Bold"/>
                        </a:rPr>
                        <a:t>Mes 3</a:t>
                      </a:r>
                    </a:p>
                  </a:txBody>
                  <a:tcPr marL="58321" marR="58321" marT="58321" marB="58321" anchor="ctr" anchorCtr="0" horzOverflow="overflow">
                    <a:lnL w="12700">
                      <a:solidFill>
                        <a:srgbClr val="FFFFFF"/>
                      </a:solidFill>
                    </a:lnL>
                    <a:solidFill>
                      <a:srgbClr val="2F5379"/>
                    </a:solidFill>
                  </a:tcPr>
                </a:tc>
                <a:tc hMerge="1">
                  <a:tcPr/>
                </a:tc>
                <a:tc hMerge="1">
                  <a:tcPr/>
                </a:tc>
                <a:tc hMerge="1">
                  <a:tcPr/>
                </a:tc>
              </a:tr>
              <a:tr h="727606">
                <a:tc>
                  <a:txBody>
                    <a:bodyPr/>
                    <a:lstStyle/>
                    <a:p>
                      <a:pPr>
                        <a:defRPr sz="3600">
                          <a:solidFill>
                            <a:srgbClr val="0A0A0A"/>
                          </a:solidFill>
                          <a:latin typeface="Calibri"/>
                          <a:ea typeface="Calibri"/>
                          <a:cs typeface="Calibri"/>
                        </a:defRPr>
                      </a:pPr>
                      <a:r>
                        <a:t>S</a:t>
                      </a:r>
                      <a:r>
                        <a:rPr sz="3000"/>
                        <a:t>1</a:t>
                      </a:r>
                    </a:p>
                  </a:txBody>
                  <a:tcPr marL="58321" marR="58321" marT="58321" marB="58321" anchor="ctr" anchorCtr="0" horzOverflow="overflow">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2</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3</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4</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1</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2</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3</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4</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1</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2</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3</a:t>
                      </a:r>
                    </a:p>
                  </a:txBody>
                  <a:tcPr marL="58321" marR="58321" marT="58321" marB="58321" anchor="ctr" anchorCtr="0" horzOverflow="overflow">
                    <a:lnL w="12700">
                      <a:solidFill>
                        <a:srgbClr val="FFFFFF"/>
                      </a:solidFill>
                    </a:lnL>
                    <a:lnR w="12700">
                      <a:solidFill>
                        <a:srgbClr val="FFFFFF"/>
                      </a:solidFill>
                    </a:lnR>
                    <a:solidFill>
                      <a:srgbClr val="B7B7B7"/>
                    </a:solidFill>
                  </a:tcPr>
                </a:tc>
                <a:tc>
                  <a:txBody>
                    <a:bodyPr/>
                    <a:lstStyle/>
                    <a:p>
                      <a:pPr>
                        <a:defRPr sz="3600">
                          <a:solidFill>
                            <a:srgbClr val="0A0A0A"/>
                          </a:solidFill>
                          <a:latin typeface="Calibri"/>
                          <a:ea typeface="Calibri"/>
                          <a:cs typeface="Calibri"/>
                        </a:defRPr>
                      </a:pPr>
                      <a:r>
                        <a:t>S</a:t>
                      </a:r>
                      <a:r>
                        <a:rPr sz="3000"/>
                        <a:t>4</a:t>
                      </a:r>
                    </a:p>
                  </a:txBody>
                  <a:tcPr marL="58321" marR="58321" marT="58321" marB="58321" anchor="ctr" anchorCtr="0" horzOverflow="overflow">
                    <a:lnL w="12700">
                      <a:solidFill>
                        <a:srgbClr val="FFFFFF"/>
                      </a:solidFill>
                    </a:lnL>
                    <a:lnR w="12700">
                      <a:solidFill>
                        <a:srgbClr val="FFFFFF"/>
                      </a:solidFill>
                    </a:lnR>
                    <a:solidFill>
                      <a:srgbClr val="B7B7B7"/>
                    </a:solidFill>
                  </a:tcPr>
                </a:tc>
              </a:tr>
            </a:tbl>
          </a:graphicData>
        </a:graphic>
      </p:graphicFrame>
      <p:sp>
        <p:nvSpPr>
          <p:cNvPr id="3783" name="Shape 3783"/>
          <p:cNvSpPr/>
          <p:nvPr/>
        </p:nvSpPr>
        <p:spPr>
          <a:xfrm>
            <a:off x="4963590" y="6027034"/>
            <a:ext cx="3032105"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84" name="Shape 3784"/>
          <p:cNvSpPr/>
          <p:nvPr/>
        </p:nvSpPr>
        <p:spPr>
          <a:xfrm>
            <a:off x="7905257" y="6794645"/>
            <a:ext cx="1621521"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85" name="Shape 3785"/>
          <p:cNvSpPr/>
          <p:nvPr/>
        </p:nvSpPr>
        <p:spPr>
          <a:xfrm>
            <a:off x="9627738" y="7618965"/>
            <a:ext cx="4385985"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86" name="Shape 3786"/>
          <p:cNvSpPr/>
          <p:nvPr/>
        </p:nvSpPr>
        <p:spPr>
          <a:xfrm>
            <a:off x="12569414" y="8475478"/>
            <a:ext cx="4761669"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87" name="Shape 3787"/>
          <p:cNvSpPr/>
          <p:nvPr/>
        </p:nvSpPr>
        <p:spPr>
          <a:xfrm>
            <a:off x="17467471" y="9295659"/>
            <a:ext cx="2656425"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88" name="Shape 3788"/>
          <p:cNvSpPr/>
          <p:nvPr/>
        </p:nvSpPr>
        <p:spPr>
          <a:xfrm>
            <a:off x="18679583" y="10050571"/>
            <a:ext cx="3202228"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89" name="Shape 3789"/>
          <p:cNvSpPr/>
          <p:nvPr/>
        </p:nvSpPr>
        <p:spPr>
          <a:xfrm>
            <a:off x="20324091" y="10767682"/>
            <a:ext cx="1586067" cy="1"/>
          </a:xfrm>
          <a:prstGeom prst="line">
            <a:avLst/>
          </a:prstGeom>
          <a:ln w="76200">
            <a:solidFill>
              <a:srgbClr val="2F5379"/>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790" name="Shape 379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3782"/>
                                        </p:tgtEl>
                                        <p:attrNameLst>
                                          <p:attrName>style.visibility</p:attrName>
                                        </p:attrNameLst>
                                      </p:cBhvr>
                                      <p:to>
                                        <p:strVal val="visible"/>
                                      </p:to>
                                    </p:set>
                                    <p:anim calcmode="lin" valueType="num">
                                      <p:cBhvr>
                                        <p:cTn id="7" dur="500" fill="hold"/>
                                        <p:tgtEl>
                                          <p:spTgt spid="3782"/>
                                        </p:tgtEl>
                                        <p:attrNameLst>
                                          <p:attrName>ppt_x</p:attrName>
                                        </p:attrNameLst>
                                      </p:cBhvr>
                                      <p:tavLst>
                                        <p:tav tm="0">
                                          <p:val>
                                            <p:strVal val="0-#ppt_w/2"/>
                                          </p:val>
                                        </p:tav>
                                        <p:tav tm="100000">
                                          <p:val>
                                            <p:strVal val="#ppt_x"/>
                                          </p:val>
                                        </p:tav>
                                      </p:tavLst>
                                    </p:anim>
                                    <p:anim calcmode="lin" valueType="num">
                                      <p:cBhvr>
                                        <p:cTn id="8" dur="500" fill="hold"/>
                                        <p:tgtEl>
                                          <p:spTgt spid="378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Class="entr" nodeType="afterEffect" presetSubtype="8" presetID="22" grpId="2" fill="hold">
                                  <p:stCondLst>
                                    <p:cond delay="0"/>
                                  </p:stCondLst>
                                  <p:iterate type="el" backwards="0">
                                    <p:tmAbs val="0"/>
                                  </p:iterate>
                                  <p:childTnLst>
                                    <p:set>
                                      <p:cBhvr>
                                        <p:cTn id="11" fill="hold"/>
                                        <p:tgtEl>
                                          <p:spTgt spid="3781"/>
                                        </p:tgtEl>
                                        <p:attrNameLst>
                                          <p:attrName>style.visibility</p:attrName>
                                        </p:attrNameLst>
                                      </p:cBhvr>
                                      <p:to>
                                        <p:strVal val="visible"/>
                                      </p:to>
                                    </p:set>
                                    <p:animEffect filter="wipe(left)" transition="in">
                                      <p:cBhvr>
                                        <p:cTn id="12" dur="500"/>
                                        <p:tgtEl>
                                          <p:spTgt spid="3781"/>
                                        </p:tgtEl>
                                      </p:cBhvr>
                                    </p:animEffect>
                                  </p:childTnLst>
                                </p:cTn>
                              </p:par>
                            </p:childTnLst>
                          </p:cTn>
                        </p:par>
                        <p:par>
                          <p:cTn id="13" fill="hold">
                            <p:stCondLst>
                              <p:cond delay="1000"/>
                            </p:stCondLst>
                            <p:childTnLst>
                              <p:par>
                                <p:cTn id="14" presetClass="entr" nodeType="afterEffect" presetSubtype="8" presetID="22" grpId="3" fill="hold">
                                  <p:stCondLst>
                                    <p:cond delay="0"/>
                                  </p:stCondLst>
                                  <p:iterate type="el" backwards="0">
                                    <p:tmAbs val="0"/>
                                  </p:iterate>
                                  <p:childTnLst>
                                    <p:set>
                                      <p:cBhvr>
                                        <p:cTn id="15" fill="hold"/>
                                        <p:tgtEl>
                                          <p:spTgt spid="3783"/>
                                        </p:tgtEl>
                                        <p:attrNameLst>
                                          <p:attrName>style.visibility</p:attrName>
                                        </p:attrNameLst>
                                      </p:cBhvr>
                                      <p:to>
                                        <p:strVal val="visible"/>
                                      </p:to>
                                    </p:set>
                                    <p:animEffect filter="wipe(left)" transition="in">
                                      <p:cBhvr>
                                        <p:cTn id="16" dur="500"/>
                                        <p:tgtEl>
                                          <p:spTgt spid="3783"/>
                                        </p:tgtEl>
                                      </p:cBhvr>
                                    </p:animEffect>
                                  </p:childTnLst>
                                </p:cTn>
                              </p:par>
                            </p:childTnLst>
                          </p:cTn>
                        </p:par>
                        <p:par>
                          <p:cTn id="17" fill="hold">
                            <p:stCondLst>
                              <p:cond delay="1500"/>
                            </p:stCondLst>
                            <p:childTnLst>
                              <p:par>
                                <p:cTn id="18" presetClass="entr" nodeType="afterEffect" presetSubtype="8" presetID="22" grpId="4" fill="hold">
                                  <p:stCondLst>
                                    <p:cond delay="0"/>
                                  </p:stCondLst>
                                  <p:iterate type="el" backwards="0">
                                    <p:tmAbs val="0"/>
                                  </p:iterate>
                                  <p:childTnLst>
                                    <p:set>
                                      <p:cBhvr>
                                        <p:cTn id="19" fill="hold"/>
                                        <p:tgtEl>
                                          <p:spTgt spid="3784"/>
                                        </p:tgtEl>
                                        <p:attrNameLst>
                                          <p:attrName>style.visibility</p:attrName>
                                        </p:attrNameLst>
                                      </p:cBhvr>
                                      <p:to>
                                        <p:strVal val="visible"/>
                                      </p:to>
                                    </p:set>
                                    <p:animEffect filter="wipe(left)" transition="in">
                                      <p:cBhvr>
                                        <p:cTn id="20" dur="500"/>
                                        <p:tgtEl>
                                          <p:spTgt spid="3784"/>
                                        </p:tgtEl>
                                      </p:cBhvr>
                                    </p:animEffect>
                                  </p:childTnLst>
                                </p:cTn>
                              </p:par>
                            </p:childTnLst>
                          </p:cTn>
                        </p:par>
                        <p:par>
                          <p:cTn id="21" fill="hold">
                            <p:stCondLst>
                              <p:cond delay="2000"/>
                            </p:stCondLst>
                            <p:childTnLst>
                              <p:par>
                                <p:cTn id="22" presetClass="entr" nodeType="afterEffect" presetSubtype="8" presetID="22" grpId="5" fill="hold">
                                  <p:stCondLst>
                                    <p:cond delay="0"/>
                                  </p:stCondLst>
                                  <p:iterate type="el" backwards="0">
                                    <p:tmAbs val="0"/>
                                  </p:iterate>
                                  <p:childTnLst>
                                    <p:set>
                                      <p:cBhvr>
                                        <p:cTn id="23" fill="hold"/>
                                        <p:tgtEl>
                                          <p:spTgt spid="3785"/>
                                        </p:tgtEl>
                                        <p:attrNameLst>
                                          <p:attrName>style.visibility</p:attrName>
                                        </p:attrNameLst>
                                      </p:cBhvr>
                                      <p:to>
                                        <p:strVal val="visible"/>
                                      </p:to>
                                    </p:set>
                                    <p:animEffect filter="wipe(left)" transition="in">
                                      <p:cBhvr>
                                        <p:cTn id="24" dur="500"/>
                                        <p:tgtEl>
                                          <p:spTgt spid="3785"/>
                                        </p:tgtEl>
                                      </p:cBhvr>
                                    </p:animEffect>
                                  </p:childTnLst>
                                </p:cTn>
                              </p:par>
                            </p:childTnLst>
                          </p:cTn>
                        </p:par>
                        <p:par>
                          <p:cTn id="25" fill="hold">
                            <p:stCondLst>
                              <p:cond delay="2500"/>
                            </p:stCondLst>
                            <p:childTnLst>
                              <p:par>
                                <p:cTn id="26" presetClass="entr" nodeType="afterEffect" presetSubtype="8" presetID="22" grpId="6" fill="hold">
                                  <p:stCondLst>
                                    <p:cond delay="0"/>
                                  </p:stCondLst>
                                  <p:iterate type="el" backwards="0">
                                    <p:tmAbs val="0"/>
                                  </p:iterate>
                                  <p:childTnLst>
                                    <p:set>
                                      <p:cBhvr>
                                        <p:cTn id="27" fill="hold"/>
                                        <p:tgtEl>
                                          <p:spTgt spid="3786"/>
                                        </p:tgtEl>
                                        <p:attrNameLst>
                                          <p:attrName>style.visibility</p:attrName>
                                        </p:attrNameLst>
                                      </p:cBhvr>
                                      <p:to>
                                        <p:strVal val="visible"/>
                                      </p:to>
                                    </p:set>
                                    <p:animEffect filter="wipe(left)" transition="in">
                                      <p:cBhvr>
                                        <p:cTn id="28" dur="500"/>
                                        <p:tgtEl>
                                          <p:spTgt spid="3786"/>
                                        </p:tgtEl>
                                      </p:cBhvr>
                                    </p:animEffect>
                                  </p:childTnLst>
                                </p:cTn>
                              </p:par>
                            </p:childTnLst>
                          </p:cTn>
                        </p:par>
                        <p:par>
                          <p:cTn id="29" fill="hold">
                            <p:stCondLst>
                              <p:cond delay="3000"/>
                            </p:stCondLst>
                            <p:childTnLst>
                              <p:par>
                                <p:cTn id="30" presetClass="entr" nodeType="afterEffect" presetSubtype="8" presetID="22" grpId="7" fill="hold">
                                  <p:stCondLst>
                                    <p:cond delay="0"/>
                                  </p:stCondLst>
                                  <p:iterate type="el" backwards="0">
                                    <p:tmAbs val="0"/>
                                  </p:iterate>
                                  <p:childTnLst>
                                    <p:set>
                                      <p:cBhvr>
                                        <p:cTn id="31" fill="hold"/>
                                        <p:tgtEl>
                                          <p:spTgt spid="3787"/>
                                        </p:tgtEl>
                                        <p:attrNameLst>
                                          <p:attrName>style.visibility</p:attrName>
                                        </p:attrNameLst>
                                      </p:cBhvr>
                                      <p:to>
                                        <p:strVal val="visible"/>
                                      </p:to>
                                    </p:set>
                                    <p:animEffect filter="wipe(left)" transition="in">
                                      <p:cBhvr>
                                        <p:cTn id="32" dur="500"/>
                                        <p:tgtEl>
                                          <p:spTgt spid="3787"/>
                                        </p:tgtEl>
                                      </p:cBhvr>
                                    </p:animEffect>
                                  </p:childTnLst>
                                </p:cTn>
                              </p:par>
                            </p:childTnLst>
                          </p:cTn>
                        </p:par>
                        <p:par>
                          <p:cTn id="33" fill="hold">
                            <p:stCondLst>
                              <p:cond delay="3500"/>
                            </p:stCondLst>
                            <p:childTnLst>
                              <p:par>
                                <p:cTn id="34" presetClass="entr" nodeType="afterEffect" presetSubtype="8" presetID="22" grpId="8" fill="hold">
                                  <p:stCondLst>
                                    <p:cond delay="0"/>
                                  </p:stCondLst>
                                  <p:iterate type="el" backwards="0">
                                    <p:tmAbs val="0"/>
                                  </p:iterate>
                                  <p:childTnLst>
                                    <p:set>
                                      <p:cBhvr>
                                        <p:cTn id="35" fill="hold"/>
                                        <p:tgtEl>
                                          <p:spTgt spid="3788"/>
                                        </p:tgtEl>
                                        <p:attrNameLst>
                                          <p:attrName>style.visibility</p:attrName>
                                        </p:attrNameLst>
                                      </p:cBhvr>
                                      <p:to>
                                        <p:strVal val="visible"/>
                                      </p:to>
                                    </p:set>
                                    <p:animEffect filter="wipe(left)" transition="in">
                                      <p:cBhvr>
                                        <p:cTn id="36" dur="500"/>
                                        <p:tgtEl>
                                          <p:spTgt spid="3788"/>
                                        </p:tgtEl>
                                      </p:cBhvr>
                                    </p:animEffect>
                                  </p:childTnLst>
                                </p:cTn>
                              </p:par>
                            </p:childTnLst>
                          </p:cTn>
                        </p:par>
                        <p:par>
                          <p:cTn id="37" fill="hold">
                            <p:stCondLst>
                              <p:cond delay="4000"/>
                            </p:stCondLst>
                            <p:childTnLst>
                              <p:par>
                                <p:cTn id="38" presetClass="entr" nodeType="afterEffect" presetSubtype="8" presetID="22" grpId="9" fill="hold">
                                  <p:stCondLst>
                                    <p:cond delay="0"/>
                                  </p:stCondLst>
                                  <p:iterate type="el" backwards="0">
                                    <p:tmAbs val="0"/>
                                  </p:iterate>
                                  <p:childTnLst>
                                    <p:set>
                                      <p:cBhvr>
                                        <p:cTn id="39" fill="hold"/>
                                        <p:tgtEl>
                                          <p:spTgt spid="3789"/>
                                        </p:tgtEl>
                                        <p:attrNameLst>
                                          <p:attrName>style.visibility</p:attrName>
                                        </p:attrNameLst>
                                      </p:cBhvr>
                                      <p:to>
                                        <p:strVal val="visible"/>
                                      </p:to>
                                    </p:set>
                                    <p:animEffect filter="wipe(left)" transition="in">
                                      <p:cBhvr>
                                        <p:cTn id="40" dur="500"/>
                                        <p:tgtEl>
                                          <p:spTgt spid="378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786" grpId="6"/>
      <p:bldP build="whole" bldLvl="1" animBg="1" rev="0" advAuto="0" spid="3783" grpId="3"/>
      <p:bldP build="whole" bldLvl="1" animBg="1" rev="0" advAuto="0" spid="3781" grpId="2"/>
      <p:bldP build="whole" bldLvl="1" animBg="1" rev="0" advAuto="0" spid="3787" grpId="7"/>
      <p:bldP build="whole" bldLvl="1" animBg="1" rev="0" advAuto="0" spid="3788" grpId="8"/>
      <p:bldP build="whole" bldLvl="1" animBg="1" rev="0" advAuto="0" spid="3782" grpId="1"/>
      <p:bldP build="whole" bldLvl="1" animBg="1" rev="0" advAuto="0" spid="3784" grpId="4"/>
      <p:bldP build="whole" bldLvl="1" animBg="1" rev="0" advAuto="0" spid="3789" grpId="9"/>
      <p:bldP build="whole" bldLvl="1" animBg="1" rev="0" advAuto="0" spid="3785" grpId="5"/>
    </p:bldLst>
  </p:timing>
</p:sld>
</file>

<file path=ppt/slides/slide10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792" name="Shape 3792"/>
          <p:cNvSpPr/>
          <p:nvPr/>
        </p:nvSpPr>
        <p:spPr>
          <a:xfrm>
            <a:off x="303300" y="819179"/>
            <a:ext cx="603377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Tabla planificación</a:t>
            </a:r>
          </a:p>
          <a:p>
            <a:pPr algn="l" defTabSz="825500">
              <a:lnSpc>
                <a:spcPct val="90000"/>
              </a:lnSpc>
              <a:defRPr spc="-59" sz="3000">
                <a:latin typeface="Raleway SemiBold"/>
                <a:ea typeface="Raleway SemiBold"/>
                <a:cs typeface="Raleway SemiBold"/>
                <a:sym typeface="Raleway SemiBold"/>
              </a:defRPr>
            </a:pPr>
            <a:r>
              <a:t>Cambia los colores</a:t>
            </a:r>
          </a:p>
        </p:txBody>
      </p:sp>
      <p:graphicFrame>
        <p:nvGraphicFramePr>
          <p:cNvPr id="3793" name="Table 3793"/>
          <p:cNvGraphicFramePr/>
          <p:nvPr/>
        </p:nvGraphicFramePr>
        <p:xfrm>
          <a:off x="1062024" y="3533986"/>
          <a:ext cx="22275801" cy="8013701"/>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2784475"/>
                <a:gridCol w="2784475"/>
                <a:gridCol w="2784475"/>
                <a:gridCol w="2784475"/>
                <a:gridCol w="2784475"/>
                <a:gridCol w="2784475"/>
                <a:gridCol w="2784475"/>
                <a:gridCol w="2784475"/>
              </a:tblGrid>
              <a:tr h="1602740">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Lunes</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Martes</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Miércoles</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Jueves</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Viernes</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Sábado</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3200">
                          <a:solidFill>
                            <a:srgbClr val="FFFFFF"/>
                          </a:solidFill>
                          <a:latin typeface="Raleway SemiBold"/>
                          <a:ea typeface="Raleway SemiBold"/>
                          <a:cs typeface="Raleway SemiBold"/>
                          <a:sym typeface="Raleway SemiBold"/>
                        </a:rPr>
                        <a:t>Domingo</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r>
              <a:tr h="1602740">
                <a:tc>
                  <a:txBody>
                    <a:bodyPr/>
                    <a:lstStyle/>
                    <a:p>
                      <a:pPr>
                        <a:tabLst>
                          <a:tab pos="914400" algn="l"/>
                        </a:tabLst>
                        <a:defRPr sz="1800"/>
                      </a:pPr>
                      <a:r>
                        <a:rPr sz="3200">
                          <a:solidFill>
                            <a:srgbClr val="FFFFFF"/>
                          </a:solidFill>
                          <a:latin typeface="Raleway SemiBold"/>
                          <a:ea typeface="Raleway SemiBold"/>
                          <a:cs typeface="Raleway SemiBold"/>
                          <a:sym typeface="Raleway SemiBold"/>
                        </a:rPr>
                        <a:t>Semana 1</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r>
              <a:tr h="1602740">
                <a:tc>
                  <a:txBody>
                    <a:bodyPr/>
                    <a:lstStyle/>
                    <a:p>
                      <a:pPr>
                        <a:tabLst>
                          <a:tab pos="914400" algn="l"/>
                        </a:tabLst>
                        <a:defRPr sz="1800"/>
                      </a:pPr>
                      <a:r>
                        <a:rPr sz="3200">
                          <a:solidFill>
                            <a:srgbClr val="FFFFFF"/>
                          </a:solidFill>
                          <a:latin typeface="Raleway SemiBold"/>
                          <a:ea typeface="Raleway SemiBold"/>
                          <a:cs typeface="Raleway SemiBold"/>
                          <a:sym typeface="Raleway SemiBold"/>
                        </a:rPr>
                        <a:t>Semana 2</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r>
              <a:tr h="1602740">
                <a:tc>
                  <a:txBody>
                    <a:bodyPr/>
                    <a:lstStyle/>
                    <a:p>
                      <a:pPr>
                        <a:tabLst>
                          <a:tab pos="914400" algn="l"/>
                        </a:tabLst>
                        <a:defRPr sz="1800"/>
                      </a:pPr>
                      <a:r>
                        <a:rPr sz="3200">
                          <a:solidFill>
                            <a:srgbClr val="FFFFFF"/>
                          </a:solidFill>
                          <a:latin typeface="Raleway SemiBold"/>
                          <a:ea typeface="Raleway SemiBold"/>
                          <a:cs typeface="Raleway SemiBold"/>
                          <a:sym typeface="Raleway SemiBold"/>
                        </a:rPr>
                        <a:t>Semana 3</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r>
              <a:tr h="1602740">
                <a:tc>
                  <a:txBody>
                    <a:bodyPr/>
                    <a:lstStyle/>
                    <a:p>
                      <a:pPr>
                        <a:tabLst>
                          <a:tab pos="914400" algn="l"/>
                        </a:tabLst>
                        <a:defRPr sz="1800"/>
                      </a:pPr>
                      <a:r>
                        <a:rPr sz="3200">
                          <a:solidFill>
                            <a:srgbClr val="FFFFFF"/>
                          </a:solidFill>
                          <a:latin typeface="Raleway SemiBold"/>
                          <a:ea typeface="Raleway SemiBold"/>
                          <a:cs typeface="Raleway SemiBold"/>
                          <a:sym typeface="Raleway SemiBold"/>
                        </a:rPr>
                        <a:t>Semana 4</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solidFill>
                      <a:srgbClr val="2F5379"/>
                    </a:solidFill>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3200">
                          <a:solidFill>
                            <a:srgbClr val="606060"/>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2400">
                          <a:solidFill>
                            <a:srgbClr val="606060"/>
                          </a:solidFill>
                          <a:latin typeface="Raleway Regular"/>
                          <a:ea typeface="Raleway Regular"/>
                          <a:cs typeface="Raleway Regular"/>
                          <a:sym typeface="Raleway Regular"/>
                        </a:defRPr>
                      </a:pP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c>
                  <a:txBody>
                    <a:bodyPr/>
                    <a:lstStyle/>
                    <a:p>
                      <a:pPr>
                        <a:tabLst>
                          <a:tab pos="914400" algn="l"/>
                        </a:tabLst>
                        <a:defRPr sz="1800"/>
                      </a:pPr>
                      <a:r>
                        <a:rPr sz="2400">
                          <a:solidFill>
                            <a:srgbClr val="606060"/>
                          </a:solidFill>
                          <a:latin typeface="Raleway Regular"/>
                          <a:ea typeface="Raleway Regular"/>
                          <a:cs typeface="Raleway Regular"/>
                          <a:sym typeface="Raleway Regular"/>
                        </a:rPr>
                        <a:t>Descripción</a:t>
                      </a:r>
                    </a:p>
                  </a:txBody>
                  <a:tcPr marL="63500" marR="63500" marT="63500" marB="63500" anchor="ctr" anchorCtr="0" horzOverflow="overflow">
                    <a:lnL w="25400">
                      <a:solidFill>
                        <a:srgbClr val="FFFFFF"/>
                      </a:solidFill>
                      <a:miter lim="400000"/>
                    </a:lnL>
                    <a:lnR w="25400">
                      <a:solidFill>
                        <a:srgbClr val="FFFFFF"/>
                      </a:solidFill>
                      <a:miter lim="400000"/>
                    </a:lnR>
                    <a:lnT w="25400">
                      <a:solidFill>
                        <a:srgbClr val="FFFFFF"/>
                      </a:solidFill>
                      <a:miter lim="400000"/>
                    </a:lnT>
                    <a:lnB w="25400">
                      <a:solidFill>
                        <a:srgbClr val="FFFFFF"/>
                      </a:solidFill>
                      <a:miter lim="400000"/>
                    </a:lnB>
                  </a:tcPr>
                </a:tc>
              </a:tr>
            </a:tbl>
          </a:graphicData>
        </a:graphic>
      </p:graphicFrame>
      <p:sp>
        <p:nvSpPr>
          <p:cNvPr id="3794" name="Shape 3794"/>
          <p:cNvSpPr/>
          <p:nvPr/>
        </p:nvSpPr>
        <p:spPr>
          <a:xfrm>
            <a:off x="3830625" y="5134186"/>
            <a:ext cx="5537201" cy="1600201"/>
          </a:xfrm>
          <a:prstGeom prst="rightArrow">
            <a:avLst>
              <a:gd name="adj1" fmla="val 100000"/>
              <a:gd name="adj2" fmla="val 34899"/>
            </a:avLst>
          </a:prstGeom>
          <a:solidFill>
            <a:srgbClr val="2DC1CF"/>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sz="3000">
                <a:solidFill>
                  <a:srgbClr val="232323"/>
                </a:solidFill>
                <a:latin typeface="Raleway SemiBold"/>
                <a:ea typeface="Raleway SemiBold"/>
                <a:cs typeface="Raleway SemiBold"/>
                <a:sym typeface="Raleway SemiBold"/>
              </a:defRPr>
            </a:lvl1pPr>
          </a:lstStyle>
          <a:p>
            <a:pPr/>
            <a:r>
              <a:t>Texto</a:t>
            </a:r>
          </a:p>
        </p:txBody>
      </p:sp>
      <p:sp>
        <p:nvSpPr>
          <p:cNvPr id="3795" name="Shape 3795"/>
          <p:cNvSpPr/>
          <p:nvPr/>
        </p:nvSpPr>
        <p:spPr>
          <a:xfrm>
            <a:off x="6637325" y="6734386"/>
            <a:ext cx="11125201" cy="1600201"/>
          </a:xfrm>
          <a:prstGeom prst="rightArrow">
            <a:avLst>
              <a:gd name="adj1" fmla="val 100000"/>
              <a:gd name="adj2" fmla="val 34899"/>
            </a:avLst>
          </a:prstGeom>
          <a:solidFill>
            <a:srgbClr val="79B2E1"/>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sz="3000">
                <a:solidFill>
                  <a:srgbClr val="FFFFFF"/>
                </a:solidFill>
                <a:latin typeface="Raleway SemiBold"/>
                <a:ea typeface="Raleway SemiBold"/>
                <a:cs typeface="Raleway SemiBold"/>
                <a:sym typeface="Raleway SemiBold"/>
              </a:defRPr>
            </a:lvl1pPr>
          </a:lstStyle>
          <a:p>
            <a:pPr/>
            <a:r>
              <a:t>Texto</a:t>
            </a:r>
          </a:p>
        </p:txBody>
      </p:sp>
      <p:sp>
        <p:nvSpPr>
          <p:cNvPr id="3796" name="Shape 3796"/>
          <p:cNvSpPr/>
          <p:nvPr/>
        </p:nvSpPr>
        <p:spPr>
          <a:xfrm>
            <a:off x="9393225" y="8347286"/>
            <a:ext cx="5575301" cy="1600201"/>
          </a:xfrm>
          <a:prstGeom prst="rightArrow">
            <a:avLst>
              <a:gd name="adj1" fmla="val 100000"/>
              <a:gd name="adj2" fmla="val 34899"/>
            </a:avLst>
          </a:prstGeom>
          <a:solidFill>
            <a:srgbClr val="2DC1CF"/>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sz="3000">
                <a:solidFill>
                  <a:srgbClr val="232323"/>
                </a:solidFill>
                <a:latin typeface="Raleway SemiBold"/>
                <a:ea typeface="Raleway SemiBold"/>
                <a:cs typeface="Raleway SemiBold"/>
                <a:sym typeface="Raleway SemiBold"/>
              </a:defRPr>
            </a:lvl1pPr>
          </a:lstStyle>
          <a:p>
            <a:pPr/>
            <a:r>
              <a:t>Texto</a:t>
            </a:r>
          </a:p>
        </p:txBody>
      </p:sp>
      <p:sp>
        <p:nvSpPr>
          <p:cNvPr id="3797" name="Shape 3797"/>
          <p:cNvSpPr/>
          <p:nvPr/>
        </p:nvSpPr>
        <p:spPr>
          <a:xfrm>
            <a:off x="3805225" y="9934786"/>
            <a:ext cx="5588001" cy="1600201"/>
          </a:xfrm>
          <a:prstGeom prst="rightArrow">
            <a:avLst>
              <a:gd name="adj1" fmla="val 100000"/>
              <a:gd name="adj2" fmla="val 34899"/>
            </a:avLst>
          </a:prstGeom>
          <a:solidFill>
            <a:srgbClr val="79B2E1"/>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sz="3000">
                <a:solidFill>
                  <a:srgbClr val="FFFFFF"/>
                </a:solidFill>
                <a:latin typeface="Raleway SemiBold"/>
                <a:ea typeface="Raleway SemiBold"/>
                <a:cs typeface="Raleway SemiBold"/>
                <a:sym typeface="Raleway SemiBold"/>
              </a:defRPr>
            </a:lvl1pPr>
          </a:lstStyle>
          <a:p>
            <a:pPr/>
            <a:r>
              <a:t>Texto</a:t>
            </a:r>
          </a:p>
        </p:txBody>
      </p:sp>
      <p:sp>
        <p:nvSpPr>
          <p:cNvPr id="3798" name="Shape 379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1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aphicFrame>
        <p:nvGraphicFramePr>
          <p:cNvPr id="3800" name="Table 3800"/>
          <p:cNvGraphicFramePr/>
          <p:nvPr/>
        </p:nvGraphicFramePr>
        <p:xfrm>
          <a:off x="1073772" y="5215983"/>
          <a:ext cx="21666469" cy="5821242"/>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3127768"/>
                <a:gridCol w="1537317"/>
                <a:gridCol w="1537317"/>
                <a:gridCol w="1537317"/>
                <a:gridCol w="1537317"/>
                <a:gridCol w="1563377"/>
                <a:gridCol w="1537317"/>
                <a:gridCol w="1563377"/>
                <a:gridCol w="1511265"/>
                <a:gridCol w="1563377"/>
                <a:gridCol w="1563377"/>
                <a:gridCol w="1537317"/>
                <a:gridCol w="1537315"/>
              </a:tblGrid>
              <a:tr h="1081842">
                <a:tc>
                  <a:txBody>
                    <a:bodyPr/>
                    <a:lstStyle/>
                    <a:p>
                      <a:pPr algn="l">
                        <a:defRPr sz="2700">
                          <a:solidFill>
                            <a:srgbClr val="FFFFFF"/>
                          </a:solidFill>
                          <a:latin typeface="Raleway Bold"/>
                          <a:ea typeface="Raleway Bold"/>
                          <a:cs typeface="Raleway Bold"/>
                          <a:sym typeface="Raleway Bold"/>
                        </a:defRPr>
                      </a:pPr>
                      <a:r>
                        <a:t>Estrategia</a:t>
                      </a:r>
                    </a:p>
                  </a:txBody>
                  <a:tcPr marL="58321" marR="58321" marT="58321" marB="58321" anchor="ctr" anchorCtr="0" horzOverflow="overflow">
                    <a:lnR w="12700">
                      <a:solidFill>
                        <a:srgbClr val="FFFFFF"/>
                      </a:solidFill>
                    </a:lnR>
                    <a:lnB w="12700">
                      <a:solidFill>
                        <a:srgbClr val="FFFFFF"/>
                      </a:solidFill>
                    </a:lnB>
                    <a:solidFill>
                      <a:srgbClr val="144973"/>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B w="12700">
                      <a:solidFill>
                        <a:srgbClr val="FFFFFF"/>
                      </a:solidFill>
                    </a:lnB>
                    <a:solidFill>
                      <a:srgbClr val="D8D8D8"/>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B w="12700">
                      <a:solidFill>
                        <a:srgbClr val="FFFFFF"/>
                      </a:solidFill>
                    </a:lnB>
                    <a:solidFill>
                      <a:srgbClr val="D8D8D8"/>
                    </a:solidFill>
                  </a:tcPr>
                </a:tc>
              </a:tr>
              <a:tr h="945339">
                <a:tc>
                  <a:txBody>
                    <a:bodyPr/>
                    <a:lstStyle/>
                    <a:p>
                      <a:pPr algn="l">
                        <a:defRPr sz="2700">
                          <a:solidFill>
                            <a:srgbClr val="FFFFFF"/>
                          </a:solidFill>
                          <a:latin typeface="Raleway Bold"/>
                          <a:ea typeface="Raleway Bold"/>
                          <a:cs typeface="Raleway Bold"/>
                          <a:sym typeface="Raleway Bold"/>
                        </a:defRPr>
                      </a:pPr>
                      <a:r>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144973"/>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D8D8D8"/>
                    </a:solidFill>
                  </a:tcPr>
                </a:tc>
              </a:tr>
              <a:tr h="945339">
                <a:tc>
                  <a:txBody>
                    <a:bodyPr/>
                    <a:lstStyle/>
                    <a:p>
                      <a:pPr algn="l">
                        <a:defRPr sz="2700">
                          <a:solidFill>
                            <a:srgbClr val="FFFFFF"/>
                          </a:solidFill>
                          <a:latin typeface="Raleway Bold"/>
                          <a:ea typeface="Raleway Bold"/>
                          <a:cs typeface="Raleway Bold"/>
                          <a:sym typeface="Raleway Bold"/>
                        </a:defRPr>
                      </a:pPr>
                      <a:r>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144973"/>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D8D8D8"/>
                    </a:solidFill>
                  </a:tcPr>
                </a:tc>
              </a:tr>
              <a:tr h="945339">
                <a:tc>
                  <a:txBody>
                    <a:bodyPr/>
                    <a:lstStyle/>
                    <a:p>
                      <a:pPr algn="l">
                        <a:defRPr sz="2700">
                          <a:solidFill>
                            <a:srgbClr val="FFFFFF"/>
                          </a:solidFill>
                          <a:latin typeface="Raleway Bold"/>
                          <a:ea typeface="Raleway Bold"/>
                          <a:cs typeface="Raleway Bold"/>
                          <a:sym typeface="Raleway Bold"/>
                        </a:defRPr>
                      </a:pPr>
                      <a:r>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144973"/>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D8D8D8"/>
                    </a:solidFill>
                  </a:tcPr>
                </a:tc>
              </a:tr>
              <a:tr h="945339">
                <a:tc>
                  <a:txBody>
                    <a:bodyPr/>
                    <a:lstStyle/>
                    <a:p>
                      <a:pPr algn="l">
                        <a:defRPr sz="2700">
                          <a:solidFill>
                            <a:srgbClr val="FFFFFF"/>
                          </a:solidFill>
                          <a:latin typeface="Raleway Bold"/>
                          <a:ea typeface="Raleway Bold"/>
                          <a:cs typeface="Raleway Bold"/>
                          <a:sym typeface="Raleway Bold"/>
                        </a:defRPr>
                      </a:pPr>
                      <a:r>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144973"/>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D8D8D8"/>
                    </a:solidFill>
                  </a:tcPr>
                </a:tc>
              </a:tr>
              <a:tr h="945339">
                <a:tc>
                  <a:txBody>
                    <a:bodyPr/>
                    <a:lstStyle/>
                    <a:p>
                      <a:pPr algn="l">
                        <a:defRPr sz="2700">
                          <a:solidFill>
                            <a:srgbClr val="FFFFFF"/>
                          </a:solidFill>
                          <a:latin typeface="Raleway Bold"/>
                          <a:ea typeface="Raleway Bold"/>
                          <a:cs typeface="Raleway Bold"/>
                          <a:sym typeface="Raleway Bold"/>
                        </a:defRPr>
                      </a:pPr>
                      <a:r>
                        <a:t>Estrategia</a:t>
                      </a:r>
                    </a:p>
                  </a:txBody>
                  <a:tcPr marL="58321" marR="58321" marT="58321" marB="58321" anchor="ctr" anchorCtr="0" horzOverflow="overflow">
                    <a:lnR w="12700">
                      <a:solidFill>
                        <a:srgbClr val="FFFFFF"/>
                      </a:solidFill>
                    </a:lnR>
                    <a:lnT w="12700">
                      <a:solidFill>
                        <a:srgbClr val="FFFFFF"/>
                      </a:solidFill>
                    </a:lnT>
                    <a:lnB w="12700">
                      <a:solidFill>
                        <a:srgbClr val="FFFFFF"/>
                      </a:solidFill>
                    </a:lnB>
                    <a:solidFill>
                      <a:srgbClr val="144973"/>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800">
                          <a:ln w="76199">
                            <a:solidFill>
                              <a:srgbClr val="FFFFFF"/>
                            </a:solidFill>
                          </a:ln>
                          <a:solidFill>
                            <a:srgbClr val="0A0A0A"/>
                          </a:solidFill>
                          <a:latin typeface="Calibri"/>
                          <a:ea typeface="Calibri"/>
                          <a:cs typeface="Calibri"/>
                        </a:defRPr>
                      </a:pPr>
                    </a:p>
                  </a:txBody>
                  <a:tcPr marL="58321" marR="58321" marT="58321" marB="58321" anchor="t" anchorCtr="0" horzOverflow="overflow">
                    <a:lnL w="12700">
                      <a:solidFill>
                        <a:srgbClr val="FFFFFF"/>
                      </a:solidFill>
                    </a:lnL>
                    <a:lnR w="12700">
                      <a:solidFill>
                        <a:srgbClr val="FFFFFF"/>
                      </a:solidFill>
                    </a:lnR>
                    <a:lnT w="12700">
                      <a:solidFill>
                        <a:srgbClr val="FFFFFF"/>
                      </a:solidFill>
                    </a:lnT>
                    <a:lnB w="12700">
                      <a:solidFill>
                        <a:srgbClr val="FFFFFF"/>
                      </a:solidFill>
                    </a:lnB>
                    <a:solidFill>
                      <a:srgbClr val="D8D8D8"/>
                    </a:solidFill>
                  </a:tcPr>
                </a:tc>
                <a:tc>
                  <a:txBody>
                    <a:bodyPr/>
                    <a:lstStyle/>
                    <a:p>
                      <a:pPr algn="l">
                        <a:defRPr sz="1400">
                          <a:ln w="76200">
                            <a:solidFill>
                              <a:srgbClr val="FFFFFF"/>
                            </a:solidFill>
                          </a:ln>
                          <a:solidFill>
                            <a:srgbClr val="0A0A0A"/>
                          </a:solidFill>
                          <a:latin typeface="Ubuntu"/>
                          <a:ea typeface="Ubuntu"/>
                          <a:cs typeface="Ubuntu"/>
                          <a:sym typeface="Ubuntu"/>
                        </a:defRPr>
                      </a:pPr>
                    </a:p>
                  </a:txBody>
                  <a:tcPr marL="58321" marR="58321" marT="58321" marB="58321" anchor="t" anchorCtr="0" horzOverflow="overflow">
                    <a:lnL w="12700">
                      <a:solidFill>
                        <a:srgbClr val="FFFFFF"/>
                      </a:solidFill>
                    </a:lnL>
                    <a:lnT w="12700">
                      <a:solidFill>
                        <a:srgbClr val="FFFFFF"/>
                      </a:solidFill>
                    </a:lnT>
                    <a:lnB w="12700">
                      <a:solidFill>
                        <a:srgbClr val="FFFFFF"/>
                      </a:solidFill>
                    </a:lnB>
                    <a:solidFill>
                      <a:srgbClr val="D8D8D8"/>
                    </a:solidFill>
                  </a:tcPr>
                </a:tc>
              </a:tr>
            </a:tbl>
          </a:graphicData>
        </a:graphic>
      </p:graphicFrame>
      <p:graphicFrame>
        <p:nvGraphicFramePr>
          <p:cNvPr id="3801" name="Table 3801"/>
          <p:cNvGraphicFramePr/>
          <p:nvPr/>
        </p:nvGraphicFramePr>
        <p:xfrm>
          <a:off x="4201695" y="3395917"/>
          <a:ext cx="18491809" cy="1624212"/>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1539925"/>
                <a:gridCol w="1539925"/>
                <a:gridCol w="1539925"/>
                <a:gridCol w="1539925"/>
                <a:gridCol w="1539925"/>
                <a:gridCol w="1539925"/>
                <a:gridCol w="1539925"/>
                <a:gridCol w="1539925"/>
                <a:gridCol w="1539925"/>
                <a:gridCol w="1539925"/>
                <a:gridCol w="1539925"/>
                <a:gridCol w="1539925"/>
              </a:tblGrid>
              <a:tr h="883904">
                <a:tc gridSpan="4">
                  <a:txBody>
                    <a:bodyPr/>
                    <a:lstStyle/>
                    <a:p>
                      <a:pPr>
                        <a:defRPr sz="3600">
                          <a:solidFill>
                            <a:srgbClr val="0A0A0A"/>
                          </a:solidFill>
                          <a:latin typeface="Calibri"/>
                          <a:ea typeface="Calibri"/>
                          <a:cs typeface="Calibri"/>
                        </a:defRPr>
                      </a:pPr>
                      <a:r>
                        <a:rPr sz="4000">
                          <a:solidFill>
                            <a:srgbClr val="FFFFFF"/>
                          </a:solidFill>
                          <a:latin typeface="Raleway Bold"/>
                          <a:ea typeface="Raleway Bold"/>
                          <a:cs typeface="Raleway Bold"/>
                          <a:sym typeface="Raleway Bold"/>
                        </a:rPr>
                        <a:t>Primer mes</a:t>
                      </a:r>
                    </a:p>
                  </a:txBody>
                  <a:tcPr marL="58321" marR="58321" marT="58321" marB="58321" anchor="ctr" anchorCtr="0" horzOverflow="overflow">
                    <a:lnR w="12700">
                      <a:solidFill>
                        <a:srgbClr val="FFFFFF"/>
                      </a:solidFill>
                    </a:lnR>
                    <a:solidFill>
                      <a:srgbClr val="144973"/>
                    </a:solidFill>
                  </a:tcPr>
                </a:tc>
                <a:tc hMerge="1">
                  <a:tcPr/>
                </a:tc>
                <a:tc hMerge="1">
                  <a:tcPr/>
                </a:tc>
                <a:tc hMerge="1">
                  <a:tcPr/>
                </a:tc>
                <a:tc gridSpan="4">
                  <a:txBody>
                    <a:bodyPr/>
                    <a:lstStyle/>
                    <a:p>
                      <a:pPr>
                        <a:defRPr sz="3600">
                          <a:solidFill>
                            <a:srgbClr val="0A0A0A"/>
                          </a:solidFill>
                          <a:latin typeface="Calibri"/>
                          <a:ea typeface="Calibri"/>
                          <a:cs typeface="Calibri"/>
                        </a:defRPr>
                      </a:pPr>
                      <a:r>
                        <a:rPr sz="4000">
                          <a:solidFill>
                            <a:srgbClr val="FFFFFF"/>
                          </a:solidFill>
                          <a:latin typeface="Raleway Bold"/>
                          <a:ea typeface="Raleway Bold"/>
                          <a:cs typeface="Raleway Bold"/>
                          <a:sym typeface="Raleway Bold"/>
                        </a:rPr>
                        <a:t>Segundo mes</a:t>
                      </a:r>
                    </a:p>
                  </a:txBody>
                  <a:tcPr marL="58321" marR="58321" marT="58321" marB="58321" anchor="ctr" anchorCtr="0" horzOverflow="overflow">
                    <a:lnL w="12700">
                      <a:solidFill>
                        <a:srgbClr val="FFFFFF"/>
                      </a:solidFill>
                    </a:lnL>
                    <a:lnR w="12700">
                      <a:solidFill>
                        <a:srgbClr val="FFFFFF"/>
                      </a:solidFill>
                    </a:lnR>
                    <a:solidFill>
                      <a:srgbClr val="144973"/>
                    </a:solidFill>
                  </a:tcPr>
                </a:tc>
                <a:tc hMerge="1">
                  <a:tcPr/>
                </a:tc>
                <a:tc hMerge="1">
                  <a:tcPr/>
                </a:tc>
                <a:tc hMerge="1">
                  <a:tcPr/>
                </a:tc>
                <a:tc gridSpan="4">
                  <a:txBody>
                    <a:bodyPr/>
                    <a:lstStyle/>
                    <a:p>
                      <a:pPr defTabSz="685800">
                        <a:defRPr sz="3600">
                          <a:solidFill>
                            <a:srgbClr val="0A0A0A"/>
                          </a:solidFill>
                          <a:latin typeface="Calibri"/>
                          <a:ea typeface="Calibri"/>
                          <a:cs typeface="Calibri"/>
                        </a:defRPr>
                      </a:pPr>
                      <a:r>
                        <a:rPr sz="4000">
                          <a:solidFill>
                            <a:srgbClr val="FFFFFF"/>
                          </a:solidFill>
                          <a:latin typeface="Raleway Bold"/>
                          <a:ea typeface="Raleway Bold"/>
                          <a:cs typeface="Raleway Bold"/>
                          <a:sym typeface="Raleway Bold"/>
                        </a:rPr>
                        <a:t>Tercer mes</a:t>
                      </a:r>
                    </a:p>
                  </a:txBody>
                  <a:tcPr marL="58321" marR="58321" marT="58321" marB="58321" anchor="ctr" anchorCtr="0" horzOverflow="overflow">
                    <a:lnL w="12700">
                      <a:solidFill>
                        <a:srgbClr val="FFFFFF"/>
                      </a:solidFill>
                    </a:lnL>
                    <a:solidFill>
                      <a:srgbClr val="144973"/>
                    </a:solidFill>
                  </a:tcPr>
                </a:tc>
                <a:tc hMerge="1">
                  <a:tcPr/>
                </a:tc>
                <a:tc hMerge="1">
                  <a:tcPr/>
                </a:tc>
                <a:tc hMerge="1">
                  <a:tcPr/>
                </a:tc>
              </a:tr>
              <a:tr h="727606">
                <a:tc>
                  <a:txBody>
                    <a:bodyPr/>
                    <a:lstStyle/>
                    <a:p>
                      <a:pPr>
                        <a:defRPr sz="3600">
                          <a:solidFill>
                            <a:srgbClr val="0A0A0A"/>
                          </a:solidFill>
                          <a:latin typeface="Calibri"/>
                          <a:ea typeface="Calibri"/>
                          <a:cs typeface="Calibri"/>
                        </a:defRPr>
                      </a:pPr>
                      <a:r>
                        <a:t>S</a:t>
                      </a:r>
                      <a:r>
                        <a:rPr sz="3000"/>
                        <a:t>1</a:t>
                      </a:r>
                    </a:p>
                  </a:txBody>
                  <a:tcPr marL="58321" marR="58321" marT="58321" marB="58321" anchor="ctr" anchorCtr="0" horzOverflow="overflow">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2</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3</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4</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1</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2</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3</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4</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1</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2</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3</a:t>
                      </a:r>
                    </a:p>
                  </a:txBody>
                  <a:tcPr marL="58321" marR="58321" marT="58321" marB="58321" anchor="ctr" anchorCtr="0" horzOverflow="overflow">
                    <a:lnL w="12700">
                      <a:solidFill>
                        <a:srgbClr val="FFFFFF"/>
                      </a:solidFill>
                    </a:lnL>
                    <a:lnR w="12700">
                      <a:solidFill>
                        <a:srgbClr val="FFFFFF"/>
                      </a:solidFill>
                    </a:lnR>
                    <a:solidFill>
                      <a:srgbClr val="D8D8D8"/>
                    </a:solidFill>
                  </a:tcPr>
                </a:tc>
                <a:tc>
                  <a:txBody>
                    <a:bodyPr/>
                    <a:lstStyle/>
                    <a:p>
                      <a:pPr>
                        <a:defRPr sz="3600">
                          <a:solidFill>
                            <a:srgbClr val="0A0A0A"/>
                          </a:solidFill>
                          <a:latin typeface="Calibri"/>
                          <a:ea typeface="Calibri"/>
                          <a:cs typeface="Calibri"/>
                        </a:defRPr>
                      </a:pPr>
                      <a:r>
                        <a:t>S</a:t>
                      </a:r>
                      <a:r>
                        <a:rPr sz="3000"/>
                        <a:t>4</a:t>
                      </a:r>
                    </a:p>
                  </a:txBody>
                  <a:tcPr marL="58321" marR="58321" marT="58321" marB="58321" anchor="ctr" anchorCtr="0" horzOverflow="overflow">
                    <a:lnL w="12700">
                      <a:solidFill>
                        <a:srgbClr val="FFFFFF"/>
                      </a:solidFill>
                    </a:lnL>
                    <a:lnR w="12700">
                      <a:solidFill>
                        <a:srgbClr val="FFFFFF"/>
                      </a:solidFill>
                    </a:lnR>
                    <a:solidFill>
                      <a:srgbClr val="D8D8D8"/>
                    </a:solidFill>
                  </a:tcPr>
                </a:tc>
              </a:tr>
            </a:tbl>
          </a:graphicData>
        </a:graphic>
      </p:graphicFrame>
      <p:sp>
        <p:nvSpPr>
          <p:cNvPr id="3802" name="Shape 3802"/>
          <p:cNvSpPr/>
          <p:nvPr/>
        </p:nvSpPr>
        <p:spPr>
          <a:xfrm>
            <a:off x="5618296" y="11328982"/>
            <a:ext cx="8708146"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700">
                <a:solidFill>
                  <a:srgbClr val="878787"/>
                </a:solidFill>
                <a:latin typeface="Raleway SemiBold"/>
                <a:ea typeface="Raleway SemiBold"/>
                <a:cs typeface="Raleway SemiBold"/>
                <a:sym typeface="Raleway SemiBold"/>
              </a:defRPr>
            </a:lvl1pPr>
          </a:lstStyle>
          <a:p>
            <a:pPr/>
            <a:r>
              <a:t>Fecha implementación de las estrategias</a:t>
            </a:r>
          </a:p>
        </p:txBody>
      </p:sp>
      <p:sp>
        <p:nvSpPr>
          <p:cNvPr id="3803" name="Shape 3803"/>
          <p:cNvSpPr/>
          <p:nvPr/>
        </p:nvSpPr>
        <p:spPr>
          <a:xfrm>
            <a:off x="4189201" y="5246687"/>
            <a:ext cx="1519660" cy="1021081"/>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04" name="Shape 3804"/>
          <p:cNvSpPr/>
          <p:nvPr/>
        </p:nvSpPr>
        <p:spPr>
          <a:xfrm>
            <a:off x="5090590" y="5646034"/>
            <a:ext cx="17214146"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05" name="Shape 3805"/>
          <p:cNvSpPr/>
          <p:nvPr/>
        </p:nvSpPr>
        <p:spPr>
          <a:xfrm>
            <a:off x="4403514" y="11328982"/>
            <a:ext cx="1072245" cy="576581"/>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06" name="Shape 3806"/>
          <p:cNvSpPr/>
          <p:nvPr/>
        </p:nvSpPr>
        <p:spPr>
          <a:xfrm>
            <a:off x="14651172" y="11328982"/>
            <a:ext cx="8708145" cy="5765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700">
                <a:solidFill>
                  <a:srgbClr val="878787"/>
                </a:solidFill>
                <a:latin typeface="Raleway SemiBold"/>
                <a:ea typeface="Raleway SemiBold"/>
                <a:cs typeface="Raleway SemiBold"/>
                <a:sym typeface="Raleway SemiBold"/>
              </a:defRPr>
            </a:lvl1pPr>
          </a:lstStyle>
          <a:p>
            <a:pPr/>
            <a:r>
              <a:t>Duración estrategia</a:t>
            </a:r>
          </a:p>
        </p:txBody>
      </p:sp>
      <p:sp>
        <p:nvSpPr>
          <p:cNvPr id="3807" name="Shape 3807"/>
          <p:cNvSpPr/>
          <p:nvPr/>
        </p:nvSpPr>
        <p:spPr>
          <a:xfrm>
            <a:off x="13091794" y="11617272"/>
            <a:ext cx="1393926"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08" name="Shape 3808"/>
          <p:cNvSpPr/>
          <p:nvPr/>
        </p:nvSpPr>
        <p:spPr>
          <a:xfrm>
            <a:off x="16536999" y="6267767"/>
            <a:ext cx="1519661" cy="1021081"/>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09" name="Shape 3809"/>
          <p:cNvSpPr/>
          <p:nvPr/>
        </p:nvSpPr>
        <p:spPr>
          <a:xfrm>
            <a:off x="17314859" y="6763410"/>
            <a:ext cx="4996757"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10" name="Shape 3810"/>
          <p:cNvSpPr/>
          <p:nvPr/>
        </p:nvSpPr>
        <p:spPr>
          <a:xfrm>
            <a:off x="4189201" y="8226021"/>
            <a:ext cx="1519660" cy="855981"/>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11" name="Shape 3811"/>
          <p:cNvSpPr/>
          <p:nvPr/>
        </p:nvSpPr>
        <p:spPr>
          <a:xfrm>
            <a:off x="4189201" y="7280861"/>
            <a:ext cx="1519660" cy="855981"/>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12" name="Shape 3812"/>
          <p:cNvSpPr/>
          <p:nvPr/>
        </p:nvSpPr>
        <p:spPr>
          <a:xfrm>
            <a:off x="4947920" y="7708850"/>
            <a:ext cx="17499487"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13" name="Shape 3813"/>
          <p:cNvSpPr/>
          <p:nvPr/>
        </p:nvSpPr>
        <p:spPr>
          <a:xfrm>
            <a:off x="4947920" y="8654011"/>
            <a:ext cx="5047009"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14" name="Shape 3814"/>
          <p:cNvSpPr/>
          <p:nvPr/>
        </p:nvSpPr>
        <p:spPr>
          <a:xfrm>
            <a:off x="4189201" y="9159183"/>
            <a:ext cx="1519660" cy="855981"/>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15" name="Shape 3815"/>
          <p:cNvSpPr/>
          <p:nvPr/>
        </p:nvSpPr>
        <p:spPr>
          <a:xfrm>
            <a:off x="4947920" y="9587173"/>
            <a:ext cx="17499487"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16" name="Shape 3816"/>
          <p:cNvSpPr/>
          <p:nvPr/>
        </p:nvSpPr>
        <p:spPr>
          <a:xfrm>
            <a:off x="10389548" y="10092345"/>
            <a:ext cx="1519660" cy="855982"/>
          </a:xfrm>
          <a:prstGeom prst="rect">
            <a:avLst/>
          </a:prstGeom>
          <a:solidFill>
            <a:srgbClr val="397ECA"/>
          </a:solidFill>
          <a:ln w="12700">
            <a:miter lim="400000"/>
          </a:ln>
        </p:spPr>
        <p:txBody>
          <a:bodyPr lIns="71437" tIns="71437" rIns="71437" bIns="71437" anchor="ctr"/>
          <a:lstStyle/>
          <a:p>
            <a:pPr>
              <a:defRPr sz="3200">
                <a:solidFill>
                  <a:srgbClr val="FFFFFF"/>
                </a:solidFill>
              </a:defRPr>
            </a:pPr>
          </a:p>
        </p:txBody>
      </p:sp>
      <p:sp>
        <p:nvSpPr>
          <p:cNvPr id="3817" name="Shape 3817"/>
          <p:cNvSpPr/>
          <p:nvPr/>
        </p:nvSpPr>
        <p:spPr>
          <a:xfrm>
            <a:off x="10865766" y="10520336"/>
            <a:ext cx="11629411" cy="1"/>
          </a:xfrm>
          <a:prstGeom prst="line">
            <a:avLst/>
          </a:prstGeom>
          <a:ln w="76200">
            <a:solidFill>
              <a:srgbClr val="40C0C0"/>
            </a:solidFill>
            <a:miter/>
            <a:headEnd type="oval"/>
            <a:tailEnd type="triangle"/>
          </a:ln>
        </p:spPr>
        <p:txBody>
          <a:bodyPr tIns="91439" bIns="91439"/>
          <a:lstStyle/>
          <a:p>
            <a:pPr algn="l" defTabSz="457200">
              <a:defRPr sz="2400">
                <a:latin typeface="Helvetica"/>
                <a:ea typeface="Helvetica"/>
                <a:cs typeface="Helvetica"/>
                <a:sym typeface="Helvetica"/>
              </a:defRPr>
            </a:pPr>
          </a:p>
        </p:txBody>
      </p:sp>
      <p:sp>
        <p:nvSpPr>
          <p:cNvPr id="3818" name="Shape 3818"/>
          <p:cNvSpPr/>
          <p:nvPr/>
        </p:nvSpPr>
        <p:spPr>
          <a:xfrm>
            <a:off x="303300" y="819179"/>
            <a:ext cx="619633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Planning propuesta</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3819" name="Shape 381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3801"/>
                                        </p:tgtEl>
                                        <p:attrNameLst>
                                          <p:attrName>style.visibility</p:attrName>
                                        </p:attrNameLst>
                                      </p:cBhvr>
                                      <p:to>
                                        <p:strVal val="visible"/>
                                      </p:to>
                                    </p:set>
                                    <p:anim calcmode="lin" valueType="num">
                                      <p:cBhvr>
                                        <p:cTn id="7" dur="500" fill="hold"/>
                                        <p:tgtEl>
                                          <p:spTgt spid="3801"/>
                                        </p:tgtEl>
                                        <p:attrNameLst>
                                          <p:attrName>ppt_x</p:attrName>
                                        </p:attrNameLst>
                                      </p:cBhvr>
                                      <p:tavLst>
                                        <p:tav tm="0">
                                          <p:val>
                                            <p:strVal val="0-#ppt_w/2"/>
                                          </p:val>
                                        </p:tav>
                                        <p:tav tm="100000">
                                          <p:val>
                                            <p:strVal val="#ppt_x"/>
                                          </p:val>
                                        </p:tav>
                                      </p:tavLst>
                                    </p:anim>
                                    <p:anim calcmode="lin" valueType="num">
                                      <p:cBhvr>
                                        <p:cTn id="8" dur="500" fill="hold"/>
                                        <p:tgtEl>
                                          <p:spTgt spid="380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Class="entr" nodeType="afterEffect" presetSubtype="8" presetID="22" grpId="2" fill="hold">
                                  <p:stCondLst>
                                    <p:cond delay="0"/>
                                  </p:stCondLst>
                                  <p:iterate type="el" backwards="0">
                                    <p:tmAbs val="0"/>
                                  </p:iterate>
                                  <p:childTnLst>
                                    <p:set>
                                      <p:cBhvr>
                                        <p:cTn id="11" fill="hold"/>
                                        <p:tgtEl>
                                          <p:spTgt spid="3800"/>
                                        </p:tgtEl>
                                        <p:attrNameLst>
                                          <p:attrName>style.visibility</p:attrName>
                                        </p:attrNameLst>
                                      </p:cBhvr>
                                      <p:to>
                                        <p:strVal val="visible"/>
                                      </p:to>
                                    </p:set>
                                    <p:animEffect filter="wipe(left)" transition="in">
                                      <p:cBhvr>
                                        <p:cTn id="12" dur="500"/>
                                        <p:tgtEl>
                                          <p:spTgt spid="3800"/>
                                        </p:tgtEl>
                                      </p:cBhvr>
                                    </p:animEffect>
                                  </p:childTnLst>
                                </p:cTn>
                              </p:par>
                            </p:childTnLst>
                          </p:cTn>
                        </p:par>
                        <p:par>
                          <p:cTn id="13" fill="hold">
                            <p:stCondLst>
                              <p:cond delay="1000"/>
                            </p:stCondLst>
                            <p:childTnLst>
                              <p:par>
                                <p:cTn id="14" presetClass="entr" nodeType="afterEffect" presetSubtype="8" presetID="22" grpId="3" fill="hold">
                                  <p:stCondLst>
                                    <p:cond delay="0"/>
                                  </p:stCondLst>
                                  <p:iterate type="el" backwards="0">
                                    <p:tmAbs val="0"/>
                                  </p:iterate>
                                  <p:childTnLst>
                                    <p:set>
                                      <p:cBhvr>
                                        <p:cTn id="15" fill="hold"/>
                                        <p:tgtEl>
                                          <p:spTgt spid="3804"/>
                                        </p:tgtEl>
                                        <p:attrNameLst>
                                          <p:attrName>style.visibility</p:attrName>
                                        </p:attrNameLst>
                                      </p:cBhvr>
                                      <p:to>
                                        <p:strVal val="visible"/>
                                      </p:to>
                                    </p:set>
                                    <p:animEffect filter="wipe(left)" transition="in">
                                      <p:cBhvr>
                                        <p:cTn id="16" dur="500"/>
                                        <p:tgtEl>
                                          <p:spTgt spid="3804"/>
                                        </p:tgtEl>
                                      </p:cBhvr>
                                    </p:animEffect>
                                  </p:childTnLst>
                                </p:cTn>
                              </p:par>
                            </p:childTnLst>
                          </p:cTn>
                        </p:par>
                        <p:par>
                          <p:cTn id="17" fill="hold">
                            <p:stCondLst>
                              <p:cond delay="1500"/>
                            </p:stCondLst>
                            <p:childTnLst>
                              <p:par>
                                <p:cTn id="18" presetClass="entr" nodeType="afterEffect" presetSubtype="8" presetID="22" grpId="4" fill="hold">
                                  <p:stCondLst>
                                    <p:cond delay="0"/>
                                  </p:stCondLst>
                                  <p:iterate type="el" backwards="0">
                                    <p:tmAbs val="0"/>
                                  </p:iterate>
                                  <p:childTnLst>
                                    <p:set>
                                      <p:cBhvr>
                                        <p:cTn id="19" fill="hold"/>
                                        <p:tgtEl>
                                          <p:spTgt spid="3809"/>
                                        </p:tgtEl>
                                        <p:attrNameLst>
                                          <p:attrName>style.visibility</p:attrName>
                                        </p:attrNameLst>
                                      </p:cBhvr>
                                      <p:to>
                                        <p:strVal val="visible"/>
                                      </p:to>
                                    </p:set>
                                    <p:animEffect filter="wipe(left)" transition="in">
                                      <p:cBhvr>
                                        <p:cTn id="20" dur="500"/>
                                        <p:tgtEl>
                                          <p:spTgt spid="3809"/>
                                        </p:tgtEl>
                                      </p:cBhvr>
                                    </p:animEffect>
                                  </p:childTnLst>
                                </p:cTn>
                              </p:par>
                            </p:childTnLst>
                          </p:cTn>
                        </p:par>
                        <p:par>
                          <p:cTn id="21" fill="hold">
                            <p:stCondLst>
                              <p:cond delay="2000"/>
                            </p:stCondLst>
                            <p:childTnLst>
                              <p:par>
                                <p:cTn id="22" presetClass="entr" nodeType="afterEffect" presetSubtype="8" presetID="22" grpId="5" fill="hold">
                                  <p:stCondLst>
                                    <p:cond delay="0"/>
                                  </p:stCondLst>
                                  <p:iterate type="el" backwards="0">
                                    <p:tmAbs val="0"/>
                                  </p:iterate>
                                  <p:childTnLst>
                                    <p:set>
                                      <p:cBhvr>
                                        <p:cTn id="23" fill="hold"/>
                                        <p:tgtEl>
                                          <p:spTgt spid="3812"/>
                                        </p:tgtEl>
                                        <p:attrNameLst>
                                          <p:attrName>style.visibility</p:attrName>
                                        </p:attrNameLst>
                                      </p:cBhvr>
                                      <p:to>
                                        <p:strVal val="visible"/>
                                      </p:to>
                                    </p:set>
                                    <p:animEffect filter="wipe(left)" transition="in">
                                      <p:cBhvr>
                                        <p:cTn id="24" dur="500"/>
                                        <p:tgtEl>
                                          <p:spTgt spid="3812"/>
                                        </p:tgtEl>
                                      </p:cBhvr>
                                    </p:animEffect>
                                  </p:childTnLst>
                                </p:cTn>
                              </p:par>
                            </p:childTnLst>
                          </p:cTn>
                        </p:par>
                        <p:par>
                          <p:cTn id="25" fill="hold">
                            <p:stCondLst>
                              <p:cond delay="2500"/>
                            </p:stCondLst>
                            <p:childTnLst>
                              <p:par>
                                <p:cTn id="26" presetClass="entr" nodeType="afterEffect" presetSubtype="8" presetID="22" grpId="6" fill="hold">
                                  <p:stCondLst>
                                    <p:cond delay="0"/>
                                  </p:stCondLst>
                                  <p:iterate type="el" backwards="0">
                                    <p:tmAbs val="0"/>
                                  </p:iterate>
                                  <p:childTnLst>
                                    <p:set>
                                      <p:cBhvr>
                                        <p:cTn id="27" fill="hold"/>
                                        <p:tgtEl>
                                          <p:spTgt spid="3817"/>
                                        </p:tgtEl>
                                        <p:attrNameLst>
                                          <p:attrName>style.visibility</p:attrName>
                                        </p:attrNameLst>
                                      </p:cBhvr>
                                      <p:to>
                                        <p:strVal val="visible"/>
                                      </p:to>
                                    </p:set>
                                    <p:animEffect filter="wipe(left)" transition="in">
                                      <p:cBhvr>
                                        <p:cTn id="28" dur="500"/>
                                        <p:tgtEl>
                                          <p:spTgt spid="3817"/>
                                        </p:tgtEl>
                                      </p:cBhvr>
                                    </p:animEffect>
                                  </p:childTnLst>
                                </p:cTn>
                              </p:par>
                            </p:childTnLst>
                          </p:cTn>
                        </p:par>
                        <p:par>
                          <p:cTn id="29" fill="hold">
                            <p:stCondLst>
                              <p:cond delay="3000"/>
                            </p:stCondLst>
                            <p:childTnLst>
                              <p:par>
                                <p:cTn id="30" presetClass="entr" nodeType="afterEffect" presetID="9" grpId="7" fill="hold">
                                  <p:stCondLst>
                                    <p:cond delay="0"/>
                                  </p:stCondLst>
                                  <p:iterate type="el" backwards="0">
                                    <p:tmAbs val="0"/>
                                  </p:iterate>
                                  <p:childTnLst>
                                    <p:set>
                                      <p:cBhvr>
                                        <p:cTn id="31" fill="hold"/>
                                        <p:tgtEl>
                                          <p:spTgt spid="3802"/>
                                        </p:tgtEl>
                                        <p:attrNameLst>
                                          <p:attrName>style.visibility</p:attrName>
                                        </p:attrNameLst>
                                      </p:cBhvr>
                                      <p:to>
                                        <p:strVal val="visible"/>
                                      </p:to>
                                    </p:set>
                                    <p:animEffect filter="dissolve" transition="in">
                                      <p:cBhvr>
                                        <p:cTn id="32" dur="500"/>
                                        <p:tgtEl>
                                          <p:spTgt spid="3802"/>
                                        </p:tgtEl>
                                      </p:cBhvr>
                                    </p:animEffect>
                                  </p:childTnLst>
                                </p:cTn>
                              </p:par>
                            </p:childTnLst>
                          </p:cTn>
                        </p:par>
                        <p:par>
                          <p:cTn id="33" fill="hold">
                            <p:stCondLst>
                              <p:cond delay="3500"/>
                            </p:stCondLst>
                            <p:childTnLst>
                              <p:par>
                                <p:cTn id="34" presetClass="entr" nodeType="afterEffect" presetID="9" grpId="8" fill="hold">
                                  <p:stCondLst>
                                    <p:cond delay="0"/>
                                  </p:stCondLst>
                                  <p:iterate type="el" backwards="0">
                                    <p:tmAbs val="0"/>
                                  </p:iterate>
                                  <p:childTnLst>
                                    <p:set>
                                      <p:cBhvr>
                                        <p:cTn id="35" fill="hold"/>
                                        <p:tgtEl>
                                          <p:spTgt spid="3806"/>
                                        </p:tgtEl>
                                        <p:attrNameLst>
                                          <p:attrName>style.visibility</p:attrName>
                                        </p:attrNameLst>
                                      </p:cBhvr>
                                      <p:to>
                                        <p:strVal val="visible"/>
                                      </p:to>
                                    </p:set>
                                    <p:animEffect filter="dissolve" transition="in">
                                      <p:cBhvr>
                                        <p:cTn id="36" dur="500"/>
                                        <p:tgtEl>
                                          <p:spTgt spid="3806"/>
                                        </p:tgtEl>
                                      </p:cBhvr>
                                    </p:animEffect>
                                  </p:childTnLst>
                                </p:cTn>
                              </p:par>
                            </p:childTnLst>
                          </p:cTn>
                        </p:par>
                        <p:par>
                          <p:cTn id="37" fill="hold">
                            <p:stCondLst>
                              <p:cond delay="4000"/>
                            </p:stCondLst>
                            <p:childTnLst>
                              <p:par>
                                <p:cTn id="38" presetClass="entr" nodeType="afterEffect" presetSubtype="8" presetID="22" grpId="9" fill="hold">
                                  <p:stCondLst>
                                    <p:cond delay="0"/>
                                  </p:stCondLst>
                                  <p:iterate type="el" backwards="0">
                                    <p:tmAbs val="0"/>
                                  </p:iterate>
                                  <p:childTnLst>
                                    <p:set>
                                      <p:cBhvr>
                                        <p:cTn id="39" fill="hold"/>
                                        <p:tgtEl>
                                          <p:spTgt spid="3807"/>
                                        </p:tgtEl>
                                        <p:attrNameLst>
                                          <p:attrName>style.visibility</p:attrName>
                                        </p:attrNameLst>
                                      </p:cBhvr>
                                      <p:to>
                                        <p:strVal val="visible"/>
                                      </p:to>
                                    </p:set>
                                    <p:animEffect filter="wipe(left)" transition="in">
                                      <p:cBhvr>
                                        <p:cTn id="40" dur="500"/>
                                        <p:tgtEl>
                                          <p:spTgt spid="3807"/>
                                        </p:tgtEl>
                                      </p:cBhvr>
                                    </p:animEffect>
                                  </p:childTnLst>
                                </p:cTn>
                              </p:par>
                            </p:childTnLst>
                          </p:cTn>
                        </p:par>
                        <p:par>
                          <p:cTn id="41" fill="hold">
                            <p:stCondLst>
                              <p:cond delay="4500"/>
                            </p:stCondLst>
                            <p:childTnLst>
                              <p:par>
                                <p:cTn id="42" presetClass="entr" nodeType="afterEffect" presetSubtype="8" presetID="22" grpId="10" fill="hold">
                                  <p:stCondLst>
                                    <p:cond delay="0"/>
                                  </p:stCondLst>
                                  <p:iterate type="el" backwards="0">
                                    <p:tmAbs val="0"/>
                                  </p:iterate>
                                  <p:childTnLst>
                                    <p:set>
                                      <p:cBhvr>
                                        <p:cTn id="43" fill="hold"/>
                                        <p:tgtEl>
                                          <p:spTgt spid="3813"/>
                                        </p:tgtEl>
                                        <p:attrNameLst>
                                          <p:attrName>style.visibility</p:attrName>
                                        </p:attrNameLst>
                                      </p:cBhvr>
                                      <p:to>
                                        <p:strVal val="visible"/>
                                      </p:to>
                                    </p:set>
                                    <p:animEffect filter="wipe(left)" transition="in">
                                      <p:cBhvr>
                                        <p:cTn id="44" dur="500"/>
                                        <p:tgtEl>
                                          <p:spTgt spid="3813"/>
                                        </p:tgtEl>
                                      </p:cBhvr>
                                    </p:animEffect>
                                  </p:childTnLst>
                                </p:cTn>
                              </p:par>
                            </p:childTnLst>
                          </p:cTn>
                        </p:par>
                        <p:par>
                          <p:cTn id="45" fill="hold">
                            <p:stCondLst>
                              <p:cond delay="5000"/>
                            </p:stCondLst>
                            <p:childTnLst>
                              <p:par>
                                <p:cTn id="46" presetClass="entr" nodeType="afterEffect" presetSubtype="8" presetID="22" grpId="11" fill="hold">
                                  <p:stCondLst>
                                    <p:cond delay="0"/>
                                  </p:stCondLst>
                                  <p:iterate type="el" backwards="0">
                                    <p:tmAbs val="0"/>
                                  </p:iterate>
                                  <p:childTnLst>
                                    <p:set>
                                      <p:cBhvr>
                                        <p:cTn id="47" fill="hold"/>
                                        <p:tgtEl>
                                          <p:spTgt spid="3815"/>
                                        </p:tgtEl>
                                        <p:attrNameLst>
                                          <p:attrName>style.visibility</p:attrName>
                                        </p:attrNameLst>
                                      </p:cBhvr>
                                      <p:to>
                                        <p:strVal val="visible"/>
                                      </p:to>
                                    </p:set>
                                    <p:animEffect filter="wipe(left)" transition="in">
                                      <p:cBhvr>
                                        <p:cTn id="48" dur="500"/>
                                        <p:tgtEl>
                                          <p:spTgt spid="38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817" grpId="6"/>
      <p:bldP build="whole" bldLvl="1" animBg="1" rev="0" advAuto="0" spid="3804" grpId="3"/>
      <p:bldP build="whole" bldLvl="1" animBg="1" rev="0" advAuto="0" spid="3813" grpId="10"/>
      <p:bldP build="whole" bldLvl="1" animBg="1" rev="0" advAuto="0" spid="3807" grpId="9"/>
      <p:bldP build="whole" bldLvl="1" animBg="1" rev="0" advAuto="0" spid="3809" grpId="4"/>
      <p:bldP build="whole" bldLvl="1" animBg="1" rev="0" advAuto="0" spid="3815" grpId="11"/>
      <p:bldP build="whole" bldLvl="1" animBg="1" rev="0" advAuto="0" spid="3800" grpId="2"/>
      <p:bldP build="whole" bldLvl="1" animBg="1" rev="0" advAuto="0" spid="3802" grpId="7"/>
      <p:bldP build="whole" bldLvl="1" animBg="1" rev="0" advAuto="0" spid="3806" grpId="8"/>
      <p:bldP build="whole" bldLvl="1" animBg="1" rev="0" advAuto="0" spid="3812" grpId="5"/>
      <p:bldP build="whole" bldLvl="1" animBg="1" rev="0" advAuto="0" spid="3801" grpId="1"/>
    </p:bldLst>
  </p:timing>
</p:sld>
</file>

<file path=ppt/slides/slide11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821" name="Shape 3821"/>
          <p:cNvSpPr/>
          <p:nvPr/>
        </p:nvSpPr>
        <p:spPr>
          <a:xfrm>
            <a:off x="303300" y="819179"/>
            <a:ext cx="631126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Calendario semanal</a:t>
            </a:r>
          </a:p>
          <a:p>
            <a:pPr algn="l" defTabSz="825500">
              <a:lnSpc>
                <a:spcPct val="90000"/>
              </a:lnSpc>
              <a:defRPr spc="-59" sz="3000">
                <a:latin typeface="Raleway SemiBold"/>
                <a:ea typeface="Raleway SemiBold"/>
                <a:cs typeface="Raleway SemiBold"/>
                <a:sym typeface="Raleway SemiBold"/>
              </a:defRPr>
            </a:pPr>
            <a:r>
              <a:t>Cambia los colores y contenido</a:t>
            </a:r>
          </a:p>
        </p:txBody>
      </p:sp>
      <p:sp>
        <p:nvSpPr>
          <p:cNvPr id="3822" name="Shape 382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3823" name="Table 3823"/>
          <p:cNvGraphicFramePr/>
          <p:nvPr/>
        </p:nvGraphicFramePr>
        <p:xfrm>
          <a:off x="742831" y="3413567"/>
          <a:ext cx="22898337" cy="8681572"/>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6266860"/>
                <a:gridCol w="2375925"/>
                <a:gridCol w="2375925"/>
                <a:gridCol w="2375925"/>
                <a:gridCol w="2375925"/>
                <a:gridCol w="2375925"/>
                <a:gridCol w="2375925"/>
                <a:gridCol w="2375925"/>
              </a:tblGrid>
              <a:tr h="964619">
                <a:tc>
                  <a:txBody>
                    <a:bodyPr/>
                    <a:lstStyle/>
                    <a:p>
                      <a:pPr algn="l" defTabSz="1219261">
                        <a:defRPr sz="3700">
                          <a:solidFill>
                            <a:srgbClr val="797979"/>
                          </a:solidFill>
                          <a:latin typeface="Helvetica"/>
                          <a:ea typeface="Helvetica"/>
                          <a:cs typeface="Helvetica"/>
                          <a:sym typeface="Helvetica"/>
                        </a:defRPr>
                      </a:pPr>
                    </a:p>
                  </a:txBody>
                  <a:tcPr marL="121920" marR="121920" marT="121920" marB="121920" anchor="ctr" anchorCtr="0" horzOverflow="overflow">
                    <a:lnL w="0">
                      <a:miter lim="400000"/>
                    </a:lnL>
                    <a:lnR w="6350">
                      <a:solidFill>
                        <a:srgbClr val="BFBFBF"/>
                      </a:solidFill>
                    </a:lnR>
                    <a:lnT w="0">
                      <a:miter lim="400000"/>
                    </a:lnT>
                    <a:lnB w="0">
                      <a:miter lim="400000"/>
                    </a:lnB>
                    <a:no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L</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M</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M</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J</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 V</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S </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c>
                  <a:txBody>
                    <a:bodyPr/>
                    <a:lstStyle/>
                    <a:p>
                      <a:pPr defTabSz="1219261">
                        <a:defRPr sz="4800">
                          <a:latin typeface="Raleway ExtraBold"/>
                          <a:ea typeface="Raleway ExtraBold"/>
                          <a:cs typeface="Raleway ExtraBold"/>
                          <a:sym typeface="Raleway ExtraBold"/>
                        </a:defRPr>
                      </a:pPr>
                      <a:r>
                        <a:rPr sz="3200">
                          <a:solidFill>
                            <a:srgbClr val="FFFFFF"/>
                          </a:solidFill>
                        </a:rPr>
                        <a:t>D</a:t>
                      </a: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solidFill>
                      <a:srgbClr val="16527E"/>
                    </a:solid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0">
                      <a:miter lim="400000"/>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r h="964619">
                <a:tc>
                  <a:txBody>
                    <a:bodyPr/>
                    <a:lstStyle/>
                    <a:p>
                      <a:pPr algn="l" defTabSz="1219261">
                        <a:defRPr sz="4800">
                          <a:latin typeface="Raleway SemiBold"/>
                          <a:ea typeface="Raleway SemiBold"/>
                          <a:cs typeface="Raleway SemiBold"/>
                          <a:sym typeface="Raleway SemiBold"/>
                        </a:defRPr>
                      </a:pPr>
                      <a:r>
                        <a:rPr sz="2700">
                          <a:solidFill>
                            <a:srgbClr val="595959"/>
                          </a:solidFill>
                        </a:rPr>
                        <a:t>Tarea</a:t>
                      </a:r>
                    </a:p>
                  </a:txBody>
                  <a:tcPr marL="121920" marR="121920" marT="121920" marB="121920" anchor="ctr" anchorCtr="0" horzOverflow="overflow">
                    <a:lnL w="0">
                      <a:miter lim="400000"/>
                    </a:lnL>
                    <a:lnR w="6350">
                      <a:solidFill>
                        <a:srgbClr val="BFBFBF"/>
                      </a:solidFill>
                    </a:lnR>
                    <a:lnT w="6350">
                      <a:solidFill>
                        <a:srgbClr val="BFBFBF"/>
                      </a:solidFill>
                    </a:lnT>
                    <a:lnB w="0">
                      <a:miter lim="400000"/>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c>
                  <a:txBody>
                    <a:bodyPr/>
                    <a:lstStyle/>
                    <a:p>
                      <a:pPr algn="l" defTabSz="1219261">
                        <a:defRPr sz="3700">
                          <a:latin typeface="Helvetica"/>
                          <a:ea typeface="Helvetica"/>
                          <a:cs typeface="Helvetica"/>
                          <a:sym typeface="Helvetica"/>
                        </a:defRPr>
                      </a:pPr>
                    </a:p>
                  </a:txBody>
                  <a:tcPr marL="121920" marR="121920" marT="121920" marB="121920" anchor="ctr" anchorCtr="0" horzOverflow="overflow">
                    <a:lnL w="6350">
                      <a:solidFill>
                        <a:srgbClr val="BFBFBF"/>
                      </a:solidFill>
                    </a:lnL>
                    <a:lnR w="6350">
                      <a:solidFill>
                        <a:srgbClr val="BFBFBF"/>
                      </a:solidFill>
                    </a:lnR>
                    <a:lnT w="6350">
                      <a:solidFill>
                        <a:srgbClr val="BFBFBF"/>
                      </a:solidFill>
                    </a:lnT>
                    <a:lnB w="6350">
                      <a:solidFill>
                        <a:srgbClr val="BFBFBF"/>
                      </a:solidFill>
                    </a:lnB>
                    <a:noFill/>
                  </a:tcPr>
                </a:tc>
              </a:tr>
            </a:tbl>
          </a:graphicData>
        </a:graphic>
      </p:graphicFrame>
      <p:sp>
        <p:nvSpPr>
          <p:cNvPr id="3824" name="Shape 3824"/>
          <p:cNvSpPr/>
          <p:nvPr/>
        </p:nvSpPr>
        <p:spPr>
          <a:xfrm>
            <a:off x="7078690" y="5511800"/>
            <a:ext cx="4476725" cy="451555"/>
          </a:xfrm>
          <a:prstGeom prst="roundRect">
            <a:avLst>
              <a:gd name="adj" fmla="val 50000"/>
            </a:avLst>
          </a:prstGeom>
          <a:solidFill>
            <a:srgbClr val="144973"/>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25" name="Shape 3825"/>
          <p:cNvSpPr/>
          <p:nvPr/>
        </p:nvSpPr>
        <p:spPr>
          <a:xfrm>
            <a:off x="12184090" y="6632222"/>
            <a:ext cx="4476725" cy="451556"/>
          </a:xfrm>
          <a:prstGeom prst="roundRect">
            <a:avLst>
              <a:gd name="adj" fmla="val 50000"/>
            </a:avLst>
          </a:prstGeom>
          <a:solidFill>
            <a:srgbClr val="397ECA"/>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26" name="Shape 3826"/>
          <p:cNvSpPr/>
          <p:nvPr/>
        </p:nvSpPr>
        <p:spPr>
          <a:xfrm>
            <a:off x="9567890" y="9393908"/>
            <a:ext cx="4476725" cy="451556"/>
          </a:xfrm>
          <a:prstGeom prst="roundRect">
            <a:avLst>
              <a:gd name="adj" fmla="val 50000"/>
            </a:avLst>
          </a:prstGeom>
          <a:solidFill>
            <a:srgbClr val="66B3E0"/>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27" name="Shape 3827"/>
          <p:cNvSpPr/>
          <p:nvPr/>
        </p:nvSpPr>
        <p:spPr>
          <a:xfrm>
            <a:off x="16857690" y="7528576"/>
            <a:ext cx="4476725" cy="451556"/>
          </a:xfrm>
          <a:prstGeom prst="roundRect">
            <a:avLst>
              <a:gd name="adj" fmla="val 50000"/>
            </a:avLst>
          </a:prstGeom>
          <a:solidFill>
            <a:srgbClr val="66B3E0"/>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28" name="Shape 3828"/>
          <p:cNvSpPr/>
          <p:nvPr/>
        </p:nvSpPr>
        <p:spPr>
          <a:xfrm>
            <a:off x="7078690" y="4567908"/>
            <a:ext cx="16235139" cy="451556"/>
          </a:xfrm>
          <a:prstGeom prst="roundRect">
            <a:avLst>
              <a:gd name="adj" fmla="val 50000"/>
            </a:avLst>
          </a:prstGeom>
          <a:solidFill>
            <a:srgbClr val="66B3E0"/>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29" name="Shape 3829"/>
          <p:cNvSpPr/>
          <p:nvPr/>
        </p:nvSpPr>
        <p:spPr>
          <a:xfrm>
            <a:off x="7205690" y="8486708"/>
            <a:ext cx="2014711" cy="451556"/>
          </a:xfrm>
          <a:prstGeom prst="roundRect">
            <a:avLst>
              <a:gd name="adj" fmla="val 50000"/>
            </a:avLst>
          </a:prstGeom>
          <a:solidFill>
            <a:srgbClr val="397ECA"/>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30" name="Shape 3830"/>
          <p:cNvSpPr/>
          <p:nvPr/>
        </p:nvSpPr>
        <p:spPr>
          <a:xfrm>
            <a:off x="16629090" y="10402296"/>
            <a:ext cx="2014711" cy="451556"/>
          </a:xfrm>
          <a:prstGeom prst="roundRect">
            <a:avLst>
              <a:gd name="adj" fmla="val 50000"/>
            </a:avLst>
          </a:prstGeom>
          <a:solidFill>
            <a:srgbClr val="397ECA"/>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3831" name="Shape 3831"/>
          <p:cNvSpPr/>
          <p:nvPr/>
        </p:nvSpPr>
        <p:spPr>
          <a:xfrm>
            <a:off x="12184090" y="11334963"/>
            <a:ext cx="3878932" cy="451556"/>
          </a:xfrm>
          <a:prstGeom prst="roundRect">
            <a:avLst>
              <a:gd name="adj" fmla="val 50000"/>
            </a:avLst>
          </a:prstGeom>
          <a:solidFill>
            <a:srgbClr val="144973"/>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3823"/>
                                        </p:tgtEl>
                                        <p:attrNameLst>
                                          <p:attrName>style.visibility</p:attrName>
                                        </p:attrNameLst>
                                      </p:cBhvr>
                                      <p:to>
                                        <p:strVal val="visible"/>
                                      </p:to>
                                    </p:set>
                                    <p:animEffect filter="dissolve" transition="in">
                                      <p:cBhvr>
                                        <p:cTn id="7" dur="500"/>
                                        <p:tgtEl>
                                          <p:spTgt spid="3823"/>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3824"/>
                                        </p:tgtEl>
                                        <p:attrNameLst>
                                          <p:attrName>style.visibility</p:attrName>
                                        </p:attrNameLst>
                                      </p:cBhvr>
                                      <p:to>
                                        <p:strVal val="visible"/>
                                      </p:to>
                                    </p:set>
                                    <p:animEffect filter="dissolve" transition="in">
                                      <p:cBhvr>
                                        <p:cTn id="11" dur="500"/>
                                        <p:tgtEl>
                                          <p:spTgt spid="3824"/>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3825"/>
                                        </p:tgtEl>
                                        <p:attrNameLst>
                                          <p:attrName>style.visibility</p:attrName>
                                        </p:attrNameLst>
                                      </p:cBhvr>
                                      <p:to>
                                        <p:strVal val="visible"/>
                                      </p:to>
                                    </p:set>
                                    <p:animEffect filter="dissolve" transition="in">
                                      <p:cBhvr>
                                        <p:cTn id="15" dur="500"/>
                                        <p:tgtEl>
                                          <p:spTgt spid="3825"/>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3826"/>
                                        </p:tgtEl>
                                        <p:attrNameLst>
                                          <p:attrName>style.visibility</p:attrName>
                                        </p:attrNameLst>
                                      </p:cBhvr>
                                      <p:to>
                                        <p:strVal val="visible"/>
                                      </p:to>
                                    </p:set>
                                    <p:animEffect filter="dissolve" transition="in">
                                      <p:cBhvr>
                                        <p:cTn id="19" dur="500"/>
                                        <p:tgtEl>
                                          <p:spTgt spid="3826"/>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3827"/>
                                        </p:tgtEl>
                                        <p:attrNameLst>
                                          <p:attrName>style.visibility</p:attrName>
                                        </p:attrNameLst>
                                      </p:cBhvr>
                                      <p:to>
                                        <p:strVal val="visible"/>
                                      </p:to>
                                    </p:set>
                                    <p:animEffect filter="dissolve" transition="in">
                                      <p:cBhvr>
                                        <p:cTn id="23" dur="500"/>
                                        <p:tgtEl>
                                          <p:spTgt spid="3827"/>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3828"/>
                                        </p:tgtEl>
                                        <p:attrNameLst>
                                          <p:attrName>style.visibility</p:attrName>
                                        </p:attrNameLst>
                                      </p:cBhvr>
                                      <p:to>
                                        <p:strVal val="visible"/>
                                      </p:to>
                                    </p:set>
                                    <p:animEffect filter="dissolve" transition="in">
                                      <p:cBhvr>
                                        <p:cTn id="27" dur="500"/>
                                        <p:tgtEl>
                                          <p:spTgt spid="3828"/>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3829"/>
                                        </p:tgtEl>
                                        <p:attrNameLst>
                                          <p:attrName>style.visibility</p:attrName>
                                        </p:attrNameLst>
                                      </p:cBhvr>
                                      <p:to>
                                        <p:strVal val="visible"/>
                                      </p:to>
                                    </p:set>
                                    <p:animEffect filter="dissolve" transition="in">
                                      <p:cBhvr>
                                        <p:cTn id="31" dur="500"/>
                                        <p:tgtEl>
                                          <p:spTgt spid="3829"/>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3830"/>
                                        </p:tgtEl>
                                        <p:attrNameLst>
                                          <p:attrName>style.visibility</p:attrName>
                                        </p:attrNameLst>
                                      </p:cBhvr>
                                      <p:to>
                                        <p:strVal val="visible"/>
                                      </p:to>
                                    </p:set>
                                    <p:animEffect filter="dissolve" transition="in">
                                      <p:cBhvr>
                                        <p:cTn id="35" dur="500"/>
                                        <p:tgtEl>
                                          <p:spTgt spid="3830"/>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3831"/>
                                        </p:tgtEl>
                                        <p:attrNameLst>
                                          <p:attrName>style.visibility</p:attrName>
                                        </p:attrNameLst>
                                      </p:cBhvr>
                                      <p:to>
                                        <p:strVal val="visible"/>
                                      </p:to>
                                    </p:set>
                                    <p:animEffect filter="dissolve" transition="in">
                                      <p:cBhvr>
                                        <p:cTn id="39" dur="500"/>
                                        <p:tgtEl>
                                          <p:spTgt spid="38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826" grpId="4"/>
      <p:bldP build="whole" bldLvl="1" animBg="1" rev="0" advAuto="0" spid="3831" grpId="9"/>
      <p:bldP build="whole" bldLvl="1" animBg="1" rev="0" advAuto="0" spid="3830" grpId="8"/>
      <p:bldP build="whole" bldLvl="1" animBg="1" rev="0" advAuto="0" spid="3829" grpId="7"/>
      <p:bldP build="whole" bldLvl="1" animBg="1" rev="0" advAuto="0" spid="3825" grpId="3"/>
      <p:bldP build="whole" bldLvl="1" animBg="1" rev="0" advAuto="0" spid="3828" grpId="6"/>
      <p:bldP build="whole" bldLvl="1" animBg="1" rev="0" advAuto="0" spid="3827" grpId="5"/>
      <p:bldP build="whole" bldLvl="1" animBg="1" rev="0" advAuto="0" spid="3823" grpId="1"/>
      <p:bldP build="whole" bldLvl="1" animBg="1" rev="0" advAuto="0" spid="3824" grpId="2"/>
    </p:bldLst>
  </p:timing>
</p:sld>
</file>

<file path=ppt/slides/slide11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833" name="Shape 3833"/>
          <p:cNvSpPr/>
          <p:nvPr/>
        </p:nvSpPr>
        <p:spPr>
          <a:xfrm>
            <a:off x="303300" y="819179"/>
            <a:ext cx="550964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Plan</a:t>
            </a:r>
          </a:p>
          <a:p>
            <a:pPr algn="l" defTabSz="825500">
              <a:lnSpc>
                <a:spcPct val="90000"/>
              </a:lnSpc>
              <a:defRPr spc="-59" sz="3000">
                <a:latin typeface="Raleway SemiBold"/>
                <a:ea typeface="Raleway SemiBold"/>
                <a:cs typeface="Raleway SemiBold"/>
                <a:sym typeface="Raleway SemiBold"/>
              </a:defRPr>
            </a:pPr>
            <a:r>
              <a:t>Cambia los colores y contenido</a:t>
            </a:r>
          </a:p>
        </p:txBody>
      </p:sp>
      <p:sp>
        <p:nvSpPr>
          <p:cNvPr id="3834" name="Shape 383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3840" name="Group 3840"/>
          <p:cNvGrpSpPr/>
          <p:nvPr/>
        </p:nvGrpSpPr>
        <p:grpSpPr>
          <a:xfrm>
            <a:off x="7804267" y="4085290"/>
            <a:ext cx="13771506" cy="6520349"/>
            <a:chOff x="0" y="0"/>
            <a:chExt cx="13771504" cy="6520347"/>
          </a:xfrm>
        </p:grpSpPr>
        <p:sp>
          <p:nvSpPr>
            <p:cNvPr id="3835" name="Shape 3835"/>
            <p:cNvSpPr/>
            <p:nvPr/>
          </p:nvSpPr>
          <p:spPr>
            <a:xfrm flipH="1">
              <a:off x="3450111" y="0"/>
              <a:ext cx="1" cy="6520348"/>
            </a:xfrm>
            <a:prstGeom prst="line">
              <a:avLst/>
            </a:prstGeom>
            <a:noFill/>
            <a:ln w="3175" cap="flat">
              <a:solidFill>
                <a:srgbClr val="D9D9D9"/>
              </a:solidFill>
              <a:prstDash val="solid"/>
              <a:miter lim="8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36" name="Shape 3836"/>
            <p:cNvSpPr/>
            <p:nvPr/>
          </p:nvSpPr>
          <p:spPr>
            <a:xfrm flipH="1">
              <a:off x="6880139" y="0"/>
              <a:ext cx="1" cy="6520348"/>
            </a:xfrm>
            <a:prstGeom prst="line">
              <a:avLst/>
            </a:prstGeom>
            <a:noFill/>
            <a:ln w="3175" cap="flat">
              <a:solidFill>
                <a:srgbClr val="D9D9D9"/>
              </a:solidFill>
              <a:prstDash val="solid"/>
              <a:miter lim="8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37" name="Shape 3837"/>
            <p:cNvSpPr/>
            <p:nvPr/>
          </p:nvSpPr>
          <p:spPr>
            <a:xfrm flipH="1">
              <a:off x="0" y="0"/>
              <a:ext cx="1" cy="6520348"/>
            </a:xfrm>
            <a:prstGeom prst="line">
              <a:avLst/>
            </a:prstGeom>
            <a:noFill/>
            <a:ln w="3175" cap="flat">
              <a:solidFill>
                <a:srgbClr val="D9D9D9"/>
              </a:solidFill>
              <a:prstDash val="solid"/>
              <a:miter lim="8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38" name="Shape 3838"/>
            <p:cNvSpPr/>
            <p:nvPr/>
          </p:nvSpPr>
          <p:spPr>
            <a:xfrm flipH="1">
              <a:off x="10368645" y="0"/>
              <a:ext cx="1" cy="6520348"/>
            </a:xfrm>
            <a:prstGeom prst="line">
              <a:avLst/>
            </a:prstGeom>
            <a:noFill/>
            <a:ln w="3175" cap="flat">
              <a:solidFill>
                <a:srgbClr val="D9D9D9"/>
              </a:solidFill>
              <a:prstDash val="solid"/>
              <a:miter lim="8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39" name="Shape 3839"/>
            <p:cNvSpPr/>
            <p:nvPr/>
          </p:nvSpPr>
          <p:spPr>
            <a:xfrm>
              <a:off x="13771505" y="0"/>
              <a:ext cx="1" cy="6520348"/>
            </a:xfrm>
            <a:prstGeom prst="line">
              <a:avLst/>
            </a:prstGeom>
            <a:noFill/>
            <a:ln w="3175" cap="flat">
              <a:solidFill>
                <a:srgbClr val="D9D9D9"/>
              </a:solidFill>
              <a:prstDash val="solid"/>
              <a:miter lim="8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41" name="Shape 3841"/>
          <p:cNvSpPr/>
          <p:nvPr/>
        </p:nvSpPr>
        <p:spPr>
          <a:xfrm>
            <a:off x="2036421" y="7913987"/>
            <a:ext cx="19541721" cy="895663"/>
          </a:xfrm>
          <a:prstGeom prst="rect">
            <a:avLst/>
          </a:prstGeom>
          <a:solidFill>
            <a:srgbClr val="D9D9D9">
              <a:alpha val="50000"/>
            </a:srgbClr>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842" name="Shape 3842"/>
          <p:cNvSpPr/>
          <p:nvPr/>
        </p:nvSpPr>
        <p:spPr>
          <a:xfrm>
            <a:off x="2036421" y="6094275"/>
            <a:ext cx="19541721" cy="895663"/>
          </a:xfrm>
          <a:prstGeom prst="rect">
            <a:avLst/>
          </a:prstGeom>
          <a:solidFill>
            <a:srgbClr val="D9D9D9">
              <a:alpha val="50000"/>
            </a:srgbClr>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843" name="Shape 3843"/>
          <p:cNvSpPr/>
          <p:nvPr/>
        </p:nvSpPr>
        <p:spPr>
          <a:xfrm>
            <a:off x="2036421" y="9709976"/>
            <a:ext cx="19541721" cy="895663"/>
          </a:xfrm>
          <a:prstGeom prst="rect">
            <a:avLst/>
          </a:prstGeom>
          <a:solidFill>
            <a:srgbClr val="D9D9D9">
              <a:alpha val="50000"/>
            </a:srgbClr>
          </a:solidFill>
          <a:ln w="12700">
            <a:miter lim="400000"/>
          </a:ln>
        </p:spPr>
        <p:txBody>
          <a:bodyPr lIns="34289" tIns="34289" rIns="34289" bIns="34289" anchor="ctr"/>
          <a:lstStyle/>
          <a:p>
            <a:pPr defTabSz="685800">
              <a:defRPr sz="1200">
                <a:solidFill>
                  <a:srgbClr val="FFFFFF"/>
                </a:solidFill>
                <a:latin typeface="Calibri"/>
                <a:ea typeface="Calibri"/>
                <a:cs typeface="Calibri"/>
                <a:sym typeface="Calibri"/>
              </a:defRPr>
            </a:pPr>
          </a:p>
        </p:txBody>
      </p:sp>
      <p:sp>
        <p:nvSpPr>
          <p:cNvPr id="3844" name="Shape 3844"/>
          <p:cNvSpPr/>
          <p:nvPr/>
        </p:nvSpPr>
        <p:spPr>
          <a:xfrm>
            <a:off x="2025855" y="6280521"/>
            <a:ext cx="5763110"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845" name="Shape 3845"/>
          <p:cNvSpPr/>
          <p:nvPr/>
        </p:nvSpPr>
        <p:spPr>
          <a:xfrm>
            <a:off x="2025855" y="7180667"/>
            <a:ext cx="5763110"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846" name="Shape 3846"/>
          <p:cNvSpPr/>
          <p:nvPr/>
        </p:nvSpPr>
        <p:spPr>
          <a:xfrm>
            <a:off x="2025855" y="8100234"/>
            <a:ext cx="5763110"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847" name="Shape 3847"/>
          <p:cNvSpPr/>
          <p:nvPr/>
        </p:nvSpPr>
        <p:spPr>
          <a:xfrm>
            <a:off x="2025855" y="9012956"/>
            <a:ext cx="5763110"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sp>
        <p:nvSpPr>
          <p:cNvPr id="3848" name="Shape 3848"/>
          <p:cNvSpPr/>
          <p:nvPr/>
        </p:nvSpPr>
        <p:spPr>
          <a:xfrm>
            <a:off x="2025855" y="9896223"/>
            <a:ext cx="5763110" cy="492523"/>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latin typeface="Montserrat"/>
                <a:ea typeface="Montserrat"/>
                <a:cs typeface="Montserrat"/>
                <a:sym typeface="Montserrat"/>
              </a:defRPr>
            </a:lvl1pPr>
          </a:lstStyle>
          <a:p>
            <a:pPr/>
            <a:r>
              <a:t>TEXTO</a:t>
            </a:r>
          </a:p>
        </p:txBody>
      </p:sp>
      <p:grpSp>
        <p:nvGrpSpPr>
          <p:cNvPr id="3851" name="Group 3851"/>
          <p:cNvGrpSpPr/>
          <p:nvPr/>
        </p:nvGrpSpPr>
        <p:grpSpPr>
          <a:xfrm>
            <a:off x="12642428" y="6301314"/>
            <a:ext cx="483905" cy="481580"/>
            <a:chOff x="0" y="0"/>
            <a:chExt cx="483904" cy="481579"/>
          </a:xfrm>
        </p:grpSpPr>
        <p:sp>
          <p:nvSpPr>
            <p:cNvPr id="3849" name="Shape 3849"/>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50" name="Shape 3850"/>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52" name="Shape 3852"/>
          <p:cNvSpPr/>
          <p:nvPr/>
        </p:nvSpPr>
        <p:spPr>
          <a:xfrm>
            <a:off x="9227503" y="6266418"/>
            <a:ext cx="525781" cy="516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853" name="Shape 3853"/>
          <p:cNvSpPr/>
          <p:nvPr/>
        </p:nvSpPr>
        <p:spPr>
          <a:xfrm>
            <a:off x="16180455" y="6283869"/>
            <a:ext cx="525782" cy="516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56" name="Group 3856"/>
          <p:cNvGrpSpPr/>
          <p:nvPr/>
        </p:nvGrpSpPr>
        <p:grpSpPr>
          <a:xfrm>
            <a:off x="19584652" y="6301314"/>
            <a:ext cx="483905" cy="481580"/>
            <a:chOff x="0" y="0"/>
            <a:chExt cx="483904" cy="481579"/>
          </a:xfrm>
        </p:grpSpPr>
        <p:sp>
          <p:nvSpPr>
            <p:cNvPr id="3854" name="Shape 3854"/>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55" name="Shape 3855"/>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57" name="Shape 3857"/>
          <p:cNvSpPr/>
          <p:nvPr/>
        </p:nvSpPr>
        <p:spPr>
          <a:xfrm>
            <a:off x="7920218" y="5327518"/>
            <a:ext cx="3107712"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TEXTO</a:t>
            </a:r>
          </a:p>
        </p:txBody>
      </p:sp>
      <p:sp>
        <p:nvSpPr>
          <p:cNvPr id="3858" name="Shape 3858"/>
          <p:cNvSpPr/>
          <p:nvPr/>
        </p:nvSpPr>
        <p:spPr>
          <a:xfrm>
            <a:off x="8897508" y="3979651"/>
            <a:ext cx="1185771" cy="1186811"/>
          </a:xfrm>
          <a:custGeom>
            <a:avLst/>
            <a:gdLst/>
            <a:ahLst/>
            <a:cxnLst>
              <a:cxn ang="0">
                <a:pos x="wd2" y="hd2"/>
              </a:cxn>
              <a:cxn ang="5400000">
                <a:pos x="wd2" y="hd2"/>
              </a:cxn>
              <a:cxn ang="10800000">
                <a:pos x="wd2" y="hd2"/>
              </a:cxn>
              <a:cxn ang="16200000">
                <a:pos x="wd2" y="hd2"/>
              </a:cxn>
            </a:cxnLst>
            <a:rect l="0" t="0" r="r" b="b"/>
            <a:pathLst>
              <a:path w="21300" h="21319" fill="norm" stroke="1" extrusionOk="0">
                <a:moveTo>
                  <a:pt x="20576" y="197"/>
                </a:moveTo>
                <a:cubicBezTo>
                  <a:pt x="19587" y="197"/>
                  <a:pt x="0" y="10280"/>
                  <a:pt x="0" y="10280"/>
                </a:cubicBezTo>
                <a:lnTo>
                  <a:pt x="6518" y="14313"/>
                </a:lnTo>
                <a:lnTo>
                  <a:pt x="10544" y="21319"/>
                </a:lnTo>
                <a:cubicBezTo>
                  <a:pt x="10544" y="21319"/>
                  <a:pt x="21088" y="1223"/>
                  <a:pt x="21088" y="710"/>
                </a:cubicBezTo>
                <a:cubicBezTo>
                  <a:pt x="21600" y="197"/>
                  <a:pt x="21088" y="-281"/>
                  <a:pt x="20576" y="197"/>
                </a:cubicBezTo>
                <a:close/>
                <a:moveTo>
                  <a:pt x="2525" y="10280"/>
                </a:moveTo>
                <a:cubicBezTo>
                  <a:pt x="18085" y="2727"/>
                  <a:pt x="18085" y="2727"/>
                  <a:pt x="18085" y="2727"/>
                </a:cubicBezTo>
                <a:cubicBezTo>
                  <a:pt x="7029" y="12775"/>
                  <a:pt x="7029" y="12775"/>
                  <a:pt x="7029" y="12775"/>
                </a:cubicBezTo>
                <a:lnTo>
                  <a:pt x="2525" y="10280"/>
                </a:lnTo>
                <a:close/>
                <a:moveTo>
                  <a:pt x="10544" y="18824"/>
                </a:moveTo>
                <a:cubicBezTo>
                  <a:pt x="10544" y="18824"/>
                  <a:pt x="8531" y="14791"/>
                  <a:pt x="8053" y="13287"/>
                </a:cubicBezTo>
                <a:cubicBezTo>
                  <a:pt x="18597" y="3205"/>
                  <a:pt x="18597" y="3205"/>
                  <a:pt x="18597" y="3205"/>
                </a:cubicBezTo>
                <a:lnTo>
                  <a:pt x="10544" y="18824"/>
                </a:lnTo>
                <a:close/>
              </a:path>
            </a:pathLst>
          </a:custGeom>
          <a:solidFill>
            <a:srgbClr val="44546A"/>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3859" name="Shape 3859"/>
          <p:cNvSpPr/>
          <p:nvPr/>
        </p:nvSpPr>
        <p:spPr>
          <a:xfrm>
            <a:off x="15850461" y="3979651"/>
            <a:ext cx="1185771" cy="1186811"/>
          </a:xfrm>
          <a:custGeom>
            <a:avLst/>
            <a:gdLst/>
            <a:ahLst/>
            <a:cxnLst>
              <a:cxn ang="0">
                <a:pos x="wd2" y="hd2"/>
              </a:cxn>
              <a:cxn ang="5400000">
                <a:pos x="wd2" y="hd2"/>
              </a:cxn>
              <a:cxn ang="10800000">
                <a:pos x="wd2" y="hd2"/>
              </a:cxn>
              <a:cxn ang="16200000">
                <a:pos x="wd2" y="hd2"/>
              </a:cxn>
            </a:cxnLst>
            <a:rect l="0" t="0" r="r" b="b"/>
            <a:pathLst>
              <a:path w="21300" h="21319" fill="norm" stroke="1" extrusionOk="0">
                <a:moveTo>
                  <a:pt x="20576" y="197"/>
                </a:moveTo>
                <a:cubicBezTo>
                  <a:pt x="19587" y="197"/>
                  <a:pt x="0" y="10280"/>
                  <a:pt x="0" y="10280"/>
                </a:cubicBezTo>
                <a:lnTo>
                  <a:pt x="6518" y="14313"/>
                </a:lnTo>
                <a:lnTo>
                  <a:pt x="10544" y="21319"/>
                </a:lnTo>
                <a:cubicBezTo>
                  <a:pt x="10544" y="21319"/>
                  <a:pt x="21088" y="1223"/>
                  <a:pt x="21088" y="710"/>
                </a:cubicBezTo>
                <a:cubicBezTo>
                  <a:pt x="21600" y="197"/>
                  <a:pt x="21088" y="-281"/>
                  <a:pt x="20576" y="197"/>
                </a:cubicBezTo>
                <a:close/>
                <a:moveTo>
                  <a:pt x="2525" y="10280"/>
                </a:moveTo>
                <a:cubicBezTo>
                  <a:pt x="18085" y="2727"/>
                  <a:pt x="18085" y="2727"/>
                  <a:pt x="18085" y="2727"/>
                </a:cubicBezTo>
                <a:cubicBezTo>
                  <a:pt x="7029" y="12775"/>
                  <a:pt x="7029" y="12775"/>
                  <a:pt x="7029" y="12775"/>
                </a:cubicBezTo>
                <a:lnTo>
                  <a:pt x="2525" y="10280"/>
                </a:lnTo>
                <a:close/>
                <a:moveTo>
                  <a:pt x="10544" y="18824"/>
                </a:moveTo>
                <a:cubicBezTo>
                  <a:pt x="10544" y="18824"/>
                  <a:pt x="8531" y="14791"/>
                  <a:pt x="8053" y="13287"/>
                </a:cubicBezTo>
                <a:cubicBezTo>
                  <a:pt x="18597" y="3205"/>
                  <a:pt x="18597" y="3205"/>
                  <a:pt x="18597" y="3205"/>
                </a:cubicBezTo>
                <a:lnTo>
                  <a:pt x="10544" y="18824"/>
                </a:lnTo>
                <a:close/>
              </a:path>
            </a:pathLst>
          </a:custGeom>
          <a:solidFill>
            <a:srgbClr val="44546A"/>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3860" name="Shape 3860"/>
          <p:cNvSpPr/>
          <p:nvPr/>
        </p:nvSpPr>
        <p:spPr>
          <a:xfrm>
            <a:off x="15863161" y="3979651"/>
            <a:ext cx="1185771" cy="1186811"/>
          </a:xfrm>
          <a:custGeom>
            <a:avLst/>
            <a:gdLst/>
            <a:ahLst/>
            <a:cxnLst>
              <a:cxn ang="0">
                <a:pos x="wd2" y="hd2"/>
              </a:cxn>
              <a:cxn ang="5400000">
                <a:pos x="wd2" y="hd2"/>
              </a:cxn>
              <a:cxn ang="10800000">
                <a:pos x="wd2" y="hd2"/>
              </a:cxn>
              <a:cxn ang="16200000">
                <a:pos x="wd2" y="hd2"/>
              </a:cxn>
            </a:cxnLst>
            <a:rect l="0" t="0" r="r" b="b"/>
            <a:pathLst>
              <a:path w="21300" h="21319" fill="norm" stroke="1" extrusionOk="0">
                <a:moveTo>
                  <a:pt x="20576" y="197"/>
                </a:moveTo>
                <a:cubicBezTo>
                  <a:pt x="19587" y="197"/>
                  <a:pt x="0" y="10280"/>
                  <a:pt x="0" y="10280"/>
                </a:cubicBezTo>
                <a:lnTo>
                  <a:pt x="6518" y="14313"/>
                </a:lnTo>
                <a:lnTo>
                  <a:pt x="10544" y="21319"/>
                </a:lnTo>
                <a:cubicBezTo>
                  <a:pt x="10544" y="21319"/>
                  <a:pt x="21088" y="1223"/>
                  <a:pt x="21088" y="710"/>
                </a:cubicBezTo>
                <a:cubicBezTo>
                  <a:pt x="21600" y="197"/>
                  <a:pt x="21088" y="-281"/>
                  <a:pt x="20576" y="197"/>
                </a:cubicBezTo>
                <a:close/>
                <a:moveTo>
                  <a:pt x="2525" y="10280"/>
                </a:moveTo>
                <a:cubicBezTo>
                  <a:pt x="18085" y="2727"/>
                  <a:pt x="18085" y="2727"/>
                  <a:pt x="18085" y="2727"/>
                </a:cubicBezTo>
                <a:cubicBezTo>
                  <a:pt x="7029" y="12775"/>
                  <a:pt x="7029" y="12775"/>
                  <a:pt x="7029" y="12775"/>
                </a:cubicBezTo>
                <a:lnTo>
                  <a:pt x="2525" y="10280"/>
                </a:lnTo>
                <a:close/>
                <a:moveTo>
                  <a:pt x="10544" y="18824"/>
                </a:moveTo>
                <a:cubicBezTo>
                  <a:pt x="10544" y="18824"/>
                  <a:pt x="8531" y="14791"/>
                  <a:pt x="8053" y="13287"/>
                </a:cubicBezTo>
                <a:cubicBezTo>
                  <a:pt x="18597" y="3205"/>
                  <a:pt x="18597" y="3205"/>
                  <a:pt x="18597" y="3205"/>
                </a:cubicBezTo>
                <a:lnTo>
                  <a:pt x="10544" y="18824"/>
                </a:lnTo>
                <a:close/>
              </a:path>
            </a:pathLst>
          </a:custGeom>
          <a:solidFill>
            <a:srgbClr val="44546A"/>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3861" name="Shape 3861"/>
          <p:cNvSpPr/>
          <p:nvPr/>
        </p:nvSpPr>
        <p:spPr>
          <a:xfrm>
            <a:off x="12434498" y="3979651"/>
            <a:ext cx="1185771" cy="1186811"/>
          </a:xfrm>
          <a:custGeom>
            <a:avLst/>
            <a:gdLst/>
            <a:ahLst/>
            <a:cxnLst>
              <a:cxn ang="0">
                <a:pos x="wd2" y="hd2"/>
              </a:cxn>
              <a:cxn ang="5400000">
                <a:pos x="wd2" y="hd2"/>
              </a:cxn>
              <a:cxn ang="10800000">
                <a:pos x="wd2" y="hd2"/>
              </a:cxn>
              <a:cxn ang="16200000">
                <a:pos x="wd2" y="hd2"/>
              </a:cxn>
            </a:cxnLst>
            <a:rect l="0" t="0" r="r" b="b"/>
            <a:pathLst>
              <a:path w="21300" h="21319" fill="norm" stroke="1" extrusionOk="0">
                <a:moveTo>
                  <a:pt x="20576" y="197"/>
                </a:moveTo>
                <a:cubicBezTo>
                  <a:pt x="19587" y="197"/>
                  <a:pt x="0" y="10280"/>
                  <a:pt x="0" y="10280"/>
                </a:cubicBezTo>
                <a:lnTo>
                  <a:pt x="6518" y="14313"/>
                </a:lnTo>
                <a:lnTo>
                  <a:pt x="10544" y="21319"/>
                </a:lnTo>
                <a:cubicBezTo>
                  <a:pt x="10544" y="21319"/>
                  <a:pt x="21088" y="1223"/>
                  <a:pt x="21088" y="710"/>
                </a:cubicBezTo>
                <a:cubicBezTo>
                  <a:pt x="21600" y="197"/>
                  <a:pt x="21088" y="-281"/>
                  <a:pt x="20576" y="197"/>
                </a:cubicBezTo>
                <a:close/>
                <a:moveTo>
                  <a:pt x="2525" y="10280"/>
                </a:moveTo>
                <a:cubicBezTo>
                  <a:pt x="18085" y="2727"/>
                  <a:pt x="18085" y="2727"/>
                  <a:pt x="18085" y="2727"/>
                </a:cubicBezTo>
                <a:cubicBezTo>
                  <a:pt x="7029" y="12775"/>
                  <a:pt x="7029" y="12775"/>
                  <a:pt x="7029" y="12775"/>
                </a:cubicBezTo>
                <a:lnTo>
                  <a:pt x="2525" y="10280"/>
                </a:lnTo>
                <a:close/>
                <a:moveTo>
                  <a:pt x="10544" y="18824"/>
                </a:moveTo>
                <a:cubicBezTo>
                  <a:pt x="10544" y="18824"/>
                  <a:pt x="8531" y="14791"/>
                  <a:pt x="8053" y="13287"/>
                </a:cubicBezTo>
                <a:cubicBezTo>
                  <a:pt x="18597" y="3205"/>
                  <a:pt x="18597" y="3205"/>
                  <a:pt x="18597" y="3205"/>
                </a:cubicBezTo>
                <a:lnTo>
                  <a:pt x="10544" y="18824"/>
                </a:lnTo>
                <a:close/>
              </a:path>
            </a:pathLst>
          </a:custGeom>
          <a:solidFill>
            <a:srgbClr val="44546A"/>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3862" name="Shape 3862"/>
          <p:cNvSpPr/>
          <p:nvPr/>
        </p:nvSpPr>
        <p:spPr>
          <a:xfrm>
            <a:off x="15850461" y="3979651"/>
            <a:ext cx="1185771" cy="1186811"/>
          </a:xfrm>
          <a:custGeom>
            <a:avLst/>
            <a:gdLst/>
            <a:ahLst/>
            <a:cxnLst>
              <a:cxn ang="0">
                <a:pos x="wd2" y="hd2"/>
              </a:cxn>
              <a:cxn ang="5400000">
                <a:pos x="wd2" y="hd2"/>
              </a:cxn>
              <a:cxn ang="10800000">
                <a:pos x="wd2" y="hd2"/>
              </a:cxn>
              <a:cxn ang="16200000">
                <a:pos x="wd2" y="hd2"/>
              </a:cxn>
            </a:cxnLst>
            <a:rect l="0" t="0" r="r" b="b"/>
            <a:pathLst>
              <a:path w="21300" h="21319" fill="norm" stroke="1" extrusionOk="0">
                <a:moveTo>
                  <a:pt x="20576" y="197"/>
                </a:moveTo>
                <a:cubicBezTo>
                  <a:pt x="19587" y="197"/>
                  <a:pt x="0" y="10280"/>
                  <a:pt x="0" y="10280"/>
                </a:cubicBezTo>
                <a:lnTo>
                  <a:pt x="6518" y="14313"/>
                </a:lnTo>
                <a:lnTo>
                  <a:pt x="10544" y="21319"/>
                </a:lnTo>
                <a:cubicBezTo>
                  <a:pt x="10544" y="21319"/>
                  <a:pt x="21088" y="1223"/>
                  <a:pt x="21088" y="710"/>
                </a:cubicBezTo>
                <a:cubicBezTo>
                  <a:pt x="21600" y="197"/>
                  <a:pt x="21088" y="-281"/>
                  <a:pt x="20576" y="197"/>
                </a:cubicBezTo>
                <a:close/>
                <a:moveTo>
                  <a:pt x="2525" y="10280"/>
                </a:moveTo>
                <a:cubicBezTo>
                  <a:pt x="18085" y="2727"/>
                  <a:pt x="18085" y="2727"/>
                  <a:pt x="18085" y="2727"/>
                </a:cubicBezTo>
                <a:cubicBezTo>
                  <a:pt x="7029" y="12775"/>
                  <a:pt x="7029" y="12775"/>
                  <a:pt x="7029" y="12775"/>
                </a:cubicBezTo>
                <a:lnTo>
                  <a:pt x="2525" y="10280"/>
                </a:lnTo>
                <a:close/>
                <a:moveTo>
                  <a:pt x="10544" y="18824"/>
                </a:moveTo>
                <a:cubicBezTo>
                  <a:pt x="10544" y="18824"/>
                  <a:pt x="8531" y="14791"/>
                  <a:pt x="8053" y="13287"/>
                </a:cubicBezTo>
                <a:cubicBezTo>
                  <a:pt x="18597" y="3205"/>
                  <a:pt x="18597" y="3205"/>
                  <a:pt x="18597" y="3205"/>
                </a:cubicBezTo>
                <a:lnTo>
                  <a:pt x="10544" y="18824"/>
                </a:lnTo>
                <a:close/>
              </a:path>
            </a:pathLst>
          </a:custGeom>
          <a:solidFill>
            <a:srgbClr val="44546A"/>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3863" name="Shape 3863"/>
          <p:cNvSpPr/>
          <p:nvPr/>
        </p:nvSpPr>
        <p:spPr>
          <a:xfrm>
            <a:off x="19291825" y="3979651"/>
            <a:ext cx="1185771" cy="1186811"/>
          </a:xfrm>
          <a:custGeom>
            <a:avLst/>
            <a:gdLst/>
            <a:ahLst/>
            <a:cxnLst>
              <a:cxn ang="0">
                <a:pos x="wd2" y="hd2"/>
              </a:cxn>
              <a:cxn ang="5400000">
                <a:pos x="wd2" y="hd2"/>
              </a:cxn>
              <a:cxn ang="10800000">
                <a:pos x="wd2" y="hd2"/>
              </a:cxn>
              <a:cxn ang="16200000">
                <a:pos x="wd2" y="hd2"/>
              </a:cxn>
            </a:cxnLst>
            <a:rect l="0" t="0" r="r" b="b"/>
            <a:pathLst>
              <a:path w="21300" h="21319" fill="norm" stroke="1" extrusionOk="0">
                <a:moveTo>
                  <a:pt x="20576" y="197"/>
                </a:moveTo>
                <a:cubicBezTo>
                  <a:pt x="19587" y="197"/>
                  <a:pt x="0" y="10280"/>
                  <a:pt x="0" y="10280"/>
                </a:cubicBezTo>
                <a:lnTo>
                  <a:pt x="6518" y="14313"/>
                </a:lnTo>
                <a:lnTo>
                  <a:pt x="10544" y="21319"/>
                </a:lnTo>
                <a:cubicBezTo>
                  <a:pt x="10544" y="21319"/>
                  <a:pt x="21088" y="1223"/>
                  <a:pt x="21088" y="710"/>
                </a:cubicBezTo>
                <a:cubicBezTo>
                  <a:pt x="21600" y="197"/>
                  <a:pt x="21088" y="-281"/>
                  <a:pt x="20576" y="197"/>
                </a:cubicBezTo>
                <a:close/>
                <a:moveTo>
                  <a:pt x="2525" y="10280"/>
                </a:moveTo>
                <a:cubicBezTo>
                  <a:pt x="18085" y="2727"/>
                  <a:pt x="18085" y="2727"/>
                  <a:pt x="18085" y="2727"/>
                </a:cubicBezTo>
                <a:cubicBezTo>
                  <a:pt x="7029" y="12775"/>
                  <a:pt x="7029" y="12775"/>
                  <a:pt x="7029" y="12775"/>
                </a:cubicBezTo>
                <a:lnTo>
                  <a:pt x="2525" y="10280"/>
                </a:lnTo>
                <a:close/>
                <a:moveTo>
                  <a:pt x="10544" y="18824"/>
                </a:moveTo>
                <a:cubicBezTo>
                  <a:pt x="10544" y="18824"/>
                  <a:pt x="8531" y="14791"/>
                  <a:pt x="8053" y="13287"/>
                </a:cubicBezTo>
                <a:cubicBezTo>
                  <a:pt x="18597" y="3205"/>
                  <a:pt x="18597" y="3205"/>
                  <a:pt x="18597" y="3205"/>
                </a:cubicBezTo>
                <a:lnTo>
                  <a:pt x="10544" y="18824"/>
                </a:lnTo>
                <a:close/>
              </a:path>
            </a:pathLst>
          </a:custGeom>
          <a:solidFill>
            <a:srgbClr val="44546A"/>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3864" name="Shape 3864"/>
          <p:cNvSpPr/>
          <p:nvPr/>
        </p:nvSpPr>
        <p:spPr>
          <a:xfrm>
            <a:off x="11473528" y="5327518"/>
            <a:ext cx="3107712"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TEXTO</a:t>
            </a:r>
          </a:p>
        </p:txBody>
      </p:sp>
      <p:sp>
        <p:nvSpPr>
          <p:cNvPr id="3865" name="Shape 3865"/>
          <p:cNvSpPr/>
          <p:nvPr/>
        </p:nvSpPr>
        <p:spPr>
          <a:xfrm>
            <a:off x="14889684" y="5327518"/>
            <a:ext cx="3107713"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TEXTO</a:t>
            </a:r>
          </a:p>
        </p:txBody>
      </p:sp>
      <p:sp>
        <p:nvSpPr>
          <p:cNvPr id="3866" name="Shape 3866"/>
          <p:cNvSpPr/>
          <p:nvPr/>
        </p:nvSpPr>
        <p:spPr>
          <a:xfrm>
            <a:off x="18442995" y="5327518"/>
            <a:ext cx="3107712" cy="49252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000">
                <a:latin typeface="Montserrat"/>
                <a:ea typeface="Montserrat"/>
                <a:cs typeface="Montserrat"/>
                <a:sym typeface="Montserrat"/>
              </a:defRPr>
            </a:lvl1pPr>
          </a:lstStyle>
          <a:p>
            <a:pPr/>
            <a:r>
              <a:t>TEXTO</a:t>
            </a:r>
          </a:p>
        </p:txBody>
      </p:sp>
      <p:grpSp>
        <p:nvGrpSpPr>
          <p:cNvPr id="3869" name="Group 3869"/>
          <p:cNvGrpSpPr/>
          <p:nvPr/>
        </p:nvGrpSpPr>
        <p:grpSpPr>
          <a:xfrm>
            <a:off x="16214095" y="7264165"/>
            <a:ext cx="483905" cy="481581"/>
            <a:chOff x="0" y="0"/>
            <a:chExt cx="483904" cy="481579"/>
          </a:xfrm>
        </p:grpSpPr>
        <p:sp>
          <p:nvSpPr>
            <p:cNvPr id="3867" name="Shape 3867"/>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68" name="Shape 3868"/>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70" name="Shape 3870"/>
          <p:cNvSpPr/>
          <p:nvPr/>
        </p:nvSpPr>
        <p:spPr>
          <a:xfrm>
            <a:off x="19563714" y="7193725"/>
            <a:ext cx="525781" cy="516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73" name="Group 3873"/>
          <p:cNvGrpSpPr/>
          <p:nvPr/>
        </p:nvGrpSpPr>
        <p:grpSpPr>
          <a:xfrm>
            <a:off x="9232121" y="7228620"/>
            <a:ext cx="483905" cy="481580"/>
            <a:chOff x="0" y="0"/>
            <a:chExt cx="483904" cy="481579"/>
          </a:xfrm>
        </p:grpSpPr>
        <p:sp>
          <p:nvSpPr>
            <p:cNvPr id="3871" name="Shape 3871"/>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72" name="Shape 3872"/>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74" name="Shape 3874"/>
          <p:cNvSpPr/>
          <p:nvPr/>
        </p:nvSpPr>
        <p:spPr>
          <a:xfrm>
            <a:off x="12703979" y="7193725"/>
            <a:ext cx="525781" cy="516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77" name="Group 3877"/>
          <p:cNvGrpSpPr/>
          <p:nvPr/>
        </p:nvGrpSpPr>
        <p:grpSpPr>
          <a:xfrm>
            <a:off x="12642428" y="8152717"/>
            <a:ext cx="483905" cy="481581"/>
            <a:chOff x="0" y="0"/>
            <a:chExt cx="483904" cy="481579"/>
          </a:xfrm>
        </p:grpSpPr>
        <p:sp>
          <p:nvSpPr>
            <p:cNvPr id="3875" name="Shape 3875"/>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76" name="Shape 3876"/>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78" name="Shape 3878"/>
          <p:cNvSpPr/>
          <p:nvPr/>
        </p:nvSpPr>
        <p:spPr>
          <a:xfrm>
            <a:off x="9227503" y="8117822"/>
            <a:ext cx="525781" cy="516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879" name="Shape 3879"/>
          <p:cNvSpPr/>
          <p:nvPr/>
        </p:nvSpPr>
        <p:spPr>
          <a:xfrm>
            <a:off x="16180455" y="8135273"/>
            <a:ext cx="525782" cy="516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82" name="Group 3882"/>
          <p:cNvGrpSpPr/>
          <p:nvPr/>
        </p:nvGrpSpPr>
        <p:grpSpPr>
          <a:xfrm>
            <a:off x="19584652" y="8152717"/>
            <a:ext cx="483905" cy="481581"/>
            <a:chOff x="0" y="0"/>
            <a:chExt cx="483904" cy="481579"/>
          </a:xfrm>
        </p:grpSpPr>
        <p:sp>
          <p:nvSpPr>
            <p:cNvPr id="3880" name="Shape 3880"/>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81" name="Shape 3881"/>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3885" name="Group 3885"/>
          <p:cNvGrpSpPr/>
          <p:nvPr/>
        </p:nvGrpSpPr>
        <p:grpSpPr>
          <a:xfrm>
            <a:off x="16214095" y="9115569"/>
            <a:ext cx="483905" cy="481581"/>
            <a:chOff x="0" y="0"/>
            <a:chExt cx="483904" cy="481579"/>
          </a:xfrm>
        </p:grpSpPr>
        <p:sp>
          <p:nvSpPr>
            <p:cNvPr id="3883" name="Shape 3883"/>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84" name="Shape 3884"/>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86" name="Shape 3886"/>
          <p:cNvSpPr/>
          <p:nvPr/>
        </p:nvSpPr>
        <p:spPr>
          <a:xfrm>
            <a:off x="19563714" y="9045129"/>
            <a:ext cx="525781" cy="516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89" name="Group 3889"/>
          <p:cNvGrpSpPr/>
          <p:nvPr/>
        </p:nvGrpSpPr>
        <p:grpSpPr>
          <a:xfrm>
            <a:off x="9232121" y="9080024"/>
            <a:ext cx="483905" cy="481580"/>
            <a:chOff x="0" y="0"/>
            <a:chExt cx="483904" cy="481579"/>
          </a:xfrm>
        </p:grpSpPr>
        <p:sp>
          <p:nvSpPr>
            <p:cNvPr id="3887" name="Shape 3887"/>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88" name="Shape 3888"/>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90" name="Shape 3890"/>
          <p:cNvSpPr/>
          <p:nvPr/>
        </p:nvSpPr>
        <p:spPr>
          <a:xfrm>
            <a:off x="12703979" y="9045129"/>
            <a:ext cx="525781" cy="516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93" name="Group 3893"/>
          <p:cNvGrpSpPr/>
          <p:nvPr/>
        </p:nvGrpSpPr>
        <p:grpSpPr>
          <a:xfrm>
            <a:off x="12642428" y="9985487"/>
            <a:ext cx="483905" cy="481580"/>
            <a:chOff x="0" y="0"/>
            <a:chExt cx="483904" cy="481579"/>
          </a:xfrm>
        </p:grpSpPr>
        <p:sp>
          <p:nvSpPr>
            <p:cNvPr id="3891" name="Shape 3891"/>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92" name="Shape 3892"/>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3894" name="Shape 3894"/>
          <p:cNvSpPr/>
          <p:nvPr/>
        </p:nvSpPr>
        <p:spPr>
          <a:xfrm>
            <a:off x="9227503" y="9950591"/>
            <a:ext cx="525781" cy="516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3895" name="Shape 3895"/>
          <p:cNvSpPr/>
          <p:nvPr/>
        </p:nvSpPr>
        <p:spPr>
          <a:xfrm>
            <a:off x="16180455" y="9968042"/>
            <a:ext cx="525782" cy="516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0184" y="0"/>
                  <a:pt x="20184" y="0"/>
                  <a:pt x="20184" y="0"/>
                </a:cubicBezTo>
                <a:cubicBezTo>
                  <a:pt x="16643" y="3960"/>
                  <a:pt x="16643" y="3960"/>
                  <a:pt x="16643" y="3960"/>
                </a:cubicBezTo>
                <a:cubicBezTo>
                  <a:pt x="14872" y="2520"/>
                  <a:pt x="12393" y="1440"/>
                  <a:pt x="9915" y="1440"/>
                </a:cubicBezTo>
                <a:cubicBezTo>
                  <a:pt x="4249" y="1440"/>
                  <a:pt x="0" y="5760"/>
                  <a:pt x="0" y="11520"/>
                </a:cubicBezTo>
                <a:cubicBezTo>
                  <a:pt x="0" y="16920"/>
                  <a:pt x="4249" y="21600"/>
                  <a:pt x="9915" y="21600"/>
                </a:cubicBezTo>
                <a:cubicBezTo>
                  <a:pt x="15226" y="21600"/>
                  <a:pt x="19830" y="16920"/>
                  <a:pt x="19830" y="11520"/>
                </a:cubicBezTo>
                <a:cubicBezTo>
                  <a:pt x="19830" y="9360"/>
                  <a:pt x="19121" y="7560"/>
                  <a:pt x="18059" y="6120"/>
                </a:cubicBezTo>
                <a:lnTo>
                  <a:pt x="21600" y="1440"/>
                </a:lnTo>
                <a:close/>
                <a:moveTo>
                  <a:pt x="18413" y="11520"/>
                </a:moveTo>
                <a:cubicBezTo>
                  <a:pt x="18413" y="16200"/>
                  <a:pt x="14518" y="20160"/>
                  <a:pt x="9915" y="20160"/>
                </a:cubicBezTo>
                <a:cubicBezTo>
                  <a:pt x="4957" y="20160"/>
                  <a:pt x="1416" y="16200"/>
                  <a:pt x="1416" y="11520"/>
                </a:cubicBezTo>
                <a:cubicBezTo>
                  <a:pt x="1416" y="6840"/>
                  <a:pt x="4957" y="2880"/>
                  <a:pt x="9915" y="2880"/>
                </a:cubicBezTo>
                <a:cubicBezTo>
                  <a:pt x="12039" y="2880"/>
                  <a:pt x="14164" y="3600"/>
                  <a:pt x="15580" y="5040"/>
                </a:cubicBezTo>
                <a:cubicBezTo>
                  <a:pt x="9561" y="12240"/>
                  <a:pt x="9561" y="12240"/>
                  <a:pt x="9561" y="12240"/>
                </a:cubicBezTo>
                <a:cubicBezTo>
                  <a:pt x="4957" y="7560"/>
                  <a:pt x="4957" y="7560"/>
                  <a:pt x="4957" y="7560"/>
                </a:cubicBezTo>
                <a:cubicBezTo>
                  <a:pt x="3541" y="10800"/>
                  <a:pt x="3541" y="10800"/>
                  <a:pt x="3541" y="10800"/>
                </a:cubicBezTo>
                <a:cubicBezTo>
                  <a:pt x="8144" y="16200"/>
                  <a:pt x="8144" y="16200"/>
                  <a:pt x="8144" y="16200"/>
                </a:cubicBezTo>
                <a:cubicBezTo>
                  <a:pt x="9207" y="17640"/>
                  <a:pt x="9207" y="17640"/>
                  <a:pt x="9207" y="17640"/>
                </a:cubicBezTo>
                <a:cubicBezTo>
                  <a:pt x="10269" y="16200"/>
                  <a:pt x="10269" y="16200"/>
                  <a:pt x="10269" y="16200"/>
                </a:cubicBezTo>
                <a:cubicBezTo>
                  <a:pt x="17351" y="7200"/>
                  <a:pt x="17351" y="7200"/>
                  <a:pt x="17351" y="7200"/>
                </a:cubicBezTo>
                <a:cubicBezTo>
                  <a:pt x="18059" y="8640"/>
                  <a:pt x="18413" y="10080"/>
                  <a:pt x="18413" y="11520"/>
                </a:cubicBezTo>
                <a:close/>
              </a:path>
            </a:pathLst>
          </a:custGeom>
          <a:solidFill>
            <a:srgbClr val="2C3F50"/>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3898" name="Group 3898"/>
          <p:cNvGrpSpPr/>
          <p:nvPr/>
        </p:nvGrpSpPr>
        <p:grpSpPr>
          <a:xfrm>
            <a:off x="19584652" y="9985487"/>
            <a:ext cx="483905" cy="481580"/>
            <a:chOff x="0" y="0"/>
            <a:chExt cx="483904" cy="481579"/>
          </a:xfrm>
        </p:grpSpPr>
        <p:sp>
          <p:nvSpPr>
            <p:cNvPr id="3896" name="Shape 3896"/>
            <p:cNvSpPr/>
            <p:nvPr/>
          </p:nvSpPr>
          <p:spPr>
            <a:xfrm>
              <a:off x="-1" y="0"/>
              <a:ext cx="483906" cy="481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20042" y="20035"/>
                  </a:moveTo>
                  <a:lnTo>
                    <a:pt x="1558" y="20035"/>
                  </a:lnTo>
                  <a:lnTo>
                    <a:pt x="1558" y="1565"/>
                  </a:lnTo>
                  <a:lnTo>
                    <a:pt x="20042" y="1565"/>
                  </a:lnTo>
                  <a:lnTo>
                    <a:pt x="20042" y="20035"/>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3897" name="Shape 3897"/>
            <p:cNvSpPr/>
            <p:nvPr/>
          </p:nvSpPr>
          <p:spPr>
            <a:xfrm>
              <a:off x="104691" y="102364"/>
              <a:ext cx="293135" cy="293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71" y="21600"/>
                  </a:moveTo>
                  <a:lnTo>
                    <a:pt x="10800" y="14571"/>
                  </a:lnTo>
                  <a:lnTo>
                    <a:pt x="17829" y="21600"/>
                  </a:lnTo>
                  <a:lnTo>
                    <a:pt x="21600" y="17829"/>
                  </a:lnTo>
                  <a:lnTo>
                    <a:pt x="14571" y="10800"/>
                  </a:lnTo>
                  <a:lnTo>
                    <a:pt x="21600" y="3771"/>
                  </a:lnTo>
                  <a:lnTo>
                    <a:pt x="17829" y="0"/>
                  </a:lnTo>
                  <a:lnTo>
                    <a:pt x="10800" y="7029"/>
                  </a:lnTo>
                  <a:lnTo>
                    <a:pt x="3771" y="0"/>
                  </a:lnTo>
                  <a:lnTo>
                    <a:pt x="0" y="3771"/>
                  </a:lnTo>
                  <a:lnTo>
                    <a:pt x="7029" y="10800"/>
                  </a:lnTo>
                  <a:lnTo>
                    <a:pt x="0" y="17829"/>
                  </a:lnTo>
                  <a:lnTo>
                    <a:pt x="3771" y="21600"/>
                  </a:lnTo>
                  <a:close/>
                </a:path>
              </a:pathLst>
            </a:custGeom>
            <a:solidFill>
              <a:srgbClr val="C0392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00" name="Shape 3900"/>
          <p:cNvSpPr/>
          <p:nvPr/>
        </p:nvSpPr>
        <p:spPr>
          <a:xfrm>
            <a:off x="303300" y="819179"/>
            <a:ext cx="709930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Calendario contenidos</a:t>
            </a:r>
          </a:p>
          <a:p>
            <a:pPr algn="l" defTabSz="825500">
              <a:lnSpc>
                <a:spcPct val="90000"/>
              </a:lnSpc>
              <a:defRPr spc="-59" sz="3000">
                <a:latin typeface="Raleway SemiBold"/>
                <a:ea typeface="Raleway SemiBold"/>
                <a:cs typeface="Raleway SemiBold"/>
                <a:sym typeface="Raleway SemiBold"/>
              </a:defRPr>
            </a:pPr>
            <a:r>
              <a:t>Cambia los colores y contenido</a:t>
            </a:r>
          </a:p>
        </p:txBody>
      </p:sp>
      <p:sp>
        <p:nvSpPr>
          <p:cNvPr id="3901" name="Shape 390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3902" name="Table 3902"/>
          <p:cNvGraphicFramePr/>
          <p:nvPr/>
        </p:nvGraphicFramePr>
        <p:xfrm>
          <a:off x="3706812" y="3124200"/>
          <a:ext cx="17821276" cy="8801100"/>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2970212"/>
                <a:gridCol w="2970212"/>
                <a:gridCol w="2970212"/>
                <a:gridCol w="2970212"/>
                <a:gridCol w="2970212"/>
                <a:gridCol w="2970212"/>
              </a:tblGrid>
              <a:tr h="1100137">
                <a:tc>
                  <a:txBody>
                    <a:bodyPr/>
                    <a:lstStyle/>
                    <a:p>
                      <a:pPr defTabSz="457200">
                        <a:tabLst>
                          <a:tab pos="1282700" algn="l"/>
                        </a:tabLst>
                        <a:defRPr sz="2700">
                          <a:uFill>
                            <a:solidFill>
                              <a:srgbClr val="000000"/>
                            </a:solidFill>
                          </a:uFill>
                          <a:latin typeface="Raleway Regular"/>
                          <a:ea typeface="Raleway Regular"/>
                          <a:cs typeface="Raleway Regular"/>
                          <a:sym typeface="Raleway Regular"/>
                        </a:defRPr>
                      </a:pPr>
                      <a:r>
                        <a:rPr>
                          <a:solidFill>
                            <a:srgbClr val="F7F7F7"/>
                          </a:solidFill>
                          <a:uFill>
                            <a:solidFill>
                              <a:srgbClr val="F7F7F7"/>
                            </a:solidFill>
                          </a:uFill>
                          <a:latin typeface="Raleway SemiBold"/>
                          <a:ea typeface="Raleway SemiBold"/>
                          <a:cs typeface="Raleway SemiBold"/>
                          <a:sym typeface="Raleway SemiBold"/>
                        </a:rPr>
                        <a:t>Lunes</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144973"/>
                    </a:solidFill>
                  </a:tcPr>
                </a:tc>
                <a:tc>
                  <a:txBody>
                    <a:bodyPr/>
                    <a:lstStyle/>
                    <a:p>
                      <a:pPr defTabSz="457200">
                        <a:tabLst>
                          <a:tab pos="1282700" algn="l"/>
                        </a:tabLst>
                        <a:defRPr sz="2700">
                          <a:uFill>
                            <a:solidFill>
                              <a:srgbClr val="000000"/>
                            </a:solidFill>
                          </a:uFill>
                          <a:latin typeface="Raleway Regular"/>
                          <a:ea typeface="Raleway Regular"/>
                          <a:cs typeface="Raleway Regular"/>
                          <a:sym typeface="Raleway Regular"/>
                        </a:defRPr>
                      </a:pPr>
                      <a:r>
                        <a:rPr>
                          <a:solidFill>
                            <a:srgbClr val="F7F7F7"/>
                          </a:solidFill>
                          <a:uFill>
                            <a:solidFill>
                              <a:srgbClr val="F7F7F7"/>
                            </a:solidFill>
                          </a:uFill>
                          <a:latin typeface="Raleway SemiBold"/>
                          <a:ea typeface="Raleway SemiBold"/>
                          <a:cs typeface="Raleway SemiBold"/>
                          <a:sym typeface="Raleway SemiBold"/>
                        </a:rPr>
                        <a:t>Martes</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397ECA"/>
                    </a:solidFill>
                  </a:tcPr>
                </a:tc>
                <a:tc>
                  <a:txBody>
                    <a:bodyPr/>
                    <a:lstStyle/>
                    <a:p>
                      <a:pPr defTabSz="457200">
                        <a:tabLst>
                          <a:tab pos="1282700" algn="l"/>
                        </a:tabLst>
                        <a:defRPr sz="2700">
                          <a:uFill>
                            <a:solidFill>
                              <a:srgbClr val="000000"/>
                            </a:solidFill>
                          </a:uFill>
                          <a:latin typeface="Raleway Regular"/>
                          <a:ea typeface="Raleway Regular"/>
                          <a:cs typeface="Raleway Regular"/>
                          <a:sym typeface="Raleway Regular"/>
                        </a:defRPr>
                      </a:pPr>
                      <a:r>
                        <a:rPr>
                          <a:solidFill>
                            <a:srgbClr val="F7F7F7"/>
                          </a:solidFill>
                          <a:uFill>
                            <a:solidFill>
                              <a:srgbClr val="F7F7F7"/>
                            </a:solidFill>
                          </a:uFill>
                          <a:latin typeface="Raleway SemiBold"/>
                          <a:ea typeface="Raleway SemiBold"/>
                          <a:cs typeface="Raleway SemiBold"/>
                          <a:sym typeface="Raleway SemiBold"/>
                        </a:rPr>
                        <a:t>MIércoles</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029FDC"/>
                    </a:solidFill>
                  </a:tcPr>
                </a:tc>
                <a:tc>
                  <a:txBody>
                    <a:bodyPr/>
                    <a:lstStyle/>
                    <a:p>
                      <a:pPr defTabSz="457200">
                        <a:tabLst>
                          <a:tab pos="1282700" algn="l"/>
                        </a:tabLst>
                        <a:defRPr sz="2700">
                          <a:uFill>
                            <a:solidFill>
                              <a:srgbClr val="000000"/>
                            </a:solidFill>
                          </a:uFill>
                          <a:latin typeface="Raleway Regular"/>
                          <a:ea typeface="Raleway Regular"/>
                          <a:cs typeface="Raleway Regular"/>
                          <a:sym typeface="Raleway Regular"/>
                        </a:defRPr>
                      </a:pPr>
                      <a:r>
                        <a:rPr>
                          <a:solidFill>
                            <a:srgbClr val="F7F7F7"/>
                          </a:solidFill>
                          <a:uFill>
                            <a:solidFill>
                              <a:srgbClr val="F7F7F7"/>
                            </a:solidFill>
                          </a:uFill>
                          <a:latin typeface="Raleway SemiBold"/>
                          <a:ea typeface="Raleway SemiBold"/>
                          <a:cs typeface="Raleway SemiBold"/>
                          <a:sym typeface="Raleway SemiBold"/>
                        </a:rPr>
                        <a:t>Jueves</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029FDC"/>
                    </a:solidFill>
                  </a:tcPr>
                </a:tc>
                <a:tc>
                  <a:txBody>
                    <a:bodyPr/>
                    <a:lstStyle/>
                    <a:p>
                      <a:pPr defTabSz="457200">
                        <a:tabLst>
                          <a:tab pos="1282700" algn="l"/>
                        </a:tabLst>
                        <a:defRPr sz="2700">
                          <a:uFill>
                            <a:solidFill>
                              <a:srgbClr val="000000"/>
                            </a:solidFill>
                          </a:uFill>
                          <a:latin typeface="Raleway Regular"/>
                          <a:ea typeface="Raleway Regular"/>
                          <a:cs typeface="Raleway Regular"/>
                          <a:sym typeface="Raleway Regular"/>
                        </a:defRPr>
                      </a:pPr>
                      <a:r>
                        <a:rPr>
                          <a:solidFill>
                            <a:srgbClr val="F7F7F7"/>
                          </a:solidFill>
                          <a:uFill>
                            <a:solidFill>
                              <a:srgbClr val="F7F7F7"/>
                            </a:solidFill>
                          </a:uFill>
                          <a:latin typeface="Raleway SemiBold"/>
                          <a:ea typeface="Raleway SemiBold"/>
                          <a:cs typeface="Raleway SemiBold"/>
                          <a:sym typeface="Raleway SemiBold"/>
                        </a:rPr>
                        <a:t>Viernes</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66B3E0"/>
                    </a:solidFill>
                  </a:tcPr>
                </a:tc>
                <a:tc>
                  <a:txBody>
                    <a:bodyPr/>
                    <a:lstStyle/>
                    <a:p>
                      <a:pPr defTabSz="457200">
                        <a:tabLst>
                          <a:tab pos="1282700" algn="l"/>
                        </a:tabLst>
                        <a:defRPr sz="2700">
                          <a:uFill>
                            <a:solidFill>
                              <a:srgbClr val="000000"/>
                            </a:solidFill>
                          </a:uFill>
                          <a:latin typeface="Raleway Regular"/>
                          <a:ea typeface="Raleway Regular"/>
                          <a:cs typeface="Raleway Regular"/>
                          <a:sym typeface="Raleway Regular"/>
                        </a:defRPr>
                      </a:pPr>
                      <a:r>
                        <a:rPr>
                          <a:solidFill>
                            <a:srgbClr val="F7F7F7"/>
                          </a:solidFill>
                          <a:uFill>
                            <a:solidFill>
                              <a:srgbClr val="F7F7F7"/>
                            </a:solidFill>
                          </a:uFill>
                          <a:latin typeface="Raleway SemiBold"/>
                          <a:ea typeface="Raleway SemiBold"/>
                          <a:cs typeface="Raleway SemiBold"/>
                          <a:sym typeface="Raleway SemiBold"/>
                        </a:rPr>
                        <a:t>Findes</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B4E6F1"/>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855662">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c>
                  <a:txBody>
                    <a:bodyPr/>
                    <a:lstStyle/>
                    <a:p>
                      <a:pPr defTabSz="457200">
                        <a:tabLst>
                          <a:tab pos="1282700" algn="l"/>
                        </a:tabLst>
                        <a:defRPr sz="1800"/>
                      </a:pPr>
                      <a:r>
                        <a:rPr sz="2000">
                          <a:solidFill>
                            <a:srgbClr val="9A9A9A"/>
                          </a:solidFill>
                          <a:uFill>
                            <a:solidFill>
                              <a:srgbClr val="9A9A9A"/>
                            </a:solidFill>
                          </a:uFill>
                          <a:latin typeface="Raleway SemiBold"/>
                          <a:ea typeface="Raleway SemiBold"/>
                          <a:cs typeface="Raleway SemiBold"/>
                          <a:sym typeface="Raleway SemiBold"/>
                        </a:rPr>
                        <a:t>Contenido</a:t>
                      </a:r>
                    </a:p>
                  </a:txBody>
                  <a:tcPr marL="50800" marR="50800" marT="50800" marB="508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32" presetID="4" grpId="1" fill="hold">
                                  <p:stCondLst>
                                    <p:cond delay="100"/>
                                  </p:stCondLst>
                                  <p:iterate type="el" backwards="0">
                                    <p:tmAbs val="0"/>
                                  </p:iterate>
                                  <p:childTnLst>
                                    <p:set>
                                      <p:cBhvr>
                                        <p:cTn id="6" fill="hold"/>
                                        <p:tgtEl>
                                          <p:spTgt spid="3902"/>
                                        </p:tgtEl>
                                        <p:attrNameLst>
                                          <p:attrName>style.visibility</p:attrName>
                                        </p:attrNameLst>
                                      </p:cBhvr>
                                      <p:to>
                                        <p:strVal val="visible"/>
                                      </p:to>
                                    </p:set>
                                    <p:animEffect filter="box(out)" transition="in">
                                      <p:cBhvr>
                                        <p:cTn id="7" dur="1000"/>
                                        <p:tgtEl>
                                          <p:spTgt spid="39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02" grpId="1"/>
    </p:bldLst>
  </p:timing>
</p:sld>
</file>

<file path=ppt/slides/slide11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04" name="Shape 3904"/>
          <p:cNvSpPr/>
          <p:nvPr/>
        </p:nvSpPr>
        <p:spPr>
          <a:xfrm>
            <a:off x="303300" y="819179"/>
            <a:ext cx="550964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Calendarios</a:t>
            </a:r>
          </a:p>
          <a:p>
            <a:pPr algn="l" defTabSz="825500">
              <a:lnSpc>
                <a:spcPct val="90000"/>
              </a:lnSpc>
              <a:defRPr spc="-59" sz="3000">
                <a:latin typeface="Raleway SemiBold"/>
                <a:ea typeface="Raleway SemiBold"/>
                <a:cs typeface="Raleway SemiBold"/>
                <a:sym typeface="Raleway SemiBold"/>
              </a:defRPr>
            </a:pPr>
            <a:r>
              <a:t>Cambia los colores y contenido</a:t>
            </a:r>
          </a:p>
        </p:txBody>
      </p:sp>
      <p:sp>
        <p:nvSpPr>
          <p:cNvPr id="3905" name="Shape 390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3906" name="Table 3906"/>
          <p:cNvGraphicFramePr/>
          <p:nvPr/>
        </p:nvGraphicFramePr>
        <p:xfrm>
          <a:off x="2200222" y="3853038"/>
          <a:ext cx="7498820" cy="6009924"/>
        </p:xfrm>
        <a:graphic xmlns:a="http://schemas.openxmlformats.org/drawingml/2006/main">
          <a:graphicData uri="http://schemas.openxmlformats.org/drawingml/2006/table">
            <a:tbl>
              <a:tblPr firstCol="0" firstRow="1" lastCol="0" lastRow="0" bandCol="0" bandRow="0" rtl="0">
                <a:tableStyleId>{4C3C2611-4C71-4FC5-86AE-919BDF0F9419}</a:tableStyleId>
              </a:tblPr>
              <a:tblGrid>
                <a:gridCol w="1071260"/>
                <a:gridCol w="1071260"/>
                <a:gridCol w="1071260"/>
                <a:gridCol w="1071260"/>
                <a:gridCol w="1071260"/>
                <a:gridCol w="1071260"/>
                <a:gridCol w="1071260"/>
              </a:tblGrid>
              <a:tr h="1001654">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L</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M</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M</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J</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V</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S</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c>
                  <a:txBody>
                    <a:bodyPr/>
                    <a:lstStyle/>
                    <a:p>
                      <a:pPr defTabSz="1828432">
                        <a:defRPr b="0" sz="1800">
                          <a:solidFill>
                            <a:srgbClr val="000000"/>
                          </a:solidFill>
                        </a:defRPr>
                      </a:pPr>
                      <a:r>
                        <a:rPr sz="2400">
                          <a:solidFill>
                            <a:srgbClr val="FFFFFF"/>
                          </a:solidFill>
                          <a:latin typeface="Helvetica Neue"/>
                          <a:ea typeface="Helvetica Neue"/>
                          <a:cs typeface="Helvetica Neue"/>
                          <a:sym typeface="Helvetica Neue"/>
                        </a:rPr>
                        <a:t>D</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535353"/>
                    </a:solidFill>
                  </a:tcPr>
                </a:tc>
              </a:tr>
              <a:tr h="1001654">
                <a:tc>
                  <a:txBody>
                    <a:bodyPr/>
                    <a:lstStyle/>
                    <a:p>
                      <a:pPr defTabSz="1828432">
                        <a:defRPr i="1" sz="2400">
                          <a:solidFill>
                            <a:srgbClr val="737572"/>
                          </a:solidFill>
                          <a:latin typeface="Helvetica Neue"/>
                          <a:ea typeface="Helvetica Neue"/>
                          <a:cs typeface="Helvetica Neue"/>
                          <a:sym typeface="Helvetica Neue"/>
                        </a:defRPr>
                      </a:pP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i="1" sz="2400">
                          <a:solidFill>
                            <a:srgbClr val="737572"/>
                          </a:solidFill>
                          <a:latin typeface="Helvetica Neue"/>
                          <a:ea typeface="Helvetica Neue"/>
                          <a:cs typeface="Helvetica Neue"/>
                          <a:sym typeface="Helvetica Neue"/>
                        </a:defRPr>
                      </a:pP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2</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3</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4</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5</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r>
              <a:tr h="1001654">
                <a:tc>
                  <a:txBody>
                    <a:bodyPr/>
                    <a:lstStyle/>
                    <a:p>
                      <a:pPr defTabSz="1828432">
                        <a:defRPr sz="1800"/>
                      </a:pPr>
                      <a:r>
                        <a:rPr sz="2400">
                          <a:solidFill>
                            <a:srgbClr val="737572"/>
                          </a:solidFill>
                          <a:latin typeface="Helvetica Neue"/>
                          <a:ea typeface="Helvetica Neue"/>
                          <a:cs typeface="Helvetica Neue"/>
                          <a:sym typeface="Helvetica Neue"/>
                        </a:rPr>
                        <a:t>6</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7</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8</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9</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10</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11</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FFFFFF"/>
                          </a:solidFill>
                          <a:latin typeface="Helvetica Neue"/>
                          <a:ea typeface="Helvetica Neue"/>
                          <a:cs typeface="Helvetica Neue"/>
                          <a:sym typeface="Helvetica Neue"/>
                        </a:rPr>
                        <a:t>12</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FFC003"/>
                    </a:solidFill>
                  </a:tcPr>
                </a:tc>
              </a:tr>
              <a:tr h="1001654">
                <a:tc>
                  <a:txBody>
                    <a:bodyPr/>
                    <a:lstStyle/>
                    <a:p>
                      <a:pPr defTabSz="1828432">
                        <a:defRPr sz="1800"/>
                      </a:pPr>
                      <a:r>
                        <a:rPr i="1" sz="2400">
                          <a:solidFill>
                            <a:srgbClr val="737572"/>
                          </a:solidFill>
                          <a:latin typeface="Helvetica Neue"/>
                          <a:ea typeface="Helvetica Neue"/>
                          <a:cs typeface="Helvetica Neue"/>
                          <a:sym typeface="Helvetica Neue"/>
                        </a:rPr>
                        <a:t>13</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14</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15</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16</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17</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18</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19</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r>
              <a:tr h="1001654">
                <a:tc>
                  <a:txBody>
                    <a:bodyPr/>
                    <a:lstStyle/>
                    <a:p>
                      <a:pPr defTabSz="1828432">
                        <a:defRPr sz="1800"/>
                      </a:pPr>
                      <a:r>
                        <a:rPr sz="2400">
                          <a:solidFill>
                            <a:srgbClr val="737572"/>
                          </a:solidFill>
                          <a:latin typeface="Helvetica Neue"/>
                          <a:ea typeface="Helvetica Neue"/>
                          <a:cs typeface="Helvetica Neue"/>
                          <a:sym typeface="Helvetica Neue"/>
                        </a:rPr>
                        <a:t>20</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21</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FFFFFF"/>
                          </a:solidFill>
                          <a:latin typeface="Helvetica Neue"/>
                          <a:ea typeface="Helvetica Neue"/>
                          <a:cs typeface="Helvetica Neue"/>
                          <a:sym typeface="Helvetica Neue"/>
                        </a:rPr>
                        <a:t>22</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solidFill>
                      <a:srgbClr val="FFC003"/>
                    </a:solidFill>
                  </a:tcPr>
                </a:tc>
                <a:tc>
                  <a:txBody>
                    <a:bodyPr/>
                    <a:lstStyle/>
                    <a:p>
                      <a:pPr defTabSz="1828432">
                        <a:defRPr sz="1800"/>
                      </a:pPr>
                      <a:r>
                        <a:rPr sz="2400">
                          <a:solidFill>
                            <a:srgbClr val="737572"/>
                          </a:solidFill>
                          <a:latin typeface="Helvetica Neue"/>
                          <a:ea typeface="Helvetica Neue"/>
                          <a:cs typeface="Helvetica Neue"/>
                          <a:sym typeface="Helvetica Neue"/>
                        </a:rPr>
                        <a:t>23</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24</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25</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sz="2400">
                          <a:solidFill>
                            <a:srgbClr val="737572"/>
                          </a:solidFill>
                          <a:latin typeface="Helvetica Neue"/>
                          <a:ea typeface="Helvetica Neue"/>
                          <a:cs typeface="Helvetica Neue"/>
                          <a:sym typeface="Helvetica Neue"/>
                        </a:rPr>
                        <a:t>26</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r>
              <a:tr h="1001654">
                <a:tc>
                  <a:txBody>
                    <a:bodyPr/>
                    <a:lstStyle/>
                    <a:p>
                      <a:pPr defTabSz="1828432">
                        <a:defRPr sz="1800"/>
                      </a:pPr>
                      <a:r>
                        <a:rPr i="1" sz="2400">
                          <a:solidFill>
                            <a:srgbClr val="737572"/>
                          </a:solidFill>
                          <a:latin typeface="Helvetica Neue"/>
                          <a:ea typeface="Helvetica Neue"/>
                          <a:cs typeface="Helvetica Neue"/>
                          <a:sym typeface="Helvetica Neue"/>
                        </a:rPr>
                        <a:t>27</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28</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29</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39</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sz="1800"/>
                      </a:pPr>
                      <a:r>
                        <a:rPr i="1" sz="2400">
                          <a:solidFill>
                            <a:srgbClr val="737572"/>
                          </a:solidFill>
                          <a:latin typeface="Helvetica Neue"/>
                          <a:ea typeface="Helvetica Neue"/>
                          <a:cs typeface="Helvetica Neue"/>
                          <a:sym typeface="Helvetica Neue"/>
                        </a:rPr>
                        <a:t>31</a:t>
                      </a: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i="1" sz="2400">
                          <a:solidFill>
                            <a:srgbClr val="737572"/>
                          </a:solidFill>
                          <a:latin typeface="Helvetica Neue"/>
                          <a:ea typeface="Helvetica Neue"/>
                          <a:cs typeface="Helvetica Neue"/>
                          <a:sym typeface="Helvetica Neue"/>
                        </a:defRPr>
                      </a:pP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c>
                  <a:txBody>
                    <a:bodyPr/>
                    <a:lstStyle/>
                    <a:p>
                      <a:pPr defTabSz="1828432">
                        <a:defRPr i="1" sz="2400">
                          <a:solidFill>
                            <a:srgbClr val="737572"/>
                          </a:solidFill>
                          <a:latin typeface="Helvetica Neue"/>
                          <a:ea typeface="Helvetica Neue"/>
                          <a:cs typeface="Helvetica Neue"/>
                          <a:sym typeface="Helvetica Neue"/>
                        </a:defRPr>
                      </a:pPr>
                    </a:p>
                  </a:txBody>
                  <a:tcPr marL="45720" marR="45720" marT="45720" marB="45720" anchor="ctr" anchorCtr="0" horzOverflow="overflow">
                    <a:lnL w="12700">
                      <a:solidFill>
                        <a:srgbClr val="808080"/>
                      </a:solidFill>
                    </a:lnL>
                    <a:lnR w="12700">
                      <a:solidFill>
                        <a:srgbClr val="808080"/>
                      </a:solidFill>
                    </a:lnR>
                    <a:lnT w="12700">
                      <a:solidFill>
                        <a:srgbClr val="808080"/>
                      </a:solidFill>
                    </a:lnT>
                    <a:lnB w="12700">
                      <a:solidFill>
                        <a:srgbClr val="808080"/>
                      </a:solidFill>
                    </a:lnB>
                    <a:noFill/>
                  </a:tcPr>
                </a:tc>
              </a:tr>
            </a:tbl>
          </a:graphicData>
        </a:graphic>
      </p:graphicFrame>
      <p:sp>
        <p:nvSpPr>
          <p:cNvPr id="3907" name="Shape 3907"/>
          <p:cNvSpPr/>
          <p:nvPr/>
        </p:nvSpPr>
        <p:spPr>
          <a:xfrm>
            <a:off x="10432756" y="4147184"/>
            <a:ext cx="11432614" cy="54216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685800">
              <a:defRPr b="1" sz="2500">
                <a:latin typeface="Montserrat"/>
                <a:ea typeface="Montserrat"/>
                <a:cs typeface="Montserrat"/>
                <a:sym typeface="Montserrat"/>
              </a:defRPr>
            </a:pPr>
            <a:r>
              <a:rPr sz="2800"/>
              <a:t>Texto</a:t>
            </a:r>
            <a:endParaRPr sz="2800"/>
          </a:p>
          <a:p>
            <a:pPr algn="just" defTabSz="457200">
              <a:lnSpc>
                <a:spcPct val="150000"/>
              </a:lnSpc>
              <a:defRPr sz="2900">
                <a:solidFill>
                  <a:srgbClr val="C7C7C7"/>
                </a:solidFill>
                <a:latin typeface="Raleway SemiBold"/>
                <a:ea typeface="Raleway SemiBold"/>
                <a:cs typeface="Raleway SemiBold"/>
                <a:sym typeface="Raleway SemiBold"/>
              </a:defRPr>
            </a:pPr>
            <a:r>
              <a:rPr sz="2800">
                <a:solidFill>
                  <a:srgbClr val="797979"/>
                </a:solidFill>
              </a:rPr>
              <a:t>Caramels icing lollipop cake jelly beans chocolate dessert jelly beans cotton candy. Marzipan carrot cake brownie chocolate bar brownie. Dragée sweet soufflé candy. Croissant cheesecake brownie chocolate topping cake muffin muffin powder. Gummies cotton candy lemon drops. Pastry bear claw jelly-o dragée jelly beans fruitcake chocolate bar. Toffee croissant lollipop fruitcake carrot cake pie. Jelly tiramisu dessert marshmallow tart cheesecake cake chocolate cake.</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3907"/>
                                        </p:tgtEl>
                                        <p:attrNameLst>
                                          <p:attrName>style.visibility</p:attrName>
                                        </p:attrNameLst>
                                      </p:cBhvr>
                                      <p:to>
                                        <p:strVal val="visible"/>
                                      </p:to>
                                    </p:set>
                                    <p:animEffect filter="dissolve" transition="in">
                                      <p:cBhvr>
                                        <p:cTn id="7" dur="500"/>
                                        <p:tgtEl>
                                          <p:spTgt spid="390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07" grpId="1"/>
    </p:bldLst>
  </p:timing>
</p:sld>
</file>

<file path=ppt/slides/slide11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09" name="Shape 3909"/>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SLIDES TIMELINE</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11" name="Shape 3911"/>
          <p:cNvSpPr/>
          <p:nvPr/>
        </p:nvSpPr>
        <p:spPr>
          <a:xfrm flipH="1">
            <a:off x="12181679" y="8437950"/>
            <a:ext cx="1" cy="5518682"/>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12" name="Shape 3912"/>
          <p:cNvSpPr/>
          <p:nvPr/>
        </p:nvSpPr>
        <p:spPr>
          <a:xfrm>
            <a:off x="12181679" y="4389119"/>
            <a:ext cx="1" cy="3404787"/>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13" name="Shape 3913"/>
          <p:cNvSpPr/>
          <p:nvPr/>
        </p:nvSpPr>
        <p:spPr>
          <a:xfrm rot="10800000">
            <a:off x="11836606" y="3980630"/>
            <a:ext cx="710787" cy="419575"/>
          </a:xfrm>
          <a:prstGeom prst="triangle">
            <a:avLst/>
          </a:prstGeom>
          <a:solidFill>
            <a:srgbClr val="CBCBCB"/>
          </a:solidFill>
          <a:ln w="25400">
            <a:solidFill>
              <a:srgbClr val="CBCBCB"/>
            </a:solidFill>
            <a:miter lim="400000"/>
          </a:ln>
        </p:spPr>
        <p:txBody>
          <a:bodyPr lIns="0" tIns="0" rIns="0" bIns="0"/>
          <a:lstStyle/>
          <a:p>
            <a:pPr algn="l" defTabSz="457200">
              <a:defRPr sz="2400">
                <a:latin typeface="Helvetica"/>
                <a:ea typeface="Helvetica"/>
                <a:cs typeface="Helvetica"/>
                <a:sym typeface="Helvetica"/>
              </a:defRPr>
            </a:pPr>
          </a:p>
        </p:txBody>
      </p:sp>
      <p:sp>
        <p:nvSpPr>
          <p:cNvPr id="3914" name="Shape 3914"/>
          <p:cNvSpPr/>
          <p:nvPr/>
        </p:nvSpPr>
        <p:spPr>
          <a:xfrm>
            <a:off x="12022356" y="7975485"/>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15" name="Shape 3915"/>
          <p:cNvSpPr/>
          <p:nvPr/>
        </p:nvSpPr>
        <p:spPr>
          <a:xfrm>
            <a:off x="11839368" y="7793905"/>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16" name="Shape 3916"/>
          <p:cNvSpPr/>
          <p:nvPr/>
        </p:nvSpPr>
        <p:spPr>
          <a:xfrm>
            <a:off x="4389201" y="5454774"/>
            <a:ext cx="4977065" cy="4977066"/>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17" name="Shape 391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Timeline</a:t>
            </a:r>
          </a:p>
        </p:txBody>
      </p:sp>
      <p:sp>
        <p:nvSpPr>
          <p:cNvPr id="3918" name="Shape 3918"/>
          <p:cNvSpPr/>
          <p:nvPr/>
        </p:nvSpPr>
        <p:spPr>
          <a:xfrm>
            <a:off x="13132004" y="7476685"/>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19" name="Shape 3919"/>
          <p:cNvSpPr/>
          <p:nvPr/>
        </p:nvSpPr>
        <p:spPr>
          <a:xfrm>
            <a:off x="13132004" y="8190361"/>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20" name="Shape 3920"/>
          <p:cNvSpPr/>
          <p:nvPr/>
        </p:nvSpPr>
        <p:spPr>
          <a:xfrm>
            <a:off x="13132004" y="8169087"/>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0" presetID="15" grpId="1" fill="hold">
                                  <p:stCondLst>
                                    <p:cond delay="0"/>
                                  </p:stCondLst>
                                  <p:iterate type="el" backwards="0">
                                    <p:tmAbs val="0"/>
                                  </p:iterate>
                                  <p:childTnLst>
                                    <p:set>
                                      <p:cBhvr>
                                        <p:cTn id="6" fill="hold"/>
                                        <p:tgtEl>
                                          <p:spTgt spid="3913"/>
                                        </p:tgtEl>
                                        <p:attrNameLst>
                                          <p:attrName>style.visibility</p:attrName>
                                        </p:attrNameLst>
                                      </p:cBhvr>
                                      <p:to>
                                        <p:strVal val="visible"/>
                                      </p:to>
                                    </p:set>
                                    <p:anim calcmode="lin" valueType="num">
                                      <p:cBhvr>
                                        <p:cTn id="7" dur="500" fill="hold"/>
                                        <p:tgtEl>
                                          <p:spTgt spid="3913"/>
                                        </p:tgtEl>
                                        <p:attrNameLst>
                                          <p:attrName>ppt_w</p:attrName>
                                        </p:attrNameLst>
                                      </p:cBhvr>
                                      <p:tavLst>
                                        <p:tav tm="0">
                                          <p:val>
                                            <p:fltVal val="0"/>
                                          </p:val>
                                        </p:tav>
                                        <p:tav tm="100000">
                                          <p:val>
                                            <p:strVal val="#ppt_w"/>
                                          </p:val>
                                        </p:tav>
                                      </p:tavLst>
                                    </p:anim>
                                    <p:anim calcmode="lin" valueType="num">
                                      <p:cBhvr>
                                        <p:cTn id="8" dur="500" fill="hold"/>
                                        <p:tgtEl>
                                          <p:spTgt spid="3913"/>
                                        </p:tgtEl>
                                        <p:attrNameLst>
                                          <p:attrName>ppt_h</p:attrName>
                                        </p:attrNameLst>
                                      </p:cBhvr>
                                      <p:tavLst>
                                        <p:tav tm="0">
                                          <p:val>
                                            <p:fltVal val="0"/>
                                          </p:val>
                                        </p:tav>
                                        <p:tav tm="100000">
                                          <p:val>
                                            <p:strVal val="#ppt_h"/>
                                          </p:val>
                                        </p:tav>
                                      </p:tavLst>
                                    </p:anim>
                                    <p:anim calcmode="lin" valueType="num">
                                      <p:cBhvr>
                                        <p:cTn id="9" dur="500" fill="hold"/>
                                        <p:tgtEl>
                                          <p:spTgt spid="3913"/>
                                        </p:tgtEl>
                                        <p:attrNameLst>
                                          <p:attrName>ppt_x</p:attrName>
                                        </p:attrNameLst>
                                      </p:cBhvr>
                                      <p:tavLst>
                                        <p:tav tm="0" fmla="#ppt_x+(cos(-2*pi*(1-$))*-#ppt_x-sin(-2*pi*(1-$))*(1-#ppt_y))*(1-$)">
                                          <p:val>
                                            <p:fltVal val="0"/>
                                          </p:val>
                                        </p:tav>
                                        <p:tav tm="100000">
                                          <p:val>
                                            <p:fltVal val="1"/>
                                          </p:val>
                                        </p:tav>
                                      </p:tavLst>
                                    </p:anim>
                                    <p:anim calcmode="lin" valueType="num">
                                      <p:cBhvr>
                                        <p:cTn id="10" dur="500" fill="hold"/>
                                        <p:tgtEl>
                                          <p:spTgt spid="3913"/>
                                        </p:tgtEl>
                                        <p:attrNameLst>
                                          <p:attrName>ppt_y</p:attrName>
                                        </p:attrNameLst>
                                      </p:cBhvr>
                                      <p:tavLst>
                                        <p:tav tm="0" fmla="#ppt_y+(sin(-2*pi*(1-$))*-#ppt_x+cos(-2*pi*(1-$))*(1-#ppt_y))*(1-$)">
                                          <p:val>
                                            <p:fltVal val="0"/>
                                          </p:val>
                                        </p:tav>
                                        <p:tav tm="100000">
                                          <p:val>
                                            <p:fltVal val="1"/>
                                          </p:val>
                                        </p:tav>
                                      </p:tavLst>
                                    </p:anim>
                                  </p:childTnLst>
                                </p:cTn>
                              </p:par>
                            </p:childTnLst>
                          </p:cTn>
                        </p:par>
                        <p:par>
                          <p:cTn id="11" fill="hold">
                            <p:stCondLst>
                              <p:cond delay="500"/>
                            </p:stCondLst>
                            <p:childTnLst>
                              <p:par>
                                <p:cTn id="12" presetClass="entr" nodeType="afterEffect" presetSubtype="1" presetID="22" grpId="2" fill="hold">
                                  <p:stCondLst>
                                    <p:cond delay="0"/>
                                  </p:stCondLst>
                                  <p:iterate type="el" backwards="0">
                                    <p:tmAbs val="0"/>
                                  </p:iterate>
                                  <p:childTnLst>
                                    <p:set>
                                      <p:cBhvr>
                                        <p:cTn id="13" fill="hold"/>
                                        <p:tgtEl>
                                          <p:spTgt spid="3912"/>
                                        </p:tgtEl>
                                        <p:attrNameLst>
                                          <p:attrName>style.visibility</p:attrName>
                                        </p:attrNameLst>
                                      </p:cBhvr>
                                      <p:to>
                                        <p:strVal val="visible"/>
                                      </p:to>
                                    </p:set>
                                    <p:animEffect filter="wipe(up)" transition="in">
                                      <p:cBhvr>
                                        <p:cTn id="14" dur="500"/>
                                        <p:tgtEl>
                                          <p:spTgt spid="3912"/>
                                        </p:tgtEl>
                                      </p:cBhvr>
                                    </p:animEffect>
                                  </p:childTnLst>
                                </p:cTn>
                              </p:par>
                            </p:childTnLst>
                          </p:cTn>
                        </p:par>
                        <p:par>
                          <p:cTn id="15" fill="hold">
                            <p:stCondLst>
                              <p:cond delay="1000"/>
                            </p:stCondLst>
                            <p:childTnLst>
                              <p:par>
                                <p:cTn id="16" presetClass="entr" nodeType="afterEffect" presetSubtype="4" presetID="2" grpId="3" fill="hold">
                                  <p:stCondLst>
                                    <p:cond delay="0"/>
                                  </p:stCondLst>
                                  <p:iterate type="el" backwards="0">
                                    <p:tmAbs val="0"/>
                                  </p:iterate>
                                  <p:childTnLst>
                                    <p:set>
                                      <p:cBhvr>
                                        <p:cTn id="17" fill="hold"/>
                                        <p:tgtEl>
                                          <p:spTgt spid="3916"/>
                                        </p:tgtEl>
                                        <p:attrNameLst>
                                          <p:attrName>style.visibility</p:attrName>
                                        </p:attrNameLst>
                                      </p:cBhvr>
                                      <p:to>
                                        <p:strVal val="visible"/>
                                      </p:to>
                                    </p:set>
                                    <p:anim calcmode="lin" valueType="num">
                                      <p:cBhvr>
                                        <p:cTn id="18" dur="500" fill="hold"/>
                                        <p:tgtEl>
                                          <p:spTgt spid="3916"/>
                                        </p:tgtEl>
                                        <p:attrNameLst>
                                          <p:attrName>ppt_x</p:attrName>
                                        </p:attrNameLst>
                                      </p:cBhvr>
                                      <p:tavLst>
                                        <p:tav tm="0">
                                          <p:val>
                                            <p:strVal val="#ppt_x"/>
                                          </p:val>
                                        </p:tav>
                                        <p:tav tm="100000">
                                          <p:val>
                                            <p:strVal val="#ppt_x"/>
                                          </p:val>
                                        </p:tav>
                                      </p:tavLst>
                                    </p:anim>
                                    <p:anim calcmode="lin" valueType="num">
                                      <p:cBhvr>
                                        <p:cTn id="19" dur="500" fill="hold"/>
                                        <p:tgtEl>
                                          <p:spTgt spid="3916"/>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Class="entr" nodeType="afterEffect" presetSubtype="1" presetID="22" grpId="4" fill="hold">
                                  <p:stCondLst>
                                    <p:cond delay="0"/>
                                  </p:stCondLst>
                                  <p:iterate type="el" backwards="0">
                                    <p:tmAbs val="0"/>
                                  </p:iterate>
                                  <p:childTnLst>
                                    <p:set>
                                      <p:cBhvr>
                                        <p:cTn id="22" fill="hold"/>
                                        <p:tgtEl>
                                          <p:spTgt spid="3911"/>
                                        </p:tgtEl>
                                        <p:attrNameLst>
                                          <p:attrName>style.visibility</p:attrName>
                                        </p:attrNameLst>
                                      </p:cBhvr>
                                      <p:to>
                                        <p:strVal val="visible"/>
                                      </p:to>
                                    </p:set>
                                    <p:animEffect filter="wipe(up)" transition="in">
                                      <p:cBhvr>
                                        <p:cTn id="23" dur="500"/>
                                        <p:tgtEl>
                                          <p:spTgt spid="3911"/>
                                        </p:tgtEl>
                                      </p:cBhvr>
                                    </p:animEffect>
                                  </p:childTnLst>
                                </p:cTn>
                              </p:par>
                            </p:childTnLst>
                          </p:cTn>
                        </p:par>
                        <p:par>
                          <p:cTn id="24" fill="hold">
                            <p:stCondLst>
                              <p:cond delay="2000"/>
                            </p:stCondLst>
                            <p:childTnLst>
                              <p:par>
                                <p:cTn id="25" presetClass="entr" nodeType="afterEffect" presetID="9" grpId="5" fill="hold">
                                  <p:stCondLst>
                                    <p:cond delay="0"/>
                                  </p:stCondLst>
                                  <p:iterate type="el" backwards="0">
                                    <p:tmAbs val="0"/>
                                  </p:iterate>
                                  <p:childTnLst>
                                    <p:set>
                                      <p:cBhvr>
                                        <p:cTn id="26" fill="hold"/>
                                        <p:tgtEl>
                                          <p:spTgt spid="3918"/>
                                        </p:tgtEl>
                                        <p:attrNameLst>
                                          <p:attrName>style.visibility</p:attrName>
                                        </p:attrNameLst>
                                      </p:cBhvr>
                                      <p:to>
                                        <p:strVal val="visible"/>
                                      </p:to>
                                    </p:set>
                                    <p:animEffect filter="dissolve" transition="in">
                                      <p:cBhvr>
                                        <p:cTn id="27" dur="500"/>
                                        <p:tgtEl>
                                          <p:spTgt spid="3918"/>
                                        </p:tgtEl>
                                      </p:cBhvr>
                                    </p:animEffect>
                                  </p:childTnLst>
                                </p:cTn>
                              </p:par>
                            </p:childTnLst>
                          </p:cTn>
                        </p:par>
                        <p:par>
                          <p:cTn id="28" fill="hold">
                            <p:stCondLst>
                              <p:cond delay="2500"/>
                            </p:stCondLst>
                            <p:childTnLst>
                              <p:par>
                                <p:cTn id="29" presetClass="entr" nodeType="afterEffect" presetID="9" grpId="6" fill="hold">
                                  <p:stCondLst>
                                    <p:cond delay="0"/>
                                  </p:stCondLst>
                                  <p:iterate type="el" backwards="0">
                                    <p:tmAbs val="0"/>
                                  </p:iterate>
                                  <p:childTnLst>
                                    <p:set>
                                      <p:cBhvr>
                                        <p:cTn id="30" fill="hold"/>
                                        <p:tgtEl>
                                          <p:spTgt spid="3919"/>
                                        </p:tgtEl>
                                        <p:attrNameLst>
                                          <p:attrName>style.visibility</p:attrName>
                                        </p:attrNameLst>
                                      </p:cBhvr>
                                      <p:to>
                                        <p:strVal val="visible"/>
                                      </p:to>
                                    </p:set>
                                    <p:animEffect filter="dissolve" transition="in">
                                      <p:cBhvr>
                                        <p:cTn id="31" dur="500"/>
                                        <p:tgtEl>
                                          <p:spTgt spid="3919"/>
                                        </p:tgtEl>
                                      </p:cBhvr>
                                    </p:animEffect>
                                  </p:childTnLst>
                                </p:cTn>
                              </p:par>
                            </p:childTnLst>
                          </p:cTn>
                        </p:par>
                        <p:par>
                          <p:cTn id="32" fill="hold">
                            <p:stCondLst>
                              <p:cond delay="3000"/>
                            </p:stCondLst>
                            <p:childTnLst>
                              <p:par>
                                <p:cTn id="33" presetClass="entr" nodeType="afterEffect" presetSubtype="8" presetID="22" grpId="7" fill="hold">
                                  <p:stCondLst>
                                    <p:cond delay="0"/>
                                  </p:stCondLst>
                                  <p:iterate type="el" backwards="0">
                                    <p:tmAbs val="0"/>
                                  </p:iterate>
                                  <p:childTnLst>
                                    <p:set>
                                      <p:cBhvr>
                                        <p:cTn id="34" fill="hold"/>
                                        <p:tgtEl>
                                          <p:spTgt spid="3920"/>
                                        </p:tgtEl>
                                        <p:attrNameLst>
                                          <p:attrName>style.visibility</p:attrName>
                                        </p:attrNameLst>
                                      </p:cBhvr>
                                      <p:to>
                                        <p:strVal val="visible"/>
                                      </p:to>
                                    </p:set>
                                    <p:animEffect filter="wipe(left)" transition="in">
                                      <p:cBhvr>
                                        <p:cTn id="35" dur="500"/>
                                        <p:tgtEl>
                                          <p:spTgt spid="392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13" grpId="1"/>
      <p:bldP build="whole" bldLvl="1" animBg="1" rev="0" advAuto="0" spid="3919" grpId="6"/>
      <p:bldP build="whole" bldLvl="1" animBg="1" rev="0" advAuto="0" spid="3916" grpId="3"/>
      <p:bldP build="whole" bldLvl="1" animBg="1" rev="0" advAuto="0" spid="3912" grpId="2"/>
      <p:bldP build="whole" bldLvl="1" animBg="1" rev="0" advAuto="0" spid="3911" grpId="4"/>
      <p:bldP build="whole" bldLvl="1" animBg="1" rev="0" advAuto="0" spid="3920" grpId="7"/>
      <p:bldP build="whole" bldLvl="1" animBg="1" rev="0" advAuto="0" spid="3918" grpId="5"/>
    </p:bldLst>
  </p:timing>
</p:sld>
</file>

<file path=ppt/slides/slide11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22" name="Shape 3922"/>
          <p:cNvSpPr/>
          <p:nvPr/>
        </p:nvSpPr>
        <p:spPr>
          <a:xfrm>
            <a:off x="15018278" y="1452692"/>
            <a:ext cx="3453765" cy="3453765"/>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23" name="Shape 3923"/>
          <p:cNvSpPr/>
          <p:nvPr/>
        </p:nvSpPr>
        <p:spPr>
          <a:xfrm>
            <a:off x="5999403" y="7979564"/>
            <a:ext cx="3453765" cy="3453765"/>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24" name="Shape 3924"/>
          <p:cNvSpPr/>
          <p:nvPr/>
        </p:nvSpPr>
        <p:spPr>
          <a:xfrm>
            <a:off x="12201383" y="10051730"/>
            <a:ext cx="1" cy="3664270"/>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25" name="Shape 3925"/>
          <p:cNvSpPr/>
          <p:nvPr/>
        </p:nvSpPr>
        <p:spPr>
          <a:xfrm flipH="1">
            <a:off x="12194216" y="3682133"/>
            <a:ext cx="7167" cy="5699368"/>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26" name="Shape 3926"/>
          <p:cNvSpPr/>
          <p:nvPr/>
        </p:nvSpPr>
        <p:spPr>
          <a:xfrm flipH="1">
            <a:off x="12197133" y="-1"/>
            <a:ext cx="4248" cy="2997997"/>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27" name="Shape 3927"/>
          <p:cNvSpPr/>
          <p:nvPr/>
        </p:nvSpPr>
        <p:spPr>
          <a:xfrm>
            <a:off x="12022356" y="3179575"/>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28" name="Shape 3928"/>
          <p:cNvSpPr/>
          <p:nvPr/>
        </p:nvSpPr>
        <p:spPr>
          <a:xfrm>
            <a:off x="11839368" y="2997996"/>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29" name="Shape 3929"/>
          <p:cNvSpPr/>
          <p:nvPr/>
        </p:nvSpPr>
        <p:spPr>
          <a:xfrm>
            <a:off x="12022356" y="9556125"/>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30" name="Shape 3930"/>
          <p:cNvSpPr/>
          <p:nvPr/>
        </p:nvSpPr>
        <p:spPr>
          <a:xfrm>
            <a:off x="11839368" y="9374545"/>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31" name="Shape 3931"/>
          <p:cNvSpPr/>
          <p:nvPr/>
        </p:nvSpPr>
        <p:spPr>
          <a:xfrm>
            <a:off x="10076237" y="2761656"/>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32" name="Shape 3932"/>
          <p:cNvSpPr/>
          <p:nvPr/>
        </p:nvSpPr>
        <p:spPr>
          <a:xfrm>
            <a:off x="5785712" y="3313570"/>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33" name="Shape 3933"/>
          <p:cNvSpPr/>
          <p:nvPr/>
        </p:nvSpPr>
        <p:spPr>
          <a:xfrm>
            <a:off x="8229612" y="3373577"/>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3934" name="Shape 3934"/>
          <p:cNvSpPr/>
          <p:nvPr/>
        </p:nvSpPr>
        <p:spPr>
          <a:xfrm>
            <a:off x="13061146" y="9057325"/>
            <a:ext cx="1249377"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35" name="Shape 3935"/>
          <p:cNvSpPr/>
          <p:nvPr/>
        </p:nvSpPr>
        <p:spPr>
          <a:xfrm>
            <a:off x="13061146" y="9771001"/>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36" name="Shape 3936"/>
          <p:cNvSpPr/>
          <p:nvPr/>
        </p:nvSpPr>
        <p:spPr>
          <a:xfrm>
            <a:off x="13061146" y="9749727"/>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3926"/>
                                        </p:tgtEl>
                                        <p:attrNameLst>
                                          <p:attrName>style.visibility</p:attrName>
                                        </p:attrNameLst>
                                      </p:cBhvr>
                                      <p:to>
                                        <p:strVal val="visible"/>
                                      </p:to>
                                    </p:set>
                                    <p:animEffect filter="wipe(up)" transition="in">
                                      <p:cBhvr>
                                        <p:cTn id="7" dur="500"/>
                                        <p:tgtEl>
                                          <p:spTgt spid="3926"/>
                                        </p:tgtEl>
                                      </p:cBhvr>
                                    </p:animEffect>
                                  </p:childTnLst>
                                </p:cTn>
                              </p:par>
                            </p:childTnLst>
                          </p:cTn>
                        </p:par>
                        <p:par>
                          <p:cTn id="8" fill="hold">
                            <p:stCondLst>
                              <p:cond delay="500"/>
                            </p:stCondLst>
                            <p:childTnLst>
                              <p:par>
                                <p:cTn id="9" presetClass="entr" nodeType="afterEffect" presetSubtype="4" presetID="2" grpId="2" fill="hold">
                                  <p:stCondLst>
                                    <p:cond delay="0"/>
                                  </p:stCondLst>
                                  <p:iterate type="el" backwards="0">
                                    <p:tmAbs val="0"/>
                                  </p:iterate>
                                  <p:childTnLst>
                                    <p:set>
                                      <p:cBhvr>
                                        <p:cTn id="10" fill="hold"/>
                                        <p:tgtEl>
                                          <p:spTgt spid="3922"/>
                                        </p:tgtEl>
                                        <p:attrNameLst>
                                          <p:attrName>style.visibility</p:attrName>
                                        </p:attrNameLst>
                                      </p:cBhvr>
                                      <p:to>
                                        <p:strVal val="visible"/>
                                      </p:to>
                                    </p:set>
                                    <p:anim calcmode="lin" valueType="num">
                                      <p:cBhvr>
                                        <p:cTn id="11" dur="500" fill="hold"/>
                                        <p:tgtEl>
                                          <p:spTgt spid="3922"/>
                                        </p:tgtEl>
                                        <p:attrNameLst>
                                          <p:attrName>ppt_x</p:attrName>
                                        </p:attrNameLst>
                                      </p:cBhvr>
                                      <p:tavLst>
                                        <p:tav tm="0">
                                          <p:val>
                                            <p:strVal val="#ppt_x"/>
                                          </p:val>
                                        </p:tav>
                                        <p:tav tm="100000">
                                          <p:val>
                                            <p:strVal val="#ppt_x"/>
                                          </p:val>
                                        </p:tav>
                                      </p:tavLst>
                                    </p:anim>
                                    <p:anim calcmode="lin" valueType="num">
                                      <p:cBhvr>
                                        <p:cTn id="12" dur="500" fill="hold"/>
                                        <p:tgtEl>
                                          <p:spTgt spid="392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Class="entr" nodeType="afterEffect" presetSubtype="1" presetID="22" grpId="3" fill="hold">
                                  <p:stCondLst>
                                    <p:cond delay="0"/>
                                  </p:stCondLst>
                                  <p:iterate type="el" backwards="0">
                                    <p:tmAbs val="0"/>
                                  </p:iterate>
                                  <p:childTnLst>
                                    <p:set>
                                      <p:cBhvr>
                                        <p:cTn id="15" fill="hold"/>
                                        <p:tgtEl>
                                          <p:spTgt spid="3925"/>
                                        </p:tgtEl>
                                        <p:attrNameLst>
                                          <p:attrName>style.visibility</p:attrName>
                                        </p:attrNameLst>
                                      </p:cBhvr>
                                      <p:to>
                                        <p:strVal val="visible"/>
                                      </p:to>
                                    </p:set>
                                    <p:animEffect filter="wipe(up)" transition="in">
                                      <p:cBhvr>
                                        <p:cTn id="16" dur="500"/>
                                        <p:tgtEl>
                                          <p:spTgt spid="3925"/>
                                        </p:tgtEl>
                                      </p:cBhvr>
                                    </p:animEffect>
                                  </p:childTnLst>
                                </p:cTn>
                              </p:par>
                            </p:childTnLst>
                          </p:cTn>
                        </p:par>
                        <p:par>
                          <p:cTn id="17" fill="hold">
                            <p:stCondLst>
                              <p:cond delay="1500"/>
                            </p:stCondLst>
                            <p:childTnLst>
                              <p:par>
                                <p:cTn id="18" presetClass="entr" nodeType="afterEffect" presetSubtype="4" presetID="2" grpId="4" fill="hold">
                                  <p:stCondLst>
                                    <p:cond delay="0"/>
                                  </p:stCondLst>
                                  <p:iterate type="el" backwards="0">
                                    <p:tmAbs val="0"/>
                                  </p:iterate>
                                  <p:childTnLst>
                                    <p:set>
                                      <p:cBhvr>
                                        <p:cTn id="19" fill="hold"/>
                                        <p:tgtEl>
                                          <p:spTgt spid="3923"/>
                                        </p:tgtEl>
                                        <p:attrNameLst>
                                          <p:attrName>style.visibility</p:attrName>
                                        </p:attrNameLst>
                                      </p:cBhvr>
                                      <p:to>
                                        <p:strVal val="visible"/>
                                      </p:to>
                                    </p:set>
                                    <p:anim calcmode="lin" valueType="num">
                                      <p:cBhvr>
                                        <p:cTn id="20" dur="500" fill="hold"/>
                                        <p:tgtEl>
                                          <p:spTgt spid="3923"/>
                                        </p:tgtEl>
                                        <p:attrNameLst>
                                          <p:attrName>ppt_x</p:attrName>
                                        </p:attrNameLst>
                                      </p:cBhvr>
                                      <p:tavLst>
                                        <p:tav tm="0">
                                          <p:val>
                                            <p:strVal val="#ppt_x"/>
                                          </p:val>
                                        </p:tav>
                                        <p:tav tm="100000">
                                          <p:val>
                                            <p:strVal val="#ppt_x"/>
                                          </p:val>
                                        </p:tav>
                                      </p:tavLst>
                                    </p:anim>
                                    <p:anim calcmode="lin" valueType="num">
                                      <p:cBhvr>
                                        <p:cTn id="21" dur="500" fill="hold"/>
                                        <p:tgtEl>
                                          <p:spTgt spid="3923"/>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Class="entr" nodeType="afterEffect" presetSubtype="1" presetID="22" grpId="5" fill="hold">
                                  <p:stCondLst>
                                    <p:cond delay="0"/>
                                  </p:stCondLst>
                                  <p:iterate type="el" backwards="0">
                                    <p:tmAbs val="0"/>
                                  </p:iterate>
                                  <p:childTnLst>
                                    <p:set>
                                      <p:cBhvr>
                                        <p:cTn id="24" fill="hold"/>
                                        <p:tgtEl>
                                          <p:spTgt spid="3924"/>
                                        </p:tgtEl>
                                        <p:attrNameLst>
                                          <p:attrName>style.visibility</p:attrName>
                                        </p:attrNameLst>
                                      </p:cBhvr>
                                      <p:to>
                                        <p:strVal val="visible"/>
                                      </p:to>
                                    </p:set>
                                    <p:animEffect filter="wipe(up)" transition="in">
                                      <p:cBhvr>
                                        <p:cTn id="25" dur="500"/>
                                        <p:tgtEl>
                                          <p:spTgt spid="3924"/>
                                        </p:tgtEl>
                                      </p:cBhvr>
                                    </p:animEffect>
                                  </p:childTnLst>
                                </p:cTn>
                              </p:par>
                            </p:childTnLst>
                          </p:cTn>
                        </p:par>
                        <p:par>
                          <p:cTn id="26" fill="hold">
                            <p:stCondLst>
                              <p:cond delay="2500"/>
                            </p:stCondLst>
                            <p:childTnLst>
                              <p:par>
                                <p:cTn id="27" presetClass="entr" nodeType="afterEffect" presetID="9" grpId="6" fill="hold">
                                  <p:stCondLst>
                                    <p:cond delay="0"/>
                                  </p:stCondLst>
                                  <p:iterate type="el" backwards="0">
                                    <p:tmAbs val="0"/>
                                  </p:iterate>
                                  <p:childTnLst>
                                    <p:set>
                                      <p:cBhvr>
                                        <p:cTn id="28" fill="hold"/>
                                        <p:tgtEl>
                                          <p:spTgt spid="3931"/>
                                        </p:tgtEl>
                                        <p:attrNameLst>
                                          <p:attrName>style.visibility</p:attrName>
                                        </p:attrNameLst>
                                      </p:cBhvr>
                                      <p:to>
                                        <p:strVal val="visible"/>
                                      </p:to>
                                    </p:set>
                                    <p:animEffect filter="dissolve" transition="in">
                                      <p:cBhvr>
                                        <p:cTn id="29" dur="500"/>
                                        <p:tgtEl>
                                          <p:spTgt spid="3931"/>
                                        </p:tgtEl>
                                      </p:cBhvr>
                                    </p:animEffect>
                                  </p:childTnLst>
                                </p:cTn>
                              </p:par>
                            </p:childTnLst>
                          </p:cTn>
                        </p:par>
                        <p:par>
                          <p:cTn id="30" fill="hold">
                            <p:stCondLst>
                              <p:cond delay="3000"/>
                            </p:stCondLst>
                            <p:childTnLst>
                              <p:par>
                                <p:cTn id="31" presetClass="entr" nodeType="afterEffect" presetID="9" grpId="7" fill="hold">
                                  <p:stCondLst>
                                    <p:cond delay="0"/>
                                  </p:stCondLst>
                                  <p:iterate type="el" backwards="0">
                                    <p:tmAbs val="0"/>
                                  </p:iterate>
                                  <p:childTnLst>
                                    <p:set>
                                      <p:cBhvr>
                                        <p:cTn id="32" fill="hold"/>
                                        <p:tgtEl>
                                          <p:spTgt spid="3932"/>
                                        </p:tgtEl>
                                        <p:attrNameLst>
                                          <p:attrName>style.visibility</p:attrName>
                                        </p:attrNameLst>
                                      </p:cBhvr>
                                      <p:to>
                                        <p:strVal val="visible"/>
                                      </p:to>
                                    </p:set>
                                    <p:animEffect filter="dissolve" transition="in">
                                      <p:cBhvr>
                                        <p:cTn id="33" dur="500"/>
                                        <p:tgtEl>
                                          <p:spTgt spid="3932"/>
                                        </p:tgtEl>
                                      </p:cBhvr>
                                    </p:animEffect>
                                  </p:childTnLst>
                                </p:cTn>
                              </p:par>
                            </p:childTnLst>
                          </p:cTn>
                        </p:par>
                        <p:par>
                          <p:cTn id="34" fill="hold">
                            <p:stCondLst>
                              <p:cond delay="3500"/>
                            </p:stCondLst>
                            <p:childTnLst>
                              <p:par>
                                <p:cTn id="35" presetClass="entr" nodeType="afterEffect" presetSubtype="8" presetID="22" grpId="8" fill="hold">
                                  <p:stCondLst>
                                    <p:cond delay="0"/>
                                  </p:stCondLst>
                                  <p:iterate type="el" backwards="0">
                                    <p:tmAbs val="0"/>
                                  </p:iterate>
                                  <p:childTnLst>
                                    <p:set>
                                      <p:cBhvr>
                                        <p:cTn id="36" fill="hold"/>
                                        <p:tgtEl>
                                          <p:spTgt spid="3933"/>
                                        </p:tgtEl>
                                        <p:attrNameLst>
                                          <p:attrName>style.visibility</p:attrName>
                                        </p:attrNameLst>
                                      </p:cBhvr>
                                      <p:to>
                                        <p:strVal val="visible"/>
                                      </p:to>
                                    </p:set>
                                    <p:animEffect filter="wipe(left)" transition="in">
                                      <p:cBhvr>
                                        <p:cTn id="37" dur="500"/>
                                        <p:tgtEl>
                                          <p:spTgt spid="3933"/>
                                        </p:tgtEl>
                                      </p:cBhvr>
                                    </p:animEffect>
                                  </p:childTnLst>
                                </p:cTn>
                              </p:par>
                            </p:childTnLst>
                          </p:cTn>
                        </p:par>
                        <p:par>
                          <p:cTn id="38" fill="hold">
                            <p:stCondLst>
                              <p:cond delay="4000"/>
                            </p:stCondLst>
                            <p:childTnLst>
                              <p:par>
                                <p:cTn id="39" presetClass="entr" nodeType="afterEffect" presetID="9" grpId="9" fill="hold">
                                  <p:stCondLst>
                                    <p:cond delay="0"/>
                                  </p:stCondLst>
                                  <p:iterate type="el" backwards="0">
                                    <p:tmAbs val="0"/>
                                  </p:iterate>
                                  <p:childTnLst>
                                    <p:set>
                                      <p:cBhvr>
                                        <p:cTn id="40" fill="hold"/>
                                        <p:tgtEl>
                                          <p:spTgt spid="3934"/>
                                        </p:tgtEl>
                                        <p:attrNameLst>
                                          <p:attrName>style.visibility</p:attrName>
                                        </p:attrNameLst>
                                      </p:cBhvr>
                                      <p:to>
                                        <p:strVal val="visible"/>
                                      </p:to>
                                    </p:set>
                                    <p:animEffect filter="dissolve" transition="in">
                                      <p:cBhvr>
                                        <p:cTn id="41" dur="500"/>
                                        <p:tgtEl>
                                          <p:spTgt spid="3934"/>
                                        </p:tgtEl>
                                      </p:cBhvr>
                                    </p:animEffect>
                                  </p:childTnLst>
                                </p:cTn>
                              </p:par>
                            </p:childTnLst>
                          </p:cTn>
                        </p:par>
                        <p:par>
                          <p:cTn id="42" fill="hold">
                            <p:stCondLst>
                              <p:cond delay="4500"/>
                            </p:stCondLst>
                            <p:childTnLst>
                              <p:par>
                                <p:cTn id="43" presetClass="entr" nodeType="afterEffect" presetID="9" grpId="10" fill="hold">
                                  <p:stCondLst>
                                    <p:cond delay="0"/>
                                  </p:stCondLst>
                                  <p:iterate type="el" backwards="0">
                                    <p:tmAbs val="0"/>
                                  </p:iterate>
                                  <p:childTnLst>
                                    <p:set>
                                      <p:cBhvr>
                                        <p:cTn id="44" fill="hold"/>
                                        <p:tgtEl>
                                          <p:spTgt spid="3935"/>
                                        </p:tgtEl>
                                        <p:attrNameLst>
                                          <p:attrName>style.visibility</p:attrName>
                                        </p:attrNameLst>
                                      </p:cBhvr>
                                      <p:to>
                                        <p:strVal val="visible"/>
                                      </p:to>
                                    </p:set>
                                    <p:animEffect filter="dissolve" transition="in">
                                      <p:cBhvr>
                                        <p:cTn id="45" dur="500"/>
                                        <p:tgtEl>
                                          <p:spTgt spid="3935"/>
                                        </p:tgtEl>
                                      </p:cBhvr>
                                    </p:animEffect>
                                  </p:childTnLst>
                                </p:cTn>
                              </p:par>
                            </p:childTnLst>
                          </p:cTn>
                        </p:par>
                        <p:par>
                          <p:cTn id="46" fill="hold">
                            <p:stCondLst>
                              <p:cond delay="5000"/>
                            </p:stCondLst>
                            <p:childTnLst>
                              <p:par>
                                <p:cTn id="47" presetClass="entr" nodeType="afterEffect" presetSubtype="8" presetID="22" grpId="11" fill="hold">
                                  <p:stCondLst>
                                    <p:cond delay="0"/>
                                  </p:stCondLst>
                                  <p:iterate type="el" backwards="0">
                                    <p:tmAbs val="0"/>
                                  </p:iterate>
                                  <p:childTnLst>
                                    <p:set>
                                      <p:cBhvr>
                                        <p:cTn id="48" fill="hold"/>
                                        <p:tgtEl>
                                          <p:spTgt spid="3936"/>
                                        </p:tgtEl>
                                        <p:attrNameLst>
                                          <p:attrName>style.visibility</p:attrName>
                                        </p:attrNameLst>
                                      </p:cBhvr>
                                      <p:to>
                                        <p:strVal val="visible"/>
                                      </p:to>
                                    </p:set>
                                    <p:animEffect filter="wipe(left)" transition="in">
                                      <p:cBhvr>
                                        <p:cTn id="49" dur="500"/>
                                        <p:tgtEl>
                                          <p:spTgt spid="39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24" grpId="5"/>
      <p:bldP build="whole" bldLvl="1" animBg="1" rev="0" advAuto="0" spid="3931" grpId="6"/>
      <p:bldP build="whole" bldLvl="1" animBg="1" rev="0" advAuto="0" spid="3923" grpId="4"/>
      <p:bldP build="whole" bldLvl="1" animBg="1" rev="0" advAuto="0" spid="3933" grpId="8"/>
      <p:bldP build="whole" bldLvl="1" animBg="1" rev="0" advAuto="0" spid="3934" grpId="9"/>
      <p:bldP build="whole" bldLvl="1" animBg="1" rev="0" advAuto="0" spid="3935" grpId="10"/>
      <p:bldP build="whole" bldLvl="1" animBg="1" rev="0" advAuto="0" spid="3936" grpId="11"/>
      <p:bldP build="whole" bldLvl="1" animBg="1" rev="0" advAuto="0" spid="3932" grpId="7"/>
      <p:bldP build="whole" bldLvl="1" animBg="1" rev="0" advAuto="0" spid="3926" grpId="1"/>
      <p:bldP build="whole" bldLvl="1" animBg="1" rev="0" advAuto="0" spid="3922" grpId="2"/>
      <p:bldP build="whole" bldLvl="1" animBg="1" rev="0" advAuto="0" spid="3925" grpId="3"/>
    </p:bldLst>
  </p:timing>
</p:sld>
</file>

<file path=ppt/slides/slide11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38" name="Shape 3938"/>
          <p:cNvSpPr/>
          <p:nvPr/>
        </p:nvSpPr>
        <p:spPr>
          <a:xfrm>
            <a:off x="12194216" y="6787330"/>
            <a:ext cx="1" cy="2757379"/>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39" name="Shape 3939"/>
          <p:cNvSpPr/>
          <p:nvPr/>
        </p:nvSpPr>
        <p:spPr>
          <a:xfrm>
            <a:off x="12194215" y="3361130"/>
            <a:ext cx="7169" cy="2794973"/>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40" name="Shape 3940"/>
          <p:cNvSpPr/>
          <p:nvPr/>
        </p:nvSpPr>
        <p:spPr>
          <a:xfrm flipH="1">
            <a:off x="12194216" y="0"/>
            <a:ext cx="7167" cy="2718485"/>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41" name="Shape 3941"/>
          <p:cNvSpPr/>
          <p:nvPr/>
        </p:nvSpPr>
        <p:spPr>
          <a:xfrm>
            <a:off x="12022356" y="2900063"/>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42" name="Shape 3942"/>
          <p:cNvSpPr/>
          <p:nvPr/>
        </p:nvSpPr>
        <p:spPr>
          <a:xfrm>
            <a:off x="11839368" y="2718484"/>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43" name="Shape 3943"/>
          <p:cNvSpPr/>
          <p:nvPr/>
        </p:nvSpPr>
        <p:spPr>
          <a:xfrm>
            <a:off x="12022356" y="6262997"/>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44" name="Shape 3944"/>
          <p:cNvSpPr/>
          <p:nvPr/>
        </p:nvSpPr>
        <p:spPr>
          <a:xfrm>
            <a:off x="11839368" y="6081417"/>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45" name="Shape 3945"/>
          <p:cNvSpPr/>
          <p:nvPr/>
        </p:nvSpPr>
        <p:spPr>
          <a:xfrm>
            <a:off x="12022356" y="9663021"/>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46" name="Shape 3946"/>
          <p:cNvSpPr/>
          <p:nvPr/>
        </p:nvSpPr>
        <p:spPr>
          <a:xfrm>
            <a:off x="11839368" y="9481442"/>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47" name="Shape 3947"/>
          <p:cNvSpPr/>
          <p:nvPr/>
        </p:nvSpPr>
        <p:spPr>
          <a:xfrm>
            <a:off x="12194216" y="10187353"/>
            <a:ext cx="1" cy="3528644"/>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48" name="Shape 3948"/>
          <p:cNvSpPr/>
          <p:nvPr/>
        </p:nvSpPr>
        <p:spPr>
          <a:xfrm>
            <a:off x="14060927" y="1581419"/>
            <a:ext cx="2637289" cy="2637290"/>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49" name="Shape 3949"/>
          <p:cNvSpPr/>
          <p:nvPr/>
        </p:nvSpPr>
        <p:spPr>
          <a:xfrm>
            <a:off x="7466396" y="4944353"/>
            <a:ext cx="2637289" cy="2637290"/>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50" name="Shape 3950"/>
          <p:cNvSpPr/>
          <p:nvPr/>
        </p:nvSpPr>
        <p:spPr>
          <a:xfrm>
            <a:off x="14060926" y="8515053"/>
            <a:ext cx="2637289" cy="2637290"/>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51" name="Shape 3951"/>
          <p:cNvSpPr/>
          <p:nvPr/>
        </p:nvSpPr>
        <p:spPr>
          <a:xfrm>
            <a:off x="17439845" y="2229536"/>
            <a:ext cx="1249376" cy="652780"/>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52" name="Shape 3952"/>
          <p:cNvSpPr/>
          <p:nvPr/>
        </p:nvSpPr>
        <p:spPr>
          <a:xfrm>
            <a:off x="17439845" y="2943212"/>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53" name="Shape 3953"/>
          <p:cNvSpPr/>
          <p:nvPr/>
        </p:nvSpPr>
        <p:spPr>
          <a:xfrm>
            <a:off x="17439845" y="2921938"/>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3954" name="Shape 3954"/>
          <p:cNvSpPr/>
          <p:nvPr/>
        </p:nvSpPr>
        <p:spPr>
          <a:xfrm>
            <a:off x="17439845" y="9163870"/>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55" name="Shape 3955"/>
          <p:cNvSpPr/>
          <p:nvPr/>
        </p:nvSpPr>
        <p:spPr>
          <a:xfrm>
            <a:off x="17439845" y="9877545"/>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56" name="Shape 3956"/>
          <p:cNvSpPr/>
          <p:nvPr/>
        </p:nvSpPr>
        <p:spPr>
          <a:xfrm>
            <a:off x="17439845" y="9856272"/>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3957" name="Shape 3957"/>
          <p:cNvSpPr/>
          <p:nvPr/>
        </p:nvSpPr>
        <p:spPr>
          <a:xfrm>
            <a:off x="5679233" y="5672747"/>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58" name="Shape 3958"/>
          <p:cNvSpPr/>
          <p:nvPr/>
        </p:nvSpPr>
        <p:spPr>
          <a:xfrm>
            <a:off x="1388708" y="6224662"/>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59" name="Shape 3959"/>
          <p:cNvSpPr/>
          <p:nvPr/>
        </p:nvSpPr>
        <p:spPr>
          <a:xfrm>
            <a:off x="3832609" y="6284668"/>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3940"/>
                                        </p:tgtEl>
                                        <p:attrNameLst>
                                          <p:attrName>style.visibility</p:attrName>
                                        </p:attrNameLst>
                                      </p:cBhvr>
                                      <p:to>
                                        <p:strVal val="visible"/>
                                      </p:to>
                                    </p:set>
                                    <p:animEffect filter="wipe(up)" transition="in">
                                      <p:cBhvr>
                                        <p:cTn id="7" dur="500"/>
                                        <p:tgtEl>
                                          <p:spTgt spid="3940"/>
                                        </p:tgtEl>
                                      </p:cBhvr>
                                    </p:animEffect>
                                  </p:childTnLst>
                                </p:cTn>
                              </p:par>
                            </p:childTnLst>
                          </p:cTn>
                        </p:par>
                        <p:par>
                          <p:cTn id="8" fill="hold">
                            <p:stCondLst>
                              <p:cond delay="500"/>
                            </p:stCondLst>
                            <p:childTnLst>
                              <p:par>
                                <p:cTn id="9" presetClass="entr" nodeType="afterEffect" presetSubtype="4" presetID="2" grpId="2" fill="hold">
                                  <p:stCondLst>
                                    <p:cond delay="0"/>
                                  </p:stCondLst>
                                  <p:iterate type="el" backwards="0">
                                    <p:tmAbs val="0"/>
                                  </p:iterate>
                                  <p:childTnLst>
                                    <p:set>
                                      <p:cBhvr>
                                        <p:cTn id="10" fill="hold"/>
                                        <p:tgtEl>
                                          <p:spTgt spid="3948"/>
                                        </p:tgtEl>
                                        <p:attrNameLst>
                                          <p:attrName>style.visibility</p:attrName>
                                        </p:attrNameLst>
                                      </p:cBhvr>
                                      <p:to>
                                        <p:strVal val="visible"/>
                                      </p:to>
                                    </p:set>
                                    <p:anim calcmode="lin" valueType="num">
                                      <p:cBhvr>
                                        <p:cTn id="11" dur="500" fill="hold"/>
                                        <p:tgtEl>
                                          <p:spTgt spid="3948"/>
                                        </p:tgtEl>
                                        <p:attrNameLst>
                                          <p:attrName>ppt_x</p:attrName>
                                        </p:attrNameLst>
                                      </p:cBhvr>
                                      <p:tavLst>
                                        <p:tav tm="0">
                                          <p:val>
                                            <p:strVal val="#ppt_x"/>
                                          </p:val>
                                        </p:tav>
                                        <p:tav tm="100000">
                                          <p:val>
                                            <p:strVal val="#ppt_x"/>
                                          </p:val>
                                        </p:tav>
                                      </p:tavLst>
                                    </p:anim>
                                    <p:anim calcmode="lin" valueType="num">
                                      <p:cBhvr>
                                        <p:cTn id="12" dur="500" fill="hold"/>
                                        <p:tgtEl>
                                          <p:spTgt spid="3948"/>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Class="entr" nodeType="afterEffect" presetSubtype="1" presetID="22" grpId="3" fill="hold">
                                  <p:stCondLst>
                                    <p:cond delay="0"/>
                                  </p:stCondLst>
                                  <p:iterate type="el" backwards="0">
                                    <p:tmAbs val="0"/>
                                  </p:iterate>
                                  <p:childTnLst>
                                    <p:set>
                                      <p:cBhvr>
                                        <p:cTn id="15" fill="hold"/>
                                        <p:tgtEl>
                                          <p:spTgt spid="3939"/>
                                        </p:tgtEl>
                                        <p:attrNameLst>
                                          <p:attrName>style.visibility</p:attrName>
                                        </p:attrNameLst>
                                      </p:cBhvr>
                                      <p:to>
                                        <p:strVal val="visible"/>
                                      </p:to>
                                    </p:set>
                                    <p:animEffect filter="wipe(up)" transition="in">
                                      <p:cBhvr>
                                        <p:cTn id="16" dur="500"/>
                                        <p:tgtEl>
                                          <p:spTgt spid="3939"/>
                                        </p:tgtEl>
                                      </p:cBhvr>
                                    </p:animEffect>
                                  </p:childTnLst>
                                </p:cTn>
                              </p:par>
                            </p:childTnLst>
                          </p:cTn>
                        </p:par>
                        <p:par>
                          <p:cTn id="17" fill="hold">
                            <p:stCondLst>
                              <p:cond delay="1500"/>
                            </p:stCondLst>
                            <p:childTnLst>
                              <p:par>
                                <p:cTn id="18" presetClass="entr" nodeType="afterEffect" presetSubtype="4" presetID="2" grpId="4" fill="hold">
                                  <p:stCondLst>
                                    <p:cond delay="0"/>
                                  </p:stCondLst>
                                  <p:iterate type="el" backwards="0">
                                    <p:tmAbs val="0"/>
                                  </p:iterate>
                                  <p:childTnLst>
                                    <p:set>
                                      <p:cBhvr>
                                        <p:cTn id="19" fill="hold"/>
                                        <p:tgtEl>
                                          <p:spTgt spid="3949"/>
                                        </p:tgtEl>
                                        <p:attrNameLst>
                                          <p:attrName>style.visibility</p:attrName>
                                        </p:attrNameLst>
                                      </p:cBhvr>
                                      <p:to>
                                        <p:strVal val="visible"/>
                                      </p:to>
                                    </p:set>
                                    <p:anim calcmode="lin" valueType="num">
                                      <p:cBhvr>
                                        <p:cTn id="20" dur="500" fill="hold"/>
                                        <p:tgtEl>
                                          <p:spTgt spid="3949"/>
                                        </p:tgtEl>
                                        <p:attrNameLst>
                                          <p:attrName>ppt_x</p:attrName>
                                        </p:attrNameLst>
                                      </p:cBhvr>
                                      <p:tavLst>
                                        <p:tav tm="0">
                                          <p:val>
                                            <p:strVal val="#ppt_x"/>
                                          </p:val>
                                        </p:tav>
                                        <p:tav tm="100000">
                                          <p:val>
                                            <p:strVal val="#ppt_x"/>
                                          </p:val>
                                        </p:tav>
                                      </p:tavLst>
                                    </p:anim>
                                    <p:anim calcmode="lin" valueType="num">
                                      <p:cBhvr>
                                        <p:cTn id="21" dur="500" fill="hold"/>
                                        <p:tgtEl>
                                          <p:spTgt spid="3949"/>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Class="entr" nodeType="afterEffect" presetSubtype="1" presetID="22" grpId="5" fill="hold">
                                  <p:stCondLst>
                                    <p:cond delay="0"/>
                                  </p:stCondLst>
                                  <p:iterate type="el" backwards="0">
                                    <p:tmAbs val="0"/>
                                  </p:iterate>
                                  <p:childTnLst>
                                    <p:set>
                                      <p:cBhvr>
                                        <p:cTn id="24" fill="hold"/>
                                        <p:tgtEl>
                                          <p:spTgt spid="3938"/>
                                        </p:tgtEl>
                                        <p:attrNameLst>
                                          <p:attrName>style.visibility</p:attrName>
                                        </p:attrNameLst>
                                      </p:cBhvr>
                                      <p:to>
                                        <p:strVal val="visible"/>
                                      </p:to>
                                    </p:set>
                                    <p:animEffect filter="wipe(up)" transition="in">
                                      <p:cBhvr>
                                        <p:cTn id="25" dur="500"/>
                                        <p:tgtEl>
                                          <p:spTgt spid="3938"/>
                                        </p:tgtEl>
                                      </p:cBhvr>
                                    </p:animEffect>
                                  </p:childTnLst>
                                </p:cTn>
                              </p:par>
                            </p:childTnLst>
                          </p:cTn>
                        </p:par>
                        <p:par>
                          <p:cTn id="26" fill="hold">
                            <p:stCondLst>
                              <p:cond delay="2500"/>
                            </p:stCondLst>
                            <p:childTnLst>
                              <p:par>
                                <p:cTn id="27" presetClass="entr" nodeType="afterEffect" presetSubtype="4" presetID="2" grpId="6" fill="hold">
                                  <p:stCondLst>
                                    <p:cond delay="0"/>
                                  </p:stCondLst>
                                  <p:iterate type="el" backwards="0">
                                    <p:tmAbs val="0"/>
                                  </p:iterate>
                                  <p:childTnLst>
                                    <p:set>
                                      <p:cBhvr>
                                        <p:cTn id="28" fill="hold"/>
                                        <p:tgtEl>
                                          <p:spTgt spid="3950"/>
                                        </p:tgtEl>
                                        <p:attrNameLst>
                                          <p:attrName>style.visibility</p:attrName>
                                        </p:attrNameLst>
                                      </p:cBhvr>
                                      <p:to>
                                        <p:strVal val="visible"/>
                                      </p:to>
                                    </p:set>
                                    <p:anim calcmode="lin" valueType="num">
                                      <p:cBhvr>
                                        <p:cTn id="29" dur="500" fill="hold"/>
                                        <p:tgtEl>
                                          <p:spTgt spid="3950"/>
                                        </p:tgtEl>
                                        <p:attrNameLst>
                                          <p:attrName>ppt_x</p:attrName>
                                        </p:attrNameLst>
                                      </p:cBhvr>
                                      <p:tavLst>
                                        <p:tav tm="0">
                                          <p:val>
                                            <p:strVal val="#ppt_x"/>
                                          </p:val>
                                        </p:tav>
                                        <p:tav tm="100000">
                                          <p:val>
                                            <p:strVal val="#ppt_x"/>
                                          </p:val>
                                        </p:tav>
                                      </p:tavLst>
                                    </p:anim>
                                    <p:anim calcmode="lin" valueType="num">
                                      <p:cBhvr>
                                        <p:cTn id="30" dur="500" fill="hold"/>
                                        <p:tgtEl>
                                          <p:spTgt spid="3950"/>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Class="entr" nodeType="afterEffect" presetSubtype="1" presetID="22" grpId="7" fill="hold">
                                  <p:stCondLst>
                                    <p:cond delay="0"/>
                                  </p:stCondLst>
                                  <p:iterate type="el" backwards="0">
                                    <p:tmAbs val="0"/>
                                  </p:iterate>
                                  <p:childTnLst>
                                    <p:set>
                                      <p:cBhvr>
                                        <p:cTn id="33" fill="hold"/>
                                        <p:tgtEl>
                                          <p:spTgt spid="3947"/>
                                        </p:tgtEl>
                                        <p:attrNameLst>
                                          <p:attrName>style.visibility</p:attrName>
                                        </p:attrNameLst>
                                      </p:cBhvr>
                                      <p:to>
                                        <p:strVal val="visible"/>
                                      </p:to>
                                    </p:set>
                                    <p:animEffect filter="wipe(up)" transition="in">
                                      <p:cBhvr>
                                        <p:cTn id="34" dur="500"/>
                                        <p:tgtEl>
                                          <p:spTgt spid="3947"/>
                                        </p:tgtEl>
                                      </p:cBhvr>
                                    </p:animEffect>
                                  </p:childTnLst>
                                </p:cTn>
                              </p:par>
                            </p:childTnLst>
                          </p:cTn>
                        </p:par>
                        <p:par>
                          <p:cTn id="35" fill="hold">
                            <p:stCondLst>
                              <p:cond delay="3500"/>
                            </p:stCondLst>
                            <p:childTnLst>
                              <p:par>
                                <p:cTn id="36" presetClass="entr" nodeType="afterEffect" presetID="9" grpId="8" fill="hold">
                                  <p:stCondLst>
                                    <p:cond delay="0"/>
                                  </p:stCondLst>
                                  <p:iterate type="el" backwards="0">
                                    <p:tmAbs val="0"/>
                                  </p:iterate>
                                  <p:childTnLst>
                                    <p:set>
                                      <p:cBhvr>
                                        <p:cTn id="37" fill="hold"/>
                                        <p:tgtEl>
                                          <p:spTgt spid="3951"/>
                                        </p:tgtEl>
                                        <p:attrNameLst>
                                          <p:attrName>style.visibility</p:attrName>
                                        </p:attrNameLst>
                                      </p:cBhvr>
                                      <p:to>
                                        <p:strVal val="visible"/>
                                      </p:to>
                                    </p:set>
                                    <p:animEffect filter="dissolve" transition="in">
                                      <p:cBhvr>
                                        <p:cTn id="38" dur="500"/>
                                        <p:tgtEl>
                                          <p:spTgt spid="3951"/>
                                        </p:tgtEl>
                                      </p:cBhvr>
                                    </p:animEffect>
                                  </p:childTnLst>
                                </p:cTn>
                              </p:par>
                            </p:childTnLst>
                          </p:cTn>
                        </p:par>
                        <p:par>
                          <p:cTn id="39" fill="hold">
                            <p:stCondLst>
                              <p:cond delay="4000"/>
                            </p:stCondLst>
                            <p:childTnLst>
                              <p:par>
                                <p:cTn id="40" presetClass="entr" nodeType="afterEffect" presetID="9" grpId="9" fill="hold">
                                  <p:stCondLst>
                                    <p:cond delay="0"/>
                                  </p:stCondLst>
                                  <p:iterate type="el" backwards="0">
                                    <p:tmAbs val="0"/>
                                  </p:iterate>
                                  <p:childTnLst>
                                    <p:set>
                                      <p:cBhvr>
                                        <p:cTn id="41" fill="hold"/>
                                        <p:tgtEl>
                                          <p:spTgt spid="3952"/>
                                        </p:tgtEl>
                                        <p:attrNameLst>
                                          <p:attrName>style.visibility</p:attrName>
                                        </p:attrNameLst>
                                      </p:cBhvr>
                                      <p:to>
                                        <p:strVal val="visible"/>
                                      </p:to>
                                    </p:set>
                                    <p:animEffect filter="dissolve" transition="in">
                                      <p:cBhvr>
                                        <p:cTn id="42" dur="500"/>
                                        <p:tgtEl>
                                          <p:spTgt spid="3952"/>
                                        </p:tgtEl>
                                      </p:cBhvr>
                                    </p:animEffect>
                                  </p:childTnLst>
                                </p:cTn>
                              </p:par>
                            </p:childTnLst>
                          </p:cTn>
                        </p:par>
                        <p:par>
                          <p:cTn id="43" fill="hold">
                            <p:stCondLst>
                              <p:cond delay="4500"/>
                            </p:stCondLst>
                            <p:childTnLst>
                              <p:par>
                                <p:cTn id="44" presetClass="entr" nodeType="afterEffect" presetSubtype="8" presetID="22" grpId="10" fill="hold">
                                  <p:stCondLst>
                                    <p:cond delay="0"/>
                                  </p:stCondLst>
                                  <p:iterate type="el" backwards="0">
                                    <p:tmAbs val="0"/>
                                  </p:iterate>
                                  <p:childTnLst>
                                    <p:set>
                                      <p:cBhvr>
                                        <p:cTn id="45" fill="hold"/>
                                        <p:tgtEl>
                                          <p:spTgt spid="3953"/>
                                        </p:tgtEl>
                                        <p:attrNameLst>
                                          <p:attrName>style.visibility</p:attrName>
                                        </p:attrNameLst>
                                      </p:cBhvr>
                                      <p:to>
                                        <p:strVal val="visible"/>
                                      </p:to>
                                    </p:set>
                                    <p:animEffect filter="wipe(left)" transition="in">
                                      <p:cBhvr>
                                        <p:cTn id="46" dur="500"/>
                                        <p:tgtEl>
                                          <p:spTgt spid="3953"/>
                                        </p:tgtEl>
                                      </p:cBhvr>
                                    </p:animEffect>
                                  </p:childTnLst>
                                </p:cTn>
                              </p:par>
                            </p:childTnLst>
                          </p:cTn>
                        </p:par>
                        <p:par>
                          <p:cTn id="47" fill="hold">
                            <p:stCondLst>
                              <p:cond delay="5000"/>
                            </p:stCondLst>
                            <p:childTnLst>
                              <p:par>
                                <p:cTn id="48" presetClass="entr" nodeType="afterEffect" presetID="9" grpId="11" fill="hold">
                                  <p:stCondLst>
                                    <p:cond delay="0"/>
                                  </p:stCondLst>
                                  <p:iterate type="el" backwards="0">
                                    <p:tmAbs val="0"/>
                                  </p:iterate>
                                  <p:childTnLst>
                                    <p:set>
                                      <p:cBhvr>
                                        <p:cTn id="49" fill="hold"/>
                                        <p:tgtEl>
                                          <p:spTgt spid="3954"/>
                                        </p:tgtEl>
                                        <p:attrNameLst>
                                          <p:attrName>style.visibility</p:attrName>
                                        </p:attrNameLst>
                                      </p:cBhvr>
                                      <p:to>
                                        <p:strVal val="visible"/>
                                      </p:to>
                                    </p:set>
                                    <p:animEffect filter="dissolve" transition="in">
                                      <p:cBhvr>
                                        <p:cTn id="50" dur="500"/>
                                        <p:tgtEl>
                                          <p:spTgt spid="3954"/>
                                        </p:tgtEl>
                                      </p:cBhvr>
                                    </p:animEffect>
                                  </p:childTnLst>
                                </p:cTn>
                              </p:par>
                            </p:childTnLst>
                          </p:cTn>
                        </p:par>
                        <p:par>
                          <p:cTn id="51" fill="hold">
                            <p:stCondLst>
                              <p:cond delay="5500"/>
                            </p:stCondLst>
                            <p:childTnLst>
                              <p:par>
                                <p:cTn id="52" presetClass="entr" nodeType="afterEffect" presetID="9" grpId="12" fill="hold">
                                  <p:stCondLst>
                                    <p:cond delay="0"/>
                                  </p:stCondLst>
                                  <p:iterate type="el" backwards="0">
                                    <p:tmAbs val="0"/>
                                  </p:iterate>
                                  <p:childTnLst>
                                    <p:set>
                                      <p:cBhvr>
                                        <p:cTn id="53" fill="hold"/>
                                        <p:tgtEl>
                                          <p:spTgt spid="3955"/>
                                        </p:tgtEl>
                                        <p:attrNameLst>
                                          <p:attrName>style.visibility</p:attrName>
                                        </p:attrNameLst>
                                      </p:cBhvr>
                                      <p:to>
                                        <p:strVal val="visible"/>
                                      </p:to>
                                    </p:set>
                                    <p:animEffect filter="dissolve" transition="in">
                                      <p:cBhvr>
                                        <p:cTn id="54" dur="500"/>
                                        <p:tgtEl>
                                          <p:spTgt spid="3955"/>
                                        </p:tgtEl>
                                      </p:cBhvr>
                                    </p:animEffect>
                                  </p:childTnLst>
                                </p:cTn>
                              </p:par>
                            </p:childTnLst>
                          </p:cTn>
                        </p:par>
                        <p:par>
                          <p:cTn id="55" fill="hold">
                            <p:stCondLst>
                              <p:cond delay="6000"/>
                            </p:stCondLst>
                            <p:childTnLst>
                              <p:par>
                                <p:cTn id="56" presetClass="entr" nodeType="afterEffect" presetSubtype="8" presetID="22" grpId="13" fill="hold">
                                  <p:stCondLst>
                                    <p:cond delay="0"/>
                                  </p:stCondLst>
                                  <p:iterate type="el" backwards="0">
                                    <p:tmAbs val="0"/>
                                  </p:iterate>
                                  <p:childTnLst>
                                    <p:set>
                                      <p:cBhvr>
                                        <p:cTn id="57" fill="hold"/>
                                        <p:tgtEl>
                                          <p:spTgt spid="3956"/>
                                        </p:tgtEl>
                                        <p:attrNameLst>
                                          <p:attrName>style.visibility</p:attrName>
                                        </p:attrNameLst>
                                      </p:cBhvr>
                                      <p:to>
                                        <p:strVal val="visible"/>
                                      </p:to>
                                    </p:set>
                                    <p:animEffect filter="wipe(left)" transition="in">
                                      <p:cBhvr>
                                        <p:cTn id="58" dur="500"/>
                                        <p:tgtEl>
                                          <p:spTgt spid="3956"/>
                                        </p:tgtEl>
                                      </p:cBhvr>
                                    </p:animEffect>
                                  </p:childTnLst>
                                </p:cTn>
                              </p:par>
                            </p:childTnLst>
                          </p:cTn>
                        </p:par>
                        <p:par>
                          <p:cTn id="59" fill="hold">
                            <p:stCondLst>
                              <p:cond delay="6500"/>
                            </p:stCondLst>
                            <p:childTnLst>
                              <p:par>
                                <p:cTn id="60" presetClass="entr" nodeType="afterEffect" presetID="9" grpId="14" fill="hold">
                                  <p:stCondLst>
                                    <p:cond delay="0"/>
                                  </p:stCondLst>
                                  <p:iterate type="el" backwards="0">
                                    <p:tmAbs val="0"/>
                                  </p:iterate>
                                  <p:childTnLst>
                                    <p:set>
                                      <p:cBhvr>
                                        <p:cTn id="61" fill="hold"/>
                                        <p:tgtEl>
                                          <p:spTgt spid="3957"/>
                                        </p:tgtEl>
                                        <p:attrNameLst>
                                          <p:attrName>style.visibility</p:attrName>
                                        </p:attrNameLst>
                                      </p:cBhvr>
                                      <p:to>
                                        <p:strVal val="visible"/>
                                      </p:to>
                                    </p:set>
                                    <p:animEffect filter="dissolve" transition="in">
                                      <p:cBhvr>
                                        <p:cTn id="62" dur="500"/>
                                        <p:tgtEl>
                                          <p:spTgt spid="3957"/>
                                        </p:tgtEl>
                                      </p:cBhvr>
                                    </p:animEffect>
                                  </p:childTnLst>
                                </p:cTn>
                              </p:par>
                            </p:childTnLst>
                          </p:cTn>
                        </p:par>
                        <p:par>
                          <p:cTn id="63" fill="hold">
                            <p:stCondLst>
                              <p:cond delay="7000"/>
                            </p:stCondLst>
                            <p:childTnLst>
                              <p:par>
                                <p:cTn id="64" presetClass="entr" nodeType="afterEffect" presetID="9" grpId="15" fill="hold">
                                  <p:stCondLst>
                                    <p:cond delay="0"/>
                                  </p:stCondLst>
                                  <p:iterate type="el" backwards="0">
                                    <p:tmAbs val="0"/>
                                  </p:iterate>
                                  <p:childTnLst>
                                    <p:set>
                                      <p:cBhvr>
                                        <p:cTn id="65" fill="hold"/>
                                        <p:tgtEl>
                                          <p:spTgt spid="3958"/>
                                        </p:tgtEl>
                                        <p:attrNameLst>
                                          <p:attrName>style.visibility</p:attrName>
                                        </p:attrNameLst>
                                      </p:cBhvr>
                                      <p:to>
                                        <p:strVal val="visible"/>
                                      </p:to>
                                    </p:set>
                                    <p:animEffect filter="dissolve" transition="in">
                                      <p:cBhvr>
                                        <p:cTn id="66" dur="500"/>
                                        <p:tgtEl>
                                          <p:spTgt spid="3958"/>
                                        </p:tgtEl>
                                      </p:cBhvr>
                                    </p:animEffect>
                                  </p:childTnLst>
                                </p:cTn>
                              </p:par>
                            </p:childTnLst>
                          </p:cTn>
                        </p:par>
                        <p:par>
                          <p:cTn id="67" fill="hold">
                            <p:stCondLst>
                              <p:cond delay="7500"/>
                            </p:stCondLst>
                            <p:childTnLst>
                              <p:par>
                                <p:cTn id="68" presetClass="entr" nodeType="afterEffect" presetSubtype="8" presetID="22" grpId="16" fill="hold">
                                  <p:stCondLst>
                                    <p:cond delay="0"/>
                                  </p:stCondLst>
                                  <p:iterate type="el" backwards="0">
                                    <p:tmAbs val="0"/>
                                  </p:iterate>
                                  <p:childTnLst>
                                    <p:set>
                                      <p:cBhvr>
                                        <p:cTn id="69" fill="hold"/>
                                        <p:tgtEl>
                                          <p:spTgt spid="3959"/>
                                        </p:tgtEl>
                                        <p:attrNameLst>
                                          <p:attrName>style.visibility</p:attrName>
                                        </p:attrNameLst>
                                      </p:cBhvr>
                                      <p:to>
                                        <p:strVal val="visible"/>
                                      </p:to>
                                    </p:set>
                                    <p:animEffect filter="wipe(left)" transition="in">
                                      <p:cBhvr>
                                        <p:cTn id="70" dur="500"/>
                                        <p:tgtEl>
                                          <p:spTgt spid="395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52" grpId="9"/>
      <p:bldP build="whole" bldLvl="1" animBg="1" rev="0" advAuto="0" spid="3938" grpId="5"/>
      <p:bldP build="whole" bldLvl="1" animBg="1" rev="0" advAuto="0" spid="3939" grpId="3"/>
      <p:bldP build="whole" bldLvl="1" animBg="1" rev="0" advAuto="0" spid="3959" grpId="16"/>
      <p:bldP build="whole" bldLvl="1" animBg="1" rev="0" advAuto="0" spid="3950" grpId="6"/>
      <p:bldP build="whole" bldLvl="1" animBg="1" rev="0" advAuto="0" spid="3949" grpId="4"/>
      <p:bldP build="whole" bldLvl="1" animBg="1" rev="0" advAuto="0" spid="3954" grpId="11"/>
      <p:bldP build="whole" bldLvl="1" animBg="1" rev="0" advAuto="0" spid="3948" grpId="2"/>
      <p:bldP build="whole" bldLvl="1" animBg="1" rev="0" advAuto="0" spid="3953" grpId="10"/>
      <p:bldP build="whole" bldLvl="1" animBg="1" rev="0" advAuto="0" spid="3957" grpId="14"/>
      <p:bldP build="whole" bldLvl="1" animBg="1" rev="0" advAuto="0" spid="3947" grpId="7"/>
      <p:bldP build="whole" bldLvl="1" animBg="1" rev="0" advAuto="0" spid="3951" grpId="8"/>
      <p:bldP build="whole" bldLvl="1" animBg="1" rev="0" advAuto="0" spid="3955" grpId="12"/>
      <p:bldP build="whole" bldLvl="1" animBg="1" rev="0" advAuto="0" spid="3940" grpId="1"/>
      <p:bldP build="whole" bldLvl="1" animBg="1" rev="0" advAuto="0" spid="3956" grpId="13"/>
      <p:bldP build="whole" bldLvl="1" animBg="1" rev="0" advAuto="0" spid="3958" grpId="15"/>
    </p:bldLst>
  </p:timing>
</p:sld>
</file>

<file path=ppt/slides/slide11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61" name="Shape 3961"/>
          <p:cNvSpPr/>
          <p:nvPr/>
        </p:nvSpPr>
        <p:spPr>
          <a:xfrm>
            <a:off x="12194216" y="6787330"/>
            <a:ext cx="1" cy="2757379"/>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62" name="Shape 3962"/>
          <p:cNvSpPr/>
          <p:nvPr/>
        </p:nvSpPr>
        <p:spPr>
          <a:xfrm>
            <a:off x="12194215" y="3361130"/>
            <a:ext cx="7169" cy="2794973"/>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63" name="Shape 3963"/>
          <p:cNvSpPr/>
          <p:nvPr/>
        </p:nvSpPr>
        <p:spPr>
          <a:xfrm flipH="1">
            <a:off x="12194216" y="0"/>
            <a:ext cx="7167" cy="2718485"/>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64" name="Shape 3964"/>
          <p:cNvSpPr/>
          <p:nvPr/>
        </p:nvSpPr>
        <p:spPr>
          <a:xfrm>
            <a:off x="12022356" y="2900063"/>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65" name="Shape 3965"/>
          <p:cNvSpPr/>
          <p:nvPr/>
        </p:nvSpPr>
        <p:spPr>
          <a:xfrm>
            <a:off x="11839368" y="2718484"/>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66" name="Shape 3966"/>
          <p:cNvSpPr/>
          <p:nvPr/>
        </p:nvSpPr>
        <p:spPr>
          <a:xfrm>
            <a:off x="12022356" y="6262997"/>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67" name="Shape 3967"/>
          <p:cNvSpPr/>
          <p:nvPr/>
        </p:nvSpPr>
        <p:spPr>
          <a:xfrm>
            <a:off x="11839368" y="6081417"/>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68" name="Shape 3968"/>
          <p:cNvSpPr/>
          <p:nvPr/>
        </p:nvSpPr>
        <p:spPr>
          <a:xfrm>
            <a:off x="12022356" y="9663021"/>
            <a:ext cx="342753" cy="343457"/>
          </a:xfrm>
          <a:prstGeom prst="ellipse">
            <a:avLst/>
          </a:pr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69" name="Shape 3969"/>
          <p:cNvSpPr/>
          <p:nvPr/>
        </p:nvSpPr>
        <p:spPr>
          <a:xfrm>
            <a:off x="11839368" y="9481442"/>
            <a:ext cx="708025" cy="7059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rgbClr val="144973"/>
          </a:solidFill>
        </p:spPr>
        <p:txBody>
          <a:bodyPr lIns="0" tIns="0" rIns="0" bIns="0"/>
          <a:lstStyle/>
          <a:p>
            <a:pPr algn="l" defTabSz="457200">
              <a:defRPr sz="2400">
                <a:latin typeface="Helvetica"/>
                <a:ea typeface="Helvetica"/>
                <a:cs typeface="Helvetica"/>
                <a:sym typeface="Helvetica"/>
              </a:defRPr>
            </a:pPr>
          </a:p>
        </p:txBody>
      </p:sp>
      <p:sp>
        <p:nvSpPr>
          <p:cNvPr id="3970" name="Shape 3970"/>
          <p:cNvSpPr/>
          <p:nvPr/>
        </p:nvSpPr>
        <p:spPr>
          <a:xfrm>
            <a:off x="12194216" y="10187353"/>
            <a:ext cx="1" cy="3528644"/>
          </a:xfrm>
          <a:prstGeom prst="line">
            <a:avLst/>
          </a:prstGeom>
          <a:ln w="76200">
            <a:solidFill>
              <a:srgbClr val="CBCBCB"/>
            </a:solidFill>
            <a:prstDash val="sysDot"/>
            <a:miter lim="400000"/>
          </a:ln>
        </p:spPr>
        <p:txBody>
          <a:bodyPr lIns="0" tIns="0" rIns="0" bIns="0"/>
          <a:lstStyle/>
          <a:p>
            <a:pPr algn="l" defTabSz="457200">
              <a:defRPr sz="2400">
                <a:latin typeface="Helvetica"/>
                <a:ea typeface="Helvetica"/>
                <a:cs typeface="Helvetica"/>
                <a:sym typeface="Helvetica"/>
              </a:defRPr>
            </a:pPr>
          </a:p>
        </p:txBody>
      </p:sp>
      <p:sp>
        <p:nvSpPr>
          <p:cNvPr id="3971" name="Shape 3971"/>
          <p:cNvSpPr/>
          <p:nvPr/>
        </p:nvSpPr>
        <p:spPr>
          <a:xfrm>
            <a:off x="14060926" y="5125231"/>
            <a:ext cx="2637289" cy="2637290"/>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72" name="Shape 3972"/>
          <p:cNvSpPr/>
          <p:nvPr/>
        </p:nvSpPr>
        <p:spPr>
          <a:xfrm>
            <a:off x="7466396" y="1581419"/>
            <a:ext cx="2637289" cy="2637290"/>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73" name="Shape 3973"/>
          <p:cNvSpPr/>
          <p:nvPr/>
        </p:nvSpPr>
        <p:spPr>
          <a:xfrm>
            <a:off x="7466393" y="8515053"/>
            <a:ext cx="2637289" cy="2637290"/>
          </a:xfrm>
          <a:prstGeom prst="ellipse">
            <a:avLst/>
          </a:prstGeom>
          <a:ln w="114300">
            <a:solidFill>
              <a:srgbClr val="144973"/>
            </a:solidFill>
            <a:miter lim="400000"/>
          </a:ln>
        </p:spPr>
        <p:txBody>
          <a:bodyPr lIns="0" tIns="0" rIns="0" bIns="0"/>
          <a:lstStyle/>
          <a:p>
            <a:pPr algn="l" defTabSz="457200">
              <a:defRPr sz="2400">
                <a:latin typeface="Helvetica"/>
                <a:ea typeface="Helvetica"/>
                <a:cs typeface="Helvetica"/>
                <a:sym typeface="Helvetica"/>
              </a:defRPr>
            </a:pPr>
          </a:p>
        </p:txBody>
      </p:sp>
      <p:sp>
        <p:nvSpPr>
          <p:cNvPr id="3974" name="Shape 3974"/>
          <p:cNvSpPr/>
          <p:nvPr/>
        </p:nvSpPr>
        <p:spPr>
          <a:xfrm>
            <a:off x="5516673" y="2310416"/>
            <a:ext cx="1249377"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75" name="Shape 3975"/>
          <p:cNvSpPr/>
          <p:nvPr/>
        </p:nvSpPr>
        <p:spPr>
          <a:xfrm>
            <a:off x="1226148" y="2862331"/>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76" name="Shape 3976"/>
          <p:cNvSpPr/>
          <p:nvPr/>
        </p:nvSpPr>
        <p:spPr>
          <a:xfrm>
            <a:off x="3670049" y="2922337"/>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3977" name="Shape 3977"/>
          <p:cNvSpPr/>
          <p:nvPr/>
        </p:nvSpPr>
        <p:spPr>
          <a:xfrm>
            <a:off x="5516673" y="9244751"/>
            <a:ext cx="1249377"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78" name="Shape 3978"/>
          <p:cNvSpPr/>
          <p:nvPr/>
        </p:nvSpPr>
        <p:spPr>
          <a:xfrm>
            <a:off x="1226148" y="9796665"/>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79" name="Shape 3979"/>
          <p:cNvSpPr/>
          <p:nvPr/>
        </p:nvSpPr>
        <p:spPr>
          <a:xfrm>
            <a:off x="3670049" y="9856672"/>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3980" name="Shape 3980"/>
          <p:cNvSpPr/>
          <p:nvPr/>
        </p:nvSpPr>
        <p:spPr>
          <a:xfrm>
            <a:off x="17620710" y="6187471"/>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3981" name="Shape 3981"/>
          <p:cNvSpPr/>
          <p:nvPr/>
        </p:nvSpPr>
        <p:spPr>
          <a:xfrm>
            <a:off x="17620710" y="6901147"/>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3982" name="Shape 3982"/>
          <p:cNvSpPr/>
          <p:nvPr/>
        </p:nvSpPr>
        <p:spPr>
          <a:xfrm>
            <a:off x="17620710" y="687987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3963"/>
                                        </p:tgtEl>
                                        <p:attrNameLst>
                                          <p:attrName>style.visibility</p:attrName>
                                        </p:attrNameLst>
                                      </p:cBhvr>
                                      <p:to>
                                        <p:strVal val="visible"/>
                                      </p:to>
                                    </p:set>
                                    <p:animEffect filter="wipe(up)" transition="in">
                                      <p:cBhvr>
                                        <p:cTn id="7" dur="500"/>
                                        <p:tgtEl>
                                          <p:spTgt spid="3963"/>
                                        </p:tgtEl>
                                      </p:cBhvr>
                                    </p:animEffect>
                                  </p:childTnLst>
                                </p:cTn>
                              </p:par>
                            </p:childTnLst>
                          </p:cTn>
                        </p:par>
                        <p:par>
                          <p:cTn id="8" fill="hold">
                            <p:stCondLst>
                              <p:cond delay="500"/>
                            </p:stCondLst>
                            <p:childTnLst>
                              <p:par>
                                <p:cTn id="9" presetClass="entr" nodeType="afterEffect" presetSubtype="4" presetID="2" grpId="2" fill="hold">
                                  <p:stCondLst>
                                    <p:cond delay="0"/>
                                  </p:stCondLst>
                                  <p:iterate type="el" backwards="0">
                                    <p:tmAbs val="0"/>
                                  </p:iterate>
                                  <p:childTnLst>
                                    <p:set>
                                      <p:cBhvr>
                                        <p:cTn id="10" fill="hold"/>
                                        <p:tgtEl>
                                          <p:spTgt spid="3972"/>
                                        </p:tgtEl>
                                        <p:attrNameLst>
                                          <p:attrName>style.visibility</p:attrName>
                                        </p:attrNameLst>
                                      </p:cBhvr>
                                      <p:to>
                                        <p:strVal val="visible"/>
                                      </p:to>
                                    </p:set>
                                    <p:anim calcmode="lin" valueType="num">
                                      <p:cBhvr>
                                        <p:cTn id="11" dur="500" fill="hold"/>
                                        <p:tgtEl>
                                          <p:spTgt spid="3972"/>
                                        </p:tgtEl>
                                        <p:attrNameLst>
                                          <p:attrName>ppt_x</p:attrName>
                                        </p:attrNameLst>
                                      </p:cBhvr>
                                      <p:tavLst>
                                        <p:tav tm="0">
                                          <p:val>
                                            <p:strVal val="#ppt_x"/>
                                          </p:val>
                                        </p:tav>
                                        <p:tav tm="100000">
                                          <p:val>
                                            <p:strVal val="#ppt_x"/>
                                          </p:val>
                                        </p:tav>
                                      </p:tavLst>
                                    </p:anim>
                                    <p:anim calcmode="lin" valueType="num">
                                      <p:cBhvr>
                                        <p:cTn id="12" dur="500" fill="hold"/>
                                        <p:tgtEl>
                                          <p:spTgt spid="397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Class="entr" nodeType="afterEffect" presetSubtype="1" presetID="22" grpId="3" fill="hold">
                                  <p:stCondLst>
                                    <p:cond delay="0"/>
                                  </p:stCondLst>
                                  <p:iterate type="el" backwards="0">
                                    <p:tmAbs val="0"/>
                                  </p:iterate>
                                  <p:childTnLst>
                                    <p:set>
                                      <p:cBhvr>
                                        <p:cTn id="15" fill="hold"/>
                                        <p:tgtEl>
                                          <p:spTgt spid="3962"/>
                                        </p:tgtEl>
                                        <p:attrNameLst>
                                          <p:attrName>style.visibility</p:attrName>
                                        </p:attrNameLst>
                                      </p:cBhvr>
                                      <p:to>
                                        <p:strVal val="visible"/>
                                      </p:to>
                                    </p:set>
                                    <p:animEffect filter="wipe(up)" transition="in">
                                      <p:cBhvr>
                                        <p:cTn id="16" dur="500"/>
                                        <p:tgtEl>
                                          <p:spTgt spid="3962"/>
                                        </p:tgtEl>
                                      </p:cBhvr>
                                    </p:animEffect>
                                  </p:childTnLst>
                                </p:cTn>
                              </p:par>
                            </p:childTnLst>
                          </p:cTn>
                        </p:par>
                        <p:par>
                          <p:cTn id="17" fill="hold">
                            <p:stCondLst>
                              <p:cond delay="1500"/>
                            </p:stCondLst>
                            <p:childTnLst>
                              <p:par>
                                <p:cTn id="18" presetClass="entr" nodeType="afterEffect" presetSubtype="4" presetID="2" grpId="4" fill="hold">
                                  <p:stCondLst>
                                    <p:cond delay="0"/>
                                  </p:stCondLst>
                                  <p:iterate type="el" backwards="0">
                                    <p:tmAbs val="0"/>
                                  </p:iterate>
                                  <p:childTnLst>
                                    <p:set>
                                      <p:cBhvr>
                                        <p:cTn id="19" fill="hold"/>
                                        <p:tgtEl>
                                          <p:spTgt spid="3971"/>
                                        </p:tgtEl>
                                        <p:attrNameLst>
                                          <p:attrName>style.visibility</p:attrName>
                                        </p:attrNameLst>
                                      </p:cBhvr>
                                      <p:to>
                                        <p:strVal val="visible"/>
                                      </p:to>
                                    </p:set>
                                    <p:anim calcmode="lin" valueType="num">
                                      <p:cBhvr>
                                        <p:cTn id="20" dur="500" fill="hold"/>
                                        <p:tgtEl>
                                          <p:spTgt spid="3971"/>
                                        </p:tgtEl>
                                        <p:attrNameLst>
                                          <p:attrName>ppt_x</p:attrName>
                                        </p:attrNameLst>
                                      </p:cBhvr>
                                      <p:tavLst>
                                        <p:tav tm="0">
                                          <p:val>
                                            <p:strVal val="#ppt_x"/>
                                          </p:val>
                                        </p:tav>
                                        <p:tav tm="100000">
                                          <p:val>
                                            <p:strVal val="#ppt_x"/>
                                          </p:val>
                                        </p:tav>
                                      </p:tavLst>
                                    </p:anim>
                                    <p:anim calcmode="lin" valueType="num">
                                      <p:cBhvr>
                                        <p:cTn id="21" dur="500" fill="hold"/>
                                        <p:tgtEl>
                                          <p:spTgt spid="3971"/>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Class="entr" nodeType="afterEffect" presetSubtype="1" presetID="22" grpId="5" fill="hold">
                                  <p:stCondLst>
                                    <p:cond delay="0"/>
                                  </p:stCondLst>
                                  <p:iterate type="el" backwards="0">
                                    <p:tmAbs val="0"/>
                                  </p:iterate>
                                  <p:childTnLst>
                                    <p:set>
                                      <p:cBhvr>
                                        <p:cTn id="24" fill="hold"/>
                                        <p:tgtEl>
                                          <p:spTgt spid="3961"/>
                                        </p:tgtEl>
                                        <p:attrNameLst>
                                          <p:attrName>style.visibility</p:attrName>
                                        </p:attrNameLst>
                                      </p:cBhvr>
                                      <p:to>
                                        <p:strVal val="visible"/>
                                      </p:to>
                                    </p:set>
                                    <p:animEffect filter="wipe(up)" transition="in">
                                      <p:cBhvr>
                                        <p:cTn id="25" dur="500"/>
                                        <p:tgtEl>
                                          <p:spTgt spid="3961"/>
                                        </p:tgtEl>
                                      </p:cBhvr>
                                    </p:animEffect>
                                  </p:childTnLst>
                                </p:cTn>
                              </p:par>
                            </p:childTnLst>
                          </p:cTn>
                        </p:par>
                        <p:par>
                          <p:cTn id="26" fill="hold">
                            <p:stCondLst>
                              <p:cond delay="2500"/>
                            </p:stCondLst>
                            <p:childTnLst>
                              <p:par>
                                <p:cTn id="27" presetClass="entr" nodeType="afterEffect" presetSubtype="4" presetID="2" grpId="6" fill="hold">
                                  <p:stCondLst>
                                    <p:cond delay="0"/>
                                  </p:stCondLst>
                                  <p:iterate type="el" backwards="0">
                                    <p:tmAbs val="0"/>
                                  </p:iterate>
                                  <p:childTnLst>
                                    <p:set>
                                      <p:cBhvr>
                                        <p:cTn id="28" fill="hold"/>
                                        <p:tgtEl>
                                          <p:spTgt spid="3973"/>
                                        </p:tgtEl>
                                        <p:attrNameLst>
                                          <p:attrName>style.visibility</p:attrName>
                                        </p:attrNameLst>
                                      </p:cBhvr>
                                      <p:to>
                                        <p:strVal val="visible"/>
                                      </p:to>
                                    </p:set>
                                    <p:anim calcmode="lin" valueType="num">
                                      <p:cBhvr>
                                        <p:cTn id="29" dur="500" fill="hold"/>
                                        <p:tgtEl>
                                          <p:spTgt spid="3973"/>
                                        </p:tgtEl>
                                        <p:attrNameLst>
                                          <p:attrName>ppt_x</p:attrName>
                                        </p:attrNameLst>
                                      </p:cBhvr>
                                      <p:tavLst>
                                        <p:tav tm="0">
                                          <p:val>
                                            <p:strVal val="#ppt_x"/>
                                          </p:val>
                                        </p:tav>
                                        <p:tav tm="100000">
                                          <p:val>
                                            <p:strVal val="#ppt_x"/>
                                          </p:val>
                                        </p:tav>
                                      </p:tavLst>
                                    </p:anim>
                                    <p:anim calcmode="lin" valueType="num">
                                      <p:cBhvr>
                                        <p:cTn id="30" dur="500" fill="hold"/>
                                        <p:tgtEl>
                                          <p:spTgt spid="3973"/>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Class="entr" nodeType="afterEffect" presetSubtype="1" presetID="22" grpId="7" fill="hold">
                                  <p:stCondLst>
                                    <p:cond delay="0"/>
                                  </p:stCondLst>
                                  <p:iterate type="el" backwards="0">
                                    <p:tmAbs val="0"/>
                                  </p:iterate>
                                  <p:childTnLst>
                                    <p:set>
                                      <p:cBhvr>
                                        <p:cTn id="33" fill="hold"/>
                                        <p:tgtEl>
                                          <p:spTgt spid="3970"/>
                                        </p:tgtEl>
                                        <p:attrNameLst>
                                          <p:attrName>style.visibility</p:attrName>
                                        </p:attrNameLst>
                                      </p:cBhvr>
                                      <p:to>
                                        <p:strVal val="visible"/>
                                      </p:to>
                                    </p:set>
                                    <p:animEffect filter="wipe(up)" transition="in">
                                      <p:cBhvr>
                                        <p:cTn id="34" dur="500"/>
                                        <p:tgtEl>
                                          <p:spTgt spid="3970"/>
                                        </p:tgtEl>
                                      </p:cBhvr>
                                    </p:animEffect>
                                  </p:childTnLst>
                                </p:cTn>
                              </p:par>
                            </p:childTnLst>
                          </p:cTn>
                        </p:par>
                        <p:par>
                          <p:cTn id="35" fill="hold">
                            <p:stCondLst>
                              <p:cond delay="3500"/>
                            </p:stCondLst>
                            <p:childTnLst>
                              <p:par>
                                <p:cTn id="36" presetClass="entr" nodeType="afterEffect" presetID="9" grpId="8" fill="hold">
                                  <p:stCondLst>
                                    <p:cond delay="0"/>
                                  </p:stCondLst>
                                  <p:iterate type="el" backwards="0">
                                    <p:tmAbs val="0"/>
                                  </p:iterate>
                                  <p:childTnLst>
                                    <p:set>
                                      <p:cBhvr>
                                        <p:cTn id="37" fill="hold"/>
                                        <p:tgtEl>
                                          <p:spTgt spid="3974"/>
                                        </p:tgtEl>
                                        <p:attrNameLst>
                                          <p:attrName>style.visibility</p:attrName>
                                        </p:attrNameLst>
                                      </p:cBhvr>
                                      <p:to>
                                        <p:strVal val="visible"/>
                                      </p:to>
                                    </p:set>
                                    <p:animEffect filter="dissolve" transition="in">
                                      <p:cBhvr>
                                        <p:cTn id="38" dur="500"/>
                                        <p:tgtEl>
                                          <p:spTgt spid="3974"/>
                                        </p:tgtEl>
                                      </p:cBhvr>
                                    </p:animEffect>
                                  </p:childTnLst>
                                </p:cTn>
                              </p:par>
                            </p:childTnLst>
                          </p:cTn>
                        </p:par>
                        <p:par>
                          <p:cTn id="39" fill="hold">
                            <p:stCondLst>
                              <p:cond delay="4000"/>
                            </p:stCondLst>
                            <p:childTnLst>
                              <p:par>
                                <p:cTn id="40" presetClass="entr" nodeType="afterEffect" presetID="9" grpId="9" fill="hold">
                                  <p:stCondLst>
                                    <p:cond delay="0"/>
                                  </p:stCondLst>
                                  <p:iterate type="el" backwards="0">
                                    <p:tmAbs val="0"/>
                                  </p:iterate>
                                  <p:childTnLst>
                                    <p:set>
                                      <p:cBhvr>
                                        <p:cTn id="41" fill="hold"/>
                                        <p:tgtEl>
                                          <p:spTgt spid="3975"/>
                                        </p:tgtEl>
                                        <p:attrNameLst>
                                          <p:attrName>style.visibility</p:attrName>
                                        </p:attrNameLst>
                                      </p:cBhvr>
                                      <p:to>
                                        <p:strVal val="visible"/>
                                      </p:to>
                                    </p:set>
                                    <p:animEffect filter="dissolve" transition="in">
                                      <p:cBhvr>
                                        <p:cTn id="42" dur="500"/>
                                        <p:tgtEl>
                                          <p:spTgt spid="3975"/>
                                        </p:tgtEl>
                                      </p:cBhvr>
                                    </p:animEffect>
                                  </p:childTnLst>
                                </p:cTn>
                              </p:par>
                            </p:childTnLst>
                          </p:cTn>
                        </p:par>
                        <p:par>
                          <p:cTn id="43" fill="hold">
                            <p:stCondLst>
                              <p:cond delay="4500"/>
                            </p:stCondLst>
                            <p:childTnLst>
                              <p:par>
                                <p:cTn id="44" presetClass="entr" nodeType="afterEffect" presetSubtype="8" presetID="22" grpId="10" fill="hold">
                                  <p:stCondLst>
                                    <p:cond delay="0"/>
                                  </p:stCondLst>
                                  <p:iterate type="el" backwards="0">
                                    <p:tmAbs val="0"/>
                                  </p:iterate>
                                  <p:childTnLst>
                                    <p:set>
                                      <p:cBhvr>
                                        <p:cTn id="45" fill="hold"/>
                                        <p:tgtEl>
                                          <p:spTgt spid="3976"/>
                                        </p:tgtEl>
                                        <p:attrNameLst>
                                          <p:attrName>style.visibility</p:attrName>
                                        </p:attrNameLst>
                                      </p:cBhvr>
                                      <p:to>
                                        <p:strVal val="visible"/>
                                      </p:to>
                                    </p:set>
                                    <p:animEffect filter="wipe(left)" transition="in">
                                      <p:cBhvr>
                                        <p:cTn id="46" dur="500"/>
                                        <p:tgtEl>
                                          <p:spTgt spid="3976"/>
                                        </p:tgtEl>
                                      </p:cBhvr>
                                    </p:animEffect>
                                  </p:childTnLst>
                                </p:cTn>
                              </p:par>
                            </p:childTnLst>
                          </p:cTn>
                        </p:par>
                        <p:par>
                          <p:cTn id="47" fill="hold">
                            <p:stCondLst>
                              <p:cond delay="5000"/>
                            </p:stCondLst>
                            <p:childTnLst>
                              <p:par>
                                <p:cTn id="48" presetClass="entr" nodeType="afterEffect" presetID="9" grpId="11" fill="hold">
                                  <p:stCondLst>
                                    <p:cond delay="0"/>
                                  </p:stCondLst>
                                  <p:iterate type="el" backwards="0">
                                    <p:tmAbs val="0"/>
                                  </p:iterate>
                                  <p:childTnLst>
                                    <p:set>
                                      <p:cBhvr>
                                        <p:cTn id="49" fill="hold"/>
                                        <p:tgtEl>
                                          <p:spTgt spid="3977"/>
                                        </p:tgtEl>
                                        <p:attrNameLst>
                                          <p:attrName>style.visibility</p:attrName>
                                        </p:attrNameLst>
                                      </p:cBhvr>
                                      <p:to>
                                        <p:strVal val="visible"/>
                                      </p:to>
                                    </p:set>
                                    <p:animEffect filter="dissolve" transition="in">
                                      <p:cBhvr>
                                        <p:cTn id="50" dur="500"/>
                                        <p:tgtEl>
                                          <p:spTgt spid="3977"/>
                                        </p:tgtEl>
                                      </p:cBhvr>
                                    </p:animEffect>
                                  </p:childTnLst>
                                </p:cTn>
                              </p:par>
                            </p:childTnLst>
                          </p:cTn>
                        </p:par>
                        <p:par>
                          <p:cTn id="51" fill="hold">
                            <p:stCondLst>
                              <p:cond delay="5500"/>
                            </p:stCondLst>
                            <p:childTnLst>
                              <p:par>
                                <p:cTn id="52" presetClass="entr" nodeType="afterEffect" presetID="9" grpId="12" fill="hold">
                                  <p:stCondLst>
                                    <p:cond delay="0"/>
                                  </p:stCondLst>
                                  <p:iterate type="el" backwards="0">
                                    <p:tmAbs val="0"/>
                                  </p:iterate>
                                  <p:childTnLst>
                                    <p:set>
                                      <p:cBhvr>
                                        <p:cTn id="53" fill="hold"/>
                                        <p:tgtEl>
                                          <p:spTgt spid="3978"/>
                                        </p:tgtEl>
                                        <p:attrNameLst>
                                          <p:attrName>style.visibility</p:attrName>
                                        </p:attrNameLst>
                                      </p:cBhvr>
                                      <p:to>
                                        <p:strVal val="visible"/>
                                      </p:to>
                                    </p:set>
                                    <p:animEffect filter="dissolve" transition="in">
                                      <p:cBhvr>
                                        <p:cTn id="54" dur="500"/>
                                        <p:tgtEl>
                                          <p:spTgt spid="3978"/>
                                        </p:tgtEl>
                                      </p:cBhvr>
                                    </p:animEffect>
                                  </p:childTnLst>
                                </p:cTn>
                              </p:par>
                            </p:childTnLst>
                          </p:cTn>
                        </p:par>
                        <p:par>
                          <p:cTn id="55" fill="hold">
                            <p:stCondLst>
                              <p:cond delay="6000"/>
                            </p:stCondLst>
                            <p:childTnLst>
                              <p:par>
                                <p:cTn id="56" presetClass="entr" nodeType="afterEffect" presetSubtype="8" presetID="22" grpId="13" fill="hold">
                                  <p:stCondLst>
                                    <p:cond delay="0"/>
                                  </p:stCondLst>
                                  <p:iterate type="el" backwards="0">
                                    <p:tmAbs val="0"/>
                                  </p:iterate>
                                  <p:childTnLst>
                                    <p:set>
                                      <p:cBhvr>
                                        <p:cTn id="57" fill="hold"/>
                                        <p:tgtEl>
                                          <p:spTgt spid="3979"/>
                                        </p:tgtEl>
                                        <p:attrNameLst>
                                          <p:attrName>style.visibility</p:attrName>
                                        </p:attrNameLst>
                                      </p:cBhvr>
                                      <p:to>
                                        <p:strVal val="visible"/>
                                      </p:to>
                                    </p:set>
                                    <p:animEffect filter="wipe(left)" transition="in">
                                      <p:cBhvr>
                                        <p:cTn id="58" dur="500"/>
                                        <p:tgtEl>
                                          <p:spTgt spid="3979"/>
                                        </p:tgtEl>
                                      </p:cBhvr>
                                    </p:animEffect>
                                  </p:childTnLst>
                                </p:cTn>
                              </p:par>
                            </p:childTnLst>
                          </p:cTn>
                        </p:par>
                        <p:par>
                          <p:cTn id="59" fill="hold">
                            <p:stCondLst>
                              <p:cond delay="6500"/>
                            </p:stCondLst>
                            <p:childTnLst>
                              <p:par>
                                <p:cTn id="60" presetClass="entr" nodeType="afterEffect" presetID="9" grpId="14" fill="hold">
                                  <p:stCondLst>
                                    <p:cond delay="0"/>
                                  </p:stCondLst>
                                  <p:iterate type="el" backwards="0">
                                    <p:tmAbs val="0"/>
                                  </p:iterate>
                                  <p:childTnLst>
                                    <p:set>
                                      <p:cBhvr>
                                        <p:cTn id="61" fill="hold"/>
                                        <p:tgtEl>
                                          <p:spTgt spid="3980"/>
                                        </p:tgtEl>
                                        <p:attrNameLst>
                                          <p:attrName>style.visibility</p:attrName>
                                        </p:attrNameLst>
                                      </p:cBhvr>
                                      <p:to>
                                        <p:strVal val="visible"/>
                                      </p:to>
                                    </p:set>
                                    <p:animEffect filter="dissolve" transition="in">
                                      <p:cBhvr>
                                        <p:cTn id="62" dur="500"/>
                                        <p:tgtEl>
                                          <p:spTgt spid="3980"/>
                                        </p:tgtEl>
                                      </p:cBhvr>
                                    </p:animEffect>
                                  </p:childTnLst>
                                </p:cTn>
                              </p:par>
                            </p:childTnLst>
                          </p:cTn>
                        </p:par>
                        <p:par>
                          <p:cTn id="63" fill="hold">
                            <p:stCondLst>
                              <p:cond delay="7000"/>
                            </p:stCondLst>
                            <p:childTnLst>
                              <p:par>
                                <p:cTn id="64" presetClass="entr" nodeType="afterEffect" presetID="9" grpId="15" fill="hold">
                                  <p:stCondLst>
                                    <p:cond delay="0"/>
                                  </p:stCondLst>
                                  <p:iterate type="el" backwards="0">
                                    <p:tmAbs val="0"/>
                                  </p:iterate>
                                  <p:childTnLst>
                                    <p:set>
                                      <p:cBhvr>
                                        <p:cTn id="65" fill="hold"/>
                                        <p:tgtEl>
                                          <p:spTgt spid="3981"/>
                                        </p:tgtEl>
                                        <p:attrNameLst>
                                          <p:attrName>style.visibility</p:attrName>
                                        </p:attrNameLst>
                                      </p:cBhvr>
                                      <p:to>
                                        <p:strVal val="visible"/>
                                      </p:to>
                                    </p:set>
                                    <p:animEffect filter="dissolve" transition="in">
                                      <p:cBhvr>
                                        <p:cTn id="66" dur="500"/>
                                        <p:tgtEl>
                                          <p:spTgt spid="3981"/>
                                        </p:tgtEl>
                                      </p:cBhvr>
                                    </p:animEffect>
                                  </p:childTnLst>
                                </p:cTn>
                              </p:par>
                            </p:childTnLst>
                          </p:cTn>
                        </p:par>
                        <p:par>
                          <p:cTn id="67" fill="hold">
                            <p:stCondLst>
                              <p:cond delay="7500"/>
                            </p:stCondLst>
                            <p:childTnLst>
                              <p:par>
                                <p:cTn id="68" presetClass="entr" nodeType="afterEffect" presetSubtype="8" presetID="22" grpId="16" fill="hold">
                                  <p:stCondLst>
                                    <p:cond delay="0"/>
                                  </p:stCondLst>
                                  <p:iterate type="el" backwards="0">
                                    <p:tmAbs val="0"/>
                                  </p:iterate>
                                  <p:childTnLst>
                                    <p:set>
                                      <p:cBhvr>
                                        <p:cTn id="69" fill="hold"/>
                                        <p:tgtEl>
                                          <p:spTgt spid="3982"/>
                                        </p:tgtEl>
                                        <p:attrNameLst>
                                          <p:attrName>style.visibility</p:attrName>
                                        </p:attrNameLst>
                                      </p:cBhvr>
                                      <p:to>
                                        <p:strVal val="visible"/>
                                      </p:to>
                                    </p:set>
                                    <p:animEffect filter="wipe(left)" transition="in">
                                      <p:cBhvr>
                                        <p:cTn id="70" dur="500"/>
                                        <p:tgtEl>
                                          <p:spTgt spid="398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78" grpId="12"/>
      <p:bldP build="whole" bldLvl="1" animBg="1" rev="0" advAuto="0" spid="3981" grpId="15"/>
      <p:bldP build="whole" bldLvl="1" animBg="1" rev="0" advAuto="0" spid="3971" grpId="4"/>
      <p:bldP build="whole" bldLvl="1" animBg="1" rev="0" advAuto="0" spid="3975" grpId="9"/>
      <p:bldP build="whole" bldLvl="1" animBg="1" rev="0" advAuto="0" spid="3963" grpId="1"/>
      <p:bldP build="whole" bldLvl="1" animBg="1" rev="0" advAuto="0" spid="3970" grpId="7"/>
      <p:bldP build="whole" bldLvl="1" animBg="1" rev="0" advAuto="0" spid="3962" grpId="3"/>
      <p:bldP build="whole" bldLvl="1" animBg="1" rev="0" advAuto="0" spid="3977" grpId="11"/>
      <p:bldP build="whole" bldLvl="1" animBg="1" rev="0" advAuto="0" spid="3961" grpId="5"/>
      <p:bldP build="whole" bldLvl="1" animBg="1" rev="0" advAuto="0" spid="3974" grpId="8"/>
      <p:bldP build="whole" bldLvl="1" animBg="1" rev="0" advAuto="0" spid="3979" grpId="13"/>
      <p:bldP build="whole" bldLvl="1" animBg="1" rev="0" advAuto="0" spid="3980" grpId="14"/>
      <p:bldP build="whole" bldLvl="1" animBg="1" rev="0" advAuto="0" spid="3982" grpId="16"/>
      <p:bldP build="whole" bldLvl="1" animBg="1" rev="0" advAuto="0" spid="3976" grpId="10"/>
      <p:bldP build="whole" bldLvl="1" animBg="1" rev="0" advAuto="0" spid="3972" grpId="2"/>
      <p:bldP build="whole" bldLvl="1" animBg="1" rev="0" advAuto="0" spid="3973" grpId="6"/>
    </p:bldLst>
  </p:timing>
</p:sld>
</file>

<file path=ppt/slides/slide12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3984" name="Shape 3984"/>
          <p:cNvSpPr/>
          <p:nvPr/>
        </p:nvSpPr>
        <p:spPr>
          <a:xfrm flipH="1">
            <a:off x="12192000" y="0"/>
            <a:ext cx="1" cy="5266636"/>
          </a:xfrm>
          <a:prstGeom prst="line">
            <a:avLst/>
          </a:prstGeom>
          <a:ln w="114300">
            <a:solidFill>
              <a:srgbClr val="B5B5B5"/>
            </a:solidFill>
            <a:miter lim="400000"/>
            <a:tailEnd type="triangle"/>
          </a:ln>
        </p:spPr>
        <p:txBody>
          <a:bodyPr lIns="0" tIns="0" rIns="0" bIns="0"/>
          <a:lstStyle/>
          <a:p>
            <a:pPr algn="l" defTabSz="457200">
              <a:defRPr sz="2400">
                <a:latin typeface="Helvetica"/>
                <a:ea typeface="Helvetica"/>
                <a:cs typeface="Helvetica"/>
                <a:sym typeface="Helvetica"/>
              </a:defRPr>
            </a:pPr>
          </a:p>
        </p:txBody>
      </p:sp>
      <p:sp>
        <p:nvSpPr>
          <p:cNvPr id="3985" name="Shape 3985"/>
          <p:cNvSpPr/>
          <p:nvPr/>
        </p:nvSpPr>
        <p:spPr>
          <a:xfrm>
            <a:off x="9656698" y="9354119"/>
            <a:ext cx="5096051" cy="939801"/>
          </a:xfrm>
          <a:prstGeom prst="rect">
            <a:avLst/>
          </a:prstGeom>
          <a:ln w="12700"/>
          <a:extLst>
            <a:ext uri="{C572A759-6A51-4108-AA02-DFA0A04FC94B}">
              <ma14:wrappingTextBoxFlag xmlns:ma14="http://schemas.microsoft.com/office/mac/drawingml/2011/main" val="1"/>
            </a:ext>
          </a:extLst>
        </p:spPr>
        <p:txBody>
          <a:bodyPr wrap="none" lIns="76200" tIns="76200" rIns="76200" bIns="76200">
            <a:spAutoFit/>
          </a:bodyPr>
          <a:lstStyle>
            <a:lvl1pPr defTabSz="914400">
              <a:buClr>
                <a:srgbClr val="929292"/>
              </a:buClr>
              <a:buFont typeface="Helvetica"/>
              <a:defRPr sz="4800">
                <a:solidFill>
                  <a:srgbClr val="929292"/>
                </a:solidFill>
                <a:uFill>
                  <a:solidFill>
                    <a:srgbClr val="929292"/>
                  </a:solidFill>
                </a:uFill>
                <a:latin typeface="Helvetica"/>
                <a:ea typeface="Helvetica"/>
                <a:cs typeface="Helvetica"/>
                <a:sym typeface="Helvetica"/>
              </a:defRPr>
            </a:lvl1pPr>
          </a:lstStyle>
          <a:p>
            <a:pPr/>
            <a:r>
              <a:t>Texto</a:t>
            </a:r>
          </a:p>
        </p:txBody>
      </p:sp>
      <p:sp>
        <p:nvSpPr>
          <p:cNvPr id="3986" name="Shape 3986"/>
          <p:cNvSpPr/>
          <p:nvPr/>
        </p:nvSpPr>
        <p:spPr>
          <a:xfrm>
            <a:off x="13024022" y="4819134"/>
            <a:ext cx="3645040" cy="1210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1200" y="17838"/>
                  <a:pt x="2400" y="14076"/>
                  <a:pt x="4800" y="13232"/>
                </a:cubicBezTo>
                <a:cubicBezTo>
                  <a:pt x="7200" y="12389"/>
                  <a:pt x="11600" y="18746"/>
                  <a:pt x="14400" y="16541"/>
                </a:cubicBezTo>
                <a:cubicBezTo>
                  <a:pt x="17200" y="14335"/>
                  <a:pt x="20234" y="2854"/>
                  <a:pt x="21600" y="0"/>
                </a:cubicBezTo>
              </a:path>
            </a:pathLst>
          </a:custGeom>
          <a:ln w="50800">
            <a:solidFill>
              <a:srgbClr val="395163"/>
            </a:solidFill>
            <a:prstDash val="sysDash"/>
            <a:miter lim="400000"/>
          </a:ln>
        </p:spPr>
        <p:txBody>
          <a:bodyPr lIns="0" tIns="0" rIns="0" bIns="0"/>
          <a:lstStyle/>
          <a:p>
            <a:pPr algn="l" defTabSz="457200">
              <a:defRPr sz="2400">
                <a:latin typeface="Helvetica"/>
                <a:ea typeface="Helvetica"/>
                <a:cs typeface="Helvetica"/>
                <a:sym typeface="Helvetica"/>
              </a:defRPr>
            </a:pPr>
          </a:p>
        </p:txBody>
      </p:sp>
      <p:sp>
        <p:nvSpPr>
          <p:cNvPr id="3987" name="Shape 3987"/>
          <p:cNvSpPr/>
          <p:nvPr/>
        </p:nvSpPr>
        <p:spPr>
          <a:xfrm>
            <a:off x="16319738" y="3234871"/>
            <a:ext cx="1394372" cy="1391963"/>
          </a:xfrm>
          <a:custGeom>
            <a:avLst/>
            <a:gdLst/>
            <a:ahLst/>
            <a:cxnLst>
              <a:cxn ang="0">
                <a:pos x="wd2" y="hd2"/>
              </a:cxn>
              <a:cxn ang="5400000">
                <a:pos x="wd2" y="hd2"/>
              </a:cxn>
              <a:cxn ang="10800000">
                <a:pos x="wd2" y="hd2"/>
              </a:cxn>
              <a:cxn ang="16200000">
                <a:pos x="wd2" y="hd2"/>
              </a:cxn>
            </a:cxnLst>
            <a:rect l="0" t="0" r="r" b="b"/>
            <a:pathLst>
              <a:path w="21543" h="21600" fill="norm" stroke="1" extrusionOk="0">
                <a:moveTo>
                  <a:pt x="16978" y="19987"/>
                </a:moveTo>
                <a:lnTo>
                  <a:pt x="11228" y="17681"/>
                </a:lnTo>
                <a:cubicBezTo>
                  <a:pt x="11090" y="17627"/>
                  <a:pt x="10948" y="17609"/>
                  <a:pt x="10808" y="17601"/>
                </a:cubicBezTo>
                <a:lnTo>
                  <a:pt x="19662" y="3837"/>
                </a:lnTo>
                <a:cubicBezTo>
                  <a:pt x="19662" y="3837"/>
                  <a:pt x="16978" y="19987"/>
                  <a:pt x="16978" y="19987"/>
                </a:cubicBezTo>
                <a:close/>
                <a:moveTo>
                  <a:pt x="6860" y="16245"/>
                </a:moveTo>
                <a:cubicBezTo>
                  <a:pt x="6859" y="16243"/>
                  <a:pt x="6856" y="16241"/>
                  <a:pt x="6855" y="16239"/>
                </a:cubicBezTo>
                <a:lnTo>
                  <a:pt x="19608" y="2552"/>
                </a:lnTo>
                <a:lnTo>
                  <a:pt x="8736" y="19537"/>
                </a:lnTo>
                <a:cubicBezTo>
                  <a:pt x="8736" y="19537"/>
                  <a:pt x="6860" y="16245"/>
                  <a:pt x="6860" y="16245"/>
                </a:cubicBezTo>
                <a:close/>
                <a:moveTo>
                  <a:pt x="2112" y="14025"/>
                </a:moveTo>
                <a:lnTo>
                  <a:pt x="17714" y="3595"/>
                </a:lnTo>
                <a:lnTo>
                  <a:pt x="6370" y="15771"/>
                </a:lnTo>
                <a:cubicBezTo>
                  <a:pt x="6310" y="15735"/>
                  <a:pt x="6257" y="15688"/>
                  <a:pt x="6191" y="15661"/>
                </a:cubicBezTo>
                <a:cubicBezTo>
                  <a:pt x="6191" y="15661"/>
                  <a:pt x="2112" y="14025"/>
                  <a:pt x="2112" y="14025"/>
                </a:cubicBezTo>
                <a:close/>
                <a:moveTo>
                  <a:pt x="21236" y="108"/>
                </a:moveTo>
                <a:cubicBezTo>
                  <a:pt x="21125" y="35"/>
                  <a:pt x="20998" y="0"/>
                  <a:pt x="20870" y="0"/>
                </a:cubicBezTo>
                <a:cubicBezTo>
                  <a:pt x="20740" y="0"/>
                  <a:pt x="20610" y="36"/>
                  <a:pt x="20497" y="113"/>
                </a:cubicBezTo>
                <a:lnTo>
                  <a:pt x="300" y="13614"/>
                </a:lnTo>
                <a:cubicBezTo>
                  <a:pt x="92" y="13752"/>
                  <a:pt x="-22" y="13996"/>
                  <a:pt x="4" y="14245"/>
                </a:cubicBezTo>
                <a:cubicBezTo>
                  <a:pt x="29" y="14495"/>
                  <a:pt x="191" y="14709"/>
                  <a:pt x="423" y="14802"/>
                </a:cubicBezTo>
                <a:lnTo>
                  <a:pt x="5690" y="16915"/>
                </a:lnTo>
                <a:lnTo>
                  <a:pt x="8167" y="21260"/>
                </a:lnTo>
                <a:cubicBezTo>
                  <a:pt x="8285" y="21469"/>
                  <a:pt x="8506" y="21598"/>
                  <a:pt x="8744" y="21600"/>
                </a:cubicBezTo>
                <a:lnTo>
                  <a:pt x="8752" y="21600"/>
                </a:lnTo>
                <a:cubicBezTo>
                  <a:pt x="8988" y="21600"/>
                  <a:pt x="9207" y="21475"/>
                  <a:pt x="9329" y="21272"/>
                </a:cubicBezTo>
                <a:lnTo>
                  <a:pt x="10727" y="18935"/>
                </a:lnTo>
                <a:lnTo>
                  <a:pt x="17255" y="21552"/>
                </a:lnTo>
                <a:cubicBezTo>
                  <a:pt x="17334" y="21585"/>
                  <a:pt x="17420" y="21600"/>
                  <a:pt x="17504" y="21600"/>
                </a:cubicBezTo>
                <a:cubicBezTo>
                  <a:pt x="17619" y="21600"/>
                  <a:pt x="17733" y="21572"/>
                  <a:pt x="17834" y="21513"/>
                </a:cubicBezTo>
                <a:cubicBezTo>
                  <a:pt x="18012" y="21413"/>
                  <a:pt x="18135" y="21239"/>
                  <a:pt x="18169" y="21036"/>
                </a:cubicBezTo>
                <a:lnTo>
                  <a:pt x="21535" y="785"/>
                </a:lnTo>
                <a:cubicBezTo>
                  <a:pt x="21578" y="520"/>
                  <a:pt x="21461" y="254"/>
                  <a:pt x="21236" y="108"/>
                </a:cubicBezTo>
              </a:path>
            </a:pathLst>
          </a:custGeom>
          <a:solidFill>
            <a:srgbClr val="545454"/>
          </a:solidFill>
        </p:spPr>
        <p:txBody>
          <a:bodyPr lIns="0" tIns="0" rIns="0" bIns="0"/>
          <a:lstStyle/>
          <a:p>
            <a:pPr algn="l" defTabSz="457200">
              <a:defRPr sz="2400">
                <a:latin typeface="Helvetica"/>
                <a:ea typeface="Helvetica"/>
                <a:cs typeface="Helvetica"/>
                <a:sym typeface="Helvetica"/>
              </a:defRPr>
            </a:pPr>
          </a:p>
        </p:txBody>
      </p:sp>
      <p:sp>
        <p:nvSpPr>
          <p:cNvPr id="3988" name="Shape 3988"/>
          <p:cNvSpPr/>
          <p:nvPr/>
        </p:nvSpPr>
        <p:spPr>
          <a:xfrm>
            <a:off x="6096000" y="10302161"/>
            <a:ext cx="12217400" cy="1257301"/>
          </a:xfrm>
          <a:prstGeom prst="rect">
            <a:avLst/>
          </a:prstGeom>
          <a:ln w="12700"/>
          <a:extLst>
            <a:ext uri="{C572A759-6A51-4108-AA02-DFA0A04FC94B}">
              <ma14:wrappingTextBoxFlag xmlns:ma14="http://schemas.microsoft.com/office/mac/drawingml/2011/main" val="1"/>
            </a:ext>
          </a:extLst>
        </p:spPr>
        <p:txBody>
          <a:bodyPr lIns="76200" tIns="76200" rIns="76200" bIns="76200">
            <a:spAutoFit/>
          </a:bodyPr>
          <a:lstStyle>
            <a:lvl1pPr defTabSz="914400">
              <a:buClr>
                <a:srgbClr val="B5B5B5"/>
              </a:buClr>
              <a:defRPr sz="2400">
                <a:solidFill>
                  <a:srgbClr val="B5B5B5"/>
                </a:solidFill>
                <a:uFill>
                  <a:solidFill>
                    <a:srgbClr val="B5B5B5"/>
                  </a:solidFill>
                </a:uFill>
                <a:latin typeface="Calibri"/>
                <a:ea typeface="Calibri"/>
                <a:cs typeface="Calibri"/>
                <a:sym typeface="Calibri"/>
              </a:defRPr>
            </a:lvl1pPr>
          </a:lstStyle>
          <a:p>
            <a:pPr>
              <a:defRPr>
                <a:solidFill>
                  <a:srgbClr val="000000"/>
                </a:solidFill>
                <a:uFill>
                  <a:solidFill>
                    <a:srgbClr val="000000"/>
                  </a:solidFill>
                </a:uFill>
              </a:defRPr>
            </a:pPr>
            <a:r>
              <a:rPr>
                <a:solidFill>
                  <a:srgbClr val="B5B5B5"/>
                </a:solidFill>
                <a:uFill>
                  <a:solidFill>
                    <a:srgbClr val="B5B5B5"/>
                  </a:solidFill>
                </a:uFill>
              </a:rPr>
              <a:t>Jelly-o gingerbread oat cake pudding pastry biscuit tootsie roll. Jelly-o gingerbread oat cake pudding pastry biscuit tootsie roll. Jelly-o gingerbread oat cake pudding pastry biscuit tootsie roll. Jelly-o gingerbread oat cake pudding pastry biscuit tootsie roll. </a:t>
            </a:r>
          </a:p>
        </p:txBody>
      </p:sp>
      <p:sp>
        <p:nvSpPr>
          <p:cNvPr id="3989" name="Shape 3989"/>
          <p:cNvSpPr/>
          <p:nvPr/>
        </p:nvSpPr>
        <p:spPr>
          <a:xfrm>
            <a:off x="10455268" y="5672209"/>
            <a:ext cx="3473464" cy="3473465"/>
          </a:xfrm>
          <a:prstGeom prst="ellipse">
            <a:avLst/>
          </a:prstGeom>
          <a:solidFill>
            <a:srgbClr val="144973"/>
          </a:solidFill>
          <a:ln w="12700">
            <a:miter lim="400000"/>
          </a:ln>
        </p:spPr>
        <p:txBody>
          <a:bodyPr lIns="0" tIns="0" rIns="0" bIns="0"/>
          <a:lstStyle/>
          <a:p>
            <a:pPr algn="l" defTabSz="457200">
              <a:defRPr sz="2400">
                <a:latin typeface="Helvetica"/>
                <a:ea typeface="Helvetica"/>
                <a:cs typeface="Helvetica"/>
                <a:sym typeface="Helvetica"/>
              </a:defRPr>
            </a:pPr>
          </a:p>
        </p:txBody>
      </p:sp>
      <p:sp>
        <p:nvSpPr>
          <p:cNvPr id="3990" name="Shape 3990"/>
          <p:cNvSpPr/>
          <p:nvPr/>
        </p:nvSpPr>
        <p:spPr>
          <a:xfrm>
            <a:off x="11080750" y="6219124"/>
            <a:ext cx="2222501" cy="2222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68" y="5419"/>
                </a:moveTo>
                <a:cubicBezTo>
                  <a:pt x="4051" y="5419"/>
                  <a:pt x="4272" y="5506"/>
                  <a:pt x="4428" y="5687"/>
                </a:cubicBezTo>
                <a:cubicBezTo>
                  <a:pt x="4586" y="5866"/>
                  <a:pt x="4702" y="6079"/>
                  <a:pt x="4766" y="6326"/>
                </a:cubicBezTo>
                <a:cubicBezTo>
                  <a:pt x="4836" y="6574"/>
                  <a:pt x="4879" y="6836"/>
                  <a:pt x="4894" y="7107"/>
                </a:cubicBezTo>
                <a:cubicBezTo>
                  <a:pt x="4910" y="7377"/>
                  <a:pt x="4918" y="7596"/>
                  <a:pt x="4918" y="7760"/>
                </a:cubicBezTo>
                <a:lnTo>
                  <a:pt x="4918" y="9857"/>
                </a:lnTo>
                <a:cubicBezTo>
                  <a:pt x="4810" y="9929"/>
                  <a:pt x="4721" y="10015"/>
                  <a:pt x="4646" y="10110"/>
                </a:cubicBezTo>
                <a:cubicBezTo>
                  <a:pt x="4574" y="10208"/>
                  <a:pt x="4469" y="10257"/>
                  <a:pt x="4330" y="10257"/>
                </a:cubicBezTo>
                <a:lnTo>
                  <a:pt x="562" y="10257"/>
                </a:lnTo>
                <a:cubicBezTo>
                  <a:pt x="439" y="10257"/>
                  <a:pt x="338" y="10208"/>
                  <a:pt x="257" y="10110"/>
                </a:cubicBezTo>
                <a:cubicBezTo>
                  <a:pt x="178" y="10015"/>
                  <a:pt x="94" y="9929"/>
                  <a:pt x="0" y="9857"/>
                </a:cubicBezTo>
                <a:lnTo>
                  <a:pt x="0" y="7760"/>
                </a:lnTo>
                <a:cubicBezTo>
                  <a:pt x="0" y="7596"/>
                  <a:pt x="5" y="7377"/>
                  <a:pt x="12" y="7107"/>
                </a:cubicBezTo>
                <a:cubicBezTo>
                  <a:pt x="19" y="6836"/>
                  <a:pt x="58" y="6574"/>
                  <a:pt x="125" y="6326"/>
                </a:cubicBezTo>
                <a:cubicBezTo>
                  <a:pt x="197" y="6079"/>
                  <a:pt x="310" y="5866"/>
                  <a:pt x="466" y="5687"/>
                </a:cubicBezTo>
                <a:cubicBezTo>
                  <a:pt x="624" y="5509"/>
                  <a:pt x="842" y="5419"/>
                  <a:pt x="1123" y="5419"/>
                </a:cubicBezTo>
                <a:cubicBezTo>
                  <a:pt x="782" y="5152"/>
                  <a:pt x="509" y="4803"/>
                  <a:pt x="305" y="4377"/>
                </a:cubicBezTo>
                <a:cubicBezTo>
                  <a:pt x="103" y="3951"/>
                  <a:pt x="0" y="3470"/>
                  <a:pt x="0" y="2937"/>
                </a:cubicBezTo>
                <a:cubicBezTo>
                  <a:pt x="0" y="2540"/>
                  <a:pt x="65" y="2163"/>
                  <a:pt x="190" y="1806"/>
                </a:cubicBezTo>
                <a:cubicBezTo>
                  <a:pt x="317" y="1449"/>
                  <a:pt x="492" y="1135"/>
                  <a:pt x="718" y="861"/>
                </a:cubicBezTo>
                <a:cubicBezTo>
                  <a:pt x="943" y="590"/>
                  <a:pt x="1207" y="380"/>
                  <a:pt x="1505" y="228"/>
                </a:cubicBezTo>
                <a:cubicBezTo>
                  <a:pt x="1805" y="78"/>
                  <a:pt x="2119" y="0"/>
                  <a:pt x="2446" y="0"/>
                </a:cubicBezTo>
                <a:cubicBezTo>
                  <a:pt x="2794" y="0"/>
                  <a:pt x="3115" y="78"/>
                  <a:pt x="3413" y="228"/>
                </a:cubicBezTo>
                <a:cubicBezTo>
                  <a:pt x="3713" y="380"/>
                  <a:pt x="3970" y="590"/>
                  <a:pt x="4188" y="861"/>
                </a:cubicBezTo>
                <a:cubicBezTo>
                  <a:pt x="4406" y="1135"/>
                  <a:pt x="4584" y="1449"/>
                  <a:pt x="4716" y="1806"/>
                </a:cubicBezTo>
                <a:cubicBezTo>
                  <a:pt x="4850" y="2163"/>
                  <a:pt x="4918" y="2540"/>
                  <a:pt x="4918" y="2937"/>
                </a:cubicBezTo>
                <a:cubicBezTo>
                  <a:pt x="4918" y="3458"/>
                  <a:pt x="4814" y="3939"/>
                  <a:pt x="4603" y="4371"/>
                </a:cubicBezTo>
                <a:cubicBezTo>
                  <a:pt x="4392" y="4800"/>
                  <a:pt x="4116" y="5152"/>
                  <a:pt x="3768" y="5419"/>
                </a:cubicBezTo>
                <a:moveTo>
                  <a:pt x="18166" y="12063"/>
                </a:moveTo>
                <a:cubicBezTo>
                  <a:pt x="18672" y="12604"/>
                  <a:pt x="19070" y="13143"/>
                  <a:pt x="19356" y="13670"/>
                </a:cubicBezTo>
                <a:cubicBezTo>
                  <a:pt x="19642" y="14197"/>
                  <a:pt x="19788" y="14801"/>
                  <a:pt x="19788" y="15481"/>
                </a:cubicBezTo>
                <a:lnTo>
                  <a:pt x="19788" y="20817"/>
                </a:lnTo>
                <a:cubicBezTo>
                  <a:pt x="19694" y="20869"/>
                  <a:pt x="19620" y="20932"/>
                  <a:pt x="19558" y="20995"/>
                </a:cubicBezTo>
                <a:cubicBezTo>
                  <a:pt x="19498" y="21062"/>
                  <a:pt x="19426" y="21122"/>
                  <a:pt x="19344" y="21191"/>
                </a:cubicBezTo>
                <a:cubicBezTo>
                  <a:pt x="19262" y="21252"/>
                  <a:pt x="19174" y="21318"/>
                  <a:pt x="19075" y="21387"/>
                </a:cubicBezTo>
                <a:cubicBezTo>
                  <a:pt x="18977" y="21456"/>
                  <a:pt x="18835" y="21528"/>
                  <a:pt x="18662" y="21600"/>
                </a:cubicBezTo>
                <a:lnTo>
                  <a:pt x="2942" y="21600"/>
                </a:lnTo>
                <a:cubicBezTo>
                  <a:pt x="2676" y="21600"/>
                  <a:pt x="2467" y="21499"/>
                  <a:pt x="2318" y="21292"/>
                </a:cubicBezTo>
                <a:cubicBezTo>
                  <a:pt x="2167" y="21082"/>
                  <a:pt x="2004" y="20926"/>
                  <a:pt x="1819" y="20817"/>
                </a:cubicBezTo>
                <a:lnTo>
                  <a:pt x="1819" y="15481"/>
                </a:lnTo>
                <a:cubicBezTo>
                  <a:pt x="1819" y="14764"/>
                  <a:pt x="1990" y="14127"/>
                  <a:pt x="2335" y="13572"/>
                </a:cubicBezTo>
                <a:cubicBezTo>
                  <a:pt x="2678" y="13019"/>
                  <a:pt x="3053" y="12512"/>
                  <a:pt x="3461" y="12063"/>
                </a:cubicBezTo>
                <a:cubicBezTo>
                  <a:pt x="3535" y="11971"/>
                  <a:pt x="3634" y="11870"/>
                  <a:pt x="3754" y="11766"/>
                </a:cubicBezTo>
                <a:cubicBezTo>
                  <a:pt x="3874" y="11660"/>
                  <a:pt x="4001" y="11591"/>
                  <a:pt x="4138" y="11553"/>
                </a:cubicBezTo>
                <a:cubicBezTo>
                  <a:pt x="4277" y="11496"/>
                  <a:pt x="4433" y="11467"/>
                  <a:pt x="4610" y="11455"/>
                </a:cubicBezTo>
                <a:cubicBezTo>
                  <a:pt x="4786" y="11447"/>
                  <a:pt x="4956" y="11424"/>
                  <a:pt x="5126" y="11389"/>
                </a:cubicBezTo>
                <a:cubicBezTo>
                  <a:pt x="5594" y="11300"/>
                  <a:pt x="6091" y="11210"/>
                  <a:pt x="6622" y="11121"/>
                </a:cubicBezTo>
                <a:cubicBezTo>
                  <a:pt x="7150" y="11035"/>
                  <a:pt x="7666" y="10946"/>
                  <a:pt x="8172" y="10853"/>
                </a:cubicBezTo>
                <a:cubicBezTo>
                  <a:pt x="7483" y="10326"/>
                  <a:pt x="6929" y="9632"/>
                  <a:pt x="6514" y="8763"/>
                </a:cubicBezTo>
                <a:cubicBezTo>
                  <a:pt x="6094" y="7896"/>
                  <a:pt x="5885" y="6940"/>
                  <a:pt x="5885" y="5903"/>
                </a:cubicBezTo>
                <a:cubicBezTo>
                  <a:pt x="5885" y="5097"/>
                  <a:pt x="6017" y="4331"/>
                  <a:pt x="6276" y="3608"/>
                </a:cubicBezTo>
                <a:cubicBezTo>
                  <a:pt x="6535" y="2885"/>
                  <a:pt x="6888" y="2261"/>
                  <a:pt x="7332" y="1734"/>
                </a:cubicBezTo>
                <a:cubicBezTo>
                  <a:pt x="7778" y="1204"/>
                  <a:pt x="8299" y="786"/>
                  <a:pt x="8894" y="472"/>
                </a:cubicBezTo>
                <a:cubicBezTo>
                  <a:pt x="9494" y="159"/>
                  <a:pt x="10126" y="3"/>
                  <a:pt x="10802" y="3"/>
                </a:cubicBezTo>
                <a:cubicBezTo>
                  <a:pt x="11477" y="3"/>
                  <a:pt x="12113" y="159"/>
                  <a:pt x="12710" y="472"/>
                </a:cubicBezTo>
                <a:cubicBezTo>
                  <a:pt x="13308" y="786"/>
                  <a:pt x="13826" y="1204"/>
                  <a:pt x="14273" y="1734"/>
                </a:cubicBezTo>
                <a:cubicBezTo>
                  <a:pt x="14717" y="2261"/>
                  <a:pt x="15067" y="2885"/>
                  <a:pt x="15329" y="3608"/>
                </a:cubicBezTo>
                <a:cubicBezTo>
                  <a:pt x="15590" y="4331"/>
                  <a:pt x="15720" y="5097"/>
                  <a:pt x="15720" y="5903"/>
                </a:cubicBezTo>
                <a:cubicBezTo>
                  <a:pt x="15720" y="6940"/>
                  <a:pt x="15514" y="7890"/>
                  <a:pt x="15101" y="8757"/>
                </a:cubicBezTo>
                <a:cubicBezTo>
                  <a:pt x="14686" y="9621"/>
                  <a:pt x="14129" y="10321"/>
                  <a:pt x="13433" y="10853"/>
                </a:cubicBezTo>
                <a:cubicBezTo>
                  <a:pt x="13937" y="10946"/>
                  <a:pt x="14453" y="11032"/>
                  <a:pt x="14978" y="11115"/>
                </a:cubicBezTo>
                <a:cubicBezTo>
                  <a:pt x="15504" y="11199"/>
                  <a:pt x="16006" y="11288"/>
                  <a:pt x="16478" y="11389"/>
                </a:cubicBezTo>
                <a:cubicBezTo>
                  <a:pt x="16654" y="11426"/>
                  <a:pt x="16826" y="11449"/>
                  <a:pt x="16994" y="11455"/>
                </a:cubicBezTo>
                <a:cubicBezTo>
                  <a:pt x="17162" y="11467"/>
                  <a:pt x="17323" y="11496"/>
                  <a:pt x="17467" y="11553"/>
                </a:cubicBezTo>
                <a:cubicBezTo>
                  <a:pt x="17604" y="11591"/>
                  <a:pt x="17731" y="11660"/>
                  <a:pt x="17851" y="11766"/>
                </a:cubicBezTo>
                <a:cubicBezTo>
                  <a:pt x="17966" y="11870"/>
                  <a:pt x="18074" y="11971"/>
                  <a:pt x="18166" y="12063"/>
                </a:cubicBezTo>
                <a:moveTo>
                  <a:pt x="20474" y="5419"/>
                </a:moveTo>
                <a:cubicBezTo>
                  <a:pt x="20758" y="5419"/>
                  <a:pt x="20974" y="5506"/>
                  <a:pt x="21125" y="5687"/>
                </a:cubicBezTo>
                <a:cubicBezTo>
                  <a:pt x="21271" y="5866"/>
                  <a:pt x="21382" y="6079"/>
                  <a:pt x="21449" y="6326"/>
                </a:cubicBezTo>
                <a:cubicBezTo>
                  <a:pt x="21521" y="6574"/>
                  <a:pt x="21562" y="6836"/>
                  <a:pt x="21576" y="7107"/>
                </a:cubicBezTo>
                <a:cubicBezTo>
                  <a:pt x="21593" y="7377"/>
                  <a:pt x="21600" y="7596"/>
                  <a:pt x="21600" y="7760"/>
                </a:cubicBezTo>
                <a:lnTo>
                  <a:pt x="21600" y="9857"/>
                </a:lnTo>
                <a:cubicBezTo>
                  <a:pt x="21509" y="9929"/>
                  <a:pt x="21422" y="10015"/>
                  <a:pt x="21341" y="10110"/>
                </a:cubicBezTo>
                <a:cubicBezTo>
                  <a:pt x="21262" y="10208"/>
                  <a:pt x="21158" y="10257"/>
                  <a:pt x="21036" y="10257"/>
                </a:cubicBezTo>
                <a:lnTo>
                  <a:pt x="17268" y="10257"/>
                </a:lnTo>
                <a:cubicBezTo>
                  <a:pt x="17131" y="10257"/>
                  <a:pt x="17023" y="10208"/>
                  <a:pt x="16954" y="10110"/>
                </a:cubicBezTo>
                <a:cubicBezTo>
                  <a:pt x="16879" y="10015"/>
                  <a:pt x="16790" y="9929"/>
                  <a:pt x="16682" y="9857"/>
                </a:cubicBezTo>
                <a:lnTo>
                  <a:pt x="16682" y="7760"/>
                </a:lnTo>
                <a:cubicBezTo>
                  <a:pt x="16682" y="7596"/>
                  <a:pt x="16692" y="7377"/>
                  <a:pt x="16706" y="7107"/>
                </a:cubicBezTo>
                <a:cubicBezTo>
                  <a:pt x="16721" y="6836"/>
                  <a:pt x="16766" y="6574"/>
                  <a:pt x="16836" y="6326"/>
                </a:cubicBezTo>
                <a:cubicBezTo>
                  <a:pt x="16913" y="6079"/>
                  <a:pt x="17023" y="5866"/>
                  <a:pt x="17184" y="5687"/>
                </a:cubicBezTo>
                <a:cubicBezTo>
                  <a:pt x="17338" y="5509"/>
                  <a:pt x="17556" y="5419"/>
                  <a:pt x="17830" y="5419"/>
                </a:cubicBezTo>
                <a:cubicBezTo>
                  <a:pt x="17489" y="5152"/>
                  <a:pt x="17210" y="4803"/>
                  <a:pt x="16999" y="4377"/>
                </a:cubicBezTo>
                <a:cubicBezTo>
                  <a:pt x="16788" y="3951"/>
                  <a:pt x="16682" y="3470"/>
                  <a:pt x="16682" y="2937"/>
                </a:cubicBezTo>
                <a:cubicBezTo>
                  <a:pt x="16682" y="2540"/>
                  <a:pt x="16745" y="2163"/>
                  <a:pt x="16872" y="1806"/>
                </a:cubicBezTo>
                <a:cubicBezTo>
                  <a:pt x="16999" y="1449"/>
                  <a:pt x="17174" y="1135"/>
                  <a:pt x="17400" y="861"/>
                </a:cubicBezTo>
                <a:cubicBezTo>
                  <a:pt x="17626" y="590"/>
                  <a:pt x="17890" y="380"/>
                  <a:pt x="18187" y="228"/>
                </a:cubicBezTo>
                <a:cubicBezTo>
                  <a:pt x="18487" y="78"/>
                  <a:pt x="18809" y="0"/>
                  <a:pt x="19152" y="0"/>
                </a:cubicBezTo>
                <a:cubicBezTo>
                  <a:pt x="19481" y="0"/>
                  <a:pt x="19795" y="78"/>
                  <a:pt x="20095" y="228"/>
                </a:cubicBezTo>
                <a:cubicBezTo>
                  <a:pt x="20395" y="380"/>
                  <a:pt x="20657" y="590"/>
                  <a:pt x="20882" y="861"/>
                </a:cubicBezTo>
                <a:cubicBezTo>
                  <a:pt x="21108" y="1135"/>
                  <a:pt x="21286" y="1449"/>
                  <a:pt x="21413" y="1806"/>
                </a:cubicBezTo>
                <a:cubicBezTo>
                  <a:pt x="21538" y="2163"/>
                  <a:pt x="21600" y="2540"/>
                  <a:pt x="21600" y="2937"/>
                </a:cubicBezTo>
                <a:cubicBezTo>
                  <a:pt x="21600" y="3458"/>
                  <a:pt x="21499" y="3939"/>
                  <a:pt x="21295" y="4371"/>
                </a:cubicBezTo>
                <a:cubicBezTo>
                  <a:pt x="21094" y="4800"/>
                  <a:pt x="20820" y="5152"/>
                  <a:pt x="20474" y="5419"/>
                </a:cubicBezTo>
              </a:path>
            </a:pathLst>
          </a:custGeom>
          <a:solidFill>
            <a:srgbClr val="FFFFFF"/>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3984"/>
                                        </p:tgtEl>
                                        <p:attrNameLst>
                                          <p:attrName>style.visibility</p:attrName>
                                        </p:attrNameLst>
                                      </p:cBhvr>
                                      <p:to>
                                        <p:strVal val="visible"/>
                                      </p:to>
                                    </p:set>
                                    <p:animEffect filter="wipe(up)" transition="in">
                                      <p:cBhvr>
                                        <p:cTn id="7" dur="500"/>
                                        <p:tgtEl>
                                          <p:spTgt spid="3984"/>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3987"/>
                                        </p:tgtEl>
                                        <p:attrNameLst>
                                          <p:attrName>style.visibility</p:attrName>
                                        </p:attrNameLst>
                                      </p:cBhvr>
                                      <p:to>
                                        <p:strVal val="visible"/>
                                      </p:to>
                                    </p:set>
                                    <p:animEffect filter="dissolve" transition="in">
                                      <p:cBhvr>
                                        <p:cTn id="11" dur="1000"/>
                                        <p:tgtEl>
                                          <p:spTgt spid="3987"/>
                                        </p:tgtEl>
                                      </p:cBhvr>
                                    </p:animEffect>
                                  </p:childTnLst>
                                </p:cTn>
                              </p:par>
                            </p:childTnLst>
                          </p:cTn>
                        </p:par>
                        <p:par>
                          <p:cTn id="12" fill="hold">
                            <p:stCondLst>
                              <p:cond delay="0"/>
                            </p:stCondLst>
                            <p:childTnLst>
                              <p:par>
                                <p:cTn id="13" presetClass="path" nodeType="afterEffect" presetSubtype="0" presetID="-1" grpId="3" accel="50000" decel="50000" fill="hold">
                                  <p:stCondLst>
                                    <p:cond delay="0"/>
                                  </p:stCondLst>
                                  <p:childTnLst>
                                    <p:animMotion path="M 0.000000 0.000000 C 0.011200 -0.023150 0.017580 -0.041440 0.038410 -0.041900 C 0.059110 -0.042600 0.085030 -0.021300 0.095310 -0.026390 C 0.103840 -0.021530 0.123112 -0.044680 0.139537 -0.074138 C 0.155961 -0.103596 0.169537 -0.139362 0.166674 -0.159734" origin="layout" pathEditMode="relative">
                                      <p:cBhvr>
                                        <p:cTn id="14" dur="1500" fill="hold"/>
                                        <p:tgtEl>
                                          <p:spTgt spid="3987"/>
                                        </p:tgtEl>
                                        <p:attrNameLst>
                                          <p:attrName>ppt_x</p:attrName>
                                          <p:attrName>ppt_y</p:attrName>
                                        </p:attrNameLst>
                                      </p:cBhvr>
                                    </p:animMotion>
                                  </p:childTnLst>
                                </p:cTn>
                              </p:par>
                            </p:childTnLst>
                          </p:cTn>
                        </p:par>
                        <p:par>
                          <p:cTn id="15" fill="hold">
                            <p:stCondLst>
                              <p:cond delay="1500"/>
                            </p:stCondLst>
                            <p:childTnLst>
                              <p:par>
                                <p:cTn id="16" presetClass="entr" nodeType="afterEffect" presetSubtype="8" presetID="22" grpId="4" fill="hold">
                                  <p:stCondLst>
                                    <p:cond delay="500"/>
                                  </p:stCondLst>
                                  <p:iterate type="el" backwards="0">
                                    <p:tmAbs val="0"/>
                                  </p:iterate>
                                  <p:childTnLst>
                                    <p:set>
                                      <p:cBhvr>
                                        <p:cTn id="17" fill="hold"/>
                                        <p:tgtEl>
                                          <p:spTgt spid="3986"/>
                                        </p:tgtEl>
                                        <p:attrNameLst>
                                          <p:attrName>style.visibility</p:attrName>
                                        </p:attrNameLst>
                                      </p:cBhvr>
                                      <p:to>
                                        <p:strVal val="visible"/>
                                      </p:to>
                                    </p:set>
                                    <p:animEffect filter="wipe(left)" transition="in">
                                      <p:cBhvr>
                                        <p:cTn id="18" dur="1000"/>
                                        <p:tgtEl>
                                          <p:spTgt spid="3986"/>
                                        </p:tgtEl>
                                      </p:cBhvr>
                                    </p:animEffect>
                                  </p:childTnLst>
                                </p:cTn>
                              </p:par>
                            </p:childTnLst>
                          </p:cTn>
                        </p:par>
                        <p:par>
                          <p:cTn id="19" fill="hold">
                            <p:stCondLst>
                              <p:cond delay="3000"/>
                            </p:stCondLst>
                            <p:childTnLst>
                              <p:par>
                                <p:cTn id="20" presetClass="entr" nodeType="afterEffect" presetID="9" grpId="5" fill="hold">
                                  <p:stCondLst>
                                    <p:cond delay="0"/>
                                  </p:stCondLst>
                                  <p:iterate type="el" backwards="0">
                                    <p:tmAbs val="0"/>
                                  </p:iterate>
                                  <p:childTnLst>
                                    <p:set>
                                      <p:cBhvr>
                                        <p:cTn id="21" fill="hold"/>
                                        <p:tgtEl>
                                          <p:spTgt spid="3985"/>
                                        </p:tgtEl>
                                        <p:attrNameLst>
                                          <p:attrName>style.visibility</p:attrName>
                                        </p:attrNameLst>
                                      </p:cBhvr>
                                      <p:to>
                                        <p:strVal val="visible"/>
                                      </p:to>
                                    </p:set>
                                    <p:animEffect filter="dissolve" transition="in">
                                      <p:cBhvr>
                                        <p:cTn id="22" dur="500"/>
                                        <p:tgtEl>
                                          <p:spTgt spid="3985"/>
                                        </p:tgtEl>
                                      </p:cBhvr>
                                    </p:animEffect>
                                  </p:childTnLst>
                                </p:cTn>
                              </p:par>
                            </p:childTnLst>
                          </p:cTn>
                        </p:par>
                        <p:par>
                          <p:cTn id="23" fill="hold">
                            <p:stCondLst>
                              <p:cond delay="3500"/>
                            </p:stCondLst>
                            <p:childTnLst>
                              <p:par>
                                <p:cTn id="24" presetClass="entr" nodeType="afterEffect" presetSubtype="1" presetID="22" grpId="6" fill="hold">
                                  <p:stCondLst>
                                    <p:cond delay="0"/>
                                  </p:stCondLst>
                                  <p:iterate type="el" backwards="0">
                                    <p:tmAbs val="0"/>
                                  </p:iterate>
                                  <p:childTnLst>
                                    <p:set>
                                      <p:cBhvr>
                                        <p:cTn id="25" fill="hold"/>
                                        <p:tgtEl>
                                          <p:spTgt spid="3988"/>
                                        </p:tgtEl>
                                        <p:attrNameLst>
                                          <p:attrName>style.visibility</p:attrName>
                                        </p:attrNameLst>
                                      </p:cBhvr>
                                      <p:to>
                                        <p:strVal val="visible"/>
                                      </p:to>
                                    </p:set>
                                    <p:animEffect filter="wipe(up)" transition="in">
                                      <p:cBhvr>
                                        <p:cTn id="26" dur="500"/>
                                        <p:tgtEl>
                                          <p:spTgt spid="398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3985" grpId="5"/>
      <p:bldP build="whole" bldLvl="1" animBg="1" rev="0" advAuto="0" spid="3986" grpId="4"/>
      <p:bldP build="whole" bldLvl="1" animBg="1" rev="0" advAuto="0" spid="3987" grpId="2"/>
      <p:bldP build="whole" bldLvl="1" animBg="1" rev="0" advAuto="0" spid="3988" grpId="6"/>
      <p:bldP build="whole" bldLvl="1" animBg="1" rev="0" advAuto="0" spid="3984" grpId="1"/>
    </p:bldLst>
  </p:timing>
</p:sld>
</file>

<file path=ppt/slides/slide121.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FFFFFF"/>
        </a:solidFill>
      </p:bgPr>
    </p:bg>
    <p:spTree>
      <p:nvGrpSpPr>
        <p:cNvPr id="1" name=""/>
        <p:cNvGrpSpPr/>
        <p:nvPr/>
      </p:nvGrpSpPr>
      <p:grpSpPr>
        <a:xfrm>
          <a:off x="0" y="0"/>
          <a:ext cx="0" cy="0"/>
          <a:chOff x="0" y="0"/>
          <a:chExt cx="0" cy="0"/>
        </a:xfrm>
      </p:grpSpPr>
      <p:grpSp>
        <p:nvGrpSpPr>
          <p:cNvPr id="3996" name="Group 3996"/>
          <p:cNvGrpSpPr/>
          <p:nvPr/>
        </p:nvGrpSpPr>
        <p:grpSpPr>
          <a:xfrm>
            <a:off x="16314771" y="4218760"/>
            <a:ext cx="2726739" cy="2597495"/>
            <a:chOff x="0" y="20483"/>
            <a:chExt cx="2726738" cy="2597494"/>
          </a:xfrm>
        </p:grpSpPr>
        <p:sp>
          <p:nvSpPr>
            <p:cNvPr id="3992" name="Shape 3992"/>
            <p:cNvSpPr/>
            <p:nvPr/>
          </p:nvSpPr>
          <p:spPr>
            <a:xfrm>
              <a:off x="943399" y="20483"/>
              <a:ext cx="207479" cy="2597475"/>
            </a:xfrm>
            <a:prstGeom prst="rect">
              <a:avLst/>
            </a:prstGeom>
            <a:solidFill>
              <a:srgbClr val="BF73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3993" name="Shape 3993"/>
            <p:cNvSpPr/>
            <p:nvPr/>
          </p:nvSpPr>
          <p:spPr>
            <a:xfrm>
              <a:off x="2068464" y="20503"/>
              <a:ext cx="207479" cy="2597475"/>
            </a:xfrm>
            <a:prstGeom prst="rect">
              <a:avLst/>
            </a:prstGeom>
            <a:solidFill>
              <a:srgbClr val="BF73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3994" name="Shape 3994"/>
            <p:cNvSpPr/>
            <p:nvPr/>
          </p:nvSpPr>
          <p:spPr>
            <a:xfrm>
              <a:off x="647443" y="91560"/>
              <a:ext cx="1857815" cy="5585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9704" y="0"/>
                  </a:lnTo>
                  <a:lnTo>
                    <a:pt x="21600" y="10800"/>
                  </a:lnTo>
                  <a:lnTo>
                    <a:pt x="19704" y="21600"/>
                  </a:lnTo>
                  <a:lnTo>
                    <a:pt x="0" y="21600"/>
                  </a:lnTo>
                  <a:close/>
                </a:path>
              </a:pathLst>
            </a:custGeom>
            <a:solidFill>
              <a:srgbClr val="FF99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3995" name="Shape 3995"/>
            <p:cNvSpPr/>
            <p:nvPr/>
          </p:nvSpPr>
          <p:spPr>
            <a:xfrm flipH="1">
              <a:off x="0" y="848116"/>
              <a:ext cx="2726739" cy="659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0074" y="0"/>
                  </a:lnTo>
                  <a:lnTo>
                    <a:pt x="21600" y="10800"/>
                  </a:lnTo>
                  <a:lnTo>
                    <a:pt x="20074" y="21600"/>
                  </a:lnTo>
                  <a:lnTo>
                    <a:pt x="0" y="21600"/>
                  </a:lnTo>
                  <a:close/>
                </a:path>
              </a:pathLst>
            </a:custGeom>
            <a:solidFill>
              <a:srgbClr val="FF99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3997" name="Shape 3997"/>
          <p:cNvSpPr/>
          <p:nvPr/>
        </p:nvSpPr>
        <p:spPr>
          <a:xfrm>
            <a:off x="0" y="6785346"/>
            <a:ext cx="24384000" cy="6930653"/>
          </a:xfrm>
          <a:prstGeom prst="rect">
            <a:avLst/>
          </a:prstGeom>
          <a:solidFill>
            <a:srgbClr val="144973"/>
          </a:solidFill>
          <a:ln w="12700">
            <a:miter lim="400000"/>
          </a:ln>
        </p:spPr>
        <p:txBody>
          <a:bodyPr tIns="91439" bIns="91439" anchor="ctr"/>
          <a:lstStyle/>
          <a:p>
            <a:pPr defTabSz="914400">
              <a:defRPr sz="3600">
                <a:solidFill>
                  <a:srgbClr val="FFFFFF"/>
                </a:solidFill>
                <a:latin typeface="Calibri"/>
                <a:ea typeface="Calibri"/>
                <a:cs typeface="Calibri"/>
                <a:sym typeface="Calibri"/>
              </a:defRPr>
            </a:pPr>
          </a:p>
        </p:txBody>
      </p:sp>
      <p:grpSp>
        <p:nvGrpSpPr>
          <p:cNvPr id="4007" name="Group 4007"/>
          <p:cNvGrpSpPr/>
          <p:nvPr/>
        </p:nvGrpSpPr>
        <p:grpSpPr>
          <a:xfrm>
            <a:off x="7139251" y="6785346"/>
            <a:ext cx="11468499" cy="6474705"/>
            <a:chOff x="0" y="0"/>
            <a:chExt cx="11468497" cy="6474704"/>
          </a:xfrm>
        </p:grpSpPr>
        <p:grpSp>
          <p:nvGrpSpPr>
            <p:cNvPr id="4000" name="Group 4000"/>
            <p:cNvGrpSpPr/>
            <p:nvPr/>
          </p:nvGrpSpPr>
          <p:grpSpPr>
            <a:xfrm>
              <a:off x="10118439" y="0"/>
              <a:ext cx="1333501" cy="4157921"/>
              <a:chOff x="0" y="0"/>
              <a:chExt cx="1333500" cy="4157920"/>
            </a:xfrm>
          </p:grpSpPr>
          <p:sp>
            <p:nvSpPr>
              <p:cNvPr id="3998" name="Shape 3998"/>
              <p:cNvSpPr/>
              <p:nvPr/>
            </p:nvSpPr>
            <p:spPr>
              <a:xfrm flipH="1">
                <a:off x="0" y="0"/>
                <a:ext cx="1333500" cy="4157921"/>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3999" name="Shape 3999"/>
              <p:cNvSpPr/>
              <p:nvPr/>
            </p:nvSpPr>
            <p:spPr>
              <a:xfrm flipH="1">
                <a:off x="669290" y="0"/>
                <a:ext cx="1" cy="4157921"/>
              </a:xfrm>
              <a:prstGeom prst="line">
                <a:avLst/>
              </a:prstGeom>
              <a:solidFill>
                <a:srgbClr val="404040"/>
              </a:solidFill>
              <a:ln w="1524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003" name="Group 4003"/>
            <p:cNvGrpSpPr/>
            <p:nvPr/>
          </p:nvGrpSpPr>
          <p:grpSpPr>
            <a:xfrm>
              <a:off x="0" y="5141204"/>
              <a:ext cx="9161290" cy="1333501"/>
              <a:chOff x="0" y="0"/>
              <a:chExt cx="9161289" cy="1333500"/>
            </a:xfrm>
          </p:grpSpPr>
          <p:sp>
            <p:nvSpPr>
              <p:cNvPr id="4001" name="Shape 4001"/>
              <p:cNvSpPr/>
              <p:nvPr/>
            </p:nvSpPr>
            <p:spPr>
              <a:xfrm flipH="1" rot="16200000">
                <a:off x="3913259" y="-3913260"/>
                <a:ext cx="1333501" cy="9160020"/>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02" name="Shape 4002"/>
              <p:cNvSpPr/>
              <p:nvPr/>
            </p:nvSpPr>
            <p:spPr>
              <a:xfrm>
                <a:off x="1270" y="665480"/>
                <a:ext cx="9160020" cy="1"/>
              </a:xfrm>
              <a:prstGeom prst="line">
                <a:avLst/>
              </a:prstGeom>
              <a:solidFill>
                <a:srgbClr val="404040"/>
              </a:solidFill>
              <a:ln w="1524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006" name="Group 4006"/>
            <p:cNvGrpSpPr/>
            <p:nvPr/>
          </p:nvGrpSpPr>
          <p:grpSpPr>
            <a:xfrm>
              <a:off x="9127517" y="4150224"/>
              <a:ext cx="2340982" cy="2324421"/>
              <a:chOff x="0" y="0"/>
              <a:chExt cx="2340980" cy="2324420"/>
            </a:xfrm>
          </p:grpSpPr>
          <p:sp>
            <p:nvSpPr>
              <p:cNvPr id="4004" name="Shape 4004"/>
              <p:cNvSpPr/>
              <p:nvPr/>
            </p:nvSpPr>
            <p:spPr>
              <a:xfrm flipH="1" rot="10800000">
                <a:off x="0" y="0"/>
                <a:ext cx="2340980"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 y="0"/>
                    </a:moveTo>
                    <a:cubicBezTo>
                      <a:pt x="11998" y="0"/>
                      <a:pt x="21600" y="9671"/>
                      <a:pt x="21600" y="21600"/>
                    </a:cubicBezTo>
                    <a:lnTo>
                      <a:pt x="9157" y="21599"/>
                    </a:lnTo>
                    <a:cubicBezTo>
                      <a:pt x="9157" y="16506"/>
                      <a:pt x="5057" y="12378"/>
                      <a:pt x="0" y="12378"/>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05" name="Shape 4005"/>
              <p:cNvSpPr/>
              <p:nvPr/>
            </p:nvSpPr>
            <p:spPr>
              <a:xfrm flipH="1" rot="10800000">
                <a:off x="171769" y="214160"/>
                <a:ext cx="1443013" cy="14430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929" y="0"/>
                      <a:pt x="21600" y="9671"/>
                      <a:pt x="21600" y="21600"/>
                    </a:cubicBezTo>
                  </a:path>
                </a:pathLst>
              </a:custGeom>
              <a:noFill/>
              <a:ln w="1524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grpSp>
        <p:nvGrpSpPr>
          <p:cNvPr id="4024" name="Group 4024"/>
          <p:cNvGrpSpPr/>
          <p:nvPr/>
        </p:nvGrpSpPr>
        <p:grpSpPr>
          <a:xfrm>
            <a:off x="11890361" y="9939345"/>
            <a:ext cx="4107397" cy="3598856"/>
            <a:chOff x="0" y="0"/>
            <a:chExt cx="4107395" cy="3598854"/>
          </a:xfrm>
        </p:grpSpPr>
        <p:grpSp>
          <p:nvGrpSpPr>
            <p:cNvPr id="4016" name="Group 4016"/>
            <p:cNvGrpSpPr/>
            <p:nvPr/>
          </p:nvGrpSpPr>
          <p:grpSpPr>
            <a:xfrm>
              <a:off x="50578" y="194705"/>
              <a:ext cx="4028543" cy="357585"/>
              <a:chOff x="0" y="0"/>
              <a:chExt cx="4028542" cy="357584"/>
            </a:xfrm>
          </p:grpSpPr>
          <p:grpSp>
            <p:nvGrpSpPr>
              <p:cNvPr id="4010" name="Group 4010"/>
              <p:cNvGrpSpPr/>
              <p:nvPr/>
            </p:nvGrpSpPr>
            <p:grpSpPr>
              <a:xfrm>
                <a:off x="0" y="20226"/>
                <a:ext cx="527565" cy="309835"/>
                <a:chOff x="0" y="0"/>
                <a:chExt cx="527564" cy="309834"/>
              </a:xfrm>
            </p:grpSpPr>
            <p:sp>
              <p:nvSpPr>
                <p:cNvPr id="4008" name="Shape 4008"/>
                <p:cNvSpPr/>
                <p:nvPr/>
              </p:nvSpPr>
              <p:spPr>
                <a:xfrm>
                  <a:off x="0" y="3798"/>
                  <a:ext cx="306037" cy="306037"/>
                </a:xfrm>
                <a:prstGeom prst="line">
                  <a:avLst/>
                </a:prstGeom>
                <a:noFill/>
                <a:ln w="508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09" name="Shape 4009"/>
                <p:cNvSpPr/>
                <p:nvPr/>
              </p:nvSpPr>
              <p:spPr>
                <a:xfrm flipV="1">
                  <a:off x="221528" y="0"/>
                  <a:ext cx="306037" cy="306037"/>
                </a:xfrm>
                <a:prstGeom prst="line">
                  <a:avLst/>
                </a:prstGeom>
                <a:noFill/>
                <a:ln w="508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013" name="Group 4013"/>
              <p:cNvGrpSpPr/>
              <p:nvPr/>
            </p:nvGrpSpPr>
            <p:grpSpPr>
              <a:xfrm>
                <a:off x="3500978" y="20226"/>
                <a:ext cx="527565" cy="309835"/>
                <a:chOff x="0" y="0"/>
                <a:chExt cx="527564" cy="309834"/>
              </a:xfrm>
            </p:grpSpPr>
            <p:sp>
              <p:nvSpPr>
                <p:cNvPr id="4011" name="Shape 4011"/>
                <p:cNvSpPr/>
                <p:nvPr/>
              </p:nvSpPr>
              <p:spPr>
                <a:xfrm>
                  <a:off x="0" y="3798"/>
                  <a:ext cx="306037" cy="306037"/>
                </a:xfrm>
                <a:prstGeom prst="line">
                  <a:avLst/>
                </a:prstGeom>
                <a:noFill/>
                <a:ln w="508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12" name="Shape 4012"/>
                <p:cNvSpPr/>
                <p:nvPr/>
              </p:nvSpPr>
              <p:spPr>
                <a:xfrm flipV="1">
                  <a:off x="221528" y="0"/>
                  <a:ext cx="306037" cy="306037"/>
                </a:xfrm>
                <a:prstGeom prst="line">
                  <a:avLst/>
                </a:prstGeom>
                <a:noFill/>
                <a:ln w="508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sp>
            <p:nvSpPr>
              <p:cNvPr id="4014" name="Shape 4014"/>
              <p:cNvSpPr/>
              <p:nvPr/>
            </p:nvSpPr>
            <p:spPr>
              <a:xfrm>
                <a:off x="64872" y="266146"/>
                <a:ext cx="3888001" cy="91439"/>
              </a:xfrm>
              <a:prstGeom prst="rect">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15" name="Shape 4015"/>
              <p:cNvSpPr/>
              <p:nvPr/>
            </p:nvSpPr>
            <p:spPr>
              <a:xfrm>
                <a:off x="64872" y="0"/>
                <a:ext cx="3888001" cy="91439"/>
              </a:xfrm>
              <a:prstGeom prst="rect">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017" name="Shape 4017"/>
            <p:cNvSpPr/>
            <p:nvPr/>
          </p:nvSpPr>
          <p:spPr>
            <a:xfrm>
              <a:off x="441110" y="-1"/>
              <a:ext cx="3247477" cy="746997"/>
            </a:xfrm>
            <a:prstGeom prst="roundRect">
              <a:avLst>
                <a:gd name="adj" fmla="val 6801"/>
              </a:avLst>
            </a:prstGeom>
            <a:solidFill>
              <a:srgbClr val="41C2CB"/>
            </a:solidFill>
            <a:ln w="101600" cap="flat">
              <a:solidFill>
                <a:srgbClr val="FFFFFF"/>
              </a:solidFill>
              <a:prstDash val="solid"/>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18" name="Shape 4018"/>
            <p:cNvSpPr/>
            <p:nvPr/>
          </p:nvSpPr>
          <p:spPr>
            <a:xfrm>
              <a:off x="3981375" y="70853"/>
              <a:ext cx="108001" cy="3528002"/>
            </a:xfrm>
            <a:prstGeom prst="roundRect">
              <a:avLst>
                <a:gd name="adj" fmla="val 11759"/>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19" name="Shape 4019"/>
            <p:cNvSpPr/>
            <p:nvPr/>
          </p:nvSpPr>
          <p:spPr>
            <a:xfrm>
              <a:off x="14148" y="70851"/>
              <a:ext cx="91439" cy="1916352"/>
            </a:xfrm>
            <a:prstGeom prst="roundRect">
              <a:avLst>
                <a:gd name="adj" fmla="val 13889"/>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20" name="Shape 4020"/>
            <p:cNvSpPr/>
            <p:nvPr/>
          </p:nvSpPr>
          <p:spPr>
            <a:xfrm>
              <a:off x="0" y="190041"/>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21" name="Shape 4021"/>
            <p:cNvSpPr/>
            <p:nvPr/>
          </p:nvSpPr>
          <p:spPr>
            <a:xfrm>
              <a:off x="0" y="449349"/>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22" name="Shape 4022"/>
            <p:cNvSpPr/>
            <p:nvPr/>
          </p:nvSpPr>
          <p:spPr>
            <a:xfrm>
              <a:off x="3977795" y="190041"/>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23" name="Shape 4023"/>
            <p:cNvSpPr/>
            <p:nvPr/>
          </p:nvSpPr>
          <p:spPr>
            <a:xfrm>
              <a:off x="3977795" y="449349"/>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027" name="Group 4027"/>
          <p:cNvGrpSpPr/>
          <p:nvPr/>
        </p:nvGrpSpPr>
        <p:grpSpPr>
          <a:xfrm>
            <a:off x="4846546" y="11926330"/>
            <a:ext cx="2324420" cy="4648841"/>
            <a:chOff x="0" y="0"/>
            <a:chExt cx="2324419" cy="4648839"/>
          </a:xfrm>
        </p:grpSpPr>
        <p:sp>
          <p:nvSpPr>
            <p:cNvPr id="4025" name="Shape 4025"/>
            <p:cNvSpPr/>
            <p:nvPr/>
          </p:nvSpPr>
          <p:spPr>
            <a:xfrm rot="16200000">
              <a:off x="-1162210" y="1162210"/>
              <a:ext cx="4648840"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71"/>
                    <a:pt x="4835" y="0"/>
                    <a:pt x="10800" y="0"/>
                  </a:cubicBezTo>
                  <a:cubicBezTo>
                    <a:pt x="16765" y="0"/>
                    <a:pt x="21600" y="9671"/>
                    <a:pt x="21600" y="21600"/>
                  </a:cubicBezTo>
                  <a:lnTo>
                    <a:pt x="15410" y="21305"/>
                  </a:lnTo>
                  <a:cubicBezTo>
                    <a:pt x="15410" y="16212"/>
                    <a:pt x="13346" y="12083"/>
                    <a:pt x="10799" y="12083"/>
                  </a:cubicBezTo>
                  <a:cubicBezTo>
                    <a:pt x="8252" y="12083"/>
                    <a:pt x="6188" y="16212"/>
                    <a:pt x="6188" y="21305"/>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26" name="Shape 4026"/>
            <p:cNvSpPr/>
            <p:nvPr/>
          </p:nvSpPr>
          <p:spPr>
            <a:xfrm rot="16200000">
              <a:off x="-174164" y="1528964"/>
              <a:ext cx="3210612" cy="1616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71"/>
                    <a:pt x="4868" y="0"/>
                    <a:pt x="10874" y="0"/>
                  </a:cubicBezTo>
                  <a:cubicBezTo>
                    <a:pt x="16189" y="0"/>
                    <a:pt x="20726" y="7633"/>
                    <a:pt x="21600" y="18047"/>
                  </a:cubicBezTo>
                </a:path>
              </a:pathLst>
            </a:custGeom>
            <a:noFill/>
            <a:ln w="1524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046" name="Group 4046"/>
          <p:cNvGrpSpPr/>
          <p:nvPr/>
        </p:nvGrpSpPr>
        <p:grpSpPr>
          <a:xfrm>
            <a:off x="13998795" y="3491182"/>
            <a:ext cx="1312396" cy="3262717"/>
            <a:chOff x="-1" y="0"/>
            <a:chExt cx="1312395" cy="3262716"/>
          </a:xfrm>
        </p:grpSpPr>
        <p:sp>
          <p:nvSpPr>
            <p:cNvPr id="4028" name="Shape 4028"/>
            <p:cNvSpPr/>
            <p:nvPr/>
          </p:nvSpPr>
          <p:spPr>
            <a:xfrm>
              <a:off x="602195" y="1822716"/>
              <a:ext cx="108001" cy="1440001"/>
            </a:xfrm>
            <a:prstGeom prst="roundRect">
              <a:avLst>
                <a:gd name="adj" fmla="val 11759"/>
              </a:avLst>
            </a:prstGeom>
            <a:solidFill>
              <a:srgbClr val="6E8898"/>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29" name="Shape 4029"/>
            <p:cNvSpPr/>
            <p:nvPr/>
          </p:nvSpPr>
          <p:spPr>
            <a:xfrm>
              <a:off x="362814" y="530419"/>
              <a:ext cx="586765" cy="1648347"/>
            </a:xfrm>
            <a:prstGeom prst="rect">
              <a:avLst/>
            </a:prstGeom>
            <a:solidFill>
              <a:srgbClr val="6E8898"/>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nvGrpSpPr>
            <p:cNvPr id="4045" name="Group 4045"/>
            <p:cNvGrpSpPr/>
            <p:nvPr/>
          </p:nvGrpSpPr>
          <p:grpSpPr>
            <a:xfrm>
              <a:off x="-2" y="-1"/>
              <a:ext cx="1312397" cy="2528410"/>
              <a:chOff x="-1" y="0"/>
              <a:chExt cx="1312395" cy="2528408"/>
            </a:xfrm>
          </p:grpSpPr>
          <p:grpSp>
            <p:nvGrpSpPr>
              <p:cNvPr id="4034" name="Group 4034"/>
              <p:cNvGrpSpPr/>
              <p:nvPr/>
            </p:nvGrpSpPr>
            <p:grpSpPr>
              <a:xfrm>
                <a:off x="-2" y="0"/>
                <a:ext cx="1312397" cy="807155"/>
                <a:chOff x="-1" y="0"/>
                <a:chExt cx="1312395" cy="807154"/>
              </a:xfrm>
            </p:grpSpPr>
            <p:sp>
              <p:nvSpPr>
                <p:cNvPr id="4030" name="Shape 4030"/>
                <p:cNvSpPr/>
                <p:nvPr/>
              </p:nvSpPr>
              <p:spPr>
                <a:xfrm rot="16200000">
                  <a:off x="-813" y="110778"/>
                  <a:ext cx="266160" cy="264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600"/>
                      </a:lnTo>
                      <a:lnTo>
                        <a:pt x="1667" y="13294"/>
                      </a:lnTo>
                      <a:cubicBezTo>
                        <a:pt x="4951" y="5482"/>
                        <a:pt x="12639" y="0"/>
                        <a:pt x="21600" y="0"/>
                      </a:cubicBez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31" name="Shape 4031"/>
                <p:cNvSpPr/>
                <p:nvPr/>
              </p:nvSpPr>
              <p:spPr>
                <a:xfrm rot="10800000">
                  <a:off x="1046236" y="110778"/>
                  <a:ext cx="266159" cy="264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600"/>
                      </a:lnTo>
                      <a:lnTo>
                        <a:pt x="1667" y="13294"/>
                      </a:lnTo>
                      <a:cubicBezTo>
                        <a:pt x="4951" y="5482"/>
                        <a:pt x="12639" y="0"/>
                        <a:pt x="21600" y="0"/>
                      </a:cubicBez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32" name="Shape 4032"/>
                <p:cNvSpPr/>
                <p:nvPr/>
              </p:nvSpPr>
              <p:spPr>
                <a:xfrm>
                  <a:off x="251808" y="0"/>
                  <a:ext cx="807155" cy="807155"/>
                </a:xfrm>
                <a:prstGeom prst="roundRect">
                  <a:avLst>
                    <a:gd name="adj" fmla="val 4720"/>
                  </a:avLst>
                </a:pr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33" name="Shape 4033"/>
                <p:cNvSpPr/>
                <p:nvPr/>
              </p:nvSpPr>
              <p:spPr>
                <a:xfrm>
                  <a:off x="357645" y="105838"/>
                  <a:ext cx="595482" cy="595481"/>
                </a:xfrm>
                <a:prstGeom prst="ellipse">
                  <a:avLst/>
                </a:prstGeom>
                <a:solidFill>
                  <a:srgbClr val="DCDEE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039" name="Group 4039"/>
              <p:cNvGrpSpPr/>
              <p:nvPr/>
            </p:nvGrpSpPr>
            <p:grpSpPr>
              <a:xfrm>
                <a:off x="-2" y="860627"/>
                <a:ext cx="1312397" cy="807156"/>
                <a:chOff x="-1" y="0"/>
                <a:chExt cx="1312395" cy="807154"/>
              </a:xfrm>
            </p:grpSpPr>
            <p:sp>
              <p:nvSpPr>
                <p:cNvPr id="4035" name="Shape 4035"/>
                <p:cNvSpPr/>
                <p:nvPr/>
              </p:nvSpPr>
              <p:spPr>
                <a:xfrm rot="16200000">
                  <a:off x="-813" y="110778"/>
                  <a:ext cx="266160" cy="264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600"/>
                      </a:lnTo>
                      <a:lnTo>
                        <a:pt x="1667" y="13294"/>
                      </a:lnTo>
                      <a:cubicBezTo>
                        <a:pt x="4951" y="5482"/>
                        <a:pt x="12639" y="0"/>
                        <a:pt x="21600" y="0"/>
                      </a:cubicBez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36" name="Shape 4036"/>
                <p:cNvSpPr/>
                <p:nvPr/>
              </p:nvSpPr>
              <p:spPr>
                <a:xfrm rot="10800000">
                  <a:off x="1046236" y="110778"/>
                  <a:ext cx="266159" cy="264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600"/>
                      </a:lnTo>
                      <a:lnTo>
                        <a:pt x="1667" y="13294"/>
                      </a:lnTo>
                      <a:cubicBezTo>
                        <a:pt x="4951" y="5482"/>
                        <a:pt x="12639" y="0"/>
                        <a:pt x="21600" y="0"/>
                      </a:cubicBez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37" name="Shape 4037"/>
                <p:cNvSpPr/>
                <p:nvPr/>
              </p:nvSpPr>
              <p:spPr>
                <a:xfrm>
                  <a:off x="251808" y="0"/>
                  <a:ext cx="807155" cy="807155"/>
                </a:xfrm>
                <a:prstGeom prst="roundRect">
                  <a:avLst>
                    <a:gd name="adj" fmla="val 4720"/>
                  </a:avLst>
                </a:pr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38" name="Shape 4038"/>
                <p:cNvSpPr/>
                <p:nvPr/>
              </p:nvSpPr>
              <p:spPr>
                <a:xfrm>
                  <a:off x="357645" y="105838"/>
                  <a:ext cx="595482" cy="595481"/>
                </a:xfrm>
                <a:prstGeom prst="ellipse">
                  <a:avLst/>
                </a:prstGeom>
                <a:solidFill>
                  <a:srgbClr val="DCDEE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044" name="Group 4044"/>
              <p:cNvGrpSpPr/>
              <p:nvPr/>
            </p:nvGrpSpPr>
            <p:grpSpPr>
              <a:xfrm>
                <a:off x="-2" y="1721254"/>
                <a:ext cx="1312397" cy="807155"/>
                <a:chOff x="-1" y="0"/>
                <a:chExt cx="1312395" cy="807154"/>
              </a:xfrm>
            </p:grpSpPr>
            <p:sp>
              <p:nvSpPr>
                <p:cNvPr id="4040" name="Shape 4040"/>
                <p:cNvSpPr/>
                <p:nvPr/>
              </p:nvSpPr>
              <p:spPr>
                <a:xfrm rot="16200000">
                  <a:off x="-813" y="110778"/>
                  <a:ext cx="266160" cy="264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600"/>
                      </a:lnTo>
                      <a:lnTo>
                        <a:pt x="1667" y="13294"/>
                      </a:lnTo>
                      <a:cubicBezTo>
                        <a:pt x="4951" y="5482"/>
                        <a:pt x="12639" y="0"/>
                        <a:pt x="21600" y="0"/>
                      </a:cubicBez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41" name="Shape 4041"/>
                <p:cNvSpPr/>
                <p:nvPr/>
              </p:nvSpPr>
              <p:spPr>
                <a:xfrm rot="10800000">
                  <a:off x="1046236" y="110778"/>
                  <a:ext cx="266159" cy="264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600"/>
                      </a:lnTo>
                      <a:lnTo>
                        <a:pt x="1667" y="13294"/>
                      </a:lnTo>
                      <a:cubicBezTo>
                        <a:pt x="4951" y="5482"/>
                        <a:pt x="12639" y="0"/>
                        <a:pt x="21600" y="0"/>
                      </a:cubicBez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42" name="Shape 4042"/>
                <p:cNvSpPr/>
                <p:nvPr/>
              </p:nvSpPr>
              <p:spPr>
                <a:xfrm>
                  <a:off x="251808" y="0"/>
                  <a:ext cx="807155" cy="807155"/>
                </a:xfrm>
                <a:prstGeom prst="roundRect">
                  <a:avLst>
                    <a:gd name="adj" fmla="val 4720"/>
                  </a:avLst>
                </a:pr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43" name="Shape 4043"/>
                <p:cNvSpPr/>
                <p:nvPr/>
              </p:nvSpPr>
              <p:spPr>
                <a:xfrm>
                  <a:off x="357645" y="105838"/>
                  <a:ext cx="595482" cy="595481"/>
                </a:xfrm>
                <a:prstGeom prst="ellipse">
                  <a:avLst/>
                </a:prstGeom>
                <a:solidFill>
                  <a:srgbClr val="7AB10F"/>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grpSp>
      <p:sp>
        <p:nvSpPr>
          <p:cNvPr id="4047" name="Shape 4047"/>
          <p:cNvSpPr/>
          <p:nvPr/>
        </p:nvSpPr>
        <p:spPr>
          <a:xfrm>
            <a:off x="12586169" y="9775692"/>
            <a:ext cx="2734108"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Objetivo 1</a:t>
            </a:r>
          </a:p>
        </p:txBody>
      </p:sp>
      <p:sp>
        <p:nvSpPr>
          <p:cNvPr id="4048" name="Shape 4048"/>
          <p:cNvSpPr/>
          <p:nvPr/>
        </p:nvSpPr>
        <p:spPr>
          <a:xfrm>
            <a:off x="16889210" y="4866847"/>
            <a:ext cx="2580354"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Marca</a:t>
            </a:r>
          </a:p>
        </p:txBody>
      </p:sp>
      <p:sp>
        <p:nvSpPr>
          <p:cNvPr id="4049" name="Shape 4049"/>
          <p:cNvSpPr/>
          <p:nvPr/>
        </p:nvSpPr>
        <p:spPr>
          <a:xfrm>
            <a:off x="16889210" y="4035293"/>
            <a:ext cx="2580354"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Fecha</a:t>
            </a:r>
          </a:p>
        </p:txBody>
      </p:sp>
      <p:sp>
        <p:nvSpPr>
          <p:cNvPr id="4050" name="Shape 4050"/>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latin typeface="Raleway Heavy"/>
                <a:ea typeface="Raleway Heavy"/>
                <a:cs typeface="Raleway Heavy"/>
                <a:sym typeface="Raleway Heavy"/>
              </a:defRPr>
            </a:lvl1pPr>
          </a:lstStyle>
          <a:p>
            <a:pPr/>
            <a:r>
              <a:t>Timeline</a:t>
            </a:r>
          </a:p>
        </p:txBody>
      </p:sp>
    </p:spTree>
  </p:cSld>
  <p:clrMapOvr>
    <a:masterClrMapping/>
  </p:clrMapOvr>
  <mc:AlternateContent xmlns:mc="http://schemas.openxmlformats.org/markup-compatibility/2006">
    <mc:Choice xmlns:p14="http://schemas.microsoft.com/office/powerpoint/2010/main" Requires="p14">
      <p:transition spd="slow" advClick="1" p14:dur="1200">
        <p:fade thruBlk="1"/>
      </p:transition>
    </mc:Choice>
    <mc:Fallback>
      <p:transition spd="slow">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grpSp>
        <p:nvGrpSpPr>
          <p:cNvPr id="4054" name="Group 4054"/>
          <p:cNvGrpSpPr/>
          <p:nvPr/>
        </p:nvGrpSpPr>
        <p:grpSpPr>
          <a:xfrm>
            <a:off x="4846546" y="-1798133"/>
            <a:ext cx="2324420" cy="4648841"/>
            <a:chOff x="0" y="0"/>
            <a:chExt cx="2324419" cy="4648839"/>
          </a:xfrm>
        </p:grpSpPr>
        <p:sp>
          <p:nvSpPr>
            <p:cNvPr id="4052" name="Shape 4052"/>
            <p:cNvSpPr/>
            <p:nvPr/>
          </p:nvSpPr>
          <p:spPr>
            <a:xfrm rot="16200000">
              <a:off x="-1162210" y="1162210"/>
              <a:ext cx="4648840"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71"/>
                    <a:pt x="4835" y="0"/>
                    <a:pt x="10800" y="0"/>
                  </a:cubicBezTo>
                  <a:cubicBezTo>
                    <a:pt x="16765" y="0"/>
                    <a:pt x="21600" y="9671"/>
                    <a:pt x="21600" y="21600"/>
                  </a:cubicBezTo>
                  <a:lnTo>
                    <a:pt x="15410" y="21305"/>
                  </a:lnTo>
                  <a:cubicBezTo>
                    <a:pt x="15410" y="16212"/>
                    <a:pt x="13346" y="12083"/>
                    <a:pt x="10799" y="12083"/>
                  </a:cubicBezTo>
                  <a:cubicBezTo>
                    <a:pt x="8252" y="12083"/>
                    <a:pt x="6188" y="16212"/>
                    <a:pt x="6188" y="21305"/>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53" name="Shape 4053"/>
            <p:cNvSpPr/>
            <p:nvPr/>
          </p:nvSpPr>
          <p:spPr>
            <a:xfrm rot="16200000">
              <a:off x="-282439" y="1649644"/>
              <a:ext cx="3189063" cy="1353503"/>
            </a:xfrm>
            <a:custGeom>
              <a:avLst/>
              <a:gdLst/>
              <a:ahLst/>
              <a:cxnLst>
                <a:cxn ang="0">
                  <a:pos x="wd2" y="hd2"/>
                </a:cxn>
                <a:cxn ang="5400000">
                  <a:pos x="wd2" y="hd2"/>
                </a:cxn>
                <a:cxn ang="10800000">
                  <a:pos x="wd2" y="hd2"/>
                </a:cxn>
                <a:cxn ang="16200000">
                  <a:pos x="wd2" y="hd2"/>
                </a:cxn>
              </a:cxnLst>
              <a:rect l="0" t="0" r="r" b="b"/>
              <a:pathLst>
                <a:path w="21600" h="19794" fill="norm" stroke="1" extrusionOk="0">
                  <a:moveTo>
                    <a:pt x="0" y="19794"/>
                  </a:moveTo>
                  <a:lnTo>
                    <a:pt x="0" y="19794"/>
                  </a:lnTo>
                  <a:cubicBezTo>
                    <a:pt x="984" y="6913"/>
                    <a:pt x="6618" y="-1806"/>
                    <a:pt x="12583" y="319"/>
                  </a:cubicBezTo>
                  <a:cubicBezTo>
                    <a:pt x="17205" y="1965"/>
                    <a:pt x="20830" y="9777"/>
                    <a:pt x="21600" y="19753"/>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057" name="Group 4057"/>
          <p:cNvGrpSpPr/>
          <p:nvPr/>
        </p:nvGrpSpPr>
        <p:grpSpPr>
          <a:xfrm>
            <a:off x="17290194" y="3800023"/>
            <a:ext cx="1333501" cy="5667827"/>
            <a:chOff x="0" y="0"/>
            <a:chExt cx="1333500" cy="5667826"/>
          </a:xfrm>
        </p:grpSpPr>
        <p:sp>
          <p:nvSpPr>
            <p:cNvPr id="4055" name="Shape 4055"/>
            <p:cNvSpPr/>
            <p:nvPr/>
          </p:nvSpPr>
          <p:spPr>
            <a:xfrm flipH="1">
              <a:off x="0" y="0"/>
              <a:ext cx="1333500" cy="5667827"/>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56" name="Shape 4056"/>
            <p:cNvSpPr/>
            <p:nvPr/>
          </p:nvSpPr>
          <p:spPr>
            <a:xfrm flipH="1">
              <a:off x="669289" y="0"/>
              <a:ext cx="1" cy="5667827"/>
            </a:xfrm>
            <a:prstGeom prst="line">
              <a:avLst/>
            </a:prstGeom>
            <a:solidFill>
              <a:srgbClr val="404040"/>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060" name="Group 4060"/>
          <p:cNvGrpSpPr/>
          <p:nvPr/>
        </p:nvGrpSpPr>
        <p:grpSpPr>
          <a:xfrm>
            <a:off x="7139251" y="1517424"/>
            <a:ext cx="9210823" cy="1333499"/>
            <a:chOff x="0" y="0"/>
            <a:chExt cx="9210822" cy="1333498"/>
          </a:xfrm>
        </p:grpSpPr>
        <p:sp>
          <p:nvSpPr>
            <p:cNvPr id="4058" name="Shape 4058"/>
            <p:cNvSpPr/>
            <p:nvPr/>
          </p:nvSpPr>
          <p:spPr>
            <a:xfrm flipH="1" rot="16200000">
              <a:off x="3938661" y="-3938662"/>
              <a:ext cx="1333499" cy="9210823"/>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59" name="Shape 4059"/>
            <p:cNvSpPr/>
            <p:nvPr/>
          </p:nvSpPr>
          <p:spPr>
            <a:xfrm>
              <a:off x="0" y="666750"/>
              <a:ext cx="8898886" cy="1"/>
            </a:xfrm>
            <a:prstGeom prst="line">
              <a:avLst/>
            </a:prstGeom>
            <a:solidFill>
              <a:srgbClr val="404040"/>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063" name="Group 4063"/>
          <p:cNvGrpSpPr/>
          <p:nvPr/>
        </p:nvGrpSpPr>
        <p:grpSpPr>
          <a:xfrm>
            <a:off x="16299216" y="1500863"/>
            <a:ext cx="2324421" cy="2340981"/>
            <a:chOff x="0" y="0"/>
            <a:chExt cx="2324419" cy="2340979"/>
          </a:xfrm>
        </p:grpSpPr>
        <p:sp>
          <p:nvSpPr>
            <p:cNvPr id="4061" name="Shape 4061"/>
            <p:cNvSpPr/>
            <p:nvPr/>
          </p:nvSpPr>
          <p:spPr>
            <a:xfrm flipH="1" rot="5400000">
              <a:off x="-8280" y="8280"/>
              <a:ext cx="2340981"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 y="0"/>
                  </a:moveTo>
                  <a:cubicBezTo>
                    <a:pt x="11998" y="0"/>
                    <a:pt x="21600" y="9671"/>
                    <a:pt x="21600" y="21600"/>
                  </a:cubicBezTo>
                  <a:lnTo>
                    <a:pt x="9157" y="21599"/>
                  </a:lnTo>
                  <a:cubicBezTo>
                    <a:pt x="9157" y="16506"/>
                    <a:pt x="5057" y="12378"/>
                    <a:pt x="0" y="12378"/>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62" name="Shape 4062"/>
            <p:cNvSpPr/>
            <p:nvPr/>
          </p:nvSpPr>
          <p:spPr>
            <a:xfrm flipH="1" rot="5400000">
              <a:off x="193094" y="727572"/>
              <a:ext cx="1443013" cy="14430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929" y="0"/>
                    <a:pt x="21600" y="9671"/>
                    <a:pt x="21600" y="21600"/>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068" name="Group 4068"/>
          <p:cNvGrpSpPr/>
          <p:nvPr/>
        </p:nvGrpSpPr>
        <p:grpSpPr>
          <a:xfrm>
            <a:off x="10238508" y="1234395"/>
            <a:ext cx="2520001" cy="2254862"/>
            <a:chOff x="0" y="0"/>
            <a:chExt cx="2520000" cy="2254860"/>
          </a:xfrm>
        </p:grpSpPr>
        <p:grpSp>
          <p:nvGrpSpPr>
            <p:cNvPr id="4066" name="Group 4066"/>
            <p:cNvGrpSpPr/>
            <p:nvPr/>
          </p:nvGrpSpPr>
          <p:grpSpPr>
            <a:xfrm>
              <a:off x="477813" y="1492860"/>
              <a:ext cx="1564374" cy="762001"/>
              <a:chOff x="0" y="0"/>
              <a:chExt cx="1564372" cy="762000"/>
            </a:xfrm>
          </p:grpSpPr>
          <p:sp>
            <p:nvSpPr>
              <p:cNvPr id="4064" name="Shape 4064"/>
              <p:cNvSpPr/>
              <p:nvPr/>
            </p:nvSpPr>
            <p:spPr>
              <a:xfrm>
                <a:off x="-1" y="0"/>
                <a:ext cx="1564374" cy="7620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37" y="0"/>
                    </a:moveTo>
                    <a:lnTo>
                      <a:pt x="21600" y="0"/>
                    </a:lnTo>
                    <a:lnTo>
                      <a:pt x="21600" y="21600"/>
                    </a:lnTo>
                    <a:lnTo>
                      <a:pt x="20337" y="21600"/>
                    </a:lnTo>
                    <a:close/>
                    <a:moveTo>
                      <a:pt x="13558" y="0"/>
                    </a:moveTo>
                    <a:lnTo>
                      <a:pt x="14821" y="0"/>
                    </a:lnTo>
                    <a:lnTo>
                      <a:pt x="14821" y="21600"/>
                    </a:lnTo>
                    <a:lnTo>
                      <a:pt x="13558" y="21600"/>
                    </a:lnTo>
                    <a:close/>
                    <a:moveTo>
                      <a:pt x="6779" y="0"/>
                    </a:moveTo>
                    <a:lnTo>
                      <a:pt x="8042" y="0"/>
                    </a:lnTo>
                    <a:lnTo>
                      <a:pt x="8042" y="21600"/>
                    </a:lnTo>
                    <a:lnTo>
                      <a:pt x="6779" y="21600"/>
                    </a:lnTo>
                    <a:close/>
                    <a:moveTo>
                      <a:pt x="0" y="0"/>
                    </a:moveTo>
                    <a:lnTo>
                      <a:pt x="1263" y="0"/>
                    </a:lnTo>
                    <a:lnTo>
                      <a:pt x="1263" y="21600"/>
                    </a:lnTo>
                    <a:lnTo>
                      <a:pt x="0" y="21600"/>
                    </a:lnTo>
                    <a:close/>
                  </a:path>
                </a:pathLst>
              </a:custGeom>
              <a:solidFill>
                <a:srgbClr val="6E8898"/>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65" name="Shape 4065"/>
              <p:cNvSpPr/>
              <p:nvPr/>
            </p:nvSpPr>
            <p:spPr>
              <a:xfrm>
                <a:off x="-1" y="228603"/>
                <a:ext cx="1564374" cy="3297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37" y="0"/>
                    </a:moveTo>
                    <a:lnTo>
                      <a:pt x="21600" y="0"/>
                    </a:lnTo>
                    <a:lnTo>
                      <a:pt x="21600" y="12002"/>
                    </a:lnTo>
                    <a:lnTo>
                      <a:pt x="20337" y="12563"/>
                    </a:lnTo>
                    <a:close/>
                    <a:moveTo>
                      <a:pt x="13558" y="0"/>
                    </a:moveTo>
                    <a:lnTo>
                      <a:pt x="14821" y="0"/>
                    </a:lnTo>
                    <a:lnTo>
                      <a:pt x="14821" y="15014"/>
                    </a:lnTo>
                    <a:lnTo>
                      <a:pt x="13558" y="15575"/>
                    </a:lnTo>
                    <a:close/>
                    <a:moveTo>
                      <a:pt x="6779" y="0"/>
                    </a:moveTo>
                    <a:lnTo>
                      <a:pt x="8042" y="0"/>
                    </a:lnTo>
                    <a:lnTo>
                      <a:pt x="8042" y="18027"/>
                    </a:lnTo>
                    <a:lnTo>
                      <a:pt x="6779" y="18588"/>
                    </a:lnTo>
                    <a:close/>
                    <a:moveTo>
                      <a:pt x="0" y="0"/>
                    </a:moveTo>
                    <a:lnTo>
                      <a:pt x="1263" y="0"/>
                    </a:lnTo>
                    <a:lnTo>
                      <a:pt x="1263" y="21039"/>
                    </a:lnTo>
                    <a:lnTo>
                      <a:pt x="0" y="21600"/>
                    </a:lnTo>
                    <a:close/>
                  </a:path>
                </a:pathLst>
              </a:custGeom>
              <a:solidFill>
                <a:srgbClr val="495B66"/>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067" name="Shape 4067"/>
            <p:cNvSpPr/>
            <p:nvPr/>
          </p:nvSpPr>
          <p:spPr>
            <a:xfrm>
              <a:off x="-1" y="0"/>
              <a:ext cx="2520002" cy="1842493"/>
            </a:xfrm>
            <a:prstGeom prst="rect">
              <a:avLst/>
            </a:prstGeom>
            <a:solidFill>
              <a:srgbClr val="41C2CB"/>
            </a:solidFill>
            <a:ln w="25400" cap="flat">
              <a:solidFill>
                <a:srgbClr val="6E8898"/>
              </a:solidFill>
              <a:prstDash val="solid"/>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069" name="Shape 4069"/>
          <p:cNvSpPr/>
          <p:nvPr/>
        </p:nvSpPr>
        <p:spPr>
          <a:xfrm>
            <a:off x="16534676" y="6074617"/>
            <a:ext cx="2790825" cy="13771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68" y="0"/>
                </a:moveTo>
                <a:cubicBezTo>
                  <a:pt x="14324" y="0"/>
                  <a:pt x="17516" y="865"/>
                  <a:pt x="20086" y="2325"/>
                </a:cubicBezTo>
                <a:lnTo>
                  <a:pt x="21600" y="3333"/>
                </a:lnTo>
                <a:lnTo>
                  <a:pt x="21600" y="21510"/>
                </a:lnTo>
                <a:lnTo>
                  <a:pt x="20494" y="20773"/>
                </a:lnTo>
                <a:lnTo>
                  <a:pt x="20086" y="20502"/>
                </a:lnTo>
                <a:cubicBezTo>
                  <a:pt x="17516" y="19042"/>
                  <a:pt x="14324" y="18177"/>
                  <a:pt x="10868" y="18177"/>
                </a:cubicBezTo>
                <a:cubicBezTo>
                  <a:pt x="7411" y="18177"/>
                  <a:pt x="4220" y="19042"/>
                  <a:pt x="1649" y="20502"/>
                </a:cubicBezTo>
                <a:lnTo>
                  <a:pt x="1241" y="20773"/>
                </a:lnTo>
                <a:lnTo>
                  <a:pt x="0" y="21600"/>
                </a:lnTo>
                <a:lnTo>
                  <a:pt x="0" y="3423"/>
                </a:lnTo>
                <a:lnTo>
                  <a:pt x="1649" y="2325"/>
                </a:lnTo>
                <a:cubicBezTo>
                  <a:pt x="4220" y="865"/>
                  <a:pt x="7411" y="0"/>
                  <a:pt x="10868" y="0"/>
                </a:cubicBezTo>
                <a:close/>
              </a:path>
            </a:pathLst>
          </a:custGeom>
          <a:solidFill>
            <a:srgbClr val="41C2CB"/>
          </a:solidFill>
          <a:ln w="12700">
            <a:miter lim="400000"/>
          </a:ln>
        </p:spPr>
        <p:txBody>
          <a:bodyPr tIns="91439" bIns="91439" anchor="ctr"/>
          <a:lstStyle/>
          <a:p>
            <a:pPr defTabSz="914400">
              <a:defRPr sz="3600">
                <a:solidFill>
                  <a:srgbClr val="FFFFFF"/>
                </a:solidFill>
                <a:latin typeface="Calibri"/>
                <a:ea typeface="Calibri"/>
                <a:cs typeface="Calibri"/>
                <a:sym typeface="Calibri"/>
              </a:defRPr>
            </a:pPr>
          </a:p>
        </p:txBody>
      </p:sp>
      <p:grpSp>
        <p:nvGrpSpPr>
          <p:cNvPr id="4073" name="Group 4073"/>
          <p:cNvGrpSpPr/>
          <p:nvPr/>
        </p:nvGrpSpPr>
        <p:grpSpPr>
          <a:xfrm>
            <a:off x="16447971" y="6000438"/>
            <a:ext cx="247743" cy="2746580"/>
            <a:chOff x="0" y="0"/>
            <a:chExt cx="247741" cy="2746579"/>
          </a:xfrm>
        </p:grpSpPr>
        <p:sp>
          <p:nvSpPr>
            <p:cNvPr id="4070" name="Shape 4070"/>
            <p:cNvSpPr/>
            <p:nvPr/>
          </p:nvSpPr>
          <p:spPr>
            <a:xfrm>
              <a:off x="69870" y="226578"/>
              <a:ext cx="108001" cy="2520002"/>
            </a:xfrm>
            <a:prstGeom prst="roundRect">
              <a:avLst>
                <a:gd name="adj" fmla="val 11759"/>
              </a:avLst>
            </a:prstGeom>
            <a:solidFill>
              <a:srgbClr val="494A4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71" name="Shape 4071"/>
            <p:cNvSpPr/>
            <p:nvPr/>
          </p:nvSpPr>
          <p:spPr>
            <a:xfrm>
              <a:off x="87870" y="150378"/>
              <a:ext cx="72001" cy="2520002"/>
            </a:xfrm>
            <a:prstGeom prst="roundRect">
              <a:avLst>
                <a:gd name="adj" fmla="val 0"/>
              </a:avLst>
            </a:prstGeom>
            <a:solidFill>
              <a:srgbClr val="40404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72" name="Shape 4072"/>
            <p:cNvSpPr/>
            <p:nvPr/>
          </p:nvSpPr>
          <p:spPr>
            <a:xfrm rot="18900000">
              <a:off x="36280" y="36280"/>
              <a:ext cx="175181" cy="1751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rgbClr val="40404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088" name="Group 4088"/>
          <p:cNvGrpSpPr/>
          <p:nvPr/>
        </p:nvGrpSpPr>
        <p:grpSpPr>
          <a:xfrm>
            <a:off x="16350071" y="8142864"/>
            <a:ext cx="443539" cy="884011"/>
            <a:chOff x="0" y="0"/>
            <a:chExt cx="443537" cy="884010"/>
          </a:xfrm>
        </p:grpSpPr>
        <p:sp>
          <p:nvSpPr>
            <p:cNvPr id="4074" name="Shape 4074"/>
            <p:cNvSpPr/>
            <p:nvPr/>
          </p:nvSpPr>
          <p:spPr>
            <a:xfrm>
              <a:off x="0" y="1357"/>
              <a:ext cx="440062" cy="882653"/>
            </a:xfrm>
            <a:prstGeom prst="rect">
              <a:avLst/>
            </a:pr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75" name="Shape 4075"/>
            <p:cNvSpPr/>
            <p:nvPr/>
          </p:nvSpPr>
          <p:spPr>
            <a:xfrm>
              <a:off x="5720" y="12699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76" name="Shape 4076"/>
            <p:cNvSpPr/>
            <p:nvPr/>
          </p:nvSpPr>
          <p:spPr>
            <a:xfrm>
              <a:off x="5720" y="24832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77" name="Shape 4077"/>
            <p:cNvSpPr/>
            <p:nvPr/>
          </p:nvSpPr>
          <p:spPr>
            <a:xfrm>
              <a:off x="5720" y="36965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78" name="Shape 4078"/>
            <p:cNvSpPr/>
            <p:nvPr/>
          </p:nvSpPr>
          <p:spPr>
            <a:xfrm>
              <a:off x="5720" y="49098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79" name="Shape 4079"/>
            <p:cNvSpPr/>
            <p:nvPr/>
          </p:nvSpPr>
          <p:spPr>
            <a:xfrm>
              <a:off x="5720" y="61231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0" name="Shape 4080"/>
            <p:cNvSpPr/>
            <p:nvPr/>
          </p:nvSpPr>
          <p:spPr>
            <a:xfrm flipH="1">
              <a:off x="305757" y="-1"/>
              <a:ext cx="1" cy="12700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1" name="Shape 4081"/>
            <p:cNvSpPr/>
            <p:nvPr/>
          </p:nvSpPr>
          <p:spPr>
            <a:xfrm flipH="1">
              <a:off x="139069" y="127000"/>
              <a:ext cx="1" cy="121330"/>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2" name="Shape 4082"/>
            <p:cNvSpPr/>
            <p:nvPr/>
          </p:nvSpPr>
          <p:spPr>
            <a:xfrm flipH="1">
              <a:off x="305757" y="248329"/>
              <a:ext cx="1" cy="12700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3" name="Shape 4083"/>
            <p:cNvSpPr/>
            <p:nvPr/>
          </p:nvSpPr>
          <p:spPr>
            <a:xfrm flipH="1">
              <a:off x="305757" y="490989"/>
              <a:ext cx="1" cy="12700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4" name="Shape 4084"/>
            <p:cNvSpPr/>
            <p:nvPr/>
          </p:nvSpPr>
          <p:spPr>
            <a:xfrm flipH="1">
              <a:off x="139069" y="369659"/>
              <a:ext cx="1" cy="12133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5" name="Shape 4085"/>
            <p:cNvSpPr/>
            <p:nvPr/>
          </p:nvSpPr>
          <p:spPr>
            <a:xfrm flipH="1">
              <a:off x="139069" y="617989"/>
              <a:ext cx="1" cy="12133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086" name="Shape 4086"/>
            <p:cNvSpPr/>
            <p:nvPr/>
          </p:nvSpPr>
          <p:spPr>
            <a:xfrm>
              <a:off x="0" y="733649"/>
              <a:ext cx="440062" cy="150361"/>
            </a:xfrm>
            <a:prstGeom prst="rect">
              <a:avLst/>
            </a:prstGeom>
            <a:solidFill>
              <a:srgbClr val="6E8898"/>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87" name="Shape 4087"/>
            <p:cNvSpPr/>
            <p:nvPr/>
          </p:nvSpPr>
          <p:spPr>
            <a:xfrm>
              <a:off x="321139" y="1357"/>
              <a:ext cx="122399" cy="882653"/>
            </a:xfrm>
            <a:prstGeom prst="rect">
              <a:avLst/>
            </a:prstGeom>
            <a:solidFill>
              <a:srgbClr val="000000">
                <a:alpha val="10000"/>
              </a:srgbClr>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092" name="Group 4092"/>
          <p:cNvGrpSpPr/>
          <p:nvPr/>
        </p:nvGrpSpPr>
        <p:grpSpPr>
          <a:xfrm>
            <a:off x="19180168" y="6000438"/>
            <a:ext cx="247743" cy="2746580"/>
            <a:chOff x="0" y="0"/>
            <a:chExt cx="247741" cy="2746579"/>
          </a:xfrm>
        </p:grpSpPr>
        <p:sp>
          <p:nvSpPr>
            <p:cNvPr id="4089" name="Shape 4089"/>
            <p:cNvSpPr/>
            <p:nvPr/>
          </p:nvSpPr>
          <p:spPr>
            <a:xfrm>
              <a:off x="69870" y="226578"/>
              <a:ext cx="108001" cy="2520002"/>
            </a:xfrm>
            <a:prstGeom prst="roundRect">
              <a:avLst>
                <a:gd name="adj" fmla="val 11759"/>
              </a:avLst>
            </a:prstGeom>
            <a:solidFill>
              <a:srgbClr val="494A4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90" name="Shape 4090"/>
            <p:cNvSpPr/>
            <p:nvPr/>
          </p:nvSpPr>
          <p:spPr>
            <a:xfrm>
              <a:off x="87870" y="150378"/>
              <a:ext cx="72001" cy="2520002"/>
            </a:xfrm>
            <a:prstGeom prst="roundRect">
              <a:avLst>
                <a:gd name="adj" fmla="val 0"/>
              </a:avLst>
            </a:prstGeom>
            <a:solidFill>
              <a:srgbClr val="40404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091" name="Shape 4091"/>
            <p:cNvSpPr/>
            <p:nvPr/>
          </p:nvSpPr>
          <p:spPr>
            <a:xfrm rot="18900000">
              <a:off x="36280" y="36280"/>
              <a:ext cx="175181" cy="1751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rgbClr val="40404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093" name="Shape 4093"/>
          <p:cNvSpPr/>
          <p:nvPr/>
        </p:nvSpPr>
        <p:spPr>
          <a:xfrm flipH="1" rot="18000000">
            <a:off x="11083965" y="4827564"/>
            <a:ext cx="1333501" cy="8609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15145" y="21133"/>
                </a:lnTo>
                <a:lnTo>
                  <a:pt x="0" y="21600"/>
                </a:lnTo>
                <a:lnTo>
                  <a:pt x="0" y="0"/>
                </a:lnTo>
                <a:close/>
              </a:path>
            </a:pathLst>
          </a:custGeom>
          <a:solidFill>
            <a:srgbClr val="6E8898"/>
          </a:solidFill>
          <a:ln w="12700">
            <a:miter lim="400000"/>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094" name="Shape 4094"/>
          <p:cNvSpPr/>
          <p:nvPr/>
        </p:nvSpPr>
        <p:spPr>
          <a:xfrm rot="18000000">
            <a:off x="3903660" y="6695592"/>
            <a:ext cx="4648841"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71"/>
                  <a:pt x="4835" y="0"/>
                  <a:pt x="10800" y="0"/>
                </a:cubicBezTo>
                <a:cubicBezTo>
                  <a:pt x="16765" y="0"/>
                  <a:pt x="21600" y="9671"/>
                  <a:pt x="21600" y="21600"/>
                </a:cubicBezTo>
                <a:lnTo>
                  <a:pt x="15410" y="21305"/>
                </a:lnTo>
                <a:cubicBezTo>
                  <a:pt x="15410" y="16212"/>
                  <a:pt x="13346" y="12083"/>
                  <a:pt x="10799" y="12083"/>
                </a:cubicBezTo>
                <a:cubicBezTo>
                  <a:pt x="8252" y="12083"/>
                  <a:pt x="6188" y="16212"/>
                  <a:pt x="6188" y="21305"/>
                </a:cubicBezTo>
                <a:close/>
              </a:path>
            </a:pathLst>
          </a:custGeom>
          <a:solidFill>
            <a:srgbClr val="6E8898"/>
          </a:solidFill>
          <a:ln w="12700">
            <a:miter lim="400000"/>
          </a:ln>
        </p:spPr>
        <p:txBody>
          <a:bodyPr tIns="91439" bIns="91439" anchor="ctr"/>
          <a:lstStyle/>
          <a:p>
            <a:pPr defTabSz="914400">
              <a:defRPr sz="3600">
                <a:latin typeface="Calibri"/>
                <a:ea typeface="Calibri"/>
                <a:cs typeface="Calibri"/>
                <a:sym typeface="Calibri"/>
              </a:defRPr>
            </a:pPr>
          </a:p>
        </p:txBody>
      </p:sp>
      <p:sp>
        <p:nvSpPr>
          <p:cNvPr id="4095" name="Shape 4095"/>
          <p:cNvSpPr/>
          <p:nvPr/>
        </p:nvSpPr>
        <p:spPr>
          <a:xfrm flipH="1" rot="18000000">
            <a:off x="7779080" y="8660659"/>
            <a:ext cx="1333501" cy="4783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15958" y="20195"/>
                </a:lnTo>
                <a:lnTo>
                  <a:pt x="0" y="21600"/>
                </a:lnTo>
                <a:lnTo>
                  <a:pt x="0" y="0"/>
                </a:lnTo>
                <a:close/>
              </a:path>
            </a:pathLst>
          </a:custGeom>
          <a:solidFill>
            <a:srgbClr val="6E8898"/>
          </a:solidFill>
          <a:ln w="12700">
            <a:miter lim="400000"/>
          </a:ln>
        </p:spPr>
        <p:txBody>
          <a:bodyPr tIns="91439" bIns="91439" anchor="ctr"/>
          <a:lstStyle/>
          <a:p>
            <a:pPr defTabSz="914400">
              <a:defRPr sz="3600">
                <a:solidFill>
                  <a:srgbClr val="FFFFFF"/>
                </a:solidFill>
                <a:latin typeface="Calibri"/>
                <a:ea typeface="Calibri"/>
                <a:cs typeface="Calibri"/>
                <a:sym typeface="Calibri"/>
              </a:defRPr>
            </a:pPr>
          </a:p>
        </p:txBody>
      </p:sp>
      <p:grpSp>
        <p:nvGrpSpPr>
          <p:cNvPr id="4098" name="Group 4098"/>
          <p:cNvGrpSpPr/>
          <p:nvPr/>
        </p:nvGrpSpPr>
        <p:grpSpPr>
          <a:xfrm>
            <a:off x="15141101" y="9468883"/>
            <a:ext cx="3483079" cy="2324814"/>
            <a:chOff x="0" y="0"/>
            <a:chExt cx="3483077" cy="2324812"/>
          </a:xfrm>
        </p:grpSpPr>
        <p:sp>
          <p:nvSpPr>
            <p:cNvPr id="4096" name="Shape 4096"/>
            <p:cNvSpPr/>
            <p:nvPr/>
          </p:nvSpPr>
          <p:spPr>
            <a:xfrm flipH="1" rot="10800000">
              <a:off x="0" y="0"/>
              <a:ext cx="3483077" cy="2324812"/>
            </a:xfrm>
            <a:custGeom>
              <a:avLst/>
              <a:gdLst/>
              <a:ahLst/>
              <a:cxnLst>
                <a:cxn ang="0">
                  <a:pos x="wd2" y="hd2"/>
                </a:cxn>
                <a:cxn ang="5400000">
                  <a:pos x="wd2" y="hd2"/>
                </a:cxn>
                <a:cxn ang="10800000">
                  <a:pos x="wd2" y="hd2"/>
                </a:cxn>
                <a:cxn ang="16200000">
                  <a:pos x="wd2" y="hd2"/>
                </a:cxn>
              </a:cxnLst>
              <a:rect l="0" t="0" r="r" b="b"/>
              <a:pathLst>
                <a:path w="21600" h="18914" fill="norm" stroke="1" extrusionOk="0">
                  <a:moveTo>
                    <a:pt x="0" y="2520"/>
                  </a:moveTo>
                  <a:lnTo>
                    <a:pt x="0" y="2520"/>
                  </a:lnTo>
                  <a:cubicBezTo>
                    <a:pt x="6901" y="-2686"/>
                    <a:pt x="15713" y="433"/>
                    <a:pt x="19681" y="9488"/>
                  </a:cubicBezTo>
                  <a:cubicBezTo>
                    <a:pt x="20938" y="12355"/>
                    <a:pt x="21600" y="15606"/>
                    <a:pt x="21600" y="18914"/>
                  </a:cubicBezTo>
                  <a:lnTo>
                    <a:pt x="13340" y="18914"/>
                  </a:lnTo>
                  <a:cubicBezTo>
                    <a:pt x="13340" y="14455"/>
                    <a:pt x="10584" y="10840"/>
                    <a:pt x="7185" y="10840"/>
                  </a:cubicBezTo>
                  <a:cubicBezTo>
                    <a:pt x="6109" y="10840"/>
                    <a:pt x="5051" y="11211"/>
                    <a:pt x="4118" y="11915"/>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097" name="Shape 4097"/>
            <p:cNvSpPr/>
            <p:nvPr/>
          </p:nvSpPr>
          <p:spPr>
            <a:xfrm rot="10800000">
              <a:off x="566403" y="303862"/>
              <a:ext cx="2188544" cy="1353503"/>
            </a:xfrm>
            <a:custGeom>
              <a:avLst/>
              <a:gdLst/>
              <a:ahLst/>
              <a:cxnLst>
                <a:cxn ang="0">
                  <a:pos x="wd2" y="hd2"/>
                </a:cxn>
                <a:cxn ang="5400000">
                  <a:pos x="wd2" y="hd2"/>
                </a:cxn>
                <a:cxn ang="10800000">
                  <a:pos x="wd2" y="hd2"/>
                </a:cxn>
                <a:cxn ang="16200000">
                  <a:pos x="wd2" y="hd2"/>
                </a:cxn>
              </a:cxnLst>
              <a:rect l="0" t="0" r="r" b="b"/>
              <a:pathLst>
                <a:path w="21600" h="19794" fill="norm" stroke="1" extrusionOk="0">
                  <a:moveTo>
                    <a:pt x="0" y="19794"/>
                  </a:moveTo>
                  <a:lnTo>
                    <a:pt x="0" y="19794"/>
                  </a:lnTo>
                  <a:cubicBezTo>
                    <a:pt x="1434" y="6913"/>
                    <a:pt x="9643" y="-1806"/>
                    <a:pt x="18336" y="319"/>
                  </a:cubicBezTo>
                  <a:cubicBezTo>
                    <a:pt x="19453" y="592"/>
                    <a:pt x="20547" y="1040"/>
                    <a:pt x="21600" y="1656"/>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101" name="Group 4101"/>
          <p:cNvGrpSpPr/>
          <p:nvPr/>
        </p:nvGrpSpPr>
        <p:grpSpPr>
          <a:xfrm>
            <a:off x="7709117" y="6039977"/>
            <a:ext cx="8122819" cy="5459608"/>
            <a:chOff x="0" y="0"/>
            <a:chExt cx="8122818" cy="5459607"/>
          </a:xfrm>
        </p:grpSpPr>
        <p:sp>
          <p:nvSpPr>
            <p:cNvPr id="4099" name="Shape 4099"/>
            <p:cNvSpPr/>
            <p:nvPr/>
          </p:nvSpPr>
          <p:spPr>
            <a:xfrm flipH="1" rot="18000000">
              <a:off x="3394659" y="-1574960"/>
              <a:ext cx="1333501" cy="8609527"/>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00" name="Shape 4100"/>
            <p:cNvSpPr/>
            <p:nvPr/>
          </p:nvSpPr>
          <p:spPr>
            <a:xfrm>
              <a:off x="335280" y="576322"/>
              <a:ext cx="7456068" cy="4304764"/>
            </a:xfrm>
            <a:prstGeom prst="line">
              <a:avLst/>
            </a:prstGeom>
            <a:solidFill>
              <a:srgbClr val="9C4B4C"/>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30" name="Group 4130"/>
          <p:cNvGrpSpPr/>
          <p:nvPr/>
        </p:nvGrpSpPr>
        <p:grpSpPr>
          <a:xfrm>
            <a:off x="1747207" y="6304257"/>
            <a:ext cx="2664001" cy="2815491"/>
            <a:chOff x="0" y="0"/>
            <a:chExt cx="2663999" cy="2815490"/>
          </a:xfrm>
        </p:grpSpPr>
        <p:sp>
          <p:nvSpPr>
            <p:cNvPr id="4102" name="Shape 4102"/>
            <p:cNvSpPr/>
            <p:nvPr/>
          </p:nvSpPr>
          <p:spPr>
            <a:xfrm>
              <a:off x="1118813" y="1626772"/>
              <a:ext cx="392677" cy="1188719"/>
            </a:xfrm>
            <a:prstGeom prst="rect">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03" name="Shape 4103"/>
            <p:cNvSpPr/>
            <p:nvPr/>
          </p:nvSpPr>
          <p:spPr>
            <a:xfrm>
              <a:off x="1118813" y="1517907"/>
              <a:ext cx="392677" cy="893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16625"/>
                  </a:lnTo>
                  <a:lnTo>
                    <a:pt x="0" y="21600"/>
                  </a:lnTo>
                  <a:close/>
                </a:path>
              </a:pathLst>
            </a:cu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nvGrpSpPr>
            <p:cNvPr id="4110" name="Group 4110"/>
            <p:cNvGrpSpPr/>
            <p:nvPr/>
          </p:nvGrpSpPr>
          <p:grpSpPr>
            <a:xfrm>
              <a:off x="518665" y="0"/>
              <a:ext cx="1837359" cy="904788"/>
              <a:chOff x="0" y="0"/>
              <a:chExt cx="1837358" cy="904787"/>
            </a:xfrm>
          </p:grpSpPr>
          <p:grpSp>
            <p:nvGrpSpPr>
              <p:cNvPr id="4106" name="Group 4106"/>
              <p:cNvGrpSpPr/>
              <p:nvPr/>
            </p:nvGrpSpPr>
            <p:grpSpPr>
              <a:xfrm>
                <a:off x="0" y="-1"/>
                <a:ext cx="873110" cy="904789"/>
                <a:chOff x="0" y="0"/>
                <a:chExt cx="873109" cy="904787"/>
              </a:xfrm>
            </p:grpSpPr>
            <p:sp>
              <p:nvSpPr>
                <p:cNvPr id="4104" name="Shape 4104"/>
                <p:cNvSpPr/>
                <p:nvPr/>
              </p:nvSpPr>
              <p:spPr>
                <a:xfrm>
                  <a:off x="0" y="0"/>
                  <a:ext cx="873110" cy="904788"/>
                </a:xfrm>
                <a:custGeom>
                  <a:avLst/>
                  <a:gdLst/>
                  <a:ahLst/>
                  <a:cxnLst>
                    <a:cxn ang="0">
                      <a:pos x="wd2" y="hd2"/>
                    </a:cxn>
                    <a:cxn ang="5400000">
                      <a:pos x="wd2" y="hd2"/>
                    </a:cxn>
                    <a:cxn ang="10800000">
                      <a:pos x="wd2" y="hd2"/>
                    </a:cxn>
                    <a:cxn ang="16200000">
                      <a:pos x="wd2" y="hd2"/>
                    </a:cxn>
                  </a:cxnLst>
                  <a:rect l="0" t="0" r="r" b="b"/>
                  <a:pathLst>
                    <a:path w="21600" h="21497" fill="norm" stroke="1" extrusionOk="0">
                      <a:moveTo>
                        <a:pt x="15812" y="2582"/>
                      </a:moveTo>
                      <a:cubicBezTo>
                        <a:pt x="21600" y="1986"/>
                        <a:pt x="21600" y="1986"/>
                        <a:pt x="21600" y="1986"/>
                      </a:cubicBezTo>
                      <a:cubicBezTo>
                        <a:pt x="21238" y="1092"/>
                        <a:pt x="20360" y="397"/>
                        <a:pt x="19378" y="248"/>
                      </a:cubicBezTo>
                      <a:cubicBezTo>
                        <a:pt x="18551" y="50"/>
                        <a:pt x="17053" y="0"/>
                        <a:pt x="16329" y="0"/>
                      </a:cubicBezTo>
                      <a:cubicBezTo>
                        <a:pt x="6976" y="149"/>
                        <a:pt x="0" y="6505"/>
                        <a:pt x="0" y="14996"/>
                      </a:cubicBezTo>
                      <a:cubicBezTo>
                        <a:pt x="0" y="17181"/>
                        <a:pt x="723" y="19217"/>
                        <a:pt x="1809" y="21203"/>
                      </a:cubicBezTo>
                      <a:cubicBezTo>
                        <a:pt x="1912" y="21352"/>
                        <a:pt x="2170" y="21600"/>
                        <a:pt x="2429" y="21451"/>
                      </a:cubicBezTo>
                      <a:cubicBezTo>
                        <a:pt x="2635" y="21352"/>
                        <a:pt x="2532" y="21054"/>
                        <a:pt x="2480" y="20905"/>
                      </a:cubicBezTo>
                      <a:cubicBezTo>
                        <a:pt x="1602" y="19068"/>
                        <a:pt x="878" y="17032"/>
                        <a:pt x="878" y="14996"/>
                      </a:cubicBezTo>
                      <a:cubicBezTo>
                        <a:pt x="878" y="6952"/>
                        <a:pt x="8010" y="397"/>
                        <a:pt x="16329" y="397"/>
                      </a:cubicBezTo>
                      <a:cubicBezTo>
                        <a:pt x="16743" y="397"/>
                        <a:pt x="17156" y="447"/>
                        <a:pt x="17518" y="447"/>
                      </a:cubicBezTo>
                      <a:cubicBezTo>
                        <a:pt x="16639" y="844"/>
                        <a:pt x="16019" y="1639"/>
                        <a:pt x="15812" y="2582"/>
                      </a:cubicBezTo>
                      <a:close/>
                    </a:path>
                  </a:pathLst>
                </a:custGeom>
                <a:solidFill>
                  <a:srgbClr val="E95700"/>
                </a:solidFill>
                <a:ln w="12700" cap="flat">
                  <a:noFill/>
                  <a:miter lim="400000"/>
                </a:ln>
                <a:effectLst/>
              </p:spPr>
              <p:txBody>
                <a:bodyPr wrap="square" lIns="91439" tIns="91439" rIns="91439" bIns="91439" numCol="1" anchor="t">
                  <a:noAutofit/>
                </a:bodyPr>
                <a:lstStyle/>
                <a:p>
                  <a:pPr algn="l" defTabSz="914400">
                    <a:defRPr sz="3600">
                      <a:latin typeface="Calibri"/>
                      <a:ea typeface="Calibri"/>
                      <a:cs typeface="Calibri"/>
                      <a:sym typeface="Calibri"/>
                    </a:defRPr>
                  </a:pPr>
                </a:p>
              </p:txBody>
            </p:sp>
            <p:sp>
              <p:nvSpPr>
                <p:cNvPr id="4105" name="Shape 4105"/>
                <p:cNvSpPr/>
                <p:nvPr/>
              </p:nvSpPr>
              <p:spPr>
                <a:xfrm rot="21302457">
                  <a:off x="650332" y="66045"/>
                  <a:ext cx="216001" cy="66781"/>
                </a:xfrm>
                <a:prstGeom prst="ellipse">
                  <a:avLst/>
                </a:prstGeom>
                <a:solidFill>
                  <a:srgbClr val="FFFFFF"/>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109" name="Group 4109"/>
              <p:cNvGrpSpPr/>
              <p:nvPr/>
            </p:nvGrpSpPr>
            <p:grpSpPr>
              <a:xfrm>
                <a:off x="964248" y="-1"/>
                <a:ext cx="873111" cy="904789"/>
                <a:chOff x="0" y="0"/>
                <a:chExt cx="873109" cy="904787"/>
              </a:xfrm>
            </p:grpSpPr>
            <p:sp>
              <p:nvSpPr>
                <p:cNvPr id="4107" name="Shape 4107"/>
                <p:cNvSpPr/>
                <p:nvPr/>
              </p:nvSpPr>
              <p:spPr>
                <a:xfrm>
                  <a:off x="0" y="0"/>
                  <a:ext cx="873110" cy="904788"/>
                </a:xfrm>
                <a:custGeom>
                  <a:avLst/>
                  <a:gdLst/>
                  <a:ahLst/>
                  <a:cxnLst>
                    <a:cxn ang="0">
                      <a:pos x="wd2" y="hd2"/>
                    </a:cxn>
                    <a:cxn ang="5400000">
                      <a:pos x="wd2" y="hd2"/>
                    </a:cxn>
                    <a:cxn ang="10800000">
                      <a:pos x="wd2" y="hd2"/>
                    </a:cxn>
                    <a:cxn ang="16200000">
                      <a:pos x="wd2" y="hd2"/>
                    </a:cxn>
                  </a:cxnLst>
                  <a:rect l="0" t="0" r="r" b="b"/>
                  <a:pathLst>
                    <a:path w="21600" h="21497" fill="norm" stroke="1" extrusionOk="0">
                      <a:moveTo>
                        <a:pt x="15812" y="2582"/>
                      </a:moveTo>
                      <a:cubicBezTo>
                        <a:pt x="21600" y="1986"/>
                        <a:pt x="21600" y="1986"/>
                        <a:pt x="21600" y="1986"/>
                      </a:cubicBezTo>
                      <a:cubicBezTo>
                        <a:pt x="21238" y="1092"/>
                        <a:pt x="20360" y="397"/>
                        <a:pt x="19378" y="248"/>
                      </a:cubicBezTo>
                      <a:cubicBezTo>
                        <a:pt x="18551" y="50"/>
                        <a:pt x="17053" y="0"/>
                        <a:pt x="16329" y="0"/>
                      </a:cubicBezTo>
                      <a:cubicBezTo>
                        <a:pt x="6976" y="149"/>
                        <a:pt x="0" y="6505"/>
                        <a:pt x="0" y="14996"/>
                      </a:cubicBezTo>
                      <a:cubicBezTo>
                        <a:pt x="0" y="17181"/>
                        <a:pt x="723" y="19217"/>
                        <a:pt x="1809" y="21203"/>
                      </a:cubicBezTo>
                      <a:cubicBezTo>
                        <a:pt x="1912" y="21352"/>
                        <a:pt x="2170" y="21600"/>
                        <a:pt x="2429" y="21451"/>
                      </a:cubicBezTo>
                      <a:cubicBezTo>
                        <a:pt x="2635" y="21352"/>
                        <a:pt x="2532" y="21054"/>
                        <a:pt x="2480" y="20905"/>
                      </a:cubicBezTo>
                      <a:cubicBezTo>
                        <a:pt x="1602" y="19068"/>
                        <a:pt x="878" y="17032"/>
                        <a:pt x="878" y="14996"/>
                      </a:cubicBezTo>
                      <a:cubicBezTo>
                        <a:pt x="878" y="6952"/>
                        <a:pt x="8010" y="397"/>
                        <a:pt x="16329" y="397"/>
                      </a:cubicBezTo>
                      <a:cubicBezTo>
                        <a:pt x="16743" y="397"/>
                        <a:pt x="17156" y="447"/>
                        <a:pt x="17518" y="447"/>
                      </a:cubicBezTo>
                      <a:cubicBezTo>
                        <a:pt x="16639" y="844"/>
                        <a:pt x="16019" y="1639"/>
                        <a:pt x="15812" y="2582"/>
                      </a:cubicBezTo>
                      <a:close/>
                    </a:path>
                  </a:pathLst>
                </a:custGeom>
                <a:solidFill>
                  <a:srgbClr val="E95700"/>
                </a:solidFill>
                <a:ln w="12700" cap="flat">
                  <a:noFill/>
                  <a:miter lim="400000"/>
                </a:ln>
                <a:effectLst/>
              </p:spPr>
              <p:txBody>
                <a:bodyPr wrap="square" lIns="91439" tIns="91439" rIns="91439" bIns="91439" numCol="1" anchor="t">
                  <a:noAutofit/>
                </a:bodyPr>
                <a:lstStyle/>
                <a:p>
                  <a:pPr algn="l" defTabSz="914400">
                    <a:defRPr sz="3600">
                      <a:latin typeface="Calibri"/>
                      <a:ea typeface="Calibri"/>
                      <a:cs typeface="Calibri"/>
                      <a:sym typeface="Calibri"/>
                    </a:defRPr>
                  </a:pPr>
                </a:p>
              </p:txBody>
            </p:sp>
            <p:sp>
              <p:nvSpPr>
                <p:cNvPr id="4108" name="Shape 4108"/>
                <p:cNvSpPr/>
                <p:nvPr/>
              </p:nvSpPr>
              <p:spPr>
                <a:xfrm rot="21302457">
                  <a:off x="650332" y="66045"/>
                  <a:ext cx="216001" cy="66781"/>
                </a:xfrm>
                <a:prstGeom prst="ellipse">
                  <a:avLst/>
                </a:prstGeom>
                <a:solidFill>
                  <a:srgbClr val="FFFFFF"/>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grpSp>
          <p:nvGrpSpPr>
            <p:cNvPr id="4129" name="Group 4129"/>
            <p:cNvGrpSpPr/>
            <p:nvPr/>
          </p:nvGrpSpPr>
          <p:grpSpPr>
            <a:xfrm>
              <a:off x="0" y="460292"/>
              <a:ext cx="2664001" cy="1638748"/>
              <a:chOff x="0" y="0"/>
              <a:chExt cx="2663999" cy="1638747"/>
            </a:xfrm>
          </p:grpSpPr>
          <p:grpSp>
            <p:nvGrpSpPr>
              <p:cNvPr id="4125" name="Group 4125"/>
              <p:cNvGrpSpPr/>
              <p:nvPr/>
            </p:nvGrpSpPr>
            <p:grpSpPr>
              <a:xfrm>
                <a:off x="55893" y="33678"/>
                <a:ext cx="166689" cy="1566861"/>
                <a:chOff x="0" y="0"/>
                <a:chExt cx="166687" cy="1566859"/>
              </a:xfrm>
            </p:grpSpPr>
            <p:sp>
              <p:nvSpPr>
                <p:cNvPr id="4111" name="Shape 4111"/>
                <p:cNvSpPr/>
                <p:nvPr/>
              </p:nvSpPr>
              <p:spPr>
                <a:xfrm>
                  <a:off x="0" y="4761"/>
                  <a:ext cx="166688" cy="1"/>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2" name="Shape 4112"/>
                <p:cNvSpPr/>
                <p:nvPr/>
              </p:nvSpPr>
              <p:spPr>
                <a:xfrm flipH="1">
                  <a:off x="4761" y="0"/>
                  <a:ext cx="1" cy="1566861"/>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3" name="Shape 4113"/>
                <p:cNvSpPr/>
                <p:nvPr/>
              </p:nvSpPr>
              <p:spPr>
                <a:xfrm flipV="1">
                  <a:off x="16392" y="33339"/>
                  <a:ext cx="109539"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4" name="Shape 4114"/>
                <p:cNvSpPr/>
                <p:nvPr/>
              </p:nvSpPr>
              <p:spPr>
                <a:xfrm>
                  <a:off x="16392" y="142875"/>
                  <a:ext cx="109538"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5" name="Shape 4115"/>
                <p:cNvSpPr/>
                <p:nvPr/>
              </p:nvSpPr>
              <p:spPr>
                <a:xfrm flipV="1">
                  <a:off x="16392" y="285751"/>
                  <a:ext cx="109539"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6" name="Shape 4116"/>
                <p:cNvSpPr/>
                <p:nvPr/>
              </p:nvSpPr>
              <p:spPr>
                <a:xfrm>
                  <a:off x="16392" y="395287"/>
                  <a:ext cx="109538"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7" name="Shape 4117"/>
                <p:cNvSpPr/>
                <p:nvPr/>
              </p:nvSpPr>
              <p:spPr>
                <a:xfrm flipV="1">
                  <a:off x="16392" y="552451"/>
                  <a:ext cx="109539"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8" name="Shape 4118"/>
                <p:cNvSpPr/>
                <p:nvPr/>
              </p:nvSpPr>
              <p:spPr>
                <a:xfrm>
                  <a:off x="16392" y="661987"/>
                  <a:ext cx="109538"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19" name="Shape 4119"/>
                <p:cNvSpPr/>
                <p:nvPr/>
              </p:nvSpPr>
              <p:spPr>
                <a:xfrm flipV="1">
                  <a:off x="16392" y="809627"/>
                  <a:ext cx="109539"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20" name="Shape 4120"/>
                <p:cNvSpPr/>
                <p:nvPr/>
              </p:nvSpPr>
              <p:spPr>
                <a:xfrm>
                  <a:off x="16392" y="919163"/>
                  <a:ext cx="109538"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21" name="Shape 4121"/>
                <p:cNvSpPr/>
                <p:nvPr/>
              </p:nvSpPr>
              <p:spPr>
                <a:xfrm flipV="1">
                  <a:off x="16392" y="1062039"/>
                  <a:ext cx="109539"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22" name="Shape 4122"/>
                <p:cNvSpPr/>
                <p:nvPr/>
              </p:nvSpPr>
              <p:spPr>
                <a:xfrm>
                  <a:off x="16392" y="1171575"/>
                  <a:ext cx="109538"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23" name="Shape 4123"/>
                <p:cNvSpPr/>
                <p:nvPr/>
              </p:nvSpPr>
              <p:spPr>
                <a:xfrm flipV="1">
                  <a:off x="16392" y="1338263"/>
                  <a:ext cx="109539"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24" name="Shape 4124"/>
                <p:cNvSpPr/>
                <p:nvPr/>
              </p:nvSpPr>
              <p:spPr>
                <a:xfrm>
                  <a:off x="16392" y="1447799"/>
                  <a:ext cx="109538" cy="109537"/>
                </a:xfrm>
                <a:prstGeom prst="line">
                  <a:avLst/>
                </a:prstGeom>
                <a:noFill/>
                <a:ln w="25400" cap="flat">
                  <a:solidFill>
                    <a:srgbClr val="A1B2B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sp>
            <p:nvSpPr>
              <p:cNvPr id="4126" name="Shape 4126"/>
              <p:cNvSpPr/>
              <p:nvPr/>
            </p:nvSpPr>
            <p:spPr>
              <a:xfrm>
                <a:off x="143999" y="0"/>
                <a:ext cx="2520002" cy="1581149"/>
              </a:xfrm>
              <a:prstGeom prst="rect">
                <a:avLst/>
              </a:prstGeom>
              <a:solidFill>
                <a:srgbClr val="41C2CB"/>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27" name="Shape 4127"/>
              <p:cNvSpPr/>
              <p:nvPr/>
            </p:nvSpPr>
            <p:spPr>
              <a:xfrm>
                <a:off x="0" y="1581149"/>
                <a:ext cx="2664000" cy="21599"/>
              </a:xfrm>
              <a:prstGeom prst="rect">
                <a:avLst/>
              </a:prstGeom>
              <a:solidFill>
                <a:srgbClr val="D0DADB"/>
              </a:solidFill>
              <a:ln w="25400" cap="flat">
                <a:solidFill>
                  <a:srgbClr val="C7D1D7"/>
                </a:solidFill>
                <a:prstDash val="solid"/>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28" name="Shape 4128"/>
              <p:cNvSpPr/>
              <p:nvPr/>
            </p:nvSpPr>
            <p:spPr>
              <a:xfrm>
                <a:off x="0" y="1602749"/>
                <a:ext cx="2664000" cy="35999"/>
              </a:xfrm>
              <a:prstGeom prst="rect">
                <a:avLst/>
              </a:pr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grpSp>
        <p:nvGrpSpPr>
          <p:cNvPr id="4133" name="Group 4133"/>
          <p:cNvGrpSpPr/>
          <p:nvPr/>
        </p:nvGrpSpPr>
        <p:grpSpPr>
          <a:xfrm>
            <a:off x="4079176" y="4901143"/>
            <a:ext cx="4337428" cy="5188225"/>
            <a:chOff x="0" y="0"/>
            <a:chExt cx="4337426" cy="5188223"/>
          </a:xfrm>
        </p:grpSpPr>
        <p:sp>
          <p:nvSpPr>
            <p:cNvPr id="4131" name="Shape 4131"/>
            <p:cNvSpPr/>
            <p:nvPr/>
          </p:nvSpPr>
          <p:spPr>
            <a:xfrm rot="18000000">
              <a:off x="-155707" y="1431902"/>
              <a:ext cx="4648841" cy="23244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71"/>
                    <a:pt x="4835" y="0"/>
                    <a:pt x="10800" y="0"/>
                  </a:cubicBezTo>
                  <a:cubicBezTo>
                    <a:pt x="16765" y="0"/>
                    <a:pt x="21600" y="9671"/>
                    <a:pt x="21600" y="21600"/>
                  </a:cubicBezTo>
                  <a:lnTo>
                    <a:pt x="15410" y="21305"/>
                  </a:lnTo>
                  <a:cubicBezTo>
                    <a:pt x="15410" y="16212"/>
                    <a:pt x="13346" y="12083"/>
                    <a:pt x="10799" y="12083"/>
                  </a:cubicBezTo>
                  <a:cubicBezTo>
                    <a:pt x="8252" y="12083"/>
                    <a:pt x="6188" y="16212"/>
                    <a:pt x="6188" y="21305"/>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132" name="Shape 4132"/>
            <p:cNvSpPr/>
            <p:nvPr/>
          </p:nvSpPr>
          <p:spPr>
            <a:xfrm rot="18000000">
              <a:off x="702997" y="1994012"/>
              <a:ext cx="3189062" cy="1353504"/>
            </a:xfrm>
            <a:custGeom>
              <a:avLst/>
              <a:gdLst/>
              <a:ahLst/>
              <a:cxnLst>
                <a:cxn ang="0">
                  <a:pos x="wd2" y="hd2"/>
                </a:cxn>
                <a:cxn ang="5400000">
                  <a:pos x="wd2" y="hd2"/>
                </a:cxn>
                <a:cxn ang="10800000">
                  <a:pos x="wd2" y="hd2"/>
                </a:cxn>
                <a:cxn ang="16200000">
                  <a:pos x="wd2" y="hd2"/>
                </a:cxn>
              </a:cxnLst>
              <a:rect l="0" t="0" r="r" b="b"/>
              <a:pathLst>
                <a:path w="21600" h="19794" fill="norm" stroke="1" extrusionOk="0">
                  <a:moveTo>
                    <a:pt x="0" y="19794"/>
                  </a:moveTo>
                  <a:lnTo>
                    <a:pt x="0" y="19794"/>
                  </a:lnTo>
                  <a:cubicBezTo>
                    <a:pt x="984" y="6913"/>
                    <a:pt x="6618" y="-1806"/>
                    <a:pt x="12583" y="319"/>
                  </a:cubicBezTo>
                  <a:cubicBezTo>
                    <a:pt x="17205" y="1965"/>
                    <a:pt x="20830" y="9777"/>
                    <a:pt x="21600" y="19753"/>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136" name="Group 4136"/>
          <p:cNvGrpSpPr/>
          <p:nvPr/>
        </p:nvGrpSpPr>
        <p:grpSpPr>
          <a:xfrm>
            <a:off x="6060812" y="8916644"/>
            <a:ext cx="4809655" cy="3546753"/>
            <a:chOff x="0" y="0"/>
            <a:chExt cx="4809654" cy="3546751"/>
          </a:xfrm>
        </p:grpSpPr>
        <p:sp>
          <p:nvSpPr>
            <p:cNvPr id="4134" name="Shape 4134"/>
            <p:cNvSpPr/>
            <p:nvPr/>
          </p:nvSpPr>
          <p:spPr>
            <a:xfrm flipH="1" rot="18000000">
              <a:off x="1738077" y="-618531"/>
              <a:ext cx="1333501" cy="4783814"/>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35" name="Shape 4135"/>
            <p:cNvSpPr/>
            <p:nvPr/>
          </p:nvSpPr>
          <p:spPr>
            <a:xfrm>
              <a:off x="335280" y="576322"/>
              <a:ext cx="4142905" cy="2391908"/>
            </a:xfrm>
            <a:prstGeom prst="line">
              <a:avLst/>
            </a:prstGeom>
            <a:solidFill>
              <a:srgbClr val="9C4B4C"/>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39" name="Group 4139"/>
          <p:cNvGrpSpPr/>
          <p:nvPr/>
        </p:nvGrpSpPr>
        <p:grpSpPr>
          <a:xfrm>
            <a:off x="9942603" y="11299624"/>
            <a:ext cx="2663492" cy="2595191"/>
            <a:chOff x="0" y="0"/>
            <a:chExt cx="2663491" cy="2595189"/>
          </a:xfrm>
        </p:grpSpPr>
        <p:sp>
          <p:nvSpPr>
            <p:cNvPr id="4137" name="Shape 4137"/>
            <p:cNvSpPr/>
            <p:nvPr/>
          </p:nvSpPr>
          <p:spPr>
            <a:xfrm flipH="1" rot="7197610">
              <a:off x="415690" y="288479"/>
              <a:ext cx="1832111" cy="20182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91" y="0"/>
                  </a:moveTo>
                  <a:lnTo>
                    <a:pt x="7791" y="0"/>
                  </a:lnTo>
                  <a:cubicBezTo>
                    <a:pt x="16330" y="4429"/>
                    <a:pt x="21600" y="12672"/>
                    <a:pt x="21600" y="21600"/>
                  </a:cubicBezTo>
                  <a:lnTo>
                    <a:pt x="5896" y="21600"/>
                  </a:lnTo>
                  <a:cubicBezTo>
                    <a:pt x="5896" y="17788"/>
                    <a:pt x="3646" y="14269"/>
                    <a:pt x="0" y="12378"/>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138" name="Shape 4138"/>
            <p:cNvSpPr/>
            <p:nvPr/>
          </p:nvSpPr>
          <p:spPr>
            <a:xfrm flipH="1" rot="7197610">
              <a:off x="809017" y="790611"/>
              <a:ext cx="583416" cy="995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0"/>
                  </a:lnTo>
                  <a:cubicBezTo>
                    <a:pt x="11488" y="5397"/>
                    <a:pt x="19178" y="13088"/>
                    <a:pt x="21600" y="21600"/>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142" name="Group 4142"/>
          <p:cNvGrpSpPr/>
          <p:nvPr/>
        </p:nvGrpSpPr>
        <p:grpSpPr>
          <a:xfrm>
            <a:off x="10688335" y="13294390"/>
            <a:ext cx="1333501" cy="421613"/>
            <a:chOff x="0" y="0"/>
            <a:chExt cx="1333500" cy="421612"/>
          </a:xfrm>
        </p:grpSpPr>
        <p:sp>
          <p:nvSpPr>
            <p:cNvPr id="4140" name="Shape 4140"/>
            <p:cNvSpPr/>
            <p:nvPr/>
          </p:nvSpPr>
          <p:spPr>
            <a:xfrm flipH="1">
              <a:off x="0" y="2"/>
              <a:ext cx="1333500" cy="421611"/>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41" name="Shape 4141"/>
            <p:cNvSpPr/>
            <p:nvPr/>
          </p:nvSpPr>
          <p:spPr>
            <a:xfrm flipH="1">
              <a:off x="666749" y="0"/>
              <a:ext cx="1" cy="421611"/>
            </a:xfrm>
            <a:prstGeom prst="line">
              <a:avLst/>
            </a:prstGeom>
            <a:solidFill>
              <a:srgbClr val="9C4B4C"/>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sp>
        <p:nvSpPr>
          <p:cNvPr id="4143" name="Shape 4143"/>
          <p:cNvSpPr/>
          <p:nvPr/>
        </p:nvSpPr>
        <p:spPr>
          <a:xfrm>
            <a:off x="8684821" y="3706309"/>
            <a:ext cx="5627375" cy="1478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Descripción</a:t>
            </a:r>
          </a:p>
        </p:txBody>
      </p:sp>
      <p:grpSp>
        <p:nvGrpSpPr>
          <p:cNvPr id="4158" name="Group 4158"/>
          <p:cNvGrpSpPr/>
          <p:nvPr/>
        </p:nvGrpSpPr>
        <p:grpSpPr>
          <a:xfrm>
            <a:off x="19084390" y="8142864"/>
            <a:ext cx="443539" cy="884011"/>
            <a:chOff x="0" y="0"/>
            <a:chExt cx="443537" cy="884010"/>
          </a:xfrm>
        </p:grpSpPr>
        <p:sp>
          <p:nvSpPr>
            <p:cNvPr id="4144" name="Shape 4144"/>
            <p:cNvSpPr/>
            <p:nvPr/>
          </p:nvSpPr>
          <p:spPr>
            <a:xfrm>
              <a:off x="0" y="1357"/>
              <a:ext cx="440062" cy="882653"/>
            </a:xfrm>
            <a:prstGeom prst="rect">
              <a:avLst/>
            </a:prstGeom>
            <a:solidFill>
              <a:srgbClr val="A1B2BC"/>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45" name="Shape 4145"/>
            <p:cNvSpPr/>
            <p:nvPr/>
          </p:nvSpPr>
          <p:spPr>
            <a:xfrm>
              <a:off x="5720" y="12699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46" name="Shape 4146"/>
            <p:cNvSpPr/>
            <p:nvPr/>
          </p:nvSpPr>
          <p:spPr>
            <a:xfrm>
              <a:off x="5720" y="24832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47" name="Shape 4147"/>
            <p:cNvSpPr/>
            <p:nvPr/>
          </p:nvSpPr>
          <p:spPr>
            <a:xfrm>
              <a:off x="5720" y="36965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48" name="Shape 4148"/>
            <p:cNvSpPr/>
            <p:nvPr/>
          </p:nvSpPr>
          <p:spPr>
            <a:xfrm>
              <a:off x="5720" y="49098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49" name="Shape 4149"/>
            <p:cNvSpPr/>
            <p:nvPr/>
          </p:nvSpPr>
          <p:spPr>
            <a:xfrm>
              <a:off x="5720" y="612319"/>
              <a:ext cx="428624" cy="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0" name="Shape 4150"/>
            <p:cNvSpPr/>
            <p:nvPr/>
          </p:nvSpPr>
          <p:spPr>
            <a:xfrm flipH="1">
              <a:off x="305757" y="-1"/>
              <a:ext cx="1" cy="12700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1" name="Shape 4151"/>
            <p:cNvSpPr/>
            <p:nvPr/>
          </p:nvSpPr>
          <p:spPr>
            <a:xfrm flipH="1">
              <a:off x="139069" y="127000"/>
              <a:ext cx="1" cy="121330"/>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2" name="Shape 4152"/>
            <p:cNvSpPr/>
            <p:nvPr/>
          </p:nvSpPr>
          <p:spPr>
            <a:xfrm flipH="1">
              <a:off x="305757" y="248329"/>
              <a:ext cx="1" cy="12700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3" name="Shape 4153"/>
            <p:cNvSpPr/>
            <p:nvPr/>
          </p:nvSpPr>
          <p:spPr>
            <a:xfrm flipH="1">
              <a:off x="305757" y="490989"/>
              <a:ext cx="1" cy="12700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4" name="Shape 4154"/>
            <p:cNvSpPr/>
            <p:nvPr/>
          </p:nvSpPr>
          <p:spPr>
            <a:xfrm flipH="1">
              <a:off x="139069" y="369659"/>
              <a:ext cx="1" cy="12133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5" name="Shape 4155"/>
            <p:cNvSpPr/>
            <p:nvPr/>
          </p:nvSpPr>
          <p:spPr>
            <a:xfrm flipH="1">
              <a:off x="139069" y="617989"/>
              <a:ext cx="1" cy="121331"/>
            </a:xfrm>
            <a:prstGeom prst="line">
              <a:avLst/>
            </a:prstGeom>
            <a:noFill/>
            <a:ln w="12700" cap="flat">
              <a:solidFill>
                <a:srgbClr val="6E8898"/>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56" name="Shape 4156"/>
            <p:cNvSpPr/>
            <p:nvPr/>
          </p:nvSpPr>
          <p:spPr>
            <a:xfrm>
              <a:off x="0" y="733649"/>
              <a:ext cx="440062" cy="150361"/>
            </a:xfrm>
            <a:prstGeom prst="rect">
              <a:avLst/>
            </a:prstGeom>
            <a:solidFill>
              <a:srgbClr val="6E8898"/>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57" name="Shape 4157"/>
            <p:cNvSpPr/>
            <p:nvPr/>
          </p:nvSpPr>
          <p:spPr>
            <a:xfrm>
              <a:off x="321139" y="1357"/>
              <a:ext cx="122399" cy="882653"/>
            </a:xfrm>
            <a:prstGeom prst="rect">
              <a:avLst/>
            </a:prstGeom>
            <a:solidFill>
              <a:srgbClr val="000000">
                <a:alpha val="10000"/>
              </a:srgbClr>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159" name="Shape 4159"/>
          <p:cNvSpPr/>
          <p:nvPr/>
        </p:nvSpPr>
        <p:spPr>
          <a:xfrm>
            <a:off x="10208332" y="1416620"/>
            <a:ext cx="2580353" cy="15341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p>
            <a:pPr defTabSz="914400">
              <a:defRPr sz="3900">
                <a:latin typeface="Raleway Bold"/>
                <a:ea typeface="Raleway Bold"/>
                <a:cs typeface="Raleway Bold"/>
                <a:sym typeface="Raleway Bold"/>
              </a:defRPr>
            </a:pPr>
            <a:r>
              <a:rPr>
                <a:solidFill>
                  <a:srgbClr val="FFFFFF"/>
                </a:solidFill>
              </a:rPr>
              <a:t>Objetivo</a:t>
            </a:r>
            <a:endParaRPr>
              <a:solidFill>
                <a:srgbClr val="FFFFFF"/>
              </a:solidFill>
            </a:endParaRPr>
          </a:p>
          <a:p>
            <a:pPr defTabSz="914400">
              <a:defRPr sz="3900">
                <a:latin typeface="Raleway Bold"/>
                <a:ea typeface="Raleway Bold"/>
                <a:cs typeface="Raleway Bold"/>
                <a:sym typeface="Raleway Bold"/>
              </a:defRPr>
            </a:pPr>
            <a:r>
              <a:rPr>
                <a:solidFill>
                  <a:srgbClr val="FFFFFF"/>
                </a:solidFill>
              </a:rPr>
              <a:t>2</a:t>
            </a:r>
          </a:p>
        </p:txBody>
      </p:sp>
      <p:sp>
        <p:nvSpPr>
          <p:cNvPr id="4160" name="Shape 4160"/>
          <p:cNvSpPr/>
          <p:nvPr/>
        </p:nvSpPr>
        <p:spPr>
          <a:xfrm>
            <a:off x="19984384" y="6705203"/>
            <a:ext cx="396632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32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Descripción</a:t>
            </a:r>
          </a:p>
        </p:txBody>
      </p:sp>
      <p:sp>
        <p:nvSpPr>
          <p:cNvPr id="4161" name="Shape 4161"/>
          <p:cNvSpPr/>
          <p:nvPr/>
        </p:nvSpPr>
        <p:spPr>
          <a:xfrm>
            <a:off x="16515568" y="6158957"/>
            <a:ext cx="2765807"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Objetivo 3</a:t>
            </a:r>
          </a:p>
        </p:txBody>
      </p:sp>
      <p:sp>
        <p:nvSpPr>
          <p:cNvPr id="4162" name="Shape 4162"/>
          <p:cNvSpPr/>
          <p:nvPr/>
        </p:nvSpPr>
        <p:spPr>
          <a:xfrm>
            <a:off x="1704724" y="6955794"/>
            <a:ext cx="2772246"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Objetivo 4</a:t>
            </a:r>
          </a:p>
        </p:txBody>
      </p:sp>
      <p:sp>
        <p:nvSpPr>
          <p:cNvPr id="4163" name="Shape 4163"/>
          <p:cNvSpPr/>
          <p:nvPr/>
        </p:nvSpPr>
        <p:spPr>
          <a:xfrm>
            <a:off x="203453" y="9206745"/>
            <a:ext cx="396632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32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Descripción</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grpSp>
        <p:nvGrpSpPr>
          <p:cNvPr id="4167" name="Group 4167"/>
          <p:cNvGrpSpPr/>
          <p:nvPr/>
        </p:nvGrpSpPr>
        <p:grpSpPr>
          <a:xfrm>
            <a:off x="10739849" y="-1"/>
            <a:ext cx="1333501" cy="3921006"/>
            <a:chOff x="0" y="0"/>
            <a:chExt cx="1333500" cy="3921004"/>
          </a:xfrm>
        </p:grpSpPr>
        <p:sp>
          <p:nvSpPr>
            <p:cNvPr id="4165" name="Shape 4165"/>
            <p:cNvSpPr/>
            <p:nvPr/>
          </p:nvSpPr>
          <p:spPr>
            <a:xfrm flipH="1">
              <a:off x="0" y="0"/>
              <a:ext cx="1333500" cy="3921005"/>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66" name="Shape 4166"/>
            <p:cNvSpPr/>
            <p:nvPr/>
          </p:nvSpPr>
          <p:spPr>
            <a:xfrm flipH="1">
              <a:off x="669289" y="0"/>
              <a:ext cx="1" cy="3921005"/>
            </a:xfrm>
            <a:prstGeom prst="line">
              <a:avLst/>
            </a:prstGeom>
            <a:solidFill>
              <a:srgbClr val="9C4B4C"/>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70" name="Group 4170"/>
          <p:cNvGrpSpPr/>
          <p:nvPr/>
        </p:nvGrpSpPr>
        <p:grpSpPr>
          <a:xfrm>
            <a:off x="4898059" y="4859215"/>
            <a:ext cx="2324421" cy="4648841"/>
            <a:chOff x="0" y="0"/>
            <a:chExt cx="2324419" cy="4648839"/>
          </a:xfrm>
        </p:grpSpPr>
        <p:sp>
          <p:nvSpPr>
            <p:cNvPr id="4168" name="Shape 4168"/>
            <p:cNvSpPr/>
            <p:nvPr/>
          </p:nvSpPr>
          <p:spPr>
            <a:xfrm rot="16200000">
              <a:off x="-1162210" y="1162210"/>
              <a:ext cx="4648840"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71"/>
                    <a:pt x="4835" y="0"/>
                    <a:pt x="10800" y="0"/>
                  </a:cubicBezTo>
                  <a:cubicBezTo>
                    <a:pt x="16765" y="0"/>
                    <a:pt x="21600" y="9671"/>
                    <a:pt x="21600" y="21600"/>
                  </a:cubicBezTo>
                  <a:lnTo>
                    <a:pt x="15410" y="21305"/>
                  </a:lnTo>
                  <a:cubicBezTo>
                    <a:pt x="15410" y="16212"/>
                    <a:pt x="13346" y="12083"/>
                    <a:pt x="10799" y="12083"/>
                  </a:cubicBezTo>
                  <a:cubicBezTo>
                    <a:pt x="8252" y="12083"/>
                    <a:pt x="6188" y="16212"/>
                    <a:pt x="6188" y="21305"/>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169" name="Shape 4169"/>
            <p:cNvSpPr/>
            <p:nvPr/>
          </p:nvSpPr>
          <p:spPr>
            <a:xfrm rot="16200000">
              <a:off x="-282439" y="1649644"/>
              <a:ext cx="3189063" cy="1353503"/>
            </a:xfrm>
            <a:custGeom>
              <a:avLst/>
              <a:gdLst/>
              <a:ahLst/>
              <a:cxnLst>
                <a:cxn ang="0">
                  <a:pos x="wd2" y="hd2"/>
                </a:cxn>
                <a:cxn ang="5400000">
                  <a:pos x="wd2" y="hd2"/>
                </a:cxn>
                <a:cxn ang="10800000">
                  <a:pos x="wd2" y="hd2"/>
                </a:cxn>
                <a:cxn ang="16200000">
                  <a:pos x="wd2" y="hd2"/>
                </a:cxn>
              </a:cxnLst>
              <a:rect l="0" t="0" r="r" b="b"/>
              <a:pathLst>
                <a:path w="21600" h="19794" fill="norm" stroke="1" extrusionOk="0">
                  <a:moveTo>
                    <a:pt x="0" y="19794"/>
                  </a:moveTo>
                  <a:lnTo>
                    <a:pt x="0" y="19794"/>
                  </a:lnTo>
                  <a:cubicBezTo>
                    <a:pt x="984" y="6913"/>
                    <a:pt x="6618" y="-1806"/>
                    <a:pt x="12583" y="319"/>
                  </a:cubicBezTo>
                  <a:cubicBezTo>
                    <a:pt x="17205" y="1965"/>
                    <a:pt x="20830" y="9777"/>
                    <a:pt x="21600" y="19753"/>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173" name="Group 4173"/>
          <p:cNvGrpSpPr/>
          <p:nvPr/>
        </p:nvGrpSpPr>
        <p:grpSpPr>
          <a:xfrm>
            <a:off x="17343116" y="10457374"/>
            <a:ext cx="1332087" cy="3258626"/>
            <a:chOff x="0" y="0"/>
            <a:chExt cx="1332086" cy="3258625"/>
          </a:xfrm>
        </p:grpSpPr>
        <p:sp>
          <p:nvSpPr>
            <p:cNvPr id="4171" name="Shape 4171"/>
            <p:cNvSpPr/>
            <p:nvPr/>
          </p:nvSpPr>
          <p:spPr>
            <a:xfrm flipH="1">
              <a:off x="0" y="0"/>
              <a:ext cx="1332087" cy="3258626"/>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72" name="Shape 4172"/>
            <p:cNvSpPr/>
            <p:nvPr/>
          </p:nvSpPr>
          <p:spPr>
            <a:xfrm flipH="1">
              <a:off x="666041" y="0"/>
              <a:ext cx="1" cy="3258626"/>
            </a:xfrm>
            <a:prstGeom prst="line">
              <a:avLst/>
            </a:prstGeom>
            <a:solidFill>
              <a:srgbClr val="404040"/>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76" name="Group 4176"/>
          <p:cNvGrpSpPr/>
          <p:nvPr/>
        </p:nvGrpSpPr>
        <p:grpSpPr>
          <a:xfrm>
            <a:off x="7190766" y="8174773"/>
            <a:ext cx="9161291" cy="1333502"/>
            <a:chOff x="0" y="0"/>
            <a:chExt cx="9161289" cy="1333500"/>
          </a:xfrm>
        </p:grpSpPr>
        <p:sp>
          <p:nvSpPr>
            <p:cNvPr id="4174" name="Shape 4174"/>
            <p:cNvSpPr/>
            <p:nvPr/>
          </p:nvSpPr>
          <p:spPr>
            <a:xfrm flipH="1" rot="16200000">
              <a:off x="3913259" y="-3913260"/>
              <a:ext cx="1333501" cy="9160020"/>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75" name="Shape 4175"/>
            <p:cNvSpPr/>
            <p:nvPr/>
          </p:nvSpPr>
          <p:spPr>
            <a:xfrm>
              <a:off x="1270" y="665480"/>
              <a:ext cx="9160020" cy="1"/>
            </a:xfrm>
            <a:prstGeom prst="line">
              <a:avLst/>
            </a:prstGeom>
            <a:solidFill>
              <a:srgbClr val="404040"/>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79" name="Group 4179"/>
          <p:cNvGrpSpPr/>
          <p:nvPr/>
        </p:nvGrpSpPr>
        <p:grpSpPr>
          <a:xfrm>
            <a:off x="16350730" y="8158212"/>
            <a:ext cx="2324421" cy="2340981"/>
            <a:chOff x="0" y="0"/>
            <a:chExt cx="2324419" cy="2340979"/>
          </a:xfrm>
        </p:grpSpPr>
        <p:sp>
          <p:nvSpPr>
            <p:cNvPr id="4177" name="Shape 4177"/>
            <p:cNvSpPr/>
            <p:nvPr/>
          </p:nvSpPr>
          <p:spPr>
            <a:xfrm flipH="1" rot="5400000">
              <a:off x="-8280" y="8280"/>
              <a:ext cx="2340981"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 y="0"/>
                  </a:moveTo>
                  <a:cubicBezTo>
                    <a:pt x="11998" y="0"/>
                    <a:pt x="21600" y="9671"/>
                    <a:pt x="21600" y="21600"/>
                  </a:cubicBezTo>
                  <a:lnTo>
                    <a:pt x="9157" y="21599"/>
                  </a:lnTo>
                  <a:cubicBezTo>
                    <a:pt x="9157" y="16506"/>
                    <a:pt x="5057" y="12378"/>
                    <a:pt x="0" y="12378"/>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178" name="Shape 4178"/>
            <p:cNvSpPr/>
            <p:nvPr/>
          </p:nvSpPr>
          <p:spPr>
            <a:xfrm flipH="1" rot="5400000">
              <a:off x="193094" y="727572"/>
              <a:ext cx="1443013" cy="14430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929" y="0"/>
                    <a:pt x="21600" y="9671"/>
                    <a:pt x="21600" y="21600"/>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182" name="Group 4182"/>
          <p:cNvGrpSpPr/>
          <p:nvPr/>
        </p:nvGrpSpPr>
        <p:grpSpPr>
          <a:xfrm>
            <a:off x="7112599" y="4856272"/>
            <a:ext cx="2667887" cy="1333502"/>
            <a:chOff x="0" y="0"/>
            <a:chExt cx="2667885" cy="1333500"/>
          </a:xfrm>
        </p:grpSpPr>
        <p:sp>
          <p:nvSpPr>
            <p:cNvPr id="4180" name="Shape 4180"/>
            <p:cNvSpPr/>
            <p:nvPr/>
          </p:nvSpPr>
          <p:spPr>
            <a:xfrm flipH="1" rot="16200000">
              <a:off x="667192" y="-667193"/>
              <a:ext cx="1333501" cy="2667886"/>
            </a:xfrm>
            <a:prstGeom prst="rect">
              <a:avLst/>
            </a:prstGeom>
            <a:solidFill>
              <a:srgbClr val="333333"/>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81" name="Shape 4181"/>
            <p:cNvSpPr/>
            <p:nvPr/>
          </p:nvSpPr>
          <p:spPr>
            <a:xfrm flipV="1">
              <a:off x="1" y="666193"/>
              <a:ext cx="2394581" cy="559"/>
            </a:xfrm>
            <a:prstGeom prst="line">
              <a:avLst/>
            </a:prstGeom>
            <a:solidFill>
              <a:srgbClr val="404040"/>
            </a:solidFill>
            <a:ln w="76200" cap="flat">
              <a:solidFill>
                <a:srgbClr val="FFFFFF"/>
              </a:solidFill>
              <a:prstDash val="lgDash"/>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85" name="Group 4185"/>
          <p:cNvGrpSpPr/>
          <p:nvPr/>
        </p:nvGrpSpPr>
        <p:grpSpPr>
          <a:xfrm>
            <a:off x="9747981" y="3865293"/>
            <a:ext cx="2340981" cy="2324422"/>
            <a:chOff x="0" y="0"/>
            <a:chExt cx="2340980" cy="2324420"/>
          </a:xfrm>
        </p:grpSpPr>
        <p:sp>
          <p:nvSpPr>
            <p:cNvPr id="4183" name="Shape 4183"/>
            <p:cNvSpPr/>
            <p:nvPr/>
          </p:nvSpPr>
          <p:spPr>
            <a:xfrm flipH="1" rot="10800000">
              <a:off x="0" y="0"/>
              <a:ext cx="2340980" cy="23244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 y="0"/>
                  </a:moveTo>
                  <a:cubicBezTo>
                    <a:pt x="11998" y="0"/>
                    <a:pt x="21600" y="9671"/>
                    <a:pt x="21600" y="21600"/>
                  </a:cubicBezTo>
                  <a:lnTo>
                    <a:pt x="9157" y="21599"/>
                  </a:lnTo>
                  <a:cubicBezTo>
                    <a:pt x="9157" y="16506"/>
                    <a:pt x="5057" y="12378"/>
                    <a:pt x="0" y="12378"/>
                  </a:cubicBezTo>
                  <a:close/>
                </a:path>
              </a:pathLst>
            </a:custGeom>
            <a:solidFill>
              <a:srgbClr val="333333"/>
            </a:solidFill>
            <a:ln w="12700" cap="flat">
              <a:noFill/>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sp>
          <p:nvSpPr>
            <p:cNvPr id="4184" name="Shape 4184"/>
            <p:cNvSpPr/>
            <p:nvPr/>
          </p:nvSpPr>
          <p:spPr>
            <a:xfrm flipH="1" rot="10800000">
              <a:off x="171769" y="214160"/>
              <a:ext cx="1443013" cy="14430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929" y="0"/>
                    <a:pt x="21600" y="9671"/>
                    <a:pt x="21600" y="21600"/>
                  </a:cubicBezTo>
                </a:path>
              </a:pathLst>
            </a:custGeom>
            <a:noFill/>
            <a:ln w="76200" cap="flat">
              <a:solidFill>
                <a:srgbClr val="FFFFFF"/>
              </a:solidFill>
              <a:prstDash val="lgDash"/>
              <a:miter lim="400000"/>
            </a:ln>
            <a:effectLst/>
          </p:spPr>
          <p:txBody>
            <a:bodyPr wrap="square" lIns="91439" tIns="91439" rIns="91439" bIns="91439" numCol="1" anchor="ctr">
              <a:noAutofit/>
            </a:bodyPr>
            <a:lstStyle/>
            <a:p>
              <a:pPr defTabSz="914400">
                <a:defRPr sz="3600">
                  <a:latin typeface="Calibri"/>
                  <a:ea typeface="Calibri"/>
                  <a:cs typeface="Calibri"/>
                  <a:sym typeface="Calibri"/>
                </a:defRPr>
              </a:pPr>
            </a:p>
          </p:txBody>
        </p:sp>
      </p:grpSp>
      <p:grpSp>
        <p:nvGrpSpPr>
          <p:cNvPr id="4192" name="Group 4192"/>
          <p:cNvGrpSpPr/>
          <p:nvPr/>
        </p:nvGrpSpPr>
        <p:grpSpPr>
          <a:xfrm>
            <a:off x="4866337" y="7162850"/>
            <a:ext cx="2726739" cy="2597477"/>
            <a:chOff x="0" y="20482"/>
            <a:chExt cx="2726738" cy="2597475"/>
          </a:xfrm>
        </p:grpSpPr>
        <p:sp>
          <p:nvSpPr>
            <p:cNvPr id="4186" name="Shape 4186"/>
            <p:cNvSpPr/>
            <p:nvPr/>
          </p:nvSpPr>
          <p:spPr>
            <a:xfrm>
              <a:off x="966179" y="20482"/>
              <a:ext cx="207479" cy="2597477"/>
            </a:xfrm>
            <a:prstGeom prst="rect">
              <a:avLst/>
            </a:prstGeom>
            <a:solidFill>
              <a:srgbClr val="BF73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87" name="Shape 4187"/>
            <p:cNvSpPr/>
            <p:nvPr/>
          </p:nvSpPr>
          <p:spPr>
            <a:xfrm>
              <a:off x="1941341" y="20482"/>
              <a:ext cx="207479" cy="2597477"/>
            </a:xfrm>
            <a:prstGeom prst="rect">
              <a:avLst/>
            </a:prstGeom>
            <a:solidFill>
              <a:srgbClr val="BF73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nvGrpSpPr>
            <p:cNvPr id="4190" name="Group 4190"/>
            <p:cNvGrpSpPr/>
            <p:nvPr/>
          </p:nvGrpSpPr>
          <p:grpSpPr>
            <a:xfrm>
              <a:off x="647443" y="69850"/>
              <a:ext cx="1857815" cy="601981"/>
              <a:chOff x="0" y="69850"/>
              <a:chExt cx="1857814" cy="601980"/>
            </a:xfrm>
          </p:grpSpPr>
          <p:sp>
            <p:nvSpPr>
              <p:cNvPr id="4188" name="Shape 4188"/>
              <p:cNvSpPr/>
              <p:nvPr/>
            </p:nvSpPr>
            <p:spPr>
              <a:xfrm>
                <a:off x="0" y="91560"/>
                <a:ext cx="1857815" cy="55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9704" y="0"/>
                    </a:lnTo>
                    <a:lnTo>
                      <a:pt x="21600" y="10800"/>
                    </a:lnTo>
                    <a:lnTo>
                      <a:pt x="19704" y="21600"/>
                    </a:lnTo>
                    <a:lnTo>
                      <a:pt x="0" y="21600"/>
                    </a:lnTo>
                    <a:close/>
                  </a:path>
                </a:pathLst>
              </a:custGeom>
              <a:solidFill>
                <a:srgbClr val="FF99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189" name="Shape 4189"/>
              <p:cNvSpPr/>
              <p:nvPr/>
            </p:nvSpPr>
            <p:spPr>
              <a:xfrm>
                <a:off x="0" y="69850"/>
                <a:ext cx="1776265" cy="60198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91439" tIns="91439" rIns="91439" bIns="91439" numCol="1" anchor="ctr">
                <a:spAutoFit/>
              </a:bodyPr>
              <a:lstStyle>
                <a:lvl1pPr defTabSz="914400">
                  <a:defRPr sz="2800">
                    <a:solidFill>
                      <a:srgbClr val="FFFFFF"/>
                    </a:solidFill>
                    <a:latin typeface="Raleway SemiBold"/>
                    <a:ea typeface="Raleway SemiBold"/>
                    <a:cs typeface="Raleway SemiBold"/>
                    <a:sym typeface="Raleway SemiBold"/>
                  </a:defRPr>
                </a:lvl1pPr>
              </a:lstStyle>
              <a:p>
                <a:pPr/>
                <a:r>
                  <a:t>Próximos</a:t>
                </a:r>
              </a:p>
            </p:txBody>
          </p:sp>
        </p:grpSp>
        <p:sp>
          <p:nvSpPr>
            <p:cNvPr id="4191" name="Shape 4191"/>
            <p:cNvSpPr/>
            <p:nvPr/>
          </p:nvSpPr>
          <p:spPr>
            <a:xfrm>
              <a:off x="0" y="848116"/>
              <a:ext cx="2726739" cy="6598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0074" y="0"/>
                  </a:lnTo>
                  <a:lnTo>
                    <a:pt x="21600" y="10800"/>
                  </a:lnTo>
                  <a:lnTo>
                    <a:pt x="20074" y="21600"/>
                  </a:lnTo>
                  <a:lnTo>
                    <a:pt x="0" y="21600"/>
                  </a:lnTo>
                  <a:close/>
                </a:path>
              </a:pathLst>
            </a:custGeom>
            <a:solidFill>
              <a:srgbClr val="FF9900"/>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209" name="Group 4209"/>
          <p:cNvGrpSpPr/>
          <p:nvPr/>
        </p:nvGrpSpPr>
        <p:grpSpPr>
          <a:xfrm>
            <a:off x="9422697" y="655523"/>
            <a:ext cx="4107397" cy="3598856"/>
            <a:chOff x="0" y="0"/>
            <a:chExt cx="4107395" cy="3598854"/>
          </a:xfrm>
        </p:grpSpPr>
        <p:grpSp>
          <p:nvGrpSpPr>
            <p:cNvPr id="4201" name="Group 4201"/>
            <p:cNvGrpSpPr/>
            <p:nvPr/>
          </p:nvGrpSpPr>
          <p:grpSpPr>
            <a:xfrm>
              <a:off x="50578" y="194705"/>
              <a:ext cx="4028543" cy="357585"/>
              <a:chOff x="0" y="0"/>
              <a:chExt cx="4028542" cy="357584"/>
            </a:xfrm>
          </p:grpSpPr>
          <p:grpSp>
            <p:nvGrpSpPr>
              <p:cNvPr id="4195" name="Group 4195"/>
              <p:cNvGrpSpPr/>
              <p:nvPr/>
            </p:nvGrpSpPr>
            <p:grpSpPr>
              <a:xfrm>
                <a:off x="0" y="20226"/>
                <a:ext cx="527565" cy="309835"/>
                <a:chOff x="0" y="0"/>
                <a:chExt cx="527564" cy="309834"/>
              </a:xfrm>
            </p:grpSpPr>
            <p:sp>
              <p:nvSpPr>
                <p:cNvPr id="4193" name="Shape 4193"/>
                <p:cNvSpPr/>
                <p:nvPr/>
              </p:nvSpPr>
              <p:spPr>
                <a:xfrm>
                  <a:off x="0" y="3798"/>
                  <a:ext cx="306037" cy="306037"/>
                </a:xfrm>
                <a:prstGeom prst="line">
                  <a:avLst/>
                </a:prstGeom>
                <a:noFill/>
                <a:ln w="254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94" name="Shape 4194"/>
                <p:cNvSpPr/>
                <p:nvPr/>
              </p:nvSpPr>
              <p:spPr>
                <a:xfrm flipV="1">
                  <a:off x="221528" y="0"/>
                  <a:ext cx="306037" cy="306037"/>
                </a:xfrm>
                <a:prstGeom prst="line">
                  <a:avLst/>
                </a:prstGeom>
                <a:noFill/>
                <a:ln w="254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grpSp>
            <p:nvGrpSpPr>
              <p:cNvPr id="4198" name="Group 4198"/>
              <p:cNvGrpSpPr/>
              <p:nvPr/>
            </p:nvGrpSpPr>
            <p:grpSpPr>
              <a:xfrm>
                <a:off x="3500978" y="20226"/>
                <a:ext cx="527565" cy="309835"/>
                <a:chOff x="0" y="0"/>
                <a:chExt cx="527564" cy="309834"/>
              </a:xfrm>
            </p:grpSpPr>
            <p:sp>
              <p:nvSpPr>
                <p:cNvPr id="4196" name="Shape 4196"/>
                <p:cNvSpPr/>
                <p:nvPr/>
              </p:nvSpPr>
              <p:spPr>
                <a:xfrm>
                  <a:off x="0" y="3798"/>
                  <a:ext cx="306037" cy="306037"/>
                </a:xfrm>
                <a:prstGeom prst="line">
                  <a:avLst/>
                </a:prstGeom>
                <a:noFill/>
                <a:ln w="254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sp>
              <p:nvSpPr>
                <p:cNvPr id="4197" name="Shape 4197"/>
                <p:cNvSpPr/>
                <p:nvPr/>
              </p:nvSpPr>
              <p:spPr>
                <a:xfrm flipV="1">
                  <a:off x="221528" y="0"/>
                  <a:ext cx="306037" cy="306037"/>
                </a:xfrm>
                <a:prstGeom prst="line">
                  <a:avLst/>
                </a:prstGeom>
                <a:noFill/>
                <a:ln w="25400" cap="flat">
                  <a:solidFill>
                    <a:srgbClr val="999C8C"/>
                  </a:solidFill>
                  <a:prstDash val="solid"/>
                  <a:miter lim="400000"/>
                </a:ln>
                <a:effectLst/>
              </p:spPr>
              <p:txBody>
                <a:bodyPr wrap="square" lIns="0" tIns="0" rIns="0" bIns="0" numCol="1" anchor="t">
                  <a:noAutofit/>
                </a:bodyPr>
                <a:lstStyle/>
                <a:p>
                  <a:pPr algn="l" defTabSz="457200">
                    <a:defRPr sz="2400">
                      <a:latin typeface="Helvetica"/>
                      <a:ea typeface="Helvetica"/>
                      <a:cs typeface="Helvetica"/>
                      <a:sym typeface="Helvetica"/>
                    </a:defRPr>
                  </a:pPr>
                </a:p>
              </p:txBody>
            </p:sp>
          </p:grpSp>
          <p:sp>
            <p:nvSpPr>
              <p:cNvPr id="4199" name="Shape 4199"/>
              <p:cNvSpPr/>
              <p:nvPr/>
            </p:nvSpPr>
            <p:spPr>
              <a:xfrm>
                <a:off x="64872" y="266146"/>
                <a:ext cx="3888001" cy="91439"/>
              </a:xfrm>
              <a:prstGeom prst="rect">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0" name="Shape 4200"/>
              <p:cNvSpPr/>
              <p:nvPr/>
            </p:nvSpPr>
            <p:spPr>
              <a:xfrm>
                <a:off x="64872" y="0"/>
                <a:ext cx="3888001" cy="91439"/>
              </a:xfrm>
              <a:prstGeom prst="rect">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202" name="Shape 4202"/>
            <p:cNvSpPr/>
            <p:nvPr/>
          </p:nvSpPr>
          <p:spPr>
            <a:xfrm>
              <a:off x="441110" y="-1"/>
              <a:ext cx="3247477" cy="746997"/>
            </a:xfrm>
            <a:prstGeom prst="roundRect">
              <a:avLst>
                <a:gd name="adj" fmla="val 6801"/>
              </a:avLst>
            </a:prstGeom>
            <a:solidFill>
              <a:srgbClr val="41C2CB"/>
            </a:solidFill>
            <a:ln w="50800" cap="flat">
              <a:solidFill>
                <a:srgbClr val="FFFFFF"/>
              </a:solidFill>
              <a:prstDash val="solid"/>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3" name="Shape 4203"/>
            <p:cNvSpPr/>
            <p:nvPr/>
          </p:nvSpPr>
          <p:spPr>
            <a:xfrm>
              <a:off x="3981375" y="70853"/>
              <a:ext cx="108001" cy="3528002"/>
            </a:xfrm>
            <a:prstGeom prst="roundRect">
              <a:avLst>
                <a:gd name="adj" fmla="val 11759"/>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4" name="Shape 4204"/>
            <p:cNvSpPr/>
            <p:nvPr/>
          </p:nvSpPr>
          <p:spPr>
            <a:xfrm>
              <a:off x="14148" y="70851"/>
              <a:ext cx="91439" cy="1916352"/>
            </a:xfrm>
            <a:prstGeom prst="roundRect">
              <a:avLst>
                <a:gd name="adj" fmla="val 13889"/>
              </a:avLst>
            </a:prstGeom>
            <a:solidFill>
              <a:srgbClr val="C7D1D7"/>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5" name="Shape 4205"/>
            <p:cNvSpPr/>
            <p:nvPr/>
          </p:nvSpPr>
          <p:spPr>
            <a:xfrm>
              <a:off x="0" y="190041"/>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6" name="Shape 4206"/>
            <p:cNvSpPr/>
            <p:nvPr/>
          </p:nvSpPr>
          <p:spPr>
            <a:xfrm>
              <a:off x="0" y="449349"/>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7" name="Shape 4207"/>
            <p:cNvSpPr/>
            <p:nvPr/>
          </p:nvSpPr>
          <p:spPr>
            <a:xfrm>
              <a:off x="3977795" y="190041"/>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08" name="Shape 4208"/>
            <p:cNvSpPr/>
            <p:nvPr/>
          </p:nvSpPr>
          <p:spPr>
            <a:xfrm>
              <a:off x="3977795" y="449349"/>
              <a:ext cx="129601" cy="108001"/>
            </a:xfrm>
            <a:prstGeom prst="rect">
              <a:avLst/>
            </a:prstGeom>
            <a:solidFill>
              <a:srgbClr val="ACABAD"/>
            </a:solidFill>
            <a:ln w="12700" cap="flat">
              <a:noFill/>
              <a:miter lim="400000"/>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sp>
        <p:nvSpPr>
          <p:cNvPr id="4210" name="Shape 4210"/>
          <p:cNvSpPr/>
          <p:nvPr/>
        </p:nvSpPr>
        <p:spPr>
          <a:xfrm>
            <a:off x="13265266" y="3668790"/>
            <a:ext cx="360609" cy="666194"/>
          </a:xfrm>
          <a:prstGeom prst="rect">
            <a:avLst/>
          </a:prstGeom>
          <a:solidFill>
            <a:srgbClr val="6E8898"/>
          </a:solidFill>
          <a:ln w="12700">
            <a:miter lim="400000"/>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11" name="Shape 4211"/>
          <p:cNvSpPr/>
          <p:nvPr/>
        </p:nvSpPr>
        <p:spPr>
          <a:xfrm>
            <a:off x="9265686" y="2377668"/>
            <a:ext cx="360609" cy="666194"/>
          </a:xfrm>
          <a:prstGeom prst="rect">
            <a:avLst/>
          </a:prstGeom>
          <a:solidFill>
            <a:srgbClr val="6E8898"/>
          </a:solidFill>
          <a:ln w="12700">
            <a:miter lim="400000"/>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12" name="Shape 4212"/>
          <p:cNvSpPr/>
          <p:nvPr/>
        </p:nvSpPr>
        <p:spPr>
          <a:xfrm>
            <a:off x="10102903" y="534674"/>
            <a:ext cx="2763826"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Objetivo 5</a:t>
            </a:r>
          </a:p>
        </p:txBody>
      </p:sp>
      <p:sp>
        <p:nvSpPr>
          <p:cNvPr id="4213" name="Shape 4213"/>
          <p:cNvSpPr/>
          <p:nvPr/>
        </p:nvSpPr>
        <p:spPr>
          <a:xfrm>
            <a:off x="5226858" y="7859608"/>
            <a:ext cx="2580353" cy="949961"/>
          </a:xfrm>
          <a:prstGeom prst="rect">
            <a:avLst/>
          </a:prstGeom>
          <a:ln w="12700">
            <a:miter lim="400000"/>
          </a:ln>
          <a:extLst>
            <a:ext uri="{C572A759-6A51-4108-AA02-DFA0A04FC94B}">
              <ma14:wrappingTextBoxFlag xmlns:ma14="http://schemas.microsoft.com/office/mac/drawingml/2011/main" val="1"/>
            </a:ext>
          </a:extLst>
        </p:spPr>
        <p:txBody>
          <a:bodyPr wrap="none" lIns="182879" tIns="182879" rIns="182879" bIns="182879">
            <a:spAutoFit/>
          </a:bodyPr>
          <a:lstStyle>
            <a:lvl1pPr algn="l" defTabSz="914400">
              <a:defRPr sz="39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Pasos</a:t>
            </a:r>
          </a:p>
        </p:txBody>
      </p:sp>
      <p:sp>
        <p:nvSpPr>
          <p:cNvPr id="4214" name="Shape 4214"/>
          <p:cNvSpPr/>
          <p:nvPr/>
        </p:nvSpPr>
        <p:spPr>
          <a:xfrm>
            <a:off x="13969665" y="683264"/>
            <a:ext cx="396632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32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Descripción</a:t>
            </a:r>
          </a:p>
        </p:txBody>
      </p:sp>
      <p:sp>
        <p:nvSpPr>
          <p:cNvPr id="4215" name="Shape 4215"/>
          <p:cNvSpPr/>
          <p:nvPr/>
        </p:nvSpPr>
        <p:spPr>
          <a:xfrm>
            <a:off x="7133678" y="9859438"/>
            <a:ext cx="396632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32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Descripción</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grpSp>
        <p:nvGrpSpPr>
          <p:cNvPr id="4219" name="Group 4219"/>
          <p:cNvGrpSpPr/>
          <p:nvPr/>
        </p:nvGrpSpPr>
        <p:grpSpPr>
          <a:xfrm>
            <a:off x="6972300" y="11506199"/>
            <a:ext cx="228600" cy="2209801"/>
            <a:chOff x="0" y="0"/>
            <a:chExt cx="228600" cy="2209800"/>
          </a:xfrm>
        </p:grpSpPr>
        <p:sp>
          <p:nvSpPr>
            <p:cNvPr id="4217" name="Shape 4217"/>
            <p:cNvSpPr/>
            <p:nvPr/>
          </p:nvSpPr>
          <p:spPr>
            <a:xfrm flipV="1">
              <a:off x="114299" y="228600"/>
              <a:ext cx="2" cy="1981200"/>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sp>
          <p:nvSpPr>
            <p:cNvPr id="4218" name="Shape 4218"/>
            <p:cNvSpPr/>
            <p:nvPr/>
          </p:nvSpPr>
          <p:spPr>
            <a:xfrm>
              <a:off x="0" y="-1"/>
              <a:ext cx="228600"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223" name="Group 4223"/>
          <p:cNvGrpSpPr/>
          <p:nvPr/>
        </p:nvGrpSpPr>
        <p:grpSpPr>
          <a:xfrm>
            <a:off x="6972300" y="6819897"/>
            <a:ext cx="228600" cy="2324103"/>
            <a:chOff x="0" y="0"/>
            <a:chExt cx="228600" cy="2324101"/>
          </a:xfrm>
        </p:grpSpPr>
        <p:sp>
          <p:nvSpPr>
            <p:cNvPr id="4220" name="Shape 4220"/>
            <p:cNvSpPr/>
            <p:nvPr/>
          </p:nvSpPr>
          <p:spPr>
            <a:xfrm>
              <a:off x="0" y="-1"/>
              <a:ext cx="228600"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21" name="Shape 4221"/>
            <p:cNvSpPr/>
            <p:nvPr/>
          </p:nvSpPr>
          <p:spPr>
            <a:xfrm>
              <a:off x="0" y="2095501"/>
              <a:ext cx="228600"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22" name="Shape 4222"/>
            <p:cNvSpPr/>
            <p:nvPr/>
          </p:nvSpPr>
          <p:spPr>
            <a:xfrm flipV="1">
              <a:off x="114299" y="228600"/>
              <a:ext cx="2" cy="1866902"/>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grpSp>
      <p:sp>
        <p:nvSpPr>
          <p:cNvPr id="4224" name="Shape 4224"/>
          <p:cNvSpPr/>
          <p:nvPr/>
        </p:nvSpPr>
        <p:spPr>
          <a:xfrm>
            <a:off x="8229600" y="5067932"/>
            <a:ext cx="5029200" cy="12687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l" defTabSz="914400">
              <a:defRPr sz="2800">
                <a:latin typeface="Raleway Bold"/>
                <a:ea typeface="Raleway Bold"/>
                <a:cs typeface="Raleway Bold"/>
                <a:sym typeface="Raleway Bold"/>
              </a:defRPr>
            </a:pPr>
            <a:r>
              <a:rPr>
                <a:solidFill>
                  <a:srgbClr val="FFFFFF"/>
                </a:solidFill>
              </a:rPr>
              <a:t>Descripción</a:t>
            </a:r>
          </a:p>
        </p:txBody>
      </p:sp>
      <p:sp>
        <p:nvSpPr>
          <p:cNvPr id="4225" name="Shape 4225"/>
          <p:cNvSpPr/>
          <p:nvPr/>
        </p:nvSpPr>
        <p:spPr>
          <a:xfrm>
            <a:off x="4114800" y="5077478"/>
            <a:ext cx="1828800" cy="1071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r" defTabSz="914400">
              <a:defRPr sz="3000">
                <a:latin typeface="Raleway Bold"/>
                <a:ea typeface="Raleway Bold"/>
                <a:cs typeface="Raleway Bold"/>
                <a:sym typeface="Raleway Bold"/>
              </a:defRPr>
            </a:pPr>
            <a:r>
              <a:rPr>
                <a:solidFill>
                  <a:srgbClr val="FFFFFF"/>
                </a:solidFill>
              </a:rPr>
              <a:t>Año</a:t>
            </a:r>
            <a:endParaRPr>
              <a:solidFill>
                <a:srgbClr val="FFFFFF"/>
              </a:solidFill>
            </a:endParaRPr>
          </a:p>
          <a:p>
            <a:pPr algn="r" defTabSz="914400">
              <a:defRPr sz="3000">
                <a:latin typeface="Raleway Bold"/>
                <a:ea typeface="Raleway Bold"/>
                <a:cs typeface="Raleway Bold"/>
                <a:sym typeface="Raleway Bold"/>
              </a:defRPr>
            </a:pPr>
            <a:r>
              <a:rPr>
                <a:solidFill>
                  <a:srgbClr val="FFFFFF"/>
                </a:solidFill>
              </a:rPr>
              <a:t>Mes</a:t>
            </a:r>
          </a:p>
        </p:txBody>
      </p:sp>
      <p:sp>
        <p:nvSpPr>
          <p:cNvPr id="4226" name="Shape 4226"/>
          <p:cNvSpPr/>
          <p:nvPr/>
        </p:nvSpPr>
        <p:spPr>
          <a:xfrm>
            <a:off x="8229600" y="9804444"/>
            <a:ext cx="5029200" cy="12687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l" defTabSz="914400">
              <a:defRPr sz="2800">
                <a:latin typeface="Raleway Bold"/>
                <a:ea typeface="Raleway Bold"/>
                <a:cs typeface="Raleway Bold"/>
                <a:sym typeface="Raleway Bold"/>
              </a:defRPr>
            </a:pPr>
            <a:r>
              <a:rPr>
                <a:solidFill>
                  <a:srgbClr val="FFFFFF"/>
                </a:solidFill>
              </a:rPr>
              <a:t>Descripción</a:t>
            </a:r>
          </a:p>
        </p:txBody>
      </p:sp>
      <p:sp>
        <p:nvSpPr>
          <p:cNvPr id="4227" name="Shape 4227"/>
          <p:cNvSpPr/>
          <p:nvPr/>
        </p:nvSpPr>
        <p:spPr>
          <a:xfrm>
            <a:off x="4114800" y="9801269"/>
            <a:ext cx="1828800" cy="1071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r" defTabSz="914400">
              <a:defRPr sz="3000">
                <a:latin typeface="Raleway Bold"/>
                <a:ea typeface="Raleway Bold"/>
                <a:cs typeface="Raleway Bold"/>
                <a:sym typeface="Raleway Bold"/>
              </a:defRPr>
            </a:pPr>
            <a:r>
              <a:rPr>
                <a:solidFill>
                  <a:srgbClr val="FFFFFF"/>
                </a:solidFill>
              </a:rPr>
              <a:t>Año</a:t>
            </a:r>
            <a:endParaRPr>
              <a:solidFill>
                <a:srgbClr val="FFFFFF"/>
              </a:solidFill>
            </a:endParaRPr>
          </a:p>
          <a:p>
            <a:pPr algn="r" defTabSz="914400">
              <a:defRPr sz="3000">
                <a:latin typeface="Raleway Bold"/>
                <a:ea typeface="Raleway Bold"/>
                <a:cs typeface="Raleway Bold"/>
                <a:sym typeface="Raleway Bold"/>
              </a:defRPr>
            </a:pPr>
            <a:r>
              <a:rPr>
                <a:solidFill>
                  <a:srgbClr val="FFFFFF"/>
                </a:solidFill>
              </a:rPr>
              <a:t>Mes</a:t>
            </a:r>
          </a:p>
        </p:txBody>
      </p:sp>
      <p:sp>
        <p:nvSpPr>
          <p:cNvPr id="4228" name="Shape 4228"/>
          <p:cNvSpPr/>
          <p:nvPr/>
        </p:nvSpPr>
        <p:spPr>
          <a:xfrm>
            <a:off x="6096000" y="9296400"/>
            <a:ext cx="1981200" cy="1981200"/>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29" name="Shape 4229"/>
          <p:cNvSpPr/>
          <p:nvPr/>
        </p:nvSpPr>
        <p:spPr>
          <a:xfrm>
            <a:off x="6096000" y="4610098"/>
            <a:ext cx="1981200" cy="1981201"/>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30" name="Shape 4230"/>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Timeline</a:t>
            </a:r>
          </a:p>
        </p:txBody>
      </p:sp>
      <p:sp>
        <p:nvSpPr>
          <p:cNvPr id="4231" name="Shape 4231"/>
          <p:cNvSpPr/>
          <p:nvPr/>
        </p:nvSpPr>
        <p:spPr>
          <a:xfrm>
            <a:off x="6172200" y="5274307"/>
            <a:ext cx="1828800"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
        <p:nvSpPr>
          <p:cNvPr id="4232" name="Shape 4232"/>
          <p:cNvSpPr/>
          <p:nvPr/>
        </p:nvSpPr>
        <p:spPr>
          <a:xfrm>
            <a:off x="6248400" y="9960609"/>
            <a:ext cx="1828800"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0"/>
                                  </p:stCondLst>
                                  <p:iterate type="el" backwards="0">
                                    <p:tmAbs val="0"/>
                                  </p:iterate>
                                  <p:childTnLst>
                                    <p:set>
                                      <p:cBhvr>
                                        <p:cTn id="6" fill="hold"/>
                                        <p:tgtEl>
                                          <p:spTgt spid="4229"/>
                                        </p:tgtEl>
                                        <p:attrNameLst>
                                          <p:attrName>style.visibility</p:attrName>
                                        </p:attrNameLst>
                                      </p:cBhvr>
                                      <p:to>
                                        <p:strVal val="visible"/>
                                      </p:to>
                                    </p:set>
                                    <p:anim calcmode="lin" valueType="num">
                                      <p:cBhvr>
                                        <p:cTn id="7" dur="500" fill="hold"/>
                                        <p:tgtEl>
                                          <p:spTgt spid="4229"/>
                                        </p:tgtEl>
                                        <p:attrNameLst>
                                          <p:attrName>ppt_x</p:attrName>
                                        </p:attrNameLst>
                                      </p:cBhvr>
                                      <p:tavLst>
                                        <p:tav tm="0">
                                          <p:val>
                                            <p:strVal val="#ppt_x"/>
                                          </p:val>
                                        </p:tav>
                                        <p:tav tm="100000">
                                          <p:val>
                                            <p:strVal val="#ppt_x"/>
                                          </p:val>
                                        </p:tav>
                                      </p:tavLst>
                                    </p:anim>
                                    <p:anim calcmode="lin" valueType="num">
                                      <p:cBhvr>
                                        <p:cTn id="8" dur="500" fill="hold"/>
                                        <p:tgtEl>
                                          <p:spTgt spid="422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Class="entr" nodeType="afterEffect" presetSubtype="4" presetID="2" grpId="2" fill="hold">
                                  <p:stCondLst>
                                    <p:cond delay="0"/>
                                  </p:stCondLst>
                                  <p:iterate type="el" backwards="0">
                                    <p:tmAbs val="0"/>
                                  </p:iterate>
                                  <p:childTnLst>
                                    <p:set>
                                      <p:cBhvr>
                                        <p:cTn id="11" fill="hold"/>
                                        <p:tgtEl>
                                          <p:spTgt spid="4224"/>
                                        </p:tgtEl>
                                        <p:attrNameLst>
                                          <p:attrName>style.visibility</p:attrName>
                                        </p:attrNameLst>
                                      </p:cBhvr>
                                      <p:to>
                                        <p:strVal val="visible"/>
                                      </p:to>
                                    </p:set>
                                    <p:anim calcmode="lin" valueType="num">
                                      <p:cBhvr>
                                        <p:cTn id="12" dur="500" fill="hold"/>
                                        <p:tgtEl>
                                          <p:spTgt spid="4224"/>
                                        </p:tgtEl>
                                        <p:attrNameLst>
                                          <p:attrName>ppt_x</p:attrName>
                                        </p:attrNameLst>
                                      </p:cBhvr>
                                      <p:tavLst>
                                        <p:tav tm="0">
                                          <p:val>
                                            <p:strVal val="#ppt_x"/>
                                          </p:val>
                                        </p:tav>
                                        <p:tav tm="100000">
                                          <p:val>
                                            <p:strVal val="#ppt_x"/>
                                          </p:val>
                                        </p:tav>
                                      </p:tavLst>
                                    </p:anim>
                                    <p:anim calcmode="lin" valueType="num">
                                      <p:cBhvr>
                                        <p:cTn id="13" dur="500" fill="hold"/>
                                        <p:tgtEl>
                                          <p:spTgt spid="4224"/>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Class="entr" nodeType="afterEffect" presetSubtype="4" presetID="2" grpId="3" fill="hold">
                                  <p:stCondLst>
                                    <p:cond delay="0"/>
                                  </p:stCondLst>
                                  <p:iterate type="el" backwards="0">
                                    <p:tmAbs val="0"/>
                                  </p:iterate>
                                  <p:childTnLst>
                                    <p:set>
                                      <p:cBhvr>
                                        <p:cTn id="16" fill="hold"/>
                                        <p:tgtEl>
                                          <p:spTgt spid="4225"/>
                                        </p:tgtEl>
                                        <p:attrNameLst>
                                          <p:attrName>style.visibility</p:attrName>
                                        </p:attrNameLst>
                                      </p:cBhvr>
                                      <p:to>
                                        <p:strVal val="visible"/>
                                      </p:to>
                                    </p:set>
                                    <p:anim calcmode="lin" valueType="num">
                                      <p:cBhvr>
                                        <p:cTn id="17" dur="500" fill="hold"/>
                                        <p:tgtEl>
                                          <p:spTgt spid="4225"/>
                                        </p:tgtEl>
                                        <p:attrNameLst>
                                          <p:attrName>ppt_x</p:attrName>
                                        </p:attrNameLst>
                                      </p:cBhvr>
                                      <p:tavLst>
                                        <p:tav tm="0">
                                          <p:val>
                                            <p:strVal val="#ppt_x"/>
                                          </p:val>
                                        </p:tav>
                                        <p:tav tm="100000">
                                          <p:val>
                                            <p:strVal val="#ppt_x"/>
                                          </p:val>
                                        </p:tav>
                                      </p:tavLst>
                                    </p:anim>
                                    <p:anim calcmode="lin" valueType="num">
                                      <p:cBhvr>
                                        <p:cTn id="18" dur="500" fill="hold"/>
                                        <p:tgtEl>
                                          <p:spTgt spid="422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Class="entr" nodeType="afterEffect" presetSubtype="4" presetID="2" grpId="4" fill="hold">
                                  <p:stCondLst>
                                    <p:cond delay="0"/>
                                  </p:stCondLst>
                                  <p:iterate type="el" backwards="0">
                                    <p:tmAbs val="0"/>
                                  </p:iterate>
                                  <p:childTnLst>
                                    <p:set>
                                      <p:cBhvr>
                                        <p:cTn id="21" fill="hold"/>
                                        <p:tgtEl>
                                          <p:spTgt spid="4223"/>
                                        </p:tgtEl>
                                        <p:attrNameLst>
                                          <p:attrName>style.visibility</p:attrName>
                                        </p:attrNameLst>
                                      </p:cBhvr>
                                      <p:to>
                                        <p:strVal val="visible"/>
                                      </p:to>
                                    </p:set>
                                    <p:anim calcmode="lin" valueType="num">
                                      <p:cBhvr>
                                        <p:cTn id="22" dur="500" fill="hold"/>
                                        <p:tgtEl>
                                          <p:spTgt spid="4223"/>
                                        </p:tgtEl>
                                        <p:attrNameLst>
                                          <p:attrName>ppt_x</p:attrName>
                                        </p:attrNameLst>
                                      </p:cBhvr>
                                      <p:tavLst>
                                        <p:tav tm="0">
                                          <p:val>
                                            <p:strVal val="#ppt_x"/>
                                          </p:val>
                                        </p:tav>
                                        <p:tav tm="100000">
                                          <p:val>
                                            <p:strVal val="#ppt_x"/>
                                          </p:val>
                                        </p:tav>
                                      </p:tavLst>
                                    </p:anim>
                                    <p:anim calcmode="lin" valueType="num">
                                      <p:cBhvr>
                                        <p:cTn id="23" dur="500" fill="hold"/>
                                        <p:tgtEl>
                                          <p:spTgt spid="422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Class="entr" nodeType="afterEffect" presetSubtype="4" presetID="2" grpId="5" fill="hold">
                                  <p:stCondLst>
                                    <p:cond delay="0"/>
                                  </p:stCondLst>
                                  <p:iterate type="el" backwards="0">
                                    <p:tmAbs val="0"/>
                                  </p:iterate>
                                  <p:childTnLst>
                                    <p:set>
                                      <p:cBhvr>
                                        <p:cTn id="26" fill="hold"/>
                                        <p:tgtEl>
                                          <p:spTgt spid="4228"/>
                                        </p:tgtEl>
                                        <p:attrNameLst>
                                          <p:attrName>style.visibility</p:attrName>
                                        </p:attrNameLst>
                                      </p:cBhvr>
                                      <p:to>
                                        <p:strVal val="visible"/>
                                      </p:to>
                                    </p:set>
                                    <p:anim calcmode="lin" valueType="num">
                                      <p:cBhvr>
                                        <p:cTn id="27" dur="500" fill="hold"/>
                                        <p:tgtEl>
                                          <p:spTgt spid="4228"/>
                                        </p:tgtEl>
                                        <p:attrNameLst>
                                          <p:attrName>ppt_x</p:attrName>
                                        </p:attrNameLst>
                                      </p:cBhvr>
                                      <p:tavLst>
                                        <p:tav tm="0">
                                          <p:val>
                                            <p:strVal val="#ppt_x"/>
                                          </p:val>
                                        </p:tav>
                                        <p:tav tm="100000">
                                          <p:val>
                                            <p:strVal val="#ppt_x"/>
                                          </p:val>
                                        </p:tav>
                                      </p:tavLst>
                                    </p:anim>
                                    <p:anim calcmode="lin" valueType="num">
                                      <p:cBhvr>
                                        <p:cTn id="28" dur="500" fill="hold"/>
                                        <p:tgtEl>
                                          <p:spTgt spid="4228"/>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Class="entr" nodeType="afterEffect" presetSubtype="4" presetID="2" grpId="6" fill="hold">
                                  <p:stCondLst>
                                    <p:cond delay="0"/>
                                  </p:stCondLst>
                                  <p:iterate type="el" backwards="0">
                                    <p:tmAbs val="0"/>
                                  </p:iterate>
                                  <p:childTnLst>
                                    <p:set>
                                      <p:cBhvr>
                                        <p:cTn id="31" fill="hold"/>
                                        <p:tgtEl>
                                          <p:spTgt spid="4226"/>
                                        </p:tgtEl>
                                        <p:attrNameLst>
                                          <p:attrName>style.visibility</p:attrName>
                                        </p:attrNameLst>
                                      </p:cBhvr>
                                      <p:to>
                                        <p:strVal val="visible"/>
                                      </p:to>
                                    </p:set>
                                    <p:anim calcmode="lin" valueType="num">
                                      <p:cBhvr>
                                        <p:cTn id="32" dur="500" fill="hold"/>
                                        <p:tgtEl>
                                          <p:spTgt spid="4226"/>
                                        </p:tgtEl>
                                        <p:attrNameLst>
                                          <p:attrName>ppt_x</p:attrName>
                                        </p:attrNameLst>
                                      </p:cBhvr>
                                      <p:tavLst>
                                        <p:tav tm="0">
                                          <p:val>
                                            <p:strVal val="#ppt_x"/>
                                          </p:val>
                                        </p:tav>
                                        <p:tav tm="100000">
                                          <p:val>
                                            <p:strVal val="#ppt_x"/>
                                          </p:val>
                                        </p:tav>
                                      </p:tavLst>
                                    </p:anim>
                                    <p:anim calcmode="lin" valueType="num">
                                      <p:cBhvr>
                                        <p:cTn id="33" dur="500" fill="hold"/>
                                        <p:tgtEl>
                                          <p:spTgt spid="4226"/>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Class="entr" nodeType="afterEffect" presetSubtype="4" presetID="2" grpId="7" fill="hold">
                                  <p:stCondLst>
                                    <p:cond delay="0"/>
                                  </p:stCondLst>
                                  <p:iterate type="el" backwards="0">
                                    <p:tmAbs val="0"/>
                                  </p:iterate>
                                  <p:childTnLst>
                                    <p:set>
                                      <p:cBhvr>
                                        <p:cTn id="36" fill="hold"/>
                                        <p:tgtEl>
                                          <p:spTgt spid="4227"/>
                                        </p:tgtEl>
                                        <p:attrNameLst>
                                          <p:attrName>style.visibility</p:attrName>
                                        </p:attrNameLst>
                                      </p:cBhvr>
                                      <p:to>
                                        <p:strVal val="visible"/>
                                      </p:to>
                                    </p:set>
                                    <p:anim calcmode="lin" valueType="num">
                                      <p:cBhvr>
                                        <p:cTn id="37" dur="500" fill="hold"/>
                                        <p:tgtEl>
                                          <p:spTgt spid="4227"/>
                                        </p:tgtEl>
                                        <p:attrNameLst>
                                          <p:attrName>ppt_x</p:attrName>
                                        </p:attrNameLst>
                                      </p:cBhvr>
                                      <p:tavLst>
                                        <p:tav tm="0">
                                          <p:val>
                                            <p:strVal val="#ppt_x"/>
                                          </p:val>
                                        </p:tav>
                                        <p:tav tm="100000">
                                          <p:val>
                                            <p:strVal val="#ppt_x"/>
                                          </p:val>
                                        </p:tav>
                                      </p:tavLst>
                                    </p:anim>
                                    <p:anim calcmode="lin" valueType="num">
                                      <p:cBhvr>
                                        <p:cTn id="38" dur="500" fill="hold"/>
                                        <p:tgtEl>
                                          <p:spTgt spid="4227"/>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Class="entr" nodeType="afterEffect" presetSubtype="4" presetID="2" grpId="8" fill="hold">
                                  <p:stCondLst>
                                    <p:cond delay="0"/>
                                  </p:stCondLst>
                                  <p:iterate type="el" backwards="0">
                                    <p:tmAbs val="0"/>
                                  </p:iterate>
                                  <p:childTnLst>
                                    <p:set>
                                      <p:cBhvr>
                                        <p:cTn id="41" fill="hold"/>
                                        <p:tgtEl>
                                          <p:spTgt spid="4219"/>
                                        </p:tgtEl>
                                        <p:attrNameLst>
                                          <p:attrName>style.visibility</p:attrName>
                                        </p:attrNameLst>
                                      </p:cBhvr>
                                      <p:to>
                                        <p:strVal val="visible"/>
                                      </p:to>
                                    </p:set>
                                    <p:anim calcmode="lin" valueType="num">
                                      <p:cBhvr>
                                        <p:cTn id="42" dur="500" fill="hold"/>
                                        <p:tgtEl>
                                          <p:spTgt spid="4219"/>
                                        </p:tgtEl>
                                        <p:attrNameLst>
                                          <p:attrName>ppt_x</p:attrName>
                                        </p:attrNameLst>
                                      </p:cBhvr>
                                      <p:tavLst>
                                        <p:tav tm="0">
                                          <p:val>
                                            <p:strVal val="#ppt_x"/>
                                          </p:val>
                                        </p:tav>
                                        <p:tav tm="100000">
                                          <p:val>
                                            <p:strVal val="#ppt_x"/>
                                          </p:val>
                                        </p:tav>
                                      </p:tavLst>
                                    </p:anim>
                                    <p:anim calcmode="lin" valueType="num">
                                      <p:cBhvr>
                                        <p:cTn id="43" dur="500" fill="hold"/>
                                        <p:tgtEl>
                                          <p:spTgt spid="4219"/>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Class="entr" nodeType="afterEffect" presetID="9" grpId="9" fill="hold">
                                  <p:stCondLst>
                                    <p:cond delay="0"/>
                                  </p:stCondLst>
                                  <p:iterate type="el" backwards="0">
                                    <p:tmAbs val="0"/>
                                  </p:iterate>
                                  <p:childTnLst>
                                    <p:set>
                                      <p:cBhvr>
                                        <p:cTn id="46" fill="hold"/>
                                        <p:tgtEl>
                                          <p:spTgt spid="4231"/>
                                        </p:tgtEl>
                                        <p:attrNameLst>
                                          <p:attrName>style.visibility</p:attrName>
                                        </p:attrNameLst>
                                      </p:cBhvr>
                                      <p:to>
                                        <p:strVal val="visible"/>
                                      </p:to>
                                    </p:set>
                                    <p:animEffect filter="dissolve" transition="in">
                                      <p:cBhvr>
                                        <p:cTn id="47" dur="500"/>
                                        <p:tgtEl>
                                          <p:spTgt spid="4231"/>
                                        </p:tgtEl>
                                      </p:cBhvr>
                                    </p:animEffect>
                                  </p:childTnLst>
                                </p:cTn>
                              </p:par>
                            </p:childTnLst>
                          </p:cTn>
                        </p:par>
                        <p:par>
                          <p:cTn id="48" fill="hold">
                            <p:stCondLst>
                              <p:cond delay="4500"/>
                            </p:stCondLst>
                            <p:childTnLst>
                              <p:par>
                                <p:cTn id="49" presetClass="entr" nodeType="afterEffect" presetID="9" grpId="10" fill="hold">
                                  <p:stCondLst>
                                    <p:cond delay="0"/>
                                  </p:stCondLst>
                                  <p:iterate type="el" backwards="0">
                                    <p:tmAbs val="0"/>
                                  </p:iterate>
                                  <p:childTnLst>
                                    <p:set>
                                      <p:cBhvr>
                                        <p:cTn id="50" fill="hold"/>
                                        <p:tgtEl>
                                          <p:spTgt spid="4232"/>
                                        </p:tgtEl>
                                        <p:attrNameLst>
                                          <p:attrName>style.visibility</p:attrName>
                                        </p:attrNameLst>
                                      </p:cBhvr>
                                      <p:to>
                                        <p:strVal val="visible"/>
                                      </p:to>
                                    </p:set>
                                    <p:animEffect filter="dissolve" transition="in">
                                      <p:cBhvr>
                                        <p:cTn id="51" dur="500"/>
                                        <p:tgtEl>
                                          <p:spTgt spid="42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232" grpId="10"/>
      <p:bldP build="whole" bldLvl="1" animBg="1" rev="0" advAuto="0" spid="4223" grpId="4"/>
      <p:bldP build="whole" bldLvl="1" animBg="1" rev="0" advAuto="0" spid="4225" grpId="3"/>
      <p:bldP build="whole" bldLvl="1" animBg="1" rev="0" advAuto="0" spid="4226" grpId="6"/>
      <p:bldP build="whole" bldLvl="1" animBg="1" rev="0" advAuto="0" spid="4229" grpId="1"/>
      <p:bldP build="whole" bldLvl="1" animBg="1" rev="0" advAuto="0" spid="4224" grpId="2"/>
      <p:bldP build="whole" bldLvl="1" animBg="1" rev="0" advAuto="0" spid="4227" grpId="7"/>
      <p:bldP build="whole" bldLvl="1" animBg="1" rev="0" advAuto="0" spid="4219" grpId="8"/>
      <p:bldP build="whole" bldLvl="1" animBg="1" rev="0" advAuto="0" spid="4231" grpId="9"/>
      <p:bldP build="whole" bldLvl="1" animBg="1" rev="0" advAuto="0" spid="4228" grpId="5"/>
    </p:bldLst>
  </p:timing>
</p:sld>
</file>

<file path=ppt/slides/slide125.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grpSp>
        <p:nvGrpSpPr>
          <p:cNvPr id="4237" name="Group 4237"/>
          <p:cNvGrpSpPr/>
          <p:nvPr/>
        </p:nvGrpSpPr>
        <p:grpSpPr>
          <a:xfrm>
            <a:off x="6972299" y="5295899"/>
            <a:ext cx="3695701" cy="1295401"/>
            <a:chOff x="0" y="0"/>
            <a:chExt cx="3695700" cy="1295400"/>
          </a:xfrm>
        </p:grpSpPr>
        <p:sp>
          <p:nvSpPr>
            <p:cNvPr id="4234" name="Shape 4234"/>
            <p:cNvSpPr/>
            <p:nvPr/>
          </p:nvSpPr>
          <p:spPr>
            <a:xfrm>
              <a:off x="-1" y="-1"/>
              <a:ext cx="228601"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35" name="Shape 4235"/>
            <p:cNvSpPr/>
            <p:nvPr/>
          </p:nvSpPr>
          <p:spPr>
            <a:xfrm>
              <a:off x="3467100" y="1066800"/>
              <a:ext cx="228600" cy="228600"/>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36" name="Shape 4236"/>
            <p:cNvSpPr/>
            <p:nvPr/>
          </p:nvSpPr>
          <p:spPr>
            <a:xfrm flipH="1" rot="16200000">
              <a:off x="1314450" y="-971550"/>
              <a:ext cx="952500" cy="3352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noFill/>
            <a:ln w="12700" cap="flat">
              <a:solidFill>
                <a:srgbClr val="FFFFFF"/>
              </a:solidFill>
              <a:prstDash val="solid"/>
              <a:bevel/>
            </a:ln>
            <a:effectLst/>
          </p:spPr>
          <p:txBody>
            <a:bodyPr wrap="square" lIns="91439" tIns="91439" rIns="91439" bIns="91439" numCol="1" anchor="ctr">
              <a:noAutofit/>
            </a:bodyPr>
            <a:lstStyle/>
            <a:p>
              <a:pPr algn="l" defTabSz="914400">
                <a:defRPr sz="3600">
                  <a:latin typeface="Calibri"/>
                  <a:ea typeface="Calibri"/>
                  <a:cs typeface="Calibri"/>
                  <a:sym typeface="Calibri"/>
                </a:defRPr>
              </a:pPr>
            </a:p>
          </p:txBody>
        </p:sp>
      </p:grpSp>
      <p:grpSp>
        <p:nvGrpSpPr>
          <p:cNvPr id="4241" name="Group 4241"/>
          <p:cNvGrpSpPr/>
          <p:nvPr/>
        </p:nvGrpSpPr>
        <p:grpSpPr>
          <a:xfrm>
            <a:off x="12953999" y="6362699"/>
            <a:ext cx="4000501" cy="1905001"/>
            <a:chOff x="0" y="0"/>
            <a:chExt cx="4000500" cy="1905000"/>
          </a:xfrm>
        </p:grpSpPr>
        <p:sp>
          <p:nvSpPr>
            <p:cNvPr id="4238" name="Shape 4238"/>
            <p:cNvSpPr/>
            <p:nvPr/>
          </p:nvSpPr>
          <p:spPr>
            <a:xfrm>
              <a:off x="-1" y="-1"/>
              <a:ext cx="228601"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39" name="Shape 4239"/>
            <p:cNvSpPr/>
            <p:nvPr/>
          </p:nvSpPr>
          <p:spPr>
            <a:xfrm>
              <a:off x="3771900" y="1676400"/>
              <a:ext cx="228600" cy="228600"/>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40" name="Shape 4240"/>
            <p:cNvSpPr/>
            <p:nvPr/>
          </p:nvSpPr>
          <p:spPr>
            <a:xfrm>
              <a:off x="228600" y="114300"/>
              <a:ext cx="3657600" cy="1562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noFill/>
            <a:ln w="12700" cap="flat">
              <a:solidFill>
                <a:srgbClr val="FFFFFF"/>
              </a:solidFill>
              <a:prstDash val="solid"/>
              <a:bevel/>
            </a:ln>
            <a:effectLst/>
          </p:spPr>
          <p:txBody>
            <a:bodyPr wrap="square" lIns="91439" tIns="91439" rIns="91439" bIns="91439" numCol="1" anchor="ctr">
              <a:noAutofit/>
            </a:bodyPr>
            <a:lstStyle/>
            <a:p>
              <a:pPr algn="l" defTabSz="914400">
                <a:defRPr sz="3600">
                  <a:latin typeface="Calibri"/>
                  <a:ea typeface="Calibri"/>
                  <a:cs typeface="Calibri"/>
                  <a:sym typeface="Calibri"/>
                </a:defRPr>
              </a:pPr>
            </a:p>
          </p:txBody>
        </p:sp>
      </p:grpSp>
      <p:grpSp>
        <p:nvGrpSpPr>
          <p:cNvPr id="4244" name="Group 4244"/>
          <p:cNvGrpSpPr/>
          <p:nvPr/>
        </p:nvGrpSpPr>
        <p:grpSpPr>
          <a:xfrm>
            <a:off x="6972300" y="0"/>
            <a:ext cx="228600" cy="3009900"/>
            <a:chOff x="0" y="0"/>
            <a:chExt cx="228600" cy="3009900"/>
          </a:xfrm>
        </p:grpSpPr>
        <p:sp>
          <p:nvSpPr>
            <p:cNvPr id="4242" name="Shape 4242"/>
            <p:cNvSpPr/>
            <p:nvPr/>
          </p:nvSpPr>
          <p:spPr>
            <a:xfrm>
              <a:off x="0" y="2781300"/>
              <a:ext cx="228600" cy="228600"/>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43" name="Shape 4243"/>
            <p:cNvSpPr/>
            <p:nvPr/>
          </p:nvSpPr>
          <p:spPr>
            <a:xfrm flipV="1">
              <a:off x="114299" y="0"/>
              <a:ext cx="2" cy="2781300"/>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grpSp>
      <p:grpSp>
        <p:nvGrpSpPr>
          <p:cNvPr id="4247" name="Group 4247"/>
          <p:cNvGrpSpPr/>
          <p:nvPr/>
        </p:nvGrpSpPr>
        <p:grpSpPr>
          <a:xfrm>
            <a:off x="16725900" y="10706099"/>
            <a:ext cx="228600" cy="3009901"/>
            <a:chOff x="0" y="0"/>
            <a:chExt cx="228600" cy="3009900"/>
          </a:xfrm>
        </p:grpSpPr>
        <p:sp>
          <p:nvSpPr>
            <p:cNvPr id="4245" name="Shape 4245"/>
            <p:cNvSpPr/>
            <p:nvPr/>
          </p:nvSpPr>
          <p:spPr>
            <a:xfrm>
              <a:off x="0" y="-1"/>
              <a:ext cx="228600"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46" name="Shape 4246"/>
            <p:cNvSpPr/>
            <p:nvPr/>
          </p:nvSpPr>
          <p:spPr>
            <a:xfrm flipH="1">
              <a:off x="114299" y="228600"/>
              <a:ext cx="2" cy="2781300"/>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grpSp>
      <p:sp>
        <p:nvSpPr>
          <p:cNvPr id="4248" name="Shape 4248"/>
          <p:cNvSpPr/>
          <p:nvPr/>
        </p:nvSpPr>
        <p:spPr>
          <a:xfrm>
            <a:off x="16146986" y="3605837"/>
            <a:ext cx="4149307" cy="1281431"/>
          </a:xfrm>
          <a:prstGeom prst="rect">
            <a:avLst/>
          </a:prstGeom>
          <a:ln w="12700">
            <a:solidFill>
              <a:srgbClr val="FFFFFF"/>
            </a:solidFill>
            <a:bevel/>
          </a:ln>
          <a:extLst>
            <a:ext uri="{C572A759-6A51-4108-AA02-DFA0A04FC94B}">
              <ma14:wrappingTextBoxFlag xmlns:ma14="http://schemas.microsoft.com/office/mac/drawingml/2011/main" val="1"/>
            </a:ext>
          </a:extLst>
        </p:spPr>
        <p:txBody>
          <a:bodyPr tIns="91439" bIns="91439">
            <a:spAutoFit/>
          </a:bodyPr>
          <a:lstStyle/>
          <a:p>
            <a:pPr algn="l"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l" defTabSz="914400">
              <a:defRPr sz="2800">
                <a:latin typeface="Raleway SemiBold"/>
                <a:ea typeface="Raleway SemiBold"/>
                <a:cs typeface="Raleway SemiBold"/>
                <a:sym typeface="Raleway SemiBold"/>
              </a:defRPr>
            </a:pPr>
            <a:r>
              <a:rPr>
                <a:solidFill>
                  <a:srgbClr val="FFFFFF"/>
                </a:solidFill>
              </a:rPr>
              <a:t>Descripción</a:t>
            </a:r>
          </a:p>
        </p:txBody>
      </p:sp>
      <p:grpSp>
        <p:nvGrpSpPr>
          <p:cNvPr id="4252" name="Group 4252"/>
          <p:cNvGrpSpPr/>
          <p:nvPr/>
        </p:nvGrpSpPr>
        <p:grpSpPr>
          <a:xfrm>
            <a:off x="12725399" y="4229099"/>
            <a:ext cx="3200401" cy="1554193"/>
            <a:chOff x="0" y="0"/>
            <a:chExt cx="3200400" cy="1554191"/>
          </a:xfrm>
        </p:grpSpPr>
        <p:sp>
          <p:nvSpPr>
            <p:cNvPr id="4249" name="Shape 4249"/>
            <p:cNvSpPr/>
            <p:nvPr/>
          </p:nvSpPr>
          <p:spPr>
            <a:xfrm>
              <a:off x="-1" y="1325591"/>
              <a:ext cx="228601"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50" name="Shape 4250"/>
            <p:cNvSpPr/>
            <p:nvPr/>
          </p:nvSpPr>
          <p:spPr>
            <a:xfrm>
              <a:off x="2971800" y="-1"/>
              <a:ext cx="228600"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51" name="Shape 4251"/>
            <p:cNvSpPr/>
            <p:nvPr/>
          </p:nvSpPr>
          <p:spPr>
            <a:xfrm flipV="1">
              <a:off x="195121" y="195122"/>
              <a:ext cx="2810157" cy="1163948"/>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grpSp>
      <p:sp>
        <p:nvSpPr>
          <p:cNvPr id="4253" name="Shape 4253"/>
          <p:cNvSpPr/>
          <p:nvPr/>
        </p:nvSpPr>
        <p:spPr>
          <a:xfrm>
            <a:off x="6096000" y="3162300"/>
            <a:ext cx="1981200" cy="1981200"/>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54" name="Shape 4254"/>
          <p:cNvSpPr/>
          <p:nvPr/>
        </p:nvSpPr>
        <p:spPr>
          <a:xfrm>
            <a:off x="10820400" y="5486400"/>
            <a:ext cx="1981200" cy="1981200"/>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55" name="Shape 4255"/>
          <p:cNvSpPr/>
          <p:nvPr/>
        </p:nvSpPr>
        <p:spPr>
          <a:xfrm>
            <a:off x="15849600" y="8496300"/>
            <a:ext cx="1981200" cy="1981200"/>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56" name="Shape 425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Timeline</a:t>
            </a:r>
          </a:p>
        </p:txBody>
      </p:sp>
      <p:sp>
        <p:nvSpPr>
          <p:cNvPr id="4257" name="Shape 4257"/>
          <p:cNvSpPr/>
          <p:nvPr/>
        </p:nvSpPr>
        <p:spPr>
          <a:xfrm>
            <a:off x="8148319" y="3612187"/>
            <a:ext cx="5029201" cy="12687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l" defTabSz="914400">
              <a:defRPr sz="2800">
                <a:latin typeface="Raleway Bold"/>
                <a:ea typeface="Raleway Bold"/>
                <a:cs typeface="Raleway Bold"/>
                <a:sym typeface="Raleway Bold"/>
              </a:defRPr>
            </a:pPr>
            <a:r>
              <a:rPr>
                <a:solidFill>
                  <a:srgbClr val="FFFFFF"/>
                </a:solidFill>
              </a:rPr>
              <a:t>Descripción</a:t>
            </a:r>
          </a:p>
        </p:txBody>
      </p:sp>
      <p:sp>
        <p:nvSpPr>
          <p:cNvPr id="4258" name="Shape 4258"/>
          <p:cNvSpPr/>
          <p:nvPr/>
        </p:nvSpPr>
        <p:spPr>
          <a:xfrm>
            <a:off x="4033520" y="3621732"/>
            <a:ext cx="1828801" cy="1071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r" defTabSz="914400">
              <a:defRPr sz="3000">
                <a:latin typeface="Raleway Bold"/>
                <a:ea typeface="Raleway Bold"/>
                <a:cs typeface="Raleway Bold"/>
                <a:sym typeface="Raleway Bold"/>
              </a:defRPr>
            </a:pPr>
            <a:r>
              <a:rPr>
                <a:solidFill>
                  <a:srgbClr val="FFFFFF"/>
                </a:solidFill>
              </a:rPr>
              <a:t>Año</a:t>
            </a:r>
            <a:endParaRPr>
              <a:solidFill>
                <a:srgbClr val="FFFFFF"/>
              </a:solidFill>
            </a:endParaRPr>
          </a:p>
          <a:p>
            <a:pPr algn="r" defTabSz="914400">
              <a:defRPr sz="3000">
                <a:latin typeface="Raleway Bold"/>
                <a:ea typeface="Raleway Bold"/>
                <a:cs typeface="Raleway Bold"/>
                <a:sym typeface="Raleway Bold"/>
              </a:defRPr>
            </a:pPr>
            <a:r>
              <a:rPr>
                <a:solidFill>
                  <a:srgbClr val="FFFFFF"/>
                </a:solidFill>
              </a:rPr>
              <a:t>Mes</a:t>
            </a:r>
          </a:p>
        </p:txBody>
      </p:sp>
      <p:sp>
        <p:nvSpPr>
          <p:cNvPr id="4259" name="Shape 4259"/>
          <p:cNvSpPr/>
          <p:nvPr/>
        </p:nvSpPr>
        <p:spPr>
          <a:xfrm>
            <a:off x="6172200" y="3818562"/>
            <a:ext cx="1828800"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
        <p:nvSpPr>
          <p:cNvPr id="4260" name="Shape 4260"/>
          <p:cNvSpPr/>
          <p:nvPr/>
        </p:nvSpPr>
        <p:spPr>
          <a:xfrm>
            <a:off x="10896600" y="6150609"/>
            <a:ext cx="1828800"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
        <p:nvSpPr>
          <p:cNvPr id="4261" name="Shape 4261"/>
          <p:cNvSpPr/>
          <p:nvPr/>
        </p:nvSpPr>
        <p:spPr>
          <a:xfrm>
            <a:off x="16002000" y="9160509"/>
            <a:ext cx="1828800"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
        <p:nvSpPr>
          <p:cNvPr id="4262" name="Shape 4262"/>
          <p:cNvSpPr/>
          <p:nvPr/>
        </p:nvSpPr>
        <p:spPr>
          <a:xfrm>
            <a:off x="10442786" y="9075102"/>
            <a:ext cx="5029201" cy="12687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r"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r" defTabSz="914400">
              <a:defRPr sz="2800">
                <a:latin typeface="Raleway Bold"/>
                <a:ea typeface="Raleway Bold"/>
                <a:cs typeface="Raleway Bold"/>
                <a:sym typeface="Raleway Bold"/>
              </a:defRPr>
            </a:pPr>
            <a:r>
              <a:rPr>
                <a:solidFill>
                  <a:srgbClr val="FFFFFF"/>
                </a:solidFill>
              </a:rPr>
              <a:t>Descripción</a:t>
            </a:r>
          </a:p>
        </p:txBody>
      </p:sp>
      <p:sp>
        <p:nvSpPr>
          <p:cNvPr id="4263" name="Shape 4263"/>
          <p:cNvSpPr/>
          <p:nvPr/>
        </p:nvSpPr>
        <p:spPr>
          <a:xfrm>
            <a:off x="18208414" y="9173527"/>
            <a:ext cx="1828801" cy="1071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sz="3000">
                <a:latin typeface="Raleway Bold"/>
                <a:ea typeface="Raleway Bold"/>
                <a:cs typeface="Raleway Bold"/>
                <a:sym typeface="Raleway Bold"/>
              </a:defRPr>
            </a:pPr>
            <a:r>
              <a:rPr>
                <a:solidFill>
                  <a:srgbClr val="FFFFFF"/>
                </a:solidFill>
              </a:rPr>
              <a:t>Año</a:t>
            </a:r>
            <a:endParaRPr>
              <a:solidFill>
                <a:srgbClr val="FFFFFF"/>
              </a:solidFill>
            </a:endParaRPr>
          </a:p>
          <a:p>
            <a:pPr algn="l" defTabSz="914400">
              <a:defRPr sz="3000">
                <a:latin typeface="Raleway Bold"/>
                <a:ea typeface="Raleway Bold"/>
                <a:cs typeface="Raleway Bold"/>
                <a:sym typeface="Raleway Bold"/>
              </a:defRPr>
            </a:pPr>
            <a:r>
              <a:rPr>
                <a:solidFill>
                  <a:srgbClr val="FFFFFF"/>
                </a:solidFill>
              </a:rPr>
              <a:t>Mes</a:t>
            </a:r>
          </a:p>
        </p:txBody>
      </p:sp>
      <p:sp>
        <p:nvSpPr>
          <p:cNvPr id="4264" name="Shape 4264"/>
          <p:cNvSpPr/>
          <p:nvPr/>
        </p:nvSpPr>
        <p:spPr>
          <a:xfrm>
            <a:off x="10210800" y="7643971"/>
            <a:ext cx="320040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000">
                <a:solidFill>
                  <a:srgbClr val="FFFFFF"/>
                </a:solidFill>
                <a:latin typeface="Raleway Bold"/>
                <a:ea typeface="Raleway Bold"/>
                <a:cs typeface="Raleway Bold"/>
                <a:sym typeface="Raleway Bold"/>
              </a:defRPr>
            </a:lvl1pPr>
          </a:lstStyle>
          <a:p>
            <a:pPr>
              <a:defRPr>
                <a:solidFill>
                  <a:srgbClr val="000000"/>
                </a:solidFill>
              </a:defRPr>
            </a:pPr>
            <a:r>
              <a:rPr>
                <a:solidFill>
                  <a:srgbClr val="FFFFFF"/>
                </a:solidFill>
              </a:rPr>
              <a:t>Año | Mes</a:t>
            </a:r>
          </a:p>
        </p:txBody>
      </p:sp>
    </p:spTree>
  </p:cSld>
  <p:clrMapOvr>
    <a:masterClrMapping/>
  </p:clrMapOvr>
  <mc:AlternateContent xmlns:mc="http://schemas.openxmlformats.org/markup-compatibility/2006">
    <mc:Choice xmlns:p14="http://schemas.microsoft.com/office/powerpoint/2010/main" Requires="p14">
      <p:transition spd="slow" advClick="1" p14:dur="1200">
        <p:push dir="u"/>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0"/>
                                  </p:stCondLst>
                                  <p:iterate type="el" backwards="0">
                                    <p:tmAbs val="0"/>
                                  </p:iterate>
                                  <p:childTnLst>
                                    <p:set>
                                      <p:cBhvr>
                                        <p:cTn id="6" fill="hold"/>
                                        <p:tgtEl>
                                          <p:spTgt spid="4244"/>
                                        </p:tgtEl>
                                        <p:attrNameLst>
                                          <p:attrName>style.visibility</p:attrName>
                                        </p:attrNameLst>
                                      </p:cBhvr>
                                      <p:to>
                                        <p:strVal val="visible"/>
                                      </p:to>
                                    </p:set>
                                    <p:anim calcmode="lin" valueType="num">
                                      <p:cBhvr>
                                        <p:cTn id="7" dur="500" fill="hold"/>
                                        <p:tgtEl>
                                          <p:spTgt spid="4244"/>
                                        </p:tgtEl>
                                        <p:attrNameLst>
                                          <p:attrName>ppt_x</p:attrName>
                                        </p:attrNameLst>
                                      </p:cBhvr>
                                      <p:tavLst>
                                        <p:tav tm="0">
                                          <p:val>
                                            <p:strVal val="#ppt_x"/>
                                          </p:val>
                                        </p:tav>
                                        <p:tav tm="100000">
                                          <p:val>
                                            <p:strVal val="#ppt_x"/>
                                          </p:val>
                                        </p:tav>
                                      </p:tavLst>
                                    </p:anim>
                                    <p:anim calcmode="lin" valueType="num">
                                      <p:cBhvr>
                                        <p:cTn id="8" dur="500" fill="hold"/>
                                        <p:tgtEl>
                                          <p:spTgt spid="424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Class="entr" nodeType="afterEffect" presetSubtype="4" presetID="2" grpId="2" fill="hold">
                                  <p:stCondLst>
                                    <p:cond delay="0"/>
                                  </p:stCondLst>
                                  <p:iterate type="el" backwards="0">
                                    <p:tmAbs val="0"/>
                                  </p:iterate>
                                  <p:childTnLst>
                                    <p:set>
                                      <p:cBhvr>
                                        <p:cTn id="11" fill="hold"/>
                                        <p:tgtEl>
                                          <p:spTgt spid="4253"/>
                                        </p:tgtEl>
                                        <p:attrNameLst>
                                          <p:attrName>style.visibility</p:attrName>
                                        </p:attrNameLst>
                                      </p:cBhvr>
                                      <p:to>
                                        <p:strVal val="visible"/>
                                      </p:to>
                                    </p:set>
                                    <p:anim calcmode="lin" valueType="num">
                                      <p:cBhvr>
                                        <p:cTn id="12" dur="500" fill="hold"/>
                                        <p:tgtEl>
                                          <p:spTgt spid="4253"/>
                                        </p:tgtEl>
                                        <p:attrNameLst>
                                          <p:attrName>ppt_x</p:attrName>
                                        </p:attrNameLst>
                                      </p:cBhvr>
                                      <p:tavLst>
                                        <p:tav tm="0">
                                          <p:val>
                                            <p:strVal val="#ppt_x"/>
                                          </p:val>
                                        </p:tav>
                                        <p:tav tm="100000">
                                          <p:val>
                                            <p:strVal val="#ppt_x"/>
                                          </p:val>
                                        </p:tav>
                                      </p:tavLst>
                                    </p:anim>
                                    <p:anim calcmode="lin" valueType="num">
                                      <p:cBhvr>
                                        <p:cTn id="13" dur="500" fill="hold"/>
                                        <p:tgtEl>
                                          <p:spTgt spid="4253"/>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Class="entr" nodeType="afterEffect" presetSubtype="4" presetID="2" grpId="3" fill="hold">
                                  <p:stCondLst>
                                    <p:cond delay="0"/>
                                  </p:stCondLst>
                                  <p:iterate type="el" backwards="0">
                                    <p:tmAbs val="0"/>
                                  </p:iterate>
                                  <p:childTnLst>
                                    <p:set>
                                      <p:cBhvr>
                                        <p:cTn id="16" fill="hold"/>
                                        <p:tgtEl>
                                          <p:spTgt spid="4237"/>
                                        </p:tgtEl>
                                        <p:attrNameLst>
                                          <p:attrName>style.visibility</p:attrName>
                                        </p:attrNameLst>
                                      </p:cBhvr>
                                      <p:to>
                                        <p:strVal val="visible"/>
                                      </p:to>
                                    </p:set>
                                    <p:anim calcmode="lin" valueType="num">
                                      <p:cBhvr>
                                        <p:cTn id="17" dur="500" fill="hold"/>
                                        <p:tgtEl>
                                          <p:spTgt spid="4237"/>
                                        </p:tgtEl>
                                        <p:attrNameLst>
                                          <p:attrName>ppt_x</p:attrName>
                                        </p:attrNameLst>
                                      </p:cBhvr>
                                      <p:tavLst>
                                        <p:tav tm="0">
                                          <p:val>
                                            <p:strVal val="#ppt_x"/>
                                          </p:val>
                                        </p:tav>
                                        <p:tav tm="100000">
                                          <p:val>
                                            <p:strVal val="#ppt_x"/>
                                          </p:val>
                                        </p:tav>
                                      </p:tavLst>
                                    </p:anim>
                                    <p:anim calcmode="lin" valueType="num">
                                      <p:cBhvr>
                                        <p:cTn id="18" dur="500" fill="hold"/>
                                        <p:tgtEl>
                                          <p:spTgt spid="4237"/>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Class="entr" nodeType="afterEffect" presetSubtype="4" presetID="2" grpId="4" fill="hold">
                                  <p:stCondLst>
                                    <p:cond delay="0"/>
                                  </p:stCondLst>
                                  <p:iterate type="el" backwards="0">
                                    <p:tmAbs val="0"/>
                                  </p:iterate>
                                  <p:childTnLst>
                                    <p:set>
                                      <p:cBhvr>
                                        <p:cTn id="21" fill="hold"/>
                                        <p:tgtEl>
                                          <p:spTgt spid="4254"/>
                                        </p:tgtEl>
                                        <p:attrNameLst>
                                          <p:attrName>style.visibility</p:attrName>
                                        </p:attrNameLst>
                                      </p:cBhvr>
                                      <p:to>
                                        <p:strVal val="visible"/>
                                      </p:to>
                                    </p:set>
                                    <p:anim calcmode="lin" valueType="num">
                                      <p:cBhvr>
                                        <p:cTn id="22" dur="500" fill="hold"/>
                                        <p:tgtEl>
                                          <p:spTgt spid="4254"/>
                                        </p:tgtEl>
                                        <p:attrNameLst>
                                          <p:attrName>ppt_x</p:attrName>
                                        </p:attrNameLst>
                                      </p:cBhvr>
                                      <p:tavLst>
                                        <p:tav tm="0">
                                          <p:val>
                                            <p:strVal val="#ppt_x"/>
                                          </p:val>
                                        </p:tav>
                                        <p:tav tm="100000">
                                          <p:val>
                                            <p:strVal val="#ppt_x"/>
                                          </p:val>
                                        </p:tav>
                                      </p:tavLst>
                                    </p:anim>
                                    <p:anim calcmode="lin" valueType="num">
                                      <p:cBhvr>
                                        <p:cTn id="23" dur="500" fill="hold"/>
                                        <p:tgtEl>
                                          <p:spTgt spid="4254"/>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Class="entr" nodeType="afterEffect" presetSubtype="4" presetID="2" grpId="5" fill="hold">
                                  <p:stCondLst>
                                    <p:cond delay="0"/>
                                  </p:stCondLst>
                                  <p:iterate type="el" backwards="0">
                                    <p:tmAbs val="0"/>
                                  </p:iterate>
                                  <p:childTnLst>
                                    <p:set>
                                      <p:cBhvr>
                                        <p:cTn id="26" fill="hold"/>
                                        <p:tgtEl>
                                          <p:spTgt spid="4252"/>
                                        </p:tgtEl>
                                        <p:attrNameLst>
                                          <p:attrName>style.visibility</p:attrName>
                                        </p:attrNameLst>
                                      </p:cBhvr>
                                      <p:to>
                                        <p:strVal val="visible"/>
                                      </p:to>
                                    </p:set>
                                    <p:anim calcmode="lin" valueType="num">
                                      <p:cBhvr>
                                        <p:cTn id="27" dur="500" fill="hold"/>
                                        <p:tgtEl>
                                          <p:spTgt spid="4252"/>
                                        </p:tgtEl>
                                        <p:attrNameLst>
                                          <p:attrName>ppt_x</p:attrName>
                                        </p:attrNameLst>
                                      </p:cBhvr>
                                      <p:tavLst>
                                        <p:tav tm="0">
                                          <p:val>
                                            <p:strVal val="#ppt_x"/>
                                          </p:val>
                                        </p:tav>
                                        <p:tav tm="100000">
                                          <p:val>
                                            <p:strVal val="#ppt_x"/>
                                          </p:val>
                                        </p:tav>
                                      </p:tavLst>
                                    </p:anim>
                                    <p:anim calcmode="lin" valueType="num">
                                      <p:cBhvr>
                                        <p:cTn id="28" dur="500" fill="hold"/>
                                        <p:tgtEl>
                                          <p:spTgt spid="4252"/>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Class="entr" nodeType="afterEffect" presetSubtype="4" presetID="2" grpId="6" fill="hold">
                                  <p:stCondLst>
                                    <p:cond delay="0"/>
                                  </p:stCondLst>
                                  <p:iterate type="el" backwards="0">
                                    <p:tmAbs val="0"/>
                                  </p:iterate>
                                  <p:childTnLst>
                                    <p:set>
                                      <p:cBhvr>
                                        <p:cTn id="31" fill="hold"/>
                                        <p:tgtEl>
                                          <p:spTgt spid="4248"/>
                                        </p:tgtEl>
                                        <p:attrNameLst>
                                          <p:attrName>style.visibility</p:attrName>
                                        </p:attrNameLst>
                                      </p:cBhvr>
                                      <p:to>
                                        <p:strVal val="visible"/>
                                      </p:to>
                                    </p:set>
                                    <p:anim calcmode="lin" valueType="num">
                                      <p:cBhvr>
                                        <p:cTn id="32" dur="500" fill="hold"/>
                                        <p:tgtEl>
                                          <p:spTgt spid="4248"/>
                                        </p:tgtEl>
                                        <p:attrNameLst>
                                          <p:attrName>ppt_x</p:attrName>
                                        </p:attrNameLst>
                                      </p:cBhvr>
                                      <p:tavLst>
                                        <p:tav tm="0">
                                          <p:val>
                                            <p:strVal val="#ppt_x"/>
                                          </p:val>
                                        </p:tav>
                                        <p:tav tm="100000">
                                          <p:val>
                                            <p:strVal val="#ppt_x"/>
                                          </p:val>
                                        </p:tav>
                                      </p:tavLst>
                                    </p:anim>
                                    <p:anim calcmode="lin" valueType="num">
                                      <p:cBhvr>
                                        <p:cTn id="33" dur="500" fill="hold"/>
                                        <p:tgtEl>
                                          <p:spTgt spid="4248"/>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Class="entr" nodeType="afterEffect" presetSubtype="4" presetID="2" grpId="7" fill="hold">
                                  <p:stCondLst>
                                    <p:cond delay="0"/>
                                  </p:stCondLst>
                                  <p:iterate type="el" backwards="0">
                                    <p:tmAbs val="0"/>
                                  </p:iterate>
                                  <p:childTnLst>
                                    <p:set>
                                      <p:cBhvr>
                                        <p:cTn id="36" fill="hold"/>
                                        <p:tgtEl>
                                          <p:spTgt spid="4241"/>
                                        </p:tgtEl>
                                        <p:attrNameLst>
                                          <p:attrName>style.visibility</p:attrName>
                                        </p:attrNameLst>
                                      </p:cBhvr>
                                      <p:to>
                                        <p:strVal val="visible"/>
                                      </p:to>
                                    </p:set>
                                    <p:anim calcmode="lin" valueType="num">
                                      <p:cBhvr>
                                        <p:cTn id="37" dur="500" fill="hold"/>
                                        <p:tgtEl>
                                          <p:spTgt spid="4241"/>
                                        </p:tgtEl>
                                        <p:attrNameLst>
                                          <p:attrName>ppt_x</p:attrName>
                                        </p:attrNameLst>
                                      </p:cBhvr>
                                      <p:tavLst>
                                        <p:tav tm="0">
                                          <p:val>
                                            <p:strVal val="#ppt_x"/>
                                          </p:val>
                                        </p:tav>
                                        <p:tav tm="100000">
                                          <p:val>
                                            <p:strVal val="#ppt_x"/>
                                          </p:val>
                                        </p:tav>
                                      </p:tavLst>
                                    </p:anim>
                                    <p:anim calcmode="lin" valueType="num">
                                      <p:cBhvr>
                                        <p:cTn id="38" dur="500" fill="hold"/>
                                        <p:tgtEl>
                                          <p:spTgt spid="4241"/>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Class="entr" nodeType="afterEffect" presetSubtype="4" presetID="2" grpId="8" fill="hold">
                                  <p:stCondLst>
                                    <p:cond delay="0"/>
                                  </p:stCondLst>
                                  <p:iterate type="el" backwards="0">
                                    <p:tmAbs val="0"/>
                                  </p:iterate>
                                  <p:childTnLst>
                                    <p:set>
                                      <p:cBhvr>
                                        <p:cTn id="41" fill="hold"/>
                                        <p:tgtEl>
                                          <p:spTgt spid="4255"/>
                                        </p:tgtEl>
                                        <p:attrNameLst>
                                          <p:attrName>style.visibility</p:attrName>
                                        </p:attrNameLst>
                                      </p:cBhvr>
                                      <p:to>
                                        <p:strVal val="visible"/>
                                      </p:to>
                                    </p:set>
                                    <p:anim calcmode="lin" valueType="num">
                                      <p:cBhvr>
                                        <p:cTn id="42" dur="500" fill="hold"/>
                                        <p:tgtEl>
                                          <p:spTgt spid="4255"/>
                                        </p:tgtEl>
                                        <p:attrNameLst>
                                          <p:attrName>ppt_x</p:attrName>
                                        </p:attrNameLst>
                                      </p:cBhvr>
                                      <p:tavLst>
                                        <p:tav tm="0">
                                          <p:val>
                                            <p:strVal val="#ppt_x"/>
                                          </p:val>
                                        </p:tav>
                                        <p:tav tm="100000">
                                          <p:val>
                                            <p:strVal val="#ppt_x"/>
                                          </p:val>
                                        </p:tav>
                                      </p:tavLst>
                                    </p:anim>
                                    <p:anim calcmode="lin" valueType="num">
                                      <p:cBhvr>
                                        <p:cTn id="43" dur="500" fill="hold"/>
                                        <p:tgtEl>
                                          <p:spTgt spid="4255"/>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Class="entr" nodeType="afterEffect" presetSubtype="4" presetID="2" grpId="9" fill="hold">
                                  <p:stCondLst>
                                    <p:cond delay="0"/>
                                  </p:stCondLst>
                                  <p:iterate type="el" backwards="0">
                                    <p:tmAbs val="0"/>
                                  </p:iterate>
                                  <p:childTnLst>
                                    <p:set>
                                      <p:cBhvr>
                                        <p:cTn id="46" fill="hold"/>
                                        <p:tgtEl>
                                          <p:spTgt spid="4247"/>
                                        </p:tgtEl>
                                        <p:attrNameLst>
                                          <p:attrName>style.visibility</p:attrName>
                                        </p:attrNameLst>
                                      </p:cBhvr>
                                      <p:to>
                                        <p:strVal val="visible"/>
                                      </p:to>
                                    </p:set>
                                    <p:anim calcmode="lin" valueType="num">
                                      <p:cBhvr>
                                        <p:cTn id="47" dur="500" fill="hold"/>
                                        <p:tgtEl>
                                          <p:spTgt spid="4247"/>
                                        </p:tgtEl>
                                        <p:attrNameLst>
                                          <p:attrName>ppt_x</p:attrName>
                                        </p:attrNameLst>
                                      </p:cBhvr>
                                      <p:tavLst>
                                        <p:tav tm="0">
                                          <p:val>
                                            <p:strVal val="#ppt_x"/>
                                          </p:val>
                                        </p:tav>
                                        <p:tav tm="100000">
                                          <p:val>
                                            <p:strVal val="#ppt_x"/>
                                          </p:val>
                                        </p:tav>
                                      </p:tavLst>
                                    </p:anim>
                                    <p:anim calcmode="lin" valueType="num">
                                      <p:cBhvr>
                                        <p:cTn id="48" dur="500" fill="hold"/>
                                        <p:tgtEl>
                                          <p:spTgt spid="4247"/>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Class="entr" nodeType="afterEffect" presetSubtype="4" presetID="2" grpId="10" fill="hold">
                                  <p:stCondLst>
                                    <p:cond delay="0"/>
                                  </p:stCondLst>
                                  <p:iterate type="el" backwards="0">
                                    <p:tmAbs val="0"/>
                                  </p:iterate>
                                  <p:childTnLst>
                                    <p:set>
                                      <p:cBhvr>
                                        <p:cTn id="51" fill="hold"/>
                                        <p:tgtEl>
                                          <p:spTgt spid="4257"/>
                                        </p:tgtEl>
                                        <p:attrNameLst>
                                          <p:attrName>style.visibility</p:attrName>
                                        </p:attrNameLst>
                                      </p:cBhvr>
                                      <p:to>
                                        <p:strVal val="visible"/>
                                      </p:to>
                                    </p:set>
                                    <p:anim calcmode="lin" valueType="num">
                                      <p:cBhvr>
                                        <p:cTn id="52" dur="500" fill="hold"/>
                                        <p:tgtEl>
                                          <p:spTgt spid="4257"/>
                                        </p:tgtEl>
                                        <p:attrNameLst>
                                          <p:attrName>ppt_x</p:attrName>
                                        </p:attrNameLst>
                                      </p:cBhvr>
                                      <p:tavLst>
                                        <p:tav tm="0">
                                          <p:val>
                                            <p:strVal val="#ppt_x"/>
                                          </p:val>
                                        </p:tav>
                                        <p:tav tm="100000">
                                          <p:val>
                                            <p:strVal val="#ppt_x"/>
                                          </p:val>
                                        </p:tav>
                                      </p:tavLst>
                                    </p:anim>
                                    <p:anim calcmode="lin" valueType="num">
                                      <p:cBhvr>
                                        <p:cTn id="53" dur="500" fill="hold"/>
                                        <p:tgtEl>
                                          <p:spTgt spid="4257"/>
                                        </p:tgtEl>
                                        <p:attrNameLst>
                                          <p:attrName>ppt_y</p:attrName>
                                        </p:attrNameLst>
                                      </p:cBhvr>
                                      <p:tavLst>
                                        <p:tav tm="0">
                                          <p:val>
                                            <p:strVal val="1+#ppt_h/2"/>
                                          </p:val>
                                        </p:tav>
                                        <p:tav tm="100000">
                                          <p:val>
                                            <p:strVal val="#ppt_y"/>
                                          </p:val>
                                        </p:tav>
                                      </p:tavLst>
                                    </p:anim>
                                  </p:childTnLst>
                                </p:cTn>
                              </p:par>
                            </p:childTnLst>
                          </p:cTn>
                        </p:par>
                        <p:par>
                          <p:cTn id="54" fill="hold">
                            <p:stCondLst>
                              <p:cond delay="5000"/>
                            </p:stCondLst>
                            <p:childTnLst>
                              <p:par>
                                <p:cTn id="55" presetClass="entr" nodeType="afterEffect" presetSubtype="4" presetID="2" grpId="11" fill="hold">
                                  <p:stCondLst>
                                    <p:cond delay="0"/>
                                  </p:stCondLst>
                                  <p:iterate type="el" backwards="0">
                                    <p:tmAbs val="0"/>
                                  </p:iterate>
                                  <p:childTnLst>
                                    <p:set>
                                      <p:cBhvr>
                                        <p:cTn id="56" fill="hold"/>
                                        <p:tgtEl>
                                          <p:spTgt spid="4258"/>
                                        </p:tgtEl>
                                        <p:attrNameLst>
                                          <p:attrName>style.visibility</p:attrName>
                                        </p:attrNameLst>
                                      </p:cBhvr>
                                      <p:to>
                                        <p:strVal val="visible"/>
                                      </p:to>
                                    </p:set>
                                    <p:anim calcmode="lin" valueType="num">
                                      <p:cBhvr>
                                        <p:cTn id="57" dur="500" fill="hold"/>
                                        <p:tgtEl>
                                          <p:spTgt spid="4258"/>
                                        </p:tgtEl>
                                        <p:attrNameLst>
                                          <p:attrName>ppt_x</p:attrName>
                                        </p:attrNameLst>
                                      </p:cBhvr>
                                      <p:tavLst>
                                        <p:tav tm="0">
                                          <p:val>
                                            <p:strVal val="#ppt_x"/>
                                          </p:val>
                                        </p:tav>
                                        <p:tav tm="100000">
                                          <p:val>
                                            <p:strVal val="#ppt_x"/>
                                          </p:val>
                                        </p:tav>
                                      </p:tavLst>
                                    </p:anim>
                                    <p:anim calcmode="lin" valueType="num">
                                      <p:cBhvr>
                                        <p:cTn id="58" dur="500" fill="hold"/>
                                        <p:tgtEl>
                                          <p:spTgt spid="4258"/>
                                        </p:tgtEl>
                                        <p:attrNameLst>
                                          <p:attrName>ppt_y</p:attrName>
                                        </p:attrNameLst>
                                      </p:cBhvr>
                                      <p:tavLst>
                                        <p:tav tm="0">
                                          <p:val>
                                            <p:strVal val="1+#ppt_h/2"/>
                                          </p:val>
                                        </p:tav>
                                        <p:tav tm="100000">
                                          <p:val>
                                            <p:strVal val="#ppt_y"/>
                                          </p:val>
                                        </p:tav>
                                      </p:tavLst>
                                    </p:anim>
                                  </p:childTnLst>
                                </p:cTn>
                              </p:par>
                            </p:childTnLst>
                          </p:cTn>
                        </p:par>
                        <p:par>
                          <p:cTn id="59" fill="hold">
                            <p:stCondLst>
                              <p:cond delay="5500"/>
                            </p:stCondLst>
                            <p:childTnLst>
                              <p:par>
                                <p:cTn id="60" presetClass="entr" nodeType="afterEffect" presetID="9" grpId="12" fill="hold">
                                  <p:stCondLst>
                                    <p:cond delay="0"/>
                                  </p:stCondLst>
                                  <p:iterate type="el" backwards="0">
                                    <p:tmAbs val="0"/>
                                  </p:iterate>
                                  <p:childTnLst>
                                    <p:set>
                                      <p:cBhvr>
                                        <p:cTn id="61" fill="hold"/>
                                        <p:tgtEl>
                                          <p:spTgt spid="4259"/>
                                        </p:tgtEl>
                                        <p:attrNameLst>
                                          <p:attrName>style.visibility</p:attrName>
                                        </p:attrNameLst>
                                      </p:cBhvr>
                                      <p:to>
                                        <p:strVal val="visible"/>
                                      </p:to>
                                    </p:set>
                                    <p:animEffect filter="dissolve" transition="in">
                                      <p:cBhvr>
                                        <p:cTn id="62" dur="500"/>
                                        <p:tgtEl>
                                          <p:spTgt spid="4259"/>
                                        </p:tgtEl>
                                      </p:cBhvr>
                                    </p:animEffect>
                                  </p:childTnLst>
                                </p:cTn>
                              </p:par>
                            </p:childTnLst>
                          </p:cTn>
                        </p:par>
                        <p:par>
                          <p:cTn id="63" fill="hold">
                            <p:stCondLst>
                              <p:cond delay="6000"/>
                            </p:stCondLst>
                            <p:childTnLst>
                              <p:par>
                                <p:cTn id="64" presetClass="entr" nodeType="afterEffect" presetID="9" grpId="13" fill="hold">
                                  <p:stCondLst>
                                    <p:cond delay="0"/>
                                  </p:stCondLst>
                                  <p:iterate type="el" backwards="0">
                                    <p:tmAbs val="0"/>
                                  </p:iterate>
                                  <p:childTnLst>
                                    <p:set>
                                      <p:cBhvr>
                                        <p:cTn id="65" fill="hold"/>
                                        <p:tgtEl>
                                          <p:spTgt spid="4260"/>
                                        </p:tgtEl>
                                        <p:attrNameLst>
                                          <p:attrName>style.visibility</p:attrName>
                                        </p:attrNameLst>
                                      </p:cBhvr>
                                      <p:to>
                                        <p:strVal val="visible"/>
                                      </p:to>
                                    </p:set>
                                    <p:animEffect filter="dissolve" transition="in">
                                      <p:cBhvr>
                                        <p:cTn id="66" dur="500"/>
                                        <p:tgtEl>
                                          <p:spTgt spid="4260"/>
                                        </p:tgtEl>
                                      </p:cBhvr>
                                    </p:animEffect>
                                  </p:childTnLst>
                                </p:cTn>
                              </p:par>
                            </p:childTnLst>
                          </p:cTn>
                        </p:par>
                        <p:par>
                          <p:cTn id="67" fill="hold">
                            <p:stCondLst>
                              <p:cond delay="6500"/>
                            </p:stCondLst>
                            <p:childTnLst>
                              <p:par>
                                <p:cTn id="68" presetClass="entr" nodeType="afterEffect" presetID="9" grpId="14" fill="hold">
                                  <p:stCondLst>
                                    <p:cond delay="0"/>
                                  </p:stCondLst>
                                  <p:iterate type="el" backwards="0">
                                    <p:tmAbs val="0"/>
                                  </p:iterate>
                                  <p:childTnLst>
                                    <p:set>
                                      <p:cBhvr>
                                        <p:cTn id="69" fill="hold"/>
                                        <p:tgtEl>
                                          <p:spTgt spid="4261"/>
                                        </p:tgtEl>
                                        <p:attrNameLst>
                                          <p:attrName>style.visibility</p:attrName>
                                        </p:attrNameLst>
                                      </p:cBhvr>
                                      <p:to>
                                        <p:strVal val="visible"/>
                                      </p:to>
                                    </p:set>
                                    <p:animEffect filter="dissolve" transition="in">
                                      <p:cBhvr>
                                        <p:cTn id="70" dur="500"/>
                                        <p:tgtEl>
                                          <p:spTgt spid="4261"/>
                                        </p:tgtEl>
                                      </p:cBhvr>
                                    </p:animEffect>
                                  </p:childTnLst>
                                </p:cTn>
                              </p:par>
                            </p:childTnLst>
                          </p:cTn>
                        </p:par>
                        <p:par>
                          <p:cTn id="71" fill="hold">
                            <p:stCondLst>
                              <p:cond delay="7000"/>
                            </p:stCondLst>
                            <p:childTnLst>
                              <p:par>
                                <p:cTn id="72" presetClass="entr" nodeType="afterEffect" presetSubtype="4" presetID="2" grpId="15" fill="hold">
                                  <p:stCondLst>
                                    <p:cond delay="0"/>
                                  </p:stCondLst>
                                  <p:iterate type="el" backwards="0">
                                    <p:tmAbs val="0"/>
                                  </p:iterate>
                                  <p:childTnLst>
                                    <p:set>
                                      <p:cBhvr>
                                        <p:cTn id="73" fill="hold"/>
                                        <p:tgtEl>
                                          <p:spTgt spid="4262"/>
                                        </p:tgtEl>
                                        <p:attrNameLst>
                                          <p:attrName>style.visibility</p:attrName>
                                        </p:attrNameLst>
                                      </p:cBhvr>
                                      <p:to>
                                        <p:strVal val="visible"/>
                                      </p:to>
                                    </p:set>
                                    <p:anim calcmode="lin" valueType="num">
                                      <p:cBhvr>
                                        <p:cTn id="74" dur="500" fill="hold"/>
                                        <p:tgtEl>
                                          <p:spTgt spid="4262"/>
                                        </p:tgtEl>
                                        <p:attrNameLst>
                                          <p:attrName>ppt_x</p:attrName>
                                        </p:attrNameLst>
                                      </p:cBhvr>
                                      <p:tavLst>
                                        <p:tav tm="0">
                                          <p:val>
                                            <p:strVal val="#ppt_x"/>
                                          </p:val>
                                        </p:tav>
                                        <p:tav tm="100000">
                                          <p:val>
                                            <p:strVal val="#ppt_x"/>
                                          </p:val>
                                        </p:tav>
                                      </p:tavLst>
                                    </p:anim>
                                    <p:anim calcmode="lin" valueType="num">
                                      <p:cBhvr>
                                        <p:cTn id="75" dur="500" fill="hold"/>
                                        <p:tgtEl>
                                          <p:spTgt spid="4262"/>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Class="entr" nodeType="afterEffect" presetSubtype="4" presetID="2" grpId="16" fill="hold">
                                  <p:stCondLst>
                                    <p:cond delay="0"/>
                                  </p:stCondLst>
                                  <p:iterate type="el" backwards="0">
                                    <p:tmAbs val="0"/>
                                  </p:iterate>
                                  <p:childTnLst>
                                    <p:set>
                                      <p:cBhvr>
                                        <p:cTn id="78" fill="hold"/>
                                        <p:tgtEl>
                                          <p:spTgt spid="4263"/>
                                        </p:tgtEl>
                                        <p:attrNameLst>
                                          <p:attrName>style.visibility</p:attrName>
                                        </p:attrNameLst>
                                      </p:cBhvr>
                                      <p:to>
                                        <p:strVal val="visible"/>
                                      </p:to>
                                    </p:set>
                                    <p:anim calcmode="lin" valueType="num">
                                      <p:cBhvr>
                                        <p:cTn id="79" dur="500" fill="hold"/>
                                        <p:tgtEl>
                                          <p:spTgt spid="4263"/>
                                        </p:tgtEl>
                                        <p:attrNameLst>
                                          <p:attrName>ppt_x</p:attrName>
                                        </p:attrNameLst>
                                      </p:cBhvr>
                                      <p:tavLst>
                                        <p:tav tm="0">
                                          <p:val>
                                            <p:strVal val="#ppt_x"/>
                                          </p:val>
                                        </p:tav>
                                        <p:tav tm="100000">
                                          <p:val>
                                            <p:strVal val="#ppt_x"/>
                                          </p:val>
                                        </p:tav>
                                      </p:tavLst>
                                    </p:anim>
                                    <p:anim calcmode="lin" valueType="num">
                                      <p:cBhvr>
                                        <p:cTn id="80" dur="500" fill="hold"/>
                                        <p:tgtEl>
                                          <p:spTgt spid="4263"/>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Class="entr" nodeType="afterEffect" presetSubtype="4" presetID="2" grpId="17" fill="hold">
                                  <p:stCondLst>
                                    <p:cond delay="0"/>
                                  </p:stCondLst>
                                  <p:iterate type="el" backwards="0">
                                    <p:tmAbs val="0"/>
                                  </p:iterate>
                                  <p:childTnLst>
                                    <p:set>
                                      <p:cBhvr>
                                        <p:cTn id="83" fill="hold"/>
                                        <p:tgtEl>
                                          <p:spTgt spid="4264"/>
                                        </p:tgtEl>
                                        <p:attrNameLst>
                                          <p:attrName>style.visibility</p:attrName>
                                        </p:attrNameLst>
                                      </p:cBhvr>
                                      <p:to>
                                        <p:strVal val="visible"/>
                                      </p:to>
                                    </p:set>
                                    <p:anim calcmode="lin" valueType="num">
                                      <p:cBhvr>
                                        <p:cTn id="84" dur="500" fill="hold"/>
                                        <p:tgtEl>
                                          <p:spTgt spid="4264"/>
                                        </p:tgtEl>
                                        <p:attrNameLst>
                                          <p:attrName>ppt_x</p:attrName>
                                        </p:attrNameLst>
                                      </p:cBhvr>
                                      <p:tavLst>
                                        <p:tav tm="0">
                                          <p:val>
                                            <p:strVal val="#ppt_x"/>
                                          </p:val>
                                        </p:tav>
                                        <p:tav tm="100000">
                                          <p:val>
                                            <p:strVal val="#ppt_x"/>
                                          </p:val>
                                        </p:tav>
                                      </p:tavLst>
                                    </p:anim>
                                    <p:anim calcmode="lin" valueType="num">
                                      <p:cBhvr>
                                        <p:cTn id="85" dur="500" fill="hold"/>
                                        <p:tgtEl>
                                          <p:spTgt spid="426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252" grpId="5"/>
      <p:bldP build="whole" bldLvl="1" animBg="1" rev="0" advAuto="0" spid="4262" grpId="15"/>
      <p:bldP build="whole" bldLvl="1" animBg="1" rev="0" advAuto="0" spid="4255" grpId="8"/>
      <p:bldP build="whole" bldLvl="1" animBg="1" rev="0" advAuto="0" spid="4247" grpId="9"/>
      <p:bldP build="whole" bldLvl="1" animBg="1" rev="0" advAuto="0" spid="4260" grpId="13"/>
      <p:bldP build="whole" bldLvl="1" animBg="1" rev="0" advAuto="0" spid="4253" grpId="2"/>
      <p:bldP build="whole" bldLvl="1" animBg="1" rev="0" advAuto="0" spid="4254" grpId="4"/>
      <p:bldP build="whole" bldLvl="1" animBg="1" rev="0" advAuto="0" spid="4244" grpId="1"/>
      <p:bldP build="whole" bldLvl="1" animBg="1" rev="0" advAuto="0" spid="4257" grpId="10"/>
      <p:bldP build="whole" bldLvl="1" animBg="1" rev="0" advAuto="0" spid="4241" grpId="7"/>
      <p:bldP build="whole" bldLvl="1" animBg="1" rev="0" advAuto="0" spid="4259" grpId="12"/>
      <p:bldP build="whole" bldLvl="1" animBg="1" rev="0" advAuto="0" spid="4261" grpId="14"/>
      <p:bldP build="whole" bldLvl="1" animBg="1" rev="0" advAuto="0" spid="4237" grpId="3"/>
      <p:bldP build="whole" bldLvl="1" animBg="1" rev="0" advAuto="0" spid="4258" grpId="11"/>
      <p:bldP build="whole" bldLvl="1" animBg="1" rev="0" advAuto="0" spid="4263" grpId="16"/>
      <p:bldP build="whole" bldLvl="1" animBg="1" rev="0" advAuto="0" spid="4264" grpId="17"/>
      <p:bldP build="whole" bldLvl="1" animBg="1" rev="0" advAuto="0" spid="4248" grpId="6"/>
    </p:bldLst>
  </p:timing>
</p:sld>
</file>

<file path=ppt/slides/slide126.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grpSp>
        <p:nvGrpSpPr>
          <p:cNvPr id="4268" name="Group 4268"/>
          <p:cNvGrpSpPr/>
          <p:nvPr/>
        </p:nvGrpSpPr>
        <p:grpSpPr>
          <a:xfrm>
            <a:off x="16734401" y="0"/>
            <a:ext cx="228601" cy="3962400"/>
            <a:chOff x="0" y="0"/>
            <a:chExt cx="228600" cy="3962400"/>
          </a:xfrm>
        </p:grpSpPr>
        <p:sp>
          <p:nvSpPr>
            <p:cNvPr id="4266" name="Shape 4266"/>
            <p:cNvSpPr/>
            <p:nvPr/>
          </p:nvSpPr>
          <p:spPr>
            <a:xfrm flipH="1">
              <a:off x="114299" y="0"/>
              <a:ext cx="2" cy="3733800"/>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sp>
          <p:nvSpPr>
            <p:cNvPr id="4267" name="Shape 4267"/>
            <p:cNvSpPr/>
            <p:nvPr/>
          </p:nvSpPr>
          <p:spPr>
            <a:xfrm>
              <a:off x="0" y="3733800"/>
              <a:ext cx="228600" cy="228600"/>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grpSp>
        <p:nvGrpSpPr>
          <p:cNvPr id="4272" name="Group 4272"/>
          <p:cNvGrpSpPr/>
          <p:nvPr/>
        </p:nvGrpSpPr>
        <p:grpSpPr>
          <a:xfrm>
            <a:off x="16725900" y="6400799"/>
            <a:ext cx="237103" cy="2971801"/>
            <a:chOff x="0" y="0"/>
            <a:chExt cx="237102" cy="2971800"/>
          </a:xfrm>
        </p:grpSpPr>
        <p:sp>
          <p:nvSpPr>
            <p:cNvPr id="4269" name="Shape 4269"/>
            <p:cNvSpPr/>
            <p:nvPr/>
          </p:nvSpPr>
          <p:spPr>
            <a:xfrm>
              <a:off x="0" y="2743200"/>
              <a:ext cx="228601" cy="228600"/>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70" name="Shape 4270"/>
            <p:cNvSpPr/>
            <p:nvPr/>
          </p:nvSpPr>
          <p:spPr>
            <a:xfrm>
              <a:off x="8502" y="-1"/>
              <a:ext cx="228601" cy="228601"/>
            </a:xfrm>
            <a:prstGeom prst="ellipse">
              <a:avLst/>
            </a:prstGeom>
            <a:noFill/>
            <a:ln w="25400" cap="flat">
              <a:solidFill>
                <a:srgbClr val="FFFFFF"/>
              </a:solidFill>
              <a:prstDash val="solid"/>
              <a:bevel/>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sp>
          <p:nvSpPr>
            <p:cNvPr id="4271" name="Shape 4271"/>
            <p:cNvSpPr/>
            <p:nvPr/>
          </p:nvSpPr>
          <p:spPr>
            <a:xfrm flipH="1">
              <a:off x="114299" y="228600"/>
              <a:ext cx="8504" cy="2514600"/>
            </a:xfrm>
            <a:prstGeom prst="line">
              <a:avLst/>
            </a:prstGeom>
            <a:noFill/>
            <a:ln w="12700" cap="flat">
              <a:solidFill>
                <a:srgbClr val="FFFFFF"/>
              </a:solidFill>
              <a:prstDash val="solid"/>
              <a:bevel/>
            </a:ln>
            <a:effectLst/>
          </p:spPr>
          <p:txBody>
            <a:bodyPr wrap="square" lIns="91439" tIns="91439" rIns="91439" bIns="91439" numCol="1" anchor="t">
              <a:noAutofit/>
            </a:bodyPr>
            <a:lstStyle/>
            <a:p>
              <a:pPr algn="l" defTabSz="457200">
                <a:defRPr sz="2400">
                  <a:latin typeface="Helvetica"/>
                  <a:ea typeface="Helvetica"/>
                  <a:cs typeface="Helvetica"/>
                  <a:sym typeface="Helvetica"/>
                </a:defRPr>
              </a:pPr>
            </a:p>
          </p:txBody>
        </p:sp>
      </p:grpSp>
      <p:sp>
        <p:nvSpPr>
          <p:cNvPr id="4273" name="Shape 4273"/>
          <p:cNvSpPr/>
          <p:nvPr/>
        </p:nvSpPr>
        <p:spPr>
          <a:xfrm>
            <a:off x="4114800" y="6046461"/>
            <a:ext cx="1428496" cy="802641"/>
          </a:xfrm>
          <a:prstGeom prst="rect">
            <a:avLst/>
          </a:prstGeom>
          <a:ln w="12700">
            <a:miter lim="400000"/>
          </a:ln>
          <a:extLst>
            <a:ext uri="{C572A759-6A51-4108-AA02-DFA0A04FC94B}">
              <ma14:wrappingTextBoxFlag xmlns:ma14="http://schemas.microsoft.com/office/mac/drawingml/2011/main" val="1"/>
            </a:ext>
          </a:extLst>
        </p:spPr>
        <p:txBody>
          <a:bodyPr wrap="none" lIns="45719" rIns="45719">
            <a:spAutoFit/>
          </a:bodyPr>
          <a:lstStyle>
            <a:lvl1pPr algn="l" defTabSz="1088232">
              <a:defRPr spc="-300" sz="4800">
                <a:solidFill>
                  <a:srgbClr val="FFFFFF"/>
                </a:solidFill>
                <a:latin typeface="Raleway Regular"/>
                <a:ea typeface="Raleway Regular"/>
                <a:cs typeface="Raleway Regular"/>
                <a:sym typeface="Raleway Regular"/>
              </a:defRPr>
            </a:lvl1pPr>
          </a:lstStyle>
          <a:p>
            <a:pPr>
              <a:defRPr spc="0" sz="3600">
                <a:solidFill>
                  <a:srgbClr val="000000"/>
                </a:solidFill>
              </a:defRPr>
            </a:pPr>
            <a:r>
              <a:rPr spc="-300" sz="4800">
                <a:solidFill>
                  <a:srgbClr val="FFFFFF"/>
                </a:solidFill>
              </a:rPr>
              <a:t>Texto</a:t>
            </a:r>
          </a:p>
        </p:txBody>
      </p:sp>
      <p:sp>
        <p:nvSpPr>
          <p:cNvPr id="4274" name="Shape 4274"/>
          <p:cNvSpPr/>
          <p:nvPr/>
        </p:nvSpPr>
        <p:spPr>
          <a:xfrm>
            <a:off x="4114800" y="6950462"/>
            <a:ext cx="5943600" cy="51054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lvl1pPr algn="l" defTabSz="1088232">
              <a:defRPr sz="2800">
                <a:solidFill>
                  <a:srgbClr val="FFFFFF"/>
                </a:solidFill>
                <a:latin typeface="Raleway Bold"/>
                <a:ea typeface="Raleway Bold"/>
                <a:cs typeface="Raleway Bold"/>
                <a:sym typeface="Raleway Bold"/>
              </a:defRPr>
            </a:lvl1pPr>
          </a:lstStyle>
          <a:p>
            <a:pPr>
              <a:defRPr sz="3600">
                <a:solidFill>
                  <a:srgbClr val="000000"/>
                </a:solidFill>
              </a:defRPr>
            </a:pPr>
            <a:r>
              <a:rPr sz="2800">
                <a:solidFill>
                  <a:srgbClr val="FFFFFF"/>
                </a:solidFill>
              </a:rPr>
              <a:t>Descripción</a:t>
            </a:r>
          </a:p>
        </p:txBody>
      </p:sp>
      <p:sp>
        <p:nvSpPr>
          <p:cNvPr id="4275" name="Shape 4275"/>
          <p:cNvSpPr/>
          <p:nvPr/>
        </p:nvSpPr>
        <p:spPr>
          <a:xfrm>
            <a:off x="15849600" y="9601200"/>
            <a:ext cx="1981200" cy="1981200"/>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76" name="Shape 4276"/>
          <p:cNvSpPr/>
          <p:nvPr/>
        </p:nvSpPr>
        <p:spPr>
          <a:xfrm>
            <a:off x="15849600" y="4191000"/>
            <a:ext cx="1981200" cy="1981200"/>
          </a:xfrm>
          <a:prstGeom prst="ellipse">
            <a:avLst/>
          </a:prstGeom>
          <a:ln w="50800">
            <a:solidFill>
              <a:srgbClr val="FFFFFF"/>
            </a:solidFill>
            <a:bevel/>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277" name="Shape 427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Timeline</a:t>
            </a:r>
          </a:p>
        </p:txBody>
      </p:sp>
      <p:sp>
        <p:nvSpPr>
          <p:cNvPr id="4278" name="Shape 4278"/>
          <p:cNvSpPr/>
          <p:nvPr/>
        </p:nvSpPr>
        <p:spPr>
          <a:xfrm>
            <a:off x="10442786" y="4547234"/>
            <a:ext cx="5029201" cy="12687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r"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r" defTabSz="914400">
              <a:defRPr sz="2800">
                <a:latin typeface="Raleway Bold"/>
                <a:ea typeface="Raleway Bold"/>
                <a:cs typeface="Raleway Bold"/>
                <a:sym typeface="Raleway Bold"/>
              </a:defRPr>
            </a:pPr>
            <a:r>
              <a:rPr>
                <a:solidFill>
                  <a:srgbClr val="FFFFFF"/>
                </a:solidFill>
              </a:rPr>
              <a:t>Descripción</a:t>
            </a:r>
          </a:p>
        </p:txBody>
      </p:sp>
      <p:sp>
        <p:nvSpPr>
          <p:cNvPr id="4279" name="Shape 4279"/>
          <p:cNvSpPr/>
          <p:nvPr/>
        </p:nvSpPr>
        <p:spPr>
          <a:xfrm>
            <a:off x="18208414" y="4645659"/>
            <a:ext cx="1828801" cy="1071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sz="3000">
                <a:latin typeface="Raleway Bold"/>
                <a:ea typeface="Raleway Bold"/>
                <a:cs typeface="Raleway Bold"/>
                <a:sym typeface="Raleway Bold"/>
              </a:defRPr>
            </a:pPr>
            <a:r>
              <a:rPr>
                <a:solidFill>
                  <a:srgbClr val="FFFFFF"/>
                </a:solidFill>
              </a:rPr>
              <a:t>Año</a:t>
            </a:r>
            <a:endParaRPr>
              <a:solidFill>
                <a:srgbClr val="FFFFFF"/>
              </a:solidFill>
            </a:endParaRPr>
          </a:p>
          <a:p>
            <a:pPr algn="l" defTabSz="914400">
              <a:defRPr sz="3000">
                <a:latin typeface="Raleway Bold"/>
                <a:ea typeface="Raleway Bold"/>
                <a:cs typeface="Raleway Bold"/>
                <a:sym typeface="Raleway Bold"/>
              </a:defRPr>
            </a:pPr>
            <a:r>
              <a:rPr>
                <a:solidFill>
                  <a:srgbClr val="FFFFFF"/>
                </a:solidFill>
              </a:rPr>
              <a:t>Mes</a:t>
            </a:r>
          </a:p>
        </p:txBody>
      </p:sp>
      <p:sp>
        <p:nvSpPr>
          <p:cNvPr id="4280" name="Shape 4280"/>
          <p:cNvSpPr/>
          <p:nvPr/>
        </p:nvSpPr>
        <p:spPr>
          <a:xfrm>
            <a:off x="16002001" y="4855209"/>
            <a:ext cx="182880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
        <p:nvSpPr>
          <p:cNvPr id="4281" name="Shape 4281"/>
          <p:cNvSpPr/>
          <p:nvPr/>
        </p:nvSpPr>
        <p:spPr>
          <a:xfrm>
            <a:off x="10442786" y="9957434"/>
            <a:ext cx="5029201" cy="12687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r" defTabSz="914400">
              <a:lnSpc>
                <a:spcPct val="150000"/>
              </a:lnSpc>
              <a:defRPr sz="3000">
                <a:latin typeface="Raleway Bold"/>
                <a:ea typeface="Raleway Bold"/>
                <a:cs typeface="Raleway Bold"/>
                <a:sym typeface="Raleway Bold"/>
              </a:defRPr>
            </a:pPr>
            <a:r>
              <a:rPr>
                <a:solidFill>
                  <a:srgbClr val="FFFFFF"/>
                </a:solidFill>
              </a:rPr>
              <a:t>Título </a:t>
            </a:r>
            <a:endParaRPr>
              <a:solidFill>
                <a:srgbClr val="FFFFFF"/>
              </a:solidFill>
            </a:endParaRPr>
          </a:p>
          <a:p>
            <a:pPr algn="r" defTabSz="914400">
              <a:defRPr sz="2800">
                <a:latin typeface="Raleway Bold"/>
                <a:ea typeface="Raleway Bold"/>
                <a:cs typeface="Raleway Bold"/>
                <a:sym typeface="Raleway Bold"/>
              </a:defRPr>
            </a:pPr>
            <a:r>
              <a:rPr>
                <a:solidFill>
                  <a:srgbClr val="FFFFFF"/>
                </a:solidFill>
              </a:rPr>
              <a:t>Descripción</a:t>
            </a:r>
          </a:p>
        </p:txBody>
      </p:sp>
      <p:sp>
        <p:nvSpPr>
          <p:cNvPr id="4282" name="Shape 4282"/>
          <p:cNvSpPr/>
          <p:nvPr/>
        </p:nvSpPr>
        <p:spPr>
          <a:xfrm>
            <a:off x="18208414" y="10055859"/>
            <a:ext cx="1828801" cy="1071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914400">
              <a:defRPr sz="3000">
                <a:latin typeface="Raleway Bold"/>
                <a:ea typeface="Raleway Bold"/>
                <a:cs typeface="Raleway Bold"/>
                <a:sym typeface="Raleway Bold"/>
              </a:defRPr>
            </a:pPr>
            <a:r>
              <a:rPr>
                <a:solidFill>
                  <a:srgbClr val="FFFFFF"/>
                </a:solidFill>
              </a:rPr>
              <a:t>Año</a:t>
            </a:r>
            <a:endParaRPr>
              <a:solidFill>
                <a:srgbClr val="FFFFFF"/>
              </a:solidFill>
            </a:endParaRPr>
          </a:p>
          <a:p>
            <a:pPr algn="l" defTabSz="914400">
              <a:defRPr sz="3000">
                <a:latin typeface="Raleway Bold"/>
                <a:ea typeface="Raleway Bold"/>
                <a:cs typeface="Raleway Bold"/>
                <a:sym typeface="Raleway Bold"/>
              </a:defRPr>
            </a:pPr>
            <a:r>
              <a:rPr>
                <a:solidFill>
                  <a:srgbClr val="FFFFFF"/>
                </a:solidFill>
              </a:rPr>
              <a:t>Mes</a:t>
            </a:r>
          </a:p>
        </p:txBody>
      </p:sp>
      <p:sp>
        <p:nvSpPr>
          <p:cNvPr id="4283" name="Shape 4283"/>
          <p:cNvSpPr/>
          <p:nvPr/>
        </p:nvSpPr>
        <p:spPr>
          <a:xfrm>
            <a:off x="16002001" y="10265409"/>
            <a:ext cx="182880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FFFFFF"/>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ICONO</a:t>
            </a:r>
          </a:p>
        </p:txBody>
      </p:sp>
    </p:spTree>
  </p:cSld>
  <p:clrMapOvr>
    <a:masterClrMapping/>
  </p:clrMapOvr>
  <mc:AlternateContent xmlns:mc="http://schemas.openxmlformats.org/markup-compatibility/2006">
    <mc:Choice xmlns:p14="http://schemas.microsoft.com/office/powerpoint/2010/main" Requires="p14">
      <p:transition spd="slow" advClick="1" p14:dur="1200">
        <p:push dir="u"/>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0"/>
                                  </p:stCondLst>
                                  <p:iterate type="el" backwards="0">
                                    <p:tmAbs val="0"/>
                                  </p:iterate>
                                  <p:childTnLst>
                                    <p:set>
                                      <p:cBhvr>
                                        <p:cTn id="6" fill="hold"/>
                                        <p:tgtEl>
                                          <p:spTgt spid="4273"/>
                                        </p:tgtEl>
                                        <p:attrNameLst>
                                          <p:attrName>style.visibility</p:attrName>
                                        </p:attrNameLst>
                                      </p:cBhvr>
                                      <p:to>
                                        <p:strVal val="visible"/>
                                      </p:to>
                                    </p:set>
                                    <p:anim calcmode="lin" valueType="num">
                                      <p:cBhvr>
                                        <p:cTn id="7" dur="250" fill="hold"/>
                                        <p:tgtEl>
                                          <p:spTgt spid="4273"/>
                                        </p:tgtEl>
                                        <p:attrNameLst>
                                          <p:attrName>ppt_x</p:attrName>
                                        </p:attrNameLst>
                                      </p:cBhvr>
                                      <p:tavLst>
                                        <p:tav tm="0">
                                          <p:val>
                                            <p:strVal val="#ppt_x"/>
                                          </p:val>
                                        </p:tav>
                                        <p:tav tm="100000">
                                          <p:val>
                                            <p:strVal val="#ppt_x"/>
                                          </p:val>
                                        </p:tav>
                                      </p:tavLst>
                                    </p:anim>
                                    <p:anim calcmode="lin" valueType="num">
                                      <p:cBhvr>
                                        <p:cTn id="8" dur="250" fill="hold"/>
                                        <p:tgtEl>
                                          <p:spTgt spid="4273"/>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Class="entr" nodeType="afterEffect" presetSubtype="4" presetID="2" grpId="2" fill="hold">
                                  <p:stCondLst>
                                    <p:cond delay="0"/>
                                  </p:stCondLst>
                                  <p:iterate type="el" backwards="0">
                                    <p:tmAbs val="0"/>
                                  </p:iterate>
                                  <p:childTnLst>
                                    <p:set>
                                      <p:cBhvr>
                                        <p:cTn id="11" fill="hold"/>
                                        <p:tgtEl>
                                          <p:spTgt spid="4274"/>
                                        </p:tgtEl>
                                        <p:attrNameLst>
                                          <p:attrName>style.visibility</p:attrName>
                                        </p:attrNameLst>
                                      </p:cBhvr>
                                      <p:to>
                                        <p:strVal val="visible"/>
                                      </p:to>
                                    </p:set>
                                    <p:anim calcmode="lin" valueType="num">
                                      <p:cBhvr>
                                        <p:cTn id="12" dur="250" fill="hold"/>
                                        <p:tgtEl>
                                          <p:spTgt spid="4274"/>
                                        </p:tgtEl>
                                        <p:attrNameLst>
                                          <p:attrName>ppt_x</p:attrName>
                                        </p:attrNameLst>
                                      </p:cBhvr>
                                      <p:tavLst>
                                        <p:tav tm="0">
                                          <p:val>
                                            <p:strVal val="#ppt_x"/>
                                          </p:val>
                                        </p:tav>
                                        <p:tav tm="100000">
                                          <p:val>
                                            <p:strVal val="#ppt_x"/>
                                          </p:val>
                                        </p:tav>
                                      </p:tavLst>
                                    </p:anim>
                                    <p:anim calcmode="lin" valueType="num">
                                      <p:cBhvr>
                                        <p:cTn id="13" dur="250" fill="hold"/>
                                        <p:tgtEl>
                                          <p:spTgt spid="427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Class="entr" nodeType="afterEffect" presetSubtype="4" presetID="2" grpId="3" fill="hold">
                                  <p:stCondLst>
                                    <p:cond delay="0"/>
                                  </p:stCondLst>
                                  <p:iterate type="el" backwards="0">
                                    <p:tmAbs val="0"/>
                                  </p:iterate>
                                  <p:childTnLst>
                                    <p:set>
                                      <p:cBhvr>
                                        <p:cTn id="16" fill="hold"/>
                                        <p:tgtEl>
                                          <p:spTgt spid="4268"/>
                                        </p:tgtEl>
                                        <p:attrNameLst>
                                          <p:attrName>style.visibility</p:attrName>
                                        </p:attrNameLst>
                                      </p:cBhvr>
                                      <p:to>
                                        <p:strVal val="visible"/>
                                      </p:to>
                                    </p:set>
                                    <p:anim calcmode="lin" valueType="num">
                                      <p:cBhvr>
                                        <p:cTn id="17" dur="500" fill="hold"/>
                                        <p:tgtEl>
                                          <p:spTgt spid="4268"/>
                                        </p:tgtEl>
                                        <p:attrNameLst>
                                          <p:attrName>ppt_x</p:attrName>
                                        </p:attrNameLst>
                                      </p:cBhvr>
                                      <p:tavLst>
                                        <p:tav tm="0">
                                          <p:val>
                                            <p:strVal val="#ppt_x"/>
                                          </p:val>
                                        </p:tav>
                                        <p:tav tm="100000">
                                          <p:val>
                                            <p:strVal val="#ppt_x"/>
                                          </p:val>
                                        </p:tav>
                                      </p:tavLst>
                                    </p:anim>
                                    <p:anim calcmode="lin" valueType="num">
                                      <p:cBhvr>
                                        <p:cTn id="18" dur="500" fill="hold"/>
                                        <p:tgtEl>
                                          <p:spTgt spid="4268"/>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Class="entr" nodeType="afterEffect" presetSubtype="4" presetID="2" grpId="4" fill="hold">
                                  <p:stCondLst>
                                    <p:cond delay="0"/>
                                  </p:stCondLst>
                                  <p:iterate type="el" backwards="0">
                                    <p:tmAbs val="0"/>
                                  </p:iterate>
                                  <p:childTnLst>
                                    <p:set>
                                      <p:cBhvr>
                                        <p:cTn id="21" fill="hold"/>
                                        <p:tgtEl>
                                          <p:spTgt spid="4276"/>
                                        </p:tgtEl>
                                        <p:attrNameLst>
                                          <p:attrName>style.visibility</p:attrName>
                                        </p:attrNameLst>
                                      </p:cBhvr>
                                      <p:to>
                                        <p:strVal val="visible"/>
                                      </p:to>
                                    </p:set>
                                    <p:anim calcmode="lin" valueType="num">
                                      <p:cBhvr>
                                        <p:cTn id="22" dur="500" fill="hold"/>
                                        <p:tgtEl>
                                          <p:spTgt spid="4276"/>
                                        </p:tgtEl>
                                        <p:attrNameLst>
                                          <p:attrName>ppt_x</p:attrName>
                                        </p:attrNameLst>
                                      </p:cBhvr>
                                      <p:tavLst>
                                        <p:tav tm="0">
                                          <p:val>
                                            <p:strVal val="#ppt_x"/>
                                          </p:val>
                                        </p:tav>
                                        <p:tav tm="100000">
                                          <p:val>
                                            <p:strVal val="#ppt_x"/>
                                          </p:val>
                                        </p:tav>
                                      </p:tavLst>
                                    </p:anim>
                                    <p:anim calcmode="lin" valueType="num">
                                      <p:cBhvr>
                                        <p:cTn id="23" dur="500" fill="hold"/>
                                        <p:tgtEl>
                                          <p:spTgt spid="4276"/>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Class="entr" nodeType="afterEffect" presetSubtype="4" presetID="2" grpId="5" fill="hold">
                                  <p:stCondLst>
                                    <p:cond delay="0"/>
                                  </p:stCondLst>
                                  <p:iterate type="el" backwards="0">
                                    <p:tmAbs val="0"/>
                                  </p:iterate>
                                  <p:childTnLst>
                                    <p:set>
                                      <p:cBhvr>
                                        <p:cTn id="26" fill="hold"/>
                                        <p:tgtEl>
                                          <p:spTgt spid="4272"/>
                                        </p:tgtEl>
                                        <p:attrNameLst>
                                          <p:attrName>style.visibility</p:attrName>
                                        </p:attrNameLst>
                                      </p:cBhvr>
                                      <p:to>
                                        <p:strVal val="visible"/>
                                      </p:to>
                                    </p:set>
                                    <p:anim calcmode="lin" valueType="num">
                                      <p:cBhvr>
                                        <p:cTn id="27" dur="500" fill="hold"/>
                                        <p:tgtEl>
                                          <p:spTgt spid="4272"/>
                                        </p:tgtEl>
                                        <p:attrNameLst>
                                          <p:attrName>ppt_x</p:attrName>
                                        </p:attrNameLst>
                                      </p:cBhvr>
                                      <p:tavLst>
                                        <p:tav tm="0">
                                          <p:val>
                                            <p:strVal val="#ppt_x"/>
                                          </p:val>
                                        </p:tav>
                                        <p:tav tm="100000">
                                          <p:val>
                                            <p:strVal val="#ppt_x"/>
                                          </p:val>
                                        </p:tav>
                                      </p:tavLst>
                                    </p:anim>
                                    <p:anim calcmode="lin" valueType="num">
                                      <p:cBhvr>
                                        <p:cTn id="28" dur="500" fill="hold"/>
                                        <p:tgtEl>
                                          <p:spTgt spid="4272"/>
                                        </p:tgtEl>
                                        <p:attrNameLst>
                                          <p:attrName>ppt_y</p:attrName>
                                        </p:attrNameLst>
                                      </p:cBhvr>
                                      <p:tavLst>
                                        <p:tav tm="0">
                                          <p:val>
                                            <p:strVal val="1+#ppt_h/2"/>
                                          </p:val>
                                        </p:tav>
                                        <p:tav tm="100000">
                                          <p:val>
                                            <p:strVal val="#ppt_y"/>
                                          </p:val>
                                        </p:tav>
                                      </p:tavLst>
                                    </p:anim>
                                  </p:childTnLst>
                                </p:cTn>
                              </p:par>
                            </p:childTnLst>
                          </p:cTn>
                        </p:par>
                        <p:par>
                          <p:cTn id="29" fill="hold">
                            <p:stCondLst>
                              <p:cond delay="2000"/>
                            </p:stCondLst>
                            <p:childTnLst>
                              <p:par>
                                <p:cTn id="30" presetClass="entr" nodeType="afterEffect" presetSubtype="4" presetID="2" grpId="6" fill="hold">
                                  <p:stCondLst>
                                    <p:cond delay="0"/>
                                  </p:stCondLst>
                                  <p:iterate type="el" backwards="0">
                                    <p:tmAbs val="0"/>
                                  </p:iterate>
                                  <p:childTnLst>
                                    <p:set>
                                      <p:cBhvr>
                                        <p:cTn id="31" fill="hold"/>
                                        <p:tgtEl>
                                          <p:spTgt spid="4275"/>
                                        </p:tgtEl>
                                        <p:attrNameLst>
                                          <p:attrName>style.visibility</p:attrName>
                                        </p:attrNameLst>
                                      </p:cBhvr>
                                      <p:to>
                                        <p:strVal val="visible"/>
                                      </p:to>
                                    </p:set>
                                    <p:anim calcmode="lin" valueType="num">
                                      <p:cBhvr>
                                        <p:cTn id="32" dur="500" fill="hold"/>
                                        <p:tgtEl>
                                          <p:spTgt spid="4275"/>
                                        </p:tgtEl>
                                        <p:attrNameLst>
                                          <p:attrName>ppt_x</p:attrName>
                                        </p:attrNameLst>
                                      </p:cBhvr>
                                      <p:tavLst>
                                        <p:tav tm="0">
                                          <p:val>
                                            <p:strVal val="#ppt_x"/>
                                          </p:val>
                                        </p:tav>
                                        <p:tav tm="100000">
                                          <p:val>
                                            <p:strVal val="#ppt_x"/>
                                          </p:val>
                                        </p:tav>
                                      </p:tavLst>
                                    </p:anim>
                                    <p:anim calcmode="lin" valueType="num">
                                      <p:cBhvr>
                                        <p:cTn id="33" dur="500" fill="hold"/>
                                        <p:tgtEl>
                                          <p:spTgt spid="4275"/>
                                        </p:tgtEl>
                                        <p:attrNameLst>
                                          <p:attrName>ppt_y</p:attrName>
                                        </p:attrNameLst>
                                      </p:cBhvr>
                                      <p:tavLst>
                                        <p:tav tm="0">
                                          <p:val>
                                            <p:strVal val="1+#ppt_h/2"/>
                                          </p:val>
                                        </p:tav>
                                        <p:tav tm="100000">
                                          <p:val>
                                            <p:strVal val="#ppt_y"/>
                                          </p:val>
                                        </p:tav>
                                      </p:tavLst>
                                    </p:anim>
                                  </p:childTnLst>
                                </p:cTn>
                              </p:par>
                            </p:childTnLst>
                          </p:cTn>
                        </p:par>
                        <p:par>
                          <p:cTn id="34" fill="hold">
                            <p:stCondLst>
                              <p:cond delay="2500"/>
                            </p:stCondLst>
                            <p:childTnLst>
                              <p:par>
                                <p:cTn id="35" presetClass="entr" nodeType="afterEffect" presetSubtype="4" presetID="2" grpId="7" fill="hold">
                                  <p:stCondLst>
                                    <p:cond delay="0"/>
                                  </p:stCondLst>
                                  <p:iterate type="el" backwards="0">
                                    <p:tmAbs val="0"/>
                                  </p:iterate>
                                  <p:childTnLst>
                                    <p:set>
                                      <p:cBhvr>
                                        <p:cTn id="36" fill="hold"/>
                                        <p:tgtEl>
                                          <p:spTgt spid="4278"/>
                                        </p:tgtEl>
                                        <p:attrNameLst>
                                          <p:attrName>style.visibility</p:attrName>
                                        </p:attrNameLst>
                                      </p:cBhvr>
                                      <p:to>
                                        <p:strVal val="visible"/>
                                      </p:to>
                                    </p:set>
                                    <p:anim calcmode="lin" valueType="num">
                                      <p:cBhvr>
                                        <p:cTn id="37" dur="500" fill="hold"/>
                                        <p:tgtEl>
                                          <p:spTgt spid="4278"/>
                                        </p:tgtEl>
                                        <p:attrNameLst>
                                          <p:attrName>ppt_x</p:attrName>
                                        </p:attrNameLst>
                                      </p:cBhvr>
                                      <p:tavLst>
                                        <p:tav tm="0">
                                          <p:val>
                                            <p:strVal val="#ppt_x"/>
                                          </p:val>
                                        </p:tav>
                                        <p:tav tm="100000">
                                          <p:val>
                                            <p:strVal val="#ppt_x"/>
                                          </p:val>
                                        </p:tav>
                                      </p:tavLst>
                                    </p:anim>
                                    <p:anim calcmode="lin" valueType="num">
                                      <p:cBhvr>
                                        <p:cTn id="38" dur="500" fill="hold"/>
                                        <p:tgtEl>
                                          <p:spTgt spid="4278"/>
                                        </p:tgtEl>
                                        <p:attrNameLst>
                                          <p:attrName>ppt_y</p:attrName>
                                        </p:attrNameLst>
                                      </p:cBhvr>
                                      <p:tavLst>
                                        <p:tav tm="0">
                                          <p:val>
                                            <p:strVal val="1+#ppt_h/2"/>
                                          </p:val>
                                        </p:tav>
                                        <p:tav tm="100000">
                                          <p:val>
                                            <p:strVal val="#ppt_y"/>
                                          </p:val>
                                        </p:tav>
                                      </p:tavLst>
                                    </p:anim>
                                  </p:childTnLst>
                                </p:cTn>
                              </p:par>
                            </p:childTnLst>
                          </p:cTn>
                        </p:par>
                        <p:par>
                          <p:cTn id="39" fill="hold">
                            <p:stCondLst>
                              <p:cond delay="3000"/>
                            </p:stCondLst>
                            <p:childTnLst>
                              <p:par>
                                <p:cTn id="40" presetClass="entr" nodeType="afterEffect" presetSubtype="4" presetID="2" grpId="8" fill="hold">
                                  <p:stCondLst>
                                    <p:cond delay="0"/>
                                  </p:stCondLst>
                                  <p:iterate type="el" backwards="0">
                                    <p:tmAbs val="0"/>
                                  </p:iterate>
                                  <p:childTnLst>
                                    <p:set>
                                      <p:cBhvr>
                                        <p:cTn id="41" fill="hold"/>
                                        <p:tgtEl>
                                          <p:spTgt spid="4279"/>
                                        </p:tgtEl>
                                        <p:attrNameLst>
                                          <p:attrName>style.visibility</p:attrName>
                                        </p:attrNameLst>
                                      </p:cBhvr>
                                      <p:to>
                                        <p:strVal val="visible"/>
                                      </p:to>
                                    </p:set>
                                    <p:anim calcmode="lin" valueType="num">
                                      <p:cBhvr>
                                        <p:cTn id="42" dur="500" fill="hold"/>
                                        <p:tgtEl>
                                          <p:spTgt spid="4279"/>
                                        </p:tgtEl>
                                        <p:attrNameLst>
                                          <p:attrName>ppt_x</p:attrName>
                                        </p:attrNameLst>
                                      </p:cBhvr>
                                      <p:tavLst>
                                        <p:tav tm="0">
                                          <p:val>
                                            <p:strVal val="#ppt_x"/>
                                          </p:val>
                                        </p:tav>
                                        <p:tav tm="100000">
                                          <p:val>
                                            <p:strVal val="#ppt_x"/>
                                          </p:val>
                                        </p:tav>
                                      </p:tavLst>
                                    </p:anim>
                                    <p:anim calcmode="lin" valueType="num">
                                      <p:cBhvr>
                                        <p:cTn id="43" dur="500" fill="hold"/>
                                        <p:tgtEl>
                                          <p:spTgt spid="4279"/>
                                        </p:tgtEl>
                                        <p:attrNameLst>
                                          <p:attrName>ppt_y</p:attrName>
                                        </p:attrNameLst>
                                      </p:cBhvr>
                                      <p:tavLst>
                                        <p:tav tm="0">
                                          <p:val>
                                            <p:strVal val="1+#ppt_h/2"/>
                                          </p:val>
                                        </p:tav>
                                        <p:tav tm="100000">
                                          <p:val>
                                            <p:strVal val="#ppt_y"/>
                                          </p:val>
                                        </p:tav>
                                      </p:tavLst>
                                    </p:anim>
                                  </p:childTnLst>
                                </p:cTn>
                              </p:par>
                            </p:childTnLst>
                          </p:cTn>
                        </p:par>
                        <p:par>
                          <p:cTn id="44" fill="hold">
                            <p:stCondLst>
                              <p:cond delay="3500"/>
                            </p:stCondLst>
                            <p:childTnLst>
                              <p:par>
                                <p:cTn id="45" presetClass="entr" nodeType="afterEffect" presetID="9" grpId="9" fill="hold">
                                  <p:stCondLst>
                                    <p:cond delay="0"/>
                                  </p:stCondLst>
                                  <p:iterate type="el" backwards="0">
                                    <p:tmAbs val="0"/>
                                  </p:iterate>
                                  <p:childTnLst>
                                    <p:set>
                                      <p:cBhvr>
                                        <p:cTn id="46" fill="hold"/>
                                        <p:tgtEl>
                                          <p:spTgt spid="4280"/>
                                        </p:tgtEl>
                                        <p:attrNameLst>
                                          <p:attrName>style.visibility</p:attrName>
                                        </p:attrNameLst>
                                      </p:cBhvr>
                                      <p:to>
                                        <p:strVal val="visible"/>
                                      </p:to>
                                    </p:set>
                                    <p:animEffect filter="dissolve" transition="in">
                                      <p:cBhvr>
                                        <p:cTn id="47" dur="500"/>
                                        <p:tgtEl>
                                          <p:spTgt spid="4280"/>
                                        </p:tgtEl>
                                      </p:cBhvr>
                                    </p:animEffect>
                                  </p:childTnLst>
                                </p:cTn>
                              </p:par>
                            </p:childTnLst>
                          </p:cTn>
                        </p:par>
                        <p:par>
                          <p:cTn id="48" fill="hold">
                            <p:stCondLst>
                              <p:cond delay="4000"/>
                            </p:stCondLst>
                            <p:childTnLst>
                              <p:par>
                                <p:cTn id="49" presetClass="entr" nodeType="afterEffect" presetSubtype="4" presetID="2" grpId="10" fill="hold">
                                  <p:stCondLst>
                                    <p:cond delay="0"/>
                                  </p:stCondLst>
                                  <p:iterate type="el" backwards="0">
                                    <p:tmAbs val="0"/>
                                  </p:iterate>
                                  <p:childTnLst>
                                    <p:set>
                                      <p:cBhvr>
                                        <p:cTn id="50" fill="hold"/>
                                        <p:tgtEl>
                                          <p:spTgt spid="4281"/>
                                        </p:tgtEl>
                                        <p:attrNameLst>
                                          <p:attrName>style.visibility</p:attrName>
                                        </p:attrNameLst>
                                      </p:cBhvr>
                                      <p:to>
                                        <p:strVal val="visible"/>
                                      </p:to>
                                    </p:set>
                                    <p:anim calcmode="lin" valueType="num">
                                      <p:cBhvr>
                                        <p:cTn id="51" dur="500" fill="hold"/>
                                        <p:tgtEl>
                                          <p:spTgt spid="4281"/>
                                        </p:tgtEl>
                                        <p:attrNameLst>
                                          <p:attrName>ppt_x</p:attrName>
                                        </p:attrNameLst>
                                      </p:cBhvr>
                                      <p:tavLst>
                                        <p:tav tm="0">
                                          <p:val>
                                            <p:strVal val="#ppt_x"/>
                                          </p:val>
                                        </p:tav>
                                        <p:tav tm="100000">
                                          <p:val>
                                            <p:strVal val="#ppt_x"/>
                                          </p:val>
                                        </p:tav>
                                      </p:tavLst>
                                    </p:anim>
                                    <p:anim calcmode="lin" valueType="num">
                                      <p:cBhvr>
                                        <p:cTn id="52" dur="500" fill="hold"/>
                                        <p:tgtEl>
                                          <p:spTgt spid="4281"/>
                                        </p:tgtEl>
                                        <p:attrNameLst>
                                          <p:attrName>ppt_y</p:attrName>
                                        </p:attrNameLst>
                                      </p:cBhvr>
                                      <p:tavLst>
                                        <p:tav tm="0">
                                          <p:val>
                                            <p:strVal val="1+#ppt_h/2"/>
                                          </p:val>
                                        </p:tav>
                                        <p:tav tm="100000">
                                          <p:val>
                                            <p:strVal val="#ppt_y"/>
                                          </p:val>
                                        </p:tav>
                                      </p:tavLst>
                                    </p:anim>
                                  </p:childTnLst>
                                </p:cTn>
                              </p:par>
                            </p:childTnLst>
                          </p:cTn>
                        </p:par>
                        <p:par>
                          <p:cTn id="53" fill="hold">
                            <p:stCondLst>
                              <p:cond delay="4500"/>
                            </p:stCondLst>
                            <p:childTnLst>
                              <p:par>
                                <p:cTn id="54" presetClass="entr" nodeType="afterEffect" presetSubtype="4" presetID="2" grpId="11" fill="hold">
                                  <p:stCondLst>
                                    <p:cond delay="0"/>
                                  </p:stCondLst>
                                  <p:iterate type="el" backwards="0">
                                    <p:tmAbs val="0"/>
                                  </p:iterate>
                                  <p:childTnLst>
                                    <p:set>
                                      <p:cBhvr>
                                        <p:cTn id="55" fill="hold"/>
                                        <p:tgtEl>
                                          <p:spTgt spid="4282"/>
                                        </p:tgtEl>
                                        <p:attrNameLst>
                                          <p:attrName>style.visibility</p:attrName>
                                        </p:attrNameLst>
                                      </p:cBhvr>
                                      <p:to>
                                        <p:strVal val="visible"/>
                                      </p:to>
                                    </p:set>
                                    <p:anim calcmode="lin" valueType="num">
                                      <p:cBhvr>
                                        <p:cTn id="56" dur="500" fill="hold"/>
                                        <p:tgtEl>
                                          <p:spTgt spid="4282"/>
                                        </p:tgtEl>
                                        <p:attrNameLst>
                                          <p:attrName>ppt_x</p:attrName>
                                        </p:attrNameLst>
                                      </p:cBhvr>
                                      <p:tavLst>
                                        <p:tav tm="0">
                                          <p:val>
                                            <p:strVal val="#ppt_x"/>
                                          </p:val>
                                        </p:tav>
                                        <p:tav tm="100000">
                                          <p:val>
                                            <p:strVal val="#ppt_x"/>
                                          </p:val>
                                        </p:tav>
                                      </p:tavLst>
                                    </p:anim>
                                    <p:anim calcmode="lin" valueType="num">
                                      <p:cBhvr>
                                        <p:cTn id="57" dur="500" fill="hold"/>
                                        <p:tgtEl>
                                          <p:spTgt spid="4282"/>
                                        </p:tgtEl>
                                        <p:attrNameLst>
                                          <p:attrName>ppt_y</p:attrName>
                                        </p:attrNameLst>
                                      </p:cBhvr>
                                      <p:tavLst>
                                        <p:tav tm="0">
                                          <p:val>
                                            <p:strVal val="1+#ppt_h/2"/>
                                          </p:val>
                                        </p:tav>
                                        <p:tav tm="100000">
                                          <p:val>
                                            <p:strVal val="#ppt_y"/>
                                          </p:val>
                                        </p:tav>
                                      </p:tavLst>
                                    </p:anim>
                                  </p:childTnLst>
                                </p:cTn>
                              </p:par>
                            </p:childTnLst>
                          </p:cTn>
                        </p:par>
                        <p:par>
                          <p:cTn id="58" fill="hold">
                            <p:stCondLst>
                              <p:cond delay="5000"/>
                            </p:stCondLst>
                            <p:childTnLst>
                              <p:par>
                                <p:cTn id="59" presetClass="entr" nodeType="afterEffect" presetID="9" grpId="12" fill="hold">
                                  <p:stCondLst>
                                    <p:cond delay="0"/>
                                  </p:stCondLst>
                                  <p:iterate type="el" backwards="0">
                                    <p:tmAbs val="0"/>
                                  </p:iterate>
                                  <p:childTnLst>
                                    <p:set>
                                      <p:cBhvr>
                                        <p:cTn id="60" fill="hold"/>
                                        <p:tgtEl>
                                          <p:spTgt spid="4283"/>
                                        </p:tgtEl>
                                        <p:attrNameLst>
                                          <p:attrName>style.visibility</p:attrName>
                                        </p:attrNameLst>
                                      </p:cBhvr>
                                      <p:to>
                                        <p:strVal val="visible"/>
                                      </p:to>
                                    </p:set>
                                    <p:animEffect filter="dissolve" transition="in">
                                      <p:cBhvr>
                                        <p:cTn id="61" dur="500"/>
                                        <p:tgtEl>
                                          <p:spTgt spid="428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275" grpId="6"/>
      <p:bldP build="whole" bldLvl="1" animBg="1" rev="0" advAuto="0" spid="4273" grpId="1"/>
      <p:bldP build="whole" bldLvl="1" animBg="1" rev="0" advAuto="0" spid="4278" grpId="7"/>
      <p:bldP build="whole" bldLvl="1" animBg="1" rev="0" advAuto="0" spid="4280" grpId="9"/>
      <p:bldP build="whole" bldLvl="1" animBg="1" rev="0" advAuto="0" spid="4276" grpId="4"/>
      <p:bldP build="whole" bldLvl="1" animBg="1" rev="0" advAuto="0" spid="4282" grpId="11"/>
      <p:bldP build="whole" bldLvl="1" animBg="1" rev="0" advAuto="0" spid="4283" grpId="12"/>
      <p:bldP build="whole" bldLvl="1" animBg="1" rev="0" advAuto="0" spid="4268" grpId="3"/>
      <p:bldP build="whole" bldLvl="1" animBg="1" rev="0" advAuto="0" spid="4272" grpId="5"/>
      <p:bldP build="whole" bldLvl="1" animBg="1" rev="0" advAuto="0" spid="4281" grpId="10"/>
      <p:bldP build="whole" bldLvl="1" animBg="1" rev="0" advAuto="0" spid="4279" grpId="8"/>
      <p:bldP build="whole" bldLvl="1" animBg="1" rev="0" advAuto="0" spid="4274" grpId="2"/>
    </p:bldLst>
  </p:timing>
</p:sld>
</file>

<file path=ppt/slides/slide12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285" name="Shape 428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Timeline</a:t>
            </a:r>
          </a:p>
        </p:txBody>
      </p:sp>
      <p:sp>
        <p:nvSpPr>
          <p:cNvPr id="4286" name="Shape 4286"/>
          <p:cNvSpPr/>
          <p:nvPr/>
        </p:nvSpPr>
        <p:spPr>
          <a:xfrm>
            <a:off x="60296" y="7255192"/>
            <a:ext cx="2761120"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87" name="Shape 4287"/>
          <p:cNvSpPr/>
          <p:nvPr/>
        </p:nvSpPr>
        <p:spPr>
          <a:xfrm>
            <a:off x="2891848" y="7255192"/>
            <a:ext cx="3120141"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88" name="Shape 4288"/>
          <p:cNvSpPr/>
          <p:nvPr/>
        </p:nvSpPr>
        <p:spPr>
          <a:xfrm>
            <a:off x="6091375" y="7255192"/>
            <a:ext cx="3007690"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89" name="Shape 4289"/>
          <p:cNvSpPr/>
          <p:nvPr/>
        </p:nvSpPr>
        <p:spPr>
          <a:xfrm>
            <a:off x="9076066" y="7255192"/>
            <a:ext cx="3007690"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90" name="Shape 4290"/>
          <p:cNvSpPr/>
          <p:nvPr/>
        </p:nvSpPr>
        <p:spPr>
          <a:xfrm>
            <a:off x="12122452" y="7255192"/>
            <a:ext cx="3349452"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91" name="Shape 4291"/>
          <p:cNvSpPr/>
          <p:nvPr/>
        </p:nvSpPr>
        <p:spPr>
          <a:xfrm>
            <a:off x="15565766" y="7255192"/>
            <a:ext cx="3007690"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92" name="Shape 4292"/>
          <p:cNvSpPr/>
          <p:nvPr/>
        </p:nvSpPr>
        <p:spPr>
          <a:xfrm>
            <a:off x="18612152" y="7255192"/>
            <a:ext cx="3349452" cy="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93" name="Shape 429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slow" advClick="1" p14:dur="1200">
        <p:push dir="u"/>
      </p:transition>
    </mc:Choice>
    <mc:Fallback>
      <p:transition spd="slow">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295" name="Shape 429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Timeline</a:t>
            </a:r>
          </a:p>
        </p:txBody>
      </p:sp>
      <p:sp>
        <p:nvSpPr>
          <p:cNvPr id="4296" name="Shape 4296"/>
          <p:cNvSpPr/>
          <p:nvPr/>
        </p:nvSpPr>
        <p:spPr>
          <a:xfrm>
            <a:off x="11597108" y="165146"/>
            <a:ext cx="1" cy="1486149"/>
          </a:xfrm>
          <a:prstGeom prst="line">
            <a:avLst/>
          </a:prstGeom>
          <a:ln w="38100">
            <a:solidFill>
              <a:srgbClr val="2F5379"/>
            </a:solidFill>
            <a:miter lim="400000"/>
            <a:headEnd type="oval"/>
            <a:tailEnd type="oval"/>
          </a:ln>
        </p:spPr>
        <p:txBody>
          <a:bodyPr tIns="91439" bIns="91439"/>
          <a:lstStyle/>
          <a:p>
            <a:pPr algn="l" defTabSz="457200">
              <a:defRPr sz="2400">
                <a:latin typeface="Helvetica"/>
                <a:ea typeface="Helvetica"/>
                <a:cs typeface="Helvetica"/>
                <a:sym typeface="Helvetica"/>
              </a:defRPr>
            </a:pPr>
          </a:p>
        </p:txBody>
      </p:sp>
      <p:sp>
        <p:nvSpPr>
          <p:cNvPr id="4297" name="Shape 4297"/>
          <p:cNvSpPr/>
          <p:nvPr/>
        </p:nvSpPr>
        <p:spPr>
          <a:xfrm>
            <a:off x="11597107" y="1663118"/>
            <a:ext cx="1" cy="1880159"/>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98" name="Shape 4298"/>
          <p:cNvSpPr/>
          <p:nvPr/>
        </p:nvSpPr>
        <p:spPr>
          <a:xfrm>
            <a:off x="11597107" y="3622959"/>
            <a:ext cx="1" cy="1725527"/>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299" name="Shape 4299"/>
          <p:cNvSpPr/>
          <p:nvPr/>
        </p:nvSpPr>
        <p:spPr>
          <a:xfrm>
            <a:off x="11597108" y="5461291"/>
            <a:ext cx="1" cy="159359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300" name="Shape 4300"/>
          <p:cNvSpPr/>
          <p:nvPr/>
        </p:nvSpPr>
        <p:spPr>
          <a:xfrm>
            <a:off x="11597108" y="7140771"/>
            <a:ext cx="1" cy="159359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301" name="Shape 4301"/>
          <p:cNvSpPr/>
          <p:nvPr/>
        </p:nvSpPr>
        <p:spPr>
          <a:xfrm>
            <a:off x="10278536" y="1388328"/>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02" name="Shape 4302"/>
          <p:cNvSpPr/>
          <p:nvPr/>
        </p:nvSpPr>
        <p:spPr>
          <a:xfrm>
            <a:off x="11597108" y="8839491"/>
            <a:ext cx="1" cy="159359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303" name="Shape 4303"/>
          <p:cNvSpPr/>
          <p:nvPr/>
        </p:nvSpPr>
        <p:spPr>
          <a:xfrm>
            <a:off x="11597108" y="10518971"/>
            <a:ext cx="1" cy="1593591"/>
          </a:xfrm>
          <a:prstGeom prst="line">
            <a:avLst/>
          </a:prstGeom>
          <a:ln w="38100">
            <a:solidFill>
              <a:srgbClr val="2F5379"/>
            </a:solidFill>
            <a:miter lim="400000"/>
            <a:tailEnd type="oval"/>
          </a:ln>
        </p:spPr>
        <p:txBody>
          <a:bodyPr tIns="91439" bIns="91439"/>
          <a:lstStyle/>
          <a:p>
            <a:pPr algn="l" defTabSz="457200">
              <a:defRPr sz="2400">
                <a:latin typeface="Helvetica"/>
                <a:ea typeface="Helvetica"/>
                <a:cs typeface="Helvetica"/>
                <a:sym typeface="Helvetica"/>
              </a:defRPr>
            </a:pPr>
          </a:p>
        </p:txBody>
      </p:sp>
      <p:sp>
        <p:nvSpPr>
          <p:cNvPr id="4304" name="Shape 4304"/>
          <p:cNvSpPr/>
          <p:nvPr/>
        </p:nvSpPr>
        <p:spPr>
          <a:xfrm>
            <a:off x="11815236" y="1388328"/>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05" name="Shape 4305"/>
          <p:cNvSpPr/>
          <p:nvPr/>
        </p:nvSpPr>
        <p:spPr>
          <a:xfrm>
            <a:off x="10278536" y="3179028"/>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06" name="Shape 4306"/>
          <p:cNvSpPr/>
          <p:nvPr/>
        </p:nvSpPr>
        <p:spPr>
          <a:xfrm>
            <a:off x="11815236" y="3179028"/>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07" name="Shape 4307"/>
          <p:cNvSpPr/>
          <p:nvPr/>
        </p:nvSpPr>
        <p:spPr>
          <a:xfrm>
            <a:off x="10278536" y="4995128"/>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08" name="Shape 4308"/>
          <p:cNvSpPr/>
          <p:nvPr/>
        </p:nvSpPr>
        <p:spPr>
          <a:xfrm>
            <a:off x="11815236" y="4995128"/>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09" name="Shape 4309"/>
          <p:cNvSpPr/>
          <p:nvPr/>
        </p:nvSpPr>
        <p:spPr>
          <a:xfrm>
            <a:off x="10278536" y="67477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0" name="Shape 4310"/>
          <p:cNvSpPr/>
          <p:nvPr/>
        </p:nvSpPr>
        <p:spPr>
          <a:xfrm>
            <a:off x="11815236" y="67477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1" name="Shape 4311"/>
          <p:cNvSpPr/>
          <p:nvPr/>
        </p:nvSpPr>
        <p:spPr>
          <a:xfrm>
            <a:off x="10278536" y="84368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2" name="Shape 4312"/>
          <p:cNvSpPr/>
          <p:nvPr/>
        </p:nvSpPr>
        <p:spPr>
          <a:xfrm>
            <a:off x="11815236" y="84368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3" name="Shape 4313"/>
          <p:cNvSpPr/>
          <p:nvPr/>
        </p:nvSpPr>
        <p:spPr>
          <a:xfrm>
            <a:off x="10278536" y="101005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4" name="Shape 4314"/>
          <p:cNvSpPr/>
          <p:nvPr/>
        </p:nvSpPr>
        <p:spPr>
          <a:xfrm>
            <a:off x="11815236" y="101005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5" name="Shape 4315"/>
          <p:cNvSpPr/>
          <p:nvPr/>
        </p:nvSpPr>
        <p:spPr>
          <a:xfrm>
            <a:off x="10278536" y="117642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6" name="Shape 4316"/>
          <p:cNvSpPr/>
          <p:nvPr/>
        </p:nvSpPr>
        <p:spPr>
          <a:xfrm>
            <a:off x="11815236" y="11764227"/>
            <a:ext cx="1079247"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317" name="Shape 431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2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319" name="Shape 431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Timeline</a:t>
            </a:r>
          </a:p>
        </p:txBody>
      </p:sp>
      <p:sp>
        <p:nvSpPr>
          <p:cNvPr id="4320" name="Shape 4320"/>
          <p:cNvSpPr/>
          <p:nvPr/>
        </p:nvSpPr>
        <p:spPr>
          <a:xfrm>
            <a:off x="18018860" y="5249959"/>
            <a:ext cx="1" cy="3146250"/>
          </a:xfrm>
          <a:prstGeom prst="line">
            <a:avLst/>
          </a:prstGeom>
          <a:solidFill>
            <a:srgbClr val="6E8898"/>
          </a:solidFill>
          <a:ln w="38100">
            <a:solidFill>
              <a:srgbClr val="B4E6F1"/>
            </a:solidFill>
            <a:miter lim="400000"/>
          </a:ln>
        </p:spPr>
        <p:txBody>
          <a:bodyPr lIns="0" tIns="0" rIns="0" bIns="0"/>
          <a:lstStyle/>
          <a:p>
            <a:pPr algn="l" defTabSz="457200">
              <a:defRPr sz="1200">
                <a:latin typeface="Helvetica"/>
                <a:ea typeface="Helvetica"/>
                <a:cs typeface="Helvetica"/>
                <a:sym typeface="Helvetica"/>
              </a:defRPr>
            </a:pPr>
          </a:p>
        </p:txBody>
      </p:sp>
      <p:sp>
        <p:nvSpPr>
          <p:cNvPr id="4321" name="Shape 4321"/>
          <p:cNvSpPr/>
          <p:nvPr/>
        </p:nvSpPr>
        <p:spPr>
          <a:xfrm>
            <a:off x="17983127" y="4249904"/>
            <a:ext cx="1822272" cy="979558"/>
          </a:xfrm>
          <a:prstGeom prst="rect">
            <a:avLst/>
          </a:prstGeom>
          <a:solidFill>
            <a:srgbClr val="B4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22" name="Shape 4322"/>
          <p:cNvSpPr/>
          <p:nvPr/>
        </p:nvSpPr>
        <p:spPr>
          <a:xfrm rot="5400000">
            <a:off x="18042252" y="5170339"/>
            <a:ext cx="378337" cy="496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21600" y="21600"/>
                </a:lnTo>
                <a:close/>
              </a:path>
            </a:pathLst>
          </a:custGeom>
          <a:solidFill>
            <a:srgbClr val="B4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23" name="Shape 4323"/>
          <p:cNvSpPr/>
          <p:nvPr/>
        </p:nvSpPr>
        <p:spPr>
          <a:xfrm>
            <a:off x="13995593" y="5305356"/>
            <a:ext cx="1822273" cy="979559"/>
          </a:xfrm>
          <a:prstGeom prst="rect">
            <a:avLst/>
          </a:pr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24" name="Shape 4324"/>
          <p:cNvSpPr/>
          <p:nvPr/>
        </p:nvSpPr>
        <p:spPr>
          <a:xfrm>
            <a:off x="14031428" y="6284914"/>
            <a:ext cx="1" cy="2402504"/>
          </a:xfrm>
          <a:prstGeom prst="line">
            <a:avLst/>
          </a:prstGeom>
          <a:solidFill>
            <a:srgbClr val="E95700"/>
          </a:solidFill>
          <a:ln w="38100">
            <a:solidFill>
              <a:srgbClr val="66B3E0"/>
            </a:solidFill>
            <a:miter lim="400000"/>
          </a:ln>
        </p:spPr>
        <p:txBody>
          <a:bodyPr lIns="0" tIns="0" rIns="0" bIns="0"/>
          <a:lstStyle/>
          <a:p>
            <a:pPr algn="l" defTabSz="457200">
              <a:defRPr sz="1200">
                <a:latin typeface="Helvetica"/>
                <a:ea typeface="Helvetica"/>
                <a:cs typeface="Helvetica"/>
                <a:sym typeface="Helvetica"/>
              </a:defRPr>
            </a:pPr>
          </a:p>
        </p:txBody>
      </p:sp>
      <p:sp>
        <p:nvSpPr>
          <p:cNvPr id="4325" name="Shape 4325"/>
          <p:cNvSpPr/>
          <p:nvPr/>
        </p:nvSpPr>
        <p:spPr>
          <a:xfrm rot="5400000">
            <a:off x="14054714" y="6225791"/>
            <a:ext cx="378339" cy="496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21600" y="21600"/>
                </a:lnTo>
                <a:close/>
              </a:path>
            </a:pathLst>
          </a:cu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26" name="Shape 4326"/>
          <p:cNvSpPr/>
          <p:nvPr/>
        </p:nvSpPr>
        <p:spPr>
          <a:xfrm>
            <a:off x="9943847" y="4781300"/>
            <a:ext cx="1" cy="3614442"/>
          </a:xfrm>
          <a:prstGeom prst="line">
            <a:avLst/>
          </a:prstGeom>
          <a:solidFill>
            <a:srgbClr val="7AB10F"/>
          </a:solidFill>
          <a:ln w="38100">
            <a:solidFill>
              <a:srgbClr val="029FDC"/>
            </a:solidFill>
            <a:miter lim="400000"/>
          </a:ln>
        </p:spPr>
        <p:txBody>
          <a:bodyPr lIns="0" tIns="0" rIns="0" bIns="0"/>
          <a:lstStyle/>
          <a:p>
            <a:pPr algn="l" defTabSz="457200">
              <a:defRPr sz="1200">
                <a:latin typeface="Helvetica"/>
                <a:ea typeface="Helvetica"/>
                <a:cs typeface="Helvetica"/>
                <a:sym typeface="Helvetica"/>
              </a:defRPr>
            </a:pPr>
          </a:p>
        </p:txBody>
      </p:sp>
      <p:sp>
        <p:nvSpPr>
          <p:cNvPr id="4327" name="Shape 4327"/>
          <p:cNvSpPr/>
          <p:nvPr/>
        </p:nvSpPr>
        <p:spPr>
          <a:xfrm>
            <a:off x="9912550" y="3733365"/>
            <a:ext cx="1822273" cy="979560"/>
          </a:xfrm>
          <a:prstGeom prst="rect">
            <a:avLst/>
          </a:pr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28" name="Shape 4328"/>
          <p:cNvSpPr/>
          <p:nvPr/>
        </p:nvSpPr>
        <p:spPr>
          <a:xfrm rot="5400000">
            <a:off x="9971671" y="4653801"/>
            <a:ext cx="378340" cy="496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21600" y="21600"/>
                </a:lnTo>
                <a:close/>
              </a:path>
            </a:pathLst>
          </a:cu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29" name="Shape 4329"/>
          <p:cNvSpPr/>
          <p:nvPr/>
        </p:nvSpPr>
        <p:spPr>
          <a:xfrm>
            <a:off x="5857431" y="5424397"/>
            <a:ext cx="1822272" cy="979560"/>
          </a:xfrm>
          <a:prstGeom prst="rect">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0" name="Shape 4330"/>
          <p:cNvSpPr/>
          <p:nvPr/>
        </p:nvSpPr>
        <p:spPr>
          <a:xfrm flipH="1">
            <a:off x="5893267" y="6403956"/>
            <a:ext cx="1" cy="2402504"/>
          </a:xfrm>
          <a:prstGeom prst="line">
            <a:avLst/>
          </a:prstGeom>
          <a:solidFill>
            <a:srgbClr val="FF9900"/>
          </a:solidFill>
          <a:ln w="38100">
            <a:solidFill>
              <a:srgbClr val="397ECA"/>
            </a:solidFill>
            <a:miter lim="400000"/>
          </a:ln>
        </p:spPr>
        <p:txBody>
          <a:bodyPr lIns="0" tIns="0" rIns="0" bIns="0"/>
          <a:lstStyle/>
          <a:p>
            <a:pPr algn="l" defTabSz="457200">
              <a:defRPr sz="1200">
                <a:latin typeface="Helvetica"/>
                <a:ea typeface="Helvetica"/>
                <a:cs typeface="Helvetica"/>
                <a:sym typeface="Helvetica"/>
              </a:defRPr>
            </a:pPr>
          </a:p>
        </p:txBody>
      </p:sp>
      <p:sp>
        <p:nvSpPr>
          <p:cNvPr id="4331" name="Shape 4331"/>
          <p:cNvSpPr/>
          <p:nvPr/>
        </p:nvSpPr>
        <p:spPr>
          <a:xfrm rot="5400000">
            <a:off x="5916552" y="6344833"/>
            <a:ext cx="378340" cy="496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21600" y="21600"/>
                </a:lnTo>
                <a:close/>
              </a:path>
            </a:pathLst>
          </a:cu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2" name="Shape 4332"/>
          <p:cNvSpPr/>
          <p:nvPr/>
        </p:nvSpPr>
        <p:spPr>
          <a:xfrm>
            <a:off x="2033433" y="8538285"/>
            <a:ext cx="3644543" cy="421925"/>
          </a:xfrm>
          <a:prstGeom prst="rect">
            <a:avLst/>
          </a:prstGeom>
          <a:solidFill>
            <a:srgbClr val="144973"/>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3" name="Shape 4333"/>
          <p:cNvSpPr/>
          <p:nvPr/>
        </p:nvSpPr>
        <p:spPr>
          <a:xfrm>
            <a:off x="1469569" y="8375698"/>
            <a:ext cx="750715" cy="750715"/>
          </a:xfrm>
          <a:prstGeom prst="ellipse">
            <a:avLst/>
          </a:prstGeom>
          <a:solidFill>
            <a:srgbClr val="144973"/>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4" name="Shape 4334"/>
          <p:cNvSpPr/>
          <p:nvPr/>
        </p:nvSpPr>
        <p:spPr>
          <a:xfrm>
            <a:off x="1652514" y="8552333"/>
            <a:ext cx="380920" cy="380920"/>
          </a:xfrm>
          <a:prstGeom prst="ellipse">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5" name="Shape 4335"/>
          <p:cNvSpPr/>
          <p:nvPr/>
        </p:nvSpPr>
        <p:spPr>
          <a:xfrm>
            <a:off x="6071018" y="8538285"/>
            <a:ext cx="3644543" cy="421925"/>
          </a:xfrm>
          <a:prstGeom prst="rect">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6" name="Shape 4336"/>
          <p:cNvSpPr/>
          <p:nvPr/>
        </p:nvSpPr>
        <p:spPr>
          <a:xfrm>
            <a:off x="5507154" y="8375698"/>
            <a:ext cx="750715" cy="750715"/>
          </a:xfrm>
          <a:prstGeom prst="ellipse">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7" name="Shape 4337"/>
          <p:cNvSpPr/>
          <p:nvPr/>
        </p:nvSpPr>
        <p:spPr>
          <a:xfrm>
            <a:off x="5690099" y="8552333"/>
            <a:ext cx="380920" cy="380920"/>
          </a:xfrm>
          <a:prstGeom prst="ellipse">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8" name="Shape 4338"/>
          <p:cNvSpPr/>
          <p:nvPr/>
        </p:nvSpPr>
        <p:spPr>
          <a:xfrm>
            <a:off x="10147281" y="8538285"/>
            <a:ext cx="3644544" cy="421925"/>
          </a:xfrm>
          <a:prstGeom prst="rect">
            <a:avLst/>
          </a:pr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39" name="Shape 4339"/>
          <p:cNvSpPr/>
          <p:nvPr/>
        </p:nvSpPr>
        <p:spPr>
          <a:xfrm>
            <a:off x="9583418" y="8375698"/>
            <a:ext cx="750715" cy="750715"/>
          </a:xfrm>
          <a:prstGeom prst="ellipse">
            <a:avLst/>
          </a:pr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0" name="Shape 4340"/>
          <p:cNvSpPr/>
          <p:nvPr/>
        </p:nvSpPr>
        <p:spPr>
          <a:xfrm>
            <a:off x="9766363" y="8552333"/>
            <a:ext cx="380919" cy="380920"/>
          </a:xfrm>
          <a:prstGeom prst="ellipse">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1" name="Shape 4341"/>
          <p:cNvSpPr/>
          <p:nvPr/>
        </p:nvSpPr>
        <p:spPr>
          <a:xfrm>
            <a:off x="14172741" y="8538285"/>
            <a:ext cx="3644543" cy="421925"/>
          </a:xfrm>
          <a:prstGeom prst="rect">
            <a:avLst/>
          </a:pr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2" name="Shape 4342"/>
          <p:cNvSpPr/>
          <p:nvPr/>
        </p:nvSpPr>
        <p:spPr>
          <a:xfrm>
            <a:off x="13608879" y="8375698"/>
            <a:ext cx="750715" cy="750715"/>
          </a:xfrm>
          <a:prstGeom prst="ellipse">
            <a:avLst/>
          </a:pr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3" name="Shape 4343"/>
          <p:cNvSpPr/>
          <p:nvPr/>
        </p:nvSpPr>
        <p:spPr>
          <a:xfrm>
            <a:off x="13791824" y="8552333"/>
            <a:ext cx="380920" cy="380920"/>
          </a:xfrm>
          <a:prstGeom prst="ellipse">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4" name="Shape 4344"/>
          <p:cNvSpPr/>
          <p:nvPr/>
        </p:nvSpPr>
        <p:spPr>
          <a:xfrm>
            <a:off x="18183939" y="8538285"/>
            <a:ext cx="3644544" cy="421925"/>
          </a:xfrm>
          <a:prstGeom prst="rect">
            <a:avLst/>
          </a:prstGeom>
          <a:solidFill>
            <a:srgbClr val="B4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5" name="Shape 4345"/>
          <p:cNvSpPr/>
          <p:nvPr/>
        </p:nvSpPr>
        <p:spPr>
          <a:xfrm>
            <a:off x="17620074" y="8375698"/>
            <a:ext cx="750716" cy="750715"/>
          </a:xfrm>
          <a:prstGeom prst="ellipse">
            <a:avLst/>
          </a:prstGeom>
          <a:solidFill>
            <a:srgbClr val="B4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6" name="Shape 4346"/>
          <p:cNvSpPr/>
          <p:nvPr/>
        </p:nvSpPr>
        <p:spPr>
          <a:xfrm>
            <a:off x="17803020" y="8552333"/>
            <a:ext cx="380919" cy="380920"/>
          </a:xfrm>
          <a:prstGeom prst="ellipse">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7" name="Shape 4347"/>
          <p:cNvSpPr/>
          <p:nvPr/>
        </p:nvSpPr>
        <p:spPr>
          <a:xfrm>
            <a:off x="21631273" y="8375698"/>
            <a:ext cx="750715" cy="750715"/>
          </a:xfrm>
          <a:prstGeom prst="ellipse">
            <a:avLst/>
          </a:prstGeom>
          <a:solidFill>
            <a:srgbClr val="B4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8" name="Shape 4348"/>
          <p:cNvSpPr/>
          <p:nvPr/>
        </p:nvSpPr>
        <p:spPr>
          <a:xfrm>
            <a:off x="21814218" y="8552333"/>
            <a:ext cx="380920" cy="380920"/>
          </a:xfrm>
          <a:prstGeom prst="ellipse">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49" name="Shape 4349"/>
          <p:cNvSpPr/>
          <p:nvPr/>
        </p:nvSpPr>
        <p:spPr>
          <a:xfrm>
            <a:off x="1842975" y="4249888"/>
            <a:ext cx="1822273" cy="979560"/>
          </a:xfrm>
          <a:prstGeom prst="rect">
            <a:avLst/>
          </a:prstGeom>
          <a:solidFill>
            <a:srgbClr val="144973"/>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50" name="Shape 4350"/>
          <p:cNvSpPr/>
          <p:nvPr/>
        </p:nvSpPr>
        <p:spPr>
          <a:xfrm>
            <a:off x="1842975" y="4359733"/>
            <a:ext cx="1822273" cy="759870"/>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200">
                <a:solidFill>
                  <a:srgbClr val="FFFFFF"/>
                </a:solidFill>
                <a:latin typeface="Raleway Bold"/>
                <a:ea typeface="Raleway Bold"/>
                <a:cs typeface="Raleway Bold"/>
                <a:sym typeface="Raleway Bold"/>
              </a:defRPr>
            </a:lvl1pPr>
          </a:lstStyle>
          <a:p>
            <a:pPr/>
            <a:r>
              <a:t>Año</a:t>
            </a:r>
          </a:p>
        </p:txBody>
      </p:sp>
      <p:sp>
        <p:nvSpPr>
          <p:cNvPr id="4351" name="Shape 4351"/>
          <p:cNvSpPr/>
          <p:nvPr/>
        </p:nvSpPr>
        <p:spPr>
          <a:xfrm flipH="1">
            <a:off x="1878811" y="5243122"/>
            <a:ext cx="1" cy="3146251"/>
          </a:xfrm>
          <a:prstGeom prst="line">
            <a:avLst/>
          </a:prstGeom>
          <a:ln w="38100">
            <a:solidFill>
              <a:srgbClr val="144973"/>
            </a:solidFill>
            <a:miter lim="400000"/>
          </a:ln>
        </p:spPr>
        <p:txBody>
          <a:bodyPr lIns="0" tIns="0" rIns="0" bIns="0"/>
          <a:lstStyle/>
          <a:p>
            <a:pPr algn="l" defTabSz="457200">
              <a:defRPr sz="1200">
                <a:latin typeface="Helvetica"/>
                <a:ea typeface="Helvetica"/>
                <a:cs typeface="Helvetica"/>
                <a:sym typeface="Helvetica"/>
              </a:defRPr>
            </a:pPr>
          </a:p>
        </p:txBody>
      </p:sp>
      <p:sp>
        <p:nvSpPr>
          <p:cNvPr id="4352" name="Shape 4352"/>
          <p:cNvSpPr/>
          <p:nvPr/>
        </p:nvSpPr>
        <p:spPr>
          <a:xfrm rot="5400000">
            <a:off x="1902097" y="5170323"/>
            <a:ext cx="378339" cy="4965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21600" y="21600"/>
                </a:lnTo>
                <a:close/>
              </a:path>
            </a:pathLst>
          </a:custGeom>
          <a:solidFill>
            <a:srgbClr val="144973"/>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353" name="Shape 4353"/>
          <p:cNvSpPr/>
          <p:nvPr/>
        </p:nvSpPr>
        <p:spPr>
          <a:xfrm>
            <a:off x="6427864" y="5677639"/>
            <a:ext cx="681407" cy="4730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200">
                <a:solidFill>
                  <a:srgbClr val="FFFFFF"/>
                </a:solidFill>
                <a:latin typeface="Raleway Bold"/>
                <a:ea typeface="Raleway Bold"/>
                <a:cs typeface="Raleway Bold"/>
                <a:sym typeface="Raleway Bold"/>
              </a:defRPr>
            </a:lvl1pPr>
          </a:lstStyle>
          <a:p>
            <a:pPr/>
            <a:r>
              <a:t>Año</a:t>
            </a:r>
          </a:p>
        </p:txBody>
      </p:sp>
      <p:sp>
        <p:nvSpPr>
          <p:cNvPr id="4354" name="Shape 4354"/>
          <p:cNvSpPr/>
          <p:nvPr/>
        </p:nvSpPr>
        <p:spPr>
          <a:xfrm>
            <a:off x="10483484" y="3986607"/>
            <a:ext cx="681407" cy="4730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200">
                <a:solidFill>
                  <a:srgbClr val="FFFFFF"/>
                </a:solidFill>
                <a:latin typeface="Raleway Bold"/>
                <a:ea typeface="Raleway Bold"/>
                <a:cs typeface="Raleway Bold"/>
                <a:sym typeface="Raleway Bold"/>
              </a:defRPr>
            </a:lvl1pPr>
          </a:lstStyle>
          <a:p>
            <a:pPr/>
            <a:r>
              <a:t>Año</a:t>
            </a:r>
          </a:p>
        </p:txBody>
      </p:sp>
      <p:sp>
        <p:nvSpPr>
          <p:cNvPr id="4355" name="Shape 4355"/>
          <p:cNvSpPr/>
          <p:nvPr/>
        </p:nvSpPr>
        <p:spPr>
          <a:xfrm>
            <a:off x="14566025" y="5558597"/>
            <a:ext cx="681407" cy="4730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200">
                <a:solidFill>
                  <a:srgbClr val="FFFFFF"/>
                </a:solidFill>
                <a:latin typeface="Raleway Bold"/>
                <a:ea typeface="Raleway Bold"/>
                <a:cs typeface="Raleway Bold"/>
                <a:sym typeface="Raleway Bold"/>
              </a:defRPr>
            </a:lvl1pPr>
          </a:lstStyle>
          <a:p>
            <a:pPr/>
            <a:r>
              <a:t>Año</a:t>
            </a:r>
          </a:p>
        </p:txBody>
      </p:sp>
      <p:sp>
        <p:nvSpPr>
          <p:cNvPr id="4356" name="Shape 4356"/>
          <p:cNvSpPr/>
          <p:nvPr/>
        </p:nvSpPr>
        <p:spPr>
          <a:xfrm>
            <a:off x="18553560" y="4503145"/>
            <a:ext cx="681407" cy="4730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200">
                <a:solidFill>
                  <a:srgbClr val="FFFFFF"/>
                </a:solidFill>
                <a:latin typeface="Raleway Bold"/>
                <a:ea typeface="Raleway Bold"/>
                <a:cs typeface="Raleway Bold"/>
                <a:sym typeface="Raleway Bold"/>
              </a:defRPr>
            </a:lvl1pPr>
          </a:lstStyle>
          <a:p>
            <a:pPr/>
            <a:r>
              <a:t>Año</a:t>
            </a:r>
          </a:p>
        </p:txBody>
      </p:sp>
      <p:sp>
        <p:nvSpPr>
          <p:cNvPr id="4357" name="Shape 4357"/>
          <p:cNvSpPr/>
          <p:nvPr/>
        </p:nvSpPr>
        <p:spPr>
          <a:xfrm>
            <a:off x="1463939" y="9615825"/>
            <a:ext cx="3867318" cy="3962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p>
            <a:pPr algn="l" defTabSz="914400">
              <a:defRPr sz="2000">
                <a:latin typeface="Raleway Regular"/>
                <a:ea typeface="Raleway Regular"/>
                <a:cs typeface="Raleway Regular"/>
                <a:sym typeface="Raleway Regular"/>
              </a:defRPr>
            </a:pPr>
            <a:r>
              <a:rPr>
                <a:latin typeface="Raleway SemiBold"/>
                <a:ea typeface="Raleway SemiBold"/>
                <a:cs typeface="Raleway SemiBold"/>
                <a:sym typeface="Raleway SemiBold"/>
              </a:rPr>
              <a:t>Título </a:t>
            </a:r>
            <a:r>
              <a:t>Texto descriptivo</a:t>
            </a:r>
          </a:p>
        </p:txBody>
      </p:sp>
      <p:sp>
        <p:nvSpPr>
          <p:cNvPr id="4358" name="Shape 4358"/>
          <p:cNvSpPr/>
          <p:nvPr/>
        </p:nvSpPr>
        <p:spPr>
          <a:xfrm>
            <a:off x="5540639" y="9615825"/>
            <a:ext cx="3867318" cy="3962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p>
            <a:pPr algn="l" defTabSz="914400">
              <a:defRPr sz="2000">
                <a:latin typeface="Raleway Regular"/>
                <a:ea typeface="Raleway Regular"/>
                <a:cs typeface="Raleway Regular"/>
                <a:sym typeface="Raleway Regular"/>
              </a:defRPr>
            </a:pPr>
            <a:r>
              <a:rPr>
                <a:latin typeface="Raleway SemiBold"/>
                <a:ea typeface="Raleway SemiBold"/>
                <a:cs typeface="Raleway SemiBold"/>
                <a:sym typeface="Raleway SemiBold"/>
              </a:rPr>
              <a:t>Título </a:t>
            </a:r>
            <a:r>
              <a:t>Texto descriptivo</a:t>
            </a:r>
          </a:p>
        </p:txBody>
      </p:sp>
      <p:sp>
        <p:nvSpPr>
          <p:cNvPr id="4359" name="Shape 4359"/>
          <p:cNvSpPr/>
          <p:nvPr/>
        </p:nvSpPr>
        <p:spPr>
          <a:xfrm>
            <a:off x="9617339" y="9615825"/>
            <a:ext cx="3867317" cy="3962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p>
            <a:pPr algn="l" defTabSz="914400">
              <a:defRPr sz="2000">
                <a:latin typeface="Raleway Regular"/>
                <a:ea typeface="Raleway Regular"/>
                <a:cs typeface="Raleway Regular"/>
                <a:sym typeface="Raleway Regular"/>
              </a:defRPr>
            </a:pPr>
            <a:r>
              <a:rPr>
                <a:latin typeface="Raleway SemiBold"/>
                <a:ea typeface="Raleway SemiBold"/>
                <a:cs typeface="Raleway SemiBold"/>
                <a:sym typeface="Raleway SemiBold"/>
              </a:rPr>
              <a:t>Título </a:t>
            </a:r>
            <a:r>
              <a:t>Texto descriptivo</a:t>
            </a:r>
          </a:p>
        </p:txBody>
      </p:sp>
      <p:sp>
        <p:nvSpPr>
          <p:cNvPr id="4360" name="Shape 4360"/>
          <p:cNvSpPr/>
          <p:nvPr/>
        </p:nvSpPr>
        <p:spPr>
          <a:xfrm>
            <a:off x="13694040" y="9615825"/>
            <a:ext cx="3867317" cy="3962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p>
            <a:pPr algn="l" defTabSz="914400">
              <a:defRPr sz="2000">
                <a:latin typeface="Raleway Regular"/>
                <a:ea typeface="Raleway Regular"/>
                <a:cs typeface="Raleway Regular"/>
                <a:sym typeface="Raleway Regular"/>
              </a:defRPr>
            </a:pPr>
            <a:r>
              <a:rPr>
                <a:latin typeface="Raleway SemiBold"/>
                <a:ea typeface="Raleway SemiBold"/>
                <a:cs typeface="Raleway SemiBold"/>
                <a:sym typeface="Raleway SemiBold"/>
              </a:rPr>
              <a:t>Título </a:t>
            </a:r>
            <a:r>
              <a:t>Texto descriptivo</a:t>
            </a:r>
          </a:p>
        </p:txBody>
      </p:sp>
      <p:sp>
        <p:nvSpPr>
          <p:cNvPr id="4361" name="Shape 4361"/>
          <p:cNvSpPr/>
          <p:nvPr/>
        </p:nvSpPr>
        <p:spPr>
          <a:xfrm>
            <a:off x="17770740" y="9615825"/>
            <a:ext cx="3867317" cy="3962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p>
            <a:pPr algn="l" defTabSz="914400">
              <a:defRPr sz="2000">
                <a:latin typeface="Raleway Regular"/>
                <a:ea typeface="Raleway Regular"/>
                <a:cs typeface="Raleway Regular"/>
                <a:sym typeface="Raleway Regular"/>
              </a:defRPr>
            </a:pPr>
            <a:r>
              <a:rPr>
                <a:latin typeface="Raleway SemiBold"/>
                <a:ea typeface="Raleway SemiBold"/>
                <a:cs typeface="Raleway SemiBold"/>
                <a:sym typeface="Raleway SemiBold"/>
              </a:rPr>
              <a:t>Título </a:t>
            </a:r>
            <a:r>
              <a:t>Texto descriptivo</a:t>
            </a:r>
          </a:p>
        </p:txBody>
      </p:sp>
      <p:sp>
        <p:nvSpPr>
          <p:cNvPr id="4362" name="Shape 436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0"/>
                                  </p:stCondLst>
                                  <p:iterate type="el" backwards="0">
                                    <p:tmAbs val="0"/>
                                  </p:iterate>
                                  <p:childTnLst>
                                    <p:set>
                                      <p:cBhvr>
                                        <p:cTn id="6" fill="hold"/>
                                        <p:tgtEl>
                                          <p:spTgt spid="4357"/>
                                        </p:tgtEl>
                                        <p:attrNameLst>
                                          <p:attrName>style.visibility</p:attrName>
                                        </p:attrNameLst>
                                      </p:cBhvr>
                                      <p:to>
                                        <p:strVal val="visible"/>
                                      </p:to>
                                    </p:set>
                                    <p:anim calcmode="lin" valueType="num">
                                      <p:cBhvr>
                                        <p:cTn id="7" dur="500" fill="hold"/>
                                        <p:tgtEl>
                                          <p:spTgt spid="4357"/>
                                        </p:tgtEl>
                                        <p:attrNameLst>
                                          <p:attrName>ppt_x</p:attrName>
                                        </p:attrNameLst>
                                      </p:cBhvr>
                                      <p:tavLst>
                                        <p:tav tm="0">
                                          <p:val>
                                            <p:strVal val="#ppt_x"/>
                                          </p:val>
                                        </p:tav>
                                        <p:tav tm="100000">
                                          <p:val>
                                            <p:strVal val="#ppt_x"/>
                                          </p:val>
                                        </p:tav>
                                      </p:tavLst>
                                    </p:anim>
                                    <p:anim calcmode="lin" valueType="num">
                                      <p:cBhvr>
                                        <p:cTn id="8" dur="500" fill="hold"/>
                                        <p:tgtEl>
                                          <p:spTgt spid="4357"/>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Class="entr" nodeType="afterEffect" presetSubtype="1" presetID="2" grpId="2" fill="hold">
                                  <p:stCondLst>
                                    <p:cond delay="0"/>
                                  </p:stCondLst>
                                  <p:iterate type="el" backwards="0">
                                    <p:tmAbs val="0"/>
                                  </p:iterate>
                                  <p:childTnLst>
                                    <p:set>
                                      <p:cBhvr>
                                        <p:cTn id="11" fill="hold"/>
                                        <p:tgtEl>
                                          <p:spTgt spid="4358"/>
                                        </p:tgtEl>
                                        <p:attrNameLst>
                                          <p:attrName>style.visibility</p:attrName>
                                        </p:attrNameLst>
                                      </p:cBhvr>
                                      <p:to>
                                        <p:strVal val="visible"/>
                                      </p:to>
                                    </p:set>
                                    <p:anim calcmode="lin" valueType="num">
                                      <p:cBhvr>
                                        <p:cTn id="12" dur="500" fill="hold"/>
                                        <p:tgtEl>
                                          <p:spTgt spid="4358"/>
                                        </p:tgtEl>
                                        <p:attrNameLst>
                                          <p:attrName>ppt_x</p:attrName>
                                        </p:attrNameLst>
                                      </p:cBhvr>
                                      <p:tavLst>
                                        <p:tav tm="0">
                                          <p:val>
                                            <p:strVal val="#ppt_x"/>
                                          </p:val>
                                        </p:tav>
                                        <p:tav tm="100000">
                                          <p:val>
                                            <p:strVal val="#ppt_x"/>
                                          </p:val>
                                        </p:tav>
                                      </p:tavLst>
                                    </p:anim>
                                    <p:anim calcmode="lin" valueType="num">
                                      <p:cBhvr>
                                        <p:cTn id="13" dur="500" fill="hold"/>
                                        <p:tgtEl>
                                          <p:spTgt spid="4358"/>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Class="entr" nodeType="afterEffect" presetSubtype="1" presetID="2" grpId="3" fill="hold">
                                  <p:stCondLst>
                                    <p:cond delay="0"/>
                                  </p:stCondLst>
                                  <p:iterate type="el" backwards="0">
                                    <p:tmAbs val="0"/>
                                  </p:iterate>
                                  <p:childTnLst>
                                    <p:set>
                                      <p:cBhvr>
                                        <p:cTn id="16" fill="hold"/>
                                        <p:tgtEl>
                                          <p:spTgt spid="4359"/>
                                        </p:tgtEl>
                                        <p:attrNameLst>
                                          <p:attrName>style.visibility</p:attrName>
                                        </p:attrNameLst>
                                      </p:cBhvr>
                                      <p:to>
                                        <p:strVal val="visible"/>
                                      </p:to>
                                    </p:set>
                                    <p:anim calcmode="lin" valueType="num">
                                      <p:cBhvr>
                                        <p:cTn id="17" dur="500" fill="hold"/>
                                        <p:tgtEl>
                                          <p:spTgt spid="4359"/>
                                        </p:tgtEl>
                                        <p:attrNameLst>
                                          <p:attrName>ppt_x</p:attrName>
                                        </p:attrNameLst>
                                      </p:cBhvr>
                                      <p:tavLst>
                                        <p:tav tm="0">
                                          <p:val>
                                            <p:strVal val="#ppt_x"/>
                                          </p:val>
                                        </p:tav>
                                        <p:tav tm="100000">
                                          <p:val>
                                            <p:strVal val="#ppt_x"/>
                                          </p:val>
                                        </p:tav>
                                      </p:tavLst>
                                    </p:anim>
                                    <p:anim calcmode="lin" valueType="num">
                                      <p:cBhvr>
                                        <p:cTn id="18" dur="500" fill="hold"/>
                                        <p:tgtEl>
                                          <p:spTgt spid="4359"/>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Class="entr" nodeType="afterEffect" presetSubtype="1" presetID="2" grpId="4" fill="hold">
                                  <p:stCondLst>
                                    <p:cond delay="0"/>
                                  </p:stCondLst>
                                  <p:iterate type="el" backwards="0">
                                    <p:tmAbs val="0"/>
                                  </p:iterate>
                                  <p:childTnLst>
                                    <p:set>
                                      <p:cBhvr>
                                        <p:cTn id="21" fill="hold"/>
                                        <p:tgtEl>
                                          <p:spTgt spid="4360"/>
                                        </p:tgtEl>
                                        <p:attrNameLst>
                                          <p:attrName>style.visibility</p:attrName>
                                        </p:attrNameLst>
                                      </p:cBhvr>
                                      <p:to>
                                        <p:strVal val="visible"/>
                                      </p:to>
                                    </p:set>
                                    <p:anim calcmode="lin" valueType="num">
                                      <p:cBhvr>
                                        <p:cTn id="22" dur="500" fill="hold"/>
                                        <p:tgtEl>
                                          <p:spTgt spid="4360"/>
                                        </p:tgtEl>
                                        <p:attrNameLst>
                                          <p:attrName>ppt_x</p:attrName>
                                        </p:attrNameLst>
                                      </p:cBhvr>
                                      <p:tavLst>
                                        <p:tav tm="0">
                                          <p:val>
                                            <p:strVal val="#ppt_x"/>
                                          </p:val>
                                        </p:tav>
                                        <p:tav tm="100000">
                                          <p:val>
                                            <p:strVal val="#ppt_x"/>
                                          </p:val>
                                        </p:tav>
                                      </p:tavLst>
                                    </p:anim>
                                    <p:anim calcmode="lin" valueType="num">
                                      <p:cBhvr>
                                        <p:cTn id="23" dur="500" fill="hold"/>
                                        <p:tgtEl>
                                          <p:spTgt spid="4360"/>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Class="entr" nodeType="afterEffect" presetSubtype="1" presetID="2" grpId="5" fill="hold">
                                  <p:stCondLst>
                                    <p:cond delay="0"/>
                                  </p:stCondLst>
                                  <p:iterate type="el" backwards="0">
                                    <p:tmAbs val="0"/>
                                  </p:iterate>
                                  <p:childTnLst>
                                    <p:set>
                                      <p:cBhvr>
                                        <p:cTn id="26" fill="hold"/>
                                        <p:tgtEl>
                                          <p:spTgt spid="4361"/>
                                        </p:tgtEl>
                                        <p:attrNameLst>
                                          <p:attrName>style.visibility</p:attrName>
                                        </p:attrNameLst>
                                      </p:cBhvr>
                                      <p:to>
                                        <p:strVal val="visible"/>
                                      </p:to>
                                    </p:set>
                                    <p:anim calcmode="lin" valueType="num">
                                      <p:cBhvr>
                                        <p:cTn id="27" dur="500" fill="hold"/>
                                        <p:tgtEl>
                                          <p:spTgt spid="4361"/>
                                        </p:tgtEl>
                                        <p:attrNameLst>
                                          <p:attrName>ppt_x</p:attrName>
                                        </p:attrNameLst>
                                      </p:cBhvr>
                                      <p:tavLst>
                                        <p:tav tm="0">
                                          <p:val>
                                            <p:strVal val="#ppt_x"/>
                                          </p:val>
                                        </p:tav>
                                        <p:tav tm="100000">
                                          <p:val>
                                            <p:strVal val="#ppt_x"/>
                                          </p:val>
                                        </p:tav>
                                      </p:tavLst>
                                    </p:anim>
                                    <p:anim calcmode="lin" valueType="num">
                                      <p:cBhvr>
                                        <p:cTn id="28" dur="500" fill="hold"/>
                                        <p:tgtEl>
                                          <p:spTgt spid="436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358" grpId="2"/>
      <p:bldP build="whole" bldLvl="1" animBg="1" rev="0" advAuto="0" spid="4361" grpId="5"/>
      <p:bldP build="whole" bldLvl="1" animBg="1" rev="0" advAuto="0" spid="4359" grpId="3"/>
      <p:bldP build="whole" bldLvl="1" animBg="1" rev="0" advAuto="0" spid="4357" grpId="1"/>
      <p:bldP build="whole" bldLvl="1" animBg="1" rev="0" advAuto="0" spid="4360" grpId="4"/>
    </p:bldLst>
  </p:timing>
</p:sld>
</file>

<file path=ppt/slides/slide13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364" name="Shape 4364"/>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DIAPOS CON INFOGRÁFICAS</a:t>
            </a:r>
          </a:p>
          <a:p>
            <a:pPr>
              <a:defRPr sz="10000">
                <a:solidFill>
                  <a:srgbClr val="FFFFFF"/>
                </a:solidFill>
                <a:latin typeface="Raleway ExtraBold"/>
                <a:ea typeface="Raleway ExtraBold"/>
                <a:cs typeface="Raleway ExtraBold"/>
                <a:sym typeface="Raleway ExtraBold"/>
              </a:defRPr>
            </a:pPr>
            <a:r>
              <a:t>Y EDITABLES</a:t>
            </a:r>
          </a:p>
        </p:txBody>
      </p:sp>
    </p:spTree>
  </p:cSld>
  <p:clrMapOvr>
    <a:masterClrMapping/>
  </p:clrMapOvr>
  <p:transition xmlns:p14="http://schemas.microsoft.com/office/powerpoint/2010/main" spd="med" advClick="1" p14:dur="1000"/>
</p:sld>
</file>

<file path=ppt/slides/slide13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366" name="Shape 4366"/>
          <p:cNvSpPr/>
          <p:nvPr/>
        </p:nvSpPr>
        <p:spPr>
          <a:xfrm>
            <a:off x="16306671" y="3483485"/>
            <a:ext cx="6474058" cy="6474058"/>
          </a:xfrm>
          <a:prstGeom prst="rect">
            <a:avLst/>
          </a:prstGeom>
          <a:solidFill>
            <a:srgbClr val="F7BB00"/>
          </a:solidFill>
          <a:ln w="12700">
            <a:miter lim="400000"/>
          </a:ln>
          <a:extLst>
            <a:ext uri="{C572A759-6A51-4108-AA02-DFA0A04FC94B}">
              <ma14:wrappingTextBoxFlag xmlns:ma14="http://schemas.microsoft.com/office/mac/drawingml/2011/main" val="1"/>
            </a:ext>
          </a:extLst>
        </p:spPr>
        <p:txBody>
          <a:bodyPr lIns="71437" tIns="71437" rIns="71437" bIns="71437"/>
          <a:lstStyle/>
          <a:p>
            <a:pPr indent="76200" algn="l">
              <a:defRPr b="1" sz="3200">
                <a:latin typeface="Montserrat"/>
                <a:ea typeface="Montserrat"/>
                <a:cs typeface="Montserrat"/>
                <a:sym typeface="Montserrat"/>
              </a:defRPr>
            </a:pPr>
            <a:r>
              <a:t>INSTRUCCIONES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Haz doble clic en la gráfica de lápices y editar los datos para personalizarla.</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Recuerda que puedes activar la leyenda y agregar texto donde está este cajón de instrucciones.</a:t>
            </a:r>
          </a:p>
        </p:txBody>
      </p:sp>
      <p:sp>
        <p:nvSpPr>
          <p:cNvPr id="4367" name="Shape 4367"/>
          <p:cNvSpPr/>
          <p:nvPr/>
        </p:nvSpPr>
        <p:spPr>
          <a:xfrm>
            <a:off x="250329" y="85520"/>
            <a:ext cx="857631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Gráfica de lápices editables</a:t>
            </a:r>
          </a:p>
        </p:txBody>
      </p:sp>
      <p:graphicFrame>
        <p:nvGraphicFramePr>
          <p:cNvPr id="4368" name="Chart 4368"/>
          <p:cNvGraphicFramePr/>
          <p:nvPr/>
        </p:nvGraphicFramePr>
        <p:xfrm>
          <a:off x="-241658" y="2498210"/>
          <a:ext cx="13007422" cy="8285225"/>
        </p:xfrm>
        <a:graphic xmlns:a="http://schemas.openxmlformats.org/drawingml/2006/main">
          <a:graphicData uri="http://schemas.openxmlformats.org/drawingml/2006/chart">
            <c:chart xmlns:c="http://schemas.openxmlformats.org/drawingml/2006/chart" r:id="rId2"/>
          </a:graphicData>
        </a:graphic>
      </p:graphicFrame>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4368"/>
                                        </p:tgtEl>
                                        <p:attrNameLst>
                                          <p:attrName>style.visibility</p:attrName>
                                        </p:attrNameLst>
                                      </p:cBhvr>
                                      <p:to>
                                        <p:strVal val="visible"/>
                                      </p:to>
                                    </p:set>
                                    <p:animEffect filter="wipe(left)" transition="in">
                                      <p:cBhvr>
                                        <p:cTn id="7" dur="500"/>
                                        <p:tgtEl>
                                          <p:spTgt spid="436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368" grpId="1"/>
    </p:bldLst>
  </p:timing>
</p:sld>
</file>

<file path=ppt/slides/slide13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370" name="Shape 4370"/>
          <p:cNvSpPr/>
          <p:nvPr/>
        </p:nvSpPr>
        <p:spPr>
          <a:xfrm>
            <a:off x="16306671" y="3483485"/>
            <a:ext cx="6474058" cy="6474058"/>
          </a:xfrm>
          <a:prstGeom prst="rect">
            <a:avLst/>
          </a:prstGeom>
          <a:solidFill>
            <a:srgbClr val="F7BB00"/>
          </a:solidFill>
          <a:ln w="12700">
            <a:miter lim="400000"/>
          </a:ln>
          <a:extLst>
            <a:ext uri="{C572A759-6A51-4108-AA02-DFA0A04FC94B}">
              <ma14:wrappingTextBoxFlag xmlns:ma14="http://schemas.microsoft.com/office/mac/drawingml/2011/main" val="1"/>
            </a:ext>
          </a:extLst>
        </p:spPr>
        <p:txBody>
          <a:bodyPr lIns="71437" tIns="71437" rIns="71437" bIns="71437"/>
          <a:lstStyle/>
          <a:p>
            <a:pPr indent="76200" algn="l">
              <a:defRPr b="1" sz="3200">
                <a:latin typeface="Montserrat"/>
                <a:ea typeface="Montserrat"/>
                <a:cs typeface="Montserrat"/>
                <a:sym typeface="Montserrat"/>
              </a:defRPr>
            </a:pPr>
            <a:r>
              <a:t>INSTRUCCIONES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Haz doble clic en la gráfica de lápices y editar los datos para personalizarla.</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Recuerda que puedes activar la leyenda y agregar texto donde está este cajón de instrucciones.</a:t>
            </a:r>
          </a:p>
        </p:txBody>
      </p:sp>
      <p:sp>
        <p:nvSpPr>
          <p:cNvPr id="4371" name="Shape 4371"/>
          <p:cNvSpPr/>
          <p:nvPr/>
        </p:nvSpPr>
        <p:spPr>
          <a:xfrm>
            <a:off x="250329" y="85520"/>
            <a:ext cx="857631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Gráfica de lápices editables</a:t>
            </a:r>
          </a:p>
        </p:txBody>
      </p:sp>
      <p:graphicFrame>
        <p:nvGraphicFramePr>
          <p:cNvPr id="4372" name="Chart 4372"/>
          <p:cNvGraphicFramePr/>
          <p:nvPr/>
        </p:nvGraphicFramePr>
        <p:xfrm>
          <a:off x="258867" y="1427570"/>
          <a:ext cx="13177035" cy="10202820"/>
        </p:xfrm>
        <a:graphic xmlns:a="http://schemas.openxmlformats.org/drawingml/2006/main">
          <a:graphicData uri="http://schemas.openxmlformats.org/drawingml/2006/chart">
            <c:chart xmlns:c="http://schemas.openxmlformats.org/drawingml/2006/chart" r:id="rId2"/>
          </a:graphicData>
        </a:graphic>
      </p:graphicFrame>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4372"/>
                                        </p:tgtEl>
                                        <p:attrNameLst>
                                          <p:attrName>style.visibility</p:attrName>
                                        </p:attrNameLst>
                                      </p:cBhvr>
                                      <p:to>
                                        <p:strVal val="visible"/>
                                      </p:to>
                                    </p:set>
                                    <p:animEffect filter="wipe(down)" transition="in">
                                      <p:cBhvr>
                                        <p:cTn id="7" dur="500"/>
                                        <p:tgtEl>
                                          <p:spTgt spid="437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372" grpId="1"/>
    </p:bldLst>
  </p:timing>
</p:sld>
</file>

<file path=ppt/slides/slide13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374" name="Shape 4374"/>
          <p:cNvSpPr/>
          <p:nvPr/>
        </p:nvSpPr>
        <p:spPr>
          <a:xfrm>
            <a:off x="768713" y="3783650"/>
            <a:ext cx="4734314" cy="7031971"/>
          </a:xfrm>
          <a:prstGeom prst="rect">
            <a:avLst/>
          </a:prstGeom>
          <a:solidFill>
            <a:srgbClr val="F7BB00"/>
          </a:solidFill>
          <a:ln w="12700">
            <a:miter lim="400000"/>
          </a:ln>
          <a:extLst>
            <a:ext uri="{C572A759-6A51-4108-AA02-DFA0A04FC94B}">
              <ma14:wrappingTextBoxFlag xmlns:ma14="http://schemas.microsoft.com/office/mac/drawingml/2011/main" val="1"/>
            </a:ext>
          </a:extLst>
        </p:spPr>
        <p:txBody>
          <a:bodyPr lIns="71437" tIns="71437" rIns="71437" bIns="71437"/>
          <a:lstStyle/>
          <a:p>
            <a:pPr indent="76200" algn="l">
              <a:defRPr b="1" sz="3200">
                <a:latin typeface="Montserrat"/>
                <a:ea typeface="Montserrat"/>
                <a:cs typeface="Montserrat"/>
                <a:sym typeface="Montserrat"/>
              </a:defRPr>
            </a:pPr>
            <a:r>
              <a:t>INSTRUCCIONES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Haz doble clic en cada gráfica y cambia los valores.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Recuerda que puedes activar la leyenda y agregar texto donde está este cajón de instrucciones.</a:t>
            </a:r>
          </a:p>
        </p:txBody>
      </p:sp>
      <p:sp>
        <p:nvSpPr>
          <p:cNvPr id="4375" name="Shape 4375"/>
          <p:cNvSpPr/>
          <p:nvPr/>
        </p:nvSpPr>
        <p:spPr>
          <a:xfrm>
            <a:off x="250329" y="85520"/>
            <a:ext cx="79457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Gráficas en árbol editable</a:t>
            </a:r>
          </a:p>
        </p:txBody>
      </p:sp>
      <p:grpSp>
        <p:nvGrpSpPr>
          <p:cNvPr id="4434" name="Group 4434"/>
          <p:cNvGrpSpPr/>
          <p:nvPr/>
        </p:nvGrpSpPr>
        <p:grpSpPr>
          <a:xfrm>
            <a:off x="6872436" y="2422495"/>
            <a:ext cx="10675624" cy="10919195"/>
            <a:chOff x="0" y="0"/>
            <a:chExt cx="10675622" cy="10919193"/>
          </a:xfrm>
        </p:grpSpPr>
        <p:sp>
          <p:nvSpPr>
            <p:cNvPr id="4376" name="Shape 4376"/>
            <p:cNvSpPr/>
            <p:nvPr/>
          </p:nvSpPr>
          <p:spPr>
            <a:xfrm>
              <a:off x="2752936" y="3339989"/>
              <a:ext cx="6051185" cy="75792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73" y="9642"/>
                  </a:moveTo>
                  <a:cubicBezTo>
                    <a:pt x="9944" y="11540"/>
                    <a:pt x="10134" y="13970"/>
                    <a:pt x="9515" y="17045"/>
                  </a:cubicBezTo>
                  <a:cubicBezTo>
                    <a:pt x="9087" y="19664"/>
                    <a:pt x="9468" y="21220"/>
                    <a:pt x="7041" y="21220"/>
                  </a:cubicBezTo>
                  <a:cubicBezTo>
                    <a:pt x="7041" y="21220"/>
                    <a:pt x="6566" y="21069"/>
                    <a:pt x="5804" y="21600"/>
                  </a:cubicBezTo>
                  <a:cubicBezTo>
                    <a:pt x="16129" y="21600"/>
                    <a:pt x="16129" y="21600"/>
                    <a:pt x="16129" y="21600"/>
                  </a:cubicBezTo>
                  <a:cubicBezTo>
                    <a:pt x="15605" y="21410"/>
                    <a:pt x="14987" y="21220"/>
                    <a:pt x="14463" y="21144"/>
                  </a:cubicBezTo>
                  <a:cubicBezTo>
                    <a:pt x="13893" y="20082"/>
                    <a:pt x="13274" y="18032"/>
                    <a:pt x="13179" y="13438"/>
                  </a:cubicBezTo>
                  <a:cubicBezTo>
                    <a:pt x="13131" y="12072"/>
                    <a:pt x="13226" y="10895"/>
                    <a:pt x="13417" y="9908"/>
                  </a:cubicBezTo>
                  <a:cubicBezTo>
                    <a:pt x="14987" y="9376"/>
                    <a:pt x="14987" y="9376"/>
                    <a:pt x="14987" y="9376"/>
                  </a:cubicBezTo>
                  <a:cubicBezTo>
                    <a:pt x="19221" y="7364"/>
                    <a:pt x="20601" y="5580"/>
                    <a:pt x="21600" y="4555"/>
                  </a:cubicBezTo>
                  <a:cubicBezTo>
                    <a:pt x="21457" y="4441"/>
                    <a:pt x="21457" y="4441"/>
                    <a:pt x="21457" y="4441"/>
                  </a:cubicBezTo>
                  <a:cubicBezTo>
                    <a:pt x="21457" y="4441"/>
                    <a:pt x="21457" y="4441"/>
                    <a:pt x="21457" y="4441"/>
                  </a:cubicBezTo>
                  <a:cubicBezTo>
                    <a:pt x="20363" y="5125"/>
                    <a:pt x="19364" y="5732"/>
                    <a:pt x="18507" y="6226"/>
                  </a:cubicBezTo>
                  <a:cubicBezTo>
                    <a:pt x="18841" y="5049"/>
                    <a:pt x="18936" y="4593"/>
                    <a:pt x="19031" y="3113"/>
                  </a:cubicBezTo>
                  <a:cubicBezTo>
                    <a:pt x="18983" y="3113"/>
                    <a:pt x="18983" y="3113"/>
                    <a:pt x="18983" y="3113"/>
                  </a:cubicBezTo>
                  <a:cubicBezTo>
                    <a:pt x="18983" y="3113"/>
                    <a:pt x="18936" y="3113"/>
                    <a:pt x="18936" y="3113"/>
                  </a:cubicBezTo>
                  <a:cubicBezTo>
                    <a:pt x="18698" y="3834"/>
                    <a:pt x="18032" y="5580"/>
                    <a:pt x="17223" y="6909"/>
                  </a:cubicBezTo>
                  <a:cubicBezTo>
                    <a:pt x="14844" y="8162"/>
                    <a:pt x="13226" y="8655"/>
                    <a:pt x="12227" y="8883"/>
                  </a:cubicBezTo>
                  <a:cubicBezTo>
                    <a:pt x="11942" y="8086"/>
                    <a:pt x="11656" y="7023"/>
                    <a:pt x="11466" y="5542"/>
                  </a:cubicBezTo>
                  <a:cubicBezTo>
                    <a:pt x="12227" y="4176"/>
                    <a:pt x="13512" y="2657"/>
                    <a:pt x="14083" y="2050"/>
                  </a:cubicBezTo>
                  <a:cubicBezTo>
                    <a:pt x="14035" y="2050"/>
                    <a:pt x="14035" y="2050"/>
                    <a:pt x="14035" y="2050"/>
                  </a:cubicBezTo>
                  <a:cubicBezTo>
                    <a:pt x="13988" y="1974"/>
                    <a:pt x="13988" y="1974"/>
                    <a:pt x="13988" y="1974"/>
                  </a:cubicBezTo>
                  <a:cubicBezTo>
                    <a:pt x="12608" y="2999"/>
                    <a:pt x="12275" y="3341"/>
                    <a:pt x="11323" y="4290"/>
                  </a:cubicBezTo>
                  <a:cubicBezTo>
                    <a:pt x="11228" y="3454"/>
                    <a:pt x="11181" y="2430"/>
                    <a:pt x="11181" y="1329"/>
                  </a:cubicBezTo>
                  <a:cubicBezTo>
                    <a:pt x="11181" y="1329"/>
                    <a:pt x="11181" y="1329"/>
                    <a:pt x="11181" y="1329"/>
                  </a:cubicBezTo>
                  <a:cubicBezTo>
                    <a:pt x="10943" y="1329"/>
                    <a:pt x="10943" y="1329"/>
                    <a:pt x="10943" y="1329"/>
                  </a:cubicBezTo>
                  <a:cubicBezTo>
                    <a:pt x="10610" y="2619"/>
                    <a:pt x="9991" y="5428"/>
                    <a:pt x="10419" y="8465"/>
                  </a:cubicBezTo>
                  <a:cubicBezTo>
                    <a:pt x="10419" y="8465"/>
                    <a:pt x="8326" y="7782"/>
                    <a:pt x="5804" y="5011"/>
                  </a:cubicBezTo>
                  <a:cubicBezTo>
                    <a:pt x="5852" y="4555"/>
                    <a:pt x="5947" y="3417"/>
                    <a:pt x="6518" y="2430"/>
                  </a:cubicBezTo>
                  <a:cubicBezTo>
                    <a:pt x="6423" y="2392"/>
                    <a:pt x="6423" y="2392"/>
                    <a:pt x="6423" y="2392"/>
                  </a:cubicBezTo>
                  <a:cubicBezTo>
                    <a:pt x="6423" y="2392"/>
                    <a:pt x="6423" y="2392"/>
                    <a:pt x="6423" y="2392"/>
                  </a:cubicBezTo>
                  <a:cubicBezTo>
                    <a:pt x="6042" y="2847"/>
                    <a:pt x="5614" y="3568"/>
                    <a:pt x="5376" y="4479"/>
                  </a:cubicBezTo>
                  <a:cubicBezTo>
                    <a:pt x="4425" y="3341"/>
                    <a:pt x="3426" y="1898"/>
                    <a:pt x="2474" y="38"/>
                  </a:cubicBezTo>
                  <a:cubicBezTo>
                    <a:pt x="2426" y="38"/>
                    <a:pt x="2426" y="38"/>
                    <a:pt x="2379" y="0"/>
                  </a:cubicBezTo>
                  <a:cubicBezTo>
                    <a:pt x="2189" y="38"/>
                    <a:pt x="2189" y="38"/>
                    <a:pt x="2189" y="38"/>
                  </a:cubicBezTo>
                  <a:cubicBezTo>
                    <a:pt x="2331" y="645"/>
                    <a:pt x="3521" y="3454"/>
                    <a:pt x="3521" y="3454"/>
                  </a:cubicBezTo>
                  <a:cubicBezTo>
                    <a:pt x="3521" y="3454"/>
                    <a:pt x="3521" y="3454"/>
                    <a:pt x="3521" y="3454"/>
                  </a:cubicBezTo>
                  <a:cubicBezTo>
                    <a:pt x="4330" y="5011"/>
                    <a:pt x="5471" y="6643"/>
                    <a:pt x="7089" y="7896"/>
                  </a:cubicBezTo>
                  <a:cubicBezTo>
                    <a:pt x="7089" y="7896"/>
                    <a:pt x="4234" y="8427"/>
                    <a:pt x="143" y="7402"/>
                  </a:cubicBezTo>
                  <a:cubicBezTo>
                    <a:pt x="143" y="7440"/>
                    <a:pt x="143" y="7440"/>
                    <a:pt x="143" y="7440"/>
                  </a:cubicBezTo>
                  <a:cubicBezTo>
                    <a:pt x="0" y="7630"/>
                    <a:pt x="0" y="7630"/>
                    <a:pt x="0" y="7630"/>
                  </a:cubicBezTo>
                  <a:cubicBezTo>
                    <a:pt x="1760" y="8276"/>
                    <a:pt x="4615" y="9035"/>
                    <a:pt x="8183" y="8997"/>
                  </a:cubicBezTo>
                  <a:cubicBezTo>
                    <a:pt x="8469" y="9035"/>
                    <a:pt x="8897" y="9225"/>
                    <a:pt x="9373" y="9642"/>
                  </a:cubicBezTo>
                  <a:close/>
                </a:path>
              </a:pathLst>
            </a:custGeom>
            <a:solidFill>
              <a:srgbClr val="44546A"/>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4386" name="Group 4386"/>
            <p:cNvGrpSpPr/>
            <p:nvPr/>
          </p:nvGrpSpPr>
          <p:grpSpPr>
            <a:xfrm>
              <a:off x="919070" y="482893"/>
              <a:ext cx="9559351" cy="7343013"/>
              <a:chOff x="0" y="0"/>
              <a:chExt cx="9559349" cy="7343012"/>
            </a:xfrm>
          </p:grpSpPr>
          <p:sp>
            <p:nvSpPr>
              <p:cNvPr id="4377" name="Shape 4377"/>
              <p:cNvSpPr/>
              <p:nvPr/>
            </p:nvSpPr>
            <p:spPr>
              <a:xfrm>
                <a:off x="-1" y="3747549"/>
                <a:ext cx="666753" cy="666753"/>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78" name="Shape 4378"/>
              <p:cNvSpPr/>
              <p:nvPr/>
            </p:nvSpPr>
            <p:spPr>
              <a:xfrm>
                <a:off x="1656535" y="6158212"/>
                <a:ext cx="666753" cy="666753"/>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79" name="Shape 4379"/>
              <p:cNvSpPr/>
              <p:nvPr/>
            </p:nvSpPr>
            <p:spPr>
              <a:xfrm>
                <a:off x="2705100" y="1775828"/>
                <a:ext cx="849940" cy="849941"/>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0" name="Shape 4380"/>
              <p:cNvSpPr/>
              <p:nvPr/>
            </p:nvSpPr>
            <p:spPr>
              <a:xfrm>
                <a:off x="4998253" y="4357411"/>
                <a:ext cx="849941" cy="849941"/>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1" name="Shape 4381"/>
              <p:cNvSpPr/>
              <p:nvPr/>
            </p:nvSpPr>
            <p:spPr>
              <a:xfrm>
                <a:off x="2848375" y="3129183"/>
                <a:ext cx="1082509" cy="1082510"/>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2" name="Shape 4382"/>
              <p:cNvSpPr/>
              <p:nvPr/>
            </p:nvSpPr>
            <p:spPr>
              <a:xfrm>
                <a:off x="5848193" y="6260503"/>
                <a:ext cx="1082509" cy="1082509"/>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3" name="Shape 4383"/>
              <p:cNvSpPr/>
              <p:nvPr/>
            </p:nvSpPr>
            <p:spPr>
              <a:xfrm>
                <a:off x="7854709" y="2257791"/>
                <a:ext cx="1082509" cy="1082509"/>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4" name="Shape 4384"/>
              <p:cNvSpPr/>
              <p:nvPr/>
            </p:nvSpPr>
            <p:spPr>
              <a:xfrm>
                <a:off x="8141869" y="4933950"/>
                <a:ext cx="1417481" cy="1417481"/>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5" name="Shape 4385"/>
              <p:cNvSpPr/>
              <p:nvPr/>
            </p:nvSpPr>
            <p:spPr>
              <a:xfrm>
                <a:off x="4289513" y="-1"/>
                <a:ext cx="1417481" cy="1417481"/>
              </a:xfrm>
              <a:prstGeom prst="ellipse">
                <a:avLst/>
              </a:prstGeom>
              <a:solidFill>
                <a:srgbClr val="C0392B">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4397" name="Group 4397"/>
            <p:cNvGrpSpPr/>
            <p:nvPr/>
          </p:nvGrpSpPr>
          <p:grpSpPr>
            <a:xfrm>
              <a:off x="696790" y="1095593"/>
              <a:ext cx="9576035" cy="7462408"/>
              <a:chOff x="0" y="0"/>
              <a:chExt cx="9576033" cy="7462407"/>
            </a:xfrm>
          </p:grpSpPr>
          <p:sp>
            <p:nvSpPr>
              <p:cNvPr id="4387" name="Shape 4387"/>
              <p:cNvSpPr/>
              <p:nvPr/>
            </p:nvSpPr>
            <p:spPr>
              <a:xfrm>
                <a:off x="0" y="1698737"/>
                <a:ext cx="1208288" cy="1208289"/>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8" name="Shape 4388"/>
              <p:cNvSpPr/>
              <p:nvPr/>
            </p:nvSpPr>
            <p:spPr>
              <a:xfrm>
                <a:off x="5914938" y="2290067"/>
                <a:ext cx="1557773" cy="1557769"/>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89" name="Shape 4389"/>
              <p:cNvSpPr/>
              <p:nvPr/>
            </p:nvSpPr>
            <p:spPr>
              <a:xfrm>
                <a:off x="2746357" y="6086231"/>
                <a:ext cx="1376181" cy="1376177"/>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0" name="Shape 4390"/>
              <p:cNvSpPr/>
              <p:nvPr/>
            </p:nvSpPr>
            <p:spPr>
              <a:xfrm>
                <a:off x="7211840" y="5509267"/>
                <a:ext cx="521737" cy="521737"/>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1" name="Shape 4391"/>
              <p:cNvSpPr/>
              <p:nvPr/>
            </p:nvSpPr>
            <p:spPr>
              <a:xfrm>
                <a:off x="9054297" y="3153889"/>
                <a:ext cx="521737" cy="521737"/>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2" name="Shape 4392"/>
              <p:cNvSpPr/>
              <p:nvPr/>
            </p:nvSpPr>
            <p:spPr>
              <a:xfrm>
                <a:off x="1233977" y="3496163"/>
                <a:ext cx="521738" cy="521737"/>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3" name="Shape 4393"/>
              <p:cNvSpPr/>
              <p:nvPr/>
            </p:nvSpPr>
            <p:spPr>
              <a:xfrm>
                <a:off x="5041763" y="1488061"/>
                <a:ext cx="521737" cy="521738"/>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4" name="Shape 4394"/>
              <p:cNvSpPr/>
              <p:nvPr/>
            </p:nvSpPr>
            <p:spPr>
              <a:xfrm>
                <a:off x="1534322" y="0"/>
                <a:ext cx="1519933" cy="1519929"/>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5" name="Shape 4395"/>
              <p:cNvSpPr/>
              <p:nvPr/>
            </p:nvSpPr>
            <p:spPr>
              <a:xfrm>
                <a:off x="4079250" y="4447659"/>
                <a:ext cx="312021" cy="312017"/>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6" name="Shape 4396"/>
              <p:cNvSpPr/>
              <p:nvPr/>
            </p:nvSpPr>
            <p:spPr>
              <a:xfrm>
                <a:off x="8070633" y="3329277"/>
                <a:ext cx="312021" cy="312017"/>
              </a:xfrm>
              <a:prstGeom prst="ellipse">
                <a:avLst/>
              </a:prstGeom>
              <a:solidFill>
                <a:srgbClr val="16A085">
                  <a:alpha val="4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4408" name="Group 4408"/>
            <p:cNvGrpSpPr/>
            <p:nvPr/>
          </p:nvGrpSpPr>
          <p:grpSpPr>
            <a:xfrm>
              <a:off x="1970753" y="1761483"/>
              <a:ext cx="8285611" cy="6892891"/>
              <a:chOff x="0" y="0"/>
              <a:chExt cx="8285610" cy="6892890"/>
            </a:xfrm>
          </p:grpSpPr>
          <p:sp>
            <p:nvSpPr>
              <p:cNvPr id="4398" name="Shape 4398"/>
              <p:cNvSpPr/>
              <p:nvPr/>
            </p:nvSpPr>
            <p:spPr>
              <a:xfrm>
                <a:off x="2262147" y="-1"/>
                <a:ext cx="2360957" cy="2360957"/>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399" name="Shape 4399"/>
              <p:cNvSpPr/>
              <p:nvPr/>
            </p:nvSpPr>
            <p:spPr>
              <a:xfrm>
                <a:off x="5102778" y="1087385"/>
                <a:ext cx="1346849" cy="1346849"/>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0" name="Shape 4400"/>
              <p:cNvSpPr/>
              <p:nvPr/>
            </p:nvSpPr>
            <p:spPr>
              <a:xfrm>
                <a:off x="973451" y="4057279"/>
                <a:ext cx="1218001" cy="1218001"/>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1" name="Shape 4401"/>
              <p:cNvSpPr/>
              <p:nvPr/>
            </p:nvSpPr>
            <p:spPr>
              <a:xfrm>
                <a:off x="5627567" y="3848613"/>
                <a:ext cx="1218001" cy="1218001"/>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2" name="Shape 4402"/>
              <p:cNvSpPr/>
              <p:nvPr/>
            </p:nvSpPr>
            <p:spPr>
              <a:xfrm>
                <a:off x="-1" y="723907"/>
                <a:ext cx="1101553" cy="1101553"/>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3" name="Shape 4403"/>
              <p:cNvSpPr/>
              <p:nvPr/>
            </p:nvSpPr>
            <p:spPr>
              <a:xfrm>
                <a:off x="437433" y="2703429"/>
                <a:ext cx="921221" cy="921221"/>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4" name="Shape 4404"/>
              <p:cNvSpPr/>
              <p:nvPr/>
            </p:nvSpPr>
            <p:spPr>
              <a:xfrm>
                <a:off x="6702372" y="2084467"/>
                <a:ext cx="921221" cy="921221"/>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5" name="Shape 4405"/>
              <p:cNvSpPr/>
              <p:nvPr/>
            </p:nvSpPr>
            <p:spPr>
              <a:xfrm>
                <a:off x="7612026" y="1409145"/>
                <a:ext cx="673585" cy="673585"/>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6" name="Shape 4406"/>
              <p:cNvSpPr/>
              <p:nvPr/>
            </p:nvSpPr>
            <p:spPr>
              <a:xfrm>
                <a:off x="7570602" y="4901173"/>
                <a:ext cx="673585" cy="673585"/>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07" name="Shape 4407"/>
              <p:cNvSpPr/>
              <p:nvPr/>
            </p:nvSpPr>
            <p:spPr>
              <a:xfrm>
                <a:off x="2423802" y="5235954"/>
                <a:ext cx="1656936" cy="1656936"/>
              </a:xfrm>
              <a:prstGeom prst="ellipse">
                <a:avLst/>
              </a:prstGeom>
              <a:solidFill>
                <a:srgbClr val="2980B9">
                  <a:alpha val="2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4418" name="Group 4418"/>
            <p:cNvGrpSpPr/>
            <p:nvPr/>
          </p:nvGrpSpPr>
          <p:grpSpPr>
            <a:xfrm>
              <a:off x="1783124" y="360102"/>
              <a:ext cx="7198618" cy="5962785"/>
              <a:chOff x="0" y="0"/>
              <a:chExt cx="7198616" cy="5962784"/>
            </a:xfrm>
          </p:grpSpPr>
          <p:sp>
            <p:nvSpPr>
              <p:cNvPr id="4409" name="Shape 4409"/>
              <p:cNvSpPr/>
              <p:nvPr/>
            </p:nvSpPr>
            <p:spPr>
              <a:xfrm rot="9000000">
                <a:off x="6605951" y="1037988"/>
                <a:ext cx="500981" cy="500981"/>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0" name="Shape 4410"/>
              <p:cNvSpPr/>
              <p:nvPr/>
            </p:nvSpPr>
            <p:spPr>
              <a:xfrm rot="9000000">
                <a:off x="4622368" y="91685"/>
                <a:ext cx="500981" cy="500981"/>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1" name="Shape 4411"/>
              <p:cNvSpPr/>
              <p:nvPr/>
            </p:nvSpPr>
            <p:spPr>
              <a:xfrm rot="9000000">
                <a:off x="5423631" y="3243270"/>
                <a:ext cx="638625" cy="638625"/>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2" name="Shape 4412"/>
              <p:cNvSpPr/>
              <p:nvPr/>
            </p:nvSpPr>
            <p:spPr>
              <a:xfrm rot="9000000">
                <a:off x="2961581" y="2424916"/>
                <a:ext cx="638625" cy="638625"/>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3" name="Shape 4413"/>
              <p:cNvSpPr/>
              <p:nvPr/>
            </p:nvSpPr>
            <p:spPr>
              <a:xfrm rot="9000000">
                <a:off x="4615236" y="2297101"/>
                <a:ext cx="813369" cy="813369"/>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4" name="Shape 4414"/>
              <p:cNvSpPr/>
              <p:nvPr/>
            </p:nvSpPr>
            <p:spPr>
              <a:xfrm rot="9000000">
                <a:off x="1486823" y="1386513"/>
                <a:ext cx="813369" cy="813369"/>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5" name="Shape 4415"/>
              <p:cNvSpPr/>
              <p:nvPr/>
            </p:nvSpPr>
            <p:spPr>
              <a:xfrm rot="9000000">
                <a:off x="1684933" y="4744945"/>
                <a:ext cx="813368" cy="813369"/>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6" name="Shape 4416"/>
              <p:cNvSpPr/>
              <p:nvPr/>
            </p:nvSpPr>
            <p:spPr>
              <a:xfrm rot="9000000">
                <a:off x="194919" y="2939514"/>
                <a:ext cx="1065061" cy="1065061"/>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17" name="Shape 4417"/>
              <p:cNvSpPr/>
              <p:nvPr/>
            </p:nvSpPr>
            <p:spPr>
              <a:xfrm rot="9000000">
                <a:off x="4555314" y="4702805"/>
                <a:ext cx="1065061" cy="1065061"/>
              </a:xfrm>
              <a:prstGeom prst="ellipse">
                <a:avLst/>
              </a:prstGeom>
              <a:solidFill>
                <a:srgbClr val="F39C12">
                  <a:alpha val="7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4429" name="Group 4429"/>
            <p:cNvGrpSpPr/>
            <p:nvPr/>
          </p:nvGrpSpPr>
          <p:grpSpPr>
            <a:xfrm>
              <a:off x="0" y="0"/>
              <a:ext cx="9565101" cy="7679966"/>
              <a:chOff x="0" y="0"/>
              <a:chExt cx="9565100" cy="7679965"/>
            </a:xfrm>
          </p:grpSpPr>
          <p:sp>
            <p:nvSpPr>
              <p:cNvPr id="4419" name="Shape 4419"/>
              <p:cNvSpPr/>
              <p:nvPr/>
            </p:nvSpPr>
            <p:spPr>
              <a:xfrm rot="9000000">
                <a:off x="5174934" y="4276027"/>
                <a:ext cx="2360957" cy="2360957"/>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0" name="Shape 4420"/>
              <p:cNvSpPr/>
              <p:nvPr/>
            </p:nvSpPr>
            <p:spPr>
              <a:xfrm rot="9000000">
                <a:off x="3370886" y="5447287"/>
                <a:ext cx="1346849" cy="1346849"/>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1" name="Shape 4421"/>
              <p:cNvSpPr/>
              <p:nvPr/>
            </p:nvSpPr>
            <p:spPr>
              <a:xfrm rot="9000000">
                <a:off x="5614470" y="898625"/>
                <a:ext cx="1218001" cy="1218001"/>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2" name="Shape 4422"/>
              <p:cNvSpPr/>
              <p:nvPr/>
            </p:nvSpPr>
            <p:spPr>
              <a:xfrm rot="9000000">
                <a:off x="1688220" y="3406394"/>
                <a:ext cx="1218001" cy="1218000"/>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3" name="Shape 4423"/>
              <p:cNvSpPr/>
              <p:nvPr/>
            </p:nvSpPr>
            <p:spPr>
              <a:xfrm rot="9000000">
                <a:off x="8261949" y="3378220"/>
                <a:ext cx="1101554" cy="1101553"/>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4" name="Shape 4424"/>
              <p:cNvSpPr/>
              <p:nvPr/>
            </p:nvSpPr>
            <p:spPr>
              <a:xfrm rot="9000000">
                <a:off x="7106694" y="2005789"/>
                <a:ext cx="921221" cy="921221"/>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5" name="Shape 4425"/>
              <p:cNvSpPr/>
              <p:nvPr/>
            </p:nvSpPr>
            <p:spPr>
              <a:xfrm rot="9000000">
                <a:off x="1990580" y="5674295"/>
                <a:ext cx="921221" cy="921221"/>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6" name="Shape 4426"/>
              <p:cNvSpPr/>
              <p:nvPr/>
            </p:nvSpPr>
            <p:spPr>
              <a:xfrm rot="9000000">
                <a:off x="1833414" y="6883106"/>
                <a:ext cx="673585" cy="673586"/>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7" name="Shape 4427"/>
              <p:cNvSpPr/>
              <p:nvPr/>
            </p:nvSpPr>
            <p:spPr>
              <a:xfrm rot="9000000">
                <a:off x="123274" y="3838210"/>
                <a:ext cx="673585" cy="673585"/>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28" name="Shape 4428"/>
              <p:cNvSpPr/>
              <p:nvPr/>
            </p:nvSpPr>
            <p:spPr>
              <a:xfrm rot="9000000">
                <a:off x="3249826" y="303240"/>
                <a:ext cx="1656936" cy="1656937"/>
              </a:xfrm>
              <a:prstGeom prst="ellipse">
                <a:avLst/>
              </a:prstGeom>
              <a:solidFill>
                <a:srgbClr val="9BBB59">
                  <a:alpha val="50000"/>
                </a:srgbClr>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sp>
          <p:nvSpPr>
            <p:cNvPr id="4430" name="Shape 4430"/>
            <p:cNvSpPr/>
            <p:nvPr/>
          </p:nvSpPr>
          <p:spPr>
            <a:xfrm>
              <a:off x="2545228" y="965215"/>
              <a:ext cx="3029713" cy="3029713"/>
            </a:xfrm>
            <a:prstGeom prst="ellipse">
              <a:avLst/>
            </a:prstGeom>
            <a:solidFill>
              <a:srgbClr val="82D1F1"/>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31" name="Shape 4431"/>
            <p:cNvSpPr/>
            <p:nvPr/>
          </p:nvSpPr>
          <p:spPr>
            <a:xfrm>
              <a:off x="6448532" y="1485463"/>
              <a:ext cx="2874321" cy="2874321"/>
            </a:xfrm>
            <a:prstGeom prst="ellipse">
              <a:avLst/>
            </a:prstGeom>
            <a:solidFill>
              <a:srgbClr val="B3E6F1"/>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32" name="Shape 4432"/>
            <p:cNvSpPr/>
            <p:nvPr/>
          </p:nvSpPr>
          <p:spPr>
            <a:xfrm>
              <a:off x="575815" y="4111111"/>
              <a:ext cx="2874321" cy="2874321"/>
            </a:xfrm>
            <a:prstGeom prst="ellipse">
              <a:avLst/>
            </a:prstGeom>
            <a:solidFill>
              <a:srgbClr val="6388B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4433" name="Shape 4433"/>
            <p:cNvSpPr/>
            <p:nvPr/>
          </p:nvSpPr>
          <p:spPr>
            <a:xfrm>
              <a:off x="7801302" y="4532913"/>
              <a:ext cx="2874321" cy="2874321"/>
            </a:xfrm>
            <a:prstGeom prst="ellipse">
              <a:avLst/>
            </a:prstGeom>
            <a:solidFill>
              <a:srgbClr val="004B75"/>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aphicFrame>
        <p:nvGraphicFramePr>
          <p:cNvPr id="4435" name="Chart 4435"/>
          <p:cNvGraphicFramePr/>
          <p:nvPr/>
        </p:nvGraphicFramePr>
        <p:xfrm>
          <a:off x="12820661" y="3283684"/>
          <a:ext cx="3620944" cy="3620944"/>
        </p:xfrm>
        <a:graphic xmlns:a="http://schemas.openxmlformats.org/drawingml/2006/main">
          <a:graphicData uri="http://schemas.openxmlformats.org/drawingml/2006/chart">
            <c:chart xmlns:c="http://schemas.openxmlformats.org/drawingml/2006/chart" r:id="rId2"/>
          </a:graphicData>
        </a:graphic>
      </p:graphicFrame>
      <p:graphicFrame>
        <p:nvGraphicFramePr>
          <p:cNvPr id="4436" name="Chart 4436"/>
          <p:cNvGraphicFramePr/>
          <p:nvPr/>
        </p:nvGraphicFramePr>
        <p:xfrm>
          <a:off x="6962016" y="6071620"/>
          <a:ext cx="3620944" cy="3620945"/>
        </p:xfrm>
        <a:graphic xmlns:a="http://schemas.openxmlformats.org/drawingml/2006/main">
          <a:graphicData uri="http://schemas.openxmlformats.org/drawingml/2006/chart">
            <c:chart xmlns:c="http://schemas.openxmlformats.org/drawingml/2006/chart" r:id="rId3"/>
          </a:graphicData>
        </a:graphic>
      </p:graphicFrame>
      <p:graphicFrame>
        <p:nvGraphicFramePr>
          <p:cNvPr id="4437" name="Chart 4437"/>
          <p:cNvGraphicFramePr/>
          <p:nvPr/>
        </p:nvGraphicFramePr>
        <p:xfrm>
          <a:off x="14300427" y="6582097"/>
          <a:ext cx="3620945" cy="3620944"/>
        </p:xfrm>
        <a:graphic xmlns:a="http://schemas.openxmlformats.org/drawingml/2006/main">
          <a:graphicData uri="http://schemas.openxmlformats.org/drawingml/2006/chart">
            <c:chart xmlns:c="http://schemas.openxmlformats.org/drawingml/2006/chart" r:id="rId4"/>
          </a:graphicData>
        </a:graphic>
      </p:graphicFrame>
      <p:graphicFrame>
        <p:nvGraphicFramePr>
          <p:cNvPr id="4438" name="Chart 4438"/>
          <p:cNvGraphicFramePr/>
          <p:nvPr/>
        </p:nvGraphicFramePr>
        <p:xfrm>
          <a:off x="9059769" y="3018832"/>
          <a:ext cx="3620944" cy="3620944"/>
        </p:xfrm>
        <a:graphic xmlns:a="http://schemas.openxmlformats.org/drawingml/2006/main">
          <a:graphicData uri="http://schemas.openxmlformats.org/drawingml/2006/chart">
            <c:chart xmlns:c="http://schemas.openxmlformats.org/drawingml/2006/chart" r:id="rId5"/>
          </a:graphicData>
        </a:graphic>
      </p:graphicFrame>
    </p:spTree>
  </p:cSld>
  <p:clrMapOvr>
    <a:masterClrMapping/>
  </p:clrMapOvr>
  <p:transition xmlns:p14="http://schemas.microsoft.com/office/powerpoint/2010/main" spd="med" advClick="1" p14:dur="1000"/>
</p:sld>
</file>

<file path=ppt/slides/slide13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40" name="Shape 4440"/>
          <p:cNvSpPr/>
          <p:nvPr/>
        </p:nvSpPr>
        <p:spPr>
          <a:xfrm>
            <a:off x="856997" y="2478350"/>
            <a:ext cx="6352323" cy="8759300"/>
          </a:xfrm>
          <a:prstGeom prst="rect">
            <a:avLst/>
          </a:prstGeom>
          <a:solidFill>
            <a:srgbClr val="F7BB00"/>
          </a:solidFill>
          <a:ln w="12700">
            <a:miter lim="400000"/>
          </a:ln>
          <a:extLst>
            <a:ext uri="{C572A759-6A51-4108-AA02-DFA0A04FC94B}">
              <ma14:wrappingTextBoxFlag xmlns:ma14="http://schemas.microsoft.com/office/mac/drawingml/2011/main" val="1"/>
            </a:ext>
          </a:extLst>
        </p:spPr>
        <p:txBody>
          <a:bodyPr lIns="71437" tIns="71437" rIns="71437" bIns="71437"/>
          <a:lstStyle/>
          <a:p>
            <a:pPr indent="76200" algn="l">
              <a:defRPr b="1" sz="3200">
                <a:latin typeface="Montserrat"/>
                <a:ea typeface="Montserrat"/>
                <a:cs typeface="Montserrat"/>
                <a:sym typeface="Montserrat"/>
              </a:defRPr>
            </a:pPr>
            <a:r>
              <a:t>INSTRUCCIONES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Haz doble clic en la gráfica y cambia los valores. </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OJO: Para que sea una media luna tendrás que poner en la última columna la suma de los todos los valores anteriores.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Recuerda que puedes activar la leyenda y agregar texto donde está este cajón de instrucciones. Así como cambiar los colores de cada resultado.</a:t>
            </a:r>
          </a:p>
        </p:txBody>
      </p:sp>
      <p:sp>
        <p:nvSpPr>
          <p:cNvPr id="4441" name="Shape 4441"/>
          <p:cNvSpPr/>
          <p:nvPr/>
        </p:nvSpPr>
        <p:spPr>
          <a:xfrm>
            <a:off x="232673" y="85520"/>
            <a:ext cx="854456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Gráfica media luna editable</a:t>
            </a:r>
          </a:p>
        </p:txBody>
      </p:sp>
      <p:graphicFrame>
        <p:nvGraphicFramePr>
          <p:cNvPr id="4442" name="Chart 4442"/>
          <p:cNvGraphicFramePr/>
          <p:nvPr/>
        </p:nvGraphicFramePr>
        <p:xfrm>
          <a:off x="8276657" y="3039836"/>
          <a:ext cx="13909991" cy="13909991"/>
        </p:xfrm>
        <a:graphic xmlns:a="http://schemas.openxmlformats.org/drawingml/2006/main">
          <a:graphicData uri="http://schemas.openxmlformats.org/drawingml/2006/chart">
            <c:chart xmlns:c="http://schemas.openxmlformats.org/drawingml/2006/chart" r:id="rId2"/>
          </a:graphicData>
        </a:graphic>
      </p:graphicFrame>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4442"/>
                                        </p:tgtEl>
                                        <p:attrNameLst>
                                          <p:attrName>style.visibility</p:attrName>
                                        </p:attrNameLst>
                                      </p:cBhvr>
                                      <p:to>
                                        <p:strVal val="visible"/>
                                      </p:to>
                                    </p:set>
                                    <p:animEffect filter="wipe(left)" transition="in">
                                      <p:cBhvr>
                                        <p:cTn id="7" dur="500"/>
                                        <p:tgtEl>
                                          <p:spTgt spid="44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442" grpId="1"/>
    </p:bldLst>
  </p:timing>
</p:sld>
</file>

<file path=ppt/slides/slide13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44" name="Shape 4444"/>
          <p:cNvSpPr/>
          <p:nvPr/>
        </p:nvSpPr>
        <p:spPr>
          <a:xfrm>
            <a:off x="232673" y="85520"/>
            <a:ext cx="778827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Gráfica bicicleta editable</a:t>
            </a:r>
          </a:p>
        </p:txBody>
      </p:sp>
      <p:grpSp>
        <p:nvGrpSpPr>
          <p:cNvPr id="4448" name="Group 4448"/>
          <p:cNvGrpSpPr/>
          <p:nvPr/>
        </p:nvGrpSpPr>
        <p:grpSpPr>
          <a:xfrm>
            <a:off x="9994682" y="3608465"/>
            <a:ext cx="11599001" cy="6969945"/>
            <a:chOff x="0" y="0"/>
            <a:chExt cx="11599000" cy="6969944"/>
          </a:xfrm>
        </p:grpSpPr>
        <p:graphicFrame>
          <p:nvGraphicFramePr>
            <p:cNvPr id="4445" name="Chart 4445"/>
            <p:cNvGraphicFramePr/>
            <p:nvPr/>
          </p:nvGraphicFramePr>
          <p:xfrm>
            <a:off x="0" y="1899932"/>
            <a:ext cx="5070012" cy="5070013"/>
          </p:xfrm>
          <a:graphic xmlns:a="http://schemas.openxmlformats.org/drawingml/2006/main">
            <a:graphicData uri="http://schemas.openxmlformats.org/drawingml/2006/chart">
              <c:chart xmlns:c="http://schemas.openxmlformats.org/drawingml/2006/chart" r:id="rId2"/>
            </a:graphicData>
          </a:graphic>
        </p:graphicFrame>
        <p:graphicFrame>
          <p:nvGraphicFramePr>
            <p:cNvPr id="4446" name="Chart 4446"/>
            <p:cNvGraphicFramePr/>
            <p:nvPr/>
          </p:nvGraphicFramePr>
          <p:xfrm>
            <a:off x="6528988" y="1899932"/>
            <a:ext cx="5070013" cy="5070013"/>
          </p:xfrm>
          <a:graphic xmlns:a="http://schemas.openxmlformats.org/drawingml/2006/main">
            <a:graphicData uri="http://schemas.openxmlformats.org/drawingml/2006/chart">
              <c:chart xmlns:c="http://schemas.openxmlformats.org/drawingml/2006/chart" r:id="rId3"/>
            </a:graphicData>
          </a:graphic>
        </p:graphicFrame>
        <p:sp>
          <p:nvSpPr>
            <p:cNvPr id="4447" name="Shape 4447"/>
            <p:cNvSpPr/>
            <p:nvPr/>
          </p:nvSpPr>
          <p:spPr>
            <a:xfrm>
              <a:off x="2283115" y="-1"/>
              <a:ext cx="6965417" cy="5414130"/>
            </a:xfrm>
            <a:custGeom>
              <a:avLst/>
              <a:gdLst/>
              <a:ahLst/>
              <a:cxnLst>
                <a:cxn ang="0">
                  <a:pos x="wd2" y="hd2"/>
                </a:cxn>
                <a:cxn ang="5400000">
                  <a:pos x="wd2" y="hd2"/>
                </a:cxn>
                <a:cxn ang="10800000">
                  <a:pos x="wd2" y="hd2"/>
                </a:cxn>
                <a:cxn ang="16200000">
                  <a:pos x="wd2" y="hd2"/>
                </a:cxn>
              </a:cxnLst>
              <a:rect l="0" t="0" r="r" b="b"/>
              <a:pathLst>
                <a:path w="21600" h="21558" fill="norm" stroke="1" extrusionOk="0">
                  <a:moveTo>
                    <a:pt x="1030" y="18761"/>
                  </a:moveTo>
                  <a:cubicBezTo>
                    <a:pt x="1387" y="18709"/>
                    <a:pt x="1665" y="18346"/>
                    <a:pt x="1744" y="17932"/>
                  </a:cubicBezTo>
                  <a:cubicBezTo>
                    <a:pt x="6936" y="18864"/>
                    <a:pt x="6936" y="18864"/>
                    <a:pt x="6936" y="18864"/>
                  </a:cubicBezTo>
                  <a:cubicBezTo>
                    <a:pt x="6936" y="18916"/>
                    <a:pt x="6936" y="18968"/>
                    <a:pt x="6936" y="19020"/>
                  </a:cubicBezTo>
                  <a:cubicBezTo>
                    <a:pt x="6936" y="19952"/>
                    <a:pt x="7292" y="20729"/>
                    <a:pt x="7847" y="21195"/>
                  </a:cubicBezTo>
                  <a:lnTo>
                    <a:pt x="1030" y="18761"/>
                  </a:lnTo>
                  <a:close/>
                  <a:moveTo>
                    <a:pt x="1783" y="17621"/>
                  </a:moveTo>
                  <a:cubicBezTo>
                    <a:pt x="1783" y="17518"/>
                    <a:pt x="1744" y="17466"/>
                    <a:pt x="1744" y="17362"/>
                  </a:cubicBezTo>
                  <a:cubicBezTo>
                    <a:pt x="6539" y="18450"/>
                    <a:pt x="6539" y="18450"/>
                    <a:pt x="6539" y="18450"/>
                  </a:cubicBezTo>
                  <a:lnTo>
                    <a:pt x="1783" y="17621"/>
                  </a:lnTo>
                  <a:close/>
                  <a:moveTo>
                    <a:pt x="1665" y="17052"/>
                  </a:moveTo>
                  <a:cubicBezTo>
                    <a:pt x="1625" y="17000"/>
                    <a:pt x="1585" y="17000"/>
                    <a:pt x="1585" y="16948"/>
                  </a:cubicBezTo>
                  <a:cubicBezTo>
                    <a:pt x="1704" y="16637"/>
                    <a:pt x="1704" y="16637"/>
                    <a:pt x="1704" y="16637"/>
                  </a:cubicBezTo>
                  <a:cubicBezTo>
                    <a:pt x="8204" y="16637"/>
                    <a:pt x="8204" y="16637"/>
                    <a:pt x="8204" y="16637"/>
                  </a:cubicBezTo>
                  <a:cubicBezTo>
                    <a:pt x="8204" y="16689"/>
                    <a:pt x="8204" y="16689"/>
                    <a:pt x="8204" y="16689"/>
                  </a:cubicBezTo>
                  <a:cubicBezTo>
                    <a:pt x="7649" y="16948"/>
                    <a:pt x="7213" y="17518"/>
                    <a:pt x="7055" y="18243"/>
                  </a:cubicBezTo>
                  <a:lnTo>
                    <a:pt x="1665" y="17052"/>
                  </a:lnTo>
                  <a:close/>
                  <a:moveTo>
                    <a:pt x="15061" y="9126"/>
                  </a:moveTo>
                  <a:cubicBezTo>
                    <a:pt x="13990" y="10680"/>
                    <a:pt x="13990" y="10680"/>
                    <a:pt x="13990" y="10680"/>
                  </a:cubicBezTo>
                  <a:cubicBezTo>
                    <a:pt x="12920" y="12286"/>
                    <a:pt x="12920" y="12286"/>
                    <a:pt x="12920" y="12286"/>
                  </a:cubicBezTo>
                  <a:cubicBezTo>
                    <a:pt x="12247" y="13322"/>
                    <a:pt x="11533" y="14358"/>
                    <a:pt x="10820" y="15446"/>
                  </a:cubicBezTo>
                  <a:cubicBezTo>
                    <a:pt x="10661" y="15705"/>
                    <a:pt x="10463" y="15964"/>
                    <a:pt x="10305" y="16223"/>
                  </a:cubicBezTo>
                  <a:cubicBezTo>
                    <a:pt x="10186" y="16482"/>
                    <a:pt x="10027" y="16689"/>
                    <a:pt x="9908" y="16896"/>
                  </a:cubicBezTo>
                  <a:cubicBezTo>
                    <a:pt x="9670" y="16689"/>
                    <a:pt x="9353" y="16585"/>
                    <a:pt x="9076" y="16534"/>
                  </a:cubicBezTo>
                  <a:cubicBezTo>
                    <a:pt x="9076" y="16534"/>
                    <a:pt x="9076" y="16534"/>
                    <a:pt x="9076" y="16534"/>
                  </a:cubicBezTo>
                  <a:cubicBezTo>
                    <a:pt x="9036" y="16534"/>
                    <a:pt x="9036" y="16534"/>
                    <a:pt x="9036" y="16534"/>
                  </a:cubicBezTo>
                  <a:cubicBezTo>
                    <a:pt x="8997" y="16534"/>
                    <a:pt x="8917" y="16534"/>
                    <a:pt x="8878" y="16534"/>
                  </a:cubicBezTo>
                  <a:cubicBezTo>
                    <a:pt x="8799" y="16534"/>
                    <a:pt x="8759" y="16534"/>
                    <a:pt x="8680" y="16534"/>
                  </a:cubicBezTo>
                  <a:cubicBezTo>
                    <a:pt x="8680" y="16534"/>
                    <a:pt x="8680" y="16534"/>
                    <a:pt x="8680" y="16534"/>
                  </a:cubicBezTo>
                  <a:cubicBezTo>
                    <a:pt x="6539" y="6640"/>
                    <a:pt x="6539" y="6640"/>
                    <a:pt x="6539" y="6640"/>
                  </a:cubicBezTo>
                  <a:cubicBezTo>
                    <a:pt x="6500" y="6485"/>
                    <a:pt x="6500" y="6277"/>
                    <a:pt x="6698" y="6226"/>
                  </a:cubicBezTo>
                  <a:cubicBezTo>
                    <a:pt x="6698" y="6226"/>
                    <a:pt x="6698" y="6226"/>
                    <a:pt x="6658" y="6226"/>
                  </a:cubicBezTo>
                  <a:cubicBezTo>
                    <a:pt x="6975" y="6226"/>
                    <a:pt x="7292" y="6174"/>
                    <a:pt x="7570" y="6174"/>
                  </a:cubicBezTo>
                  <a:cubicBezTo>
                    <a:pt x="8046" y="6122"/>
                    <a:pt x="8521" y="6070"/>
                    <a:pt x="8957" y="6070"/>
                  </a:cubicBezTo>
                  <a:cubicBezTo>
                    <a:pt x="8997" y="6070"/>
                    <a:pt x="9036" y="6070"/>
                    <a:pt x="9036" y="6070"/>
                  </a:cubicBezTo>
                  <a:cubicBezTo>
                    <a:pt x="9076" y="6070"/>
                    <a:pt x="9116" y="6122"/>
                    <a:pt x="9155" y="6122"/>
                  </a:cubicBezTo>
                  <a:cubicBezTo>
                    <a:pt x="9155" y="6122"/>
                    <a:pt x="9195" y="6122"/>
                    <a:pt x="9234" y="6122"/>
                  </a:cubicBezTo>
                  <a:cubicBezTo>
                    <a:pt x="9314" y="6122"/>
                    <a:pt x="9314" y="6122"/>
                    <a:pt x="9314" y="6122"/>
                  </a:cubicBezTo>
                  <a:cubicBezTo>
                    <a:pt x="9670" y="6122"/>
                    <a:pt x="9670" y="6122"/>
                    <a:pt x="9670" y="6122"/>
                  </a:cubicBezTo>
                  <a:cubicBezTo>
                    <a:pt x="10344" y="6070"/>
                    <a:pt x="10344" y="6070"/>
                    <a:pt x="10344" y="6070"/>
                  </a:cubicBezTo>
                  <a:cubicBezTo>
                    <a:pt x="10820" y="6018"/>
                    <a:pt x="11256" y="6018"/>
                    <a:pt x="11731" y="5967"/>
                  </a:cubicBezTo>
                  <a:cubicBezTo>
                    <a:pt x="13119" y="5863"/>
                    <a:pt x="13119" y="5863"/>
                    <a:pt x="13119" y="5863"/>
                  </a:cubicBezTo>
                  <a:cubicBezTo>
                    <a:pt x="13356" y="5863"/>
                    <a:pt x="13554" y="5863"/>
                    <a:pt x="13792" y="5811"/>
                  </a:cubicBezTo>
                  <a:cubicBezTo>
                    <a:pt x="14506" y="5759"/>
                    <a:pt x="14506" y="5759"/>
                    <a:pt x="14506" y="5759"/>
                  </a:cubicBezTo>
                  <a:cubicBezTo>
                    <a:pt x="15179" y="5708"/>
                    <a:pt x="15179" y="5708"/>
                    <a:pt x="15179" y="5708"/>
                  </a:cubicBezTo>
                  <a:cubicBezTo>
                    <a:pt x="15417" y="5656"/>
                    <a:pt x="15417" y="5656"/>
                    <a:pt x="15417" y="5656"/>
                  </a:cubicBezTo>
                  <a:cubicBezTo>
                    <a:pt x="17042" y="6329"/>
                    <a:pt x="17042" y="6329"/>
                    <a:pt x="17042" y="6329"/>
                  </a:cubicBezTo>
                  <a:cubicBezTo>
                    <a:pt x="17042" y="6381"/>
                    <a:pt x="17042" y="6381"/>
                    <a:pt x="17042" y="6381"/>
                  </a:cubicBezTo>
                  <a:cubicBezTo>
                    <a:pt x="16368" y="7262"/>
                    <a:pt x="15734" y="8194"/>
                    <a:pt x="15061" y="9126"/>
                  </a:cubicBezTo>
                  <a:close/>
                  <a:moveTo>
                    <a:pt x="9433" y="17673"/>
                  </a:moveTo>
                  <a:cubicBezTo>
                    <a:pt x="9314" y="17880"/>
                    <a:pt x="9314" y="17880"/>
                    <a:pt x="9314" y="17880"/>
                  </a:cubicBezTo>
                  <a:cubicBezTo>
                    <a:pt x="9234" y="17984"/>
                    <a:pt x="9155" y="18139"/>
                    <a:pt x="9076" y="18243"/>
                  </a:cubicBezTo>
                  <a:cubicBezTo>
                    <a:pt x="9076" y="18243"/>
                    <a:pt x="9036" y="18243"/>
                    <a:pt x="9036" y="18243"/>
                  </a:cubicBezTo>
                  <a:cubicBezTo>
                    <a:pt x="8878" y="17518"/>
                    <a:pt x="8878" y="17518"/>
                    <a:pt x="8878" y="17518"/>
                  </a:cubicBezTo>
                  <a:cubicBezTo>
                    <a:pt x="9076" y="17518"/>
                    <a:pt x="9274" y="17570"/>
                    <a:pt x="9433" y="17673"/>
                  </a:cubicBezTo>
                  <a:close/>
                  <a:moveTo>
                    <a:pt x="8838" y="17311"/>
                  </a:moveTo>
                  <a:cubicBezTo>
                    <a:pt x="8759" y="17000"/>
                    <a:pt x="8759" y="17000"/>
                    <a:pt x="8759" y="17000"/>
                  </a:cubicBezTo>
                  <a:cubicBezTo>
                    <a:pt x="8799" y="16948"/>
                    <a:pt x="8838" y="16948"/>
                    <a:pt x="8878" y="16948"/>
                  </a:cubicBezTo>
                  <a:cubicBezTo>
                    <a:pt x="8878" y="16948"/>
                    <a:pt x="8878" y="16948"/>
                    <a:pt x="8878" y="16948"/>
                  </a:cubicBezTo>
                  <a:cubicBezTo>
                    <a:pt x="9036" y="16948"/>
                    <a:pt x="9234" y="17000"/>
                    <a:pt x="9393" y="17052"/>
                  </a:cubicBezTo>
                  <a:cubicBezTo>
                    <a:pt x="9472" y="17103"/>
                    <a:pt x="9512" y="17207"/>
                    <a:pt x="9472" y="17311"/>
                  </a:cubicBezTo>
                  <a:cubicBezTo>
                    <a:pt x="9472" y="17362"/>
                    <a:pt x="9393" y="17414"/>
                    <a:pt x="9353" y="17414"/>
                  </a:cubicBezTo>
                  <a:cubicBezTo>
                    <a:pt x="9314" y="17414"/>
                    <a:pt x="9314" y="17414"/>
                    <a:pt x="9314" y="17414"/>
                  </a:cubicBezTo>
                  <a:cubicBezTo>
                    <a:pt x="9155" y="17362"/>
                    <a:pt x="9036" y="17311"/>
                    <a:pt x="8878" y="17311"/>
                  </a:cubicBezTo>
                  <a:cubicBezTo>
                    <a:pt x="8878" y="17311"/>
                    <a:pt x="8878" y="17311"/>
                    <a:pt x="8878" y="17311"/>
                  </a:cubicBezTo>
                  <a:cubicBezTo>
                    <a:pt x="8838" y="17311"/>
                    <a:pt x="8838" y="17311"/>
                    <a:pt x="8838" y="17311"/>
                  </a:cubicBezTo>
                  <a:close/>
                  <a:moveTo>
                    <a:pt x="1744" y="16534"/>
                  </a:moveTo>
                  <a:cubicBezTo>
                    <a:pt x="5826" y="7106"/>
                    <a:pt x="5826" y="7106"/>
                    <a:pt x="5826" y="7106"/>
                  </a:cubicBezTo>
                  <a:cubicBezTo>
                    <a:pt x="5905" y="6951"/>
                    <a:pt x="6024" y="6951"/>
                    <a:pt x="6064" y="7106"/>
                  </a:cubicBezTo>
                  <a:cubicBezTo>
                    <a:pt x="6103" y="7262"/>
                    <a:pt x="6341" y="8401"/>
                    <a:pt x="6381" y="8453"/>
                  </a:cubicBezTo>
                  <a:cubicBezTo>
                    <a:pt x="6381" y="8505"/>
                    <a:pt x="6421" y="8505"/>
                    <a:pt x="6421" y="8505"/>
                  </a:cubicBezTo>
                  <a:cubicBezTo>
                    <a:pt x="8164" y="16534"/>
                    <a:pt x="8164" y="16534"/>
                    <a:pt x="8164" y="16534"/>
                  </a:cubicBezTo>
                  <a:lnTo>
                    <a:pt x="1744" y="16534"/>
                  </a:lnTo>
                  <a:close/>
                  <a:moveTo>
                    <a:pt x="8363" y="18554"/>
                  </a:moveTo>
                  <a:cubicBezTo>
                    <a:pt x="7808" y="18398"/>
                    <a:pt x="7808" y="18398"/>
                    <a:pt x="7808" y="18398"/>
                  </a:cubicBezTo>
                  <a:cubicBezTo>
                    <a:pt x="7847" y="18243"/>
                    <a:pt x="7966" y="18036"/>
                    <a:pt x="8085" y="17932"/>
                  </a:cubicBezTo>
                  <a:cubicBezTo>
                    <a:pt x="8402" y="18502"/>
                    <a:pt x="8402" y="18502"/>
                    <a:pt x="8402" y="18502"/>
                  </a:cubicBezTo>
                  <a:lnTo>
                    <a:pt x="8363" y="18554"/>
                  </a:lnTo>
                  <a:close/>
                  <a:moveTo>
                    <a:pt x="7649" y="18398"/>
                  </a:moveTo>
                  <a:cubicBezTo>
                    <a:pt x="7372" y="18295"/>
                    <a:pt x="7372" y="18295"/>
                    <a:pt x="7372" y="18295"/>
                  </a:cubicBezTo>
                  <a:cubicBezTo>
                    <a:pt x="7411" y="18243"/>
                    <a:pt x="7491" y="18191"/>
                    <a:pt x="7530" y="18243"/>
                  </a:cubicBezTo>
                  <a:cubicBezTo>
                    <a:pt x="7610" y="18243"/>
                    <a:pt x="7649" y="18295"/>
                    <a:pt x="7649" y="18398"/>
                  </a:cubicBezTo>
                  <a:close/>
                  <a:moveTo>
                    <a:pt x="5271" y="1512"/>
                  </a:moveTo>
                  <a:cubicBezTo>
                    <a:pt x="5311" y="1512"/>
                    <a:pt x="5350" y="1512"/>
                    <a:pt x="5430" y="1512"/>
                  </a:cubicBezTo>
                  <a:cubicBezTo>
                    <a:pt x="5588" y="1460"/>
                    <a:pt x="5985" y="1357"/>
                    <a:pt x="5985" y="1357"/>
                  </a:cubicBezTo>
                  <a:cubicBezTo>
                    <a:pt x="6183" y="1253"/>
                    <a:pt x="6421" y="1201"/>
                    <a:pt x="6658" y="1149"/>
                  </a:cubicBezTo>
                  <a:cubicBezTo>
                    <a:pt x="6222" y="1667"/>
                    <a:pt x="6222" y="1667"/>
                    <a:pt x="6222" y="1667"/>
                  </a:cubicBezTo>
                  <a:cubicBezTo>
                    <a:pt x="6143" y="1719"/>
                    <a:pt x="6024" y="1823"/>
                    <a:pt x="5945" y="1823"/>
                  </a:cubicBezTo>
                  <a:cubicBezTo>
                    <a:pt x="5469" y="1823"/>
                    <a:pt x="5469" y="1823"/>
                    <a:pt x="5469" y="1823"/>
                  </a:cubicBezTo>
                  <a:cubicBezTo>
                    <a:pt x="5430" y="1719"/>
                    <a:pt x="5350" y="1616"/>
                    <a:pt x="5271" y="1512"/>
                  </a:cubicBezTo>
                  <a:close/>
                  <a:moveTo>
                    <a:pt x="4439" y="1926"/>
                  </a:moveTo>
                  <a:cubicBezTo>
                    <a:pt x="4360" y="1926"/>
                    <a:pt x="4280" y="1875"/>
                    <a:pt x="4201" y="1771"/>
                  </a:cubicBezTo>
                  <a:cubicBezTo>
                    <a:pt x="3963" y="1408"/>
                    <a:pt x="3963" y="1408"/>
                    <a:pt x="3963" y="1408"/>
                  </a:cubicBezTo>
                  <a:cubicBezTo>
                    <a:pt x="4082" y="1460"/>
                    <a:pt x="4320" y="1512"/>
                    <a:pt x="4637" y="1512"/>
                  </a:cubicBezTo>
                  <a:cubicBezTo>
                    <a:pt x="4597" y="1564"/>
                    <a:pt x="4597" y="1616"/>
                    <a:pt x="4597" y="1667"/>
                  </a:cubicBezTo>
                  <a:cubicBezTo>
                    <a:pt x="4597" y="1771"/>
                    <a:pt x="4597" y="1823"/>
                    <a:pt x="4637" y="1926"/>
                  </a:cubicBezTo>
                  <a:lnTo>
                    <a:pt x="4439" y="1926"/>
                  </a:lnTo>
                  <a:close/>
                  <a:moveTo>
                    <a:pt x="21045" y="16896"/>
                  </a:moveTo>
                  <a:cubicBezTo>
                    <a:pt x="21045" y="16896"/>
                    <a:pt x="21006" y="16896"/>
                    <a:pt x="20966" y="16896"/>
                  </a:cubicBezTo>
                  <a:cubicBezTo>
                    <a:pt x="20926" y="16793"/>
                    <a:pt x="20847" y="16689"/>
                    <a:pt x="20807" y="16585"/>
                  </a:cubicBezTo>
                  <a:cubicBezTo>
                    <a:pt x="20649" y="16326"/>
                    <a:pt x="20530" y="16016"/>
                    <a:pt x="20411" y="15757"/>
                  </a:cubicBezTo>
                  <a:cubicBezTo>
                    <a:pt x="20173" y="15135"/>
                    <a:pt x="19935" y="14565"/>
                    <a:pt x="19777" y="13892"/>
                  </a:cubicBezTo>
                  <a:cubicBezTo>
                    <a:pt x="19737" y="13892"/>
                    <a:pt x="19737" y="13840"/>
                    <a:pt x="19737" y="13788"/>
                  </a:cubicBezTo>
                  <a:cubicBezTo>
                    <a:pt x="18786" y="10007"/>
                    <a:pt x="18786" y="10007"/>
                    <a:pt x="18786" y="10007"/>
                  </a:cubicBezTo>
                  <a:cubicBezTo>
                    <a:pt x="18231" y="7780"/>
                    <a:pt x="18231" y="7780"/>
                    <a:pt x="18231" y="7780"/>
                  </a:cubicBezTo>
                  <a:cubicBezTo>
                    <a:pt x="18231" y="7780"/>
                    <a:pt x="18231" y="7780"/>
                    <a:pt x="18231" y="7780"/>
                  </a:cubicBezTo>
                  <a:cubicBezTo>
                    <a:pt x="18350" y="7728"/>
                    <a:pt x="18390" y="7572"/>
                    <a:pt x="18350" y="7417"/>
                  </a:cubicBezTo>
                  <a:cubicBezTo>
                    <a:pt x="17478" y="4050"/>
                    <a:pt x="17478" y="4050"/>
                    <a:pt x="17478" y="4050"/>
                  </a:cubicBezTo>
                  <a:cubicBezTo>
                    <a:pt x="17439" y="3895"/>
                    <a:pt x="17320" y="3843"/>
                    <a:pt x="17240" y="3843"/>
                  </a:cubicBezTo>
                  <a:cubicBezTo>
                    <a:pt x="17082" y="3273"/>
                    <a:pt x="17082" y="3273"/>
                    <a:pt x="17082" y="3273"/>
                  </a:cubicBezTo>
                  <a:cubicBezTo>
                    <a:pt x="17161" y="3221"/>
                    <a:pt x="17280" y="3170"/>
                    <a:pt x="17320" y="3118"/>
                  </a:cubicBezTo>
                  <a:cubicBezTo>
                    <a:pt x="17439" y="3066"/>
                    <a:pt x="17874" y="2962"/>
                    <a:pt x="17874" y="2962"/>
                  </a:cubicBezTo>
                  <a:cubicBezTo>
                    <a:pt x="17874" y="2962"/>
                    <a:pt x="17914" y="2962"/>
                    <a:pt x="17914" y="2962"/>
                  </a:cubicBezTo>
                  <a:cubicBezTo>
                    <a:pt x="17993" y="3014"/>
                    <a:pt x="18033" y="3066"/>
                    <a:pt x="18112" y="3066"/>
                  </a:cubicBezTo>
                  <a:cubicBezTo>
                    <a:pt x="18350" y="3066"/>
                    <a:pt x="18548" y="2807"/>
                    <a:pt x="18548" y="2548"/>
                  </a:cubicBezTo>
                  <a:cubicBezTo>
                    <a:pt x="18548" y="2393"/>
                    <a:pt x="18509" y="2237"/>
                    <a:pt x="18429" y="2134"/>
                  </a:cubicBezTo>
                  <a:cubicBezTo>
                    <a:pt x="18429" y="2134"/>
                    <a:pt x="18429" y="2134"/>
                    <a:pt x="18429" y="2134"/>
                  </a:cubicBezTo>
                  <a:cubicBezTo>
                    <a:pt x="18350" y="1978"/>
                    <a:pt x="18192" y="1719"/>
                    <a:pt x="18192" y="1616"/>
                  </a:cubicBezTo>
                  <a:cubicBezTo>
                    <a:pt x="18152" y="1512"/>
                    <a:pt x="18033" y="1098"/>
                    <a:pt x="18033" y="1046"/>
                  </a:cubicBezTo>
                  <a:cubicBezTo>
                    <a:pt x="18033" y="1046"/>
                    <a:pt x="18033" y="1046"/>
                    <a:pt x="18033" y="994"/>
                  </a:cubicBezTo>
                  <a:cubicBezTo>
                    <a:pt x="18073" y="994"/>
                    <a:pt x="18073" y="942"/>
                    <a:pt x="18073" y="839"/>
                  </a:cubicBezTo>
                  <a:cubicBezTo>
                    <a:pt x="18073" y="735"/>
                    <a:pt x="18033" y="631"/>
                    <a:pt x="17914" y="580"/>
                  </a:cubicBezTo>
                  <a:cubicBezTo>
                    <a:pt x="17795" y="424"/>
                    <a:pt x="17597" y="165"/>
                    <a:pt x="17359" y="113"/>
                  </a:cubicBezTo>
                  <a:cubicBezTo>
                    <a:pt x="17359" y="113"/>
                    <a:pt x="17359" y="113"/>
                    <a:pt x="17359" y="113"/>
                  </a:cubicBezTo>
                  <a:cubicBezTo>
                    <a:pt x="17359" y="113"/>
                    <a:pt x="17359" y="113"/>
                    <a:pt x="17320" y="113"/>
                  </a:cubicBezTo>
                  <a:cubicBezTo>
                    <a:pt x="17320" y="113"/>
                    <a:pt x="17280" y="113"/>
                    <a:pt x="17280" y="113"/>
                  </a:cubicBezTo>
                  <a:cubicBezTo>
                    <a:pt x="17082" y="113"/>
                    <a:pt x="16884" y="321"/>
                    <a:pt x="16884" y="631"/>
                  </a:cubicBezTo>
                  <a:cubicBezTo>
                    <a:pt x="16884" y="683"/>
                    <a:pt x="16884" y="735"/>
                    <a:pt x="16923" y="787"/>
                  </a:cubicBezTo>
                  <a:cubicBezTo>
                    <a:pt x="16884" y="839"/>
                    <a:pt x="16884" y="942"/>
                    <a:pt x="16884" y="994"/>
                  </a:cubicBezTo>
                  <a:cubicBezTo>
                    <a:pt x="16884" y="1253"/>
                    <a:pt x="17082" y="1512"/>
                    <a:pt x="17280" y="1512"/>
                  </a:cubicBezTo>
                  <a:cubicBezTo>
                    <a:pt x="17399" y="1512"/>
                    <a:pt x="17518" y="1460"/>
                    <a:pt x="17597" y="1305"/>
                  </a:cubicBezTo>
                  <a:cubicBezTo>
                    <a:pt x="17597" y="1305"/>
                    <a:pt x="17637" y="1357"/>
                    <a:pt x="17676" y="1408"/>
                  </a:cubicBezTo>
                  <a:cubicBezTo>
                    <a:pt x="17716" y="1512"/>
                    <a:pt x="17756" y="1667"/>
                    <a:pt x="17795" y="1771"/>
                  </a:cubicBezTo>
                  <a:cubicBezTo>
                    <a:pt x="17676" y="1823"/>
                    <a:pt x="17597" y="1926"/>
                    <a:pt x="17557" y="2030"/>
                  </a:cubicBezTo>
                  <a:cubicBezTo>
                    <a:pt x="17320" y="2082"/>
                    <a:pt x="16646" y="2134"/>
                    <a:pt x="16567" y="2185"/>
                  </a:cubicBezTo>
                  <a:cubicBezTo>
                    <a:pt x="16448" y="2289"/>
                    <a:pt x="16170" y="2496"/>
                    <a:pt x="16131" y="2548"/>
                  </a:cubicBezTo>
                  <a:cubicBezTo>
                    <a:pt x="16091" y="2600"/>
                    <a:pt x="15972" y="2807"/>
                    <a:pt x="16131" y="2859"/>
                  </a:cubicBezTo>
                  <a:cubicBezTo>
                    <a:pt x="16210" y="2911"/>
                    <a:pt x="16250" y="2911"/>
                    <a:pt x="16329" y="2911"/>
                  </a:cubicBezTo>
                  <a:cubicBezTo>
                    <a:pt x="16368" y="3118"/>
                    <a:pt x="16368" y="3118"/>
                    <a:pt x="16368" y="3118"/>
                  </a:cubicBezTo>
                  <a:cubicBezTo>
                    <a:pt x="16368" y="3118"/>
                    <a:pt x="16368" y="3118"/>
                    <a:pt x="16368" y="3170"/>
                  </a:cubicBezTo>
                  <a:cubicBezTo>
                    <a:pt x="16289" y="3170"/>
                    <a:pt x="16210" y="3325"/>
                    <a:pt x="16210" y="3377"/>
                  </a:cubicBezTo>
                  <a:cubicBezTo>
                    <a:pt x="16210" y="3429"/>
                    <a:pt x="16250" y="3532"/>
                    <a:pt x="16368" y="3532"/>
                  </a:cubicBezTo>
                  <a:cubicBezTo>
                    <a:pt x="16408" y="3584"/>
                    <a:pt x="16448" y="3532"/>
                    <a:pt x="16487" y="3532"/>
                  </a:cubicBezTo>
                  <a:cubicBezTo>
                    <a:pt x="16646" y="4102"/>
                    <a:pt x="16646" y="4102"/>
                    <a:pt x="16646" y="4102"/>
                  </a:cubicBezTo>
                  <a:cubicBezTo>
                    <a:pt x="16567" y="4205"/>
                    <a:pt x="16527" y="4309"/>
                    <a:pt x="16567" y="4464"/>
                  </a:cubicBezTo>
                  <a:cubicBezTo>
                    <a:pt x="16606" y="4672"/>
                    <a:pt x="16606" y="4672"/>
                    <a:pt x="16606" y="4672"/>
                  </a:cubicBezTo>
                  <a:cubicBezTo>
                    <a:pt x="16329" y="4723"/>
                    <a:pt x="16091" y="4723"/>
                    <a:pt x="15814" y="4723"/>
                  </a:cubicBezTo>
                  <a:cubicBezTo>
                    <a:pt x="15140" y="4775"/>
                    <a:pt x="15140" y="4775"/>
                    <a:pt x="15140" y="4775"/>
                  </a:cubicBezTo>
                  <a:cubicBezTo>
                    <a:pt x="14466" y="4827"/>
                    <a:pt x="14466" y="4827"/>
                    <a:pt x="14466" y="4827"/>
                  </a:cubicBezTo>
                  <a:cubicBezTo>
                    <a:pt x="13753" y="4879"/>
                    <a:pt x="13753" y="4879"/>
                    <a:pt x="13753" y="4879"/>
                  </a:cubicBezTo>
                  <a:cubicBezTo>
                    <a:pt x="13515" y="4827"/>
                    <a:pt x="13317" y="4827"/>
                    <a:pt x="13079" y="4879"/>
                  </a:cubicBezTo>
                  <a:cubicBezTo>
                    <a:pt x="11692" y="4931"/>
                    <a:pt x="11692" y="4931"/>
                    <a:pt x="11692" y="4931"/>
                  </a:cubicBezTo>
                  <a:cubicBezTo>
                    <a:pt x="11216" y="4982"/>
                    <a:pt x="10780" y="4982"/>
                    <a:pt x="10305" y="5034"/>
                  </a:cubicBezTo>
                  <a:cubicBezTo>
                    <a:pt x="9631" y="5086"/>
                    <a:pt x="9631" y="5086"/>
                    <a:pt x="9631" y="5086"/>
                  </a:cubicBezTo>
                  <a:cubicBezTo>
                    <a:pt x="9274" y="5086"/>
                    <a:pt x="9274" y="5086"/>
                    <a:pt x="9274" y="5086"/>
                  </a:cubicBezTo>
                  <a:cubicBezTo>
                    <a:pt x="9195" y="5086"/>
                    <a:pt x="9195" y="5086"/>
                    <a:pt x="9195" y="5086"/>
                  </a:cubicBezTo>
                  <a:cubicBezTo>
                    <a:pt x="9155" y="5086"/>
                    <a:pt x="9116" y="5086"/>
                    <a:pt x="9116" y="5138"/>
                  </a:cubicBezTo>
                  <a:cubicBezTo>
                    <a:pt x="9076" y="5138"/>
                    <a:pt x="9036" y="5138"/>
                    <a:pt x="9036" y="5190"/>
                  </a:cubicBezTo>
                  <a:cubicBezTo>
                    <a:pt x="8997" y="5190"/>
                    <a:pt x="8957" y="5190"/>
                    <a:pt x="8917" y="5190"/>
                  </a:cubicBezTo>
                  <a:cubicBezTo>
                    <a:pt x="8481" y="5241"/>
                    <a:pt x="8006" y="5241"/>
                    <a:pt x="7530" y="5293"/>
                  </a:cubicBezTo>
                  <a:cubicBezTo>
                    <a:pt x="7134" y="5293"/>
                    <a:pt x="6698" y="5345"/>
                    <a:pt x="6262" y="5345"/>
                  </a:cubicBezTo>
                  <a:cubicBezTo>
                    <a:pt x="6222" y="5293"/>
                    <a:pt x="6222" y="5293"/>
                    <a:pt x="6222" y="5293"/>
                  </a:cubicBezTo>
                  <a:cubicBezTo>
                    <a:pt x="6262" y="5293"/>
                    <a:pt x="6262" y="5293"/>
                    <a:pt x="6262" y="5293"/>
                  </a:cubicBezTo>
                  <a:cubicBezTo>
                    <a:pt x="6302" y="5241"/>
                    <a:pt x="6341" y="5190"/>
                    <a:pt x="6302" y="5138"/>
                  </a:cubicBezTo>
                  <a:cubicBezTo>
                    <a:pt x="6262" y="4931"/>
                    <a:pt x="6262" y="4931"/>
                    <a:pt x="6262" y="4931"/>
                  </a:cubicBezTo>
                  <a:cubicBezTo>
                    <a:pt x="6262" y="4879"/>
                    <a:pt x="6183" y="4827"/>
                    <a:pt x="6143" y="4879"/>
                  </a:cubicBezTo>
                  <a:cubicBezTo>
                    <a:pt x="6143" y="4879"/>
                    <a:pt x="6143" y="4879"/>
                    <a:pt x="6143" y="4879"/>
                  </a:cubicBezTo>
                  <a:cubicBezTo>
                    <a:pt x="5509" y="2030"/>
                    <a:pt x="5509" y="2030"/>
                    <a:pt x="5509" y="2030"/>
                  </a:cubicBezTo>
                  <a:cubicBezTo>
                    <a:pt x="5945" y="1978"/>
                    <a:pt x="5945" y="1978"/>
                    <a:pt x="5945" y="1978"/>
                  </a:cubicBezTo>
                  <a:cubicBezTo>
                    <a:pt x="6064" y="1978"/>
                    <a:pt x="6222" y="1875"/>
                    <a:pt x="6302" y="1771"/>
                  </a:cubicBezTo>
                  <a:cubicBezTo>
                    <a:pt x="6857" y="1098"/>
                    <a:pt x="6857" y="1098"/>
                    <a:pt x="6857" y="1098"/>
                  </a:cubicBezTo>
                  <a:cubicBezTo>
                    <a:pt x="7055" y="1098"/>
                    <a:pt x="7213" y="1098"/>
                    <a:pt x="7332" y="1098"/>
                  </a:cubicBezTo>
                  <a:cubicBezTo>
                    <a:pt x="7491" y="1149"/>
                    <a:pt x="7966" y="1149"/>
                    <a:pt x="8006" y="1149"/>
                  </a:cubicBezTo>
                  <a:cubicBezTo>
                    <a:pt x="8085" y="1098"/>
                    <a:pt x="8085" y="424"/>
                    <a:pt x="7213" y="424"/>
                  </a:cubicBezTo>
                  <a:cubicBezTo>
                    <a:pt x="6341" y="424"/>
                    <a:pt x="5192" y="424"/>
                    <a:pt x="5073" y="424"/>
                  </a:cubicBezTo>
                  <a:cubicBezTo>
                    <a:pt x="4914" y="424"/>
                    <a:pt x="4003" y="269"/>
                    <a:pt x="3884" y="217"/>
                  </a:cubicBezTo>
                  <a:cubicBezTo>
                    <a:pt x="3686" y="113"/>
                    <a:pt x="3012" y="-42"/>
                    <a:pt x="2933" y="10"/>
                  </a:cubicBezTo>
                  <a:cubicBezTo>
                    <a:pt x="2814" y="62"/>
                    <a:pt x="2854" y="528"/>
                    <a:pt x="3012" y="735"/>
                  </a:cubicBezTo>
                  <a:cubicBezTo>
                    <a:pt x="3131" y="942"/>
                    <a:pt x="3488" y="1149"/>
                    <a:pt x="3686" y="1253"/>
                  </a:cubicBezTo>
                  <a:cubicBezTo>
                    <a:pt x="4122" y="1926"/>
                    <a:pt x="4122" y="1926"/>
                    <a:pt x="4122" y="1926"/>
                  </a:cubicBezTo>
                  <a:cubicBezTo>
                    <a:pt x="4201" y="1978"/>
                    <a:pt x="4320" y="2082"/>
                    <a:pt x="4439" y="2082"/>
                  </a:cubicBezTo>
                  <a:cubicBezTo>
                    <a:pt x="4439" y="2082"/>
                    <a:pt x="4439" y="2082"/>
                    <a:pt x="4439" y="2082"/>
                  </a:cubicBezTo>
                  <a:cubicBezTo>
                    <a:pt x="5033" y="2030"/>
                    <a:pt x="5033" y="2030"/>
                    <a:pt x="5033" y="2030"/>
                  </a:cubicBezTo>
                  <a:cubicBezTo>
                    <a:pt x="5033" y="2082"/>
                    <a:pt x="5073" y="2082"/>
                    <a:pt x="5073" y="2082"/>
                  </a:cubicBezTo>
                  <a:cubicBezTo>
                    <a:pt x="5073" y="2134"/>
                    <a:pt x="5073" y="2134"/>
                    <a:pt x="5073" y="2134"/>
                  </a:cubicBezTo>
                  <a:cubicBezTo>
                    <a:pt x="5707" y="5034"/>
                    <a:pt x="5707" y="5034"/>
                    <a:pt x="5707" y="5034"/>
                  </a:cubicBezTo>
                  <a:cubicBezTo>
                    <a:pt x="5469" y="5138"/>
                    <a:pt x="5469" y="5138"/>
                    <a:pt x="5469" y="5138"/>
                  </a:cubicBezTo>
                  <a:cubicBezTo>
                    <a:pt x="5430" y="5138"/>
                    <a:pt x="5430" y="5190"/>
                    <a:pt x="5430" y="5241"/>
                  </a:cubicBezTo>
                  <a:cubicBezTo>
                    <a:pt x="5469" y="5449"/>
                    <a:pt x="5469" y="5449"/>
                    <a:pt x="5469" y="5449"/>
                  </a:cubicBezTo>
                  <a:cubicBezTo>
                    <a:pt x="5469" y="5500"/>
                    <a:pt x="5549" y="5552"/>
                    <a:pt x="5588" y="5552"/>
                  </a:cubicBezTo>
                  <a:cubicBezTo>
                    <a:pt x="5786" y="5449"/>
                    <a:pt x="5786" y="5449"/>
                    <a:pt x="5786" y="5449"/>
                  </a:cubicBezTo>
                  <a:cubicBezTo>
                    <a:pt x="5866" y="5863"/>
                    <a:pt x="5866" y="5863"/>
                    <a:pt x="5866" y="5863"/>
                  </a:cubicBezTo>
                  <a:cubicBezTo>
                    <a:pt x="1110" y="16534"/>
                    <a:pt x="1110" y="16534"/>
                    <a:pt x="1110" y="16534"/>
                  </a:cubicBezTo>
                  <a:cubicBezTo>
                    <a:pt x="912" y="16534"/>
                    <a:pt x="912" y="16534"/>
                    <a:pt x="912" y="16534"/>
                  </a:cubicBezTo>
                  <a:cubicBezTo>
                    <a:pt x="912" y="16534"/>
                    <a:pt x="912" y="16534"/>
                    <a:pt x="912" y="16534"/>
                  </a:cubicBezTo>
                  <a:cubicBezTo>
                    <a:pt x="912" y="16534"/>
                    <a:pt x="912" y="16534"/>
                    <a:pt x="912" y="16534"/>
                  </a:cubicBezTo>
                  <a:cubicBezTo>
                    <a:pt x="396" y="16534"/>
                    <a:pt x="0" y="17000"/>
                    <a:pt x="0" y="17673"/>
                  </a:cubicBezTo>
                  <a:cubicBezTo>
                    <a:pt x="0" y="18191"/>
                    <a:pt x="317" y="18657"/>
                    <a:pt x="713" y="18761"/>
                  </a:cubicBezTo>
                  <a:cubicBezTo>
                    <a:pt x="713" y="18761"/>
                    <a:pt x="713" y="18761"/>
                    <a:pt x="713" y="18761"/>
                  </a:cubicBezTo>
                  <a:cubicBezTo>
                    <a:pt x="8283" y="21454"/>
                    <a:pt x="8283" y="21454"/>
                    <a:pt x="8283" y="21454"/>
                  </a:cubicBezTo>
                  <a:cubicBezTo>
                    <a:pt x="8323" y="21454"/>
                    <a:pt x="8402" y="21454"/>
                    <a:pt x="8442" y="21506"/>
                  </a:cubicBezTo>
                  <a:cubicBezTo>
                    <a:pt x="8442" y="21506"/>
                    <a:pt x="8442" y="21506"/>
                    <a:pt x="8442" y="21506"/>
                  </a:cubicBezTo>
                  <a:cubicBezTo>
                    <a:pt x="8481" y="21506"/>
                    <a:pt x="8481" y="21506"/>
                    <a:pt x="8481" y="21506"/>
                  </a:cubicBezTo>
                  <a:cubicBezTo>
                    <a:pt x="8600" y="21558"/>
                    <a:pt x="8719" y="21558"/>
                    <a:pt x="8878" y="21558"/>
                  </a:cubicBezTo>
                  <a:cubicBezTo>
                    <a:pt x="9948" y="21558"/>
                    <a:pt x="10820" y="20418"/>
                    <a:pt x="10820" y="19020"/>
                  </a:cubicBezTo>
                  <a:cubicBezTo>
                    <a:pt x="10820" y="18450"/>
                    <a:pt x="10661" y="17880"/>
                    <a:pt x="10384" y="17466"/>
                  </a:cubicBezTo>
                  <a:cubicBezTo>
                    <a:pt x="10542" y="17259"/>
                    <a:pt x="10701" y="17052"/>
                    <a:pt x="10859" y="16896"/>
                  </a:cubicBezTo>
                  <a:cubicBezTo>
                    <a:pt x="11058" y="16637"/>
                    <a:pt x="11216" y="16378"/>
                    <a:pt x="11414" y="16119"/>
                  </a:cubicBezTo>
                  <a:cubicBezTo>
                    <a:pt x="12167" y="15135"/>
                    <a:pt x="12881" y="14099"/>
                    <a:pt x="13594" y="13063"/>
                  </a:cubicBezTo>
                  <a:cubicBezTo>
                    <a:pt x="14704" y="11509"/>
                    <a:pt x="14704" y="11509"/>
                    <a:pt x="14704" y="11509"/>
                  </a:cubicBezTo>
                  <a:cubicBezTo>
                    <a:pt x="15774" y="9955"/>
                    <a:pt x="15774" y="9955"/>
                    <a:pt x="15774" y="9955"/>
                  </a:cubicBezTo>
                  <a:cubicBezTo>
                    <a:pt x="16289" y="9178"/>
                    <a:pt x="16844" y="8401"/>
                    <a:pt x="17359" y="7624"/>
                  </a:cubicBezTo>
                  <a:cubicBezTo>
                    <a:pt x="17439" y="7831"/>
                    <a:pt x="17439" y="7831"/>
                    <a:pt x="17439" y="7831"/>
                  </a:cubicBezTo>
                  <a:cubicBezTo>
                    <a:pt x="17478" y="7987"/>
                    <a:pt x="17597" y="8090"/>
                    <a:pt x="17716" y="8039"/>
                  </a:cubicBezTo>
                  <a:cubicBezTo>
                    <a:pt x="17716" y="8039"/>
                    <a:pt x="17716" y="8039"/>
                    <a:pt x="17716" y="8039"/>
                  </a:cubicBezTo>
                  <a:cubicBezTo>
                    <a:pt x="18073" y="9334"/>
                    <a:pt x="18073" y="9334"/>
                    <a:pt x="18073" y="9334"/>
                  </a:cubicBezTo>
                  <a:cubicBezTo>
                    <a:pt x="18310" y="10214"/>
                    <a:pt x="18310" y="10214"/>
                    <a:pt x="18310" y="10214"/>
                  </a:cubicBezTo>
                  <a:cubicBezTo>
                    <a:pt x="18310" y="10266"/>
                    <a:pt x="18310" y="10266"/>
                    <a:pt x="18310" y="10266"/>
                  </a:cubicBezTo>
                  <a:cubicBezTo>
                    <a:pt x="18310" y="10266"/>
                    <a:pt x="18310" y="10266"/>
                    <a:pt x="18310" y="10266"/>
                  </a:cubicBezTo>
                  <a:cubicBezTo>
                    <a:pt x="18588" y="11198"/>
                    <a:pt x="18588" y="11198"/>
                    <a:pt x="18588" y="11198"/>
                  </a:cubicBezTo>
                  <a:cubicBezTo>
                    <a:pt x="18826" y="12182"/>
                    <a:pt x="18826" y="12182"/>
                    <a:pt x="18826" y="12182"/>
                  </a:cubicBezTo>
                  <a:cubicBezTo>
                    <a:pt x="19103" y="13115"/>
                    <a:pt x="19103" y="13115"/>
                    <a:pt x="19103" y="13115"/>
                  </a:cubicBezTo>
                  <a:cubicBezTo>
                    <a:pt x="19103" y="13115"/>
                    <a:pt x="19103" y="13115"/>
                    <a:pt x="19103" y="13115"/>
                  </a:cubicBezTo>
                  <a:cubicBezTo>
                    <a:pt x="19103" y="13167"/>
                    <a:pt x="19103" y="13167"/>
                    <a:pt x="19103" y="13167"/>
                  </a:cubicBezTo>
                  <a:cubicBezTo>
                    <a:pt x="19182" y="13477"/>
                    <a:pt x="19182" y="13477"/>
                    <a:pt x="19182" y="13477"/>
                  </a:cubicBezTo>
                  <a:cubicBezTo>
                    <a:pt x="19222" y="13529"/>
                    <a:pt x="19222" y="13581"/>
                    <a:pt x="19262" y="13685"/>
                  </a:cubicBezTo>
                  <a:cubicBezTo>
                    <a:pt x="19262" y="13736"/>
                    <a:pt x="19262" y="13736"/>
                    <a:pt x="19262" y="13736"/>
                  </a:cubicBezTo>
                  <a:cubicBezTo>
                    <a:pt x="19301" y="13840"/>
                    <a:pt x="19301" y="13840"/>
                    <a:pt x="19301" y="13840"/>
                  </a:cubicBezTo>
                  <a:cubicBezTo>
                    <a:pt x="19301" y="13840"/>
                    <a:pt x="19301" y="13840"/>
                    <a:pt x="19301" y="13840"/>
                  </a:cubicBezTo>
                  <a:cubicBezTo>
                    <a:pt x="19301" y="13892"/>
                    <a:pt x="19301" y="13892"/>
                    <a:pt x="19301" y="13892"/>
                  </a:cubicBezTo>
                  <a:cubicBezTo>
                    <a:pt x="19301" y="13892"/>
                    <a:pt x="19301" y="13892"/>
                    <a:pt x="19301" y="13892"/>
                  </a:cubicBezTo>
                  <a:cubicBezTo>
                    <a:pt x="19341" y="13944"/>
                    <a:pt x="19341" y="14047"/>
                    <a:pt x="19381" y="14099"/>
                  </a:cubicBezTo>
                  <a:cubicBezTo>
                    <a:pt x="19460" y="14410"/>
                    <a:pt x="19579" y="14721"/>
                    <a:pt x="19658" y="15031"/>
                  </a:cubicBezTo>
                  <a:cubicBezTo>
                    <a:pt x="19777" y="15342"/>
                    <a:pt x="19896" y="15653"/>
                    <a:pt x="20015" y="15964"/>
                  </a:cubicBezTo>
                  <a:cubicBezTo>
                    <a:pt x="20134" y="16275"/>
                    <a:pt x="20252" y="16585"/>
                    <a:pt x="20411" y="16896"/>
                  </a:cubicBezTo>
                  <a:cubicBezTo>
                    <a:pt x="20451" y="17000"/>
                    <a:pt x="20530" y="17103"/>
                    <a:pt x="20609" y="17207"/>
                  </a:cubicBezTo>
                  <a:cubicBezTo>
                    <a:pt x="20530" y="17362"/>
                    <a:pt x="20530" y="17466"/>
                    <a:pt x="20530" y="17570"/>
                  </a:cubicBezTo>
                  <a:cubicBezTo>
                    <a:pt x="20530" y="17984"/>
                    <a:pt x="20768" y="18295"/>
                    <a:pt x="21045" y="18295"/>
                  </a:cubicBezTo>
                  <a:cubicBezTo>
                    <a:pt x="21362" y="18295"/>
                    <a:pt x="21600" y="17984"/>
                    <a:pt x="21600" y="17570"/>
                  </a:cubicBezTo>
                  <a:cubicBezTo>
                    <a:pt x="21600" y="17207"/>
                    <a:pt x="21362" y="16896"/>
                    <a:pt x="21045" y="16896"/>
                  </a:cubicBezTo>
                  <a:close/>
                  <a:moveTo>
                    <a:pt x="7292" y="18916"/>
                  </a:moveTo>
                  <a:cubicBezTo>
                    <a:pt x="7570" y="18968"/>
                    <a:pt x="7570" y="18968"/>
                    <a:pt x="7570" y="18968"/>
                  </a:cubicBezTo>
                  <a:cubicBezTo>
                    <a:pt x="7570" y="18968"/>
                    <a:pt x="7570" y="19020"/>
                    <a:pt x="7570" y="19020"/>
                  </a:cubicBezTo>
                  <a:cubicBezTo>
                    <a:pt x="7570" y="19123"/>
                    <a:pt x="7491" y="19227"/>
                    <a:pt x="7411" y="19227"/>
                  </a:cubicBezTo>
                  <a:cubicBezTo>
                    <a:pt x="7332" y="19227"/>
                    <a:pt x="7292" y="19123"/>
                    <a:pt x="7292" y="19020"/>
                  </a:cubicBezTo>
                  <a:cubicBezTo>
                    <a:pt x="7292" y="19020"/>
                    <a:pt x="7292" y="19020"/>
                    <a:pt x="7292" y="19020"/>
                  </a:cubicBezTo>
                  <a:cubicBezTo>
                    <a:pt x="7292" y="18968"/>
                    <a:pt x="7292" y="18968"/>
                    <a:pt x="7292" y="18916"/>
                  </a:cubicBezTo>
                  <a:close/>
                  <a:moveTo>
                    <a:pt x="9948" y="18036"/>
                  </a:moveTo>
                  <a:cubicBezTo>
                    <a:pt x="9988" y="17984"/>
                    <a:pt x="9988" y="17984"/>
                    <a:pt x="9988" y="17984"/>
                  </a:cubicBezTo>
                  <a:cubicBezTo>
                    <a:pt x="10146" y="17777"/>
                    <a:pt x="10146" y="17777"/>
                    <a:pt x="10146" y="17777"/>
                  </a:cubicBezTo>
                  <a:cubicBezTo>
                    <a:pt x="10186" y="17829"/>
                    <a:pt x="10186" y="17880"/>
                    <a:pt x="10225" y="17932"/>
                  </a:cubicBezTo>
                  <a:cubicBezTo>
                    <a:pt x="10265" y="17984"/>
                    <a:pt x="10265" y="18139"/>
                    <a:pt x="10186" y="18191"/>
                  </a:cubicBezTo>
                  <a:cubicBezTo>
                    <a:pt x="10146" y="18191"/>
                    <a:pt x="10106" y="18191"/>
                    <a:pt x="10106" y="18191"/>
                  </a:cubicBezTo>
                  <a:cubicBezTo>
                    <a:pt x="10067" y="18191"/>
                    <a:pt x="9988" y="18191"/>
                    <a:pt x="9988" y="18139"/>
                  </a:cubicBezTo>
                  <a:cubicBezTo>
                    <a:pt x="9948" y="18087"/>
                    <a:pt x="9948" y="18087"/>
                    <a:pt x="9948" y="18036"/>
                  </a:cubicBezTo>
                  <a:close/>
                  <a:moveTo>
                    <a:pt x="7570" y="19900"/>
                  </a:moveTo>
                  <a:cubicBezTo>
                    <a:pt x="7649" y="19849"/>
                    <a:pt x="7728" y="19849"/>
                    <a:pt x="7768" y="19952"/>
                  </a:cubicBezTo>
                  <a:cubicBezTo>
                    <a:pt x="7847" y="20108"/>
                    <a:pt x="7927" y="20263"/>
                    <a:pt x="8046" y="20367"/>
                  </a:cubicBezTo>
                  <a:cubicBezTo>
                    <a:pt x="8125" y="20418"/>
                    <a:pt x="8125" y="20574"/>
                    <a:pt x="8085" y="20626"/>
                  </a:cubicBezTo>
                  <a:cubicBezTo>
                    <a:pt x="8046" y="20677"/>
                    <a:pt x="8006" y="20729"/>
                    <a:pt x="7966" y="20729"/>
                  </a:cubicBezTo>
                  <a:cubicBezTo>
                    <a:pt x="7927" y="20729"/>
                    <a:pt x="7887" y="20677"/>
                    <a:pt x="7887" y="20677"/>
                  </a:cubicBezTo>
                  <a:cubicBezTo>
                    <a:pt x="7728" y="20522"/>
                    <a:pt x="7610" y="20367"/>
                    <a:pt x="7530" y="20159"/>
                  </a:cubicBezTo>
                  <a:cubicBezTo>
                    <a:pt x="7491" y="20056"/>
                    <a:pt x="7491" y="19952"/>
                    <a:pt x="7570" y="19900"/>
                  </a:cubicBezTo>
                  <a:close/>
                  <a:moveTo>
                    <a:pt x="8164" y="17570"/>
                  </a:moveTo>
                  <a:cubicBezTo>
                    <a:pt x="8046" y="17673"/>
                    <a:pt x="7927" y="17829"/>
                    <a:pt x="7847" y="17984"/>
                  </a:cubicBezTo>
                  <a:cubicBezTo>
                    <a:pt x="7808" y="18036"/>
                    <a:pt x="7768" y="18036"/>
                    <a:pt x="7728" y="18036"/>
                  </a:cubicBezTo>
                  <a:cubicBezTo>
                    <a:pt x="7689" y="18036"/>
                    <a:pt x="7689" y="18036"/>
                    <a:pt x="7649" y="17984"/>
                  </a:cubicBezTo>
                  <a:cubicBezTo>
                    <a:pt x="7570" y="17932"/>
                    <a:pt x="7570" y="17829"/>
                    <a:pt x="7610" y="17725"/>
                  </a:cubicBezTo>
                  <a:cubicBezTo>
                    <a:pt x="7728" y="17570"/>
                    <a:pt x="7847" y="17414"/>
                    <a:pt x="8006" y="17259"/>
                  </a:cubicBezTo>
                  <a:cubicBezTo>
                    <a:pt x="8085" y="17207"/>
                    <a:pt x="8164" y="17259"/>
                    <a:pt x="8204" y="17311"/>
                  </a:cubicBezTo>
                  <a:cubicBezTo>
                    <a:pt x="8244" y="17414"/>
                    <a:pt x="8244" y="17518"/>
                    <a:pt x="8164" y="17570"/>
                  </a:cubicBezTo>
                  <a:close/>
                  <a:moveTo>
                    <a:pt x="10106" y="19590"/>
                  </a:moveTo>
                  <a:cubicBezTo>
                    <a:pt x="10146" y="19434"/>
                    <a:pt x="10186" y="19227"/>
                    <a:pt x="10186" y="19020"/>
                  </a:cubicBezTo>
                  <a:cubicBezTo>
                    <a:pt x="10186" y="19020"/>
                    <a:pt x="10186" y="19020"/>
                    <a:pt x="10186" y="19020"/>
                  </a:cubicBezTo>
                  <a:cubicBezTo>
                    <a:pt x="10186" y="18916"/>
                    <a:pt x="10225" y="18813"/>
                    <a:pt x="10305" y="18813"/>
                  </a:cubicBezTo>
                  <a:cubicBezTo>
                    <a:pt x="10423" y="18813"/>
                    <a:pt x="10463" y="18916"/>
                    <a:pt x="10463" y="19020"/>
                  </a:cubicBezTo>
                  <a:cubicBezTo>
                    <a:pt x="10463" y="19020"/>
                    <a:pt x="10463" y="19020"/>
                    <a:pt x="10463" y="19020"/>
                  </a:cubicBezTo>
                  <a:cubicBezTo>
                    <a:pt x="10463" y="19279"/>
                    <a:pt x="10423" y="19486"/>
                    <a:pt x="10384" y="19745"/>
                  </a:cubicBezTo>
                  <a:cubicBezTo>
                    <a:pt x="10344" y="19797"/>
                    <a:pt x="10305" y="19849"/>
                    <a:pt x="10225" y="19849"/>
                  </a:cubicBezTo>
                  <a:cubicBezTo>
                    <a:pt x="10225" y="19849"/>
                    <a:pt x="10225" y="19849"/>
                    <a:pt x="10186" y="19849"/>
                  </a:cubicBezTo>
                  <a:cubicBezTo>
                    <a:pt x="10106" y="19797"/>
                    <a:pt x="10067" y="19693"/>
                    <a:pt x="10106" y="19590"/>
                  </a:cubicBezTo>
                  <a:close/>
                  <a:moveTo>
                    <a:pt x="9552" y="20470"/>
                  </a:moveTo>
                  <a:cubicBezTo>
                    <a:pt x="9710" y="20367"/>
                    <a:pt x="9789" y="20263"/>
                    <a:pt x="9908" y="20108"/>
                  </a:cubicBezTo>
                  <a:cubicBezTo>
                    <a:pt x="9948" y="20004"/>
                    <a:pt x="10027" y="20004"/>
                    <a:pt x="10106" y="20056"/>
                  </a:cubicBezTo>
                  <a:cubicBezTo>
                    <a:pt x="10146" y="20159"/>
                    <a:pt x="10186" y="20263"/>
                    <a:pt x="10106" y="20315"/>
                  </a:cubicBezTo>
                  <a:cubicBezTo>
                    <a:pt x="10027" y="20522"/>
                    <a:pt x="9869" y="20677"/>
                    <a:pt x="9710" y="20781"/>
                  </a:cubicBezTo>
                  <a:cubicBezTo>
                    <a:pt x="9710" y="20833"/>
                    <a:pt x="9670" y="20833"/>
                    <a:pt x="9631" y="20833"/>
                  </a:cubicBezTo>
                  <a:cubicBezTo>
                    <a:pt x="9591" y="20833"/>
                    <a:pt x="9552" y="20781"/>
                    <a:pt x="9512" y="20729"/>
                  </a:cubicBezTo>
                  <a:cubicBezTo>
                    <a:pt x="9472" y="20626"/>
                    <a:pt x="9512" y="20522"/>
                    <a:pt x="9552" y="20470"/>
                  </a:cubicBezTo>
                  <a:close/>
                  <a:moveTo>
                    <a:pt x="8997" y="20574"/>
                  </a:moveTo>
                  <a:cubicBezTo>
                    <a:pt x="9036" y="19797"/>
                    <a:pt x="9036" y="19797"/>
                    <a:pt x="9036" y="19797"/>
                  </a:cubicBezTo>
                  <a:cubicBezTo>
                    <a:pt x="9116" y="19797"/>
                    <a:pt x="9195" y="19745"/>
                    <a:pt x="9234" y="19693"/>
                  </a:cubicBezTo>
                  <a:cubicBezTo>
                    <a:pt x="9710" y="20108"/>
                    <a:pt x="9710" y="20108"/>
                    <a:pt x="9710" y="20108"/>
                  </a:cubicBezTo>
                  <a:cubicBezTo>
                    <a:pt x="9512" y="20367"/>
                    <a:pt x="9274" y="20522"/>
                    <a:pt x="8997" y="20574"/>
                  </a:cubicBezTo>
                  <a:close/>
                  <a:moveTo>
                    <a:pt x="9908" y="18295"/>
                  </a:moveTo>
                  <a:cubicBezTo>
                    <a:pt x="9988" y="18554"/>
                    <a:pt x="10027" y="18761"/>
                    <a:pt x="10027" y="19020"/>
                  </a:cubicBezTo>
                  <a:cubicBezTo>
                    <a:pt x="10027" y="19123"/>
                    <a:pt x="10027" y="19227"/>
                    <a:pt x="10027" y="19331"/>
                  </a:cubicBezTo>
                  <a:cubicBezTo>
                    <a:pt x="9472" y="19072"/>
                    <a:pt x="9472" y="19072"/>
                    <a:pt x="9472" y="19072"/>
                  </a:cubicBezTo>
                  <a:cubicBezTo>
                    <a:pt x="9472" y="19072"/>
                    <a:pt x="9512" y="19072"/>
                    <a:pt x="9512" y="19020"/>
                  </a:cubicBezTo>
                  <a:cubicBezTo>
                    <a:pt x="9512" y="18916"/>
                    <a:pt x="9472" y="18864"/>
                    <a:pt x="9472" y="18761"/>
                  </a:cubicBezTo>
                  <a:lnTo>
                    <a:pt x="9908" y="18295"/>
                  </a:lnTo>
                  <a:close/>
                  <a:moveTo>
                    <a:pt x="7808" y="19641"/>
                  </a:moveTo>
                  <a:cubicBezTo>
                    <a:pt x="8363" y="19486"/>
                    <a:pt x="8363" y="19486"/>
                    <a:pt x="8363" y="19486"/>
                  </a:cubicBezTo>
                  <a:cubicBezTo>
                    <a:pt x="8402" y="19590"/>
                    <a:pt x="8442" y="19641"/>
                    <a:pt x="8521" y="19693"/>
                  </a:cubicBezTo>
                  <a:cubicBezTo>
                    <a:pt x="8363" y="20418"/>
                    <a:pt x="8363" y="20418"/>
                    <a:pt x="8363" y="20418"/>
                  </a:cubicBezTo>
                  <a:cubicBezTo>
                    <a:pt x="8125" y="20263"/>
                    <a:pt x="7927" y="20004"/>
                    <a:pt x="7808" y="19641"/>
                  </a:cubicBezTo>
                  <a:close/>
                  <a:moveTo>
                    <a:pt x="8244" y="20781"/>
                  </a:moveTo>
                  <a:cubicBezTo>
                    <a:pt x="8283" y="20677"/>
                    <a:pt x="8363" y="20626"/>
                    <a:pt x="8442" y="20626"/>
                  </a:cubicBezTo>
                  <a:cubicBezTo>
                    <a:pt x="8561" y="20729"/>
                    <a:pt x="8719" y="20729"/>
                    <a:pt x="8878" y="20729"/>
                  </a:cubicBezTo>
                  <a:cubicBezTo>
                    <a:pt x="8878" y="20729"/>
                    <a:pt x="8878" y="20729"/>
                    <a:pt x="8878" y="20729"/>
                  </a:cubicBezTo>
                  <a:cubicBezTo>
                    <a:pt x="8957" y="20729"/>
                    <a:pt x="9036" y="20833"/>
                    <a:pt x="9036" y="20936"/>
                  </a:cubicBezTo>
                  <a:cubicBezTo>
                    <a:pt x="9036" y="21040"/>
                    <a:pt x="8957" y="21144"/>
                    <a:pt x="8878" y="21144"/>
                  </a:cubicBezTo>
                  <a:cubicBezTo>
                    <a:pt x="8878" y="21144"/>
                    <a:pt x="8878" y="21092"/>
                    <a:pt x="8878" y="21092"/>
                  </a:cubicBezTo>
                  <a:cubicBezTo>
                    <a:pt x="8680" y="21092"/>
                    <a:pt x="8521" y="21092"/>
                    <a:pt x="8363" y="20988"/>
                  </a:cubicBezTo>
                  <a:cubicBezTo>
                    <a:pt x="8283" y="20988"/>
                    <a:pt x="8244" y="20885"/>
                    <a:pt x="8244" y="20781"/>
                  </a:cubicBezTo>
                  <a:close/>
                </a:path>
              </a:pathLst>
            </a:custGeom>
            <a:solidFill>
              <a:srgbClr val="15171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449" name="Shape 4449"/>
          <p:cNvSpPr/>
          <p:nvPr/>
        </p:nvSpPr>
        <p:spPr>
          <a:xfrm>
            <a:off x="768713" y="3783650"/>
            <a:ext cx="4734314" cy="7031971"/>
          </a:xfrm>
          <a:prstGeom prst="rect">
            <a:avLst/>
          </a:prstGeom>
          <a:solidFill>
            <a:srgbClr val="F7BB00"/>
          </a:solidFill>
          <a:ln w="12700">
            <a:miter lim="400000"/>
          </a:ln>
          <a:extLst>
            <a:ext uri="{C572A759-6A51-4108-AA02-DFA0A04FC94B}">
              <ma14:wrappingTextBoxFlag xmlns:ma14="http://schemas.microsoft.com/office/mac/drawingml/2011/main" val="1"/>
            </a:ext>
          </a:extLst>
        </p:spPr>
        <p:txBody>
          <a:bodyPr lIns="71437" tIns="71437" rIns="71437" bIns="71437"/>
          <a:lstStyle/>
          <a:p>
            <a:pPr indent="76200" algn="l">
              <a:defRPr b="1" sz="3200">
                <a:latin typeface="Montserrat"/>
                <a:ea typeface="Montserrat"/>
                <a:cs typeface="Montserrat"/>
                <a:sym typeface="Montserrat"/>
              </a:defRPr>
            </a:pPr>
            <a:r>
              <a:t>INSTRUCCIONES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Haz doble clic en cada gráfica y cambia los valores.</a:t>
            </a:r>
          </a:p>
          <a:p>
            <a:pPr indent="76200" algn="l">
              <a:defRPr b="1" sz="3200">
                <a:latin typeface="Montserrat"/>
                <a:ea typeface="Montserrat"/>
                <a:cs typeface="Montserrat"/>
                <a:sym typeface="Montserrat"/>
              </a:defRPr>
            </a:pPr>
          </a:p>
          <a:p>
            <a:pPr indent="76200" algn="l">
              <a:defRPr b="1" sz="3200">
                <a:latin typeface="Montserrat"/>
                <a:ea typeface="Montserrat"/>
                <a:cs typeface="Montserrat"/>
                <a:sym typeface="Montserrat"/>
              </a:defRPr>
            </a:pPr>
            <a:r>
              <a:t>Recuerda que puedes activar la leyenda y agregar texto donde está este cajón de instrucciones.</a:t>
            </a:r>
          </a:p>
        </p:txBody>
      </p:sp>
    </p:spTree>
  </p:cSld>
  <p:clrMapOvr>
    <a:masterClrMapping/>
  </p:clrMapOvr>
  <p:transition xmlns:p14="http://schemas.microsoft.com/office/powerpoint/2010/main" spd="med" advClick="1" p14:dur="1000"/>
</p:sld>
</file>

<file path=ppt/slides/slide13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51" name="Shape 4451"/>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SLIDES GRÁFICAS / INFOGRAFÍAS</a:t>
            </a:r>
          </a:p>
        </p:txBody>
      </p:sp>
    </p:spTree>
  </p:cSld>
  <p:clrMapOvr>
    <a:masterClrMapping/>
  </p:clrMapOvr>
  <p:transition xmlns:p14="http://schemas.microsoft.com/office/powerpoint/2010/main" spd="med" advClick="1" p14:dur="1000"/>
</p:sld>
</file>

<file path=ppt/slides/slide13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53" name="Shape 4453"/>
          <p:cNvSpPr/>
          <p:nvPr/>
        </p:nvSpPr>
        <p:spPr>
          <a:xfrm>
            <a:off x="10051885" y="2538200"/>
            <a:ext cx="3184589" cy="27499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5" y="0"/>
                </a:moveTo>
                <a:lnTo>
                  <a:pt x="21600" y="21600"/>
                </a:lnTo>
                <a:lnTo>
                  <a:pt x="0" y="21600"/>
                </a:lnTo>
                <a:lnTo>
                  <a:pt x="10775" y="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54" name="Shape 4454"/>
          <p:cNvSpPr/>
          <p:nvPr/>
        </p:nvSpPr>
        <p:spPr>
          <a:xfrm>
            <a:off x="9771653" y="4311812"/>
            <a:ext cx="3816001" cy="779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40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Texto</a:t>
            </a:r>
          </a:p>
        </p:txBody>
      </p:sp>
      <p:sp>
        <p:nvSpPr>
          <p:cNvPr id="4455" name="Shape 4455"/>
          <p:cNvSpPr/>
          <p:nvPr/>
        </p:nvSpPr>
        <p:spPr>
          <a:xfrm>
            <a:off x="8294741" y="5423062"/>
            <a:ext cx="6698876" cy="29035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188" y="0"/>
                </a:moveTo>
                <a:lnTo>
                  <a:pt x="5412" y="0"/>
                </a:lnTo>
                <a:lnTo>
                  <a:pt x="0" y="21600"/>
                </a:lnTo>
                <a:lnTo>
                  <a:pt x="21600" y="21600"/>
                </a:lnTo>
                <a:lnTo>
                  <a:pt x="16188" y="0"/>
                </a:lnTo>
                <a:close/>
              </a:path>
            </a:pathLst>
          </a:custGeom>
          <a:solidFill>
            <a:srgbClr val="2DC1CF"/>
          </a:solidFill>
          <a:ln w="12700">
            <a:miter lim="400000"/>
            <a:tailEnd type="triangle"/>
          </a:ln>
        </p:spPr>
        <p:txBody>
          <a:bodyPr tIns="91439" bIns="91439"/>
          <a:lstStyle/>
          <a:p>
            <a:pPr defTabSz="914400">
              <a:defRPr sz="3600">
                <a:solidFill>
                  <a:srgbClr val="0A0A0A"/>
                </a:solidFill>
                <a:latin typeface="Calibri"/>
                <a:ea typeface="Calibri"/>
                <a:cs typeface="Calibri"/>
                <a:sym typeface="Calibri"/>
              </a:defRPr>
            </a:pPr>
          </a:p>
        </p:txBody>
      </p:sp>
      <p:sp>
        <p:nvSpPr>
          <p:cNvPr id="4456" name="Shape 4456"/>
          <p:cNvSpPr/>
          <p:nvPr/>
        </p:nvSpPr>
        <p:spPr>
          <a:xfrm>
            <a:off x="9452424" y="6484968"/>
            <a:ext cx="4383511" cy="779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Texto</a:t>
            </a:r>
          </a:p>
        </p:txBody>
      </p:sp>
      <p:sp>
        <p:nvSpPr>
          <p:cNvPr id="4457" name="Shape 4457"/>
          <p:cNvSpPr/>
          <p:nvPr/>
        </p:nvSpPr>
        <p:spPr>
          <a:xfrm>
            <a:off x="6601290" y="8461533"/>
            <a:ext cx="3120896" cy="2716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13" y="0"/>
                </a:moveTo>
                <a:lnTo>
                  <a:pt x="21600" y="21600"/>
                </a:lnTo>
                <a:lnTo>
                  <a:pt x="0" y="21600"/>
                </a:lnTo>
                <a:lnTo>
                  <a:pt x="10813"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58" name="Shape 4458"/>
          <p:cNvSpPr/>
          <p:nvPr/>
        </p:nvSpPr>
        <p:spPr>
          <a:xfrm>
            <a:off x="5989162" y="10262250"/>
            <a:ext cx="4383511"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459" name="Shape 4459"/>
          <p:cNvSpPr/>
          <p:nvPr/>
        </p:nvSpPr>
        <p:spPr>
          <a:xfrm>
            <a:off x="8339700" y="8461533"/>
            <a:ext cx="3120897" cy="2716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13" y="21600"/>
                </a:moveTo>
                <a:lnTo>
                  <a:pt x="21600" y="0"/>
                </a:lnTo>
                <a:lnTo>
                  <a:pt x="0" y="0"/>
                </a:lnTo>
                <a:lnTo>
                  <a:pt x="10813" y="216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60" name="Shape 4460"/>
          <p:cNvSpPr/>
          <p:nvPr/>
        </p:nvSpPr>
        <p:spPr>
          <a:xfrm>
            <a:off x="7651886" y="8883108"/>
            <a:ext cx="4383511"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461" name="Shape 4461"/>
          <p:cNvSpPr/>
          <p:nvPr/>
        </p:nvSpPr>
        <p:spPr>
          <a:xfrm>
            <a:off x="10078110" y="8461533"/>
            <a:ext cx="3132137" cy="2716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4" y="0"/>
                </a:moveTo>
                <a:lnTo>
                  <a:pt x="21600" y="21600"/>
                </a:lnTo>
                <a:lnTo>
                  <a:pt x="0" y="21600"/>
                </a:lnTo>
                <a:lnTo>
                  <a:pt x="10774"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62" name="Shape 4462"/>
          <p:cNvSpPr/>
          <p:nvPr/>
        </p:nvSpPr>
        <p:spPr>
          <a:xfrm>
            <a:off x="9481166" y="10262250"/>
            <a:ext cx="4383511"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463" name="Shape 4463"/>
          <p:cNvSpPr/>
          <p:nvPr/>
        </p:nvSpPr>
        <p:spPr>
          <a:xfrm>
            <a:off x="11816519" y="8461533"/>
            <a:ext cx="3132137" cy="2716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6" y="21600"/>
                </a:moveTo>
                <a:lnTo>
                  <a:pt x="0" y="0"/>
                </a:lnTo>
                <a:lnTo>
                  <a:pt x="21600" y="0"/>
                </a:lnTo>
                <a:lnTo>
                  <a:pt x="10826" y="216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64" name="Shape 4464"/>
          <p:cNvSpPr/>
          <p:nvPr/>
        </p:nvSpPr>
        <p:spPr>
          <a:xfrm>
            <a:off x="11143890" y="8883108"/>
            <a:ext cx="4383511"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FFFFFF"/>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465" name="Shape 4465"/>
          <p:cNvSpPr/>
          <p:nvPr/>
        </p:nvSpPr>
        <p:spPr>
          <a:xfrm>
            <a:off x="13566171" y="8461533"/>
            <a:ext cx="3120897" cy="2716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7" y="0"/>
                </a:moveTo>
                <a:lnTo>
                  <a:pt x="0" y="21600"/>
                </a:lnTo>
                <a:lnTo>
                  <a:pt x="21600" y="21600"/>
                </a:lnTo>
                <a:lnTo>
                  <a:pt x="10787" y="0"/>
                </a:ln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466" name="Shape 4466"/>
          <p:cNvSpPr/>
          <p:nvPr/>
        </p:nvSpPr>
        <p:spPr>
          <a:xfrm>
            <a:off x="12967064" y="10119744"/>
            <a:ext cx="4383511"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Texto</a:t>
            </a:r>
          </a:p>
        </p:txBody>
      </p:sp>
      <p:sp>
        <p:nvSpPr>
          <p:cNvPr id="4467" name="Shape 4467"/>
          <p:cNvSpPr/>
          <p:nvPr/>
        </p:nvSpPr>
        <p:spPr>
          <a:xfrm>
            <a:off x="303300" y="385686"/>
            <a:ext cx="55264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Piramide editable</a:t>
            </a:r>
          </a:p>
        </p:txBody>
      </p:sp>
      <p:sp>
        <p:nvSpPr>
          <p:cNvPr id="4468" name="Shape 446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3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70" name="Shape 4470"/>
          <p:cNvSpPr/>
          <p:nvPr/>
        </p:nvSpPr>
        <p:spPr>
          <a:xfrm>
            <a:off x="303300" y="819179"/>
            <a:ext cx="56565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Piramide editable</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4471" name="Shape 4471"/>
          <p:cNvSpPr/>
          <p:nvPr/>
        </p:nvSpPr>
        <p:spPr>
          <a:xfrm>
            <a:off x="10000698" y="776755"/>
            <a:ext cx="3724446" cy="39285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21600" y="21600"/>
                </a:lnTo>
                <a:lnTo>
                  <a:pt x="0" y="21600"/>
                </a:lnTo>
                <a:lnTo>
                  <a:pt x="10800" y="0"/>
                </a:lnTo>
                <a:close/>
              </a:path>
            </a:pathLst>
          </a:custGeom>
          <a:solidFill>
            <a:srgbClr val="B4E6F1"/>
          </a:solidFill>
          <a:ln w="12700">
            <a:miter lim="400000"/>
          </a:ln>
        </p:spPr>
        <p:txBody>
          <a:bodyPr lIns="45719" rIns="45719" anchor="ctr"/>
          <a:lstStyle/>
          <a:p>
            <a:pPr defTabSz="914400">
              <a:defRPr sz="1224">
                <a:solidFill>
                  <a:srgbClr val="FFFFFF"/>
                </a:solidFill>
                <a:latin typeface="Calibri"/>
                <a:ea typeface="Calibri"/>
                <a:cs typeface="Calibri"/>
                <a:sym typeface="Calibri"/>
              </a:defRPr>
            </a:pPr>
          </a:p>
        </p:txBody>
      </p:sp>
      <p:sp>
        <p:nvSpPr>
          <p:cNvPr id="4472" name="Shape 4472"/>
          <p:cNvSpPr/>
          <p:nvPr/>
        </p:nvSpPr>
        <p:spPr>
          <a:xfrm>
            <a:off x="9114028" y="4705288"/>
            <a:ext cx="5497786" cy="19642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0"/>
                </a:moveTo>
                <a:lnTo>
                  <a:pt x="21600" y="21600"/>
                </a:lnTo>
                <a:lnTo>
                  <a:pt x="0" y="21600"/>
                </a:lnTo>
                <a:lnTo>
                  <a:pt x="3600" y="0"/>
                </a:lnTo>
                <a:close/>
              </a:path>
            </a:pathLst>
          </a:custGeom>
          <a:solidFill>
            <a:srgbClr val="66B3E0"/>
          </a:solidFill>
          <a:ln w="12700">
            <a:miter lim="400000"/>
          </a:ln>
        </p:spPr>
        <p:txBody>
          <a:bodyPr lIns="45719" rIns="45719" anchor="ctr"/>
          <a:lstStyle/>
          <a:p>
            <a:pPr defTabSz="914400">
              <a:defRPr sz="912">
                <a:solidFill>
                  <a:srgbClr val="FFFFFF"/>
                </a:solidFill>
                <a:latin typeface="Calibri"/>
                <a:ea typeface="Calibri"/>
                <a:cs typeface="Calibri"/>
                <a:sym typeface="Calibri"/>
              </a:defRPr>
            </a:pPr>
          </a:p>
        </p:txBody>
      </p:sp>
      <p:sp>
        <p:nvSpPr>
          <p:cNvPr id="4473" name="Shape 4473"/>
          <p:cNvSpPr/>
          <p:nvPr/>
        </p:nvSpPr>
        <p:spPr>
          <a:xfrm>
            <a:off x="8240025" y="6669554"/>
            <a:ext cx="7245791" cy="19642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lnTo>
                  <a:pt x="21600" y="21600"/>
                </a:lnTo>
                <a:lnTo>
                  <a:pt x="0" y="21600"/>
                </a:lnTo>
                <a:lnTo>
                  <a:pt x="2700" y="0"/>
                </a:lnTo>
                <a:close/>
              </a:path>
            </a:pathLst>
          </a:custGeom>
          <a:solidFill>
            <a:srgbClr val="029FDC"/>
          </a:solidFill>
          <a:ln w="12700">
            <a:miter lim="400000"/>
          </a:ln>
        </p:spPr>
        <p:txBody>
          <a:bodyPr lIns="45719" rIns="45719" anchor="ctr"/>
          <a:lstStyle/>
          <a:p>
            <a:pPr defTabSz="914400">
              <a:defRPr sz="912">
                <a:solidFill>
                  <a:srgbClr val="FFFFFF"/>
                </a:solidFill>
                <a:latin typeface="Calibri"/>
                <a:ea typeface="Calibri"/>
                <a:cs typeface="Calibri"/>
                <a:sym typeface="Calibri"/>
              </a:defRPr>
            </a:pPr>
          </a:p>
        </p:txBody>
      </p:sp>
      <p:sp>
        <p:nvSpPr>
          <p:cNvPr id="4474" name="Shape 4474"/>
          <p:cNvSpPr/>
          <p:nvPr/>
        </p:nvSpPr>
        <p:spPr>
          <a:xfrm>
            <a:off x="7327708" y="8633820"/>
            <a:ext cx="9070425" cy="1964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0"/>
                </a:moveTo>
                <a:lnTo>
                  <a:pt x="21600" y="21600"/>
                </a:lnTo>
                <a:lnTo>
                  <a:pt x="0" y="21600"/>
                </a:lnTo>
                <a:lnTo>
                  <a:pt x="2160" y="0"/>
                </a:lnTo>
                <a:close/>
              </a:path>
            </a:pathLst>
          </a:custGeom>
          <a:solidFill>
            <a:srgbClr val="397ECA"/>
          </a:solidFill>
          <a:ln w="12700">
            <a:miter lim="400000"/>
          </a:ln>
        </p:spPr>
        <p:txBody>
          <a:bodyPr lIns="45719" rIns="45719" anchor="ctr"/>
          <a:lstStyle/>
          <a:p>
            <a:pPr defTabSz="914400">
              <a:defRPr sz="912">
                <a:solidFill>
                  <a:srgbClr val="FFFFFF"/>
                </a:solidFill>
                <a:latin typeface="Calibri"/>
                <a:ea typeface="Calibri"/>
                <a:cs typeface="Calibri"/>
                <a:sym typeface="Calibri"/>
              </a:defRPr>
            </a:pPr>
          </a:p>
        </p:txBody>
      </p:sp>
      <p:sp>
        <p:nvSpPr>
          <p:cNvPr id="4475" name="Shape 4475"/>
          <p:cNvSpPr/>
          <p:nvPr/>
        </p:nvSpPr>
        <p:spPr>
          <a:xfrm>
            <a:off x="6418580" y="10598087"/>
            <a:ext cx="10888681" cy="19642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99" y="0"/>
                </a:moveTo>
                <a:lnTo>
                  <a:pt x="21600" y="21600"/>
                </a:lnTo>
                <a:lnTo>
                  <a:pt x="0" y="21600"/>
                </a:lnTo>
                <a:lnTo>
                  <a:pt x="1801" y="0"/>
                </a:lnTo>
                <a:close/>
              </a:path>
            </a:pathLst>
          </a:custGeom>
          <a:solidFill>
            <a:srgbClr val="144973"/>
          </a:solidFill>
          <a:ln w="12700">
            <a:miter lim="400000"/>
          </a:ln>
        </p:spPr>
        <p:txBody>
          <a:bodyPr lIns="45719" rIns="45719" anchor="ctr"/>
          <a:lstStyle/>
          <a:p>
            <a:pPr defTabSz="914400">
              <a:defRPr sz="912">
                <a:solidFill>
                  <a:srgbClr val="FFFFFF"/>
                </a:solidFill>
                <a:latin typeface="Calibri"/>
                <a:ea typeface="Calibri"/>
                <a:cs typeface="Calibri"/>
                <a:sym typeface="Calibri"/>
              </a:defRPr>
            </a:pPr>
          </a:p>
        </p:txBody>
      </p:sp>
      <p:sp>
        <p:nvSpPr>
          <p:cNvPr id="4476" name="Shape 4476"/>
          <p:cNvSpPr/>
          <p:nvPr/>
        </p:nvSpPr>
        <p:spPr>
          <a:xfrm>
            <a:off x="13355563" y="3103806"/>
            <a:ext cx="1645137" cy="1"/>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4477" name="Shape 4477"/>
          <p:cNvSpPr/>
          <p:nvPr/>
        </p:nvSpPr>
        <p:spPr>
          <a:xfrm>
            <a:off x="7441957" y="5542206"/>
            <a:ext cx="1650321" cy="1"/>
          </a:xfrm>
          <a:prstGeom prst="line">
            <a:avLst/>
          </a:prstGeom>
          <a:ln w="38100">
            <a:solidFill>
              <a:srgbClr val="2F5379"/>
            </a:solidFill>
            <a:prstDash val="sysDash"/>
            <a:miter/>
            <a:headEnd type="oval"/>
          </a:ln>
        </p:spPr>
        <p:txBody>
          <a:bodyPr tIns="91439" bIns="91439"/>
          <a:lstStyle/>
          <a:p>
            <a:pPr algn="l" defTabSz="457200">
              <a:defRPr sz="2400">
                <a:latin typeface="Helvetica"/>
                <a:ea typeface="Helvetica"/>
                <a:cs typeface="Helvetica"/>
                <a:sym typeface="Helvetica"/>
              </a:defRPr>
            </a:pPr>
          </a:p>
        </p:txBody>
      </p:sp>
      <p:sp>
        <p:nvSpPr>
          <p:cNvPr id="4478" name="Shape 4478"/>
          <p:cNvSpPr/>
          <p:nvPr/>
        </p:nvSpPr>
        <p:spPr>
          <a:xfrm>
            <a:off x="15189443" y="7538646"/>
            <a:ext cx="1645137" cy="1"/>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4479" name="Shape 4479"/>
          <p:cNvSpPr/>
          <p:nvPr/>
        </p:nvSpPr>
        <p:spPr>
          <a:xfrm>
            <a:off x="5672423" y="9516460"/>
            <a:ext cx="1650321" cy="1"/>
          </a:xfrm>
          <a:prstGeom prst="line">
            <a:avLst/>
          </a:prstGeom>
          <a:ln w="38100">
            <a:solidFill>
              <a:srgbClr val="2F5379"/>
            </a:solidFill>
            <a:prstDash val="sysDash"/>
            <a:miter/>
            <a:headEnd type="oval"/>
          </a:ln>
        </p:spPr>
        <p:txBody>
          <a:bodyPr tIns="91439" bIns="91439"/>
          <a:lstStyle/>
          <a:p>
            <a:pPr algn="l" defTabSz="457200">
              <a:defRPr sz="2400">
                <a:latin typeface="Helvetica"/>
                <a:ea typeface="Helvetica"/>
                <a:cs typeface="Helvetica"/>
                <a:sym typeface="Helvetica"/>
              </a:defRPr>
            </a:pPr>
          </a:p>
        </p:txBody>
      </p:sp>
      <p:sp>
        <p:nvSpPr>
          <p:cNvPr id="4480" name="Shape 4480"/>
          <p:cNvSpPr/>
          <p:nvPr/>
        </p:nvSpPr>
        <p:spPr>
          <a:xfrm>
            <a:off x="17104604" y="11512900"/>
            <a:ext cx="1645136" cy="1"/>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4481" name="Shape 448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4476"/>
                                        </p:tgtEl>
                                        <p:attrNameLst>
                                          <p:attrName>style.visibility</p:attrName>
                                        </p:attrNameLst>
                                      </p:cBhvr>
                                      <p:to>
                                        <p:strVal val="visible"/>
                                      </p:to>
                                    </p:set>
                                    <p:animEffect filter="wipe(left)" transition="in">
                                      <p:cBhvr>
                                        <p:cTn id="7" dur="500"/>
                                        <p:tgtEl>
                                          <p:spTgt spid="4476"/>
                                        </p:tgtEl>
                                      </p:cBhvr>
                                    </p:animEffect>
                                  </p:childTnLst>
                                </p:cTn>
                              </p:par>
                            </p:childTnLst>
                          </p:cTn>
                        </p:par>
                        <p:par>
                          <p:cTn id="8" fill="hold">
                            <p:stCondLst>
                              <p:cond delay="500"/>
                            </p:stCondLst>
                            <p:childTnLst>
                              <p:par>
                                <p:cTn id="9" presetClass="entr" nodeType="afterEffect" presetSubtype="8" presetID="22" grpId="2" fill="hold">
                                  <p:stCondLst>
                                    <p:cond delay="0"/>
                                  </p:stCondLst>
                                  <p:iterate type="el" backwards="0">
                                    <p:tmAbs val="0"/>
                                  </p:iterate>
                                  <p:childTnLst>
                                    <p:set>
                                      <p:cBhvr>
                                        <p:cTn id="10" fill="hold"/>
                                        <p:tgtEl>
                                          <p:spTgt spid="4477"/>
                                        </p:tgtEl>
                                        <p:attrNameLst>
                                          <p:attrName>style.visibility</p:attrName>
                                        </p:attrNameLst>
                                      </p:cBhvr>
                                      <p:to>
                                        <p:strVal val="visible"/>
                                      </p:to>
                                    </p:set>
                                    <p:animEffect filter="wipe(left)" transition="in">
                                      <p:cBhvr>
                                        <p:cTn id="11" dur="500"/>
                                        <p:tgtEl>
                                          <p:spTgt spid="4477"/>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4478"/>
                                        </p:tgtEl>
                                        <p:attrNameLst>
                                          <p:attrName>style.visibility</p:attrName>
                                        </p:attrNameLst>
                                      </p:cBhvr>
                                      <p:to>
                                        <p:strVal val="visible"/>
                                      </p:to>
                                    </p:set>
                                    <p:animEffect filter="wipe(left)" transition="in">
                                      <p:cBhvr>
                                        <p:cTn id="15" dur="500"/>
                                        <p:tgtEl>
                                          <p:spTgt spid="4478"/>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4479"/>
                                        </p:tgtEl>
                                        <p:attrNameLst>
                                          <p:attrName>style.visibility</p:attrName>
                                        </p:attrNameLst>
                                      </p:cBhvr>
                                      <p:to>
                                        <p:strVal val="visible"/>
                                      </p:to>
                                    </p:set>
                                    <p:animEffect filter="wipe(left)" transition="in">
                                      <p:cBhvr>
                                        <p:cTn id="19" dur="500"/>
                                        <p:tgtEl>
                                          <p:spTgt spid="4479"/>
                                        </p:tgtEl>
                                      </p:cBhvr>
                                    </p:animEffect>
                                  </p:childTnLst>
                                </p:cTn>
                              </p:par>
                            </p:childTnLst>
                          </p:cTn>
                        </p:par>
                        <p:par>
                          <p:cTn id="20" fill="hold">
                            <p:stCondLst>
                              <p:cond delay="2000"/>
                            </p:stCondLst>
                            <p:childTnLst>
                              <p:par>
                                <p:cTn id="21" presetClass="entr" nodeType="afterEffect" presetSubtype="8" presetID="22" grpId="5" fill="hold">
                                  <p:stCondLst>
                                    <p:cond delay="0"/>
                                  </p:stCondLst>
                                  <p:iterate type="el" backwards="0">
                                    <p:tmAbs val="0"/>
                                  </p:iterate>
                                  <p:childTnLst>
                                    <p:set>
                                      <p:cBhvr>
                                        <p:cTn id="22" fill="hold"/>
                                        <p:tgtEl>
                                          <p:spTgt spid="4480"/>
                                        </p:tgtEl>
                                        <p:attrNameLst>
                                          <p:attrName>style.visibility</p:attrName>
                                        </p:attrNameLst>
                                      </p:cBhvr>
                                      <p:to>
                                        <p:strVal val="visible"/>
                                      </p:to>
                                    </p:set>
                                    <p:animEffect filter="wipe(left)" transition="in">
                                      <p:cBhvr>
                                        <p:cTn id="23" dur="500"/>
                                        <p:tgtEl>
                                          <p:spTgt spid="44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480" grpId="5"/>
      <p:bldP build="whole" bldLvl="1" animBg="1" rev="0" advAuto="0" spid="4476" grpId="1"/>
      <p:bldP build="whole" bldLvl="1" animBg="1" rev="0" advAuto="0" spid="4478" grpId="3"/>
      <p:bldP build="whole" bldLvl="1" animBg="1" rev="0" advAuto="0" spid="4477" grpId="2"/>
      <p:bldP build="whole" bldLvl="1" animBg="1" rev="0" advAuto="0" spid="4479" grpId="4"/>
    </p:bldLst>
  </p:timing>
</p:sld>
</file>

<file path=ppt/slides/slide13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83" name="Shape 4483"/>
          <p:cNvSpPr/>
          <p:nvPr/>
        </p:nvSpPr>
        <p:spPr>
          <a:xfrm>
            <a:off x="303300" y="819179"/>
            <a:ext cx="56565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Piramide editable</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4484" name="Shape 4484"/>
          <p:cNvSpPr/>
          <p:nvPr/>
        </p:nvSpPr>
        <p:spPr>
          <a:xfrm>
            <a:off x="10979627" y="2868506"/>
            <a:ext cx="2413876" cy="17463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86" y="341"/>
                </a:moveTo>
                <a:lnTo>
                  <a:pt x="10886" y="0"/>
                </a:lnTo>
                <a:lnTo>
                  <a:pt x="10800" y="171"/>
                </a:lnTo>
                <a:lnTo>
                  <a:pt x="10714" y="0"/>
                </a:lnTo>
                <a:lnTo>
                  <a:pt x="10714" y="341"/>
                </a:lnTo>
                <a:lnTo>
                  <a:pt x="0" y="21600"/>
                </a:lnTo>
                <a:lnTo>
                  <a:pt x="21600" y="21600"/>
                </a:lnTo>
                <a:cubicBezTo>
                  <a:pt x="21600" y="21600"/>
                  <a:pt x="10886" y="341"/>
                  <a:pt x="10886" y="341"/>
                </a:cubicBezTo>
                <a:close/>
              </a:path>
            </a:pathLst>
          </a:custGeom>
          <a:solidFill>
            <a:srgbClr val="67AEFD"/>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485" name="Shape 4485"/>
          <p:cNvSpPr/>
          <p:nvPr/>
        </p:nvSpPr>
        <p:spPr>
          <a:xfrm>
            <a:off x="9733503" y="4651858"/>
            <a:ext cx="4906747" cy="17714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16167" y="0"/>
                </a:lnTo>
                <a:lnTo>
                  <a:pt x="5432" y="0"/>
                </a:lnTo>
                <a:cubicBezTo>
                  <a:pt x="5432" y="0"/>
                  <a:pt x="0" y="21600"/>
                  <a:pt x="0" y="21600"/>
                </a:cubicBezTo>
                <a:close/>
              </a:path>
            </a:pathLst>
          </a:custGeom>
          <a:solidFill>
            <a:srgbClr val="64ABF7"/>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486" name="Shape 4486"/>
          <p:cNvSpPr/>
          <p:nvPr/>
        </p:nvSpPr>
        <p:spPr>
          <a:xfrm>
            <a:off x="8499206" y="6458853"/>
            <a:ext cx="7377533" cy="17618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18007" y="0"/>
                </a:lnTo>
                <a:lnTo>
                  <a:pt x="3593" y="0"/>
                </a:lnTo>
                <a:cubicBezTo>
                  <a:pt x="3593" y="0"/>
                  <a:pt x="0" y="21600"/>
                  <a:pt x="0" y="21600"/>
                </a:cubicBezTo>
                <a:close/>
              </a:path>
            </a:pathLst>
          </a:custGeom>
          <a:solidFill>
            <a:srgbClr val="52A7F9"/>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487" name="Shape 4487"/>
          <p:cNvSpPr/>
          <p:nvPr/>
        </p:nvSpPr>
        <p:spPr>
          <a:xfrm>
            <a:off x="7253085" y="8265844"/>
            <a:ext cx="9886543" cy="17733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18901" y="0"/>
                </a:lnTo>
                <a:lnTo>
                  <a:pt x="2699" y="0"/>
                </a:lnTo>
                <a:cubicBezTo>
                  <a:pt x="2699" y="0"/>
                  <a:pt x="0" y="21600"/>
                  <a:pt x="0" y="21600"/>
                </a:cubicBezTo>
                <a:close/>
              </a:path>
            </a:pathLst>
          </a:custGeom>
          <a:solidFill>
            <a:srgbClr val="4172A7"/>
          </a:solidFill>
          <a:ln w="12700">
            <a:miter lim="400000"/>
          </a:ln>
        </p:spPr>
        <p:txBody>
          <a:bodyPr lIns="38100" tIns="38100" rIns="38100" bIns="38100" anchor="ctr"/>
          <a:lstStyle/>
          <a:p>
            <a:pPr defTabSz="457200">
              <a:defRPr sz="3000">
                <a:solidFill>
                  <a:srgbClr val="66ADFB"/>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488" name="Shape 4488"/>
          <p:cNvSpPr/>
          <p:nvPr/>
        </p:nvSpPr>
        <p:spPr>
          <a:xfrm>
            <a:off x="6083299" y="10072837"/>
            <a:ext cx="12217402" cy="16729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10783" y="21600"/>
                </a:lnTo>
                <a:lnTo>
                  <a:pt x="10817" y="21600"/>
                </a:lnTo>
                <a:lnTo>
                  <a:pt x="21600" y="21600"/>
                </a:lnTo>
                <a:lnTo>
                  <a:pt x="19540" y="0"/>
                </a:lnTo>
                <a:lnTo>
                  <a:pt x="2060" y="0"/>
                </a:lnTo>
                <a:cubicBezTo>
                  <a:pt x="2060" y="0"/>
                  <a:pt x="0" y="21600"/>
                  <a:pt x="0" y="21600"/>
                </a:cubicBezTo>
                <a:close/>
              </a:path>
            </a:pathLst>
          </a:custGeom>
          <a:solidFill>
            <a:srgbClr val="2F5379"/>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489" name="Shape 4489"/>
          <p:cNvSpPr/>
          <p:nvPr/>
        </p:nvSpPr>
        <p:spPr>
          <a:xfrm>
            <a:off x="11214099" y="3681587"/>
            <a:ext cx="1993901" cy="647139"/>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defRPr b="1" sz="3600">
                <a:solidFill>
                  <a:srgbClr val="FFFFFF"/>
                </a:solidFill>
                <a:latin typeface="Helvetica Neue"/>
                <a:ea typeface="Helvetica Neue"/>
                <a:cs typeface="Helvetica Neue"/>
                <a:sym typeface="Helvetica Neue"/>
              </a:defRPr>
            </a:lvl1pPr>
          </a:lstStyle>
          <a:p>
            <a:pPr/>
            <a:r>
              <a:t>Texto</a:t>
            </a:r>
          </a:p>
        </p:txBody>
      </p:sp>
      <p:sp>
        <p:nvSpPr>
          <p:cNvPr id="4490" name="Shape 4490"/>
          <p:cNvSpPr/>
          <p:nvPr/>
        </p:nvSpPr>
        <p:spPr>
          <a:xfrm>
            <a:off x="11214099" y="5205587"/>
            <a:ext cx="1993901" cy="647139"/>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defRPr b="1" sz="3600">
                <a:solidFill>
                  <a:srgbClr val="444444"/>
                </a:solidFill>
                <a:latin typeface="Helvetica Neue"/>
                <a:ea typeface="Helvetica Neue"/>
                <a:cs typeface="Helvetica Neue"/>
                <a:sym typeface="Helvetica Neue"/>
              </a:defRPr>
            </a:lvl1pPr>
          </a:lstStyle>
          <a:p>
            <a:pPr/>
            <a:r>
              <a:t>Texto</a:t>
            </a:r>
          </a:p>
        </p:txBody>
      </p:sp>
      <p:sp>
        <p:nvSpPr>
          <p:cNvPr id="4491" name="Shape 4491"/>
          <p:cNvSpPr/>
          <p:nvPr/>
        </p:nvSpPr>
        <p:spPr>
          <a:xfrm>
            <a:off x="10477499" y="6983587"/>
            <a:ext cx="3479801" cy="647139"/>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defRPr b="1" sz="3600">
                <a:solidFill>
                  <a:srgbClr val="444444"/>
                </a:solidFill>
                <a:latin typeface="Helvetica Neue"/>
                <a:ea typeface="Helvetica Neue"/>
                <a:cs typeface="Helvetica Neue"/>
                <a:sym typeface="Helvetica Neue"/>
              </a:defRPr>
            </a:lvl1pPr>
          </a:lstStyle>
          <a:p>
            <a:pPr/>
            <a:r>
              <a:t>Texto</a:t>
            </a:r>
          </a:p>
        </p:txBody>
      </p:sp>
      <p:sp>
        <p:nvSpPr>
          <p:cNvPr id="4492" name="Shape 4492"/>
          <p:cNvSpPr/>
          <p:nvPr/>
        </p:nvSpPr>
        <p:spPr>
          <a:xfrm>
            <a:off x="10477499" y="8812387"/>
            <a:ext cx="3479801" cy="647139"/>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defRPr b="1" sz="3600">
                <a:solidFill>
                  <a:srgbClr val="FFFFFF"/>
                </a:solidFill>
                <a:latin typeface="Helvetica Neue"/>
                <a:ea typeface="Helvetica Neue"/>
                <a:cs typeface="Helvetica Neue"/>
                <a:sym typeface="Helvetica Neue"/>
              </a:defRPr>
            </a:lvl1pPr>
          </a:lstStyle>
          <a:p>
            <a:pPr/>
            <a:r>
              <a:t>Texto</a:t>
            </a:r>
          </a:p>
        </p:txBody>
      </p:sp>
      <p:sp>
        <p:nvSpPr>
          <p:cNvPr id="4493" name="Shape 4493"/>
          <p:cNvSpPr/>
          <p:nvPr/>
        </p:nvSpPr>
        <p:spPr>
          <a:xfrm>
            <a:off x="10477499" y="10628487"/>
            <a:ext cx="3479801" cy="647139"/>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defTabSz="825500">
              <a:defRPr b="1" sz="3600">
                <a:solidFill>
                  <a:srgbClr val="FFFFFF"/>
                </a:solidFill>
                <a:latin typeface="Helvetica Neue"/>
                <a:ea typeface="Helvetica Neue"/>
                <a:cs typeface="Helvetica Neue"/>
                <a:sym typeface="Helvetica Neue"/>
              </a:defRPr>
            </a:lvl1pPr>
          </a:lstStyle>
          <a:p>
            <a:pPr/>
            <a:r>
              <a:t>Texto</a:t>
            </a:r>
          </a:p>
        </p:txBody>
      </p:sp>
      <p:sp>
        <p:nvSpPr>
          <p:cNvPr id="4494" name="Shape 449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4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496" name="Shape 4496"/>
          <p:cNvSpPr/>
          <p:nvPr/>
        </p:nvSpPr>
        <p:spPr>
          <a:xfrm>
            <a:off x="303300" y="819179"/>
            <a:ext cx="56565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Piramide editable</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4497" name="Shape 449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498" name="Shape 4498"/>
          <p:cNvSpPr/>
          <p:nvPr/>
        </p:nvSpPr>
        <p:spPr>
          <a:xfrm>
            <a:off x="6337300" y="3019425"/>
            <a:ext cx="2506663" cy="26416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21600" y="21600"/>
                </a:lnTo>
                <a:lnTo>
                  <a:pt x="0" y="21600"/>
                </a:lnTo>
                <a:lnTo>
                  <a:pt x="10800" y="0"/>
                </a:lnTo>
                <a:close/>
              </a:path>
            </a:pathLst>
          </a:custGeom>
          <a:solidFill>
            <a:srgbClr val="144973"/>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499" name="Shape 4499"/>
          <p:cNvSpPr/>
          <p:nvPr/>
        </p:nvSpPr>
        <p:spPr>
          <a:xfrm>
            <a:off x="5740400" y="5737225"/>
            <a:ext cx="3698875" cy="1320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0"/>
                </a:moveTo>
                <a:lnTo>
                  <a:pt x="21600" y="21600"/>
                </a:lnTo>
                <a:lnTo>
                  <a:pt x="0" y="21600"/>
                </a:lnTo>
                <a:lnTo>
                  <a:pt x="3600" y="0"/>
                </a:lnTo>
                <a:lnTo>
                  <a:pt x="18000" y="0"/>
                </a:lnTo>
                <a:close/>
              </a:path>
            </a:pathLst>
          </a:custGeom>
          <a:solidFill>
            <a:srgbClr val="397ECA"/>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00" name="Shape 4500"/>
          <p:cNvSpPr/>
          <p:nvPr/>
        </p:nvSpPr>
        <p:spPr>
          <a:xfrm>
            <a:off x="5151437" y="7159625"/>
            <a:ext cx="4876801" cy="1320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lnTo>
                  <a:pt x="21600" y="21600"/>
                </a:lnTo>
                <a:lnTo>
                  <a:pt x="0" y="21600"/>
                </a:lnTo>
                <a:lnTo>
                  <a:pt x="2700" y="0"/>
                </a:lnTo>
                <a:lnTo>
                  <a:pt x="18900" y="0"/>
                </a:lnTo>
                <a:close/>
              </a:path>
            </a:pathLst>
          </a:custGeom>
          <a:solidFill>
            <a:srgbClr val="029FDC"/>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01" name="Shape 4501"/>
          <p:cNvSpPr/>
          <p:nvPr/>
        </p:nvSpPr>
        <p:spPr>
          <a:xfrm>
            <a:off x="4538662" y="8594725"/>
            <a:ext cx="6103938" cy="1320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0"/>
                </a:moveTo>
                <a:lnTo>
                  <a:pt x="21600" y="21600"/>
                </a:lnTo>
                <a:lnTo>
                  <a:pt x="0" y="21600"/>
                </a:lnTo>
                <a:lnTo>
                  <a:pt x="2160" y="0"/>
                </a:lnTo>
                <a:lnTo>
                  <a:pt x="19440" y="0"/>
                </a:lnTo>
                <a:close/>
              </a:path>
            </a:pathLst>
          </a:custGeom>
          <a:solidFill>
            <a:srgbClr val="66B3E0"/>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02" name="Shape 4502"/>
          <p:cNvSpPr/>
          <p:nvPr/>
        </p:nvSpPr>
        <p:spPr>
          <a:xfrm>
            <a:off x="3925887" y="9991725"/>
            <a:ext cx="7327901" cy="1320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99" y="0"/>
                </a:moveTo>
                <a:lnTo>
                  <a:pt x="21600" y="21600"/>
                </a:lnTo>
                <a:lnTo>
                  <a:pt x="0" y="21600"/>
                </a:lnTo>
                <a:lnTo>
                  <a:pt x="1801" y="0"/>
                </a:lnTo>
                <a:lnTo>
                  <a:pt x="19799" y="0"/>
                </a:lnTo>
                <a:close/>
              </a:path>
            </a:pathLst>
          </a:custGeom>
          <a:solidFill>
            <a:srgbClr val="B4E6F1"/>
          </a:solidFill>
          <a:ln w="12700">
            <a:miter lim="400000"/>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03" name="Shape 4503"/>
          <p:cNvSpPr/>
          <p:nvPr/>
        </p:nvSpPr>
        <p:spPr>
          <a:xfrm>
            <a:off x="13557250" y="4343400"/>
            <a:ext cx="4159250" cy="868363"/>
          </a:xfrm>
          <a:prstGeom prst="roundRect">
            <a:avLst>
              <a:gd name="adj" fmla="val 26315"/>
            </a:avLst>
          </a:prstGeom>
          <a:solidFill>
            <a:srgbClr val="144973"/>
          </a:solidFill>
          <a:ln w="12700">
            <a:miter lim="400000"/>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4504" name="Shape 4504"/>
          <p:cNvSpPr/>
          <p:nvPr/>
        </p:nvSpPr>
        <p:spPr>
          <a:xfrm>
            <a:off x="13708062" y="4503261"/>
            <a:ext cx="3846513" cy="54864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p>
            <a:pPr algn="l" defTabSz="457200">
              <a:defRPr sz="1800">
                <a:uFill>
                  <a:solidFill>
                    <a:srgbClr val="000000"/>
                  </a:solidFill>
                </a:uFill>
                <a:latin typeface="Gill Sans"/>
                <a:ea typeface="Gill Sans"/>
                <a:cs typeface="Gill Sans"/>
                <a:sym typeface="Gill Sans"/>
              </a:defRPr>
            </a:pPr>
            <a:r>
              <a:rPr b="1" sz="3000">
                <a:solidFill>
                  <a:srgbClr val="FFFEFE"/>
                </a:solidFill>
                <a:uFill>
                  <a:solidFill>
                    <a:srgbClr val="FFFEFE"/>
                  </a:solidFill>
                </a:uFill>
                <a:latin typeface="Lato Black"/>
                <a:ea typeface="Lato Black"/>
                <a:cs typeface="Lato Black"/>
                <a:sym typeface="Lato Black"/>
              </a:rPr>
              <a:t>  Texto</a:t>
            </a:r>
            <a:r>
              <a:rPr sz="3000">
                <a:solidFill>
                  <a:srgbClr val="FFFEFE"/>
                </a:solidFill>
                <a:uFill>
                  <a:solidFill>
                    <a:srgbClr val="FFFEFE"/>
                  </a:solidFill>
                </a:uFill>
                <a:latin typeface="Lato Regular"/>
                <a:ea typeface="Lato Regular"/>
                <a:cs typeface="Lato Regular"/>
                <a:sym typeface="Lato Regular"/>
              </a:rPr>
              <a:t> | Descripción</a:t>
            </a:r>
          </a:p>
        </p:txBody>
      </p:sp>
      <p:sp>
        <p:nvSpPr>
          <p:cNvPr id="4505" name="Shape 4505"/>
          <p:cNvSpPr/>
          <p:nvPr/>
        </p:nvSpPr>
        <p:spPr>
          <a:xfrm>
            <a:off x="13557250" y="5394325"/>
            <a:ext cx="6919913" cy="868363"/>
          </a:xfrm>
          <a:prstGeom prst="roundRect">
            <a:avLst>
              <a:gd name="adj" fmla="val 26315"/>
            </a:avLst>
          </a:prstGeom>
          <a:solidFill>
            <a:srgbClr val="397ECA"/>
          </a:solidFill>
          <a:ln w="12700">
            <a:miter lim="400000"/>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4506" name="Shape 4506"/>
          <p:cNvSpPr/>
          <p:nvPr/>
        </p:nvSpPr>
        <p:spPr>
          <a:xfrm>
            <a:off x="13708062" y="5554186"/>
            <a:ext cx="6605588" cy="54864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p>
            <a:pPr algn="l" defTabSz="457200">
              <a:defRPr sz="1800">
                <a:uFill>
                  <a:solidFill>
                    <a:srgbClr val="000000"/>
                  </a:solidFill>
                </a:uFill>
                <a:latin typeface="Gill Sans"/>
                <a:ea typeface="Gill Sans"/>
                <a:cs typeface="Gill Sans"/>
                <a:sym typeface="Gill Sans"/>
              </a:defRPr>
            </a:pPr>
            <a:r>
              <a:rPr b="1" sz="3000">
                <a:solidFill>
                  <a:srgbClr val="FFFEFE"/>
                </a:solidFill>
                <a:uFill>
                  <a:solidFill>
                    <a:srgbClr val="FFFEFE"/>
                  </a:solidFill>
                </a:uFill>
                <a:latin typeface="Lato Black"/>
                <a:ea typeface="Lato Black"/>
                <a:cs typeface="Lato Black"/>
                <a:sym typeface="Lato Black"/>
              </a:rPr>
              <a:t>  Texto</a:t>
            </a:r>
            <a:r>
              <a:rPr sz="3000">
                <a:solidFill>
                  <a:srgbClr val="FFFEFE"/>
                </a:solidFill>
                <a:uFill>
                  <a:solidFill>
                    <a:srgbClr val="FFFEFE"/>
                  </a:solidFill>
                </a:uFill>
                <a:latin typeface="Lato Regular"/>
                <a:ea typeface="Lato Regular"/>
                <a:cs typeface="Lato Regular"/>
                <a:sym typeface="Lato Regular"/>
              </a:rPr>
              <a:t> | Descripción</a:t>
            </a:r>
          </a:p>
        </p:txBody>
      </p:sp>
      <p:sp>
        <p:nvSpPr>
          <p:cNvPr id="4507" name="Shape 4507"/>
          <p:cNvSpPr/>
          <p:nvPr/>
        </p:nvSpPr>
        <p:spPr>
          <a:xfrm>
            <a:off x="13557250" y="6450012"/>
            <a:ext cx="8216900" cy="868363"/>
          </a:xfrm>
          <a:prstGeom prst="roundRect">
            <a:avLst>
              <a:gd name="adj" fmla="val 26315"/>
            </a:avLst>
          </a:prstGeom>
          <a:solidFill>
            <a:srgbClr val="029FDC"/>
          </a:solidFill>
          <a:ln w="12700">
            <a:miter lim="400000"/>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4508" name="Shape 4508"/>
          <p:cNvSpPr/>
          <p:nvPr/>
        </p:nvSpPr>
        <p:spPr>
          <a:xfrm>
            <a:off x="13557250" y="7526337"/>
            <a:ext cx="5783263" cy="868363"/>
          </a:xfrm>
          <a:prstGeom prst="roundRect">
            <a:avLst>
              <a:gd name="adj" fmla="val 26315"/>
            </a:avLst>
          </a:prstGeom>
          <a:solidFill>
            <a:srgbClr val="66B3E0"/>
          </a:solidFill>
          <a:ln w="12700">
            <a:miter lim="400000"/>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4509" name="Shape 4509"/>
          <p:cNvSpPr/>
          <p:nvPr/>
        </p:nvSpPr>
        <p:spPr>
          <a:xfrm>
            <a:off x="13708062" y="7685404"/>
            <a:ext cx="5468938" cy="54864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p>
            <a:pPr algn="l" defTabSz="457200">
              <a:defRPr sz="1800">
                <a:uFill>
                  <a:solidFill>
                    <a:srgbClr val="000000"/>
                  </a:solidFill>
                </a:uFill>
                <a:latin typeface="Gill Sans"/>
                <a:ea typeface="Gill Sans"/>
                <a:cs typeface="Gill Sans"/>
                <a:sym typeface="Gill Sans"/>
              </a:defRPr>
            </a:pPr>
            <a:r>
              <a:rPr b="1" sz="3000">
                <a:solidFill>
                  <a:srgbClr val="FFFEFE"/>
                </a:solidFill>
                <a:uFill>
                  <a:solidFill>
                    <a:srgbClr val="FFFEFE"/>
                  </a:solidFill>
                </a:uFill>
                <a:latin typeface="Lato Black"/>
                <a:ea typeface="Lato Black"/>
                <a:cs typeface="Lato Black"/>
                <a:sym typeface="Lato Black"/>
              </a:rPr>
              <a:t>  Texto</a:t>
            </a:r>
            <a:r>
              <a:rPr sz="3000">
                <a:solidFill>
                  <a:srgbClr val="FFFEFE"/>
                </a:solidFill>
                <a:uFill>
                  <a:solidFill>
                    <a:srgbClr val="FFFEFE"/>
                  </a:solidFill>
                </a:uFill>
                <a:latin typeface="Lato Regular"/>
                <a:ea typeface="Lato Regular"/>
                <a:cs typeface="Lato Regular"/>
                <a:sym typeface="Lato Regular"/>
              </a:rPr>
              <a:t> | Descripción</a:t>
            </a:r>
          </a:p>
        </p:txBody>
      </p:sp>
      <p:sp>
        <p:nvSpPr>
          <p:cNvPr id="4510" name="Shape 4510"/>
          <p:cNvSpPr/>
          <p:nvPr/>
        </p:nvSpPr>
        <p:spPr>
          <a:xfrm>
            <a:off x="13557250" y="8570912"/>
            <a:ext cx="7405688" cy="868363"/>
          </a:xfrm>
          <a:prstGeom prst="roundRect">
            <a:avLst>
              <a:gd name="adj" fmla="val 26315"/>
            </a:avLst>
          </a:prstGeom>
          <a:solidFill>
            <a:srgbClr val="B4E6F1"/>
          </a:solidFill>
          <a:ln w="12700">
            <a:miter lim="400000"/>
          </a:ln>
        </p:spPr>
        <p:txBody>
          <a:bodyPr lIns="45719" rIns="45719"/>
          <a:lstStyle/>
          <a:p>
            <a:pPr defTabSz="457200">
              <a:defRPr sz="1800">
                <a:uFill>
                  <a:solidFill>
                    <a:srgbClr val="000000"/>
                  </a:solidFill>
                </a:uFill>
                <a:latin typeface="Gill Sans"/>
                <a:ea typeface="Gill Sans"/>
                <a:cs typeface="Gill Sans"/>
                <a:sym typeface="Gill Sans"/>
              </a:defRPr>
            </a:pPr>
          </a:p>
        </p:txBody>
      </p:sp>
      <p:sp>
        <p:nvSpPr>
          <p:cNvPr id="4511" name="Shape 4511"/>
          <p:cNvSpPr/>
          <p:nvPr/>
        </p:nvSpPr>
        <p:spPr>
          <a:xfrm>
            <a:off x="13708062" y="8729979"/>
            <a:ext cx="7092951" cy="54864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p>
            <a:pPr algn="l" defTabSz="457200">
              <a:defRPr sz="1800">
                <a:uFill>
                  <a:solidFill>
                    <a:srgbClr val="000000"/>
                  </a:solidFill>
                </a:uFill>
                <a:latin typeface="Gill Sans"/>
                <a:ea typeface="Gill Sans"/>
                <a:cs typeface="Gill Sans"/>
                <a:sym typeface="Gill Sans"/>
              </a:defRPr>
            </a:pPr>
            <a:r>
              <a:rPr b="1" sz="3000">
                <a:solidFill>
                  <a:srgbClr val="FFFEFE"/>
                </a:solidFill>
                <a:uFill>
                  <a:solidFill>
                    <a:srgbClr val="FFFEFE"/>
                  </a:solidFill>
                </a:uFill>
                <a:latin typeface="Lato Black"/>
                <a:ea typeface="Lato Black"/>
                <a:cs typeface="Lato Black"/>
                <a:sym typeface="Lato Black"/>
              </a:rPr>
              <a:t>  Texto</a:t>
            </a:r>
            <a:r>
              <a:rPr sz="3000">
                <a:solidFill>
                  <a:srgbClr val="FFFEFE"/>
                </a:solidFill>
                <a:uFill>
                  <a:solidFill>
                    <a:srgbClr val="FFFEFE"/>
                  </a:solidFill>
                </a:uFill>
                <a:latin typeface="Lato Regular"/>
                <a:ea typeface="Lato Regular"/>
                <a:cs typeface="Lato Regular"/>
                <a:sym typeface="Lato Regular"/>
              </a:rPr>
              <a:t> | Descripción</a:t>
            </a:r>
          </a:p>
        </p:txBody>
      </p:sp>
      <p:sp>
        <p:nvSpPr>
          <p:cNvPr id="4512" name="Shape 4512"/>
          <p:cNvSpPr/>
          <p:nvPr/>
        </p:nvSpPr>
        <p:spPr>
          <a:xfrm>
            <a:off x="8713787" y="3913187"/>
            <a:ext cx="4514851" cy="731838"/>
          </a:xfrm>
          <a:custGeom>
            <a:avLst/>
            <a:gdLst/>
            <a:ahLst/>
            <a:cxnLst>
              <a:cxn ang="0">
                <a:pos x="wd2" y="hd2"/>
              </a:cxn>
              <a:cxn ang="5400000">
                <a:pos x="wd2" y="hd2"/>
              </a:cxn>
              <a:cxn ang="10800000">
                <a:pos x="wd2" y="hd2"/>
              </a:cxn>
              <a:cxn ang="16200000">
                <a:pos x="wd2" y="hd2"/>
              </a:cxn>
            </a:cxnLst>
            <a:rect l="0" t="0" r="r" b="b"/>
            <a:pathLst>
              <a:path w="21600" h="9600" fill="norm" stroke="1" extrusionOk="0">
                <a:moveTo>
                  <a:pt x="0" y="9600"/>
                </a:moveTo>
                <a:cubicBezTo>
                  <a:pt x="0" y="9600"/>
                  <a:pt x="9029" y="-12000"/>
                  <a:pt x="21600" y="9600"/>
                </a:cubicBezTo>
              </a:path>
            </a:pathLst>
          </a:custGeom>
          <a:ln w="38100">
            <a:solidFill>
              <a:srgbClr val="175593"/>
            </a:solidFill>
            <a:miter/>
            <a:headEnd type="oval"/>
            <a:tailEnd type="ova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13" name="Shape 4513"/>
          <p:cNvSpPr/>
          <p:nvPr/>
        </p:nvSpPr>
        <p:spPr>
          <a:xfrm>
            <a:off x="9340850" y="5291133"/>
            <a:ext cx="4016375" cy="793755"/>
          </a:xfrm>
          <a:custGeom>
            <a:avLst/>
            <a:gdLst/>
            <a:ahLst/>
            <a:cxnLst>
              <a:cxn ang="0">
                <a:pos x="wd2" y="hd2"/>
              </a:cxn>
              <a:cxn ang="5400000">
                <a:pos x="wd2" y="hd2"/>
              </a:cxn>
              <a:cxn ang="10800000">
                <a:pos x="wd2" y="hd2"/>
              </a:cxn>
              <a:cxn ang="16200000">
                <a:pos x="wd2" y="hd2"/>
              </a:cxn>
            </a:cxnLst>
            <a:rect l="0" t="0" r="r" b="b"/>
            <a:pathLst>
              <a:path w="21600" h="10845" fill="norm" stroke="1" extrusionOk="0">
                <a:moveTo>
                  <a:pt x="0" y="10845"/>
                </a:moveTo>
                <a:cubicBezTo>
                  <a:pt x="0" y="10845"/>
                  <a:pt x="8479" y="-10755"/>
                  <a:pt x="21600" y="7012"/>
                </a:cubicBezTo>
              </a:path>
            </a:pathLst>
          </a:custGeom>
          <a:ln w="38100">
            <a:solidFill>
              <a:srgbClr val="029FDC"/>
            </a:solidFill>
            <a:miter/>
            <a:headEnd type="oval"/>
            <a:tailEnd type="ova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14" name="Shape 4514"/>
          <p:cNvSpPr/>
          <p:nvPr/>
        </p:nvSpPr>
        <p:spPr>
          <a:xfrm>
            <a:off x="10013950" y="6686560"/>
            <a:ext cx="3249613" cy="962015"/>
          </a:xfrm>
          <a:custGeom>
            <a:avLst/>
            <a:gdLst/>
            <a:ahLst/>
            <a:cxnLst>
              <a:cxn ang="0">
                <a:pos x="wd2" y="hd2"/>
              </a:cxn>
              <a:cxn ang="5400000">
                <a:pos x="wd2" y="hd2"/>
              </a:cxn>
              <a:cxn ang="10800000">
                <a:pos x="wd2" y="hd2"/>
              </a:cxn>
              <a:cxn ang="16200000">
                <a:pos x="wd2" y="hd2"/>
              </a:cxn>
            </a:cxnLst>
            <a:rect l="0" t="0" r="r" b="b"/>
            <a:pathLst>
              <a:path w="21600" h="13858" fill="norm" stroke="1" extrusionOk="0">
                <a:moveTo>
                  <a:pt x="0" y="13858"/>
                </a:moveTo>
                <a:cubicBezTo>
                  <a:pt x="0" y="13858"/>
                  <a:pt x="7202" y="-7742"/>
                  <a:pt x="21600" y="2992"/>
                </a:cubicBezTo>
              </a:path>
            </a:pathLst>
          </a:custGeom>
          <a:ln w="38100">
            <a:solidFill>
              <a:srgbClr val="029FDC"/>
            </a:solidFill>
            <a:miter/>
            <a:headEnd type="oval"/>
            <a:tailEnd type="ova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15" name="Shape 4515"/>
          <p:cNvSpPr/>
          <p:nvPr/>
        </p:nvSpPr>
        <p:spPr>
          <a:xfrm>
            <a:off x="10601325" y="7994656"/>
            <a:ext cx="2654300" cy="1135057"/>
          </a:xfrm>
          <a:custGeom>
            <a:avLst/>
            <a:gdLst/>
            <a:ahLst/>
            <a:cxnLst>
              <a:cxn ang="0">
                <a:pos x="wd2" y="hd2"/>
              </a:cxn>
              <a:cxn ang="5400000">
                <a:pos x="wd2" y="hd2"/>
              </a:cxn>
              <a:cxn ang="10800000">
                <a:pos x="wd2" y="hd2"/>
              </a:cxn>
              <a:cxn ang="16200000">
                <a:pos x="wd2" y="hd2"/>
              </a:cxn>
            </a:cxnLst>
            <a:rect l="0" t="0" r="r" b="b"/>
            <a:pathLst>
              <a:path w="21600" h="17258" fill="norm" stroke="1" extrusionOk="0">
                <a:moveTo>
                  <a:pt x="0" y="17258"/>
                </a:moveTo>
                <a:cubicBezTo>
                  <a:pt x="0" y="17258"/>
                  <a:pt x="5818" y="-4342"/>
                  <a:pt x="21600" y="788"/>
                </a:cubicBezTo>
              </a:path>
            </a:pathLst>
          </a:custGeom>
          <a:ln w="38100">
            <a:solidFill>
              <a:srgbClr val="029FDC"/>
            </a:solidFill>
            <a:miter/>
            <a:headEnd type="oval"/>
            <a:tailEnd type="ova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16" name="Shape 4516"/>
          <p:cNvSpPr/>
          <p:nvPr/>
        </p:nvSpPr>
        <p:spPr>
          <a:xfrm>
            <a:off x="11242675" y="9075737"/>
            <a:ext cx="1985963" cy="1490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21600"/>
                  <a:pt x="3117" y="2089"/>
                  <a:pt x="21600" y="0"/>
                </a:cubicBezTo>
              </a:path>
            </a:pathLst>
          </a:custGeom>
          <a:ln w="38100">
            <a:solidFill>
              <a:srgbClr val="B4E6F1"/>
            </a:solidFill>
            <a:miter/>
            <a:headEnd type="oval"/>
            <a:tailEnd type="oval"/>
          </a:ln>
        </p:spPr>
        <p:txBody>
          <a:bodyPr lIns="45719" rIns="45719"/>
          <a:lstStyle/>
          <a:p>
            <a:pPr algn="l" defTabSz="914400">
              <a:defRPr sz="5800">
                <a:uFill>
                  <a:solidFill>
                    <a:srgbClr val="000000"/>
                  </a:solidFill>
                </a:uFill>
                <a:latin typeface="Gill Sans"/>
                <a:ea typeface="Gill Sans"/>
                <a:cs typeface="Gill Sans"/>
                <a:sym typeface="Gill Sans"/>
              </a:defRPr>
            </a:pPr>
          </a:p>
        </p:txBody>
      </p:sp>
      <p:sp>
        <p:nvSpPr>
          <p:cNvPr id="4517" name="Shape 4517"/>
          <p:cNvSpPr/>
          <p:nvPr/>
        </p:nvSpPr>
        <p:spPr>
          <a:xfrm>
            <a:off x="13708062" y="6591300"/>
            <a:ext cx="3553334" cy="6000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p>
            <a:pPr algn="l" defTabSz="457200">
              <a:defRPr sz="1800">
                <a:uFill>
                  <a:solidFill>
                    <a:srgbClr val="000000"/>
                  </a:solidFill>
                </a:uFill>
                <a:latin typeface="Gill Sans"/>
                <a:ea typeface="Gill Sans"/>
                <a:cs typeface="Gill Sans"/>
                <a:sym typeface="Gill Sans"/>
              </a:defRPr>
            </a:pPr>
            <a:r>
              <a:rPr b="1" sz="3000">
                <a:solidFill>
                  <a:srgbClr val="FFFEFE"/>
                </a:solidFill>
                <a:uFill>
                  <a:solidFill>
                    <a:srgbClr val="FFFEFE"/>
                  </a:solidFill>
                </a:uFill>
                <a:latin typeface="Lato Black"/>
                <a:ea typeface="Lato Black"/>
                <a:cs typeface="Lato Black"/>
                <a:sym typeface="Lato Black"/>
              </a:rPr>
              <a:t>  Texto</a:t>
            </a:r>
            <a:r>
              <a:rPr sz="3000">
                <a:solidFill>
                  <a:srgbClr val="FFFEFE"/>
                </a:solidFill>
                <a:uFill>
                  <a:solidFill>
                    <a:srgbClr val="FFFEFE"/>
                  </a:solidFill>
                </a:uFill>
                <a:latin typeface="Lato Regular"/>
                <a:ea typeface="Lato Regular"/>
                <a:cs typeface="Lato Regular"/>
                <a:sym typeface="Lato Regular"/>
              </a:rPr>
              <a:t> | Descripción</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32" presetID="4" grpId="1" fill="hold">
                                  <p:stCondLst>
                                    <p:cond delay="100"/>
                                  </p:stCondLst>
                                  <p:iterate type="el" backwards="0">
                                    <p:tmAbs val="0"/>
                                  </p:iterate>
                                  <p:childTnLst>
                                    <p:set>
                                      <p:cBhvr>
                                        <p:cTn id="6" fill="hold"/>
                                        <p:tgtEl>
                                          <p:spTgt spid="4498"/>
                                        </p:tgtEl>
                                        <p:attrNameLst>
                                          <p:attrName>style.visibility</p:attrName>
                                        </p:attrNameLst>
                                      </p:cBhvr>
                                      <p:to>
                                        <p:strVal val="visible"/>
                                      </p:to>
                                    </p:set>
                                    <p:animEffect filter="box(out)" transition="in">
                                      <p:cBhvr>
                                        <p:cTn id="7" dur="1000"/>
                                        <p:tgtEl>
                                          <p:spTgt spid="4498"/>
                                        </p:tgtEl>
                                      </p:cBhvr>
                                    </p:animEffect>
                                  </p:childTnLst>
                                </p:cTn>
                              </p:par>
                            </p:childTnLst>
                          </p:cTn>
                        </p:par>
                        <p:par>
                          <p:cTn id="8" fill="hold">
                            <p:stCondLst>
                              <p:cond delay="1100"/>
                            </p:stCondLst>
                            <p:childTnLst>
                              <p:par>
                                <p:cTn id="9" presetClass="entr" nodeType="afterEffect" presetSubtype="32" presetID="4" grpId="2" fill="hold">
                                  <p:stCondLst>
                                    <p:cond delay="100"/>
                                  </p:stCondLst>
                                  <p:iterate type="el" backwards="0">
                                    <p:tmAbs val="0"/>
                                  </p:iterate>
                                  <p:childTnLst>
                                    <p:set>
                                      <p:cBhvr>
                                        <p:cTn id="10" fill="hold"/>
                                        <p:tgtEl>
                                          <p:spTgt spid="4512"/>
                                        </p:tgtEl>
                                        <p:attrNameLst>
                                          <p:attrName>style.visibility</p:attrName>
                                        </p:attrNameLst>
                                      </p:cBhvr>
                                      <p:to>
                                        <p:strVal val="visible"/>
                                      </p:to>
                                    </p:set>
                                    <p:animEffect filter="box(out)" transition="in">
                                      <p:cBhvr>
                                        <p:cTn id="11" dur="1000"/>
                                        <p:tgtEl>
                                          <p:spTgt spid="4512"/>
                                        </p:tgtEl>
                                      </p:cBhvr>
                                    </p:animEffect>
                                  </p:childTnLst>
                                </p:cTn>
                              </p:par>
                            </p:childTnLst>
                          </p:cTn>
                        </p:par>
                        <p:par>
                          <p:cTn id="12" fill="hold">
                            <p:stCondLst>
                              <p:cond delay="2200"/>
                            </p:stCondLst>
                            <p:childTnLst>
                              <p:par>
                                <p:cTn id="13" presetClass="entr" nodeType="afterEffect" presetSubtype="32" presetID="4" grpId="3" fill="hold">
                                  <p:stCondLst>
                                    <p:cond delay="100"/>
                                  </p:stCondLst>
                                  <p:iterate type="el" backwards="0">
                                    <p:tmAbs val="0"/>
                                  </p:iterate>
                                  <p:childTnLst>
                                    <p:set>
                                      <p:cBhvr>
                                        <p:cTn id="14" fill="hold"/>
                                        <p:tgtEl>
                                          <p:spTgt spid="4503"/>
                                        </p:tgtEl>
                                        <p:attrNameLst>
                                          <p:attrName>style.visibility</p:attrName>
                                        </p:attrNameLst>
                                      </p:cBhvr>
                                      <p:to>
                                        <p:strVal val="visible"/>
                                      </p:to>
                                    </p:set>
                                    <p:animEffect filter="box(out)" transition="in">
                                      <p:cBhvr>
                                        <p:cTn id="15" dur="1000"/>
                                        <p:tgtEl>
                                          <p:spTgt spid="4503"/>
                                        </p:tgtEl>
                                      </p:cBhvr>
                                    </p:animEffect>
                                  </p:childTnLst>
                                </p:cTn>
                              </p:par>
                            </p:childTnLst>
                          </p:cTn>
                        </p:par>
                        <p:par>
                          <p:cTn id="16" fill="hold">
                            <p:stCondLst>
                              <p:cond delay="3300"/>
                            </p:stCondLst>
                            <p:childTnLst>
                              <p:par>
                                <p:cTn id="17" presetClass="entr" nodeType="afterEffect" presetSubtype="32" presetID="4" grpId="4" fill="hold">
                                  <p:stCondLst>
                                    <p:cond delay="100"/>
                                  </p:stCondLst>
                                  <p:iterate type="el" backwards="0">
                                    <p:tmAbs val="0"/>
                                  </p:iterate>
                                  <p:childTnLst>
                                    <p:set>
                                      <p:cBhvr>
                                        <p:cTn id="18" fill="hold"/>
                                        <p:tgtEl>
                                          <p:spTgt spid="4504"/>
                                        </p:tgtEl>
                                        <p:attrNameLst>
                                          <p:attrName>style.visibility</p:attrName>
                                        </p:attrNameLst>
                                      </p:cBhvr>
                                      <p:to>
                                        <p:strVal val="visible"/>
                                      </p:to>
                                    </p:set>
                                    <p:animEffect filter="box(out)" transition="in">
                                      <p:cBhvr>
                                        <p:cTn id="19" dur="1000"/>
                                        <p:tgtEl>
                                          <p:spTgt spid="4504"/>
                                        </p:tgtEl>
                                      </p:cBhvr>
                                    </p:animEffect>
                                  </p:childTnLst>
                                </p:cTn>
                              </p:par>
                            </p:childTnLst>
                          </p:cTn>
                        </p:par>
                        <p:par>
                          <p:cTn id="20" fill="hold">
                            <p:stCondLst>
                              <p:cond delay="4400"/>
                            </p:stCondLst>
                            <p:childTnLst>
                              <p:par>
                                <p:cTn id="21" presetClass="entr" nodeType="afterEffect" presetSubtype="32" presetID="4" grpId="5" fill="hold">
                                  <p:stCondLst>
                                    <p:cond delay="100"/>
                                  </p:stCondLst>
                                  <p:iterate type="el" backwards="0">
                                    <p:tmAbs val="0"/>
                                  </p:iterate>
                                  <p:childTnLst>
                                    <p:set>
                                      <p:cBhvr>
                                        <p:cTn id="22" fill="hold"/>
                                        <p:tgtEl>
                                          <p:spTgt spid="4513"/>
                                        </p:tgtEl>
                                        <p:attrNameLst>
                                          <p:attrName>style.visibility</p:attrName>
                                        </p:attrNameLst>
                                      </p:cBhvr>
                                      <p:to>
                                        <p:strVal val="visible"/>
                                      </p:to>
                                    </p:set>
                                    <p:animEffect filter="box(out)" transition="in">
                                      <p:cBhvr>
                                        <p:cTn id="23" dur="1000"/>
                                        <p:tgtEl>
                                          <p:spTgt spid="4513"/>
                                        </p:tgtEl>
                                      </p:cBhvr>
                                    </p:animEffect>
                                  </p:childTnLst>
                                </p:cTn>
                              </p:par>
                            </p:childTnLst>
                          </p:cTn>
                        </p:par>
                        <p:par>
                          <p:cTn id="24" fill="hold">
                            <p:stCondLst>
                              <p:cond delay="5500"/>
                            </p:stCondLst>
                            <p:childTnLst>
                              <p:par>
                                <p:cTn id="25" presetClass="entr" nodeType="afterEffect" presetSubtype="32" presetID="4" grpId="6" fill="hold">
                                  <p:stCondLst>
                                    <p:cond delay="100"/>
                                  </p:stCondLst>
                                  <p:iterate type="el" backwards="0">
                                    <p:tmAbs val="0"/>
                                  </p:iterate>
                                  <p:childTnLst>
                                    <p:set>
                                      <p:cBhvr>
                                        <p:cTn id="26" fill="hold"/>
                                        <p:tgtEl>
                                          <p:spTgt spid="4505"/>
                                        </p:tgtEl>
                                        <p:attrNameLst>
                                          <p:attrName>style.visibility</p:attrName>
                                        </p:attrNameLst>
                                      </p:cBhvr>
                                      <p:to>
                                        <p:strVal val="visible"/>
                                      </p:to>
                                    </p:set>
                                    <p:animEffect filter="box(out)" transition="in">
                                      <p:cBhvr>
                                        <p:cTn id="27" dur="1000"/>
                                        <p:tgtEl>
                                          <p:spTgt spid="4505"/>
                                        </p:tgtEl>
                                      </p:cBhvr>
                                    </p:animEffect>
                                  </p:childTnLst>
                                </p:cTn>
                              </p:par>
                            </p:childTnLst>
                          </p:cTn>
                        </p:par>
                        <p:par>
                          <p:cTn id="28" fill="hold">
                            <p:stCondLst>
                              <p:cond delay="6600"/>
                            </p:stCondLst>
                            <p:childTnLst>
                              <p:par>
                                <p:cTn id="29" presetClass="entr" nodeType="afterEffect" presetSubtype="32" presetID="4" grpId="7" fill="hold">
                                  <p:stCondLst>
                                    <p:cond delay="100"/>
                                  </p:stCondLst>
                                  <p:iterate type="el" backwards="0">
                                    <p:tmAbs val="0"/>
                                  </p:iterate>
                                  <p:childTnLst>
                                    <p:set>
                                      <p:cBhvr>
                                        <p:cTn id="30" fill="hold"/>
                                        <p:tgtEl>
                                          <p:spTgt spid="4499"/>
                                        </p:tgtEl>
                                        <p:attrNameLst>
                                          <p:attrName>style.visibility</p:attrName>
                                        </p:attrNameLst>
                                      </p:cBhvr>
                                      <p:to>
                                        <p:strVal val="visible"/>
                                      </p:to>
                                    </p:set>
                                    <p:animEffect filter="box(out)" transition="in">
                                      <p:cBhvr>
                                        <p:cTn id="31" dur="1000"/>
                                        <p:tgtEl>
                                          <p:spTgt spid="4499"/>
                                        </p:tgtEl>
                                      </p:cBhvr>
                                    </p:animEffect>
                                  </p:childTnLst>
                                </p:cTn>
                              </p:par>
                            </p:childTnLst>
                          </p:cTn>
                        </p:par>
                        <p:par>
                          <p:cTn id="32" fill="hold">
                            <p:stCondLst>
                              <p:cond delay="7700"/>
                            </p:stCondLst>
                            <p:childTnLst>
                              <p:par>
                                <p:cTn id="33" presetClass="entr" nodeType="afterEffect" presetSubtype="32" presetID="4" grpId="8" fill="hold">
                                  <p:stCondLst>
                                    <p:cond delay="100"/>
                                  </p:stCondLst>
                                  <p:iterate type="el" backwards="0">
                                    <p:tmAbs val="0"/>
                                  </p:iterate>
                                  <p:childTnLst>
                                    <p:set>
                                      <p:cBhvr>
                                        <p:cTn id="34" fill="hold"/>
                                        <p:tgtEl>
                                          <p:spTgt spid="4506"/>
                                        </p:tgtEl>
                                        <p:attrNameLst>
                                          <p:attrName>style.visibility</p:attrName>
                                        </p:attrNameLst>
                                      </p:cBhvr>
                                      <p:to>
                                        <p:strVal val="visible"/>
                                      </p:to>
                                    </p:set>
                                    <p:animEffect filter="box(out)" transition="in">
                                      <p:cBhvr>
                                        <p:cTn id="35" dur="1000"/>
                                        <p:tgtEl>
                                          <p:spTgt spid="4506"/>
                                        </p:tgtEl>
                                      </p:cBhvr>
                                    </p:animEffect>
                                  </p:childTnLst>
                                </p:cTn>
                              </p:par>
                            </p:childTnLst>
                          </p:cTn>
                        </p:par>
                        <p:par>
                          <p:cTn id="36" fill="hold">
                            <p:stCondLst>
                              <p:cond delay="8800"/>
                            </p:stCondLst>
                            <p:childTnLst>
                              <p:par>
                                <p:cTn id="37" presetClass="entr" nodeType="afterEffect" presetSubtype="32" presetID="4" grpId="9" fill="hold">
                                  <p:stCondLst>
                                    <p:cond delay="100"/>
                                  </p:stCondLst>
                                  <p:iterate type="el" backwards="0">
                                    <p:tmAbs val="0"/>
                                  </p:iterate>
                                  <p:childTnLst>
                                    <p:set>
                                      <p:cBhvr>
                                        <p:cTn id="38" fill="hold"/>
                                        <p:tgtEl>
                                          <p:spTgt spid="4507"/>
                                        </p:tgtEl>
                                        <p:attrNameLst>
                                          <p:attrName>style.visibility</p:attrName>
                                        </p:attrNameLst>
                                      </p:cBhvr>
                                      <p:to>
                                        <p:strVal val="visible"/>
                                      </p:to>
                                    </p:set>
                                    <p:animEffect filter="box(out)" transition="in">
                                      <p:cBhvr>
                                        <p:cTn id="39" dur="1000"/>
                                        <p:tgtEl>
                                          <p:spTgt spid="4507"/>
                                        </p:tgtEl>
                                      </p:cBhvr>
                                    </p:animEffect>
                                  </p:childTnLst>
                                </p:cTn>
                              </p:par>
                            </p:childTnLst>
                          </p:cTn>
                        </p:par>
                        <p:par>
                          <p:cTn id="40" fill="hold">
                            <p:stCondLst>
                              <p:cond delay="9900"/>
                            </p:stCondLst>
                            <p:childTnLst>
                              <p:par>
                                <p:cTn id="41" presetClass="entr" nodeType="afterEffect" presetSubtype="32" presetID="4" grpId="10" fill="hold">
                                  <p:stCondLst>
                                    <p:cond delay="100"/>
                                  </p:stCondLst>
                                  <p:iterate type="el" backwards="0">
                                    <p:tmAbs val="0"/>
                                  </p:iterate>
                                  <p:childTnLst>
                                    <p:set>
                                      <p:cBhvr>
                                        <p:cTn id="42" fill="hold"/>
                                        <p:tgtEl>
                                          <p:spTgt spid="4514"/>
                                        </p:tgtEl>
                                        <p:attrNameLst>
                                          <p:attrName>style.visibility</p:attrName>
                                        </p:attrNameLst>
                                      </p:cBhvr>
                                      <p:to>
                                        <p:strVal val="visible"/>
                                      </p:to>
                                    </p:set>
                                    <p:animEffect filter="box(out)" transition="in">
                                      <p:cBhvr>
                                        <p:cTn id="43" dur="1000"/>
                                        <p:tgtEl>
                                          <p:spTgt spid="4514"/>
                                        </p:tgtEl>
                                      </p:cBhvr>
                                    </p:animEffect>
                                  </p:childTnLst>
                                </p:cTn>
                              </p:par>
                            </p:childTnLst>
                          </p:cTn>
                        </p:par>
                        <p:par>
                          <p:cTn id="44" fill="hold">
                            <p:stCondLst>
                              <p:cond delay="11000"/>
                            </p:stCondLst>
                            <p:childTnLst>
                              <p:par>
                                <p:cTn id="45" presetClass="entr" nodeType="afterEffect" presetSubtype="32" presetID="4" grpId="11" fill="hold">
                                  <p:stCondLst>
                                    <p:cond delay="100"/>
                                  </p:stCondLst>
                                  <p:iterate type="el" backwards="0">
                                    <p:tmAbs val="0"/>
                                  </p:iterate>
                                  <p:childTnLst>
                                    <p:set>
                                      <p:cBhvr>
                                        <p:cTn id="46" fill="hold"/>
                                        <p:tgtEl>
                                          <p:spTgt spid="4500"/>
                                        </p:tgtEl>
                                        <p:attrNameLst>
                                          <p:attrName>style.visibility</p:attrName>
                                        </p:attrNameLst>
                                      </p:cBhvr>
                                      <p:to>
                                        <p:strVal val="visible"/>
                                      </p:to>
                                    </p:set>
                                    <p:animEffect filter="box(out)" transition="in">
                                      <p:cBhvr>
                                        <p:cTn id="47" dur="1000"/>
                                        <p:tgtEl>
                                          <p:spTgt spid="4500"/>
                                        </p:tgtEl>
                                      </p:cBhvr>
                                    </p:animEffect>
                                  </p:childTnLst>
                                </p:cTn>
                              </p:par>
                            </p:childTnLst>
                          </p:cTn>
                        </p:par>
                        <p:par>
                          <p:cTn id="48" fill="hold">
                            <p:stCondLst>
                              <p:cond delay="12100"/>
                            </p:stCondLst>
                            <p:childTnLst>
                              <p:par>
                                <p:cTn id="49" presetClass="entr" nodeType="afterEffect" presetSubtype="32" presetID="4" grpId="12" fill="hold">
                                  <p:stCondLst>
                                    <p:cond delay="100"/>
                                  </p:stCondLst>
                                  <p:iterate type="el" backwards="0">
                                    <p:tmAbs val="0"/>
                                  </p:iterate>
                                  <p:childTnLst>
                                    <p:set>
                                      <p:cBhvr>
                                        <p:cTn id="50" fill="hold"/>
                                        <p:tgtEl>
                                          <p:spTgt spid="4508"/>
                                        </p:tgtEl>
                                        <p:attrNameLst>
                                          <p:attrName>style.visibility</p:attrName>
                                        </p:attrNameLst>
                                      </p:cBhvr>
                                      <p:to>
                                        <p:strVal val="visible"/>
                                      </p:to>
                                    </p:set>
                                    <p:animEffect filter="box(out)" transition="in">
                                      <p:cBhvr>
                                        <p:cTn id="51" dur="1000"/>
                                        <p:tgtEl>
                                          <p:spTgt spid="4508"/>
                                        </p:tgtEl>
                                      </p:cBhvr>
                                    </p:animEffect>
                                  </p:childTnLst>
                                </p:cTn>
                              </p:par>
                            </p:childTnLst>
                          </p:cTn>
                        </p:par>
                        <p:par>
                          <p:cTn id="52" fill="hold">
                            <p:stCondLst>
                              <p:cond delay="13200"/>
                            </p:stCondLst>
                            <p:childTnLst>
                              <p:par>
                                <p:cTn id="53" presetClass="entr" nodeType="afterEffect" presetSubtype="32" presetID="4" grpId="13" fill="hold">
                                  <p:stCondLst>
                                    <p:cond delay="100"/>
                                  </p:stCondLst>
                                  <p:iterate type="el" backwards="0">
                                    <p:tmAbs val="0"/>
                                  </p:iterate>
                                  <p:childTnLst>
                                    <p:set>
                                      <p:cBhvr>
                                        <p:cTn id="54" fill="hold"/>
                                        <p:tgtEl>
                                          <p:spTgt spid="4509"/>
                                        </p:tgtEl>
                                        <p:attrNameLst>
                                          <p:attrName>style.visibility</p:attrName>
                                        </p:attrNameLst>
                                      </p:cBhvr>
                                      <p:to>
                                        <p:strVal val="visible"/>
                                      </p:to>
                                    </p:set>
                                    <p:animEffect filter="box(out)" transition="in">
                                      <p:cBhvr>
                                        <p:cTn id="55" dur="1000"/>
                                        <p:tgtEl>
                                          <p:spTgt spid="4509"/>
                                        </p:tgtEl>
                                      </p:cBhvr>
                                    </p:animEffect>
                                  </p:childTnLst>
                                </p:cTn>
                              </p:par>
                            </p:childTnLst>
                          </p:cTn>
                        </p:par>
                        <p:par>
                          <p:cTn id="56" fill="hold">
                            <p:stCondLst>
                              <p:cond delay="14300"/>
                            </p:stCondLst>
                            <p:childTnLst>
                              <p:par>
                                <p:cTn id="57" presetClass="entr" nodeType="afterEffect" presetSubtype="32" presetID="4" grpId="14" fill="hold">
                                  <p:stCondLst>
                                    <p:cond delay="100"/>
                                  </p:stCondLst>
                                  <p:iterate type="el" backwards="0">
                                    <p:tmAbs val="0"/>
                                  </p:iterate>
                                  <p:childTnLst>
                                    <p:set>
                                      <p:cBhvr>
                                        <p:cTn id="58" fill="hold"/>
                                        <p:tgtEl>
                                          <p:spTgt spid="4515"/>
                                        </p:tgtEl>
                                        <p:attrNameLst>
                                          <p:attrName>style.visibility</p:attrName>
                                        </p:attrNameLst>
                                      </p:cBhvr>
                                      <p:to>
                                        <p:strVal val="visible"/>
                                      </p:to>
                                    </p:set>
                                    <p:animEffect filter="box(out)" transition="in">
                                      <p:cBhvr>
                                        <p:cTn id="59" dur="1000"/>
                                        <p:tgtEl>
                                          <p:spTgt spid="4515"/>
                                        </p:tgtEl>
                                      </p:cBhvr>
                                    </p:animEffect>
                                  </p:childTnLst>
                                </p:cTn>
                              </p:par>
                            </p:childTnLst>
                          </p:cTn>
                        </p:par>
                        <p:par>
                          <p:cTn id="60" fill="hold">
                            <p:stCondLst>
                              <p:cond delay="15400"/>
                            </p:stCondLst>
                            <p:childTnLst>
                              <p:par>
                                <p:cTn id="61" presetClass="entr" nodeType="afterEffect" presetSubtype="32" presetID="4" grpId="15" fill="hold">
                                  <p:stCondLst>
                                    <p:cond delay="100"/>
                                  </p:stCondLst>
                                  <p:iterate type="el" backwards="0">
                                    <p:tmAbs val="0"/>
                                  </p:iterate>
                                  <p:childTnLst>
                                    <p:set>
                                      <p:cBhvr>
                                        <p:cTn id="62" fill="hold"/>
                                        <p:tgtEl>
                                          <p:spTgt spid="4510"/>
                                        </p:tgtEl>
                                        <p:attrNameLst>
                                          <p:attrName>style.visibility</p:attrName>
                                        </p:attrNameLst>
                                      </p:cBhvr>
                                      <p:to>
                                        <p:strVal val="visible"/>
                                      </p:to>
                                    </p:set>
                                    <p:animEffect filter="box(out)" transition="in">
                                      <p:cBhvr>
                                        <p:cTn id="63" dur="1000"/>
                                        <p:tgtEl>
                                          <p:spTgt spid="4510"/>
                                        </p:tgtEl>
                                      </p:cBhvr>
                                    </p:animEffect>
                                  </p:childTnLst>
                                </p:cTn>
                              </p:par>
                            </p:childTnLst>
                          </p:cTn>
                        </p:par>
                        <p:par>
                          <p:cTn id="64" fill="hold">
                            <p:stCondLst>
                              <p:cond delay="16500"/>
                            </p:stCondLst>
                            <p:childTnLst>
                              <p:par>
                                <p:cTn id="65" presetClass="entr" nodeType="afterEffect" presetSubtype="32" presetID="4" grpId="16" fill="hold">
                                  <p:stCondLst>
                                    <p:cond delay="100"/>
                                  </p:stCondLst>
                                  <p:iterate type="el" backwards="0">
                                    <p:tmAbs val="0"/>
                                  </p:iterate>
                                  <p:childTnLst>
                                    <p:set>
                                      <p:cBhvr>
                                        <p:cTn id="66" fill="hold"/>
                                        <p:tgtEl>
                                          <p:spTgt spid="4501"/>
                                        </p:tgtEl>
                                        <p:attrNameLst>
                                          <p:attrName>style.visibility</p:attrName>
                                        </p:attrNameLst>
                                      </p:cBhvr>
                                      <p:to>
                                        <p:strVal val="visible"/>
                                      </p:to>
                                    </p:set>
                                    <p:animEffect filter="box(out)" transition="in">
                                      <p:cBhvr>
                                        <p:cTn id="67" dur="1000"/>
                                        <p:tgtEl>
                                          <p:spTgt spid="4501"/>
                                        </p:tgtEl>
                                      </p:cBhvr>
                                    </p:animEffect>
                                  </p:childTnLst>
                                </p:cTn>
                              </p:par>
                            </p:childTnLst>
                          </p:cTn>
                        </p:par>
                        <p:par>
                          <p:cTn id="68" fill="hold">
                            <p:stCondLst>
                              <p:cond delay="17600"/>
                            </p:stCondLst>
                            <p:childTnLst>
                              <p:par>
                                <p:cTn id="69" presetClass="entr" nodeType="afterEffect" presetSubtype="32" presetID="4" grpId="17" fill="hold">
                                  <p:stCondLst>
                                    <p:cond delay="100"/>
                                  </p:stCondLst>
                                  <p:iterate type="el" backwards="0">
                                    <p:tmAbs val="0"/>
                                  </p:iterate>
                                  <p:childTnLst>
                                    <p:set>
                                      <p:cBhvr>
                                        <p:cTn id="70" fill="hold"/>
                                        <p:tgtEl>
                                          <p:spTgt spid="4511"/>
                                        </p:tgtEl>
                                        <p:attrNameLst>
                                          <p:attrName>style.visibility</p:attrName>
                                        </p:attrNameLst>
                                      </p:cBhvr>
                                      <p:to>
                                        <p:strVal val="visible"/>
                                      </p:to>
                                    </p:set>
                                    <p:animEffect filter="box(out)" transition="in">
                                      <p:cBhvr>
                                        <p:cTn id="71" dur="1000"/>
                                        <p:tgtEl>
                                          <p:spTgt spid="4511"/>
                                        </p:tgtEl>
                                      </p:cBhvr>
                                    </p:animEffect>
                                  </p:childTnLst>
                                </p:cTn>
                              </p:par>
                            </p:childTnLst>
                          </p:cTn>
                        </p:par>
                        <p:par>
                          <p:cTn id="72" fill="hold">
                            <p:stCondLst>
                              <p:cond delay="18700"/>
                            </p:stCondLst>
                            <p:childTnLst>
                              <p:par>
                                <p:cTn id="73" presetClass="entr" nodeType="afterEffect" presetSubtype="32" presetID="4" grpId="18" fill="hold">
                                  <p:stCondLst>
                                    <p:cond delay="100"/>
                                  </p:stCondLst>
                                  <p:iterate type="el" backwards="0">
                                    <p:tmAbs val="0"/>
                                  </p:iterate>
                                  <p:childTnLst>
                                    <p:set>
                                      <p:cBhvr>
                                        <p:cTn id="74" fill="hold"/>
                                        <p:tgtEl>
                                          <p:spTgt spid="4516"/>
                                        </p:tgtEl>
                                        <p:attrNameLst>
                                          <p:attrName>style.visibility</p:attrName>
                                        </p:attrNameLst>
                                      </p:cBhvr>
                                      <p:to>
                                        <p:strVal val="visible"/>
                                      </p:to>
                                    </p:set>
                                    <p:animEffect filter="box(out)" transition="in">
                                      <p:cBhvr>
                                        <p:cTn id="75" dur="1000"/>
                                        <p:tgtEl>
                                          <p:spTgt spid="4516"/>
                                        </p:tgtEl>
                                      </p:cBhvr>
                                    </p:animEffect>
                                  </p:childTnLst>
                                </p:cTn>
                              </p:par>
                            </p:childTnLst>
                          </p:cTn>
                        </p:par>
                        <p:par>
                          <p:cTn id="76" fill="hold">
                            <p:stCondLst>
                              <p:cond delay="19800"/>
                            </p:stCondLst>
                            <p:childTnLst>
                              <p:par>
                                <p:cTn id="77" presetClass="entr" nodeType="afterEffect" presetSubtype="32" presetID="4" grpId="19" fill="hold">
                                  <p:stCondLst>
                                    <p:cond delay="100"/>
                                  </p:stCondLst>
                                  <p:iterate type="el" backwards="0">
                                    <p:tmAbs val="0"/>
                                  </p:iterate>
                                  <p:childTnLst>
                                    <p:set>
                                      <p:cBhvr>
                                        <p:cTn id="78" fill="hold"/>
                                        <p:tgtEl>
                                          <p:spTgt spid="4502"/>
                                        </p:tgtEl>
                                        <p:attrNameLst>
                                          <p:attrName>style.visibility</p:attrName>
                                        </p:attrNameLst>
                                      </p:cBhvr>
                                      <p:to>
                                        <p:strVal val="visible"/>
                                      </p:to>
                                    </p:set>
                                    <p:animEffect filter="box(out)" transition="in">
                                      <p:cBhvr>
                                        <p:cTn id="79" dur="1000"/>
                                        <p:tgtEl>
                                          <p:spTgt spid="45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516" grpId="18"/>
      <p:bldP build="whole" bldLvl="1" animBg="1" rev="0" advAuto="0" spid="4505" grpId="6"/>
      <p:bldP build="whole" bldLvl="1" animBg="1" rev="0" advAuto="0" spid="4514" grpId="10"/>
      <p:bldP build="whole" bldLvl="1" animBg="1" rev="0" advAuto="0" spid="4508" grpId="12"/>
      <p:bldP build="whole" bldLvl="1" animBg="1" rev="0" advAuto="0" spid="4513" grpId="5"/>
      <p:bldP build="whole" bldLvl="1" animBg="1" rev="0" advAuto="0" spid="4510" grpId="15"/>
      <p:bldP build="whole" bldLvl="1" animBg="1" rev="0" advAuto="0" spid="4501" grpId="16"/>
      <p:bldP build="whole" bldLvl="1" animBg="1" rev="0" advAuto="0" spid="4506" grpId="8"/>
      <p:bldP build="whole" bldLvl="1" animBg="1" rev="0" advAuto="0" spid="4509" grpId="13"/>
      <p:bldP build="whole" bldLvl="1" animBg="1" rev="0" advAuto="0" spid="4502" grpId="19"/>
      <p:bldP build="whole" bldLvl="1" animBg="1" rev="0" advAuto="0" spid="4504" grpId="4"/>
      <p:bldP build="whole" bldLvl="1" animBg="1" rev="0" advAuto="0" spid="4515" grpId="14"/>
      <p:bldP build="whole" bldLvl="1" animBg="1" rev="0" advAuto="0" spid="4507" grpId="9"/>
      <p:bldP build="whole" bldLvl="1" animBg="1" rev="0" advAuto="0" spid="4499" grpId="7"/>
      <p:bldP build="whole" bldLvl="1" animBg="1" rev="0" advAuto="0" spid="4512" grpId="2"/>
      <p:bldP build="whole" bldLvl="1" animBg="1" rev="0" advAuto="0" spid="4503" grpId="3"/>
      <p:bldP build="whole" bldLvl="1" animBg="1" rev="0" advAuto="0" spid="4500" grpId="11"/>
      <p:bldP build="whole" bldLvl="1" animBg="1" rev="0" advAuto="0" spid="4498" grpId="1"/>
      <p:bldP build="whole" bldLvl="1" animBg="1" rev="0" advAuto="0" spid="4511" grpId="17"/>
    </p:bldLst>
  </p:timing>
</p:sld>
</file>

<file path=ppt/slides/slide14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519" name="Shape 4519"/>
          <p:cNvSpPr/>
          <p:nvPr/>
        </p:nvSpPr>
        <p:spPr>
          <a:xfrm>
            <a:off x="303300" y="819179"/>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Rompecabezas</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4520" name="Shape 4520"/>
          <p:cNvSpPr/>
          <p:nvPr/>
        </p:nvSpPr>
        <p:spPr>
          <a:xfrm rot="18900000">
            <a:off x="11879771" y="3423978"/>
            <a:ext cx="6856747" cy="55001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01" y="5376"/>
                </a:moveTo>
                <a:cubicBezTo>
                  <a:pt x="8573" y="5376"/>
                  <a:pt x="8573" y="5376"/>
                  <a:pt x="8573" y="5376"/>
                </a:cubicBezTo>
                <a:cubicBezTo>
                  <a:pt x="8573" y="5376"/>
                  <a:pt x="8573" y="5376"/>
                  <a:pt x="8573" y="5376"/>
                </a:cubicBezTo>
                <a:cubicBezTo>
                  <a:pt x="8582" y="5376"/>
                  <a:pt x="8582" y="5376"/>
                  <a:pt x="8592" y="5376"/>
                </a:cubicBezTo>
                <a:cubicBezTo>
                  <a:pt x="9025" y="5376"/>
                  <a:pt x="9381" y="4932"/>
                  <a:pt x="9381" y="4392"/>
                </a:cubicBezTo>
                <a:cubicBezTo>
                  <a:pt x="9381" y="4116"/>
                  <a:pt x="9285" y="3864"/>
                  <a:pt x="9150" y="3696"/>
                </a:cubicBezTo>
                <a:cubicBezTo>
                  <a:pt x="8958" y="3324"/>
                  <a:pt x="8852" y="2880"/>
                  <a:pt x="8852" y="2412"/>
                </a:cubicBezTo>
                <a:cubicBezTo>
                  <a:pt x="8852" y="1080"/>
                  <a:pt x="9718" y="0"/>
                  <a:pt x="10786" y="0"/>
                </a:cubicBezTo>
                <a:cubicBezTo>
                  <a:pt x="11863" y="0"/>
                  <a:pt x="12729" y="1080"/>
                  <a:pt x="12729" y="2412"/>
                </a:cubicBezTo>
                <a:cubicBezTo>
                  <a:pt x="12729" y="2904"/>
                  <a:pt x="12614" y="3360"/>
                  <a:pt x="12402" y="3744"/>
                </a:cubicBezTo>
                <a:cubicBezTo>
                  <a:pt x="12287" y="3912"/>
                  <a:pt x="12219" y="4140"/>
                  <a:pt x="12219" y="4392"/>
                </a:cubicBezTo>
                <a:cubicBezTo>
                  <a:pt x="12219" y="4860"/>
                  <a:pt x="12489" y="5268"/>
                  <a:pt x="12845" y="5352"/>
                </a:cubicBezTo>
                <a:cubicBezTo>
                  <a:pt x="12902" y="5364"/>
                  <a:pt x="12950" y="5376"/>
                  <a:pt x="13008" y="5376"/>
                </a:cubicBezTo>
                <a:cubicBezTo>
                  <a:pt x="17299" y="5376"/>
                  <a:pt x="17299" y="5376"/>
                  <a:pt x="17299" y="5376"/>
                </a:cubicBezTo>
                <a:cubicBezTo>
                  <a:pt x="17299" y="10728"/>
                  <a:pt x="17299" y="10728"/>
                  <a:pt x="17299" y="10728"/>
                </a:cubicBezTo>
                <a:cubicBezTo>
                  <a:pt x="17299" y="10728"/>
                  <a:pt x="17299" y="10728"/>
                  <a:pt x="17299" y="10728"/>
                </a:cubicBezTo>
                <a:cubicBezTo>
                  <a:pt x="17299" y="10728"/>
                  <a:pt x="17299" y="10740"/>
                  <a:pt x="17299" y="10740"/>
                </a:cubicBezTo>
                <a:cubicBezTo>
                  <a:pt x="17299" y="10800"/>
                  <a:pt x="17299" y="10848"/>
                  <a:pt x="17309" y="10896"/>
                </a:cubicBezTo>
                <a:cubicBezTo>
                  <a:pt x="17367" y="11364"/>
                  <a:pt x="17694" y="11724"/>
                  <a:pt x="18088" y="11724"/>
                </a:cubicBezTo>
                <a:cubicBezTo>
                  <a:pt x="18300" y="11724"/>
                  <a:pt x="18502" y="11616"/>
                  <a:pt x="18646" y="11436"/>
                </a:cubicBezTo>
                <a:cubicBezTo>
                  <a:pt x="18944" y="11208"/>
                  <a:pt x="19291" y="11076"/>
                  <a:pt x="19666" y="11076"/>
                </a:cubicBezTo>
                <a:cubicBezTo>
                  <a:pt x="20734" y="11076"/>
                  <a:pt x="21600" y="12156"/>
                  <a:pt x="21600" y="13488"/>
                </a:cubicBezTo>
                <a:cubicBezTo>
                  <a:pt x="21600" y="14820"/>
                  <a:pt x="20734" y="15900"/>
                  <a:pt x="19666" y="15900"/>
                </a:cubicBezTo>
                <a:cubicBezTo>
                  <a:pt x="19272" y="15900"/>
                  <a:pt x="18906" y="15756"/>
                  <a:pt x="18598" y="15504"/>
                </a:cubicBezTo>
                <a:cubicBezTo>
                  <a:pt x="18463" y="15360"/>
                  <a:pt x="18281" y="15264"/>
                  <a:pt x="18088" y="15264"/>
                </a:cubicBezTo>
                <a:cubicBezTo>
                  <a:pt x="17703" y="15264"/>
                  <a:pt x="17386" y="15600"/>
                  <a:pt x="17309" y="16056"/>
                </a:cubicBezTo>
                <a:cubicBezTo>
                  <a:pt x="17309" y="16068"/>
                  <a:pt x="17309" y="16080"/>
                  <a:pt x="17309" y="16092"/>
                </a:cubicBezTo>
                <a:cubicBezTo>
                  <a:pt x="17299" y="16140"/>
                  <a:pt x="17299" y="16200"/>
                  <a:pt x="17299" y="16248"/>
                </a:cubicBezTo>
                <a:cubicBezTo>
                  <a:pt x="17299" y="21600"/>
                  <a:pt x="17299" y="21600"/>
                  <a:pt x="17299" y="21600"/>
                </a:cubicBezTo>
                <a:cubicBezTo>
                  <a:pt x="13008" y="21600"/>
                  <a:pt x="13008" y="21600"/>
                  <a:pt x="13008" y="21600"/>
                </a:cubicBezTo>
                <a:cubicBezTo>
                  <a:pt x="12950" y="21600"/>
                  <a:pt x="12902" y="21600"/>
                  <a:pt x="12845" y="21588"/>
                </a:cubicBezTo>
                <a:cubicBezTo>
                  <a:pt x="12489" y="21492"/>
                  <a:pt x="12219" y="21096"/>
                  <a:pt x="12219" y="20616"/>
                </a:cubicBezTo>
                <a:cubicBezTo>
                  <a:pt x="12219" y="20376"/>
                  <a:pt x="12287" y="20148"/>
                  <a:pt x="12412" y="19980"/>
                </a:cubicBezTo>
                <a:cubicBezTo>
                  <a:pt x="12614" y="19596"/>
                  <a:pt x="12729" y="19140"/>
                  <a:pt x="12729" y="18648"/>
                </a:cubicBezTo>
                <a:cubicBezTo>
                  <a:pt x="12729" y="17316"/>
                  <a:pt x="11863" y="16224"/>
                  <a:pt x="10795" y="16224"/>
                </a:cubicBezTo>
                <a:cubicBezTo>
                  <a:pt x="9718" y="16224"/>
                  <a:pt x="8852" y="17316"/>
                  <a:pt x="8852" y="18648"/>
                </a:cubicBezTo>
                <a:cubicBezTo>
                  <a:pt x="8852" y="19116"/>
                  <a:pt x="8958" y="19548"/>
                  <a:pt x="9150" y="19920"/>
                </a:cubicBezTo>
                <a:cubicBezTo>
                  <a:pt x="9285" y="20100"/>
                  <a:pt x="9381" y="20340"/>
                  <a:pt x="9381" y="20616"/>
                </a:cubicBezTo>
                <a:cubicBezTo>
                  <a:pt x="9381" y="21156"/>
                  <a:pt x="9025" y="21600"/>
                  <a:pt x="8592" y="21600"/>
                </a:cubicBezTo>
                <a:cubicBezTo>
                  <a:pt x="8582" y="21600"/>
                  <a:pt x="8582" y="21600"/>
                  <a:pt x="8573" y="21600"/>
                </a:cubicBezTo>
                <a:cubicBezTo>
                  <a:pt x="8573" y="21600"/>
                  <a:pt x="8573" y="21600"/>
                  <a:pt x="8573" y="21600"/>
                </a:cubicBezTo>
                <a:cubicBezTo>
                  <a:pt x="4301" y="21600"/>
                  <a:pt x="4301" y="21600"/>
                  <a:pt x="4301" y="21600"/>
                </a:cubicBezTo>
                <a:cubicBezTo>
                  <a:pt x="4301" y="16248"/>
                  <a:pt x="4301" y="16248"/>
                  <a:pt x="4301" y="16248"/>
                </a:cubicBezTo>
                <a:cubicBezTo>
                  <a:pt x="4301" y="16248"/>
                  <a:pt x="4301" y="16248"/>
                  <a:pt x="4301" y="16248"/>
                </a:cubicBezTo>
                <a:cubicBezTo>
                  <a:pt x="4301" y="16248"/>
                  <a:pt x="4301" y="16236"/>
                  <a:pt x="4301" y="16236"/>
                </a:cubicBezTo>
                <a:cubicBezTo>
                  <a:pt x="4301" y="15696"/>
                  <a:pt x="3954" y="15252"/>
                  <a:pt x="3512" y="15252"/>
                </a:cubicBezTo>
                <a:cubicBezTo>
                  <a:pt x="3300" y="15252"/>
                  <a:pt x="3098" y="15360"/>
                  <a:pt x="2954" y="15540"/>
                </a:cubicBezTo>
                <a:cubicBezTo>
                  <a:pt x="2656" y="15768"/>
                  <a:pt x="2309" y="15900"/>
                  <a:pt x="1934" y="15900"/>
                </a:cubicBezTo>
                <a:cubicBezTo>
                  <a:pt x="866" y="15900"/>
                  <a:pt x="0" y="14820"/>
                  <a:pt x="0" y="13488"/>
                </a:cubicBezTo>
                <a:cubicBezTo>
                  <a:pt x="0" y="12156"/>
                  <a:pt x="866" y="11076"/>
                  <a:pt x="1934" y="11076"/>
                </a:cubicBezTo>
                <a:cubicBezTo>
                  <a:pt x="2328" y="11076"/>
                  <a:pt x="2694" y="11220"/>
                  <a:pt x="3002" y="11472"/>
                </a:cubicBezTo>
                <a:cubicBezTo>
                  <a:pt x="3137" y="11616"/>
                  <a:pt x="3319" y="11712"/>
                  <a:pt x="3512" y="11712"/>
                </a:cubicBezTo>
                <a:cubicBezTo>
                  <a:pt x="3897" y="11712"/>
                  <a:pt x="4214" y="11376"/>
                  <a:pt x="4291" y="10920"/>
                </a:cubicBezTo>
                <a:cubicBezTo>
                  <a:pt x="4301" y="10860"/>
                  <a:pt x="4301" y="10788"/>
                  <a:pt x="4301" y="10728"/>
                </a:cubicBezTo>
                <a:lnTo>
                  <a:pt x="4301" y="5376"/>
                </a:lnTo>
                <a:close/>
              </a:path>
            </a:pathLst>
          </a:custGeom>
          <a:solidFill>
            <a:srgbClr val="79B2E1"/>
          </a:solidFill>
          <a:ln w="28575">
            <a:solidFill>
              <a:srgbClr val="F8F4E9"/>
            </a:solidFill>
            <a:miter lim="400000"/>
          </a:ln>
        </p:spPr>
        <p:txBody>
          <a:bodyPr lIns="45719" rIns="45719" anchor="ctr"/>
          <a:lstStyle/>
          <a:p>
            <a:pPr defTabSz="914400">
              <a:lnSpc>
                <a:spcPct val="95000"/>
              </a:lnSpc>
              <a:spcBef>
                <a:spcPts val="800"/>
              </a:spcBef>
              <a:defRPr b="1" sz="2400">
                <a:solidFill>
                  <a:srgbClr val="FFFFFF"/>
                </a:solidFill>
                <a:latin typeface="Calibri"/>
                <a:ea typeface="Calibri"/>
                <a:cs typeface="Calibri"/>
                <a:sym typeface="Calibri"/>
              </a:defRPr>
            </a:pPr>
          </a:p>
        </p:txBody>
      </p:sp>
      <p:sp>
        <p:nvSpPr>
          <p:cNvPr id="4521" name="Shape 4521"/>
          <p:cNvSpPr/>
          <p:nvPr/>
        </p:nvSpPr>
        <p:spPr>
          <a:xfrm rot="18900000">
            <a:off x="11879772" y="5653532"/>
            <a:ext cx="6856746" cy="1041030"/>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defTabSz="914400">
              <a:lnSpc>
                <a:spcPct val="95000"/>
              </a:lnSpc>
              <a:spcBef>
                <a:spcPts val="800"/>
              </a:spcBef>
              <a:defRPr sz="3200">
                <a:solidFill>
                  <a:srgbClr val="FFFFFF"/>
                </a:solidFill>
                <a:latin typeface="Raleway SemiBold"/>
                <a:ea typeface="Raleway SemiBold"/>
                <a:cs typeface="Raleway SemiBold"/>
                <a:sym typeface="Raleway SemiBold"/>
              </a:defRPr>
            </a:lvl1pPr>
          </a:lstStyle>
          <a:p>
            <a:pPr/>
            <a:r>
              <a:t>Texto</a:t>
            </a:r>
          </a:p>
        </p:txBody>
      </p:sp>
      <p:sp>
        <p:nvSpPr>
          <p:cNvPr id="4522" name="Shape 4522"/>
          <p:cNvSpPr/>
          <p:nvPr/>
        </p:nvSpPr>
        <p:spPr>
          <a:xfrm rot="18900000">
            <a:off x="10324251" y="511852"/>
            <a:ext cx="4128792" cy="54853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7120" y="21600"/>
                  <a:pt x="7120" y="21600"/>
                  <a:pt x="7120" y="21600"/>
                </a:cubicBezTo>
                <a:cubicBezTo>
                  <a:pt x="7120" y="21600"/>
                  <a:pt x="7120" y="21600"/>
                  <a:pt x="7120" y="21600"/>
                </a:cubicBezTo>
                <a:cubicBezTo>
                  <a:pt x="7136" y="21600"/>
                  <a:pt x="7136" y="21600"/>
                  <a:pt x="7152" y="21600"/>
                </a:cubicBezTo>
                <a:cubicBezTo>
                  <a:pt x="7871" y="21600"/>
                  <a:pt x="8461" y="21156"/>
                  <a:pt x="8461" y="20615"/>
                </a:cubicBezTo>
                <a:cubicBezTo>
                  <a:pt x="8461" y="20339"/>
                  <a:pt x="8302" y="20086"/>
                  <a:pt x="8078" y="19918"/>
                </a:cubicBezTo>
                <a:cubicBezTo>
                  <a:pt x="7759" y="19546"/>
                  <a:pt x="7583" y="19101"/>
                  <a:pt x="7583" y="18633"/>
                </a:cubicBezTo>
                <a:cubicBezTo>
                  <a:pt x="7583" y="17299"/>
                  <a:pt x="9020" y="16218"/>
                  <a:pt x="10792" y="16218"/>
                </a:cubicBezTo>
                <a:cubicBezTo>
                  <a:pt x="12580" y="16218"/>
                  <a:pt x="14017" y="17299"/>
                  <a:pt x="14017" y="18633"/>
                </a:cubicBezTo>
                <a:cubicBezTo>
                  <a:pt x="14017" y="19125"/>
                  <a:pt x="13825" y="19582"/>
                  <a:pt x="13474" y="19966"/>
                </a:cubicBezTo>
                <a:cubicBezTo>
                  <a:pt x="13282" y="20134"/>
                  <a:pt x="13171" y="20363"/>
                  <a:pt x="13171" y="20615"/>
                </a:cubicBezTo>
                <a:cubicBezTo>
                  <a:pt x="13171" y="21083"/>
                  <a:pt x="13618" y="21492"/>
                  <a:pt x="14208" y="21576"/>
                </a:cubicBezTo>
                <a:cubicBezTo>
                  <a:pt x="14304" y="21588"/>
                  <a:pt x="14384" y="21600"/>
                  <a:pt x="14480" y="21600"/>
                </a:cubicBezTo>
                <a:cubicBezTo>
                  <a:pt x="21600" y="21600"/>
                  <a:pt x="21600" y="21600"/>
                  <a:pt x="21600" y="21600"/>
                </a:cubicBezTo>
                <a:cubicBezTo>
                  <a:pt x="21600" y="16266"/>
                  <a:pt x="21600" y="16266"/>
                  <a:pt x="21600" y="16266"/>
                </a:cubicBezTo>
                <a:cubicBezTo>
                  <a:pt x="21600" y="16266"/>
                  <a:pt x="21600" y="16266"/>
                  <a:pt x="21600" y="16266"/>
                </a:cubicBezTo>
                <a:cubicBezTo>
                  <a:pt x="21600" y="16254"/>
                  <a:pt x="21600" y="16254"/>
                  <a:pt x="21600" y="16242"/>
                </a:cubicBezTo>
                <a:cubicBezTo>
                  <a:pt x="21600" y="15701"/>
                  <a:pt x="21009" y="15257"/>
                  <a:pt x="20291" y="15257"/>
                </a:cubicBezTo>
                <a:cubicBezTo>
                  <a:pt x="19924" y="15257"/>
                  <a:pt x="19604" y="15377"/>
                  <a:pt x="19365" y="15545"/>
                </a:cubicBezTo>
                <a:cubicBezTo>
                  <a:pt x="18870" y="15786"/>
                  <a:pt x="18279" y="15918"/>
                  <a:pt x="17657" y="15918"/>
                </a:cubicBezTo>
                <a:cubicBezTo>
                  <a:pt x="15885" y="15918"/>
                  <a:pt x="14448" y="14836"/>
                  <a:pt x="14448" y="13491"/>
                </a:cubicBezTo>
                <a:cubicBezTo>
                  <a:pt x="14448" y="12158"/>
                  <a:pt x="15885" y="11076"/>
                  <a:pt x="17657" y="11076"/>
                </a:cubicBezTo>
                <a:cubicBezTo>
                  <a:pt x="18311" y="11076"/>
                  <a:pt x="18918" y="11220"/>
                  <a:pt x="19429" y="11473"/>
                </a:cubicBezTo>
                <a:cubicBezTo>
                  <a:pt x="19668" y="11629"/>
                  <a:pt x="19956" y="11713"/>
                  <a:pt x="20291" y="11713"/>
                </a:cubicBezTo>
                <a:cubicBezTo>
                  <a:pt x="20914" y="11713"/>
                  <a:pt x="21456" y="11377"/>
                  <a:pt x="21568" y="10932"/>
                </a:cubicBezTo>
                <a:cubicBezTo>
                  <a:pt x="21584" y="10860"/>
                  <a:pt x="21600" y="10800"/>
                  <a:pt x="21600" y="10728"/>
                </a:cubicBezTo>
                <a:cubicBezTo>
                  <a:pt x="21600" y="5370"/>
                  <a:pt x="21600" y="5370"/>
                  <a:pt x="21600" y="5370"/>
                </a:cubicBezTo>
                <a:cubicBezTo>
                  <a:pt x="14480" y="5370"/>
                  <a:pt x="14480" y="5370"/>
                  <a:pt x="14480" y="5370"/>
                </a:cubicBezTo>
                <a:cubicBezTo>
                  <a:pt x="14400" y="5370"/>
                  <a:pt x="14336" y="5370"/>
                  <a:pt x="14256" y="5358"/>
                </a:cubicBezTo>
                <a:cubicBezTo>
                  <a:pt x="14240" y="5358"/>
                  <a:pt x="14224" y="5358"/>
                  <a:pt x="14208" y="5358"/>
                </a:cubicBezTo>
                <a:cubicBezTo>
                  <a:pt x="13618" y="5262"/>
                  <a:pt x="13171" y="4865"/>
                  <a:pt x="13171" y="4385"/>
                </a:cubicBezTo>
                <a:cubicBezTo>
                  <a:pt x="13171" y="4145"/>
                  <a:pt x="13282" y="3916"/>
                  <a:pt x="13474" y="3748"/>
                </a:cubicBezTo>
                <a:cubicBezTo>
                  <a:pt x="13825" y="3364"/>
                  <a:pt x="14017" y="2907"/>
                  <a:pt x="14017" y="2415"/>
                </a:cubicBezTo>
                <a:cubicBezTo>
                  <a:pt x="14017" y="1081"/>
                  <a:pt x="12580" y="0"/>
                  <a:pt x="10792" y="0"/>
                </a:cubicBezTo>
                <a:cubicBezTo>
                  <a:pt x="9020" y="0"/>
                  <a:pt x="7583" y="1081"/>
                  <a:pt x="7583" y="2415"/>
                </a:cubicBezTo>
                <a:cubicBezTo>
                  <a:pt x="7583" y="2883"/>
                  <a:pt x="7759" y="3316"/>
                  <a:pt x="8078" y="3688"/>
                </a:cubicBezTo>
                <a:cubicBezTo>
                  <a:pt x="8302" y="3868"/>
                  <a:pt x="8461" y="4121"/>
                  <a:pt x="8461" y="4385"/>
                </a:cubicBezTo>
                <a:cubicBezTo>
                  <a:pt x="8461" y="4877"/>
                  <a:pt x="7982" y="5286"/>
                  <a:pt x="7360" y="5358"/>
                </a:cubicBezTo>
                <a:cubicBezTo>
                  <a:pt x="7280" y="5370"/>
                  <a:pt x="7216" y="5370"/>
                  <a:pt x="7152" y="5370"/>
                </a:cubicBezTo>
                <a:cubicBezTo>
                  <a:pt x="7136" y="5370"/>
                  <a:pt x="7136" y="5370"/>
                  <a:pt x="7120" y="5370"/>
                </a:cubicBezTo>
                <a:cubicBezTo>
                  <a:pt x="7120" y="5370"/>
                  <a:pt x="7120" y="5370"/>
                  <a:pt x="7120" y="5370"/>
                </a:cubicBezTo>
                <a:cubicBezTo>
                  <a:pt x="0" y="5370"/>
                  <a:pt x="0" y="5370"/>
                  <a:pt x="0" y="5370"/>
                </a:cubicBezTo>
                <a:cubicBezTo>
                  <a:pt x="0" y="10704"/>
                  <a:pt x="0" y="10704"/>
                  <a:pt x="0" y="10704"/>
                </a:cubicBezTo>
                <a:cubicBezTo>
                  <a:pt x="0" y="10704"/>
                  <a:pt x="0" y="10704"/>
                  <a:pt x="0" y="10704"/>
                </a:cubicBezTo>
                <a:cubicBezTo>
                  <a:pt x="0" y="10716"/>
                  <a:pt x="0" y="10716"/>
                  <a:pt x="0" y="10716"/>
                </a:cubicBezTo>
                <a:cubicBezTo>
                  <a:pt x="0" y="11269"/>
                  <a:pt x="591" y="11713"/>
                  <a:pt x="1309" y="11713"/>
                </a:cubicBezTo>
                <a:cubicBezTo>
                  <a:pt x="1676" y="11713"/>
                  <a:pt x="1996" y="11593"/>
                  <a:pt x="2235" y="11413"/>
                </a:cubicBezTo>
                <a:cubicBezTo>
                  <a:pt x="2730" y="11184"/>
                  <a:pt x="3321" y="11052"/>
                  <a:pt x="3943" y="11052"/>
                </a:cubicBezTo>
                <a:cubicBezTo>
                  <a:pt x="5715" y="11052"/>
                  <a:pt x="7152" y="12133"/>
                  <a:pt x="7152" y="13467"/>
                </a:cubicBezTo>
                <a:cubicBezTo>
                  <a:pt x="7152" y="14812"/>
                  <a:pt x="5715" y="15894"/>
                  <a:pt x="3943" y="15894"/>
                </a:cubicBezTo>
                <a:cubicBezTo>
                  <a:pt x="3289" y="15894"/>
                  <a:pt x="2682" y="15737"/>
                  <a:pt x="2171" y="15485"/>
                </a:cubicBezTo>
                <a:cubicBezTo>
                  <a:pt x="1932" y="15341"/>
                  <a:pt x="1644" y="15245"/>
                  <a:pt x="1309" y="15245"/>
                </a:cubicBezTo>
                <a:cubicBezTo>
                  <a:pt x="686" y="15245"/>
                  <a:pt x="144" y="15593"/>
                  <a:pt x="32" y="16038"/>
                </a:cubicBezTo>
                <a:cubicBezTo>
                  <a:pt x="16" y="16110"/>
                  <a:pt x="0" y="16170"/>
                  <a:pt x="0" y="16242"/>
                </a:cubicBezTo>
                <a:cubicBezTo>
                  <a:pt x="0" y="21600"/>
                  <a:pt x="0" y="21600"/>
                  <a:pt x="0" y="21600"/>
                </a:cubicBezTo>
                <a:close/>
              </a:path>
            </a:pathLst>
          </a:custGeom>
          <a:solidFill>
            <a:srgbClr val="144973"/>
          </a:solidFill>
          <a:ln w="28575">
            <a:solidFill>
              <a:srgbClr val="F8F4E9"/>
            </a:solidFill>
            <a:miter lim="400000"/>
          </a:ln>
        </p:spPr>
        <p:txBody>
          <a:bodyPr lIns="45719" rIns="45719" anchor="ctr"/>
          <a:lstStyle/>
          <a:p>
            <a:pPr defTabSz="914400">
              <a:lnSpc>
                <a:spcPct val="95000"/>
              </a:lnSpc>
              <a:spcBef>
                <a:spcPts val="800"/>
              </a:spcBef>
              <a:defRPr sz="2200">
                <a:solidFill>
                  <a:srgbClr val="FFFFFF"/>
                </a:solidFill>
                <a:latin typeface="Lato Regular"/>
                <a:ea typeface="Lato Regular"/>
                <a:cs typeface="Lato Regular"/>
                <a:sym typeface="Lato Regular"/>
              </a:defRPr>
            </a:pPr>
          </a:p>
        </p:txBody>
      </p:sp>
      <p:sp>
        <p:nvSpPr>
          <p:cNvPr id="4523" name="Shape 4523"/>
          <p:cNvSpPr/>
          <p:nvPr/>
        </p:nvSpPr>
        <p:spPr>
          <a:xfrm rot="2700000">
            <a:off x="10324251" y="2823778"/>
            <a:ext cx="4128792" cy="861542"/>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defTabSz="914400">
              <a:lnSpc>
                <a:spcPct val="95000"/>
              </a:lnSpc>
              <a:spcBef>
                <a:spcPts val="800"/>
              </a:spcBef>
              <a:defRPr sz="3200">
                <a:solidFill>
                  <a:srgbClr val="FFFFFF"/>
                </a:solidFill>
                <a:latin typeface="Raleway SemiBold"/>
                <a:ea typeface="Raleway SemiBold"/>
                <a:cs typeface="Raleway SemiBold"/>
                <a:sym typeface="Raleway SemiBold"/>
              </a:defRPr>
            </a:lvl1pPr>
          </a:lstStyle>
          <a:p>
            <a:pPr/>
            <a:r>
              <a:t>Texto</a:t>
            </a:r>
          </a:p>
        </p:txBody>
      </p:sp>
      <p:sp>
        <p:nvSpPr>
          <p:cNvPr id="4524" name="Shape 4524"/>
          <p:cNvSpPr/>
          <p:nvPr/>
        </p:nvSpPr>
        <p:spPr>
          <a:xfrm rot="18900000">
            <a:off x="6520410" y="4589281"/>
            <a:ext cx="6856746" cy="4128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67" y="7583"/>
                </a:moveTo>
                <a:cubicBezTo>
                  <a:pt x="19292" y="7583"/>
                  <a:pt x="18936" y="7759"/>
                  <a:pt x="18638" y="8062"/>
                </a:cubicBezTo>
                <a:cubicBezTo>
                  <a:pt x="18494" y="8302"/>
                  <a:pt x="18301" y="8461"/>
                  <a:pt x="18080" y="8461"/>
                </a:cubicBezTo>
                <a:cubicBezTo>
                  <a:pt x="17647" y="8461"/>
                  <a:pt x="17292" y="7871"/>
                  <a:pt x="17292" y="7136"/>
                </a:cubicBezTo>
                <a:cubicBezTo>
                  <a:pt x="17292" y="7136"/>
                  <a:pt x="17292" y="7136"/>
                  <a:pt x="17292" y="7120"/>
                </a:cubicBezTo>
                <a:cubicBezTo>
                  <a:pt x="17292" y="7120"/>
                  <a:pt x="17292" y="7120"/>
                  <a:pt x="17292" y="7120"/>
                </a:cubicBezTo>
                <a:cubicBezTo>
                  <a:pt x="17292" y="0"/>
                  <a:pt x="17292" y="0"/>
                  <a:pt x="17292" y="0"/>
                </a:cubicBezTo>
                <a:cubicBezTo>
                  <a:pt x="13022" y="0"/>
                  <a:pt x="13022" y="0"/>
                  <a:pt x="13022" y="0"/>
                </a:cubicBezTo>
                <a:cubicBezTo>
                  <a:pt x="13022" y="0"/>
                  <a:pt x="13022" y="0"/>
                  <a:pt x="13022" y="0"/>
                </a:cubicBezTo>
                <a:cubicBezTo>
                  <a:pt x="13022" y="0"/>
                  <a:pt x="13012" y="0"/>
                  <a:pt x="13012" y="0"/>
                </a:cubicBezTo>
                <a:cubicBezTo>
                  <a:pt x="12579" y="0"/>
                  <a:pt x="12223" y="591"/>
                  <a:pt x="12223" y="1309"/>
                </a:cubicBezTo>
                <a:cubicBezTo>
                  <a:pt x="12223" y="1676"/>
                  <a:pt x="12310" y="1996"/>
                  <a:pt x="12454" y="2235"/>
                </a:cubicBezTo>
                <a:cubicBezTo>
                  <a:pt x="12637" y="2730"/>
                  <a:pt x="12743" y="3321"/>
                  <a:pt x="12743" y="3943"/>
                </a:cubicBezTo>
                <a:cubicBezTo>
                  <a:pt x="12743" y="5715"/>
                  <a:pt x="11877" y="7152"/>
                  <a:pt x="10810" y="7152"/>
                </a:cubicBezTo>
                <a:cubicBezTo>
                  <a:pt x="9742" y="7152"/>
                  <a:pt x="8877" y="5715"/>
                  <a:pt x="8877" y="3943"/>
                </a:cubicBezTo>
                <a:cubicBezTo>
                  <a:pt x="8877" y="3289"/>
                  <a:pt x="8992" y="2682"/>
                  <a:pt x="9194" y="2171"/>
                </a:cubicBezTo>
                <a:cubicBezTo>
                  <a:pt x="9309" y="1932"/>
                  <a:pt x="9386" y="1644"/>
                  <a:pt x="9386" y="1309"/>
                </a:cubicBezTo>
                <a:cubicBezTo>
                  <a:pt x="9386" y="671"/>
                  <a:pt x="9117" y="144"/>
                  <a:pt x="8752" y="32"/>
                </a:cubicBezTo>
                <a:cubicBezTo>
                  <a:pt x="8703" y="16"/>
                  <a:pt x="8655" y="0"/>
                  <a:pt x="8598" y="0"/>
                </a:cubicBezTo>
                <a:cubicBezTo>
                  <a:pt x="4308" y="0"/>
                  <a:pt x="4308" y="0"/>
                  <a:pt x="4308" y="0"/>
                </a:cubicBezTo>
                <a:cubicBezTo>
                  <a:pt x="4308" y="7120"/>
                  <a:pt x="4308" y="7120"/>
                  <a:pt x="4308" y="7120"/>
                </a:cubicBezTo>
                <a:cubicBezTo>
                  <a:pt x="4308" y="7200"/>
                  <a:pt x="4299" y="7264"/>
                  <a:pt x="4299" y="7328"/>
                </a:cubicBezTo>
                <a:cubicBezTo>
                  <a:pt x="4289" y="7360"/>
                  <a:pt x="4289" y="7376"/>
                  <a:pt x="4289" y="7392"/>
                </a:cubicBezTo>
                <a:cubicBezTo>
                  <a:pt x="4222" y="7982"/>
                  <a:pt x="3895" y="8429"/>
                  <a:pt x="3520" y="8429"/>
                </a:cubicBezTo>
                <a:cubicBezTo>
                  <a:pt x="3318" y="8429"/>
                  <a:pt x="3145" y="8318"/>
                  <a:pt x="3001" y="8110"/>
                </a:cubicBezTo>
                <a:cubicBezTo>
                  <a:pt x="2693" y="7775"/>
                  <a:pt x="2327" y="7583"/>
                  <a:pt x="1933" y="7583"/>
                </a:cubicBezTo>
                <a:cubicBezTo>
                  <a:pt x="866" y="7583"/>
                  <a:pt x="0" y="9020"/>
                  <a:pt x="0" y="10792"/>
                </a:cubicBezTo>
                <a:cubicBezTo>
                  <a:pt x="0" y="12580"/>
                  <a:pt x="866" y="14017"/>
                  <a:pt x="1933" y="14017"/>
                </a:cubicBezTo>
                <a:cubicBezTo>
                  <a:pt x="2308" y="14017"/>
                  <a:pt x="2664" y="13841"/>
                  <a:pt x="2962" y="13522"/>
                </a:cubicBezTo>
                <a:cubicBezTo>
                  <a:pt x="3106" y="13282"/>
                  <a:pt x="3299" y="13139"/>
                  <a:pt x="3520" y="13139"/>
                </a:cubicBezTo>
                <a:cubicBezTo>
                  <a:pt x="3914" y="13139"/>
                  <a:pt x="4232" y="13618"/>
                  <a:pt x="4299" y="14240"/>
                </a:cubicBezTo>
                <a:cubicBezTo>
                  <a:pt x="4299" y="14304"/>
                  <a:pt x="4308" y="14384"/>
                  <a:pt x="4308" y="14448"/>
                </a:cubicBezTo>
                <a:cubicBezTo>
                  <a:pt x="4308" y="14464"/>
                  <a:pt x="4308" y="14464"/>
                  <a:pt x="4308" y="14464"/>
                </a:cubicBezTo>
                <a:cubicBezTo>
                  <a:pt x="4308" y="14464"/>
                  <a:pt x="4308" y="14464"/>
                  <a:pt x="4308" y="14464"/>
                </a:cubicBezTo>
                <a:cubicBezTo>
                  <a:pt x="4308" y="21600"/>
                  <a:pt x="4308" y="21600"/>
                  <a:pt x="4308" y="21600"/>
                </a:cubicBezTo>
                <a:cubicBezTo>
                  <a:pt x="8578" y="21600"/>
                  <a:pt x="8578" y="21600"/>
                  <a:pt x="8578" y="21600"/>
                </a:cubicBezTo>
                <a:cubicBezTo>
                  <a:pt x="8578" y="21600"/>
                  <a:pt x="8578" y="21600"/>
                  <a:pt x="8578" y="21600"/>
                </a:cubicBezTo>
                <a:cubicBezTo>
                  <a:pt x="8578" y="21600"/>
                  <a:pt x="8588" y="21600"/>
                  <a:pt x="8588" y="21600"/>
                </a:cubicBezTo>
                <a:cubicBezTo>
                  <a:pt x="9021" y="21600"/>
                  <a:pt x="9377" y="21009"/>
                  <a:pt x="9377" y="20291"/>
                </a:cubicBezTo>
                <a:cubicBezTo>
                  <a:pt x="9377" y="19924"/>
                  <a:pt x="9290" y="19588"/>
                  <a:pt x="9146" y="19365"/>
                </a:cubicBezTo>
                <a:cubicBezTo>
                  <a:pt x="8963" y="18870"/>
                  <a:pt x="8857" y="18279"/>
                  <a:pt x="8857" y="17657"/>
                </a:cubicBezTo>
                <a:cubicBezTo>
                  <a:pt x="8857" y="15885"/>
                  <a:pt x="9723" y="14448"/>
                  <a:pt x="10790" y="14448"/>
                </a:cubicBezTo>
                <a:cubicBezTo>
                  <a:pt x="11858" y="14448"/>
                  <a:pt x="12723" y="15885"/>
                  <a:pt x="12723" y="17657"/>
                </a:cubicBezTo>
                <a:cubicBezTo>
                  <a:pt x="12723" y="18311"/>
                  <a:pt x="12608" y="18918"/>
                  <a:pt x="12406" y="19429"/>
                </a:cubicBezTo>
                <a:cubicBezTo>
                  <a:pt x="12291" y="19652"/>
                  <a:pt x="12214" y="19956"/>
                  <a:pt x="12214" y="20291"/>
                </a:cubicBezTo>
                <a:cubicBezTo>
                  <a:pt x="12214" y="20914"/>
                  <a:pt x="12483" y="21456"/>
                  <a:pt x="12848" y="21568"/>
                </a:cubicBezTo>
                <a:cubicBezTo>
                  <a:pt x="12897" y="21584"/>
                  <a:pt x="12954" y="21600"/>
                  <a:pt x="13002" y="21600"/>
                </a:cubicBezTo>
                <a:cubicBezTo>
                  <a:pt x="17292" y="21600"/>
                  <a:pt x="17292" y="21600"/>
                  <a:pt x="17292" y="21600"/>
                </a:cubicBezTo>
                <a:cubicBezTo>
                  <a:pt x="17292" y="14480"/>
                  <a:pt x="17292" y="14480"/>
                  <a:pt x="17292" y="14480"/>
                </a:cubicBezTo>
                <a:cubicBezTo>
                  <a:pt x="17292" y="14384"/>
                  <a:pt x="17301" y="14304"/>
                  <a:pt x="17311" y="14208"/>
                </a:cubicBezTo>
                <a:cubicBezTo>
                  <a:pt x="17378" y="13618"/>
                  <a:pt x="17705" y="13155"/>
                  <a:pt x="18080" y="13155"/>
                </a:cubicBezTo>
                <a:cubicBezTo>
                  <a:pt x="18282" y="13155"/>
                  <a:pt x="18455" y="13282"/>
                  <a:pt x="18599" y="13474"/>
                </a:cubicBezTo>
                <a:cubicBezTo>
                  <a:pt x="18907" y="13809"/>
                  <a:pt x="19273" y="14017"/>
                  <a:pt x="19667" y="14017"/>
                </a:cubicBezTo>
                <a:cubicBezTo>
                  <a:pt x="20734" y="14017"/>
                  <a:pt x="21600" y="12580"/>
                  <a:pt x="21600" y="10792"/>
                </a:cubicBezTo>
                <a:cubicBezTo>
                  <a:pt x="21600" y="9020"/>
                  <a:pt x="20734" y="7583"/>
                  <a:pt x="19667" y="7583"/>
                </a:cubicBezTo>
                <a:close/>
              </a:path>
            </a:pathLst>
          </a:custGeom>
          <a:solidFill>
            <a:srgbClr val="41C2CB"/>
          </a:solidFill>
          <a:ln w="28575">
            <a:solidFill>
              <a:srgbClr val="F8F4E9"/>
            </a:solidFill>
            <a:miter lim="400000"/>
          </a:ln>
        </p:spPr>
        <p:txBody>
          <a:bodyPr lIns="45719" rIns="45719" anchor="ctr"/>
          <a:lstStyle/>
          <a:p>
            <a:pPr defTabSz="914400">
              <a:lnSpc>
                <a:spcPct val="95000"/>
              </a:lnSpc>
              <a:spcBef>
                <a:spcPts val="800"/>
              </a:spcBef>
              <a:defRPr sz="1800">
                <a:solidFill>
                  <a:srgbClr val="FFFFFF"/>
                </a:solidFill>
                <a:latin typeface="Calibri"/>
                <a:ea typeface="Calibri"/>
                <a:cs typeface="Calibri"/>
                <a:sym typeface="Calibri"/>
              </a:defRPr>
            </a:pPr>
          </a:p>
        </p:txBody>
      </p:sp>
      <p:sp>
        <p:nvSpPr>
          <p:cNvPr id="4525" name="Shape 4525"/>
          <p:cNvSpPr/>
          <p:nvPr/>
        </p:nvSpPr>
        <p:spPr>
          <a:xfrm rot="18900000">
            <a:off x="6520410" y="6222905"/>
            <a:ext cx="6856746" cy="861542"/>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defTabSz="914400">
              <a:lnSpc>
                <a:spcPct val="95000"/>
              </a:lnSpc>
              <a:spcBef>
                <a:spcPts val="800"/>
              </a:spcBef>
              <a:defRPr sz="3200">
                <a:solidFill>
                  <a:srgbClr val="FFFFFF"/>
                </a:solidFill>
                <a:latin typeface="Raleway SemiBold"/>
                <a:ea typeface="Raleway SemiBold"/>
                <a:cs typeface="Raleway SemiBold"/>
                <a:sym typeface="Raleway SemiBold"/>
              </a:defRPr>
            </a:lvl1pPr>
          </a:lstStyle>
          <a:p>
            <a:pPr/>
            <a:r>
              <a:t>Texto</a:t>
            </a:r>
          </a:p>
        </p:txBody>
      </p:sp>
      <p:sp>
        <p:nvSpPr>
          <p:cNvPr id="4526" name="Shape 4526"/>
          <p:cNvSpPr/>
          <p:nvPr/>
        </p:nvSpPr>
        <p:spPr>
          <a:xfrm rot="18900000">
            <a:off x="10797591" y="6147410"/>
            <a:ext cx="4136169" cy="68567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011" y="19667"/>
                </a:moveTo>
                <a:cubicBezTo>
                  <a:pt x="14011" y="19282"/>
                  <a:pt x="13836" y="18936"/>
                  <a:pt x="13532" y="18638"/>
                </a:cubicBezTo>
                <a:cubicBezTo>
                  <a:pt x="13292" y="18494"/>
                  <a:pt x="13149" y="18301"/>
                  <a:pt x="13149" y="18080"/>
                </a:cubicBezTo>
                <a:cubicBezTo>
                  <a:pt x="13149" y="17647"/>
                  <a:pt x="13740" y="17292"/>
                  <a:pt x="14459" y="17292"/>
                </a:cubicBezTo>
                <a:cubicBezTo>
                  <a:pt x="14459" y="17292"/>
                  <a:pt x="14475" y="17292"/>
                  <a:pt x="14475" y="17292"/>
                </a:cubicBezTo>
                <a:cubicBezTo>
                  <a:pt x="14475" y="17292"/>
                  <a:pt x="14475" y="17292"/>
                  <a:pt x="14475" y="17292"/>
                </a:cubicBezTo>
                <a:cubicBezTo>
                  <a:pt x="21600" y="17292"/>
                  <a:pt x="21600" y="17292"/>
                  <a:pt x="21600" y="17292"/>
                </a:cubicBezTo>
                <a:cubicBezTo>
                  <a:pt x="21600" y="13022"/>
                  <a:pt x="21600" y="13022"/>
                  <a:pt x="21600" y="13022"/>
                </a:cubicBezTo>
                <a:cubicBezTo>
                  <a:pt x="21600" y="13022"/>
                  <a:pt x="21600" y="13022"/>
                  <a:pt x="21600" y="13022"/>
                </a:cubicBezTo>
                <a:cubicBezTo>
                  <a:pt x="21600" y="13022"/>
                  <a:pt x="21600" y="13012"/>
                  <a:pt x="21600" y="13012"/>
                </a:cubicBezTo>
                <a:cubicBezTo>
                  <a:pt x="21600" y="12579"/>
                  <a:pt x="21025" y="12223"/>
                  <a:pt x="20290" y="12223"/>
                </a:cubicBezTo>
                <a:cubicBezTo>
                  <a:pt x="19938" y="12223"/>
                  <a:pt x="19603" y="12310"/>
                  <a:pt x="19363" y="12454"/>
                </a:cubicBezTo>
                <a:cubicBezTo>
                  <a:pt x="18868" y="12637"/>
                  <a:pt x="18293" y="12743"/>
                  <a:pt x="17670" y="12743"/>
                </a:cubicBezTo>
                <a:cubicBezTo>
                  <a:pt x="15896" y="12743"/>
                  <a:pt x="14459" y="11877"/>
                  <a:pt x="14459" y="10810"/>
                </a:cubicBezTo>
                <a:cubicBezTo>
                  <a:pt x="14459" y="9742"/>
                  <a:pt x="15896" y="8877"/>
                  <a:pt x="17670" y="8877"/>
                </a:cubicBezTo>
                <a:cubicBezTo>
                  <a:pt x="18325" y="8877"/>
                  <a:pt x="18932" y="8992"/>
                  <a:pt x="19443" y="9194"/>
                </a:cubicBezTo>
                <a:cubicBezTo>
                  <a:pt x="19667" y="9309"/>
                  <a:pt x="19970" y="9386"/>
                  <a:pt x="20290" y="9386"/>
                </a:cubicBezTo>
                <a:cubicBezTo>
                  <a:pt x="20929" y="9386"/>
                  <a:pt x="21456" y="9117"/>
                  <a:pt x="21584" y="8752"/>
                </a:cubicBezTo>
                <a:cubicBezTo>
                  <a:pt x="21600" y="8703"/>
                  <a:pt x="21600" y="8646"/>
                  <a:pt x="21600" y="8598"/>
                </a:cubicBezTo>
                <a:cubicBezTo>
                  <a:pt x="21600" y="4308"/>
                  <a:pt x="21600" y="4308"/>
                  <a:pt x="21600" y="4308"/>
                </a:cubicBezTo>
                <a:cubicBezTo>
                  <a:pt x="14475" y="4308"/>
                  <a:pt x="14475" y="4308"/>
                  <a:pt x="14475" y="4308"/>
                </a:cubicBezTo>
                <a:cubicBezTo>
                  <a:pt x="14411" y="4308"/>
                  <a:pt x="14331" y="4299"/>
                  <a:pt x="14267" y="4299"/>
                </a:cubicBezTo>
                <a:cubicBezTo>
                  <a:pt x="14251" y="4289"/>
                  <a:pt x="14235" y="4289"/>
                  <a:pt x="14219" y="4289"/>
                </a:cubicBezTo>
                <a:cubicBezTo>
                  <a:pt x="13612" y="4212"/>
                  <a:pt x="13164" y="3895"/>
                  <a:pt x="13164" y="3520"/>
                </a:cubicBezTo>
                <a:cubicBezTo>
                  <a:pt x="13164" y="3318"/>
                  <a:pt x="13292" y="3135"/>
                  <a:pt x="13484" y="3001"/>
                </a:cubicBezTo>
                <a:cubicBezTo>
                  <a:pt x="13820" y="2693"/>
                  <a:pt x="14011" y="2327"/>
                  <a:pt x="14011" y="1933"/>
                </a:cubicBezTo>
                <a:cubicBezTo>
                  <a:pt x="14011" y="866"/>
                  <a:pt x="12573" y="0"/>
                  <a:pt x="10800" y="0"/>
                </a:cubicBezTo>
                <a:cubicBezTo>
                  <a:pt x="9027" y="0"/>
                  <a:pt x="7589" y="866"/>
                  <a:pt x="7589" y="1933"/>
                </a:cubicBezTo>
                <a:cubicBezTo>
                  <a:pt x="7589" y="2308"/>
                  <a:pt x="7764" y="2664"/>
                  <a:pt x="8068" y="2962"/>
                </a:cubicBezTo>
                <a:cubicBezTo>
                  <a:pt x="8308" y="3097"/>
                  <a:pt x="8451" y="3299"/>
                  <a:pt x="8451" y="3520"/>
                </a:cubicBezTo>
                <a:cubicBezTo>
                  <a:pt x="8451" y="3905"/>
                  <a:pt x="7972" y="4232"/>
                  <a:pt x="7349" y="4299"/>
                </a:cubicBezTo>
                <a:cubicBezTo>
                  <a:pt x="7285" y="4299"/>
                  <a:pt x="7221" y="4308"/>
                  <a:pt x="7141" y="4308"/>
                </a:cubicBezTo>
                <a:cubicBezTo>
                  <a:pt x="7141" y="4308"/>
                  <a:pt x="7125" y="4308"/>
                  <a:pt x="7125" y="4308"/>
                </a:cubicBezTo>
                <a:cubicBezTo>
                  <a:pt x="7125" y="4308"/>
                  <a:pt x="7125" y="4308"/>
                  <a:pt x="7125" y="4308"/>
                </a:cubicBezTo>
                <a:cubicBezTo>
                  <a:pt x="0" y="4308"/>
                  <a:pt x="0" y="4308"/>
                  <a:pt x="0" y="4308"/>
                </a:cubicBezTo>
                <a:cubicBezTo>
                  <a:pt x="0" y="8578"/>
                  <a:pt x="0" y="8578"/>
                  <a:pt x="0" y="8578"/>
                </a:cubicBezTo>
                <a:cubicBezTo>
                  <a:pt x="0" y="8578"/>
                  <a:pt x="0" y="8578"/>
                  <a:pt x="0" y="8578"/>
                </a:cubicBezTo>
                <a:cubicBezTo>
                  <a:pt x="0" y="8578"/>
                  <a:pt x="0" y="8588"/>
                  <a:pt x="0" y="8588"/>
                </a:cubicBezTo>
                <a:cubicBezTo>
                  <a:pt x="0" y="9021"/>
                  <a:pt x="575" y="9377"/>
                  <a:pt x="1310" y="9377"/>
                </a:cubicBezTo>
                <a:cubicBezTo>
                  <a:pt x="1662" y="9377"/>
                  <a:pt x="1997" y="9290"/>
                  <a:pt x="2237" y="9146"/>
                </a:cubicBezTo>
                <a:cubicBezTo>
                  <a:pt x="2732" y="8963"/>
                  <a:pt x="3307" y="8857"/>
                  <a:pt x="3930" y="8857"/>
                </a:cubicBezTo>
                <a:cubicBezTo>
                  <a:pt x="5704" y="8857"/>
                  <a:pt x="7141" y="9723"/>
                  <a:pt x="7141" y="10790"/>
                </a:cubicBezTo>
                <a:cubicBezTo>
                  <a:pt x="7141" y="11858"/>
                  <a:pt x="5704" y="12723"/>
                  <a:pt x="3930" y="12723"/>
                </a:cubicBezTo>
                <a:cubicBezTo>
                  <a:pt x="3275" y="12723"/>
                  <a:pt x="2668" y="12608"/>
                  <a:pt x="2157" y="12406"/>
                </a:cubicBezTo>
                <a:cubicBezTo>
                  <a:pt x="1933" y="12281"/>
                  <a:pt x="1630" y="12214"/>
                  <a:pt x="1310" y="12214"/>
                </a:cubicBezTo>
                <a:cubicBezTo>
                  <a:pt x="671" y="12214"/>
                  <a:pt x="144" y="12483"/>
                  <a:pt x="16" y="12848"/>
                </a:cubicBezTo>
                <a:cubicBezTo>
                  <a:pt x="0" y="12897"/>
                  <a:pt x="0" y="12945"/>
                  <a:pt x="0" y="13002"/>
                </a:cubicBezTo>
                <a:cubicBezTo>
                  <a:pt x="0" y="17292"/>
                  <a:pt x="0" y="17292"/>
                  <a:pt x="0" y="17292"/>
                </a:cubicBezTo>
                <a:cubicBezTo>
                  <a:pt x="7125" y="17292"/>
                  <a:pt x="7125" y="17292"/>
                  <a:pt x="7125" y="17292"/>
                </a:cubicBezTo>
                <a:cubicBezTo>
                  <a:pt x="7205" y="17292"/>
                  <a:pt x="7301" y="17301"/>
                  <a:pt x="7381" y="17311"/>
                </a:cubicBezTo>
                <a:cubicBezTo>
                  <a:pt x="7988" y="17378"/>
                  <a:pt x="8436" y="17695"/>
                  <a:pt x="8436" y="18080"/>
                </a:cubicBezTo>
                <a:cubicBezTo>
                  <a:pt x="8436" y="18282"/>
                  <a:pt x="8308" y="18455"/>
                  <a:pt x="8116" y="18599"/>
                </a:cubicBezTo>
                <a:cubicBezTo>
                  <a:pt x="7780" y="18898"/>
                  <a:pt x="7589" y="19273"/>
                  <a:pt x="7589" y="19667"/>
                </a:cubicBezTo>
                <a:cubicBezTo>
                  <a:pt x="7589" y="20734"/>
                  <a:pt x="9027" y="21600"/>
                  <a:pt x="10800" y="21600"/>
                </a:cubicBezTo>
                <a:cubicBezTo>
                  <a:pt x="12573" y="21600"/>
                  <a:pt x="14011" y="20734"/>
                  <a:pt x="14011" y="19667"/>
                </a:cubicBezTo>
                <a:close/>
              </a:path>
            </a:pathLst>
          </a:custGeom>
          <a:solidFill>
            <a:srgbClr val="FDBF2D"/>
          </a:solidFill>
          <a:ln w="28575">
            <a:solidFill>
              <a:srgbClr val="F8F4E9"/>
            </a:solidFill>
            <a:miter lim="400000"/>
          </a:ln>
        </p:spPr>
        <p:txBody>
          <a:bodyPr lIns="45719" rIns="45719" anchor="ctr"/>
          <a:lstStyle/>
          <a:p>
            <a:pPr defTabSz="914400">
              <a:lnSpc>
                <a:spcPct val="95000"/>
              </a:lnSpc>
              <a:spcBef>
                <a:spcPts val="800"/>
              </a:spcBef>
              <a:defRPr sz="2200">
                <a:solidFill>
                  <a:srgbClr val="FFFFFF"/>
                </a:solidFill>
                <a:latin typeface="Lato Regular"/>
                <a:ea typeface="Lato Regular"/>
                <a:cs typeface="Lato Regular"/>
                <a:sym typeface="Lato Regular"/>
              </a:defRPr>
            </a:pPr>
          </a:p>
        </p:txBody>
      </p:sp>
      <p:sp>
        <p:nvSpPr>
          <p:cNvPr id="4527" name="Shape 4527"/>
          <p:cNvSpPr/>
          <p:nvPr/>
        </p:nvSpPr>
        <p:spPr>
          <a:xfrm rot="2700000">
            <a:off x="10797591" y="9145010"/>
            <a:ext cx="4136168" cy="861543"/>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defTabSz="914400">
              <a:lnSpc>
                <a:spcPct val="95000"/>
              </a:lnSpc>
              <a:spcBef>
                <a:spcPts val="800"/>
              </a:spcBef>
              <a:defRPr sz="3200">
                <a:solidFill>
                  <a:srgbClr val="FFFFFF"/>
                </a:solidFill>
                <a:latin typeface="Raleway SemiBold"/>
                <a:ea typeface="Raleway SemiBold"/>
                <a:cs typeface="Raleway SemiBold"/>
                <a:sym typeface="Raleway SemiBold"/>
              </a:defRPr>
            </a:lvl1pPr>
          </a:lstStyle>
          <a:p>
            <a:pPr/>
            <a:r>
              <a:t>Texto</a:t>
            </a:r>
          </a:p>
        </p:txBody>
      </p:sp>
      <p:sp>
        <p:nvSpPr>
          <p:cNvPr id="4528" name="Shape 4528"/>
          <p:cNvSpPr/>
          <p:nvPr/>
        </p:nvSpPr>
        <p:spPr>
          <a:xfrm>
            <a:off x="18906655" y="3768850"/>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529" name="Shape 4529"/>
          <p:cNvSpPr/>
          <p:nvPr/>
        </p:nvSpPr>
        <p:spPr>
          <a:xfrm>
            <a:off x="18906655" y="4482527"/>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530" name="Shape 4530"/>
          <p:cNvSpPr/>
          <p:nvPr/>
        </p:nvSpPr>
        <p:spPr>
          <a:xfrm>
            <a:off x="18906655" y="446125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531" name="Shape 4531"/>
          <p:cNvSpPr/>
          <p:nvPr/>
        </p:nvSpPr>
        <p:spPr>
          <a:xfrm>
            <a:off x="15775988" y="11165330"/>
            <a:ext cx="1249377"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532" name="Shape 4532"/>
          <p:cNvSpPr/>
          <p:nvPr/>
        </p:nvSpPr>
        <p:spPr>
          <a:xfrm>
            <a:off x="15775988" y="11879007"/>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533" name="Shape 4533"/>
          <p:cNvSpPr/>
          <p:nvPr/>
        </p:nvSpPr>
        <p:spPr>
          <a:xfrm>
            <a:off x="15775988" y="1185773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534" name="Shape 4534"/>
          <p:cNvSpPr/>
          <p:nvPr/>
        </p:nvSpPr>
        <p:spPr>
          <a:xfrm>
            <a:off x="8253820" y="1071753"/>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535" name="Shape 4535"/>
          <p:cNvSpPr/>
          <p:nvPr/>
        </p:nvSpPr>
        <p:spPr>
          <a:xfrm>
            <a:off x="3963295" y="1623668"/>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536" name="Shape 4536"/>
          <p:cNvSpPr/>
          <p:nvPr/>
        </p:nvSpPr>
        <p:spPr>
          <a:xfrm>
            <a:off x="6407196" y="1683674"/>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537" name="Shape 4537"/>
          <p:cNvSpPr/>
          <p:nvPr/>
        </p:nvSpPr>
        <p:spPr>
          <a:xfrm>
            <a:off x="5687117" y="8270113"/>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538" name="Shape 4538"/>
          <p:cNvSpPr/>
          <p:nvPr/>
        </p:nvSpPr>
        <p:spPr>
          <a:xfrm>
            <a:off x="1396592" y="8822028"/>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539" name="Shape 4539"/>
          <p:cNvSpPr/>
          <p:nvPr/>
        </p:nvSpPr>
        <p:spPr>
          <a:xfrm>
            <a:off x="3840492" y="8882034"/>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540" name="Shape 454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4528"/>
                                        </p:tgtEl>
                                        <p:attrNameLst>
                                          <p:attrName>style.visibility</p:attrName>
                                        </p:attrNameLst>
                                      </p:cBhvr>
                                      <p:to>
                                        <p:strVal val="visible"/>
                                      </p:to>
                                    </p:set>
                                    <p:animEffect filter="dissolve" transition="in">
                                      <p:cBhvr>
                                        <p:cTn id="7" dur="500"/>
                                        <p:tgtEl>
                                          <p:spTgt spid="4528"/>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4529"/>
                                        </p:tgtEl>
                                        <p:attrNameLst>
                                          <p:attrName>style.visibility</p:attrName>
                                        </p:attrNameLst>
                                      </p:cBhvr>
                                      <p:to>
                                        <p:strVal val="visible"/>
                                      </p:to>
                                    </p:set>
                                    <p:animEffect filter="dissolve" transition="in">
                                      <p:cBhvr>
                                        <p:cTn id="11" dur="500"/>
                                        <p:tgtEl>
                                          <p:spTgt spid="4529"/>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4530"/>
                                        </p:tgtEl>
                                        <p:attrNameLst>
                                          <p:attrName>style.visibility</p:attrName>
                                        </p:attrNameLst>
                                      </p:cBhvr>
                                      <p:to>
                                        <p:strVal val="visible"/>
                                      </p:to>
                                    </p:set>
                                    <p:animEffect filter="wipe(left)" transition="in">
                                      <p:cBhvr>
                                        <p:cTn id="15" dur="500"/>
                                        <p:tgtEl>
                                          <p:spTgt spid="4530"/>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4531"/>
                                        </p:tgtEl>
                                        <p:attrNameLst>
                                          <p:attrName>style.visibility</p:attrName>
                                        </p:attrNameLst>
                                      </p:cBhvr>
                                      <p:to>
                                        <p:strVal val="visible"/>
                                      </p:to>
                                    </p:set>
                                    <p:animEffect filter="dissolve" transition="in">
                                      <p:cBhvr>
                                        <p:cTn id="19" dur="500"/>
                                        <p:tgtEl>
                                          <p:spTgt spid="4531"/>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4532"/>
                                        </p:tgtEl>
                                        <p:attrNameLst>
                                          <p:attrName>style.visibility</p:attrName>
                                        </p:attrNameLst>
                                      </p:cBhvr>
                                      <p:to>
                                        <p:strVal val="visible"/>
                                      </p:to>
                                    </p:set>
                                    <p:animEffect filter="dissolve" transition="in">
                                      <p:cBhvr>
                                        <p:cTn id="23" dur="500"/>
                                        <p:tgtEl>
                                          <p:spTgt spid="4532"/>
                                        </p:tgtEl>
                                      </p:cBhvr>
                                    </p:animEffect>
                                  </p:childTnLst>
                                </p:cTn>
                              </p:par>
                            </p:childTnLst>
                          </p:cTn>
                        </p:par>
                        <p:par>
                          <p:cTn id="24" fill="hold">
                            <p:stCondLst>
                              <p:cond delay="2500"/>
                            </p:stCondLst>
                            <p:childTnLst>
                              <p:par>
                                <p:cTn id="25" presetClass="entr" nodeType="afterEffect" presetSubtype="8" presetID="22" grpId="6" fill="hold">
                                  <p:stCondLst>
                                    <p:cond delay="0"/>
                                  </p:stCondLst>
                                  <p:iterate type="el" backwards="0">
                                    <p:tmAbs val="0"/>
                                  </p:iterate>
                                  <p:childTnLst>
                                    <p:set>
                                      <p:cBhvr>
                                        <p:cTn id="26" fill="hold"/>
                                        <p:tgtEl>
                                          <p:spTgt spid="4533"/>
                                        </p:tgtEl>
                                        <p:attrNameLst>
                                          <p:attrName>style.visibility</p:attrName>
                                        </p:attrNameLst>
                                      </p:cBhvr>
                                      <p:to>
                                        <p:strVal val="visible"/>
                                      </p:to>
                                    </p:set>
                                    <p:animEffect filter="wipe(left)" transition="in">
                                      <p:cBhvr>
                                        <p:cTn id="27" dur="500"/>
                                        <p:tgtEl>
                                          <p:spTgt spid="4533"/>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4534"/>
                                        </p:tgtEl>
                                        <p:attrNameLst>
                                          <p:attrName>style.visibility</p:attrName>
                                        </p:attrNameLst>
                                      </p:cBhvr>
                                      <p:to>
                                        <p:strVal val="visible"/>
                                      </p:to>
                                    </p:set>
                                    <p:animEffect filter="dissolve" transition="in">
                                      <p:cBhvr>
                                        <p:cTn id="31" dur="500"/>
                                        <p:tgtEl>
                                          <p:spTgt spid="4534"/>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4535"/>
                                        </p:tgtEl>
                                        <p:attrNameLst>
                                          <p:attrName>style.visibility</p:attrName>
                                        </p:attrNameLst>
                                      </p:cBhvr>
                                      <p:to>
                                        <p:strVal val="visible"/>
                                      </p:to>
                                    </p:set>
                                    <p:animEffect filter="dissolve" transition="in">
                                      <p:cBhvr>
                                        <p:cTn id="35" dur="500"/>
                                        <p:tgtEl>
                                          <p:spTgt spid="4535"/>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4536"/>
                                        </p:tgtEl>
                                        <p:attrNameLst>
                                          <p:attrName>style.visibility</p:attrName>
                                        </p:attrNameLst>
                                      </p:cBhvr>
                                      <p:to>
                                        <p:strVal val="visible"/>
                                      </p:to>
                                    </p:set>
                                    <p:animEffect filter="wipe(left)" transition="in">
                                      <p:cBhvr>
                                        <p:cTn id="39" dur="500"/>
                                        <p:tgtEl>
                                          <p:spTgt spid="4536"/>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4537"/>
                                        </p:tgtEl>
                                        <p:attrNameLst>
                                          <p:attrName>style.visibility</p:attrName>
                                        </p:attrNameLst>
                                      </p:cBhvr>
                                      <p:to>
                                        <p:strVal val="visible"/>
                                      </p:to>
                                    </p:set>
                                    <p:animEffect filter="dissolve" transition="in">
                                      <p:cBhvr>
                                        <p:cTn id="43" dur="500"/>
                                        <p:tgtEl>
                                          <p:spTgt spid="4537"/>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4538"/>
                                        </p:tgtEl>
                                        <p:attrNameLst>
                                          <p:attrName>style.visibility</p:attrName>
                                        </p:attrNameLst>
                                      </p:cBhvr>
                                      <p:to>
                                        <p:strVal val="visible"/>
                                      </p:to>
                                    </p:set>
                                    <p:animEffect filter="dissolve" transition="in">
                                      <p:cBhvr>
                                        <p:cTn id="47" dur="500"/>
                                        <p:tgtEl>
                                          <p:spTgt spid="4538"/>
                                        </p:tgtEl>
                                      </p:cBhvr>
                                    </p:animEffect>
                                  </p:childTnLst>
                                </p:cTn>
                              </p:par>
                            </p:childTnLst>
                          </p:cTn>
                        </p:par>
                        <p:par>
                          <p:cTn id="48" fill="hold">
                            <p:stCondLst>
                              <p:cond delay="5500"/>
                            </p:stCondLst>
                            <p:childTnLst>
                              <p:par>
                                <p:cTn id="49" presetClass="entr" nodeType="afterEffect" presetSubtype="8" presetID="22" grpId="12" fill="hold">
                                  <p:stCondLst>
                                    <p:cond delay="0"/>
                                  </p:stCondLst>
                                  <p:iterate type="el" backwards="0">
                                    <p:tmAbs val="0"/>
                                  </p:iterate>
                                  <p:childTnLst>
                                    <p:set>
                                      <p:cBhvr>
                                        <p:cTn id="50" fill="hold"/>
                                        <p:tgtEl>
                                          <p:spTgt spid="4539"/>
                                        </p:tgtEl>
                                        <p:attrNameLst>
                                          <p:attrName>style.visibility</p:attrName>
                                        </p:attrNameLst>
                                      </p:cBhvr>
                                      <p:to>
                                        <p:strVal val="visible"/>
                                      </p:to>
                                    </p:set>
                                    <p:animEffect filter="wipe(left)" transition="in">
                                      <p:cBhvr>
                                        <p:cTn id="51" dur="500"/>
                                        <p:tgtEl>
                                          <p:spTgt spid="453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534" grpId="7"/>
      <p:bldP build="whole" bldLvl="1" animBg="1" rev="0" advAuto="0" spid="4539" grpId="12"/>
      <p:bldP build="whole" bldLvl="1" animBg="1" rev="0" advAuto="0" spid="4537" grpId="10"/>
      <p:bldP build="whole" bldLvl="1" animBg="1" rev="0" advAuto="0" spid="4532" grpId="5"/>
      <p:bldP build="whole" bldLvl="1" animBg="1" rev="0" advAuto="0" spid="4530" grpId="3"/>
      <p:bldP build="whole" bldLvl="1" animBg="1" rev="0" advAuto="0" spid="4533" grpId="6"/>
      <p:bldP build="whole" bldLvl="1" animBg="1" rev="0" advAuto="0" spid="4529" grpId="2"/>
      <p:bldP build="whole" bldLvl="1" animBg="1" rev="0" advAuto="0" spid="4535" grpId="8"/>
      <p:bldP build="whole" bldLvl="1" animBg="1" rev="0" advAuto="0" spid="4538" grpId="11"/>
      <p:bldP build="whole" bldLvl="1" animBg="1" rev="0" advAuto="0" spid="4528" grpId="1"/>
      <p:bldP build="whole" bldLvl="1" animBg="1" rev="0" advAuto="0" spid="4536" grpId="9"/>
      <p:bldP build="whole" bldLvl="1" animBg="1" rev="0" advAuto="0" spid="4531" grpId="4"/>
    </p:bldLst>
  </p:timing>
</p:sld>
</file>

<file path=ppt/slides/slide14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542" name="Shape 4542"/>
          <p:cNvSpPr/>
          <p:nvPr/>
        </p:nvSpPr>
        <p:spPr>
          <a:xfrm>
            <a:off x="303300" y="819179"/>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4543" name="Shape 4543"/>
          <p:cNvSpPr/>
          <p:nvPr/>
        </p:nvSpPr>
        <p:spPr>
          <a:xfrm>
            <a:off x="2781300" y="4794250"/>
            <a:ext cx="7975600" cy="25781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spAutoFit/>
          </a:bodyPr>
          <a:lstStyle>
            <a:lvl1pPr algn="l" defTabSz="825500">
              <a:defRPr sz="3000">
                <a:solidFill>
                  <a:srgbClr val="444444"/>
                </a:solidFill>
                <a:latin typeface="Raleway Regular"/>
                <a:ea typeface="Raleway Regular"/>
                <a:cs typeface="Raleway Regular"/>
                <a:sym typeface="Raleway Regular"/>
              </a:defRPr>
            </a:lvl1pPr>
          </a:lstStyle>
          <a:p>
            <a:pPr/>
            <a:r>
              <a:t>Descripción</a:t>
            </a:r>
          </a:p>
        </p:txBody>
      </p:sp>
      <p:sp>
        <p:nvSpPr>
          <p:cNvPr id="4544" name="Shape 4544"/>
          <p:cNvSpPr/>
          <p:nvPr/>
        </p:nvSpPr>
        <p:spPr>
          <a:xfrm>
            <a:off x="2781300" y="4108450"/>
            <a:ext cx="7150100" cy="6731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4545" name="Shape 4545"/>
          <p:cNvSpPr/>
          <p:nvPr/>
        </p:nvSpPr>
        <p:spPr>
          <a:xfrm>
            <a:off x="2844286" y="4823209"/>
            <a:ext cx="7917355" cy="11"/>
          </a:xfrm>
          <a:prstGeom prst="line">
            <a:avLst/>
          </a:prstGeom>
          <a:ln w="25400">
            <a:solidFill>
              <a:srgbClr val="2F5379"/>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sp>
        <p:nvSpPr>
          <p:cNvPr id="4546" name="Shape 4546"/>
          <p:cNvSpPr/>
          <p:nvPr/>
        </p:nvSpPr>
        <p:spPr>
          <a:xfrm>
            <a:off x="2743200" y="8604250"/>
            <a:ext cx="7975600" cy="25781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spAutoFit/>
          </a:bodyPr>
          <a:lstStyle>
            <a:lvl1pPr algn="l" defTabSz="825500">
              <a:defRPr sz="3000">
                <a:solidFill>
                  <a:srgbClr val="444444"/>
                </a:solidFill>
                <a:latin typeface="Raleway Regular"/>
                <a:ea typeface="Raleway Regular"/>
                <a:cs typeface="Raleway Regular"/>
                <a:sym typeface="Raleway Regular"/>
              </a:defRPr>
            </a:lvl1pPr>
          </a:lstStyle>
          <a:p>
            <a:pPr/>
            <a:r>
              <a:t>Descripción</a:t>
            </a:r>
          </a:p>
        </p:txBody>
      </p:sp>
      <p:sp>
        <p:nvSpPr>
          <p:cNvPr id="4547" name="Shape 4547"/>
          <p:cNvSpPr/>
          <p:nvPr/>
        </p:nvSpPr>
        <p:spPr>
          <a:xfrm>
            <a:off x="2781300" y="7861300"/>
            <a:ext cx="7150100" cy="673100"/>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4548" name="Shape 4548"/>
          <p:cNvSpPr/>
          <p:nvPr/>
        </p:nvSpPr>
        <p:spPr>
          <a:xfrm>
            <a:off x="2844800" y="8572500"/>
            <a:ext cx="7917354" cy="11"/>
          </a:xfrm>
          <a:prstGeom prst="line">
            <a:avLst/>
          </a:prstGeom>
          <a:ln w="25400">
            <a:solidFill>
              <a:srgbClr val="2F5379"/>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grpSp>
        <p:nvGrpSpPr>
          <p:cNvPr id="4551" name="Group 4551"/>
          <p:cNvGrpSpPr/>
          <p:nvPr/>
        </p:nvGrpSpPr>
        <p:grpSpPr>
          <a:xfrm>
            <a:off x="12077700" y="4775197"/>
            <a:ext cx="4708396" cy="5727702"/>
            <a:chOff x="12700" y="0"/>
            <a:chExt cx="4708395" cy="5727701"/>
          </a:xfrm>
        </p:grpSpPr>
        <p:sp>
          <p:nvSpPr>
            <p:cNvPr id="4549" name="Shape 4549"/>
            <p:cNvSpPr/>
            <p:nvPr/>
          </p:nvSpPr>
          <p:spPr>
            <a:xfrm>
              <a:off x="12700" y="120481"/>
              <a:ext cx="4708396" cy="5607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96" y="10532"/>
                  </a:moveTo>
                  <a:cubicBezTo>
                    <a:pt x="16896" y="9440"/>
                    <a:pt x="17085" y="8385"/>
                    <a:pt x="17435" y="7389"/>
                  </a:cubicBezTo>
                  <a:cubicBezTo>
                    <a:pt x="13418" y="6219"/>
                    <a:pt x="10284" y="3458"/>
                    <a:pt x="9099" y="0"/>
                  </a:cubicBezTo>
                  <a:cubicBezTo>
                    <a:pt x="3819" y="1438"/>
                    <a:pt x="0" y="5609"/>
                    <a:pt x="0" y="10532"/>
                  </a:cubicBezTo>
                  <a:cubicBezTo>
                    <a:pt x="0" y="16645"/>
                    <a:pt x="5888" y="21600"/>
                    <a:pt x="13152" y="21600"/>
                  </a:cubicBezTo>
                  <a:cubicBezTo>
                    <a:pt x="16368" y="21600"/>
                    <a:pt x="19315" y="20628"/>
                    <a:pt x="21600" y="19014"/>
                  </a:cubicBezTo>
                  <a:cubicBezTo>
                    <a:pt x="18725" y="16984"/>
                    <a:pt x="16896" y="13938"/>
                    <a:pt x="16896" y="10532"/>
                  </a:cubicBezTo>
                  <a:close/>
                </a:path>
              </a:pathLst>
            </a:custGeom>
            <a:solidFill>
              <a:srgbClr val="2DC1CF"/>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550" name="Shape 4550"/>
            <p:cNvSpPr/>
            <p:nvPr/>
          </p:nvSpPr>
          <p:spPr>
            <a:xfrm>
              <a:off x="1987162" y="0"/>
              <a:ext cx="2724942" cy="20573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4" y="21600"/>
                  </a:moveTo>
                  <a:cubicBezTo>
                    <a:pt x="15685" y="15845"/>
                    <a:pt x="18225" y="10808"/>
                    <a:pt x="21600" y="7048"/>
                  </a:cubicBezTo>
                  <a:cubicBezTo>
                    <a:pt x="17651" y="2650"/>
                    <a:pt x="12560" y="0"/>
                    <a:pt x="7002" y="0"/>
                  </a:cubicBezTo>
                  <a:cubicBezTo>
                    <a:pt x="4559" y="0"/>
                    <a:pt x="2206" y="514"/>
                    <a:pt x="0" y="1462"/>
                  </a:cubicBezTo>
                  <a:cubicBezTo>
                    <a:pt x="2047" y="10885"/>
                    <a:pt x="7462" y="18412"/>
                    <a:pt x="14404" y="21600"/>
                  </a:cubicBezTo>
                  <a:close/>
                </a:path>
              </a:pathLst>
            </a:custGeom>
            <a:solidFill>
              <a:srgbClr val="2DC1CF"/>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grpSp>
        <p:nvGrpSpPr>
          <p:cNvPr id="4554" name="Group 4554"/>
          <p:cNvGrpSpPr/>
          <p:nvPr/>
        </p:nvGrpSpPr>
        <p:grpSpPr>
          <a:xfrm>
            <a:off x="16779980" y="4775197"/>
            <a:ext cx="4708420" cy="5737118"/>
            <a:chOff x="0" y="0"/>
            <a:chExt cx="4708419" cy="5737116"/>
          </a:xfrm>
        </p:grpSpPr>
        <p:sp>
          <p:nvSpPr>
            <p:cNvPr id="4552" name="Shape 4552"/>
            <p:cNvSpPr/>
            <p:nvPr/>
          </p:nvSpPr>
          <p:spPr>
            <a:xfrm>
              <a:off x="0" y="148068"/>
              <a:ext cx="4708420" cy="55890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750" y="0"/>
                  </a:moveTo>
                  <a:cubicBezTo>
                    <a:pt x="11522" y="3507"/>
                    <a:pt x="8299" y="6290"/>
                    <a:pt x="4190" y="7413"/>
                  </a:cubicBezTo>
                  <a:cubicBezTo>
                    <a:pt x="4524" y="8392"/>
                    <a:pt x="4704" y="9426"/>
                    <a:pt x="4704" y="10496"/>
                  </a:cubicBezTo>
                  <a:cubicBezTo>
                    <a:pt x="4704" y="13913"/>
                    <a:pt x="2875" y="16969"/>
                    <a:pt x="0" y="19005"/>
                  </a:cubicBezTo>
                  <a:cubicBezTo>
                    <a:pt x="2285" y="20624"/>
                    <a:pt x="5232" y="21600"/>
                    <a:pt x="8448" y="21600"/>
                  </a:cubicBezTo>
                  <a:cubicBezTo>
                    <a:pt x="15712" y="21600"/>
                    <a:pt x="21600" y="16628"/>
                    <a:pt x="21600" y="10496"/>
                  </a:cubicBezTo>
                  <a:cubicBezTo>
                    <a:pt x="21600" y="5635"/>
                    <a:pt x="17901" y="1505"/>
                    <a:pt x="12750" y="0"/>
                  </a:cubicBezTo>
                  <a:close/>
                </a:path>
              </a:pathLst>
            </a:custGeom>
            <a:solidFill>
              <a:srgbClr val="2F5379"/>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553" name="Shape 4553"/>
            <p:cNvSpPr/>
            <p:nvPr/>
          </p:nvSpPr>
          <p:spPr>
            <a:xfrm>
              <a:off x="14883" y="0"/>
              <a:ext cx="2779262" cy="20755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987"/>
                  </a:moveTo>
                  <a:cubicBezTo>
                    <a:pt x="3346" y="10754"/>
                    <a:pt x="5855" y="15817"/>
                    <a:pt x="7098" y="21600"/>
                  </a:cubicBezTo>
                  <a:cubicBezTo>
                    <a:pt x="14059" y="18577"/>
                    <a:pt x="19520" y="11082"/>
                    <a:pt x="21600" y="1638"/>
                  </a:cubicBezTo>
                  <a:cubicBezTo>
                    <a:pt x="19316" y="578"/>
                    <a:pt x="16865" y="0"/>
                    <a:pt x="14312" y="0"/>
                  </a:cubicBezTo>
                  <a:cubicBezTo>
                    <a:pt x="8863" y="0"/>
                    <a:pt x="3871" y="2627"/>
                    <a:pt x="0" y="6987"/>
                  </a:cubicBezTo>
                  <a:close/>
                </a:path>
              </a:pathLst>
            </a:custGeom>
            <a:solidFill>
              <a:srgbClr val="2F5379"/>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grpSp>
        <p:nvGrpSpPr>
          <p:cNvPr id="4557" name="Group 4557"/>
          <p:cNvGrpSpPr/>
          <p:nvPr/>
        </p:nvGrpSpPr>
        <p:grpSpPr>
          <a:xfrm>
            <a:off x="15773381" y="5468984"/>
            <a:ext cx="2050593" cy="4381999"/>
            <a:chOff x="0" y="0"/>
            <a:chExt cx="2050591" cy="4381997"/>
          </a:xfrm>
        </p:grpSpPr>
        <p:sp>
          <p:nvSpPr>
            <p:cNvPr id="4555" name="Shape 4555"/>
            <p:cNvSpPr/>
            <p:nvPr/>
          </p:nvSpPr>
          <p:spPr>
            <a:xfrm>
              <a:off x="0" y="1364284"/>
              <a:ext cx="2050592" cy="30177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840"/>
                  </a:moveTo>
                  <a:cubicBezTo>
                    <a:pt x="21600" y="3858"/>
                    <a:pt x="21187" y="1943"/>
                    <a:pt x="20420" y="130"/>
                  </a:cubicBezTo>
                  <a:cubicBezTo>
                    <a:pt x="17488" y="776"/>
                    <a:pt x="14362" y="1127"/>
                    <a:pt x="11114" y="1127"/>
                  </a:cubicBezTo>
                  <a:cubicBezTo>
                    <a:pt x="7655" y="1127"/>
                    <a:pt x="4332" y="729"/>
                    <a:pt x="1237" y="0"/>
                  </a:cubicBezTo>
                  <a:cubicBezTo>
                    <a:pt x="433" y="1851"/>
                    <a:pt x="0" y="3811"/>
                    <a:pt x="0" y="5840"/>
                  </a:cubicBezTo>
                  <a:cubicBezTo>
                    <a:pt x="0" y="12168"/>
                    <a:pt x="4198" y="17828"/>
                    <a:pt x="10800" y="21600"/>
                  </a:cubicBezTo>
                  <a:cubicBezTo>
                    <a:pt x="17402" y="17828"/>
                    <a:pt x="21600" y="12168"/>
                    <a:pt x="21600" y="5840"/>
                  </a:cubicBezTo>
                  <a:close/>
                </a:path>
              </a:pathLst>
            </a:custGeom>
            <a:solidFill>
              <a:srgbClr val="FAB947"/>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556" name="Shape 4556"/>
            <p:cNvSpPr/>
            <p:nvPr/>
          </p:nvSpPr>
          <p:spPr>
            <a:xfrm>
              <a:off x="116660" y="0"/>
              <a:ext cx="1815781" cy="1533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8" y="0"/>
                  </a:moveTo>
                  <a:cubicBezTo>
                    <a:pt x="5717" y="5011"/>
                    <a:pt x="1918" y="11726"/>
                    <a:pt x="0" y="19397"/>
                  </a:cubicBezTo>
                  <a:cubicBezTo>
                    <a:pt x="3485" y="20823"/>
                    <a:pt x="7227" y="21600"/>
                    <a:pt x="11122" y="21600"/>
                  </a:cubicBezTo>
                  <a:cubicBezTo>
                    <a:pt x="14779" y="21600"/>
                    <a:pt x="18299" y="20915"/>
                    <a:pt x="21600" y="19652"/>
                  </a:cubicBezTo>
                  <a:cubicBezTo>
                    <a:pt x="19703" y="11874"/>
                    <a:pt x="15874" y="5067"/>
                    <a:pt x="10768" y="0"/>
                  </a:cubicBezTo>
                  <a:close/>
                </a:path>
              </a:pathLst>
            </a:custGeom>
            <a:solidFill>
              <a:srgbClr val="FAB947"/>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sp>
        <p:nvSpPr>
          <p:cNvPr id="4558" name="Shape 4558"/>
          <p:cNvSpPr/>
          <p:nvPr/>
        </p:nvSpPr>
        <p:spPr>
          <a:xfrm>
            <a:off x="18132888" y="6292850"/>
            <a:ext cx="1247478" cy="2514600"/>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14400">
                <a:solidFill>
                  <a:srgbClr val="FFFFFF"/>
                </a:solidFill>
                <a:latin typeface="Roboto Light"/>
                <a:ea typeface="Roboto Light"/>
                <a:cs typeface="Roboto Light"/>
                <a:sym typeface="Roboto Light"/>
              </a:defRPr>
            </a:lvl1pPr>
          </a:lstStyle>
          <a:p>
            <a:pPr/>
            <a:r>
              <a:t>B</a:t>
            </a:r>
          </a:p>
        </p:txBody>
      </p:sp>
      <p:sp>
        <p:nvSpPr>
          <p:cNvPr id="4559" name="Shape 4559"/>
          <p:cNvSpPr/>
          <p:nvPr/>
        </p:nvSpPr>
        <p:spPr>
          <a:xfrm>
            <a:off x="14204123" y="6305550"/>
            <a:ext cx="1256408" cy="2514600"/>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14400">
                <a:latin typeface="Roboto Light"/>
                <a:ea typeface="Roboto Light"/>
                <a:cs typeface="Roboto Light"/>
                <a:sym typeface="Roboto Light"/>
              </a:defRPr>
            </a:lvl1pPr>
          </a:lstStyle>
          <a:p>
            <a:pPr/>
            <a:r>
              <a:t>A</a:t>
            </a:r>
          </a:p>
        </p:txBody>
      </p:sp>
      <p:sp>
        <p:nvSpPr>
          <p:cNvPr id="4560" name="Shape 4560"/>
          <p:cNvSpPr/>
          <p:nvPr/>
        </p:nvSpPr>
        <p:spPr>
          <a:xfrm>
            <a:off x="1841500" y="4127500"/>
            <a:ext cx="736600" cy="736600"/>
          </a:xfrm>
          <a:prstGeom prst="ellipse">
            <a:avLst/>
          </a:prstGeom>
          <a:ln w="25400">
            <a:solidFill>
              <a:srgbClr val="2DC1CF"/>
            </a:solidFill>
            <a:miter lim="400000"/>
          </a:ln>
          <a:extLst>
            <a:ext uri="{C572A759-6A51-4108-AA02-DFA0A04FC94B}">
              <ma14:wrappingTextBoxFlag xmlns:ma14="http://schemas.microsoft.com/office/mac/drawingml/2011/main" val="1"/>
            </a:ext>
          </a:extLst>
        </p:spPr>
        <p:txBody>
          <a:bodyPr lIns="50800" tIns="50800" rIns="50800" bIns="50800" anchor="ctr"/>
          <a:lstStyle>
            <a:lvl1pPr>
              <a:defRPr sz="2400">
                <a:solidFill>
                  <a:srgbClr val="2F5379"/>
                </a:solidFill>
                <a:latin typeface="Roboto Regular"/>
                <a:ea typeface="Roboto Regular"/>
                <a:cs typeface="Roboto Regular"/>
                <a:sym typeface="Roboto Regular"/>
              </a:defRPr>
            </a:lvl1pPr>
          </a:lstStyle>
          <a:p>
            <a:pPr/>
            <a:r>
              <a:t>A</a:t>
            </a:r>
          </a:p>
        </p:txBody>
      </p:sp>
      <p:sp>
        <p:nvSpPr>
          <p:cNvPr id="4561" name="Shape 4561"/>
          <p:cNvSpPr/>
          <p:nvPr/>
        </p:nvSpPr>
        <p:spPr>
          <a:xfrm>
            <a:off x="1841500" y="7886700"/>
            <a:ext cx="736600" cy="736600"/>
          </a:xfrm>
          <a:prstGeom prst="ellipse">
            <a:avLst/>
          </a:prstGeom>
          <a:ln w="25400">
            <a:solidFill>
              <a:srgbClr val="2F5379"/>
            </a:solidFill>
            <a:miter lim="400000"/>
          </a:ln>
          <a:extLst>
            <a:ext uri="{C572A759-6A51-4108-AA02-DFA0A04FC94B}">
              <ma14:wrappingTextBoxFlag xmlns:ma14="http://schemas.microsoft.com/office/mac/drawingml/2011/main" val="1"/>
            </a:ext>
          </a:extLst>
        </p:spPr>
        <p:txBody>
          <a:bodyPr lIns="50800" tIns="50800" rIns="50800" bIns="50800" anchor="ctr"/>
          <a:lstStyle>
            <a:lvl1pPr>
              <a:defRPr sz="2400">
                <a:solidFill>
                  <a:srgbClr val="2F5379"/>
                </a:solidFill>
                <a:latin typeface="Roboto Regular"/>
                <a:ea typeface="Roboto Regular"/>
                <a:cs typeface="Roboto Regular"/>
                <a:sym typeface="Roboto Regular"/>
              </a:defRPr>
            </a:lvl1pPr>
          </a:lstStyle>
          <a:p>
            <a:pPr/>
            <a:r>
              <a:t>B</a:t>
            </a:r>
          </a:p>
        </p:txBody>
      </p:sp>
      <p:sp>
        <p:nvSpPr>
          <p:cNvPr id="4562" name="Shape 456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4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564" name="Shape 4564"/>
          <p:cNvSpPr/>
          <p:nvPr/>
        </p:nvSpPr>
        <p:spPr>
          <a:xfrm>
            <a:off x="303300" y="819179"/>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Diagrama</a:t>
            </a:r>
          </a:p>
          <a:p>
            <a:pPr algn="l" defTabSz="825500">
              <a:lnSpc>
                <a:spcPct val="90000"/>
              </a:lnSpc>
              <a:defRPr spc="-59" sz="3000">
                <a:latin typeface="Raleway SemiBold"/>
                <a:ea typeface="Raleway SemiBold"/>
                <a:cs typeface="Raleway SemiBold"/>
                <a:sym typeface="Raleway SemiBold"/>
              </a:defRPr>
            </a:pPr>
            <a:r>
              <a:t>Cambia los colores</a:t>
            </a:r>
          </a:p>
        </p:txBody>
      </p:sp>
      <p:sp>
        <p:nvSpPr>
          <p:cNvPr id="4565" name="Shape 456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566" name="Shape 4566"/>
          <p:cNvSpPr/>
          <p:nvPr/>
        </p:nvSpPr>
        <p:spPr>
          <a:xfrm>
            <a:off x="10401300" y="3978275"/>
            <a:ext cx="6807200" cy="6807200"/>
          </a:xfrm>
          <a:prstGeom prst="ellipse">
            <a:avLst/>
          </a:prstGeom>
          <a:ln w="25400">
            <a:solidFill>
              <a:srgbClr val="232323"/>
            </a:solidFill>
            <a:miter lim="400000"/>
          </a:ln>
        </p:spPr>
        <p:txBody>
          <a:bodyPr lIns="50800" tIns="50800" rIns="50800" bIns="50800" anchor="ctr"/>
          <a:lstStyle/>
          <a:p>
            <a:pPr>
              <a:defRPr b="1" sz="4000">
                <a:solidFill>
                  <a:srgbClr val="00AB89"/>
                </a:solidFill>
                <a:latin typeface="Helvetica"/>
                <a:ea typeface="Helvetica"/>
                <a:cs typeface="Helvetica"/>
                <a:sym typeface="Helvetica"/>
              </a:defRPr>
            </a:pPr>
          </a:p>
        </p:txBody>
      </p:sp>
      <p:sp>
        <p:nvSpPr>
          <p:cNvPr id="4567" name="Shape 4567"/>
          <p:cNvSpPr/>
          <p:nvPr/>
        </p:nvSpPr>
        <p:spPr>
          <a:xfrm>
            <a:off x="15189200" y="3978275"/>
            <a:ext cx="6807200" cy="6807200"/>
          </a:xfrm>
          <a:prstGeom prst="ellipse">
            <a:avLst/>
          </a:prstGeom>
          <a:ln w="25400">
            <a:solidFill>
              <a:srgbClr val="232323"/>
            </a:solidFill>
            <a:miter lim="400000"/>
          </a:ln>
        </p:spPr>
        <p:txBody>
          <a:bodyPr lIns="50800" tIns="50800" rIns="50800" bIns="50800" anchor="ctr"/>
          <a:lstStyle/>
          <a:p>
            <a:pPr>
              <a:defRPr b="1" sz="4000">
                <a:solidFill>
                  <a:srgbClr val="00AB89"/>
                </a:solidFill>
                <a:latin typeface="Helvetica"/>
                <a:ea typeface="Helvetica"/>
                <a:cs typeface="Helvetica"/>
                <a:sym typeface="Helvetica"/>
              </a:defRPr>
            </a:pPr>
          </a:p>
        </p:txBody>
      </p:sp>
      <p:sp>
        <p:nvSpPr>
          <p:cNvPr id="4568" name="Shape 4568"/>
          <p:cNvSpPr/>
          <p:nvPr/>
        </p:nvSpPr>
        <p:spPr>
          <a:xfrm>
            <a:off x="17862570" y="6950075"/>
            <a:ext cx="3366477" cy="863600"/>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defRPr sz="4800">
                <a:solidFill>
                  <a:srgbClr val="397ECA"/>
                </a:solidFill>
                <a:latin typeface="Raleway SemiBold"/>
                <a:ea typeface="Raleway SemiBold"/>
                <a:cs typeface="Raleway SemiBold"/>
                <a:sym typeface="Raleway SemiBold"/>
              </a:defRPr>
            </a:lvl1pPr>
          </a:lstStyle>
          <a:p>
            <a:pPr/>
            <a:r>
              <a:t>Título</a:t>
            </a:r>
          </a:p>
        </p:txBody>
      </p:sp>
      <p:sp>
        <p:nvSpPr>
          <p:cNvPr id="4569" name="Shape 4569"/>
          <p:cNvSpPr/>
          <p:nvPr/>
        </p:nvSpPr>
        <p:spPr>
          <a:xfrm>
            <a:off x="15174200" y="5090824"/>
            <a:ext cx="2019058" cy="4592802"/>
          </a:xfrm>
          <a:custGeom>
            <a:avLst/>
            <a:gdLst/>
            <a:ahLst/>
            <a:cxnLst>
              <a:cxn ang="0">
                <a:pos x="wd2" y="hd2"/>
              </a:cxn>
              <a:cxn ang="5400000">
                <a:pos x="wd2" y="hd2"/>
              </a:cxn>
              <a:cxn ang="10800000">
                <a:pos x="wd2" y="hd2"/>
              </a:cxn>
              <a:cxn ang="16200000">
                <a:pos x="wd2" y="hd2"/>
              </a:cxn>
            </a:cxnLst>
            <a:rect l="0" t="0" r="r" b="b"/>
            <a:pathLst>
              <a:path w="17092" h="21600" fill="norm" stroke="1" extrusionOk="0">
                <a:moveTo>
                  <a:pt x="9391" y="0"/>
                </a:moveTo>
                <a:lnTo>
                  <a:pt x="3381" y="3339"/>
                </a:lnTo>
                <a:lnTo>
                  <a:pt x="10706" y="730"/>
                </a:lnTo>
                <a:lnTo>
                  <a:pt x="1503" y="5426"/>
                </a:lnTo>
                <a:lnTo>
                  <a:pt x="11645" y="1670"/>
                </a:lnTo>
                <a:lnTo>
                  <a:pt x="1127" y="7304"/>
                </a:lnTo>
                <a:lnTo>
                  <a:pt x="13336" y="2817"/>
                </a:lnTo>
                <a:lnTo>
                  <a:pt x="188" y="9704"/>
                </a:lnTo>
                <a:lnTo>
                  <a:pt x="14463" y="3965"/>
                </a:lnTo>
                <a:lnTo>
                  <a:pt x="0" y="11478"/>
                </a:lnTo>
                <a:lnTo>
                  <a:pt x="15214" y="5426"/>
                </a:lnTo>
                <a:lnTo>
                  <a:pt x="751" y="12835"/>
                </a:lnTo>
                <a:lnTo>
                  <a:pt x="16153" y="6887"/>
                </a:lnTo>
                <a:lnTo>
                  <a:pt x="939" y="14087"/>
                </a:lnTo>
                <a:lnTo>
                  <a:pt x="16529" y="8243"/>
                </a:lnTo>
                <a:lnTo>
                  <a:pt x="1127" y="15235"/>
                </a:lnTo>
                <a:lnTo>
                  <a:pt x="16904" y="9078"/>
                </a:lnTo>
                <a:lnTo>
                  <a:pt x="1690" y="15965"/>
                </a:lnTo>
                <a:lnTo>
                  <a:pt x="17092" y="10435"/>
                </a:lnTo>
                <a:lnTo>
                  <a:pt x="2066" y="16696"/>
                </a:lnTo>
                <a:lnTo>
                  <a:pt x="17092" y="12104"/>
                </a:lnTo>
                <a:lnTo>
                  <a:pt x="2817" y="17635"/>
                </a:lnTo>
                <a:lnTo>
                  <a:pt x="16341" y="14191"/>
                </a:lnTo>
                <a:lnTo>
                  <a:pt x="3944" y="18261"/>
                </a:lnTo>
                <a:cubicBezTo>
                  <a:pt x="3944" y="18261"/>
                  <a:pt x="21600" y="13774"/>
                  <a:pt x="15402" y="15757"/>
                </a:cubicBezTo>
                <a:cubicBezTo>
                  <a:pt x="9203" y="17739"/>
                  <a:pt x="4883" y="19200"/>
                  <a:pt x="4883" y="19200"/>
                </a:cubicBezTo>
                <a:lnTo>
                  <a:pt x="14650" y="16904"/>
                </a:lnTo>
                <a:lnTo>
                  <a:pt x="5635" y="20348"/>
                </a:lnTo>
                <a:lnTo>
                  <a:pt x="13148" y="18783"/>
                </a:lnTo>
                <a:lnTo>
                  <a:pt x="6950" y="20870"/>
                </a:lnTo>
                <a:lnTo>
                  <a:pt x="11457" y="20139"/>
                </a:lnTo>
                <a:lnTo>
                  <a:pt x="7513" y="21600"/>
                </a:lnTo>
              </a:path>
            </a:pathLst>
          </a:custGeom>
          <a:ln w="88900">
            <a:solidFill>
              <a:srgbClr val="397ECA"/>
            </a:solidFill>
            <a:miter lim="400000"/>
          </a:ln>
        </p:spPr>
        <p:txBody>
          <a:bodyPr lIns="50800" tIns="50800" rIns="50800" bIns="50800" anchor="ctr"/>
          <a:lstStyle/>
          <a:p>
            <a:pPr defTabSz="825500">
              <a:defRPr sz="5600">
                <a:latin typeface="Gill Sans"/>
                <a:ea typeface="Gill Sans"/>
                <a:cs typeface="Gill Sans"/>
                <a:sym typeface="Gill Sans"/>
              </a:defRPr>
            </a:pPr>
          </a:p>
        </p:txBody>
      </p:sp>
      <p:grpSp>
        <p:nvGrpSpPr>
          <p:cNvPr id="4572" name="Group 4572"/>
          <p:cNvGrpSpPr/>
          <p:nvPr/>
        </p:nvGrpSpPr>
        <p:grpSpPr>
          <a:xfrm rot="21431219">
            <a:off x="16077272" y="3273403"/>
            <a:ext cx="544433" cy="1362330"/>
            <a:chOff x="0" y="0"/>
            <a:chExt cx="544432" cy="1362329"/>
          </a:xfrm>
        </p:grpSpPr>
        <p:sp>
          <p:nvSpPr>
            <p:cNvPr id="4570" name="Shape 4570"/>
            <p:cNvSpPr/>
            <p:nvPr/>
          </p:nvSpPr>
          <p:spPr>
            <a:xfrm>
              <a:off x="-1" y="66929"/>
              <a:ext cx="520701" cy="1295401"/>
            </a:xfrm>
            <a:custGeom>
              <a:avLst/>
              <a:gdLst/>
              <a:ahLst/>
              <a:cxnLst>
                <a:cxn ang="0">
                  <a:pos x="wd2" y="hd2"/>
                </a:cxn>
                <a:cxn ang="5400000">
                  <a:pos x="wd2" y="hd2"/>
                </a:cxn>
                <a:cxn ang="10800000">
                  <a:pos x="wd2" y="hd2"/>
                </a:cxn>
                <a:cxn ang="16200000">
                  <a:pos x="wd2" y="hd2"/>
                </a:cxn>
              </a:cxnLst>
              <a:rect l="0" t="0" r="r" b="b"/>
              <a:pathLst>
                <a:path w="19141" h="21600" fill="norm" stroke="1" extrusionOk="0">
                  <a:moveTo>
                    <a:pt x="2165" y="21600"/>
                  </a:moveTo>
                  <a:cubicBezTo>
                    <a:pt x="2165" y="21600"/>
                    <a:pt x="-2035" y="15921"/>
                    <a:pt x="1265" y="9403"/>
                  </a:cubicBezTo>
                  <a:cubicBezTo>
                    <a:pt x="4565" y="2886"/>
                    <a:pt x="13865" y="745"/>
                    <a:pt x="16715" y="372"/>
                  </a:cubicBezTo>
                  <a:cubicBezTo>
                    <a:pt x="19565" y="0"/>
                    <a:pt x="19115" y="0"/>
                    <a:pt x="19115" y="0"/>
                  </a:cubicBezTo>
                </a:path>
              </a:pathLst>
            </a:custGeom>
            <a:noFill/>
            <a:ln w="25400" cap="flat">
              <a:solidFill>
                <a:srgbClr val="000000"/>
              </a:solidFill>
              <a:prstDash val="solid"/>
              <a:miter lim="400000"/>
            </a:ln>
            <a:effectLst/>
          </p:spPr>
          <p:txBody>
            <a:bodyPr wrap="square" lIns="50800" tIns="50800" rIns="50800" bIns="50800" numCol="1" anchor="ctr">
              <a:noAutofit/>
            </a:bodyPr>
            <a:lstStyle/>
            <a:p>
              <a:pPr defTabSz="825500">
                <a:defRPr sz="5600">
                  <a:latin typeface="Gill Sans"/>
                  <a:ea typeface="Gill Sans"/>
                  <a:cs typeface="Gill Sans"/>
                  <a:sym typeface="Gill Sans"/>
                </a:defRPr>
              </a:pPr>
            </a:p>
          </p:txBody>
        </p:sp>
        <p:sp>
          <p:nvSpPr>
            <p:cNvPr id="4571" name="Shape 4571"/>
            <p:cNvSpPr/>
            <p:nvPr/>
          </p:nvSpPr>
          <p:spPr>
            <a:xfrm>
              <a:off x="132655" y="0"/>
              <a:ext cx="411778" cy="415982"/>
            </a:xfrm>
            <a:custGeom>
              <a:avLst/>
              <a:gdLst/>
              <a:ahLst/>
              <a:cxnLst>
                <a:cxn ang="0">
                  <a:pos x="wd2" y="hd2"/>
                </a:cxn>
                <a:cxn ang="5400000">
                  <a:pos x="wd2" y="hd2"/>
                </a:cxn>
                <a:cxn ang="10800000">
                  <a:pos x="wd2" y="hd2"/>
                </a:cxn>
                <a:cxn ang="16200000">
                  <a:pos x="wd2" y="hd2"/>
                </a:cxn>
              </a:cxnLst>
              <a:rect l="0" t="0" r="r" b="b"/>
              <a:pathLst>
                <a:path w="21027" h="19181" fill="norm" stroke="1" extrusionOk="0">
                  <a:moveTo>
                    <a:pt x="0" y="0"/>
                  </a:moveTo>
                  <a:cubicBezTo>
                    <a:pt x="0" y="0"/>
                    <a:pt x="15728" y="2676"/>
                    <a:pt x="18664" y="2676"/>
                  </a:cubicBezTo>
                  <a:cubicBezTo>
                    <a:pt x="21600" y="2676"/>
                    <a:pt x="20971" y="2676"/>
                    <a:pt x="20971" y="2676"/>
                  </a:cubicBezTo>
                  <a:cubicBezTo>
                    <a:pt x="20971" y="2676"/>
                    <a:pt x="14260" y="7073"/>
                    <a:pt x="12373" y="14336"/>
                  </a:cubicBezTo>
                  <a:cubicBezTo>
                    <a:pt x="10485" y="21600"/>
                    <a:pt x="12163" y="18542"/>
                    <a:pt x="12163" y="18542"/>
                  </a:cubicBezTo>
                </a:path>
              </a:pathLst>
            </a:custGeom>
            <a:noFill/>
            <a:ln w="25400" cap="flat">
              <a:solidFill>
                <a:srgbClr val="000000"/>
              </a:solidFill>
              <a:prstDash val="solid"/>
              <a:miter lim="400000"/>
            </a:ln>
            <a:effectLst/>
          </p:spPr>
          <p:txBody>
            <a:bodyPr wrap="square" lIns="50800" tIns="50800" rIns="50800" bIns="50800" numCol="1" anchor="ctr">
              <a:noAutofit/>
            </a:bodyPr>
            <a:lstStyle/>
            <a:p>
              <a:pPr defTabSz="825500">
                <a:defRPr sz="5600">
                  <a:latin typeface="Gill Sans"/>
                  <a:ea typeface="Gill Sans"/>
                  <a:cs typeface="Gill Sans"/>
                  <a:sym typeface="Gill Sans"/>
                </a:defRPr>
              </a:pPr>
            </a:p>
          </p:txBody>
        </p:sp>
      </p:grpSp>
      <p:sp>
        <p:nvSpPr>
          <p:cNvPr id="4573" name="Shape 4573"/>
          <p:cNvSpPr/>
          <p:nvPr/>
        </p:nvSpPr>
        <p:spPr>
          <a:xfrm>
            <a:off x="16692841" y="2917825"/>
            <a:ext cx="2957126" cy="673100"/>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defRPr sz="3600">
                <a:solidFill>
                  <a:srgbClr val="232323"/>
                </a:solidFill>
                <a:latin typeface="Raleway SemiBold"/>
                <a:ea typeface="Raleway SemiBold"/>
                <a:cs typeface="Raleway SemiBold"/>
                <a:sym typeface="Raleway SemiBold"/>
              </a:defRPr>
            </a:lvl1pPr>
          </a:lstStyle>
          <a:p>
            <a:pPr/>
            <a:r>
              <a:t>Resultado X</a:t>
            </a:r>
          </a:p>
        </p:txBody>
      </p:sp>
      <p:sp>
        <p:nvSpPr>
          <p:cNvPr id="4574" name="Shape 4574"/>
          <p:cNvSpPr/>
          <p:nvPr/>
        </p:nvSpPr>
        <p:spPr>
          <a:xfrm>
            <a:off x="1512161" y="4896291"/>
            <a:ext cx="1528573" cy="779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40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4000">
                <a:latin typeface="Raleway Regular"/>
                <a:ea typeface="Raleway Regular"/>
                <a:cs typeface="Raleway Regular"/>
                <a:sym typeface="Raleway Regular"/>
              </a:rPr>
              <a:t>Título</a:t>
            </a:r>
          </a:p>
        </p:txBody>
      </p:sp>
      <p:sp>
        <p:nvSpPr>
          <p:cNvPr id="4575" name="Shape 4575"/>
          <p:cNvSpPr/>
          <p:nvPr/>
        </p:nvSpPr>
        <p:spPr>
          <a:xfrm>
            <a:off x="1544246" y="5877559"/>
            <a:ext cx="443060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576" name="Shape 4576"/>
          <p:cNvSpPr/>
          <p:nvPr/>
        </p:nvSpPr>
        <p:spPr>
          <a:xfrm>
            <a:off x="1608346" y="5719981"/>
            <a:ext cx="5318416" cy="1"/>
          </a:xfrm>
          <a:prstGeom prst="line">
            <a:avLst/>
          </a:prstGeom>
          <a:ln w="63500">
            <a:solidFill>
              <a:srgbClr val="2F5379"/>
            </a:solidFill>
            <a:miter lim="400000"/>
          </a:ln>
        </p:spPr>
        <p:txBody>
          <a:bodyPr tIns="91439" bIns="91439"/>
          <a:lstStyle/>
          <a:p>
            <a:pPr algn="l" defTabSz="457200">
              <a:defRPr sz="2400">
                <a:latin typeface="Helvetica"/>
                <a:ea typeface="Helvetica"/>
                <a:cs typeface="Helvetica"/>
                <a:sym typeface="Helvetica"/>
              </a:defRPr>
            </a:pPr>
          </a:p>
        </p:txBody>
      </p:sp>
      <p:sp>
        <p:nvSpPr>
          <p:cNvPr id="4577" name="Shape 4577"/>
          <p:cNvSpPr/>
          <p:nvPr/>
        </p:nvSpPr>
        <p:spPr>
          <a:xfrm>
            <a:off x="10464311" y="6950075"/>
            <a:ext cx="3366478" cy="863600"/>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defRPr sz="4800">
                <a:solidFill>
                  <a:srgbClr val="144973"/>
                </a:solidFill>
                <a:latin typeface="Raleway SemiBold"/>
                <a:ea typeface="Raleway SemiBold"/>
                <a:cs typeface="Raleway SemiBold"/>
                <a:sym typeface="Raleway SemiBold"/>
              </a:defRPr>
            </a:lvl1pPr>
          </a:lstStyle>
          <a:p>
            <a:pPr/>
            <a: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0"/>
                                  </p:stCondLst>
                                  <p:iterate type="el" backwards="0">
                                    <p:tmAbs val="0"/>
                                  </p:iterate>
                                  <p:childTnLst>
                                    <p:set>
                                      <p:cBhvr>
                                        <p:cTn id="6" fill="hold"/>
                                        <p:tgtEl>
                                          <p:spTgt spid="4574"/>
                                        </p:tgtEl>
                                        <p:attrNameLst>
                                          <p:attrName>style.visibility</p:attrName>
                                        </p:attrNameLst>
                                      </p:cBhvr>
                                      <p:to>
                                        <p:strVal val="visible"/>
                                      </p:to>
                                    </p:set>
                                    <p:anim calcmode="lin" valueType="num">
                                      <p:cBhvr>
                                        <p:cTn id="7" dur="1000" fill="hold"/>
                                        <p:tgtEl>
                                          <p:spTgt spid="4574"/>
                                        </p:tgtEl>
                                        <p:attrNameLst>
                                          <p:attrName>ppt_x</p:attrName>
                                        </p:attrNameLst>
                                      </p:cBhvr>
                                      <p:tavLst>
                                        <p:tav tm="0">
                                          <p:val>
                                            <p:strVal val="#ppt_x"/>
                                          </p:val>
                                        </p:tav>
                                        <p:tav tm="100000">
                                          <p:val>
                                            <p:strVal val="#ppt_x"/>
                                          </p:val>
                                        </p:tav>
                                      </p:tavLst>
                                    </p:anim>
                                    <p:anim calcmode="lin" valueType="num">
                                      <p:cBhvr>
                                        <p:cTn id="8" dur="1000" fill="hold"/>
                                        <p:tgtEl>
                                          <p:spTgt spid="4574"/>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Class="entr" nodeType="afterEffect" presetID="9" grpId="2" fill="hold">
                                  <p:stCondLst>
                                    <p:cond delay="0"/>
                                  </p:stCondLst>
                                  <p:iterate type="el" backwards="0">
                                    <p:tmAbs val="0"/>
                                  </p:iterate>
                                  <p:childTnLst>
                                    <p:set>
                                      <p:cBhvr>
                                        <p:cTn id="11" fill="hold"/>
                                        <p:tgtEl>
                                          <p:spTgt spid="4575"/>
                                        </p:tgtEl>
                                        <p:attrNameLst>
                                          <p:attrName>style.visibility</p:attrName>
                                        </p:attrNameLst>
                                      </p:cBhvr>
                                      <p:to>
                                        <p:strVal val="visible"/>
                                      </p:to>
                                    </p:set>
                                    <p:animEffect filter="dissolve" transition="in">
                                      <p:cBhvr>
                                        <p:cTn id="12" dur="500"/>
                                        <p:tgtEl>
                                          <p:spTgt spid="4575"/>
                                        </p:tgtEl>
                                      </p:cBhvr>
                                    </p:animEffect>
                                  </p:childTnLst>
                                </p:cTn>
                              </p:par>
                            </p:childTnLst>
                          </p:cTn>
                        </p:par>
                        <p:par>
                          <p:cTn id="13" fill="hold">
                            <p:stCondLst>
                              <p:cond delay="1500"/>
                            </p:stCondLst>
                            <p:childTnLst>
                              <p:par>
                                <p:cTn id="14" presetClass="entr" nodeType="afterEffect" presetID="9" grpId="3" fill="hold">
                                  <p:stCondLst>
                                    <p:cond delay="0"/>
                                  </p:stCondLst>
                                  <p:iterate type="el" backwards="0">
                                    <p:tmAbs val="0"/>
                                  </p:iterate>
                                  <p:childTnLst>
                                    <p:set>
                                      <p:cBhvr>
                                        <p:cTn id="15" fill="hold"/>
                                        <p:tgtEl>
                                          <p:spTgt spid="4576"/>
                                        </p:tgtEl>
                                        <p:attrNameLst>
                                          <p:attrName>style.visibility</p:attrName>
                                        </p:attrNameLst>
                                      </p:cBhvr>
                                      <p:to>
                                        <p:strVal val="visible"/>
                                      </p:to>
                                    </p:set>
                                    <p:animEffect filter="dissolve" transition="in">
                                      <p:cBhvr>
                                        <p:cTn id="16" dur="500"/>
                                        <p:tgtEl>
                                          <p:spTgt spid="457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576" grpId="3"/>
      <p:bldP build="whole" bldLvl="1" animBg="1" rev="0" advAuto="0" spid="4574" grpId="1"/>
      <p:bldP build="whole" bldLvl="1" animBg="1" rev="0" advAuto="0" spid="4575" grpId="2"/>
    </p:bldLst>
  </p:timing>
</p:sld>
</file>

<file path=ppt/slides/slide14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579" name="Shape 457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Matriz</a:t>
            </a:r>
          </a:p>
        </p:txBody>
      </p:sp>
      <p:sp>
        <p:nvSpPr>
          <p:cNvPr id="4580" name="Shape 4580"/>
          <p:cNvSpPr/>
          <p:nvPr/>
        </p:nvSpPr>
        <p:spPr>
          <a:xfrm>
            <a:off x="8509000" y="3848100"/>
            <a:ext cx="3695700" cy="36957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7146" y="0"/>
                  <a:pt x="13138" y="1336"/>
                  <a:pt x="9575" y="3786"/>
                </a:cubicBezTo>
                <a:cubicBezTo>
                  <a:pt x="3563" y="3786"/>
                  <a:pt x="3563" y="3786"/>
                  <a:pt x="3563" y="3786"/>
                </a:cubicBezTo>
                <a:cubicBezTo>
                  <a:pt x="3563" y="9575"/>
                  <a:pt x="3563" y="9575"/>
                  <a:pt x="3563" y="9575"/>
                </a:cubicBezTo>
                <a:cubicBezTo>
                  <a:pt x="1336" y="13138"/>
                  <a:pt x="0" y="17146"/>
                  <a:pt x="0" y="21600"/>
                </a:cubicBezTo>
                <a:cubicBezTo>
                  <a:pt x="0" y="21600"/>
                  <a:pt x="0" y="21600"/>
                  <a:pt x="0" y="21600"/>
                </a:cubicBezTo>
                <a:cubicBezTo>
                  <a:pt x="12470" y="21600"/>
                  <a:pt x="12470" y="21600"/>
                  <a:pt x="12470" y="21600"/>
                </a:cubicBezTo>
                <a:cubicBezTo>
                  <a:pt x="12470" y="21600"/>
                  <a:pt x="12470" y="21600"/>
                  <a:pt x="12470" y="21600"/>
                </a:cubicBezTo>
                <a:cubicBezTo>
                  <a:pt x="12470" y="16701"/>
                  <a:pt x="16478" y="12470"/>
                  <a:pt x="21600" y="12470"/>
                </a:cubicBezTo>
                <a:cubicBezTo>
                  <a:pt x="21600" y="12470"/>
                  <a:pt x="21600" y="12470"/>
                  <a:pt x="21600" y="12470"/>
                </a:cubicBezTo>
                <a:cubicBezTo>
                  <a:pt x="21600" y="0"/>
                  <a:pt x="21600" y="0"/>
                  <a:pt x="216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581" name="Shape 4581"/>
          <p:cNvSpPr/>
          <p:nvPr/>
        </p:nvSpPr>
        <p:spPr>
          <a:xfrm>
            <a:off x="8509000" y="7543800"/>
            <a:ext cx="3695700" cy="3692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4454"/>
                  <a:pt x="1336" y="8685"/>
                  <a:pt x="3563" y="12025"/>
                </a:cubicBezTo>
                <a:cubicBezTo>
                  <a:pt x="3563" y="18037"/>
                  <a:pt x="3563" y="18037"/>
                  <a:pt x="3563" y="18037"/>
                </a:cubicBezTo>
                <a:cubicBezTo>
                  <a:pt x="9575" y="18037"/>
                  <a:pt x="9575" y="18037"/>
                  <a:pt x="9575" y="18037"/>
                </a:cubicBezTo>
                <a:cubicBezTo>
                  <a:pt x="13138" y="20264"/>
                  <a:pt x="17146" y="21600"/>
                  <a:pt x="21600" y="21600"/>
                </a:cubicBezTo>
                <a:cubicBezTo>
                  <a:pt x="21600" y="21600"/>
                  <a:pt x="21600" y="21600"/>
                  <a:pt x="21600" y="21600"/>
                </a:cubicBezTo>
                <a:cubicBezTo>
                  <a:pt x="21600" y="9130"/>
                  <a:pt x="21600" y="9130"/>
                  <a:pt x="21600" y="9130"/>
                </a:cubicBezTo>
                <a:cubicBezTo>
                  <a:pt x="21600" y="9130"/>
                  <a:pt x="21600" y="9130"/>
                  <a:pt x="21600" y="9130"/>
                </a:cubicBezTo>
                <a:cubicBezTo>
                  <a:pt x="16478" y="9130"/>
                  <a:pt x="12470" y="5122"/>
                  <a:pt x="12470" y="0"/>
                </a:cubicBezTo>
                <a:cubicBezTo>
                  <a:pt x="12470" y="0"/>
                  <a:pt x="12470" y="0"/>
                  <a:pt x="12470" y="0"/>
                </a:cubicBezTo>
                <a:cubicBezTo>
                  <a:pt x="0" y="0"/>
                  <a:pt x="0" y="0"/>
                  <a:pt x="0" y="0"/>
                </a:cubicBezTo>
                <a:cubicBezTo>
                  <a:pt x="0" y="0"/>
                  <a:pt x="0" y="0"/>
                  <a:pt x="0" y="0"/>
                </a:cubicBezTo>
                <a:close/>
              </a:path>
            </a:pathLst>
          </a:custGeom>
          <a:solidFill>
            <a:srgbClr val="79B2E1"/>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582" name="Shape 4582"/>
          <p:cNvSpPr/>
          <p:nvPr/>
        </p:nvSpPr>
        <p:spPr>
          <a:xfrm>
            <a:off x="12204700" y="7543800"/>
            <a:ext cx="3692527" cy="3692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4454" y="21600"/>
                  <a:pt x="8685" y="20264"/>
                  <a:pt x="12025" y="18037"/>
                </a:cubicBezTo>
                <a:cubicBezTo>
                  <a:pt x="18037" y="18037"/>
                  <a:pt x="18037" y="18037"/>
                  <a:pt x="18037" y="18037"/>
                </a:cubicBezTo>
                <a:cubicBezTo>
                  <a:pt x="18037" y="12025"/>
                  <a:pt x="18037" y="12025"/>
                  <a:pt x="18037" y="12025"/>
                </a:cubicBezTo>
                <a:cubicBezTo>
                  <a:pt x="20264" y="8685"/>
                  <a:pt x="21600" y="4454"/>
                  <a:pt x="21600" y="0"/>
                </a:cubicBezTo>
                <a:cubicBezTo>
                  <a:pt x="21600" y="0"/>
                  <a:pt x="21600" y="0"/>
                  <a:pt x="21600" y="0"/>
                </a:cubicBezTo>
                <a:cubicBezTo>
                  <a:pt x="9130" y="0"/>
                  <a:pt x="9130" y="0"/>
                  <a:pt x="9130" y="0"/>
                </a:cubicBezTo>
                <a:cubicBezTo>
                  <a:pt x="9130" y="0"/>
                  <a:pt x="9130" y="0"/>
                  <a:pt x="9130" y="0"/>
                </a:cubicBezTo>
                <a:cubicBezTo>
                  <a:pt x="9130" y="5122"/>
                  <a:pt x="5122" y="9130"/>
                  <a:pt x="0" y="9130"/>
                </a:cubicBezTo>
                <a:cubicBezTo>
                  <a:pt x="0" y="9130"/>
                  <a:pt x="0" y="9130"/>
                  <a:pt x="0" y="9130"/>
                </a:cubicBezTo>
                <a:cubicBezTo>
                  <a:pt x="0" y="21600"/>
                  <a:pt x="0" y="21600"/>
                  <a:pt x="0" y="21600"/>
                </a:cubicBezTo>
                <a:cubicBezTo>
                  <a:pt x="0" y="21600"/>
                  <a:pt x="0" y="21600"/>
                  <a:pt x="0" y="21600"/>
                </a:cubicBezTo>
                <a:close/>
              </a:path>
            </a:pathLst>
          </a:custGeom>
          <a:solidFill>
            <a:srgbClr val="52A7F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583" name="Shape 4583"/>
          <p:cNvSpPr/>
          <p:nvPr/>
        </p:nvSpPr>
        <p:spPr>
          <a:xfrm>
            <a:off x="12204700" y="3848100"/>
            <a:ext cx="3692527" cy="36957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17146"/>
                  <a:pt x="20264" y="13138"/>
                  <a:pt x="18037" y="9575"/>
                </a:cubicBezTo>
                <a:cubicBezTo>
                  <a:pt x="18037" y="3786"/>
                  <a:pt x="18037" y="3786"/>
                  <a:pt x="18037" y="3786"/>
                </a:cubicBezTo>
                <a:cubicBezTo>
                  <a:pt x="12025" y="3786"/>
                  <a:pt x="12025" y="3786"/>
                  <a:pt x="12025" y="3786"/>
                </a:cubicBezTo>
                <a:cubicBezTo>
                  <a:pt x="8685" y="1336"/>
                  <a:pt x="4454" y="0"/>
                  <a:pt x="0" y="0"/>
                </a:cubicBezTo>
                <a:cubicBezTo>
                  <a:pt x="0" y="0"/>
                  <a:pt x="0" y="0"/>
                  <a:pt x="0" y="0"/>
                </a:cubicBezTo>
                <a:cubicBezTo>
                  <a:pt x="0" y="12470"/>
                  <a:pt x="0" y="12470"/>
                  <a:pt x="0" y="12470"/>
                </a:cubicBezTo>
                <a:cubicBezTo>
                  <a:pt x="0" y="12470"/>
                  <a:pt x="0" y="12470"/>
                  <a:pt x="0" y="12470"/>
                </a:cubicBezTo>
                <a:cubicBezTo>
                  <a:pt x="5122" y="12470"/>
                  <a:pt x="9130" y="16701"/>
                  <a:pt x="9130" y="21600"/>
                </a:cubicBezTo>
                <a:cubicBezTo>
                  <a:pt x="9130" y="21600"/>
                  <a:pt x="9130" y="21600"/>
                  <a:pt x="9130" y="21600"/>
                </a:cubicBezTo>
                <a:cubicBezTo>
                  <a:pt x="21600" y="21600"/>
                  <a:pt x="21600" y="21600"/>
                  <a:pt x="21600" y="21600"/>
                </a:cubicBezTo>
                <a:close/>
              </a:path>
            </a:pathLst>
          </a:custGeom>
          <a:solidFill>
            <a:srgbClr val="2DC1C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584" name="Shape 4584"/>
          <p:cNvSpPr/>
          <p:nvPr/>
        </p:nvSpPr>
        <p:spPr>
          <a:xfrm>
            <a:off x="10947400" y="6286500"/>
            <a:ext cx="2514600" cy="2511429"/>
          </a:xfrm>
          <a:prstGeom prst="ellipse">
            <a:avLst/>
          </a:pr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4587" name="Group 4587"/>
          <p:cNvGrpSpPr/>
          <p:nvPr/>
        </p:nvGrpSpPr>
        <p:grpSpPr>
          <a:xfrm>
            <a:off x="11360149" y="6743700"/>
            <a:ext cx="1689102" cy="1597025"/>
            <a:chOff x="0" y="0"/>
            <a:chExt cx="1689100" cy="1597024"/>
          </a:xfrm>
        </p:grpSpPr>
        <p:sp>
          <p:nvSpPr>
            <p:cNvPr id="4585" name="Shape 4585"/>
            <p:cNvSpPr/>
            <p:nvPr/>
          </p:nvSpPr>
          <p:spPr>
            <a:xfrm>
              <a:off x="0" y="774700"/>
              <a:ext cx="1566701" cy="822325"/>
            </a:xfrm>
            <a:custGeom>
              <a:avLst/>
              <a:gdLst/>
              <a:ahLst/>
              <a:cxnLst>
                <a:cxn ang="0">
                  <a:pos x="wd2" y="hd2"/>
                </a:cxn>
                <a:cxn ang="5400000">
                  <a:pos x="wd2" y="hd2"/>
                </a:cxn>
                <a:cxn ang="10800000">
                  <a:pos x="wd2" y="hd2"/>
                </a:cxn>
                <a:cxn ang="16200000">
                  <a:pos x="wd2" y="hd2"/>
                </a:cxn>
              </a:cxnLst>
              <a:rect l="0" t="0" r="r" b="b"/>
              <a:pathLst>
                <a:path w="21403" h="21600" fill="norm" stroke="1" extrusionOk="0">
                  <a:moveTo>
                    <a:pt x="11368" y="21600"/>
                  </a:moveTo>
                  <a:cubicBezTo>
                    <a:pt x="7633" y="21600"/>
                    <a:pt x="4223" y="18157"/>
                    <a:pt x="2274" y="11896"/>
                  </a:cubicBezTo>
                  <a:cubicBezTo>
                    <a:pt x="1786" y="12522"/>
                    <a:pt x="1462" y="12835"/>
                    <a:pt x="1462" y="13148"/>
                  </a:cubicBezTo>
                  <a:cubicBezTo>
                    <a:pt x="1299" y="13148"/>
                    <a:pt x="1137" y="13148"/>
                    <a:pt x="974" y="13148"/>
                  </a:cubicBezTo>
                  <a:cubicBezTo>
                    <a:pt x="650" y="13148"/>
                    <a:pt x="487" y="13148"/>
                    <a:pt x="162" y="12835"/>
                  </a:cubicBezTo>
                  <a:cubicBezTo>
                    <a:pt x="0" y="12522"/>
                    <a:pt x="0" y="11896"/>
                    <a:pt x="0" y="11270"/>
                  </a:cubicBezTo>
                  <a:cubicBezTo>
                    <a:pt x="0" y="10643"/>
                    <a:pt x="0" y="2504"/>
                    <a:pt x="0" y="1878"/>
                  </a:cubicBezTo>
                  <a:cubicBezTo>
                    <a:pt x="0" y="939"/>
                    <a:pt x="325" y="0"/>
                    <a:pt x="974" y="0"/>
                  </a:cubicBezTo>
                  <a:cubicBezTo>
                    <a:pt x="1137" y="0"/>
                    <a:pt x="1299" y="313"/>
                    <a:pt x="1462" y="313"/>
                  </a:cubicBezTo>
                  <a:cubicBezTo>
                    <a:pt x="5684" y="5009"/>
                    <a:pt x="5684" y="5009"/>
                    <a:pt x="5684" y="5009"/>
                  </a:cubicBezTo>
                  <a:cubicBezTo>
                    <a:pt x="6009" y="5322"/>
                    <a:pt x="6171" y="5948"/>
                    <a:pt x="6171" y="6574"/>
                  </a:cubicBezTo>
                  <a:cubicBezTo>
                    <a:pt x="6171" y="7513"/>
                    <a:pt x="6009" y="8139"/>
                    <a:pt x="5684" y="8452"/>
                  </a:cubicBezTo>
                  <a:cubicBezTo>
                    <a:pt x="5684" y="8452"/>
                    <a:pt x="5197" y="9078"/>
                    <a:pt x="4547" y="9704"/>
                  </a:cubicBezTo>
                  <a:cubicBezTo>
                    <a:pt x="6171" y="14087"/>
                    <a:pt x="8608" y="16591"/>
                    <a:pt x="11368" y="16591"/>
                  </a:cubicBezTo>
                  <a:cubicBezTo>
                    <a:pt x="14779" y="16591"/>
                    <a:pt x="17702" y="13148"/>
                    <a:pt x="18839" y="7200"/>
                  </a:cubicBezTo>
                  <a:cubicBezTo>
                    <a:pt x="19164" y="6261"/>
                    <a:pt x="19489" y="5635"/>
                    <a:pt x="20138" y="5635"/>
                  </a:cubicBezTo>
                  <a:cubicBezTo>
                    <a:pt x="20301" y="5635"/>
                    <a:pt x="20463" y="5948"/>
                    <a:pt x="20626" y="5948"/>
                  </a:cubicBezTo>
                  <a:cubicBezTo>
                    <a:pt x="21275" y="6574"/>
                    <a:pt x="21600" y="7826"/>
                    <a:pt x="21275" y="9078"/>
                  </a:cubicBezTo>
                  <a:cubicBezTo>
                    <a:pt x="19651" y="16904"/>
                    <a:pt x="15753" y="21600"/>
                    <a:pt x="11368" y="2160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586" name="Shape 4586"/>
            <p:cNvSpPr/>
            <p:nvPr/>
          </p:nvSpPr>
          <p:spPr>
            <a:xfrm>
              <a:off x="109706" y="0"/>
              <a:ext cx="1579395" cy="835025"/>
            </a:xfrm>
            <a:custGeom>
              <a:avLst/>
              <a:gdLst/>
              <a:ahLst/>
              <a:cxnLst>
                <a:cxn ang="0">
                  <a:pos x="wd2" y="hd2"/>
                </a:cxn>
                <a:cxn ang="5400000">
                  <a:pos x="wd2" y="hd2"/>
                </a:cxn>
                <a:cxn ang="10800000">
                  <a:pos x="wd2" y="hd2"/>
                </a:cxn>
                <a:cxn ang="16200000">
                  <a:pos x="wd2" y="hd2"/>
                </a:cxn>
              </a:cxnLst>
              <a:rect l="0" t="0" r="r" b="b"/>
              <a:pathLst>
                <a:path w="21404" h="21600" fill="norm" stroke="1" extrusionOk="0">
                  <a:moveTo>
                    <a:pt x="20437" y="21600"/>
                  </a:moveTo>
                  <a:cubicBezTo>
                    <a:pt x="20276" y="21600"/>
                    <a:pt x="20114" y="21291"/>
                    <a:pt x="20114" y="21291"/>
                  </a:cubicBezTo>
                  <a:cubicBezTo>
                    <a:pt x="19792" y="20983"/>
                    <a:pt x="15923" y="16971"/>
                    <a:pt x="15762" y="16663"/>
                  </a:cubicBezTo>
                  <a:cubicBezTo>
                    <a:pt x="15440" y="16354"/>
                    <a:pt x="15279" y="15737"/>
                    <a:pt x="15279" y="15120"/>
                  </a:cubicBezTo>
                  <a:cubicBezTo>
                    <a:pt x="15279" y="14194"/>
                    <a:pt x="15440" y="13886"/>
                    <a:pt x="15762" y="13577"/>
                  </a:cubicBezTo>
                  <a:cubicBezTo>
                    <a:pt x="16729" y="12343"/>
                    <a:pt x="16729" y="12343"/>
                    <a:pt x="16729" y="12343"/>
                  </a:cubicBezTo>
                  <a:cubicBezTo>
                    <a:pt x="15440" y="7714"/>
                    <a:pt x="12861" y="4937"/>
                    <a:pt x="9798" y="4937"/>
                  </a:cubicBezTo>
                  <a:cubicBezTo>
                    <a:pt x="6574" y="4937"/>
                    <a:pt x="3673" y="8640"/>
                    <a:pt x="2383" y="14503"/>
                  </a:cubicBezTo>
                  <a:cubicBezTo>
                    <a:pt x="2222" y="15429"/>
                    <a:pt x="1738" y="15737"/>
                    <a:pt x="1255" y="15737"/>
                  </a:cubicBezTo>
                  <a:cubicBezTo>
                    <a:pt x="1094" y="15737"/>
                    <a:pt x="932" y="15737"/>
                    <a:pt x="771" y="15737"/>
                  </a:cubicBezTo>
                  <a:cubicBezTo>
                    <a:pt x="126" y="15120"/>
                    <a:pt x="-196" y="13577"/>
                    <a:pt x="126" y="12343"/>
                  </a:cubicBezTo>
                  <a:cubicBezTo>
                    <a:pt x="1738" y="4937"/>
                    <a:pt x="5607" y="0"/>
                    <a:pt x="9798" y="0"/>
                  </a:cubicBezTo>
                  <a:cubicBezTo>
                    <a:pt x="13828" y="0"/>
                    <a:pt x="17213" y="3703"/>
                    <a:pt x="18986" y="9874"/>
                  </a:cubicBezTo>
                  <a:cubicBezTo>
                    <a:pt x="19953" y="8640"/>
                    <a:pt x="19953" y="8640"/>
                    <a:pt x="19953" y="8640"/>
                  </a:cubicBezTo>
                  <a:cubicBezTo>
                    <a:pt x="20114" y="8640"/>
                    <a:pt x="20276" y="8331"/>
                    <a:pt x="20437" y="8331"/>
                  </a:cubicBezTo>
                  <a:cubicBezTo>
                    <a:pt x="21082" y="8331"/>
                    <a:pt x="21404" y="9257"/>
                    <a:pt x="21404" y="10183"/>
                  </a:cubicBezTo>
                  <a:cubicBezTo>
                    <a:pt x="21404" y="10800"/>
                    <a:pt x="21404" y="18823"/>
                    <a:pt x="21404" y="19749"/>
                  </a:cubicBezTo>
                  <a:cubicBezTo>
                    <a:pt x="21404" y="20057"/>
                    <a:pt x="21404" y="20674"/>
                    <a:pt x="21243" y="20983"/>
                  </a:cubicBezTo>
                  <a:cubicBezTo>
                    <a:pt x="21082" y="21291"/>
                    <a:pt x="20759" y="21600"/>
                    <a:pt x="20437" y="2160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4588" name="Shape 4588"/>
          <p:cNvSpPr/>
          <p:nvPr/>
        </p:nvSpPr>
        <p:spPr>
          <a:xfrm>
            <a:off x="9858939" y="5085960"/>
            <a:ext cx="113187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ExtraBold"/>
                <a:ea typeface="Raleway ExtraBold"/>
                <a:cs typeface="Raleway ExtraBold"/>
                <a:sym typeface="Raleway ExtraBold"/>
              </a:defRPr>
            </a:lvl1pPr>
          </a:lstStyle>
          <a:p>
            <a:pPr>
              <a:defRPr sz="3600"/>
            </a:pPr>
            <a:r>
              <a:rPr sz="2800"/>
              <a:t>Texto</a:t>
            </a:r>
          </a:p>
        </p:txBody>
      </p:sp>
      <p:sp>
        <p:nvSpPr>
          <p:cNvPr id="4589" name="Shape 4589"/>
          <p:cNvSpPr/>
          <p:nvPr/>
        </p:nvSpPr>
        <p:spPr>
          <a:xfrm>
            <a:off x="13418588" y="5085960"/>
            <a:ext cx="113187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ExtraBold"/>
                <a:ea typeface="Raleway ExtraBold"/>
                <a:cs typeface="Raleway ExtraBold"/>
                <a:sym typeface="Raleway ExtraBold"/>
              </a:defRPr>
            </a:lvl1pPr>
          </a:lstStyle>
          <a:p>
            <a:pPr>
              <a:defRPr sz="3600"/>
            </a:pPr>
            <a:r>
              <a:rPr sz="2800"/>
              <a:t>Texto</a:t>
            </a:r>
          </a:p>
        </p:txBody>
      </p:sp>
      <p:sp>
        <p:nvSpPr>
          <p:cNvPr id="4590" name="Shape 4590"/>
          <p:cNvSpPr/>
          <p:nvPr/>
        </p:nvSpPr>
        <p:spPr>
          <a:xfrm>
            <a:off x="9806985" y="8874969"/>
            <a:ext cx="113187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ExtraBold"/>
                <a:ea typeface="Raleway ExtraBold"/>
                <a:cs typeface="Raleway ExtraBold"/>
                <a:sym typeface="Raleway ExtraBold"/>
              </a:defRPr>
            </a:lvl1pPr>
          </a:lstStyle>
          <a:p>
            <a:pPr>
              <a:defRPr sz="3600"/>
            </a:pPr>
            <a:r>
              <a:rPr sz="2800"/>
              <a:t>Texto</a:t>
            </a:r>
          </a:p>
        </p:txBody>
      </p:sp>
      <p:sp>
        <p:nvSpPr>
          <p:cNvPr id="4591" name="Shape 4591"/>
          <p:cNvSpPr/>
          <p:nvPr/>
        </p:nvSpPr>
        <p:spPr>
          <a:xfrm>
            <a:off x="13366633" y="8874969"/>
            <a:ext cx="1131876"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914400">
              <a:defRPr sz="2800">
                <a:solidFill>
                  <a:srgbClr val="0A0A0A"/>
                </a:solidFill>
                <a:latin typeface="Raleway ExtraBold"/>
                <a:ea typeface="Raleway ExtraBold"/>
                <a:cs typeface="Raleway ExtraBold"/>
                <a:sym typeface="Raleway ExtraBold"/>
              </a:defRPr>
            </a:lvl1pPr>
          </a:lstStyle>
          <a:p>
            <a:pPr>
              <a:defRPr sz="3600"/>
            </a:pPr>
            <a:r>
              <a:rPr sz="2800"/>
              <a:t>Texto</a:t>
            </a:r>
          </a:p>
        </p:txBody>
      </p:sp>
      <p:sp>
        <p:nvSpPr>
          <p:cNvPr id="4592" name="Shape 4592"/>
          <p:cNvSpPr/>
          <p:nvPr/>
        </p:nvSpPr>
        <p:spPr>
          <a:xfrm>
            <a:off x="16966147" y="3296670"/>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593" name="Shape 4593"/>
          <p:cNvSpPr/>
          <p:nvPr/>
        </p:nvSpPr>
        <p:spPr>
          <a:xfrm>
            <a:off x="16939975" y="4010345"/>
            <a:ext cx="4550307" cy="1656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p>
        </p:txBody>
      </p:sp>
      <p:sp>
        <p:nvSpPr>
          <p:cNvPr id="4594" name="Shape 4594"/>
          <p:cNvSpPr/>
          <p:nvPr/>
        </p:nvSpPr>
        <p:spPr>
          <a:xfrm>
            <a:off x="17014623" y="3989072"/>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595" name="Shape 4595"/>
          <p:cNvSpPr/>
          <p:nvPr/>
        </p:nvSpPr>
        <p:spPr>
          <a:xfrm>
            <a:off x="17343944" y="9874949"/>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596" name="Shape 4596"/>
          <p:cNvSpPr/>
          <p:nvPr/>
        </p:nvSpPr>
        <p:spPr>
          <a:xfrm>
            <a:off x="17317772" y="10588625"/>
            <a:ext cx="4550307" cy="1656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p>
        </p:txBody>
      </p:sp>
      <p:sp>
        <p:nvSpPr>
          <p:cNvPr id="4597" name="Shape 4597"/>
          <p:cNvSpPr/>
          <p:nvPr/>
        </p:nvSpPr>
        <p:spPr>
          <a:xfrm>
            <a:off x="17392420" y="10567351"/>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598" name="Shape 4598"/>
          <p:cNvSpPr/>
          <p:nvPr/>
        </p:nvSpPr>
        <p:spPr>
          <a:xfrm>
            <a:off x="3886684" y="3524225"/>
            <a:ext cx="4323868"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599" name="Shape 4599"/>
          <p:cNvSpPr/>
          <p:nvPr/>
        </p:nvSpPr>
        <p:spPr>
          <a:xfrm>
            <a:off x="3860512" y="4237902"/>
            <a:ext cx="4550307" cy="1656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p>
        </p:txBody>
      </p:sp>
      <p:sp>
        <p:nvSpPr>
          <p:cNvPr id="4600" name="Shape 4600"/>
          <p:cNvSpPr/>
          <p:nvPr/>
        </p:nvSpPr>
        <p:spPr>
          <a:xfrm>
            <a:off x="3935160" y="4216627"/>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601" name="Shape 4601"/>
          <p:cNvSpPr/>
          <p:nvPr/>
        </p:nvSpPr>
        <p:spPr>
          <a:xfrm>
            <a:off x="3857442" y="9745267"/>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602" name="Shape 4602"/>
          <p:cNvSpPr/>
          <p:nvPr/>
        </p:nvSpPr>
        <p:spPr>
          <a:xfrm>
            <a:off x="3831270" y="10458943"/>
            <a:ext cx="4550306" cy="16560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endParaRPr sz="2400">
              <a:solidFill>
                <a:srgbClr val="6C6C6C"/>
              </a:solidFill>
            </a:endParaRPr>
          </a:p>
          <a:p>
            <a:pPr marL="228600" indent="-228600" algn="l" defTabSz="914400">
              <a:buClr>
                <a:srgbClr val="2F5379"/>
              </a:buClr>
              <a:buSzPct val="100000"/>
              <a:buFont typeface="Wingdings"/>
              <a:buChar char="➢"/>
              <a:defRPr sz="3600">
                <a:solidFill>
                  <a:srgbClr val="0A0A0A"/>
                </a:solidFill>
                <a:latin typeface="Calibri"/>
                <a:ea typeface="Calibri"/>
                <a:cs typeface="Calibri"/>
                <a:sym typeface="Calibri"/>
              </a:defRPr>
            </a:pPr>
            <a:r>
              <a:rPr sz="2400">
                <a:solidFill>
                  <a:srgbClr val="6C6C6C"/>
                </a:solidFill>
              </a:rPr>
              <a:t>Texto</a:t>
            </a:r>
          </a:p>
        </p:txBody>
      </p:sp>
      <p:sp>
        <p:nvSpPr>
          <p:cNvPr id="4603" name="Shape 4603"/>
          <p:cNvSpPr/>
          <p:nvPr/>
        </p:nvSpPr>
        <p:spPr>
          <a:xfrm>
            <a:off x="3905918" y="10437669"/>
            <a:ext cx="3096001" cy="1"/>
          </a:xfrm>
          <a:prstGeom prst="line">
            <a:avLst/>
          </a:prstGeom>
          <a:ln w="508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604" name="Shape 4604"/>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4587"/>
                                        </p:tgtEl>
                                        <p:attrNameLst>
                                          <p:attrName>style.visibility</p:attrName>
                                        </p:attrNameLst>
                                      </p:cBhvr>
                                      <p:to>
                                        <p:strVal val="visible"/>
                                      </p:to>
                                    </p:set>
                                    <p:anim calcmode="lin" valueType="num">
                                      <p:cBhvr>
                                        <p:cTn id="7" dur="500" fill="hold"/>
                                        <p:tgtEl>
                                          <p:spTgt spid="4587"/>
                                        </p:tgtEl>
                                        <p:attrNameLst>
                                          <p:attrName>ppt_w</p:attrName>
                                        </p:attrNameLst>
                                      </p:cBhvr>
                                      <p:tavLst>
                                        <p:tav tm="0">
                                          <p:val>
                                            <p:fltVal val="0"/>
                                          </p:val>
                                        </p:tav>
                                        <p:tav tm="100000">
                                          <p:val>
                                            <p:strVal val="#ppt_w"/>
                                          </p:val>
                                        </p:tav>
                                      </p:tavLst>
                                    </p:anim>
                                    <p:anim calcmode="lin" valueType="num">
                                      <p:cBhvr>
                                        <p:cTn id="8" dur="500" fill="hold"/>
                                        <p:tgtEl>
                                          <p:spTgt spid="4587"/>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4584"/>
                                        </p:tgtEl>
                                        <p:attrNameLst>
                                          <p:attrName>style.visibility</p:attrName>
                                        </p:attrNameLst>
                                      </p:cBhvr>
                                      <p:to>
                                        <p:strVal val="visible"/>
                                      </p:to>
                                    </p:set>
                                    <p:anim calcmode="lin" valueType="num">
                                      <p:cBhvr>
                                        <p:cTn id="12" dur="500" fill="hold"/>
                                        <p:tgtEl>
                                          <p:spTgt spid="4584"/>
                                        </p:tgtEl>
                                        <p:attrNameLst>
                                          <p:attrName>ppt_w</p:attrName>
                                        </p:attrNameLst>
                                      </p:cBhvr>
                                      <p:tavLst>
                                        <p:tav tm="0">
                                          <p:val>
                                            <p:fltVal val="0"/>
                                          </p:val>
                                        </p:tav>
                                        <p:tav tm="100000">
                                          <p:val>
                                            <p:strVal val="#ppt_w"/>
                                          </p:val>
                                        </p:tav>
                                      </p:tavLst>
                                    </p:anim>
                                    <p:anim calcmode="lin" valueType="num">
                                      <p:cBhvr>
                                        <p:cTn id="13" dur="500" fill="hold"/>
                                        <p:tgtEl>
                                          <p:spTgt spid="4584"/>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4588"/>
                                        </p:tgtEl>
                                        <p:attrNameLst>
                                          <p:attrName>style.visibility</p:attrName>
                                        </p:attrNameLst>
                                      </p:cBhvr>
                                      <p:to>
                                        <p:strVal val="visible"/>
                                      </p:to>
                                    </p:set>
                                    <p:anim calcmode="lin" valueType="num">
                                      <p:cBhvr>
                                        <p:cTn id="17" dur="500" fill="hold"/>
                                        <p:tgtEl>
                                          <p:spTgt spid="4588"/>
                                        </p:tgtEl>
                                        <p:attrNameLst>
                                          <p:attrName>ppt_w</p:attrName>
                                        </p:attrNameLst>
                                      </p:cBhvr>
                                      <p:tavLst>
                                        <p:tav tm="0">
                                          <p:val>
                                            <p:fltVal val="0"/>
                                          </p:val>
                                        </p:tav>
                                        <p:tav tm="100000">
                                          <p:val>
                                            <p:strVal val="#ppt_w"/>
                                          </p:val>
                                        </p:tav>
                                      </p:tavLst>
                                    </p:anim>
                                    <p:anim calcmode="lin" valueType="num">
                                      <p:cBhvr>
                                        <p:cTn id="18" dur="500" fill="hold"/>
                                        <p:tgtEl>
                                          <p:spTgt spid="4588"/>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4580"/>
                                        </p:tgtEl>
                                        <p:attrNameLst>
                                          <p:attrName>style.visibility</p:attrName>
                                        </p:attrNameLst>
                                      </p:cBhvr>
                                      <p:to>
                                        <p:strVal val="visible"/>
                                      </p:to>
                                    </p:set>
                                    <p:anim calcmode="lin" valueType="num">
                                      <p:cBhvr>
                                        <p:cTn id="22" dur="500" fill="hold"/>
                                        <p:tgtEl>
                                          <p:spTgt spid="4580"/>
                                        </p:tgtEl>
                                        <p:attrNameLst>
                                          <p:attrName>ppt_w</p:attrName>
                                        </p:attrNameLst>
                                      </p:cBhvr>
                                      <p:tavLst>
                                        <p:tav tm="0">
                                          <p:val>
                                            <p:fltVal val="0"/>
                                          </p:val>
                                        </p:tav>
                                        <p:tav tm="100000">
                                          <p:val>
                                            <p:strVal val="#ppt_w"/>
                                          </p:val>
                                        </p:tav>
                                      </p:tavLst>
                                    </p:anim>
                                    <p:anim calcmode="lin" valueType="num">
                                      <p:cBhvr>
                                        <p:cTn id="23" dur="500" fill="hold"/>
                                        <p:tgtEl>
                                          <p:spTgt spid="458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4589"/>
                                        </p:tgtEl>
                                        <p:attrNameLst>
                                          <p:attrName>style.visibility</p:attrName>
                                        </p:attrNameLst>
                                      </p:cBhvr>
                                      <p:to>
                                        <p:strVal val="visible"/>
                                      </p:to>
                                    </p:set>
                                    <p:anim calcmode="lin" valueType="num">
                                      <p:cBhvr>
                                        <p:cTn id="27" dur="500" fill="hold"/>
                                        <p:tgtEl>
                                          <p:spTgt spid="4589"/>
                                        </p:tgtEl>
                                        <p:attrNameLst>
                                          <p:attrName>ppt_w</p:attrName>
                                        </p:attrNameLst>
                                      </p:cBhvr>
                                      <p:tavLst>
                                        <p:tav tm="0">
                                          <p:val>
                                            <p:fltVal val="0"/>
                                          </p:val>
                                        </p:tav>
                                        <p:tav tm="100000">
                                          <p:val>
                                            <p:strVal val="#ppt_w"/>
                                          </p:val>
                                        </p:tav>
                                      </p:tavLst>
                                    </p:anim>
                                    <p:anim calcmode="lin" valueType="num">
                                      <p:cBhvr>
                                        <p:cTn id="28" dur="500" fill="hold"/>
                                        <p:tgtEl>
                                          <p:spTgt spid="4589"/>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4583"/>
                                        </p:tgtEl>
                                        <p:attrNameLst>
                                          <p:attrName>style.visibility</p:attrName>
                                        </p:attrNameLst>
                                      </p:cBhvr>
                                      <p:to>
                                        <p:strVal val="visible"/>
                                      </p:to>
                                    </p:set>
                                    <p:anim calcmode="lin" valueType="num">
                                      <p:cBhvr>
                                        <p:cTn id="32" dur="500" fill="hold"/>
                                        <p:tgtEl>
                                          <p:spTgt spid="4583"/>
                                        </p:tgtEl>
                                        <p:attrNameLst>
                                          <p:attrName>ppt_w</p:attrName>
                                        </p:attrNameLst>
                                      </p:cBhvr>
                                      <p:tavLst>
                                        <p:tav tm="0">
                                          <p:val>
                                            <p:fltVal val="0"/>
                                          </p:val>
                                        </p:tav>
                                        <p:tav tm="100000">
                                          <p:val>
                                            <p:strVal val="#ppt_w"/>
                                          </p:val>
                                        </p:tav>
                                      </p:tavLst>
                                    </p:anim>
                                    <p:anim calcmode="lin" valueType="num">
                                      <p:cBhvr>
                                        <p:cTn id="33" dur="500" fill="hold"/>
                                        <p:tgtEl>
                                          <p:spTgt spid="4583"/>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4590"/>
                                        </p:tgtEl>
                                        <p:attrNameLst>
                                          <p:attrName>style.visibility</p:attrName>
                                        </p:attrNameLst>
                                      </p:cBhvr>
                                      <p:to>
                                        <p:strVal val="visible"/>
                                      </p:to>
                                    </p:set>
                                    <p:anim calcmode="lin" valueType="num">
                                      <p:cBhvr>
                                        <p:cTn id="37" dur="500" fill="hold"/>
                                        <p:tgtEl>
                                          <p:spTgt spid="4590"/>
                                        </p:tgtEl>
                                        <p:attrNameLst>
                                          <p:attrName>ppt_w</p:attrName>
                                        </p:attrNameLst>
                                      </p:cBhvr>
                                      <p:tavLst>
                                        <p:tav tm="0">
                                          <p:val>
                                            <p:fltVal val="0"/>
                                          </p:val>
                                        </p:tav>
                                        <p:tav tm="100000">
                                          <p:val>
                                            <p:strVal val="#ppt_w"/>
                                          </p:val>
                                        </p:tav>
                                      </p:tavLst>
                                    </p:anim>
                                    <p:anim calcmode="lin" valueType="num">
                                      <p:cBhvr>
                                        <p:cTn id="38" dur="500" fill="hold"/>
                                        <p:tgtEl>
                                          <p:spTgt spid="4590"/>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4581"/>
                                        </p:tgtEl>
                                        <p:attrNameLst>
                                          <p:attrName>style.visibility</p:attrName>
                                        </p:attrNameLst>
                                      </p:cBhvr>
                                      <p:to>
                                        <p:strVal val="visible"/>
                                      </p:to>
                                    </p:set>
                                    <p:anim calcmode="lin" valueType="num">
                                      <p:cBhvr>
                                        <p:cTn id="42" dur="500" fill="hold"/>
                                        <p:tgtEl>
                                          <p:spTgt spid="4581"/>
                                        </p:tgtEl>
                                        <p:attrNameLst>
                                          <p:attrName>ppt_w</p:attrName>
                                        </p:attrNameLst>
                                      </p:cBhvr>
                                      <p:tavLst>
                                        <p:tav tm="0">
                                          <p:val>
                                            <p:fltVal val="0"/>
                                          </p:val>
                                        </p:tav>
                                        <p:tav tm="100000">
                                          <p:val>
                                            <p:strVal val="#ppt_w"/>
                                          </p:val>
                                        </p:tav>
                                      </p:tavLst>
                                    </p:anim>
                                    <p:anim calcmode="lin" valueType="num">
                                      <p:cBhvr>
                                        <p:cTn id="43" dur="500" fill="hold"/>
                                        <p:tgtEl>
                                          <p:spTgt spid="4581"/>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Class="entr" nodeType="afterEffect" presetSubtype="16" presetID="23" grpId="9" fill="hold">
                                  <p:stCondLst>
                                    <p:cond delay="0"/>
                                  </p:stCondLst>
                                  <p:iterate type="el" backwards="0">
                                    <p:tmAbs val="0"/>
                                  </p:iterate>
                                  <p:childTnLst>
                                    <p:set>
                                      <p:cBhvr>
                                        <p:cTn id="46" fill="hold"/>
                                        <p:tgtEl>
                                          <p:spTgt spid="4591"/>
                                        </p:tgtEl>
                                        <p:attrNameLst>
                                          <p:attrName>style.visibility</p:attrName>
                                        </p:attrNameLst>
                                      </p:cBhvr>
                                      <p:to>
                                        <p:strVal val="visible"/>
                                      </p:to>
                                    </p:set>
                                    <p:anim calcmode="lin" valueType="num">
                                      <p:cBhvr>
                                        <p:cTn id="47" dur="500" fill="hold"/>
                                        <p:tgtEl>
                                          <p:spTgt spid="4591"/>
                                        </p:tgtEl>
                                        <p:attrNameLst>
                                          <p:attrName>ppt_w</p:attrName>
                                        </p:attrNameLst>
                                      </p:cBhvr>
                                      <p:tavLst>
                                        <p:tav tm="0">
                                          <p:val>
                                            <p:fltVal val="0"/>
                                          </p:val>
                                        </p:tav>
                                        <p:tav tm="100000">
                                          <p:val>
                                            <p:strVal val="#ppt_w"/>
                                          </p:val>
                                        </p:tav>
                                      </p:tavLst>
                                    </p:anim>
                                    <p:anim calcmode="lin" valueType="num">
                                      <p:cBhvr>
                                        <p:cTn id="48" dur="500" fill="hold"/>
                                        <p:tgtEl>
                                          <p:spTgt spid="4591"/>
                                        </p:tgtEl>
                                        <p:attrNameLst>
                                          <p:attrName>ppt_h</p:attrName>
                                        </p:attrNameLst>
                                      </p:cBhvr>
                                      <p:tavLst>
                                        <p:tav tm="0">
                                          <p:val>
                                            <p:fltVal val="0"/>
                                          </p:val>
                                        </p:tav>
                                        <p:tav tm="100000">
                                          <p:val>
                                            <p:strVal val="#ppt_h"/>
                                          </p:val>
                                        </p:tav>
                                      </p:tavLst>
                                    </p:anim>
                                  </p:childTnLst>
                                </p:cTn>
                              </p:par>
                            </p:childTnLst>
                          </p:cTn>
                        </p:par>
                        <p:par>
                          <p:cTn id="49" fill="hold">
                            <p:stCondLst>
                              <p:cond delay="4500"/>
                            </p:stCondLst>
                            <p:childTnLst>
                              <p:par>
                                <p:cTn id="50" presetClass="entr" nodeType="afterEffect" presetSubtype="16" presetID="23" grpId="10" fill="hold">
                                  <p:stCondLst>
                                    <p:cond delay="0"/>
                                  </p:stCondLst>
                                  <p:iterate type="el" backwards="0">
                                    <p:tmAbs val="0"/>
                                  </p:iterate>
                                  <p:childTnLst>
                                    <p:set>
                                      <p:cBhvr>
                                        <p:cTn id="51" fill="hold"/>
                                        <p:tgtEl>
                                          <p:spTgt spid="4582"/>
                                        </p:tgtEl>
                                        <p:attrNameLst>
                                          <p:attrName>style.visibility</p:attrName>
                                        </p:attrNameLst>
                                      </p:cBhvr>
                                      <p:to>
                                        <p:strVal val="visible"/>
                                      </p:to>
                                    </p:set>
                                    <p:anim calcmode="lin" valueType="num">
                                      <p:cBhvr>
                                        <p:cTn id="52" dur="500" fill="hold"/>
                                        <p:tgtEl>
                                          <p:spTgt spid="4582"/>
                                        </p:tgtEl>
                                        <p:attrNameLst>
                                          <p:attrName>ppt_w</p:attrName>
                                        </p:attrNameLst>
                                      </p:cBhvr>
                                      <p:tavLst>
                                        <p:tav tm="0">
                                          <p:val>
                                            <p:fltVal val="0"/>
                                          </p:val>
                                        </p:tav>
                                        <p:tav tm="100000">
                                          <p:val>
                                            <p:strVal val="#ppt_w"/>
                                          </p:val>
                                        </p:tav>
                                      </p:tavLst>
                                    </p:anim>
                                    <p:anim calcmode="lin" valueType="num">
                                      <p:cBhvr>
                                        <p:cTn id="53" dur="500" fill="hold"/>
                                        <p:tgtEl>
                                          <p:spTgt spid="4582"/>
                                        </p:tgtEl>
                                        <p:attrNameLst>
                                          <p:attrName>ppt_h</p:attrName>
                                        </p:attrNameLst>
                                      </p:cBhvr>
                                      <p:tavLst>
                                        <p:tav tm="0">
                                          <p:val>
                                            <p:fltVal val="0"/>
                                          </p:val>
                                        </p:tav>
                                        <p:tav tm="100000">
                                          <p:val>
                                            <p:strVal val="#ppt_h"/>
                                          </p:val>
                                        </p:tav>
                                      </p:tavLst>
                                    </p:anim>
                                  </p:childTnLst>
                                </p:cTn>
                              </p:par>
                            </p:childTnLst>
                          </p:cTn>
                        </p:par>
                        <p:par>
                          <p:cTn id="54" fill="hold">
                            <p:stCondLst>
                              <p:cond delay="5000"/>
                            </p:stCondLst>
                            <p:childTnLst>
                              <p:par>
                                <p:cTn id="55" presetClass="entr" nodeType="afterEffect" presetSubtype="16" presetID="23" grpId="11" fill="hold">
                                  <p:stCondLst>
                                    <p:cond delay="0"/>
                                  </p:stCondLst>
                                  <p:iterate type="el" backwards="0">
                                    <p:tmAbs val="0"/>
                                  </p:iterate>
                                  <p:childTnLst>
                                    <p:set>
                                      <p:cBhvr>
                                        <p:cTn id="56" fill="hold"/>
                                        <p:tgtEl>
                                          <p:spTgt spid="4592"/>
                                        </p:tgtEl>
                                        <p:attrNameLst>
                                          <p:attrName>style.visibility</p:attrName>
                                        </p:attrNameLst>
                                      </p:cBhvr>
                                      <p:to>
                                        <p:strVal val="visible"/>
                                      </p:to>
                                    </p:set>
                                    <p:anim calcmode="lin" valueType="num">
                                      <p:cBhvr>
                                        <p:cTn id="57" dur="500" fill="hold"/>
                                        <p:tgtEl>
                                          <p:spTgt spid="4592"/>
                                        </p:tgtEl>
                                        <p:attrNameLst>
                                          <p:attrName>ppt_w</p:attrName>
                                        </p:attrNameLst>
                                      </p:cBhvr>
                                      <p:tavLst>
                                        <p:tav tm="0">
                                          <p:val>
                                            <p:fltVal val="0"/>
                                          </p:val>
                                        </p:tav>
                                        <p:tav tm="100000">
                                          <p:val>
                                            <p:strVal val="#ppt_w"/>
                                          </p:val>
                                        </p:tav>
                                      </p:tavLst>
                                    </p:anim>
                                    <p:anim calcmode="lin" valueType="num">
                                      <p:cBhvr>
                                        <p:cTn id="58" dur="500" fill="hold"/>
                                        <p:tgtEl>
                                          <p:spTgt spid="4592"/>
                                        </p:tgtEl>
                                        <p:attrNameLst>
                                          <p:attrName>ppt_h</p:attrName>
                                        </p:attrNameLst>
                                      </p:cBhvr>
                                      <p:tavLst>
                                        <p:tav tm="0">
                                          <p:val>
                                            <p:fltVal val="0"/>
                                          </p:val>
                                        </p:tav>
                                        <p:tav tm="100000">
                                          <p:val>
                                            <p:strVal val="#ppt_h"/>
                                          </p:val>
                                        </p:tav>
                                      </p:tavLst>
                                    </p:anim>
                                  </p:childTnLst>
                                </p:cTn>
                              </p:par>
                            </p:childTnLst>
                          </p:cTn>
                        </p:par>
                        <p:par>
                          <p:cTn id="59" fill="hold">
                            <p:stCondLst>
                              <p:cond delay="5500"/>
                            </p:stCondLst>
                            <p:childTnLst>
                              <p:par>
                                <p:cTn id="60" presetClass="entr" nodeType="afterEffect" presetSubtype="16" presetID="23" grpId="12" fill="hold">
                                  <p:stCondLst>
                                    <p:cond delay="0"/>
                                  </p:stCondLst>
                                  <p:iterate type="el" backwards="0">
                                    <p:tmAbs val="0"/>
                                  </p:iterate>
                                  <p:childTnLst>
                                    <p:set>
                                      <p:cBhvr>
                                        <p:cTn id="61" fill="hold"/>
                                        <p:tgtEl>
                                          <p:spTgt spid="4593"/>
                                        </p:tgtEl>
                                        <p:attrNameLst>
                                          <p:attrName>style.visibility</p:attrName>
                                        </p:attrNameLst>
                                      </p:cBhvr>
                                      <p:to>
                                        <p:strVal val="visible"/>
                                      </p:to>
                                    </p:set>
                                    <p:anim calcmode="lin" valueType="num">
                                      <p:cBhvr>
                                        <p:cTn id="62" dur="500" fill="hold"/>
                                        <p:tgtEl>
                                          <p:spTgt spid="4593"/>
                                        </p:tgtEl>
                                        <p:attrNameLst>
                                          <p:attrName>ppt_w</p:attrName>
                                        </p:attrNameLst>
                                      </p:cBhvr>
                                      <p:tavLst>
                                        <p:tav tm="0">
                                          <p:val>
                                            <p:fltVal val="0"/>
                                          </p:val>
                                        </p:tav>
                                        <p:tav tm="100000">
                                          <p:val>
                                            <p:strVal val="#ppt_w"/>
                                          </p:val>
                                        </p:tav>
                                      </p:tavLst>
                                    </p:anim>
                                    <p:anim calcmode="lin" valueType="num">
                                      <p:cBhvr>
                                        <p:cTn id="63" dur="500" fill="hold"/>
                                        <p:tgtEl>
                                          <p:spTgt spid="4593"/>
                                        </p:tgtEl>
                                        <p:attrNameLst>
                                          <p:attrName>ppt_h</p:attrName>
                                        </p:attrNameLst>
                                      </p:cBhvr>
                                      <p:tavLst>
                                        <p:tav tm="0">
                                          <p:val>
                                            <p:fltVal val="0"/>
                                          </p:val>
                                        </p:tav>
                                        <p:tav tm="100000">
                                          <p:val>
                                            <p:strVal val="#ppt_h"/>
                                          </p:val>
                                        </p:tav>
                                      </p:tavLst>
                                    </p:anim>
                                  </p:childTnLst>
                                </p:cTn>
                              </p:par>
                            </p:childTnLst>
                          </p:cTn>
                        </p:par>
                        <p:par>
                          <p:cTn id="64" fill="hold">
                            <p:stCondLst>
                              <p:cond delay="6000"/>
                            </p:stCondLst>
                            <p:childTnLst>
                              <p:par>
                                <p:cTn id="65" presetClass="entr" nodeType="afterEffect" presetSubtype="16" presetID="23" grpId="13" fill="hold">
                                  <p:stCondLst>
                                    <p:cond delay="0"/>
                                  </p:stCondLst>
                                  <p:iterate type="el" backwards="0">
                                    <p:tmAbs val="0"/>
                                  </p:iterate>
                                  <p:childTnLst>
                                    <p:set>
                                      <p:cBhvr>
                                        <p:cTn id="66" fill="hold"/>
                                        <p:tgtEl>
                                          <p:spTgt spid="4594"/>
                                        </p:tgtEl>
                                        <p:attrNameLst>
                                          <p:attrName>style.visibility</p:attrName>
                                        </p:attrNameLst>
                                      </p:cBhvr>
                                      <p:to>
                                        <p:strVal val="visible"/>
                                      </p:to>
                                    </p:set>
                                    <p:anim calcmode="lin" valueType="num">
                                      <p:cBhvr>
                                        <p:cTn id="67" dur="500" fill="hold"/>
                                        <p:tgtEl>
                                          <p:spTgt spid="4594"/>
                                        </p:tgtEl>
                                        <p:attrNameLst>
                                          <p:attrName>ppt_w</p:attrName>
                                        </p:attrNameLst>
                                      </p:cBhvr>
                                      <p:tavLst>
                                        <p:tav tm="0">
                                          <p:val>
                                            <p:fltVal val="0"/>
                                          </p:val>
                                        </p:tav>
                                        <p:tav tm="100000">
                                          <p:val>
                                            <p:strVal val="#ppt_w"/>
                                          </p:val>
                                        </p:tav>
                                      </p:tavLst>
                                    </p:anim>
                                    <p:anim calcmode="lin" valueType="num">
                                      <p:cBhvr>
                                        <p:cTn id="68" dur="500" fill="hold"/>
                                        <p:tgtEl>
                                          <p:spTgt spid="4594"/>
                                        </p:tgtEl>
                                        <p:attrNameLst>
                                          <p:attrName>ppt_h</p:attrName>
                                        </p:attrNameLst>
                                      </p:cBhvr>
                                      <p:tavLst>
                                        <p:tav tm="0">
                                          <p:val>
                                            <p:fltVal val="0"/>
                                          </p:val>
                                        </p:tav>
                                        <p:tav tm="100000">
                                          <p:val>
                                            <p:strVal val="#ppt_h"/>
                                          </p:val>
                                        </p:tav>
                                      </p:tavLst>
                                    </p:anim>
                                  </p:childTnLst>
                                </p:cTn>
                              </p:par>
                            </p:childTnLst>
                          </p:cTn>
                        </p:par>
                        <p:par>
                          <p:cTn id="69" fill="hold">
                            <p:stCondLst>
                              <p:cond delay="6500"/>
                            </p:stCondLst>
                            <p:childTnLst>
                              <p:par>
                                <p:cTn id="70" presetClass="entr" nodeType="afterEffect" presetSubtype="16" presetID="23" grpId="14" fill="hold">
                                  <p:stCondLst>
                                    <p:cond delay="0"/>
                                  </p:stCondLst>
                                  <p:iterate type="el" backwards="0">
                                    <p:tmAbs val="0"/>
                                  </p:iterate>
                                  <p:childTnLst>
                                    <p:set>
                                      <p:cBhvr>
                                        <p:cTn id="71" fill="hold"/>
                                        <p:tgtEl>
                                          <p:spTgt spid="4595"/>
                                        </p:tgtEl>
                                        <p:attrNameLst>
                                          <p:attrName>style.visibility</p:attrName>
                                        </p:attrNameLst>
                                      </p:cBhvr>
                                      <p:to>
                                        <p:strVal val="visible"/>
                                      </p:to>
                                    </p:set>
                                    <p:anim calcmode="lin" valueType="num">
                                      <p:cBhvr>
                                        <p:cTn id="72" dur="500" fill="hold"/>
                                        <p:tgtEl>
                                          <p:spTgt spid="4595"/>
                                        </p:tgtEl>
                                        <p:attrNameLst>
                                          <p:attrName>ppt_w</p:attrName>
                                        </p:attrNameLst>
                                      </p:cBhvr>
                                      <p:tavLst>
                                        <p:tav tm="0">
                                          <p:val>
                                            <p:fltVal val="0"/>
                                          </p:val>
                                        </p:tav>
                                        <p:tav tm="100000">
                                          <p:val>
                                            <p:strVal val="#ppt_w"/>
                                          </p:val>
                                        </p:tav>
                                      </p:tavLst>
                                    </p:anim>
                                    <p:anim calcmode="lin" valueType="num">
                                      <p:cBhvr>
                                        <p:cTn id="73" dur="500" fill="hold"/>
                                        <p:tgtEl>
                                          <p:spTgt spid="4595"/>
                                        </p:tgtEl>
                                        <p:attrNameLst>
                                          <p:attrName>ppt_h</p:attrName>
                                        </p:attrNameLst>
                                      </p:cBhvr>
                                      <p:tavLst>
                                        <p:tav tm="0">
                                          <p:val>
                                            <p:fltVal val="0"/>
                                          </p:val>
                                        </p:tav>
                                        <p:tav tm="100000">
                                          <p:val>
                                            <p:strVal val="#ppt_h"/>
                                          </p:val>
                                        </p:tav>
                                      </p:tavLst>
                                    </p:anim>
                                  </p:childTnLst>
                                </p:cTn>
                              </p:par>
                            </p:childTnLst>
                          </p:cTn>
                        </p:par>
                        <p:par>
                          <p:cTn id="74" fill="hold">
                            <p:stCondLst>
                              <p:cond delay="7000"/>
                            </p:stCondLst>
                            <p:childTnLst>
                              <p:par>
                                <p:cTn id="75" presetClass="entr" nodeType="afterEffect" presetSubtype="16" presetID="23" grpId="15" fill="hold">
                                  <p:stCondLst>
                                    <p:cond delay="0"/>
                                  </p:stCondLst>
                                  <p:iterate type="el" backwards="0">
                                    <p:tmAbs val="0"/>
                                  </p:iterate>
                                  <p:childTnLst>
                                    <p:set>
                                      <p:cBhvr>
                                        <p:cTn id="76" fill="hold"/>
                                        <p:tgtEl>
                                          <p:spTgt spid="4596"/>
                                        </p:tgtEl>
                                        <p:attrNameLst>
                                          <p:attrName>style.visibility</p:attrName>
                                        </p:attrNameLst>
                                      </p:cBhvr>
                                      <p:to>
                                        <p:strVal val="visible"/>
                                      </p:to>
                                    </p:set>
                                    <p:anim calcmode="lin" valueType="num">
                                      <p:cBhvr>
                                        <p:cTn id="77" dur="500" fill="hold"/>
                                        <p:tgtEl>
                                          <p:spTgt spid="4596"/>
                                        </p:tgtEl>
                                        <p:attrNameLst>
                                          <p:attrName>ppt_w</p:attrName>
                                        </p:attrNameLst>
                                      </p:cBhvr>
                                      <p:tavLst>
                                        <p:tav tm="0">
                                          <p:val>
                                            <p:fltVal val="0"/>
                                          </p:val>
                                        </p:tav>
                                        <p:tav tm="100000">
                                          <p:val>
                                            <p:strVal val="#ppt_w"/>
                                          </p:val>
                                        </p:tav>
                                      </p:tavLst>
                                    </p:anim>
                                    <p:anim calcmode="lin" valueType="num">
                                      <p:cBhvr>
                                        <p:cTn id="78" dur="500" fill="hold"/>
                                        <p:tgtEl>
                                          <p:spTgt spid="4596"/>
                                        </p:tgtEl>
                                        <p:attrNameLst>
                                          <p:attrName>ppt_h</p:attrName>
                                        </p:attrNameLst>
                                      </p:cBhvr>
                                      <p:tavLst>
                                        <p:tav tm="0">
                                          <p:val>
                                            <p:fltVal val="0"/>
                                          </p:val>
                                        </p:tav>
                                        <p:tav tm="100000">
                                          <p:val>
                                            <p:strVal val="#ppt_h"/>
                                          </p:val>
                                        </p:tav>
                                      </p:tavLst>
                                    </p:anim>
                                  </p:childTnLst>
                                </p:cTn>
                              </p:par>
                            </p:childTnLst>
                          </p:cTn>
                        </p:par>
                        <p:par>
                          <p:cTn id="79" fill="hold">
                            <p:stCondLst>
                              <p:cond delay="7500"/>
                            </p:stCondLst>
                            <p:childTnLst>
                              <p:par>
                                <p:cTn id="80" presetClass="entr" nodeType="afterEffect" presetSubtype="16" presetID="23" grpId="16" fill="hold">
                                  <p:stCondLst>
                                    <p:cond delay="0"/>
                                  </p:stCondLst>
                                  <p:iterate type="el" backwards="0">
                                    <p:tmAbs val="0"/>
                                  </p:iterate>
                                  <p:childTnLst>
                                    <p:set>
                                      <p:cBhvr>
                                        <p:cTn id="81" fill="hold"/>
                                        <p:tgtEl>
                                          <p:spTgt spid="4597"/>
                                        </p:tgtEl>
                                        <p:attrNameLst>
                                          <p:attrName>style.visibility</p:attrName>
                                        </p:attrNameLst>
                                      </p:cBhvr>
                                      <p:to>
                                        <p:strVal val="visible"/>
                                      </p:to>
                                    </p:set>
                                    <p:anim calcmode="lin" valueType="num">
                                      <p:cBhvr>
                                        <p:cTn id="82" dur="500" fill="hold"/>
                                        <p:tgtEl>
                                          <p:spTgt spid="4597"/>
                                        </p:tgtEl>
                                        <p:attrNameLst>
                                          <p:attrName>ppt_w</p:attrName>
                                        </p:attrNameLst>
                                      </p:cBhvr>
                                      <p:tavLst>
                                        <p:tav tm="0">
                                          <p:val>
                                            <p:fltVal val="0"/>
                                          </p:val>
                                        </p:tav>
                                        <p:tav tm="100000">
                                          <p:val>
                                            <p:strVal val="#ppt_w"/>
                                          </p:val>
                                        </p:tav>
                                      </p:tavLst>
                                    </p:anim>
                                    <p:anim calcmode="lin" valueType="num">
                                      <p:cBhvr>
                                        <p:cTn id="83" dur="500" fill="hold"/>
                                        <p:tgtEl>
                                          <p:spTgt spid="4597"/>
                                        </p:tgtEl>
                                        <p:attrNameLst>
                                          <p:attrName>ppt_h</p:attrName>
                                        </p:attrNameLst>
                                      </p:cBhvr>
                                      <p:tavLst>
                                        <p:tav tm="0">
                                          <p:val>
                                            <p:fltVal val="0"/>
                                          </p:val>
                                        </p:tav>
                                        <p:tav tm="100000">
                                          <p:val>
                                            <p:strVal val="#ppt_h"/>
                                          </p:val>
                                        </p:tav>
                                      </p:tavLst>
                                    </p:anim>
                                  </p:childTnLst>
                                </p:cTn>
                              </p:par>
                            </p:childTnLst>
                          </p:cTn>
                        </p:par>
                        <p:par>
                          <p:cTn id="84" fill="hold">
                            <p:stCondLst>
                              <p:cond delay="8000"/>
                            </p:stCondLst>
                            <p:childTnLst>
                              <p:par>
                                <p:cTn id="85" presetClass="entr" nodeType="afterEffect" presetSubtype="16" presetID="23" grpId="17" fill="hold">
                                  <p:stCondLst>
                                    <p:cond delay="0"/>
                                  </p:stCondLst>
                                  <p:iterate type="el" backwards="0">
                                    <p:tmAbs val="0"/>
                                  </p:iterate>
                                  <p:childTnLst>
                                    <p:set>
                                      <p:cBhvr>
                                        <p:cTn id="86" fill="hold"/>
                                        <p:tgtEl>
                                          <p:spTgt spid="4598"/>
                                        </p:tgtEl>
                                        <p:attrNameLst>
                                          <p:attrName>style.visibility</p:attrName>
                                        </p:attrNameLst>
                                      </p:cBhvr>
                                      <p:to>
                                        <p:strVal val="visible"/>
                                      </p:to>
                                    </p:set>
                                    <p:anim calcmode="lin" valueType="num">
                                      <p:cBhvr>
                                        <p:cTn id="87" dur="500" fill="hold"/>
                                        <p:tgtEl>
                                          <p:spTgt spid="4598"/>
                                        </p:tgtEl>
                                        <p:attrNameLst>
                                          <p:attrName>ppt_w</p:attrName>
                                        </p:attrNameLst>
                                      </p:cBhvr>
                                      <p:tavLst>
                                        <p:tav tm="0">
                                          <p:val>
                                            <p:fltVal val="0"/>
                                          </p:val>
                                        </p:tav>
                                        <p:tav tm="100000">
                                          <p:val>
                                            <p:strVal val="#ppt_w"/>
                                          </p:val>
                                        </p:tav>
                                      </p:tavLst>
                                    </p:anim>
                                    <p:anim calcmode="lin" valueType="num">
                                      <p:cBhvr>
                                        <p:cTn id="88" dur="500" fill="hold"/>
                                        <p:tgtEl>
                                          <p:spTgt spid="4598"/>
                                        </p:tgtEl>
                                        <p:attrNameLst>
                                          <p:attrName>ppt_h</p:attrName>
                                        </p:attrNameLst>
                                      </p:cBhvr>
                                      <p:tavLst>
                                        <p:tav tm="0">
                                          <p:val>
                                            <p:fltVal val="0"/>
                                          </p:val>
                                        </p:tav>
                                        <p:tav tm="100000">
                                          <p:val>
                                            <p:strVal val="#ppt_h"/>
                                          </p:val>
                                        </p:tav>
                                      </p:tavLst>
                                    </p:anim>
                                  </p:childTnLst>
                                </p:cTn>
                              </p:par>
                            </p:childTnLst>
                          </p:cTn>
                        </p:par>
                        <p:par>
                          <p:cTn id="89" fill="hold">
                            <p:stCondLst>
                              <p:cond delay="8500"/>
                            </p:stCondLst>
                            <p:childTnLst>
                              <p:par>
                                <p:cTn id="90" presetClass="entr" nodeType="afterEffect" presetSubtype="16" presetID="23" grpId="18" fill="hold">
                                  <p:stCondLst>
                                    <p:cond delay="0"/>
                                  </p:stCondLst>
                                  <p:iterate type="el" backwards="0">
                                    <p:tmAbs val="0"/>
                                  </p:iterate>
                                  <p:childTnLst>
                                    <p:set>
                                      <p:cBhvr>
                                        <p:cTn id="91" fill="hold"/>
                                        <p:tgtEl>
                                          <p:spTgt spid="4600"/>
                                        </p:tgtEl>
                                        <p:attrNameLst>
                                          <p:attrName>style.visibility</p:attrName>
                                        </p:attrNameLst>
                                      </p:cBhvr>
                                      <p:to>
                                        <p:strVal val="visible"/>
                                      </p:to>
                                    </p:set>
                                    <p:anim calcmode="lin" valueType="num">
                                      <p:cBhvr>
                                        <p:cTn id="92" dur="500" fill="hold"/>
                                        <p:tgtEl>
                                          <p:spTgt spid="4600"/>
                                        </p:tgtEl>
                                        <p:attrNameLst>
                                          <p:attrName>ppt_w</p:attrName>
                                        </p:attrNameLst>
                                      </p:cBhvr>
                                      <p:tavLst>
                                        <p:tav tm="0">
                                          <p:val>
                                            <p:fltVal val="0"/>
                                          </p:val>
                                        </p:tav>
                                        <p:tav tm="100000">
                                          <p:val>
                                            <p:strVal val="#ppt_w"/>
                                          </p:val>
                                        </p:tav>
                                      </p:tavLst>
                                    </p:anim>
                                    <p:anim calcmode="lin" valueType="num">
                                      <p:cBhvr>
                                        <p:cTn id="93" dur="500" fill="hold"/>
                                        <p:tgtEl>
                                          <p:spTgt spid="4600"/>
                                        </p:tgtEl>
                                        <p:attrNameLst>
                                          <p:attrName>ppt_h</p:attrName>
                                        </p:attrNameLst>
                                      </p:cBhvr>
                                      <p:tavLst>
                                        <p:tav tm="0">
                                          <p:val>
                                            <p:fltVal val="0"/>
                                          </p:val>
                                        </p:tav>
                                        <p:tav tm="100000">
                                          <p:val>
                                            <p:strVal val="#ppt_h"/>
                                          </p:val>
                                        </p:tav>
                                      </p:tavLst>
                                    </p:anim>
                                  </p:childTnLst>
                                </p:cTn>
                              </p:par>
                            </p:childTnLst>
                          </p:cTn>
                        </p:par>
                        <p:par>
                          <p:cTn id="94" fill="hold">
                            <p:stCondLst>
                              <p:cond delay="9000"/>
                            </p:stCondLst>
                            <p:childTnLst>
                              <p:par>
                                <p:cTn id="95" presetClass="entr" nodeType="afterEffect" presetSubtype="16" presetID="23" grpId="19" fill="hold">
                                  <p:stCondLst>
                                    <p:cond delay="0"/>
                                  </p:stCondLst>
                                  <p:iterate type="el" backwards="0">
                                    <p:tmAbs val="0"/>
                                  </p:iterate>
                                  <p:childTnLst>
                                    <p:set>
                                      <p:cBhvr>
                                        <p:cTn id="96" fill="hold"/>
                                        <p:tgtEl>
                                          <p:spTgt spid="4601"/>
                                        </p:tgtEl>
                                        <p:attrNameLst>
                                          <p:attrName>style.visibility</p:attrName>
                                        </p:attrNameLst>
                                      </p:cBhvr>
                                      <p:to>
                                        <p:strVal val="visible"/>
                                      </p:to>
                                    </p:set>
                                    <p:anim calcmode="lin" valueType="num">
                                      <p:cBhvr>
                                        <p:cTn id="97" dur="500" fill="hold"/>
                                        <p:tgtEl>
                                          <p:spTgt spid="4601"/>
                                        </p:tgtEl>
                                        <p:attrNameLst>
                                          <p:attrName>ppt_w</p:attrName>
                                        </p:attrNameLst>
                                      </p:cBhvr>
                                      <p:tavLst>
                                        <p:tav tm="0">
                                          <p:val>
                                            <p:fltVal val="0"/>
                                          </p:val>
                                        </p:tav>
                                        <p:tav tm="100000">
                                          <p:val>
                                            <p:strVal val="#ppt_w"/>
                                          </p:val>
                                        </p:tav>
                                      </p:tavLst>
                                    </p:anim>
                                    <p:anim calcmode="lin" valueType="num">
                                      <p:cBhvr>
                                        <p:cTn id="98" dur="500" fill="hold"/>
                                        <p:tgtEl>
                                          <p:spTgt spid="4601"/>
                                        </p:tgtEl>
                                        <p:attrNameLst>
                                          <p:attrName>ppt_h</p:attrName>
                                        </p:attrNameLst>
                                      </p:cBhvr>
                                      <p:tavLst>
                                        <p:tav tm="0">
                                          <p:val>
                                            <p:fltVal val="0"/>
                                          </p:val>
                                        </p:tav>
                                        <p:tav tm="100000">
                                          <p:val>
                                            <p:strVal val="#ppt_h"/>
                                          </p:val>
                                        </p:tav>
                                      </p:tavLst>
                                    </p:anim>
                                  </p:childTnLst>
                                </p:cTn>
                              </p:par>
                            </p:childTnLst>
                          </p:cTn>
                        </p:par>
                        <p:par>
                          <p:cTn id="99" fill="hold">
                            <p:stCondLst>
                              <p:cond delay="9500"/>
                            </p:stCondLst>
                            <p:childTnLst>
                              <p:par>
                                <p:cTn id="100" presetClass="entr" nodeType="afterEffect" presetSubtype="16" presetID="23" grpId="20" fill="hold">
                                  <p:stCondLst>
                                    <p:cond delay="0"/>
                                  </p:stCondLst>
                                  <p:iterate type="el" backwards="0">
                                    <p:tmAbs val="0"/>
                                  </p:iterate>
                                  <p:childTnLst>
                                    <p:set>
                                      <p:cBhvr>
                                        <p:cTn id="101" fill="hold"/>
                                        <p:tgtEl>
                                          <p:spTgt spid="4602"/>
                                        </p:tgtEl>
                                        <p:attrNameLst>
                                          <p:attrName>style.visibility</p:attrName>
                                        </p:attrNameLst>
                                      </p:cBhvr>
                                      <p:to>
                                        <p:strVal val="visible"/>
                                      </p:to>
                                    </p:set>
                                    <p:anim calcmode="lin" valueType="num">
                                      <p:cBhvr>
                                        <p:cTn id="102" dur="500" fill="hold"/>
                                        <p:tgtEl>
                                          <p:spTgt spid="4602"/>
                                        </p:tgtEl>
                                        <p:attrNameLst>
                                          <p:attrName>ppt_w</p:attrName>
                                        </p:attrNameLst>
                                      </p:cBhvr>
                                      <p:tavLst>
                                        <p:tav tm="0">
                                          <p:val>
                                            <p:fltVal val="0"/>
                                          </p:val>
                                        </p:tav>
                                        <p:tav tm="100000">
                                          <p:val>
                                            <p:strVal val="#ppt_w"/>
                                          </p:val>
                                        </p:tav>
                                      </p:tavLst>
                                    </p:anim>
                                    <p:anim calcmode="lin" valueType="num">
                                      <p:cBhvr>
                                        <p:cTn id="103" dur="500" fill="hold"/>
                                        <p:tgtEl>
                                          <p:spTgt spid="4602"/>
                                        </p:tgtEl>
                                        <p:attrNameLst>
                                          <p:attrName>ppt_h</p:attrName>
                                        </p:attrNameLst>
                                      </p:cBhvr>
                                      <p:tavLst>
                                        <p:tav tm="0">
                                          <p:val>
                                            <p:fltVal val="0"/>
                                          </p:val>
                                        </p:tav>
                                        <p:tav tm="100000">
                                          <p:val>
                                            <p:strVal val="#ppt_h"/>
                                          </p:val>
                                        </p:tav>
                                      </p:tavLst>
                                    </p:anim>
                                  </p:childTnLst>
                                </p:cTn>
                              </p:par>
                            </p:childTnLst>
                          </p:cTn>
                        </p:par>
                        <p:par>
                          <p:cTn id="104" fill="hold">
                            <p:stCondLst>
                              <p:cond delay="10000"/>
                            </p:stCondLst>
                            <p:childTnLst>
                              <p:par>
                                <p:cTn id="105" presetClass="entr" nodeType="afterEffect" presetSubtype="16" presetID="23" grpId="21" fill="hold">
                                  <p:stCondLst>
                                    <p:cond delay="0"/>
                                  </p:stCondLst>
                                  <p:iterate type="el" backwards="0">
                                    <p:tmAbs val="0"/>
                                  </p:iterate>
                                  <p:childTnLst>
                                    <p:set>
                                      <p:cBhvr>
                                        <p:cTn id="106" fill="hold"/>
                                        <p:tgtEl>
                                          <p:spTgt spid="4603"/>
                                        </p:tgtEl>
                                        <p:attrNameLst>
                                          <p:attrName>style.visibility</p:attrName>
                                        </p:attrNameLst>
                                      </p:cBhvr>
                                      <p:to>
                                        <p:strVal val="visible"/>
                                      </p:to>
                                    </p:set>
                                    <p:anim calcmode="lin" valueType="num">
                                      <p:cBhvr>
                                        <p:cTn id="107" dur="500" fill="hold"/>
                                        <p:tgtEl>
                                          <p:spTgt spid="4603"/>
                                        </p:tgtEl>
                                        <p:attrNameLst>
                                          <p:attrName>ppt_w</p:attrName>
                                        </p:attrNameLst>
                                      </p:cBhvr>
                                      <p:tavLst>
                                        <p:tav tm="0">
                                          <p:val>
                                            <p:fltVal val="0"/>
                                          </p:val>
                                        </p:tav>
                                        <p:tav tm="100000">
                                          <p:val>
                                            <p:strVal val="#ppt_w"/>
                                          </p:val>
                                        </p:tav>
                                      </p:tavLst>
                                    </p:anim>
                                    <p:anim calcmode="lin" valueType="num">
                                      <p:cBhvr>
                                        <p:cTn id="108" dur="500" fill="hold"/>
                                        <p:tgtEl>
                                          <p:spTgt spid="4603"/>
                                        </p:tgtEl>
                                        <p:attrNameLst>
                                          <p:attrName>ppt_h</p:attrName>
                                        </p:attrNameLst>
                                      </p:cBhvr>
                                      <p:tavLst>
                                        <p:tav tm="0">
                                          <p:val>
                                            <p:fltVal val="0"/>
                                          </p:val>
                                        </p:tav>
                                        <p:tav tm="100000">
                                          <p:val>
                                            <p:strVal val="#ppt_h"/>
                                          </p:val>
                                        </p:tav>
                                      </p:tavLst>
                                    </p:anim>
                                  </p:childTnLst>
                                </p:cTn>
                              </p:par>
                            </p:childTnLst>
                          </p:cTn>
                        </p:par>
                        <p:par>
                          <p:cTn id="109" fill="hold">
                            <p:stCondLst>
                              <p:cond delay="10500"/>
                            </p:stCondLst>
                            <p:childTnLst>
                              <p:par>
                                <p:cTn id="110" presetClass="entr" nodeType="afterEffect" presetID="9" grpId="22" fill="hold">
                                  <p:stCondLst>
                                    <p:cond delay="0"/>
                                  </p:stCondLst>
                                  <p:iterate type="el" backwards="0">
                                    <p:tmAbs val="0"/>
                                  </p:iterate>
                                  <p:childTnLst>
                                    <p:set>
                                      <p:cBhvr>
                                        <p:cTn id="111" fill="hold"/>
                                        <p:tgtEl>
                                          <p:spTgt spid="4599"/>
                                        </p:tgtEl>
                                        <p:attrNameLst>
                                          <p:attrName>style.visibility</p:attrName>
                                        </p:attrNameLst>
                                      </p:cBhvr>
                                      <p:to>
                                        <p:strVal val="visible"/>
                                      </p:to>
                                    </p:set>
                                    <p:animEffect filter="dissolve" transition="in">
                                      <p:cBhvr>
                                        <p:cTn id="112" dur="500"/>
                                        <p:tgtEl>
                                          <p:spTgt spid="459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603" grpId="21"/>
      <p:bldP build="whole" bldLvl="1" animBg="1" rev="0" advAuto="0" spid="4584" grpId="2"/>
      <p:bldP build="whole" bldLvl="1" animBg="1" rev="0" advAuto="0" spid="4601" grpId="19"/>
      <p:bldP build="whole" bldLvl="1" animBg="1" rev="0" advAuto="0" spid="4597" grpId="16"/>
      <p:bldP build="whole" bldLvl="1" animBg="1" rev="0" advAuto="0" spid="4590" grpId="7"/>
      <p:bldP build="whole" bldLvl="1" animBg="1" rev="0" advAuto="0" spid="4588" grpId="3"/>
      <p:bldP build="whole" bldLvl="1" animBg="1" rev="0" advAuto="0" spid="4602" grpId="20"/>
      <p:bldP build="whole" bldLvl="1" animBg="1" rev="0" advAuto="0" spid="4592" grpId="11"/>
      <p:bldP build="whole" bldLvl="1" animBg="1" rev="0" advAuto="0" spid="4595" grpId="14"/>
      <p:bldP build="whole" bldLvl="1" animBg="1" rev="0" advAuto="0" spid="4582" grpId="10"/>
      <p:bldP build="whole" bldLvl="1" animBg="1" rev="0" advAuto="0" spid="4587" grpId="1"/>
      <p:bldP build="whole" bldLvl="1" animBg="1" rev="0" advAuto="0" spid="4596" grpId="15"/>
      <p:bldP build="whole" bldLvl="1" animBg="1" rev="0" advAuto="0" spid="4583" grpId="6"/>
      <p:bldP build="whole" bldLvl="1" animBg="1" rev="0" advAuto="0" spid="4593" grpId="12"/>
      <p:bldP build="whole" bldLvl="1" animBg="1" rev="0" advAuto="0" spid="4594" grpId="13"/>
      <p:bldP build="whole" bldLvl="1" animBg="1" rev="0" advAuto="0" spid="4600" grpId="18"/>
      <p:bldP build="whole" bldLvl="1" animBg="1" rev="0" advAuto="0" spid="4580" grpId="4"/>
      <p:bldP build="whole" bldLvl="1" animBg="1" rev="0" advAuto="0" spid="4589" grpId="5"/>
      <p:bldP build="whole" bldLvl="1" animBg="1" rev="0" advAuto="0" spid="4598" grpId="17"/>
      <p:bldP build="whole" bldLvl="1" animBg="1" rev="0" advAuto="0" spid="4591" grpId="9"/>
      <p:bldP build="whole" bldLvl="1" animBg="1" rev="0" advAuto="0" spid="4599" grpId="22"/>
      <p:bldP build="whole" bldLvl="1" animBg="1" rev="0" advAuto="0" spid="4581" grpId="8"/>
    </p:bldLst>
  </p:timing>
</p:sld>
</file>

<file path=ppt/slides/slide14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606" name="Shape 4606"/>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Diagrama </a:t>
            </a:r>
          </a:p>
        </p:txBody>
      </p:sp>
      <p:sp>
        <p:nvSpPr>
          <p:cNvPr id="4607" name="Shape 4607"/>
          <p:cNvSpPr/>
          <p:nvPr/>
        </p:nvSpPr>
        <p:spPr>
          <a:xfrm>
            <a:off x="12279298" y="3795898"/>
            <a:ext cx="3767576" cy="46306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277"/>
                </a:moveTo>
                <a:lnTo>
                  <a:pt x="19231" y="17287"/>
                </a:lnTo>
                <a:cubicBezTo>
                  <a:pt x="19231" y="17279"/>
                  <a:pt x="19231" y="17272"/>
                  <a:pt x="19231" y="17264"/>
                </a:cubicBezTo>
                <a:cubicBezTo>
                  <a:pt x="19174" y="8292"/>
                  <a:pt x="10811" y="937"/>
                  <a:pt x="105" y="0"/>
                </a:cubicBezTo>
                <a:lnTo>
                  <a:pt x="3259" y="3237"/>
                </a:lnTo>
                <a:lnTo>
                  <a:pt x="3343" y="3238"/>
                </a:lnTo>
                <a:lnTo>
                  <a:pt x="3300" y="3279"/>
                </a:lnTo>
                <a:lnTo>
                  <a:pt x="3340" y="3320"/>
                </a:lnTo>
                <a:lnTo>
                  <a:pt x="3257" y="3319"/>
                </a:lnTo>
                <a:lnTo>
                  <a:pt x="0" y="6375"/>
                </a:lnTo>
                <a:cubicBezTo>
                  <a:pt x="6468" y="7233"/>
                  <a:pt x="11421" y="11785"/>
                  <a:pt x="11455" y="17297"/>
                </a:cubicBezTo>
                <a:cubicBezTo>
                  <a:pt x="11455" y="17304"/>
                  <a:pt x="11455" y="17312"/>
                  <a:pt x="11455" y="17319"/>
                </a:cubicBezTo>
                <a:lnTo>
                  <a:pt x="8977" y="17330"/>
                </a:lnTo>
                <a:lnTo>
                  <a:pt x="11354" y="18919"/>
                </a:lnTo>
                <a:lnTo>
                  <a:pt x="15265" y="21532"/>
                </a:lnTo>
                <a:lnTo>
                  <a:pt x="15265" y="21600"/>
                </a:lnTo>
                <a:lnTo>
                  <a:pt x="15315" y="21566"/>
                </a:lnTo>
                <a:lnTo>
                  <a:pt x="15366" y="21600"/>
                </a:lnTo>
                <a:lnTo>
                  <a:pt x="15365" y="21532"/>
                </a:lnTo>
                <a:lnTo>
                  <a:pt x="19196" y="18917"/>
                </a:lnTo>
                <a:cubicBezTo>
                  <a:pt x="19196" y="18917"/>
                  <a:pt x="21600" y="17277"/>
                  <a:pt x="21600" y="17277"/>
                </a:cubicBezTo>
                <a:close/>
              </a:path>
            </a:pathLst>
          </a:custGeom>
          <a:solidFill>
            <a:srgbClr val="79B2E1"/>
          </a:solidFill>
          <a:ln w="12700">
            <a:solidFill>
              <a:srgbClr val="7A7A7A"/>
            </a:solidFill>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608" name="Shape 4608"/>
          <p:cNvSpPr/>
          <p:nvPr/>
        </p:nvSpPr>
        <p:spPr>
          <a:xfrm>
            <a:off x="10921625" y="7841256"/>
            <a:ext cx="4710216" cy="37783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36" y="3204"/>
                </a:moveTo>
                <a:lnTo>
                  <a:pt x="18536" y="3287"/>
                </a:lnTo>
                <a:lnTo>
                  <a:pt x="18496" y="3246"/>
                </a:lnTo>
                <a:lnTo>
                  <a:pt x="18456" y="3288"/>
                </a:lnTo>
                <a:lnTo>
                  <a:pt x="18455" y="3204"/>
                </a:lnTo>
                <a:lnTo>
                  <a:pt x="15328" y="2"/>
                </a:lnTo>
                <a:cubicBezTo>
                  <a:pt x="14485" y="6625"/>
                  <a:pt x="9835" y="11625"/>
                  <a:pt x="4308" y="11482"/>
                </a:cubicBezTo>
                <a:cubicBezTo>
                  <a:pt x="4300" y="11482"/>
                  <a:pt x="4293" y="11481"/>
                  <a:pt x="4286" y="11481"/>
                </a:cubicBezTo>
                <a:lnTo>
                  <a:pt x="4326" y="9009"/>
                </a:lnTo>
                <a:lnTo>
                  <a:pt x="2670" y="11398"/>
                </a:lnTo>
                <a:lnTo>
                  <a:pt x="69" y="15147"/>
                </a:lnTo>
                <a:lnTo>
                  <a:pt x="2" y="15145"/>
                </a:lnTo>
                <a:lnTo>
                  <a:pt x="34" y="15196"/>
                </a:lnTo>
                <a:lnTo>
                  <a:pt x="0" y="15246"/>
                </a:lnTo>
                <a:lnTo>
                  <a:pt x="67" y="15247"/>
                </a:lnTo>
                <a:lnTo>
                  <a:pt x="2594" y="19211"/>
                </a:lnTo>
                <a:lnTo>
                  <a:pt x="4118" y="21600"/>
                </a:lnTo>
                <a:lnTo>
                  <a:pt x="4156" y="19328"/>
                </a:lnTo>
                <a:lnTo>
                  <a:pt x="4157" y="19237"/>
                </a:lnTo>
                <a:cubicBezTo>
                  <a:pt x="4165" y="19237"/>
                  <a:pt x="4172" y="19238"/>
                  <a:pt x="4179" y="19238"/>
                </a:cubicBezTo>
                <a:cubicBezTo>
                  <a:pt x="4269" y="19240"/>
                  <a:pt x="4358" y="19240"/>
                  <a:pt x="4448" y="19240"/>
                </a:cubicBezTo>
                <a:cubicBezTo>
                  <a:pt x="13338" y="19299"/>
                  <a:pt x="20727" y="10885"/>
                  <a:pt x="21600" y="0"/>
                </a:cubicBezTo>
                <a:cubicBezTo>
                  <a:pt x="21600" y="0"/>
                  <a:pt x="18536" y="3204"/>
                  <a:pt x="18536" y="3204"/>
                </a:cubicBezTo>
                <a:close/>
              </a:path>
            </a:pathLst>
          </a:custGeom>
          <a:solidFill>
            <a:srgbClr val="52A7F9"/>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609" name="Shape 4609"/>
          <p:cNvSpPr/>
          <p:nvPr/>
        </p:nvSpPr>
        <p:spPr>
          <a:xfrm>
            <a:off x="8189548" y="3390054"/>
            <a:ext cx="4713706" cy="3774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367"/>
                </a:moveTo>
                <a:lnTo>
                  <a:pt x="21533" y="6365"/>
                </a:lnTo>
                <a:lnTo>
                  <a:pt x="19012" y="2394"/>
                </a:lnTo>
                <a:lnTo>
                  <a:pt x="17492" y="0"/>
                </a:lnTo>
                <a:lnTo>
                  <a:pt x="17452" y="2273"/>
                </a:lnTo>
                <a:lnTo>
                  <a:pt x="17450" y="2365"/>
                </a:lnTo>
                <a:cubicBezTo>
                  <a:pt x="17443" y="2365"/>
                  <a:pt x="17436" y="2365"/>
                  <a:pt x="17428" y="2365"/>
                </a:cubicBezTo>
                <a:cubicBezTo>
                  <a:pt x="17323" y="2362"/>
                  <a:pt x="17219" y="2361"/>
                  <a:pt x="17115" y="2361"/>
                </a:cubicBezTo>
                <a:cubicBezTo>
                  <a:pt x="8252" y="2316"/>
                  <a:pt x="882" y="10716"/>
                  <a:pt x="0" y="21592"/>
                </a:cubicBezTo>
                <a:lnTo>
                  <a:pt x="3065" y="18389"/>
                </a:lnTo>
                <a:lnTo>
                  <a:pt x="3065" y="18306"/>
                </a:lnTo>
                <a:lnTo>
                  <a:pt x="3106" y="18348"/>
                </a:lnTo>
                <a:lnTo>
                  <a:pt x="3145" y="18306"/>
                </a:lnTo>
                <a:lnTo>
                  <a:pt x="3146" y="18389"/>
                </a:lnTo>
                <a:lnTo>
                  <a:pt x="6268" y="21600"/>
                </a:lnTo>
                <a:cubicBezTo>
                  <a:pt x="7117" y="14972"/>
                  <a:pt x="11769" y="9976"/>
                  <a:pt x="17292" y="10128"/>
                </a:cubicBezTo>
                <a:cubicBezTo>
                  <a:pt x="17299" y="10127"/>
                  <a:pt x="17306" y="10128"/>
                  <a:pt x="17314" y="10128"/>
                </a:cubicBezTo>
                <a:lnTo>
                  <a:pt x="17270" y="12602"/>
                </a:lnTo>
                <a:lnTo>
                  <a:pt x="18928" y="10215"/>
                </a:lnTo>
                <a:lnTo>
                  <a:pt x="21532" y="6465"/>
                </a:lnTo>
                <a:lnTo>
                  <a:pt x="21598" y="6467"/>
                </a:lnTo>
                <a:lnTo>
                  <a:pt x="21566" y="6416"/>
                </a:lnTo>
                <a:cubicBezTo>
                  <a:pt x="21566" y="6416"/>
                  <a:pt x="21600" y="6367"/>
                  <a:pt x="21600" y="6367"/>
                </a:cubicBezTo>
                <a:close/>
              </a:path>
            </a:pathLst>
          </a:custGeom>
          <a:solidFill>
            <a:srgbClr val="2F5379"/>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610" name="Shape 4610"/>
          <p:cNvSpPr/>
          <p:nvPr/>
        </p:nvSpPr>
        <p:spPr>
          <a:xfrm>
            <a:off x="7728373" y="6570017"/>
            <a:ext cx="3770639" cy="46352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65" y="18368"/>
                </a:moveTo>
                <a:lnTo>
                  <a:pt x="18308" y="18328"/>
                </a:lnTo>
                <a:lnTo>
                  <a:pt x="18268" y="18286"/>
                </a:lnTo>
                <a:lnTo>
                  <a:pt x="18351" y="18288"/>
                </a:lnTo>
                <a:lnTo>
                  <a:pt x="21600" y="15231"/>
                </a:lnTo>
                <a:cubicBezTo>
                  <a:pt x="15122" y="14380"/>
                  <a:pt x="10162" y="9820"/>
                  <a:pt x="10136" y="4303"/>
                </a:cubicBezTo>
                <a:cubicBezTo>
                  <a:pt x="10136" y="4296"/>
                  <a:pt x="10136" y="4288"/>
                  <a:pt x="10136" y="4281"/>
                </a:cubicBezTo>
                <a:lnTo>
                  <a:pt x="12613" y="4273"/>
                </a:lnTo>
                <a:lnTo>
                  <a:pt x="10240" y="2683"/>
                </a:lnTo>
                <a:lnTo>
                  <a:pt x="6337" y="68"/>
                </a:lnTo>
                <a:lnTo>
                  <a:pt x="6336" y="0"/>
                </a:lnTo>
                <a:lnTo>
                  <a:pt x="6287" y="34"/>
                </a:lnTo>
                <a:lnTo>
                  <a:pt x="6236" y="0"/>
                </a:lnTo>
                <a:lnTo>
                  <a:pt x="6236" y="68"/>
                </a:lnTo>
                <a:lnTo>
                  <a:pt x="2404" y="2676"/>
                </a:lnTo>
                <a:lnTo>
                  <a:pt x="0" y="4312"/>
                </a:lnTo>
                <a:lnTo>
                  <a:pt x="2367" y="4305"/>
                </a:lnTo>
                <a:cubicBezTo>
                  <a:pt x="2367" y="4312"/>
                  <a:pt x="2367" y="4320"/>
                  <a:pt x="2367" y="4327"/>
                </a:cubicBezTo>
                <a:cubicBezTo>
                  <a:pt x="2409" y="13307"/>
                  <a:pt x="10783" y="20674"/>
                  <a:pt x="21506" y="21600"/>
                </a:cubicBezTo>
                <a:lnTo>
                  <a:pt x="18349" y="18369"/>
                </a:lnTo>
                <a:cubicBezTo>
                  <a:pt x="18349" y="18369"/>
                  <a:pt x="18265" y="18368"/>
                  <a:pt x="18265" y="18368"/>
                </a:cubicBezTo>
                <a:close/>
              </a:path>
            </a:pathLst>
          </a:custGeom>
          <a:solidFill>
            <a:srgbClr val="2DC1C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611" name="Shape 4611"/>
          <p:cNvSpPr/>
          <p:nvPr/>
        </p:nvSpPr>
        <p:spPr>
          <a:xfrm>
            <a:off x="16783473" y="3720253"/>
            <a:ext cx="6299201" cy="187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000">
                <a:solidFill>
                  <a:srgbClr val="444444"/>
                </a:solidFill>
                <a:latin typeface="Raleway Regular"/>
                <a:ea typeface="Raleway Regular"/>
                <a:cs typeface="Raleway Regular"/>
                <a:sym typeface="Raleway Regular"/>
              </a:defRPr>
            </a:lvl1pPr>
          </a:lstStyle>
          <a:p>
            <a:pPr/>
            <a:r>
              <a:t>Nullam quis risus eget urna mollis ornare vel eu leo. Aenean eu leo quam. Pellentesque ornare sem lacinia quam venenatis vestibulum. </a:t>
            </a:r>
          </a:p>
        </p:txBody>
      </p:sp>
      <p:sp>
        <p:nvSpPr>
          <p:cNvPr id="4612" name="Shape 4612"/>
          <p:cNvSpPr/>
          <p:nvPr/>
        </p:nvSpPr>
        <p:spPr>
          <a:xfrm>
            <a:off x="16783473" y="2996353"/>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4613" name="Shape 4613"/>
          <p:cNvSpPr/>
          <p:nvPr/>
        </p:nvSpPr>
        <p:spPr>
          <a:xfrm>
            <a:off x="15294596" y="5774873"/>
            <a:ext cx="7829188" cy="11"/>
          </a:xfrm>
          <a:prstGeom prst="line">
            <a:avLst/>
          </a:prstGeom>
          <a:ln w="38100">
            <a:solidFill>
              <a:srgbClr val="2F5379"/>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sp>
        <p:nvSpPr>
          <p:cNvPr id="4614" name="Shape 4614"/>
          <p:cNvSpPr/>
          <p:nvPr/>
        </p:nvSpPr>
        <p:spPr>
          <a:xfrm>
            <a:off x="16783473" y="8470053"/>
            <a:ext cx="6299201" cy="187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000">
                <a:solidFill>
                  <a:srgbClr val="444444"/>
                </a:solidFill>
                <a:latin typeface="Raleway Regular"/>
                <a:ea typeface="Raleway Regular"/>
                <a:cs typeface="Raleway Regular"/>
                <a:sym typeface="Raleway Regular"/>
              </a:defRPr>
            </a:lvl1pPr>
          </a:lstStyle>
          <a:p>
            <a:pPr/>
            <a:r>
              <a:t>Nullam quis risus eget urna mollis ornare vel eu leo. Aenean eu leo quam. Pellentesque ornare sem lacinia quam venenatis vestibulum. </a:t>
            </a:r>
          </a:p>
        </p:txBody>
      </p:sp>
      <p:sp>
        <p:nvSpPr>
          <p:cNvPr id="4615" name="Shape 4615"/>
          <p:cNvSpPr/>
          <p:nvPr/>
        </p:nvSpPr>
        <p:spPr>
          <a:xfrm>
            <a:off x="16783473" y="7746153"/>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4616" name="Shape 4616"/>
          <p:cNvSpPr/>
          <p:nvPr/>
        </p:nvSpPr>
        <p:spPr>
          <a:xfrm>
            <a:off x="14266736" y="10514776"/>
            <a:ext cx="8835319" cy="12"/>
          </a:xfrm>
          <a:prstGeom prst="line">
            <a:avLst/>
          </a:prstGeom>
          <a:ln w="38100">
            <a:solidFill>
              <a:srgbClr val="2F5379"/>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sp>
        <p:nvSpPr>
          <p:cNvPr id="4617" name="Shape 4617"/>
          <p:cNvSpPr/>
          <p:nvPr/>
        </p:nvSpPr>
        <p:spPr>
          <a:xfrm>
            <a:off x="730673" y="3758353"/>
            <a:ext cx="6299201" cy="187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r" defTabSz="825500">
              <a:defRPr sz="3000">
                <a:solidFill>
                  <a:srgbClr val="444444"/>
                </a:solidFill>
                <a:latin typeface="Raleway Regular"/>
                <a:ea typeface="Raleway Regular"/>
                <a:cs typeface="Raleway Regular"/>
                <a:sym typeface="Raleway Regular"/>
              </a:defRPr>
            </a:lvl1pPr>
          </a:lstStyle>
          <a:p>
            <a:pPr/>
            <a:r>
              <a:t>Nullam quis risus eget urna mollis ornare vel eu leo. Aenean eu leo quam. Pellentesque ornare sem lacinia quam venenatis vestibulum. </a:t>
            </a:r>
          </a:p>
        </p:txBody>
      </p:sp>
      <p:sp>
        <p:nvSpPr>
          <p:cNvPr id="4618" name="Shape 4618"/>
          <p:cNvSpPr/>
          <p:nvPr/>
        </p:nvSpPr>
        <p:spPr>
          <a:xfrm>
            <a:off x="730673" y="3034453"/>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r"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4619" name="Shape 4619"/>
          <p:cNvSpPr/>
          <p:nvPr/>
        </p:nvSpPr>
        <p:spPr>
          <a:xfrm>
            <a:off x="730673" y="5739553"/>
            <a:ext cx="7829188" cy="11"/>
          </a:xfrm>
          <a:prstGeom prst="line">
            <a:avLst/>
          </a:prstGeom>
          <a:ln w="38100">
            <a:solidFill>
              <a:srgbClr val="2F5379"/>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sp>
        <p:nvSpPr>
          <p:cNvPr id="4620" name="Shape 4620"/>
          <p:cNvSpPr/>
          <p:nvPr/>
        </p:nvSpPr>
        <p:spPr>
          <a:xfrm>
            <a:off x="730673" y="8520853"/>
            <a:ext cx="6299201" cy="187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r" defTabSz="825500">
              <a:defRPr sz="3000">
                <a:solidFill>
                  <a:srgbClr val="444444"/>
                </a:solidFill>
                <a:latin typeface="Raleway Regular"/>
                <a:ea typeface="Raleway Regular"/>
                <a:cs typeface="Raleway Regular"/>
                <a:sym typeface="Raleway Regular"/>
              </a:defRPr>
            </a:lvl1pPr>
          </a:lstStyle>
          <a:p>
            <a:pPr/>
            <a:r>
              <a:t>Nullam quis risus eget urna mollis ornare vel eu leo. Aenean eu leo quam. Pellentesque ornare sem lacinia quam venenatis vestibulum. </a:t>
            </a:r>
          </a:p>
        </p:txBody>
      </p:sp>
      <p:sp>
        <p:nvSpPr>
          <p:cNvPr id="4621" name="Shape 4621"/>
          <p:cNvSpPr/>
          <p:nvPr/>
        </p:nvSpPr>
        <p:spPr>
          <a:xfrm>
            <a:off x="730673" y="7796953"/>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r"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4622" name="Shape 4622"/>
          <p:cNvSpPr/>
          <p:nvPr/>
        </p:nvSpPr>
        <p:spPr>
          <a:xfrm>
            <a:off x="730673" y="10489353"/>
            <a:ext cx="8835319" cy="12"/>
          </a:xfrm>
          <a:prstGeom prst="line">
            <a:avLst/>
          </a:prstGeom>
          <a:ln w="38100">
            <a:solidFill>
              <a:srgbClr val="2F5379"/>
            </a:solidFill>
            <a:miter lim="400000"/>
          </a:ln>
        </p:spPr>
        <p:txBody>
          <a:bodyPr lIns="50800" tIns="50800" rIns="50800" bIns="50800" anchor="ctr"/>
          <a:lstStyle/>
          <a:p>
            <a:pPr algn="l" defTabSz="457200">
              <a:defRPr sz="1200">
                <a:latin typeface="Helvetica"/>
                <a:ea typeface="Helvetica"/>
                <a:cs typeface="Helvetica"/>
                <a:sym typeface="Helvetica"/>
              </a:defRPr>
            </a:pPr>
          </a:p>
        </p:txBody>
      </p:sp>
      <p:sp>
        <p:nvSpPr>
          <p:cNvPr id="4623" name="Shape 4623"/>
          <p:cNvSpPr/>
          <p:nvPr/>
        </p:nvSpPr>
        <p:spPr>
          <a:xfrm>
            <a:off x="9737639" y="4837853"/>
            <a:ext cx="399828" cy="7112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3600">
                <a:latin typeface="Roboto Light"/>
                <a:ea typeface="Roboto Light"/>
                <a:cs typeface="Roboto Light"/>
                <a:sym typeface="Roboto Light"/>
              </a:defRPr>
            </a:lvl1pPr>
          </a:lstStyle>
          <a:p>
            <a:pPr/>
            <a:r>
              <a:t>A</a:t>
            </a:r>
          </a:p>
        </p:txBody>
      </p:sp>
      <p:sp>
        <p:nvSpPr>
          <p:cNvPr id="4624" name="Shape 4624"/>
          <p:cNvSpPr/>
          <p:nvPr/>
        </p:nvSpPr>
        <p:spPr>
          <a:xfrm>
            <a:off x="14034580" y="5295053"/>
            <a:ext cx="397595" cy="7112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3600">
                <a:latin typeface="Roboto Light"/>
                <a:ea typeface="Roboto Light"/>
                <a:cs typeface="Roboto Light"/>
                <a:sym typeface="Roboto Light"/>
              </a:defRPr>
            </a:lvl1pPr>
          </a:lstStyle>
          <a:p>
            <a:pPr/>
            <a:r>
              <a:t>B</a:t>
            </a:r>
          </a:p>
        </p:txBody>
      </p:sp>
      <p:sp>
        <p:nvSpPr>
          <p:cNvPr id="4625" name="Shape 4625"/>
          <p:cNvSpPr/>
          <p:nvPr/>
        </p:nvSpPr>
        <p:spPr>
          <a:xfrm>
            <a:off x="13687984" y="9409853"/>
            <a:ext cx="407418" cy="7112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3600">
                <a:latin typeface="Roboto Light"/>
                <a:ea typeface="Roboto Light"/>
                <a:cs typeface="Roboto Light"/>
                <a:sym typeface="Roboto Light"/>
              </a:defRPr>
            </a:lvl1pPr>
          </a:lstStyle>
          <a:p>
            <a:pPr/>
            <a:r>
              <a:t>C</a:t>
            </a:r>
          </a:p>
        </p:txBody>
      </p:sp>
      <p:sp>
        <p:nvSpPr>
          <p:cNvPr id="4626" name="Shape 4626"/>
          <p:cNvSpPr/>
          <p:nvPr/>
        </p:nvSpPr>
        <p:spPr>
          <a:xfrm>
            <a:off x="9374561" y="9066953"/>
            <a:ext cx="421928" cy="7112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3600">
                <a:solidFill>
                  <a:srgbClr val="FFFFFF"/>
                </a:solidFill>
                <a:latin typeface="Roboto Light"/>
                <a:ea typeface="Roboto Light"/>
                <a:cs typeface="Roboto Light"/>
                <a:sym typeface="Roboto Light"/>
              </a:defRPr>
            </a:lvl1pPr>
          </a:lstStyle>
          <a:p>
            <a:pPr/>
            <a:r>
              <a:t>D</a:t>
            </a:r>
          </a:p>
        </p:txBody>
      </p:sp>
      <p:sp>
        <p:nvSpPr>
          <p:cNvPr id="4627" name="Shape 462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4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629" name="Shape 462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Embudo</a:t>
            </a:r>
          </a:p>
        </p:txBody>
      </p:sp>
      <p:sp>
        <p:nvSpPr>
          <p:cNvPr id="4630" name="Shape 4630"/>
          <p:cNvSpPr/>
          <p:nvPr/>
        </p:nvSpPr>
        <p:spPr>
          <a:xfrm>
            <a:off x="9025111" y="7032721"/>
            <a:ext cx="665019" cy="730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1769"/>
                </a:moveTo>
                <a:lnTo>
                  <a:pt x="5400" y="11769"/>
                </a:lnTo>
                <a:lnTo>
                  <a:pt x="5400" y="0"/>
                </a:lnTo>
                <a:lnTo>
                  <a:pt x="16200" y="0"/>
                </a:lnTo>
                <a:lnTo>
                  <a:pt x="16200" y="11769"/>
                </a:lnTo>
                <a:lnTo>
                  <a:pt x="21600" y="11769"/>
                </a:lnTo>
                <a:lnTo>
                  <a:pt x="10800" y="21600"/>
                </a:lnTo>
                <a:close/>
              </a:path>
            </a:pathLst>
          </a:cu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grpSp>
        <p:nvGrpSpPr>
          <p:cNvPr id="4633" name="Group 4633"/>
          <p:cNvGrpSpPr/>
          <p:nvPr/>
        </p:nvGrpSpPr>
        <p:grpSpPr>
          <a:xfrm>
            <a:off x="6102303" y="4647115"/>
            <a:ext cx="6510636" cy="6114451"/>
            <a:chOff x="0" y="0"/>
            <a:chExt cx="6510634" cy="6114450"/>
          </a:xfrm>
        </p:grpSpPr>
        <p:sp>
          <p:nvSpPr>
            <p:cNvPr id="4631" name="Shape 4631"/>
            <p:cNvSpPr/>
            <p:nvPr/>
          </p:nvSpPr>
          <p:spPr>
            <a:xfrm>
              <a:off x="-1" y="-1"/>
              <a:ext cx="6510636" cy="25157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52" y="0"/>
                    <a:pt x="0" y="4860"/>
                    <a:pt x="0" y="10800"/>
                  </a:cubicBezTo>
                  <a:cubicBezTo>
                    <a:pt x="0" y="16875"/>
                    <a:pt x="4852" y="21600"/>
                    <a:pt x="10800" y="21600"/>
                  </a:cubicBezTo>
                  <a:cubicBezTo>
                    <a:pt x="16748" y="21600"/>
                    <a:pt x="21600" y="16875"/>
                    <a:pt x="21600" y="10800"/>
                  </a:cubicBezTo>
                  <a:cubicBezTo>
                    <a:pt x="21600" y="4860"/>
                    <a:pt x="16748" y="0"/>
                    <a:pt x="10800" y="0"/>
                  </a:cubicBezTo>
                  <a:close/>
                  <a:moveTo>
                    <a:pt x="10800" y="20115"/>
                  </a:moveTo>
                  <a:cubicBezTo>
                    <a:pt x="5426" y="20115"/>
                    <a:pt x="1096" y="15795"/>
                    <a:pt x="1096" y="10395"/>
                  </a:cubicBezTo>
                  <a:cubicBezTo>
                    <a:pt x="1096" y="5130"/>
                    <a:pt x="5426" y="675"/>
                    <a:pt x="10800" y="675"/>
                  </a:cubicBezTo>
                  <a:cubicBezTo>
                    <a:pt x="16174" y="675"/>
                    <a:pt x="20504" y="5130"/>
                    <a:pt x="20504" y="10395"/>
                  </a:cubicBezTo>
                  <a:cubicBezTo>
                    <a:pt x="20504" y="15795"/>
                    <a:pt x="16174" y="20115"/>
                    <a:pt x="10800" y="20115"/>
                  </a:cubicBezTo>
                  <a:close/>
                </a:path>
              </a:pathLst>
            </a:custGeom>
            <a:solidFill>
              <a:srgbClr val="B7B7B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4632" name="Shape 4632"/>
            <p:cNvSpPr/>
            <p:nvPr/>
          </p:nvSpPr>
          <p:spPr>
            <a:xfrm>
              <a:off x="330153" y="1743212"/>
              <a:ext cx="5850328" cy="43712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58" y="1010"/>
                  </a:moveTo>
                  <a:cubicBezTo>
                    <a:pt x="18523" y="3030"/>
                    <a:pt x="17129" y="5206"/>
                    <a:pt x="15735" y="7692"/>
                  </a:cubicBezTo>
                  <a:cubicBezTo>
                    <a:pt x="14400" y="10178"/>
                    <a:pt x="12368" y="13986"/>
                    <a:pt x="11497" y="20590"/>
                  </a:cubicBezTo>
                  <a:cubicBezTo>
                    <a:pt x="11381" y="20668"/>
                    <a:pt x="11148" y="20668"/>
                    <a:pt x="10800" y="20668"/>
                  </a:cubicBezTo>
                  <a:cubicBezTo>
                    <a:pt x="10452" y="20668"/>
                    <a:pt x="10277" y="20668"/>
                    <a:pt x="10045" y="20435"/>
                  </a:cubicBezTo>
                  <a:cubicBezTo>
                    <a:pt x="9174" y="13908"/>
                    <a:pt x="7200" y="10178"/>
                    <a:pt x="5806" y="7692"/>
                  </a:cubicBezTo>
                  <a:cubicBezTo>
                    <a:pt x="4471" y="5206"/>
                    <a:pt x="3077" y="3030"/>
                    <a:pt x="1684" y="1010"/>
                  </a:cubicBezTo>
                  <a:cubicBezTo>
                    <a:pt x="1045" y="699"/>
                    <a:pt x="465" y="388"/>
                    <a:pt x="0" y="0"/>
                  </a:cubicBezTo>
                  <a:cubicBezTo>
                    <a:pt x="1742" y="2486"/>
                    <a:pt x="3542" y="5128"/>
                    <a:pt x="5226" y="8236"/>
                  </a:cubicBezTo>
                  <a:cubicBezTo>
                    <a:pt x="6794" y="11111"/>
                    <a:pt x="8594" y="14685"/>
                    <a:pt x="9406" y="20901"/>
                  </a:cubicBezTo>
                  <a:cubicBezTo>
                    <a:pt x="9929" y="21600"/>
                    <a:pt x="10335" y="21600"/>
                    <a:pt x="10800" y="21600"/>
                  </a:cubicBezTo>
                  <a:cubicBezTo>
                    <a:pt x="11265" y="21600"/>
                    <a:pt x="11903" y="21600"/>
                    <a:pt x="12194" y="20901"/>
                  </a:cubicBezTo>
                  <a:cubicBezTo>
                    <a:pt x="13006" y="14685"/>
                    <a:pt x="14806" y="11111"/>
                    <a:pt x="16374" y="8236"/>
                  </a:cubicBezTo>
                  <a:cubicBezTo>
                    <a:pt x="18058" y="5128"/>
                    <a:pt x="19800" y="2486"/>
                    <a:pt x="21600" y="0"/>
                  </a:cubicBezTo>
                  <a:cubicBezTo>
                    <a:pt x="21077" y="388"/>
                    <a:pt x="20497" y="699"/>
                    <a:pt x="19858" y="1010"/>
                  </a:cubicBezTo>
                  <a:close/>
                </a:path>
              </a:pathLst>
            </a:custGeom>
            <a:solidFill>
              <a:srgbClr val="B7B7B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4668" name="Group 4668"/>
          <p:cNvGrpSpPr/>
          <p:nvPr/>
        </p:nvGrpSpPr>
        <p:grpSpPr>
          <a:xfrm>
            <a:off x="6311561" y="1626527"/>
            <a:ext cx="6115867" cy="3098182"/>
            <a:chOff x="0" y="0"/>
            <a:chExt cx="6115865" cy="3098180"/>
          </a:xfrm>
        </p:grpSpPr>
        <p:sp>
          <p:nvSpPr>
            <p:cNvPr id="4634" name="Shape 4634"/>
            <p:cNvSpPr/>
            <p:nvPr/>
          </p:nvSpPr>
          <p:spPr>
            <a:xfrm flipH="1">
              <a:off x="2192060" y="1267660"/>
              <a:ext cx="197425" cy="19520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35" name="Shape 4635"/>
            <p:cNvSpPr/>
            <p:nvPr/>
          </p:nvSpPr>
          <p:spPr>
            <a:xfrm flipH="1">
              <a:off x="2058961" y="1482832"/>
              <a:ext cx="465835" cy="887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36" name="Shape 4636"/>
            <p:cNvSpPr/>
            <p:nvPr/>
          </p:nvSpPr>
          <p:spPr>
            <a:xfrm>
              <a:off x="1553560" y="990874"/>
              <a:ext cx="195373" cy="193177"/>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37" name="Shape 4637"/>
            <p:cNvSpPr/>
            <p:nvPr/>
          </p:nvSpPr>
          <p:spPr>
            <a:xfrm>
              <a:off x="1403836" y="1221672"/>
              <a:ext cx="494867" cy="871481"/>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38" name="Shape 4638"/>
            <p:cNvSpPr/>
            <p:nvPr/>
          </p:nvSpPr>
          <p:spPr>
            <a:xfrm flipH="1">
              <a:off x="2875446" y="1501071"/>
              <a:ext cx="197425" cy="19520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39" name="Shape 4639"/>
            <p:cNvSpPr/>
            <p:nvPr/>
          </p:nvSpPr>
          <p:spPr>
            <a:xfrm flipH="1">
              <a:off x="2742348" y="1716244"/>
              <a:ext cx="465835" cy="887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0" name="Shape 4640"/>
            <p:cNvSpPr/>
            <p:nvPr/>
          </p:nvSpPr>
          <p:spPr>
            <a:xfrm>
              <a:off x="4979484" y="1400002"/>
              <a:ext cx="195373" cy="193177"/>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1" name="Shape 4641"/>
            <p:cNvSpPr/>
            <p:nvPr/>
          </p:nvSpPr>
          <p:spPr>
            <a:xfrm>
              <a:off x="4829761" y="1630800"/>
              <a:ext cx="494866" cy="871481"/>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2" name="Shape 4642"/>
            <p:cNvSpPr/>
            <p:nvPr/>
          </p:nvSpPr>
          <p:spPr>
            <a:xfrm flipH="1">
              <a:off x="502542" y="1762293"/>
              <a:ext cx="197425" cy="19520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3" name="Shape 4643"/>
            <p:cNvSpPr/>
            <p:nvPr/>
          </p:nvSpPr>
          <p:spPr>
            <a:xfrm flipH="1">
              <a:off x="369443" y="1977466"/>
              <a:ext cx="465835" cy="887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4" name="Shape 4644"/>
            <p:cNvSpPr/>
            <p:nvPr/>
          </p:nvSpPr>
          <p:spPr>
            <a:xfrm flipH="1">
              <a:off x="1280928" y="1995708"/>
              <a:ext cx="197425" cy="19520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5" name="Shape 4645"/>
            <p:cNvSpPr/>
            <p:nvPr/>
          </p:nvSpPr>
          <p:spPr>
            <a:xfrm flipH="1">
              <a:off x="1147829" y="2210880"/>
              <a:ext cx="465835" cy="887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6" name="Shape 4646"/>
            <p:cNvSpPr/>
            <p:nvPr/>
          </p:nvSpPr>
          <p:spPr>
            <a:xfrm flipH="1">
              <a:off x="5783130" y="1477514"/>
              <a:ext cx="197425" cy="19520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7" name="Shape 4647"/>
            <p:cNvSpPr/>
            <p:nvPr/>
          </p:nvSpPr>
          <p:spPr>
            <a:xfrm flipH="1">
              <a:off x="5650031" y="1692686"/>
              <a:ext cx="465835" cy="887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8" name="Shape 4648"/>
            <p:cNvSpPr/>
            <p:nvPr/>
          </p:nvSpPr>
          <p:spPr>
            <a:xfrm>
              <a:off x="3559070" y="1120216"/>
              <a:ext cx="195373" cy="193177"/>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49" name="Shape 4649"/>
            <p:cNvSpPr/>
            <p:nvPr/>
          </p:nvSpPr>
          <p:spPr>
            <a:xfrm>
              <a:off x="3409346" y="1351014"/>
              <a:ext cx="494867" cy="871481"/>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0" name="Shape 4650"/>
            <p:cNvSpPr/>
            <p:nvPr/>
          </p:nvSpPr>
          <p:spPr>
            <a:xfrm>
              <a:off x="4218089" y="535110"/>
              <a:ext cx="150197" cy="14850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1" name="Shape 4651"/>
            <p:cNvSpPr/>
            <p:nvPr/>
          </p:nvSpPr>
          <p:spPr>
            <a:xfrm>
              <a:off x="4102985" y="712542"/>
              <a:ext cx="380442" cy="669973"/>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2" name="Shape 4652"/>
            <p:cNvSpPr/>
            <p:nvPr/>
          </p:nvSpPr>
          <p:spPr>
            <a:xfrm flipH="1">
              <a:off x="4769119" y="288766"/>
              <a:ext cx="151777" cy="15006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3" name="Shape 4653"/>
            <p:cNvSpPr/>
            <p:nvPr/>
          </p:nvSpPr>
          <p:spPr>
            <a:xfrm flipH="1">
              <a:off x="4666798" y="454185"/>
              <a:ext cx="358123" cy="6821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4" name="Shape 4654"/>
            <p:cNvSpPr/>
            <p:nvPr/>
          </p:nvSpPr>
          <p:spPr>
            <a:xfrm>
              <a:off x="4334952" y="1766770"/>
              <a:ext cx="195373" cy="193177"/>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5" name="Shape 4655"/>
            <p:cNvSpPr/>
            <p:nvPr/>
          </p:nvSpPr>
          <p:spPr>
            <a:xfrm>
              <a:off x="4185229" y="1997568"/>
              <a:ext cx="494866" cy="871481"/>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6" name="Shape 4656"/>
            <p:cNvSpPr/>
            <p:nvPr/>
          </p:nvSpPr>
          <p:spPr>
            <a:xfrm flipH="1">
              <a:off x="1025486" y="0"/>
              <a:ext cx="137389" cy="135844"/>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7" name="Shape 4657"/>
            <p:cNvSpPr/>
            <p:nvPr/>
          </p:nvSpPr>
          <p:spPr>
            <a:xfrm flipH="1">
              <a:off x="932863" y="149738"/>
              <a:ext cx="324176" cy="6174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8" name="Shape 4658"/>
            <p:cNvSpPr/>
            <p:nvPr/>
          </p:nvSpPr>
          <p:spPr>
            <a:xfrm flipH="1">
              <a:off x="92622" y="853522"/>
              <a:ext cx="137389" cy="135845"/>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59" name="Shape 4659"/>
            <p:cNvSpPr/>
            <p:nvPr/>
          </p:nvSpPr>
          <p:spPr>
            <a:xfrm flipH="1">
              <a:off x="0" y="1003260"/>
              <a:ext cx="324175" cy="6174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0" name="Shape 4660"/>
            <p:cNvSpPr/>
            <p:nvPr/>
          </p:nvSpPr>
          <p:spPr>
            <a:xfrm>
              <a:off x="996080" y="897320"/>
              <a:ext cx="135957" cy="13442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1" name="Shape 4661"/>
            <p:cNvSpPr/>
            <p:nvPr/>
          </p:nvSpPr>
          <p:spPr>
            <a:xfrm>
              <a:off x="891888" y="1057932"/>
              <a:ext cx="344376" cy="606460"/>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2" name="Shape 4662"/>
            <p:cNvSpPr/>
            <p:nvPr/>
          </p:nvSpPr>
          <p:spPr>
            <a:xfrm>
              <a:off x="606550" y="533764"/>
              <a:ext cx="135957" cy="13442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3" name="Shape 4663"/>
            <p:cNvSpPr/>
            <p:nvPr/>
          </p:nvSpPr>
          <p:spPr>
            <a:xfrm>
              <a:off x="502358" y="694376"/>
              <a:ext cx="344376" cy="606461"/>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4" name="Shape 4664"/>
            <p:cNvSpPr/>
            <p:nvPr/>
          </p:nvSpPr>
          <p:spPr>
            <a:xfrm flipH="1">
              <a:off x="2140259" y="64724"/>
              <a:ext cx="156769" cy="155005"/>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5" name="Shape 4665"/>
            <p:cNvSpPr/>
            <p:nvPr/>
          </p:nvSpPr>
          <p:spPr>
            <a:xfrm flipH="1">
              <a:off x="2034575" y="235581"/>
              <a:ext cx="369897" cy="7045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086"/>
                  </a:moveTo>
                  <a:cubicBezTo>
                    <a:pt x="21600" y="1414"/>
                    <a:pt x="18621" y="0"/>
                    <a:pt x="15393" y="0"/>
                  </a:cubicBezTo>
                  <a:cubicBezTo>
                    <a:pt x="9186" y="0"/>
                    <a:pt x="9186" y="0"/>
                    <a:pt x="9186" y="0"/>
                  </a:cubicBezTo>
                  <a:cubicBezTo>
                    <a:pt x="8690" y="0"/>
                    <a:pt x="8690" y="0"/>
                    <a:pt x="8690" y="0"/>
                  </a:cubicBezTo>
                  <a:cubicBezTo>
                    <a:pt x="6207" y="0"/>
                    <a:pt x="6207" y="0"/>
                    <a:pt x="6207" y="0"/>
                  </a:cubicBezTo>
                  <a:cubicBezTo>
                    <a:pt x="2979" y="0"/>
                    <a:pt x="0" y="1414"/>
                    <a:pt x="0" y="3086"/>
                  </a:cubicBezTo>
                  <a:cubicBezTo>
                    <a:pt x="0" y="3086"/>
                    <a:pt x="0" y="3086"/>
                    <a:pt x="0" y="3086"/>
                  </a:cubicBezTo>
                  <a:cubicBezTo>
                    <a:pt x="0" y="9386"/>
                    <a:pt x="0" y="9386"/>
                    <a:pt x="0" y="9386"/>
                  </a:cubicBezTo>
                  <a:cubicBezTo>
                    <a:pt x="0" y="10029"/>
                    <a:pt x="993" y="10414"/>
                    <a:pt x="1986" y="10414"/>
                  </a:cubicBezTo>
                  <a:cubicBezTo>
                    <a:pt x="3228" y="10414"/>
                    <a:pt x="3972" y="10029"/>
                    <a:pt x="3972" y="9386"/>
                  </a:cubicBezTo>
                  <a:cubicBezTo>
                    <a:pt x="3972" y="5657"/>
                    <a:pt x="3972" y="5657"/>
                    <a:pt x="3972" y="5657"/>
                  </a:cubicBezTo>
                  <a:cubicBezTo>
                    <a:pt x="3972" y="3600"/>
                    <a:pt x="3972" y="3600"/>
                    <a:pt x="3972" y="3600"/>
                  </a:cubicBezTo>
                  <a:cubicBezTo>
                    <a:pt x="4966" y="3600"/>
                    <a:pt x="4966" y="3600"/>
                    <a:pt x="4966" y="3600"/>
                  </a:cubicBezTo>
                  <a:cubicBezTo>
                    <a:pt x="4966" y="5914"/>
                    <a:pt x="4966" y="5914"/>
                    <a:pt x="4966" y="5914"/>
                  </a:cubicBezTo>
                  <a:cubicBezTo>
                    <a:pt x="4966" y="9900"/>
                    <a:pt x="4966" y="9900"/>
                    <a:pt x="4966" y="9900"/>
                  </a:cubicBezTo>
                  <a:cubicBezTo>
                    <a:pt x="4966" y="10414"/>
                    <a:pt x="4966" y="10414"/>
                    <a:pt x="4966" y="10414"/>
                  </a:cubicBezTo>
                  <a:cubicBezTo>
                    <a:pt x="4966" y="20186"/>
                    <a:pt x="4966" y="20186"/>
                    <a:pt x="4966" y="20186"/>
                  </a:cubicBezTo>
                  <a:cubicBezTo>
                    <a:pt x="4966" y="20957"/>
                    <a:pt x="6207" y="21600"/>
                    <a:pt x="7697" y="21600"/>
                  </a:cubicBezTo>
                  <a:cubicBezTo>
                    <a:pt x="9186" y="21600"/>
                    <a:pt x="10179" y="20957"/>
                    <a:pt x="10179" y="20186"/>
                  </a:cubicBezTo>
                  <a:cubicBezTo>
                    <a:pt x="10179" y="10414"/>
                    <a:pt x="10179" y="10414"/>
                    <a:pt x="10179" y="10414"/>
                  </a:cubicBezTo>
                  <a:cubicBezTo>
                    <a:pt x="11421" y="10414"/>
                    <a:pt x="11421" y="10414"/>
                    <a:pt x="11421" y="10414"/>
                  </a:cubicBezTo>
                  <a:cubicBezTo>
                    <a:pt x="11421" y="20186"/>
                    <a:pt x="11421" y="20186"/>
                    <a:pt x="11421" y="20186"/>
                  </a:cubicBezTo>
                  <a:cubicBezTo>
                    <a:pt x="11421" y="20957"/>
                    <a:pt x="12414" y="21600"/>
                    <a:pt x="13903" y="21600"/>
                  </a:cubicBezTo>
                  <a:cubicBezTo>
                    <a:pt x="15393" y="21600"/>
                    <a:pt x="16634" y="20957"/>
                    <a:pt x="16634" y="20186"/>
                  </a:cubicBezTo>
                  <a:cubicBezTo>
                    <a:pt x="16634" y="10414"/>
                    <a:pt x="16634" y="10414"/>
                    <a:pt x="16634" y="10414"/>
                  </a:cubicBezTo>
                  <a:cubicBezTo>
                    <a:pt x="16634" y="9900"/>
                    <a:pt x="16634" y="9900"/>
                    <a:pt x="16634" y="9900"/>
                  </a:cubicBezTo>
                  <a:cubicBezTo>
                    <a:pt x="16634" y="5914"/>
                    <a:pt x="16634" y="5914"/>
                    <a:pt x="16634" y="5914"/>
                  </a:cubicBezTo>
                  <a:cubicBezTo>
                    <a:pt x="16634" y="3600"/>
                    <a:pt x="16634" y="3600"/>
                    <a:pt x="16634" y="3600"/>
                  </a:cubicBezTo>
                  <a:cubicBezTo>
                    <a:pt x="17628" y="3600"/>
                    <a:pt x="17628" y="3600"/>
                    <a:pt x="17628" y="3600"/>
                  </a:cubicBezTo>
                  <a:cubicBezTo>
                    <a:pt x="17628" y="5657"/>
                    <a:pt x="17628" y="5657"/>
                    <a:pt x="17628" y="5657"/>
                  </a:cubicBezTo>
                  <a:cubicBezTo>
                    <a:pt x="17628" y="9386"/>
                    <a:pt x="17628" y="9386"/>
                    <a:pt x="17628" y="9386"/>
                  </a:cubicBezTo>
                  <a:cubicBezTo>
                    <a:pt x="17628" y="10029"/>
                    <a:pt x="18372" y="10414"/>
                    <a:pt x="19614" y="10414"/>
                  </a:cubicBezTo>
                  <a:cubicBezTo>
                    <a:pt x="20607" y="10414"/>
                    <a:pt x="21600" y="10029"/>
                    <a:pt x="21600" y="9386"/>
                  </a:cubicBezTo>
                  <a:cubicBezTo>
                    <a:pt x="21600" y="3086"/>
                    <a:pt x="21600" y="3086"/>
                    <a:pt x="21600" y="3086"/>
                  </a:cubicBezTo>
                  <a:cubicBezTo>
                    <a:pt x="21600" y="3086"/>
                    <a:pt x="21600" y="3086"/>
                    <a:pt x="21600" y="30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6" name="Shape 4666"/>
            <p:cNvSpPr/>
            <p:nvPr/>
          </p:nvSpPr>
          <p:spPr>
            <a:xfrm>
              <a:off x="2871894" y="420559"/>
              <a:ext cx="155133" cy="153389"/>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sp>
          <p:nvSpPr>
            <p:cNvPr id="4667" name="Shape 4667"/>
            <p:cNvSpPr/>
            <p:nvPr/>
          </p:nvSpPr>
          <p:spPr>
            <a:xfrm>
              <a:off x="2753006" y="603825"/>
              <a:ext cx="392948" cy="691997"/>
            </a:xfrm>
            <a:custGeom>
              <a:avLst/>
              <a:gdLst/>
              <a:ahLst/>
              <a:cxnLst>
                <a:cxn ang="0">
                  <a:pos x="wd2" y="hd2"/>
                </a:cxn>
                <a:cxn ang="5400000">
                  <a:pos x="wd2" y="hd2"/>
                </a:cxn>
                <a:cxn ang="10800000">
                  <a:pos x="wd2" y="hd2"/>
                </a:cxn>
                <a:cxn ang="16200000">
                  <a:pos x="wd2" y="hd2"/>
                </a:cxn>
              </a:cxnLst>
              <a:rect l="0" t="0" r="r" b="b"/>
              <a:pathLst>
                <a:path w="21264" h="21600" fill="norm" stroke="1" extrusionOk="0">
                  <a:moveTo>
                    <a:pt x="21205" y="8278"/>
                  </a:moveTo>
                  <a:cubicBezTo>
                    <a:pt x="18021" y="2457"/>
                    <a:pt x="18021" y="2457"/>
                    <a:pt x="18021" y="2457"/>
                  </a:cubicBezTo>
                  <a:cubicBezTo>
                    <a:pt x="18021" y="2457"/>
                    <a:pt x="17794" y="2328"/>
                    <a:pt x="17794" y="2328"/>
                  </a:cubicBezTo>
                  <a:cubicBezTo>
                    <a:pt x="16657" y="517"/>
                    <a:pt x="13701" y="0"/>
                    <a:pt x="12565" y="0"/>
                  </a:cubicBezTo>
                  <a:cubicBezTo>
                    <a:pt x="11655" y="0"/>
                    <a:pt x="11883" y="0"/>
                    <a:pt x="10973" y="0"/>
                  </a:cubicBezTo>
                  <a:cubicBezTo>
                    <a:pt x="10746" y="0"/>
                    <a:pt x="10518" y="0"/>
                    <a:pt x="10291" y="0"/>
                  </a:cubicBezTo>
                  <a:cubicBezTo>
                    <a:pt x="9381" y="0"/>
                    <a:pt x="9609" y="0"/>
                    <a:pt x="8699" y="0"/>
                  </a:cubicBezTo>
                  <a:cubicBezTo>
                    <a:pt x="7563" y="0"/>
                    <a:pt x="4607" y="517"/>
                    <a:pt x="3470" y="2328"/>
                  </a:cubicBezTo>
                  <a:cubicBezTo>
                    <a:pt x="3470" y="2328"/>
                    <a:pt x="3243" y="2457"/>
                    <a:pt x="3243" y="2457"/>
                  </a:cubicBezTo>
                  <a:cubicBezTo>
                    <a:pt x="59" y="8278"/>
                    <a:pt x="59" y="8278"/>
                    <a:pt x="59" y="8278"/>
                  </a:cubicBezTo>
                  <a:cubicBezTo>
                    <a:pt x="-168" y="8795"/>
                    <a:pt x="287" y="9313"/>
                    <a:pt x="969" y="9442"/>
                  </a:cubicBezTo>
                  <a:cubicBezTo>
                    <a:pt x="1878" y="9571"/>
                    <a:pt x="2788" y="9313"/>
                    <a:pt x="3243" y="8925"/>
                  </a:cubicBezTo>
                  <a:cubicBezTo>
                    <a:pt x="6198" y="3234"/>
                    <a:pt x="6198" y="3234"/>
                    <a:pt x="6198" y="3234"/>
                  </a:cubicBezTo>
                  <a:cubicBezTo>
                    <a:pt x="7108" y="3234"/>
                    <a:pt x="7108" y="3234"/>
                    <a:pt x="7108" y="3234"/>
                  </a:cubicBezTo>
                  <a:cubicBezTo>
                    <a:pt x="1651" y="12934"/>
                    <a:pt x="1651" y="12934"/>
                    <a:pt x="1651" y="12934"/>
                  </a:cubicBezTo>
                  <a:cubicBezTo>
                    <a:pt x="5971" y="12934"/>
                    <a:pt x="5971" y="12934"/>
                    <a:pt x="5971" y="12934"/>
                  </a:cubicBezTo>
                  <a:cubicBezTo>
                    <a:pt x="5971" y="20436"/>
                    <a:pt x="5971" y="20436"/>
                    <a:pt x="5971" y="20436"/>
                  </a:cubicBezTo>
                  <a:cubicBezTo>
                    <a:pt x="5971" y="21083"/>
                    <a:pt x="6880" y="21600"/>
                    <a:pt x="8017" y="21600"/>
                  </a:cubicBezTo>
                  <a:cubicBezTo>
                    <a:pt x="9154" y="21600"/>
                    <a:pt x="9836" y="21083"/>
                    <a:pt x="9836" y="20436"/>
                  </a:cubicBezTo>
                  <a:cubicBezTo>
                    <a:pt x="9836" y="12934"/>
                    <a:pt x="9836" y="12934"/>
                    <a:pt x="9836" y="12934"/>
                  </a:cubicBezTo>
                  <a:cubicBezTo>
                    <a:pt x="11428" y="12934"/>
                    <a:pt x="11428" y="12934"/>
                    <a:pt x="11428" y="12934"/>
                  </a:cubicBezTo>
                  <a:cubicBezTo>
                    <a:pt x="11428" y="20436"/>
                    <a:pt x="11428" y="20436"/>
                    <a:pt x="11428" y="20436"/>
                  </a:cubicBezTo>
                  <a:cubicBezTo>
                    <a:pt x="11428" y="21083"/>
                    <a:pt x="12110" y="21600"/>
                    <a:pt x="13247" y="21600"/>
                  </a:cubicBezTo>
                  <a:cubicBezTo>
                    <a:pt x="14384" y="21600"/>
                    <a:pt x="15293" y="21083"/>
                    <a:pt x="15293" y="20436"/>
                  </a:cubicBezTo>
                  <a:cubicBezTo>
                    <a:pt x="15293" y="12934"/>
                    <a:pt x="15293" y="12934"/>
                    <a:pt x="15293" y="12934"/>
                  </a:cubicBezTo>
                  <a:cubicBezTo>
                    <a:pt x="19613" y="12934"/>
                    <a:pt x="19613" y="12934"/>
                    <a:pt x="19613" y="12934"/>
                  </a:cubicBezTo>
                  <a:cubicBezTo>
                    <a:pt x="14156" y="3234"/>
                    <a:pt x="14156" y="3234"/>
                    <a:pt x="14156" y="3234"/>
                  </a:cubicBezTo>
                  <a:cubicBezTo>
                    <a:pt x="15066" y="3234"/>
                    <a:pt x="15066" y="3234"/>
                    <a:pt x="15066" y="3234"/>
                  </a:cubicBezTo>
                  <a:cubicBezTo>
                    <a:pt x="18021" y="8925"/>
                    <a:pt x="18021" y="8925"/>
                    <a:pt x="18021" y="8925"/>
                  </a:cubicBezTo>
                  <a:cubicBezTo>
                    <a:pt x="18476" y="9313"/>
                    <a:pt x="19386" y="9571"/>
                    <a:pt x="20295" y="9442"/>
                  </a:cubicBezTo>
                  <a:cubicBezTo>
                    <a:pt x="20977" y="9313"/>
                    <a:pt x="21432" y="8795"/>
                    <a:pt x="21205" y="8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404040"/>
                  </a:solidFill>
                  <a:latin typeface="Calibri"/>
                  <a:ea typeface="Calibri"/>
                  <a:cs typeface="Calibri"/>
                  <a:sym typeface="Calibri"/>
                </a:defRPr>
              </a:pPr>
            </a:p>
          </p:txBody>
        </p:sp>
      </p:grpSp>
      <p:sp>
        <p:nvSpPr>
          <p:cNvPr id="4669" name="Shape 4669"/>
          <p:cNvSpPr/>
          <p:nvPr/>
        </p:nvSpPr>
        <p:spPr>
          <a:xfrm>
            <a:off x="9025111" y="4519147"/>
            <a:ext cx="665019" cy="730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1769"/>
                </a:moveTo>
                <a:lnTo>
                  <a:pt x="5400" y="11769"/>
                </a:lnTo>
                <a:lnTo>
                  <a:pt x="5400" y="0"/>
                </a:lnTo>
                <a:lnTo>
                  <a:pt x="16200" y="0"/>
                </a:lnTo>
                <a:lnTo>
                  <a:pt x="16200" y="11769"/>
                </a:lnTo>
                <a:lnTo>
                  <a:pt x="21600" y="11769"/>
                </a:lnTo>
                <a:lnTo>
                  <a:pt x="10800" y="21600"/>
                </a:lnTo>
                <a:close/>
              </a:path>
            </a:pathLst>
          </a:cu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670" name="Shape 4670"/>
          <p:cNvSpPr/>
          <p:nvPr/>
        </p:nvSpPr>
        <p:spPr>
          <a:xfrm>
            <a:off x="9025111" y="9560615"/>
            <a:ext cx="665019" cy="730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1769"/>
                </a:moveTo>
                <a:lnTo>
                  <a:pt x="5400" y="11769"/>
                </a:lnTo>
                <a:lnTo>
                  <a:pt x="5400" y="0"/>
                </a:lnTo>
                <a:lnTo>
                  <a:pt x="16200" y="0"/>
                </a:lnTo>
                <a:lnTo>
                  <a:pt x="16200" y="11769"/>
                </a:lnTo>
                <a:lnTo>
                  <a:pt x="21600" y="11769"/>
                </a:lnTo>
                <a:lnTo>
                  <a:pt x="10800" y="21600"/>
                </a:lnTo>
                <a:close/>
              </a:path>
            </a:pathLst>
          </a:cu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4671" name="Shape 4671"/>
          <p:cNvSpPr/>
          <p:nvPr/>
        </p:nvSpPr>
        <p:spPr>
          <a:xfrm>
            <a:off x="8916423" y="11191536"/>
            <a:ext cx="800571" cy="8979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67" y="8746"/>
                </a:moveTo>
                <a:cubicBezTo>
                  <a:pt x="18677" y="7421"/>
                  <a:pt x="17339" y="6228"/>
                  <a:pt x="16002" y="5036"/>
                </a:cubicBezTo>
                <a:cubicBezTo>
                  <a:pt x="15705" y="4771"/>
                  <a:pt x="15407" y="4461"/>
                  <a:pt x="15110" y="4196"/>
                </a:cubicBezTo>
                <a:cubicBezTo>
                  <a:pt x="15209" y="4108"/>
                  <a:pt x="15259" y="4020"/>
                  <a:pt x="15259" y="3887"/>
                </a:cubicBezTo>
                <a:cubicBezTo>
                  <a:pt x="15259" y="3666"/>
                  <a:pt x="15110" y="3490"/>
                  <a:pt x="14912" y="3401"/>
                </a:cubicBezTo>
                <a:cubicBezTo>
                  <a:pt x="15160" y="3048"/>
                  <a:pt x="15457" y="2694"/>
                  <a:pt x="15754" y="2297"/>
                </a:cubicBezTo>
                <a:cubicBezTo>
                  <a:pt x="15952" y="1988"/>
                  <a:pt x="16002" y="1590"/>
                  <a:pt x="15903" y="1193"/>
                </a:cubicBezTo>
                <a:cubicBezTo>
                  <a:pt x="15655" y="221"/>
                  <a:pt x="14417" y="0"/>
                  <a:pt x="13376" y="0"/>
                </a:cubicBezTo>
                <a:cubicBezTo>
                  <a:pt x="12732" y="0"/>
                  <a:pt x="11890" y="88"/>
                  <a:pt x="11048" y="265"/>
                </a:cubicBezTo>
                <a:cubicBezTo>
                  <a:pt x="10750" y="309"/>
                  <a:pt x="10503" y="309"/>
                  <a:pt x="10255" y="221"/>
                </a:cubicBezTo>
                <a:cubicBezTo>
                  <a:pt x="9661" y="88"/>
                  <a:pt x="8967" y="0"/>
                  <a:pt x="8323" y="0"/>
                </a:cubicBezTo>
                <a:cubicBezTo>
                  <a:pt x="6936" y="0"/>
                  <a:pt x="5994" y="398"/>
                  <a:pt x="5697" y="1148"/>
                </a:cubicBezTo>
                <a:cubicBezTo>
                  <a:pt x="5549" y="1502"/>
                  <a:pt x="5598" y="1988"/>
                  <a:pt x="5846" y="2297"/>
                </a:cubicBezTo>
                <a:cubicBezTo>
                  <a:pt x="6143" y="2694"/>
                  <a:pt x="6391" y="3048"/>
                  <a:pt x="6688" y="3401"/>
                </a:cubicBezTo>
                <a:cubicBezTo>
                  <a:pt x="4905" y="2694"/>
                  <a:pt x="4905" y="2694"/>
                  <a:pt x="4905" y="2694"/>
                </a:cubicBezTo>
                <a:cubicBezTo>
                  <a:pt x="4706" y="2606"/>
                  <a:pt x="4508" y="2694"/>
                  <a:pt x="4459" y="2827"/>
                </a:cubicBezTo>
                <a:cubicBezTo>
                  <a:pt x="4360" y="3004"/>
                  <a:pt x="4459" y="3180"/>
                  <a:pt x="4607" y="3225"/>
                </a:cubicBezTo>
                <a:cubicBezTo>
                  <a:pt x="5994" y="3799"/>
                  <a:pt x="5994" y="3799"/>
                  <a:pt x="5994" y="3799"/>
                </a:cubicBezTo>
                <a:cubicBezTo>
                  <a:pt x="4607" y="4329"/>
                  <a:pt x="4607" y="4329"/>
                  <a:pt x="4607" y="4329"/>
                </a:cubicBezTo>
                <a:cubicBezTo>
                  <a:pt x="4459" y="4373"/>
                  <a:pt x="4360" y="4550"/>
                  <a:pt x="4459" y="4726"/>
                </a:cubicBezTo>
                <a:cubicBezTo>
                  <a:pt x="4508" y="4859"/>
                  <a:pt x="4706" y="4947"/>
                  <a:pt x="4905" y="4859"/>
                </a:cubicBezTo>
                <a:cubicBezTo>
                  <a:pt x="6440" y="4240"/>
                  <a:pt x="6440" y="4240"/>
                  <a:pt x="6440" y="4240"/>
                </a:cubicBezTo>
                <a:cubicBezTo>
                  <a:pt x="6193" y="4506"/>
                  <a:pt x="5895" y="4771"/>
                  <a:pt x="5598" y="4991"/>
                </a:cubicBezTo>
                <a:cubicBezTo>
                  <a:pt x="4261" y="6184"/>
                  <a:pt x="2923" y="7421"/>
                  <a:pt x="1833" y="8746"/>
                </a:cubicBezTo>
                <a:cubicBezTo>
                  <a:pt x="594" y="10292"/>
                  <a:pt x="0" y="11794"/>
                  <a:pt x="0" y="13252"/>
                </a:cubicBezTo>
                <a:cubicBezTo>
                  <a:pt x="0" y="15858"/>
                  <a:pt x="1189" y="18022"/>
                  <a:pt x="3418" y="19524"/>
                </a:cubicBezTo>
                <a:cubicBezTo>
                  <a:pt x="5400" y="20849"/>
                  <a:pt x="8026" y="21600"/>
                  <a:pt x="10800" y="21600"/>
                </a:cubicBezTo>
                <a:cubicBezTo>
                  <a:pt x="10800" y="21600"/>
                  <a:pt x="10800" y="21600"/>
                  <a:pt x="10800" y="21600"/>
                </a:cubicBezTo>
                <a:cubicBezTo>
                  <a:pt x="13574" y="21600"/>
                  <a:pt x="16200" y="20849"/>
                  <a:pt x="18132" y="19524"/>
                </a:cubicBezTo>
                <a:cubicBezTo>
                  <a:pt x="20411" y="18022"/>
                  <a:pt x="21600" y="15858"/>
                  <a:pt x="21600" y="13252"/>
                </a:cubicBezTo>
                <a:cubicBezTo>
                  <a:pt x="21600" y="11794"/>
                  <a:pt x="21006" y="10292"/>
                  <a:pt x="19767" y="8746"/>
                </a:cubicBezTo>
                <a:close/>
                <a:moveTo>
                  <a:pt x="7035" y="1546"/>
                </a:moveTo>
                <a:cubicBezTo>
                  <a:pt x="7084" y="1502"/>
                  <a:pt x="7431" y="1281"/>
                  <a:pt x="8323" y="1281"/>
                </a:cubicBezTo>
                <a:cubicBezTo>
                  <a:pt x="8818" y="1281"/>
                  <a:pt x="9363" y="1369"/>
                  <a:pt x="9908" y="1458"/>
                </a:cubicBezTo>
                <a:cubicBezTo>
                  <a:pt x="10354" y="1590"/>
                  <a:pt x="10850" y="1590"/>
                  <a:pt x="11345" y="1502"/>
                </a:cubicBezTo>
                <a:cubicBezTo>
                  <a:pt x="12088" y="1369"/>
                  <a:pt x="12831" y="1281"/>
                  <a:pt x="13376" y="1281"/>
                </a:cubicBezTo>
                <a:cubicBezTo>
                  <a:pt x="14268" y="1281"/>
                  <a:pt x="14516" y="1458"/>
                  <a:pt x="14516" y="1502"/>
                </a:cubicBezTo>
                <a:cubicBezTo>
                  <a:pt x="14516" y="1546"/>
                  <a:pt x="14516" y="1590"/>
                  <a:pt x="14516" y="1590"/>
                </a:cubicBezTo>
                <a:cubicBezTo>
                  <a:pt x="14119" y="2164"/>
                  <a:pt x="13723" y="2694"/>
                  <a:pt x="13277" y="3225"/>
                </a:cubicBezTo>
                <a:cubicBezTo>
                  <a:pt x="8273" y="3225"/>
                  <a:pt x="8273" y="3225"/>
                  <a:pt x="8273" y="3225"/>
                </a:cubicBezTo>
                <a:cubicBezTo>
                  <a:pt x="7877" y="2694"/>
                  <a:pt x="7481" y="2164"/>
                  <a:pt x="7035" y="1590"/>
                </a:cubicBezTo>
                <a:cubicBezTo>
                  <a:pt x="7035" y="1590"/>
                  <a:pt x="7035" y="1590"/>
                  <a:pt x="7035" y="1546"/>
                </a:cubicBezTo>
                <a:close/>
                <a:moveTo>
                  <a:pt x="17290" y="18508"/>
                </a:moveTo>
                <a:cubicBezTo>
                  <a:pt x="15606" y="19656"/>
                  <a:pt x="13277" y="20319"/>
                  <a:pt x="10800" y="20319"/>
                </a:cubicBezTo>
                <a:cubicBezTo>
                  <a:pt x="10800" y="20319"/>
                  <a:pt x="10800" y="20319"/>
                  <a:pt x="10800" y="20319"/>
                </a:cubicBezTo>
                <a:cubicBezTo>
                  <a:pt x="6292" y="20319"/>
                  <a:pt x="1437" y="18110"/>
                  <a:pt x="1437" y="13252"/>
                </a:cubicBezTo>
                <a:cubicBezTo>
                  <a:pt x="1437" y="10557"/>
                  <a:pt x="4062" y="8172"/>
                  <a:pt x="6639" y="5919"/>
                </a:cubicBezTo>
                <a:cubicBezTo>
                  <a:pt x="7134" y="5477"/>
                  <a:pt x="7679" y="4991"/>
                  <a:pt x="8174" y="4506"/>
                </a:cubicBezTo>
                <a:cubicBezTo>
                  <a:pt x="13426" y="4506"/>
                  <a:pt x="13426" y="4506"/>
                  <a:pt x="13426" y="4506"/>
                </a:cubicBezTo>
                <a:cubicBezTo>
                  <a:pt x="13921" y="4991"/>
                  <a:pt x="14466" y="5477"/>
                  <a:pt x="15011" y="5963"/>
                </a:cubicBezTo>
                <a:cubicBezTo>
                  <a:pt x="17538" y="8216"/>
                  <a:pt x="20163" y="10513"/>
                  <a:pt x="20163" y="13252"/>
                </a:cubicBezTo>
                <a:cubicBezTo>
                  <a:pt x="20163" y="15416"/>
                  <a:pt x="19172" y="17227"/>
                  <a:pt x="17290" y="1850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672" name="Shape 4672"/>
          <p:cNvSpPr/>
          <p:nvPr/>
        </p:nvSpPr>
        <p:spPr>
          <a:xfrm>
            <a:off x="9164477" y="11503727"/>
            <a:ext cx="304464" cy="4072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07" y="9632"/>
                </a:moveTo>
                <a:cubicBezTo>
                  <a:pt x="17827" y="9341"/>
                  <a:pt x="16395" y="8757"/>
                  <a:pt x="14313" y="8076"/>
                </a:cubicBezTo>
                <a:cubicBezTo>
                  <a:pt x="14053" y="7978"/>
                  <a:pt x="13793" y="7881"/>
                  <a:pt x="13533" y="7881"/>
                </a:cubicBezTo>
                <a:cubicBezTo>
                  <a:pt x="20559" y="7881"/>
                  <a:pt x="20559" y="7881"/>
                  <a:pt x="20559" y="7881"/>
                </a:cubicBezTo>
                <a:cubicBezTo>
                  <a:pt x="20689" y="7200"/>
                  <a:pt x="20689" y="7200"/>
                  <a:pt x="20689" y="7200"/>
                </a:cubicBezTo>
                <a:cubicBezTo>
                  <a:pt x="20689" y="6811"/>
                  <a:pt x="20689" y="6519"/>
                  <a:pt x="20689" y="6324"/>
                </a:cubicBezTo>
                <a:cubicBezTo>
                  <a:pt x="20689" y="4865"/>
                  <a:pt x="20039" y="3697"/>
                  <a:pt x="18607" y="2822"/>
                </a:cubicBezTo>
                <a:cubicBezTo>
                  <a:pt x="17306" y="2043"/>
                  <a:pt x="15745" y="1654"/>
                  <a:pt x="13533" y="1362"/>
                </a:cubicBezTo>
                <a:cubicBezTo>
                  <a:pt x="13533" y="0"/>
                  <a:pt x="13533" y="0"/>
                  <a:pt x="13533" y="0"/>
                </a:cubicBezTo>
                <a:cubicBezTo>
                  <a:pt x="7937" y="0"/>
                  <a:pt x="7937" y="0"/>
                  <a:pt x="7937" y="0"/>
                </a:cubicBezTo>
                <a:cubicBezTo>
                  <a:pt x="7937" y="1362"/>
                  <a:pt x="7937" y="1362"/>
                  <a:pt x="7937" y="1362"/>
                </a:cubicBezTo>
                <a:cubicBezTo>
                  <a:pt x="5595" y="1654"/>
                  <a:pt x="3643" y="2043"/>
                  <a:pt x="2342" y="2822"/>
                </a:cubicBezTo>
                <a:cubicBezTo>
                  <a:pt x="781" y="3697"/>
                  <a:pt x="0" y="4865"/>
                  <a:pt x="0" y="6422"/>
                </a:cubicBezTo>
                <a:cubicBezTo>
                  <a:pt x="0" y="7395"/>
                  <a:pt x="390" y="8368"/>
                  <a:pt x="1041" y="9146"/>
                </a:cubicBezTo>
                <a:cubicBezTo>
                  <a:pt x="1822" y="9924"/>
                  <a:pt x="2602" y="10508"/>
                  <a:pt x="3643" y="10995"/>
                </a:cubicBezTo>
                <a:cubicBezTo>
                  <a:pt x="4424" y="11286"/>
                  <a:pt x="5725" y="11773"/>
                  <a:pt x="7417" y="12454"/>
                </a:cubicBezTo>
                <a:cubicBezTo>
                  <a:pt x="130" y="12454"/>
                  <a:pt x="130" y="12454"/>
                  <a:pt x="130" y="12454"/>
                </a:cubicBezTo>
                <a:cubicBezTo>
                  <a:pt x="130" y="13914"/>
                  <a:pt x="130" y="13914"/>
                  <a:pt x="130" y="13914"/>
                </a:cubicBezTo>
                <a:cubicBezTo>
                  <a:pt x="130" y="16054"/>
                  <a:pt x="1041" y="17611"/>
                  <a:pt x="2863" y="18584"/>
                </a:cubicBezTo>
                <a:cubicBezTo>
                  <a:pt x="4424" y="19265"/>
                  <a:pt x="6116" y="19751"/>
                  <a:pt x="7937" y="19946"/>
                </a:cubicBezTo>
                <a:cubicBezTo>
                  <a:pt x="7937" y="21600"/>
                  <a:pt x="7937" y="21600"/>
                  <a:pt x="7937" y="21600"/>
                </a:cubicBezTo>
                <a:cubicBezTo>
                  <a:pt x="13533" y="21600"/>
                  <a:pt x="13533" y="21600"/>
                  <a:pt x="13533" y="21600"/>
                </a:cubicBezTo>
                <a:cubicBezTo>
                  <a:pt x="13533" y="19946"/>
                  <a:pt x="13533" y="19946"/>
                  <a:pt x="13533" y="19946"/>
                </a:cubicBezTo>
                <a:cubicBezTo>
                  <a:pt x="16005" y="19654"/>
                  <a:pt x="17827" y="19070"/>
                  <a:pt x="19258" y="18292"/>
                </a:cubicBezTo>
                <a:cubicBezTo>
                  <a:pt x="20819" y="17222"/>
                  <a:pt x="21600" y="15859"/>
                  <a:pt x="21600" y="14108"/>
                </a:cubicBezTo>
                <a:cubicBezTo>
                  <a:pt x="21600" y="13038"/>
                  <a:pt x="21340" y="12162"/>
                  <a:pt x="20689" y="11384"/>
                </a:cubicBezTo>
                <a:cubicBezTo>
                  <a:pt x="20169" y="10703"/>
                  <a:pt x="19388" y="10119"/>
                  <a:pt x="18607" y="9632"/>
                </a:cubicBezTo>
                <a:close/>
                <a:moveTo>
                  <a:pt x="17957" y="17222"/>
                </a:moveTo>
                <a:cubicBezTo>
                  <a:pt x="16786" y="17903"/>
                  <a:pt x="14964" y="18389"/>
                  <a:pt x="12492" y="18584"/>
                </a:cubicBezTo>
                <a:cubicBezTo>
                  <a:pt x="11581" y="18681"/>
                  <a:pt x="11581" y="18681"/>
                  <a:pt x="11581" y="18681"/>
                </a:cubicBezTo>
                <a:cubicBezTo>
                  <a:pt x="11581" y="20238"/>
                  <a:pt x="11581" y="20238"/>
                  <a:pt x="11581" y="20238"/>
                </a:cubicBezTo>
                <a:cubicBezTo>
                  <a:pt x="9889" y="20238"/>
                  <a:pt x="9889" y="20238"/>
                  <a:pt x="9889" y="20238"/>
                </a:cubicBezTo>
                <a:cubicBezTo>
                  <a:pt x="9889" y="18584"/>
                  <a:pt x="9889" y="18584"/>
                  <a:pt x="9889" y="18584"/>
                </a:cubicBezTo>
                <a:cubicBezTo>
                  <a:pt x="8978" y="18584"/>
                  <a:pt x="8978" y="18584"/>
                  <a:pt x="8978" y="18584"/>
                </a:cubicBezTo>
                <a:cubicBezTo>
                  <a:pt x="7027" y="18486"/>
                  <a:pt x="5335" y="18097"/>
                  <a:pt x="3904" y="17319"/>
                </a:cubicBezTo>
                <a:cubicBezTo>
                  <a:pt x="2602" y="16735"/>
                  <a:pt x="1952" y="15568"/>
                  <a:pt x="1952" y="13914"/>
                </a:cubicBezTo>
                <a:cubicBezTo>
                  <a:pt x="1952" y="13816"/>
                  <a:pt x="1952" y="13816"/>
                  <a:pt x="1952" y="13816"/>
                </a:cubicBezTo>
                <a:cubicBezTo>
                  <a:pt x="7937" y="13816"/>
                  <a:pt x="7937" y="13816"/>
                  <a:pt x="7937" y="13816"/>
                </a:cubicBezTo>
                <a:cubicBezTo>
                  <a:pt x="7937" y="14205"/>
                  <a:pt x="7937" y="14205"/>
                  <a:pt x="7937" y="14205"/>
                </a:cubicBezTo>
                <a:cubicBezTo>
                  <a:pt x="7937" y="15859"/>
                  <a:pt x="8198" y="16346"/>
                  <a:pt x="8328" y="16541"/>
                </a:cubicBezTo>
                <a:cubicBezTo>
                  <a:pt x="8458" y="16930"/>
                  <a:pt x="8978" y="17416"/>
                  <a:pt x="10280" y="17416"/>
                </a:cubicBezTo>
                <a:cubicBezTo>
                  <a:pt x="11190" y="17416"/>
                  <a:pt x="11711" y="17222"/>
                  <a:pt x="12231" y="16930"/>
                </a:cubicBezTo>
                <a:cubicBezTo>
                  <a:pt x="12622" y="16638"/>
                  <a:pt x="12882" y="16151"/>
                  <a:pt x="12882" y="15568"/>
                </a:cubicBezTo>
                <a:cubicBezTo>
                  <a:pt x="12882" y="14497"/>
                  <a:pt x="12752" y="13719"/>
                  <a:pt x="12361" y="13232"/>
                </a:cubicBezTo>
                <a:cubicBezTo>
                  <a:pt x="12101" y="12649"/>
                  <a:pt x="11060" y="12065"/>
                  <a:pt x="9369" y="11481"/>
                </a:cubicBezTo>
                <a:cubicBezTo>
                  <a:pt x="7027" y="10703"/>
                  <a:pt x="5465" y="10119"/>
                  <a:pt x="4554" y="9730"/>
                </a:cubicBezTo>
                <a:cubicBezTo>
                  <a:pt x="3904" y="9438"/>
                  <a:pt x="3253" y="8951"/>
                  <a:pt x="2602" y="8368"/>
                </a:cubicBezTo>
                <a:cubicBezTo>
                  <a:pt x="2082" y="7784"/>
                  <a:pt x="1822" y="7103"/>
                  <a:pt x="1822" y="6422"/>
                </a:cubicBezTo>
                <a:cubicBezTo>
                  <a:pt x="1822" y="5351"/>
                  <a:pt x="2342" y="4573"/>
                  <a:pt x="3513" y="3989"/>
                </a:cubicBezTo>
                <a:cubicBezTo>
                  <a:pt x="4684" y="3308"/>
                  <a:pt x="6506" y="2919"/>
                  <a:pt x="8978" y="2724"/>
                </a:cubicBezTo>
                <a:cubicBezTo>
                  <a:pt x="9889" y="2724"/>
                  <a:pt x="9889" y="2724"/>
                  <a:pt x="9889" y="2724"/>
                </a:cubicBezTo>
                <a:cubicBezTo>
                  <a:pt x="9889" y="1362"/>
                  <a:pt x="9889" y="1362"/>
                  <a:pt x="9889" y="1362"/>
                </a:cubicBezTo>
                <a:cubicBezTo>
                  <a:pt x="11581" y="1362"/>
                  <a:pt x="11581" y="1362"/>
                  <a:pt x="11581" y="1362"/>
                </a:cubicBezTo>
                <a:cubicBezTo>
                  <a:pt x="11581" y="2724"/>
                  <a:pt x="11581" y="2724"/>
                  <a:pt x="11581" y="2724"/>
                </a:cubicBezTo>
                <a:cubicBezTo>
                  <a:pt x="12492" y="2724"/>
                  <a:pt x="12492" y="2724"/>
                  <a:pt x="12492" y="2724"/>
                </a:cubicBezTo>
                <a:cubicBezTo>
                  <a:pt x="14704" y="2919"/>
                  <a:pt x="16395" y="3308"/>
                  <a:pt x="17436" y="3892"/>
                </a:cubicBezTo>
                <a:cubicBezTo>
                  <a:pt x="18347" y="4476"/>
                  <a:pt x="18867" y="5254"/>
                  <a:pt x="18867" y="6324"/>
                </a:cubicBezTo>
                <a:cubicBezTo>
                  <a:pt x="18867" y="6324"/>
                  <a:pt x="18867" y="6422"/>
                  <a:pt x="18867" y="6422"/>
                </a:cubicBezTo>
                <a:cubicBezTo>
                  <a:pt x="12752" y="6422"/>
                  <a:pt x="12752" y="6422"/>
                  <a:pt x="12752" y="6422"/>
                </a:cubicBezTo>
                <a:cubicBezTo>
                  <a:pt x="12752" y="6422"/>
                  <a:pt x="12752" y="6422"/>
                  <a:pt x="12752" y="6422"/>
                </a:cubicBezTo>
                <a:cubicBezTo>
                  <a:pt x="12752" y="5546"/>
                  <a:pt x="12622" y="4962"/>
                  <a:pt x="12361" y="4573"/>
                </a:cubicBezTo>
                <a:cubicBezTo>
                  <a:pt x="12101" y="4281"/>
                  <a:pt x="11581" y="3892"/>
                  <a:pt x="10410" y="3892"/>
                </a:cubicBezTo>
                <a:cubicBezTo>
                  <a:pt x="9499" y="3892"/>
                  <a:pt x="8978" y="4184"/>
                  <a:pt x="8588" y="4378"/>
                </a:cubicBezTo>
                <a:cubicBezTo>
                  <a:pt x="8198" y="4768"/>
                  <a:pt x="8067" y="5254"/>
                  <a:pt x="8067" y="5838"/>
                </a:cubicBezTo>
                <a:cubicBezTo>
                  <a:pt x="8067" y="6714"/>
                  <a:pt x="8458" y="7395"/>
                  <a:pt x="9108" y="7784"/>
                </a:cubicBezTo>
                <a:cubicBezTo>
                  <a:pt x="9499" y="7978"/>
                  <a:pt x="10410" y="8368"/>
                  <a:pt x="13533" y="9438"/>
                </a:cubicBezTo>
                <a:cubicBezTo>
                  <a:pt x="15484" y="10022"/>
                  <a:pt x="16916" y="10508"/>
                  <a:pt x="17566" y="10897"/>
                </a:cubicBezTo>
                <a:cubicBezTo>
                  <a:pt x="18087" y="11189"/>
                  <a:pt x="18607" y="11578"/>
                  <a:pt x="19128" y="12065"/>
                </a:cubicBezTo>
                <a:cubicBezTo>
                  <a:pt x="19518" y="12649"/>
                  <a:pt x="19648" y="13330"/>
                  <a:pt x="19648" y="14108"/>
                </a:cubicBezTo>
                <a:cubicBezTo>
                  <a:pt x="19648" y="15470"/>
                  <a:pt x="19128" y="16443"/>
                  <a:pt x="17957" y="17222"/>
                </a:cubicBezTo>
                <a:close/>
                <a:moveTo>
                  <a:pt x="9889" y="14205"/>
                </a:moveTo>
                <a:cubicBezTo>
                  <a:pt x="9889" y="13330"/>
                  <a:pt x="9889" y="13330"/>
                  <a:pt x="9889" y="13330"/>
                </a:cubicBezTo>
                <a:cubicBezTo>
                  <a:pt x="10540" y="13622"/>
                  <a:pt x="10670" y="13816"/>
                  <a:pt x="10670" y="13816"/>
                </a:cubicBezTo>
                <a:cubicBezTo>
                  <a:pt x="10800" y="14011"/>
                  <a:pt x="10930" y="14497"/>
                  <a:pt x="10930" y="15568"/>
                </a:cubicBezTo>
                <a:cubicBezTo>
                  <a:pt x="10930" y="15762"/>
                  <a:pt x="10930" y="15859"/>
                  <a:pt x="10800" y="15957"/>
                </a:cubicBezTo>
                <a:cubicBezTo>
                  <a:pt x="10800" y="15957"/>
                  <a:pt x="10670" y="16054"/>
                  <a:pt x="10280" y="16054"/>
                </a:cubicBezTo>
                <a:cubicBezTo>
                  <a:pt x="10149" y="16054"/>
                  <a:pt x="10019" y="15957"/>
                  <a:pt x="10019" y="15957"/>
                </a:cubicBezTo>
                <a:cubicBezTo>
                  <a:pt x="10019" y="15859"/>
                  <a:pt x="9889" y="15470"/>
                  <a:pt x="9889" y="14205"/>
                </a:cubicBezTo>
                <a:close/>
                <a:moveTo>
                  <a:pt x="10930" y="6422"/>
                </a:moveTo>
                <a:cubicBezTo>
                  <a:pt x="10930" y="6908"/>
                  <a:pt x="10930" y="6908"/>
                  <a:pt x="10930" y="6908"/>
                </a:cubicBezTo>
                <a:cubicBezTo>
                  <a:pt x="10540" y="6811"/>
                  <a:pt x="10410" y="6714"/>
                  <a:pt x="10280" y="6616"/>
                </a:cubicBezTo>
                <a:cubicBezTo>
                  <a:pt x="10280" y="6616"/>
                  <a:pt x="10280" y="6616"/>
                  <a:pt x="10280" y="6616"/>
                </a:cubicBezTo>
                <a:cubicBezTo>
                  <a:pt x="10019" y="6519"/>
                  <a:pt x="9889" y="6227"/>
                  <a:pt x="9889" y="5838"/>
                </a:cubicBezTo>
                <a:cubicBezTo>
                  <a:pt x="9889" y="5546"/>
                  <a:pt x="10019" y="5449"/>
                  <a:pt x="10019" y="5351"/>
                </a:cubicBezTo>
                <a:cubicBezTo>
                  <a:pt x="10149" y="5351"/>
                  <a:pt x="10280" y="5254"/>
                  <a:pt x="10410" y="5254"/>
                </a:cubicBezTo>
                <a:cubicBezTo>
                  <a:pt x="10670" y="5254"/>
                  <a:pt x="10800" y="5351"/>
                  <a:pt x="10800" y="5351"/>
                </a:cubicBezTo>
                <a:cubicBezTo>
                  <a:pt x="10800" y="5449"/>
                  <a:pt x="10930" y="5741"/>
                  <a:pt x="10930" y="642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673" name="Shape 4673"/>
          <p:cNvSpPr/>
          <p:nvPr/>
        </p:nvSpPr>
        <p:spPr>
          <a:xfrm>
            <a:off x="9870633" y="10693755"/>
            <a:ext cx="659022" cy="7391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67" y="8746"/>
                </a:moveTo>
                <a:cubicBezTo>
                  <a:pt x="18677" y="7421"/>
                  <a:pt x="17339" y="6228"/>
                  <a:pt x="16002" y="5036"/>
                </a:cubicBezTo>
                <a:cubicBezTo>
                  <a:pt x="15705" y="4771"/>
                  <a:pt x="15407" y="4461"/>
                  <a:pt x="15110" y="4196"/>
                </a:cubicBezTo>
                <a:cubicBezTo>
                  <a:pt x="15209" y="4108"/>
                  <a:pt x="15259" y="4020"/>
                  <a:pt x="15259" y="3887"/>
                </a:cubicBezTo>
                <a:cubicBezTo>
                  <a:pt x="15259" y="3666"/>
                  <a:pt x="15110" y="3490"/>
                  <a:pt x="14912" y="3401"/>
                </a:cubicBezTo>
                <a:cubicBezTo>
                  <a:pt x="15160" y="3048"/>
                  <a:pt x="15457" y="2694"/>
                  <a:pt x="15754" y="2297"/>
                </a:cubicBezTo>
                <a:cubicBezTo>
                  <a:pt x="15952" y="1988"/>
                  <a:pt x="16002" y="1590"/>
                  <a:pt x="15903" y="1193"/>
                </a:cubicBezTo>
                <a:cubicBezTo>
                  <a:pt x="15655" y="221"/>
                  <a:pt x="14417" y="0"/>
                  <a:pt x="13376" y="0"/>
                </a:cubicBezTo>
                <a:cubicBezTo>
                  <a:pt x="12732" y="0"/>
                  <a:pt x="11890" y="88"/>
                  <a:pt x="11048" y="265"/>
                </a:cubicBezTo>
                <a:cubicBezTo>
                  <a:pt x="10750" y="309"/>
                  <a:pt x="10503" y="309"/>
                  <a:pt x="10255" y="221"/>
                </a:cubicBezTo>
                <a:cubicBezTo>
                  <a:pt x="9661" y="88"/>
                  <a:pt x="8967" y="0"/>
                  <a:pt x="8323" y="0"/>
                </a:cubicBezTo>
                <a:cubicBezTo>
                  <a:pt x="6936" y="0"/>
                  <a:pt x="5994" y="398"/>
                  <a:pt x="5697" y="1148"/>
                </a:cubicBezTo>
                <a:cubicBezTo>
                  <a:pt x="5549" y="1502"/>
                  <a:pt x="5598" y="1988"/>
                  <a:pt x="5846" y="2297"/>
                </a:cubicBezTo>
                <a:cubicBezTo>
                  <a:pt x="6143" y="2694"/>
                  <a:pt x="6391" y="3048"/>
                  <a:pt x="6688" y="3401"/>
                </a:cubicBezTo>
                <a:cubicBezTo>
                  <a:pt x="4905" y="2694"/>
                  <a:pt x="4905" y="2694"/>
                  <a:pt x="4905" y="2694"/>
                </a:cubicBezTo>
                <a:cubicBezTo>
                  <a:pt x="4706" y="2606"/>
                  <a:pt x="4508" y="2694"/>
                  <a:pt x="4459" y="2827"/>
                </a:cubicBezTo>
                <a:cubicBezTo>
                  <a:pt x="4360" y="3004"/>
                  <a:pt x="4459" y="3180"/>
                  <a:pt x="4607" y="3225"/>
                </a:cubicBezTo>
                <a:cubicBezTo>
                  <a:pt x="5994" y="3799"/>
                  <a:pt x="5994" y="3799"/>
                  <a:pt x="5994" y="3799"/>
                </a:cubicBezTo>
                <a:cubicBezTo>
                  <a:pt x="4607" y="4329"/>
                  <a:pt x="4607" y="4329"/>
                  <a:pt x="4607" y="4329"/>
                </a:cubicBezTo>
                <a:cubicBezTo>
                  <a:pt x="4459" y="4373"/>
                  <a:pt x="4360" y="4550"/>
                  <a:pt x="4459" y="4726"/>
                </a:cubicBezTo>
                <a:cubicBezTo>
                  <a:pt x="4508" y="4859"/>
                  <a:pt x="4706" y="4947"/>
                  <a:pt x="4905" y="4859"/>
                </a:cubicBezTo>
                <a:cubicBezTo>
                  <a:pt x="6440" y="4240"/>
                  <a:pt x="6440" y="4240"/>
                  <a:pt x="6440" y="4240"/>
                </a:cubicBezTo>
                <a:cubicBezTo>
                  <a:pt x="6193" y="4506"/>
                  <a:pt x="5895" y="4771"/>
                  <a:pt x="5598" y="4991"/>
                </a:cubicBezTo>
                <a:cubicBezTo>
                  <a:pt x="4261" y="6184"/>
                  <a:pt x="2923" y="7421"/>
                  <a:pt x="1833" y="8746"/>
                </a:cubicBezTo>
                <a:cubicBezTo>
                  <a:pt x="594" y="10292"/>
                  <a:pt x="0" y="11794"/>
                  <a:pt x="0" y="13252"/>
                </a:cubicBezTo>
                <a:cubicBezTo>
                  <a:pt x="0" y="15858"/>
                  <a:pt x="1189" y="18022"/>
                  <a:pt x="3418" y="19524"/>
                </a:cubicBezTo>
                <a:cubicBezTo>
                  <a:pt x="5400" y="20849"/>
                  <a:pt x="8026" y="21600"/>
                  <a:pt x="10800" y="21600"/>
                </a:cubicBezTo>
                <a:cubicBezTo>
                  <a:pt x="10800" y="21600"/>
                  <a:pt x="10800" y="21600"/>
                  <a:pt x="10800" y="21600"/>
                </a:cubicBezTo>
                <a:cubicBezTo>
                  <a:pt x="13574" y="21600"/>
                  <a:pt x="16200" y="20849"/>
                  <a:pt x="18132" y="19524"/>
                </a:cubicBezTo>
                <a:cubicBezTo>
                  <a:pt x="20411" y="18022"/>
                  <a:pt x="21600" y="15858"/>
                  <a:pt x="21600" y="13252"/>
                </a:cubicBezTo>
                <a:cubicBezTo>
                  <a:pt x="21600" y="11794"/>
                  <a:pt x="21006" y="10292"/>
                  <a:pt x="19767" y="8746"/>
                </a:cubicBezTo>
                <a:close/>
                <a:moveTo>
                  <a:pt x="7035" y="1546"/>
                </a:moveTo>
                <a:cubicBezTo>
                  <a:pt x="7084" y="1502"/>
                  <a:pt x="7431" y="1281"/>
                  <a:pt x="8323" y="1281"/>
                </a:cubicBezTo>
                <a:cubicBezTo>
                  <a:pt x="8818" y="1281"/>
                  <a:pt x="9363" y="1369"/>
                  <a:pt x="9908" y="1458"/>
                </a:cubicBezTo>
                <a:cubicBezTo>
                  <a:pt x="10354" y="1590"/>
                  <a:pt x="10850" y="1590"/>
                  <a:pt x="11345" y="1502"/>
                </a:cubicBezTo>
                <a:cubicBezTo>
                  <a:pt x="12088" y="1369"/>
                  <a:pt x="12831" y="1281"/>
                  <a:pt x="13376" y="1281"/>
                </a:cubicBezTo>
                <a:cubicBezTo>
                  <a:pt x="14268" y="1281"/>
                  <a:pt x="14516" y="1458"/>
                  <a:pt x="14516" y="1502"/>
                </a:cubicBezTo>
                <a:cubicBezTo>
                  <a:pt x="14516" y="1546"/>
                  <a:pt x="14516" y="1590"/>
                  <a:pt x="14516" y="1590"/>
                </a:cubicBezTo>
                <a:cubicBezTo>
                  <a:pt x="14119" y="2164"/>
                  <a:pt x="13723" y="2694"/>
                  <a:pt x="13277" y="3225"/>
                </a:cubicBezTo>
                <a:cubicBezTo>
                  <a:pt x="8273" y="3225"/>
                  <a:pt x="8273" y="3225"/>
                  <a:pt x="8273" y="3225"/>
                </a:cubicBezTo>
                <a:cubicBezTo>
                  <a:pt x="7877" y="2694"/>
                  <a:pt x="7481" y="2164"/>
                  <a:pt x="7035" y="1590"/>
                </a:cubicBezTo>
                <a:cubicBezTo>
                  <a:pt x="7035" y="1590"/>
                  <a:pt x="7035" y="1590"/>
                  <a:pt x="7035" y="1546"/>
                </a:cubicBezTo>
                <a:close/>
                <a:moveTo>
                  <a:pt x="17290" y="18508"/>
                </a:moveTo>
                <a:cubicBezTo>
                  <a:pt x="15606" y="19656"/>
                  <a:pt x="13277" y="20319"/>
                  <a:pt x="10800" y="20319"/>
                </a:cubicBezTo>
                <a:cubicBezTo>
                  <a:pt x="10800" y="20319"/>
                  <a:pt x="10800" y="20319"/>
                  <a:pt x="10800" y="20319"/>
                </a:cubicBezTo>
                <a:cubicBezTo>
                  <a:pt x="6292" y="20319"/>
                  <a:pt x="1437" y="18110"/>
                  <a:pt x="1437" y="13252"/>
                </a:cubicBezTo>
                <a:cubicBezTo>
                  <a:pt x="1437" y="10557"/>
                  <a:pt x="4062" y="8172"/>
                  <a:pt x="6639" y="5919"/>
                </a:cubicBezTo>
                <a:cubicBezTo>
                  <a:pt x="7134" y="5477"/>
                  <a:pt x="7679" y="4991"/>
                  <a:pt x="8174" y="4506"/>
                </a:cubicBezTo>
                <a:cubicBezTo>
                  <a:pt x="13426" y="4506"/>
                  <a:pt x="13426" y="4506"/>
                  <a:pt x="13426" y="4506"/>
                </a:cubicBezTo>
                <a:cubicBezTo>
                  <a:pt x="13921" y="4991"/>
                  <a:pt x="14466" y="5477"/>
                  <a:pt x="15011" y="5963"/>
                </a:cubicBezTo>
                <a:cubicBezTo>
                  <a:pt x="17538" y="8216"/>
                  <a:pt x="20163" y="10513"/>
                  <a:pt x="20163" y="13252"/>
                </a:cubicBezTo>
                <a:cubicBezTo>
                  <a:pt x="20163" y="15416"/>
                  <a:pt x="19172" y="17227"/>
                  <a:pt x="17290" y="1850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674" name="Shape 4674"/>
          <p:cNvSpPr/>
          <p:nvPr/>
        </p:nvSpPr>
        <p:spPr>
          <a:xfrm>
            <a:off x="10074828" y="10950747"/>
            <a:ext cx="250632" cy="3352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07" y="9632"/>
                </a:moveTo>
                <a:cubicBezTo>
                  <a:pt x="17827" y="9341"/>
                  <a:pt x="16395" y="8757"/>
                  <a:pt x="14313" y="8076"/>
                </a:cubicBezTo>
                <a:cubicBezTo>
                  <a:pt x="14053" y="7978"/>
                  <a:pt x="13793" y="7881"/>
                  <a:pt x="13533" y="7881"/>
                </a:cubicBezTo>
                <a:cubicBezTo>
                  <a:pt x="20559" y="7881"/>
                  <a:pt x="20559" y="7881"/>
                  <a:pt x="20559" y="7881"/>
                </a:cubicBezTo>
                <a:cubicBezTo>
                  <a:pt x="20689" y="7200"/>
                  <a:pt x="20689" y="7200"/>
                  <a:pt x="20689" y="7200"/>
                </a:cubicBezTo>
                <a:cubicBezTo>
                  <a:pt x="20689" y="6811"/>
                  <a:pt x="20689" y="6519"/>
                  <a:pt x="20689" y="6324"/>
                </a:cubicBezTo>
                <a:cubicBezTo>
                  <a:pt x="20689" y="4865"/>
                  <a:pt x="20039" y="3697"/>
                  <a:pt x="18607" y="2822"/>
                </a:cubicBezTo>
                <a:cubicBezTo>
                  <a:pt x="17306" y="2043"/>
                  <a:pt x="15745" y="1654"/>
                  <a:pt x="13533" y="1362"/>
                </a:cubicBezTo>
                <a:cubicBezTo>
                  <a:pt x="13533" y="0"/>
                  <a:pt x="13533" y="0"/>
                  <a:pt x="13533" y="0"/>
                </a:cubicBezTo>
                <a:cubicBezTo>
                  <a:pt x="7937" y="0"/>
                  <a:pt x="7937" y="0"/>
                  <a:pt x="7937" y="0"/>
                </a:cubicBezTo>
                <a:cubicBezTo>
                  <a:pt x="7937" y="1362"/>
                  <a:pt x="7937" y="1362"/>
                  <a:pt x="7937" y="1362"/>
                </a:cubicBezTo>
                <a:cubicBezTo>
                  <a:pt x="5595" y="1654"/>
                  <a:pt x="3643" y="2043"/>
                  <a:pt x="2342" y="2822"/>
                </a:cubicBezTo>
                <a:cubicBezTo>
                  <a:pt x="781" y="3697"/>
                  <a:pt x="0" y="4865"/>
                  <a:pt x="0" y="6422"/>
                </a:cubicBezTo>
                <a:cubicBezTo>
                  <a:pt x="0" y="7395"/>
                  <a:pt x="390" y="8368"/>
                  <a:pt x="1041" y="9146"/>
                </a:cubicBezTo>
                <a:cubicBezTo>
                  <a:pt x="1822" y="9924"/>
                  <a:pt x="2602" y="10508"/>
                  <a:pt x="3643" y="10995"/>
                </a:cubicBezTo>
                <a:cubicBezTo>
                  <a:pt x="4424" y="11286"/>
                  <a:pt x="5725" y="11773"/>
                  <a:pt x="7417" y="12454"/>
                </a:cubicBezTo>
                <a:cubicBezTo>
                  <a:pt x="130" y="12454"/>
                  <a:pt x="130" y="12454"/>
                  <a:pt x="130" y="12454"/>
                </a:cubicBezTo>
                <a:cubicBezTo>
                  <a:pt x="130" y="13914"/>
                  <a:pt x="130" y="13914"/>
                  <a:pt x="130" y="13914"/>
                </a:cubicBezTo>
                <a:cubicBezTo>
                  <a:pt x="130" y="16054"/>
                  <a:pt x="1041" y="17611"/>
                  <a:pt x="2863" y="18584"/>
                </a:cubicBezTo>
                <a:cubicBezTo>
                  <a:pt x="4424" y="19265"/>
                  <a:pt x="6116" y="19751"/>
                  <a:pt x="7937" y="19946"/>
                </a:cubicBezTo>
                <a:cubicBezTo>
                  <a:pt x="7937" y="21600"/>
                  <a:pt x="7937" y="21600"/>
                  <a:pt x="7937" y="21600"/>
                </a:cubicBezTo>
                <a:cubicBezTo>
                  <a:pt x="13533" y="21600"/>
                  <a:pt x="13533" y="21600"/>
                  <a:pt x="13533" y="21600"/>
                </a:cubicBezTo>
                <a:cubicBezTo>
                  <a:pt x="13533" y="19946"/>
                  <a:pt x="13533" y="19946"/>
                  <a:pt x="13533" y="19946"/>
                </a:cubicBezTo>
                <a:cubicBezTo>
                  <a:pt x="16005" y="19654"/>
                  <a:pt x="17827" y="19070"/>
                  <a:pt x="19258" y="18292"/>
                </a:cubicBezTo>
                <a:cubicBezTo>
                  <a:pt x="20819" y="17222"/>
                  <a:pt x="21600" y="15859"/>
                  <a:pt x="21600" y="14108"/>
                </a:cubicBezTo>
                <a:cubicBezTo>
                  <a:pt x="21600" y="13038"/>
                  <a:pt x="21340" y="12162"/>
                  <a:pt x="20689" y="11384"/>
                </a:cubicBezTo>
                <a:cubicBezTo>
                  <a:pt x="20169" y="10703"/>
                  <a:pt x="19388" y="10119"/>
                  <a:pt x="18607" y="9632"/>
                </a:cubicBezTo>
                <a:close/>
                <a:moveTo>
                  <a:pt x="17957" y="17222"/>
                </a:moveTo>
                <a:cubicBezTo>
                  <a:pt x="16786" y="17903"/>
                  <a:pt x="14964" y="18389"/>
                  <a:pt x="12492" y="18584"/>
                </a:cubicBezTo>
                <a:cubicBezTo>
                  <a:pt x="11581" y="18681"/>
                  <a:pt x="11581" y="18681"/>
                  <a:pt x="11581" y="18681"/>
                </a:cubicBezTo>
                <a:cubicBezTo>
                  <a:pt x="11581" y="20238"/>
                  <a:pt x="11581" y="20238"/>
                  <a:pt x="11581" y="20238"/>
                </a:cubicBezTo>
                <a:cubicBezTo>
                  <a:pt x="9889" y="20238"/>
                  <a:pt x="9889" y="20238"/>
                  <a:pt x="9889" y="20238"/>
                </a:cubicBezTo>
                <a:cubicBezTo>
                  <a:pt x="9889" y="18584"/>
                  <a:pt x="9889" y="18584"/>
                  <a:pt x="9889" y="18584"/>
                </a:cubicBezTo>
                <a:cubicBezTo>
                  <a:pt x="8978" y="18584"/>
                  <a:pt x="8978" y="18584"/>
                  <a:pt x="8978" y="18584"/>
                </a:cubicBezTo>
                <a:cubicBezTo>
                  <a:pt x="7027" y="18486"/>
                  <a:pt x="5335" y="18097"/>
                  <a:pt x="3904" y="17319"/>
                </a:cubicBezTo>
                <a:cubicBezTo>
                  <a:pt x="2602" y="16735"/>
                  <a:pt x="1952" y="15568"/>
                  <a:pt x="1952" y="13914"/>
                </a:cubicBezTo>
                <a:cubicBezTo>
                  <a:pt x="1952" y="13816"/>
                  <a:pt x="1952" y="13816"/>
                  <a:pt x="1952" y="13816"/>
                </a:cubicBezTo>
                <a:cubicBezTo>
                  <a:pt x="7937" y="13816"/>
                  <a:pt x="7937" y="13816"/>
                  <a:pt x="7937" y="13816"/>
                </a:cubicBezTo>
                <a:cubicBezTo>
                  <a:pt x="7937" y="14205"/>
                  <a:pt x="7937" y="14205"/>
                  <a:pt x="7937" y="14205"/>
                </a:cubicBezTo>
                <a:cubicBezTo>
                  <a:pt x="7937" y="15859"/>
                  <a:pt x="8198" y="16346"/>
                  <a:pt x="8328" y="16541"/>
                </a:cubicBezTo>
                <a:cubicBezTo>
                  <a:pt x="8458" y="16930"/>
                  <a:pt x="8978" y="17416"/>
                  <a:pt x="10280" y="17416"/>
                </a:cubicBezTo>
                <a:cubicBezTo>
                  <a:pt x="11190" y="17416"/>
                  <a:pt x="11711" y="17222"/>
                  <a:pt x="12231" y="16930"/>
                </a:cubicBezTo>
                <a:cubicBezTo>
                  <a:pt x="12622" y="16638"/>
                  <a:pt x="12882" y="16151"/>
                  <a:pt x="12882" y="15568"/>
                </a:cubicBezTo>
                <a:cubicBezTo>
                  <a:pt x="12882" y="14497"/>
                  <a:pt x="12752" y="13719"/>
                  <a:pt x="12361" y="13232"/>
                </a:cubicBezTo>
                <a:cubicBezTo>
                  <a:pt x="12101" y="12649"/>
                  <a:pt x="11060" y="12065"/>
                  <a:pt x="9369" y="11481"/>
                </a:cubicBezTo>
                <a:cubicBezTo>
                  <a:pt x="7027" y="10703"/>
                  <a:pt x="5465" y="10119"/>
                  <a:pt x="4554" y="9730"/>
                </a:cubicBezTo>
                <a:cubicBezTo>
                  <a:pt x="3904" y="9438"/>
                  <a:pt x="3253" y="8951"/>
                  <a:pt x="2602" y="8368"/>
                </a:cubicBezTo>
                <a:cubicBezTo>
                  <a:pt x="2082" y="7784"/>
                  <a:pt x="1822" y="7103"/>
                  <a:pt x="1822" y="6422"/>
                </a:cubicBezTo>
                <a:cubicBezTo>
                  <a:pt x="1822" y="5351"/>
                  <a:pt x="2342" y="4573"/>
                  <a:pt x="3513" y="3989"/>
                </a:cubicBezTo>
                <a:cubicBezTo>
                  <a:pt x="4684" y="3308"/>
                  <a:pt x="6506" y="2919"/>
                  <a:pt x="8978" y="2724"/>
                </a:cubicBezTo>
                <a:cubicBezTo>
                  <a:pt x="9889" y="2724"/>
                  <a:pt x="9889" y="2724"/>
                  <a:pt x="9889" y="2724"/>
                </a:cubicBezTo>
                <a:cubicBezTo>
                  <a:pt x="9889" y="1362"/>
                  <a:pt x="9889" y="1362"/>
                  <a:pt x="9889" y="1362"/>
                </a:cubicBezTo>
                <a:cubicBezTo>
                  <a:pt x="11581" y="1362"/>
                  <a:pt x="11581" y="1362"/>
                  <a:pt x="11581" y="1362"/>
                </a:cubicBezTo>
                <a:cubicBezTo>
                  <a:pt x="11581" y="2724"/>
                  <a:pt x="11581" y="2724"/>
                  <a:pt x="11581" y="2724"/>
                </a:cubicBezTo>
                <a:cubicBezTo>
                  <a:pt x="12492" y="2724"/>
                  <a:pt x="12492" y="2724"/>
                  <a:pt x="12492" y="2724"/>
                </a:cubicBezTo>
                <a:cubicBezTo>
                  <a:pt x="14704" y="2919"/>
                  <a:pt x="16395" y="3308"/>
                  <a:pt x="17436" y="3892"/>
                </a:cubicBezTo>
                <a:cubicBezTo>
                  <a:pt x="18347" y="4476"/>
                  <a:pt x="18867" y="5254"/>
                  <a:pt x="18867" y="6324"/>
                </a:cubicBezTo>
                <a:cubicBezTo>
                  <a:pt x="18867" y="6324"/>
                  <a:pt x="18867" y="6422"/>
                  <a:pt x="18867" y="6422"/>
                </a:cubicBezTo>
                <a:cubicBezTo>
                  <a:pt x="12752" y="6422"/>
                  <a:pt x="12752" y="6422"/>
                  <a:pt x="12752" y="6422"/>
                </a:cubicBezTo>
                <a:cubicBezTo>
                  <a:pt x="12752" y="6422"/>
                  <a:pt x="12752" y="6422"/>
                  <a:pt x="12752" y="6422"/>
                </a:cubicBezTo>
                <a:cubicBezTo>
                  <a:pt x="12752" y="5546"/>
                  <a:pt x="12622" y="4962"/>
                  <a:pt x="12361" y="4573"/>
                </a:cubicBezTo>
                <a:cubicBezTo>
                  <a:pt x="12101" y="4281"/>
                  <a:pt x="11581" y="3892"/>
                  <a:pt x="10410" y="3892"/>
                </a:cubicBezTo>
                <a:cubicBezTo>
                  <a:pt x="9499" y="3892"/>
                  <a:pt x="8978" y="4184"/>
                  <a:pt x="8588" y="4378"/>
                </a:cubicBezTo>
                <a:cubicBezTo>
                  <a:pt x="8198" y="4768"/>
                  <a:pt x="8067" y="5254"/>
                  <a:pt x="8067" y="5838"/>
                </a:cubicBezTo>
                <a:cubicBezTo>
                  <a:pt x="8067" y="6714"/>
                  <a:pt x="8458" y="7395"/>
                  <a:pt x="9108" y="7784"/>
                </a:cubicBezTo>
                <a:cubicBezTo>
                  <a:pt x="9499" y="7978"/>
                  <a:pt x="10410" y="8368"/>
                  <a:pt x="13533" y="9438"/>
                </a:cubicBezTo>
                <a:cubicBezTo>
                  <a:pt x="15484" y="10022"/>
                  <a:pt x="16916" y="10508"/>
                  <a:pt x="17566" y="10897"/>
                </a:cubicBezTo>
                <a:cubicBezTo>
                  <a:pt x="18087" y="11189"/>
                  <a:pt x="18607" y="11578"/>
                  <a:pt x="19128" y="12065"/>
                </a:cubicBezTo>
                <a:cubicBezTo>
                  <a:pt x="19518" y="12649"/>
                  <a:pt x="19648" y="13330"/>
                  <a:pt x="19648" y="14108"/>
                </a:cubicBezTo>
                <a:cubicBezTo>
                  <a:pt x="19648" y="15470"/>
                  <a:pt x="19128" y="16443"/>
                  <a:pt x="17957" y="17222"/>
                </a:cubicBezTo>
                <a:close/>
                <a:moveTo>
                  <a:pt x="9889" y="14205"/>
                </a:moveTo>
                <a:cubicBezTo>
                  <a:pt x="9889" y="13330"/>
                  <a:pt x="9889" y="13330"/>
                  <a:pt x="9889" y="13330"/>
                </a:cubicBezTo>
                <a:cubicBezTo>
                  <a:pt x="10540" y="13622"/>
                  <a:pt x="10670" y="13816"/>
                  <a:pt x="10670" y="13816"/>
                </a:cubicBezTo>
                <a:cubicBezTo>
                  <a:pt x="10800" y="14011"/>
                  <a:pt x="10930" y="14497"/>
                  <a:pt x="10930" y="15568"/>
                </a:cubicBezTo>
                <a:cubicBezTo>
                  <a:pt x="10930" y="15762"/>
                  <a:pt x="10930" y="15859"/>
                  <a:pt x="10800" y="15957"/>
                </a:cubicBezTo>
                <a:cubicBezTo>
                  <a:pt x="10800" y="15957"/>
                  <a:pt x="10670" y="16054"/>
                  <a:pt x="10280" y="16054"/>
                </a:cubicBezTo>
                <a:cubicBezTo>
                  <a:pt x="10149" y="16054"/>
                  <a:pt x="10019" y="15957"/>
                  <a:pt x="10019" y="15957"/>
                </a:cubicBezTo>
                <a:cubicBezTo>
                  <a:pt x="10019" y="15859"/>
                  <a:pt x="9889" y="15470"/>
                  <a:pt x="9889" y="14205"/>
                </a:cubicBezTo>
                <a:close/>
                <a:moveTo>
                  <a:pt x="10930" y="6422"/>
                </a:moveTo>
                <a:cubicBezTo>
                  <a:pt x="10930" y="6908"/>
                  <a:pt x="10930" y="6908"/>
                  <a:pt x="10930" y="6908"/>
                </a:cubicBezTo>
                <a:cubicBezTo>
                  <a:pt x="10540" y="6811"/>
                  <a:pt x="10410" y="6714"/>
                  <a:pt x="10280" y="6616"/>
                </a:cubicBezTo>
                <a:cubicBezTo>
                  <a:pt x="10280" y="6616"/>
                  <a:pt x="10280" y="6616"/>
                  <a:pt x="10280" y="6616"/>
                </a:cubicBezTo>
                <a:cubicBezTo>
                  <a:pt x="10019" y="6519"/>
                  <a:pt x="9889" y="6227"/>
                  <a:pt x="9889" y="5838"/>
                </a:cubicBezTo>
                <a:cubicBezTo>
                  <a:pt x="9889" y="5546"/>
                  <a:pt x="10019" y="5449"/>
                  <a:pt x="10019" y="5351"/>
                </a:cubicBezTo>
                <a:cubicBezTo>
                  <a:pt x="10149" y="5351"/>
                  <a:pt x="10280" y="5254"/>
                  <a:pt x="10410" y="5254"/>
                </a:cubicBezTo>
                <a:cubicBezTo>
                  <a:pt x="10670" y="5254"/>
                  <a:pt x="10800" y="5351"/>
                  <a:pt x="10800" y="5351"/>
                </a:cubicBezTo>
                <a:cubicBezTo>
                  <a:pt x="10800" y="5449"/>
                  <a:pt x="10930" y="5741"/>
                  <a:pt x="10930" y="642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675" name="Shape 4675"/>
          <p:cNvSpPr/>
          <p:nvPr/>
        </p:nvSpPr>
        <p:spPr>
          <a:xfrm>
            <a:off x="7538599" y="10459198"/>
            <a:ext cx="1178227" cy="13215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67" y="8746"/>
                </a:moveTo>
                <a:cubicBezTo>
                  <a:pt x="18677" y="7421"/>
                  <a:pt x="17339" y="6228"/>
                  <a:pt x="16002" y="5036"/>
                </a:cubicBezTo>
                <a:cubicBezTo>
                  <a:pt x="15705" y="4771"/>
                  <a:pt x="15407" y="4461"/>
                  <a:pt x="15110" y="4196"/>
                </a:cubicBezTo>
                <a:cubicBezTo>
                  <a:pt x="15209" y="4108"/>
                  <a:pt x="15259" y="4020"/>
                  <a:pt x="15259" y="3887"/>
                </a:cubicBezTo>
                <a:cubicBezTo>
                  <a:pt x="15259" y="3666"/>
                  <a:pt x="15110" y="3490"/>
                  <a:pt x="14912" y="3401"/>
                </a:cubicBezTo>
                <a:cubicBezTo>
                  <a:pt x="15160" y="3048"/>
                  <a:pt x="15457" y="2694"/>
                  <a:pt x="15754" y="2297"/>
                </a:cubicBezTo>
                <a:cubicBezTo>
                  <a:pt x="15952" y="1988"/>
                  <a:pt x="16002" y="1590"/>
                  <a:pt x="15903" y="1193"/>
                </a:cubicBezTo>
                <a:cubicBezTo>
                  <a:pt x="15655" y="221"/>
                  <a:pt x="14417" y="0"/>
                  <a:pt x="13376" y="0"/>
                </a:cubicBezTo>
                <a:cubicBezTo>
                  <a:pt x="12732" y="0"/>
                  <a:pt x="11890" y="88"/>
                  <a:pt x="11048" y="265"/>
                </a:cubicBezTo>
                <a:cubicBezTo>
                  <a:pt x="10750" y="309"/>
                  <a:pt x="10503" y="309"/>
                  <a:pt x="10255" y="221"/>
                </a:cubicBezTo>
                <a:cubicBezTo>
                  <a:pt x="9661" y="88"/>
                  <a:pt x="8967" y="0"/>
                  <a:pt x="8323" y="0"/>
                </a:cubicBezTo>
                <a:cubicBezTo>
                  <a:pt x="6936" y="0"/>
                  <a:pt x="5994" y="398"/>
                  <a:pt x="5697" y="1148"/>
                </a:cubicBezTo>
                <a:cubicBezTo>
                  <a:pt x="5549" y="1502"/>
                  <a:pt x="5598" y="1988"/>
                  <a:pt x="5846" y="2297"/>
                </a:cubicBezTo>
                <a:cubicBezTo>
                  <a:pt x="6143" y="2694"/>
                  <a:pt x="6391" y="3048"/>
                  <a:pt x="6688" y="3401"/>
                </a:cubicBezTo>
                <a:cubicBezTo>
                  <a:pt x="4905" y="2694"/>
                  <a:pt x="4905" y="2694"/>
                  <a:pt x="4905" y="2694"/>
                </a:cubicBezTo>
                <a:cubicBezTo>
                  <a:pt x="4706" y="2606"/>
                  <a:pt x="4508" y="2694"/>
                  <a:pt x="4459" y="2827"/>
                </a:cubicBezTo>
                <a:cubicBezTo>
                  <a:pt x="4360" y="3004"/>
                  <a:pt x="4459" y="3180"/>
                  <a:pt x="4607" y="3225"/>
                </a:cubicBezTo>
                <a:cubicBezTo>
                  <a:pt x="5994" y="3799"/>
                  <a:pt x="5994" y="3799"/>
                  <a:pt x="5994" y="3799"/>
                </a:cubicBezTo>
                <a:cubicBezTo>
                  <a:pt x="4607" y="4329"/>
                  <a:pt x="4607" y="4329"/>
                  <a:pt x="4607" y="4329"/>
                </a:cubicBezTo>
                <a:cubicBezTo>
                  <a:pt x="4459" y="4373"/>
                  <a:pt x="4360" y="4550"/>
                  <a:pt x="4459" y="4726"/>
                </a:cubicBezTo>
                <a:cubicBezTo>
                  <a:pt x="4508" y="4859"/>
                  <a:pt x="4706" y="4947"/>
                  <a:pt x="4905" y="4859"/>
                </a:cubicBezTo>
                <a:cubicBezTo>
                  <a:pt x="6440" y="4240"/>
                  <a:pt x="6440" y="4240"/>
                  <a:pt x="6440" y="4240"/>
                </a:cubicBezTo>
                <a:cubicBezTo>
                  <a:pt x="6193" y="4506"/>
                  <a:pt x="5895" y="4771"/>
                  <a:pt x="5598" y="4991"/>
                </a:cubicBezTo>
                <a:cubicBezTo>
                  <a:pt x="4261" y="6184"/>
                  <a:pt x="2923" y="7421"/>
                  <a:pt x="1833" y="8746"/>
                </a:cubicBezTo>
                <a:cubicBezTo>
                  <a:pt x="594" y="10292"/>
                  <a:pt x="0" y="11794"/>
                  <a:pt x="0" y="13252"/>
                </a:cubicBezTo>
                <a:cubicBezTo>
                  <a:pt x="0" y="15858"/>
                  <a:pt x="1189" y="18022"/>
                  <a:pt x="3418" y="19524"/>
                </a:cubicBezTo>
                <a:cubicBezTo>
                  <a:pt x="5400" y="20849"/>
                  <a:pt x="8026" y="21600"/>
                  <a:pt x="10800" y="21600"/>
                </a:cubicBezTo>
                <a:cubicBezTo>
                  <a:pt x="10800" y="21600"/>
                  <a:pt x="10800" y="21600"/>
                  <a:pt x="10800" y="21600"/>
                </a:cubicBezTo>
                <a:cubicBezTo>
                  <a:pt x="13574" y="21600"/>
                  <a:pt x="16200" y="20849"/>
                  <a:pt x="18132" y="19524"/>
                </a:cubicBezTo>
                <a:cubicBezTo>
                  <a:pt x="20411" y="18022"/>
                  <a:pt x="21600" y="15858"/>
                  <a:pt x="21600" y="13252"/>
                </a:cubicBezTo>
                <a:cubicBezTo>
                  <a:pt x="21600" y="11794"/>
                  <a:pt x="21006" y="10292"/>
                  <a:pt x="19767" y="8746"/>
                </a:cubicBezTo>
                <a:close/>
                <a:moveTo>
                  <a:pt x="7035" y="1546"/>
                </a:moveTo>
                <a:cubicBezTo>
                  <a:pt x="7084" y="1502"/>
                  <a:pt x="7431" y="1281"/>
                  <a:pt x="8323" y="1281"/>
                </a:cubicBezTo>
                <a:cubicBezTo>
                  <a:pt x="8818" y="1281"/>
                  <a:pt x="9363" y="1369"/>
                  <a:pt x="9908" y="1458"/>
                </a:cubicBezTo>
                <a:cubicBezTo>
                  <a:pt x="10354" y="1590"/>
                  <a:pt x="10850" y="1590"/>
                  <a:pt x="11345" y="1502"/>
                </a:cubicBezTo>
                <a:cubicBezTo>
                  <a:pt x="12088" y="1369"/>
                  <a:pt x="12831" y="1281"/>
                  <a:pt x="13376" y="1281"/>
                </a:cubicBezTo>
                <a:cubicBezTo>
                  <a:pt x="14268" y="1281"/>
                  <a:pt x="14516" y="1458"/>
                  <a:pt x="14516" y="1502"/>
                </a:cubicBezTo>
                <a:cubicBezTo>
                  <a:pt x="14516" y="1546"/>
                  <a:pt x="14516" y="1590"/>
                  <a:pt x="14516" y="1590"/>
                </a:cubicBezTo>
                <a:cubicBezTo>
                  <a:pt x="14119" y="2164"/>
                  <a:pt x="13723" y="2694"/>
                  <a:pt x="13277" y="3225"/>
                </a:cubicBezTo>
                <a:cubicBezTo>
                  <a:pt x="8273" y="3225"/>
                  <a:pt x="8273" y="3225"/>
                  <a:pt x="8273" y="3225"/>
                </a:cubicBezTo>
                <a:cubicBezTo>
                  <a:pt x="7877" y="2694"/>
                  <a:pt x="7481" y="2164"/>
                  <a:pt x="7035" y="1590"/>
                </a:cubicBezTo>
                <a:cubicBezTo>
                  <a:pt x="7035" y="1590"/>
                  <a:pt x="7035" y="1590"/>
                  <a:pt x="7035" y="1546"/>
                </a:cubicBezTo>
                <a:close/>
                <a:moveTo>
                  <a:pt x="17290" y="18508"/>
                </a:moveTo>
                <a:cubicBezTo>
                  <a:pt x="15606" y="19656"/>
                  <a:pt x="13277" y="20319"/>
                  <a:pt x="10800" y="20319"/>
                </a:cubicBezTo>
                <a:cubicBezTo>
                  <a:pt x="10800" y="20319"/>
                  <a:pt x="10800" y="20319"/>
                  <a:pt x="10800" y="20319"/>
                </a:cubicBezTo>
                <a:cubicBezTo>
                  <a:pt x="6292" y="20319"/>
                  <a:pt x="1437" y="18110"/>
                  <a:pt x="1437" y="13252"/>
                </a:cubicBezTo>
                <a:cubicBezTo>
                  <a:pt x="1437" y="10557"/>
                  <a:pt x="4062" y="8172"/>
                  <a:pt x="6639" y="5919"/>
                </a:cubicBezTo>
                <a:cubicBezTo>
                  <a:pt x="7134" y="5477"/>
                  <a:pt x="7679" y="4991"/>
                  <a:pt x="8174" y="4506"/>
                </a:cubicBezTo>
                <a:cubicBezTo>
                  <a:pt x="13426" y="4506"/>
                  <a:pt x="13426" y="4506"/>
                  <a:pt x="13426" y="4506"/>
                </a:cubicBezTo>
                <a:cubicBezTo>
                  <a:pt x="13921" y="4991"/>
                  <a:pt x="14466" y="5477"/>
                  <a:pt x="15011" y="5963"/>
                </a:cubicBezTo>
                <a:cubicBezTo>
                  <a:pt x="17538" y="8216"/>
                  <a:pt x="20163" y="10513"/>
                  <a:pt x="20163" y="13252"/>
                </a:cubicBezTo>
                <a:cubicBezTo>
                  <a:pt x="20163" y="15416"/>
                  <a:pt x="19172" y="17227"/>
                  <a:pt x="17290" y="1850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676" name="Shape 4676"/>
          <p:cNvSpPr/>
          <p:nvPr/>
        </p:nvSpPr>
        <p:spPr>
          <a:xfrm>
            <a:off x="7903667" y="10918659"/>
            <a:ext cx="448091" cy="5993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07" y="9632"/>
                </a:moveTo>
                <a:cubicBezTo>
                  <a:pt x="17827" y="9341"/>
                  <a:pt x="16395" y="8757"/>
                  <a:pt x="14313" y="8076"/>
                </a:cubicBezTo>
                <a:cubicBezTo>
                  <a:pt x="14053" y="7978"/>
                  <a:pt x="13793" y="7881"/>
                  <a:pt x="13533" y="7881"/>
                </a:cubicBezTo>
                <a:cubicBezTo>
                  <a:pt x="20559" y="7881"/>
                  <a:pt x="20559" y="7881"/>
                  <a:pt x="20559" y="7881"/>
                </a:cubicBezTo>
                <a:cubicBezTo>
                  <a:pt x="20689" y="7200"/>
                  <a:pt x="20689" y="7200"/>
                  <a:pt x="20689" y="7200"/>
                </a:cubicBezTo>
                <a:cubicBezTo>
                  <a:pt x="20689" y="6811"/>
                  <a:pt x="20689" y="6519"/>
                  <a:pt x="20689" y="6324"/>
                </a:cubicBezTo>
                <a:cubicBezTo>
                  <a:pt x="20689" y="4865"/>
                  <a:pt x="20039" y="3697"/>
                  <a:pt x="18607" y="2822"/>
                </a:cubicBezTo>
                <a:cubicBezTo>
                  <a:pt x="17306" y="2043"/>
                  <a:pt x="15745" y="1654"/>
                  <a:pt x="13533" y="1362"/>
                </a:cubicBezTo>
                <a:cubicBezTo>
                  <a:pt x="13533" y="0"/>
                  <a:pt x="13533" y="0"/>
                  <a:pt x="13533" y="0"/>
                </a:cubicBezTo>
                <a:cubicBezTo>
                  <a:pt x="7937" y="0"/>
                  <a:pt x="7937" y="0"/>
                  <a:pt x="7937" y="0"/>
                </a:cubicBezTo>
                <a:cubicBezTo>
                  <a:pt x="7937" y="1362"/>
                  <a:pt x="7937" y="1362"/>
                  <a:pt x="7937" y="1362"/>
                </a:cubicBezTo>
                <a:cubicBezTo>
                  <a:pt x="5595" y="1654"/>
                  <a:pt x="3643" y="2043"/>
                  <a:pt x="2342" y="2822"/>
                </a:cubicBezTo>
                <a:cubicBezTo>
                  <a:pt x="781" y="3697"/>
                  <a:pt x="0" y="4865"/>
                  <a:pt x="0" y="6422"/>
                </a:cubicBezTo>
                <a:cubicBezTo>
                  <a:pt x="0" y="7395"/>
                  <a:pt x="390" y="8368"/>
                  <a:pt x="1041" y="9146"/>
                </a:cubicBezTo>
                <a:cubicBezTo>
                  <a:pt x="1822" y="9924"/>
                  <a:pt x="2602" y="10508"/>
                  <a:pt x="3643" y="10995"/>
                </a:cubicBezTo>
                <a:cubicBezTo>
                  <a:pt x="4424" y="11286"/>
                  <a:pt x="5725" y="11773"/>
                  <a:pt x="7417" y="12454"/>
                </a:cubicBezTo>
                <a:cubicBezTo>
                  <a:pt x="130" y="12454"/>
                  <a:pt x="130" y="12454"/>
                  <a:pt x="130" y="12454"/>
                </a:cubicBezTo>
                <a:cubicBezTo>
                  <a:pt x="130" y="13914"/>
                  <a:pt x="130" y="13914"/>
                  <a:pt x="130" y="13914"/>
                </a:cubicBezTo>
                <a:cubicBezTo>
                  <a:pt x="130" y="16054"/>
                  <a:pt x="1041" y="17611"/>
                  <a:pt x="2863" y="18584"/>
                </a:cubicBezTo>
                <a:cubicBezTo>
                  <a:pt x="4424" y="19265"/>
                  <a:pt x="6116" y="19751"/>
                  <a:pt x="7937" y="19946"/>
                </a:cubicBezTo>
                <a:cubicBezTo>
                  <a:pt x="7937" y="21600"/>
                  <a:pt x="7937" y="21600"/>
                  <a:pt x="7937" y="21600"/>
                </a:cubicBezTo>
                <a:cubicBezTo>
                  <a:pt x="13533" y="21600"/>
                  <a:pt x="13533" y="21600"/>
                  <a:pt x="13533" y="21600"/>
                </a:cubicBezTo>
                <a:cubicBezTo>
                  <a:pt x="13533" y="19946"/>
                  <a:pt x="13533" y="19946"/>
                  <a:pt x="13533" y="19946"/>
                </a:cubicBezTo>
                <a:cubicBezTo>
                  <a:pt x="16005" y="19654"/>
                  <a:pt x="17827" y="19070"/>
                  <a:pt x="19258" y="18292"/>
                </a:cubicBezTo>
                <a:cubicBezTo>
                  <a:pt x="20819" y="17222"/>
                  <a:pt x="21600" y="15859"/>
                  <a:pt x="21600" y="14108"/>
                </a:cubicBezTo>
                <a:cubicBezTo>
                  <a:pt x="21600" y="13038"/>
                  <a:pt x="21340" y="12162"/>
                  <a:pt x="20689" y="11384"/>
                </a:cubicBezTo>
                <a:cubicBezTo>
                  <a:pt x="20169" y="10703"/>
                  <a:pt x="19388" y="10119"/>
                  <a:pt x="18607" y="9632"/>
                </a:cubicBezTo>
                <a:close/>
                <a:moveTo>
                  <a:pt x="17957" y="17222"/>
                </a:moveTo>
                <a:cubicBezTo>
                  <a:pt x="16786" y="17903"/>
                  <a:pt x="14964" y="18389"/>
                  <a:pt x="12492" y="18584"/>
                </a:cubicBezTo>
                <a:cubicBezTo>
                  <a:pt x="11581" y="18681"/>
                  <a:pt x="11581" y="18681"/>
                  <a:pt x="11581" y="18681"/>
                </a:cubicBezTo>
                <a:cubicBezTo>
                  <a:pt x="11581" y="20238"/>
                  <a:pt x="11581" y="20238"/>
                  <a:pt x="11581" y="20238"/>
                </a:cubicBezTo>
                <a:cubicBezTo>
                  <a:pt x="9889" y="20238"/>
                  <a:pt x="9889" y="20238"/>
                  <a:pt x="9889" y="20238"/>
                </a:cubicBezTo>
                <a:cubicBezTo>
                  <a:pt x="9889" y="18584"/>
                  <a:pt x="9889" y="18584"/>
                  <a:pt x="9889" y="18584"/>
                </a:cubicBezTo>
                <a:cubicBezTo>
                  <a:pt x="8978" y="18584"/>
                  <a:pt x="8978" y="18584"/>
                  <a:pt x="8978" y="18584"/>
                </a:cubicBezTo>
                <a:cubicBezTo>
                  <a:pt x="7027" y="18486"/>
                  <a:pt x="5335" y="18097"/>
                  <a:pt x="3904" y="17319"/>
                </a:cubicBezTo>
                <a:cubicBezTo>
                  <a:pt x="2602" y="16735"/>
                  <a:pt x="1952" y="15568"/>
                  <a:pt x="1952" y="13914"/>
                </a:cubicBezTo>
                <a:cubicBezTo>
                  <a:pt x="1952" y="13816"/>
                  <a:pt x="1952" y="13816"/>
                  <a:pt x="1952" y="13816"/>
                </a:cubicBezTo>
                <a:cubicBezTo>
                  <a:pt x="7937" y="13816"/>
                  <a:pt x="7937" y="13816"/>
                  <a:pt x="7937" y="13816"/>
                </a:cubicBezTo>
                <a:cubicBezTo>
                  <a:pt x="7937" y="14205"/>
                  <a:pt x="7937" y="14205"/>
                  <a:pt x="7937" y="14205"/>
                </a:cubicBezTo>
                <a:cubicBezTo>
                  <a:pt x="7937" y="15859"/>
                  <a:pt x="8198" y="16346"/>
                  <a:pt x="8328" y="16541"/>
                </a:cubicBezTo>
                <a:cubicBezTo>
                  <a:pt x="8458" y="16930"/>
                  <a:pt x="8978" y="17416"/>
                  <a:pt x="10280" y="17416"/>
                </a:cubicBezTo>
                <a:cubicBezTo>
                  <a:pt x="11190" y="17416"/>
                  <a:pt x="11711" y="17222"/>
                  <a:pt x="12231" y="16930"/>
                </a:cubicBezTo>
                <a:cubicBezTo>
                  <a:pt x="12622" y="16638"/>
                  <a:pt x="12882" y="16151"/>
                  <a:pt x="12882" y="15568"/>
                </a:cubicBezTo>
                <a:cubicBezTo>
                  <a:pt x="12882" y="14497"/>
                  <a:pt x="12752" y="13719"/>
                  <a:pt x="12361" y="13232"/>
                </a:cubicBezTo>
                <a:cubicBezTo>
                  <a:pt x="12101" y="12649"/>
                  <a:pt x="11060" y="12065"/>
                  <a:pt x="9369" y="11481"/>
                </a:cubicBezTo>
                <a:cubicBezTo>
                  <a:pt x="7027" y="10703"/>
                  <a:pt x="5465" y="10119"/>
                  <a:pt x="4554" y="9730"/>
                </a:cubicBezTo>
                <a:cubicBezTo>
                  <a:pt x="3904" y="9438"/>
                  <a:pt x="3253" y="8951"/>
                  <a:pt x="2602" y="8368"/>
                </a:cubicBezTo>
                <a:cubicBezTo>
                  <a:pt x="2082" y="7784"/>
                  <a:pt x="1822" y="7103"/>
                  <a:pt x="1822" y="6422"/>
                </a:cubicBezTo>
                <a:cubicBezTo>
                  <a:pt x="1822" y="5351"/>
                  <a:pt x="2342" y="4573"/>
                  <a:pt x="3513" y="3989"/>
                </a:cubicBezTo>
                <a:cubicBezTo>
                  <a:pt x="4684" y="3308"/>
                  <a:pt x="6506" y="2919"/>
                  <a:pt x="8978" y="2724"/>
                </a:cubicBezTo>
                <a:cubicBezTo>
                  <a:pt x="9889" y="2724"/>
                  <a:pt x="9889" y="2724"/>
                  <a:pt x="9889" y="2724"/>
                </a:cubicBezTo>
                <a:cubicBezTo>
                  <a:pt x="9889" y="1362"/>
                  <a:pt x="9889" y="1362"/>
                  <a:pt x="9889" y="1362"/>
                </a:cubicBezTo>
                <a:cubicBezTo>
                  <a:pt x="11581" y="1362"/>
                  <a:pt x="11581" y="1362"/>
                  <a:pt x="11581" y="1362"/>
                </a:cubicBezTo>
                <a:cubicBezTo>
                  <a:pt x="11581" y="2724"/>
                  <a:pt x="11581" y="2724"/>
                  <a:pt x="11581" y="2724"/>
                </a:cubicBezTo>
                <a:cubicBezTo>
                  <a:pt x="12492" y="2724"/>
                  <a:pt x="12492" y="2724"/>
                  <a:pt x="12492" y="2724"/>
                </a:cubicBezTo>
                <a:cubicBezTo>
                  <a:pt x="14704" y="2919"/>
                  <a:pt x="16395" y="3308"/>
                  <a:pt x="17436" y="3892"/>
                </a:cubicBezTo>
                <a:cubicBezTo>
                  <a:pt x="18347" y="4476"/>
                  <a:pt x="18867" y="5254"/>
                  <a:pt x="18867" y="6324"/>
                </a:cubicBezTo>
                <a:cubicBezTo>
                  <a:pt x="18867" y="6324"/>
                  <a:pt x="18867" y="6422"/>
                  <a:pt x="18867" y="6422"/>
                </a:cubicBezTo>
                <a:cubicBezTo>
                  <a:pt x="12752" y="6422"/>
                  <a:pt x="12752" y="6422"/>
                  <a:pt x="12752" y="6422"/>
                </a:cubicBezTo>
                <a:cubicBezTo>
                  <a:pt x="12752" y="6422"/>
                  <a:pt x="12752" y="6422"/>
                  <a:pt x="12752" y="6422"/>
                </a:cubicBezTo>
                <a:cubicBezTo>
                  <a:pt x="12752" y="5546"/>
                  <a:pt x="12622" y="4962"/>
                  <a:pt x="12361" y="4573"/>
                </a:cubicBezTo>
                <a:cubicBezTo>
                  <a:pt x="12101" y="4281"/>
                  <a:pt x="11581" y="3892"/>
                  <a:pt x="10410" y="3892"/>
                </a:cubicBezTo>
                <a:cubicBezTo>
                  <a:pt x="9499" y="3892"/>
                  <a:pt x="8978" y="4184"/>
                  <a:pt x="8588" y="4378"/>
                </a:cubicBezTo>
                <a:cubicBezTo>
                  <a:pt x="8198" y="4768"/>
                  <a:pt x="8067" y="5254"/>
                  <a:pt x="8067" y="5838"/>
                </a:cubicBezTo>
                <a:cubicBezTo>
                  <a:pt x="8067" y="6714"/>
                  <a:pt x="8458" y="7395"/>
                  <a:pt x="9108" y="7784"/>
                </a:cubicBezTo>
                <a:cubicBezTo>
                  <a:pt x="9499" y="7978"/>
                  <a:pt x="10410" y="8368"/>
                  <a:pt x="13533" y="9438"/>
                </a:cubicBezTo>
                <a:cubicBezTo>
                  <a:pt x="15484" y="10022"/>
                  <a:pt x="16916" y="10508"/>
                  <a:pt x="17566" y="10897"/>
                </a:cubicBezTo>
                <a:cubicBezTo>
                  <a:pt x="18087" y="11189"/>
                  <a:pt x="18607" y="11578"/>
                  <a:pt x="19128" y="12065"/>
                </a:cubicBezTo>
                <a:cubicBezTo>
                  <a:pt x="19518" y="12649"/>
                  <a:pt x="19648" y="13330"/>
                  <a:pt x="19648" y="14108"/>
                </a:cubicBezTo>
                <a:cubicBezTo>
                  <a:pt x="19648" y="15470"/>
                  <a:pt x="19128" y="16443"/>
                  <a:pt x="17957" y="17222"/>
                </a:cubicBezTo>
                <a:close/>
                <a:moveTo>
                  <a:pt x="9889" y="14205"/>
                </a:moveTo>
                <a:cubicBezTo>
                  <a:pt x="9889" y="13330"/>
                  <a:pt x="9889" y="13330"/>
                  <a:pt x="9889" y="13330"/>
                </a:cubicBezTo>
                <a:cubicBezTo>
                  <a:pt x="10540" y="13622"/>
                  <a:pt x="10670" y="13816"/>
                  <a:pt x="10670" y="13816"/>
                </a:cubicBezTo>
                <a:cubicBezTo>
                  <a:pt x="10800" y="14011"/>
                  <a:pt x="10930" y="14497"/>
                  <a:pt x="10930" y="15568"/>
                </a:cubicBezTo>
                <a:cubicBezTo>
                  <a:pt x="10930" y="15762"/>
                  <a:pt x="10930" y="15859"/>
                  <a:pt x="10800" y="15957"/>
                </a:cubicBezTo>
                <a:cubicBezTo>
                  <a:pt x="10800" y="15957"/>
                  <a:pt x="10670" y="16054"/>
                  <a:pt x="10280" y="16054"/>
                </a:cubicBezTo>
                <a:cubicBezTo>
                  <a:pt x="10149" y="16054"/>
                  <a:pt x="10019" y="15957"/>
                  <a:pt x="10019" y="15957"/>
                </a:cubicBezTo>
                <a:cubicBezTo>
                  <a:pt x="10019" y="15859"/>
                  <a:pt x="9889" y="15470"/>
                  <a:pt x="9889" y="14205"/>
                </a:cubicBezTo>
                <a:close/>
                <a:moveTo>
                  <a:pt x="10930" y="6422"/>
                </a:moveTo>
                <a:cubicBezTo>
                  <a:pt x="10930" y="6908"/>
                  <a:pt x="10930" y="6908"/>
                  <a:pt x="10930" y="6908"/>
                </a:cubicBezTo>
                <a:cubicBezTo>
                  <a:pt x="10540" y="6811"/>
                  <a:pt x="10410" y="6714"/>
                  <a:pt x="10280" y="6616"/>
                </a:cubicBezTo>
                <a:cubicBezTo>
                  <a:pt x="10280" y="6616"/>
                  <a:pt x="10280" y="6616"/>
                  <a:pt x="10280" y="6616"/>
                </a:cubicBezTo>
                <a:cubicBezTo>
                  <a:pt x="10019" y="6519"/>
                  <a:pt x="9889" y="6227"/>
                  <a:pt x="9889" y="5838"/>
                </a:cubicBezTo>
                <a:cubicBezTo>
                  <a:pt x="9889" y="5546"/>
                  <a:pt x="10019" y="5449"/>
                  <a:pt x="10019" y="5351"/>
                </a:cubicBezTo>
                <a:cubicBezTo>
                  <a:pt x="10149" y="5351"/>
                  <a:pt x="10280" y="5254"/>
                  <a:pt x="10410" y="5254"/>
                </a:cubicBezTo>
                <a:cubicBezTo>
                  <a:pt x="10670" y="5254"/>
                  <a:pt x="10800" y="5351"/>
                  <a:pt x="10800" y="5351"/>
                </a:cubicBezTo>
                <a:cubicBezTo>
                  <a:pt x="10800" y="5449"/>
                  <a:pt x="10930" y="5741"/>
                  <a:pt x="10930" y="6422"/>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4677" name="Shape 4677"/>
          <p:cNvSpPr/>
          <p:nvPr/>
        </p:nvSpPr>
        <p:spPr>
          <a:xfrm>
            <a:off x="14854815" y="3579197"/>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678" name="Shape 4678"/>
          <p:cNvSpPr/>
          <p:nvPr/>
        </p:nvSpPr>
        <p:spPr>
          <a:xfrm>
            <a:off x="14854815" y="4292874"/>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679" name="Shape 4679"/>
          <p:cNvSpPr/>
          <p:nvPr/>
        </p:nvSpPr>
        <p:spPr>
          <a:xfrm>
            <a:off x="14854815" y="4271600"/>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680" name="Shape 4680"/>
          <p:cNvSpPr/>
          <p:nvPr/>
        </p:nvSpPr>
        <p:spPr>
          <a:xfrm>
            <a:off x="12836235" y="3584027"/>
            <a:ext cx="1620523" cy="6875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cap="rnd">
            <a:solidFill>
              <a:srgbClr val="2F5379"/>
            </a:solidFill>
            <a:prstDash val="sysDash"/>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4681" name="Shape 4681"/>
          <p:cNvSpPr/>
          <p:nvPr/>
        </p:nvSpPr>
        <p:spPr>
          <a:xfrm>
            <a:off x="14854815" y="5339438"/>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682" name="Shape 4682"/>
          <p:cNvSpPr/>
          <p:nvPr/>
        </p:nvSpPr>
        <p:spPr>
          <a:xfrm>
            <a:off x="14854815" y="6053113"/>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683" name="Shape 4683"/>
          <p:cNvSpPr/>
          <p:nvPr/>
        </p:nvSpPr>
        <p:spPr>
          <a:xfrm>
            <a:off x="14854815" y="6031839"/>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684" name="Shape 4684"/>
          <p:cNvSpPr/>
          <p:nvPr/>
        </p:nvSpPr>
        <p:spPr>
          <a:xfrm>
            <a:off x="10321109" y="6056979"/>
            <a:ext cx="4067450" cy="1"/>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4685" name="Shape 4685"/>
          <p:cNvSpPr/>
          <p:nvPr/>
        </p:nvSpPr>
        <p:spPr>
          <a:xfrm>
            <a:off x="14854815" y="7664395"/>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686" name="Shape 4686"/>
          <p:cNvSpPr/>
          <p:nvPr/>
        </p:nvSpPr>
        <p:spPr>
          <a:xfrm>
            <a:off x="14854815" y="8378071"/>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687" name="Shape 4687"/>
          <p:cNvSpPr/>
          <p:nvPr/>
        </p:nvSpPr>
        <p:spPr>
          <a:xfrm>
            <a:off x="14854815" y="8356797"/>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688" name="Shape 4688"/>
          <p:cNvSpPr/>
          <p:nvPr/>
        </p:nvSpPr>
        <p:spPr>
          <a:xfrm>
            <a:off x="10412057" y="8381937"/>
            <a:ext cx="3976502" cy="1"/>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4689" name="Shape 4689"/>
          <p:cNvSpPr/>
          <p:nvPr/>
        </p:nvSpPr>
        <p:spPr>
          <a:xfrm flipH="1" rot="10800000">
            <a:off x="10743662" y="10777163"/>
            <a:ext cx="3713094" cy="5213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cap="rnd">
            <a:solidFill>
              <a:srgbClr val="2F5379"/>
            </a:solidFill>
            <a:prstDash val="sysDash"/>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4690" name="Shape 4690"/>
          <p:cNvSpPr/>
          <p:nvPr/>
        </p:nvSpPr>
        <p:spPr>
          <a:xfrm>
            <a:off x="14854815" y="10063488"/>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4691" name="Shape 4691"/>
          <p:cNvSpPr/>
          <p:nvPr/>
        </p:nvSpPr>
        <p:spPr>
          <a:xfrm>
            <a:off x="14854815" y="10777163"/>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4692" name="Shape 4692"/>
          <p:cNvSpPr/>
          <p:nvPr/>
        </p:nvSpPr>
        <p:spPr>
          <a:xfrm>
            <a:off x="14854815" y="10755889"/>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693" name="Shape 469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0"/>
                                  </p:stCondLst>
                                  <p:iterate type="el" backwards="0">
                                    <p:tmAbs val="0"/>
                                  </p:iterate>
                                  <p:childTnLst>
                                    <p:set>
                                      <p:cBhvr>
                                        <p:cTn id="6" fill="hold"/>
                                        <p:tgtEl>
                                          <p:spTgt spid="4669"/>
                                        </p:tgtEl>
                                        <p:attrNameLst>
                                          <p:attrName>style.visibility</p:attrName>
                                        </p:attrNameLst>
                                      </p:cBhvr>
                                      <p:to>
                                        <p:strVal val="visible"/>
                                      </p:to>
                                    </p:set>
                                    <p:anim calcmode="lin" valueType="num">
                                      <p:cBhvr>
                                        <p:cTn id="7" dur="750" fill="hold"/>
                                        <p:tgtEl>
                                          <p:spTgt spid="4669"/>
                                        </p:tgtEl>
                                        <p:attrNameLst>
                                          <p:attrName>ppt_x</p:attrName>
                                        </p:attrNameLst>
                                      </p:cBhvr>
                                      <p:tavLst>
                                        <p:tav tm="0">
                                          <p:val>
                                            <p:strVal val="#ppt_x"/>
                                          </p:val>
                                        </p:tav>
                                        <p:tav tm="100000">
                                          <p:val>
                                            <p:strVal val="#ppt_x"/>
                                          </p:val>
                                        </p:tav>
                                      </p:tavLst>
                                    </p:anim>
                                    <p:anim calcmode="lin" valueType="num">
                                      <p:cBhvr>
                                        <p:cTn id="8" dur="750" fill="hold"/>
                                        <p:tgtEl>
                                          <p:spTgt spid="4669"/>
                                        </p:tgtEl>
                                        <p:attrNameLst>
                                          <p:attrName>ppt_y</p:attrName>
                                        </p:attrNameLst>
                                      </p:cBhvr>
                                      <p:tavLst>
                                        <p:tav tm="0">
                                          <p:val>
                                            <p:strVal val="0-#ppt_h/2"/>
                                          </p:val>
                                        </p:tav>
                                        <p:tav tm="100000">
                                          <p:val>
                                            <p:strVal val="#ppt_y"/>
                                          </p:val>
                                        </p:tav>
                                      </p:tavLst>
                                    </p:anim>
                                  </p:childTnLst>
                                </p:cTn>
                              </p:par>
                            </p:childTnLst>
                          </p:cTn>
                        </p:par>
                        <p:par>
                          <p:cTn id="9" fill="hold">
                            <p:stCondLst>
                              <p:cond delay="750"/>
                            </p:stCondLst>
                            <p:childTnLst>
                              <p:par>
                                <p:cTn id="10" presetClass="entr" nodeType="afterEffect" presetSubtype="1" presetID="22" grpId="2" fill="hold">
                                  <p:stCondLst>
                                    <p:cond delay="0"/>
                                  </p:stCondLst>
                                  <p:iterate type="el" backwards="0">
                                    <p:tmAbs val="0"/>
                                  </p:iterate>
                                  <p:childTnLst>
                                    <p:set>
                                      <p:cBhvr>
                                        <p:cTn id="11" fill="hold"/>
                                        <p:tgtEl>
                                          <p:spTgt spid="4633"/>
                                        </p:tgtEl>
                                        <p:attrNameLst>
                                          <p:attrName>style.visibility</p:attrName>
                                        </p:attrNameLst>
                                      </p:cBhvr>
                                      <p:to>
                                        <p:strVal val="visible"/>
                                      </p:to>
                                    </p:set>
                                    <p:animEffect filter="wipe(up)" transition="in">
                                      <p:cBhvr>
                                        <p:cTn id="12" dur="500"/>
                                        <p:tgtEl>
                                          <p:spTgt spid="4633"/>
                                        </p:tgtEl>
                                      </p:cBhvr>
                                    </p:animEffect>
                                  </p:childTnLst>
                                </p:cTn>
                              </p:par>
                            </p:childTnLst>
                          </p:cTn>
                        </p:par>
                        <p:par>
                          <p:cTn id="13" fill="hold">
                            <p:stCondLst>
                              <p:cond delay="1250"/>
                            </p:stCondLst>
                            <p:childTnLst>
                              <p:par>
                                <p:cTn id="14" presetClass="entr" nodeType="afterEffect" presetSubtype="1" presetID="2" grpId="3" fill="hold">
                                  <p:stCondLst>
                                    <p:cond delay="0"/>
                                  </p:stCondLst>
                                  <p:iterate type="el" backwards="0">
                                    <p:tmAbs val="0"/>
                                  </p:iterate>
                                  <p:childTnLst>
                                    <p:set>
                                      <p:cBhvr>
                                        <p:cTn id="15" fill="hold"/>
                                        <p:tgtEl>
                                          <p:spTgt spid="4630"/>
                                        </p:tgtEl>
                                        <p:attrNameLst>
                                          <p:attrName>style.visibility</p:attrName>
                                        </p:attrNameLst>
                                      </p:cBhvr>
                                      <p:to>
                                        <p:strVal val="visible"/>
                                      </p:to>
                                    </p:set>
                                    <p:anim calcmode="lin" valueType="num">
                                      <p:cBhvr>
                                        <p:cTn id="16" dur="1000" fill="hold"/>
                                        <p:tgtEl>
                                          <p:spTgt spid="4630"/>
                                        </p:tgtEl>
                                        <p:attrNameLst>
                                          <p:attrName>ppt_x</p:attrName>
                                        </p:attrNameLst>
                                      </p:cBhvr>
                                      <p:tavLst>
                                        <p:tav tm="0">
                                          <p:val>
                                            <p:strVal val="#ppt_x"/>
                                          </p:val>
                                        </p:tav>
                                        <p:tav tm="100000">
                                          <p:val>
                                            <p:strVal val="#ppt_x"/>
                                          </p:val>
                                        </p:tav>
                                      </p:tavLst>
                                    </p:anim>
                                    <p:anim calcmode="lin" valueType="num">
                                      <p:cBhvr>
                                        <p:cTn id="17" dur="1000" fill="hold"/>
                                        <p:tgtEl>
                                          <p:spTgt spid="4630"/>
                                        </p:tgtEl>
                                        <p:attrNameLst>
                                          <p:attrName>ppt_y</p:attrName>
                                        </p:attrNameLst>
                                      </p:cBhvr>
                                      <p:tavLst>
                                        <p:tav tm="0">
                                          <p:val>
                                            <p:strVal val="0-#ppt_h/2"/>
                                          </p:val>
                                        </p:tav>
                                        <p:tav tm="100000">
                                          <p:val>
                                            <p:strVal val="#ppt_y"/>
                                          </p:val>
                                        </p:tav>
                                      </p:tavLst>
                                    </p:anim>
                                  </p:childTnLst>
                                </p:cTn>
                              </p:par>
                            </p:childTnLst>
                          </p:cTn>
                        </p:par>
                        <p:par>
                          <p:cTn id="18" fill="hold">
                            <p:stCondLst>
                              <p:cond delay="2250"/>
                            </p:stCondLst>
                            <p:childTnLst>
                              <p:par>
                                <p:cTn id="19" presetClass="entr" nodeType="afterEffect" presetSubtype="1" presetID="2" grpId="4" fill="hold">
                                  <p:stCondLst>
                                    <p:cond delay="0"/>
                                  </p:stCondLst>
                                  <p:iterate type="el" backwards="0">
                                    <p:tmAbs val="0"/>
                                  </p:iterate>
                                  <p:childTnLst>
                                    <p:set>
                                      <p:cBhvr>
                                        <p:cTn id="20" fill="hold"/>
                                        <p:tgtEl>
                                          <p:spTgt spid="4670"/>
                                        </p:tgtEl>
                                        <p:attrNameLst>
                                          <p:attrName>style.visibility</p:attrName>
                                        </p:attrNameLst>
                                      </p:cBhvr>
                                      <p:to>
                                        <p:strVal val="visible"/>
                                      </p:to>
                                    </p:set>
                                    <p:anim calcmode="lin" valueType="num">
                                      <p:cBhvr>
                                        <p:cTn id="21" dur="1000" fill="hold"/>
                                        <p:tgtEl>
                                          <p:spTgt spid="4670"/>
                                        </p:tgtEl>
                                        <p:attrNameLst>
                                          <p:attrName>ppt_x</p:attrName>
                                        </p:attrNameLst>
                                      </p:cBhvr>
                                      <p:tavLst>
                                        <p:tav tm="0">
                                          <p:val>
                                            <p:strVal val="#ppt_x"/>
                                          </p:val>
                                        </p:tav>
                                        <p:tav tm="100000">
                                          <p:val>
                                            <p:strVal val="#ppt_x"/>
                                          </p:val>
                                        </p:tav>
                                      </p:tavLst>
                                    </p:anim>
                                    <p:anim calcmode="lin" valueType="num">
                                      <p:cBhvr>
                                        <p:cTn id="22" dur="1000" fill="hold"/>
                                        <p:tgtEl>
                                          <p:spTgt spid="4670"/>
                                        </p:tgtEl>
                                        <p:attrNameLst>
                                          <p:attrName>ppt_y</p:attrName>
                                        </p:attrNameLst>
                                      </p:cBhvr>
                                      <p:tavLst>
                                        <p:tav tm="0">
                                          <p:val>
                                            <p:strVal val="0-#ppt_h/2"/>
                                          </p:val>
                                        </p:tav>
                                        <p:tav tm="100000">
                                          <p:val>
                                            <p:strVal val="#ppt_y"/>
                                          </p:val>
                                        </p:tav>
                                      </p:tavLst>
                                    </p:anim>
                                  </p:childTnLst>
                                </p:cTn>
                              </p:par>
                            </p:childTnLst>
                          </p:cTn>
                        </p:par>
                        <p:par>
                          <p:cTn id="23" fill="hold">
                            <p:stCondLst>
                              <p:cond delay="3250"/>
                            </p:stCondLst>
                            <p:childTnLst>
                              <p:par>
                                <p:cTn id="24" presetClass="entr" nodeType="afterEffect" presetSubtype="8" presetID="22" grpId="5" fill="hold">
                                  <p:stCondLst>
                                    <p:cond delay="0"/>
                                  </p:stCondLst>
                                  <p:iterate type="el" backwards="0">
                                    <p:tmAbs val="0"/>
                                  </p:iterate>
                                  <p:childTnLst>
                                    <p:set>
                                      <p:cBhvr>
                                        <p:cTn id="25" fill="hold"/>
                                        <p:tgtEl>
                                          <p:spTgt spid="4680"/>
                                        </p:tgtEl>
                                        <p:attrNameLst>
                                          <p:attrName>style.visibility</p:attrName>
                                        </p:attrNameLst>
                                      </p:cBhvr>
                                      <p:to>
                                        <p:strVal val="visible"/>
                                      </p:to>
                                    </p:set>
                                    <p:animEffect filter="wipe(left)" transition="in">
                                      <p:cBhvr>
                                        <p:cTn id="26" dur="500"/>
                                        <p:tgtEl>
                                          <p:spTgt spid="4680"/>
                                        </p:tgtEl>
                                      </p:cBhvr>
                                    </p:animEffect>
                                  </p:childTnLst>
                                </p:cTn>
                              </p:par>
                            </p:childTnLst>
                          </p:cTn>
                        </p:par>
                        <p:par>
                          <p:cTn id="27" fill="hold">
                            <p:stCondLst>
                              <p:cond delay="3750"/>
                            </p:stCondLst>
                            <p:childTnLst>
                              <p:par>
                                <p:cTn id="28" presetClass="entr" nodeType="afterEffect" presetSubtype="8" presetID="22" grpId="6" fill="hold">
                                  <p:stCondLst>
                                    <p:cond delay="0"/>
                                  </p:stCondLst>
                                  <p:iterate type="el" backwards="0">
                                    <p:tmAbs val="0"/>
                                  </p:iterate>
                                  <p:childTnLst>
                                    <p:set>
                                      <p:cBhvr>
                                        <p:cTn id="29" fill="hold"/>
                                        <p:tgtEl>
                                          <p:spTgt spid="4684"/>
                                        </p:tgtEl>
                                        <p:attrNameLst>
                                          <p:attrName>style.visibility</p:attrName>
                                        </p:attrNameLst>
                                      </p:cBhvr>
                                      <p:to>
                                        <p:strVal val="visible"/>
                                      </p:to>
                                    </p:set>
                                    <p:animEffect filter="wipe(left)" transition="in">
                                      <p:cBhvr>
                                        <p:cTn id="30" dur="500"/>
                                        <p:tgtEl>
                                          <p:spTgt spid="4684"/>
                                        </p:tgtEl>
                                      </p:cBhvr>
                                    </p:animEffect>
                                  </p:childTnLst>
                                </p:cTn>
                              </p:par>
                            </p:childTnLst>
                          </p:cTn>
                        </p:par>
                        <p:par>
                          <p:cTn id="31" fill="hold">
                            <p:stCondLst>
                              <p:cond delay="4250"/>
                            </p:stCondLst>
                            <p:childTnLst>
                              <p:par>
                                <p:cTn id="32" presetClass="entr" nodeType="afterEffect" presetSubtype="8" presetID="22" grpId="7" fill="hold">
                                  <p:stCondLst>
                                    <p:cond delay="0"/>
                                  </p:stCondLst>
                                  <p:iterate type="el" backwards="0">
                                    <p:tmAbs val="0"/>
                                  </p:iterate>
                                  <p:childTnLst>
                                    <p:set>
                                      <p:cBhvr>
                                        <p:cTn id="33" fill="hold"/>
                                        <p:tgtEl>
                                          <p:spTgt spid="4688"/>
                                        </p:tgtEl>
                                        <p:attrNameLst>
                                          <p:attrName>style.visibility</p:attrName>
                                        </p:attrNameLst>
                                      </p:cBhvr>
                                      <p:to>
                                        <p:strVal val="visible"/>
                                      </p:to>
                                    </p:set>
                                    <p:animEffect filter="wipe(left)" transition="in">
                                      <p:cBhvr>
                                        <p:cTn id="34" dur="500"/>
                                        <p:tgtEl>
                                          <p:spTgt spid="4688"/>
                                        </p:tgtEl>
                                      </p:cBhvr>
                                    </p:animEffect>
                                  </p:childTnLst>
                                </p:cTn>
                              </p:par>
                            </p:childTnLst>
                          </p:cTn>
                        </p:par>
                        <p:par>
                          <p:cTn id="35" fill="hold">
                            <p:stCondLst>
                              <p:cond delay="4750"/>
                            </p:stCondLst>
                            <p:childTnLst>
                              <p:par>
                                <p:cTn id="36" presetClass="entr" nodeType="afterEffect" presetSubtype="8" presetID="22" grpId="8" fill="hold">
                                  <p:stCondLst>
                                    <p:cond delay="0"/>
                                  </p:stCondLst>
                                  <p:iterate type="el" backwards="0">
                                    <p:tmAbs val="0"/>
                                  </p:iterate>
                                  <p:childTnLst>
                                    <p:set>
                                      <p:cBhvr>
                                        <p:cTn id="37" fill="hold"/>
                                        <p:tgtEl>
                                          <p:spTgt spid="4689"/>
                                        </p:tgtEl>
                                        <p:attrNameLst>
                                          <p:attrName>style.visibility</p:attrName>
                                        </p:attrNameLst>
                                      </p:cBhvr>
                                      <p:to>
                                        <p:strVal val="visible"/>
                                      </p:to>
                                    </p:set>
                                    <p:animEffect filter="wipe(left)" transition="in">
                                      <p:cBhvr>
                                        <p:cTn id="38" dur="500"/>
                                        <p:tgtEl>
                                          <p:spTgt spid="4689"/>
                                        </p:tgtEl>
                                      </p:cBhvr>
                                    </p:animEffect>
                                  </p:childTnLst>
                                </p:cTn>
                              </p:par>
                            </p:childTnLst>
                          </p:cTn>
                        </p:par>
                        <p:par>
                          <p:cTn id="39" fill="hold">
                            <p:stCondLst>
                              <p:cond delay="5250"/>
                            </p:stCondLst>
                            <p:childTnLst>
                              <p:par>
                                <p:cTn id="40" presetClass="entr" nodeType="afterEffect" presetID="9" grpId="9" fill="hold">
                                  <p:stCondLst>
                                    <p:cond delay="0"/>
                                  </p:stCondLst>
                                  <p:iterate type="el" backwards="0">
                                    <p:tmAbs val="0"/>
                                  </p:iterate>
                                  <p:childTnLst>
                                    <p:set>
                                      <p:cBhvr>
                                        <p:cTn id="41" fill="hold"/>
                                        <p:tgtEl>
                                          <p:spTgt spid="4677"/>
                                        </p:tgtEl>
                                        <p:attrNameLst>
                                          <p:attrName>style.visibility</p:attrName>
                                        </p:attrNameLst>
                                      </p:cBhvr>
                                      <p:to>
                                        <p:strVal val="visible"/>
                                      </p:to>
                                    </p:set>
                                    <p:animEffect filter="dissolve" transition="in">
                                      <p:cBhvr>
                                        <p:cTn id="42" dur="500"/>
                                        <p:tgtEl>
                                          <p:spTgt spid="4677"/>
                                        </p:tgtEl>
                                      </p:cBhvr>
                                    </p:animEffect>
                                  </p:childTnLst>
                                </p:cTn>
                              </p:par>
                            </p:childTnLst>
                          </p:cTn>
                        </p:par>
                        <p:par>
                          <p:cTn id="43" fill="hold">
                            <p:stCondLst>
                              <p:cond delay="5750"/>
                            </p:stCondLst>
                            <p:childTnLst>
                              <p:par>
                                <p:cTn id="44" presetClass="entr" nodeType="afterEffect" presetID="9" grpId="10" fill="hold">
                                  <p:stCondLst>
                                    <p:cond delay="0"/>
                                  </p:stCondLst>
                                  <p:iterate type="el" backwards="0">
                                    <p:tmAbs val="0"/>
                                  </p:iterate>
                                  <p:childTnLst>
                                    <p:set>
                                      <p:cBhvr>
                                        <p:cTn id="45" fill="hold"/>
                                        <p:tgtEl>
                                          <p:spTgt spid="4678"/>
                                        </p:tgtEl>
                                        <p:attrNameLst>
                                          <p:attrName>style.visibility</p:attrName>
                                        </p:attrNameLst>
                                      </p:cBhvr>
                                      <p:to>
                                        <p:strVal val="visible"/>
                                      </p:to>
                                    </p:set>
                                    <p:animEffect filter="dissolve" transition="in">
                                      <p:cBhvr>
                                        <p:cTn id="46" dur="500"/>
                                        <p:tgtEl>
                                          <p:spTgt spid="4678"/>
                                        </p:tgtEl>
                                      </p:cBhvr>
                                    </p:animEffect>
                                  </p:childTnLst>
                                </p:cTn>
                              </p:par>
                            </p:childTnLst>
                          </p:cTn>
                        </p:par>
                        <p:par>
                          <p:cTn id="47" fill="hold">
                            <p:stCondLst>
                              <p:cond delay="6250"/>
                            </p:stCondLst>
                            <p:childTnLst>
                              <p:par>
                                <p:cTn id="48" presetClass="entr" nodeType="afterEffect" presetSubtype="8" presetID="22" grpId="11" fill="hold">
                                  <p:stCondLst>
                                    <p:cond delay="0"/>
                                  </p:stCondLst>
                                  <p:iterate type="el" backwards="0">
                                    <p:tmAbs val="0"/>
                                  </p:iterate>
                                  <p:childTnLst>
                                    <p:set>
                                      <p:cBhvr>
                                        <p:cTn id="49" fill="hold"/>
                                        <p:tgtEl>
                                          <p:spTgt spid="4679"/>
                                        </p:tgtEl>
                                        <p:attrNameLst>
                                          <p:attrName>style.visibility</p:attrName>
                                        </p:attrNameLst>
                                      </p:cBhvr>
                                      <p:to>
                                        <p:strVal val="visible"/>
                                      </p:to>
                                    </p:set>
                                    <p:animEffect filter="wipe(left)" transition="in">
                                      <p:cBhvr>
                                        <p:cTn id="50" dur="500"/>
                                        <p:tgtEl>
                                          <p:spTgt spid="4679"/>
                                        </p:tgtEl>
                                      </p:cBhvr>
                                    </p:animEffect>
                                  </p:childTnLst>
                                </p:cTn>
                              </p:par>
                            </p:childTnLst>
                          </p:cTn>
                        </p:par>
                        <p:par>
                          <p:cTn id="51" fill="hold">
                            <p:stCondLst>
                              <p:cond delay="6750"/>
                            </p:stCondLst>
                            <p:childTnLst>
                              <p:par>
                                <p:cTn id="52" presetClass="entr" nodeType="afterEffect" presetID="9" grpId="12" fill="hold">
                                  <p:stCondLst>
                                    <p:cond delay="0"/>
                                  </p:stCondLst>
                                  <p:iterate type="el" backwards="0">
                                    <p:tmAbs val="0"/>
                                  </p:iterate>
                                  <p:childTnLst>
                                    <p:set>
                                      <p:cBhvr>
                                        <p:cTn id="53" fill="hold"/>
                                        <p:tgtEl>
                                          <p:spTgt spid="4681"/>
                                        </p:tgtEl>
                                        <p:attrNameLst>
                                          <p:attrName>style.visibility</p:attrName>
                                        </p:attrNameLst>
                                      </p:cBhvr>
                                      <p:to>
                                        <p:strVal val="visible"/>
                                      </p:to>
                                    </p:set>
                                    <p:animEffect filter="dissolve" transition="in">
                                      <p:cBhvr>
                                        <p:cTn id="54" dur="500"/>
                                        <p:tgtEl>
                                          <p:spTgt spid="4681"/>
                                        </p:tgtEl>
                                      </p:cBhvr>
                                    </p:animEffect>
                                  </p:childTnLst>
                                </p:cTn>
                              </p:par>
                            </p:childTnLst>
                          </p:cTn>
                        </p:par>
                        <p:par>
                          <p:cTn id="55" fill="hold">
                            <p:stCondLst>
                              <p:cond delay="7250"/>
                            </p:stCondLst>
                            <p:childTnLst>
                              <p:par>
                                <p:cTn id="56" presetClass="entr" nodeType="afterEffect" presetID="9" grpId="13" fill="hold">
                                  <p:stCondLst>
                                    <p:cond delay="0"/>
                                  </p:stCondLst>
                                  <p:iterate type="el" backwards="0">
                                    <p:tmAbs val="0"/>
                                  </p:iterate>
                                  <p:childTnLst>
                                    <p:set>
                                      <p:cBhvr>
                                        <p:cTn id="57" fill="hold"/>
                                        <p:tgtEl>
                                          <p:spTgt spid="4682"/>
                                        </p:tgtEl>
                                        <p:attrNameLst>
                                          <p:attrName>style.visibility</p:attrName>
                                        </p:attrNameLst>
                                      </p:cBhvr>
                                      <p:to>
                                        <p:strVal val="visible"/>
                                      </p:to>
                                    </p:set>
                                    <p:animEffect filter="dissolve" transition="in">
                                      <p:cBhvr>
                                        <p:cTn id="58" dur="500"/>
                                        <p:tgtEl>
                                          <p:spTgt spid="4682"/>
                                        </p:tgtEl>
                                      </p:cBhvr>
                                    </p:animEffect>
                                  </p:childTnLst>
                                </p:cTn>
                              </p:par>
                            </p:childTnLst>
                          </p:cTn>
                        </p:par>
                        <p:par>
                          <p:cTn id="59" fill="hold">
                            <p:stCondLst>
                              <p:cond delay="7750"/>
                            </p:stCondLst>
                            <p:childTnLst>
                              <p:par>
                                <p:cTn id="60" presetClass="entr" nodeType="afterEffect" presetSubtype="8" presetID="22" grpId="14" fill="hold">
                                  <p:stCondLst>
                                    <p:cond delay="0"/>
                                  </p:stCondLst>
                                  <p:iterate type="el" backwards="0">
                                    <p:tmAbs val="0"/>
                                  </p:iterate>
                                  <p:childTnLst>
                                    <p:set>
                                      <p:cBhvr>
                                        <p:cTn id="61" fill="hold"/>
                                        <p:tgtEl>
                                          <p:spTgt spid="4683"/>
                                        </p:tgtEl>
                                        <p:attrNameLst>
                                          <p:attrName>style.visibility</p:attrName>
                                        </p:attrNameLst>
                                      </p:cBhvr>
                                      <p:to>
                                        <p:strVal val="visible"/>
                                      </p:to>
                                    </p:set>
                                    <p:animEffect filter="wipe(left)" transition="in">
                                      <p:cBhvr>
                                        <p:cTn id="62" dur="500"/>
                                        <p:tgtEl>
                                          <p:spTgt spid="4683"/>
                                        </p:tgtEl>
                                      </p:cBhvr>
                                    </p:animEffect>
                                  </p:childTnLst>
                                </p:cTn>
                              </p:par>
                            </p:childTnLst>
                          </p:cTn>
                        </p:par>
                        <p:par>
                          <p:cTn id="63" fill="hold">
                            <p:stCondLst>
                              <p:cond delay="8250"/>
                            </p:stCondLst>
                            <p:childTnLst>
                              <p:par>
                                <p:cTn id="64" presetClass="entr" nodeType="afterEffect" presetID="9" grpId="15" fill="hold">
                                  <p:stCondLst>
                                    <p:cond delay="0"/>
                                  </p:stCondLst>
                                  <p:iterate type="el" backwards="0">
                                    <p:tmAbs val="0"/>
                                  </p:iterate>
                                  <p:childTnLst>
                                    <p:set>
                                      <p:cBhvr>
                                        <p:cTn id="65" fill="hold"/>
                                        <p:tgtEl>
                                          <p:spTgt spid="4685"/>
                                        </p:tgtEl>
                                        <p:attrNameLst>
                                          <p:attrName>style.visibility</p:attrName>
                                        </p:attrNameLst>
                                      </p:cBhvr>
                                      <p:to>
                                        <p:strVal val="visible"/>
                                      </p:to>
                                    </p:set>
                                    <p:animEffect filter="dissolve" transition="in">
                                      <p:cBhvr>
                                        <p:cTn id="66" dur="500"/>
                                        <p:tgtEl>
                                          <p:spTgt spid="4685"/>
                                        </p:tgtEl>
                                      </p:cBhvr>
                                    </p:animEffect>
                                  </p:childTnLst>
                                </p:cTn>
                              </p:par>
                            </p:childTnLst>
                          </p:cTn>
                        </p:par>
                        <p:par>
                          <p:cTn id="67" fill="hold">
                            <p:stCondLst>
                              <p:cond delay="8750"/>
                            </p:stCondLst>
                            <p:childTnLst>
                              <p:par>
                                <p:cTn id="68" presetClass="entr" nodeType="afterEffect" presetID="9" grpId="16" fill="hold">
                                  <p:stCondLst>
                                    <p:cond delay="0"/>
                                  </p:stCondLst>
                                  <p:iterate type="el" backwards="0">
                                    <p:tmAbs val="0"/>
                                  </p:iterate>
                                  <p:childTnLst>
                                    <p:set>
                                      <p:cBhvr>
                                        <p:cTn id="69" fill="hold"/>
                                        <p:tgtEl>
                                          <p:spTgt spid="4686"/>
                                        </p:tgtEl>
                                        <p:attrNameLst>
                                          <p:attrName>style.visibility</p:attrName>
                                        </p:attrNameLst>
                                      </p:cBhvr>
                                      <p:to>
                                        <p:strVal val="visible"/>
                                      </p:to>
                                    </p:set>
                                    <p:animEffect filter="dissolve" transition="in">
                                      <p:cBhvr>
                                        <p:cTn id="70" dur="500"/>
                                        <p:tgtEl>
                                          <p:spTgt spid="4686"/>
                                        </p:tgtEl>
                                      </p:cBhvr>
                                    </p:animEffect>
                                  </p:childTnLst>
                                </p:cTn>
                              </p:par>
                            </p:childTnLst>
                          </p:cTn>
                        </p:par>
                        <p:par>
                          <p:cTn id="71" fill="hold">
                            <p:stCondLst>
                              <p:cond delay="9250"/>
                            </p:stCondLst>
                            <p:childTnLst>
                              <p:par>
                                <p:cTn id="72" presetClass="entr" nodeType="afterEffect" presetSubtype="8" presetID="22" grpId="17" fill="hold">
                                  <p:stCondLst>
                                    <p:cond delay="0"/>
                                  </p:stCondLst>
                                  <p:iterate type="el" backwards="0">
                                    <p:tmAbs val="0"/>
                                  </p:iterate>
                                  <p:childTnLst>
                                    <p:set>
                                      <p:cBhvr>
                                        <p:cTn id="73" fill="hold"/>
                                        <p:tgtEl>
                                          <p:spTgt spid="4687"/>
                                        </p:tgtEl>
                                        <p:attrNameLst>
                                          <p:attrName>style.visibility</p:attrName>
                                        </p:attrNameLst>
                                      </p:cBhvr>
                                      <p:to>
                                        <p:strVal val="visible"/>
                                      </p:to>
                                    </p:set>
                                    <p:animEffect filter="wipe(left)" transition="in">
                                      <p:cBhvr>
                                        <p:cTn id="74" dur="500"/>
                                        <p:tgtEl>
                                          <p:spTgt spid="4687"/>
                                        </p:tgtEl>
                                      </p:cBhvr>
                                    </p:animEffect>
                                  </p:childTnLst>
                                </p:cTn>
                              </p:par>
                            </p:childTnLst>
                          </p:cTn>
                        </p:par>
                        <p:par>
                          <p:cTn id="75" fill="hold">
                            <p:stCondLst>
                              <p:cond delay="9750"/>
                            </p:stCondLst>
                            <p:childTnLst>
                              <p:par>
                                <p:cTn id="76" presetClass="entr" nodeType="afterEffect" presetID="9" grpId="18" fill="hold">
                                  <p:stCondLst>
                                    <p:cond delay="0"/>
                                  </p:stCondLst>
                                  <p:iterate type="el" backwards="0">
                                    <p:tmAbs val="0"/>
                                  </p:iterate>
                                  <p:childTnLst>
                                    <p:set>
                                      <p:cBhvr>
                                        <p:cTn id="77" fill="hold"/>
                                        <p:tgtEl>
                                          <p:spTgt spid="4690"/>
                                        </p:tgtEl>
                                        <p:attrNameLst>
                                          <p:attrName>style.visibility</p:attrName>
                                        </p:attrNameLst>
                                      </p:cBhvr>
                                      <p:to>
                                        <p:strVal val="visible"/>
                                      </p:to>
                                    </p:set>
                                    <p:animEffect filter="dissolve" transition="in">
                                      <p:cBhvr>
                                        <p:cTn id="78" dur="500"/>
                                        <p:tgtEl>
                                          <p:spTgt spid="4690"/>
                                        </p:tgtEl>
                                      </p:cBhvr>
                                    </p:animEffect>
                                  </p:childTnLst>
                                </p:cTn>
                              </p:par>
                            </p:childTnLst>
                          </p:cTn>
                        </p:par>
                        <p:par>
                          <p:cTn id="79" fill="hold">
                            <p:stCondLst>
                              <p:cond delay="10250"/>
                            </p:stCondLst>
                            <p:childTnLst>
                              <p:par>
                                <p:cTn id="80" presetClass="entr" nodeType="afterEffect" presetID="9" grpId="19" fill="hold">
                                  <p:stCondLst>
                                    <p:cond delay="0"/>
                                  </p:stCondLst>
                                  <p:iterate type="el" backwards="0">
                                    <p:tmAbs val="0"/>
                                  </p:iterate>
                                  <p:childTnLst>
                                    <p:set>
                                      <p:cBhvr>
                                        <p:cTn id="81" fill="hold"/>
                                        <p:tgtEl>
                                          <p:spTgt spid="4691"/>
                                        </p:tgtEl>
                                        <p:attrNameLst>
                                          <p:attrName>style.visibility</p:attrName>
                                        </p:attrNameLst>
                                      </p:cBhvr>
                                      <p:to>
                                        <p:strVal val="visible"/>
                                      </p:to>
                                    </p:set>
                                    <p:animEffect filter="dissolve" transition="in">
                                      <p:cBhvr>
                                        <p:cTn id="82" dur="500"/>
                                        <p:tgtEl>
                                          <p:spTgt spid="4691"/>
                                        </p:tgtEl>
                                      </p:cBhvr>
                                    </p:animEffect>
                                  </p:childTnLst>
                                </p:cTn>
                              </p:par>
                            </p:childTnLst>
                          </p:cTn>
                        </p:par>
                        <p:par>
                          <p:cTn id="83" fill="hold">
                            <p:stCondLst>
                              <p:cond delay="10750"/>
                            </p:stCondLst>
                            <p:childTnLst>
                              <p:par>
                                <p:cTn id="84" presetClass="entr" nodeType="afterEffect" presetSubtype="8" presetID="22" grpId="20" fill="hold">
                                  <p:stCondLst>
                                    <p:cond delay="0"/>
                                  </p:stCondLst>
                                  <p:iterate type="el" backwards="0">
                                    <p:tmAbs val="0"/>
                                  </p:iterate>
                                  <p:childTnLst>
                                    <p:set>
                                      <p:cBhvr>
                                        <p:cTn id="85" fill="hold"/>
                                        <p:tgtEl>
                                          <p:spTgt spid="4692"/>
                                        </p:tgtEl>
                                        <p:attrNameLst>
                                          <p:attrName>style.visibility</p:attrName>
                                        </p:attrNameLst>
                                      </p:cBhvr>
                                      <p:to>
                                        <p:strVal val="visible"/>
                                      </p:to>
                                    </p:set>
                                    <p:animEffect filter="wipe(left)" transition="in">
                                      <p:cBhvr>
                                        <p:cTn id="86" dur="500"/>
                                        <p:tgtEl>
                                          <p:spTgt spid="46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670" grpId="4"/>
      <p:bldP build="whole" bldLvl="1" animBg="1" rev="0" advAuto="0" spid="4692" grpId="20"/>
      <p:bldP build="whole" bldLvl="1" animBg="1" rev="0" advAuto="0" spid="4691" grpId="19"/>
      <p:bldP build="whole" bldLvl="1" animBg="1" rev="0" advAuto="0" spid="4687" grpId="17"/>
      <p:bldP build="whole" bldLvl="1" animBg="1" rev="0" advAuto="0" spid="4630" grpId="3"/>
      <p:bldP build="whole" bldLvl="1" animBg="1" rev="0" advAuto="0" spid="4689" grpId="8"/>
      <p:bldP build="whole" bldLvl="1" animBg="1" rev="0" advAuto="0" spid="4679" grpId="11"/>
      <p:bldP build="whole" bldLvl="1" animBg="1" rev="0" advAuto="0" spid="4685" grpId="15"/>
      <p:bldP build="whole" bldLvl="1" animBg="1" rev="0" advAuto="0" spid="4633" grpId="2"/>
      <p:bldP build="whole" bldLvl="1" animBg="1" rev="0" advAuto="0" spid="4678" grpId="10"/>
      <p:bldP build="whole" bldLvl="1" animBg="1" rev="0" advAuto="0" spid="4684" grpId="6"/>
      <p:bldP build="whole" bldLvl="1" animBg="1" rev="0" advAuto="0" spid="4669" grpId="1"/>
      <p:bldP build="whole" bldLvl="1" animBg="1" rev="0" advAuto="0" spid="4683" grpId="14"/>
      <p:bldP build="whole" bldLvl="1" animBg="1" rev="0" advAuto="0" spid="4690" grpId="18"/>
      <p:bldP build="whole" bldLvl="1" animBg="1" rev="0" advAuto="0" spid="4682" grpId="13"/>
      <p:bldP build="whole" bldLvl="1" animBg="1" rev="0" advAuto="0" spid="4688" grpId="7"/>
      <p:bldP build="whole" bldLvl="1" animBg="1" rev="0" advAuto="0" spid="4681" grpId="12"/>
      <p:bldP build="whole" bldLvl="1" animBg="1" rev="0" advAuto="0" spid="4686" grpId="16"/>
      <p:bldP build="whole" bldLvl="1" animBg="1" rev="0" advAuto="0" spid="4677" grpId="9"/>
      <p:bldP build="whole" bldLvl="1" animBg="1" rev="0" advAuto="0" spid="4680" grpId="5"/>
    </p:bldLst>
  </p:timing>
</p:sld>
</file>

<file path=ppt/slides/slide14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695" name="Shape 4695"/>
          <p:cNvSpPr/>
          <p:nvPr/>
        </p:nvSpPr>
        <p:spPr>
          <a:xfrm>
            <a:off x="303300" y="385686"/>
            <a:ext cx="591185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Plan de contenidos</a:t>
            </a:r>
          </a:p>
        </p:txBody>
      </p:sp>
      <p:graphicFrame>
        <p:nvGraphicFramePr>
          <p:cNvPr id="4696" name="Chart 4696"/>
          <p:cNvGraphicFramePr/>
          <p:nvPr/>
        </p:nvGraphicFramePr>
        <p:xfrm>
          <a:off x="2864400" y="3146097"/>
          <a:ext cx="8042930" cy="8042931"/>
        </p:xfrm>
        <a:graphic xmlns:a="http://schemas.openxmlformats.org/drawingml/2006/main">
          <a:graphicData uri="http://schemas.openxmlformats.org/drawingml/2006/chart">
            <c:chart xmlns:c="http://schemas.openxmlformats.org/drawingml/2006/chart" r:id="rId2"/>
          </a:graphicData>
        </a:graphic>
      </p:graphicFrame>
      <p:sp>
        <p:nvSpPr>
          <p:cNvPr id="4697" name="Shape 4697"/>
          <p:cNvSpPr/>
          <p:nvPr/>
        </p:nvSpPr>
        <p:spPr>
          <a:xfrm>
            <a:off x="13100163" y="2819661"/>
            <a:ext cx="1876308" cy="1888084"/>
          </a:xfrm>
          <a:prstGeom prst="ellipse">
            <a:avLst/>
          </a:prstGeom>
          <a:solidFill>
            <a:srgbClr val="004B75"/>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698" name="Shape 4698"/>
          <p:cNvSpPr/>
          <p:nvPr/>
        </p:nvSpPr>
        <p:spPr>
          <a:xfrm>
            <a:off x="15133119" y="3180308"/>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699" name="Shape 4699"/>
          <p:cNvSpPr/>
          <p:nvPr/>
        </p:nvSpPr>
        <p:spPr>
          <a:xfrm>
            <a:off x="13100163" y="4961050"/>
            <a:ext cx="1876308" cy="1888085"/>
          </a:xfrm>
          <a:prstGeom prst="ellipse">
            <a:avLst/>
          </a:prstGeom>
          <a:solidFill>
            <a:srgbClr val="6388BF"/>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700" name="Shape 4700"/>
          <p:cNvSpPr/>
          <p:nvPr/>
        </p:nvSpPr>
        <p:spPr>
          <a:xfrm>
            <a:off x="13100163" y="7188891"/>
            <a:ext cx="1876308" cy="1888084"/>
          </a:xfrm>
          <a:prstGeom prst="ellipse">
            <a:avLst/>
          </a:prstGeom>
          <a:solidFill>
            <a:srgbClr val="82D1F1"/>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701" name="Shape 4701"/>
          <p:cNvSpPr/>
          <p:nvPr/>
        </p:nvSpPr>
        <p:spPr>
          <a:xfrm>
            <a:off x="13100163" y="9375134"/>
            <a:ext cx="1876308" cy="1888085"/>
          </a:xfrm>
          <a:prstGeom prst="ellipse">
            <a:avLst/>
          </a:prstGeom>
          <a:solidFill>
            <a:srgbClr val="B3E6F1"/>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702" name="Shape 4702"/>
          <p:cNvSpPr/>
          <p:nvPr/>
        </p:nvSpPr>
        <p:spPr>
          <a:xfrm>
            <a:off x="15133119" y="5213264"/>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703" name="Shape 4703"/>
          <p:cNvSpPr/>
          <p:nvPr/>
        </p:nvSpPr>
        <p:spPr>
          <a:xfrm>
            <a:off x="15133119" y="9611260"/>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704" name="Shape 4704"/>
          <p:cNvSpPr/>
          <p:nvPr/>
        </p:nvSpPr>
        <p:spPr>
          <a:xfrm>
            <a:off x="15133119" y="7449517"/>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705" name="Shape 470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0"/>
                                  </p:stCondLst>
                                  <p:iterate type="el" backwards="0">
                                    <p:tmAbs val="0"/>
                                  </p:iterate>
                                  <p:childTnLst>
                                    <p:set>
                                      <p:cBhvr>
                                        <p:cTn id="6" fill="hold"/>
                                        <p:tgtEl>
                                          <p:spTgt spid="4696"/>
                                        </p:tgtEl>
                                        <p:attrNameLst>
                                          <p:attrName>style.visibility</p:attrName>
                                        </p:attrNameLst>
                                      </p:cBhvr>
                                      <p:to>
                                        <p:strVal val="visible"/>
                                      </p:to>
                                    </p:set>
                                    <p:anim calcmode="lin" valueType="num">
                                      <p:cBhvr>
                                        <p:cTn id="7" dur="500" fill="hold"/>
                                        <p:tgtEl>
                                          <p:spTgt spid="4696"/>
                                        </p:tgtEl>
                                        <p:attrNameLst>
                                          <p:attrName>ppt_x</p:attrName>
                                        </p:attrNameLst>
                                      </p:cBhvr>
                                      <p:tavLst>
                                        <p:tav tm="0">
                                          <p:val>
                                            <p:strVal val="#ppt_x"/>
                                          </p:val>
                                        </p:tav>
                                        <p:tav tm="100000">
                                          <p:val>
                                            <p:strVal val="#ppt_x"/>
                                          </p:val>
                                        </p:tav>
                                      </p:tavLst>
                                    </p:anim>
                                    <p:anim calcmode="lin" valueType="num">
                                      <p:cBhvr>
                                        <p:cTn id="8" dur="500" fill="hold"/>
                                        <p:tgtEl>
                                          <p:spTgt spid="46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696" grpId="1"/>
    </p:bldLst>
  </p:timing>
</p:sld>
</file>

<file path=ppt/slides/slide14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707" name="Shape 4707"/>
          <p:cNvSpPr/>
          <p:nvPr/>
        </p:nvSpPr>
        <p:spPr>
          <a:xfrm>
            <a:off x="303300" y="385686"/>
            <a:ext cx="578231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de éxito</a:t>
            </a:r>
          </a:p>
        </p:txBody>
      </p:sp>
      <p:sp>
        <p:nvSpPr>
          <p:cNvPr id="4708" name="Shape 4708"/>
          <p:cNvSpPr/>
          <p:nvPr/>
        </p:nvSpPr>
        <p:spPr>
          <a:xfrm>
            <a:off x="16774436" y="4356724"/>
            <a:ext cx="1540486" cy="1540486"/>
          </a:xfrm>
          <a:prstGeom prst="ellipse">
            <a:avLst/>
          </a:prstGeom>
          <a:solidFill>
            <a:srgbClr val="1B6AA5"/>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709" name="Shape 4709"/>
          <p:cNvSpPr/>
          <p:nvPr/>
        </p:nvSpPr>
        <p:spPr>
          <a:xfrm>
            <a:off x="18682126" y="4609408"/>
            <a:ext cx="4639374" cy="1616737"/>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600">
                <a:latin typeface="Raleway ExtraBold"/>
                <a:ea typeface="Raleway ExtraBold"/>
                <a:cs typeface="Raleway ExtraBold"/>
                <a:sym typeface="Raleway ExtraBold"/>
              </a:defRPr>
            </a:pPr>
            <a:r>
              <a:t>Texto</a:t>
            </a:r>
          </a:p>
          <a:p>
            <a:pPr algn="l" defTabSz="914400">
              <a:defRPr sz="2000">
                <a:latin typeface="Raleway SemiBold"/>
                <a:ea typeface="Raleway SemiBold"/>
                <a:cs typeface="Raleway SemiBold"/>
                <a:sym typeface="Raleway SemiBold"/>
              </a:defRPr>
            </a:pPr>
            <a:r>
              <a:t>Descripción</a:t>
            </a:r>
          </a:p>
        </p:txBody>
      </p:sp>
      <p:sp>
        <p:nvSpPr>
          <p:cNvPr id="4710" name="Shape 4710"/>
          <p:cNvSpPr/>
          <p:nvPr/>
        </p:nvSpPr>
        <p:spPr>
          <a:xfrm>
            <a:off x="16774436" y="7221928"/>
            <a:ext cx="1540486" cy="1540486"/>
          </a:xfrm>
          <a:prstGeom prst="ellipse">
            <a:avLst/>
          </a:prstGeom>
          <a:solidFill>
            <a:srgbClr val="B3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711" name="Shape 4711"/>
          <p:cNvSpPr/>
          <p:nvPr/>
        </p:nvSpPr>
        <p:spPr>
          <a:xfrm>
            <a:off x="18682126" y="7664265"/>
            <a:ext cx="4639374" cy="2702269"/>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600">
                <a:latin typeface="Raleway ExtraBold"/>
                <a:ea typeface="Raleway ExtraBold"/>
                <a:cs typeface="Raleway ExtraBold"/>
                <a:sym typeface="Raleway ExtraBold"/>
              </a:defRPr>
            </a:pPr>
            <a:r>
              <a:t>Texto</a:t>
            </a:r>
          </a:p>
          <a:p>
            <a:pPr algn="l" defTabSz="914400">
              <a:defRPr sz="2000">
                <a:latin typeface="Raleway SemiBold"/>
                <a:ea typeface="Raleway SemiBold"/>
                <a:cs typeface="Raleway SemiBold"/>
                <a:sym typeface="Raleway SemiBold"/>
              </a:defRPr>
            </a:pPr>
            <a:r>
              <a:t>Descripción</a:t>
            </a:r>
          </a:p>
        </p:txBody>
      </p:sp>
      <p:sp>
        <p:nvSpPr>
          <p:cNvPr id="4712" name="Shape 4712"/>
          <p:cNvSpPr/>
          <p:nvPr/>
        </p:nvSpPr>
        <p:spPr>
          <a:xfrm>
            <a:off x="5310046" y="4356724"/>
            <a:ext cx="1540487" cy="1540486"/>
          </a:xfrm>
          <a:prstGeom prst="ellipse">
            <a:avLst/>
          </a:prstGeom>
          <a:solidFill>
            <a:srgbClr val="6388B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713" name="Shape 4713"/>
          <p:cNvSpPr/>
          <p:nvPr/>
        </p:nvSpPr>
        <p:spPr>
          <a:xfrm>
            <a:off x="363646" y="4368946"/>
            <a:ext cx="4639374" cy="2702269"/>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600">
                <a:latin typeface="Raleway ExtraBold"/>
                <a:ea typeface="Raleway ExtraBold"/>
                <a:cs typeface="Raleway ExtraBold"/>
                <a:sym typeface="Raleway ExtraBold"/>
              </a:defRPr>
            </a:pPr>
            <a:r>
              <a:t>Texto</a:t>
            </a:r>
          </a:p>
          <a:p>
            <a:pPr algn="r" defTabSz="914400">
              <a:defRPr sz="2000">
                <a:latin typeface="Raleway SemiBold"/>
                <a:ea typeface="Raleway SemiBold"/>
                <a:cs typeface="Raleway SemiBold"/>
                <a:sym typeface="Raleway SemiBold"/>
              </a:defRPr>
            </a:pPr>
            <a:r>
              <a:t>Descripción</a:t>
            </a:r>
          </a:p>
        </p:txBody>
      </p:sp>
      <p:sp>
        <p:nvSpPr>
          <p:cNvPr id="4714" name="Shape 4714"/>
          <p:cNvSpPr/>
          <p:nvPr/>
        </p:nvSpPr>
        <p:spPr>
          <a:xfrm>
            <a:off x="5310046" y="7221928"/>
            <a:ext cx="1540487" cy="1540486"/>
          </a:xfrm>
          <a:prstGeom prst="ellipse">
            <a:avLst/>
          </a:prstGeom>
          <a:solidFill>
            <a:srgbClr val="82D1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4715" name="Shape 4715"/>
          <p:cNvSpPr/>
          <p:nvPr/>
        </p:nvSpPr>
        <p:spPr>
          <a:xfrm>
            <a:off x="363646" y="7664265"/>
            <a:ext cx="4639374" cy="2702269"/>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r" defTabSz="914400">
              <a:lnSpc>
                <a:spcPct val="150000"/>
              </a:lnSpc>
              <a:defRPr sz="2600">
                <a:latin typeface="Raleway ExtraBold"/>
                <a:ea typeface="Raleway ExtraBold"/>
                <a:cs typeface="Raleway ExtraBold"/>
                <a:sym typeface="Raleway ExtraBold"/>
              </a:defRPr>
            </a:pPr>
            <a:r>
              <a:t>Texto</a:t>
            </a:r>
          </a:p>
          <a:p>
            <a:pPr algn="r" defTabSz="914400">
              <a:defRPr sz="2000">
                <a:latin typeface="Raleway SemiBold"/>
                <a:ea typeface="Raleway SemiBold"/>
                <a:cs typeface="Raleway SemiBold"/>
                <a:sym typeface="Raleway SemiBold"/>
              </a:defRPr>
            </a:pPr>
            <a:r>
              <a:t>Descripción</a:t>
            </a:r>
          </a:p>
        </p:txBody>
      </p:sp>
      <p:grpSp>
        <p:nvGrpSpPr>
          <p:cNvPr id="4725" name="Group 4725"/>
          <p:cNvGrpSpPr/>
          <p:nvPr/>
        </p:nvGrpSpPr>
        <p:grpSpPr>
          <a:xfrm>
            <a:off x="7625443" y="2477243"/>
            <a:ext cx="8374083" cy="8761514"/>
            <a:chOff x="0" y="0"/>
            <a:chExt cx="8374081" cy="8761513"/>
          </a:xfrm>
        </p:grpSpPr>
        <p:sp>
          <p:nvSpPr>
            <p:cNvPr id="4716" name="Shape 4716"/>
            <p:cNvSpPr/>
            <p:nvPr/>
          </p:nvSpPr>
          <p:spPr>
            <a:xfrm>
              <a:off x="3085835" y="6286305"/>
              <a:ext cx="2162298" cy="16608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08" y="720"/>
                  </a:moveTo>
                  <a:cubicBezTo>
                    <a:pt x="9785" y="720"/>
                    <a:pt x="8862" y="480"/>
                    <a:pt x="7938" y="0"/>
                  </a:cubicBezTo>
                  <a:cubicBezTo>
                    <a:pt x="6092" y="9120"/>
                    <a:pt x="1477" y="18480"/>
                    <a:pt x="0" y="21600"/>
                  </a:cubicBezTo>
                  <a:cubicBezTo>
                    <a:pt x="10708" y="21600"/>
                    <a:pt x="10708" y="21600"/>
                    <a:pt x="10708" y="21600"/>
                  </a:cubicBezTo>
                  <a:cubicBezTo>
                    <a:pt x="21600" y="21600"/>
                    <a:pt x="21600" y="21600"/>
                    <a:pt x="21600" y="21600"/>
                  </a:cubicBezTo>
                  <a:cubicBezTo>
                    <a:pt x="19938" y="18480"/>
                    <a:pt x="15692" y="9120"/>
                    <a:pt x="13662" y="0"/>
                  </a:cubicBezTo>
                  <a:cubicBezTo>
                    <a:pt x="12738" y="480"/>
                    <a:pt x="11815" y="720"/>
                    <a:pt x="10708" y="72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17" name="Shape 4717"/>
            <p:cNvSpPr/>
            <p:nvPr/>
          </p:nvSpPr>
          <p:spPr>
            <a:xfrm>
              <a:off x="3547177" y="5897170"/>
              <a:ext cx="1239611" cy="4412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8100"/>
                    <a:pt x="2257" y="15300"/>
                    <a:pt x="5803" y="18900"/>
                  </a:cubicBezTo>
                  <a:cubicBezTo>
                    <a:pt x="7415" y="20700"/>
                    <a:pt x="9027" y="21600"/>
                    <a:pt x="10639" y="21600"/>
                  </a:cubicBezTo>
                  <a:cubicBezTo>
                    <a:pt x="12573" y="21600"/>
                    <a:pt x="14185" y="20700"/>
                    <a:pt x="15797" y="18900"/>
                  </a:cubicBezTo>
                  <a:cubicBezTo>
                    <a:pt x="19343" y="15300"/>
                    <a:pt x="21600" y="8100"/>
                    <a:pt x="21600" y="0"/>
                  </a:cubicBezTo>
                  <a:cubicBezTo>
                    <a:pt x="14507" y="0"/>
                    <a:pt x="14507" y="0"/>
                    <a:pt x="14507" y="0"/>
                  </a:cubicBezTo>
                  <a:cubicBezTo>
                    <a:pt x="10639" y="0"/>
                    <a:pt x="10639" y="0"/>
                    <a:pt x="10639" y="0"/>
                  </a:cubicBezTo>
                  <a:cubicBezTo>
                    <a:pt x="7093" y="0"/>
                    <a:pt x="7093" y="0"/>
                    <a:pt x="7093" y="0"/>
                  </a:cubicBezTo>
                  <a:lnTo>
                    <a:pt x="0" y="0"/>
                  </a:lnTo>
                  <a:close/>
                </a:path>
              </a:pathLst>
            </a:custGeom>
            <a:solidFill>
              <a:srgbClr val="A6A6A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18" name="Shape 4718"/>
            <p:cNvSpPr/>
            <p:nvPr/>
          </p:nvSpPr>
          <p:spPr>
            <a:xfrm>
              <a:off x="1589477" y="7947140"/>
              <a:ext cx="5159021" cy="8143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87" y="0"/>
                  </a:moveTo>
                  <a:cubicBezTo>
                    <a:pt x="1781" y="0"/>
                    <a:pt x="1781" y="0"/>
                    <a:pt x="1781" y="0"/>
                  </a:cubicBezTo>
                  <a:cubicBezTo>
                    <a:pt x="852" y="0"/>
                    <a:pt x="0" y="5400"/>
                    <a:pt x="0" y="11291"/>
                  </a:cubicBezTo>
                  <a:cubicBezTo>
                    <a:pt x="0" y="17182"/>
                    <a:pt x="852" y="21600"/>
                    <a:pt x="1781" y="21600"/>
                  </a:cubicBezTo>
                  <a:cubicBezTo>
                    <a:pt x="5187" y="21600"/>
                    <a:pt x="5187" y="21600"/>
                    <a:pt x="5187" y="21600"/>
                  </a:cubicBezTo>
                  <a:moveTo>
                    <a:pt x="19819" y="0"/>
                  </a:moveTo>
                  <a:cubicBezTo>
                    <a:pt x="15329" y="0"/>
                    <a:pt x="15329" y="0"/>
                    <a:pt x="15329" y="0"/>
                  </a:cubicBezTo>
                  <a:cubicBezTo>
                    <a:pt x="13471" y="0"/>
                    <a:pt x="13471" y="0"/>
                    <a:pt x="13471" y="0"/>
                  </a:cubicBezTo>
                  <a:cubicBezTo>
                    <a:pt x="13394" y="0"/>
                    <a:pt x="13394" y="0"/>
                    <a:pt x="13394" y="0"/>
                  </a:cubicBezTo>
                  <a:cubicBezTo>
                    <a:pt x="13239" y="0"/>
                    <a:pt x="13239" y="0"/>
                    <a:pt x="13239" y="0"/>
                  </a:cubicBezTo>
                  <a:cubicBezTo>
                    <a:pt x="13084" y="0"/>
                    <a:pt x="13084" y="0"/>
                    <a:pt x="13084" y="0"/>
                  </a:cubicBezTo>
                  <a:cubicBezTo>
                    <a:pt x="12929" y="0"/>
                    <a:pt x="12929" y="0"/>
                    <a:pt x="12929" y="0"/>
                  </a:cubicBezTo>
                  <a:cubicBezTo>
                    <a:pt x="12852" y="0"/>
                    <a:pt x="12852" y="0"/>
                    <a:pt x="12852" y="0"/>
                  </a:cubicBezTo>
                  <a:cubicBezTo>
                    <a:pt x="12697" y="0"/>
                    <a:pt x="12697" y="0"/>
                    <a:pt x="12697" y="0"/>
                  </a:cubicBezTo>
                  <a:cubicBezTo>
                    <a:pt x="12619" y="0"/>
                    <a:pt x="12619" y="0"/>
                    <a:pt x="12619" y="0"/>
                  </a:cubicBezTo>
                  <a:cubicBezTo>
                    <a:pt x="12465" y="0"/>
                    <a:pt x="12465" y="0"/>
                    <a:pt x="12465" y="0"/>
                  </a:cubicBezTo>
                  <a:cubicBezTo>
                    <a:pt x="12387" y="0"/>
                    <a:pt x="12387" y="0"/>
                    <a:pt x="12387" y="0"/>
                  </a:cubicBezTo>
                  <a:cubicBezTo>
                    <a:pt x="12232" y="0"/>
                    <a:pt x="12232" y="0"/>
                    <a:pt x="12232" y="0"/>
                  </a:cubicBezTo>
                  <a:cubicBezTo>
                    <a:pt x="12155" y="0"/>
                    <a:pt x="12155" y="0"/>
                    <a:pt x="12155" y="0"/>
                  </a:cubicBezTo>
                  <a:cubicBezTo>
                    <a:pt x="12077" y="0"/>
                    <a:pt x="12077" y="0"/>
                    <a:pt x="12077" y="0"/>
                  </a:cubicBezTo>
                  <a:cubicBezTo>
                    <a:pt x="12000" y="0"/>
                    <a:pt x="12000" y="0"/>
                    <a:pt x="12000" y="0"/>
                  </a:cubicBezTo>
                  <a:cubicBezTo>
                    <a:pt x="11923" y="0"/>
                    <a:pt x="11923" y="0"/>
                    <a:pt x="11923" y="0"/>
                  </a:cubicBezTo>
                  <a:cubicBezTo>
                    <a:pt x="11845" y="0"/>
                    <a:pt x="11845" y="0"/>
                    <a:pt x="11845" y="0"/>
                  </a:cubicBezTo>
                  <a:cubicBezTo>
                    <a:pt x="11768" y="0"/>
                    <a:pt x="11768" y="0"/>
                    <a:pt x="11768" y="0"/>
                  </a:cubicBezTo>
                  <a:cubicBezTo>
                    <a:pt x="11690" y="0"/>
                    <a:pt x="11690" y="0"/>
                    <a:pt x="11690" y="0"/>
                  </a:cubicBezTo>
                  <a:cubicBezTo>
                    <a:pt x="11613" y="0"/>
                    <a:pt x="11613" y="0"/>
                    <a:pt x="11613" y="0"/>
                  </a:cubicBezTo>
                  <a:cubicBezTo>
                    <a:pt x="11535" y="0"/>
                    <a:pt x="11535" y="0"/>
                    <a:pt x="11535" y="0"/>
                  </a:cubicBezTo>
                  <a:cubicBezTo>
                    <a:pt x="11458" y="0"/>
                    <a:pt x="11458" y="0"/>
                    <a:pt x="11458" y="0"/>
                  </a:cubicBezTo>
                  <a:cubicBezTo>
                    <a:pt x="11381" y="0"/>
                    <a:pt x="11381" y="0"/>
                    <a:pt x="11381" y="0"/>
                  </a:cubicBezTo>
                  <a:cubicBezTo>
                    <a:pt x="11381" y="0"/>
                    <a:pt x="11381" y="0"/>
                    <a:pt x="11381" y="0"/>
                  </a:cubicBezTo>
                  <a:cubicBezTo>
                    <a:pt x="11303" y="0"/>
                    <a:pt x="11303" y="0"/>
                    <a:pt x="11303" y="0"/>
                  </a:cubicBezTo>
                  <a:cubicBezTo>
                    <a:pt x="11226" y="0"/>
                    <a:pt x="11226" y="0"/>
                    <a:pt x="11226" y="0"/>
                  </a:cubicBezTo>
                  <a:cubicBezTo>
                    <a:pt x="11226" y="0"/>
                    <a:pt x="11226" y="0"/>
                    <a:pt x="11226" y="0"/>
                  </a:cubicBezTo>
                  <a:cubicBezTo>
                    <a:pt x="11148" y="0"/>
                    <a:pt x="11148" y="0"/>
                    <a:pt x="11148" y="0"/>
                  </a:cubicBezTo>
                  <a:cubicBezTo>
                    <a:pt x="11148" y="0"/>
                    <a:pt x="11148" y="0"/>
                    <a:pt x="11148" y="0"/>
                  </a:cubicBezTo>
                  <a:cubicBezTo>
                    <a:pt x="11071" y="0"/>
                    <a:pt x="11071" y="0"/>
                    <a:pt x="11071" y="0"/>
                  </a:cubicBezTo>
                  <a:cubicBezTo>
                    <a:pt x="11071" y="0"/>
                    <a:pt x="11071" y="0"/>
                    <a:pt x="11071" y="0"/>
                  </a:cubicBezTo>
                  <a:cubicBezTo>
                    <a:pt x="11071" y="0"/>
                    <a:pt x="11071" y="0"/>
                    <a:pt x="11071" y="0"/>
                  </a:cubicBezTo>
                  <a:cubicBezTo>
                    <a:pt x="10994" y="0"/>
                    <a:pt x="10994" y="0"/>
                    <a:pt x="10994" y="0"/>
                  </a:cubicBezTo>
                  <a:cubicBezTo>
                    <a:pt x="10994" y="0"/>
                    <a:pt x="10994" y="0"/>
                    <a:pt x="10994" y="0"/>
                  </a:cubicBezTo>
                  <a:cubicBezTo>
                    <a:pt x="10994" y="0"/>
                    <a:pt x="10994" y="0"/>
                    <a:pt x="10994" y="0"/>
                  </a:cubicBezTo>
                  <a:cubicBezTo>
                    <a:pt x="10916" y="0"/>
                    <a:pt x="10916" y="0"/>
                    <a:pt x="10916" y="0"/>
                  </a:cubicBezTo>
                  <a:cubicBezTo>
                    <a:pt x="10916" y="0"/>
                    <a:pt x="10916" y="0"/>
                    <a:pt x="10916" y="0"/>
                  </a:cubicBezTo>
                  <a:cubicBezTo>
                    <a:pt x="10916" y="0"/>
                    <a:pt x="10916" y="0"/>
                    <a:pt x="10916"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839" y="0"/>
                    <a:pt x="10839" y="0"/>
                    <a:pt x="10839" y="0"/>
                  </a:cubicBezTo>
                  <a:cubicBezTo>
                    <a:pt x="10761" y="0"/>
                    <a:pt x="10761" y="0"/>
                    <a:pt x="10761" y="0"/>
                  </a:cubicBezTo>
                  <a:cubicBezTo>
                    <a:pt x="10761" y="0"/>
                    <a:pt x="10761" y="0"/>
                    <a:pt x="10761" y="0"/>
                  </a:cubicBezTo>
                  <a:cubicBezTo>
                    <a:pt x="10761" y="0"/>
                    <a:pt x="10761" y="0"/>
                    <a:pt x="10761" y="0"/>
                  </a:cubicBezTo>
                  <a:cubicBezTo>
                    <a:pt x="10761" y="0"/>
                    <a:pt x="10761" y="0"/>
                    <a:pt x="10761" y="0"/>
                  </a:cubicBezTo>
                  <a:cubicBezTo>
                    <a:pt x="10761" y="0"/>
                    <a:pt x="10761" y="0"/>
                    <a:pt x="10761" y="0"/>
                  </a:cubicBezTo>
                  <a:cubicBezTo>
                    <a:pt x="10761" y="0"/>
                    <a:pt x="10761" y="0"/>
                    <a:pt x="10761" y="0"/>
                  </a:cubicBezTo>
                  <a:cubicBezTo>
                    <a:pt x="10761" y="0"/>
                    <a:pt x="10761" y="0"/>
                    <a:pt x="10761" y="0"/>
                  </a:cubicBezTo>
                  <a:cubicBezTo>
                    <a:pt x="10606" y="0"/>
                    <a:pt x="10606" y="0"/>
                    <a:pt x="10606" y="0"/>
                  </a:cubicBezTo>
                  <a:cubicBezTo>
                    <a:pt x="10374" y="0"/>
                    <a:pt x="10374" y="0"/>
                    <a:pt x="10374" y="0"/>
                  </a:cubicBezTo>
                  <a:cubicBezTo>
                    <a:pt x="10219" y="0"/>
                    <a:pt x="10219" y="0"/>
                    <a:pt x="10219" y="0"/>
                  </a:cubicBezTo>
                  <a:cubicBezTo>
                    <a:pt x="9987" y="0"/>
                    <a:pt x="9987" y="0"/>
                    <a:pt x="9987" y="0"/>
                  </a:cubicBezTo>
                  <a:cubicBezTo>
                    <a:pt x="9832" y="0"/>
                    <a:pt x="9832" y="0"/>
                    <a:pt x="9832" y="0"/>
                  </a:cubicBezTo>
                  <a:cubicBezTo>
                    <a:pt x="9600" y="0"/>
                    <a:pt x="9600" y="0"/>
                    <a:pt x="9600" y="0"/>
                  </a:cubicBezTo>
                  <a:cubicBezTo>
                    <a:pt x="9445" y="0"/>
                    <a:pt x="9445" y="0"/>
                    <a:pt x="9445" y="0"/>
                  </a:cubicBezTo>
                  <a:cubicBezTo>
                    <a:pt x="9290" y="0"/>
                    <a:pt x="9290" y="0"/>
                    <a:pt x="9290" y="0"/>
                  </a:cubicBezTo>
                  <a:cubicBezTo>
                    <a:pt x="9135" y="0"/>
                    <a:pt x="9135" y="0"/>
                    <a:pt x="9135" y="0"/>
                  </a:cubicBezTo>
                  <a:cubicBezTo>
                    <a:pt x="8981" y="0"/>
                    <a:pt x="8981" y="0"/>
                    <a:pt x="8981" y="0"/>
                  </a:cubicBezTo>
                  <a:cubicBezTo>
                    <a:pt x="8826" y="0"/>
                    <a:pt x="8826" y="0"/>
                    <a:pt x="8826" y="0"/>
                  </a:cubicBezTo>
                  <a:cubicBezTo>
                    <a:pt x="8671" y="0"/>
                    <a:pt x="8671" y="0"/>
                    <a:pt x="8671" y="0"/>
                  </a:cubicBezTo>
                  <a:cubicBezTo>
                    <a:pt x="8594" y="0"/>
                    <a:pt x="8594" y="0"/>
                    <a:pt x="8594" y="0"/>
                  </a:cubicBezTo>
                  <a:cubicBezTo>
                    <a:pt x="8439" y="0"/>
                    <a:pt x="8439" y="0"/>
                    <a:pt x="8439" y="0"/>
                  </a:cubicBezTo>
                  <a:cubicBezTo>
                    <a:pt x="8284" y="0"/>
                    <a:pt x="8284" y="0"/>
                    <a:pt x="8284" y="0"/>
                  </a:cubicBezTo>
                  <a:cubicBezTo>
                    <a:pt x="8206" y="0"/>
                    <a:pt x="8206" y="0"/>
                    <a:pt x="8206" y="0"/>
                  </a:cubicBezTo>
                  <a:cubicBezTo>
                    <a:pt x="8052" y="0"/>
                    <a:pt x="8052" y="0"/>
                    <a:pt x="8052" y="0"/>
                  </a:cubicBezTo>
                  <a:cubicBezTo>
                    <a:pt x="7974" y="0"/>
                    <a:pt x="7974" y="0"/>
                    <a:pt x="7974" y="0"/>
                  </a:cubicBezTo>
                  <a:cubicBezTo>
                    <a:pt x="7819" y="0"/>
                    <a:pt x="7819" y="0"/>
                    <a:pt x="7819" y="0"/>
                  </a:cubicBezTo>
                  <a:cubicBezTo>
                    <a:pt x="7742" y="0"/>
                    <a:pt x="7742" y="0"/>
                    <a:pt x="7742" y="0"/>
                  </a:cubicBezTo>
                  <a:cubicBezTo>
                    <a:pt x="7665" y="0"/>
                    <a:pt x="7665" y="0"/>
                    <a:pt x="7665" y="0"/>
                  </a:cubicBezTo>
                  <a:cubicBezTo>
                    <a:pt x="7587" y="0"/>
                    <a:pt x="7587" y="0"/>
                    <a:pt x="7587" y="0"/>
                  </a:cubicBezTo>
                  <a:cubicBezTo>
                    <a:pt x="7432" y="0"/>
                    <a:pt x="7432" y="0"/>
                    <a:pt x="7432" y="0"/>
                  </a:cubicBezTo>
                  <a:cubicBezTo>
                    <a:pt x="7355" y="0"/>
                    <a:pt x="7355" y="0"/>
                    <a:pt x="7355" y="0"/>
                  </a:cubicBezTo>
                  <a:cubicBezTo>
                    <a:pt x="7277" y="0"/>
                    <a:pt x="7277" y="0"/>
                    <a:pt x="7277" y="0"/>
                  </a:cubicBezTo>
                  <a:cubicBezTo>
                    <a:pt x="7200" y="0"/>
                    <a:pt x="7200" y="0"/>
                    <a:pt x="7200" y="0"/>
                  </a:cubicBezTo>
                  <a:cubicBezTo>
                    <a:pt x="7123" y="0"/>
                    <a:pt x="7123" y="0"/>
                    <a:pt x="7123" y="0"/>
                  </a:cubicBezTo>
                  <a:cubicBezTo>
                    <a:pt x="7045" y="0"/>
                    <a:pt x="7045" y="0"/>
                    <a:pt x="7045" y="0"/>
                  </a:cubicBezTo>
                  <a:cubicBezTo>
                    <a:pt x="7045" y="0"/>
                    <a:pt x="7045" y="0"/>
                    <a:pt x="7045" y="0"/>
                  </a:cubicBezTo>
                  <a:cubicBezTo>
                    <a:pt x="6968" y="0"/>
                    <a:pt x="6968" y="0"/>
                    <a:pt x="6968" y="0"/>
                  </a:cubicBezTo>
                  <a:cubicBezTo>
                    <a:pt x="6890" y="0"/>
                    <a:pt x="6890" y="0"/>
                    <a:pt x="6890" y="0"/>
                  </a:cubicBezTo>
                  <a:cubicBezTo>
                    <a:pt x="6813" y="0"/>
                    <a:pt x="6813" y="0"/>
                    <a:pt x="6813" y="0"/>
                  </a:cubicBezTo>
                  <a:cubicBezTo>
                    <a:pt x="6813" y="0"/>
                    <a:pt x="6813" y="0"/>
                    <a:pt x="6813" y="0"/>
                  </a:cubicBezTo>
                  <a:cubicBezTo>
                    <a:pt x="6735" y="0"/>
                    <a:pt x="6735" y="0"/>
                    <a:pt x="6735" y="0"/>
                  </a:cubicBezTo>
                  <a:cubicBezTo>
                    <a:pt x="6735" y="0"/>
                    <a:pt x="6735" y="0"/>
                    <a:pt x="6735" y="0"/>
                  </a:cubicBezTo>
                  <a:cubicBezTo>
                    <a:pt x="6658" y="0"/>
                    <a:pt x="6658" y="0"/>
                    <a:pt x="6658" y="0"/>
                  </a:cubicBezTo>
                  <a:cubicBezTo>
                    <a:pt x="6658" y="0"/>
                    <a:pt x="6658" y="0"/>
                    <a:pt x="6658" y="0"/>
                  </a:cubicBezTo>
                  <a:cubicBezTo>
                    <a:pt x="6581" y="0"/>
                    <a:pt x="6581" y="0"/>
                    <a:pt x="6581" y="0"/>
                  </a:cubicBezTo>
                  <a:cubicBezTo>
                    <a:pt x="6581" y="0"/>
                    <a:pt x="6581" y="0"/>
                    <a:pt x="6581" y="0"/>
                  </a:cubicBezTo>
                  <a:cubicBezTo>
                    <a:pt x="6503" y="0"/>
                    <a:pt x="6503" y="0"/>
                    <a:pt x="6503" y="0"/>
                  </a:cubicBezTo>
                  <a:cubicBezTo>
                    <a:pt x="6503" y="0"/>
                    <a:pt x="6503" y="0"/>
                    <a:pt x="6503" y="0"/>
                  </a:cubicBezTo>
                  <a:cubicBezTo>
                    <a:pt x="6426" y="0"/>
                    <a:pt x="6426" y="0"/>
                    <a:pt x="6426" y="0"/>
                  </a:cubicBezTo>
                  <a:cubicBezTo>
                    <a:pt x="6426" y="0"/>
                    <a:pt x="6426" y="0"/>
                    <a:pt x="6426" y="0"/>
                  </a:cubicBezTo>
                  <a:cubicBezTo>
                    <a:pt x="6426" y="0"/>
                    <a:pt x="6426" y="0"/>
                    <a:pt x="6426" y="0"/>
                  </a:cubicBezTo>
                  <a:cubicBezTo>
                    <a:pt x="6426" y="0"/>
                    <a:pt x="6426" y="0"/>
                    <a:pt x="6426" y="0"/>
                  </a:cubicBezTo>
                  <a:cubicBezTo>
                    <a:pt x="6348" y="0"/>
                    <a:pt x="6348" y="0"/>
                    <a:pt x="6348" y="0"/>
                  </a:cubicBezTo>
                  <a:cubicBezTo>
                    <a:pt x="6348" y="0"/>
                    <a:pt x="6348" y="0"/>
                    <a:pt x="6348" y="0"/>
                  </a:cubicBezTo>
                  <a:cubicBezTo>
                    <a:pt x="6348" y="0"/>
                    <a:pt x="6348" y="0"/>
                    <a:pt x="6348" y="0"/>
                  </a:cubicBezTo>
                  <a:cubicBezTo>
                    <a:pt x="6348" y="0"/>
                    <a:pt x="6348" y="0"/>
                    <a:pt x="6348" y="0"/>
                  </a:cubicBezTo>
                  <a:cubicBezTo>
                    <a:pt x="6348" y="0"/>
                    <a:pt x="6348" y="0"/>
                    <a:pt x="6348" y="0"/>
                  </a:cubicBezTo>
                  <a:cubicBezTo>
                    <a:pt x="6348" y="0"/>
                    <a:pt x="6348" y="0"/>
                    <a:pt x="6348" y="0"/>
                  </a:cubicBezTo>
                  <a:cubicBezTo>
                    <a:pt x="6348" y="0"/>
                    <a:pt x="6348" y="0"/>
                    <a:pt x="6348"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271" y="0"/>
                    <a:pt x="6271" y="0"/>
                    <a:pt x="6271" y="0"/>
                  </a:cubicBezTo>
                  <a:cubicBezTo>
                    <a:pt x="6039" y="0"/>
                    <a:pt x="6039" y="0"/>
                    <a:pt x="6039" y="0"/>
                  </a:cubicBezTo>
                  <a:cubicBezTo>
                    <a:pt x="5884" y="0"/>
                    <a:pt x="5884" y="0"/>
                    <a:pt x="5884" y="0"/>
                  </a:cubicBezTo>
                  <a:cubicBezTo>
                    <a:pt x="5652" y="0"/>
                    <a:pt x="5652" y="0"/>
                    <a:pt x="5652" y="0"/>
                  </a:cubicBezTo>
                  <a:cubicBezTo>
                    <a:pt x="5497" y="0"/>
                    <a:pt x="5497" y="0"/>
                    <a:pt x="5497" y="0"/>
                  </a:cubicBezTo>
                  <a:cubicBezTo>
                    <a:pt x="5265" y="0"/>
                    <a:pt x="5265" y="0"/>
                    <a:pt x="5265" y="0"/>
                  </a:cubicBezTo>
                  <a:cubicBezTo>
                    <a:pt x="5187" y="0"/>
                    <a:pt x="5187" y="0"/>
                    <a:pt x="5187" y="0"/>
                  </a:cubicBezTo>
                  <a:cubicBezTo>
                    <a:pt x="5187" y="7364"/>
                    <a:pt x="5187" y="14236"/>
                    <a:pt x="5187" y="21600"/>
                  </a:cubicBezTo>
                  <a:cubicBezTo>
                    <a:pt x="5342" y="21600"/>
                    <a:pt x="5342" y="21600"/>
                    <a:pt x="5342" y="21600"/>
                  </a:cubicBezTo>
                  <a:cubicBezTo>
                    <a:pt x="5652" y="21600"/>
                    <a:pt x="5652" y="21600"/>
                    <a:pt x="5652" y="21600"/>
                  </a:cubicBezTo>
                  <a:cubicBezTo>
                    <a:pt x="5961" y="21600"/>
                    <a:pt x="5961" y="21600"/>
                    <a:pt x="5961" y="21600"/>
                  </a:cubicBezTo>
                  <a:cubicBezTo>
                    <a:pt x="6194" y="21600"/>
                    <a:pt x="6194" y="21600"/>
                    <a:pt x="6194" y="21600"/>
                  </a:cubicBezTo>
                  <a:cubicBezTo>
                    <a:pt x="6503" y="21600"/>
                    <a:pt x="6503" y="21600"/>
                    <a:pt x="6503" y="21600"/>
                  </a:cubicBezTo>
                  <a:cubicBezTo>
                    <a:pt x="6735" y="21600"/>
                    <a:pt x="6735" y="21600"/>
                    <a:pt x="6735" y="21600"/>
                  </a:cubicBezTo>
                  <a:cubicBezTo>
                    <a:pt x="6968" y="21600"/>
                    <a:pt x="6968" y="21600"/>
                    <a:pt x="6968" y="21600"/>
                  </a:cubicBezTo>
                  <a:cubicBezTo>
                    <a:pt x="7200" y="21600"/>
                    <a:pt x="7200" y="21600"/>
                    <a:pt x="7200" y="21600"/>
                  </a:cubicBezTo>
                  <a:cubicBezTo>
                    <a:pt x="7432" y="21600"/>
                    <a:pt x="7432" y="21600"/>
                    <a:pt x="7432" y="21600"/>
                  </a:cubicBezTo>
                  <a:cubicBezTo>
                    <a:pt x="7665" y="21600"/>
                    <a:pt x="7665" y="21600"/>
                    <a:pt x="7665" y="21600"/>
                  </a:cubicBezTo>
                  <a:cubicBezTo>
                    <a:pt x="7897" y="21600"/>
                    <a:pt x="7897" y="21600"/>
                    <a:pt x="7897" y="21600"/>
                  </a:cubicBezTo>
                  <a:cubicBezTo>
                    <a:pt x="8052" y="21600"/>
                    <a:pt x="8052" y="21600"/>
                    <a:pt x="8052" y="21600"/>
                  </a:cubicBezTo>
                  <a:cubicBezTo>
                    <a:pt x="8206" y="21600"/>
                    <a:pt x="8206" y="21600"/>
                    <a:pt x="8206" y="21600"/>
                  </a:cubicBezTo>
                  <a:cubicBezTo>
                    <a:pt x="8439" y="21600"/>
                    <a:pt x="8439" y="21600"/>
                    <a:pt x="8439" y="21600"/>
                  </a:cubicBezTo>
                  <a:cubicBezTo>
                    <a:pt x="8594" y="21600"/>
                    <a:pt x="8594" y="21600"/>
                    <a:pt x="8594" y="21600"/>
                  </a:cubicBezTo>
                  <a:cubicBezTo>
                    <a:pt x="8748" y="21600"/>
                    <a:pt x="8748" y="21600"/>
                    <a:pt x="8748" y="21600"/>
                  </a:cubicBezTo>
                  <a:cubicBezTo>
                    <a:pt x="8903" y="21600"/>
                    <a:pt x="8903" y="21600"/>
                    <a:pt x="8903" y="21600"/>
                  </a:cubicBezTo>
                  <a:cubicBezTo>
                    <a:pt x="9058" y="21600"/>
                    <a:pt x="9058" y="21600"/>
                    <a:pt x="9058" y="21600"/>
                  </a:cubicBezTo>
                  <a:cubicBezTo>
                    <a:pt x="9213" y="21600"/>
                    <a:pt x="9213" y="21600"/>
                    <a:pt x="9213" y="21600"/>
                  </a:cubicBezTo>
                  <a:cubicBezTo>
                    <a:pt x="9290" y="21600"/>
                    <a:pt x="9290" y="21600"/>
                    <a:pt x="9290" y="21600"/>
                  </a:cubicBezTo>
                  <a:cubicBezTo>
                    <a:pt x="9445" y="21600"/>
                    <a:pt x="9445" y="21600"/>
                    <a:pt x="9445" y="21600"/>
                  </a:cubicBezTo>
                  <a:cubicBezTo>
                    <a:pt x="9523" y="21600"/>
                    <a:pt x="9523" y="21600"/>
                    <a:pt x="9523" y="21600"/>
                  </a:cubicBezTo>
                  <a:cubicBezTo>
                    <a:pt x="9677" y="21600"/>
                    <a:pt x="9677" y="21600"/>
                    <a:pt x="9677" y="21600"/>
                  </a:cubicBezTo>
                  <a:cubicBezTo>
                    <a:pt x="9755" y="21600"/>
                    <a:pt x="9755" y="21600"/>
                    <a:pt x="9755" y="21600"/>
                  </a:cubicBezTo>
                  <a:cubicBezTo>
                    <a:pt x="9832" y="21600"/>
                    <a:pt x="9832" y="21600"/>
                    <a:pt x="9832" y="21600"/>
                  </a:cubicBezTo>
                  <a:cubicBezTo>
                    <a:pt x="9987" y="21600"/>
                    <a:pt x="9987" y="21600"/>
                    <a:pt x="9987" y="21600"/>
                  </a:cubicBezTo>
                  <a:cubicBezTo>
                    <a:pt x="10065" y="21600"/>
                    <a:pt x="10065" y="21600"/>
                    <a:pt x="10065" y="21600"/>
                  </a:cubicBezTo>
                  <a:cubicBezTo>
                    <a:pt x="10142" y="21600"/>
                    <a:pt x="10142" y="21600"/>
                    <a:pt x="10142" y="21600"/>
                  </a:cubicBezTo>
                  <a:cubicBezTo>
                    <a:pt x="10219" y="21600"/>
                    <a:pt x="10219" y="21600"/>
                    <a:pt x="10219" y="21600"/>
                  </a:cubicBezTo>
                  <a:cubicBezTo>
                    <a:pt x="10219" y="21600"/>
                    <a:pt x="10219" y="21600"/>
                    <a:pt x="10219" y="21600"/>
                  </a:cubicBezTo>
                  <a:cubicBezTo>
                    <a:pt x="10297" y="21600"/>
                    <a:pt x="10297" y="21600"/>
                    <a:pt x="10297" y="21600"/>
                  </a:cubicBezTo>
                  <a:cubicBezTo>
                    <a:pt x="10374" y="21600"/>
                    <a:pt x="10374" y="21600"/>
                    <a:pt x="10374" y="21600"/>
                  </a:cubicBezTo>
                  <a:cubicBezTo>
                    <a:pt x="10452" y="21600"/>
                    <a:pt x="10452" y="21600"/>
                    <a:pt x="10452" y="21600"/>
                  </a:cubicBezTo>
                  <a:cubicBezTo>
                    <a:pt x="10452" y="21600"/>
                    <a:pt x="10452" y="21600"/>
                    <a:pt x="10452" y="21600"/>
                  </a:cubicBezTo>
                  <a:cubicBezTo>
                    <a:pt x="10529" y="21600"/>
                    <a:pt x="10529" y="21600"/>
                    <a:pt x="10529" y="21600"/>
                  </a:cubicBezTo>
                  <a:cubicBezTo>
                    <a:pt x="10529" y="21600"/>
                    <a:pt x="10529" y="21600"/>
                    <a:pt x="10529" y="21600"/>
                  </a:cubicBezTo>
                  <a:cubicBezTo>
                    <a:pt x="10606" y="21600"/>
                    <a:pt x="10606" y="21600"/>
                    <a:pt x="10606" y="21600"/>
                  </a:cubicBezTo>
                  <a:cubicBezTo>
                    <a:pt x="10606" y="21600"/>
                    <a:pt x="10606" y="21600"/>
                    <a:pt x="10606" y="21600"/>
                  </a:cubicBezTo>
                  <a:cubicBezTo>
                    <a:pt x="10684" y="21600"/>
                    <a:pt x="10684" y="21600"/>
                    <a:pt x="10684" y="21600"/>
                  </a:cubicBezTo>
                  <a:cubicBezTo>
                    <a:pt x="10684" y="21600"/>
                    <a:pt x="10684" y="21600"/>
                    <a:pt x="10684" y="21600"/>
                  </a:cubicBezTo>
                  <a:cubicBezTo>
                    <a:pt x="10684" y="21600"/>
                    <a:pt x="10684" y="21600"/>
                    <a:pt x="10684" y="21600"/>
                  </a:cubicBezTo>
                  <a:cubicBezTo>
                    <a:pt x="10684" y="21600"/>
                    <a:pt x="10684" y="21600"/>
                    <a:pt x="10684"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0761" y="21600"/>
                    <a:pt x="10761" y="21600"/>
                    <a:pt x="10761" y="21600"/>
                  </a:cubicBezTo>
                  <a:cubicBezTo>
                    <a:pt x="11226" y="21600"/>
                    <a:pt x="11226" y="21600"/>
                    <a:pt x="11226" y="21600"/>
                  </a:cubicBezTo>
                  <a:cubicBezTo>
                    <a:pt x="11613" y="21600"/>
                    <a:pt x="11613" y="21600"/>
                    <a:pt x="11613" y="21600"/>
                  </a:cubicBezTo>
                  <a:cubicBezTo>
                    <a:pt x="12000" y="21600"/>
                    <a:pt x="12000" y="21600"/>
                    <a:pt x="12000" y="21600"/>
                  </a:cubicBezTo>
                  <a:cubicBezTo>
                    <a:pt x="12387" y="21600"/>
                    <a:pt x="12387" y="21600"/>
                    <a:pt x="12387" y="21600"/>
                  </a:cubicBezTo>
                  <a:cubicBezTo>
                    <a:pt x="12774" y="21600"/>
                    <a:pt x="12774" y="21600"/>
                    <a:pt x="12774" y="21600"/>
                  </a:cubicBezTo>
                  <a:cubicBezTo>
                    <a:pt x="13084" y="21600"/>
                    <a:pt x="13084" y="21600"/>
                    <a:pt x="13084" y="21600"/>
                  </a:cubicBezTo>
                  <a:cubicBezTo>
                    <a:pt x="13471" y="21600"/>
                    <a:pt x="13471" y="21600"/>
                    <a:pt x="13471" y="21600"/>
                  </a:cubicBezTo>
                  <a:cubicBezTo>
                    <a:pt x="13471" y="21600"/>
                    <a:pt x="13471" y="21600"/>
                    <a:pt x="13471" y="21600"/>
                  </a:cubicBezTo>
                  <a:cubicBezTo>
                    <a:pt x="19819" y="21600"/>
                    <a:pt x="19819" y="21600"/>
                    <a:pt x="19819" y="21600"/>
                  </a:cubicBezTo>
                  <a:cubicBezTo>
                    <a:pt x="20826" y="21600"/>
                    <a:pt x="21600" y="17182"/>
                    <a:pt x="21600" y="11291"/>
                  </a:cubicBezTo>
                  <a:cubicBezTo>
                    <a:pt x="21600" y="5400"/>
                    <a:pt x="20826" y="0"/>
                    <a:pt x="19819" y="0"/>
                  </a:cubicBezTo>
                  <a:close/>
                </a:path>
              </a:pathLst>
            </a:custGeom>
            <a:solidFill>
              <a:srgbClr val="A6A6A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19" name="Shape 4719"/>
            <p:cNvSpPr/>
            <p:nvPr/>
          </p:nvSpPr>
          <p:spPr>
            <a:xfrm>
              <a:off x="-1" y="0"/>
              <a:ext cx="2106987" cy="4380756"/>
            </a:xfrm>
            <a:custGeom>
              <a:avLst/>
              <a:gdLst/>
              <a:ahLst/>
              <a:cxnLst>
                <a:cxn ang="0">
                  <a:pos x="wd2" y="hd2"/>
                </a:cxn>
                <a:cxn ang="5400000">
                  <a:pos x="wd2" y="hd2"/>
                </a:cxn>
                <a:cxn ang="10800000">
                  <a:pos x="wd2" y="hd2"/>
                </a:cxn>
                <a:cxn ang="16200000">
                  <a:pos x="wd2" y="hd2"/>
                </a:cxn>
              </a:cxnLst>
              <a:rect l="0" t="0" r="r" b="b"/>
              <a:pathLst>
                <a:path w="21047" h="21600" fill="norm" stroke="1" extrusionOk="0">
                  <a:moveTo>
                    <a:pt x="16616" y="0"/>
                  </a:moveTo>
                  <a:cubicBezTo>
                    <a:pt x="16616" y="0"/>
                    <a:pt x="16616" y="0"/>
                    <a:pt x="16616" y="0"/>
                  </a:cubicBezTo>
                  <a:cubicBezTo>
                    <a:pt x="1" y="0"/>
                    <a:pt x="1" y="0"/>
                    <a:pt x="1" y="0"/>
                  </a:cubicBezTo>
                  <a:cubicBezTo>
                    <a:pt x="1" y="0"/>
                    <a:pt x="-553" y="19504"/>
                    <a:pt x="21047" y="21600"/>
                  </a:cubicBezTo>
                  <a:cubicBezTo>
                    <a:pt x="20678" y="20689"/>
                    <a:pt x="20309" y="19868"/>
                    <a:pt x="19570" y="18866"/>
                  </a:cubicBezTo>
                  <a:cubicBezTo>
                    <a:pt x="17909" y="18592"/>
                    <a:pt x="16247" y="18046"/>
                    <a:pt x="14770" y="17316"/>
                  </a:cubicBezTo>
                  <a:cubicBezTo>
                    <a:pt x="7939" y="13762"/>
                    <a:pt x="5539" y="6744"/>
                    <a:pt x="5170" y="2370"/>
                  </a:cubicBezTo>
                  <a:cubicBezTo>
                    <a:pt x="16616" y="2370"/>
                    <a:pt x="16616" y="2370"/>
                    <a:pt x="16616" y="2370"/>
                  </a:cubicBezTo>
                  <a:lnTo>
                    <a:pt x="16616" y="0"/>
                  </a:lnTo>
                  <a:close/>
                </a:path>
              </a:pathLst>
            </a:custGeom>
            <a:solidFill>
              <a:srgbClr val="80808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20" name="Shape 4720"/>
            <p:cNvSpPr/>
            <p:nvPr/>
          </p:nvSpPr>
          <p:spPr>
            <a:xfrm>
              <a:off x="6267096" y="0"/>
              <a:ext cx="2106986" cy="4380756"/>
            </a:xfrm>
            <a:custGeom>
              <a:avLst/>
              <a:gdLst/>
              <a:ahLst/>
              <a:cxnLst>
                <a:cxn ang="0">
                  <a:pos x="wd2" y="hd2"/>
                </a:cxn>
                <a:cxn ang="5400000">
                  <a:pos x="wd2" y="hd2"/>
                </a:cxn>
                <a:cxn ang="10800000">
                  <a:pos x="wd2" y="hd2"/>
                </a:cxn>
                <a:cxn ang="16200000">
                  <a:pos x="wd2" y="hd2"/>
                </a:cxn>
              </a:cxnLst>
              <a:rect l="0" t="0" r="r" b="b"/>
              <a:pathLst>
                <a:path w="21047" h="21600" fill="norm" stroke="1" extrusionOk="0">
                  <a:moveTo>
                    <a:pt x="4431" y="0"/>
                  </a:moveTo>
                  <a:cubicBezTo>
                    <a:pt x="4431" y="0"/>
                    <a:pt x="4431" y="0"/>
                    <a:pt x="4431" y="0"/>
                  </a:cubicBezTo>
                  <a:cubicBezTo>
                    <a:pt x="21046" y="0"/>
                    <a:pt x="21046" y="0"/>
                    <a:pt x="21046" y="0"/>
                  </a:cubicBezTo>
                  <a:cubicBezTo>
                    <a:pt x="21046" y="0"/>
                    <a:pt x="21600" y="19504"/>
                    <a:pt x="0" y="21600"/>
                  </a:cubicBezTo>
                  <a:cubicBezTo>
                    <a:pt x="369" y="20689"/>
                    <a:pt x="738" y="19868"/>
                    <a:pt x="1477" y="18866"/>
                  </a:cubicBezTo>
                  <a:cubicBezTo>
                    <a:pt x="3138" y="18592"/>
                    <a:pt x="4615" y="18046"/>
                    <a:pt x="6277" y="17316"/>
                  </a:cubicBezTo>
                  <a:cubicBezTo>
                    <a:pt x="13108" y="13762"/>
                    <a:pt x="15508" y="6744"/>
                    <a:pt x="15877" y="2370"/>
                  </a:cubicBezTo>
                  <a:cubicBezTo>
                    <a:pt x="4431" y="2370"/>
                    <a:pt x="4431" y="2370"/>
                    <a:pt x="4431" y="2370"/>
                  </a:cubicBezTo>
                  <a:lnTo>
                    <a:pt x="4431" y="0"/>
                  </a:lnTo>
                  <a:close/>
                </a:path>
              </a:pathLst>
            </a:custGeom>
            <a:solidFill>
              <a:srgbClr val="80808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21" name="Shape 4721"/>
            <p:cNvSpPr/>
            <p:nvPr/>
          </p:nvSpPr>
          <p:spPr>
            <a:xfrm>
              <a:off x="4177012" y="2956609"/>
              <a:ext cx="2423056" cy="29405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0"/>
                    <a:pt x="0" y="0"/>
                    <a:pt x="0" y="0"/>
                  </a:cubicBezTo>
                  <a:cubicBezTo>
                    <a:pt x="21600" y="0"/>
                    <a:pt x="21600" y="0"/>
                    <a:pt x="21600" y="0"/>
                  </a:cubicBezTo>
                  <a:cubicBezTo>
                    <a:pt x="21270" y="2309"/>
                    <a:pt x="20776" y="4483"/>
                    <a:pt x="20116" y="6385"/>
                  </a:cubicBezTo>
                  <a:cubicBezTo>
                    <a:pt x="19621" y="7879"/>
                    <a:pt x="19127" y="9102"/>
                    <a:pt x="18797" y="10460"/>
                  </a:cubicBezTo>
                  <a:cubicBezTo>
                    <a:pt x="18797" y="10460"/>
                    <a:pt x="18797" y="10460"/>
                    <a:pt x="18797" y="10460"/>
                  </a:cubicBezTo>
                  <a:cubicBezTo>
                    <a:pt x="17148" y="13585"/>
                    <a:pt x="15169" y="15623"/>
                    <a:pt x="12696" y="16166"/>
                  </a:cubicBezTo>
                  <a:cubicBezTo>
                    <a:pt x="13191" y="16438"/>
                    <a:pt x="13685" y="17117"/>
                    <a:pt x="13685" y="17660"/>
                  </a:cubicBezTo>
                  <a:cubicBezTo>
                    <a:pt x="13685" y="18611"/>
                    <a:pt x="12696" y="19426"/>
                    <a:pt x="11542" y="19426"/>
                  </a:cubicBezTo>
                  <a:cubicBezTo>
                    <a:pt x="10223" y="19426"/>
                    <a:pt x="10223" y="19426"/>
                    <a:pt x="10223" y="19426"/>
                  </a:cubicBezTo>
                  <a:cubicBezTo>
                    <a:pt x="10223" y="19562"/>
                    <a:pt x="10223" y="19698"/>
                    <a:pt x="10223" y="19834"/>
                  </a:cubicBezTo>
                  <a:cubicBezTo>
                    <a:pt x="10223" y="20785"/>
                    <a:pt x="9234" y="21600"/>
                    <a:pt x="8079" y="21600"/>
                  </a:cubicBezTo>
                  <a:cubicBezTo>
                    <a:pt x="5606" y="21600"/>
                    <a:pt x="5606" y="21600"/>
                    <a:pt x="5606" y="21600"/>
                  </a:cubicBezTo>
                  <a:cubicBezTo>
                    <a:pt x="1979" y="21600"/>
                    <a:pt x="1979" y="21600"/>
                    <a:pt x="1979" y="21600"/>
                  </a:cubicBezTo>
                  <a:lnTo>
                    <a:pt x="0" y="21600"/>
                  </a:lnTo>
                  <a:close/>
                </a:path>
              </a:pathLst>
            </a:custGeom>
            <a:solidFill>
              <a:srgbClr val="B3E6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22" name="Shape 4722"/>
            <p:cNvSpPr/>
            <p:nvPr/>
          </p:nvSpPr>
          <p:spPr>
            <a:xfrm>
              <a:off x="4177012" y="0"/>
              <a:ext cx="2571489" cy="29566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0"/>
                    <a:pt x="0" y="0"/>
                    <a:pt x="0" y="0"/>
                  </a:cubicBezTo>
                  <a:cubicBezTo>
                    <a:pt x="0" y="0"/>
                    <a:pt x="0" y="0"/>
                    <a:pt x="0" y="0"/>
                  </a:cubicBezTo>
                  <a:cubicBezTo>
                    <a:pt x="17871" y="0"/>
                    <a:pt x="17871" y="0"/>
                    <a:pt x="17871" y="0"/>
                  </a:cubicBezTo>
                  <a:cubicBezTo>
                    <a:pt x="20046" y="0"/>
                    <a:pt x="20978" y="0"/>
                    <a:pt x="21289" y="0"/>
                  </a:cubicBezTo>
                  <a:cubicBezTo>
                    <a:pt x="21445" y="0"/>
                    <a:pt x="21445" y="0"/>
                    <a:pt x="21445" y="0"/>
                  </a:cubicBezTo>
                  <a:cubicBezTo>
                    <a:pt x="21600" y="3510"/>
                    <a:pt x="21600" y="3510"/>
                    <a:pt x="21600" y="3510"/>
                  </a:cubicBezTo>
                  <a:cubicBezTo>
                    <a:pt x="21600" y="7695"/>
                    <a:pt x="21445" y="14850"/>
                    <a:pt x="20357" y="21600"/>
                  </a:cubicBezTo>
                  <a:lnTo>
                    <a:pt x="0" y="21600"/>
                  </a:lnTo>
                  <a:close/>
                </a:path>
              </a:pathLst>
            </a:custGeom>
            <a:solidFill>
              <a:srgbClr val="004B7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23" name="Shape 4723"/>
            <p:cNvSpPr/>
            <p:nvPr/>
          </p:nvSpPr>
          <p:spPr>
            <a:xfrm>
              <a:off x="1625583" y="0"/>
              <a:ext cx="2551430" cy="29566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21600" y="0"/>
                    <a:pt x="21600" y="0"/>
                    <a:pt x="21600" y="0"/>
                  </a:cubicBezTo>
                  <a:cubicBezTo>
                    <a:pt x="3757" y="0"/>
                    <a:pt x="3757" y="0"/>
                    <a:pt x="3757" y="0"/>
                  </a:cubicBezTo>
                  <a:cubicBezTo>
                    <a:pt x="1565" y="0"/>
                    <a:pt x="626" y="0"/>
                    <a:pt x="313" y="0"/>
                  </a:cubicBezTo>
                  <a:cubicBezTo>
                    <a:pt x="0" y="0"/>
                    <a:pt x="0" y="0"/>
                    <a:pt x="0" y="0"/>
                  </a:cubicBezTo>
                  <a:cubicBezTo>
                    <a:pt x="0" y="3510"/>
                    <a:pt x="0" y="3510"/>
                    <a:pt x="0" y="3510"/>
                  </a:cubicBezTo>
                  <a:cubicBezTo>
                    <a:pt x="0" y="7695"/>
                    <a:pt x="157" y="14850"/>
                    <a:pt x="1252" y="21600"/>
                  </a:cubicBezTo>
                  <a:lnTo>
                    <a:pt x="21600" y="21600"/>
                  </a:lnTo>
                  <a:close/>
                </a:path>
              </a:pathLst>
            </a:custGeom>
            <a:solidFill>
              <a:srgbClr val="6388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724" name="Shape 4724"/>
            <p:cNvSpPr/>
            <p:nvPr/>
          </p:nvSpPr>
          <p:spPr>
            <a:xfrm>
              <a:off x="1774014" y="2956609"/>
              <a:ext cx="2402999" cy="29405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0" y="0"/>
                    <a:pt x="0" y="0"/>
                    <a:pt x="0" y="0"/>
                  </a:cubicBezTo>
                  <a:cubicBezTo>
                    <a:pt x="332" y="2309"/>
                    <a:pt x="831" y="4483"/>
                    <a:pt x="1495" y="6385"/>
                  </a:cubicBezTo>
                  <a:cubicBezTo>
                    <a:pt x="1994" y="7879"/>
                    <a:pt x="2492" y="9102"/>
                    <a:pt x="2825" y="10460"/>
                  </a:cubicBezTo>
                  <a:cubicBezTo>
                    <a:pt x="2825" y="10460"/>
                    <a:pt x="2825" y="10460"/>
                    <a:pt x="2825" y="10460"/>
                  </a:cubicBezTo>
                  <a:cubicBezTo>
                    <a:pt x="4486" y="13585"/>
                    <a:pt x="6480" y="15623"/>
                    <a:pt x="8972" y="16166"/>
                  </a:cubicBezTo>
                  <a:cubicBezTo>
                    <a:pt x="8474" y="16438"/>
                    <a:pt x="7975" y="17117"/>
                    <a:pt x="7975" y="17660"/>
                  </a:cubicBezTo>
                  <a:cubicBezTo>
                    <a:pt x="7975" y="18611"/>
                    <a:pt x="8972" y="19426"/>
                    <a:pt x="10135" y="19426"/>
                  </a:cubicBezTo>
                  <a:cubicBezTo>
                    <a:pt x="11465" y="19426"/>
                    <a:pt x="11465" y="19426"/>
                    <a:pt x="11465" y="19426"/>
                  </a:cubicBezTo>
                  <a:cubicBezTo>
                    <a:pt x="11465" y="19562"/>
                    <a:pt x="11465" y="19698"/>
                    <a:pt x="11465" y="19834"/>
                  </a:cubicBezTo>
                  <a:cubicBezTo>
                    <a:pt x="11465" y="20785"/>
                    <a:pt x="12295" y="21600"/>
                    <a:pt x="13625" y="21600"/>
                  </a:cubicBezTo>
                  <a:cubicBezTo>
                    <a:pt x="16117" y="21600"/>
                    <a:pt x="16117" y="21600"/>
                    <a:pt x="16117" y="21600"/>
                  </a:cubicBezTo>
                  <a:cubicBezTo>
                    <a:pt x="19606" y="21600"/>
                    <a:pt x="19606" y="21600"/>
                    <a:pt x="19606" y="21600"/>
                  </a:cubicBezTo>
                  <a:lnTo>
                    <a:pt x="21600" y="21600"/>
                  </a:lnTo>
                  <a:close/>
                </a:path>
              </a:pathLst>
            </a:custGeom>
            <a:solidFill>
              <a:srgbClr val="82D1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726" name="Shape 472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4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728" name="Shape 4728"/>
          <p:cNvSpPr/>
          <p:nvPr/>
        </p:nvSpPr>
        <p:spPr>
          <a:xfrm>
            <a:off x="303300" y="385686"/>
            <a:ext cx="642048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Toolkit herramientas</a:t>
            </a:r>
          </a:p>
        </p:txBody>
      </p:sp>
      <p:sp>
        <p:nvSpPr>
          <p:cNvPr id="4729" name="Shape 472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4730" name="Shape 4730"/>
          <p:cNvSpPr/>
          <p:nvPr/>
        </p:nvSpPr>
        <p:spPr>
          <a:xfrm>
            <a:off x="1390853" y="8160328"/>
            <a:ext cx="4778022" cy="180235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685800">
              <a:defRPr b="1" sz="2500">
                <a:latin typeface="Montserrat"/>
                <a:ea typeface="Montserrat"/>
                <a:cs typeface="Montserrat"/>
                <a:sym typeface="Montserrat"/>
              </a:defRPr>
            </a:pPr>
            <a:r>
              <a:t>Texto</a:t>
            </a:r>
          </a:p>
          <a:p>
            <a:pPr defTabSz="685800">
              <a:defRPr sz="2500">
                <a:latin typeface="Montserrat"/>
                <a:ea typeface="Montserrat"/>
                <a:cs typeface="Montserrat"/>
                <a:sym typeface="Montserrat"/>
              </a:defRPr>
            </a:pPr>
            <a:r>
              <a:t>Párrafo</a:t>
            </a:r>
          </a:p>
        </p:txBody>
      </p:sp>
      <p:sp>
        <p:nvSpPr>
          <p:cNvPr id="4731" name="Shape 4731"/>
          <p:cNvSpPr/>
          <p:nvPr/>
        </p:nvSpPr>
        <p:spPr>
          <a:xfrm>
            <a:off x="6566114" y="9540058"/>
            <a:ext cx="4778022" cy="1802352"/>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685800">
              <a:defRPr b="1" sz="2500">
                <a:latin typeface="Montserrat"/>
                <a:ea typeface="Montserrat"/>
                <a:cs typeface="Montserrat"/>
                <a:sym typeface="Montserrat"/>
              </a:defRPr>
            </a:pPr>
            <a:r>
              <a:t>Texto</a:t>
            </a:r>
          </a:p>
          <a:p>
            <a:pPr defTabSz="685800">
              <a:defRPr sz="2500">
                <a:latin typeface="Montserrat"/>
                <a:ea typeface="Montserrat"/>
                <a:cs typeface="Montserrat"/>
                <a:sym typeface="Montserrat"/>
              </a:defRPr>
            </a:pPr>
            <a:r>
              <a:t>Párrafo</a:t>
            </a:r>
          </a:p>
        </p:txBody>
      </p:sp>
      <p:sp>
        <p:nvSpPr>
          <p:cNvPr id="4732" name="Shape 4732"/>
          <p:cNvSpPr/>
          <p:nvPr/>
        </p:nvSpPr>
        <p:spPr>
          <a:xfrm>
            <a:off x="12004785" y="9540058"/>
            <a:ext cx="4778021" cy="1802352"/>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685800">
              <a:defRPr b="1" sz="2500">
                <a:latin typeface="Montserrat"/>
                <a:ea typeface="Montserrat"/>
                <a:cs typeface="Montserrat"/>
                <a:sym typeface="Montserrat"/>
              </a:defRPr>
            </a:pPr>
            <a:r>
              <a:t>Texto</a:t>
            </a:r>
          </a:p>
          <a:p>
            <a:pPr defTabSz="685800">
              <a:defRPr sz="2500">
                <a:latin typeface="Montserrat"/>
                <a:ea typeface="Montserrat"/>
                <a:cs typeface="Montserrat"/>
                <a:sym typeface="Montserrat"/>
              </a:defRPr>
            </a:pPr>
            <a:r>
              <a:t>Párrafo</a:t>
            </a:r>
          </a:p>
        </p:txBody>
      </p:sp>
      <p:sp>
        <p:nvSpPr>
          <p:cNvPr id="4733" name="Shape 4733"/>
          <p:cNvSpPr/>
          <p:nvPr/>
        </p:nvSpPr>
        <p:spPr>
          <a:xfrm>
            <a:off x="17285597" y="8160328"/>
            <a:ext cx="4778022" cy="1802351"/>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defTabSz="685800">
              <a:defRPr b="1" sz="2500">
                <a:latin typeface="Montserrat"/>
                <a:ea typeface="Montserrat"/>
                <a:cs typeface="Montserrat"/>
                <a:sym typeface="Montserrat"/>
              </a:defRPr>
            </a:pPr>
            <a:r>
              <a:t>Texto</a:t>
            </a:r>
          </a:p>
          <a:p>
            <a:pPr defTabSz="685800">
              <a:defRPr sz="2500">
                <a:latin typeface="Montserrat"/>
                <a:ea typeface="Montserrat"/>
                <a:cs typeface="Montserrat"/>
                <a:sym typeface="Montserrat"/>
              </a:defRPr>
            </a:pPr>
            <a:r>
              <a:t>Párrafo</a:t>
            </a:r>
          </a:p>
        </p:txBody>
      </p:sp>
      <p:sp>
        <p:nvSpPr>
          <p:cNvPr id="4749" name="Shape 4749"/>
          <p:cNvSpPr/>
          <p:nvPr/>
        </p:nvSpPr>
        <p:spPr>
          <a:xfrm>
            <a:off x="3779520" y="5805170"/>
            <a:ext cx="5480050" cy="2354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0" y="21600"/>
                </a:lnTo>
              </a:path>
            </a:pathLst>
          </a:custGeom>
          <a:ln w="38100">
            <a:solidFill>
              <a:srgbClr val="F7BB00"/>
            </a:solidFill>
            <a:prstDash val="sysDot"/>
            <a:miter lim="400000"/>
            <a:headEnd type="oval"/>
          </a:ln>
        </p:spPr>
        <p:txBody>
          <a:bodyPr/>
          <a:lstStyle/>
          <a:p>
            <a:pPr/>
          </a:p>
        </p:txBody>
      </p:sp>
      <p:sp>
        <p:nvSpPr>
          <p:cNvPr id="4750" name="Shape 4750"/>
          <p:cNvSpPr/>
          <p:nvPr/>
        </p:nvSpPr>
        <p:spPr>
          <a:xfrm>
            <a:off x="14239240" y="5805170"/>
            <a:ext cx="5434330" cy="2354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F7BB00"/>
            </a:solidFill>
            <a:prstDash val="sysDot"/>
            <a:miter lim="400000"/>
            <a:headEnd type="oval"/>
          </a:ln>
        </p:spPr>
        <p:txBody>
          <a:bodyPr/>
          <a:lstStyle/>
          <a:p>
            <a:pPr/>
          </a:p>
        </p:txBody>
      </p:sp>
      <p:sp>
        <p:nvSpPr>
          <p:cNvPr id="4751" name="Shape 4751"/>
          <p:cNvSpPr/>
          <p:nvPr/>
        </p:nvSpPr>
        <p:spPr>
          <a:xfrm>
            <a:off x="8954770" y="5805170"/>
            <a:ext cx="1964690" cy="3733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16656"/>
                </a:lnTo>
                <a:lnTo>
                  <a:pt x="0" y="16656"/>
                </a:lnTo>
                <a:lnTo>
                  <a:pt x="0" y="21600"/>
                </a:lnTo>
              </a:path>
            </a:pathLst>
          </a:custGeom>
          <a:ln w="38100">
            <a:solidFill>
              <a:srgbClr val="F7BB00"/>
            </a:solidFill>
            <a:prstDash val="sysDot"/>
            <a:miter lim="400000"/>
            <a:headEnd type="oval"/>
          </a:ln>
        </p:spPr>
        <p:txBody>
          <a:bodyPr/>
          <a:lstStyle/>
          <a:p>
            <a:pPr/>
          </a:p>
        </p:txBody>
      </p:sp>
      <p:sp>
        <p:nvSpPr>
          <p:cNvPr id="4752" name="Shape 4752"/>
          <p:cNvSpPr/>
          <p:nvPr/>
        </p:nvSpPr>
        <p:spPr>
          <a:xfrm>
            <a:off x="12579350" y="5805170"/>
            <a:ext cx="1813561" cy="3733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6656"/>
                </a:lnTo>
                <a:lnTo>
                  <a:pt x="21600" y="16656"/>
                </a:lnTo>
                <a:lnTo>
                  <a:pt x="21600" y="21600"/>
                </a:lnTo>
              </a:path>
            </a:pathLst>
          </a:custGeom>
          <a:ln w="38100">
            <a:solidFill>
              <a:srgbClr val="F7BB00"/>
            </a:solidFill>
            <a:prstDash val="sysDot"/>
            <a:miter lim="400000"/>
            <a:headEnd type="oval"/>
          </a:ln>
        </p:spPr>
        <p:txBody>
          <a:bodyPr/>
          <a:lstStyle/>
          <a:p>
            <a:pPr/>
          </a:p>
        </p:txBody>
      </p:sp>
      <p:sp>
        <p:nvSpPr>
          <p:cNvPr id="4738" name="Shape 4738"/>
          <p:cNvSpPr/>
          <p:nvPr/>
        </p:nvSpPr>
        <p:spPr>
          <a:xfrm>
            <a:off x="11749857" y="3781612"/>
            <a:ext cx="1660130" cy="4048727"/>
          </a:xfrm>
          <a:prstGeom prst="rect">
            <a:avLst/>
          </a:prstGeom>
          <a:solidFill>
            <a:srgbClr val="82D1F1"/>
          </a:solidFill>
          <a:ln w="12700">
            <a:miter lim="400000"/>
          </a:ln>
        </p:spPr>
        <p:txBody>
          <a:bodyPr lIns="45719" rIns="45719" anchor="ctr"/>
          <a:lstStyle/>
          <a:p>
            <a:pPr defTabSz="914400">
              <a:defRPr sz="1000">
                <a:solidFill>
                  <a:srgbClr val="FFFFFF"/>
                </a:solidFill>
                <a:latin typeface="Calibri"/>
                <a:ea typeface="Calibri"/>
                <a:cs typeface="Calibri"/>
                <a:sym typeface="Calibri"/>
              </a:defRPr>
            </a:pPr>
          </a:p>
        </p:txBody>
      </p:sp>
      <p:sp>
        <p:nvSpPr>
          <p:cNvPr id="4739" name="Shape 4739"/>
          <p:cNvSpPr/>
          <p:nvPr/>
        </p:nvSpPr>
        <p:spPr>
          <a:xfrm>
            <a:off x="10089726" y="3781612"/>
            <a:ext cx="1660130" cy="4048727"/>
          </a:xfrm>
          <a:prstGeom prst="rect">
            <a:avLst/>
          </a:prstGeom>
          <a:solidFill>
            <a:srgbClr val="6388BF"/>
          </a:solidFill>
          <a:ln w="12700">
            <a:miter lim="400000"/>
          </a:ln>
        </p:spPr>
        <p:txBody>
          <a:bodyPr lIns="45719" rIns="45719" anchor="ctr"/>
          <a:lstStyle/>
          <a:p>
            <a:pPr defTabSz="914400">
              <a:defRPr sz="1000">
                <a:solidFill>
                  <a:srgbClr val="FFFFFF"/>
                </a:solidFill>
                <a:latin typeface="Calibri"/>
                <a:ea typeface="Calibri"/>
                <a:cs typeface="Calibri"/>
                <a:sym typeface="Calibri"/>
              </a:defRPr>
            </a:pPr>
          </a:p>
        </p:txBody>
      </p:sp>
      <p:sp>
        <p:nvSpPr>
          <p:cNvPr id="4740" name="Shape 4740"/>
          <p:cNvSpPr/>
          <p:nvPr/>
        </p:nvSpPr>
        <p:spPr>
          <a:xfrm>
            <a:off x="13409987" y="3781612"/>
            <a:ext cx="1660130" cy="4048727"/>
          </a:xfrm>
          <a:prstGeom prst="rect">
            <a:avLst/>
          </a:prstGeom>
          <a:solidFill>
            <a:srgbClr val="B3E6F1"/>
          </a:solidFill>
          <a:ln w="12700">
            <a:miter lim="400000"/>
          </a:ln>
        </p:spPr>
        <p:txBody>
          <a:bodyPr lIns="45719" rIns="45719" anchor="ctr"/>
          <a:lstStyle/>
          <a:p>
            <a:pPr defTabSz="914400">
              <a:defRPr sz="1000">
                <a:solidFill>
                  <a:srgbClr val="FFFFFF"/>
                </a:solidFill>
                <a:latin typeface="Calibri"/>
                <a:ea typeface="Calibri"/>
                <a:cs typeface="Calibri"/>
                <a:sym typeface="Calibri"/>
              </a:defRPr>
            </a:pPr>
          </a:p>
        </p:txBody>
      </p:sp>
      <p:sp>
        <p:nvSpPr>
          <p:cNvPr id="4741" name="Shape 4741"/>
          <p:cNvSpPr/>
          <p:nvPr/>
        </p:nvSpPr>
        <p:spPr>
          <a:xfrm>
            <a:off x="8429595" y="3781612"/>
            <a:ext cx="1660130" cy="4048727"/>
          </a:xfrm>
          <a:prstGeom prst="rect">
            <a:avLst/>
          </a:prstGeom>
          <a:solidFill>
            <a:srgbClr val="004B75"/>
          </a:solidFill>
          <a:ln w="12700">
            <a:miter lim="400000"/>
          </a:ln>
        </p:spPr>
        <p:txBody>
          <a:bodyPr lIns="45719" rIns="45719" anchor="ctr"/>
          <a:lstStyle/>
          <a:p>
            <a:pPr defTabSz="914400">
              <a:defRPr sz="1000">
                <a:solidFill>
                  <a:srgbClr val="FFFFFF"/>
                </a:solidFill>
                <a:latin typeface="Calibri"/>
                <a:ea typeface="Calibri"/>
                <a:cs typeface="Calibri"/>
                <a:sym typeface="Calibri"/>
              </a:defRPr>
            </a:pPr>
          </a:p>
        </p:txBody>
      </p:sp>
      <p:grpSp>
        <p:nvGrpSpPr>
          <p:cNvPr id="4744" name="Group 4744"/>
          <p:cNvGrpSpPr/>
          <p:nvPr/>
        </p:nvGrpSpPr>
        <p:grpSpPr>
          <a:xfrm>
            <a:off x="8136640" y="2373590"/>
            <a:ext cx="7192849" cy="3495878"/>
            <a:chOff x="0" y="0"/>
            <a:chExt cx="7192847" cy="3495876"/>
          </a:xfrm>
        </p:grpSpPr>
        <p:sp>
          <p:nvSpPr>
            <p:cNvPr id="4742" name="Shape 4742"/>
            <p:cNvSpPr/>
            <p:nvPr/>
          </p:nvSpPr>
          <p:spPr>
            <a:xfrm>
              <a:off x="0" y="694830"/>
              <a:ext cx="7192848" cy="2801047"/>
            </a:xfrm>
            <a:custGeom>
              <a:avLst/>
              <a:gdLst/>
              <a:ahLst/>
              <a:cxnLst>
                <a:cxn ang="0">
                  <a:pos x="wd2" y="hd2"/>
                </a:cxn>
                <a:cxn ang="5400000">
                  <a:pos x="wd2" y="hd2"/>
                </a:cxn>
                <a:cxn ang="10800000">
                  <a:pos x="wd2" y="hd2"/>
                </a:cxn>
                <a:cxn ang="16200000">
                  <a:pos x="wd2" y="hd2"/>
                </a:cxn>
              </a:cxnLst>
              <a:rect l="0" t="0" r="r" b="b"/>
              <a:pathLst>
                <a:path w="21589" h="21600" fill="norm" stroke="1" extrusionOk="0">
                  <a:moveTo>
                    <a:pt x="19941" y="627"/>
                  </a:moveTo>
                  <a:cubicBezTo>
                    <a:pt x="17401" y="627"/>
                    <a:pt x="14860" y="627"/>
                    <a:pt x="12320" y="627"/>
                  </a:cubicBezTo>
                  <a:cubicBezTo>
                    <a:pt x="12320" y="0"/>
                    <a:pt x="12320" y="0"/>
                    <a:pt x="12320" y="0"/>
                  </a:cubicBezTo>
                  <a:cubicBezTo>
                    <a:pt x="9292" y="0"/>
                    <a:pt x="9292" y="0"/>
                    <a:pt x="9292" y="0"/>
                  </a:cubicBezTo>
                  <a:cubicBezTo>
                    <a:pt x="9292" y="627"/>
                    <a:pt x="9292" y="627"/>
                    <a:pt x="9292" y="627"/>
                  </a:cubicBezTo>
                  <a:cubicBezTo>
                    <a:pt x="6751" y="627"/>
                    <a:pt x="4199" y="627"/>
                    <a:pt x="1647" y="627"/>
                  </a:cubicBezTo>
                  <a:cubicBezTo>
                    <a:pt x="742" y="657"/>
                    <a:pt x="0" y="2420"/>
                    <a:pt x="0" y="4541"/>
                  </a:cubicBezTo>
                  <a:cubicBezTo>
                    <a:pt x="0" y="6662"/>
                    <a:pt x="0" y="8754"/>
                    <a:pt x="0" y="10875"/>
                  </a:cubicBezTo>
                  <a:cubicBezTo>
                    <a:pt x="0" y="12996"/>
                    <a:pt x="719" y="15326"/>
                    <a:pt x="1624" y="15924"/>
                  </a:cubicBezTo>
                  <a:cubicBezTo>
                    <a:pt x="4049" y="17447"/>
                    <a:pt x="6519" y="18344"/>
                    <a:pt x="8990" y="18642"/>
                  </a:cubicBezTo>
                  <a:cubicBezTo>
                    <a:pt x="8990" y="21600"/>
                    <a:pt x="8990" y="21600"/>
                    <a:pt x="8990" y="21600"/>
                  </a:cubicBezTo>
                  <a:cubicBezTo>
                    <a:pt x="12262" y="21600"/>
                    <a:pt x="12262" y="21600"/>
                    <a:pt x="12262" y="21600"/>
                  </a:cubicBezTo>
                  <a:cubicBezTo>
                    <a:pt x="12262" y="19120"/>
                    <a:pt x="12262" y="19120"/>
                    <a:pt x="12262" y="19120"/>
                  </a:cubicBezTo>
                  <a:cubicBezTo>
                    <a:pt x="12320" y="19120"/>
                    <a:pt x="12320" y="19120"/>
                    <a:pt x="12320" y="19120"/>
                  </a:cubicBezTo>
                  <a:cubicBezTo>
                    <a:pt x="12320" y="18672"/>
                    <a:pt x="12320" y="18672"/>
                    <a:pt x="12320" y="18672"/>
                  </a:cubicBezTo>
                  <a:cubicBezTo>
                    <a:pt x="14895" y="18433"/>
                    <a:pt x="17447" y="17507"/>
                    <a:pt x="19964" y="15924"/>
                  </a:cubicBezTo>
                  <a:cubicBezTo>
                    <a:pt x="20869" y="15326"/>
                    <a:pt x="21588" y="12996"/>
                    <a:pt x="21588" y="10875"/>
                  </a:cubicBezTo>
                  <a:cubicBezTo>
                    <a:pt x="21588" y="8754"/>
                    <a:pt x="21588" y="6662"/>
                    <a:pt x="21588" y="4541"/>
                  </a:cubicBezTo>
                  <a:cubicBezTo>
                    <a:pt x="21600" y="2420"/>
                    <a:pt x="20858" y="657"/>
                    <a:pt x="19941" y="627"/>
                  </a:cubicBezTo>
                  <a:close/>
                </a:path>
              </a:pathLst>
            </a:custGeom>
            <a:solidFill>
              <a:srgbClr val="FFC003"/>
            </a:solidFill>
            <a:ln w="12700" cap="flat">
              <a:noFill/>
              <a:miter lim="400000"/>
            </a:ln>
            <a:effectLst/>
          </p:spPr>
          <p:txBody>
            <a:bodyPr wrap="square" lIns="45719" tIns="45719" rIns="45719" bIns="45719" numCol="1" anchor="t">
              <a:noAutofit/>
            </a:bodyPr>
            <a:lstStyle/>
            <a:p>
              <a:pPr algn="l" defTabSz="914400">
                <a:defRPr sz="1000">
                  <a:latin typeface="Calibri"/>
                  <a:ea typeface="Calibri"/>
                  <a:cs typeface="Calibri"/>
                  <a:sym typeface="Calibri"/>
                </a:defRPr>
              </a:pPr>
            </a:p>
          </p:txBody>
        </p:sp>
        <p:sp>
          <p:nvSpPr>
            <p:cNvPr id="4743" name="Shape 4743"/>
            <p:cNvSpPr/>
            <p:nvPr/>
          </p:nvSpPr>
          <p:spPr>
            <a:xfrm>
              <a:off x="1546440" y="-1"/>
              <a:ext cx="4112813" cy="809068"/>
            </a:xfrm>
            <a:custGeom>
              <a:avLst/>
              <a:gdLst/>
              <a:ahLst/>
              <a:cxnLst>
                <a:cxn ang="0">
                  <a:pos x="wd2" y="hd2"/>
                </a:cxn>
                <a:cxn ang="5400000">
                  <a:pos x="wd2" y="hd2"/>
                </a:cxn>
                <a:cxn ang="10800000">
                  <a:pos x="wd2" y="hd2"/>
                </a:cxn>
                <a:cxn ang="16200000">
                  <a:pos x="wd2" y="hd2"/>
                </a:cxn>
              </a:cxnLst>
              <a:rect l="0" t="0" r="r" b="b"/>
              <a:pathLst>
                <a:path w="21600" h="19690" fill="norm" stroke="1" extrusionOk="0">
                  <a:moveTo>
                    <a:pt x="21153" y="9409"/>
                  </a:moveTo>
                  <a:cubicBezTo>
                    <a:pt x="21072" y="7711"/>
                    <a:pt x="20747" y="6202"/>
                    <a:pt x="20280" y="5730"/>
                  </a:cubicBezTo>
                  <a:cubicBezTo>
                    <a:pt x="13967" y="-1910"/>
                    <a:pt x="7329" y="-1910"/>
                    <a:pt x="1015" y="5730"/>
                  </a:cubicBezTo>
                  <a:cubicBezTo>
                    <a:pt x="548" y="6296"/>
                    <a:pt x="203" y="7805"/>
                    <a:pt x="122" y="9503"/>
                  </a:cubicBezTo>
                  <a:cubicBezTo>
                    <a:pt x="0" y="9503"/>
                    <a:pt x="0" y="9503"/>
                    <a:pt x="0" y="9503"/>
                  </a:cubicBezTo>
                  <a:cubicBezTo>
                    <a:pt x="0" y="19690"/>
                    <a:pt x="0" y="19690"/>
                    <a:pt x="0" y="19690"/>
                  </a:cubicBezTo>
                  <a:cubicBezTo>
                    <a:pt x="2395" y="19690"/>
                    <a:pt x="2395" y="19690"/>
                    <a:pt x="2395" y="19690"/>
                  </a:cubicBezTo>
                  <a:cubicBezTo>
                    <a:pt x="2395" y="13276"/>
                    <a:pt x="2395" y="13276"/>
                    <a:pt x="2395" y="13276"/>
                  </a:cubicBezTo>
                  <a:cubicBezTo>
                    <a:pt x="7917" y="7334"/>
                    <a:pt x="13683" y="7428"/>
                    <a:pt x="19184" y="13559"/>
                  </a:cubicBezTo>
                  <a:cubicBezTo>
                    <a:pt x="19184" y="19501"/>
                    <a:pt x="19184" y="19501"/>
                    <a:pt x="19184" y="19501"/>
                  </a:cubicBezTo>
                  <a:cubicBezTo>
                    <a:pt x="21600" y="19501"/>
                    <a:pt x="21600" y="19501"/>
                    <a:pt x="21600" y="19501"/>
                  </a:cubicBezTo>
                  <a:cubicBezTo>
                    <a:pt x="21600" y="9409"/>
                    <a:pt x="21600" y="9409"/>
                    <a:pt x="21600" y="9409"/>
                  </a:cubicBezTo>
                  <a:lnTo>
                    <a:pt x="21153" y="9409"/>
                  </a:lnTo>
                  <a:close/>
                </a:path>
              </a:pathLst>
            </a:custGeom>
            <a:solidFill>
              <a:srgbClr val="F7BB00"/>
            </a:solidFill>
            <a:ln w="12700" cap="flat">
              <a:noFill/>
              <a:miter lim="400000"/>
            </a:ln>
            <a:effectLst/>
          </p:spPr>
          <p:txBody>
            <a:bodyPr wrap="square" lIns="45719" tIns="45719" rIns="45719" bIns="45719" numCol="1" anchor="t">
              <a:noAutofit/>
            </a:bodyPr>
            <a:lstStyle/>
            <a:p>
              <a:pPr algn="l" defTabSz="914400">
                <a:defRPr sz="1000">
                  <a:latin typeface="Calibri"/>
                  <a:ea typeface="Calibri"/>
                  <a:cs typeface="Calibri"/>
                  <a:sym typeface="Calibri"/>
                </a:defRPr>
              </a:pPr>
            </a:p>
          </p:txBody>
        </p:sp>
      </p:grpSp>
      <p:sp>
        <p:nvSpPr>
          <p:cNvPr id="4745" name="Shape 4745"/>
          <p:cNvSpPr/>
          <p:nvPr/>
        </p:nvSpPr>
        <p:spPr>
          <a:xfrm>
            <a:off x="8952910" y="6230944"/>
            <a:ext cx="613501" cy="611359"/>
          </a:xfrm>
          <a:custGeom>
            <a:avLst/>
            <a:gdLst/>
            <a:ahLst/>
            <a:cxnLst>
              <a:cxn ang="0">
                <a:pos x="wd2" y="hd2"/>
              </a:cxn>
              <a:cxn ang="5400000">
                <a:pos x="wd2" y="hd2"/>
              </a:cxn>
              <a:cxn ang="10800000">
                <a:pos x="wd2" y="hd2"/>
              </a:cxn>
              <a:cxn ang="16200000">
                <a:pos x="wd2" y="hd2"/>
              </a:cxn>
            </a:cxnLst>
            <a:rect l="0" t="0" r="r" b="b"/>
            <a:pathLst>
              <a:path w="20864" h="20696" fill="norm" stroke="1" extrusionOk="0">
                <a:moveTo>
                  <a:pt x="19735" y="7879"/>
                </a:moveTo>
                <a:cubicBezTo>
                  <a:pt x="9236" y="17834"/>
                  <a:pt x="9236" y="17834"/>
                  <a:pt x="9236" y="17834"/>
                </a:cubicBezTo>
                <a:cubicBezTo>
                  <a:pt x="7543" y="19487"/>
                  <a:pt x="4796" y="19487"/>
                  <a:pt x="2575" y="17834"/>
                </a:cubicBezTo>
                <a:cubicBezTo>
                  <a:pt x="920" y="16181"/>
                  <a:pt x="920" y="13401"/>
                  <a:pt x="2575" y="11748"/>
                </a:cubicBezTo>
                <a:cubicBezTo>
                  <a:pt x="11983" y="2357"/>
                  <a:pt x="11983" y="2357"/>
                  <a:pt x="11983" y="2357"/>
                </a:cubicBezTo>
                <a:cubicBezTo>
                  <a:pt x="13677" y="1267"/>
                  <a:pt x="15295" y="1267"/>
                  <a:pt x="16424" y="2357"/>
                </a:cubicBezTo>
                <a:cubicBezTo>
                  <a:pt x="17515" y="3446"/>
                  <a:pt x="17515" y="5663"/>
                  <a:pt x="16424" y="6790"/>
                </a:cubicBezTo>
                <a:cubicBezTo>
                  <a:pt x="7016" y="16181"/>
                  <a:pt x="7016" y="16181"/>
                  <a:pt x="7016" y="16181"/>
                </a:cubicBezTo>
                <a:cubicBezTo>
                  <a:pt x="6451" y="16744"/>
                  <a:pt x="5360" y="16744"/>
                  <a:pt x="4796" y="16181"/>
                </a:cubicBezTo>
                <a:cubicBezTo>
                  <a:pt x="4231" y="15617"/>
                  <a:pt x="4231" y="14528"/>
                  <a:pt x="4796" y="13964"/>
                </a:cubicBezTo>
                <a:cubicBezTo>
                  <a:pt x="13074" y="5663"/>
                  <a:pt x="13074" y="5663"/>
                  <a:pt x="13074" y="5663"/>
                </a:cubicBezTo>
                <a:cubicBezTo>
                  <a:pt x="11983" y="4573"/>
                  <a:pt x="11983" y="4573"/>
                  <a:pt x="11983" y="4573"/>
                </a:cubicBezTo>
                <a:cubicBezTo>
                  <a:pt x="3667" y="12875"/>
                  <a:pt x="3667" y="12875"/>
                  <a:pt x="3667" y="12875"/>
                </a:cubicBezTo>
                <a:cubicBezTo>
                  <a:pt x="2575" y="13964"/>
                  <a:pt x="2575" y="15617"/>
                  <a:pt x="3667" y="16744"/>
                </a:cubicBezTo>
                <a:cubicBezTo>
                  <a:pt x="4796" y="18397"/>
                  <a:pt x="7016" y="18397"/>
                  <a:pt x="8107" y="16744"/>
                </a:cubicBezTo>
                <a:cubicBezTo>
                  <a:pt x="17515" y="7879"/>
                  <a:pt x="17515" y="7879"/>
                  <a:pt x="17515" y="7879"/>
                </a:cubicBezTo>
                <a:cubicBezTo>
                  <a:pt x="19208" y="5663"/>
                  <a:pt x="19208" y="2883"/>
                  <a:pt x="17515" y="1267"/>
                </a:cubicBezTo>
                <a:cubicBezTo>
                  <a:pt x="15859" y="-423"/>
                  <a:pt x="13074" y="-423"/>
                  <a:pt x="11456" y="1267"/>
                </a:cubicBezTo>
                <a:cubicBezTo>
                  <a:pt x="1447" y="11185"/>
                  <a:pt x="1447" y="11185"/>
                  <a:pt x="1447" y="11185"/>
                </a:cubicBezTo>
                <a:cubicBezTo>
                  <a:pt x="-736" y="13401"/>
                  <a:pt x="-209" y="16744"/>
                  <a:pt x="1447" y="18961"/>
                </a:cubicBezTo>
                <a:cubicBezTo>
                  <a:pt x="3667" y="21177"/>
                  <a:pt x="7016" y="21177"/>
                  <a:pt x="9763" y="19487"/>
                </a:cubicBezTo>
                <a:cubicBezTo>
                  <a:pt x="20864" y="8442"/>
                  <a:pt x="20864" y="8442"/>
                  <a:pt x="20864" y="8442"/>
                </a:cubicBezTo>
                <a:lnTo>
                  <a:pt x="19735" y="7879"/>
                </a:lnTo>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4746" name="Shape 4746"/>
          <p:cNvSpPr/>
          <p:nvPr/>
        </p:nvSpPr>
        <p:spPr>
          <a:xfrm>
            <a:off x="10613042" y="6230944"/>
            <a:ext cx="613500" cy="611359"/>
          </a:xfrm>
          <a:custGeom>
            <a:avLst/>
            <a:gdLst/>
            <a:ahLst/>
            <a:cxnLst>
              <a:cxn ang="0">
                <a:pos x="wd2" y="hd2"/>
              </a:cxn>
              <a:cxn ang="5400000">
                <a:pos x="wd2" y="hd2"/>
              </a:cxn>
              <a:cxn ang="10800000">
                <a:pos x="wd2" y="hd2"/>
              </a:cxn>
              <a:cxn ang="16200000">
                <a:pos x="wd2" y="hd2"/>
              </a:cxn>
            </a:cxnLst>
            <a:rect l="0" t="0" r="r" b="b"/>
            <a:pathLst>
              <a:path w="20864" h="20696" fill="norm" stroke="1" extrusionOk="0">
                <a:moveTo>
                  <a:pt x="19735" y="7879"/>
                </a:moveTo>
                <a:cubicBezTo>
                  <a:pt x="9236" y="17834"/>
                  <a:pt x="9236" y="17834"/>
                  <a:pt x="9236" y="17834"/>
                </a:cubicBezTo>
                <a:cubicBezTo>
                  <a:pt x="7543" y="19487"/>
                  <a:pt x="4796" y="19487"/>
                  <a:pt x="2575" y="17834"/>
                </a:cubicBezTo>
                <a:cubicBezTo>
                  <a:pt x="920" y="16181"/>
                  <a:pt x="920" y="13401"/>
                  <a:pt x="2575" y="11748"/>
                </a:cubicBezTo>
                <a:cubicBezTo>
                  <a:pt x="11983" y="2357"/>
                  <a:pt x="11983" y="2357"/>
                  <a:pt x="11983" y="2357"/>
                </a:cubicBezTo>
                <a:cubicBezTo>
                  <a:pt x="13677" y="1267"/>
                  <a:pt x="15295" y="1267"/>
                  <a:pt x="16424" y="2357"/>
                </a:cubicBezTo>
                <a:cubicBezTo>
                  <a:pt x="17515" y="3446"/>
                  <a:pt x="17515" y="5663"/>
                  <a:pt x="16424" y="6790"/>
                </a:cubicBezTo>
                <a:cubicBezTo>
                  <a:pt x="7016" y="16181"/>
                  <a:pt x="7016" y="16181"/>
                  <a:pt x="7016" y="16181"/>
                </a:cubicBezTo>
                <a:cubicBezTo>
                  <a:pt x="6451" y="16744"/>
                  <a:pt x="5360" y="16744"/>
                  <a:pt x="4796" y="16181"/>
                </a:cubicBezTo>
                <a:cubicBezTo>
                  <a:pt x="4231" y="15617"/>
                  <a:pt x="4231" y="14528"/>
                  <a:pt x="4796" y="13964"/>
                </a:cubicBezTo>
                <a:cubicBezTo>
                  <a:pt x="13074" y="5663"/>
                  <a:pt x="13074" y="5663"/>
                  <a:pt x="13074" y="5663"/>
                </a:cubicBezTo>
                <a:cubicBezTo>
                  <a:pt x="11983" y="4573"/>
                  <a:pt x="11983" y="4573"/>
                  <a:pt x="11983" y="4573"/>
                </a:cubicBezTo>
                <a:cubicBezTo>
                  <a:pt x="3667" y="12875"/>
                  <a:pt x="3667" y="12875"/>
                  <a:pt x="3667" y="12875"/>
                </a:cubicBezTo>
                <a:cubicBezTo>
                  <a:pt x="2575" y="13964"/>
                  <a:pt x="2575" y="15617"/>
                  <a:pt x="3667" y="16744"/>
                </a:cubicBezTo>
                <a:cubicBezTo>
                  <a:pt x="4796" y="18397"/>
                  <a:pt x="7016" y="18397"/>
                  <a:pt x="8107" y="16744"/>
                </a:cubicBezTo>
                <a:cubicBezTo>
                  <a:pt x="17515" y="7879"/>
                  <a:pt x="17515" y="7879"/>
                  <a:pt x="17515" y="7879"/>
                </a:cubicBezTo>
                <a:cubicBezTo>
                  <a:pt x="19208" y="5663"/>
                  <a:pt x="19208" y="2883"/>
                  <a:pt x="17515" y="1267"/>
                </a:cubicBezTo>
                <a:cubicBezTo>
                  <a:pt x="15859" y="-423"/>
                  <a:pt x="13074" y="-423"/>
                  <a:pt x="11456" y="1267"/>
                </a:cubicBezTo>
                <a:cubicBezTo>
                  <a:pt x="1447" y="11185"/>
                  <a:pt x="1447" y="11185"/>
                  <a:pt x="1447" y="11185"/>
                </a:cubicBezTo>
                <a:cubicBezTo>
                  <a:pt x="-736" y="13401"/>
                  <a:pt x="-209" y="16744"/>
                  <a:pt x="1447" y="18961"/>
                </a:cubicBezTo>
                <a:cubicBezTo>
                  <a:pt x="3667" y="21177"/>
                  <a:pt x="7016" y="21177"/>
                  <a:pt x="9763" y="19487"/>
                </a:cubicBezTo>
                <a:cubicBezTo>
                  <a:pt x="20864" y="8442"/>
                  <a:pt x="20864" y="8442"/>
                  <a:pt x="20864" y="8442"/>
                </a:cubicBezTo>
                <a:lnTo>
                  <a:pt x="19735" y="7879"/>
                </a:lnTo>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4747" name="Shape 4747"/>
          <p:cNvSpPr/>
          <p:nvPr/>
        </p:nvSpPr>
        <p:spPr>
          <a:xfrm>
            <a:off x="12273173" y="6230944"/>
            <a:ext cx="613500" cy="611359"/>
          </a:xfrm>
          <a:custGeom>
            <a:avLst/>
            <a:gdLst/>
            <a:ahLst/>
            <a:cxnLst>
              <a:cxn ang="0">
                <a:pos x="wd2" y="hd2"/>
              </a:cxn>
              <a:cxn ang="5400000">
                <a:pos x="wd2" y="hd2"/>
              </a:cxn>
              <a:cxn ang="10800000">
                <a:pos x="wd2" y="hd2"/>
              </a:cxn>
              <a:cxn ang="16200000">
                <a:pos x="wd2" y="hd2"/>
              </a:cxn>
            </a:cxnLst>
            <a:rect l="0" t="0" r="r" b="b"/>
            <a:pathLst>
              <a:path w="20864" h="20696" fill="norm" stroke="1" extrusionOk="0">
                <a:moveTo>
                  <a:pt x="19735" y="7879"/>
                </a:moveTo>
                <a:cubicBezTo>
                  <a:pt x="9236" y="17834"/>
                  <a:pt x="9236" y="17834"/>
                  <a:pt x="9236" y="17834"/>
                </a:cubicBezTo>
                <a:cubicBezTo>
                  <a:pt x="7543" y="19487"/>
                  <a:pt x="4796" y="19487"/>
                  <a:pt x="2575" y="17834"/>
                </a:cubicBezTo>
                <a:cubicBezTo>
                  <a:pt x="920" y="16181"/>
                  <a:pt x="920" y="13401"/>
                  <a:pt x="2575" y="11748"/>
                </a:cubicBezTo>
                <a:cubicBezTo>
                  <a:pt x="11983" y="2357"/>
                  <a:pt x="11983" y="2357"/>
                  <a:pt x="11983" y="2357"/>
                </a:cubicBezTo>
                <a:cubicBezTo>
                  <a:pt x="13677" y="1267"/>
                  <a:pt x="15295" y="1267"/>
                  <a:pt x="16424" y="2357"/>
                </a:cubicBezTo>
                <a:cubicBezTo>
                  <a:pt x="17515" y="3446"/>
                  <a:pt x="17515" y="5663"/>
                  <a:pt x="16424" y="6790"/>
                </a:cubicBezTo>
                <a:cubicBezTo>
                  <a:pt x="7016" y="16181"/>
                  <a:pt x="7016" y="16181"/>
                  <a:pt x="7016" y="16181"/>
                </a:cubicBezTo>
                <a:cubicBezTo>
                  <a:pt x="6451" y="16744"/>
                  <a:pt x="5360" y="16744"/>
                  <a:pt x="4796" y="16181"/>
                </a:cubicBezTo>
                <a:cubicBezTo>
                  <a:pt x="4231" y="15617"/>
                  <a:pt x="4231" y="14528"/>
                  <a:pt x="4796" y="13964"/>
                </a:cubicBezTo>
                <a:cubicBezTo>
                  <a:pt x="13074" y="5663"/>
                  <a:pt x="13074" y="5663"/>
                  <a:pt x="13074" y="5663"/>
                </a:cubicBezTo>
                <a:cubicBezTo>
                  <a:pt x="11983" y="4573"/>
                  <a:pt x="11983" y="4573"/>
                  <a:pt x="11983" y="4573"/>
                </a:cubicBezTo>
                <a:cubicBezTo>
                  <a:pt x="3667" y="12875"/>
                  <a:pt x="3667" y="12875"/>
                  <a:pt x="3667" y="12875"/>
                </a:cubicBezTo>
                <a:cubicBezTo>
                  <a:pt x="2575" y="13964"/>
                  <a:pt x="2575" y="15617"/>
                  <a:pt x="3667" y="16744"/>
                </a:cubicBezTo>
                <a:cubicBezTo>
                  <a:pt x="4796" y="18397"/>
                  <a:pt x="7016" y="18397"/>
                  <a:pt x="8107" y="16744"/>
                </a:cubicBezTo>
                <a:cubicBezTo>
                  <a:pt x="17515" y="7879"/>
                  <a:pt x="17515" y="7879"/>
                  <a:pt x="17515" y="7879"/>
                </a:cubicBezTo>
                <a:cubicBezTo>
                  <a:pt x="19208" y="5663"/>
                  <a:pt x="19208" y="2883"/>
                  <a:pt x="17515" y="1267"/>
                </a:cubicBezTo>
                <a:cubicBezTo>
                  <a:pt x="15859" y="-423"/>
                  <a:pt x="13074" y="-423"/>
                  <a:pt x="11456" y="1267"/>
                </a:cubicBezTo>
                <a:cubicBezTo>
                  <a:pt x="1447" y="11185"/>
                  <a:pt x="1447" y="11185"/>
                  <a:pt x="1447" y="11185"/>
                </a:cubicBezTo>
                <a:cubicBezTo>
                  <a:pt x="-736" y="13401"/>
                  <a:pt x="-209" y="16744"/>
                  <a:pt x="1447" y="18961"/>
                </a:cubicBezTo>
                <a:cubicBezTo>
                  <a:pt x="3667" y="21177"/>
                  <a:pt x="7016" y="21177"/>
                  <a:pt x="9763" y="19487"/>
                </a:cubicBezTo>
                <a:cubicBezTo>
                  <a:pt x="20864" y="8442"/>
                  <a:pt x="20864" y="8442"/>
                  <a:pt x="20864" y="8442"/>
                </a:cubicBezTo>
                <a:lnTo>
                  <a:pt x="19735" y="7879"/>
                </a:lnTo>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
        <p:nvSpPr>
          <p:cNvPr id="4748" name="Shape 4748"/>
          <p:cNvSpPr/>
          <p:nvPr/>
        </p:nvSpPr>
        <p:spPr>
          <a:xfrm>
            <a:off x="13933304" y="6230944"/>
            <a:ext cx="613500" cy="611359"/>
          </a:xfrm>
          <a:custGeom>
            <a:avLst/>
            <a:gdLst/>
            <a:ahLst/>
            <a:cxnLst>
              <a:cxn ang="0">
                <a:pos x="wd2" y="hd2"/>
              </a:cxn>
              <a:cxn ang="5400000">
                <a:pos x="wd2" y="hd2"/>
              </a:cxn>
              <a:cxn ang="10800000">
                <a:pos x="wd2" y="hd2"/>
              </a:cxn>
              <a:cxn ang="16200000">
                <a:pos x="wd2" y="hd2"/>
              </a:cxn>
            </a:cxnLst>
            <a:rect l="0" t="0" r="r" b="b"/>
            <a:pathLst>
              <a:path w="20864" h="20696" fill="norm" stroke="1" extrusionOk="0">
                <a:moveTo>
                  <a:pt x="19735" y="7879"/>
                </a:moveTo>
                <a:cubicBezTo>
                  <a:pt x="9236" y="17834"/>
                  <a:pt x="9236" y="17834"/>
                  <a:pt x="9236" y="17834"/>
                </a:cubicBezTo>
                <a:cubicBezTo>
                  <a:pt x="7543" y="19487"/>
                  <a:pt x="4796" y="19487"/>
                  <a:pt x="2575" y="17834"/>
                </a:cubicBezTo>
                <a:cubicBezTo>
                  <a:pt x="920" y="16181"/>
                  <a:pt x="920" y="13401"/>
                  <a:pt x="2575" y="11748"/>
                </a:cubicBezTo>
                <a:cubicBezTo>
                  <a:pt x="11983" y="2357"/>
                  <a:pt x="11983" y="2357"/>
                  <a:pt x="11983" y="2357"/>
                </a:cubicBezTo>
                <a:cubicBezTo>
                  <a:pt x="13677" y="1267"/>
                  <a:pt x="15295" y="1267"/>
                  <a:pt x="16424" y="2357"/>
                </a:cubicBezTo>
                <a:cubicBezTo>
                  <a:pt x="17515" y="3446"/>
                  <a:pt x="17515" y="5663"/>
                  <a:pt x="16424" y="6790"/>
                </a:cubicBezTo>
                <a:cubicBezTo>
                  <a:pt x="7016" y="16181"/>
                  <a:pt x="7016" y="16181"/>
                  <a:pt x="7016" y="16181"/>
                </a:cubicBezTo>
                <a:cubicBezTo>
                  <a:pt x="6451" y="16744"/>
                  <a:pt x="5360" y="16744"/>
                  <a:pt x="4796" y="16181"/>
                </a:cubicBezTo>
                <a:cubicBezTo>
                  <a:pt x="4231" y="15617"/>
                  <a:pt x="4231" y="14528"/>
                  <a:pt x="4796" y="13964"/>
                </a:cubicBezTo>
                <a:cubicBezTo>
                  <a:pt x="13074" y="5663"/>
                  <a:pt x="13074" y="5663"/>
                  <a:pt x="13074" y="5663"/>
                </a:cubicBezTo>
                <a:cubicBezTo>
                  <a:pt x="11983" y="4573"/>
                  <a:pt x="11983" y="4573"/>
                  <a:pt x="11983" y="4573"/>
                </a:cubicBezTo>
                <a:cubicBezTo>
                  <a:pt x="3667" y="12875"/>
                  <a:pt x="3667" y="12875"/>
                  <a:pt x="3667" y="12875"/>
                </a:cubicBezTo>
                <a:cubicBezTo>
                  <a:pt x="2575" y="13964"/>
                  <a:pt x="2575" y="15617"/>
                  <a:pt x="3667" y="16744"/>
                </a:cubicBezTo>
                <a:cubicBezTo>
                  <a:pt x="4796" y="18397"/>
                  <a:pt x="7016" y="18397"/>
                  <a:pt x="8107" y="16744"/>
                </a:cubicBezTo>
                <a:cubicBezTo>
                  <a:pt x="17515" y="7879"/>
                  <a:pt x="17515" y="7879"/>
                  <a:pt x="17515" y="7879"/>
                </a:cubicBezTo>
                <a:cubicBezTo>
                  <a:pt x="19208" y="5663"/>
                  <a:pt x="19208" y="2883"/>
                  <a:pt x="17515" y="1267"/>
                </a:cubicBezTo>
                <a:cubicBezTo>
                  <a:pt x="15859" y="-423"/>
                  <a:pt x="13074" y="-423"/>
                  <a:pt x="11456" y="1267"/>
                </a:cubicBezTo>
                <a:cubicBezTo>
                  <a:pt x="1447" y="11185"/>
                  <a:pt x="1447" y="11185"/>
                  <a:pt x="1447" y="11185"/>
                </a:cubicBezTo>
                <a:cubicBezTo>
                  <a:pt x="-736" y="13401"/>
                  <a:pt x="-209" y="16744"/>
                  <a:pt x="1447" y="18961"/>
                </a:cubicBezTo>
                <a:cubicBezTo>
                  <a:pt x="3667" y="21177"/>
                  <a:pt x="7016" y="21177"/>
                  <a:pt x="9763" y="19487"/>
                </a:cubicBezTo>
                <a:cubicBezTo>
                  <a:pt x="20864" y="8442"/>
                  <a:pt x="20864" y="8442"/>
                  <a:pt x="20864" y="8442"/>
                </a:cubicBezTo>
                <a:lnTo>
                  <a:pt x="19735" y="7879"/>
                </a:lnTo>
              </a:path>
            </a:pathLst>
          </a:custGeom>
          <a:solidFill>
            <a:srgbClr val="FFFFFF"/>
          </a:solidFill>
          <a:ln w="12700">
            <a:miter lim="400000"/>
          </a:ln>
        </p:spPr>
        <p:txBody>
          <a:bodyPr lIns="91392" tIns="91392" rIns="91392" bIns="91392" anchor="ctr"/>
          <a:lstStyle/>
          <a:p>
            <a:pPr algn="l" defTabSz="1828800">
              <a:defRPr sz="3600">
                <a:latin typeface="Lato Light"/>
                <a:ea typeface="Lato Light"/>
                <a:cs typeface="Lato Light"/>
                <a:sym typeface="Lato Light"/>
              </a:defRPr>
            </a:pPr>
          </a:p>
        </p:txBody>
      </p:sp>
    </p:spTree>
  </p:cSld>
  <p:clrMapOvr>
    <a:masterClrMapping/>
  </p:clrMapOvr>
  <p:transition xmlns:p14="http://schemas.microsoft.com/office/powerpoint/2010/main" spd="med" advClick="1" p14:dur="1000"/>
</p:sld>
</file>

<file path=ppt/slides/slide15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754" name="Shape 4754"/>
          <p:cNvSpPr/>
          <p:nvPr/>
        </p:nvSpPr>
        <p:spPr>
          <a:xfrm>
            <a:off x="303300" y="385686"/>
            <a:ext cx="1017206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enfocada a resultados</a:t>
            </a:r>
          </a:p>
        </p:txBody>
      </p:sp>
      <p:grpSp>
        <p:nvGrpSpPr>
          <p:cNvPr id="4757" name="Group 4757"/>
          <p:cNvGrpSpPr/>
          <p:nvPr/>
        </p:nvGrpSpPr>
        <p:grpSpPr>
          <a:xfrm>
            <a:off x="-10355836" y="8824086"/>
            <a:ext cx="34810431" cy="5287282"/>
            <a:chOff x="0" y="0"/>
            <a:chExt cx="34810430" cy="5287281"/>
          </a:xfrm>
        </p:grpSpPr>
        <p:sp>
          <p:nvSpPr>
            <p:cNvPr id="4755" name="Shape 4755"/>
            <p:cNvSpPr/>
            <p:nvPr/>
          </p:nvSpPr>
          <p:spPr>
            <a:xfrm>
              <a:off x="0" y="0"/>
              <a:ext cx="17412733" cy="5287282"/>
            </a:xfrm>
            <a:custGeom>
              <a:avLst/>
              <a:gdLst/>
              <a:ahLst/>
              <a:cxnLst>
                <a:cxn ang="0">
                  <a:pos x="wd2" y="hd2"/>
                </a:cxn>
                <a:cxn ang="5400000">
                  <a:pos x="wd2" y="hd2"/>
                </a:cxn>
                <a:cxn ang="10800000">
                  <a:pos x="wd2" y="hd2"/>
                </a:cxn>
                <a:cxn ang="16200000">
                  <a:pos x="wd2" y="hd2"/>
                </a:cxn>
              </a:cxnLst>
              <a:rect l="0" t="0" r="r" b="b"/>
              <a:pathLst>
                <a:path w="21600" h="17630" fill="norm" stroke="1" extrusionOk="0">
                  <a:moveTo>
                    <a:pt x="18847" y="2691"/>
                  </a:moveTo>
                  <a:cubicBezTo>
                    <a:pt x="16906" y="-3970"/>
                    <a:pt x="14188" y="3833"/>
                    <a:pt x="14188" y="3833"/>
                  </a:cubicBezTo>
                  <a:cubicBezTo>
                    <a:pt x="12035" y="9827"/>
                    <a:pt x="10553" y="5545"/>
                    <a:pt x="10553" y="5545"/>
                  </a:cubicBezTo>
                  <a:cubicBezTo>
                    <a:pt x="7906" y="-1877"/>
                    <a:pt x="4721" y="5450"/>
                    <a:pt x="4721" y="5450"/>
                  </a:cubicBezTo>
                  <a:cubicBezTo>
                    <a:pt x="3221" y="9923"/>
                    <a:pt x="1871" y="7163"/>
                    <a:pt x="1871" y="7163"/>
                  </a:cubicBezTo>
                  <a:cubicBezTo>
                    <a:pt x="918" y="4689"/>
                    <a:pt x="0" y="4784"/>
                    <a:pt x="0" y="4784"/>
                  </a:cubicBezTo>
                  <a:cubicBezTo>
                    <a:pt x="0" y="10589"/>
                    <a:pt x="0" y="10589"/>
                    <a:pt x="0" y="10589"/>
                  </a:cubicBezTo>
                  <a:cubicBezTo>
                    <a:pt x="0" y="11826"/>
                    <a:pt x="0" y="11826"/>
                    <a:pt x="0" y="11826"/>
                  </a:cubicBezTo>
                  <a:cubicBezTo>
                    <a:pt x="0" y="17630"/>
                    <a:pt x="0" y="17630"/>
                    <a:pt x="0" y="17630"/>
                  </a:cubicBezTo>
                  <a:cubicBezTo>
                    <a:pt x="21600" y="17630"/>
                    <a:pt x="21600" y="17630"/>
                    <a:pt x="21600" y="17630"/>
                  </a:cubicBezTo>
                  <a:cubicBezTo>
                    <a:pt x="21600" y="11826"/>
                    <a:pt x="21600" y="11826"/>
                    <a:pt x="21600" y="11826"/>
                  </a:cubicBezTo>
                  <a:cubicBezTo>
                    <a:pt x="21600" y="10589"/>
                    <a:pt x="21600" y="10589"/>
                    <a:pt x="21600" y="10589"/>
                  </a:cubicBezTo>
                  <a:cubicBezTo>
                    <a:pt x="21600" y="4784"/>
                    <a:pt x="21600" y="4784"/>
                    <a:pt x="21600" y="4784"/>
                  </a:cubicBezTo>
                  <a:cubicBezTo>
                    <a:pt x="19447" y="4879"/>
                    <a:pt x="18847" y="2691"/>
                    <a:pt x="18847" y="2691"/>
                  </a:cubicBezTo>
                  <a:close/>
                </a:path>
              </a:pathLst>
            </a:custGeom>
            <a:solidFill>
              <a:srgbClr val="2C3F5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4756" name="Shape 4756"/>
            <p:cNvSpPr/>
            <p:nvPr/>
          </p:nvSpPr>
          <p:spPr>
            <a:xfrm>
              <a:off x="17397697" y="0"/>
              <a:ext cx="17412734" cy="5287282"/>
            </a:xfrm>
            <a:custGeom>
              <a:avLst/>
              <a:gdLst/>
              <a:ahLst/>
              <a:cxnLst>
                <a:cxn ang="0">
                  <a:pos x="wd2" y="hd2"/>
                </a:cxn>
                <a:cxn ang="5400000">
                  <a:pos x="wd2" y="hd2"/>
                </a:cxn>
                <a:cxn ang="10800000">
                  <a:pos x="wd2" y="hd2"/>
                </a:cxn>
                <a:cxn ang="16200000">
                  <a:pos x="wd2" y="hd2"/>
                </a:cxn>
              </a:cxnLst>
              <a:rect l="0" t="0" r="r" b="b"/>
              <a:pathLst>
                <a:path w="21600" h="17630" fill="norm" stroke="1" extrusionOk="0">
                  <a:moveTo>
                    <a:pt x="18847" y="2691"/>
                  </a:moveTo>
                  <a:cubicBezTo>
                    <a:pt x="16906" y="-3970"/>
                    <a:pt x="14188" y="3833"/>
                    <a:pt x="14188" y="3833"/>
                  </a:cubicBezTo>
                  <a:cubicBezTo>
                    <a:pt x="12035" y="9827"/>
                    <a:pt x="10553" y="5545"/>
                    <a:pt x="10553" y="5545"/>
                  </a:cubicBezTo>
                  <a:cubicBezTo>
                    <a:pt x="7906" y="-1877"/>
                    <a:pt x="4721" y="5450"/>
                    <a:pt x="4721" y="5450"/>
                  </a:cubicBezTo>
                  <a:cubicBezTo>
                    <a:pt x="3221" y="9923"/>
                    <a:pt x="1871" y="7163"/>
                    <a:pt x="1871" y="7163"/>
                  </a:cubicBezTo>
                  <a:cubicBezTo>
                    <a:pt x="918" y="4689"/>
                    <a:pt x="0" y="4784"/>
                    <a:pt x="0" y="4784"/>
                  </a:cubicBezTo>
                  <a:cubicBezTo>
                    <a:pt x="0" y="10589"/>
                    <a:pt x="0" y="10589"/>
                    <a:pt x="0" y="10589"/>
                  </a:cubicBezTo>
                  <a:cubicBezTo>
                    <a:pt x="0" y="11826"/>
                    <a:pt x="0" y="11826"/>
                    <a:pt x="0" y="11826"/>
                  </a:cubicBezTo>
                  <a:cubicBezTo>
                    <a:pt x="0" y="17630"/>
                    <a:pt x="0" y="17630"/>
                    <a:pt x="0" y="17630"/>
                  </a:cubicBezTo>
                  <a:cubicBezTo>
                    <a:pt x="21600" y="17630"/>
                    <a:pt x="21600" y="17630"/>
                    <a:pt x="21600" y="17630"/>
                  </a:cubicBezTo>
                  <a:cubicBezTo>
                    <a:pt x="21600" y="11826"/>
                    <a:pt x="21600" y="11826"/>
                    <a:pt x="21600" y="11826"/>
                  </a:cubicBezTo>
                  <a:cubicBezTo>
                    <a:pt x="21600" y="10589"/>
                    <a:pt x="21600" y="10589"/>
                    <a:pt x="21600" y="10589"/>
                  </a:cubicBezTo>
                  <a:cubicBezTo>
                    <a:pt x="21600" y="4784"/>
                    <a:pt x="21600" y="4784"/>
                    <a:pt x="21600" y="4784"/>
                  </a:cubicBezTo>
                  <a:cubicBezTo>
                    <a:pt x="19447" y="4879"/>
                    <a:pt x="18847" y="2691"/>
                    <a:pt x="18847" y="2691"/>
                  </a:cubicBezTo>
                  <a:close/>
                </a:path>
              </a:pathLst>
            </a:custGeom>
            <a:solidFill>
              <a:srgbClr val="2C3F5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4758" name="Shape 4758"/>
          <p:cNvSpPr/>
          <p:nvPr/>
        </p:nvSpPr>
        <p:spPr>
          <a:xfrm>
            <a:off x="1907775" y="10485725"/>
            <a:ext cx="1103384" cy="622328"/>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solidFill>
                  <a:srgbClr val="FFFFFF"/>
                </a:solidFill>
                <a:latin typeface="Montserrat"/>
                <a:ea typeface="Montserrat"/>
                <a:cs typeface="Montserrat"/>
                <a:sym typeface="Montserrat"/>
              </a:defRPr>
            </a:lvl1pPr>
          </a:lstStyle>
          <a:p>
            <a:pPr/>
            <a:r>
              <a:t>Plan</a:t>
            </a:r>
          </a:p>
        </p:txBody>
      </p:sp>
      <p:grpSp>
        <p:nvGrpSpPr>
          <p:cNvPr id="4761" name="Group 4761"/>
          <p:cNvGrpSpPr/>
          <p:nvPr/>
        </p:nvGrpSpPr>
        <p:grpSpPr>
          <a:xfrm>
            <a:off x="5065328" y="9031906"/>
            <a:ext cx="1311219" cy="1942771"/>
            <a:chOff x="0" y="0"/>
            <a:chExt cx="1311217" cy="1942769"/>
          </a:xfrm>
        </p:grpSpPr>
        <p:sp>
          <p:nvSpPr>
            <p:cNvPr id="4759" name="Shape 4759"/>
            <p:cNvSpPr/>
            <p:nvPr/>
          </p:nvSpPr>
          <p:spPr>
            <a:xfrm>
              <a:off x="-1" y="1073635"/>
              <a:ext cx="932289" cy="869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00" y="9741"/>
                  </a:moveTo>
                  <a:cubicBezTo>
                    <a:pt x="16400" y="5929"/>
                    <a:pt x="15600" y="2965"/>
                    <a:pt x="14400" y="0"/>
                  </a:cubicBezTo>
                  <a:cubicBezTo>
                    <a:pt x="9600" y="0"/>
                    <a:pt x="9600" y="0"/>
                    <a:pt x="9600" y="0"/>
                  </a:cubicBezTo>
                  <a:cubicBezTo>
                    <a:pt x="10400" y="2118"/>
                    <a:pt x="10800" y="4659"/>
                    <a:pt x="10000" y="7200"/>
                  </a:cubicBezTo>
                  <a:cubicBezTo>
                    <a:pt x="10000" y="7200"/>
                    <a:pt x="10000" y="7200"/>
                    <a:pt x="10000" y="7200"/>
                  </a:cubicBezTo>
                  <a:cubicBezTo>
                    <a:pt x="10000" y="7200"/>
                    <a:pt x="10000" y="7624"/>
                    <a:pt x="9600" y="8471"/>
                  </a:cubicBezTo>
                  <a:cubicBezTo>
                    <a:pt x="9600" y="8471"/>
                    <a:pt x="9600" y="8471"/>
                    <a:pt x="9600" y="8471"/>
                  </a:cubicBezTo>
                  <a:cubicBezTo>
                    <a:pt x="9600" y="8471"/>
                    <a:pt x="9600" y="8471"/>
                    <a:pt x="9600" y="8471"/>
                  </a:cubicBezTo>
                  <a:cubicBezTo>
                    <a:pt x="9200" y="9741"/>
                    <a:pt x="8000" y="11435"/>
                    <a:pt x="7200" y="13129"/>
                  </a:cubicBezTo>
                  <a:cubicBezTo>
                    <a:pt x="5200" y="16094"/>
                    <a:pt x="0" y="20753"/>
                    <a:pt x="0" y="20753"/>
                  </a:cubicBezTo>
                  <a:cubicBezTo>
                    <a:pt x="0" y="20753"/>
                    <a:pt x="5200" y="17365"/>
                    <a:pt x="7200" y="15671"/>
                  </a:cubicBezTo>
                  <a:cubicBezTo>
                    <a:pt x="8000" y="14824"/>
                    <a:pt x="10000" y="13129"/>
                    <a:pt x="11200" y="11859"/>
                  </a:cubicBezTo>
                  <a:cubicBezTo>
                    <a:pt x="11600" y="12282"/>
                    <a:pt x="12000" y="13129"/>
                    <a:pt x="12000" y="13553"/>
                  </a:cubicBezTo>
                  <a:cubicBezTo>
                    <a:pt x="12400" y="16094"/>
                    <a:pt x="14400" y="21600"/>
                    <a:pt x="14400" y="21600"/>
                  </a:cubicBezTo>
                  <a:cubicBezTo>
                    <a:pt x="14400" y="21600"/>
                    <a:pt x="13200" y="15247"/>
                    <a:pt x="13200" y="12282"/>
                  </a:cubicBezTo>
                  <a:cubicBezTo>
                    <a:pt x="13200" y="12282"/>
                    <a:pt x="13200" y="11859"/>
                    <a:pt x="13200" y="11859"/>
                  </a:cubicBezTo>
                  <a:cubicBezTo>
                    <a:pt x="14400" y="12282"/>
                    <a:pt x="16000" y="12706"/>
                    <a:pt x="17200" y="13553"/>
                  </a:cubicBezTo>
                  <a:cubicBezTo>
                    <a:pt x="18800" y="14824"/>
                    <a:pt x="21600" y="18635"/>
                    <a:pt x="21600" y="18635"/>
                  </a:cubicBezTo>
                  <a:cubicBezTo>
                    <a:pt x="21600" y="18635"/>
                    <a:pt x="19600" y="15247"/>
                    <a:pt x="18800" y="13976"/>
                  </a:cubicBezTo>
                  <a:cubicBezTo>
                    <a:pt x="18000" y="12706"/>
                    <a:pt x="16000" y="10588"/>
                    <a:pt x="15200" y="9741"/>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4760" name="Shape 4760"/>
            <p:cNvSpPr/>
            <p:nvPr/>
          </p:nvSpPr>
          <p:spPr>
            <a:xfrm>
              <a:off x="331912" y="-1"/>
              <a:ext cx="979306" cy="1073637"/>
            </a:xfrm>
            <a:custGeom>
              <a:avLst/>
              <a:gdLst/>
              <a:ahLst/>
              <a:cxnLst>
                <a:cxn ang="0">
                  <a:pos x="wd2" y="hd2"/>
                </a:cxn>
                <a:cxn ang="5400000">
                  <a:pos x="wd2" y="hd2"/>
                </a:cxn>
                <a:cxn ang="10800000">
                  <a:pos x="wd2" y="hd2"/>
                </a:cxn>
                <a:cxn ang="16200000">
                  <a:pos x="wd2" y="hd2"/>
                </a:cxn>
              </a:cxnLst>
              <a:rect l="0" t="0" r="r" b="b"/>
              <a:pathLst>
                <a:path w="20096" h="21600" fill="norm" stroke="1" extrusionOk="0">
                  <a:moveTo>
                    <a:pt x="16909" y="2057"/>
                  </a:moveTo>
                  <a:cubicBezTo>
                    <a:pt x="14785" y="2400"/>
                    <a:pt x="9827" y="2057"/>
                    <a:pt x="5578" y="4114"/>
                  </a:cubicBezTo>
                  <a:cubicBezTo>
                    <a:pt x="3099" y="5486"/>
                    <a:pt x="2037" y="7543"/>
                    <a:pt x="1683" y="9257"/>
                  </a:cubicBezTo>
                  <a:cubicBezTo>
                    <a:pt x="-1504" y="14057"/>
                    <a:pt x="621" y="17829"/>
                    <a:pt x="1683" y="21600"/>
                  </a:cubicBezTo>
                  <a:cubicBezTo>
                    <a:pt x="5932" y="21600"/>
                    <a:pt x="5932" y="21600"/>
                    <a:pt x="5932" y="21600"/>
                  </a:cubicBezTo>
                  <a:cubicBezTo>
                    <a:pt x="4516" y="18857"/>
                    <a:pt x="2745" y="15771"/>
                    <a:pt x="2745" y="12686"/>
                  </a:cubicBezTo>
                  <a:cubicBezTo>
                    <a:pt x="2745" y="11657"/>
                    <a:pt x="3099" y="10971"/>
                    <a:pt x="3453" y="10286"/>
                  </a:cubicBezTo>
                  <a:cubicBezTo>
                    <a:pt x="5578" y="6857"/>
                    <a:pt x="9473" y="5829"/>
                    <a:pt x="10181" y="5486"/>
                  </a:cubicBezTo>
                  <a:cubicBezTo>
                    <a:pt x="10181" y="5486"/>
                    <a:pt x="10889" y="5486"/>
                    <a:pt x="11598" y="5143"/>
                  </a:cubicBezTo>
                  <a:cubicBezTo>
                    <a:pt x="12306" y="5143"/>
                    <a:pt x="13368" y="4800"/>
                    <a:pt x="14076" y="4457"/>
                  </a:cubicBezTo>
                  <a:cubicBezTo>
                    <a:pt x="15493" y="4114"/>
                    <a:pt x="16909" y="3429"/>
                    <a:pt x="16909" y="3429"/>
                  </a:cubicBezTo>
                  <a:cubicBezTo>
                    <a:pt x="16909" y="3429"/>
                    <a:pt x="15493" y="4114"/>
                    <a:pt x="14076" y="4800"/>
                  </a:cubicBezTo>
                  <a:cubicBezTo>
                    <a:pt x="13368" y="5143"/>
                    <a:pt x="12660" y="5486"/>
                    <a:pt x="11952" y="5829"/>
                  </a:cubicBezTo>
                  <a:cubicBezTo>
                    <a:pt x="11244" y="5829"/>
                    <a:pt x="10535" y="6171"/>
                    <a:pt x="10181" y="6171"/>
                  </a:cubicBezTo>
                  <a:cubicBezTo>
                    <a:pt x="9827" y="6514"/>
                    <a:pt x="8765" y="6514"/>
                    <a:pt x="7703" y="7543"/>
                  </a:cubicBezTo>
                  <a:cubicBezTo>
                    <a:pt x="6994" y="7886"/>
                    <a:pt x="6640" y="8229"/>
                    <a:pt x="5932" y="8571"/>
                  </a:cubicBezTo>
                  <a:cubicBezTo>
                    <a:pt x="5224" y="9257"/>
                    <a:pt x="4870" y="9943"/>
                    <a:pt x="4516" y="10629"/>
                  </a:cubicBezTo>
                  <a:cubicBezTo>
                    <a:pt x="3807" y="11657"/>
                    <a:pt x="3807" y="13029"/>
                    <a:pt x="3807" y="14400"/>
                  </a:cubicBezTo>
                  <a:cubicBezTo>
                    <a:pt x="4162" y="14743"/>
                    <a:pt x="4870" y="15086"/>
                    <a:pt x="6286" y="15086"/>
                  </a:cubicBezTo>
                  <a:cubicBezTo>
                    <a:pt x="17971" y="14057"/>
                    <a:pt x="20096" y="0"/>
                    <a:pt x="20096" y="0"/>
                  </a:cubicBezTo>
                  <a:cubicBezTo>
                    <a:pt x="20096" y="0"/>
                    <a:pt x="19034" y="1371"/>
                    <a:pt x="16909" y="2057"/>
                  </a:cubicBezTo>
                  <a:close/>
                </a:path>
              </a:pathLst>
            </a:custGeom>
            <a:solidFill>
              <a:srgbClr val="16A08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4762" name="Shape 4762"/>
          <p:cNvSpPr/>
          <p:nvPr/>
        </p:nvSpPr>
        <p:spPr>
          <a:xfrm>
            <a:off x="8005579" y="9323230"/>
            <a:ext cx="2255536" cy="19277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88" y="1336"/>
                </a:moveTo>
                <a:cubicBezTo>
                  <a:pt x="18350" y="1781"/>
                  <a:pt x="15674" y="1559"/>
                  <a:pt x="13381" y="2895"/>
                </a:cubicBezTo>
                <a:cubicBezTo>
                  <a:pt x="12042" y="3786"/>
                  <a:pt x="11469" y="4899"/>
                  <a:pt x="11087" y="5790"/>
                </a:cubicBezTo>
                <a:cubicBezTo>
                  <a:pt x="10704" y="6458"/>
                  <a:pt x="10513" y="7126"/>
                  <a:pt x="10322" y="7794"/>
                </a:cubicBezTo>
                <a:cubicBezTo>
                  <a:pt x="9940" y="6903"/>
                  <a:pt x="9366" y="6235"/>
                  <a:pt x="8602" y="5344"/>
                </a:cubicBezTo>
                <a:cubicBezTo>
                  <a:pt x="8219" y="4454"/>
                  <a:pt x="7646" y="3340"/>
                  <a:pt x="6117" y="3118"/>
                </a:cubicBezTo>
                <a:cubicBezTo>
                  <a:pt x="4205" y="2672"/>
                  <a:pt x="2485" y="3563"/>
                  <a:pt x="1529" y="3563"/>
                </a:cubicBezTo>
                <a:cubicBezTo>
                  <a:pt x="573" y="3563"/>
                  <a:pt x="0" y="3118"/>
                  <a:pt x="0" y="3118"/>
                </a:cubicBezTo>
                <a:cubicBezTo>
                  <a:pt x="0" y="3118"/>
                  <a:pt x="2485" y="9575"/>
                  <a:pt x="7455" y="8462"/>
                </a:cubicBezTo>
                <a:cubicBezTo>
                  <a:pt x="7837" y="8239"/>
                  <a:pt x="8219" y="7794"/>
                  <a:pt x="8219" y="7571"/>
                </a:cubicBezTo>
                <a:cubicBezTo>
                  <a:pt x="8028" y="7126"/>
                  <a:pt x="7837" y="6458"/>
                  <a:pt x="7455" y="6012"/>
                </a:cubicBezTo>
                <a:cubicBezTo>
                  <a:pt x="7264" y="5790"/>
                  <a:pt x="6881" y="5344"/>
                  <a:pt x="6690" y="5344"/>
                </a:cubicBezTo>
                <a:cubicBezTo>
                  <a:pt x="6308" y="5122"/>
                  <a:pt x="6117" y="4899"/>
                  <a:pt x="5735" y="4899"/>
                </a:cubicBezTo>
                <a:cubicBezTo>
                  <a:pt x="5161" y="4676"/>
                  <a:pt x="4779" y="4676"/>
                  <a:pt x="4588" y="4676"/>
                </a:cubicBezTo>
                <a:cubicBezTo>
                  <a:pt x="4396" y="4676"/>
                  <a:pt x="4205" y="4676"/>
                  <a:pt x="4014" y="4676"/>
                </a:cubicBezTo>
                <a:cubicBezTo>
                  <a:pt x="3632" y="4676"/>
                  <a:pt x="3250" y="4676"/>
                  <a:pt x="2867" y="4676"/>
                </a:cubicBezTo>
                <a:cubicBezTo>
                  <a:pt x="2294" y="4454"/>
                  <a:pt x="1720" y="4454"/>
                  <a:pt x="1720" y="4454"/>
                </a:cubicBezTo>
                <a:cubicBezTo>
                  <a:pt x="1720" y="4454"/>
                  <a:pt x="2294" y="4454"/>
                  <a:pt x="2867" y="4454"/>
                </a:cubicBezTo>
                <a:cubicBezTo>
                  <a:pt x="3250" y="4454"/>
                  <a:pt x="3632" y="4454"/>
                  <a:pt x="3823" y="4454"/>
                </a:cubicBezTo>
                <a:cubicBezTo>
                  <a:pt x="4205" y="4454"/>
                  <a:pt x="4396" y="4454"/>
                  <a:pt x="4588" y="4454"/>
                </a:cubicBezTo>
                <a:cubicBezTo>
                  <a:pt x="4970" y="4454"/>
                  <a:pt x="6308" y="4454"/>
                  <a:pt x="7455" y="5344"/>
                </a:cubicBezTo>
                <a:cubicBezTo>
                  <a:pt x="7646" y="5790"/>
                  <a:pt x="8028" y="6235"/>
                  <a:pt x="8219" y="6458"/>
                </a:cubicBezTo>
                <a:cubicBezTo>
                  <a:pt x="8411" y="6680"/>
                  <a:pt x="8411" y="6680"/>
                  <a:pt x="8411" y="6680"/>
                </a:cubicBezTo>
                <a:cubicBezTo>
                  <a:pt x="8411" y="6680"/>
                  <a:pt x="8411" y="6680"/>
                  <a:pt x="8411" y="6680"/>
                </a:cubicBezTo>
                <a:cubicBezTo>
                  <a:pt x="9175" y="8016"/>
                  <a:pt x="9749" y="9353"/>
                  <a:pt x="10131" y="10689"/>
                </a:cubicBezTo>
                <a:cubicBezTo>
                  <a:pt x="10322" y="14252"/>
                  <a:pt x="12042" y="17146"/>
                  <a:pt x="11278" y="20932"/>
                </a:cubicBezTo>
                <a:cubicBezTo>
                  <a:pt x="11278" y="20932"/>
                  <a:pt x="11278" y="20932"/>
                  <a:pt x="11278" y="20932"/>
                </a:cubicBezTo>
                <a:cubicBezTo>
                  <a:pt x="11278" y="20932"/>
                  <a:pt x="11278" y="21155"/>
                  <a:pt x="11087" y="21600"/>
                </a:cubicBezTo>
                <a:cubicBezTo>
                  <a:pt x="14336" y="21600"/>
                  <a:pt x="14336" y="21600"/>
                  <a:pt x="14336" y="21600"/>
                </a:cubicBezTo>
                <a:cubicBezTo>
                  <a:pt x="15101" y="16478"/>
                  <a:pt x="11278" y="13138"/>
                  <a:pt x="11851" y="8016"/>
                </a:cubicBezTo>
                <a:cubicBezTo>
                  <a:pt x="11851" y="7571"/>
                  <a:pt x="12042" y="7348"/>
                  <a:pt x="12042" y="7126"/>
                </a:cubicBezTo>
                <a:cubicBezTo>
                  <a:pt x="13189" y="4676"/>
                  <a:pt x="15483" y="4008"/>
                  <a:pt x="15865" y="3786"/>
                </a:cubicBezTo>
                <a:cubicBezTo>
                  <a:pt x="16057" y="3786"/>
                  <a:pt x="16248" y="3786"/>
                  <a:pt x="16821" y="3563"/>
                </a:cubicBezTo>
                <a:cubicBezTo>
                  <a:pt x="17204" y="3563"/>
                  <a:pt x="17586" y="3340"/>
                  <a:pt x="18159" y="3118"/>
                </a:cubicBezTo>
                <a:cubicBezTo>
                  <a:pt x="18924" y="2895"/>
                  <a:pt x="19688" y="2449"/>
                  <a:pt x="19688" y="2449"/>
                </a:cubicBezTo>
                <a:cubicBezTo>
                  <a:pt x="19688" y="2449"/>
                  <a:pt x="19115" y="2895"/>
                  <a:pt x="18159" y="3340"/>
                </a:cubicBezTo>
                <a:cubicBezTo>
                  <a:pt x="17777" y="3563"/>
                  <a:pt x="17204" y="3786"/>
                  <a:pt x="16821" y="4008"/>
                </a:cubicBezTo>
                <a:cubicBezTo>
                  <a:pt x="16439" y="4231"/>
                  <a:pt x="16057" y="4231"/>
                  <a:pt x="15865" y="4454"/>
                </a:cubicBezTo>
                <a:cubicBezTo>
                  <a:pt x="15674" y="4454"/>
                  <a:pt x="15101" y="4676"/>
                  <a:pt x="14527" y="5122"/>
                </a:cubicBezTo>
                <a:cubicBezTo>
                  <a:pt x="14145" y="5344"/>
                  <a:pt x="13763" y="5567"/>
                  <a:pt x="13381" y="6012"/>
                </a:cubicBezTo>
                <a:cubicBezTo>
                  <a:pt x="12998" y="6458"/>
                  <a:pt x="12807" y="6903"/>
                  <a:pt x="12616" y="7348"/>
                </a:cubicBezTo>
                <a:cubicBezTo>
                  <a:pt x="12234" y="8239"/>
                  <a:pt x="12234" y="9130"/>
                  <a:pt x="12042" y="9798"/>
                </a:cubicBezTo>
                <a:cubicBezTo>
                  <a:pt x="12425" y="10243"/>
                  <a:pt x="12807" y="10466"/>
                  <a:pt x="13572" y="10466"/>
                </a:cubicBezTo>
                <a:cubicBezTo>
                  <a:pt x="20453" y="9798"/>
                  <a:pt x="21600" y="0"/>
                  <a:pt x="21600" y="0"/>
                </a:cubicBezTo>
                <a:cubicBezTo>
                  <a:pt x="21600" y="0"/>
                  <a:pt x="21027" y="891"/>
                  <a:pt x="19688" y="1336"/>
                </a:cubicBezTo>
                <a:close/>
              </a:path>
            </a:pathLst>
          </a:custGeom>
          <a:solidFill>
            <a:srgbClr val="D8C5A6"/>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4763" name="Shape 4763"/>
          <p:cNvSpPr/>
          <p:nvPr/>
        </p:nvSpPr>
        <p:spPr>
          <a:xfrm>
            <a:off x="8564952" y="11250961"/>
            <a:ext cx="1257086" cy="8150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590"/>
                </a:moveTo>
                <a:cubicBezTo>
                  <a:pt x="21600" y="11590"/>
                  <a:pt x="19200" y="10010"/>
                  <a:pt x="18171" y="8956"/>
                </a:cubicBezTo>
                <a:cubicBezTo>
                  <a:pt x="17486" y="8429"/>
                  <a:pt x="16800" y="7376"/>
                  <a:pt x="16457" y="6849"/>
                </a:cubicBezTo>
                <a:cubicBezTo>
                  <a:pt x="16114" y="5795"/>
                  <a:pt x="15771" y="4215"/>
                  <a:pt x="15771" y="3161"/>
                </a:cubicBezTo>
                <a:cubicBezTo>
                  <a:pt x="15771" y="2107"/>
                  <a:pt x="16114" y="1054"/>
                  <a:pt x="16114" y="0"/>
                </a:cubicBezTo>
                <a:cubicBezTo>
                  <a:pt x="10286" y="0"/>
                  <a:pt x="10286" y="0"/>
                  <a:pt x="10286" y="0"/>
                </a:cubicBezTo>
                <a:cubicBezTo>
                  <a:pt x="9943" y="2634"/>
                  <a:pt x="8571" y="6322"/>
                  <a:pt x="7200" y="9483"/>
                </a:cubicBezTo>
                <a:cubicBezTo>
                  <a:pt x="7200" y="10010"/>
                  <a:pt x="6857" y="10010"/>
                  <a:pt x="6514" y="10537"/>
                </a:cubicBezTo>
                <a:cubicBezTo>
                  <a:pt x="5829" y="11063"/>
                  <a:pt x="4800" y="11590"/>
                  <a:pt x="4114" y="12117"/>
                </a:cubicBezTo>
                <a:cubicBezTo>
                  <a:pt x="3086" y="12644"/>
                  <a:pt x="1029" y="14751"/>
                  <a:pt x="1029" y="14751"/>
                </a:cubicBezTo>
                <a:cubicBezTo>
                  <a:pt x="1029" y="14751"/>
                  <a:pt x="3771" y="13171"/>
                  <a:pt x="4800" y="12644"/>
                </a:cubicBezTo>
                <a:cubicBezTo>
                  <a:pt x="5143" y="12644"/>
                  <a:pt x="5486" y="12644"/>
                  <a:pt x="5486" y="12644"/>
                </a:cubicBezTo>
                <a:cubicBezTo>
                  <a:pt x="3429" y="16332"/>
                  <a:pt x="0" y="20546"/>
                  <a:pt x="0" y="20546"/>
                </a:cubicBezTo>
                <a:cubicBezTo>
                  <a:pt x="0" y="20546"/>
                  <a:pt x="5143" y="15805"/>
                  <a:pt x="7200" y="13171"/>
                </a:cubicBezTo>
                <a:cubicBezTo>
                  <a:pt x="8229" y="11590"/>
                  <a:pt x="9943" y="9483"/>
                  <a:pt x="11314" y="7376"/>
                </a:cubicBezTo>
                <a:cubicBezTo>
                  <a:pt x="11657" y="8429"/>
                  <a:pt x="12000" y="10010"/>
                  <a:pt x="12000" y="11063"/>
                </a:cubicBezTo>
                <a:cubicBezTo>
                  <a:pt x="12686" y="14224"/>
                  <a:pt x="14400" y="21600"/>
                  <a:pt x="14400" y="21600"/>
                </a:cubicBezTo>
                <a:cubicBezTo>
                  <a:pt x="14400" y="21600"/>
                  <a:pt x="13714" y="16859"/>
                  <a:pt x="13371" y="12644"/>
                </a:cubicBezTo>
                <a:cubicBezTo>
                  <a:pt x="13714" y="13171"/>
                  <a:pt x="14057" y="13171"/>
                  <a:pt x="14400" y="13698"/>
                </a:cubicBezTo>
                <a:cubicBezTo>
                  <a:pt x="14743" y="13698"/>
                  <a:pt x="16114" y="14224"/>
                  <a:pt x="16114" y="14224"/>
                </a:cubicBezTo>
                <a:cubicBezTo>
                  <a:pt x="16114" y="14224"/>
                  <a:pt x="14743" y="13171"/>
                  <a:pt x="14057" y="12644"/>
                </a:cubicBezTo>
                <a:cubicBezTo>
                  <a:pt x="13714" y="12117"/>
                  <a:pt x="13714" y="12117"/>
                  <a:pt x="13371" y="11590"/>
                </a:cubicBezTo>
                <a:cubicBezTo>
                  <a:pt x="13371" y="11063"/>
                  <a:pt x="13371" y="10010"/>
                  <a:pt x="13371" y="9483"/>
                </a:cubicBezTo>
                <a:cubicBezTo>
                  <a:pt x="13371" y="8429"/>
                  <a:pt x="13714" y="7376"/>
                  <a:pt x="13714" y="6322"/>
                </a:cubicBezTo>
                <a:cubicBezTo>
                  <a:pt x="13714" y="6322"/>
                  <a:pt x="14057" y="6322"/>
                  <a:pt x="14057" y="6322"/>
                </a:cubicBezTo>
                <a:cubicBezTo>
                  <a:pt x="14400" y="6849"/>
                  <a:pt x="15086" y="8429"/>
                  <a:pt x="15771" y="9483"/>
                </a:cubicBezTo>
                <a:cubicBezTo>
                  <a:pt x="17143" y="12644"/>
                  <a:pt x="18857" y="19493"/>
                  <a:pt x="18857" y="19493"/>
                </a:cubicBezTo>
                <a:cubicBezTo>
                  <a:pt x="18857" y="19493"/>
                  <a:pt x="18171" y="13171"/>
                  <a:pt x="17486" y="10537"/>
                </a:cubicBezTo>
                <a:cubicBezTo>
                  <a:pt x="17143" y="10010"/>
                  <a:pt x="17143" y="10010"/>
                  <a:pt x="17143" y="9483"/>
                </a:cubicBezTo>
                <a:cubicBezTo>
                  <a:pt x="17486" y="10010"/>
                  <a:pt x="18171" y="10010"/>
                  <a:pt x="18514" y="10537"/>
                </a:cubicBezTo>
                <a:cubicBezTo>
                  <a:pt x="19543" y="11063"/>
                  <a:pt x="21600" y="11590"/>
                  <a:pt x="21600" y="11590"/>
                </a:cubicBezTo>
                <a:close/>
              </a:path>
            </a:pathLst>
          </a:custGeom>
          <a:solidFill>
            <a:srgbClr val="FFFFFF"/>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4764" name="Shape 4764"/>
          <p:cNvSpPr/>
          <p:nvPr/>
        </p:nvSpPr>
        <p:spPr>
          <a:xfrm>
            <a:off x="12086342" y="6390054"/>
            <a:ext cx="2113323" cy="31747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575" y="11289"/>
                </a:moveTo>
                <a:cubicBezTo>
                  <a:pt x="14324" y="11440"/>
                  <a:pt x="13869" y="12042"/>
                  <a:pt x="13756" y="12418"/>
                </a:cubicBezTo>
                <a:cubicBezTo>
                  <a:pt x="13415" y="12569"/>
                  <a:pt x="13074" y="12794"/>
                  <a:pt x="12733" y="13020"/>
                </a:cubicBezTo>
                <a:cubicBezTo>
                  <a:pt x="12733" y="13020"/>
                  <a:pt x="11937" y="10537"/>
                  <a:pt x="15347" y="7752"/>
                </a:cubicBezTo>
                <a:cubicBezTo>
                  <a:pt x="15347" y="7752"/>
                  <a:pt x="15461" y="7827"/>
                  <a:pt x="15688" y="7902"/>
                </a:cubicBezTo>
                <a:cubicBezTo>
                  <a:pt x="19554" y="8429"/>
                  <a:pt x="21600" y="5344"/>
                  <a:pt x="21600" y="5344"/>
                </a:cubicBezTo>
                <a:cubicBezTo>
                  <a:pt x="21600" y="5344"/>
                  <a:pt x="21145" y="5645"/>
                  <a:pt x="20463" y="5645"/>
                </a:cubicBezTo>
                <a:cubicBezTo>
                  <a:pt x="19667" y="5645"/>
                  <a:pt x="18189" y="5193"/>
                  <a:pt x="16598" y="5419"/>
                </a:cubicBezTo>
                <a:cubicBezTo>
                  <a:pt x="15120" y="5645"/>
                  <a:pt x="14665" y="6397"/>
                  <a:pt x="14665" y="6698"/>
                </a:cubicBezTo>
                <a:cubicBezTo>
                  <a:pt x="14552" y="6924"/>
                  <a:pt x="14779" y="6999"/>
                  <a:pt x="14893" y="7075"/>
                </a:cubicBezTo>
                <a:cubicBezTo>
                  <a:pt x="15006" y="6924"/>
                  <a:pt x="15120" y="6774"/>
                  <a:pt x="15347" y="6548"/>
                </a:cubicBezTo>
                <a:cubicBezTo>
                  <a:pt x="16371" y="5946"/>
                  <a:pt x="17621" y="6021"/>
                  <a:pt x="17848" y="6021"/>
                </a:cubicBezTo>
                <a:cubicBezTo>
                  <a:pt x="17962" y="6021"/>
                  <a:pt x="18189" y="6021"/>
                  <a:pt x="18417" y="6021"/>
                </a:cubicBezTo>
                <a:cubicBezTo>
                  <a:pt x="18644" y="6021"/>
                  <a:pt x="18985" y="6021"/>
                  <a:pt x="19213" y="6021"/>
                </a:cubicBezTo>
                <a:cubicBezTo>
                  <a:pt x="19781" y="6021"/>
                  <a:pt x="20236" y="5946"/>
                  <a:pt x="20236" y="5946"/>
                </a:cubicBezTo>
                <a:cubicBezTo>
                  <a:pt x="20236" y="5946"/>
                  <a:pt x="19781" y="6021"/>
                  <a:pt x="19213" y="6096"/>
                </a:cubicBezTo>
                <a:cubicBezTo>
                  <a:pt x="18985" y="6171"/>
                  <a:pt x="18644" y="6171"/>
                  <a:pt x="18417" y="6171"/>
                </a:cubicBezTo>
                <a:cubicBezTo>
                  <a:pt x="18189" y="6171"/>
                  <a:pt x="17962" y="6171"/>
                  <a:pt x="17848" y="6171"/>
                </a:cubicBezTo>
                <a:cubicBezTo>
                  <a:pt x="17735" y="6171"/>
                  <a:pt x="17394" y="6171"/>
                  <a:pt x="16939" y="6247"/>
                </a:cubicBezTo>
                <a:cubicBezTo>
                  <a:pt x="16712" y="6247"/>
                  <a:pt x="16484" y="6322"/>
                  <a:pt x="16257" y="6397"/>
                </a:cubicBezTo>
                <a:cubicBezTo>
                  <a:pt x="16029" y="6472"/>
                  <a:pt x="15802" y="6623"/>
                  <a:pt x="15688" y="6774"/>
                </a:cubicBezTo>
                <a:cubicBezTo>
                  <a:pt x="15461" y="6924"/>
                  <a:pt x="15347" y="7075"/>
                  <a:pt x="15120" y="7225"/>
                </a:cubicBezTo>
                <a:cubicBezTo>
                  <a:pt x="13869" y="8053"/>
                  <a:pt x="12505" y="9107"/>
                  <a:pt x="12051" y="10085"/>
                </a:cubicBezTo>
                <a:cubicBezTo>
                  <a:pt x="12051" y="10085"/>
                  <a:pt x="10459" y="7150"/>
                  <a:pt x="13301" y="2183"/>
                </a:cubicBezTo>
                <a:cubicBezTo>
                  <a:pt x="13869" y="1656"/>
                  <a:pt x="14779" y="1505"/>
                  <a:pt x="14893" y="1430"/>
                </a:cubicBezTo>
                <a:cubicBezTo>
                  <a:pt x="15006" y="1430"/>
                  <a:pt x="15234" y="1355"/>
                  <a:pt x="15461" y="1279"/>
                </a:cubicBezTo>
                <a:cubicBezTo>
                  <a:pt x="15688" y="1279"/>
                  <a:pt x="16029" y="1204"/>
                  <a:pt x="16257" y="1129"/>
                </a:cubicBezTo>
                <a:cubicBezTo>
                  <a:pt x="16712" y="978"/>
                  <a:pt x="17166" y="828"/>
                  <a:pt x="17166" y="828"/>
                </a:cubicBezTo>
                <a:cubicBezTo>
                  <a:pt x="17166" y="828"/>
                  <a:pt x="16825" y="1054"/>
                  <a:pt x="16257" y="1204"/>
                </a:cubicBezTo>
                <a:cubicBezTo>
                  <a:pt x="16029" y="1279"/>
                  <a:pt x="15802" y="1355"/>
                  <a:pt x="15575" y="1430"/>
                </a:cubicBezTo>
                <a:cubicBezTo>
                  <a:pt x="15347" y="1505"/>
                  <a:pt x="15120" y="1580"/>
                  <a:pt x="15006" y="1580"/>
                </a:cubicBezTo>
                <a:cubicBezTo>
                  <a:pt x="14893" y="1580"/>
                  <a:pt x="14552" y="1656"/>
                  <a:pt x="14211" y="1882"/>
                </a:cubicBezTo>
                <a:cubicBezTo>
                  <a:pt x="14097" y="1957"/>
                  <a:pt x="13869" y="2032"/>
                  <a:pt x="13642" y="2183"/>
                </a:cubicBezTo>
                <a:cubicBezTo>
                  <a:pt x="13528" y="2333"/>
                  <a:pt x="13301" y="2484"/>
                  <a:pt x="13301" y="2634"/>
                </a:cubicBezTo>
                <a:cubicBezTo>
                  <a:pt x="13074" y="2935"/>
                  <a:pt x="13074" y="3236"/>
                  <a:pt x="13074" y="3537"/>
                </a:cubicBezTo>
                <a:cubicBezTo>
                  <a:pt x="13187" y="3613"/>
                  <a:pt x="13415" y="3688"/>
                  <a:pt x="13869" y="3688"/>
                </a:cubicBezTo>
                <a:cubicBezTo>
                  <a:pt x="17848" y="3311"/>
                  <a:pt x="18076" y="0"/>
                  <a:pt x="18076" y="0"/>
                </a:cubicBezTo>
                <a:cubicBezTo>
                  <a:pt x="18076" y="0"/>
                  <a:pt x="17848" y="301"/>
                  <a:pt x="17166" y="527"/>
                </a:cubicBezTo>
                <a:cubicBezTo>
                  <a:pt x="16371" y="677"/>
                  <a:pt x="14893" y="602"/>
                  <a:pt x="13528" y="1204"/>
                </a:cubicBezTo>
                <a:cubicBezTo>
                  <a:pt x="12960" y="1430"/>
                  <a:pt x="12619" y="1656"/>
                  <a:pt x="12392" y="1957"/>
                </a:cubicBezTo>
                <a:cubicBezTo>
                  <a:pt x="12392" y="1882"/>
                  <a:pt x="12278" y="1806"/>
                  <a:pt x="12164" y="1656"/>
                </a:cubicBezTo>
                <a:cubicBezTo>
                  <a:pt x="11482" y="1279"/>
                  <a:pt x="10573" y="1129"/>
                  <a:pt x="10232" y="978"/>
                </a:cubicBezTo>
                <a:cubicBezTo>
                  <a:pt x="9891" y="828"/>
                  <a:pt x="9777" y="602"/>
                  <a:pt x="9777" y="602"/>
                </a:cubicBezTo>
                <a:cubicBezTo>
                  <a:pt x="9777" y="602"/>
                  <a:pt x="9322" y="2484"/>
                  <a:pt x="11368" y="3086"/>
                </a:cubicBezTo>
                <a:cubicBezTo>
                  <a:pt x="11596" y="3086"/>
                  <a:pt x="11823" y="3086"/>
                  <a:pt x="11937" y="3010"/>
                </a:cubicBezTo>
                <a:cubicBezTo>
                  <a:pt x="11937" y="2860"/>
                  <a:pt x="11937" y="2709"/>
                  <a:pt x="11937" y="2559"/>
                </a:cubicBezTo>
                <a:cubicBezTo>
                  <a:pt x="11937" y="2408"/>
                  <a:pt x="11937" y="2333"/>
                  <a:pt x="11823" y="2258"/>
                </a:cubicBezTo>
                <a:cubicBezTo>
                  <a:pt x="11709" y="2183"/>
                  <a:pt x="11596" y="2107"/>
                  <a:pt x="11596" y="2032"/>
                </a:cubicBezTo>
                <a:cubicBezTo>
                  <a:pt x="11368" y="1882"/>
                  <a:pt x="11255" y="1806"/>
                  <a:pt x="11141" y="1806"/>
                </a:cubicBezTo>
                <a:cubicBezTo>
                  <a:pt x="11141" y="1731"/>
                  <a:pt x="11027" y="1731"/>
                  <a:pt x="10914" y="1656"/>
                </a:cubicBezTo>
                <a:cubicBezTo>
                  <a:pt x="10800" y="1580"/>
                  <a:pt x="10686" y="1505"/>
                  <a:pt x="10573" y="1430"/>
                </a:cubicBezTo>
                <a:cubicBezTo>
                  <a:pt x="10345" y="1279"/>
                  <a:pt x="10118" y="1204"/>
                  <a:pt x="10118" y="1204"/>
                </a:cubicBezTo>
                <a:cubicBezTo>
                  <a:pt x="10118" y="1204"/>
                  <a:pt x="10345" y="1279"/>
                  <a:pt x="10573" y="1430"/>
                </a:cubicBezTo>
                <a:cubicBezTo>
                  <a:pt x="10686" y="1505"/>
                  <a:pt x="10800" y="1505"/>
                  <a:pt x="10914" y="1580"/>
                </a:cubicBezTo>
                <a:cubicBezTo>
                  <a:pt x="11141" y="1656"/>
                  <a:pt x="11141" y="1656"/>
                  <a:pt x="11255" y="1731"/>
                </a:cubicBezTo>
                <a:cubicBezTo>
                  <a:pt x="11368" y="1731"/>
                  <a:pt x="11937" y="2032"/>
                  <a:pt x="12164" y="2484"/>
                </a:cubicBezTo>
                <a:cubicBezTo>
                  <a:pt x="12164" y="2559"/>
                  <a:pt x="12164" y="2634"/>
                  <a:pt x="12164" y="2709"/>
                </a:cubicBezTo>
                <a:cubicBezTo>
                  <a:pt x="11368" y="3688"/>
                  <a:pt x="10459" y="4967"/>
                  <a:pt x="10232" y="6698"/>
                </a:cubicBezTo>
                <a:cubicBezTo>
                  <a:pt x="10232" y="6698"/>
                  <a:pt x="9549" y="4741"/>
                  <a:pt x="7958" y="3387"/>
                </a:cubicBezTo>
                <a:cubicBezTo>
                  <a:pt x="7958" y="3311"/>
                  <a:pt x="7958" y="3236"/>
                  <a:pt x="7844" y="3161"/>
                </a:cubicBezTo>
                <a:cubicBezTo>
                  <a:pt x="7844" y="3010"/>
                  <a:pt x="7617" y="2860"/>
                  <a:pt x="7503" y="2785"/>
                </a:cubicBezTo>
                <a:cubicBezTo>
                  <a:pt x="7276" y="2634"/>
                  <a:pt x="7048" y="2484"/>
                  <a:pt x="6935" y="2408"/>
                </a:cubicBezTo>
                <a:cubicBezTo>
                  <a:pt x="6480" y="2258"/>
                  <a:pt x="6253" y="2183"/>
                  <a:pt x="6139" y="2107"/>
                </a:cubicBezTo>
                <a:cubicBezTo>
                  <a:pt x="6025" y="2107"/>
                  <a:pt x="5798" y="2032"/>
                  <a:pt x="5571" y="1957"/>
                </a:cubicBezTo>
                <a:cubicBezTo>
                  <a:pt x="5343" y="1957"/>
                  <a:pt x="5116" y="1882"/>
                  <a:pt x="4888" y="1731"/>
                </a:cubicBezTo>
                <a:cubicBezTo>
                  <a:pt x="4320" y="1580"/>
                  <a:pt x="3979" y="1430"/>
                  <a:pt x="3979" y="1430"/>
                </a:cubicBezTo>
                <a:cubicBezTo>
                  <a:pt x="3979" y="1430"/>
                  <a:pt x="4434" y="1580"/>
                  <a:pt x="4888" y="1656"/>
                </a:cubicBezTo>
                <a:cubicBezTo>
                  <a:pt x="5116" y="1731"/>
                  <a:pt x="5343" y="1806"/>
                  <a:pt x="5684" y="1882"/>
                </a:cubicBezTo>
                <a:cubicBezTo>
                  <a:pt x="5912" y="1882"/>
                  <a:pt x="6025" y="1957"/>
                  <a:pt x="6139" y="1957"/>
                </a:cubicBezTo>
                <a:cubicBezTo>
                  <a:pt x="6366" y="2032"/>
                  <a:pt x="7617" y="2333"/>
                  <a:pt x="8185" y="3086"/>
                </a:cubicBezTo>
                <a:cubicBezTo>
                  <a:pt x="8299" y="3311"/>
                  <a:pt x="8413" y="3537"/>
                  <a:pt x="8413" y="3688"/>
                </a:cubicBezTo>
                <a:cubicBezTo>
                  <a:pt x="8526" y="3688"/>
                  <a:pt x="8754" y="3613"/>
                  <a:pt x="8867" y="3387"/>
                </a:cubicBezTo>
                <a:cubicBezTo>
                  <a:pt x="8981" y="3161"/>
                  <a:pt x="8981" y="2258"/>
                  <a:pt x="7617" y="1731"/>
                </a:cubicBezTo>
                <a:cubicBezTo>
                  <a:pt x="6253" y="1204"/>
                  <a:pt x="4775" y="1204"/>
                  <a:pt x="3979" y="1054"/>
                </a:cubicBezTo>
                <a:cubicBezTo>
                  <a:pt x="3297" y="903"/>
                  <a:pt x="2956" y="527"/>
                  <a:pt x="2956" y="527"/>
                </a:cubicBezTo>
                <a:cubicBezTo>
                  <a:pt x="2956" y="527"/>
                  <a:pt x="3297" y="3838"/>
                  <a:pt x="7276" y="4215"/>
                </a:cubicBezTo>
                <a:cubicBezTo>
                  <a:pt x="7503" y="4215"/>
                  <a:pt x="7617" y="4215"/>
                  <a:pt x="7731" y="4215"/>
                </a:cubicBezTo>
                <a:cubicBezTo>
                  <a:pt x="8640" y="5419"/>
                  <a:pt x="9549" y="7300"/>
                  <a:pt x="10004" y="9784"/>
                </a:cubicBezTo>
                <a:cubicBezTo>
                  <a:pt x="10004" y="9784"/>
                  <a:pt x="9095" y="8580"/>
                  <a:pt x="7048" y="7902"/>
                </a:cubicBezTo>
                <a:cubicBezTo>
                  <a:pt x="6821" y="7752"/>
                  <a:pt x="6594" y="7601"/>
                  <a:pt x="6253" y="7451"/>
                </a:cubicBezTo>
                <a:cubicBezTo>
                  <a:pt x="6025" y="7376"/>
                  <a:pt x="5798" y="7300"/>
                  <a:pt x="5571" y="7300"/>
                </a:cubicBezTo>
                <a:cubicBezTo>
                  <a:pt x="5229" y="7300"/>
                  <a:pt x="5002" y="7300"/>
                  <a:pt x="4775" y="7300"/>
                </a:cubicBezTo>
                <a:cubicBezTo>
                  <a:pt x="4320" y="7300"/>
                  <a:pt x="3979" y="7376"/>
                  <a:pt x="3865" y="7376"/>
                </a:cubicBezTo>
                <a:cubicBezTo>
                  <a:pt x="3752" y="7376"/>
                  <a:pt x="3524" y="7451"/>
                  <a:pt x="3297" y="7451"/>
                </a:cubicBezTo>
                <a:cubicBezTo>
                  <a:pt x="3183" y="7526"/>
                  <a:pt x="3069" y="7526"/>
                  <a:pt x="2956" y="7526"/>
                </a:cubicBezTo>
                <a:cubicBezTo>
                  <a:pt x="2842" y="7526"/>
                  <a:pt x="2842" y="7526"/>
                  <a:pt x="2728" y="7601"/>
                </a:cubicBezTo>
                <a:cubicBezTo>
                  <a:pt x="2728" y="7601"/>
                  <a:pt x="2728" y="7601"/>
                  <a:pt x="2728" y="7601"/>
                </a:cubicBezTo>
                <a:cubicBezTo>
                  <a:pt x="2728" y="7601"/>
                  <a:pt x="2615" y="7601"/>
                  <a:pt x="2501" y="7601"/>
                </a:cubicBezTo>
                <a:cubicBezTo>
                  <a:pt x="2046" y="7677"/>
                  <a:pt x="1478" y="7677"/>
                  <a:pt x="1478" y="7677"/>
                </a:cubicBezTo>
                <a:cubicBezTo>
                  <a:pt x="1478" y="7677"/>
                  <a:pt x="2046" y="7601"/>
                  <a:pt x="2501" y="7526"/>
                </a:cubicBezTo>
                <a:cubicBezTo>
                  <a:pt x="2728" y="7451"/>
                  <a:pt x="3069" y="7451"/>
                  <a:pt x="3297" y="7376"/>
                </a:cubicBezTo>
                <a:cubicBezTo>
                  <a:pt x="3524" y="7300"/>
                  <a:pt x="3638" y="7225"/>
                  <a:pt x="3752" y="7225"/>
                </a:cubicBezTo>
                <a:cubicBezTo>
                  <a:pt x="3979" y="7150"/>
                  <a:pt x="5229" y="6924"/>
                  <a:pt x="6480" y="7300"/>
                </a:cubicBezTo>
                <a:cubicBezTo>
                  <a:pt x="6707" y="7376"/>
                  <a:pt x="6935" y="7526"/>
                  <a:pt x="7162" y="7677"/>
                </a:cubicBezTo>
                <a:cubicBezTo>
                  <a:pt x="7276" y="7601"/>
                  <a:pt x="7276" y="7451"/>
                  <a:pt x="7276" y="7300"/>
                </a:cubicBezTo>
                <a:cubicBezTo>
                  <a:pt x="7048" y="6999"/>
                  <a:pt x="6253" y="6322"/>
                  <a:pt x="4661" y="6397"/>
                </a:cubicBezTo>
                <a:cubicBezTo>
                  <a:pt x="3183" y="6548"/>
                  <a:pt x="1933" y="7225"/>
                  <a:pt x="1251" y="7376"/>
                </a:cubicBezTo>
                <a:cubicBezTo>
                  <a:pt x="455" y="7526"/>
                  <a:pt x="0" y="7376"/>
                  <a:pt x="0" y="7376"/>
                </a:cubicBezTo>
                <a:cubicBezTo>
                  <a:pt x="0" y="7376"/>
                  <a:pt x="3297" y="9859"/>
                  <a:pt x="6707" y="8580"/>
                </a:cubicBezTo>
                <a:cubicBezTo>
                  <a:pt x="8526" y="9332"/>
                  <a:pt x="10118" y="10762"/>
                  <a:pt x="10232" y="13397"/>
                </a:cubicBezTo>
                <a:cubicBezTo>
                  <a:pt x="10232" y="13397"/>
                  <a:pt x="9095" y="12117"/>
                  <a:pt x="7048" y="11666"/>
                </a:cubicBezTo>
                <a:cubicBezTo>
                  <a:pt x="7048" y="11666"/>
                  <a:pt x="12733" y="13321"/>
                  <a:pt x="8299" y="20471"/>
                </a:cubicBezTo>
                <a:cubicBezTo>
                  <a:pt x="7731" y="20772"/>
                  <a:pt x="5684" y="20847"/>
                  <a:pt x="4661" y="21600"/>
                </a:cubicBezTo>
                <a:cubicBezTo>
                  <a:pt x="16712" y="21600"/>
                  <a:pt x="16712" y="21600"/>
                  <a:pt x="16712" y="21600"/>
                </a:cubicBezTo>
                <a:cubicBezTo>
                  <a:pt x="16143" y="21449"/>
                  <a:pt x="15234" y="21224"/>
                  <a:pt x="13869" y="21224"/>
                </a:cubicBezTo>
                <a:cubicBezTo>
                  <a:pt x="12733" y="20998"/>
                  <a:pt x="11368" y="19267"/>
                  <a:pt x="12278" y="16031"/>
                </a:cubicBezTo>
                <a:cubicBezTo>
                  <a:pt x="12619" y="14676"/>
                  <a:pt x="13187" y="13698"/>
                  <a:pt x="13983" y="13020"/>
                </a:cubicBezTo>
                <a:cubicBezTo>
                  <a:pt x="13983" y="13020"/>
                  <a:pt x="13983" y="13020"/>
                  <a:pt x="13983" y="13020"/>
                </a:cubicBezTo>
                <a:cubicBezTo>
                  <a:pt x="13983" y="13020"/>
                  <a:pt x="13983" y="13020"/>
                  <a:pt x="13983" y="13020"/>
                </a:cubicBezTo>
                <a:cubicBezTo>
                  <a:pt x="14552" y="12493"/>
                  <a:pt x="15120" y="12192"/>
                  <a:pt x="15688" y="11967"/>
                </a:cubicBezTo>
                <a:cubicBezTo>
                  <a:pt x="16257" y="11816"/>
                  <a:pt x="16825" y="11816"/>
                  <a:pt x="16939" y="11816"/>
                </a:cubicBezTo>
                <a:cubicBezTo>
                  <a:pt x="17053" y="11741"/>
                  <a:pt x="17280" y="11741"/>
                  <a:pt x="17507" y="11741"/>
                </a:cubicBezTo>
                <a:cubicBezTo>
                  <a:pt x="17735" y="11741"/>
                  <a:pt x="18076" y="11741"/>
                  <a:pt x="18303" y="11741"/>
                </a:cubicBezTo>
                <a:cubicBezTo>
                  <a:pt x="18872" y="11741"/>
                  <a:pt x="19326" y="11666"/>
                  <a:pt x="19326" y="11666"/>
                </a:cubicBezTo>
                <a:cubicBezTo>
                  <a:pt x="19326" y="11666"/>
                  <a:pt x="18872" y="11741"/>
                  <a:pt x="18303" y="11816"/>
                </a:cubicBezTo>
                <a:cubicBezTo>
                  <a:pt x="18076" y="11891"/>
                  <a:pt x="17735" y="11891"/>
                  <a:pt x="17507" y="11891"/>
                </a:cubicBezTo>
                <a:cubicBezTo>
                  <a:pt x="17280" y="11891"/>
                  <a:pt x="17053" y="11967"/>
                  <a:pt x="16939" y="11967"/>
                </a:cubicBezTo>
                <a:cubicBezTo>
                  <a:pt x="16825" y="11967"/>
                  <a:pt x="16484" y="11967"/>
                  <a:pt x="16029" y="12042"/>
                </a:cubicBezTo>
                <a:cubicBezTo>
                  <a:pt x="15802" y="12117"/>
                  <a:pt x="15575" y="12192"/>
                  <a:pt x="15347" y="12268"/>
                </a:cubicBezTo>
                <a:cubicBezTo>
                  <a:pt x="15120" y="12343"/>
                  <a:pt x="14893" y="12493"/>
                  <a:pt x="14665" y="12644"/>
                </a:cubicBezTo>
                <a:cubicBezTo>
                  <a:pt x="14438" y="12870"/>
                  <a:pt x="14211" y="13171"/>
                  <a:pt x="14097" y="13472"/>
                </a:cubicBezTo>
                <a:cubicBezTo>
                  <a:pt x="14211" y="13547"/>
                  <a:pt x="14438" y="13698"/>
                  <a:pt x="14893" y="13773"/>
                </a:cubicBezTo>
                <a:cubicBezTo>
                  <a:pt x="18985" y="14149"/>
                  <a:pt x="20691" y="10988"/>
                  <a:pt x="20691" y="10988"/>
                </a:cubicBezTo>
                <a:cubicBezTo>
                  <a:pt x="20691" y="10988"/>
                  <a:pt x="20236" y="11289"/>
                  <a:pt x="19440" y="11289"/>
                </a:cubicBezTo>
                <a:cubicBezTo>
                  <a:pt x="18644" y="11289"/>
                  <a:pt x="17166" y="10988"/>
                  <a:pt x="15575" y="11289"/>
                </a:cubicBezTo>
                <a:close/>
              </a:path>
            </a:pathLst>
          </a:custGeom>
          <a:solidFill>
            <a:srgbClr val="756A58"/>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4765" name="Shape 4765"/>
          <p:cNvSpPr/>
          <p:nvPr/>
        </p:nvSpPr>
        <p:spPr>
          <a:xfrm>
            <a:off x="11964420" y="9552864"/>
            <a:ext cx="2091808" cy="8630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477"/>
                </a:moveTo>
                <a:cubicBezTo>
                  <a:pt x="21600" y="7477"/>
                  <a:pt x="20796" y="3600"/>
                  <a:pt x="19647" y="1938"/>
                </a:cubicBezTo>
                <a:cubicBezTo>
                  <a:pt x="19187" y="1108"/>
                  <a:pt x="18613" y="554"/>
                  <a:pt x="18038" y="277"/>
                </a:cubicBezTo>
                <a:cubicBezTo>
                  <a:pt x="18038" y="277"/>
                  <a:pt x="18153" y="277"/>
                  <a:pt x="18153" y="277"/>
                </a:cubicBezTo>
                <a:cubicBezTo>
                  <a:pt x="13328" y="277"/>
                  <a:pt x="13328" y="277"/>
                  <a:pt x="13328" y="277"/>
                </a:cubicBezTo>
                <a:cubicBezTo>
                  <a:pt x="13328" y="277"/>
                  <a:pt x="13328" y="277"/>
                  <a:pt x="13328" y="277"/>
                </a:cubicBezTo>
                <a:cubicBezTo>
                  <a:pt x="10800" y="277"/>
                  <a:pt x="10800" y="277"/>
                  <a:pt x="10800" y="277"/>
                </a:cubicBezTo>
                <a:cubicBezTo>
                  <a:pt x="10800" y="277"/>
                  <a:pt x="10800" y="277"/>
                  <a:pt x="10800" y="277"/>
                </a:cubicBezTo>
                <a:cubicBezTo>
                  <a:pt x="5974" y="277"/>
                  <a:pt x="5974" y="277"/>
                  <a:pt x="5974" y="277"/>
                </a:cubicBezTo>
                <a:cubicBezTo>
                  <a:pt x="5974" y="277"/>
                  <a:pt x="6089" y="0"/>
                  <a:pt x="6089" y="0"/>
                </a:cubicBezTo>
                <a:cubicBezTo>
                  <a:pt x="5745" y="554"/>
                  <a:pt x="5170" y="1662"/>
                  <a:pt x="4596" y="2492"/>
                </a:cubicBezTo>
                <a:cubicBezTo>
                  <a:pt x="3447" y="4154"/>
                  <a:pt x="2528" y="7477"/>
                  <a:pt x="2528" y="7477"/>
                </a:cubicBezTo>
                <a:cubicBezTo>
                  <a:pt x="2528" y="7477"/>
                  <a:pt x="4711" y="4431"/>
                  <a:pt x="5745" y="3323"/>
                </a:cubicBezTo>
                <a:cubicBezTo>
                  <a:pt x="6319" y="2769"/>
                  <a:pt x="7468" y="1938"/>
                  <a:pt x="8617" y="1385"/>
                </a:cubicBezTo>
                <a:cubicBezTo>
                  <a:pt x="8157" y="3323"/>
                  <a:pt x="7583" y="5538"/>
                  <a:pt x="7009" y="7200"/>
                </a:cubicBezTo>
                <a:cubicBezTo>
                  <a:pt x="6779" y="7477"/>
                  <a:pt x="6549" y="8031"/>
                  <a:pt x="6319" y="8585"/>
                </a:cubicBezTo>
                <a:cubicBezTo>
                  <a:pt x="5630" y="9138"/>
                  <a:pt x="4366" y="9692"/>
                  <a:pt x="3791" y="10246"/>
                </a:cubicBezTo>
                <a:cubicBezTo>
                  <a:pt x="2872" y="11077"/>
                  <a:pt x="1034" y="13292"/>
                  <a:pt x="1034" y="13292"/>
                </a:cubicBezTo>
                <a:cubicBezTo>
                  <a:pt x="1034" y="13292"/>
                  <a:pt x="3447" y="11354"/>
                  <a:pt x="4711" y="11077"/>
                </a:cubicBezTo>
                <a:cubicBezTo>
                  <a:pt x="4940" y="10800"/>
                  <a:pt x="5055" y="10800"/>
                  <a:pt x="5285" y="10800"/>
                </a:cubicBezTo>
                <a:cubicBezTo>
                  <a:pt x="3102" y="15508"/>
                  <a:pt x="0" y="20492"/>
                  <a:pt x="0" y="20492"/>
                </a:cubicBezTo>
                <a:cubicBezTo>
                  <a:pt x="0" y="20492"/>
                  <a:pt x="4940" y="14954"/>
                  <a:pt x="7009" y="11631"/>
                </a:cubicBezTo>
                <a:cubicBezTo>
                  <a:pt x="7928" y="9969"/>
                  <a:pt x="9306" y="7200"/>
                  <a:pt x="10570" y="4708"/>
                </a:cubicBezTo>
                <a:cubicBezTo>
                  <a:pt x="11030" y="6092"/>
                  <a:pt x="11374" y="7754"/>
                  <a:pt x="11489" y="9415"/>
                </a:cubicBezTo>
                <a:cubicBezTo>
                  <a:pt x="11949" y="13292"/>
                  <a:pt x="13672" y="21600"/>
                  <a:pt x="13672" y="21600"/>
                </a:cubicBezTo>
                <a:cubicBezTo>
                  <a:pt x="13672" y="21600"/>
                  <a:pt x="13098" y="15785"/>
                  <a:pt x="12753" y="11354"/>
                </a:cubicBezTo>
                <a:cubicBezTo>
                  <a:pt x="13098" y="11631"/>
                  <a:pt x="13443" y="11908"/>
                  <a:pt x="13672" y="11908"/>
                </a:cubicBezTo>
                <a:cubicBezTo>
                  <a:pt x="14247" y="12462"/>
                  <a:pt x="15396" y="13015"/>
                  <a:pt x="15396" y="13015"/>
                </a:cubicBezTo>
                <a:cubicBezTo>
                  <a:pt x="15396" y="13015"/>
                  <a:pt x="14017" y="11908"/>
                  <a:pt x="13443" y="11077"/>
                </a:cubicBezTo>
                <a:cubicBezTo>
                  <a:pt x="13213" y="10800"/>
                  <a:pt x="12983" y="10246"/>
                  <a:pt x="12753" y="9969"/>
                </a:cubicBezTo>
                <a:cubicBezTo>
                  <a:pt x="12753" y="8862"/>
                  <a:pt x="12753" y="8031"/>
                  <a:pt x="12753" y="7477"/>
                </a:cubicBezTo>
                <a:cubicBezTo>
                  <a:pt x="12753" y="5815"/>
                  <a:pt x="12983" y="4431"/>
                  <a:pt x="13213" y="3323"/>
                </a:cubicBezTo>
                <a:cubicBezTo>
                  <a:pt x="13213" y="3323"/>
                  <a:pt x="13213" y="3323"/>
                  <a:pt x="13328" y="3323"/>
                </a:cubicBezTo>
                <a:cubicBezTo>
                  <a:pt x="13787" y="4431"/>
                  <a:pt x="14477" y="5815"/>
                  <a:pt x="15051" y="7477"/>
                </a:cubicBezTo>
                <a:cubicBezTo>
                  <a:pt x="16315" y="10800"/>
                  <a:pt x="17809" y="19108"/>
                  <a:pt x="17809" y="19108"/>
                </a:cubicBezTo>
                <a:cubicBezTo>
                  <a:pt x="17809" y="19108"/>
                  <a:pt x="17234" y="11631"/>
                  <a:pt x="16545" y="8308"/>
                </a:cubicBezTo>
                <a:cubicBezTo>
                  <a:pt x="16430" y="8031"/>
                  <a:pt x="16430" y="7754"/>
                  <a:pt x="16315" y="7200"/>
                </a:cubicBezTo>
                <a:cubicBezTo>
                  <a:pt x="16774" y="7754"/>
                  <a:pt x="17349" y="8031"/>
                  <a:pt x="17694" y="8585"/>
                </a:cubicBezTo>
                <a:cubicBezTo>
                  <a:pt x="18613" y="9138"/>
                  <a:pt x="20796" y="9969"/>
                  <a:pt x="20796" y="9969"/>
                </a:cubicBezTo>
                <a:cubicBezTo>
                  <a:pt x="20796" y="9969"/>
                  <a:pt x="18383" y="8308"/>
                  <a:pt x="17349" y="6923"/>
                </a:cubicBezTo>
                <a:cubicBezTo>
                  <a:pt x="16545" y="5815"/>
                  <a:pt x="15970" y="4708"/>
                  <a:pt x="15740" y="4154"/>
                </a:cubicBezTo>
                <a:cubicBezTo>
                  <a:pt x="15511" y="3046"/>
                  <a:pt x="15396" y="2215"/>
                  <a:pt x="15166" y="1385"/>
                </a:cubicBezTo>
                <a:cubicBezTo>
                  <a:pt x="16315" y="1938"/>
                  <a:pt x="17579" y="2769"/>
                  <a:pt x="18383" y="3323"/>
                </a:cubicBezTo>
                <a:cubicBezTo>
                  <a:pt x="20106" y="4431"/>
                  <a:pt x="21600" y="7477"/>
                  <a:pt x="21600" y="7477"/>
                </a:cubicBezTo>
                <a:close/>
              </a:path>
            </a:pathLst>
          </a:custGeom>
          <a:solidFill>
            <a:srgbClr val="FFFFFF"/>
          </a:solidFill>
          <a:ln w="12700">
            <a:miter lim="400000"/>
          </a:ln>
        </p:spPr>
        <p:txBody>
          <a:bodyPr lIns="34289" tIns="34289" rIns="34289" bIns="34289"/>
          <a:lstStyle/>
          <a:p>
            <a:pPr algn="l" defTabSz="685800">
              <a:defRPr sz="1200">
                <a:latin typeface="Calibri"/>
                <a:ea typeface="Calibri"/>
                <a:cs typeface="Calibri"/>
                <a:sym typeface="Calibri"/>
              </a:defRPr>
            </a:pPr>
          </a:p>
        </p:txBody>
      </p:sp>
      <p:grpSp>
        <p:nvGrpSpPr>
          <p:cNvPr id="4769" name="Group 4769"/>
          <p:cNvGrpSpPr/>
          <p:nvPr/>
        </p:nvGrpSpPr>
        <p:grpSpPr>
          <a:xfrm>
            <a:off x="17316223" y="3070171"/>
            <a:ext cx="6675873" cy="7345713"/>
            <a:chOff x="0" y="0"/>
            <a:chExt cx="6675871" cy="7345712"/>
          </a:xfrm>
        </p:grpSpPr>
        <p:sp>
          <p:nvSpPr>
            <p:cNvPr id="4766" name="Shape 4766"/>
            <p:cNvSpPr/>
            <p:nvPr/>
          </p:nvSpPr>
          <p:spPr>
            <a:xfrm>
              <a:off x="0" y="0"/>
              <a:ext cx="6675872" cy="5041867"/>
            </a:xfrm>
            <a:custGeom>
              <a:avLst/>
              <a:gdLst/>
              <a:ahLst/>
              <a:cxnLst>
                <a:cxn ang="0">
                  <a:pos x="wd2" y="hd2"/>
                </a:cxn>
                <a:cxn ang="5400000">
                  <a:pos x="wd2" y="hd2"/>
                </a:cxn>
                <a:cxn ang="10800000">
                  <a:pos x="wd2" y="hd2"/>
                </a:cxn>
                <a:cxn ang="16200000">
                  <a:pos x="wd2" y="hd2"/>
                </a:cxn>
              </a:cxnLst>
              <a:rect l="0" t="0" r="r" b="b"/>
              <a:pathLst>
                <a:path w="21600" h="20897" fill="norm" stroke="1" extrusionOk="0">
                  <a:moveTo>
                    <a:pt x="21600" y="13619"/>
                  </a:moveTo>
                  <a:cubicBezTo>
                    <a:pt x="21600" y="12265"/>
                    <a:pt x="20643" y="11105"/>
                    <a:pt x="19234" y="10556"/>
                  </a:cubicBezTo>
                  <a:cubicBezTo>
                    <a:pt x="19485" y="9879"/>
                    <a:pt x="19611" y="9138"/>
                    <a:pt x="19611" y="8332"/>
                  </a:cubicBezTo>
                  <a:cubicBezTo>
                    <a:pt x="19611" y="5431"/>
                    <a:pt x="17748" y="3077"/>
                    <a:pt x="15432" y="3077"/>
                  </a:cubicBezTo>
                  <a:cubicBezTo>
                    <a:pt x="14727" y="3077"/>
                    <a:pt x="14073" y="3303"/>
                    <a:pt x="13494" y="3657"/>
                  </a:cubicBezTo>
                  <a:cubicBezTo>
                    <a:pt x="13217" y="1916"/>
                    <a:pt x="12059" y="433"/>
                    <a:pt x="10448" y="79"/>
                  </a:cubicBezTo>
                  <a:cubicBezTo>
                    <a:pt x="8710" y="-308"/>
                    <a:pt x="7049" y="756"/>
                    <a:pt x="6319" y="2529"/>
                  </a:cubicBezTo>
                  <a:cubicBezTo>
                    <a:pt x="3147" y="2626"/>
                    <a:pt x="629" y="4721"/>
                    <a:pt x="629" y="7300"/>
                  </a:cubicBezTo>
                  <a:cubicBezTo>
                    <a:pt x="629" y="8622"/>
                    <a:pt x="1284" y="9783"/>
                    <a:pt x="2341" y="10653"/>
                  </a:cubicBezTo>
                  <a:cubicBezTo>
                    <a:pt x="957" y="11201"/>
                    <a:pt x="0" y="12362"/>
                    <a:pt x="0" y="13716"/>
                  </a:cubicBezTo>
                  <a:cubicBezTo>
                    <a:pt x="0" y="15199"/>
                    <a:pt x="1183" y="16456"/>
                    <a:pt x="2820" y="16908"/>
                  </a:cubicBezTo>
                  <a:cubicBezTo>
                    <a:pt x="3197" y="18842"/>
                    <a:pt x="4506" y="20422"/>
                    <a:pt x="6269" y="20808"/>
                  </a:cubicBezTo>
                  <a:cubicBezTo>
                    <a:pt x="8459" y="21292"/>
                    <a:pt x="10599" y="19745"/>
                    <a:pt x="11228" y="17294"/>
                  </a:cubicBezTo>
                  <a:cubicBezTo>
                    <a:pt x="11530" y="18777"/>
                    <a:pt x="12537" y="20002"/>
                    <a:pt x="13897" y="20293"/>
                  </a:cubicBezTo>
                  <a:cubicBezTo>
                    <a:pt x="15734" y="20712"/>
                    <a:pt x="17471" y="19293"/>
                    <a:pt x="17824" y="17165"/>
                  </a:cubicBezTo>
                  <a:cubicBezTo>
                    <a:pt x="17824" y="17101"/>
                    <a:pt x="17849" y="17036"/>
                    <a:pt x="17849" y="17004"/>
                  </a:cubicBezTo>
                  <a:cubicBezTo>
                    <a:pt x="19964" y="16811"/>
                    <a:pt x="21600" y="15360"/>
                    <a:pt x="21600" y="13619"/>
                  </a:cubicBezTo>
                  <a:close/>
                </a:path>
              </a:pathLst>
            </a:custGeom>
            <a:solidFill>
              <a:srgbClr val="9BBB59"/>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4767" name="Shape 4767"/>
            <p:cNvSpPr/>
            <p:nvPr/>
          </p:nvSpPr>
          <p:spPr>
            <a:xfrm>
              <a:off x="1571142" y="1496917"/>
              <a:ext cx="3533588" cy="44258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73" y="9642"/>
                  </a:moveTo>
                  <a:cubicBezTo>
                    <a:pt x="9944" y="11540"/>
                    <a:pt x="10134" y="13970"/>
                    <a:pt x="9515" y="17045"/>
                  </a:cubicBezTo>
                  <a:cubicBezTo>
                    <a:pt x="9087" y="19664"/>
                    <a:pt x="9468" y="21220"/>
                    <a:pt x="7041" y="21220"/>
                  </a:cubicBezTo>
                  <a:cubicBezTo>
                    <a:pt x="7041" y="21220"/>
                    <a:pt x="6566" y="21069"/>
                    <a:pt x="5804" y="21600"/>
                  </a:cubicBezTo>
                  <a:cubicBezTo>
                    <a:pt x="16129" y="21600"/>
                    <a:pt x="16129" y="21600"/>
                    <a:pt x="16129" y="21600"/>
                  </a:cubicBezTo>
                  <a:cubicBezTo>
                    <a:pt x="15605" y="21410"/>
                    <a:pt x="14987" y="21220"/>
                    <a:pt x="14463" y="21144"/>
                  </a:cubicBezTo>
                  <a:cubicBezTo>
                    <a:pt x="13893" y="20082"/>
                    <a:pt x="13274" y="18032"/>
                    <a:pt x="13179" y="13438"/>
                  </a:cubicBezTo>
                  <a:cubicBezTo>
                    <a:pt x="13131" y="12072"/>
                    <a:pt x="13226" y="10895"/>
                    <a:pt x="13417" y="9908"/>
                  </a:cubicBezTo>
                  <a:cubicBezTo>
                    <a:pt x="14987" y="9376"/>
                    <a:pt x="14987" y="9376"/>
                    <a:pt x="14987" y="9376"/>
                  </a:cubicBezTo>
                  <a:cubicBezTo>
                    <a:pt x="19221" y="7364"/>
                    <a:pt x="20601" y="5580"/>
                    <a:pt x="21600" y="4555"/>
                  </a:cubicBezTo>
                  <a:cubicBezTo>
                    <a:pt x="21457" y="4441"/>
                    <a:pt x="21457" y="4441"/>
                    <a:pt x="21457" y="4441"/>
                  </a:cubicBezTo>
                  <a:cubicBezTo>
                    <a:pt x="21457" y="4441"/>
                    <a:pt x="21457" y="4441"/>
                    <a:pt x="21457" y="4441"/>
                  </a:cubicBezTo>
                  <a:cubicBezTo>
                    <a:pt x="20363" y="5125"/>
                    <a:pt x="19364" y="5732"/>
                    <a:pt x="18507" y="6226"/>
                  </a:cubicBezTo>
                  <a:cubicBezTo>
                    <a:pt x="18841" y="5049"/>
                    <a:pt x="18936" y="4593"/>
                    <a:pt x="19031" y="3113"/>
                  </a:cubicBezTo>
                  <a:cubicBezTo>
                    <a:pt x="18983" y="3113"/>
                    <a:pt x="18983" y="3113"/>
                    <a:pt x="18983" y="3113"/>
                  </a:cubicBezTo>
                  <a:cubicBezTo>
                    <a:pt x="18983" y="3113"/>
                    <a:pt x="18936" y="3113"/>
                    <a:pt x="18936" y="3113"/>
                  </a:cubicBezTo>
                  <a:cubicBezTo>
                    <a:pt x="18698" y="3834"/>
                    <a:pt x="18032" y="5580"/>
                    <a:pt x="17223" y="6909"/>
                  </a:cubicBezTo>
                  <a:cubicBezTo>
                    <a:pt x="14844" y="8162"/>
                    <a:pt x="13226" y="8655"/>
                    <a:pt x="12227" y="8883"/>
                  </a:cubicBezTo>
                  <a:cubicBezTo>
                    <a:pt x="11942" y="8086"/>
                    <a:pt x="11656" y="7023"/>
                    <a:pt x="11466" y="5542"/>
                  </a:cubicBezTo>
                  <a:cubicBezTo>
                    <a:pt x="12227" y="4176"/>
                    <a:pt x="13512" y="2657"/>
                    <a:pt x="14083" y="2050"/>
                  </a:cubicBezTo>
                  <a:cubicBezTo>
                    <a:pt x="14035" y="2050"/>
                    <a:pt x="14035" y="2050"/>
                    <a:pt x="14035" y="2050"/>
                  </a:cubicBezTo>
                  <a:cubicBezTo>
                    <a:pt x="13988" y="1974"/>
                    <a:pt x="13988" y="1974"/>
                    <a:pt x="13988" y="1974"/>
                  </a:cubicBezTo>
                  <a:cubicBezTo>
                    <a:pt x="12608" y="2999"/>
                    <a:pt x="12275" y="3341"/>
                    <a:pt x="11323" y="4290"/>
                  </a:cubicBezTo>
                  <a:cubicBezTo>
                    <a:pt x="11228" y="3454"/>
                    <a:pt x="11181" y="2430"/>
                    <a:pt x="11181" y="1329"/>
                  </a:cubicBezTo>
                  <a:cubicBezTo>
                    <a:pt x="11181" y="1329"/>
                    <a:pt x="11181" y="1329"/>
                    <a:pt x="11181" y="1329"/>
                  </a:cubicBezTo>
                  <a:cubicBezTo>
                    <a:pt x="10943" y="1329"/>
                    <a:pt x="10943" y="1329"/>
                    <a:pt x="10943" y="1329"/>
                  </a:cubicBezTo>
                  <a:cubicBezTo>
                    <a:pt x="10610" y="2619"/>
                    <a:pt x="9991" y="5428"/>
                    <a:pt x="10419" y="8465"/>
                  </a:cubicBezTo>
                  <a:cubicBezTo>
                    <a:pt x="10419" y="8465"/>
                    <a:pt x="8326" y="7782"/>
                    <a:pt x="5804" y="5011"/>
                  </a:cubicBezTo>
                  <a:cubicBezTo>
                    <a:pt x="5852" y="4555"/>
                    <a:pt x="5947" y="3417"/>
                    <a:pt x="6518" y="2430"/>
                  </a:cubicBezTo>
                  <a:cubicBezTo>
                    <a:pt x="6423" y="2392"/>
                    <a:pt x="6423" y="2392"/>
                    <a:pt x="6423" y="2392"/>
                  </a:cubicBezTo>
                  <a:cubicBezTo>
                    <a:pt x="6423" y="2392"/>
                    <a:pt x="6423" y="2392"/>
                    <a:pt x="6423" y="2392"/>
                  </a:cubicBezTo>
                  <a:cubicBezTo>
                    <a:pt x="6042" y="2847"/>
                    <a:pt x="5614" y="3568"/>
                    <a:pt x="5376" y="4479"/>
                  </a:cubicBezTo>
                  <a:cubicBezTo>
                    <a:pt x="4425" y="3341"/>
                    <a:pt x="3426" y="1898"/>
                    <a:pt x="2474" y="38"/>
                  </a:cubicBezTo>
                  <a:cubicBezTo>
                    <a:pt x="2426" y="38"/>
                    <a:pt x="2426" y="38"/>
                    <a:pt x="2379" y="0"/>
                  </a:cubicBezTo>
                  <a:cubicBezTo>
                    <a:pt x="2189" y="38"/>
                    <a:pt x="2189" y="38"/>
                    <a:pt x="2189" y="38"/>
                  </a:cubicBezTo>
                  <a:cubicBezTo>
                    <a:pt x="2331" y="645"/>
                    <a:pt x="3521" y="3454"/>
                    <a:pt x="3521" y="3454"/>
                  </a:cubicBezTo>
                  <a:cubicBezTo>
                    <a:pt x="3521" y="3454"/>
                    <a:pt x="3521" y="3454"/>
                    <a:pt x="3521" y="3454"/>
                  </a:cubicBezTo>
                  <a:cubicBezTo>
                    <a:pt x="4330" y="5011"/>
                    <a:pt x="5471" y="6643"/>
                    <a:pt x="7089" y="7896"/>
                  </a:cubicBezTo>
                  <a:cubicBezTo>
                    <a:pt x="7089" y="7896"/>
                    <a:pt x="4234" y="8427"/>
                    <a:pt x="143" y="7402"/>
                  </a:cubicBezTo>
                  <a:cubicBezTo>
                    <a:pt x="143" y="7440"/>
                    <a:pt x="143" y="7440"/>
                    <a:pt x="143" y="7440"/>
                  </a:cubicBezTo>
                  <a:cubicBezTo>
                    <a:pt x="0" y="7630"/>
                    <a:pt x="0" y="7630"/>
                    <a:pt x="0" y="7630"/>
                  </a:cubicBezTo>
                  <a:cubicBezTo>
                    <a:pt x="1760" y="8276"/>
                    <a:pt x="4615" y="9035"/>
                    <a:pt x="8183" y="8997"/>
                  </a:cubicBezTo>
                  <a:cubicBezTo>
                    <a:pt x="8469" y="9035"/>
                    <a:pt x="8897" y="9225"/>
                    <a:pt x="9373" y="9642"/>
                  </a:cubicBezTo>
                  <a:close/>
                </a:path>
              </a:pathLst>
            </a:custGeom>
            <a:solidFill>
              <a:srgbClr val="2C3F5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4768" name="Shape 4768"/>
            <p:cNvSpPr/>
            <p:nvPr/>
          </p:nvSpPr>
          <p:spPr>
            <a:xfrm>
              <a:off x="1648216" y="5922792"/>
              <a:ext cx="3074105" cy="14229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796" y="590"/>
                  </a:moveTo>
                  <a:cubicBezTo>
                    <a:pt x="5742" y="590"/>
                    <a:pt x="5742" y="590"/>
                    <a:pt x="5742" y="590"/>
                  </a:cubicBezTo>
                  <a:cubicBezTo>
                    <a:pt x="5414" y="1180"/>
                    <a:pt x="5031" y="1770"/>
                    <a:pt x="4648" y="2479"/>
                  </a:cubicBezTo>
                  <a:cubicBezTo>
                    <a:pt x="3500" y="4131"/>
                    <a:pt x="2515" y="7318"/>
                    <a:pt x="2515" y="7318"/>
                  </a:cubicBezTo>
                  <a:cubicBezTo>
                    <a:pt x="2515" y="7318"/>
                    <a:pt x="4703" y="4367"/>
                    <a:pt x="5742" y="3305"/>
                  </a:cubicBezTo>
                  <a:cubicBezTo>
                    <a:pt x="6289" y="2833"/>
                    <a:pt x="7546" y="2007"/>
                    <a:pt x="8640" y="1416"/>
                  </a:cubicBezTo>
                  <a:cubicBezTo>
                    <a:pt x="8148" y="3423"/>
                    <a:pt x="7601" y="5430"/>
                    <a:pt x="6945" y="7200"/>
                  </a:cubicBezTo>
                  <a:cubicBezTo>
                    <a:pt x="6781" y="7672"/>
                    <a:pt x="6562" y="8144"/>
                    <a:pt x="6343" y="8734"/>
                  </a:cubicBezTo>
                  <a:cubicBezTo>
                    <a:pt x="5578" y="9089"/>
                    <a:pt x="4429" y="9797"/>
                    <a:pt x="3828" y="10269"/>
                  </a:cubicBezTo>
                  <a:cubicBezTo>
                    <a:pt x="2844" y="10977"/>
                    <a:pt x="984" y="13338"/>
                    <a:pt x="984" y="13338"/>
                  </a:cubicBezTo>
                  <a:cubicBezTo>
                    <a:pt x="984" y="13338"/>
                    <a:pt x="3390" y="11449"/>
                    <a:pt x="4648" y="10977"/>
                  </a:cubicBezTo>
                  <a:cubicBezTo>
                    <a:pt x="4867" y="10977"/>
                    <a:pt x="5140" y="10859"/>
                    <a:pt x="5359" y="10859"/>
                  </a:cubicBezTo>
                  <a:cubicBezTo>
                    <a:pt x="3062" y="15462"/>
                    <a:pt x="0" y="20538"/>
                    <a:pt x="0" y="20538"/>
                  </a:cubicBezTo>
                  <a:cubicBezTo>
                    <a:pt x="0" y="20538"/>
                    <a:pt x="4976" y="15108"/>
                    <a:pt x="6945" y="11567"/>
                  </a:cubicBezTo>
                  <a:cubicBezTo>
                    <a:pt x="7929" y="9915"/>
                    <a:pt x="9351" y="7200"/>
                    <a:pt x="10609" y="4721"/>
                  </a:cubicBezTo>
                  <a:cubicBezTo>
                    <a:pt x="11046" y="6138"/>
                    <a:pt x="11429" y="7790"/>
                    <a:pt x="11538" y="9325"/>
                  </a:cubicBezTo>
                  <a:cubicBezTo>
                    <a:pt x="11921" y="13220"/>
                    <a:pt x="13726" y="21600"/>
                    <a:pt x="13726" y="21600"/>
                  </a:cubicBezTo>
                  <a:cubicBezTo>
                    <a:pt x="13726" y="21600"/>
                    <a:pt x="13069" y="15934"/>
                    <a:pt x="12796" y="11213"/>
                  </a:cubicBezTo>
                  <a:cubicBezTo>
                    <a:pt x="13124" y="11567"/>
                    <a:pt x="13452" y="11803"/>
                    <a:pt x="13671" y="12039"/>
                  </a:cubicBezTo>
                  <a:cubicBezTo>
                    <a:pt x="14218" y="12511"/>
                    <a:pt x="15475" y="12984"/>
                    <a:pt x="15475" y="12984"/>
                  </a:cubicBezTo>
                  <a:cubicBezTo>
                    <a:pt x="15475" y="12984"/>
                    <a:pt x="14054" y="11921"/>
                    <a:pt x="13452" y="11095"/>
                  </a:cubicBezTo>
                  <a:cubicBezTo>
                    <a:pt x="13179" y="10741"/>
                    <a:pt x="12960" y="10269"/>
                    <a:pt x="12741" y="9915"/>
                  </a:cubicBezTo>
                  <a:cubicBezTo>
                    <a:pt x="12741" y="8970"/>
                    <a:pt x="12687" y="8144"/>
                    <a:pt x="12741" y="7436"/>
                  </a:cubicBezTo>
                  <a:cubicBezTo>
                    <a:pt x="12796" y="5902"/>
                    <a:pt x="12960" y="4485"/>
                    <a:pt x="13179" y="3305"/>
                  </a:cubicBezTo>
                  <a:cubicBezTo>
                    <a:pt x="13233" y="3305"/>
                    <a:pt x="13288" y="3305"/>
                    <a:pt x="13288" y="3305"/>
                  </a:cubicBezTo>
                  <a:cubicBezTo>
                    <a:pt x="13835" y="4367"/>
                    <a:pt x="14491" y="5784"/>
                    <a:pt x="15093" y="7318"/>
                  </a:cubicBezTo>
                  <a:cubicBezTo>
                    <a:pt x="16296" y="10859"/>
                    <a:pt x="17882" y="19121"/>
                    <a:pt x="17882" y="19121"/>
                  </a:cubicBezTo>
                  <a:cubicBezTo>
                    <a:pt x="17882" y="19121"/>
                    <a:pt x="17225" y="11685"/>
                    <a:pt x="16569" y="8380"/>
                  </a:cubicBezTo>
                  <a:cubicBezTo>
                    <a:pt x="16514" y="8026"/>
                    <a:pt x="16405" y="7672"/>
                    <a:pt x="16350" y="7200"/>
                  </a:cubicBezTo>
                  <a:cubicBezTo>
                    <a:pt x="16843" y="7672"/>
                    <a:pt x="17335" y="8144"/>
                    <a:pt x="17663" y="8498"/>
                  </a:cubicBezTo>
                  <a:cubicBezTo>
                    <a:pt x="18647" y="9325"/>
                    <a:pt x="20780" y="10151"/>
                    <a:pt x="20780" y="10151"/>
                  </a:cubicBezTo>
                  <a:cubicBezTo>
                    <a:pt x="20780" y="10151"/>
                    <a:pt x="18374" y="8262"/>
                    <a:pt x="17335" y="6846"/>
                  </a:cubicBezTo>
                  <a:cubicBezTo>
                    <a:pt x="16624" y="5784"/>
                    <a:pt x="16022" y="4721"/>
                    <a:pt x="15749" y="4013"/>
                  </a:cubicBezTo>
                  <a:cubicBezTo>
                    <a:pt x="15585" y="3187"/>
                    <a:pt x="15421" y="2361"/>
                    <a:pt x="15257" y="1416"/>
                  </a:cubicBezTo>
                  <a:cubicBezTo>
                    <a:pt x="16296" y="2007"/>
                    <a:pt x="17553" y="2833"/>
                    <a:pt x="18374" y="3305"/>
                  </a:cubicBezTo>
                  <a:cubicBezTo>
                    <a:pt x="20069" y="4485"/>
                    <a:pt x="21600" y="7318"/>
                    <a:pt x="21600" y="7318"/>
                  </a:cubicBezTo>
                  <a:cubicBezTo>
                    <a:pt x="21600" y="7318"/>
                    <a:pt x="20834" y="3659"/>
                    <a:pt x="19686" y="2007"/>
                  </a:cubicBezTo>
                  <a:cubicBezTo>
                    <a:pt x="19577" y="1770"/>
                    <a:pt x="19467" y="1652"/>
                    <a:pt x="19358" y="1534"/>
                  </a:cubicBezTo>
                  <a:cubicBezTo>
                    <a:pt x="18975" y="944"/>
                    <a:pt x="18483" y="472"/>
                    <a:pt x="17991" y="0"/>
                  </a:cubicBezTo>
                  <a:cubicBezTo>
                    <a:pt x="6125" y="0"/>
                    <a:pt x="6125" y="0"/>
                    <a:pt x="6125" y="0"/>
                  </a:cubicBezTo>
                  <a:cubicBezTo>
                    <a:pt x="6015" y="118"/>
                    <a:pt x="5906" y="354"/>
                    <a:pt x="5796" y="59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4772" name="Group 4772"/>
          <p:cNvGrpSpPr/>
          <p:nvPr/>
        </p:nvGrpSpPr>
        <p:grpSpPr>
          <a:xfrm>
            <a:off x="2195201" y="9397013"/>
            <a:ext cx="565388" cy="905223"/>
            <a:chOff x="0" y="0"/>
            <a:chExt cx="565387" cy="905222"/>
          </a:xfrm>
        </p:grpSpPr>
        <p:sp>
          <p:nvSpPr>
            <p:cNvPr id="4770" name="Shape 4770"/>
            <p:cNvSpPr/>
            <p:nvPr/>
          </p:nvSpPr>
          <p:spPr>
            <a:xfrm>
              <a:off x="-1" y="-1"/>
              <a:ext cx="565389" cy="9052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850"/>
                  </a:moveTo>
                  <a:cubicBezTo>
                    <a:pt x="21600" y="18900"/>
                    <a:pt x="17131" y="21600"/>
                    <a:pt x="11172" y="21600"/>
                  </a:cubicBezTo>
                  <a:cubicBezTo>
                    <a:pt x="5214" y="21600"/>
                    <a:pt x="0" y="18900"/>
                    <a:pt x="0" y="14850"/>
                  </a:cubicBezTo>
                  <a:cubicBezTo>
                    <a:pt x="0" y="11250"/>
                    <a:pt x="8938" y="0"/>
                    <a:pt x="8938" y="0"/>
                  </a:cubicBezTo>
                  <a:cubicBezTo>
                    <a:pt x="8938" y="0"/>
                    <a:pt x="21600" y="11250"/>
                    <a:pt x="21600" y="14850"/>
                  </a:cubicBezTo>
                  <a:close/>
                </a:path>
              </a:pathLst>
            </a:cu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4771" name="Shape 4771"/>
            <p:cNvSpPr/>
            <p:nvPr/>
          </p:nvSpPr>
          <p:spPr>
            <a:xfrm>
              <a:off x="112433" y="237527"/>
              <a:ext cx="344648" cy="5518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850"/>
                  </a:moveTo>
                  <a:cubicBezTo>
                    <a:pt x="21600" y="18900"/>
                    <a:pt x="17131" y="21600"/>
                    <a:pt x="11172" y="21600"/>
                  </a:cubicBezTo>
                  <a:cubicBezTo>
                    <a:pt x="5214" y="21600"/>
                    <a:pt x="0" y="18900"/>
                    <a:pt x="0" y="14850"/>
                  </a:cubicBezTo>
                  <a:cubicBezTo>
                    <a:pt x="0" y="11250"/>
                    <a:pt x="8938" y="0"/>
                    <a:pt x="8938" y="0"/>
                  </a:cubicBezTo>
                  <a:cubicBezTo>
                    <a:pt x="8938" y="0"/>
                    <a:pt x="21600" y="11250"/>
                    <a:pt x="21600" y="14850"/>
                  </a:cubicBezTo>
                  <a:close/>
                </a:path>
              </a:pathLst>
            </a:custGeom>
            <a:solidFill>
              <a:srgbClr val="2980B9"/>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
        <p:nvSpPr>
          <p:cNvPr id="4773" name="Shape 4773"/>
          <p:cNvSpPr/>
          <p:nvPr/>
        </p:nvSpPr>
        <p:spPr>
          <a:xfrm>
            <a:off x="3980684" y="11176186"/>
            <a:ext cx="2817297" cy="1163204"/>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p>
            <a:pPr defTabSz="685800">
              <a:defRPr b="1" sz="2500">
                <a:solidFill>
                  <a:srgbClr val="FFFFFF"/>
                </a:solidFill>
                <a:latin typeface="Montserrat"/>
                <a:ea typeface="Montserrat"/>
                <a:cs typeface="Montserrat"/>
                <a:sym typeface="Montserrat"/>
              </a:defRPr>
            </a:pPr>
            <a:r>
              <a:t>Estrategia </a:t>
            </a:r>
          </a:p>
          <a:p>
            <a:pPr defTabSz="685800">
              <a:defRPr sz="2500">
                <a:solidFill>
                  <a:srgbClr val="FFFFFF"/>
                </a:solidFill>
                <a:latin typeface="Montserrat"/>
                <a:ea typeface="Montserrat"/>
                <a:cs typeface="Montserrat"/>
                <a:sym typeface="Montserrat"/>
              </a:defRPr>
            </a:pPr>
            <a:r>
              <a:t>Primer mes</a:t>
            </a:r>
          </a:p>
        </p:txBody>
      </p:sp>
      <p:sp>
        <p:nvSpPr>
          <p:cNvPr id="4774" name="Shape 4774"/>
          <p:cNvSpPr/>
          <p:nvPr/>
        </p:nvSpPr>
        <p:spPr>
          <a:xfrm>
            <a:off x="9133346" y="8849986"/>
            <a:ext cx="1" cy="718739"/>
          </a:xfrm>
          <a:prstGeom prst="line">
            <a:avLst/>
          </a:prstGeom>
          <a:ln w="3175">
            <a:solidFill>
              <a:srgbClr val="D9D9D9"/>
            </a:solidFill>
            <a:prstDash val="sysDash"/>
            <a:miter/>
            <a:headEnd type="oval"/>
          </a:ln>
        </p:spPr>
        <p:txBody>
          <a:bodyPr lIns="34289" tIns="34289" rIns="34289" bIns="34289"/>
          <a:lstStyle/>
          <a:p>
            <a:pPr algn="l" defTabSz="685800">
              <a:defRPr sz="1200">
                <a:latin typeface="Calibri"/>
                <a:ea typeface="Calibri"/>
                <a:cs typeface="Calibri"/>
                <a:sym typeface="Calibri"/>
              </a:defRPr>
            </a:pPr>
          </a:p>
        </p:txBody>
      </p:sp>
      <p:sp>
        <p:nvSpPr>
          <p:cNvPr id="4775" name="Shape 4775"/>
          <p:cNvSpPr/>
          <p:nvPr/>
        </p:nvSpPr>
        <p:spPr>
          <a:xfrm>
            <a:off x="7724699" y="12080083"/>
            <a:ext cx="2817297" cy="1163205"/>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p>
            <a:pPr defTabSz="685800">
              <a:defRPr b="1" sz="2500">
                <a:solidFill>
                  <a:srgbClr val="FFFFFF"/>
                </a:solidFill>
                <a:latin typeface="Montserrat"/>
                <a:ea typeface="Montserrat"/>
                <a:cs typeface="Montserrat"/>
                <a:sym typeface="Montserrat"/>
              </a:defRPr>
            </a:pPr>
            <a:r>
              <a:t>Estrategia </a:t>
            </a:r>
          </a:p>
          <a:p>
            <a:pPr defTabSz="685800">
              <a:defRPr sz="2500">
                <a:solidFill>
                  <a:srgbClr val="FFFFFF"/>
                </a:solidFill>
                <a:latin typeface="Montserrat"/>
                <a:ea typeface="Montserrat"/>
                <a:cs typeface="Montserrat"/>
                <a:sym typeface="Montserrat"/>
              </a:defRPr>
            </a:pPr>
            <a:r>
              <a:t>Segundo mes</a:t>
            </a:r>
          </a:p>
        </p:txBody>
      </p:sp>
      <p:sp>
        <p:nvSpPr>
          <p:cNvPr id="4776" name="Shape 4776"/>
          <p:cNvSpPr/>
          <p:nvPr/>
        </p:nvSpPr>
        <p:spPr>
          <a:xfrm>
            <a:off x="19404423" y="10549790"/>
            <a:ext cx="2817296" cy="1163205"/>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lvl1pPr defTabSz="685800">
              <a:defRPr b="1" sz="2500">
                <a:solidFill>
                  <a:srgbClr val="FFFFFF"/>
                </a:solidFill>
                <a:latin typeface="Montserrat"/>
                <a:ea typeface="Montserrat"/>
                <a:cs typeface="Montserrat"/>
                <a:sym typeface="Montserrat"/>
              </a:defRPr>
            </a:lvl1pPr>
          </a:lstStyle>
          <a:p>
            <a:pPr/>
            <a:r>
              <a:t>Resultados</a:t>
            </a:r>
          </a:p>
        </p:txBody>
      </p:sp>
      <p:sp>
        <p:nvSpPr>
          <p:cNvPr id="4777" name="Shape 4777"/>
          <p:cNvSpPr/>
          <p:nvPr/>
        </p:nvSpPr>
        <p:spPr>
          <a:xfrm>
            <a:off x="11692553" y="10549790"/>
            <a:ext cx="2817297" cy="1163205"/>
          </a:xfrm>
          <a:prstGeom prst="rect">
            <a:avLst/>
          </a:prstGeom>
          <a:ln w="12700">
            <a:miter lim="400000"/>
          </a:ln>
          <a:extLst>
            <a:ext uri="{C572A759-6A51-4108-AA02-DFA0A04FC94B}">
              <ma14:wrappingTextBoxFlag xmlns:ma14="http://schemas.microsoft.com/office/mac/drawingml/2011/main" val="1"/>
            </a:ext>
          </a:extLst>
        </p:spPr>
        <p:txBody>
          <a:bodyPr lIns="34289" tIns="34289" rIns="34289" bIns="34289"/>
          <a:lstStyle/>
          <a:p>
            <a:pPr defTabSz="685800">
              <a:defRPr b="1" sz="2500">
                <a:solidFill>
                  <a:srgbClr val="FFFFFF"/>
                </a:solidFill>
                <a:latin typeface="Montserrat"/>
                <a:ea typeface="Montserrat"/>
                <a:cs typeface="Montserrat"/>
                <a:sym typeface="Montserrat"/>
              </a:defRPr>
            </a:pPr>
            <a:r>
              <a:t>Estrategia </a:t>
            </a:r>
          </a:p>
          <a:p>
            <a:pPr defTabSz="685800">
              <a:defRPr sz="2500">
                <a:solidFill>
                  <a:srgbClr val="FFFFFF"/>
                </a:solidFill>
                <a:latin typeface="Montserrat"/>
                <a:ea typeface="Montserrat"/>
                <a:cs typeface="Montserrat"/>
                <a:sym typeface="Montserrat"/>
              </a:defRPr>
            </a:pPr>
            <a:r>
              <a:t>Tercer mes</a:t>
            </a:r>
          </a:p>
        </p:txBody>
      </p:sp>
    </p:spTree>
  </p:cSld>
  <p:clrMapOvr>
    <a:masterClrMapping/>
  </p:clrMapOvr>
  <p:transition xmlns:p14="http://schemas.microsoft.com/office/powerpoint/2010/main" spd="med" advClick="1" p14:dur="1000"/>
</p:sld>
</file>

<file path=ppt/slides/slide15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779" name="Shape 4779"/>
          <p:cNvSpPr/>
          <p:nvPr/>
        </p:nvSpPr>
        <p:spPr>
          <a:xfrm>
            <a:off x="303300" y="385686"/>
            <a:ext cx="1017206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enfocada a resultados</a:t>
            </a:r>
          </a:p>
        </p:txBody>
      </p:sp>
      <p:sp>
        <p:nvSpPr>
          <p:cNvPr id="4780" name="Shape 4780"/>
          <p:cNvSpPr/>
          <p:nvPr/>
        </p:nvSpPr>
        <p:spPr>
          <a:xfrm>
            <a:off x="1" y="9285609"/>
            <a:ext cx="24371301" cy="4426820"/>
          </a:xfrm>
          <a:prstGeom prst="rect">
            <a:avLst/>
          </a:prstGeom>
          <a:solidFill>
            <a:srgbClr val="202731"/>
          </a:solidFill>
          <a:ln w="12700">
            <a:miter lim="400000"/>
          </a:ln>
        </p:spPr>
        <p:txBody>
          <a:bodyPr lIns="91392" tIns="91392" rIns="91392" bIns="91392"/>
          <a:lstStyle/>
          <a:p>
            <a:pPr algn="l" defTabSz="1828800">
              <a:defRPr sz="3600">
                <a:latin typeface="Helvetica"/>
                <a:ea typeface="Helvetica"/>
                <a:cs typeface="Helvetica"/>
                <a:sym typeface="Helvetica"/>
              </a:defRPr>
            </a:pPr>
          </a:p>
        </p:txBody>
      </p:sp>
      <p:grpSp>
        <p:nvGrpSpPr>
          <p:cNvPr id="4795" name="Group 4795"/>
          <p:cNvGrpSpPr/>
          <p:nvPr/>
        </p:nvGrpSpPr>
        <p:grpSpPr>
          <a:xfrm>
            <a:off x="1884837" y="6353436"/>
            <a:ext cx="2506945" cy="3439911"/>
            <a:chOff x="0" y="0"/>
            <a:chExt cx="2506943" cy="3439909"/>
          </a:xfrm>
        </p:grpSpPr>
        <p:sp>
          <p:nvSpPr>
            <p:cNvPr id="4781" name="Shape 4781"/>
            <p:cNvSpPr/>
            <p:nvPr/>
          </p:nvSpPr>
          <p:spPr>
            <a:xfrm>
              <a:off x="1002777" y="2430783"/>
              <a:ext cx="1009127" cy="1009127"/>
            </a:xfrm>
            <a:prstGeom prst="ellipse">
              <a:avLst/>
            </a:prstGeom>
            <a:solidFill>
              <a:srgbClr val="C7E1F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2" name="Shape 4782"/>
            <p:cNvSpPr/>
            <p:nvPr/>
          </p:nvSpPr>
          <p:spPr>
            <a:xfrm>
              <a:off x="698136" y="2783023"/>
              <a:ext cx="30464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3" name="Shape 4783"/>
            <p:cNvSpPr/>
            <p:nvPr/>
          </p:nvSpPr>
          <p:spPr>
            <a:xfrm>
              <a:off x="2011901" y="2783023"/>
              <a:ext cx="30464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4" name="Shape 4784"/>
            <p:cNvSpPr/>
            <p:nvPr/>
          </p:nvSpPr>
          <p:spPr>
            <a:xfrm>
              <a:off x="2202302" y="2846490"/>
              <a:ext cx="30464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5" name="Shape 4785"/>
            <p:cNvSpPr/>
            <p:nvPr/>
          </p:nvSpPr>
          <p:spPr>
            <a:xfrm>
              <a:off x="526775" y="2846490"/>
              <a:ext cx="30147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6" name="Shape 4786"/>
            <p:cNvSpPr/>
            <p:nvPr/>
          </p:nvSpPr>
          <p:spPr>
            <a:xfrm>
              <a:off x="19040" y="9519"/>
              <a:ext cx="399842" cy="193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082"/>
                  </a:moveTo>
                  <a:lnTo>
                    <a:pt x="1029" y="21600"/>
                  </a:lnTo>
                  <a:lnTo>
                    <a:pt x="0" y="14518"/>
                  </a:lnTo>
                  <a:lnTo>
                    <a:pt x="20229" y="0"/>
                  </a:lnTo>
                  <a:lnTo>
                    <a:pt x="21600" y="7082"/>
                  </a:lnTo>
                  <a:close/>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7" name="Shape 4787"/>
            <p:cNvSpPr/>
            <p:nvPr/>
          </p:nvSpPr>
          <p:spPr>
            <a:xfrm>
              <a:off x="0" y="0"/>
              <a:ext cx="444930" cy="395506"/>
            </a:xfrm>
            <a:custGeom>
              <a:avLst/>
              <a:gdLst/>
              <a:ahLst/>
              <a:cxnLst>
                <a:cxn ang="0">
                  <a:pos x="wd2" y="hd2"/>
                </a:cxn>
                <a:cxn ang="5400000">
                  <a:pos x="wd2" y="hd2"/>
                </a:cxn>
                <a:cxn ang="10800000">
                  <a:pos x="wd2" y="hd2"/>
                </a:cxn>
                <a:cxn ang="16200000">
                  <a:pos x="wd2" y="hd2"/>
                </a:cxn>
              </a:cxnLst>
              <a:rect l="0" t="0" r="r" b="b"/>
              <a:pathLst>
                <a:path w="17014" h="15296" fill="norm" stroke="1" extrusionOk="0">
                  <a:moveTo>
                    <a:pt x="0" y="5727"/>
                  </a:moveTo>
                  <a:cubicBezTo>
                    <a:pt x="1624" y="5073"/>
                    <a:pt x="1624" y="5073"/>
                    <a:pt x="1624" y="5073"/>
                  </a:cubicBezTo>
                  <a:cubicBezTo>
                    <a:pt x="6821" y="18164"/>
                    <a:pt x="18514" y="14564"/>
                    <a:pt x="14129" y="655"/>
                  </a:cubicBezTo>
                  <a:cubicBezTo>
                    <a:pt x="15753" y="0"/>
                    <a:pt x="15753" y="0"/>
                    <a:pt x="15753" y="0"/>
                  </a:cubicBezTo>
                  <a:cubicBezTo>
                    <a:pt x="21600" y="16364"/>
                    <a:pt x="5522" y="21600"/>
                    <a:pt x="0" y="5727"/>
                  </a:cubicBezTo>
                  <a:close/>
                </a:path>
              </a:pathLst>
            </a:custGeom>
            <a:solidFill>
              <a:srgbClr val="17486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8" name="Shape 4788"/>
            <p:cNvSpPr/>
            <p:nvPr/>
          </p:nvSpPr>
          <p:spPr>
            <a:xfrm>
              <a:off x="233834" y="275523"/>
              <a:ext cx="960340" cy="2463633"/>
            </a:xfrm>
            <a:custGeom>
              <a:avLst/>
              <a:gdLst/>
              <a:ahLst/>
              <a:cxnLst>
                <a:cxn ang="0">
                  <a:pos x="wd2" y="hd2"/>
                </a:cxn>
                <a:cxn ang="5400000">
                  <a:pos x="wd2" y="hd2"/>
                </a:cxn>
                <a:cxn ang="10800000">
                  <a:pos x="wd2" y="hd2"/>
                </a:cxn>
                <a:cxn ang="16200000">
                  <a:pos x="wd2" y="hd2"/>
                </a:cxn>
              </a:cxnLst>
              <a:rect l="0" t="0" r="r" b="b"/>
              <a:pathLst>
                <a:path w="21223" h="21444" fill="norm" stroke="1" extrusionOk="0">
                  <a:moveTo>
                    <a:pt x="1028" y="32"/>
                  </a:moveTo>
                  <a:cubicBezTo>
                    <a:pt x="1028" y="32"/>
                    <a:pt x="1028" y="32"/>
                    <a:pt x="1028" y="32"/>
                  </a:cubicBezTo>
                  <a:cubicBezTo>
                    <a:pt x="1776" y="-78"/>
                    <a:pt x="2711" y="106"/>
                    <a:pt x="2991" y="400"/>
                  </a:cubicBezTo>
                  <a:cubicBezTo>
                    <a:pt x="21131" y="20639"/>
                    <a:pt x="21131" y="20639"/>
                    <a:pt x="21131" y="20639"/>
                  </a:cubicBezTo>
                  <a:cubicBezTo>
                    <a:pt x="21412" y="20933"/>
                    <a:pt x="21038" y="21301"/>
                    <a:pt x="20196" y="21412"/>
                  </a:cubicBezTo>
                  <a:cubicBezTo>
                    <a:pt x="20196" y="21412"/>
                    <a:pt x="20196" y="21412"/>
                    <a:pt x="20196" y="21412"/>
                  </a:cubicBezTo>
                  <a:cubicBezTo>
                    <a:pt x="19448" y="21522"/>
                    <a:pt x="18513" y="21338"/>
                    <a:pt x="18233" y="21044"/>
                  </a:cubicBezTo>
                  <a:cubicBezTo>
                    <a:pt x="93" y="805"/>
                    <a:pt x="93" y="805"/>
                    <a:pt x="93" y="805"/>
                  </a:cubicBezTo>
                  <a:cubicBezTo>
                    <a:pt x="-188" y="474"/>
                    <a:pt x="186" y="143"/>
                    <a:pt x="1028" y="32"/>
                  </a:cubicBezTo>
                  <a:close/>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89" name="Shape 4789"/>
            <p:cNvSpPr/>
            <p:nvPr/>
          </p:nvSpPr>
          <p:spPr>
            <a:xfrm>
              <a:off x="542643" y="2049981"/>
              <a:ext cx="938809" cy="1005463"/>
            </a:xfrm>
            <a:custGeom>
              <a:avLst/>
              <a:gdLst/>
              <a:ahLst/>
              <a:cxnLst>
                <a:cxn ang="0">
                  <a:pos x="wd2" y="hd2"/>
                </a:cxn>
                <a:cxn ang="5400000">
                  <a:pos x="wd2" y="hd2"/>
                </a:cxn>
                <a:cxn ang="10800000">
                  <a:pos x="wd2" y="hd2"/>
                </a:cxn>
                <a:cxn ang="16200000">
                  <a:pos x="wd2" y="hd2"/>
                </a:cxn>
              </a:cxnLst>
              <a:rect l="0" t="0" r="r" b="b"/>
              <a:pathLst>
                <a:path w="16427" h="15414" fill="norm" stroke="1" extrusionOk="0">
                  <a:moveTo>
                    <a:pt x="0" y="4541"/>
                  </a:moveTo>
                  <a:cubicBezTo>
                    <a:pt x="14573" y="0"/>
                    <a:pt x="14573" y="0"/>
                    <a:pt x="14573" y="0"/>
                  </a:cubicBezTo>
                  <a:cubicBezTo>
                    <a:pt x="21600" y="17449"/>
                    <a:pt x="6879" y="21600"/>
                    <a:pt x="0" y="4541"/>
                  </a:cubicBezTo>
                  <a:close/>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0" name="Shape 4790"/>
            <p:cNvSpPr/>
            <p:nvPr/>
          </p:nvSpPr>
          <p:spPr>
            <a:xfrm>
              <a:off x="891711" y="2173741"/>
              <a:ext cx="302404" cy="565424"/>
            </a:xfrm>
            <a:custGeom>
              <a:avLst/>
              <a:gdLst/>
              <a:ahLst/>
              <a:cxnLst>
                <a:cxn ang="0">
                  <a:pos x="wd2" y="hd2"/>
                </a:cxn>
                <a:cxn ang="5400000">
                  <a:pos x="wd2" y="hd2"/>
                </a:cxn>
                <a:cxn ang="10800000">
                  <a:pos x="wd2" y="hd2"/>
                </a:cxn>
                <a:cxn ang="16200000">
                  <a:pos x="wd2" y="hd2"/>
                </a:cxn>
              </a:cxnLst>
              <a:rect l="0" t="0" r="r" b="b"/>
              <a:pathLst>
                <a:path w="21004" h="21263" fill="norm" stroke="1" extrusionOk="0">
                  <a:moveTo>
                    <a:pt x="9173" y="0"/>
                  </a:moveTo>
                  <a:cubicBezTo>
                    <a:pt x="20712" y="17788"/>
                    <a:pt x="20712" y="17788"/>
                    <a:pt x="20712" y="17788"/>
                  </a:cubicBezTo>
                  <a:cubicBezTo>
                    <a:pt x="21600" y="19059"/>
                    <a:pt x="20416" y="20647"/>
                    <a:pt x="17753" y="21124"/>
                  </a:cubicBezTo>
                  <a:cubicBezTo>
                    <a:pt x="17753" y="21124"/>
                    <a:pt x="17753" y="21124"/>
                    <a:pt x="17753" y="21124"/>
                  </a:cubicBezTo>
                  <a:cubicBezTo>
                    <a:pt x="15386" y="21600"/>
                    <a:pt x="12427" y="20806"/>
                    <a:pt x="11540" y="19535"/>
                  </a:cubicBezTo>
                  <a:cubicBezTo>
                    <a:pt x="0" y="1747"/>
                    <a:pt x="0" y="1747"/>
                    <a:pt x="0" y="1747"/>
                  </a:cubicBezTo>
                  <a:lnTo>
                    <a:pt x="9173" y="0"/>
                  </a:lnTo>
                  <a:close/>
                </a:path>
              </a:pathLst>
            </a:custGeom>
            <a:solidFill>
              <a:srgbClr val="174868"/>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1" name="Shape 4791"/>
            <p:cNvSpPr/>
            <p:nvPr/>
          </p:nvSpPr>
          <p:spPr>
            <a:xfrm>
              <a:off x="1479107" y="3097186"/>
              <a:ext cx="117719" cy="215788"/>
            </a:xfrm>
            <a:custGeom>
              <a:avLst/>
              <a:gdLst/>
              <a:ahLst/>
              <a:cxnLst>
                <a:cxn ang="0">
                  <a:pos x="wd2" y="hd2"/>
                </a:cxn>
                <a:cxn ang="5400000">
                  <a:pos x="wd2" y="hd2"/>
                </a:cxn>
                <a:cxn ang="10800000">
                  <a:pos x="wd2" y="hd2"/>
                </a:cxn>
                <a:cxn ang="16200000">
                  <a:pos x="wd2" y="hd2"/>
                </a:cxn>
              </a:cxnLst>
              <a:rect l="0" t="0" r="r" b="b"/>
              <a:pathLst>
                <a:path w="19543" h="21600" fill="norm" stroke="1" extrusionOk="0">
                  <a:moveTo>
                    <a:pt x="3769" y="0"/>
                  </a:moveTo>
                  <a:cubicBezTo>
                    <a:pt x="10040" y="1694"/>
                    <a:pt x="15615" y="4659"/>
                    <a:pt x="18402" y="9318"/>
                  </a:cubicBezTo>
                  <a:cubicBezTo>
                    <a:pt x="20492" y="13553"/>
                    <a:pt x="19795" y="18212"/>
                    <a:pt x="15615" y="21600"/>
                  </a:cubicBezTo>
                  <a:cubicBezTo>
                    <a:pt x="9344" y="20329"/>
                    <a:pt x="3769" y="16941"/>
                    <a:pt x="982" y="12706"/>
                  </a:cubicBezTo>
                  <a:cubicBezTo>
                    <a:pt x="-1108" y="8471"/>
                    <a:pt x="286" y="3812"/>
                    <a:pt x="3769" y="0"/>
                  </a:cubicBezTo>
                  <a:close/>
                </a:path>
              </a:pathLst>
            </a:custGeom>
            <a:solidFill>
              <a:srgbClr val="82BA3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2" name="Shape 4792"/>
            <p:cNvSpPr/>
            <p:nvPr/>
          </p:nvSpPr>
          <p:spPr>
            <a:xfrm>
              <a:off x="1524198" y="2662436"/>
              <a:ext cx="124475" cy="203095"/>
            </a:xfrm>
            <a:custGeom>
              <a:avLst/>
              <a:gdLst/>
              <a:ahLst/>
              <a:cxnLst>
                <a:cxn ang="0">
                  <a:pos x="wd2" y="hd2"/>
                </a:cxn>
                <a:cxn ang="5400000">
                  <a:pos x="wd2" y="hd2"/>
                </a:cxn>
                <a:cxn ang="10800000">
                  <a:pos x="wd2" y="hd2"/>
                </a:cxn>
                <a:cxn ang="16200000">
                  <a:pos x="wd2" y="hd2"/>
                </a:cxn>
              </a:cxnLst>
              <a:rect l="0" t="0" r="r" b="b"/>
              <a:pathLst>
                <a:path w="20173" h="21600" fill="norm" stroke="1" extrusionOk="0">
                  <a:moveTo>
                    <a:pt x="18225" y="0"/>
                  </a:moveTo>
                  <a:cubicBezTo>
                    <a:pt x="20925" y="4050"/>
                    <a:pt x="20925" y="9000"/>
                    <a:pt x="17550" y="13500"/>
                  </a:cubicBezTo>
                  <a:cubicBezTo>
                    <a:pt x="14850" y="18000"/>
                    <a:pt x="8775" y="20700"/>
                    <a:pt x="2025" y="21600"/>
                  </a:cubicBezTo>
                  <a:cubicBezTo>
                    <a:pt x="-675" y="17550"/>
                    <a:pt x="-675" y="12600"/>
                    <a:pt x="2025" y="8550"/>
                  </a:cubicBezTo>
                  <a:cubicBezTo>
                    <a:pt x="5400" y="4050"/>
                    <a:pt x="11475" y="900"/>
                    <a:pt x="18225" y="0"/>
                  </a:cubicBezTo>
                  <a:close/>
                </a:path>
              </a:pathLst>
            </a:custGeom>
            <a:solidFill>
              <a:srgbClr val="82BA3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3" name="Shape 4793"/>
            <p:cNvSpPr/>
            <p:nvPr/>
          </p:nvSpPr>
          <p:spPr>
            <a:xfrm>
              <a:off x="1621581" y="2974791"/>
              <a:ext cx="222135" cy="113370"/>
            </a:xfrm>
            <a:custGeom>
              <a:avLst/>
              <a:gdLst/>
              <a:ahLst/>
              <a:cxnLst>
                <a:cxn ang="0">
                  <a:pos x="wd2" y="hd2"/>
                </a:cxn>
                <a:cxn ang="5400000">
                  <a:pos x="wd2" y="hd2"/>
                </a:cxn>
                <a:cxn ang="10800000">
                  <a:pos x="wd2" y="hd2"/>
                </a:cxn>
                <a:cxn ang="16200000">
                  <a:pos x="wd2" y="hd2"/>
                </a:cxn>
              </a:cxnLst>
              <a:rect l="0" t="0" r="r" b="b"/>
              <a:pathLst>
                <a:path w="21600" h="19292" fill="norm" stroke="1" extrusionOk="0">
                  <a:moveTo>
                    <a:pt x="21600" y="5167"/>
                  </a:moveTo>
                  <a:cubicBezTo>
                    <a:pt x="19562" y="11647"/>
                    <a:pt x="16302" y="16687"/>
                    <a:pt x="11819" y="18847"/>
                  </a:cubicBezTo>
                  <a:cubicBezTo>
                    <a:pt x="7743" y="20287"/>
                    <a:pt x="3260" y="18127"/>
                    <a:pt x="0" y="13807"/>
                  </a:cubicBezTo>
                  <a:cubicBezTo>
                    <a:pt x="2038" y="7327"/>
                    <a:pt x="5298" y="2287"/>
                    <a:pt x="9781" y="847"/>
                  </a:cubicBezTo>
                  <a:cubicBezTo>
                    <a:pt x="14264" y="-1313"/>
                    <a:pt x="18340" y="847"/>
                    <a:pt x="21600" y="5167"/>
                  </a:cubicBezTo>
                  <a:close/>
                </a:path>
              </a:pathLst>
            </a:custGeom>
            <a:solidFill>
              <a:srgbClr val="82BA3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4" name="Shape 4794"/>
            <p:cNvSpPr/>
            <p:nvPr/>
          </p:nvSpPr>
          <p:spPr>
            <a:xfrm>
              <a:off x="1722636" y="2027767"/>
              <a:ext cx="121571" cy="215788"/>
            </a:xfrm>
            <a:custGeom>
              <a:avLst/>
              <a:gdLst/>
              <a:ahLst/>
              <a:cxnLst>
                <a:cxn ang="0">
                  <a:pos x="wd2" y="hd2"/>
                </a:cxn>
                <a:cxn ang="5400000">
                  <a:pos x="wd2" y="hd2"/>
                </a:cxn>
                <a:cxn ang="10800000">
                  <a:pos x="wd2" y="hd2"/>
                </a:cxn>
                <a:cxn ang="16200000">
                  <a:pos x="wd2" y="hd2"/>
                </a:cxn>
              </a:cxnLst>
              <a:rect l="0" t="0" r="r" b="b"/>
              <a:pathLst>
                <a:path w="19702" h="21600" fill="norm" stroke="1" extrusionOk="0">
                  <a:moveTo>
                    <a:pt x="3928" y="0"/>
                  </a:moveTo>
                  <a:cubicBezTo>
                    <a:pt x="10199" y="1271"/>
                    <a:pt x="15774" y="4659"/>
                    <a:pt x="18561" y="8894"/>
                  </a:cubicBezTo>
                  <a:cubicBezTo>
                    <a:pt x="20651" y="13129"/>
                    <a:pt x="19954" y="17788"/>
                    <a:pt x="15774" y="21600"/>
                  </a:cubicBezTo>
                  <a:cubicBezTo>
                    <a:pt x="9503" y="19906"/>
                    <a:pt x="3928" y="16941"/>
                    <a:pt x="1141" y="12282"/>
                  </a:cubicBezTo>
                  <a:cubicBezTo>
                    <a:pt x="-949" y="8047"/>
                    <a:pt x="-252" y="3388"/>
                    <a:pt x="3928" y="0"/>
                  </a:cubicBezTo>
                  <a:close/>
                </a:path>
              </a:pathLst>
            </a:custGeom>
            <a:solidFill>
              <a:srgbClr val="82BA33"/>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grpSp>
        <p:nvGrpSpPr>
          <p:cNvPr id="4835" name="Group 4835"/>
          <p:cNvGrpSpPr/>
          <p:nvPr/>
        </p:nvGrpSpPr>
        <p:grpSpPr>
          <a:xfrm>
            <a:off x="19338973" y="5930208"/>
            <a:ext cx="3493856" cy="3755243"/>
            <a:chOff x="0" y="0"/>
            <a:chExt cx="3493855" cy="3755241"/>
          </a:xfrm>
        </p:grpSpPr>
        <p:sp>
          <p:nvSpPr>
            <p:cNvPr id="4796" name="Shape 4796"/>
            <p:cNvSpPr/>
            <p:nvPr/>
          </p:nvSpPr>
          <p:spPr>
            <a:xfrm>
              <a:off x="1629855" y="372454"/>
              <a:ext cx="526788" cy="3268717"/>
            </a:xfrm>
            <a:custGeom>
              <a:avLst/>
              <a:gdLst/>
              <a:ahLst/>
              <a:cxnLst>
                <a:cxn ang="0">
                  <a:pos x="wd2" y="hd2"/>
                </a:cxn>
                <a:cxn ang="5400000">
                  <a:pos x="wd2" y="hd2"/>
                </a:cxn>
                <a:cxn ang="10800000">
                  <a:pos x="wd2" y="hd2"/>
                </a:cxn>
                <a:cxn ang="16200000">
                  <a:pos x="wd2" y="hd2"/>
                </a:cxn>
              </a:cxnLst>
              <a:rect l="0" t="0" r="r" b="b"/>
              <a:pathLst>
                <a:path w="7424" h="21518" fill="norm" stroke="1" extrusionOk="0">
                  <a:moveTo>
                    <a:pt x="3246" y="21210"/>
                  </a:moveTo>
                  <a:cubicBezTo>
                    <a:pt x="-7048" y="11468"/>
                    <a:pt x="11041" y="10299"/>
                    <a:pt x="4317" y="0"/>
                  </a:cubicBezTo>
                  <a:cubicBezTo>
                    <a:pt x="4317" y="0"/>
                    <a:pt x="4317" y="0"/>
                    <a:pt x="4317" y="0"/>
                  </a:cubicBezTo>
                  <a:cubicBezTo>
                    <a:pt x="14552" y="8462"/>
                    <a:pt x="-4668" y="11552"/>
                    <a:pt x="5626" y="20542"/>
                  </a:cubicBezTo>
                  <a:cubicBezTo>
                    <a:pt x="6043" y="20848"/>
                    <a:pt x="5805" y="21238"/>
                    <a:pt x="5150" y="21433"/>
                  </a:cubicBezTo>
                  <a:cubicBezTo>
                    <a:pt x="4496" y="21600"/>
                    <a:pt x="3663" y="21516"/>
                    <a:pt x="3246" y="21210"/>
                  </a:cubicBezTo>
                  <a:close/>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7" name="Shape 4797"/>
            <p:cNvSpPr/>
            <p:nvPr/>
          </p:nvSpPr>
          <p:spPr>
            <a:xfrm>
              <a:off x="637841" y="1351794"/>
              <a:ext cx="1196045" cy="1090229"/>
            </a:xfrm>
            <a:custGeom>
              <a:avLst/>
              <a:gdLst/>
              <a:ahLst/>
              <a:cxnLst>
                <a:cxn ang="0">
                  <a:pos x="wd2" y="hd2"/>
                </a:cxn>
                <a:cxn ang="5400000">
                  <a:pos x="wd2" y="hd2"/>
                </a:cxn>
                <a:cxn ang="10800000">
                  <a:pos x="wd2" y="hd2"/>
                </a:cxn>
                <a:cxn ang="16200000">
                  <a:pos x="wd2" y="hd2"/>
                </a:cxn>
              </a:cxnLst>
              <a:rect l="0" t="0" r="r" b="b"/>
              <a:pathLst>
                <a:path w="19760" h="19126" fill="norm" stroke="1" extrusionOk="0">
                  <a:moveTo>
                    <a:pt x="19503" y="18247"/>
                  </a:moveTo>
                  <a:cubicBezTo>
                    <a:pt x="21600" y="7299"/>
                    <a:pt x="10485" y="-2317"/>
                    <a:pt x="0" y="494"/>
                  </a:cubicBezTo>
                  <a:cubicBezTo>
                    <a:pt x="9297" y="938"/>
                    <a:pt x="19643" y="7151"/>
                    <a:pt x="17336" y="17508"/>
                  </a:cubicBezTo>
                  <a:cubicBezTo>
                    <a:pt x="17126" y="18173"/>
                    <a:pt x="17476" y="18839"/>
                    <a:pt x="18035" y="19061"/>
                  </a:cubicBezTo>
                  <a:cubicBezTo>
                    <a:pt x="18664" y="19283"/>
                    <a:pt x="19363" y="18913"/>
                    <a:pt x="19503" y="18247"/>
                  </a:cubicBezTo>
                  <a:close/>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8" name="Shape 4798"/>
            <p:cNvSpPr/>
            <p:nvPr/>
          </p:nvSpPr>
          <p:spPr>
            <a:xfrm>
              <a:off x="1822933" y="1576500"/>
              <a:ext cx="1255214" cy="530397"/>
            </a:xfrm>
            <a:custGeom>
              <a:avLst/>
              <a:gdLst/>
              <a:ahLst/>
              <a:cxnLst>
                <a:cxn ang="0">
                  <a:pos x="wd2" y="hd2"/>
                </a:cxn>
                <a:cxn ang="5400000">
                  <a:pos x="wd2" y="hd2"/>
                </a:cxn>
                <a:cxn ang="10800000">
                  <a:pos x="wd2" y="hd2"/>
                </a:cxn>
                <a:cxn ang="16200000">
                  <a:pos x="wd2" y="hd2"/>
                </a:cxn>
              </a:cxnLst>
              <a:rect l="0" t="0" r="r" b="b"/>
              <a:pathLst>
                <a:path w="21467" h="17441" fill="norm" stroke="1" extrusionOk="0">
                  <a:moveTo>
                    <a:pt x="84" y="14908"/>
                  </a:moveTo>
                  <a:cubicBezTo>
                    <a:pt x="4779" y="-979"/>
                    <a:pt x="13376" y="-3905"/>
                    <a:pt x="21467" y="4874"/>
                  </a:cubicBezTo>
                  <a:cubicBezTo>
                    <a:pt x="13376" y="415"/>
                    <a:pt x="6080" y="554"/>
                    <a:pt x="1818" y="16441"/>
                  </a:cubicBezTo>
                  <a:cubicBezTo>
                    <a:pt x="1601" y="17277"/>
                    <a:pt x="1023" y="17695"/>
                    <a:pt x="589" y="17277"/>
                  </a:cubicBezTo>
                  <a:cubicBezTo>
                    <a:pt x="84" y="16859"/>
                    <a:pt x="-133" y="15744"/>
                    <a:pt x="84" y="14908"/>
                  </a:cubicBezTo>
                  <a:close/>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799" name="Shape 4799"/>
            <p:cNvSpPr/>
            <p:nvPr/>
          </p:nvSpPr>
          <p:spPr>
            <a:xfrm>
              <a:off x="1322607" y="1032510"/>
              <a:ext cx="198528" cy="630439"/>
            </a:xfrm>
            <a:custGeom>
              <a:avLst/>
              <a:gdLst/>
              <a:ahLst/>
              <a:cxnLst>
                <a:cxn ang="0">
                  <a:pos x="wd2" y="hd2"/>
                </a:cxn>
                <a:cxn ang="5400000">
                  <a:pos x="wd2" y="hd2"/>
                </a:cxn>
                <a:cxn ang="10800000">
                  <a:pos x="wd2" y="hd2"/>
                </a:cxn>
                <a:cxn ang="16200000">
                  <a:pos x="wd2" y="hd2"/>
                </a:cxn>
              </a:cxnLst>
              <a:rect l="0" t="0" r="r" b="b"/>
              <a:pathLst>
                <a:path w="17324" h="21456" fill="norm" stroke="1" extrusionOk="0">
                  <a:moveTo>
                    <a:pt x="10094" y="21024"/>
                  </a:moveTo>
                  <a:cubicBezTo>
                    <a:pt x="-3818" y="14544"/>
                    <a:pt x="-3818" y="5328"/>
                    <a:pt x="13023" y="0"/>
                  </a:cubicBezTo>
                  <a:cubicBezTo>
                    <a:pt x="5701" y="6912"/>
                    <a:pt x="575" y="12528"/>
                    <a:pt x="15951" y="18576"/>
                  </a:cubicBezTo>
                  <a:cubicBezTo>
                    <a:pt x="17782" y="19296"/>
                    <a:pt x="17782" y="20304"/>
                    <a:pt x="15951" y="21024"/>
                  </a:cubicBezTo>
                  <a:cubicBezTo>
                    <a:pt x="14487" y="21600"/>
                    <a:pt x="11924" y="21600"/>
                    <a:pt x="10094" y="21024"/>
                  </a:cubicBezTo>
                  <a:close/>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0" name="Shape 4800"/>
            <p:cNvSpPr/>
            <p:nvPr/>
          </p:nvSpPr>
          <p:spPr>
            <a:xfrm>
              <a:off x="2049981" y="770537"/>
              <a:ext cx="479178" cy="465068"/>
            </a:xfrm>
            <a:custGeom>
              <a:avLst/>
              <a:gdLst/>
              <a:ahLst/>
              <a:cxnLst>
                <a:cxn ang="0">
                  <a:pos x="wd2" y="hd2"/>
                </a:cxn>
                <a:cxn ang="5400000">
                  <a:pos x="wd2" y="hd2"/>
                </a:cxn>
                <a:cxn ang="10800000">
                  <a:pos x="wd2" y="hd2"/>
                </a:cxn>
                <a:cxn ang="16200000">
                  <a:pos x="wd2" y="hd2"/>
                </a:cxn>
              </a:cxnLst>
              <a:rect l="0" t="0" r="r" b="b"/>
              <a:pathLst>
                <a:path w="21600" h="20163" fill="norm" stroke="1" extrusionOk="0">
                  <a:moveTo>
                    <a:pt x="0" y="17783"/>
                  </a:moveTo>
                  <a:cubicBezTo>
                    <a:pt x="1147" y="6800"/>
                    <a:pt x="10322" y="-1437"/>
                    <a:pt x="21600" y="210"/>
                  </a:cubicBezTo>
                  <a:cubicBezTo>
                    <a:pt x="12425" y="3871"/>
                    <a:pt x="5161" y="6983"/>
                    <a:pt x="4970" y="17783"/>
                  </a:cubicBezTo>
                  <a:cubicBezTo>
                    <a:pt x="4970" y="19065"/>
                    <a:pt x="3823" y="20163"/>
                    <a:pt x="2485" y="20163"/>
                  </a:cubicBezTo>
                  <a:cubicBezTo>
                    <a:pt x="956" y="20163"/>
                    <a:pt x="0" y="19065"/>
                    <a:pt x="0" y="17783"/>
                  </a:cubicBezTo>
                  <a:close/>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1" name="Shape 4801"/>
            <p:cNvSpPr/>
            <p:nvPr/>
          </p:nvSpPr>
          <p:spPr>
            <a:xfrm>
              <a:off x="2289656" y="1604997"/>
              <a:ext cx="518755" cy="395386"/>
            </a:xfrm>
            <a:custGeom>
              <a:avLst/>
              <a:gdLst/>
              <a:ahLst/>
              <a:cxnLst>
                <a:cxn ang="0">
                  <a:pos x="wd2" y="hd2"/>
                </a:cxn>
                <a:cxn ang="5400000">
                  <a:pos x="wd2" y="hd2"/>
                </a:cxn>
                <a:cxn ang="10800000">
                  <a:pos x="wd2" y="hd2"/>
                </a:cxn>
                <a:cxn ang="16200000">
                  <a:pos x="wd2" y="hd2"/>
                </a:cxn>
              </a:cxnLst>
              <a:rect l="0" t="0" r="r" b="b"/>
              <a:pathLst>
                <a:path w="20529" h="19935" fill="norm" stroke="1" extrusionOk="0">
                  <a:moveTo>
                    <a:pt x="1943" y="260"/>
                  </a:moveTo>
                  <a:cubicBezTo>
                    <a:pt x="11989" y="-1665"/>
                    <a:pt x="20194" y="7317"/>
                    <a:pt x="20529" y="19935"/>
                  </a:cubicBezTo>
                  <a:cubicBezTo>
                    <a:pt x="16008" y="10311"/>
                    <a:pt x="11822" y="2398"/>
                    <a:pt x="2110" y="4323"/>
                  </a:cubicBezTo>
                  <a:cubicBezTo>
                    <a:pt x="-234" y="4751"/>
                    <a:pt x="-1071" y="901"/>
                    <a:pt x="1943" y="260"/>
                  </a:cubicBezTo>
                  <a:close/>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2" name="Shape 4802"/>
            <p:cNvSpPr/>
            <p:nvPr/>
          </p:nvSpPr>
          <p:spPr>
            <a:xfrm>
              <a:off x="1028164" y="8004"/>
              <a:ext cx="942486" cy="544790"/>
            </a:xfrm>
            <a:custGeom>
              <a:avLst/>
              <a:gdLst/>
              <a:ahLst/>
              <a:cxnLst>
                <a:cxn ang="0">
                  <a:pos x="wd2" y="hd2"/>
                </a:cxn>
                <a:cxn ang="5400000">
                  <a:pos x="wd2" y="hd2"/>
                </a:cxn>
                <a:cxn ang="10800000">
                  <a:pos x="wd2" y="hd2"/>
                </a:cxn>
                <a:cxn ang="16200000">
                  <a:pos x="wd2" y="hd2"/>
                </a:cxn>
              </a:cxnLst>
              <a:rect l="0" t="0" r="r" b="b"/>
              <a:pathLst>
                <a:path w="21600" h="14208" fill="norm" stroke="1" extrusionOk="0">
                  <a:moveTo>
                    <a:pt x="0" y="3563"/>
                  </a:moveTo>
                  <a:cubicBezTo>
                    <a:pt x="2615" y="3122"/>
                    <a:pt x="5909" y="6538"/>
                    <a:pt x="6877" y="8963"/>
                  </a:cubicBezTo>
                  <a:cubicBezTo>
                    <a:pt x="8814" y="14032"/>
                    <a:pt x="16951" y="16787"/>
                    <a:pt x="21503" y="10836"/>
                  </a:cubicBezTo>
                  <a:cubicBezTo>
                    <a:pt x="21600" y="10726"/>
                    <a:pt x="21600" y="10726"/>
                    <a:pt x="21600" y="10726"/>
                  </a:cubicBezTo>
                  <a:cubicBezTo>
                    <a:pt x="19178" y="3232"/>
                    <a:pt x="12495" y="-4813"/>
                    <a:pt x="0" y="3563"/>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3" name="Shape 4803"/>
            <p:cNvSpPr/>
            <p:nvPr/>
          </p:nvSpPr>
          <p:spPr>
            <a:xfrm>
              <a:off x="1028164" y="-1"/>
              <a:ext cx="942486" cy="559881"/>
            </a:xfrm>
            <a:custGeom>
              <a:avLst/>
              <a:gdLst/>
              <a:ahLst/>
              <a:cxnLst>
                <a:cxn ang="0">
                  <a:pos x="wd2" y="hd2"/>
                </a:cxn>
                <a:cxn ang="5400000">
                  <a:pos x="wd2" y="hd2"/>
                </a:cxn>
                <a:cxn ang="10800000">
                  <a:pos x="wd2" y="hd2"/>
                </a:cxn>
                <a:cxn ang="16200000">
                  <a:pos x="wd2" y="hd2"/>
                </a:cxn>
              </a:cxnLst>
              <a:rect l="0" t="0" r="r" b="b"/>
              <a:pathLst>
                <a:path w="21600" h="16569" fill="norm" stroke="1" extrusionOk="0">
                  <a:moveTo>
                    <a:pt x="0" y="4271"/>
                  </a:moveTo>
                  <a:cubicBezTo>
                    <a:pt x="2615" y="3771"/>
                    <a:pt x="5909" y="7642"/>
                    <a:pt x="6877" y="10389"/>
                  </a:cubicBezTo>
                  <a:cubicBezTo>
                    <a:pt x="9299" y="17755"/>
                    <a:pt x="17726" y="18629"/>
                    <a:pt x="21503" y="12511"/>
                  </a:cubicBezTo>
                  <a:cubicBezTo>
                    <a:pt x="19082" y="9515"/>
                    <a:pt x="12301" y="4645"/>
                    <a:pt x="6587" y="3771"/>
                  </a:cubicBezTo>
                  <a:cubicBezTo>
                    <a:pt x="12108" y="3272"/>
                    <a:pt x="18985" y="7142"/>
                    <a:pt x="21600" y="12386"/>
                  </a:cubicBezTo>
                  <a:cubicBezTo>
                    <a:pt x="17726" y="-1473"/>
                    <a:pt x="9492" y="-2971"/>
                    <a:pt x="0" y="4271"/>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4" name="Shape 4804"/>
            <p:cNvSpPr/>
            <p:nvPr/>
          </p:nvSpPr>
          <p:spPr>
            <a:xfrm>
              <a:off x="2491075" y="610661"/>
              <a:ext cx="774298" cy="385954"/>
            </a:xfrm>
            <a:custGeom>
              <a:avLst/>
              <a:gdLst/>
              <a:ahLst/>
              <a:cxnLst>
                <a:cxn ang="0">
                  <a:pos x="wd2" y="hd2"/>
                </a:cxn>
                <a:cxn ang="5400000">
                  <a:pos x="wd2" y="hd2"/>
                </a:cxn>
                <a:cxn ang="10800000">
                  <a:pos x="wd2" y="hd2"/>
                </a:cxn>
                <a:cxn ang="16200000">
                  <a:pos x="wd2" y="hd2"/>
                </a:cxn>
              </a:cxnLst>
              <a:rect l="0" t="0" r="r" b="b"/>
              <a:pathLst>
                <a:path w="21600" h="14514" fill="norm" stroke="1" extrusionOk="0">
                  <a:moveTo>
                    <a:pt x="21600" y="10267"/>
                  </a:moveTo>
                  <a:cubicBezTo>
                    <a:pt x="19475" y="8361"/>
                    <a:pt x="15344" y="10267"/>
                    <a:pt x="13692" y="12173"/>
                  </a:cubicBezTo>
                  <a:cubicBezTo>
                    <a:pt x="10151" y="16461"/>
                    <a:pt x="2007" y="15032"/>
                    <a:pt x="0" y="6455"/>
                  </a:cubicBezTo>
                  <a:cubicBezTo>
                    <a:pt x="0" y="6296"/>
                    <a:pt x="0" y="6296"/>
                    <a:pt x="0" y="6296"/>
                  </a:cubicBezTo>
                  <a:cubicBezTo>
                    <a:pt x="4721" y="-374"/>
                    <a:pt x="13456" y="-5139"/>
                    <a:pt x="21600" y="10267"/>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5" name="Shape 4805"/>
            <p:cNvSpPr/>
            <p:nvPr/>
          </p:nvSpPr>
          <p:spPr>
            <a:xfrm>
              <a:off x="2491075" y="600015"/>
              <a:ext cx="774298" cy="406502"/>
            </a:xfrm>
            <a:custGeom>
              <a:avLst/>
              <a:gdLst/>
              <a:ahLst/>
              <a:cxnLst>
                <a:cxn ang="0">
                  <a:pos x="wd2" y="hd2"/>
                </a:cxn>
                <a:cxn ang="5400000">
                  <a:pos x="wd2" y="hd2"/>
                </a:cxn>
                <a:cxn ang="10800000">
                  <a:pos x="wd2" y="hd2"/>
                </a:cxn>
                <a:cxn ang="16200000">
                  <a:pos x="wd2" y="hd2"/>
                </a:cxn>
              </a:cxnLst>
              <a:rect l="0" t="0" r="r" b="b"/>
              <a:pathLst>
                <a:path w="21600" h="14796" fill="norm" stroke="1" extrusionOk="0">
                  <a:moveTo>
                    <a:pt x="21600" y="10340"/>
                  </a:moveTo>
                  <a:cubicBezTo>
                    <a:pt x="19475" y="8488"/>
                    <a:pt x="15344" y="10340"/>
                    <a:pt x="13692" y="12191"/>
                  </a:cubicBezTo>
                  <a:cubicBezTo>
                    <a:pt x="9207" y="17591"/>
                    <a:pt x="1534" y="14042"/>
                    <a:pt x="0" y="6637"/>
                  </a:cubicBezTo>
                  <a:cubicBezTo>
                    <a:pt x="3069" y="5094"/>
                    <a:pt x="10623" y="4322"/>
                    <a:pt x="15934" y="6482"/>
                  </a:cubicBezTo>
                  <a:cubicBezTo>
                    <a:pt x="11095" y="3242"/>
                    <a:pt x="3895" y="3088"/>
                    <a:pt x="0" y="6482"/>
                  </a:cubicBezTo>
                  <a:cubicBezTo>
                    <a:pt x="7790" y="-4009"/>
                    <a:pt x="15344" y="-1078"/>
                    <a:pt x="21600" y="10340"/>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6" name="Shape 4806"/>
            <p:cNvSpPr/>
            <p:nvPr/>
          </p:nvSpPr>
          <p:spPr>
            <a:xfrm>
              <a:off x="0" y="1290586"/>
              <a:ext cx="714005" cy="400922"/>
            </a:xfrm>
            <a:custGeom>
              <a:avLst/>
              <a:gdLst/>
              <a:ahLst/>
              <a:cxnLst>
                <a:cxn ang="0">
                  <a:pos x="wd2" y="hd2"/>
                </a:cxn>
                <a:cxn ang="5400000">
                  <a:pos x="wd2" y="hd2"/>
                </a:cxn>
                <a:cxn ang="10800000">
                  <a:pos x="wd2" y="hd2"/>
                </a:cxn>
                <a:cxn ang="16200000">
                  <a:pos x="wd2" y="hd2"/>
                </a:cxn>
              </a:cxnLst>
              <a:rect l="0" t="0" r="r" b="b"/>
              <a:pathLst>
                <a:path w="21600" h="16640" fill="norm" stroke="1" extrusionOk="0">
                  <a:moveTo>
                    <a:pt x="0" y="16640"/>
                  </a:moveTo>
                  <a:cubicBezTo>
                    <a:pt x="1917" y="13655"/>
                    <a:pt x="6646" y="13830"/>
                    <a:pt x="8819" y="15235"/>
                  </a:cubicBezTo>
                  <a:cubicBezTo>
                    <a:pt x="13420" y="18396"/>
                    <a:pt x="21472" y="13303"/>
                    <a:pt x="21600" y="3294"/>
                  </a:cubicBezTo>
                  <a:cubicBezTo>
                    <a:pt x="21600" y="3118"/>
                    <a:pt x="21600" y="3118"/>
                    <a:pt x="21600" y="3118"/>
                  </a:cubicBezTo>
                  <a:cubicBezTo>
                    <a:pt x="15082" y="-1799"/>
                    <a:pt x="4985" y="-3204"/>
                    <a:pt x="0" y="16640"/>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7" name="Shape 4807"/>
            <p:cNvSpPr/>
            <p:nvPr/>
          </p:nvSpPr>
          <p:spPr>
            <a:xfrm>
              <a:off x="0" y="1282512"/>
              <a:ext cx="715282" cy="410055"/>
            </a:xfrm>
            <a:custGeom>
              <a:avLst/>
              <a:gdLst/>
              <a:ahLst/>
              <a:cxnLst>
                <a:cxn ang="0">
                  <a:pos x="wd2" y="hd2"/>
                </a:cxn>
                <a:cxn ang="5400000">
                  <a:pos x="wd2" y="hd2"/>
                </a:cxn>
                <a:cxn ang="10800000">
                  <a:pos x="wd2" y="hd2"/>
                </a:cxn>
                <a:cxn ang="16200000">
                  <a:pos x="wd2" y="hd2"/>
                </a:cxn>
              </a:cxnLst>
              <a:rect l="0" t="0" r="r" b="b"/>
              <a:pathLst>
                <a:path w="21354" h="15169" fill="norm" stroke="1" extrusionOk="0">
                  <a:moveTo>
                    <a:pt x="0" y="15169"/>
                  </a:moveTo>
                  <a:cubicBezTo>
                    <a:pt x="1895" y="12508"/>
                    <a:pt x="6568" y="12665"/>
                    <a:pt x="8716" y="13917"/>
                  </a:cubicBezTo>
                  <a:cubicBezTo>
                    <a:pt x="14526" y="17517"/>
                    <a:pt x="21600" y="11100"/>
                    <a:pt x="21347" y="3274"/>
                  </a:cubicBezTo>
                  <a:cubicBezTo>
                    <a:pt x="17811" y="2960"/>
                    <a:pt x="9979" y="4995"/>
                    <a:pt x="5053" y="9221"/>
                  </a:cubicBezTo>
                  <a:cubicBezTo>
                    <a:pt x="9095" y="4213"/>
                    <a:pt x="16547" y="1239"/>
                    <a:pt x="21347" y="3117"/>
                  </a:cubicBezTo>
                  <a:cubicBezTo>
                    <a:pt x="10863" y="-4083"/>
                    <a:pt x="3789" y="1708"/>
                    <a:pt x="0" y="15169"/>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8" name="Shape 4808"/>
            <p:cNvSpPr/>
            <p:nvPr/>
          </p:nvSpPr>
          <p:spPr>
            <a:xfrm>
              <a:off x="1462911" y="823012"/>
              <a:ext cx="456963" cy="284099"/>
            </a:xfrm>
            <a:custGeom>
              <a:avLst/>
              <a:gdLst/>
              <a:ahLst/>
              <a:cxnLst>
                <a:cxn ang="0">
                  <a:pos x="wd2" y="hd2"/>
                </a:cxn>
                <a:cxn ang="5400000">
                  <a:pos x="wd2" y="hd2"/>
                </a:cxn>
                <a:cxn ang="10800000">
                  <a:pos x="wd2" y="hd2"/>
                </a:cxn>
                <a:cxn ang="16200000">
                  <a:pos x="wd2" y="hd2"/>
                </a:cxn>
              </a:cxnLst>
              <a:rect l="0" t="0" r="r" b="b"/>
              <a:pathLst>
                <a:path w="21600" h="14540" fill="norm" stroke="1" extrusionOk="0">
                  <a:moveTo>
                    <a:pt x="21600" y="2530"/>
                  </a:moveTo>
                  <a:cubicBezTo>
                    <a:pt x="18800" y="2314"/>
                    <a:pt x="15800" y="6202"/>
                    <a:pt x="15000" y="8578"/>
                  </a:cubicBezTo>
                  <a:cubicBezTo>
                    <a:pt x="13400" y="13762"/>
                    <a:pt x="5200" y="17218"/>
                    <a:pt x="0" y="11818"/>
                  </a:cubicBezTo>
                  <a:cubicBezTo>
                    <a:pt x="0" y="11818"/>
                    <a:pt x="0" y="11818"/>
                    <a:pt x="0" y="11818"/>
                  </a:cubicBezTo>
                  <a:cubicBezTo>
                    <a:pt x="1800" y="4258"/>
                    <a:pt x="8000" y="-4382"/>
                    <a:pt x="21600" y="2530"/>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09" name="Shape 4809"/>
            <p:cNvSpPr/>
            <p:nvPr/>
          </p:nvSpPr>
          <p:spPr>
            <a:xfrm>
              <a:off x="1462911" y="818167"/>
              <a:ext cx="456963" cy="291917"/>
            </a:xfrm>
            <a:custGeom>
              <a:avLst/>
              <a:gdLst/>
              <a:ahLst/>
              <a:cxnLst>
                <a:cxn ang="0">
                  <a:pos x="wd2" y="hd2"/>
                </a:cxn>
                <a:cxn ang="5400000">
                  <a:pos x="wd2" y="hd2"/>
                </a:cxn>
                <a:cxn ang="10800000">
                  <a:pos x="wd2" y="hd2"/>
                </a:cxn>
                <a:cxn ang="16200000">
                  <a:pos x="wd2" y="hd2"/>
                </a:cxn>
              </a:cxnLst>
              <a:rect l="0" t="0" r="r" b="b"/>
              <a:pathLst>
                <a:path w="21600" h="16558" fill="norm" stroke="1" extrusionOk="0">
                  <a:moveTo>
                    <a:pt x="21600" y="2978"/>
                  </a:moveTo>
                  <a:cubicBezTo>
                    <a:pt x="18800" y="2738"/>
                    <a:pt x="15800" y="7058"/>
                    <a:pt x="15000" y="9698"/>
                  </a:cubicBezTo>
                  <a:cubicBezTo>
                    <a:pt x="13000" y="17138"/>
                    <a:pt x="4400" y="18818"/>
                    <a:pt x="0" y="13298"/>
                  </a:cubicBezTo>
                  <a:cubicBezTo>
                    <a:pt x="2200" y="10178"/>
                    <a:pt x="9000" y="4898"/>
                    <a:pt x="14800" y="3218"/>
                  </a:cubicBezTo>
                  <a:cubicBezTo>
                    <a:pt x="9000" y="3458"/>
                    <a:pt x="2200" y="8018"/>
                    <a:pt x="0" y="13298"/>
                  </a:cubicBezTo>
                  <a:cubicBezTo>
                    <a:pt x="3000" y="-622"/>
                    <a:pt x="11200" y="-2782"/>
                    <a:pt x="21600" y="2978"/>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0" name="Shape 4810"/>
            <p:cNvSpPr/>
            <p:nvPr/>
          </p:nvSpPr>
          <p:spPr>
            <a:xfrm>
              <a:off x="3046495" y="1719951"/>
              <a:ext cx="447359" cy="397844"/>
            </a:xfrm>
            <a:custGeom>
              <a:avLst/>
              <a:gdLst/>
              <a:ahLst/>
              <a:cxnLst>
                <a:cxn ang="0">
                  <a:pos x="wd2" y="hd2"/>
                </a:cxn>
                <a:cxn ang="5400000">
                  <a:pos x="wd2" y="hd2"/>
                </a:cxn>
                <a:cxn ang="10800000">
                  <a:pos x="wd2" y="hd2"/>
                </a:cxn>
                <a:cxn ang="16200000">
                  <a:pos x="wd2" y="hd2"/>
                </a:cxn>
              </a:cxnLst>
              <a:rect l="0" t="0" r="r" b="b"/>
              <a:pathLst>
                <a:path w="19773" h="20209" fill="norm" stroke="1" extrusionOk="0">
                  <a:moveTo>
                    <a:pt x="19773" y="20209"/>
                  </a:moveTo>
                  <a:cubicBezTo>
                    <a:pt x="18458" y="17001"/>
                    <a:pt x="13575" y="15290"/>
                    <a:pt x="10945" y="15718"/>
                  </a:cubicBezTo>
                  <a:cubicBezTo>
                    <a:pt x="5310" y="16787"/>
                    <a:pt x="-1827" y="9302"/>
                    <a:pt x="427" y="534"/>
                  </a:cubicBezTo>
                  <a:cubicBezTo>
                    <a:pt x="427" y="534"/>
                    <a:pt x="427" y="534"/>
                    <a:pt x="427" y="534"/>
                  </a:cubicBezTo>
                  <a:cubicBezTo>
                    <a:pt x="8503" y="-1391"/>
                    <a:pt x="19210" y="1175"/>
                    <a:pt x="19773" y="20209"/>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1" name="Shape 4811"/>
            <p:cNvSpPr/>
            <p:nvPr/>
          </p:nvSpPr>
          <p:spPr>
            <a:xfrm>
              <a:off x="3044334" y="1716892"/>
              <a:ext cx="449522" cy="400903"/>
            </a:xfrm>
            <a:custGeom>
              <a:avLst/>
              <a:gdLst/>
              <a:ahLst/>
              <a:cxnLst>
                <a:cxn ang="0">
                  <a:pos x="wd2" y="hd2"/>
                </a:cxn>
                <a:cxn ang="5400000">
                  <a:pos x="wd2" y="hd2"/>
                </a:cxn>
                <a:cxn ang="10800000">
                  <a:pos x="wd2" y="hd2"/>
                </a:cxn>
                <a:cxn ang="16200000">
                  <a:pos x="wd2" y="hd2"/>
                </a:cxn>
              </a:cxnLst>
              <a:rect l="0" t="0" r="r" b="b"/>
              <a:pathLst>
                <a:path w="19740" h="19217" fill="norm" stroke="1" extrusionOk="0">
                  <a:moveTo>
                    <a:pt x="19740" y="19217"/>
                  </a:moveTo>
                  <a:cubicBezTo>
                    <a:pt x="18437" y="16189"/>
                    <a:pt x="13595" y="14574"/>
                    <a:pt x="10988" y="14978"/>
                  </a:cubicBezTo>
                  <a:cubicBezTo>
                    <a:pt x="3912" y="16189"/>
                    <a:pt x="-1860" y="7710"/>
                    <a:pt x="561" y="645"/>
                  </a:cubicBezTo>
                  <a:cubicBezTo>
                    <a:pt x="4285" y="1654"/>
                    <a:pt x="11919" y="6499"/>
                    <a:pt x="16016" y="11950"/>
                  </a:cubicBezTo>
                  <a:cubicBezTo>
                    <a:pt x="13037" y="5894"/>
                    <a:pt x="6147" y="645"/>
                    <a:pt x="561" y="645"/>
                  </a:cubicBezTo>
                  <a:cubicBezTo>
                    <a:pt x="13409" y="-2383"/>
                    <a:pt x="19368" y="5490"/>
                    <a:pt x="19740" y="19217"/>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2" name="Shape 4812"/>
            <p:cNvSpPr/>
            <p:nvPr/>
          </p:nvSpPr>
          <p:spPr>
            <a:xfrm>
              <a:off x="2698767" y="1974993"/>
              <a:ext cx="280275" cy="545816"/>
            </a:xfrm>
            <a:custGeom>
              <a:avLst/>
              <a:gdLst/>
              <a:ahLst/>
              <a:cxnLst>
                <a:cxn ang="0">
                  <a:pos x="wd2" y="hd2"/>
                </a:cxn>
                <a:cxn ang="5400000">
                  <a:pos x="wd2" y="hd2"/>
                </a:cxn>
                <a:cxn ang="10800000">
                  <a:pos x="wd2" y="hd2"/>
                </a:cxn>
                <a:cxn ang="16200000">
                  <a:pos x="wd2" y="hd2"/>
                </a:cxn>
              </a:cxnLst>
              <a:rect l="0" t="0" r="r" b="b"/>
              <a:pathLst>
                <a:path w="14237" h="21600" fill="norm" stroke="1" extrusionOk="0">
                  <a:moveTo>
                    <a:pt x="7227" y="21600"/>
                  </a:moveTo>
                  <a:cubicBezTo>
                    <a:pt x="8523" y="19088"/>
                    <a:pt x="5715" y="15405"/>
                    <a:pt x="3555" y="14065"/>
                  </a:cubicBezTo>
                  <a:cubicBezTo>
                    <a:pt x="-1197" y="11219"/>
                    <a:pt x="-1845" y="3181"/>
                    <a:pt x="5715" y="0"/>
                  </a:cubicBezTo>
                  <a:cubicBezTo>
                    <a:pt x="5931" y="0"/>
                    <a:pt x="5931" y="0"/>
                    <a:pt x="5931" y="0"/>
                  </a:cubicBezTo>
                  <a:cubicBezTo>
                    <a:pt x="13059" y="3684"/>
                    <a:pt x="19755" y="11386"/>
                    <a:pt x="7227" y="21600"/>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3" name="Shape 4813"/>
            <p:cNvSpPr/>
            <p:nvPr/>
          </p:nvSpPr>
          <p:spPr>
            <a:xfrm>
              <a:off x="2691897" y="1974993"/>
              <a:ext cx="294590" cy="545816"/>
            </a:xfrm>
            <a:custGeom>
              <a:avLst/>
              <a:gdLst/>
              <a:ahLst/>
              <a:cxnLst>
                <a:cxn ang="0">
                  <a:pos x="wd2" y="hd2"/>
                </a:cxn>
                <a:cxn ang="5400000">
                  <a:pos x="wd2" y="hd2"/>
                </a:cxn>
                <a:cxn ang="10800000">
                  <a:pos x="wd2" y="hd2"/>
                </a:cxn>
                <a:cxn ang="16200000">
                  <a:pos x="wd2" y="hd2"/>
                </a:cxn>
              </a:cxnLst>
              <a:rect l="0" t="0" r="r" b="b"/>
              <a:pathLst>
                <a:path w="15789" h="21600" fill="norm" stroke="1" extrusionOk="0">
                  <a:moveTo>
                    <a:pt x="8030" y="21600"/>
                  </a:moveTo>
                  <a:cubicBezTo>
                    <a:pt x="9394" y="19088"/>
                    <a:pt x="6438" y="15405"/>
                    <a:pt x="4165" y="14065"/>
                  </a:cubicBezTo>
                  <a:cubicBezTo>
                    <a:pt x="-2429" y="10549"/>
                    <a:pt x="-837" y="2512"/>
                    <a:pt x="6438" y="0"/>
                  </a:cubicBezTo>
                  <a:cubicBezTo>
                    <a:pt x="8712" y="2847"/>
                    <a:pt x="11440" y="9879"/>
                    <a:pt x="10531" y="15405"/>
                  </a:cubicBezTo>
                  <a:cubicBezTo>
                    <a:pt x="12577" y="10381"/>
                    <a:pt x="10986" y="3349"/>
                    <a:pt x="6666" y="0"/>
                  </a:cubicBezTo>
                  <a:cubicBezTo>
                    <a:pt x="19171" y="6028"/>
                    <a:pt x="18034" y="13898"/>
                    <a:pt x="8030" y="21600"/>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4" name="Shape 4814"/>
            <p:cNvSpPr/>
            <p:nvPr/>
          </p:nvSpPr>
          <p:spPr>
            <a:xfrm>
              <a:off x="782143" y="1005697"/>
              <a:ext cx="398342" cy="353166"/>
            </a:xfrm>
            <a:custGeom>
              <a:avLst/>
              <a:gdLst/>
              <a:ahLst/>
              <a:cxnLst>
                <a:cxn ang="0">
                  <a:pos x="wd2" y="hd2"/>
                </a:cxn>
                <a:cxn ang="5400000">
                  <a:pos x="wd2" y="hd2"/>
                </a:cxn>
                <a:cxn ang="10800000">
                  <a:pos x="wd2" y="hd2"/>
                </a:cxn>
                <a:cxn ang="16200000">
                  <a:pos x="wd2" y="hd2"/>
                </a:cxn>
              </a:cxnLst>
              <a:rect l="0" t="0" r="r" b="b"/>
              <a:pathLst>
                <a:path w="21183" h="17419" fill="norm" stroke="1" extrusionOk="0">
                  <a:moveTo>
                    <a:pt x="21183" y="269"/>
                  </a:moveTo>
                  <a:cubicBezTo>
                    <a:pt x="18033" y="892"/>
                    <a:pt x="15783" y="5669"/>
                    <a:pt x="15783" y="8161"/>
                  </a:cubicBezTo>
                  <a:cubicBezTo>
                    <a:pt x="15783" y="13769"/>
                    <a:pt x="7908" y="19792"/>
                    <a:pt x="258" y="16469"/>
                  </a:cubicBezTo>
                  <a:cubicBezTo>
                    <a:pt x="33" y="16469"/>
                    <a:pt x="33" y="16469"/>
                    <a:pt x="33" y="16469"/>
                  </a:cubicBezTo>
                  <a:cubicBezTo>
                    <a:pt x="-417" y="8577"/>
                    <a:pt x="3633" y="-1808"/>
                    <a:pt x="21183" y="269"/>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5" name="Shape 4815"/>
            <p:cNvSpPr/>
            <p:nvPr/>
          </p:nvSpPr>
          <p:spPr>
            <a:xfrm>
              <a:off x="780549" y="1006109"/>
              <a:ext cx="399936" cy="355917"/>
            </a:xfrm>
            <a:custGeom>
              <a:avLst/>
              <a:gdLst/>
              <a:ahLst/>
              <a:cxnLst>
                <a:cxn ang="0">
                  <a:pos x="wd2" y="hd2"/>
                </a:cxn>
                <a:cxn ang="5400000">
                  <a:pos x="wd2" y="hd2"/>
                </a:cxn>
                <a:cxn ang="10800000">
                  <a:pos x="wd2" y="hd2"/>
                </a:cxn>
                <a:cxn ang="16200000">
                  <a:pos x="wd2" y="hd2"/>
                </a:cxn>
              </a:cxnLst>
              <a:rect l="0" t="0" r="r" b="b"/>
              <a:pathLst>
                <a:path w="20780" h="18079" fill="norm" stroke="1" extrusionOk="0">
                  <a:moveTo>
                    <a:pt x="20780" y="259"/>
                  </a:moveTo>
                  <a:cubicBezTo>
                    <a:pt x="17694" y="901"/>
                    <a:pt x="15490" y="5819"/>
                    <a:pt x="15490" y="8386"/>
                  </a:cubicBezTo>
                  <a:cubicBezTo>
                    <a:pt x="15490" y="15657"/>
                    <a:pt x="6674" y="20362"/>
                    <a:pt x="282" y="16940"/>
                  </a:cubicBezTo>
                  <a:cubicBezTo>
                    <a:pt x="1825" y="13305"/>
                    <a:pt x="7556" y="6247"/>
                    <a:pt x="13286" y="2825"/>
                  </a:cubicBezTo>
                  <a:cubicBezTo>
                    <a:pt x="7115" y="5178"/>
                    <a:pt x="1164" y="11380"/>
                    <a:pt x="62" y="16940"/>
                  </a:cubicBezTo>
                  <a:cubicBezTo>
                    <a:pt x="-820" y="3681"/>
                    <a:pt x="7776" y="-1238"/>
                    <a:pt x="20780" y="259"/>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6" name="Shape 4816"/>
            <p:cNvSpPr/>
            <p:nvPr/>
          </p:nvSpPr>
          <p:spPr>
            <a:xfrm>
              <a:off x="1700913" y="1159675"/>
              <a:ext cx="330306" cy="272678"/>
            </a:xfrm>
            <a:custGeom>
              <a:avLst/>
              <a:gdLst/>
              <a:ahLst/>
              <a:cxnLst>
                <a:cxn ang="0">
                  <a:pos x="wd2" y="hd2"/>
                </a:cxn>
                <a:cxn ang="5400000">
                  <a:pos x="wd2" y="hd2"/>
                </a:cxn>
                <a:cxn ang="10800000">
                  <a:pos x="wd2" y="hd2"/>
                </a:cxn>
                <a:cxn ang="16200000">
                  <a:pos x="wd2" y="hd2"/>
                </a:cxn>
              </a:cxnLst>
              <a:rect l="0" t="0" r="r" b="b"/>
              <a:pathLst>
                <a:path w="20074" h="19957" fill="norm" stroke="1" extrusionOk="0">
                  <a:moveTo>
                    <a:pt x="0" y="19957"/>
                  </a:moveTo>
                  <a:cubicBezTo>
                    <a:pt x="1286" y="16871"/>
                    <a:pt x="6171" y="15328"/>
                    <a:pt x="8743" y="15946"/>
                  </a:cubicBezTo>
                  <a:cubicBezTo>
                    <a:pt x="14143" y="17488"/>
                    <a:pt x="21600" y="10391"/>
                    <a:pt x="19800" y="1134"/>
                  </a:cubicBezTo>
                  <a:cubicBezTo>
                    <a:pt x="19800" y="826"/>
                    <a:pt x="19800" y="826"/>
                    <a:pt x="19800" y="826"/>
                  </a:cubicBezTo>
                  <a:cubicBezTo>
                    <a:pt x="12086" y="-1643"/>
                    <a:pt x="1286" y="517"/>
                    <a:pt x="0" y="19957"/>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7" name="Shape 4817"/>
            <p:cNvSpPr/>
            <p:nvPr/>
          </p:nvSpPr>
          <p:spPr>
            <a:xfrm>
              <a:off x="1700913" y="1159008"/>
              <a:ext cx="331431" cy="273345"/>
            </a:xfrm>
            <a:custGeom>
              <a:avLst/>
              <a:gdLst/>
              <a:ahLst/>
              <a:cxnLst>
                <a:cxn ang="0">
                  <a:pos x="wd2" y="hd2"/>
                </a:cxn>
                <a:cxn ang="5400000">
                  <a:pos x="wd2" y="hd2"/>
                </a:cxn>
                <a:cxn ang="10800000">
                  <a:pos x="wd2" y="hd2"/>
                </a:cxn>
                <a:cxn ang="16200000">
                  <a:pos x="wd2" y="hd2"/>
                </a:cxn>
              </a:cxnLst>
              <a:rect l="0" t="0" r="r" b="b"/>
              <a:pathLst>
                <a:path w="19964" h="18794" fill="norm" stroke="1" extrusionOk="0">
                  <a:moveTo>
                    <a:pt x="0" y="18794"/>
                  </a:moveTo>
                  <a:cubicBezTo>
                    <a:pt x="1271" y="15914"/>
                    <a:pt x="6099" y="14474"/>
                    <a:pt x="8640" y="15050"/>
                  </a:cubicBezTo>
                  <a:cubicBezTo>
                    <a:pt x="15501" y="16778"/>
                    <a:pt x="21600" y="8714"/>
                    <a:pt x="19567" y="1226"/>
                  </a:cubicBezTo>
                  <a:cubicBezTo>
                    <a:pt x="16009" y="2090"/>
                    <a:pt x="8132" y="6410"/>
                    <a:pt x="3812" y="11594"/>
                  </a:cubicBezTo>
                  <a:cubicBezTo>
                    <a:pt x="7115" y="5834"/>
                    <a:pt x="14231" y="938"/>
                    <a:pt x="19567" y="938"/>
                  </a:cubicBezTo>
                  <a:cubicBezTo>
                    <a:pt x="7115" y="-2806"/>
                    <a:pt x="1016" y="4970"/>
                    <a:pt x="0" y="18794"/>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8" name="Shape 4818"/>
            <p:cNvSpPr/>
            <p:nvPr/>
          </p:nvSpPr>
          <p:spPr>
            <a:xfrm>
              <a:off x="1980168" y="346093"/>
              <a:ext cx="422057" cy="211627"/>
            </a:xfrm>
            <a:custGeom>
              <a:avLst/>
              <a:gdLst/>
              <a:ahLst/>
              <a:cxnLst>
                <a:cxn ang="0">
                  <a:pos x="wd2" y="hd2"/>
                </a:cxn>
                <a:cxn ang="5400000">
                  <a:pos x="wd2" y="hd2"/>
                </a:cxn>
                <a:cxn ang="10800000">
                  <a:pos x="wd2" y="hd2"/>
                </a:cxn>
                <a:cxn ang="16200000">
                  <a:pos x="wd2" y="hd2"/>
                </a:cxn>
              </a:cxnLst>
              <a:rect l="0" t="0" r="r" b="b"/>
              <a:pathLst>
                <a:path w="21600" h="14850" fill="norm" stroke="1" extrusionOk="0">
                  <a:moveTo>
                    <a:pt x="21600" y="12258"/>
                  </a:moveTo>
                  <a:cubicBezTo>
                    <a:pt x="19440" y="9891"/>
                    <a:pt x="15120" y="11370"/>
                    <a:pt x="13392" y="13145"/>
                  </a:cubicBezTo>
                  <a:cubicBezTo>
                    <a:pt x="9504" y="16992"/>
                    <a:pt x="1512" y="14329"/>
                    <a:pt x="0" y="5156"/>
                  </a:cubicBezTo>
                  <a:cubicBezTo>
                    <a:pt x="0" y="5156"/>
                    <a:pt x="0" y="5156"/>
                    <a:pt x="0" y="5156"/>
                  </a:cubicBezTo>
                  <a:cubicBezTo>
                    <a:pt x="5400" y="-1057"/>
                    <a:pt x="14472" y="-4608"/>
                    <a:pt x="21600" y="12258"/>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19" name="Shape 4819"/>
            <p:cNvSpPr/>
            <p:nvPr/>
          </p:nvSpPr>
          <p:spPr>
            <a:xfrm>
              <a:off x="1980168" y="337739"/>
              <a:ext cx="422057" cy="223974"/>
            </a:xfrm>
            <a:custGeom>
              <a:avLst/>
              <a:gdLst/>
              <a:ahLst/>
              <a:cxnLst>
                <a:cxn ang="0">
                  <a:pos x="wd2" y="hd2"/>
                </a:cxn>
                <a:cxn ang="5400000">
                  <a:pos x="wd2" y="hd2"/>
                </a:cxn>
                <a:cxn ang="10800000">
                  <a:pos x="wd2" y="hd2"/>
                </a:cxn>
                <a:cxn ang="16200000">
                  <a:pos x="wd2" y="hd2"/>
                </a:cxn>
              </a:cxnLst>
              <a:rect l="0" t="0" r="r" b="b"/>
              <a:pathLst>
                <a:path w="21600" h="14659" fill="norm" stroke="1" extrusionOk="0">
                  <a:moveTo>
                    <a:pt x="21600" y="11896"/>
                  </a:moveTo>
                  <a:cubicBezTo>
                    <a:pt x="19440" y="9680"/>
                    <a:pt x="15120" y="11065"/>
                    <a:pt x="13392" y="12726"/>
                  </a:cubicBezTo>
                  <a:cubicBezTo>
                    <a:pt x="8424" y="17434"/>
                    <a:pt x="1080" y="13003"/>
                    <a:pt x="0" y="5249"/>
                  </a:cubicBezTo>
                  <a:cubicBezTo>
                    <a:pt x="3240" y="4419"/>
                    <a:pt x="10800" y="4419"/>
                    <a:pt x="15984" y="7188"/>
                  </a:cubicBezTo>
                  <a:cubicBezTo>
                    <a:pt x="11448" y="3311"/>
                    <a:pt x="4320" y="2480"/>
                    <a:pt x="0" y="5249"/>
                  </a:cubicBezTo>
                  <a:cubicBezTo>
                    <a:pt x="8640" y="-4166"/>
                    <a:pt x="16200" y="-289"/>
                    <a:pt x="21600" y="11896"/>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0" name="Shape 4820"/>
            <p:cNvSpPr/>
            <p:nvPr/>
          </p:nvSpPr>
          <p:spPr>
            <a:xfrm>
              <a:off x="701308" y="1572201"/>
              <a:ext cx="412536" cy="336154"/>
            </a:xfrm>
            <a:custGeom>
              <a:avLst/>
              <a:gdLst/>
              <a:ahLst/>
              <a:cxnLst>
                <a:cxn ang="0">
                  <a:pos x="wd2" y="hd2"/>
                </a:cxn>
                <a:cxn ang="5400000">
                  <a:pos x="wd2" y="hd2"/>
                </a:cxn>
                <a:cxn ang="10800000">
                  <a:pos x="wd2" y="hd2"/>
                </a:cxn>
                <a:cxn ang="16200000">
                  <a:pos x="wd2" y="hd2"/>
                </a:cxn>
              </a:cxnLst>
              <a:rect l="0" t="0" r="r" b="b"/>
              <a:pathLst>
                <a:path w="21600" h="19067" fill="norm" stroke="1" extrusionOk="0">
                  <a:moveTo>
                    <a:pt x="10911" y="2267"/>
                  </a:moveTo>
                  <a:cubicBezTo>
                    <a:pt x="16256" y="-2533"/>
                    <a:pt x="21600" y="827"/>
                    <a:pt x="21600" y="7307"/>
                  </a:cubicBezTo>
                  <a:cubicBezTo>
                    <a:pt x="21600" y="13787"/>
                    <a:pt x="16701" y="19067"/>
                    <a:pt x="10689" y="19067"/>
                  </a:cubicBezTo>
                  <a:cubicBezTo>
                    <a:pt x="4676" y="19067"/>
                    <a:pt x="0" y="13787"/>
                    <a:pt x="0" y="7307"/>
                  </a:cubicBezTo>
                  <a:cubicBezTo>
                    <a:pt x="0" y="827"/>
                    <a:pt x="5122" y="-1813"/>
                    <a:pt x="10911" y="2267"/>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1" name="Shape 4821"/>
            <p:cNvSpPr/>
            <p:nvPr/>
          </p:nvSpPr>
          <p:spPr>
            <a:xfrm>
              <a:off x="914630" y="1469712"/>
              <a:ext cx="192867" cy="173540"/>
            </a:xfrm>
            <a:custGeom>
              <a:avLst/>
              <a:gdLst/>
              <a:ahLst/>
              <a:cxnLst>
                <a:cxn ang="0">
                  <a:pos x="wd2" y="hd2"/>
                </a:cxn>
                <a:cxn ang="5400000">
                  <a:pos x="wd2" y="hd2"/>
                </a:cxn>
                <a:cxn ang="10800000">
                  <a:pos x="wd2" y="hd2"/>
                </a:cxn>
                <a:cxn ang="16200000">
                  <a:pos x="wd2" y="hd2"/>
                </a:cxn>
              </a:cxnLst>
              <a:rect l="0" t="0" r="r" b="b"/>
              <a:pathLst>
                <a:path w="21174" h="17371" fill="norm" stroke="1" extrusionOk="0">
                  <a:moveTo>
                    <a:pt x="21174" y="284"/>
                  </a:moveTo>
                  <a:cubicBezTo>
                    <a:pt x="18417" y="1131"/>
                    <a:pt x="16119" y="5790"/>
                    <a:pt x="15659" y="8331"/>
                  </a:cubicBezTo>
                  <a:cubicBezTo>
                    <a:pt x="15659" y="13837"/>
                    <a:pt x="7846" y="19766"/>
                    <a:pt x="34" y="16378"/>
                  </a:cubicBezTo>
                  <a:cubicBezTo>
                    <a:pt x="34" y="16378"/>
                    <a:pt x="34" y="16378"/>
                    <a:pt x="34" y="16378"/>
                  </a:cubicBezTo>
                  <a:cubicBezTo>
                    <a:pt x="-426" y="8331"/>
                    <a:pt x="3710" y="-1834"/>
                    <a:pt x="21174" y="284"/>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2" name="Shape 4822"/>
            <p:cNvSpPr/>
            <p:nvPr/>
          </p:nvSpPr>
          <p:spPr>
            <a:xfrm>
              <a:off x="912255" y="1468220"/>
              <a:ext cx="195242" cy="176317"/>
            </a:xfrm>
            <a:custGeom>
              <a:avLst/>
              <a:gdLst/>
              <a:ahLst/>
              <a:cxnLst>
                <a:cxn ang="0">
                  <a:pos x="wd2" y="hd2"/>
                </a:cxn>
                <a:cxn ang="5400000">
                  <a:pos x="wd2" y="hd2"/>
                </a:cxn>
                <a:cxn ang="10800000">
                  <a:pos x="wd2" y="hd2"/>
                </a:cxn>
                <a:cxn ang="16200000">
                  <a:pos x="wd2" y="hd2"/>
                </a:cxn>
              </a:cxnLst>
              <a:rect l="0" t="0" r="r" b="b"/>
              <a:pathLst>
                <a:path w="20765" h="17912" fill="norm" stroke="1" extrusionOk="0">
                  <a:moveTo>
                    <a:pt x="20765" y="341"/>
                  </a:moveTo>
                  <a:cubicBezTo>
                    <a:pt x="18065" y="1205"/>
                    <a:pt x="15365" y="5957"/>
                    <a:pt x="15365" y="8549"/>
                  </a:cubicBezTo>
                  <a:cubicBezTo>
                    <a:pt x="15365" y="15461"/>
                    <a:pt x="6365" y="20213"/>
                    <a:pt x="65" y="16757"/>
                  </a:cubicBezTo>
                  <a:cubicBezTo>
                    <a:pt x="1865" y="13301"/>
                    <a:pt x="7265" y="5957"/>
                    <a:pt x="13565" y="2933"/>
                  </a:cubicBezTo>
                  <a:cubicBezTo>
                    <a:pt x="7265" y="5093"/>
                    <a:pt x="965" y="11141"/>
                    <a:pt x="65" y="16757"/>
                  </a:cubicBezTo>
                  <a:cubicBezTo>
                    <a:pt x="-835" y="3365"/>
                    <a:pt x="7715" y="-1387"/>
                    <a:pt x="20765" y="341"/>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3" name="Shape 4823"/>
            <p:cNvSpPr/>
            <p:nvPr/>
          </p:nvSpPr>
          <p:spPr>
            <a:xfrm>
              <a:off x="2240382" y="1016864"/>
              <a:ext cx="409364" cy="336154"/>
            </a:xfrm>
            <a:custGeom>
              <a:avLst/>
              <a:gdLst/>
              <a:ahLst/>
              <a:cxnLst>
                <a:cxn ang="0">
                  <a:pos x="wd2" y="hd2"/>
                </a:cxn>
                <a:cxn ang="5400000">
                  <a:pos x="wd2" y="hd2"/>
                </a:cxn>
                <a:cxn ang="10800000">
                  <a:pos x="wd2" y="hd2"/>
                </a:cxn>
                <a:cxn ang="16200000">
                  <a:pos x="wd2" y="hd2"/>
                </a:cxn>
              </a:cxnLst>
              <a:rect l="0" t="0" r="r" b="b"/>
              <a:pathLst>
                <a:path w="21600" h="19067" fill="norm" stroke="1" extrusionOk="0">
                  <a:moveTo>
                    <a:pt x="11134" y="2267"/>
                  </a:moveTo>
                  <a:cubicBezTo>
                    <a:pt x="16478" y="-2533"/>
                    <a:pt x="21600" y="827"/>
                    <a:pt x="21600" y="7307"/>
                  </a:cubicBezTo>
                  <a:cubicBezTo>
                    <a:pt x="21600" y="13787"/>
                    <a:pt x="16701" y="19067"/>
                    <a:pt x="10911" y="19067"/>
                  </a:cubicBezTo>
                  <a:cubicBezTo>
                    <a:pt x="4899" y="19067"/>
                    <a:pt x="0" y="13787"/>
                    <a:pt x="0" y="7307"/>
                  </a:cubicBezTo>
                  <a:cubicBezTo>
                    <a:pt x="0" y="827"/>
                    <a:pt x="5122" y="-1813"/>
                    <a:pt x="11134" y="2267"/>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4" name="Shape 4824"/>
            <p:cNvSpPr/>
            <p:nvPr/>
          </p:nvSpPr>
          <p:spPr>
            <a:xfrm>
              <a:off x="2453710" y="914375"/>
              <a:ext cx="196036" cy="173540"/>
            </a:xfrm>
            <a:custGeom>
              <a:avLst/>
              <a:gdLst/>
              <a:ahLst/>
              <a:cxnLst>
                <a:cxn ang="0">
                  <a:pos x="wd2" y="hd2"/>
                </a:cxn>
                <a:cxn ang="5400000">
                  <a:pos x="wd2" y="hd2"/>
                </a:cxn>
                <a:cxn ang="10800000">
                  <a:pos x="wd2" y="hd2"/>
                </a:cxn>
                <a:cxn ang="16200000">
                  <a:pos x="wd2" y="hd2"/>
                </a:cxn>
              </a:cxnLst>
              <a:rect l="0" t="0" r="r" b="b"/>
              <a:pathLst>
                <a:path w="21180" h="17371" fill="norm" stroke="1" extrusionOk="0">
                  <a:moveTo>
                    <a:pt x="21180" y="284"/>
                  </a:moveTo>
                  <a:cubicBezTo>
                    <a:pt x="18030" y="1131"/>
                    <a:pt x="15780" y="5790"/>
                    <a:pt x="15780" y="8331"/>
                  </a:cubicBezTo>
                  <a:cubicBezTo>
                    <a:pt x="15780" y="13837"/>
                    <a:pt x="7680" y="19766"/>
                    <a:pt x="480" y="16378"/>
                  </a:cubicBezTo>
                  <a:cubicBezTo>
                    <a:pt x="30" y="16378"/>
                    <a:pt x="30" y="16378"/>
                    <a:pt x="30" y="16378"/>
                  </a:cubicBezTo>
                  <a:cubicBezTo>
                    <a:pt x="-420" y="8331"/>
                    <a:pt x="4080" y="-1834"/>
                    <a:pt x="21180" y="284"/>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5" name="Shape 4825"/>
            <p:cNvSpPr/>
            <p:nvPr/>
          </p:nvSpPr>
          <p:spPr>
            <a:xfrm>
              <a:off x="2453831" y="915854"/>
              <a:ext cx="195915" cy="173684"/>
            </a:xfrm>
            <a:custGeom>
              <a:avLst/>
              <a:gdLst/>
              <a:ahLst/>
              <a:cxnLst>
                <a:cxn ang="0">
                  <a:pos x="wd2" y="hd2"/>
                </a:cxn>
                <a:cxn ang="5400000">
                  <a:pos x="wd2" y="hd2"/>
                </a:cxn>
                <a:cxn ang="10800000">
                  <a:pos x="wd2" y="hd2"/>
                </a:cxn>
                <a:cxn ang="16200000">
                  <a:pos x="wd2" y="hd2"/>
                </a:cxn>
              </a:cxnLst>
              <a:rect l="0" t="0" r="r" b="b"/>
              <a:pathLst>
                <a:path w="21167" h="17912" fill="norm" stroke="1" extrusionOk="0">
                  <a:moveTo>
                    <a:pt x="21167" y="341"/>
                  </a:moveTo>
                  <a:cubicBezTo>
                    <a:pt x="18017" y="1205"/>
                    <a:pt x="15767" y="5957"/>
                    <a:pt x="15767" y="8549"/>
                  </a:cubicBezTo>
                  <a:cubicBezTo>
                    <a:pt x="15767" y="15461"/>
                    <a:pt x="6767" y="20213"/>
                    <a:pt x="467" y="16757"/>
                  </a:cubicBezTo>
                  <a:cubicBezTo>
                    <a:pt x="1817" y="13301"/>
                    <a:pt x="7667" y="5957"/>
                    <a:pt x="13517" y="2933"/>
                  </a:cubicBezTo>
                  <a:cubicBezTo>
                    <a:pt x="7217" y="5093"/>
                    <a:pt x="1367" y="11141"/>
                    <a:pt x="17" y="16757"/>
                  </a:cubicBezTo>
                  <a:cubicBezTo>
                    <a:pt x="-433" y="3365"/>
                    <a:pt x="8117" y="-1387"/>
                    <a:pt x="21167" y="341"/>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6" name="Shape 4826"/>
            <p:cNvSpPr/>
            <p:nvPr/>
          </p:nvSpPr>
          <p:spPr>
            <a:xfrm>
              <a:off x="2195955" y="1859067"/>
              <a:ext cx="409364" cy="334889"/>
            </a:xfrm>
            <a:custGeom>
              <a:avLst/>
              <a:gdLst/>
              <a:ahLst/>
              <a:cxnLst>
                <a:cxn ang="0">
                  <a:pos x="wd2" y="hd2"/>
                </a:cxn>
                <a:cxn ang="5400000">
                  <a:pos x="wd2" y="hd2"/>
                </a:cxn>
                <a:cxn ang="10800000">
                  <a:pos x="wd2" y="hd2"/>
                </a:cxn>
                <a:cxn ang="16200000">
                  <a:pos x="wd2" y="hd2"/>
                </a:cxn>
              </a:cxnLst>
              <a:rect l="0" t="0" r="r" b="b"/>
              <a:pathLst>
                <a:path w="21600" h="18996" fill="norm" stroke="1" extrusionOk="0">
                  <a:moveTo>
                    <a:pt x="10911" y="2436"/>
                  </a:moveTo>
                  <a:cubicBezTo>
                    <a:pt x="16256" y="-2604"/>
                    <a:pt x="21600" y="756"/>
                    <a:pt x="21600" y="7236"/>
                  </a:cubicBezTo>
                  <a:cubicBezTo>
                    <a:pt x="21600" y="13716"/>
                    <a:pt x="16701" y="18996"/>
                    <a:pt x="10689" y="18996"/>
                  </a:cubicBezTo>
                  <a:cubicBezTo>
                    <a:pt x="4899" y="18996"/>
                    <a:pt x="0" y="13716"/>
                    <a:pt x="0" y="7236"/>
                  </a:cubicBezTo>
                  <a:cubicBezTo>
                    <a:pt x="0" y="756"/>
                    <a:pt x="5122" y="-1644"/>
                    <a:pt x="10911" y="2436"/>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7" name="Shape 4827"/>
            <p:cNvSpPr/>
            <p:nvPr/>
          </p:nvSpPr>
          <p:spPr>
            <a:xfrm>
              <a:off x="2406145" y="1758409"/>
              <a:ext cx="199172" cy="170444"/>
            </a:xfrm>
            <a:custGeom>
              <a:avLst/>
              <a:gdLst/>
              <a:ahLst/>
              <a:cxnLst>
                <a:cxn ang="0">
                  <a:pos x="wd2" y="hd2"/>
                </a:cxn>
                <a:cxn ang="5400000">
                  <a:pos x="wd2" y="hd2"/>
                </a:cxn>
                <a:cxn ang="10800000">
                  <a:pos x="wd2" y="hd2"/>
                </a:cxn>
                <a:cxn ang="16200000">
                  <a:pos x="wd2" y="hd2"/>
                </a:cxn>
              </a:cxnLst>
              <a:rect l="0" t="0" r="r" b="b"/>
              <a:pathLst>
                <a:path w="21183" h="17061" fill="norm" stroke="1" extrusionOk="0">
                  <a:moveTo>
                    <a:pt x="21183" y="397"/>
                  </a:moveTo>
                  <a:cubicBezTo>
                    <a:pt x="18033" y="821"/>
                    <a:pt x="15783" y="5480"/>
                    <a:pt x="15783" y="8021"/>
                  </a:cubicBezTo>
                  <a:cubicBezTo>
                    <a:pt x="15333" y="13527"/>
                    <a:pt x="7683" y="19456"/>
                    <a:pt x="33" y="16068"/>
                  </a:cubicBezTo>
                  <a:cubicBezTo>
                    <a:pt x="33" y="16068"/>
                    <a:pt x="33" y="16068"/>
                    <a:pt x="33" y="16068"/>
                  </a:cubicBezTo>
                  <a:cubicBezTo>
                    <a:pt x="-417" y="8021"/>
                    <a:pt x="3633" y="-2144"/>
                    <a:pt x="21183" y="397"/>
                  </a:cubicBez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8" name="Shape 4828"/>
            <p:cNvSpPr/>
            <p:nvPr/>
          </p:nvSpPr>
          <p:spPr>
            <a:xfrm>
              <a:off x="2406285" y="1759823"/>
              <a:ext cx="199032" cy="171076"/>
            </a:xfrm>
            <a:custGeom>
              <a:avLst/>
              <a:gdLst/>
              <a:ahLst/>
              <a:cxnLst>
                <a:cxn ang="0">
                  <a:pos x="wd2" y="hd2"/>
                </a:cxn>
                <a:cxn ang="5400000">
                  <a:pos x="wd2" y="hd2"/>
                </a:cxn>
                <a:cxn ang="10800000">
                  <a:pos x="wd2" y="hd2"/>
                </a:cxn>
                <a:cxn ang="16200000">
                  <a:pos x="wd2" y="hd2"/>
                </a:cxn>
              </a:cxnLst>
              <a:rect l="0" t="0" r="r" b="b"/>
              <a:pathLst>
                <a:path w="21168" h="17915" fill="norm" stroke="1" extrusionOk="0">
                  <a:moveTo>
                    <a:pt x="21168" y="369"/>
                  </a:moveTo>
                  <a:cubicBezTo>
                    <a:pt x="18018" y="810"/>
                    <a:pt x="15768" y="5659"/>
                    <a:pt x="15768" y="8304"/>
                  </a:cubicBezTo>
                  <a:cubicBezTo>
                    <a:pt x="15318" y="15798"/>
                    <a:pt x="6318" y="20206"/>
                    <a:pt x="18" y="16679"/>
                  </a:cubicBezTo>
                  <a:cubicBezTo>
                    <a:pt x="1818" y="13153"/>
                    <a:pt x="7668" y="6100"/>
                    <a:pt x="13518" y="2573"/>
                  </a:cubicBezTo>
                  <a:cubicBezTo>
                    <a:pt x="7218" y="4777"/>
                    <a:pt x="918" y="10949"/>
                    <a:pt x="18" y="16679"/>
                  </a:cubicBezTo>
                  <a:cubicBezTo>
                    <a:pt x="-432" y="3014"/>
                    <a:pt x="7668" y="-1394"/>
                    <a:pt x="21168" y="369"/>
                  </a:cubicBezTo>
                  <a:close/>
                </a:path>
              </a:pathLst>
            </a:custGeom>
            <a:solidFill>
              <a:srgbClr val="8CC1E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29" name="Shape 4829"/>
            <p:cNvSpPr/>
            <p:nvPr/>
          </p:nvSpPr>
          <p:spPr>
            <a:xfrm>
              <a:off x="1386751" y="3237985"/>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0" name="Shape 4830"/>
            <p:cNvSpPr/>
            <p:nvPr/>
          </p:nvSpPr>
          <p:spPr>
            <a:xfrm>
              <a:off x="2062675" y="3237985"/>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1" name="Shape 4831"/>
            <p:cNvSpPr/>
            <p:nvPr/>
          </p:nvSpPr>
          <p:spPr>
            <a:xfrm>
              <a:off x="1580326" y="3171345"/>
              <a:ext cx="583897" cy="583897"/>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2" name="Shape 4832"/>
            <p:cNvSpPr/>
            <p:nvPr/>
          </p:nvSpPr>
          <p:spPr>
            <a:xfrm>
              <a:off x="1904007" y="3145958"/>
              <a:ext cx="304643" cy="304643"/>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3" name="Shape 4833"/>
            <p:cNvSpPr/>
            <p:nvPr/>
          </p:nvSpPr>
          <p:spPr>
            <a:xfrm>
              <a:off x="1551765" y="3145958"/>
              <a:ext cx="304642" cy="304643"/>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4" name="Shape 4834"/>
            <p:cNvSpPr/>
            <p:nvPr/>
          </p:nvSpPr>
          <p:spPr>
            <a:xfrm>
              <a:off x="1719953" y="3092011"/>
              <a:ext cx="30464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grpSp>
        <p:nvGrpSpPr>
          <p:cNvPr id="4858" name="Group 4858"/>
          <p:cNvGrpSpPr/>
          <p:nvPr/>
        </p:nvGrpSpPr>
        <p:grpSpPr>
          <a:xfrm>
            <a:off x="5674588" y="5911190"/>
            <a:ext cx="2872481" cy="3774261"/>
            <a:chOff x="0" y="0"/>
            <a:chExt cx="2872479" cy="3774260"/>
          </a:xfrm>
        </p:grpSpPr>
        <p:sp>
          <p:nvSpPr>
            <p:cNvPr id="4836" name="Shape 4836"/>
            <p:cNvSpPr/>
            <p:nvPr/>
          </p:nvSpPr>
          <p:spPr>
            <a:xfrm>
              <a:off x="1843715" y="3257004"/>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7" name="Shape 4837"/>
            <p:cNvSpPr/>
            <p:nvPr/>
          </p:nvSpPr>
          <p:spPr>
            <a:xfrm>
              <a:off x="2519637" y="3257004"/>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8" name="Shape 4838"/>
            <p:cNvSpPr/>
            <p:nvPr/>
          </p:nvSpPr>
          <p:spPr>
            <a:xfrm>
              <a:off x="2043635" y="3190364"/>
              <a:ext cx="577552" cy="583897"/>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39" name="Shape 4839"/>
            <p:cNvSpPr/>
            <p:nvPr/>
          </p:nvSpPr>
          <p:spPr>
            <a:xfrm>
              <a:off x="2364144" y="3164978"/>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0" name="Shape 4840"/>
            <p:cNvSpPr/>
            <p:nvPr/>
          </p:nvSpPr>
          <p:spPr>
            <a:xfrm>
              <a:off x="2008729" y="3164978"/>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1" name="Shape 4841"/>
            <p:cNvSpPr/>
            <p:nvPr/>
          </p:nvSpPr>
          <p:spPr>
            <a:xfrm>
              <a:off x="2183262" y="3111030"/>
              <a:ext cx="30464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nvGrpSpPr>
            <p:cNvPr id="4846" name="Group 4846"/>
            <p:cNvGrpSpPr/>
            <p:nvPr/>
          </p:nvGrpSpPr>
          <p:grpSpPr>
            <a:xfrm>
              <a:off x="0" y="0"/>
              <a:ext cx="1723129" cy="1663985"/>
              <a:chOff x="0" y="0"/>
              <a:chExt cx="1723128" cy="1663984"/>
            </a:xfrm>
          </p:grpSpPr>
          <p:sp>
            <p:nvSpPr>
              <p:cNvPr id="4842" name="Shape 4842"/>
              <p:cNvSpPr/>
              <p:nvPr/>
            </p:nvSpPr>
            <p:spPr>
              <a:xfrm>
                <a:off x="821897" y="1286357"/>
                <a:ext cx="777472" cy="2633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027"/>
                    </a:moveTo>
                    <a:lnTo>
                      <a:pt x="441" y="0"/>
                    </a:lnTo>
                    <a:lnTo>
                      <a:pt x="0" y="14573"/>
                    </a:lnTo>
                    <a:lnTo>
                      <a:pt x="20983" y="21600"/>
                    </a:lnTo>
                    <a:lnTo>
                      <a:pt x="21600" y="7027"/>
                    </a:lnTo>
                    <a:close/>
                  </a:path>
                </a:pathLst>
              </a:custGeom>
              <a:solidFill>
                <a:srgbClr val="2980B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3" name="Shape 4843"/>
              <p:cNvSpPr/>
              <p:nvPr/>
            </p:nvSpPr>
            <p:spPr>
              <a:xfrm>
                <a:off x="1564460" y="1270489"/>
                <a:ext cx="158669" cy="3934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048" y="0"/>
                    </a:moveTo>
                    <a:lnTo>
                      <a:pt x="21600" y="697"/>
                    </a:lnTo>
                    <a:lnTo>
                      <a:pt x="15552" y="21600"/>
                    </a:lnTo>
                    <a:lnTo>
                      <a:pt x="0" y="20903"/>
                    </a:lnTo>
                    <a:lnTo>
                      <a:pt x="6048" y="0"/>
                    </a:lnTo>
                    <a:close/>
                  </a:path>
                </a:pathLst>
              </a:custGeom>
              <a:solidFill>
                <a:srgbClr val="2980B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4" name="Shape 4844"/>
              <p:cNvSpPr/>
              <p:nvPr/>
            </p:nvSpPr>
            <p:spPr>
              <a:xfrm>
                <a:off x="1481953" y="1270489"/>
                <a:ext cx="126935" cy="3808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3240" y="5220"/>
                    </a:lnTo>
                    <a:lnTo>
                      <a:pt x="0" y="15120"/>
                    </a:lnTo>
                    <a:lnTo>
                      <a:pt x="14040" y="21600"/>
                    </a:lnTo>
                    <a:lnTo>
                      <a:pt x="21600" y="0"/>
                    </a:lnTo>
                    <a:close/>
                  </a:path>
                </a:pathLst>
              </a:custGeom>
              <a:solidFill>
                <a:srgbClr val="2980B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5" name="Shape 4845"/>
              <p:cNvSpPr/>
              <p:nvPr/>
            </p:nvSpPr>
            <p:spPr>
              <a:xfrm>
                <a:off x="0" y="0"/>
                <a:ext cx="1335980" cy="1597345"/>
              </a:xfrm>
              <a:custGeom>
                <a:avLst/>
                <a:gdLst/>
                <a:ahLst/>
                <a:cxnLst>
                  <a:cxn ang="0">
                    <a:pos x="wd2" y="hd2"/>
                  </a:cxn>
                  <a:cxn ang="5400000">
                    <a:pos x="wd2" y="hd2"/>
                  </a:cxn>
                  <a:cxn ang="10800000">
                    <a:pos x="wd2" y="hd2"/>
                  </a:cxn>
                  <a:cxn ang="16200000">
                    <a:pos x="wd2" y="hd2"/>
                  </a:cxn>
                </a:cxnLst>
                <a:rect l="0" t="0" r="r" b="b"/>
                <a:pathLst>
                  <a:path w="21600" h="21361" fill="norm" stroke="1" extrusionOk="0">
                    <a:moveTo>
                      <a:pt x="11962" y="21361"/>
                    </a:moveTo>
                    <a:cubicBezTo>
                      <a:pt x="5742" y="15480"/>
                      <a:pt x="5742" y="15480"/>
                      <a:pt x="5742" y="15480"/>
                    </a:cubicBezTo>
                    <a:cubicBezTo>
                      <a:pt x="6904" y="6716"/>
                      <a:pt x="6904" y="6716"/>
                      <a:pt x="6904" y="6716"/>
                    </a:cubicBezTo>
                    <a:cubicBezTo>
                      <a:pt x="12372" y="4002"/>
                      <a:pt x="12372" y="4002"/>
                      <a:pt x="12372" y="4002"/>
                    </a:cubicBezTo>
                    <a:cubicBezTo>
                      <a:pt x="10937" y="2645"/>
                      <a:pt x="9228" y="1740"/>
                      <a:pt x="7656" y="1288"/>
                    </a:cubicBezTo>
                    <a:cubicBezTo>
                      <a:pt x="7792" y="326"/>
                      <a:pt x="7792" y="326"/>
                      <a:pt x="7792" y="326"/>
                    </a:cubicBezTo>
                    <a:cubicBezTo>
                      <a:pt x="9706" y="835"/>
                      <a:pt x="11689" y="1910"/>
                      <a:pt x="13329" y="3493"/>
                    </a:cubicBezTo>
                    <a:cubicBezTo>
                      <a:pt x="21600" y="11240"/>
                      <a:pt x="21600" y="11240"/>
                      <a:pt x="21600" y="11240"/>
                    </a:cubicBezTo>
                    <a:lnTo>
                      <a:pt x="11962" y="21361"/>
                    </a:lnTo>
                    <a:close/>
                    <a:moveTo>
                      <a:pt x="5742" y="15480"/>
                    </a:moveTo>
                    <a:cubicBezTo>
                      <a:pt x="0" y="10109"/>
                      <a:pt x="0" y="10109"/>
                      <a:pt x="0" y="10109"/>
                    </a:cubicBezTo>
                    <a:cubicBezTo>
                      <a:pt x="3008" y="8638"/>
                      <a:pt x="3008" y="8638"/>
                      <a:pt x="3008" y="8638"/>
                    </a:cubicBezTo>
                    <a:cubicBezTo>
                      <a:pt x="684" y="5642"/>
                      <a:pt x="410" y="2419"/>
                      <a:pt x="2529" y="835"/>
                    </a:cubicBezTo>
                    <a:cubicBezTo>
                      <a:pt x="3828" y="-69"/>
                      <a:pt x="5742" y="-239"/>
                      <a:pt x="7792" y="326"/>
                    </a:cubicBezTo>
                    <a:cubicBezTo>
                      <a:pt x="7656" y="1288"/>
                      <a:pt x="7656" y="1288"/>
                      <a:pt x="7656" y="1288"/>
                    </a:cubicBezTo>
                    <a:cubicBezTo>
                      <a:pt x="5947" y="779"/>
                      <a:pt x="4375" y="892"/>
                      <a:pt x="3349" y="1627"/>
                    </a:cubicBezTo>
                    <a:cubicBezTo>
                      <a:pt x="1641" y="2871"/>
                      <a:pt x="1982" y="5585"/>
                      <a:pt x="3965" y="8130"/>
                    </a:cubicBezTo>
                    <a:cubicBezTo>
                      <a:pt x="6904" y="6716"/>
                      <a:pt x="6904" y="6716"/>
                      <a:pt x="6904" y="6716"/>
                    </a:cubicBezTo>
                    <a:lnTo>
                      <a:pt x="5742" y="15480"/>
                    </a:lnTo>
                    <a:close/>
                  </a:path>
                </a:pathLst>
              </a:custGeom>
              <a:solidFill>
                <a:srgbClr val="2980B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sp>
          <p:nvSpPr>
            <p:cNvPr id="4847" name="Shape 4847"/>
            <p:cNvSpPr/>
            <p:nvPr/>
          </p:nvSpPr>
          <p:spPr>
            <a:xfrm>
              <a:off x="1805635" y="1502474"/>
              <a:ext cx="219715" cy="138937"/>
            </a:xfrm>
            <a:custGeom>
              <a:avLst/>
              <a:gdLst/>
              <a:ahLst/>
              <a:cxnLst>
                <a:cxn ang="0">
                  <a:pos x="wd2" y="hd2"/>
                </a:cxn>
                <a:cxn ang="5400000">
                  <a:pos x="wd2" y="hd2"/>
                </a:cxn>
                <a:cxn ang="10800000">
                  <a:pos x="wd2" y="hd2"/>
                </a:cxn>
                <a:cxn ang="16200000">
                  <a:pos x="wd2" y="hd2"/>
                </a:cxn>
              </a:cxnLst>
              <a:rect l="0" t="0" r="r" b="b"/>
              <a:pathLst>
                <a:path w="18931" h="14777" fill="norm" stroke="1" extrusionOk="0">
                  <a:moveTo>
                    <a:pt x="0" y="865"/>
                  </a:moveTo>
                  <a:cubicBezTo>
                    <a:pt x="6590" y="12115"/>
                    <a:pt x="14644" y="20215"/>
                    <a:pt x="18305" y="10315"/>
                  </a:cubicBezTo>
                  <a:cubicBezTo>
                    <a:pt x="21600" y="415"/>
                    <a:pt x="11349" y="-1385"/>
                    <a:pt x="0" y="865"/>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8" name="Shape 4848"/>
            <p:cNvSpPr/>
            <p:nvPr/>
          </p:nvSpPr>
          <p:spPr>
            <a:xfrm>
              <a:off x="2208649" y="1527053"/>
              <a:ext cx="223177" cy="129065"/>
            </a:xfrm>
            <a:custGeom>
              <a:avLst/>
              <a:gdLst/>
              <a:ahLst/>
              <a:cxnLst>
                <a:cxn ang="0">
                  <a:pos x="wd2" y="hd2"/>
                </a:cxn>
                <a:cxn ang="5400000">
                  <a:pos x="wd2" y="hd2"/>
                </a:cxn>
                <a:cxn ang="10800000">
                  <a:pos x="wd2" y="hd2"/>
                </a:cxn>
                <a:cxn ang="16200000">
                  <a:pos x="wd2" y="hd2"/>
                </a:cxn>
              </a:cxnLst>
              <a:rect l="0" t="0" r="r" b="b"/>
              <a:pathLst>
                <a:path w="20528" h="13944" fill="norm" stroke="1" extrusionOk="0">
                  <a:moveTo>
                    <a:pt x="0" y="4779"/>
                  </a:moveTo>
                  <a:cubicBezTo>
                    <a:pt x="9257" y="13511"/>
                    <a:pt x="19286" y="18566"/>
                    <a:pt x="20443" y="7996"/>
                  </a:cubicBezTo>
                  <a:cubicBezTo>
                    <a:pt x="21600" y="-3034"/>
                    <a:pt x="10800" y="-1196"/>
                    <a:pt x="0" y="4779"/>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49" name="Shape 4849"/>
            <p:cNvSpPr/>
            <p:nvPr/>
          </p:nvSpPr>
          <p:spPr>
            <a:xfrm>
              <a:off x="1847037" y="1851212"/>
              <a:ext cx="127617" cy="228482"/>
            </a:xfrm>
            <a:custGeom>
              <a:avLst/>
              <a:gdLst/>
              <a:ahLst/>
              <a:cxnLst>
                <a:cxn ang="0">
                  <a:pos x="wd2" y="hd2"/>
                </a:cxn>
                <a:cxn ang="5400000">
                  <a:pos x="wd2" y="hd2"/>
                </a:cxn>
                <a:cxn ang="10800000">
                  <a:pos x="wd2" y="hd2"/>
                </a:cxn>
                <a:cxn ang="16200000">
                  <a:pos x="wd2" y="hd2"/>
                </a:cxn>
              </a:cxnLst>
              <a:rect l="0" t="0" r="r" b="b"/>
              <a:pathLst>
                <a:path w="13788" h="21600" fill="norm" stroke="1" extrusionOk="0">
                  <a:moveTo>
                    <a:pt x="6562" y="0"/>
                  </a:moveTo>
                  <a:cubicBezTo>
                    <a:pt x="-638" y="10800"/>
                    <a:pt x="-3788" y="21600"/>
                    <a:pt x="7012" y="21600"/>
                  </a:cubicBezTo>
                  <a:cubicBezTo>
                    <a:pt x="17812" y="21200"/>
                    <a:pt x="14212" y="10400"/>
                    <a:pt x="6562"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0" name="Shape 4850"/>
            <p:cNvSpPr/>
            <p:nvPr/>
          </p:nvSpPr>
          <p:spPr>
            <a:xfrm>
              <a:off x="2214995" y="1790918"/>
              <a:ext cx="190723" cy="178555"/>
            </a:xfrm>
            <a:custGeom>
              <a:avLst/>
              <a:gdLst/>
              <a:ahLst/>
              <a:cxnLst>
                <a:cxn ang="0">
                  <a:pos x="wd2" y="hd2"/>
                </a:cxn>
                <a:cxn ang="5400000">
                  <a:pos x="wd2" y="hd2"/>
                </a:cxn>
                <a:cxn ang="10800000">
                  <a:pos x="wd2" y="hd2"/>
                </a:cxn>
                <a:cxn ang="16200000">
                  <a:pos x="wd2" y="hd2"/>
                </a:cxn>
              </a:cxnLst>
              <a:rect l="0" t="0" r="r" b="b"/>
              <a:pathLst>
                <a:path w="17309" h="16880" fill="norm" stroke="1" extrusionOk="0">
                  <a:moveTo>
                    <a:pt x="0" y="0"/>
                  </a:moveTo>
                  <a:cubicBezTo>
                    <a:pt x="3471" y="12000"/>
                    <a:pt x="9257" y="21600"/>
                    <a:pt x="15429" y="14400"/>
                  </a:cubicBezTo>
                  <a:cubicBezTo>
                    <a:pt x="21600" y="7200"/>
                    <a:pt x="11571" y="2000"/>
                    <a:pt x="0"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1" name="Shape 4851"/>
            <p:cNvSpPr/>
            <p:nvPr/>
          </p:nvSpPr>
          <p:spPr>
            <a:xfrm>
              <a:off x="2128326" y="2086040"/>
              <a:ext cx="129154" cy="225669"/>
            </a:xfrm>
            <a:custGeom>
              <a:avLst/>
              <a:gdLst/>
              <a:ahLst/>
              <a:cxnLst>
                <a:cxn ang="0">
                  <a:pos x="wd2" y="hd2"/>
                </a:cxn>
                <a:cxn ang="5400000">
                  <a:pos x="wd2" y="hd2"/>
                </a:cxn>
                <a:cxn ang="10800000">
                  <a:pos x="wd2" y="hd2"/>
                </a:cxn>
                <a:cxn ang="16200000">
                  <a:pos x="wd2" y="hd2"/>
                </a:cxn>
              </a:cxnLst>
              <a:rect l="0" t="0" r="r" b="b"/>
              <a:pathLst>
                <a:path w="14179" h="19949" fill="norm" stroke="1" extrusionOk="0">
                  <a:moveTo>
                    <a:pt x="3644" y="0"/>
                  </a:moveTo>
                  <a:cubicBezTo>
                    <a:pt x="-1411" y="10800"/>
                    <a:pt x="-2330" y="21600"/>
                    <a:pt x="8240" y="19738"/>
                  </a:cubicBezTo>
                  <a:cubicBezTo>
                    <a:pt x="19270" y="17876"/>
                    <a:pt x="13296" y="8566"/>
                    <a:pt x="3644"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2" name="Shape 4852"/>
            <p:cNvSpPr/>
            <p:nvPr/>
          </p:nvSpPr>
          <p:spPr>
            <a:xfrm>
              <a:off x="2684651" y="1981318"/>
              <a:ext cx="187829" cy="180456"/>
            </a:xfrm>
            <a:custGeom>
              <a:avLst/>
              <a:gdLst/>
              <a:ahLst/>
              <a:cxnLst>
                <a:cxn ang="0">
                  <a:pos x="wd2" y="hd2"/>
                </a:cxn>
                <a:cxn ang="5400000">
                  <a:pos x="wd2" y="hd2"/>
                </a:cxn>
                <a:cxn ang="10800000">
                  <a:pos x="wd2" y="hd2"/>
                </a:cxn>
                <a:cxn ang="16200000">
                  <a:pos x="wd2" y="hd2"/>
                </a:cxn>
              </a:cxnLst>
              <a:rect l="0" t="0" r="r" b="b"/>
              <a:pathLst>
                <a:path w="17277" h="17060" fill="norm" stroke="1" extrusionOk="0">
                  <a:moveTo>
                    <a:pt x="0" y="0"/>
                  </a:moveTo>
                  <a:cubicBezTo>
                    <a:pt x="3142" y="12000"/>
                    <a:pt x="9033" y="21600"/>
                    <a:pt x="15316" y="14800"/>
                  </a:cubicBezTo>
                  <a:cubicBezTo>
                    <a:pt x="21600" y="7600"/>
                    <a:pt x="11782" y="2400"/>
                    <a:pt x="0"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3" name="Shape 4853"/>
            <p:cNvSpPr/>
            <p:nvPr/>
          </p:nvSpPr>
          <p:spPr>
            <a:xfrm>
              <a:off x="2518122" y="2276441"/>
              <a:ext cx="139571" cy="216754"/>
            </a:xfrm>
            <a:custGeom>
              <a:avLst/>
              <a:gdLst/>
              <a:ahLst/>
              <a:cxnLst>
                <a:cxn ang="0">
                  <a:pos x="wd2" y="hd2"/>
                </a:cxn>
                <a:cxn ang="5400000">
                  <a:pos x="wd2" y="hd2"/>
                </a:cxn>
                <a:cxn ang="10800000">
                  <a:pos x="wd2" y="hd2"/>
                </a:cxn>
                <a:cxn ang="16200000">
                  <a:pos x="wd2" y="hd2"/>
                </a:cxn>
              </a:cxnLst>
              <a:rect l="0" t="0" r="r" b="b"/>
              <a:pathLst>
                <a:path w="15079" h="18675" fill="norm" stroke="1" extrusionOk="0">
                  <a:moveTo>
                    <a:pt x="630" y="0"/>
                  </a:moveTo>
                  <a:cubicBezTo>
                    <a:pt x="-1208" y="10983"/>
                    <a:pt x="630" y="21600"/>
                    <a:pt x="10741" y="17939"/>
                  </a:cubicBezTo>
                  <a:cubicBezTo>
                    <a:pt x="20392" y="14278"/>
                    <a:pt x="12579" y="6224"/>
                    <a:pt x="630"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4" name="Shape 4854"/>
            <p:cNvSpPr/>
            <p:nvPr/>
          </p:nvSpPr>
          <p:spPr>
            <a:xfrm>
              <a:off x="1909088" y="2311347"/>
              <a:ext cx="129259" cy="223658"/>
            </a:xfrm>
            <a:custGeom>
              <a:avLst/>
              <a:gdLst/>
              <a:ahLst/>
              <a:cxnLst>
                <a:cxn ang="0">
                  <a:pos x="wd2" y="hd2"/>
                </a:cxn>
                <a:cxn ang="5400000">
                  <a:pos x="wd2" y="hd2"/>
                </a:cxn>
                <a:cxn ang="10800000">
                  <a:pos x="wd2" y="hd2"/>
                </a:cxn>
                <a:cxn ang="16200000">
                  <a:pos x="wd2" y="hd2"/>
                </a:cxn>
              </a:cxnLst>
              <a:rect l="0" t="0" r="r" b="b"/>
              <a:pathLst>
                <a:path w="13747" h="20854" fill="norm" stroke="1" extrusionOk="0">
                  <a:moveTo>
                    <a:pt x="8460" y="0"/>
                  </a:moveTo>
                  <a:cubicBezTo>
                    <a:pt x="360" y="9425"/>
                    <a:pt x="-4590" y="20029"/>
                    <a:pt x="6210" y="20815"/>
                  </a:cubicBezTo>
                  <a:cubicBezTo>
                    <a:pt x="17010" y="21600"/>
                    <a:pt x="14760" y="10604"/>
                    <a:pt x="8460"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5" name="Shape 4855"/>
            <p:cNvSpPr/>
            <p:nvPr/>
          </p:nvSpPr>
          <p:spPr>
            <a:xfrm>
              <a:off x="2271347" y="2520787"/>
              <a:ext cx="131910" cy="225310"/>
            </a:xfrm>
            <a:custGeom>
              <a:avLst/>
              <a:gdLst/>
              <a:ahLst/>
              <a:cxnLst>
                <a:cxn ang="0">
                  <a:pos x="wd2" y="hd2"/>
                </a:cxn>
                <a:cxn ang="5400000">
                  <a:pos x="wd2" y="hd2"/>
                </a:cxn>
                <a:cxn ang="10800000">
                  <a:pos x="wd2" y="hd2"/>
                </a:cxn>
                <a:cxn ang="16200000">
                  <a:pos x="wd2" y="hd2"/>
                </a:cxn>
              </a:cxnLst>
              <a:rect l="0" t="0" r="r" b="b"/>
              <a:pathLst>
                <a:path w="14482" h="19662" fill="norm" stroke="1" extrusionOk="0">
                  <a:moveTo>
                    <a:pt x="3159" y="0"/>
                  </a:moveTo>
                  <a:cubicBezTo>
                    <a:pt x="-1536" y="10800"/>
                    <a:pt x="-2006" y="21600"/>
                    <a:pt x="8794" y="19366"/>
                  </a:cubicBezTo>
                  <a:cubicBezTo>
                    <a:pt x="19594" y="17503"/>
                    <a:pt x="13490" y="8193"/>
                    <a:pt x="3159"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6" name="Shape 4856"/>
            <p:cNvSpPr/>
            <p:nvPr/>
          </p:nvSpPr>
          <p:spPr>
            <a:xfrm>
              <a:off x="2662104" y="2746096"/>
              <a:ext cx="133345" cy="222517"/>
            </a:xfrm>
            <a:custGeom>
              <a:avLst/>
              <a:gdLst/>
              <a:ahLst/>
              <a:cxnLst>
                <a:cxn ang="0">
                  <a:pos x="wd2" y="hd2"/>
                </a:cxn>
                <a:cxn ang="5400000">
                  <a:pos x="wd2" y="hd2"/>
                </a:cxn>
                <a:cxn ang="10800000">
                  <a:pos x="wd2" y="hd2"/>
                </a:cxn>
                <a:cxn ang="16200000">
                  <a:pos x="wd2" y="hd2"/>
                </a:cxn>
              </a:cxnLst>
              <a:rect l="0" t="0" r="r" b="b"/>
              <a:pathLst>
                <a:path w="14639" h="19670" fill="norm" stroke="1" extrusionOk="0">
                  <a:moveTo>
                    <a:pt x="2991" y="0"/>
                  </a:moveTo>
                  <a:cubicBezTo>
                    <a:pt x="-1705" y="11172"/>
                    <a:pt x="-1705" y="21600"/>
                    <a:pt x="9095" y="19366"/>
                  </a:cubicBezTo>
                  <a:cubicBezTo>
                    <a:pt x="19895" y="17131"/>
                    <a:pt x="13321" y="7821"/>
                    <a:pt x="2991"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57" name="Shape 4857"/>
            <p:cNvSpPr/>
            <p:nvPr/>
          </p:nvSpPr>
          <p:spPr>
            <a:xfrm>
              <a:off x="1788417" y="2666761"/>
              <a:ext cx="132823" cy="219433"/>
            </a:xfrm>
            <a:custGeom>
              <a:avLst/>
              <a:gdLst/>
              <a:ahLst/>
              <a:cxnLst>
                <a:cxn ang="0">
                  <a:pos x="wd2" y="hd2"/>
                </a:cxn>
                <a:cxn ang="5400000">
                  <a:pos x="wd2" y="hd2"/>
                </a:cxn>
                <a:cxn ang="10800000">
                  <a:pos x="wd2" y="hd2"/>
                </a:cxn>
                <a:cxn ang="16200000">
                  <a:pos x="wd2" y="hd2"/>
                </a:cxn>
              </a:cxnLst>
              <a:rect l="0" t="0" r="r" b="b"/>
              <a:pathLst>
                <a:path w="14582" h="19397" fill="norm" stroke="1" extrusionOk="0">
                  <a:moveTo>
                    <a:pt x="12497" y="0"/>
                  </a:moveTo>
                  <a:cubicBezTo>
                    <a:pt x="1927" y="7448"/>
                    <a:pt x="-5426" y="16386"/>
                    <a:pt x="5144" y="18993"/>
                  </a:cubicBezTo>
                  <a:cubicBezTo>
                    <a:pt x="15714" y="21600"/>
                    <a:pt x="16174" y="11172"/>
                    <a:pt x="12497" y="0"/>
                  </a:cubicBezTo>
                  <a:close/>
                </a:path>
              </a:pathLst>
            </a:custGeom>
            <a:solidFill>
              <a:srgbClr val="D1E6F5"/>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grpSp>
        <p:nvGrpSpPr>
          <p:cNvPr id="4870" name="Group 4870"/>
          <p:cNvGrpSpPr/>
          <p:nvPr/>
        </p:nvGrpSpPr>
        <p:grpSpPr>
          <a:xfrm>
            <a:off x="11495895" y="7859131"/>
            <a:ext cx="1294729" cy="1826320"/>
            <a:chOff x="0" y="0"/>
            <a:chExt cx="1294727" cy="1826318"/>
          </a:xfrm>
        </p:grpSpPr>
        <p:sp>
          <p:nvSpPr>
            <p:cNvPr id="4859" name="Shape 4859"/>
            <p:cNvSpPr/>
            <p:nvPr/>
          </p:nvSpPr>
          <p:spPr>
            <a:xfrm>
              <a:off x="667473" y="204173"/>
              <a:ext cx="141633" cy="1130278"/>
            </a:xfrm>
            <a:custGeom>
              <a:avLst/>
              <a:gdLst/>
              <a:ahLst/>
              <a:cxnLst>
                <a:cxn ang="0">
                  <a:pos x="wd2" y="hd2"/>
                </a:cxn>
                <a:cxn ang="5400000">
                  <a:pos x="wd2" y="hd2"/>
                </a:cxn>
                <a:cxn ang="10800000">
                  <a:pos x="wd2" y="hd2"/>
                </a:cxn>
                <a:cxn ang="16200000">
                  <a:pos x="wd2" y="hd2"/>
                </a:cxn>
              </a:cxnLst>
              <a:rect l="0" t="0" r="r" b="b"/>
              <a:pathLst>
                <a:path w="13390" h="21311" fill="norm" stroke="1" extrusionOk="0">
                  <a:moveTo>
                    <a:pt x="9499" y="21311"/>
                  </a:moveTo>
                  <a:cubicBezTo>
                    <a:pt x="5899" y="17645"/>
                    <a:pt x="2699" y="10790"/>
                    <a:pt x="13099" y="986"/>
                  </a:cubicBezTo>
                  <a:cubicBezTo>
                    <a:pt x="14299" y="-209"/>
                    <a:pt x="11499" y="-289"/>
                    <a:pt x="9899" y="588"/>
                  </a:cubicBezTo>
                  <a:cubicBezTo>
                    <a:pt x="-7301" y="10631"/>
                    <a:pt x="1499" y="17645"/>
                    <a:pt x="9499" y="21311"/>
                  </a:cubicBezTo>
                  <a:close/>
                </a:path>
              </a:pathLst>
            </a:custGeom>
            <a:solidFill>
              <a:srgbClr val="7BB8E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0" name="Shape 4860"/>
            <p:cNvSpPr/>
            <p:nvPr/>
          </p:nvSpPr>
          <p:spPr>
            <a:xfrm>
              <a:off x="783817" y="5572"/>
              <a:ext cx="510911" cy="295533"/>
            </a:xfrm>
            <a:custGeom>
              <a:avLst/>
              <a:gdLst/>
              <a:ahLst/>
              <a:cxnLst>
                <a:cxn ang="0">
                  <a:pos x="wd2" y="hd2"/>
                </a:cxn>
                <a:cxn ang="5400000">
                  <a:pos x="wd2" y="hd2"/>
                </a:cxn>
                <a:cxn ang="10800000">
                  <a:pos x="wd2" y="hd2"/>
                </a:cxn>
                <a:cxn ang="16200000">
                  <a:pos x="wd2" y="hd2"/>
                </a:cxn>
              </a:cxnLst>
              <a:rect l="0" t="0" r="r" b="b"/>
              <a:pathLst>
                <a:path w="21600" h="14267" fill="norm" stroke="1" extrusionOk="0">
                  <a:moveTo>
                    <a:pt x="21600" y="3570"/>
                  </a:moveTo>
                  <a:cubicBezTo>
                    <a:pt x="18922" y="3162"/>
                    <a:pt x="15531" y="6626"/>
                    <a:pt x="14638" y="8868"/>
                  </a:cubicBezTo>
                  <a:cubicBezTo>
                    <a:pt x="12674" y="14166"/>
                    <a:pt x="4641" y="16815"/>
                    <a:pt x="0" y="10906"/>
                  </a:cubicBezTo>
                  <a:cubicBezTo>
                    <a:pt x="0" y="10702"/>
                    <a:pt x="0" y="10702"/>
                    <a:pt x="0" y="10702"/>
                  </a:cubicBezTo>
                  <a:cubicBezTo>
                    <a:pt x="2321" y="3162"/>
                    <a:pt x="9104" y="-4785"/>
                    <a:pt x="21600" y="3570"/>
                  </a:cubicBezTo>
                  <a:close/>
                </a:path>
              </a:pathLst>
            </a:custGeom>
            <a:solidFill>
              <a:srgbClr val="3492D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1" name="Shape 4861"/>
            <p:cNvSpPr/>
            <p:nvPr/>
          </p:nvSpPr>
          <p:spPr>
            <a:xfrm>
              <a:off x="783817" y="-1"/>
              <a:ext cx="510911" cy="305669"/>
            </a:xfrm>
            <a:custGeom>
              <a:avLst/>
              <a:gdLst/>
              <a:ahLst/>
              <a:cxnLst>
                <a:cxn ang="0">
                  <a:pos x="wd2" y="hd2"/>
                </a:cxn>
                <a:cxn ang="5400000">
                  <a:pos x="wd2" y="hd2"/>
                </a:cxn>
                <a:cxn ang="10800000">
                  <a:pos x="wd2" y="hd2"/>
                </a:cxn>
                <a:cxn ang="16200000">
                  <a:pos x="wd2" y="hd2"/>
                </a:cxn>
              </a:cxnLst>
              <a:rect l="0" t="0" r="r" b="b"/>
              <a:pathLst>
                <a:path w="21600" h="16513" fill="norm" stroke="1" extrusionOk="0">
                  <a:moveTo>
                    <a:pt x="21600" y="4279"/>
                  </a:moveTo>
                  <a:cubicBezTo>
                    <a:pt x="18922" y="3824"/>
                    <a:pt x="15531" y="7689"/>
                    <a:pt x="14638" y="10190"/>
                  </a:cubicBezTo>
                  <a:cubicBezTo>
                    <a:pt x="12139" y="17694"/>
                    <a:pt x="3749" y="18603"/>
                    <a:pt x="0" y="12464"/>
                  </a:cubicBezTo>
                  <a:cubicBezTo>
                    <a:pt x="2321" y="9508"/>
                    <a:pt x="9283" y="4734"/>
                    <a:pt x="14995" y="3824"/>
                  </a:cubicBezTo>
                  <a:cubicBezTo>
                    <a:pt x="9283" y="3369"/>
                    <a:pt x="2499" y="7007"/>
                    <a:pt x="0" y="12237"/>
                  </a:cubicBezTo>
                  <a:cubicBezTo>
                    <a:pt x="3749" y="-1405"/>
                    <a:pt x="11960" y="-2997"/>
                    <a:pt x="21600" y="4279"/>
                  </a:cubicBezTo>
                  <a:close/>
                </a:path>
              </a:pathLst>
            </a:custGeom>
            <a:solidFill>
              <a:srgbClr val="7BB8E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2" name="Shape 4862"/>
            <p:cNvSpPr/>
            <p:nvPr/>
          </p:nvSpPr>
          <p:spPr>
            <a:xfrm>
              <a:off x="263388" y="1309061"/>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3" name="Shape 4863"/>
            <p:cNvSpPr/>
            <p:nvPr/>
          </p:nvSpPr>
          <p:spPr>
            <a:xfrm>
              <a:off x="939310" y="1309061"/>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4" name="Shape 4864"/>
            <p:cNvSpPr/>
            <p:nvPr/>
          </p:nvSpPr>
          <p:spPr>
            <a:xfrm>
              <a:off x="463308" y="1242422"/>
              <a:ext cx="577552" cy="583897"/>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5" name="Shape 4865"/>
            <p:cNvSpPr/>
            <p:nvPr/>
          </p:nvSpPr>
          <p:spPr>
            <a:xfrm>
              <a:off x="780643" y="1217035"/>
              <a:ext cx="307816"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6" name="Shape 4866"/>
            <p:cNvSpPr/>
            <p:nvPr/>
          </p:nvSpPr>
          <p:spPr>
            <a:xfrm>
              <a:off x="428402" y="1217035"/>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7" name="Shape 4867"/>
            <p:cNvSpPr/>
            <p:nvPr/>
          </p:nvSpPr>
          <p:spPr>
            <a:xfrm>
              <a:off x="596589" y="1163087"/>
              <a:ext cx="304642" cy="30147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8" name="Shape 4868"/>
            <p:cNvSpPr/>
            <p:nvPr/>
          </p:nvSpPr>
          <p:spPr>
            <a:xfrm>
              <a:off x="0" y="347691"/>
              <a:ext cx="723523" cy="416579"/>
            </a:xfrm>
            <a:custGeom>
              <a:avLst/>
              <a:gdLst/>
              <a:ahLst/>
              <a:cxnLst>
                <a:cxn ang="0">
                  <a:pos x="wd2" y="hd2"/>
                </a:cxn>
                <a:cxn ang="5400000">
                  <a:pos x="wd2" y="hd2"/>
                </a:cxn>
                <a:cxn ang="10800000">
                  <a:pos x="wd2" y="hd2"/>
                </a:cxn>
                <a:cxn ang="16200000">
                  <a:pos x="wd2" y="hd2"/>
                </a:cxn>
              </a:cxnLst>
              <a:rect l="0" t="0" r="r" b="b"/>
              <a:pathLst>
                <a:path w="21600" h="14249" fill="norm" stroke="1" extrusionOk="0">
                  <a:moveTo>
                    <a:pt x="0" y="3571"/>
                  </a:moveTo>
                  <a:cubicBezTo>
                    <a:pt x="2653" y="2995"/>
                    <a:pt x="5937" y="6595"/>
                    <a:pt x="6821" y="8899"/>
                  </a:cubicBezTo>
                  <a:cubicBezTo>
                    <a:pt x="8842" y="14083"/>
                    <a:pt x="16926" y="16819"/>
                    <a:pt x="21600" y="10915"/>
                  </a:cubicBezTo>
                  <a:cubicBezTo>
                    <a:pt x="21600" y="10771"/>
                    <a:pt x="21600" y="10771"/>
                    <a:pt x="21600" y="10771"/>
                  </a:cubicBezTo>
                  <a:cubicBezTo>
                    <a:pt x="19200" y="3139"/>
                    <a:pt x="12505" y="-4781"/>
                    <a:pt x="0" y="3571"/>
                  </a:cubicBezTo>
                  <a:close/>
                </a:path>
              </a:pathLst>
            </a:custGeom>
            <a:solidFill>
              <a:srgbClr val="3492D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69" name="Shape 4869"/>
            <p:cNvSpPr/>
            <p:nvPr/>
          </p:nvSpPr>
          <p:spPr>
            <a:xfrm>
              <a:off x="0" y="339352"/>
              <a:ext cx="723523" cy="431537"/>
            </a:xfrm>
            <a:custGeom>
              <a:avLst/>
              <a:gdLst/>
              <a:ahLst/>
              <a:cxnLst>
                <a:cxn ang="0">
                  <a:pos x="wd2" y="hd2"/>
                </a:cxn>
                <a:cxn ang="5400000">
                  <a:pos x="wd2" y="hd2"/>
                </a:cxn>
                <a:cxn ang="10800000">
                  <a:pos x="wd2" y="hd2"/>
                </a:cxn>
                <a:cxn ang="16200000">
                  <a:pos x="wd2" y="hd2"/>
                </a:cxn>
              </a:cxnLst>
              <a:rect l="0" t="0" r="r" b="b"/>
              <a:pathLst>
                <a:path w="21600" h="16595" fill="norm" stroke="1" extrusionOk="0">
                  <a:moveTo>
                    <a:pt x="0" y="4328"/>
                  </a:moveTo>
                  <a:cubicBezTo>
                    <a:pt x="2653" y="3679"/>
                    <a:pt x="5937" y="7739"/>
                    <a:pt x="6821" y="10337"/>
                  </a:cubicBezTo>
                  <a:cubicBezTo>
                    <a:pt x="9347" y="17808"/>
                    <a:pt x="17811" y="18620"/>
                    <a:pt x="21600" y="12611"/>
                  </a:cubicBezTo>
                  <a:cubicBezTo>
                    <a:pt x="19200" y="9525"/>
                    <a:pt x="12379" y="4653"/>
                    <a:pt x="6695" y="3841"/>
                  </a:cubicBezTo>
                  <a:cubicBezTo>
                    <a:pt x="12253" y="3354"/>
                    <a:pt x="19074" y="7089"/>
                    <a:pt x="21600" y="12449"/>
                  </a:cubicBezTo>
                  <a:cubicBezTo>
                    <a:pt x="17684" y="-1518"/>
                    <a:pt x="9600" y="-2980"/>
                    <a:pt x="0" y="4328"/>
                  </a:cubicBezTo>
                  <a:close/>
                </a:path>
              </a:pathLst>
            </a:custGeom>
            <a:solidFill>
              <a:srgbClr val="7BB8E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grpSp>
        <p:nvGrpSpPr>
          <p:cNvPr id="4902" name="Group 4902"/>
          <p:cNvGrpSpPr/>
          <p:nvPr/>
        </p:nvGrpSpPr>
        <p:grpSpPr>
          <a:xfrm>
            <a:off x="15418423" y="6614474"/>
            <a:ext cx="2568342" cy="3070977"/>
            <a:chOff x="0" y="0"/>
            <a:chExt cx="2568341" cy="3070976"/>
          </a:xfrm>
        </p:grpSpPr>
        <p:grpSp>
          <p:nvGrpSpPr>
            <p:cNvPr id="4895" name="Group 4895"/>
            <p:cNvGrpSpPr/>
            <p:nvPr/>
          </p:nvGrpSpPr>
          <p:grpSpPr>
            <a:xfrm>
              <a:off x="-1" y="0"/>
              <a:ext cx="2568343" cy="2676633"/>
              <a:chOff x="0" y="0"/>
              <a:chExt cx="2568341" cy="2676632"/>
            </a:xfrm>
          </p:grpSpPr>
          <p:sp>
            <p:nvSpPr>
              <p:cNvPr id="4871" name="Shape 4871"/>
              <p:cNvSpPr/>
              <p:nvPr/>
            </p:nvSpPr>
            <p:spPr>
              <a:xfrm>
                <a:off x="1198110" y="273791"/>
                <a:ext cx="387244" cy="2402842"/>
              </a:xfrm>
              <a:custGeom>
                <a:avLst/>
                <a:gdLst/>
                <a:ahLst/>
                <a:cxnLst>
                  <a:cxn ang="0">
                    <a:pos x="wd2" y="hd2"/>
                  </a:cxn>
                  <a:cxn ang="5400000">
                    <a:pos x="wd2" y="hd2"/>
                  </a:cxn>
                  <a:cxn ang="10800000">
                    <a:pos x="wd2" y="hd2"/>
                  </a:cxn>
                  <a:cxn ang="16200000">
                    <a:pos x="wd2" y="hd2"/>
                  </a:cxn>
                </a:cxnLst>
                <a:rect l="0" t="0" r="r" b="b"/>
                <a:pathLst>
                  <a:path w="7424" h="21518" fill="norm" stroke="1" extrusionOk="0">
                    <a:moveTo>
                      <a:pt x="3246" y="21210"/>
                    </a:moveTo>
                    <a:cubicBezTo>
                      <a:pt x="-7048" y="11468"/>
                      <a:pt x="11041" y="10299"/>
                      <a:pt x="4317" y="0"/>
                    </a:cubicBezTo>
                    <a:cubicBezTo>
                      <a:pt x="4317" y="0"/>
                      <a:pt x="4317" y="0"/>
                      <a:pt x="4317" y="0"/>
                    </a:cubicBezTo>
                    <a:cubicBezTo>
                      <a:pt x="14552" y="8462"/>
                      <a:pt x="-4668" y="11552"/>
                      <a:pt x="5626" y="20542"/>
                    </a:cubicBezTo>
                    <a:cubicBezTo>
                      <a:pt x="6043" y="20848"/>
                      <a:pt x="5805" y="21238"/>
                      <a:pt x="5150" y="21433"/>
                    </a:cubicBezTo>
                    <a:cubicBezTo>
                      <a:pt x="4496" y="21600"/>
                      <a:pt x="3663" y="21516"/>
                      <a:pt x="3246" y="21210"/>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2" name="Shape 4872"/>
              <p:cNvSpPr/>
              <p:nvPr/>
            </p:nvSpPr>
            <p:spPr>
              <a:xfrm>
                <a:off x="468878" y="993707"/>
                <a:ext cx="879216" cy="801430"/>
              </a:xfrm>
              <a:custGeom>
                <a:avLst/>
                <a:gdLst/>
                <a:ahLst/>
                <a:cxnLst>
                  <a:cxn ang="0">
                    <a:pos x="wd2" y="hd2"/>
                  </a:cxn>
                  <a:cxn ang="5400000">
                    <a:pos x="wd2" y="hd2"/>
                  </a:cxn>
                  <a:cxn ang="10800000">
                    <a:pos x="wd2" y="hd2"/>
                  </a:cxn>
                  <a:cxn ang="16200000">
                    <a:pos x="wd2" y="hd2"/>
                  </a:cxn>
                </a:cxnLst>
                <a:rect l="0" t="0" r="r" b="b"/>
                <a:pathLst>
                  <a:path w="19760" h="19126" fill="norm" stroke="1" extrusionOk="0">
                    <a:moveTo>
                      <a:pt x="19503" y="18247"/>
                    </a:moveTo>
                    <a:cubicBezTo>
                      <a:pt x="21600" y="7299"/>
                      <a:pt x="10485" y="-2317"/>
                      <a:pt x="0" y="494"/>
                    </a:cubicBezTo>
                    <a:cubicBezTo>
                      <a:pt x="9297" y="938"/>
                      <a:pt x="19643" y="7151"/>
                      <a:pt x="17336" y="17508"/>
                    </a:cubicBezTo>
                    <a:cubicBezTo>
                      <a:pt x="17126" y="18173"/>
                      <a:pt x="17476" y="18839"/>
                      <a:pt x="18035" y="19061"/>
                    </a:cubicBezTo>
                    <a:cubicBezTo>
                      <a:pt x="18664" y="19283"/>
                      <a:pt x="19363" y="18913"/>
                      <a:pt x="19503" y="18247"/>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3" name="Shape 4873"/>
              <p:cNvSpPr/>
              <p:nvPr/>
            </p:nvSpPr>
            <p:spPr>
              <a:xfrm>
                <a:off x="1340042" y="1158889"/>
                <a:ext cx="922711" cy="389896"/>
              </a:xfrm>
              <a:custGeom>
                <a:avLst/>
                <a:gdLst/>
                <a:ahLst/>
                <a:cxnLst>
                  <a:cxn ang="0">
                    <a:pos x="wd2" y="hd2"/>
                  </a:cxn>
                  <a:cxn ang="5400000">
                    <a:pos x="wd2" y="hd2"/>
                  </a:cxn>
                  <a:cxn ang="10800000">
                    <a:pos x="wd2" y="hd2"/>
                  </a:cxn>
                  <a:cxn ang="16200000">
                    <a:pos x="wd2" y="hd2"/>
                  </a:cxn>
                </a:cxnLst>
                <a:rect l="0" t="0" r="r" b="b"/>
                <a:pathLst>
                  <a:path w="21467" h="17441" fill="norm" stroke="1" extrusionOk="0">
                    <a:moveTo>
                      <a:pt x="84" y="14908"/>
                    </a:moveTo>
                    <a:cubicBezTo>
                      <a:pt x="4779" y="-979"/>
                      <a:pt x="13376" y="-3905"/>
                      <a:pt x="21467" y="4874"/>
                    </a:cubicBezTo>
                    <a:cubicBezTo>
                      <a:pt x="13376" y="415"/>
                      <a:pt x="6080" y="554"/>
                      <a:pt x="1818" y="16441"/>
                    </a:cubicBezTo>
                    <a:cubicBezTo>
                      <a:pt x="1601" y="17277"/>
                      <a:pt x="1023" y="17695"/>
                      <a:pt x="589" y="17277"/>
                    </a:cubicBezTo>
                    <a:cubicBezTo>
                      <a:pt x="84" y="16859"/>
                      <a:pt x="-133" y="15744"/>
                      <a:pt x="84" y="14908"/>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4" name="Shape 4874"/>
              <p:cNvSpPr/>
              <p:nvPr/>
            </p:nvSpPr>
            <p:spPr>
              <a:xfrm>
                <a:off x="972252" y="759000"/>
                <a:ext cx="145938" cy="463438"/>
              </a:xfrm>
              <a:custGeom>
                <a:avLst/>
                <a:gdLst/>
                <a:ahLst/>
                <a:cxnLst>
                  <a:cxn ang="0">
                    <a:pos x="wd2" y="hd2"/>
                  </a:cxn>
                  <a:cxn ang="5400000">
                    <a:pos x="wd2" y="hd2"/>
                  </a:cxn>
                  <a:cxn ang="10800000">
                    <a:pos x="wd2" y="hd2"/>
                  </a:cxn>
                  <a:cxn ang="16200000">
                    <a:pos x="wd2" y="hd2"/>
                  </a:cxn>
                </a:cxnLst>
                <a:rect l="0" t="0" r="r" b="b"/>
                <a:pathLst>
                  <a:path w="17324" h="21456" fill="norm" stroke="1" extrusionOk="0">
                    <a:moveTo>
                      <a:pt x="10094" y="21024"/>
                    </a:moveTo>
                    <a:cubicBezTo>
                      <a:pt x="-3818" y="14544"/>
                      <a:pt x="-3818" y="5328"/>
                      <a:pt x="13023" y="0"/>
                    </a:cubicBezTo>
                    <a:cubicBezTo>
                      <a:pt x="5701" y="6912"/>
                      <a:pt x="575" y="12528"/>
                      <a:pt x="15951" y="18576"/>
                    </a:cubicBezTo>
                    <a:cubicBezTo>
                      <a:pt x="17782" y="19296"/>
                      <a:pt x="17782" y="20304"/>
                      <a:pt x="15951" y="21024"/>
                    </a:cubicBezTo>
                    <a:cubicBezTo>
                      <a:pt x="14487" y="21600"/>
                      <a:pt x="11924" y="21600"/>
                      <a:pt x="10094" y="21024"/>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5" name="Shape 4875"/>
              <p:cNvSpPr/>
              <p:nvPr/>
            </p:nvSpPr>
            <p:spPr>
              <a:xfrm>
                <a:off x="1506946" y="566424"/>
                <a:ext cx="352245" cy="341872"/>
              </a:xfrm>
              <a:custGeom>
                <a:avLst/>
                <a:gdLst/>
                <a:ahLst/>
                <a:cxnLst>
                  <a:cxn ang="0">
                    <a:pos x="wd2" y="hd2"/>
                  </a:cxn>
                  <a:cxn ang="5400000">
                    <a:pos x="wd2" y="hd2"/>
                  </a:cxn>
                  <a:cxn ang="10800000">
                    <a:pos x="wd2" y="hd2"/>
                  </a:cxn>
                  <a:cxn ang="16200000">
                    <a:pos x="wd2" y="hd2"/>
                  </a:cxn>
                </a:cxnLst>
                <a:rect l="0" t="0" r="r" b="b"/>
                <a:pathLst>
                  <a:path w="21600" h="20163" fill="norm" stroke="1" extrusionOk="0">
                    <a:moveTo>
                      <a:pt x="0" y="17783"/>
                    </a:moveTo>
                    <a:cubicBezTo>
                      <a:pt x="1147" y="6800"/>
                      <a:pt x="10322" y="-1437"/>
                      <a:pt x="21600" y="210"/>
                    </a:cubicBezTo>
                    <a:cubicBezTo>
                      <a:pt x="12425" y="3871"/>
                      <a:pt x="5161" y="6983"/>
                      <a:pt x="4970" y="17783"/>
                    </a:cubicBezTo>
                    <a:cubicBezTo>
                      <a:pt x="4970" y="19065"/>
                      <a:pt x="3823" y="20163"/>
                      <a:pt x="2485" y="20163"/>
                    </a:cubicBezTo>
                    <a:cubicBezTo>
                      <a:pt x="956" y="20163"/>
                      <a:pt x="0" y="19065"/>
                      <a:pt x="0" y="17783"/>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6" name="Shape 4876"/>
              <p:cNvSpPr/>
              <p:nvPr/>
            </p:nvSpPr>
            <p:spPr>
              <a:xfrm>
                <a:off x="1683132" y="1179837"/>
                <a:ext cx="381338" cy="290649"/>
              </a:xfrm>
              <a:custGeom>
                <a:avLst/>
                <a:gdLst/>
                <a:ahLst/>
                <a:cxnLst>
                  <a:cxn ang="0">
                    <a:pos x="wd2" y="hd2"/>
                  </a:cxn>
                  <a:cxn ang="5400000">
                    <a:pos x="wd2" y="hd2"/>
                  </a:cxn>
                  <a:cxn ang="10800000">
                    <a:pos x="wd2" y="hd2"/>
                  </a:cxn>
                  <a:cxn ang="16200000">
                    <a:pos x="wd2" y="hd2"/>
                  </a:cxn>
                </a:cxnLst>
                <a:rect l="0" t="0" r="r" b="b"/>
                <a:pathLst>
                  <a:path w="20529" h="19935" fill="norm" stroke="1" extrusionOk="0">
                    <a:moveTo>
                      <a:pt x="1943" y="260"/>
                    </a:moveTo>
                    <a:cubicBezTo>
                      <a:pt x="11989" y="-1665"/>
                      <a:pt x="20194" y="7317"/>
                      <a:pt x="20529" y="19935"/>
                    </a:cubicBezTo>
                    <a:cubicBezTo>
                      <a:pt x="16008" y="10311"/>
                      <a:pt x="11822" y="2398"/>
                      <a:pt x="2110" y="4323"/>
                    </a:cubicBezTo>
                    <a:cubicBezTo>
                      <a:pt x="-234" y="4751"/>
                      <a:pt x="-1071" y="901"/>
                      <a:pt x="1943" y="260"/>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7" name="Shape 4877"/>
              <p:cNvSpPr/>
              <p:nvPr/>
            </p:nvSpPr>
            <p:spPr>
              <a:xfrm>
                <a:off x="755806" y="5883"/>
                <a:ext cx="692824" cy="400477"/>
              </a:xfrm>
              <a:custGeom>
                <a:avLst/>
                <a:gdLst/>
                <a:ahLst/>
                <a:cxnLst>
                  <a:cxn ang="0">
                    <a:pos x="wd2" y="hd2"/>
                  </a:cxn>
                  <a:cxn ang="5400000">
                    <a:pos x="wd2" y="hd2"/>
                  </a:cxn>
                  <a:cxn ang="10800000">
                    <a:pos x="wd2" y="hd2"/>
                  </a:cxn>
                  <a:cxn ang="16200000">
                    <a:pos x="wd2" y="hd2"/>
                  </a:cxn>
                </a:cxnLst>
                <a:rect l="0" t="0" r="r" b="b"/>
                <a:pathLst>
                  <a:path w="21600" h="14208" fill="norm" stroke="1" extrusionOk="0">
                    <a:moveTo>
                      <a:pt x="0" y="3563"/>
                    </a:moveTo>
                    <a:cubicBezTo>
                      <a:pt x="2615" y="3122"/>
                      <a:pt x="5909" y="6538"/>
                      <a:pt x="6877" y="8963"/>
                    </a:cubicBezTo>
                    <a:cubicBezTo>
                      <a:pt x="8814" y="14032"/>
                      <a:pt x="16951" y="16787"/>
                      <a:pt x="21503" y="10836"/>
                    </a:cubicBezTo>
                    <a:cubicBezTo>
                      <a:pt x="21600" y="10726"/>
                      <a:pt x="21600" y="10726"/>
                      <a:pt x="21600" y="10726"/>
                    </a:cubicBezTo>
                    <a:cubicBezTo>
                      <a:pt x="19178" y="3232"/>
                      <a:pt x="12495" y="-4813"/>
                      <a:pt x="0" y="3563"/>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8" name="Shape 4878"/>
              <p:cNvSpPr/>
              <p:nvPr/>
            </p:nvSpPr>
            <p:spPr>
              <a:xfrm>
                <a:off x="755806" y="-1"/>
                <a:ext cx="692824" cy="411570"/>
              </a:xfrm>
              <a:custGeom>
                <a:avLst/>
                <a:gdLst/>
                <a:ahLst/>
                <a:cxnLst>
                  <a:cxn ang="0">
                    <a:pos x="wd2" y="hd2"/>
                  </a:cxn>
                  <a:cxn ang="5400000">
                    <a:pos x="wd2" y="hd2"/>
                  </a:cxn>
                  <a:cxn ang="10800000">
                    <a:pos x="wd2" y="hd2"/>
                  </a:cxn>
                  <a:cxn ang="16200000">
                    <a:pos x="wd2" y="hd2"/>
                  </a:cxn>
                </a:cxnLst>
                <a:rect l="0" t="0" r="r" b="b"/>
                <a:pathLst>
                  <a:path w="21600" h="16569" fill="norm" stroke="1" extrusionOk="0">
                    <a:moveTo>
                      <a:pt x="0" y="4271"/>
                    </a:moveTo>
                    <a:cubicBezTo>
                      <a:pt x="2615" y="3771"/>
                      <a:pt x="5909" y="7642"/>
                      <a:pt x="6877" y="10389"/>
                    </a:cubicBezTo>
                    <a:cubicBezTo>
                      <a:pt x="9299" y="17755"/>
                      <a:pt x="17726" y="18629"/>
                      <a:pt x="21503" y="12511"/>
                    </a:cubicBezTo>
                    <a:cubicBezTo>
                      <a:pt x="19082" y="9515"/>
                      <a:pt x="12301" y="4645"/>
                      <a:pt x="6587" y="3771"/>
                    </a:cubicBezTo>
                    <a:cubicBezTo>
                      <a:pt x="12108" y="3272"/>
                      <a:pt x="18985" y="7142"/>
                      <a:pt x="21600" y="12386"/>
                    </a:cubicBezTo>
                    <a:cubicBezTo>
                      <a:pt x="17726" y="-1473"/>
                      <a:pt x="9492" y="-2971"/>
                      <a:pt x="0" y="4271"/>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79" name="Shape 4879"/>
              <p:cNvSpPr/>
              <p:nvPr/>
            </p:nvSpPr>
            <p:spPr>
              <a:xfrm>
                <a:off x="1831195" y="448898"/>
                <a:ext cx="569189" cy="283716"/>
              </a:xfrm>
              <a:custGeom>
                <a:avLst/>
                <a:gdLst/>
                <a:ahLst/>
                <a:cxnLst>
                  <a:cxn ang="0">
                    <a:pos x="wd2" y="hd2"/>
                  </a:cxn>
                  <a:cxn ang="5400000">
                    <a:pos x="wd2" y="hd2"/>
                  </a:cxn>
                  <a:cxn ang="10800000">
                    <a:pos x="wd2" y="hd2"/>
                  </a:cxn>
                  <a:cxn ang="16200000">
                    <a:pos x="wd2" y="hd2"/>
                  </a:cxn>
                </a:cxnLst>
                <a:rect l="0" t="0" r="r" b="b"/>
                <a:pathLst>
                  <a:path w="21600" h="14514" fill="norm" stroke="1" extrusionOk="0">
                    <a:moveTo>
                      <a:pt x="21600" y="10267"/>
                    </a:moveTo>
                    <a:cubicBezTo>
                      <a:pt x="19475" y="8361"/>
                      <a:pt x="15344" y="10267"/>
                      <a:pt x="13692" y="12173"/>
                    </a:cubicBezTo>
                    <a:cubicBezTo>
                      <a:pt x="10151" y="16461"/>
                      <a:pt x="2007" y="15032"/>
                      <a:pt x="0" y="6455"/>
                    </a:cubicBezTo>
                    <a:cubicBezTo>
                      <a:pt x="0" y="6296"/>
                      <a:pt x="0" y="6296"/>
                      <a:pt x="0" y="6296"/>
                    </a:cubicBezTo>
                    <a:cubicBezTo>
                      <a:pt x="4721" y="-374"/>
                      <a:pt x="13456" y="-5139"/>
                      <a:pt x="21600" y="10267"/>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0" name="Shape 4880"/>
              <p:cNvSpPr/>
              <p:nvPr/>
            </p:nvSpPr>
            <p:spPr>
              <a:xfrm>
                <a:off x="1831195" y="441072"/>
                <a:ext cx="569189" cy="298821"/>
              </a:xfrm>
              <a:custGeom>
                <a:avLst/>
                <a:gdLst/>
                <a:ahLst/>
                <a:cxnLst>
                  <a:cxn ang="0">
                    <a:pos x="wd2" y="hd2"/>
                  </a:cxn>
                  <a:cxn ang="5400000">
                    <a:pos x="wd2" y="hd2"/>
                  </a:cxn>
                  <a:cxn ang="10800000">
                    <a:pos x="wd2" y="hd2"/>
                  </a:cxn>
                  <a:cxn ang="16200000">
                    <a:pos x="wd2" y="hd2"/>
                  </a:cxn>
                </a:cxnLst>
                <a:rect l="0" t="0" r="r" b="b"/>
                <a:pathLst>
                  <a:path w="21600" h="14796" fill="norm" stroke="1" extrusionOk="0">
                    <a:moveTo>
                      <a:pt x="21600" y="10340"/>
                    </a:moveTo>
                    <a:cubicBezTo>
                      <a:pt x="19475" y="8488"/>
                      <a:pt x="15344" y="10340"/>
                      <a:pt x="13692" y="12191"/>
                    </a:cubicBezTo>
                    <a:cubicBezTo>
                      <a:pt x="9207" y="17591"/>
                      <a:pt x="1534" y="14042"/>
                      <a:pt x="0" y="6637"/>
                    </a:cubicBezTo>
                    <a:cubicBezTo>
                      <a:pt x="3069" y="5094"/>
                      <a:pt x="10623" y="4322"/>
                      <a:pt x="15934" y="6482"/>
                    </a:cubicBezTo>
                    <a:cubicBezTo>
                      <a:pt x="11095" y="3242"/>
                      <a:pt x="3895" y="3088"/>
                      <a:pt x="0" y="6482"/>
                    </a:cubicBezTo>
                    <a:cubicBezTo>
                      <a:pt x="7790" y="-4009"/>
                      <a:pt x="15344" y="-1078"/>
                      <a:pt x="21600" y="10340"/>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1" name="Shape 4881"/>
              <p:cNvSpPr/>
              <p:nvPr/>
            </p:nvSpPr>
            <p:spPr>
              <a:xfrm>
                <a:off x="0" y="948712"/>
                <a:ext cx="524867" cy="294720"/>
              </a:xfrm>
              <a:custGeom>
                <a:avLst/>
                <a:gdLst/>
                <a:ahLst/>
                <a:cxnLst>
                  <a:cxn ang="0">
                    <a:pos x="wd2" y="hd2"/>
                  </a:cxn>
                  <a:cxn ang="5400000">
                    <a:pos x="wd2" y="hd2"/>
                  </a:cxn>
                  <a:cxn ang="10800000">
                    <a:pos x="wd2" y="hd2"/>
                  </a:cxn>
                  <a:cxn ang="16200000">
                    <a:pos x="wd2" y="hd2"/>
                  </a:cxn>
                </a:cxnLst>
                <a:rect l="0" t="0" r="r" b="b"/>
                <a:pathLst>
                  <a:path w="21600" h="16640" fill="norm" stroke="1" extrusionOk="0">
                    <a:moveTo>
                      <a:pt x="0" y="16640"/>
                    </a:moveTo>
                    <a:cubicBezTo>
                      <a:pt x="1917" y="13655"/>
                      <a:pt x="6646" y="13830"/>
                      <a:pt x="8819" y="15235"/>
                    </a:cubicBezTo>
                    <a:cubicBezTo>
                      <a:pt x="13420" y="18396"/>
                      <a:pt x="21472" y="13303"/>
                      <a:pt x="21600" y="3294"/>
                    </a:cubicBezTo>
                    <a:cubicBezTo>
                      <a:pt x="21600" y="3118"/>
                      <a:pt x="21600" y="3118"/>
                      <a:pt x="21600" y="3118"/>
                    </a:cubicBezTo>
                    <a:cubicBezTo>
                      <a:pt x="15082" y="-1799"/>
                      <a:pt x="4985" y="-3204"/>
                      <a:pt x="0" y="16640"/>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2" name="Shape 4882"/>
              <p:cNvSpPr/>
              <p:nvPr/>
            </p:nvSpPr>
            <p:spPr>
              <a:xfrm>
                <a:off x="0" y="942777"/>
                <a:ext cx="525805" cy="301433"/>
              </a:xfrm>
              <a:custGeom>
                <a:avLst/>
                <a:gdLst/>
                <a:ahLst/>
                <a:cxnLst>
                  <a:cxn ang="0">
                    <a:pos x="wd2" y="hd2"/>
                  </a:cxn>
                  <a:cxn ang="5400000">
                    <a:pos x="wd2" y="hd2"/>
                  </a:cxn>
                  <a:cxn ang="10800000">
                    <a:pos x="wd2" y="hd2"/>
                  </a:cxn>
                  <a:cxn ang="16200000">
                    <a:pos x="wd2" y="hd2"/>
                  </a:cxn>
                </a:cxnLst>
                <a:rect l="0" t="0" r="r" b="b"/>
                <a:pathLst>
                  <a:path w="21354" h="15169" fill="norm" stroke="1" extrusionOk="0">
                    <a:moveTo>
                      <a:pt x="0" y="15169"/>
                    </a:moveTo>
                    <a:cubicBezTo>
                      <a:pt x="1895" y="12508"/>
                      <a:pt x="6568" y="12665"/>
                      <a:pt x="8716" y="13917"/>
                    </a:cubicBezTo>
                    <a:cubicBezTo>
                      <a:pt x="14526" y="17517"/>
                      <a:pt x="21600" y="11100"/>
                      <a:pt x="21347" y="3274"/>
                    </a:cubicBezTo>
                    <a:cubicBezTo>
                      <a:pt x="17811" y="2960"/>
                      <a:pt x="9979" y="4995"/>
                      <a:pt x="5053" y="9221"/>
                    </a:cubicBezTo>
                    <a:cubicBezTo>
                      <a:pt x="9095" y="4213"/>
                      <a:pt x="16547" y="1239"/>
                      <a:pt x="21347" y="3117"/>
                    </a:cubicBezTo>
                    <a:cubicBezTo>
                      <a:pt x="10863" y="-4083"/>
                      <a:pt x="3789" y="1708"/>
                      <a:pt x="0" y="15169"/>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3" name="Shape 4883"/>
              <p:cNvSpPr/>
              <p:nvPr/>
            </p:nvSpPr>
            <p:spPr>
              <a:xfrm>
                <a:off x="1075390" y="604998"/>
                <a:ext cx="335914" cy="208842"/>
              </a:xfrm>
              <a:custGeom>
                <a:avLst/>
                <a:gdLst/>
                <a:ahLst/>
                <a:cxnLst>
                  <a:cxn ang="0">
                    <a:pos x="wd2" y="hd2"/>
                  </a:cxn>
                  <a:cxn ang="5400000">
                    <a:pos x="wd2" y="hd2"/>
                  </a:cxn>
                  <a:cxn ang="10800000">
                    <a:pos x="wd2" y="hd2"/>
                  </a:cxn>
                  <a:cxn ang="16200000">
                    <a:pos x="wd2" y="hd2"/>
                  </a:cxn>
                </a:cxnLst>
                <a:rect l="0" t="0" r="r" b="b"/>
                <a:pathLst>
                  <a:path w="21600" h="14540" fill="norm" stroke="1" extrusionOk="0">
                    <a:moveTo>
                      <a:pt x="21600" y="2530"/>
                    </a:moveTo>
                    <a:cubicBezTo>
                      <a:pt x="18800" y="2314"/>
                      <a:pt x="15800" y="6202"/>
                      <a:pt x="15000" y="8578"/>
                    </a:cubicBezTo>
                    <a:cubicBezTo>
                      <a:pt x="13400" y="13762"/>
                      <a:pt x="5200" y="17218"/>
                      <a:pt x="0" y="11818"/>
                    </a:cubicBezTo>
                    <a:cubicBezTo>
                      <a:pt x="0" y="11818"/>
                      <a:pt x="0" y="11818"/>
                      <a:pt x="0" y="11818"/>
                    </a:cubicBezTo>
                    <a:cubicBezTo>
                      <a:pt x="1800" y="4258"/>
                      <a:pt x="8000" y="-4382"/>
                      <a:pt x="21600" y="2530"/>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4" name="Shape 4884"/>
              <p:cNvSpPr/>
              <p:nvPr/>
            </p:nvSpPr>
            <p:spPr>
              <a:xfrm>
                <a:off x="1075390" y="601436"/>
                <a:ext cx="335914" cy="214589"/>
              </a:xfrm>
              <a:custGeom>
                <a:avLst/>
                <a:gdLst/>
                <a:ahLst/>
                <a:cxnLst>
                  <a:cxn ang="0">
                    <a:pos x="wd2" y="hd2"/>
                  </a:cxn>
                  <a:cxn ang="5400000">
                    <a:pos x="wd2" y="hd2"/>
                  </a:cxn>
                  <a:cxn ang="10800000">
                    <a:pos x="wd2" y="hd2"/>
                  </a:cxn>
                  <a:cxn ang="16200000">
                    <a:pos x="wd2" y="hd2"/>
                  </a:cxn>
                </a:cxnLst>
                <a:rect l="0" t="0" r="r" b="b"/>
                <a:pathLst>
                  <a:path w="21600" h="16558" fill="norm" stroke="1" extrusionOk="0">
                    <a:moveTo>
                      <a:pt x="21600" y="2978"/>
                    </a:moveTo>
                    <a:cubicBezTo>
                      <a:pt x="18800" y="2738"/>
                      <a:pt x="15800" y="7058"/>
                      <a:pt x="15000" y="9698"/>
                    </a:cubicBezTo>
                    <a:cubicBezTo>
                      <a:pt x="13000" y="17138"/>
                      <a:pt x="4400" y="18818"/>
                      <a:pt x="0" y="13298"/>
                    </a:cubicBezTo>
                    <a:cubicBezTo>
                      <a:pt x="2200" y="10178"/>
                      <a:pt x="9000" y="4898"/>
                      <a:pt x="14800" y="3218"/>
                    </a:cubicBezTo>
                    <a:cubicBezTo>
                      <a:pt x="9000" y="3458"/>
                      <a:pt x="2200" y="8018"/>
                      <a:pt x="0" y="13298"/>
                    </a:cubicBezTo>
                    <a:cubicBezTo>
                      <a:pt x="3000" y="-622"/>
                      <a:pt x="11200" y="-2782"/>
                      <a:pt x="21600" y="2978"/>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5" name="Shape 4885"/>
              <p:cNvSpPr/>
              <p:nvPr/>
            </p:nvSpPr>
            <p:spPr>
              <a:xfrm>
                <a:off x="2239486" y="1264339"/>
                <a:ext cx="328855" cy="292457"/>
              </a:xfrm>
              <a:custGeom>
                <a:avLst/>
                <a:gdLst/>
                <a:ahLst/>
                <a:cxnLst>
                  <a:cxn ang="0">
                    <a:pos x="wd2" y="hd2"/>
                  </a:cxn>
                  <a:cxn ang="5400000">
                    <a:pos x="wd2" y="hd2"/>
                  </a:cxn>
                  <a:cxn ang="10800000">
                    <a:pos x="wd2" y="hd2"/>
                  </a:cxn>
                  <a:cxn ang="16200000">
                    <a:pos x="wd2" y="hd2"/>
                  </a:cxn>
                </a:cxnLst>
                <a:rect l="0" t="0" r="r" b="b"/>
                <a:pathLst>
                  <a:path w="19773" h="20209" fill="norm" stroke="1" extrusionOk="0">
                    <a:moveTo>
                      <a:pt x="19773" y="20209"/>
                    </a:moveTo>
                    <a:cubicBezTo>
                      <a:pt x="18458" y="17001"/>
                      <a:pt x="13575" y="15290"/>
                      <a:pt x="10945" y="15718"/>
                    </a:cubicBezTo>
                    <a:cubicBezTo>
                      <a:pt x="5310" y="16787"/>
                      <a:pt x="-1827" y="9302"/>
                      <a:pt x="427" y="534"/>
                    </a:cubicBezTo>
                    <a:cubicBezTo>
                      <a:pt x="427" y="534"/>
                      <a:pt x="427" y="534"/>
                      <a:pt x="427" y="534"/>
                    </a:cubicBezTo>
                    <a:cubicBezTo>
                      <a:pt x="8503" y="-1391"/>
                      <a:pt x="19210" y="1175"/>
                      <a:pt x="19773" y="20209"/>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6" name="Shape 4886"/>
              <p:cNvSpPr/>
              <p:nvPr/>
            </p:nvSpPr>
            <p:spPr>
              <a:xfrm>
                <a:off x="2237897" y="1262091"/>
                <a:ext cx="330445" cy="294705"/>
              </a:xfrm>
              <a:custGeom>
                <a:avLst/>
                <a:gdLst/>
                <a:ahLst/>
                <a:cxnLst>
                  <a:cxn ang="0">
                    <a:pos x="wd2" y="hd2"/>
                  </a:cxn>
                  <a:cxn ang="5400000">
                    <a:pos x="wd2" y="hd2"/>
                  </a:cxn>
                  <a:cxn ang="10800000">
                    <a:pos x="wd2" y="hd2"/>
                  </a:cxn>
                  <a:cxn ang="16200000">
                    <a:pos x="wd2" y="hd2"/>
                  </a:cxn>
                </a:cxnLst>
                <a:rect l="0" t="0" r="r" b="b"/>
                <a:pathLst>
                  <a:path w="19740" h="19217" fill="norm" stroke="1" extrusionOk="0">
                    <a:moveTo>
                      <a:pt x="19740" y="19217"/>
                    </a:moveTo>
                    <a:cubicBezTo>
                      <a:pt x="18437" y="16189"/>
                      <a:pt x="13595" y="14574"/>
                      <a:pt x="10988" y="14978"/>
                    </a:cubicBezTo>
                    <a:cubicBezTo>
                      <a:pt x="3912" y="16189"/>
                      <a:pt x="-1860" y="7710"/>
                      <a:pt x="561" y="645"/>
                    </a:cubicBezTo>
                    <a:cubicBezTo>
                      <a:pt x="4285" y="1654"/>
                      <a:pt x="11919" y="6499"/>
                      <a:pt x="16016" y="11950"/>
                    </a:cubicBezTo>
                    <a:cubicBezTo>
                      <a:pt x="13037" y="5894"/>
                      <a:pt x="6147" y="645"/>
                      <a:pt x="561" y="645"/>
                    </a:cubicBezTo>
                    <a:cubicBezTo>
                      <a:pt x="13409" y="-2383"/>
                      <a:pt x="19368" y="5490"/>
                      <a:pt x="19740" y="19217"/>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7" name="Shape 4887"/>
              <p:cNvSpPr/>
              <p:nvPr/>
            </p:nvSpPr>
            <p:spPr>
              <a:xfrm>
                <a:off x="1983870" y="1451821"/>
                <a:ext cx="206031" cy="401232"/>
              </a:xfrm>
              <a:custGeom>
                <a:avLst/>
                <a:gdLst/>
                <a:ahLst/>
                <a:cxnLst>
                  <a:cxn ang="0">
                    <a:pos x="wd2" y="hd2"/>
                  </a:cxn>
                  <a:cxn ang="5400000">
                    <a:pos x="wd2" y="hd2"/>
                  </a:cxn>
                  <a:cxn ang="10800000">
                    <a:pos x="wd2" y="hd2"/>
                  </a:cxn>
                  <a:cxn ang="16200000">
                    <a:pos x="wd2" y="hd2"/>
                  </a:cxn>
                </a:cxnLst>
                <a:rect l="0" t="0" r="r" b="b"/>
                <a:pathLst>
                  <a:path w="14237" h="21600" fill="norm" stroke="1" extrusionOk="0">
                    <a:moveTo>
                      <a:pt x="7227" y="21600"/>
                    </a:moveTo>
                    <a:cubicBezTo>
                      <a:pt x="8523" y="19088"/>
                      <a:pt x="5715" y="15405"/>
                      <a:pt x="3555" y="14065"/>
                    </a:cubicBezTo>
                    <a:cubicBezTo>
                      <a:pt x="-1197" y="11219"/>
                      <a:pt x="-1845" y="3181"/>
                      <a:pt x="5715" y="0"/>
                    </a:cubicBezTo>
                    <a:cubicBezTo>
                      <a:pt x="5931" y="0"/>
                      <a:pt x="5931" y="0"/>
                      <a:pt x="5931" y="0"/>
                    </a:cubicBezTo>
                    <a:cubicBezTo>
                      <a:pt x="13059" y="3684"/>
                      <a:pt x="19755" y="11386"/>
                      <a:pt x="7227" y="21600"/>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8" name="Shape 4888"/>
              <p:cNvSpPr/>
              <p:nvPr/>
            </p:nvSpPr>
            <p:spPr>
              <a:xfrm>
                <a:off x="1978820" y="1451821"/>
                <a:ext cx="216555" cy="401232"/>
              </a:xfrm>
              <a:custGeom>
                <a:avLst/>
                <a:gdLst/>
                <a:ahLst/>
                <a:cxnLst>
                  <a:cxn ang="0">
                    <a:pos x="wd2" y="hd2"/>
                  </a:cxn>
                  <a:cxn ang="5400000">
                    <a:pos x="wd2" y="hd2"/>
                  </a:cxn>
                  <a:cxn ang="10800000">
                    <a:pos x="wd2" y="hd2"/>
                  </a:cxn>
                  <a:cxn ang="16200000">
                    <a:pos x="wd2" y="hd2"/>
                  </a:cxn>
                </a:cxnLst>
                <a:rect l="0" t="0" r="r" b="b"/>
                <a:pathLst>
                  <a:path w="15789" h="21600" fill="norm" stroke="1" extrusionOk="0">
                    <a:moveTo>
                      <a:pt x="8030" y="21600"/>
                    </a:moveTo>
                    <a:cubicBezTo>
                      <a:pt x="9394" y="19088"/>
                      <a:pt x="6438" y="15405"/>
                      <a:pt x="4165" y="14065"/>
                    </a:cubicBezTo>
                    <a:cubicBezTo>
                      <a:pt x="-2429" y="10549"/>
                      <a:pt x="-837" y="2512"/>
                      <a:pt x="6438" y="0"/>
                    </a:cubicBezTo>
                    <a:cubicBezTo>
                      <a:pt x="8712" y="2847"/>
                      <a:pt x="11440" y="9879"/>
                      <a:pt x="10531" y="15405"/>
                    </a:cubicBezTo>
                    <a:cubicBezTo>
                      <a:pt x="12577" y="10381"/>
                      <a:pt x="10986" y="3349"/>
                      <a:pt x="6666" y="0"/>
                    </a:cubicBezTo>
                    <a:cubicBezTo>
                      <a:pt x="19171" y="6028"/>
                      <a:pt x="18034" y="13898"/>
                      <a:pt x="8030" y="21600"/>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89" name="Shape 4889"/>
              <p:cNvSpPr/>
              <p:nvPr/>
            </p:nvSpPr>
            <p:spPr>
              <a:xfrm>
                <a:off x="574955" y="739290"/>
                <a:ext cx="292823" cy="259613"/>
              </a:xfrm>
              <a:custGeom>
                <a:avLst/>
                <a:gdLst/>
                <a:ahLst/>
                <a:cxnLst>
                  <a:cxn ang="0">
                    <a:pos x="wd2" y="hd2"/>
                  </a:cxn>
                  <a:cxn ang="5400000">
                    <a:pos x="wd2" y="hd2"/>
                  </a:cxn>
                  <a:cxn ang="10800000">
                    <a:pos x="wd2" y="hd2"/>
                  </a:cxn>
                  <a:cxn ang="16200000">
                    <a:pos x="wd2" y="hd2"/>
                  </a:cxn>
                </a:cxnLst>
                <a:rect l="0" t="0" r="r" b="b"/>
                <a:pathLst>
                  <a:path w="21183" h="17419" fill="norm" stroke="1" extrusionOk="0">
                    <a:moveTo>
                      <a:pt x="21183" y="269"/>
                    </a:moveTo>
                    <a:cubicBezTo>
                      <a:pt x="18033" y="892"/>
                      <a:pt x="15783" y="5669"/>
                      <a:pt x="15783" y="8161"/>
                    </a:cubicBezTo>
                    <a:cubicBezTo>
                      <a:pt x="15783" y="13769"/>
                      <a:pt x="7908" y="19792"/>
                      <a:pt x="258" y="16469"/>
                    </a:cubicBezTo>
                    <a:cubicBezTo>
                      <a:pt x="33" y="16469"/>
                      <a:pt x="33" y="16469"/>
                      <a:pt x="33" y="16469"/>
                    </a:cubicBezTo>
                    <a:cubicBezTo>
                      <a:pt x="-417" y="8577"/>
                      <a:pt x="3633" y="-1808"/>
                      <a:pt x="21183" y="269"/>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0" name="Shape 4890"/>
              <p:cNvSpPr/>
              <p:nvPr/>
            </p:nvSpPr>
            <p:spPr>
              <a:xfrm>
                <a:off x="573783" y="739593"/>
                <a:ext cx="293995" cy="261636"/>
              </a:xfrm>
              <a:custGeom>
                <a:avLst/>
                <a:gdLst/>
                <a:ahLst/>
                <a:cxnLst>
                  <a:cxn ang="0">
                    <a:pos x="wd2" y="hd2"/>
                  </a:cxn>
                  <a:cxn ang="5400000">
                    <a:pos x="wd2" y="hd2"/>
                  </a:cxn>
                  <a:cxn ang="10800000">
                    <a:pos x="wd2" y="hd2"/>
                  </a:cxn>
                  <a:cxn ang="16200000">
                    <a:pos x="wd2" y="hd2"/>
                  </a:cxn>
                </a:cxnLst>
                <a:rect l="0" t="0" r="r" b="b"/>
                <a:pathLst>
                  <a:path w="20780" h="18079" fill="norm" stroke="1" extrusionOk="0">
                    <a:moveTo>
                      <a:pt x="20780" y="259"/>
                    </a:moveTo>
                    <a:cubicBezTo>
                      <a:pt x="17694" y="901"/>
                      <a:pt x="15490" y="5819"/>
                      <a:pt x="15490" y="8386"/>
                    </a:cubicBezTo>
                    <a:cubicBezTo>
                      <a:pt x="15490" y="15657"/>
                      <a:pt x="6674" y="20362"/>
                      <a:pt x="282" y="16940"/>
                    </a:cubicBezTo>
                    <a:cubicBezTo>
                      <a:pt x="1825" y="13305"/>
                      <a:pt x="7556" y="6247"/>
                      <a:pt x="13286" y="2825"/>
                    </a:cubicBezTo>
                    <a:cubicBezTo>
                      <a:pt x="7115" y="5178"/>
                      <a:pt x="1164" y="11380"/>
                      <a:pt x="62" y="16940"/>
                    </a:cubicBezTo>
                    <a:cubicBezTo>
                      <a:pt x="-820" y="3681"/>
                      <a:pt x="7776" y="-1238"/>
                      <a:pt x="20780" y="259"/>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1" name="Shape 4891"/>
              <p:cNvSpPr/>
              <p:nvPr/>
            </p:nvSpPr>
            <p:spPr>
              <a:xfrm>
                <a:off x="1250345" y="852479"/>
                <a:ext cx="242809" cy="200447"/>
              </a:xfrm>
              <a:custGeom>
                <a:avLst/>
                <a:gdLst/>
                <a:ahLst/>
                <a:cxnLst>
                  <a:cxn ang="0">
                    <a:pos x="wd2" y="hd2"/>
                  </a:cxn>
                  <a:cxn ang="5400000">
                    <a:pos x="wd2" y="hd2"/>
                  </a:cxn>
                  <a:cxn ang="10800000">
                    <a:pos x="wd2" y="hd2"/>
                  </a:cxn>
                  <a:cxn ang="16200000">
                    <a:pos x="wd2" y="hd2"/>
                  </a:cxn>
                </a:cxnLst>
                <a:rect l="0" t="0" r="r" b="b"/>
                <a:pathLst>
                  <a:path w="20074" h="19957" fill="norm" stroke="1" extrusionOk="0">
                    <a:moveTo>
                      <a:pt x="0" y="19957"/>
                    </a:moveTo>
                    <a:cubicBezTo>
                      <a:pt x="1286" y="16871"/>
                      <a:pt x="6171" y="15328"/>
                      <a:pt x="8743" y="15946"/>
                    </a:cubicBezTo>
                    <a:cubicBezTo>
                      <a:pt x="14143" y="17488"/>
                      <a:pt x="21600" y="10391"/>
                      <a:pt x="19800" y="1134"/>
                    </a:cubicBezTo>
                    <a:cubicBezTo>
                      <a:pt x="19800" y="826"/>
                      <a:pt x="19800" y="826"/>
                      <a:pt x="19800" y="826"/>
                    </a:cubicBezTo>
                    <a:cubicBezTo>
                      <a:pt x="12086" y="-1643"/>
                      <a:pt x="1286" y="517"/>
                      <a:pt x="0" y="19957"/>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2" name="Shape 4892"/>
              <p:cNvSpPr/>
              <p:nvPr/>
            </p:nvSpPr>
            <p:spPr>
              <a:xfrm>
                <a:off x="1250345" y="851989"/>
                <a:ext cx="243636" cy="200937"/>
              </a:xfrm>
              <a:custGeom>
                <a:avLst/>
                <a:gdLst/>
                <a:ahLst/>
                <a:cxnLst>
                  <a:cxn ang="0">
                    <a:pos x="wd2" y="hd2"/>
                  </a:cxn>
                  <a:cxn ang="5400000">
                    <a:pos x="wd2" y="hd2"/>
                  </a:cxn>
                  <a:cxn ang="10800000">
                    <a:pos x="wd2" y="hd2"/>
                  </a:cxn>
                  <a:cxn ang="16200000">
                    <a:pos x="wd2" y="hd2"/>
                  </a:cxn>
                </a:cxnLst>
                <a:rect l="0" t="0" r="r" b="b"/>
                <a:pathLst>
                  <a:path w="19964" h="18794" fill="norm" stroke="1" extrusionOk="0">
                    <a:moveTo>
                      <a:pt x="0" y="18794"/>
                    </a:moveTo>
                    <a:cubicBezTo>
                      <a:pt x="1271" y="15914"/>
                      <a:pt x="6099" y="14474"/>
                      <a:pt x="8640" y="15050"/>
                    </a:cubicBezTo>
                    <a:cubicBezTo>
                      <a:pt x="15501" y="16778"/>
                      <a:pt x="21600" y="8714"/>
                      <a:pt x="19567" y="1226"/>
                    </a:cubicBezTo>
                    <a:cubicBezTo>
                      <a:pt x="16009" y="2090"/>
                      <a:pt x="8132" y="6410"/>
                      <a:pt x="3812" y="11594"/>
                    </a:cubicBezTo>
                    <a:cubicBezTo>
                      <a:pt x="7115" y="5834"/>
                      <a:pt x="14231" y="938"/>
                      <a:pt x="19567" y="938"/>
                    </a:cubicBezTo>
                    <a:cubicBezTo>
                      <a:pt x="7115" y="-2806"/>
                      <a:pt x="1016" y="4970"/>
                      <a:pt x="0" y="18794"/>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3" name="Shape 4893"/>
              <p:cNvSpPr/>
              <p:nvPr/>
            </p:nvSpPr>
            <p:spPr>
              <a:xfrm>
                <a:off x="1455626" y="254414"/>
                <a:ext cx="310256" cy="155567"/>
              </a:xfrm>
              <a:custGeom>
                <a:avLst/>
                <a:gdLst/>
                <a:ahLst/>
                <a:cxnLst>
                  <a:cxn ang="0">
                    <a:pos x="wd2" y="hd2"/>
                  </a:cxn>
                  <a:cxn ang="5400000">
                    <a:pos x="wd2" y="hd2"/>
                  </a:cxn>
                  <a:cxn ang="10800000">
                    <a:pos x="wd2" y="hd2"/>
                  </a:cxn>
                  <a:cxn ang="16200000">
                    <a:pos x="wd2" y="hd2"/>
                  </a:cxn>
                </a:cxnLst>
                <a:rect l="0" t="0" r="r" b="b"/>
                <a:pathLst>
                  <a:path w="21600" h="14850" fill="norm" stroke="1" extrusionOk="0">
                    <a:moveTo>
                      <a:pt x="21600" y="12258"/>
                    </a:moveTo>
                    <a:cubicBezTo>
                      <a:pt x="19440" y="9891"/>
                      <a:pt x="15120" y="11370"/>
                      <a:pt x="13392" y="13145"/>
                    </a:cubicBezTo>
                    <a:cubicBezTo>
                      <a:pt x="9504" y="16992"/>
                      <a:pt x="1512" y="14329"/>
                      <a:pt x="0" y="5156"/>
                    </a:cubicBezTo>
                    <a:cubicBezTo>
                      <a:pt x="0" y="5156"/>
                      <a:pt x="0" y="5156"/>
                      <a:pt x="0" y="5156"/>
                    </a:cubicBezTo>
                    <a:cubicBezTo>
                      <a:pt x="5400" y="-1057"/>
                      <a:pt x="14472" y="-4608"/>
                      <a:pt x="21600" y="12258"/>
                    </a:cubicBezTo>
                    <a:close/>
                  </a:path>
                </a:pathLst>
              </a:custGeom>
              <a:solidFill>
                <a:srgbClr val="4FA0D7"/>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4" name="Shape 4894"/>
              <p:cNvSpPr/>
              <p:nvPr/>
            </p:nvSpPr>
            <p:spPr>
              <a:xfrm>
                <a:off x="1455626" y="248273"/>
                <a:ext cx="310256" cy="164644"/>
              </a:xfrm>
              <a:custGeom>
                <a:avLst/>
                <a:gdLst/>
                <a:ahLst/>
                <a:cxnLst>
                  <a:cxn ang="0">
                    <a:pos x="wd2" y="hd2"/>
                  </a:cxn>
                  <a:cxn ang="5400000">
                    <a:pos x="wd2" y="hd2"/>
                  </a:cxn>
                  <a:cxn ang="10800000">
                    <a:pos x="wd2" y="hd2"/>
                  </a:cxn>
                  <a:cxn ang="16200000">
                    <a:pos x="wd2" y="hd2"/>
                  </a:cxn>
                </a:cxnLst>
                <a:rect l="0" t="0" r="r" b="b"/>
                <a:pathLst>
                  <a:path w="21600" h="14659" fill="norm" stroke="1" extrusionOk="0">
                    <a:moveTo>
                      <a:pt x="21600" y="11896"/>
                    </a:moveTo>
                    <a:cubicBezTo>
                      <a:pt x="19440" y="9680"/>
                      <a:pt x="15120" y="11065"/>
                      <a:pt x="13392" y="12726"/>
                    </a:cubicBezTo>
                    <a:cubicBezTo>
                      <a:pt x="8424" y="17434"/>
                      <a:pt x="1080" y="13003"/>
                      <a:pt x="0" y="5249"/>
                    </a:cubicBezTo>
                    <a:cubicBezTo>
                      <a:pt x="3240" y="4419"/>
                      <a:pt x="10800" y="4419"/>
                      <a:pt x="15984" y="7188"/>
                    </a:cubicBezTo>
                    <a:cubicBezTo>
                      <a:pt x="11448" y="3311"/>
                      <a:pt x="4320" y="2480"/>
                      <a:pt x="0" y="5249"/>
                    </a:cubicBezTo>
                    <a:cubicBezTo>
                      <a:pt x="8640" y="-4166"/>
                      <a:pt x="16200" y="-289"/>
                      <a:pt x="21600" y="11896"/>
                    </a:cubicBezTo>
                    <a:close/>
                  </a:path>
                </a:pathLst>
              </a:custGeom>
              <a:solidFill>
                <a:srgbClr val="9FCBE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sp>
          <p:nvSpPr>
            <p:cNvPr id="4896" name="Shape 4896"/>
            <p:cNvSpPr/>
            <p:nvPr/>
          </p:nvSpPr>
          <p:spPr>
            <a:xfrm>
              <a:off x="888822" y="2553719"/>
              <a:ext cx="304643" cy="304643"/>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7" name="Shape 4897"/>
            <p:cNvSpPr/>
            <p:nvPr/>
          </p:nvSpPr>
          <p:spPr>
            <a:xfrm>
              <a:off x="1564746" y="2553719"/>
              <a:ext cx="304642" cy="304643"/>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8" name="Shape 4898"/>
            <p:cNvSpPr/>
            <p:nvPr/>
          </p:nvSpPr>
          <p:spPr>
            <a:xfrm>
              <a:off x="1082397" y="2487080"/>
              <a:ext cx="583897" cy="583897"/>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899" name="Shape 4899"/>
            <p:cNvSpPr/>
            <p:nvPr/>
          </p:nvSpPr>
          <p:spPr>
            <a:xfrm>
              <a:off x="1406079" y="2461693"/>
              <a:ext cx="304642"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900" name="Shape 4900"/>
            <p:cNvSpPr/>
            <p:nvPr/>
          </p:nvSpPr>
          <p:spPr>
            <a:xfrm>
              <a:off x="1053836" y="2461693"/>
              <a:ext cx="304643" cy="304642"/>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4901" name="Shape 4901"/>
            <p:cNvSpPr/>
            <p:nvPr/>
          </p:nvSpPr>
          <p:spPr>
            <a:xfrm>
              <a:off x="1222025" y="2407746"/>
              <a:ext cx="304642" cy="301471"/>
            </a:xfrm>
            <a:prstGeom prst="ellipse">
              <a:avLst/>
            </a:prstGeom>
            <a:solidFill>
              <a:srgbClr val="20273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sp>
        <p:nvSpPr>
          <p:cNvPr id="4903" name="Shape 4903"/>
          <p:cNvSpPr/>
          <p:nvPr/>
        </p:nvSpPr>
        <p:spPr>
          <a:xfrm>
            <a:off x="2513621" y="10471822"/>
            <a:ext cx="1249377"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685800">
              <a:defRPr sz="3200">
                <a:solidFill>
                  <a:srgbClr val="FFFFFF"/>
                </a:solidFill>
                <a:latin typeface="Raleway Bold"/>
                <a:ea typeface="Raleway Bold"/>
                <a:cs typeface="Raleway Bold"/>
                <a:sym typeface="Raleway Bold"/>
              </a:defRPr>
            </a:lvl1pPr>
          </a:lstStyle>
          <a:p>
            <a:pPr>
              <a:defRPr b="1" sz="2500">
                <a:latin typeface="Montserrat"/>
                <a:ea typeface="Montserrat"/>
                <a:cs typeface="Montserrat"/>
                <a:sym typeface="Montserrat"/>
              </a:defRPr>
            </a:pPr>
            <a:r>
              <a:rPr b="0" sz="3200">
                <a:latin typeface="Raleway Bold"/>
                <a:ea typeface="Raleway Bold"/>
                <a:cs typeface="Raleway Bold"/>
                <a:sym typeface="Raleway Bold"/>
              </a:rPr>
              <a:t>Texto</a:t>
            </a:r>
          </a:p>
        </p:txBody>
      </p:sp>
      <p:sp>
        <p:nvSpPr>
          <p:cNvPr id="4904" name="Shape 4904"/>
          <p:cNvSpPr/>
          <p:nvPr/>
        </p:nvSpPr>
        <p:spPr>
          <a:xfrm>
            <a:off x="7417247" y="10471822"/>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685800">
              <a:defRPr sz="3200">
                <a:solidFill>
                  <a:srgbClr val="FFFFFF"/>
                </a:solidFill>
                <a:latin typeface="Raleway Bold"/>
                <a:ea typeface="Raleway Bold"/>
                <a:cs typeface="Raleway Bold"/>
                <a:sym typeface="Raleway Bold"/>
              </a:defRPr>
            </a:lvl1pPr>
          </a:lstStyle>
          <a:p>
            <a:pPr>
              <a:defRPr b="1" sz="2500">
                <a:latin typeface="Montserrat"/>
                <a:ea typeface="Montserrat"/>
                <a:cs typeface="Montserrat"/>
                <a:sym typeface="Montserrat"/>
              </a:defRPr>
            </a:pPr>
            <a:r>
              <a:rPr b="0" sz="3200">
                <a:latin typeface="Raleway Bold"/>
                <a:ea typeface="Raleway Bold"/>
                <a:cs typeface="Raleway Bold"/>
                <a:sym typeface="Raleway Bold"/>
              </a:rPr>
              <a:t>Texto</a:t>
            </a:r>
          </a:p>
        </p:txBody>
      </p:sp>
      <p:sp>
        <p:nvSpPr>
          <p:cNvPr id="4905" name="Shape 4905"/>
          <p:cNvSpPr/>
          <p:nvPr/>
        </p:nvSpPr>
        <p:spPr>
          <a:xfrm>
            <a:off x="11567312" y="10471822"/>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685800">
              <a:defRPr sz="3200">
                <a:solidFill>
                  <a:srgbClr val="FFFFFF"/>
                </a:solidFill>
                <a:latin typeface="Raleway Bold"/>
                <a:ea typeface="Raleway Bold"/>
                <a:cs typeface="Raleway Bold"/>
                <a:sym typeface="Raleway Bold"/>
              </a:defRPr>
            </a:lvl1pPr>
          </a:lstStyle>
          <a:p>
            <a:pPr>
              <a:defRPr b="1" sz="2500">
                <a:latin typeface="Montserrat"/>
                <a:ea typeface="Montserrat"/>
                <a:cs typeface="Montserrat"/>
                <a:sym typeface="Montserrat"/>
              </a:defRPr>
            </a:pPr>
            <a:r>
              <a:rPr b="0" sz="3200">
                <a:latin typeface="Raleway Bold"/>
                <a:ea typeface="Raleway Bold"/>
                <a:cs typeface="Raleway Bold"/>
                <a:sym typeface="Raleway Bold"/>
              </a:rPr>
              <a:t>Texto</a:t>
            </a:r>
          </a:p>
        </p:txBody>
      </p:sp>
      <p:sp>
        <p:nvSpPr>
          <p:cNvPr id="4906" name="Shape 4906"/>
          <p:cNvSpPr/>
          <p:nvPr/>
        </p:nvSpPr>
        <p:spPr>
          <a:xfrm>
            <a:off x="16077906" y="10471822"/>
            <a:ext cx="1249377"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685800">
              <a:defRPr sz="3200">
                <a:solidFill>
                  <a:srgbClr val="FFFFFF"/>
                </a:solidFill>
                <a:latin typeface="Raleway Bold"/>
                <a:ea typeface="Raleway Bold"/>
                <a:cs typeface="Raleway Bold"/>
                <a:sym typeface="Raleway Bold"/>
              </a:defRPr>
            </a:lvl1pPr>
          </a:lstStyle>
          <a:p>
            <a:pPr>
              <a:defRPr b="1" sz="2500">
                <a:latin typeface="Montserrat"/>
                <a:ea typeface="Montserrat"/>
                <a:cs typeface="Montserrat"/>
                <a:sym typeface="Montserrat"/>
              </a:defRPr>
            </a:pPr>
            <a:r>
              <a:rPr b="0" sz="3200">
                <a:latin typeface="Raleway Bold"/>
                <a:ea typeface="Raleway Bold"/>
                <a:cs typeface="Raleway Bold"/>
                <a:sym typeface="Raleway Bold"/>
              </a:rPr>
              <a:t>Texto</a:t>
            </a:r>
          </a:p>
        </p:txBody>
      </p:sp>
      <p:sp>
        <p:nvSpPr>
          <p:cNvPr id="4907" name="Shape 4907"/>
          <p:cNvSpPr/>
          <p:nvPr/>
        </p:nvSpPr>
        <p:spPr>
          <a:xfrm>
            <a:off x="20621003" y="10471822"/>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defTabSz="685800">
              <a:defRPr sz="3200">
                <a:solidFill>
                  <a:srgbClr val="FFFFFF"/>
                </a:solidFill>
                <a:latin typeface="Raleway Bold"/>
                <a:ea typeface="Raleway Bold"/>
                <a:cs typeface="Raleway Bold"/>
                <a:sym typeface="Raleway Bold"/>
              </a:defRPr>
            </a:lvl1pPr>
          </a:lstStyle>
          <a:p>
            <a:pPr>
              <a:defRPr b="1" sz="2500">
                <a:latin typeface="Montserrat"/>
                <a:ea typeface="Montserrat"/>
                <a:cs typeface="Montserrat"/>
                <a:sym typeface="Montserrat"/>
              </a:defRPr>
            </a:pPr>
            <a:r>
              <a:rPr b="0" sz="3200">
                <a:latin typeface="Raleway Bold"/>
                <a:ea typeface="Raleway Bold"/>
                <a:cs typeface="Raleway Bold"/>
                <a:sym typeface="Raleway Bold"/>
              </a:rP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4795"/>
                                        </p:tgtEl>
                                        <p:attrNameLst>
                                          <p:attrName>style.visibility</p:attrName>
                                        </p:attrNameLst>
                                      </p:cBhvr>
                                      <p:to>
                                        <p:strVal val="visible"/>
                                      </p:to>
                                    </p:set>
                                    <p:animEffect filter="wipe(up)" transition="in">
                                      <p:cBhvr>
                                        <p:cTn id="7" dur="500"/>
                                        <p:tgtEl>
                                          <p:spTgt spid="4795"/>
                                        </p:tgtEl>
                                      </p:cBhvr>
                                    </p:animEffect>
                                  </p:childTnLst>
                                </p:cTn>
                              </p:par>
                            </p:childTnLst>
                          </p:cTn>
                        </p:par>
                        <p:par>
                          <p:cTn id="8" fill="hold">
                            <p:stCondLst>
                              <p:cond delay="500"/>
                            </p:stCondLst>
                            <p:childTnLst>
                              <p:par>
                                <p:cTn id="9" presetClass="entr" nodeType="afterEffect" presetSubtype="1" presetID="22" grpId="2" fill="hold">
                                  <p:stCondLst>
                                    <p:cond delay="0"/>
                                  </p:stCondLst>
                                  <p:iterate type="el" backwards="0">
                                    <p:tmAbs val="0"/>
                                  </p:iterate>
                                  <p:childTnLst>
                                    <p:set>
                                      <p:cBhvr>
                                        <p:cTn id="10" fill="hold"/>
                                        <p:tgtEl>
                                          <p:spTgt spid="4858"/>
                                        </p:tgtEl>
                                        <p:attrNameLst>
                                          <p:attrName>style.visibility</p:attrName>
                                        </p:attrNameLst>
                                      </p:cBhvr>
                                      <p:to>
                                        <p:strVal val="visible"/>
                                      </p:to>
                                    </p:set>
                                    <p:animEffect filter="wipe(up)" transition="in">
                                      <p:cBhvr>
                                        <p:cTn id="11" dur="500"/>
                                        <p:tgtEl>
                                          <p:spTgt spid="4858"/>
                                        </p:tgtEl>
                                      </p:cBhvr>
                                    </p:animEffect>
                                  </p:childTnLst>
                                </p:cTn>
                              </p:par>
                            </p:childTnLst>
                          </p:cTn>
                        </p:par>
                        <p:par>
                          <p:cTn id="12" fill="hold">
                            <p:stCondLst>
                              <p:cond delay="1000"/>
                            </p:stCondLst>
                            <p:childTnLst>
                              <p:par>
                                <p:cTn id="13" presetClass="entr" nodeType="afterEffect" presetSubtype="4" presetID="22" grpId="3" fill="hold">
                                  <p:stCondLst>
                                    <p:cond delay="0"/>
                                  </p:stCondLst>
                                  <p:iterate type="el" backwards="0">
                                    <p:tmAbs val="0"/>
                                  </p:iterate>
                                  <p:childTnLst>
                                    <p:set>
                                      <p:cBhvr>
                                        <p:cTn id="14" fill="hold"/>
                                        <p:tgtEl>
                                          <p:spTgt spid="4870"/>
                                        </p:tgtEl>
                                        <p:attrNameLst>
                                          <p:attrName>style.visibility</p:attrName>
                                        </p:attrNameLst>
                                      </p:cBhvr>
                                      <p:to>
                                        <p:strVal val="visible"/>
                                      </p:to>
                                    </p:set>
                                    <p:animEffect filter="wipe(down)" transition="in">
                                      <p:cBhvr>
                                        <p:cTn id="15" dur="500"/>
                                        <p:tgtEl>
                                          <p:spTgt spid="4870"/>
                                        </p:tgtEl>
                                      </p:cBhvr>
                                    </p:animEffect>
                                  </p:childTnLst>
                                </p:cTn>
                              </p:par>
                            </p:childTnLst>
                          </p:cTn>
                        </p:par>
                        <p:par>
                          <p:cTn id="16" fill="hold">
                            <p:stCondLst>
                              <p:cond delay="1500"/>
                            </p:stCondLst>
                            <p:childTnLst>
                              <p:par>
                                <p:cTn id="17" presetClass="entr" nodeType="afterEffect" presetSubtype="4" presetID="22" grpId="4" fill="hold">
                                  <p:stCondLst>
                                    <p:cond delay="0"/>
                                  </p:stCondLst>
                                  <p:iterate type="el" backwards="0">
                                    <p:tmAbs val="0"/>
                                  </p:iterate>
                                  <p:childTnLst>
                                    <p:set>
                                      <p:cBhvr>
                                        <p:cTn id="18" fill="hold"/>
                                        <p:tgtEl>
                                          <p:spTgt spid="4902"/>
                                        </p:tgtEl>
                                        <p:attrNameLst>
                                          <p:attrName>style.visibility</p:attrName>
                                        </p:attrNameLst>
                                      </p:cBhvr>
                                      <p:to>
                                        <p:strVal val="visible"/>
                                      </p:to>
                                    </p:set>
                                    <p:animEffect filter="wipe(down)" transition="in">
                                      <p:cBhvr>
                                        <p:cTn id="19" dur="500"/>
                                        <p:tgtEl>
                                          <p:spTgt spid="4902"/>
                                        </p:tgtEl>
                                      </p:cBhvr>
                                    </p:animEffect>
                                  </p:childTnLst>
                                </p:cTn>
                              </p:par>
                            </p:childTnLst>
                          </p:cTn>
                        </p:par>
                        <p:par>
                          <p:cTn id="20" fill="hold">
                            <p:stCondLst>
                              <p:cond delay="2000"/>
                            </p:stCondLst>
                            <p:childTnLst>
                              <p:par>
                                <p:cTn id="21" presetClass="entr" nodeType="afterEffect" presetSubtype="4" presetID="22" grpId="5" fill="hold">
                                  <p:stCondLst>
                                    <p:cond delay="0"/>
                                  </p:stCondLst>
                                  <p:iterate type="el" backwards="0">
                                    <p:tmAbs val="0"/>
                                  </p:iterate>
                                  <p:childTnLst>
                                    <p:set>
                                      <p:cBhvr>
                                        <p:cTn id="22" fill="hold"/>
                                        <p:tgtEl>
                                          <p:spTgt spid="4835"/>
                                        </p:tgtEl>
                                        <p:attrNameLst>
                                          <p:attrName>style.visibility</p:attrName>
                                        </p:attrNameLst>
                                      </p:cBhvr>
                                      <p:to>
                                        <p:strVal val="visible"/>
                                      </p:to>
                                    </p:set>
                                    <p:animEffect filter="wipe(down)" transition="in">
                                      <p:cBhvr>
                                        <p:cTn id="23" dur="500"/>
                                        <p:tgtEl>
                                          <p:spTgt spid="4835"/>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4903"/>
                                        </p:tgtEl>
                                        <p:attrNameLst>
                                          <p:attrName>style.visibility</p:attrName>
                                        </p:attrNameLst>
                                      </p:cBhvr>
                                      <p:to>
                                        <p:strVal val="visible"/>
                                      </p:to>
                                    </p:set>
                                    <p:animEffect filter="dissolve" transition="in">
                                      <p:cBhvr>
                                        <p:cTn id="27" dur="500"/>
                                        <p:tgtEl>
                                          <p:spTgt spid="4903"/>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4904"/>
                                        </p:tgtEl>
                                        <p:attrNameLst>
                                          <p:attrName>style.visibility</p:attrName>
                                        </p:attrNameLst>
                                      </p:cBhvr>
                                      <p:to>
                                        <p:strVal val="visible"/>
                                      </p:to>
                                    </p:set>
                                    <p:animEffect filter="dissolve" transition="in">
                                      <p:cBhvr>
                                        <p:cTn id="31" dur="500"/>
                                        <p:tgtEl>
                                          <p:spTgt spid="4904"/>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4905"/>
                                        </p:tgtEl>
                                        <p:attrNameLst>
                                          <p:attrName>style.visibility</p:attrName>
                                        </p:attrNameLst>
                                      </p:cBhvr>
                                      <p:to>
                                        <p:strVal val="visible"/>
                                      </p:to>
                                    </p:set>
                                    <p:animEffect filter="dissolve" transition="in">
                                      <p:cBhvr>
                                        <p:cTn id="35" dur="500"/>
                                        <p:tgtEl>
                                          <p:spTgt spid="4905"/>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4906"/>
                                        </p:tgtEl>
                                        <p:attrNameLst>
                                          <p:attrName>style.visibility</p:attrName>
                                        </p:attrNameLst>
                                      </p:cBhvr>
                                      <p:to>
                                        <p:strVal val="visible"/>
                                      </p:to>
                                    </p:set>
                                    <p:animEffect filter="dissolve" transition="in">
                                      <p:cBhvr>
                                        <p:cTn id="39" dur="500"/>
                                        <p:tgtEl>
                                          <p:spTgt spid="4906"/>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4907"/>
                                        </p:tgtEl>
                                        <p:attrNameLst>
                                          <p:attrName>style.visibility</p:attrName>
                                        </p:attrNameLst>
                                      </p:cBhvr>
                                      <p:to>
                                        <p:strVal val="visible"/>
                                      </p:to>
                                    </p:set>
                                    <p:animEffect filter="dissolve" transition="in">
                                      <p:cBhvr>
                                        <p:cTn id="43" dur="500"/>
                                        <p:tgtEl>
                                          <p:spTgt spid="490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835" grpId="5"/>
      <p:bldP build="whole" bldLvl="1" animBg="1" rev="0" advAuto="0" spid="4904" grpId="7"/>
      <p:bldP build="whole" bldLvl="1" animBg="1" rev="0" advAuto="0" spid="4903" grpId="6"/>
      <p:bldP build="whole" bldLvl="1" animBg="1" rev="0" advAuto="0" spid="4795" grpId="1"/>
      <p:bldP build="whole" bldLvl="1" animBg="1" rev="0" advAuto="0" spid="4905" grpId="8"/>
      <p:bldP build="whole" bldLvl="1" animBg="1" rev="0" advAuto="0" spid="4902" grpId="4"/>
      <p:bldP build="whole" bldLvl="1" animBg="1" rev="0" advAuto="0" spid="4906" grpId="9"/>
      <p:bldP build="whole" bldLvl="1" animBg="1" rev="0" advAuto="0" spid="4907" grpId="10"/>
      <p:bldP build="whole" bldLvl="1" animBg="1" rev="0" advAuto="0" spid="4858" grpId="2"/>
      <p:bldP build="whole" bldLvl="1" animBg="1" rev="0" advAuto="0" spid="4870" grpId="3"/>
    </p:bldLst>
  </p:timing>
</p:sld>
</file>

<file path=ppt/slides/slide15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909" name="Shape 4909"/>
          <p:cNvSpPr/>
          <p:nvPr/>
        </p:nvSpPr>
        <p:spPr>
          <a:xfrm>
            <a:off x="303300" y="385686"/>
            <a:ext cx="578231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 de éxito</a:t>
            </a:r>
          </a:p>
        </p:txBody>
      </p:sp>
      <p:grpSp>
        <p:nvGrpSpPr>
          <p:cNvPr id="4922" name="Group 4922"/>
          <p:cNvGrpSpPr/>
          <p:nvPr/>
        </p:nvGrpSpPr>
        <p:grpSpPr>
          <a:xfrm>
            <a:off x="2117936" y="2530369"/>
            <a:ext cx="7682563" cy="10004264"/>
            <a:chOff x="0" y="0"/>
            <a:chExt cx="7682562" cy="10004262"/>
          </a:xfrm>
        </p:grpSpPr>
        <p:grpSp>
          <p:nvGrpSpPr>
            <p:cNvPr id="4917" name="Group 4917"/>
            <p:cNvGrpSpPr/>
            <p:nvPr/>
          </p:nvGrpSpPr>
          <p:grpSpPr>
            <a:xfrm>
              <a:off x="0" y="0"/>
              <a:ext cx="7682563" cy="10004264"/>
              <a:chOff x="0" y="0"/>
              <a:chExt cx="7682562" cy="10004262"/>
            </a:xfrm>
          </p:grpSpPr>
          <p:sp>
            <p:nvSpPr>
              <p:cNvPr id="4910" name="Shape 4910"/>
              <p:cNvSpPr/>
              <p:nvPr/>
            </p:nvSpPr>
            <p:spPr>
              <a:xfrm>
                <a:off x="650611" y="5262821"/>
                <a:ext cx="3560537" cy="47414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8149"/>
                    </a:moveTo>
                    <a:lnTo>
                      <a:pt x="8597" y="0"/>
                    </a:lnTo>
                    <a:lnTo>
                      <a:pt x="21600" y="3492"/>
                    </a:lnTo>
                    <a:lnTo>
                      <a:pt x="13003" y="21600"/>
                    </a:lnTo>
                    <a:lnTo>
                      <a:pt x="8002" y="16708"/>
                    </a:lnTo>
                    <a:lnTo>
                      <a:pt x="0" y="18149"/>
                    </a:ln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1" name="Shape 4911"/>
              <p:cNvSpPr/>
              <p:nvPr/>
            </p:nvSpPr>
            <p:spPr>
              <a:xfrm>
                <a:off x="3453589" y="5262821"/>
                <a:ext cx="3556082" cy="47414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149"/>
                    </a:moveTo>
                    <a:lnTo>
                      <a:pt x="13020" y="0"/>
                    </a:lnTo>
                    <a:lnTo>
                      <a:pt x="0" y="3492"/>
                    </a:lnTo>
                    <a:lnTo>
                      <a:pt x="8580" y="21600"/>
                    </a:lnTo>
                    <a:lnTo>
                      <a:pt x="13588" y="16708"/>
                    </a:lnTo>
                    <a:lnTo>
                      <a:pt x="21600" y="18149"/>
                    </a:ln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2" name="Shape 4912"/>
              <p:cNvSpPr/>
              <p:nvPr/>
            </p:nvSpPr>
            <p:spPr>
              <a:xfrm>
                <a:off x="0" y="0"/>
                <a:ext cx="7682563" cy="76647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3" y="10738"/>
                    </a:moveTo>
                    <a:cubicBezTo>
                      <a:pt x="2133" y="5978"/>
                      <a:pt x="6001" y="2100"/>
                      <a:pt x="10763" y="2088"/>
                    </a:cubicBezTo>
                    <a:cubicBezTo>
                      <a:pt x="10775" y="2088"/>
                      <a:pt x="10775" y="2088"/>
                      <a:pt x="10775" y="2088"/>
                    </a:cubicBezTo>
                    <a:cubicBezTo>
                      <a:pt x="15549" y="2088"/>
                      <a:pt x="19405" y="5965"/>
                      <a:pt x="19405" y="10738"/>
                    </a:cubicBezTo>
                    <a:cubicBezTo>
                      <a:pt x="19405" y="15510"/>
                      <a:pt x="15549" y="19400"/>
                      <a:pt x="10775" y="19400"/>
                    </a:cubicBezTo>
                    <a:cubicBezTo>
                      <a:pt x="10763" y="19400"/>
                      <a:pt x="10763" y="19400"/>
                      <a:pt x="10763" y="19400"/>
                    </a:cubicBezTo>
                    <a:cubicBezTo>
                      <a:pt x="6001" y="19388"/>
                      <a:pt x="2133" y="15510"/>
                      <a:pt x="2133" y="10738"/>
                    </a:cubicBezTo>
                    <a:close/>
                    <a:moveTo>
                      <a:pt x="10763" y="1516"/>
                    </a:moveTo>
                    <a:cubicBezTo>
                      <a:pt x="10750" y="1529"/>
                      <a:pt x="10750" y="1529"/>
                      <a:pt x="10750" y="1529"/>
                    </a:cubicBezTo>
                    <a:cubicBezTo>
                      <a:pt x="8940" y="25"/>
                      <a:pt x="8940" y="25"/>
                      <a:pt x="8940" y="25"/>
                    </a:cubicBezTo>
                    <a:cubicBezTo>
                      <a:pt x="7762" y="2051"/>
                      <a:pt x="7762" y="2051"/>
                      <a:pt x="7762" y="2051"/>
                    </a:cubicBezTo>
                    <a:cubicBezTo>
                      <a:pt x="5580" y="1206"/>
                      <a:pt x="5580" y="1206"/>
                      <a:pt x="5580" y="1206"/>
                    </a:cubicBezTo>
                    <a:cubicBezTo>
                      <a:pt x="5121" y="3517"/>
                      <a:pt x="5121" y="3517"/>
                      <a:pt x="5121" y="3517"/>
                    </a:cubicBezTo>
                    <a:cubicBezTo>
                      <a:pt x="2765" y="3430"/>
                      <a:pt x="2765" y="3430"/>
                      <a:pt x="2765" y="3430"/>
                    </a:cubicBezTo>
                    <a:cubicBezTo>
                      <a:pt x="3087" y="5754"/>
                      <a:pt x="3087" y="5754"/>
                      <a:pt x="3087" y="5754"/>
                    </a:cubicBezTo>
                    <a:cubicBezTo>
                      <a:pt x="856" y="6450"/>
                      <a:pt x="856" y="6450"/>
                      <a:pt x="856" y="6450"/>
                    </a:cubicBezTo>
                    <a:cubicBezTo>
                      <a:pt x="1885" y="8538"/>
                      <a:pt x="1885" y="8538"/>
                      <a:pt x="1885" y="8538"/>
                    </a:cubicBezTo>
                    <a:cubicBezTo>
                      <a:pt x="0" y="9905"/>
                      <a:pt x="0" y="9905"/>
                      <a:pt x="0" y="9905"/>
                    </a:cubicBezTo>
                    <a:cubicBezTo>
                      <a:pt x="1662" y="11558"/>
                      <a:pt x="1662" y="11558"/>
                      <a:pt x="1662" y="11558"/>
                    </a:cubicBezTo>
                    <a:cubicBezTo>
                      <a:pt x="322" y="13484"/>
                      <a:pt x="322" y="13484"/>
                      <a:pt x="322" y="13484"/>
                    </a:cubicBezTo>
                    <a:cubicBezTo>
                      <a:pt x="2430" y="14479"/>
                      <a:pt x="2430" y="14479"/>
                      <a:pt x="2430" y="14479"/>
                    </a:cubicBezTo>
                    <a:cubicBezTo>
                      <a:pt x="1773" y="16753"/>
                      <a:pt x="1773" y="16753"/>
                      <a:pt x="1773" y="16753"/>
                    </a:cubicBezTo>
                    <a:cubicBezTo>
                      <a:pt x="4104" y="17014"/>
                      <a:pt x="4104" y="17014"/>
                      <a:pt x="4104" y="17014"/>
                    </a:cubicBezTo>
                    <a:cubicBezTo>
                      <a:pt x="4203" y="19351"/>
                      <a:pt x="4203" y="19351"/>
                      <a:pt x="4203" y="19351"/>
                    </a:cubicBezTo>
                    <a:cubicBezTo>
                      <a:pt x="6497" y="18853"/>
                      <a:pt x="6497" y="18853"/>
                      <a:pt x="6497" y="18853"/>
                    </a:cubicBezTo>
                    <a:cubicBezTo>
                      <a:pt x="7365" y="21041"/>
                      <a:pt x="7365" y="21041"/>
                      <a:pt x="7365" y="21041"/>
                    </a:cubicBezTo>
                    <a:cubicBezTo>
                      <a:pt x="9362" y="19810"/>
                      <a:pt x="9362" y="19810"/>
                      <a:pt x="9362" y="19810"/>
                    </a:cubicBezTo>
                    <a:cubicBezTo>
                      <a:pt x="10763" y="21451"/>
                      <a:pt x="10763" y="21451"/>
                      <a:pt x="10763" y="21451"/>
                    </a:cubicBezTo>
                    <a:cubicBezTo>
                      <a:pt x="10887" y="21600"/>
                      <a:pt x="10887" y="21600"/>
                      <a:pt x="10887" y="21600"/>
                    </a:cubicBezTo>
                    <a:cubicBezTo>
                      <a:pt x="12387" y="19798"/>
                      <a:pt x="12387" y="19798"/>
                      <a:pt x="12387" y="19798"/>
                    </a:cubicBezTo>
                    <a:cubicBezTo>
                      <a:pt x="14408" y="20979"/>
                      <a:pt x="14408" y="20979"/>
                      <a:pt x="14408" y="20979"/>
                    </a:cubicBezTo>
                    <a:cubicBezTo>
                      <a:pt x="15227" y="18791"/>
                      <a:pt x="15227" y="18791"/>
                      <a:pt x="15227" y="18791"/>
                    </a:cubicBezTo>
                    <a:cubicBezTo>
                      <a:pt x="17521" y="19264"/>
                      <a:pt x="17521" y="19264"/>
                      <a:pt x="17521" y="19264"/>
                    </a:cubicBezTo>
                    <a:cubicBezTo>
                      <a:pt x="17607" y="16915"/>
                      <a:pt x="17607" y="16915"/>
                      <a:pt x="17607" y="16915"/>
                    </a:cubicBezTo>
                    <a:cubicBezTo>
                      <a:pt x="19926" y="16616"/>
                      <a:pt x="19926" y="16616"/>
                      <a:pt x="19926" y="16616"/>
                    </a:cubicBezTo>
                    <a:cubicBezTo>
                      <a:pt x="19232" y="14367"/>
                      <a:pt x="19232" y="14367"/>
                      <a:pt x="19232" y="14367"/>
                    </a:cubicBezTo>
                    <a:cubicBezTo>
                      <a:pt x="21327" y="13335"/>
                      <a:pt x="21327" y="13335"/>
                      <a:pt x="21327" y="13335"/>
                    </a:cubicBezTo>
                    <a:cubicBezTo>
                      <a:pt x="19963" y="11421"/>
                      <a:pt x="19963" y="11421"/>
                      <a:pt x="19963" y="11421"/>
                    </a:cubicBezTo>
                    <a:cubicBezTo>
                      <a:pt x="21600" y="9768"/>
                      <a:pt x="21600" y="9768"/>
                      <a:pt x="21600" y="9768"/>
                    </a:cubicBezTo>
                    <a:cubicBezTo>
                      <a:pt x="19690" y="8414"/>
                      <a:pt x="19690" y="8414"/>
                      <a:pt x="19690" y="8414"/>
                    </a:cubicBezTo>
                    <a:cubicBezTo>
                      <a:pt x="20695" y="6301"/>
                      <a:pt x="20695" y="6301"/>
                      <a:pt x="20695" y="6301"/>
                    </a:cubicBezTo>
                    <a:cubicBezTo>
                      <a:pt x="18451" y="5655"/>
                      <a:pt x="18451" y="5655"/>
                      <a:pt x="18451" y="5655"/>
                    </a:cubicBezTo>
                    <a:cubicBezTo>
                      <a:pt x="18736" y="3306"/>
                      <a:pt x="18736" y="3306"/>
                      <a:pt x="18736" y="3306"/>
                    </a:cubicBezTo>
                    <a:cubicBezTo>
                      <a:pt x="16380" y="3430"/>
                      <a:pt x="16380" y="3430"/>
                      <a:pt x="16380" y="3430"/>
                    </a:cubicBezTo>
                    <a:cubicBezTo>
                      <a:pt x="15896" y="1131"/>
                      <a:pt x="15896" y="1131"/>
                      <a:pt x="15896" y="1131"/>
                    </a:cubicBezTo>
                    <a:cubicBezTo>
                      <a:pt x="13726" y="2013"/>
                      <a:pt x="13726" y="2013"/>
                      <a:pt x="13726" y="2013"/>
                    </a:cubicBezTo>
                    <a:cubicBezTo>
                      <a:pt x="12511" y="0"/>
                      <a:pt x="12511" y="0"/>
                      <a:pt x="12511" y="0"/>
                    </a:cubicBezTo>
                    <a:cubicBezTo>
                      <a:pt x="10763" y="1516"/>
                      <a:pt x="10763" y="1516"/>
                      <a:pt x="10763" y="1516"/>
                    </a:cubicBezTo>
                    <a:close/>
                  </a:path>
                </a:pathLst>
              </a:custGeom>
              <a:solidFill>
                <a:srgbClr val="BFBF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3" name="Shape 4913"/>
              <p:cNvSpPr/>
              <p:nvPr/>
            </p:nvSpPr>
            <p:spPr>
              <a:xfrm>
                <a:off x="757561" y="739736"/>
                <a:ext cx="6145158" cy="61407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792"/>
                    </a:moveTo>
                    <a:cubicBezTo>
                      <a:pt x="0" y="16747"/>
                      <a:pt x="4838" y="21584"/>
                      <a:pt x="10792" y="21600"/>
                    </a:cubicBezTo>
                    <a:cubicBezTo>
                      <a:pt x="10808" y="21600"/>
                      <a:pt x="10808" y="21600"/>
                      <a:pt x="10808" y="21600"/>
                    </a:cubicBezTo>
                    <a:cubicBezTo>
                      <a:pt x="16778" y="21600"/>
                      <a:pt x="21600" y="16747"/>
                      <a:pt x="21600" y="10792"/>
                    </a:cubicBezTo>
                    <a:cubicBezTo>
                      <a:pt x="21600" y="4838"/>
                      <a:pt x="16778" y="0"/>
                      <a:pt x="10808" y="0"/>
                    </a:cubicBezTo>
                    <a:cubicBezTo>
                      <a:pt x="10792" y="0"/>
                      <a:pt x="10792" y="0"/>
                      <a:pt x="10792" y="0"/>
                    </a:cubicBezTo>
                    <a:cubicBezTo>
                      <a:pt x="4838" y="16"/>
                      <a:pt x="0" y="4853"/>
                      <a:pt x="0" y="10792"/>
                    </a:cubicBezTo>
                    <a:close/>
                    <a:moveTo>
                      <a:pt x="10792" y="20670"/>
                    </a:moveTo>
                    <a:cubicBezTo>
                      <a:pt x="5334" y="20670"/>
                      <a:pt x="930" y="16250"/>
                      <a:pt x="930" y="10792"/>
                    </a:cubicBezTo>
                    <a:cubicBezTo>
                      <a:pt x="930" y="5350"/>
                      <a:pt x="5334" y="915"/>
                      <a:pt x="10792" y="899"/>
                    </a:cubicBezTo>
                    <a:cubicBezTo>
                      <a:pt x="10808" y="899"/>
                      <a:pt x="10808" y="899"/>
                      <a:pt x="10808" y="899"/>
                    </a:cubicBezTo>
                    <a:cubicBezTo>
                      <a:pt x="16250" y="899"/>
                      <a:pt x="20701" y="5350"/>
                      <a:pt x="20701" y="10792"/>
                    </a:cubicBezTo>
                    <a:cubicBezTo>
                      <a:pt x="20701" y="16250"/>
                      <a:pt x="16250" y="20670"/>
                      <a:pt x="10808" y="20670"/>
                    </a:cubicBezTo>
                    <a:cubicBezTo>
                      <a:pt x="10792" y="20670"/>
                      <a:pt x="10792" y="20670"/>
                      <a:pt x="10792" y="20670"/>
                    </a:cubicBezTo>
                    <a:close/>
                  </a:path>
                </a:pathLst>
              </a:custGeom>
              <a:solidFill>
                <a:srgbClr val="A6A6A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4" name="Shape 4914"/>
              <p:cNvSpPr/>
              <p:nvPr/>
            </p:nvSpPr>
            <p:spPr>
              <a:xfrm>
                <a:off x="1024935" y="998198"/>
                <a:ext cx="5619322" cy="56193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4" y="10808"/>
                    </a:moveTo>
                    <a:cubicBezTo>
                      <a:pt x="474" y="5150"/>
                      <a:pt x="5099" y="525"/>
                      <a:pt x="10775" y="508"/>
                    </a:cubicBezTo>
                    <a:cubicBezTo>
                      <a:pt x="10792" y="508"/>
                      <a:pt x="10792" y="508"/>
                      <a:pt x="10792" y="508"/>
                    </a:cubicBezTo>
                    <a:cubicBezTo>
                      <a:pt x="16484" y="508"/>
                      <a:pt x="21092" y="5116"/>
                      <a:pt x="21092" y="10808"/>
                    </a:cubicBezTo>
                    <a:cubicBezTo>
                      <a:pt x="21092" y="16501"/>
                      <a:pt x="16484" y="21126"/>
                      <a:pt x="10792" y="21126"/>
                    </a:cubicBezTo>
                    <a:cubicBezTo>
                      <a:pt x="10775" y="21126"/>
                      <a:pt x="10775" y="21126"/>
                      <a:pt x="10775" y="21126"/>
                    </a:cubicBezTo>
                    <a:cubicBezTo>
                      <a:pt x="5099" y="21092"/>
                      <a:pt x="474" y="16484"/>
                      <a:pt x="474" y="10808"/>
                    </a:cubicBezTo>
                    <a:close/>
                    <a:moveTo>
                      <a:pt x="10775" y="0"/>
                    </a:moveTo>
                    <a:cubicBezTo>
                      <a:pt x="4811" y="17"/>
                      <a:pt x="0" y="4862"/>
                      <a:pt x="0" y="10808"/>
                    </a:cubicBezTo>
                    <a:cubicBezTo>
                      <a:pt x="0" y="16772"/>
                      <a:pt x="4811" y="21600"/>
                      <a:pt x="10775" y="21600"/>
                    </a:cubicBezTo>
                    <a:cubicBezTo>
                      <a:pt x="10792" y="21600"/>
                      <a:pt x="10792" y="21600"/>
                      <a:pt x="10792" y="21600"/>
                    </a:cubicBezTo>
                    <a:cubicBezTo>
                      <a:pt x="16738" y="21600"/>
                      <a:pt x="21600" y="16772"/>
                      <a:pt x="21600" y="10808"/>
                    </a:cubicBezTo>
                    <a:cubicBezTo>
                      <a:pt x="21600" y="4862"/>
                      <a:pt x="16738" y="0"/>
                      <a:pt x="10792" y="0"/>
                    </a:cubicBezTo>
                    <a:cubicBezTo>
                      <a:pt x="10775" y="0"/>
                      <a:pt x="10775" y="0"/>
                      <a:pt x="10775" y="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5" name="Shape 4915"/>
              <p:cNvSpPr/>
              <p:nvPr/>
            </p:nvSpPr>
            <p:spPr>
              <a:xfrm>
                <a:off x="1145255" y="1127427"/>
                <a:ext cx="2682659" cy="53653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791"/>
                    </a:moveTo>
                    <a:cubicBezTo>
                      <a:pt x="0" y="16737"/>
                      <a:pt x="9699" y="21565"/>
                      <a:pt x="21600" y="21600"/>
                    </a:cubicBezTo>
                    <a:cubicBezTo>
                      <a:pt x="21600" y="21334"/>
                      <a:pt x="21600" y="21334"/>
                      <a:pt x="21600" y="21334"/>
                    </a:cubicBezTo>
                    <a:cubicBezTo>
                      <a:pt x="9983" y="21316"/>
                      <a:pt x="568" y="16613"/>
                      <a:pt x="568" y="10791"/>
                    </a:cubicBezTo>
                    <a:cubicBezTo>
                      <a:pt x="568" y="4987"/>
                      <a:pt x="9983" y="266"/>
                      <a:pt x="21600" y="248"/>
                    </a:cubicBezTo>
                    <a:cubicBezTo>
                      <a:pt x="21600" y="0"/>
                      <a:pt x="21600" y="0"/>
                      <a:pt x="21600" y="0"/>
                    </a:cubicBezTo>
                    <a:cubicBezTo>
                      <a:pt x="9699" y="18"/>
                      <a:pt x="0" y="4863"/>
                      <a:pt x="0" y="10791"/>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6" name="Shape 4916"/>
              <p:cNvSpPr/>
              <p:nvPr/>
            </p:nvSpPr>
            <p:spPr>
              <a:xfrm>
                <a:off x="1216555" y="1127427"/>
                <a:ext cx="5298472" cy="53653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52" y="10791"/>
                    </a:moveTo>
                    <a:cubicBezTo>
                      <a:pt x="252" y="5129"/>
                      <a:pt x="4910" y="515"/>
                      <a:pt x="10647" y="515"/>
                    </a:cubicBezTo>
                    <a:cubicBezTo>
                      <a:pt x="10665" y="515"/>
                      <a:pt x="10665" y="515"/>
                      <a:pt x="10665" y="515"/>
                    </a:cubicBezTo>
                    <a:cubicBezTo>
                      <a:pt x="16420" y="515"/>
                      <a:pt x="21078" y="5112"/>
                      <a:pt x="21078" y="10791"/>
                    </a:cubicBezTo>
                    <a:cubicBezTo>
                      <a:pt x="21078" y="16488"/>
                      <a:pt x="16420" y="21068"/>
                      <a:pt x="10665" y="21068"/>
                    </a:cubicBezTo>
                    <a:cubicBezTo>
                      <a:pt x="10647" y="21068"/>
                      <a:pt x="10647" y="21068"/>
                      <a:pt x="10647" y="21068"/>
                    </a:cubicBezTo>
                    <a:cubicBezTo>
                      <a:pt x="4910" y="21068"/>
                      <a:pt x="252" y="16453"/>
                      <a:pt x="252" y="10791"/>
                    </a:cubicBezTo>
                    <a:close/>
                    <a:moveTo>
                      <a:pt x="10647" y="248"/>
                    </a:moveTo>
                    <a:cubicBezTo>
                      <a:pt x="4766" y="266"/>
                      <a:pt x="0" y="4987"/>
                      <a:pt x="0" y="10791"/>
                    </a:cubicBezTo>
                    <a:cubicBezTo>
                      <a:pt x="0" y="16613"/>
                      <a:pt x="4766" y="21316"/>
                      <a:pt x="10647" y="21334"/>
                    </a:cubicBezTo>
                    <a:cubicBezTo>
                      <a:pt x="10647" y="21600"/>
                      <a:pt x="10647" y="21600"/>
                      <a:pt x="10647" y="21600"/>
                    </a:cubicBezTo>
                    <a:cubicBezTo>
                      <a:pt x="10665" y="21600"/>
                      <a:pt x="10665" y="21600"/>
                      <a:pt x="10665" y="21600"/>
                    </a:cubicBezTo>
                    <a:cubicBezTo>
                      <a:pt x="16708" y="21600"/>
                      <a:pt x="21600" y="16755"/>
                      <a:pt x="21600" y="10791"/>
                    </a:cubicBezTo>
                    <a:cubicBezTo>
                      <a:pt x="21600" y="4828"/>
                      <a:pt x="16708" y="0"/>
                      <a:pt x="10665" y="0"/>
                    </a:cubicBezTo>
                    <a:cubicBezTo>
                      <a:pt x="10647" y="0"/>
                      <a:pt x="10647" y="0"/>
                      <a:pt x="10647" y="0"/>
                    </a:cubicBezTo>
                    <a:cubicBezTo>
                      <a:pt x="10647" y="248"/>
                      <a:pt x="10647" y="248"/>
                      <a:pt x="10647" y="248"/>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918" name="Shape 4918"/>
            <p:cNvSpPr/>
            <p:nvPr/>
          </p:nvSpPr>
          <p:spPr>
            <a:xfrm>
              <a:off x="3827913" y="3810085"/>
              <a:ext cx="2557884" cy="25534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1975"/>
                    <a:pt x="11954" y="21600"/>
                    <a:pt x="37" y="21600"/>
                  </a:cubicBezTo>
                  <a:cubicBezTo>
                    <a:pt x="0" y="21600"/>
                    <a:pt x="0" y="21600"/>
                    <a:pt x="0" y="21600"/>
                  </a:cubicBezTo>
                  <a:cubicBezTo>
                    <a:pt x="0" y="0"/>
                    <a:pt x="0" y="0"/>
                    <a:pt x="0" y="0"/>
                  </a:cubicBezTo>
                  <a:lnTo>
                    <a:pt x="21600" y="0"/>
                  </a:lnTo>
                  <a:close/>
                </a:path>
              </a:pathLst>
            </a:custGeom>
            <a:solidFill>
              <a:srgbClr val="82D1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19" name="Shape 4919"/>
            <p:cNvSpPr/>
            <p:nvPr/>
          </p:nvSpPr>
          <p:spPr>
            <a:xfrm>
              <a:off x="1270030" y="1256660"/>
              <a:ext cx="2557884" cy="25534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9662"/>
                    <a:pt x="9608" y="0"/>
                    <a:pt x="21526" y="0"/>
                  </a:cubicBezTo>
                  <a:cubicBezTo>
                    <a:pt x="21600" y="0"/>
                    <a:pt x="21600" y="0"/>
                    <a:pt x="21600" y="0"/>
                  </a:cubicBezTo>
                  <a:cubicBezTo>
                    <a:pt x="21600" y="21600"/>
                    <a:pt x="21600" y="21600"/>
                    <a:pt x="21600" y="21600"/>
                  </a:cubicBezTo>
                  <a:lnTo>
                    <a:pt x="0" y="21600"/>
                  </a:lnTo>
                  <a:close/>
                </a:path>
              </a:pathLst>
            </a:custGeom>
            <a:solidFill>
              <a:srgbClr val="6388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20" name="Shape 4920"/>
            <p:cNvSpPr/>
            <p:nvPr/>
          </p:nvSpPr>
          <p:spPr>
            <a:xfrm>
              <a:off x="1270030" y="3810085"/>
              <a:ext cx="2557884" cy="25534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1975"/>
                    <a:pt x="9608" y="21600"/>
                    <a:pt x="21526" y="21600"/>
                  </a:cubicBezTo>
                  <a:cubicBezTo>
                    <a:pt x="21600" y="21600"/>
                    <a:pt x="21600" y="21600"/>
                    <a:pt x="21600" y="21600"/>
                  </a:cubicBezTo>
                  <a:cubicBezTo>
                    <a:pt x="21600" y="0"/>
                    <a:pt x="21600" y="0"/>
                    <a:pt x="21600" y="0"/>
                  </a:cubicBezTo>
                  <a:lnTo>
                    <a:pt x="0" y="0"/>
                  </a:lnTo>
                  <a:close/>
                </a:path>
              </a:pathLst>
            </a:custGeom>
            <a:solidFill>
              <a:srgbClr val="004B7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21" name="Shape 4921"/>
            <p:cNvSpPr/>
            <p:nvPr/>
          </p:nvSpPr>
          <p:spPr>
            <a:xfrm>
              <a:off x="3827913" y="1256660"/>
              <a:ext cx="2557884" cy="25534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9662"/>
                    <a:pt x="11954" y="0"/>
                    <a:pt x="37" y="0"/>
                  </a:cubicBezTo>
                  <a:cubicBezTo>
                    <a:pt x="0" y="0"/>
                    <a:pt x="0" y="0"/>
                    <a:pt x="0" y="0"/>
                  </a:cubicBezTo>
                  <a:cubicBezTo>
                    <a:pt x="0" y="21600"/>
                    <a:pt x="0" y="21600"/>
                    <a:pt x="0" y="21600"/>
                  </a:cubicBezTo>
                  <a:lnTo>
                    <a:pt x="21600" y="21600"/>
                  </a:lnTo>
                  <a:close/>
                </a:path>
              </a:pathLst>
            </a:custGeom>
            <a:solidFill>
              <a:srgbClr val="B3E6F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923" name="Shape 4923"/>
          <p:cNvSpPr/>
          <p:nvPr/>
        </p:nvSpPr>
        <p:spPr>
          <a:xfrm>
            <a:off x="12294994" y="3184599"/>
            <a:ext cx="1876308" cy="1888085"/>
          </a:xfrm>
          <a:prstGeom prst="ellipse">
            <a:avLst/>
          </a:prstGeom>
          <a:solidFill>
            <a:srgbClr val="004B75"/>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924" name="Shape 4924"/>
          <p:cNvSpPr/>
          <p:nvPr/>
        </p:nvSpPr>
        <p:spPr>
          <a:xfrm>
            <a:off x="14327951" y="3545246"/>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925" name="Shape 4925"/>
          <p:cNvSpPr/>
          <p:nvPr/>
        </p:nvSpPr>
        <p:spPr>
          <a:xfrm>
            <a:off x="12294994" y="5325989"/>
            <a:ext cx="1876308" cy="1888084"/>
          </a:xfrm>
          <a:prstGeom prst="ellipse">
            <a:avLst/>
          </a:prstGeom>
          <a:solidFill>
            <a:srgbClr val="6388BF"/>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926" name="Shape 4926"/>
          <p:cNvSpPr/>
          <p:nvPr/>
        </p:nvSpPr>
        <p:spPr>
          <a:xfrm>
            <a:off x="12294994" y="7553830"/>
            <a:ext cx="1876308" cy="1888084"/>
          </a:xfrm>
          <a:prstGeom prst="ellipse">
            <a:avLst/>
          </a:prstGeom>
          <a:solidFill>
            <a:srgbClr val="82D1F1"/>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927" name="Shape 4927"/>
          <p:cNvSpPr/>
          <p:nvPr/>
        </p:nvSpPr>
        <p:spPr>
          <a:xfrm>
            <a:off x="12294994" y="9740073"/>
            <a:ext cx="1876308" cy="1888085"/>
          </a:xfrm>
          <a:prstGeom prst="ellipse">
            <a:avLst/>
          </a:prstGeom>
          <a:solidFill>
            <a:srgbClr val="B3E6F1"/>
          </a:solidFill>
          <a:ln w="12700">
            <a:miter lim="400000"/>
          </a:ln>
        </p:spPr>
        <p:txBody>
          <a:bodyPr lIns="45719" rIns="45719" anchor="ctr"/>
          <a:lstStyle/>
          <a:p>
            <a:pPr defTabSz="914400">
              <a:defRPr sz="8800">
                <a:solidFill>
                  <a:srgbClr val="FFFFFF"/>
                </a:solidFill>
                <a:latin typeface="Calibri"/>
                <a:ea typeface="Calibri"/>
                <a:cs typeface="Calibri"/>
                <a:sym typeface="Calibri"/>
              </a:defRPr>
            </a:pPr>
          </a:p>
        </p:txBody>
      </p:sp>
      <p:sp>
        <p:nvSpPr>
          <p:cNvPr id="4928" name="Shape 4928"/>
          <p:cNvSpPr/>
          <p:nvPr/>
        </p:nvSpPr>
        <p:spPr>
          <a:xfrm>
            <a:off x="14327951" y="5578203"/>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929" name="Shape 4929"/>
          <p:cNvSpPr/>
          <p:nvPr/>
        </p:nvSpPr>
        <p:spPr>
          <a:xfrm>
            <a:off x="14327951" y="9976199"/>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930" name="Shape 4930"/>
          <p:cNvSpPr/>
          <p:nvPr/>
        </p:nvSpPr>
        <p:spPr>
          <a:xfrm>
            <a:off x="14327951" y="7777201"/>
            <a:ext cx="5835980" cy="1904204"/>
          </a:xfrm>
          <a:prstGeom prst="rect">
            <a:avLst/>
          </a:prstGeom>
          <a:ln w="12700">
            <a:miter lim="400000"/>
          </a:ln>
          <a:extLst>
            <a:ext uri="{C572A759-6A51-4108-AA02-DFA0A04FC94B}">
              <ma14:wrappingTextBoxFlag xmlns:ma14="http://schemas.microsoft.com/office/mac/drawingml/2011/main" val="1"/>
            </a:ext>
          </a:extLst>
        </p:spPr>
        <p:txBody>
          <a:bodyPr lIns="45719" rIns="45719"/>
          <a:lstStyle/>
          <a:p>
            <a:pPr algn="l" defTabSz="914400">
              <a:lnSpc>
                <a:spcPct val="150000"/>
              </a:lnSpc>
              <a:defRPr sz="2200">
                <a:latin typeface="Raleway Regular"/>
                <a:ea typeface="Raleway Regular"/>
                <a:cs typeface="Raleway Regular"/>
                <a:sym typeface="Raleway Regular"/>
              </a:defRPr>
            </a:pPr>
            <a:r>
              <a:rPr>
                <a:solidFill>
                  <a:srgbClr val="595959"/>
                </a:solidFill>
                <a:latin typeface="Raleway SemiBold"/>
                <a:ea typeface="Raleway SemiBold"/>
                <a:cs typeface="Raleway SemiBold"/>
                <a:sym typeface="Raleway SemiBold"/>
              </a:rPr>
              <a:t>Formato</a:t>
            </a:r>
            <a:endParaRPr>
              <a:solidFill>
                <a:srgbClr val="595959"/>
              </a:solidFill>
              <a:latin typeface="Raleway SemiBold"/>
              <a:ea typeface="Raleway SemiBold"/>
              <a:cs typeface="Raleway SemiBold"/>
              <a:sym typeface="Raleway SemiBold"/>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1</a:t>
            </a:r>
            <a:endParaRPr>
              <a:solidFill>
                <a:srgbClr val="595959"/>
              </a:solidFill>
            </a:endParaRPr>
          </a:p>
          <a:p>
            <a:pPr marL="228600" indent="-228600" algn="l" defTabSz="914400">
              <a:buSzPct val="100000"/>
              <a:buChar char="•"/>
              <a:defRPr sz="2200">
                <a:latin typeface="Raleway Regular"/>
                <a:ea typeface="Raleway Regular"/>
                <a:cs typeface="Raleway Regular"/>
                <a:sym typeface="Raleway Regular"/>
              </a:defRPr>
            </a:pPr>
            <a:r>
              <a:rPr>
                <a:solidFill>
                  <a:srgbClr val="595959"/>
                </a:solidFill>
              </a:rPr>
              <a:t>Contenido 2</a:t>
            </a:r>
          </a:p>
        </p:txBody>
      </p:sp>
      <p:sp>
        <p:nvSpPr>
          <p:cNvPr id="4931" name="Shape 493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5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933" name="Shape 4933"/>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 vs contra</a:t>
            </a:r>
          </a:p>
        </p:txBody>
      </p:sp>
      <p:grpSp>
        <p:nvGrpSpPr>
          <p:cNvPr id="4943" name="Group 4943"/>
          <p:cNvGrpSpPr/>
          <p:nvPr/>
        </p:nvGrpSpPr>
        <p:grpSpPr>
          <a:xfrm>
            <a:off x="4607700" y="989368"/>
            <a:ext cx="15168600" cy="11737264"/>
            <a:chOff x="0" y="0"/>
            <a:chExt cx="15168599" cy="11737262"/>
          </a:xfrm>
        </p:grpSpPr>
        <p:sp>
          <p:nvSpPr>
            <p:cNvPr id="4934" name="Shape 4934"/>
            <p:cNvSpPr/>
            <p:nvPr/>
          </p:nvSpPr>
          <p:spPr>
            <a:xfrm>
              <a:off x="2150380" y="533248"/>
              <a:ext cx="9963635" cy="26430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0"/>
                  </a:lnTo>
                  <a:lnTo>
                    <a:pt x="0" y="21600"/>
                  </a:lnTo>
                  <a:close/>
                </a:path>
              </a:pathLst>
            </a:custGeom>
            <a:solidFill>
              <a:srgbClr val="40A7D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35" name="Shape 4935"/>
            <p:cNvSpPr/>
            <p:nvPr/>
          </p:nvSpPr>
          <p:spPr>
            <a:xfrm flipV="1">
              <a:off x="2150380" y="533250"/>
              <a:ext cx="9963633" cy="2643057"/>
            </a:xfrm>
            <a:prstGeom prst="line">
              <a:avLst/>
            </a:prstGeom>
            <a:noFill/>
            <a:ln w="57150" cap="rnd">
              <a:solidFill>
                <a:srgbClr val="41C2CB"/>
              </a:solidFill>
              <a:prstDash val="solid"/>
              <a:round/>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4936" name="Shape 4936"/>
            <p:cNvSpPr/>
            <p:nvPr/>
          </p:nvSpPr>
          <p:spPr>
            <a:xfrm>
              <a:off x="40571" y="3315415"/>
              <a:ext cx="4973123" cy="57382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48" y="0"/>
                  </a:moveTo>
                  <a:lnTo>
                    <a:pt x="0" y="21600"/>
                  </a:lnTo>
                  <a:lnTo>
                    <a:pt x="21600" y="21600"/>
                  </a:lnTo>
                  <a:lnTo>
                    <a:pt x="10448" y="0"/>
                  </a:lnTo>
                  <a:close/>
                </a:path>
              </a:pathLst>
            </a:custGeom>
            <a:noFill/>
            <a:ln w="12700" cap="flat">
              <a:solidFill>
                <a:srgbClr val="41C2CB"/>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37" name="Shape 4937"/>
            <p:cNvSpPr/>
            <p:nvPr/>
          </p:nvSpPr>
          <p:spPr>
            <a:xfrm>
              <a:off x="10102739" y="672356"/>
              <a:ext cx="4973122" cy="57440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397" y="0"/>
                  </a:moveTo>
                  <a:lnTo>
                    <a:pt x="0" y="21600"/>
                  </a:lnTo>
                  <a:lnTo>
                    <a:pt x="21600" y="21600"/>
                  </a:lnTo>
                  <a:lnTo>
                    <a:pt x="10397" y="0"/>
                  </a:lnTo>
                  <a:close/>
                </a:path>
              </a:pathLst>
            </a:custGeom>
            <a:noFill/>
            <a:ln w="12700" cap="flat">
              <a:solidFill>
                <a:srgbClr val="41C2CB"/>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38" name="Shape 4938"/>
            <p:cNvSpPr/>
            <p:nvPr/>
          </p:nvSpPr>
          <p:spPr>
            <a:xfrm>
              <a:off x="12061846" y="0"/>
              <a:ext cx="817265" cy="811465"/>
            </a:xfrm>
            <a:prstGeom prst="ellipse">
              <a:avLst/>
            </a:pr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39" name="Shape 4939"/>
            <p:cNvSpPr/>
            <p:nvPr/>
          </p:nvSpPr>
          <p:spPr>
            <a:xfrm>
              <a:off x="10056369" y="6433759"/>
              <a:ext cx="5112231" cy="834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43"/>
                  </a:moveTo>
                  <a:cubicBezTo>
                    <a:pt x="0" y="543"/>
                    <a:pt x="67" y="5706"/>
                    <a:pt x="578" y="8151"/>
                  </a:cubicBezTo>
                  <a:cubicBezTo>
                    <a:pt x="1089" y="10732"/>
                    <a:pt x="3333" y="15758"/>
                    <a:pt x="3333" y="15758"/>
                  </a:cubicBezTo>
                  <a:cubicBezTo>
                    <a:pt x="3444" y="21600"/>
                    <a:pt x="3444" y="21600"/>
                    <a:pt x="3444" y="21600"/>
                  </a:cubicBezTo>
                  <a:cubicBezTo>
                    <a:pt x="18244" y="20513"/>
                    <a:pt x="18244" y="20513"/>
                    <a:pt x="18244" y="20513"/>
                  </a:cubicBezTo>
                  <a:cubicBezTo>
                    <a:pt x="18244" y="15215"/>
                    <a:pt x="18244" y="15215"/>
                    <a:pt x="18244" y="15215"/>
                  </a:cubicBezTo>
                  <a:cubicBezTo>
                    <a:pt x="18244" y="15215"/>
                    <a:pt x="20511" y="11955"/>
                    <a:pt x="21022" y="9374"/>
                  </a:cubicBezTo>
                  <a:cubicBezTo>
                    <a:pt x="21533" y="6792"/>
                    <a:pt x="21600" y="0"/>
                    <a:pt x="21600" y="0"/>
                  </a:cubicBezTo>
                  <a:lnTo>
                    <a:pt x="0" y="543"/>
                  </a:lnTo>
                  <a:close/>
                </a:path>
              </a:pathLst>
            </a:cu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40" name="Shape 4940"/>
            <p:cNvSpPr/>
            <p:nvPr/>
          </p:nvSpPr>
          <p:spPr>
            <a:xfrm>
              <a:off x="0" y="9076817"/>
              <a:ext cx="5112231" cy="834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43"/>
                  </a:moveTo>
                  <a:cubicBezTo>
                    <a:pt x="0" y="543"/>
                    <a:pt x="67" y="5570"/>
                    <a:pt x="578" y="8151"/>
                  </a:cubicBezTo>
                  <a:cubicBezTo>
                    <a:pt x="1089" y="10732"/>
                    <a:pt x="3356" y="15758"/>
                    <a:pt x="3356" y="15758"/>
                  </a:cubicBezTo>
                  <a:cubicBezTo>
                    <a:pt x="3444" y="21600"/>
                    <a:pt x="3444" y="21600"/>
                    <a:pt x="3444" y="21600"/>
                  </a:cubicBezTo>
                  <a:cubicBezTo>
                    <a:pt x="18267" y="20377"/>
                    <a:pt x="18267" y="20377"/>
                    <a:pt x="18267" y="20377"/>
                  </a:cubicBezTo>
                  <a:cubicBezTo>
                    <a:pt x="18267" y="15215"/>
                    <a:pt x="18267" y="15215"/>
                    <a:pt x="18267" y="15215"/>
                  </a:cubicBezTo>
                  <a:cubicBezTo>
                    <a:pt x="18267" y="15215"/>
                    <a:pt x="20533" y="11819"/>
                    <a:pt x="21044" y="9374"/>
                  </a:cubicBezTo>
                  <a:cubicBezTo>
                    <a:pt x="21556" y="6792"/>
                    <a:pt x="21600" y="0"/>
                    <a:pt x="21600" y="0"/>
                  </a:cubicBezTo>
                  <a:lnTo>
                    <a:pt x="0" y="543"/>
                  </a:lnTo>
                  <a:close/>
                </a:path>
              </a:pathLst>
            </a:cu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41" name="Shape 4941"/>
            <p:cNvSpPr/>
            <p:nvPr/>
          </p:nvSpPr>
          <p:spPr>
            <a:xfrm>
              <a:off x="2034457" y="2758981"/>
              <a:ext cx="846241" cy="846241"/>
            </a:xfrm>
            <a:prstGeom prst="ellipse">
              <a:avLst/>
            </a:pr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42" name="Shape 4942"/>
            <p:cNvSpPr/>
            <p:nvPr/>
          </p:nvSpPr>
          <p:spPr>
            <a:xfrm>
              <a:off x="4480444" y="411527"/>
              <a:ext cx="6045419" cy="113257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24" y="18660"/>
                  </a:moveTo>
                  <a:cubicBezTo>
                    <a:pt x="20886" y="18460"/>
                    <a:pt x="20304" y="18410"/>
                    <a:pt x="20304" y="18410"/>
                  </a:cubicBezTo>
                  <a:cubicBezTo>
                    <a:pt x="13843" y="17687"/>
                    <a:pt x="13843" y="17687"/>
                    <a:pt x="13843" y="17687"/>
                  </a:cubicBezTo>
                  <a:cubicBezTo>
                    <a:pt x="13843" y="14637"/>
                    <a:pt x="13843" y="14637"/>
                    <a:pt x="13843" y="14637"/>
                  </a:cubicBezTo>
                  <a:cubicBezTo>
                    <a:pt x="12866" y="14637"/>
                    <a:pt x="12866" y="14637"/>
                    <a:pt x="12866" y="14637"/>
                  </a:cubicBezTo>
                  <a:cubicBezTo>
                    <a:pt x="12866" y="14377"/>
                    <a:pt x="12866" y="14377"/>
                    <a:pt x="12866" y="14377"/>
                  </a:cubicBezTo>
                  <a:cubicBezTo>
                    <a:pt x="12340" y="14377"/>
                    <a:pt x="12340" y="14377"/>
                    <a:pt x="12340" y="14377"/>
                  </a:cubicBezTo>
                  <a:cubicBezTo>
                    <a:pt x="12340" y="12190"/>
                    <a:pt x="12340" y="12190"/>
                    <a:pt x="12340" y="12190"/>
                  </a:cubicBezTo>
                  <a:cubicBezTo>
                    <a:pt x="11908" y="12190"/>
                    <a:pt x="11908" y="12190"/>
                    <a:pt x="11908" y="12190"/>
                  </a:cubicBezTo>
                  <a:cubicBezTo>
                    <a:pt x="11908" y="4856"/>
                    <a:pt x="11908" y="4856"/>
                    <a:pt x="11908" y="4856"/>
                  </a:cubicBezTo>
                  <a:cubicBezTo>
                    <a:pt x="12622" y="4856"/>
                    <a:pt x="12622" y="4856"/>
                    <a:pt x="12622" y="4856"/>
                  </a:cubicBezTo>
                  <a:cubicBezTo>
                    <a:pt x="13204" y="4856"/>
                    <a:pt x="13674" y="4665"/>
                    <a:pt x="13674" y="4424"/>
                  </a:cubicBezTo>
                  <a:cubicBezTo>
                    <a:pt x="13674" y="4184"/>
                    <a:pt x="13204" y="3993"/>
                    <a:pt x="12622" y="3993"/>
                  </a:cubicBezTo>
                  <a:cubicBezTo>
                    <a:pt x="11908" y="3993"/>
                    <a:pt x="11908" y="3993"/>
                    <a:pt x="11908" y="3993"/>
                  </a:cubicBezTo>
                  <a:cubicBezTo>
                    <a:pt x="11908" y="1254"/>
                    <a:pt x="11908" y="1254"/>
                    <a:pt x="11908" y="1254"/>
                  </a:cubicBezTo>
                  <a:cubicBezTo>
                    <a:pt x="12134" y="1124"/>
                    <a:pt x="12284" y="943"/>
                    <a:pt x="12284" y="742"/>
                  </a:cubicBezTo>
                  <a:cubicBezTo>
                    <a:pt x="12284" y="331"/>
                    <a:pt x="11645" y="0"/>
                    <a:pt x="10875" y="0"/>
                  </a:cubicBezTo>
                  <a:cubicBezTo>
                    <a:pt x="10105" y="0"/>
                    <a:pt x="9485" y="331"/>
                    <a:pt x="9485" y="742"/>
                  </a:cubicBezTo>
                  <a:cubicBezTo>
                    <a:pt x="9485" y="953"/>
                    <a:pt x="9635" y="1144"/>
                    <a:pt x="9898" y="1284"/>
                  </a:cubicBezTo>
                  <a:cubicBezTo>
                    <a:pt x="9861" y="1284"/>
                    <a:pt x="9861" y="1284"/>
                    <a:pt x="9861" y="1284"/>
                  </a:cubicBezTo>
                  <a:cubicBezTo>
                    <a:pt x="9861" y="3993"/>
                    <a:pt x="9861" y="3993"/>
                    <a:pt x="9861" y="3993"/>
                  </a:cubicBezTo>
                  <a:cubicBezTo>
                    <a:pt x="9241" y="3993"/>
                    <a:pt x="9241" y="3993"/>
                    <a:pt x="9241" y="3993"/>
                  </a:cubicBezTo>
                  <a:cubicBezTo>
                    <a:pt x="8659" y="3993"/>
                    <a:pt x="8189" y="4184"/>
                    <a:pt x="8189" y="4424"/>
                  </a:cubicBezTo>
                  <a:cubicBezTo>
                    <a:pt x="8189" y="4665"/>
                    <a:pt x="8659" y="4856"/>
                    <a:pt x="9241" y="4856"/>
                  </a:cubicBezTo>
                  <a:cubicBezTo>
                    <a:pt x="9861" y="4856"/>
                    <a:pt x="9861" y="4856"/>
                    <a:pt x="9861" y="4856"/>
                  </a:cubicBezTo>
                  <a:cubicBezTo>
                    <a:pt x="9861" y="12220"/>
                    <a:pt x="9861" y="12220"/>
                    <a:pt x="9861" y="12220"/>
                  </a:cubicBezTo>
                  <a:cubicBezTo>
                    <a:pt x="9429" y="12220"/>
                    <a:pt x="9429" y="12220"/>
                    <a:pt x="9429" y="12220"/>
                  </a:cubicBezTo>
                  <a:cubicBezTo>
                    <a:pt x="9429" y="14437"/>
                    <a:pt x="9429" y="14437"/>
                    <a:pt x="9429" y="14437"/>
                  </a:cubicBezTo>
                  <a:cubicBezTo>
                    <a:pt x="8828" y="14437"/>
                    <a:pt x="8828" y="14437"/>
                    <a:pt x="8828" y="14437"/>
                  </a:cubicBezTo>
                  <a:cubicBezTo>
                    <a:pt x="8828" y="14698"/>
                    <a:pt x="8828" y="14698"/>
                    <a:pt x="8828" y="14698"/>
                  </a:cubicBezTo>
                  <a:cubicBezTo>
                    <a:pt x="7964" y="14698"/>
                    <a:pt x="7964" y="14698"/>
                    <a:pt x="7964" y="14698"/>
                  </a:cubicBezTo>
                  <a:cubicBezTo>
                    <a:pt x="7964" y="17547"/>
                    <a:pt x="7964" y="17547"/>
                    <a:pt x="7964" y="17547"/>
                  </a:cubicBezTo>
                  <a:cubicBezTo>
                    <a:pt x="1559" y="18289"/>
                    <a:pt x="1559" y="18289"/>
                    <a:pt x="1559" y="18289"/>
                  </a:cubicBezTo>
                  <a:cubicBezTo>
                    <a:pt x="1559" y="18289"/>
                    <a:pt x="1014" y="18380"/>
                    <a:pt x="695" y="18490"/>
                  </a:cubicBezTo>
                  <a:cubicBezTo>
                    <a:pt x="376" y="18610"/>
                    <a:pt x="0" y="18921"/>
                    <a:pt x="0" y="18921"/>
                  </a:cubicBezTo>
                  <a:cubicBezTo>
                    <a:pt x="0" y="21600"/>
                    <a:pt x="0" y="21600"/>
                    <a:pt x="0" y="21600"/>
                  </a:cubicBezTo>
                  <a:cubicBezTo>
                    <a:pt x="21600" y="21600"/>
                    <a:pt x="21600" y="21600"/>
                    <a:pt x="21600" y="21600"/>
                  </a:cubicBezTo>
                  <a:cubicBezTo>
                    <a:pt x="21600" y="18871"/>
                    <a:pt x="21600" y="18871"/>
                    <a:pt x="21600" y="18871"/>
                  </a:cubicBezTo>
                  <a:cubicBezTo>
                    <a:pt x="21600" y="18871"/>
                    <a:pt x="21544" y="18871"/>
                    <a:pt x="21224" y="18660"/>
                  </a:cubicBezTo>
                  <a:close/>
                </a:path>
              </a:pathLst>
            </a:cu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944" name="Shape 4944"/>
          <p:cNvSpPr/>
          <p:nvPr/>
        </p:nvSpPr>
        <p:spPr>
          <a:xfrm>
            <a:off x="15990907" y="8629946"/>
            <a:ext cx="111765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945" name="Shape 4945"/>
          <p:cNvSpPr/>
          <p:nvPr/>
        </p:nvSpPr>
        <p:spPr>
          <a:xfrm>
            <a:off x="15990907" y="9245500"/>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946" name="Shape 4946"/>
          <p:cNvSpPr/>
          <p:nvPr/>
        </p:nvSpPr>
        <p:spPr>
          <a:xfrm>
            <a:off x="15990907" y="9291570"/>
            <a:ext cx="3842085" cy="1287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Jelly-o gingerbread oat cake pudding pastry biscuit tootsie roll. </a:t>
            </a:r>
          </a:p>
        </p:txBody>
      </p:sp>
      <p:sp>
        <p:nvSpPr>
          <p:cNvPr id="4947" name="Shape 4947"/>
          <p:cNvSpPr/>
          <p:nvPr/>
        </p:nvSpPr>
        <p:spPr>
          <a:xfrm>
            <a:off x="6987402" y="11341669"/>
            <a:ext cx="941630"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Idea</a:t>
            </a:r>
          </a:p>
        </p:txBody>
      </p:sp>
      <p:sp>
        <p:nvSpPr>
          <p:cNvPr id="4948" name="Shape 4948"/>
          <p:cNvSpPr/>
          <p:nvPr/>
        </p:nvSpPr>
        <p:spPr>
          <a:xfrm>
            <a:off x="3996068" y="11958859"/>
            <a:ext cx="3932962" cy="1287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Jelly-o gingerbread oat cake pudding pastry biscuit tootsie roll. </a:t>
            </a:r>
          </a:p>
        </p:txBody>
      </p:sp>
      <p:sp>
        <p:nvSpPr>
          <p:cNvPr id="4949" name="Shape 4949"/>
          <p:cNvSpPr/>
          <p:nvPr/>
        </p:nvSpPr>
        <p:spPr>
          <a:xfrm>
            <a:off x="4833032" y="11957224"/>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4950" name="Shape 495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4944"/>
                                        </p:tgtEl>
                                        <p:attrNameLst>
                                          <p:attrName>style.visibility</p:attrName>
                                        </p:attrNameLst>
                                      </p:cBhvr>
                                      <p:to>
                                        <p:strVal val="visible"/>
                                      </p:to>
                                    </p:set>
                                    <p:animEffect filter="dissolve" transition="in">
                                      <p:cBhvr>
                                        <p:cTn id="7" dur="500"/>
                                        <p:tgtEl>
                                          <p:spTgt spid="4944"/>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4946"/>
                                        </p:tgtEl>
                                        <p:attrNameLst>
                                          <p:attrName>style.visibility</p:attrName>
                                        </p:attrNameLst>
                                      </p:cBhvr>
                                      <p:to>
                                        <p:strVal val="visible"/>
                                      </p:to>
                                    </p:set>
                                    <p:animEffect filter="dissolve" transition="in">
                                      <p:cBhvr>
                                        <p:cTn id="11" dur="500"/>
                                        <p:tgtEl>
                                          <p:spTgt spid="4946"/>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4945"/>
                                        </p:tgtEl>
                                        <p:attrNameLst>
                                          <p:attrName>style.visibility</p:attrName>
                                        </p:attrNameLst>
                                      </p:cBhvr>
                                      <p:to>
                                        <p:strVal val="visible"/>
                                      </p:to>
                                    </p:set>
                                    <p:animEffect filter="dissolve" transition="in">
                                      <p:cBhvr>
                                        <p:cTn id="15" dur="500"/>
                                        <p:tgtEl>
                                          <p:spTgt spid="4945"/>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4947"/>
                                        </p:tgtEl>
                                        <p:attrNameLst>
                                          <p:attrName>style.visibility</p:attrName>
                                        </p:attrNameLst>
                                      </p:cBhvr>
                                      <p:to>
                                        <p:strVal val="visible"/>
                                      </p:to>
                                    </p:set>
                                    <p:animEffect filter="dissolve" transition="in">
                                      <p:cBhvr>
                                        <p:cTn id="19" dur="500"/>
                                        <p:tgtEl>
                                          <p:spTgt spid="4947"/>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4948"/>
                                        </p:tgtEl>
                                        <p:attrNameLst>
                                          <p:attrName>style.visibility</p:attrName>
                                        </p:attrNameLst>
                                      </p:cBhvr>
                                      <p:to>
                                        <p:strVal val="visible"/>
                                      </p:to>
                                    </p:set>
                                    <p:animEffect filter="dissolve" transition="in">
                                      <p:cBhvr>
                                        <p:cTn id="23" dur="500"/>
                                        <p:tgtEl>
                                          <p:spTgt spid="4948"/>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4949"/>
                                        </p:tgtEl>
                                        <p:attrNameLst>
                                          <p:attrName>style.visibility</p:attrName>
                                        </p:attrNameLst>
                                      </p:cBhvr>
                                      <p:to>
                                        <p:strVal val="visible"/>
                                      </p:to>
                                    </p:set>
                                    <p:animEffect filter="dissolve" transition="in">
                                      <p:cBhvr>
                                        <p:cTn id="27" dur="500"/>
                                        <p:tgtEl>
                                          <p:spTgt spid="49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946" grpId="2"/>
      <p:bldP build="whole" bldLvl="1" animBg="1" rev="0" advAuto="0" spid="4947" grpId="4"/>
      <p:bldP build="whole" bldLvl="1" animBg="1" rev="0" advAuto="0" spid="4945" grpId="3"/>
      <p:bldP build="whole" bldLvl="1" animBg="1" rev="0" advAuto="0" spid="4944" grpId="1"/>
      <p:bldP build="whole" bldLvl="1" animBg="1" rev="0" advAuto="0" spid="4949" grpId="6"/>
      <p:bldP build="whole" bldLvl="1" animBg="1" rev="0" advAuto="0" spid="4948" grpId="5"/>
    </p:bldLst>
  </p:timing>
</p:sld>
</file>

<file path=ppt/slides/slide15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952" name="Shape 495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Crecimiento</a:t>
            </a:r>
          </a:p>
        </p:txBody>
      </p:sp>
      <p:grpSp>
        <p:nvGrpSpPr>
          <p:cNvPr id="4955" name="Group 4955"/>
          <p:cNvGrpSpPr/>
          <p:nvPr/>
        </p:nvGrpSpPr>
        <p:grpSpPr>
          <a:xfrm>
            <a:off x="9556157" y="4758373"/>
            <a:ext cx="2764647" cy="4236664"/>
            <a:chOff x="0" y="0"/>
            <a:chExt cx="2764645" cy="4236663"/>
          </a:xfrm>
        </p:grpSpPr>
        <p:sp>
          <p:nvSpPr>
            <p:cNvPr id="4953" name="Shape 4953"/>
            <p:cNvSpPr/>
            <p:nvPr/>
          </p:nvSpPr>
          <p:spPr>
            <a:xfrm>
              <a:off x="0" y="0"/>
              <a:ext cx="2764646" cy="2781997"/>
            </a:xfrm>
            <a:prstGeom prst="ellipse">
              <a:avLst/>
            </a:prstGeom>
            <a:solidFill>
              <a:srgbClr val="029FDC"/>
            </a:solidFill>
            <a:ln w="12700" cap="flat">
              <a:noFill/>
              <a:miter lim="400000"/>
            </a:ln>
            <a:effectLst/>
          </p:spPr>
          <p:txBody>
            <a:bodyPr wrap="square" lIns="45719" tIns="45719" rIns="45719" bIns="45719" numCol="1" anchor="ctr">
              <a:noAutofit/>
            </a:bodyPr>
            <a:lstStyle/>
            <a:p>
              <a:pPr defTabSz="914400">
                <a:defRPr sz="8800">
                  <a:solidFill>
                    <a:srgbClr val="FFFFFF"/>
                  </a:solidFill>
                  <a:latin typeface="Calibri"/>
                  <a:ea typeface="Calibri"/>
                  <a:cs typeface="Calibri"/>
                  <a:sym typeface="Calibri"/>
                </a:defRPr>
              </a:pPr>
            </a:p>
          </p:txBody>
        </p:sp>
        <p:sp>
          <p:nvSpPr>
            <p:cNvPr id="4954" name="Shape 4954"/>
            <p:cNvSpPr/>
            <p:nvPr/>
          </p:nvSpPr>
          <p:spPr>
            <a:xfrm>
              <a:off x="911957" y="1367624"/>
              <a:ext cx="940728" cy="2869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17" y="0"/>
                  </a:moveTo>
                  <a:lnTo>
                    <a:pt x="12414" y="0"/>
                  </a:lnTo>
                  <a:lnTo>
                    <a:pt x="12414" y="3202"/>
                  </a:lnTo>
                  <a:lnTo>
                    <a:pt x="21352" y="1520"/>
                  </a:lnTo>
                  <a:lnTo>
                    <a:pt x="21352" y="2524"/>
                  </a:lnTo>
                  <a:lnTo>
                    <a:pt x="12414" y="4220"/>
                  </a:lnTo>
                  <a:lnTo>
                    <a:pt x="12414" y="5563"/>
                  </a:lnTo>
                  <a:lnTo>
                    <a:pt x="21600" y="3962"/>
                  </a:lnTo>
                  <a:lnTo>
                    <a:pt x="21600" y="4898"/>
                  </a:lnTo>
                  <a:lnTo>
                    <a:pt x="12414" y="6580"/>
                  </a:lnTo>
                  <a:lnTo>
                    <a:pt x="12414" y="21600"/>
                  </a:lnTo>
                  <a:lnTo>
                    <a:pt x="9517" y="21600"/>
                  </a:lnTo>
                  <a:lnTo>
                    <a:pt x="9517" y="5481"/>
                  </a:lnTo>
                  <a:lnTo>
                    <a:pt x="0" y="3799"/>
                  </a:lnTo>
                  <a:lnTo>
                    <a:pt x="0" y="2781"/>
                  </a:lnTo>
                  <a:lnTo>
                    <a:pt x="9517" y="4477"/>
                  </a:lnTo>
                  <a:lnTo>
                    <a:pt x="9517" y="0"/>
                  </a:lnTo>
                  <a:close/>
                </a:path>
              </a:pathLst>
            </a:custGeom>
            <a:solidFill>
              <a:srgbClr val="948A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4958" name="Group 4958"/>
          <p:cNvGrpSpPr/>
          <p:nvPr/>
        </p:nvGrpSpPr>
        <p:grpSpPr>
          <a:xfrm>
            <a:off x="2760106" y="5707246"/>
            <a:ext cx="1603494" cy="3309804"/>
            <a:chOff x="0" y="0"/>
            <a:chExt cx="1603492" cy="3309803"/>
          </a:xfrm>
        </p:grpSpPr>
        <p:sp>
          <p:nvSpPr>
            <p:cNvPr id="4956" name="Shape 4956"/>
            <p:cNvSpPr/>
            <p:nvPr/>
          </p:nvSpPr>
          <p:spPr>
            <a:xfrm>
              <a:off x="0" y="0"/>
              <a:ext cx="1603493" cy="1613558"/>
            </a:xfrm>
            <a:prstGeom prst="ellipse">
              <a:avLst/>
            </a:prstGeom>
            <a:solidFill>
              <a:srgbClr val="B4E6F1"/>
            </a:solidFill>
            <a:ln w="12700" cap="flat">
              <a:noFill/>
              <a:miter lim="400000"/>
            </a:ln>
            <a:effectLst/>
          </p:spPr>
          <p:txBody>
            <a:bodyPr wrap="square" lIns="45719" tIns="45719" rIns="45719" bIns="45719" numCol="1" anchor="ctr">
              <a:noAutofit/>
            </a:bodyPr>
            <a:lstStyle/>
            <a:p>
              <a:pPr defTabSz="914400">
                <a:defRPr sz="8800">
                  <a:solidFill>
                    <a:srgbClr val="FFFFFF"/>
                  </a:solidFill>
                  <a:latin typeface="Calibri"/>
                  <a:ea typeface="Calibri"/>
                  <a:cs typeface="Calibri"/>
                  <a:sym typeface="Calibri"/>
                </a:defRPr>
              </a:pPr>
            </a:p>
          </p:txBody>
        </p:sp>
        <p:sp>
          <p:nvSpPr>
            <p:cNvPr id="4957" name="Shape 4957"/>
            <p:cNvSpPr/>
            <p:nvPr/>
          </p:nvSpPr>
          <p:spPr>
            <a:xfrm>
              <a:off x="331381" y="440764"/>
              <a:ext cx="940728" cy="2869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17" y="0"/>
                  </a:moveTo>
                  <a:lnTo>
                    <a:pt x="12414" y="0"/>
                  </a:lnTo>
                  <a:lnTo>
                    <a:pt x="12414" y="3202"/>
                  </a:lnTo>
                  <a:lnTo>
                    <a:pt x="21352" y="1520"/>
                  </a:lnTo>
                  <a:lnTo>
                    <a:pt x="21352" y="2524"/>
                  </a:lnTo>
                  <a:lnTo>
                    <a:pt x="12414" y="4220"/>
                  </a:lnTo>
                  <a:lnTo>
                    <a:pt x="12414" y="5563"/>
                  </a:lnTo>
                  <a:lnTo>
                    <a:pt x="21600" y="3962"/>
                  </a:lnTo>
                  <a:lnTo>
                    <a:pt x="21600" y="4898"/>
                  </a:lnTo>
                  <a:lnTo>
                    <a:pt x="12414" y="6580"/>
                  </a:lnTo>
                  <a:lnTo>
                    <a:pt x="12414" y="21600"/>
                  </a:lnTo>
                  <a:lnTo>
                    <a:pt x="9517" y="21600"/>
                  </a:lnTo>
                  <a:lnTo>
                    <a:pt x="9517" y="5481"/>
                  </a:lnTo>
                  <a:lnTo>
                    <a:pt x="0" y="3799"/>
                  </a:lnTo>
                  <a:lnTo>
                    <a:pt x="0" y="2781"/>
                  </a:lnTo>
                  <a:lnTo>
                    <a:pt x="9517" y="4477"/>
                  </a:lnTo>
                  <a:lnTo>
                    <a:pt x="9517" y="0"/>
                  </a:lnTo>
                  <a:close/>
                </a:path>
              </a:pathLst>
            </a:custGeom>
            <a:solidFill>
              <a:srgbClr val="948A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4961" name="Group 4961"/>
          <p:cNvGrpSpPr/>
          <p:nvPr/>
        </p:nvGrpSpPr>
        <p:grpSpPr>
          <a:xfrm>
            <a:off x="17975264" y="3874770"/>
            <a:ext cx="3648630" cy="5126193"/>
            <a:chOff x="0" y="0"/>
            <a:chExt cx="3648629" cy="5126192"/>
          </a:xfrm>
        </p:grpSpPr>
        <p:sp>
          <p:nvSpPr>
            <p:cNvPr id="4959" name="Shape 4959"/>
            <p:cNvSpPr/>
            <p:nvPr/>
          </p:nvSpPr>
          <p:spPr>
            <a:xfrm>
              <a:off x="0" y="0"/>
              <a:ext cx="3648630" cy="3671526"/>
            </a:xfrm>
            <a:prstGeom prst="ellipse">
              <a:avLst/>
            </a:prstGeom>
            <a:solidFill>
              <a:srgbClr val="144973"/>
            </a:solidFill>
            <a:ln w="12700" cap="flat">
              <a:noFill/>
              <a:miter lim="400000"/>
            </a:ln>
            <a:effectLst/>
          </p:spPr>
          <p:txBody>
            <a:bodyPr wrap="square" lIns="45719" tIns="45719" rIns="45719" bIns="45719" numCol="1" anchor="ctr">
              <a:noAutofit/>
            </a:bodyPr>
            <a:lstStyle/>
            <a:p>
              <a:pPr defTabSz="914400">
                <a:defRPr sz="8800">
                  <a:solidFill>
                    <a:srgbClr val="FFFFFF"/>
                  </a:solidFill>
                  <a:latin typeface="Calibri"/>
                  <a:ea typeface="Calibri"/>
                  <a:cs typeface="Calibri"/>
                  <a:sym typeface="Calibri"/>
                </a:defRPr>
              </a:pPr>
            </a:p>
          </p:txBody>
        </p:sp>
        <p:sp>
          <p:nvSpPr>
            <p:cNvPr id="4960" name="Shape 4960"/>
            <p:cNvSpPr/>
            <p:nvPr/>
          </p:nvSpPr>
          <p:spPr>
            <a:xfrm>
              <a:off x="1353946" y="2257153"/>
              <a:ext cx="940728" cy="2869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17" y="0"/>
                  </a:moveTo>
                  <a:lnTo>
                    <a:pt x="12414" y="0"/>
                  </a:lnTo>
                  <a:lnTo>
                    <a:pt x="12414" y="3202"/>
                  </a:lnTo>
                  <a:lnTo>
                    <a:pt x="21352" y="1520"/>
                  </a:lnTo>
                  <a:lnTo>
                    <a:pt x="21352" y="2524"/>
                  </a:lnTo>
                  <a:lnTo>
                    <a:pt x="12414" y="4220"/>
                  </a:lnTo>
                  <a:lnTo>
                    <a:pt x="12414" y="5563"/>
                  </a:lnTo>
                  <a:lnTo>
                    <a:pt x="21600" y="3962"/>
                  </a:lnTo>
                  <a:lnTo>
                    <a:pt x="21600" y="4898"/>
                  </a:lnTo>
                  <a:lnTo>
                    <a:pt x="12414" y="6580"/>
                  </a:lnTo>
                  <a:lnTo>
                    <a:pt x="12414" y="21600"/>
                  </a:lnTo>
                  <a:lnTo>
                    <a:pt x="9517" y="21600"/>
                  </a:lnTo>
                  <a:lnTo>
                    <a:pt x="9517" y="5481"/>
                  </a:lnTo>
                  <a:lnTo>
                    <a:pt x="0" y="3799"/>
                  </a:lnTo>
                  <a:lnTo>
                    <a:pt x="0" y="2781"/>
                  </a:lnTo>
                  <a:lnTo>
                    <a:pt x="9517" y="4477"/>
                  </a:lnTo>
                  <a:lnTo>
                    <a:pt x="9517" y="0"/>
                  </a:lnTo>
                  <a:close/>
                </a:path>
              </a:pathLst>
            </a:custGeom>
            <a:solidFill>
              <a:srgbClr val="948A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4964" name="Group 4964"/>
          <p:cNvGrpSpPr/>
          <p:nvPr/>
        </p:nvGrpSpPr>
        <p:grpSpPr>
          <a:xfrm>
            <a:off x="13733309" y="4528911"/>
            <a:ext cx="2998566" cy="4472053"/>
            <a:chOff x="0" y="0"/>
            <a:chExt cx="2998565" cy="4472051"/>
          </a:xfrm>
        </p:grpSpPr>
        <p:sp>
          <p:nvSpPr>
            <p:cNvPr id="4962" name="Shape 4962"/>
            <p:cNvSpPr/>
            <p:nvPr/>
          </p:nvSpPr>
          <p:spPr>
            <a:xfrm>
              <a:off x="0" y="0"/>
              <a:ext cx="2998566" cy="3017388"/>
            </a:xfrm>
            <a:prstGeom prst="ellipse">
              <a:avLst/>
            </a:prstGeom>
            <a:solidFill>
              <a:srgbClr val="397ECA"/>
            </a:solidFill>
            <a:ln w="12700" cap="flat">
              <a:noFill/>
              <a:miter lim="400000"/>
            </a:ln>
            <a:effectLst/>
          </p:spPr>
          <p:txBody>
            <a:bodyPr wrap="square" lIns="45719" tIns="45719" rIns="45719" bIns="45719" numCol="1" anchor="ctr">
              <a:noAutofit/>
            </a:bodyPr>
            <a:lstStyle/>
            <a:p>
              <a:pPr defTabSz="914400">
                <a:defRPr sz="8800">
                  <a:solidFill>
                    <a:srgbClr val="FFFFFF"/>
                  </a:solidFill>
                  <a:latin typeface="Calibri"/>
                  <a:ea typeface="Calibri"/>
                  <a:cs typeface="Calibri"/>
                  <a:sym typeface="Calibri"/>
                </a:defRPr>
              </a:pPr>
            </a:p>
          </p:txBody>
        </p:sp>
        <p:sp>
          <p:nvSpPr>
            <p:cNvPr id="4963" name="Shape 4963"/>
            <p:cNvSpPr/>
            <p:nvPr/>
          </p:nvSpPr>
          <p:spPr>
            <a:xfrm>
              <a:off x="1028918" y="1603012"/>
              <a:ext cx="940727" cy="2869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17" y="0"/>
                  </a:moveTo>
                  <a:lnTo>
                    <a:pt x="12414" y="0"/>
                  </a:lnTo>
                  <a:lnTo>
                    <a:pt x="12414" y="3202"/>
                  </a:lnTo>
                  <a:lnTo>
                    <a:pt x="21352" y="1520"/>
                  </a:lnTo>
                  <a:lnTo>
                    <a:pt x="21352" y="2524"/>
                  </a:lnTo>
                  <a:lnTo>
                    <a:pt x="12414" y="4220"/>
                  </a:lnTo>
                  <a:lnTo>
                    <a:pt x="12414" y="5563"/>
                  </a:lnTo>
                  <a:lnTo>
                    <a:pt x="21600" y="3962"/>
                  </a:lnTo>
                  <a:lnTo>
                    <a:pt x="21600" y="4898"/>
                  </a:lnTo>
                  <a:lnTo>
                    <a:pt x="12414" y="6580"/>
                  </a:lnTo>
                  <a:lnTo>
                    <a:pt x="12414" y="21600"/>
                  </a:lnTo>
                  <a:lnTo>
                    <a:pt x="9517" y="21600"/>
                  </a:lnTo>
                  <a:lnTo>
                    <a:pt x="9517" y="5481"/>
                  </a:lnTo>
                  <a:lnTo>
                    <a:pt x="0" y="3799"/>
                  </a:lnTo>
                  <a:lnTo>
                    <a:pt x="0" y="2781"/>
                  </a:lnTo>
                  <a:lnTo>
                    <a:pt x="9517" y="4477"/>
                  </a:lnTo>
                  <a:lnTo>
                    <a:pt x="9517" y="0"/>
                  </a:lnTo>
                  <a:close/>
                </a:path>
              </a:pathLst>
            </a:custGeom>
            <a:solidFill>
              <a:srgbClr val="948A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4967" name="Group 4967"/>
          <p:cNvGrpSpPr/>
          <p:nvPr/>
        </p:nvGrpSpPr>
        <p:grpSpPr>
          <a:xfrm>
            <a:off x="5994394" y="5448318"/>
            <a:ext cx="2057969" cy="3525552"/>
            <a:chOff x="0" y="0"/>
            <a:chExt cx="2057968" cy="3525550"/>
          </a:xfrm>
        </p:grpSpPr>
        <p:sp>
          <p:nvSpPr>
            <p:cNvPr id="4965" name="Shape 4965"/>
            <p:cNvSpPr/>
            <p:nvPr/>
          </p:nvSpPr>
          <p:spPr>
            <a:xfrm>
              <a:off x="0" y="0"/>
              <a:ext cx="2057969" cy="2070884"/>
            </a:xfrm>
            <a:prstGeom prst="ellipse">
              <a:avLst/>
            </a:prstGeom>
            <a:solidFill>
              <a:srgbClr val="66B3E0"/>
            </a:solidFill>
            <a:ln w="12700" cap="flat">
              <a:noFill/>
              <a:miter lim="400000"/>
            </a:ln>
            <a:effectLst/>
          </p:spPr>
          <p:txBody>
            <a:bodyPr wrap="square" lIns="45719" tIns="45719" rIns="45719" bIns="45719" numCol="1" anchor="ctr">
              <a:noAutofit/>
            </a:bodyPr>
            <a:lstStyle/>
            <a:p>
              <a:pPr defTabSz="914400">
                <a:defRPr sz="8800">
                  <a:solidFill>
                    <a:srgbClr val="FFFFFF"/>
                  </a:solidFill>
                  <a:latin typeface="Calibri"/>
                  <a:ea typeface="Calibri"/>
                  <a:cs typeface="Calibri"/>
                  <a:sym typeface="Calibri"/>
                </a:defRPr>
              </a:pPr>
            </a:p>
          </p:txBody>
        </p:sp>
        <p:sp>
          <p:nvSpPr>
            <p:cNvPr id="4966" name="Shape 4966"/>
            <p:cNvSpPr/>
            <p:nvPr/>
          </p:nvSpPr>
          <p:spPr>
            <a:xfrm>
              <a:off x="558619" y="656512"/>
              <a:ext cx="940728" cy="28690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17" y="0"/>
                  </a:moveTo>
                  <a:lnTo>
                    <a:pt x="12414" y="0"/>
                  </a:lnTo>
                  <a:lnTo>
                    <a:pt x="12414" y="3202"/>
                  </a:lnTo>
                  <a:lnTo>
                    <a:pt x="21352" y="1520"/>
                  </a:lnTo>
                  <a:lnTo>
                    <a:pt x="21352" y="2524"/>
                  </a:lnTo>
                  <a:lnTo>
                    <a:pt x="12414" y="4220"/>
                  </a:lnTo>
                  <a:lnTo>
                    <a:pt x="12414" y="5563"/>
                  </a:lnTo>
                  <a:lnTo>
                    <a:pt x="21600" y="3962"/>
                  </a:lnTo>
                  <a:lnTo>
                    <a:pt x="21600" y="4898"/>
                  </a:lnTo>
                  <a:lnTo>
                    <a:pt x="12414" y="6580"/>
                  </a:lnTo>
                  <a:lnTo>
                    <a:pt x="12414" y="21600"/>
                  </a:lnTo>
                  <a:lnTo>
                    <a:pt x="9517" y="21600"/>
                  </a:lnTo>
                  <a:lnTo>
                    <a:pt x="9517" y="5481"/>
                  </a:lnTo>
                  <a:lnTo>
                    <a:pt x="0" y="3799"/>
                  </a:lnTo>
                  <a:lnTo>
                    <a:pt x="0" y="2781"/>
                  </a:lnTo>
                  <a:lnTo>
                    <a:pt x="9517" y="4477"/>
                  </a:lnTo>
                  <a:lnTo>
                    <a:pt x="9517" y="0"/>
                  </a:lnTo>
                  <a:close/>
                </a:path>
              </a:pathLst>
            </a:custGeom>
            <a:solidFill>
              <a:srgbClr val="948A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968" name="Shape 4968"/>
          <p:cNvSpPr/>
          <p:nvPr/>
        </p:nvSpPr>
        <p:spPr>
          <a:xfrm>
            <a:off x="17962995" y="9501043"/>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969" name="Shape 4969"/>
          <p:cNvSpPr/>
          <p:nvPr/>
        </p:nvSpPr>
        <p:spPr>
          <a:xfrm>
            <a:off x="13396008" y="9501043"/>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970" name="Shape 4970"/>
          <p:cNvSpPr/>
          <p:nvPr/>
        </p:nvSpPr>
        <p:spPr>
          <a:xfrm>
            <a:off x="9101897" y="9501043"/>
            <a:ext cx="3673168"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971" name="Shape 4971"/>
          <p:cNvSpPr/>
          <p:nvPr/>
        </p:nvSpPr>
        <p:spPr>
          <a:xfrm>
            <a:off x="5186795" y="9501043"/>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972" name="Shape 4972"/>
          <p:cNvSpPr/>
          <p:nvPr/>
        </p:nvSpPr>
        <p:spPr>
          <a:xfrm>
            <a:off x="1725269" y="9501043"/>
            <a:ext cx="3673167" cy="6019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2800">
                <a:latin typeface="Raleway Bold"/>
                <a:ea typeface="Raleway Bold"/>
                <a:cs typeface="Raleway Bold"/>
                <a:sym typeface="Raleway Bold"/>
              </a:rPr>
              <a:t>Texto</a:t>
            </a:r>
          </a:p>
        </p:txBody>
      </p:sp>
      <p:sp>
        <p:nvSpPr>
          <p:cNvPr id="4973" name="Shape 497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4968"/>
                                        </p:tgtEl>
                                        <p:attrNameLst>
                                          <p:attrName>style.visibility</p:attrName>
                                        </p:attrNameLst>
                                      </p:cBhvr>
                                      <p:to>
                                        <p:strVal val="visible"/>
                                      </p:to>
                                    </p:set>
                                    <p:anim calcmode="lin" valueType="num">
                                      <p:cBhvr>
                                        <p:cTn id="7" dur="500" fill="hold"/>
                                        <p:tgtEl>
                                          <p:spTgt spid="4968"/>
                                        </p:tgtEl>
                                        <p:attrNameLst>
                                          <p:attrName>ppt_w</p:attrName>
                                        </p:attrNameLst>
                                      </p:cBhvr>
                                      <p:tavLst>
                                        <p:tav tm="0">
                                          <p:val>
                                            <p:fltVal val="0"/>
                                          </p:val>
                                        </p:tav>
                                        <p:tav tm="100000">
                                          <p:val>
                                            <p:strVal val="#ppt_w"/>
                                          </p:val>
                                        </p:tav>
                                      </p:tavLst>
                                    </p:anim>
                                    <p:anim calcmode="lin" valueType="num">
                                      <p:cBhvr>
                                        <p:cTn id="8" dur="500" fill="hold"/>
                                        <p:tgtEl>
                                          <p:spTgt spid="4968"/>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4969"/>
                                        </p:tgtEl>
                                        <p:attrNameLst>
                                          <p:attrName>style.visibility</p:attrName>
                                        </p:attrNameLst>
                                      </p:cBhvr>
                                      <p:to>
                                        <p:strVal val="visible"/>
                                      </p:to>
                                    </p:set>
                                    <p:anim calcmode="lin" valueType="num">
                                      <p:cBhvr>
                                        <p:cTn id="12" dur="500" fill="hold"/>
                                        <p:tgtEl>
                                          <p:spTgt spid="4969"/>
                                        </p:tgtEl>
                                        <p:attrNameLst>
                                          <p:attrName>ppt_w</p:attrName>
                                        </p:attrNameLst>
                                      </p:cBhvr>
                                      <p:tavLst>
                                        <p:tav tm="0">
                                          <p:val>
                                            <p:fltVal val="0"/>
                                          </p:val>
                                        </p:tav>
                                        <p:tav tm="100000">
                                          <p:val>
                                            <p:strVal val="#ppt_w"/>
                                          </p:val>
                                        </p:tav>
                                      </p:tavLst>
                                    </p:anim>
                                    <p:anim calcmode="lin" valueType="num">
                                      <p:cBhvr>
                                        <p:cTn id="13" dur="500" fill="hold"/>
                                        <p:tgtEl>
                                          <p:spTgt spid="4969"/>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4970"/>
                                        </p:tgtEl>
                                        <p:attrNameLst>
                                          <p:attrName>style.visibility</p:attrName>
                                        </p:attrNameLst>
                                      </p:cBhvr>
                                      <p:to>
                                        <p:strVal val="visible"/>
                                      </p:to>
                                    </p:set>
                                    <p:anim calcmode="lin" valueType="num">
                                      <p:cBhvr>
                                        <p:cTn id="17" dur="500" fill="hold"/>
                                        <p:tgtEl>
                                          <p:spTgt spid="4970"/>
                                        </p:tgtEl>
                                        <p:attrNameLst>
                                          <p:attrName>ppt_w</p:attrName>
                                        </p:attrNameLst>
                                      </p:cBhvr>
                                      <p:tavLst>
                                        <p:tav tm="0">
                                          <p:val>
                                            <p:fltVal val="0"/>
                                          </p:val>
                                        </p:tav>
                                        <p:tav tm="100000">
                                          <p:val>
                                            <p:strVal val="#ppt_w"/>
                                          </p:val>
                                        </p:tav>
                                      </p:tavLst>
                                    </p:anim>
                                    <p:anim calcmode="lin" valueType="num">
                                      <p:cBhvr>
                                        <p:cTn id="18" dur="500" fill="hold"/>
                                        <p:tgtEl>
                                          <p:spTgt spid="4970"/>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4971"/>
                                        </p:tgtEl>
                                        <p:attrNameLst>
                                          <p:attrName>style.visibility</p:attrName>
                                        </p:attrNameLst>
                                      </p:cBhvr>
                                      <p:to>
                                        <p:strVal val="visible"/>
                                      </p:to>
                                    </p:set>
                                    <p:anim calcmode="lin" valueType="num">
                                      <p:cBhvr>
                                        <p:cTn id="22" dur="500" fill="hold"/>
                                        <p:tgtEl>
                                          <p:spTgt spid="4971"/>
                                        </p:tgtEl>
                                        <p:attrNameLst>
                                          <p:attrName>ppt_w</p:attrName>
                                        </p:attrNameLst>
                                      </p:cBhvr>
                                      <p:tavLst>
                                        <p:tav tm="0">
                                          <p:val>
                                            <p:fltVal val="0"/>
                                          </p:val>
                                        </p:tav>
                                        <p:tav tm="100000">
                                          <p:val>
                                            <p:strVal val="#ppt_w"/>
                                          </p:val>
                                        </p:tav>
                                      </p:tavLst>
                                    </p:anim>
                                    <p:anim calcmode="lin" valueType="num">
                                      <p:cBhvr>
                                        <p:cTn id="23" dur="500" fill="hold"/>
                                        <p:tgtEl>
                                          <p:spTgt spid="4971"/>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4972"/>
                                        </p:tgtEl>
                                        <p:attrNameLst>
                                          <p:attrName>style.visibility</p:attrName>
                                        </p:attrNameLst>
                                      </p:cBhvr>
                                      <p:to>
                                        <p:strVal val="visible"/>
                                      </p:to>
                                    </p:set>
                                    <p:anim calcmode="lin" valueType="num">
                                      <p:cBhvr>
                                        <p:cTn id="27" dur="500" fill="hold"/>
                                        <p:tgtEl>
                                          <p:spTgt spid="4972"/>
                                        </p:tgtEl>
                                        <p:attrNameLst>
                                          <p:attrName>ppt_w</p:attrName>
                                        </p:attrNameLst>
                                      </p:cBhvr>
                                      <p:tavLst>
                                        <p:tav tm="0">
                                          <p:val>
                                            <p:fltVal val="0"/>
                                          </p:val>
                                        </p:tav>
                                        <p:tav tm="100000">
                                          <p:val>
                                            <p:strVal val="#ppt_w"/>
                                          </p:val>
                                        </p:tav>
                                      </p:tavLst>
                                    </p:anim>
                                    <p:anim calcmode="lin" valueType="num">
                                      <p:cBhvr>
                                        <p:cTn id="28" dur="500" fill="hold"/>
                                        <p:tgtEl>
                                          <p:spTgt spid="49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4970" grpId="3"/>
      <p:bldP build="whole" bldLvl="1" animBg="1" rev="0" advAuto="0" spid="4972" grpId="5"/>
      <p:bldP build="whole" bldLvl="1" animBg="1" rev="0" advAuto="0" spid="4971" grpId="4"/>
      <p:bldP build="whole" bldLvl="1" animBg="1" rev="0" advAuto="0" spid="4969" grpId="2"/>
      <p:bldP build="whole" bldLvl="1" animBg="1" rev="0" advAuto="0" spid="4968" grpId="1"/>
    </p:bldLst>
  </p:timing>
</p:sld>
</file>

<file path=ppt/slides/slide15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975" name="Shape 4975"/>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Promoción</a:t>
            </a:r>
          </a:p>
        </p:txBody>
      </p:sp>
      <p:grpSp>
        <p:nvGrpSpPr>
          <p:cNvPr id="4986" name="Group 4986"/>
          <p:cNvGrpSpPr/>
          <p:nvPr/>
        </p:nvGrpSpPr>
        <p:grpSpPr>
          <a:xfrm>
            <a:off x="4197955" y="1351902"/>
            <a:ext cx="15388752" cy="9643881"/>
            <a:chOff x="0" y="0"/>
            <a:chExt cx="15388751" cy="9643880"/>
          </a:xfrm>
        </p:grpSpPr>
        <p:sp>
          <p:nvSpPr>
            <p:cNvPr id="4976" name="Shape 4976"/>
            <p:cNvSpPr/>
            <p:nvPr/>
          </p:nvSpPr>
          <p:spPr>
            <a:xfrm>
              <a:off x="4787424" y="8339534"/>
              <a:ext cx="4709801" cy="1304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0446" y="12310"/>
                    <a:pt x="16088" y="21600"/>
                    <a:pt x="10768" y="21600"/>
                  </a:cubicBezTo>
                  <a:cubicBezTo>
                    <a:pt x="5512" y="21600"/>
                    <a:pt x="1154" y="12310"/>
                    <a:pt x="0" y="0"/>
                  </a:cubicBezTo>
                  <a:cubicBezTo>
                    <a:pt x="1795" y="0"/>
                    <a:pt x="1795" y="0"/>
                    <a:pt x="1795" y="0"/>
                  </a:cubicBezTo>
                  <a:cubicBezTo>
                    <a:pt x="3141" y="9290"/>
                    <a:pt x="6666" y="15794"/>
                    <a:pt x="10768" y="15794"/>
                  </a:cubicBezTo>
                  <a:cubicBezTo>
                    <a:pt x="14934" y="15794"/>
                    <a:pt x="18459" y="9290"/>
                    <a:pt x="19805" y="0"/>
                  </a:cubicBezTo>
                  <a:lnTo>
                    <a:pt x="21600" y="0"/>
                  </a:lnTo>
                  <a:close/>
                </a:path>
              </a:pathLst>
            </a:custGeom>
            <a:solidFill>
              <a:srgbClr val="58585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4979" name="Group 4979"/>
            <p:cNvGrpSpPr/>
            <p:nvPr/>
          </p:nvGrpSpPr>
          <p:grpSpPr>
            <a:xfrm>
              <a:off x="-1" y="5341315"/>
              <a:ext cx="2505920" cy="2855462"/>
              <a:chOff x="0" y="0"/>
              <a:chExt cx="2505918" cy="2855461"/>
            </a:xfrm>
          </p:grpSpPr>
          <p:sp>
            <p:nvSpPr>
              <p:cNvPr id="4977" name="Shape 4977"/>
              <p:cNvSpPr/>
              <p:nvPr/>
            </p:nvSpPr>
            <p:spPr>
              <a:xfrm>
                <a:off x="-1" y="822282"/>
                <a:ext cx="473959" cy="1967466"/>
              </a:xfrm>
              <a:custGeom>
                <a:avLst/>
                <a:gdLst/>
                <a:ahLst/>
                <a:cxnLst>
                  <a:cxn ang="0">
                    <a:pos x="wd2" y="hd2"/>
                  </a:cxn>
                  <a:cxn ang="5400000">
                    <a:pos x="wd2" y="hd2"/>
                  </a:cxn>
                  <a:cxn ang="10800000">
                    <a:pos x="wd2" y="hd2"/>
                  </a:cxn>
                  <a:cxn ang="16200000">
                    <a:pos x="wd2" y="hd2"/>
                  </a:cxn>
                </a:cxnLst>
                <a:rect l="0" t="0" r="r" b="b"/>
                <a:pathLst>
                  <a:path w="19711" h="21303" fill="norm" stroke="1" extrusionOk="0">
                    <a:moveTo>
                      <a:pt x="3142" y="4"/>
                    </a:moveTo>
                    <a:cubicBezTo>
                      <a:pt x="6645" y="-148"/>
                      <a:pt x="13067" y="4415"/>
                      <a:pt x="17153" y="10348"/>
                    </a:cubicBezTo>
                    <a:cubicBezTo>
                      <a:pt x="20656" y="16280"/>
                      <a:pt x="20656" y="21148"/>
                      <a:pt x="16570" y="21300"/>
                    </a:cubicBezTo>
                    <a:cubicBezTo>
                      <a:pt x="13067" y="21452"/>
                      <a:pt x="6645" y="16889"/>
                      <a:pt x="2559" y="10956"/>
                    </a:cubicBezTo>
                    <a:cubicBezTo>
                      <a:pt x="-944" y="5176"/>
                      <a:pt x="-944" y="156"/>
                      <a:pt x="3142" y="4"/>
                    </a:cubicBezTo>
                    <a:close/>
                  </a:path>
                </a:pathLst>
              </a:custGeom>
              <a:solidFill>
                <a:srgbClr val="17375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78" name="Shape 4978"/>
              <p:cNvSpPr/>
              <p:nvPr/>
            </p:nvSpPr>
            <p:spPr>
              <a:xfrm>
                <a:off x="107133" y="0"/>
                <a:ext cx="2398786" cy="2855462"/>
              </a:xfrm>
              <a:custGeom>
                <a:avLst/>
                <a:gdLst/>
                <a:ahLst/>
                <a:cxnLst>
                  <a:cxn ang="0">
                    <a:pos x="wd2" y="hd2"/>
                  </a:cxn>
                  <a:cxn ang="5400000">
                    <a:pos x="wd2" y="hd2"/>
                  </a:cxn>
                  <a:cxn ang="10800000">
                    <a:pos x="wd2" y="hd2"/>
                  </a:cxn>
                  <a:cxn ang="16200000">
                    <a:pos x="wd2" y="hd2"/>
                  </a:cxn>
                </a:cxnLst>
                <a:rect l="0" t="0" r="r" b="b"/>
                <a:pathLst>
                  <a:path w="20853" h="21503" fill="norm" stroke="1" extrusionOk="0">
                    <a:moveTo>
                      <a:pt x="0" y="4636"/>
                    </a:moveTo>
                    <a:cubicBezTo>
                      <a:pt x="2548" y="3793"/>
                      <a:pt x="2548" y="3793"/>
                      <a:pt x="2548" y="3793"/>
                    </a:cubicBezTo>
                    <a:cubicBezTo>
                      <a:pt x="3519" y="4952"/>
                      <a:pt x="3519" y="4952"/>
                      <a:pt x="3519" y="4952"/>
                    </a:cubicBezTo>
                    <a:cubicBezTo>
                      <a:pt x="14926" y="0"/>
                      <a:pt x="14926" y="0"/>
                      <a:pt x="14926" y="0"/>
                    </a:cubicBezTo>
                    <a:cubicBezTo>
                      <a:pt x="20993" y="5268"/>
                      <a:pt x="21600" y="12433"/>
                      <a:pt x="20265" y="20441"/>
                    </a:cubicBezTo>
                    <a:cubicBezTo>
                      <a:pt x="6917" y="20230"/>
                      <a:pt x="6917" y="20230"/>
                      <a:pt x="6917" y="20230"/>
                    </a:cubicBezTo>
                    <a:cubicBezTo>
                      <a:pt x="6431" y="20652"/>
                      <a:pt x="7038" y="21600"/>
                      <a:pt x="5582" y="21495"/>
                    </a:cubicBezTo>
                    <a:cubicBezTo>
                      <a:pt x="3762" y="21495"/>
                      <a:pt x="3762" y="21495"/>
                      <a:pt x="3762" y="21495"/>
                    </a:cubicBezTo>
                    <a:cubicBezTo>
                      <a:pt x="4611" y="15173"/>
                      <a:pt x="3762" y="9378"/>
                      <a:pt x="0" y="4636"/>
                    </a:cubicBezTo>
                    <a:close/>
                  </a:path>
                </a:pathLst>
              </a:custGeom>
              <a:solidFill>
                <a:srgbClr val="17375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980" name="Shape 4980"/>
            <p:cNvSpPr/>
            <p:nvPr/>
          </p:nvSpPr>
          <p:spPr>
            <a:xfrm>
              <a:off x="4315263" y="8044435"/>
              <a:ext cx="1327954" cy="306905"/>
            </a:xfrm>
            <a:prstGeom prst="rect">
              <a:avLst/>
            </a:prstGeom>
            <a:solidFill>
              <a:srgbClr val="58585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81" name="Shape 4981"/>
            <p:cNvSpPr/>
            <p:nvPr/>
          </p:nvSpPr>
          <p:spPr>
            <a:xfrm>
              <a:off x="8647335" y="8044435"/>
              <a:ext cx="1327955" cy="306905"/>
            </a:xfrm>
            <a:prstGeom prst="rect">
              <a:avLst/>
            </a:prstGeom>
            <a:solidFill>
              <a:srgbClr val="58585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82" name="Shape 4982"/>
            <p:cNvSpPr/>
            <p:nvPr/>
          </p:nvSpPr>
          <p:spPr>
            <a:xfrm>
              <a:off x="1989873" y="3895322"/>
              <a:ext cx="3713762" cy="4149113"/>
            </a:xfrm>
            <a:custGeom>
              <a:avLst/>
              <a:gdLst/>
              <a:ahLst/>
              <a:cxnLst>
                <a:cxn ang="0">
                  <a:pos x="wd2" y="hd2"/>
                </a:cxn>
                <a:cxn ang="5400000">
                  <a:pos x="wd2" y="hd2"/>
                </a:cxn>
                <a:cxn ang="10800000">
                  <a:pos x="wd2" y="hd2"/>
                </a:cxn>
                <a:cxn ang="16200000">
                  <a:pos x="wd2" y="hd2"/>
                </a:cxn>
              </a:cxnLst>
              <a:rect l="0" t="0" r="r" b="b"/>
              <a:pathLst>
                <a:path w="20942" h="21600" fill="norm" stroke="1" extrusionOk="0">
                  <a:moveTo>
                    <a:pt x="3074" y="21600"/>
                  </a:moveTo>
                  <a:cubicBezTo>
                    <a:pt x="20654" y="21600"/>
                    <a:pt x="20654" y="21600"/>
                    <a:pt x="20654" y="21600"/>
                  </a:cubicBezTo>
                  <a:cubicBezTo>
                    <a:pt x="21600" y="14814"/>
                    <a:pt x="20260" y="6786"/>
                    <a:pt x="16003" y="0"/>
                  </a:cubicBezTo>
                  <a:cubicBezTo>
                    <a:pt x="0" y="7224"/>
                    <a:pt x="0" y="7224"/>
                    <a:pt x="0" y="7224"/>
                  </a:cubicBezTo>
                  <a:cubicBezTo>
                    <a:pt x="4336" y="11603"/>
                    <a:pt x="4257" y="17003"/>
                    <a:pt x="3074" y="21600"/>
                  </a:cubicBezTo>
                  <a:close/>
                </a:path>
              </a:pathLst>
            </a:cu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83" name="Shape 4983"/>
            <p:cNvSpPr/>
            <p:nvPr/>
          </p:nvSpPr>
          <p:spPr>
            <a:xfrm>
              <a:off x="4940874" y="2496550"/>
              <a:ext cx="3931701" cy="5547885"/>
            </a:xfrm>
            <a:custGeom>
              <a:avLst/>
              <a:gdLst/>
              <a:ahLst/>
              <a:cxnLst>
                <a:cxn ang="0">
                  <a:pos x="wd2" y="hd2"/>
                </a:cxn>
                <a:cxn ang="5400000">
                  <a:pos x="wd2" y="hd2"/>
                </a:cxn>
                <a:cxn ang="10800000">
                  <a:pos x="wd2" y="hd2"/>
                </a:cxn>
                <a:cxn ang="16200000">
                  <a:pos x="wd2" y="hd2"/>
                </a:cxn>
              </a:cxnLst>
              <a:rect l="0" t="0" r="r" b="b"/>
              <a:pathLst>
                <a:path w="19604" h="21600" fill="norm" stroke="1" extrusionOk="0">
                  <a:moveTo>
                    <a:pt x="4181" y="21600"/>
                  </a:moveTo>
                  <a:cubicBezTo>
                    <a:pt x="17141" y="21600"/>
                    <a:pt x="17141" y="21600"/>
                    <a:pt x="17141" y="21600"/>
                  </a:cubicBezTo>
                  <a:cubicBezTo>
                    <a:pt x="21600" y="14236"/>
                    <a:pt x="19788" y="6436"/>
                    <a:pt x="13448" y="0"/>
                  </a:cubicBezTo>
                  <a:cubicBezTo>
                    <a:pt x="0" y="5073"/>
                    <a:pt x="0" y="5073"/>
                    <a:pt x="0" y="5073"/>
                  </a:cubicBezTo>
                  <a:cubicBezTo>
                    <a:pt x="4041" y="9927"/>
                    <a:pt x="5714" y="17455"/>
                    <a:pt x="4181" y="21600"/>
                  </a:cubicBezTo>
                  <a:close/>
                </a:path>
              </a:pathLst>
            </a:cu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84" name="Shape 4984"/>
            <p:cNvSpPr/>
            <p:nvPr/>
          </p:nvSpPr>
          <p:spPr>
            <a:xfrm>
              <a:off x="7850567" y="1233521"/>
              <a:ext cx="4291670" cy="6822722"/>
            </a:xfrm>
            <a:custGeom>
              <a:avLst/>
              <a:gdLst/>
              <a:ahLst/>
              <a:cxnLst>
                <a:cxn ang="0">
                  <a:pos x="wd2" y="hd2"/>
                </a:cxn>
                <a:cxn ang="5400000">
                  <a:pos x="wd2" y="hd2"/>
                </a:cxn>
                <a:cxn ang="10800000">
                  <a:pos x="wd2" y="hd2"/>
                </a:cxn>
                <a:cxn ang="16200000">
                  <a:pos x="wd2" y="hd2"/>
                </a:cxn>
              </a:cxnLst>
              <a:rect l="0" t="0" r="r" b="b"/>
              <a:pathLst>
                <a:path w="19806" h="21600" fill="norm" stroke="1" extrusionOk="0">
                  <a:moveTo>
                    <a:pt x="3288" y="21556"/>
                  </a:moveTo>
                  <a:cubicBezTo>
                    <a:pt x="16506" y="21600"/>
                    <a:pt x="16506" y="21600"/>
                    <a:pt x="16506" y="21600"/>
                  </a:cubicBezTo>
                  <a:cubicBezTo>
                    <a:pt x="21471" y="16145"/>
                    <a:pt x="21600" y="6742"/>
                    <a:pt x="11541" y="0"/>
                  </a:cubicBezTo>
                  <a:cubicBezTo>
                    <a:pt x="0" y="3726"/>
                    <a:pt x="0" y="3726"/>
                    <a:pt x="0" y="3726"/>
                  </a:cubicBezTo>
                  <a:cubicBezTo>
                    <a:pt x="6577" y="9935"/>
                    <a:pt x="6641" y="17342"/>
                    <a:pt x="3288" y="21556"/>
                  </a:cubicBezTo>
                  <a:close/>
                </a:path>
              </a:pathLst>
            </a:custGeom>
            <a:solidFill>
              <a:srgbClr val="2DC1C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4985" name="Shape 4985"/>
            <p:cNvSpPr/>
            <p:nvPr/>
          </p:nvSpPr>
          <p:spPr>
            <a:xfrm>
              <a:off x="10577293" y="0"/>
              <a:ext cx="4811459" cy="8056238"/>
            </a:xfrm>
            <a:custGeom>
              <a:avLst/>
              <a:gdLst/>
              <a:ahLst/>
              <a:cxnLst>
                <a:cxn ang="0">
                  <a:pos x="wd2" y="hd2"/>
                </a:cxn>
                <a:cxn ang="5400000">
                  <a:pos x="wd2" y="hd2"/>
                </a:cxn>
                <a:cxn ang="10800000">
                  <a:pos x="wd2" y="hd2"/>
                </a:cxn>
                <a:cxn ang="16200000">
                  <a:pos x="wd2" y="hd2"/>
                </a:cxn>
              </a:cxnLst>
              <a:rect l="0" t="0" r="r" b="b"/>
              <a:pathLst>
                <a:path w="19522" h="21600" fill="norm" stroke="1" extrusionOk="0">
                  <a:moveTo>
                    <a:pt x="0" y="3005"/>
                  </a:moveTo>
                  <a:cubicBezTo>
                    <a:pt x="9978" y="0"/>
                    <a:pt x="9978" y="0"/>
                    <a:pt x="9978" y="0"/>
                  </a:cubicBezTo>
                  <a:cubicBezTo>
                    <a:pt x="20863" y="5635"/>
                    <a:pt x="21600" y="15139"/>
                    <a:pt x="16384" y="21562"/>
                  </a:cubicBezTo>
                  <a:cubicBezTo>
                    <a:pt x="4309" y="21600"/>
                    <a:pt x="4309" y="21600"/>
                    <a:pt x="4309" y="21600"/>
                  </a:cubicBezTo>
                  <a:cubicBezTo>
                    <a:pt x="8731" y="16153"/>
                    <a:pt x="8277" y="9128"/>
                    <a:pt x="0" y="3005"/>
                  </a:cubicBezTo>
                  <a:close/>
                </a:path>
              </a:pathLst>
            </a:custGeom>
            <a:solidFill>
              <a:srgbClr val="85EDE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4987" name="Shape 498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5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4989" name="Shape 4989"/>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Promoción</a:t>
            </a:r>
          </a:p>
        </p:txBody>
      </p:sp>
      <p:sp>
        <p:nvSpPr>
          <p:cNvPr id="4990" name="Shape 499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5010" name="Group 5010"/>
          <p:cNvGrpSpPr/>
          <p:nvPr/>
        </p:nvGrpSpPr>
        <p:grpSpPr>
          <a:xfrm>
            <a:off x="2107526" y="1666386"/>
            <a:ext cx="7707974" cy="10843606"/>
            <a:chOff x="0" y="0"/>
            <a:chExt cx="7707972" cy="10843605"/>
          </a:xfrm>
        </p:grpSpPr>
        <p:sp>
          <p:nvSpPr>
            <p:cNvPr id="4991" name="Shape 4991"/>
            <p:cNvSpPr/>
            <p:nvPr/>
          </p:nvSpPr>
          <p:spPr>
            <a:xfrm>
              <a:off x="195551" y="9461815"/>
              <a:ext cx="7340885" cy="1381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472"/>
                  </a:moveTo>
                  <a:lnTo>
                    <a:pt x="17594" y="1312"/>
                  </a:lnTo>
                  <a:lnTo>
                    <a:pt x="5221" y="0"/>
                  </a:lnTo>
                  <a:lnTo>
                    <a:pt x="0" y="11565"/>
                  </a:lnTo>
                  <a:lnTo>
                    <a:pt x="5437" y="21600"/>
                  </a:lnTo>
                  <a:lnTo>
                    <a:pt x="16807" y="21600"/>
                  </a:lnTo>
                  <a:lnTo>
                    <a:pt x="21600" y="10472"/>
                  </a:lnTo>
                </a:path>
              </a:pathLst>
            </a:custGeom>
            <a:solidFill>
              <a:srgbClr val="95A5A6">
                <a:alpha val="25000"/>
              </a:srgbClr>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nvGrpSpPr>
            <p:cNvPr id="4995" name="Group 4995"/>
            <p:cNvGrpSpPr/>
            <p:nvPr/>
          </p:nvGrpSpPr>
          <p:grpSpPr>
            <a:xfrm>
              <a:off x="3139074" y="6348181"/>
              <a:ext cx="1040214" cy="4317913"/>
              <a:chOff x="0" y="0"/>
              <a:chExt cx="1040212" cy="4317911"/>
            </a:xfrm>
          </p:grpSpPr>
          <p:sp>
            <p:nvSpPr>
              <p:cNvPr id="4992" name="Shape 4992"/>
              <p:cNvSpPr/>
              <p:nvPr/>
            </p:nvSpPr>
            <p:spPr>
              <a:xfrm>
                <a:off x="519016" y="321564"/>
                <a:ext cx="518380" cy="39963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19872"/>
                    </a:lnTo>
                    <a:lnTo>
                      <a:pt x="21600" y="0"/>
                    </a:lnTo>
                    <a:lnTo>
                      <a:pt x="0" y="1621"/>
                    </a:lnTo>
                    <a:lnTo>
                      <a:pt x="0" y="21600"/>
                    </a:lnTo>
                  </a:path>
                </a:pathLst>
              </a:custGeom>
              <a:solidFill>
                <a:srgbClr val="4B565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4993" name="Shape 4993"/>
              <p:cNvSpPr/>
              <p:nvPr/>
            </p:nvSpPr>
            <p:spPr>
              <a:xfrm>
                <a:off x="37923" y="321564"/>
                <a:ext cx="518379" cy="39963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21"/>
                    </a:moveTo>
                    <a:lnTo>
                      <a:pt x="0" y="0"/>
                    </a:lnTo>
                    <a:lnTo>
                      <a:pt x="0" y="19872"/>
                    </a:lnTo>
                    <a:lnTo>
                      <a:pt x="21600" y="21600"/>
                    </a:lnTo>
                    <a:lnTo>
                      <a:pt x="21600" y="1621"/>
                    </a:lnTo>
                  </a:path>
                </a:pathLst>
              </a:custGeom>
              <a:solidFill>
                <a:srgbClr val="95A5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4994" name="Shape 4994"/>
              <p:cNvSpPr/>
              <p:nvPr/>
            </p:nvSpPr>
            <p:spPr>
              <a:xfrm>
                <a:off x="0" y="0"/>
                <a:ext cx="1040213" cy="619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454"/>
                    </a:moveTo>
                    <a:lnTo>
                      <a:pt x="10800" y="21600"/>
                    </a:lnTo>
                    <a:lnTo>
                      <a:pt x="0" y="10454"/>
                    </a:lnTo>
                    <a:lnTo>
                      <a:pt x="10800" y="0"/>
                    </a:lnTo>
                    <a:lnTo>
                      <a:pt x="21600" y="10454"/>
                    </a:lnTo>
                  </a:path>
                </a:pathLst>
              </a:custGeom>
              <a:solidFill>
                <a:srgbClr val="DFCFA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4998" name="Group 4998"/>
            <p:cNvGrpSpPr/>
            <p:nvPr/>
          </p:nvGrpSpPr>
          <p:grpSpPr>
            <a:xfrm>
              <a:off x="-1" y="3111627"/>
              <a:ext cx="6078392" cy="3646035"/>
              <a:chOff x="0" y="0"/>
              <a:chExt cx="6078390" cy="3646033"/>
            </a:xfrm>
          </p:grpSpPr>
          <p:sp>
            <p:nvSpPr>
              <p:cNvPr id="4996" name="Shape 4996"/>
              <p:cNvSpPr/>
              <p:nvPr/>
            </p:nvSpPr>
            <p:spPr>
              <a:xfrm>
                <a:off x="2188775" y="0"/>
                <a:ext cx="3889616" cy="36460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5267" y="21600"/>
                    </a:lnTo>
                    <a:lnTo>
                      <a:pt x="21600" y="5332"/>
                    </a:lnTo>
                    <a:lnTo>
                      <a:pt x="0" y="0"/>
                    </a:lnTo>
                  </a:path>
                </a:pathLst>
              </a:custGeom>
              <a:solidFill>
                <a:srgbClr val="E8A52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4997" name="Shape 4997"/>
              <p:cNvSpPr/>
              <p:nvPr/>
            </p:nvSpPr>
            <p:spPr>
              <a:xfrm>
                <a:off x="0" y="0"/>
                <a:ext cx="3138297" cy="36460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70" y="0"/>
                    </a:moveTo>
                    <a:lnTo>
                      <a:pt x="21600" y="21600"/>
                    </a:lnTo>
                    <a:lnTo>
                      <a:pt x="0" y="12530"/>
                    </a:lnTo>
                    <a:lnTo>
                      <a:pt x="15070" y="0"/>
                    </a:lnTo>
                  </a:path>
                </a:pathLst>
              </a:custGeom>
              <a:solidFill>
                <a:srgbClr val="FCD22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5002" name="Group 5002"/>
            <p:cNvGrpSpPr/>
            <p:nvPr/>
          </p:nvGrpSpPr>
          <p:grpSpPr>
            <a:xfrm>
              <a:off x="-1" y="4013897"/>
              <a:ext cx="6078392" cy="3670050"/>
              <a:chOff x="0" y="0"/>
              <a:chExt cx="6078390" cy="3670049"/>
            </a:xfrm>
          </p:grpSpPr>
          <p:sp>
            <p:nvSpPr>
              <p:cNvPr id="4999" name="Shape 4999"/>
              <p:cNvSpPr/>
              <p:nvPr/>
            </p:nvSpPr>
            <p:spPr>
              <a:xfrm>
                <a:off x="3139075" y="0"/>
                <a:ext cx="2939316" cy="31828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3" y="21600"/>
                    </a:moveTo>
                    <a:lnTo>
                      <a:pt x="0" y="18633"/>
                    </a:lnTo>
                    <a:lnTo>
                      <a:pt x="21600" y="0"/>
                    </a:lnTo>
                    <a:lnTo>
                      <a:pt x="21063" y="21600"/>
                    </a:lnTo>
                  </a:path>
                </a:pathLst>
              </a:custGeom>
              <a:solidFill>
                <a:srgbClr val="004B7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00" name="Shape 5000"/>
              <p:cNvSpPr/>
              <p:nvPr/>
            </p:nvSpPr>
            <p:spPr>
              <a:xfrm>
                <a:off x="0" y="1214459"/>
                <a:ext cx="3138297" cy="24555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12" y="21600"/>
                    </a:moveTo>
                    <a:lnTo>
                      <a:pt x="21600" y="13473"/>
                    </a:lnTo>
                    <a:lnTo>
                      <a:pt x="0" y="0"/>
                    </a:lnTo>
                    <a:lnTo>
                      <a:pt x="16912" y="21600"/>
                    </a:lnTo>
                  </a:path>
                </a:pathLst>
              </a:custGeom>
              <a:solidFill>
                <a:srgbClr val="82D1F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01" name="Shape 5001"/>
              <p:cNvSpPr/>
              <p:nvPr/>
            </p:nvSpPr>
            <p:spPr>
              <a:xfrm>
                <a:off x="2456367" y="2744544"/>
                <a:ext cx="3549980" cy="9220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4144" y="0"/>
                    </a:lnTo>
                    <a:lnTo>
                      <a:pt x="21600" y="10227"/>
                    </a:lnTo>
                    <a:lnTo>
                      <a:pt x="0" y="21600"/>
                    </a:lnTo>
                  </a:path>
                </a:pathLst>
              </a:custGeom>
              <a:solidFill>
                <a:srgbClr val="1037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5005" name="Group 5005"/>
            <p:cNvGrpSpPr/>
            <p:nvPr/>
          </p:nvGrpSpPr>
          <p:grpSpPr>
            <a:xfrm>
              <a:off x="0" y="0"/>
              <a:ext cx="5008018" cy="5227580"/>
              <a:chOff x="0" y="0"/>
              <a:chExt cx="5008017" cy="5227579"/>
            </a:xfrm>
          </p:grpSpPr>
          <p:sp>
            <p:nvSpPr>
              <p:cNvPr id="5003" name="Shape 5003"/>
              <p:cNvSpPr/>
              <p:nvPr/>
            </p:nvSpPr>
            <p:spPr>
              <a:xfrm>
                <a:off x="0" y="1046359"/>
                <a:ext cx="2187999" cy="4181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673"/>
                    </a:moveTo>
                    <a:lnTo>
                      <a:pt x="6726" y="0"/>
                    </a:lnTo>
                    <a:lnTo>
                      <a:pt x="0" y="21600"/>
                    </a:lnTo>
                    <a:lnTo>
                      <a:pt x="21600" y="10673"/>
                    </a:lnTo>
                  </a:path>
                </a:pathLst>
              </a:custGeom>
              <a:solidFill>
                <a:srgbClr val="B3E6F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04" name="Shape 5004"/>
              <p:cNvSpPr/>
              <p:nvPr/>
            </p:nvSpPr>
            <p:spPr>
              <a:xfrm>
                <a:off x="682707" y="0"/>
                <a:ext cx="4325311" cy="3110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524" y="21600"/>
                    </a:moveTo>
                    <a:lnTo>
                      <a:pt x="0" y="7258"/>
                    </a:lnTo>
                    <a:lnTo>
                      <a:pt x="21600" y="0"/>
                    </a:lnTo>
                    <a:lnTo>
                      <a:pt x="7524" y="21600"/>
                    </a:lnTo>
                  </a:path>
                </a:pathLst>
              </a:custGeom>
              <a:solidFill>
                <a:srgbClr val="00C6A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5009" name="Group 5009"/>
            <p:cNvGrpSpPr/>
            <p:nvPr/>
          </p:nvGrpSpPr>
          <p:grpSpPr>
            <a:xfrm>
              <a:off x="2188782" y="0"/>
              <a:ext cx="5519191" cy="7196791"/>
              <a:chOff x="0" y="0"/>
              <a:chExt cx="5519190" cy="7196790"/>
            </a:xfrm>
          </p:grpSpPr>
          <p:sp>
            <p:nvSpPr>
              <p:cNvPr id="5006" name="Shape 5006"/>
              <p:cNvSpPr/>
              <p:nvPr/>
            </p:nvSpPr>
            <p:spPr>
              <a:xfrm>
                <a:off x="3818348" y="3403236"/>
                <a:ext cx="1700843" cy="37935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0"/>
                    </a:lnTo>
                    <a:lnTo>
                      <a:pt x="928" y="3466"/>
                    </a:lnTo>
                    <a:lnTo>
                      <a:pt x="0" y="21600"/>
                    </a:lnTo>
                  </a:path>
                </a:pathLst>
              </a:custGeom>
              <a:solidFill>
                <a:srgbClr val="FDDB8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07" name="Shape 5007"/>
              <p:cNvSpPr/>
              <p:nvPr/>
            </p:nvSpPr>
            <p:spPr>
              <a:xfrm>
                <a:off x="2820019" y="0"/>
                <a:ext cx="2699172" cy="4013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18325"/>
                    </a:lnTo>
                    <a:lnTo>
                      <a:pt x="8562" y="21600"/>
                    </a:lnTo>
                    <a:lnTo>
                      <a:pt x="0" y="0"/>
                    </a:lnTo>
                  </a:path>
                </a:pathLst>
              </a:custGeom>
              <a:solidFill>
                <a:srgbClr val="F7BB0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08" name="Shape 5008"/>
              <p:cNvSpPr/>
              <p:nvPr/>
            </p:nvSpPr>
            <p:spPr>
              <a:xfrm>
                <a:off x="0" y="0"/>
                <a:ext cx="3889614" cy="4013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754"/>
                    </a:moveTo>
                    <a:lnTo>
                      <a:pt x="15659" y="0"/>
                    </a:lnTo>
                    <a:lnTo>
                      <a:pt x="21600" y="21600"/>
                    </a:lnTo>
                    <a:lnTo>
                      <a:pt x="0" y="16754"/>
                    </a:lnTo>
                  </a:path>
                </a:pathLst>
              </a:custGeom>
              <a:solidFill>
                <a:srgbClr val="00AA9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sp>
        <p:nvSpPr>
          <p:cNvPr id="5011" name="Shape 5011"/>
          <p:cNvSpPr/>
          <p:nvPr/>
        </p:nvSpPr>
        <p:spPr>
          <a:xfrm>
            <a:off x="12175056" y="3543685"/>
            <a:ext cx="6299201" cy="187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000">
                <a:solidFill>
                  <a:srgbClr val="444444"/>
                </a:solidFill>
                <a:latin typeface="Raleway Regular"/>
                <a:ea typeface="Raleway Regular"/>
                <a:cs typeface="Raleway Regular"/>
                <a:sym typeface="Raleway Regular"/>
              </a:defRPr>
            </a:lvl1pPr>
          </a:lstStyle>
          <a:p>
            <a:pPr/>
            <a:r>
              <a:t>Nullam quis risus eget urna mollis ornare vel eu leo. Aenean eu leo quam. Pellentesque ornare sem lacinia quam venenatis vestibulum. </a:t>
            </a:r>
          </a:p>
        </p:txBody>
      </p:sp>
      <p:sp>
        <p:nvSpPr>
          <p:cNvPr id="5012" name="Shape 5012"/>
          <p:cNvSpPr/>
          <p:nvPr/>
        </p:nvSpPr>
        <p:spPr>
          <a:xfrm>
            <a:off x="12175056" y="2819785"/>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sp>
        <p:nvSpPr>
          <p:cNvPr id="5013" name="Shape 5013"/>
          <p:cNvSpPr/>
          <p:nvPr/>
        </p:nvSpPr>
        <p:spPr>
          <a:xfrm>
            <a:off x="12175056" y="8293486"/>
            <a:ext cx="6299201" cy="187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000">
                <a:solidFill>
                  <a:srgbClr val="444444"/>
                </a:solidFill>
                <a:latin typeface="Raleway Regular"/>
                <a:ea typeface="Raleway Regular"/>
                <a:cs typeface="Raleway Regular"/>
                <a:sym typeface="Raleway Regular"/>
              </a:defRPr>
            </a:lvl1pPr>
          </a:lstStyle>
          <a:p>
            <a:pPr/>
            <a:r>
              <a:t>Nullam quis risus eget urna mollis ornare vel eu leo. Aenean eu leo quam. Pellentesque ornare sem lacinia quam venenatis vestibulum. </a:t>
            </a:r>
          </a:p>
        </p:txBody>
      </p:sp>
      <p:sp>
        <p:nvSpPr>
          <p:cNvPr id="5014" name="Shape 5014"/>
          <p:cNvSpPr/>
          <p:nvPr/>
        </p:nvSpPr>
        <p:spPr>
          <a:xfrm>
            <a:off x="12175056" y="7569586"/>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spTree>
  </p:cSld>
  <p:clrMapOvr>
    <a:masterClrMapping/>
  </p:clrMapOvr>
  <p:transition xmlns:p14="http://schemas.microsoft.com/office/powerpoint/2010/main" spd="med" advClick="1" p14:dur="1000"/>
</p:sld>
</file>

<file path=ppt/slides/slide15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016" name="Shape 5016"/>
          <p:cNvSpPr/>
          <p:nvPr/>
        </p:nvSpPr>
        <p:spPr>
          <a:xfrm>
            <a:off x="303300" y="385686"/>
            <a:ext cx="847788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Consumidor / Pensamiento</a:t>
            </a:r>
          </a:p>
        </p:txBody>
      </p:sp>
      <p:sp>
        <p:nvSpPr>
          <p:cNvPr id="5017" name="Shape 501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5024" name="Group 5024"/>
          <p:cNvGrpSpPr/>
          <p:nvPr/>
        </p:nvGrpSpPr>
        <p:grpSpPr>
          <a:xfrm>
            <a:off x="9678746" y="3388425"/>
            <a:ext cx="5648901" cy="6372678"/>
            <a:chOff x="0" y="0"/>
            <a:chExt cx="5648899" cy="6372676"/>
          </a:xfrm>
        </p:grpSpPr>
        <p:sp>
          <p:nvSpPr>
            <p:cNvPr id="5018" name="Shape 5018"/>
            <p:cNvSpPr/>
            <p:nvPr/>
          </p:nvSpPr>
          <p:spPr>
            <a:xfrm>
              <a:off x="151348" y="219455"/>
              <a:ext cx="2674076" cy="5933767"/>
            </a:xfrm>
            <a:custGeom>
              <a:avLst/>
              <a:gdLst/>
              <a:ahLst/>
              <a:cxnLst>
                <a:cxn ang="0">
                  <a:pos x="wd2" y="hd2"/>
                </a:cxn>
                <a:cxn ang="5400000">
                  <a:pos x="wd2" y="hd2"/>
                </a:cxn>
                <a:cxn ang="10800000">
                  <a:pos x="wd2" y="hd2"/>
                </a:cxn>
                <a:cxn ang="16200000">
                  <a:pos x="wd2" y="hd2"/>
                </a:cxn>
              </a:cxnLst>
              <a:rect l="0" t="0" r="r" b="b"/>
              <a:pathLst>
                <a:path w="21532" h="21386" fill="norm" stroke="1" extrusionOk="0">
                  <a:moveTo>
                    <a:pt x="20391" y="9913"/>
                  </a:moveTo>
                  <a:cubicBezTo>
                    <a:pt x="20955" y="8469"/>
                    <a:pt x="20955" y="8469"/>
                    <a:pt x="20955" y="8469"/>
                  </a:cubicBezTo>
                  <a:cubicBezTo>
                    <a:pt x="20955" y="8371"/>
                    <a:pt x="20485" y="8272"/>
                    <a:pt x="20485" y="8174"/>
                  </a:cubicBezTo>
                  <a:cubicBezTo>
                    <a:pt x="20673" y="8062"/>
                    <a:pt x="20799" y="7922"/>
                    <a:pt x="20830" y="7767"/>
                  </a:cubicBezTo>
                  <a:cubicBezTo>
                    <a:pt x="20799" y="7866"/>
                    <a:pt x="20861" y="7641"/>
                    <a:pt x="20861" y="7641"/>
                  </a:cubicBezTo>
                  <a:cubicBezTo>
                    <a:pt x="20955" y="7431"/>
                    <a:pt x="20955" y="7375"/>
                    <a:pt x="20924" y="7487"/>
                  </a:cubicBezTo>
                  <a:cubicBezTo>
                    <a:pt x="20924" y="7459"/>
                    <a:pt x="20955" y="7431"/>
                    <a:pt x="20955" y="7403"/>
                  </a:cubicBezTo>
                  <a:cubicBezTo>
                    <a:pt x="20987" y="7277"/>
                    <a:pt x="21049" y="7150"/>
                    <a:pt x="21081" y="7038"/>
                  </a:cubicBezTo>
                  <a:cubicBezTo>
                    <a:pt x="21081" y="7010"/>
                    <a:pt x="21081" y="6996"/>
                    <a:pt x="21081" y="6982"/>
                  </a:cubicBezTo>
                  <a:cubicBezTo>
                    <a:pt x="21112" y="6968"/>
                    <a:pt x="21112" y="6954"/>
                    <a:pt x="21143" y="6912"/>
                  </a:cubicBezTo>
                  <a:cubicBezTo>
                    <a:pt x="21269" y="6687"/>
                    <a:pt x="21269" y="6421"/>
                    <a:pt x="21269" y="6168"/>
                  </a:cubicBezTo>
                  <a:cubicBezTo>
                    <a:pt x="21300" y="6056"/>
                    <a:pt x="21300" y="5930"/>
                    <a:pt x="21269" y="5818"/>
                  </a:cubicBezTo>
                  <a:cubicBezTo>
                    <a:pt x="21269" y="5776"/>
                    <a:pt x="21269" y="5748"/>
                    <a:pt x="21269" y="5720"/>
                  </a:cubicBezTo>
                  <a:cubicBezTo>
                    <a:pt x="21269" y="5411"/>
                    <a:pt x="20861" y="5131"/>
                    <a:pt x="20234" y="5018"/>
                  </a:cubicBezTo>
                  <a:cubicBezTo>
                    <a:pt x="20234" y="4822"/>
                    <a:pt x="20234" y="4612"/>
                    <a:pt x="20234" y="4387"/>
                  </a:cubicBezTo>
                  <a:cubicBezTo>
                    <a:pt x="20234" y="4135"/>
                    <a:pt x="20203" y="3882"/>
                    <a:pt x="20203" y="3644"/>
                  </a:cubicBezTo>
                  <a:cubicBezTo>
                    <a:pt x="20203" y="3574"/>
                    <a:pt x="20234" y="3518"/>
                    <a:pt x="20234" y="3461"/>
                  </a:cubicBezTo>
                  <a:cubicBezTo>
                    <a:pt x="20234" y="3447"/>
                    <a:pt x="20234" y="3447"/>
                    <a:pt x="20234" y="3447"/>
                  </a:cubicBezTo>
                  <a:cubicBezTo>
                    <a:pt x="20234" y="3433"/>
                    <a:pt x="20234" y="3433"/>
                    <a:pt x="20234" y="3419"/>
                  </a:cubicBezTo>
                  <a:cubicBezTo>
                    <a:pt x="20266" y="3391"/>
                    <a:pt x="20297" y="3363"/>
                    <a:pt x="20328" y="3349"/>
                  </a:cubicBezTo>
                  <a:cubicBezTo>
                    <a:pt x="20830" y="3223"/>
                    <a:pt x="21143" y="2985"/>
                    <a:pt x="21238" y="2704"/>
                  </a:cubicBezTo>
                  <a:cubicBezTo>
                    <a:pt x="21206" y="2746"/>
                    <a:pt x="21206" y="2746"/>
                    <a:pt x="21238" y="2718"/>
                  </a:cubicBezTo>
                  <a:cubicBezTo>
                    <a:pt x="21206" y="2830"/>
                    <a:pt x="21269" y="2690"/>
                    <a:pt x="21269" y="2662"/>
                  </a:cubicBezTo>
                  <a:cubicBezTo>
                    <a:pt x="21332" y="2578"/>
                    <a:pt x="21363" y="2480"/>
                    <a:pt x="21363" y="2395"/>
                  </a:cubicBezTo>
                  <a:cubicBezTo>
                    <a:pt x="21363" y="2381"/>
                    <a:pt x="21363" y="2381"/>
                    <a:pt x="21363" y="2381"/>
                  </a:cubicBezTo>
                  <a:cubicBezTo>
                    <a:pt x="21426" y="2199"/>
                    <a:pt x="21488" y="2017"/>
                    <a:pt x="21520" y="1834"/>
                  </a:cubicBezTo>
                  <a:cubicBezTo>
                    <a:pt x="21551" y="1526"/>
                    <a:pt x="21551" y="1203"/>
                    <a:pt x="21206" y="923"/>
                  </a:cubicBezTo>
                  <a:cubicBezTo>
                    <a:pt x="21049" y="811"/>
                    <a:pt x="20830" y="698"/>
                    <a:pt x="20611" y="614"/>
                  </a:cubicBezTo>
                  <a:cubicBezTo>
                    <a:pt x="20485" y="558"/>
                    <a:pt x="20360" y="516"/>
                    <a:pt x="20234" y="460"/>
                  </a:cubicBezTo>
                  <a:cubicBezTo>
                    <a:pt x="20234" y="460"/>
                    <a:pt x="20203" y="446"/>
                    <a:pt x="20172" y="432"/>
                  </a:cubicBezTo>
                  <a:cubicBezTo>
                    <a:pt x="19827" y="207"/>
                    <a:pt x="19137" y="95"/>
                    <a:pt x="18573" y="39"/>
                  </a:cubicBezTo>
                  <a:cubicBezTo>
                    <a:pt x="17476" y="-31"/>
                    <a:pt x="16253" y="-31"/>
                    <a:pt x="15281" y="250"/>
                  </a:cubicBezTo>
                  <a:cubicBezTo>
                    <a:pt x="14529" y="474"/>
                    <a:pt x="14090" y="811"/>
                    <a:pt x="13870" y="1175"/>
                  </a:cubicBezTo>
                  <a:cubicBezTo>
                    <a:pt x="13651" y="1175"/>
                    <a:pt x="13400" y="1203"/>
                    <a:pt x="13149" y="1245"/>
                  </a:cubicBezTo>
                  <a:cubicBezTo>
                    <a:pt x="13118" y="1259"/>
                    <a:pt x="13087" y="1273"/>
                    <a:pt x="13055" y="1273"/>
                  </a:cubicBezTo>
                  <a:cubicBezTo>
                    <a:pt x="13024" y="1273"/>
                    <a:pt x="13024" y="1287"/>
                    <a:pt x="12993" y="1287"/>
                  </a:cubicBezTo>
                  <a:cubicBezTo>
                    <a:pt x="12710" y="1217"/>
                    <a:pt x="12334" y="1203"/>
                    <a:pt x="11958" y="1259"/>
                  </a:cubicBezTo>
                  <a:cubicBezTo>
                    <a:pt x="11770" y="1287"/>
                    <a:pt x="11582" y="1315"/>
                    <a:pt x="11394" y="1358"/>
                  </a:cubicBezTo>
                  <a:cubicBezTo>
                    <a:pt x="10673" y="1245"/>
                    <a:pt x="9889" y="1372"/>
                    <a:pt x="9450" y="1666"/>
                  </a:cubicBezTo>
                  <a:cubicBezTo>
                    <a:pt x="9419" y="1680"/>
                    <a:pt x="9387" y="1694"/>
                    <a:pt x="9356" y="1708"/>
                  </a:cubicBezTo>
                  <a:cubicBezTo>
                    <a:pt x="9293" y="1750"/>
                    <a:pt x="9199" y="1792"/>
                    <a:pt x="9105" y="1820"/>
                  </a:cubicBezTo>
                  <a:cubicBezTo>
                    <a:pt x="9042" y="1848"/>
                    <a:pt x="9011" y="1877"/>
                    <a:pt x="8948" y="1905"/>
                  </a:cubicBezTo>
                  <a:cubicBezTo>
                    <a:pt x="8854" y="1947"/>
                    <a:pt x="8729" y="2003"/>
                    <a:pt x="8604" y="2045"/>
                  </a:cubicBezTo>
                  <a:cubicBezTo>
                    <a:pt x="8572" y="2059"/>
                    <a:pt x="8541" y="2059"/>
                    <a:pt x="8509" y="2073"/>
                  </a:cubicBezTo>
                  <a:cubicBezTo>
                    <a:pt x="8415" y="2101"/>
                    <a:pt x="8321" y="2129"/>
                    <a:pt x="8227" y="2157"/>
                  </a:cubicBezTo>
                  <a:cubicBezTo>
                    <a:pt x="8071" y="2199"/>
                    <a:pt x="7914" y="2255"/>
                    <a:pt x="7757" y="2283"/>
                  </a:cubicBezTo>
                  <a:cubicBezTo>
                    <a:pt x="7632" y="2311"/>
                    <a:pt x="7506" y="2353"/>
                    <a:pt x="7350" y="2381"/>
                  </a:cubicBezTo>
                  <a:cubicBezTo>
                    <a:pt x="7130" y="2381"/>
                    <a:pt x="6911" y="2410"/>
                    <a:pt x="6691" y="2466"/>
                  </a:cubicBezTo>
                  <a:cubicBezTo>
                    <a:pt x="6378" y="2536"/>
                    <a:pt x="6096" y="2634"/>
                    <a:pt x="5813" y="2732"/>
                  </a:cubicBezTo>
                  <a:cubicBezTo>
                    <a:pt x="5813" y="2732"/>
                    <a:pt x="5813" y="2732"/>
                    <a:pt x="5813" y="2732"/>
                  </a:cubicBezTo>
                  <a:cubicBezTo>
                    <a:pt x="5657" y="2774"/>
                    <a:pt x="5531" y="2802"/>
                    <a:pt x="5375" y="2830"/>
                  </a:cubicBezTo>
                  <a:cubicBezTo>
                    <a:pt x="4779" y="2957"/>
                    <a:pt x="4528" y="3195"/>
                    <a:pt x="4528" y="3433"/>
                  </a:cubicBezTo>
                  <a:cubicBezTo>
                    <a:pt x="4371" y="3518"/>
                    <a:pt x="4215" y="3602"/>
                    <a:pt x="4089" y="3700"/>
                  </a:cubicBezTo>
                  <a:cubicBezTo>
                    <a:pt x="3682" y="4008"/>
                    <a:pt x="3870" y="4373"/>
                    <a:pt x="4340" y="4598"/>
                  </a:cubicBezTo>
                  <a:cubicBezTo>
                    <a:pt x="4215" y="4682"/>
                    <a:pt x="4121" y="4766"/>
                    <a:pt x="4058" y="4850"/>
                  </a:cubicBezTo>
                  <a:cubicBezTo>
                    <a:pt x="3744" y="4864"/>
                    <a:pt x="3431" y="4920"/>
                    <a:pt x="3211" y="5032"/>
                  </a:cubicBezTo>
                  <a:cubicBezTo>
                    <a:pt x="2804" y="5201"/>
                    <a:pt x="2428" y="5411"/>
                    <a:pt x="2208" y="5650"/>
                  </a:cubicBezTo>
                  <a:cubicBezTo>
                    <a:pt x="2177" y="5650"/>
                    <a:pt x="2145" y="5664"/>
                    <a:pt x="2083" y="5678"/>
                  </a:cubicBezTo>
                  <a:cubicBezTo>
                    <a:pt x="1424" y="5944"/>
                    <a:pt x="1424" y="6449"/>
                    <a:pt x="2020" y="6730"/>
                  </a:cubicBezTo>
                  <a:cubicBezTo>
                    <a:pt x="2271" y="6828"/>
                    <a:pt x="2522" y="6898"/>
                    <a:pt x="2804" y="6926"/>
                  </a:cubicBezTo>
                  <a:cubicBezTo>
                    <a:pt x="2772" y="6940"/>
                    <a:pt x="2772" y="6954"/>
                    <a:pt x="2772" y="6982"/>
                  </a:cubicBezTo>
                  <a:cubicBezTo>
                    <a:pt x="2271" y="6926"/>
                    <a:pt x="1707" y="6982"/>
                    <a:pt x="1268" y="7150"/>
                  </a:cubicBezTo>
                  <a:cubicBezTo>
                    <a:pt x="860" y="7319"/>
                    <a:pt x="641" y="7529"/>
                    <a:pt x="515" y="7753"/>
                  </a:cubicBezTo>
                  <a:cubicBezTo>
                    <a:pt x="108" y="8076"/>
                    <a:pt x="-49" y="8497"/>
                    <a:pt x="14" y="8833"/>
                  </a:cubicBezTo>
                  <a:cubicBezTo>
                    <a:pt x="45" y="9030"/>
                    <a:pt x="139" y="9226"/>
                    <a:pt x="327" y="9394"/>
                  </a:cubicBezTo>
                  <a:cubicBezTo>
                    <a:pt x="327" y="9535"/>
                    <a:pt x="390" y="9675"/>
                    <a:pt x="453" y="9829"/>
                  </a:cubicBezTo>
                  <a:cubicBezTo>
                    <a:pt x="641" y="10152"/>
                    <a:pt x="1330" y="10390"/>
                    <a:pt x="2051" y="10390"/>
                  </a:cubicBezTo>
                  <a:cubicBezTo>
                    <a:pt x="2302" y="10418"/>
                    <a:pt x="2584" y="10404"/>
                    <a:pt x="2867" y="10376"/>
                  </a:cubicBezTo>
                  <a:cubicBezTo>
                    <a:pt x="3149" y="10390"/>
                    <a:pt x="3462" y="10376"/>
                    <a:pt x="3744" y="10320"/>
                  </a:cubicBezTo>
                  <a:cubicBezTo>
                    <a:pt x="3650" y="10517"/>
                    <a:pt x="3619" y="10713"/>
                    <a:pt x="3556" y="10895"/>
                  </a:cubicBezTo>
                  <a:cubicBezTo>
                    <a:pt x="3462" y="10895"/>
                    <a:pt x="3337" y="10895"/>
                    <a:pt x="3243" y="10895"/>
                  </a:cubicBezTo>
                  <a:cubicBezTo>
                    <a:pt x="2710" y="10797"/>
                    <a:pt x="2051" y="10811"/>
                    <a:pt x="1581" y="10965"/>
                  </a:cubicBezTo>
                  <a:cubicBezTo>
                    <a:pt x="672" y="11246"/>
                    <a:pt x="609" y="11611"/>
                    <a:pt x="829" y="12073"/>
                  </a:cubicBezTo>
                  <a:cubicBezTo>
                    <a:pt x="735" y="11849"/>
                    <a:pt x="829" y="12073"/>
                    <a:pt x="829" y="12130"/>
                  </a:cubicBezTo>
                  <a:cubicBezTo>
                    <a:pt x="829" y="12214"/>
                    <a:pt x="860" y="12312"/>
                    <a:pt x="891" y="12396"/>
                  </a:cubicBezTo>
                  <a:cubicBezTo>
                    <a:pt x="923" y="12480"/>
                    <a:pt x="986" y="12564"/>
                    <a:pt x="1048" y="12648"/>
                  </a:cubicBezTo>
                  <a:cubicBezTo>
                    <a:pt x="1205" y="12873"/>
                    <a:pt x="1518" y="13041"/>
                    <a:pt x="1926" y="13139"/>
                  </a:cubicBezTo>
                  <a:cubicBezTo>
                    <a:pt x="1895" y="13364"/>
                    <a:pt x="1895" y="13602"/>
                    <a:pt x="1863" y="13841"/>
                  </a:cubicBezTo>
                  <a:cubicBezTo>
                    <a:pt x="1801" y="14598"/>
                    <a:pt x="1550" y="15384"/>
                    <a:pt x="2459" y="16071"/>
                  </a:cubicBezTo>
                  <a:cubicBezTo>
                    <a:pt x="2929" y="16450"/>
                    <a:pt x="3494" y="16730"/>
                    <a:pt x="4528" y="16786"/>
                  </a:cubicBezTo>
                  <a:cubicBezTo>
                    <a:pt x="5030" y="16814"/>
                    <a:pt x="5500" y="16730"/>
                    <a:pt x="5876" y="16590"/>
                  </a:cubicBezTo>
                  <a:cubicBezTo>
                    <a:pt x="5845" y="17291"/>
                    <a:pt x="5845" y="18147"/>
                    <a:pt x="7475" y="18343"/>
                  </a:cubicBezTo>
                  <a:cubicBezTo>
                    <a:pt x="7538" y="18441"/>
                    <a:pt x="7600" y="18525"/>
                    <a:pt x="7632" y="18624"/>
                  </a:cubicBezTo>
                  <a:cubicBezTo>
                    <a:pt x="7788" y="18974"/>
                    <a:pt x="8133" y="19283"/>
                    <a:pt x="8823" y="19479"/>
                  </a:cubicBezTo>
                  <a:cubicBezTo>
                    <a:pt x="9011" y="19535"/>
                    <a:pt x="9262" y="19577"/>
                    <a:pt x="9513" y="19591"/>
                  </a:cubicBezTo>
                  <a:cubicBezTo>
                    <a:pt x="9607" y="19690"/>
                    <a:pt x="9701" y="19760"/>
                    <a:pt x="9826" y="19844"/>
                  </a:cubicBezTo>
                  <a:cubicBezTo>
                    <a:pt x="10359" y="20208"/>
                    <a:pt x="11362" y="20447"/>
                    <a:pt x="12366" y="20279"/>
                  </a:cubicBezTo>
                  <a:cubicBezTo>
                    <a:pt x="12397" y="20279"/>
                    <a:pt x="12428" y="20265"/>
                    <a:pt x="12491" y="20251"/>
                  </a:cubicBezTo>
                  <a:cubicBezTo>
                    <a:pt x="13275" y="20265"/>
                    <a:pt x="13933" y="20096"/>
                    <a:pt x="14341" y="19802"/>
                  </a:cubicBezTo>
                  <a:cubicBezTo>
                    <a:pt x="14341" y="19802"/>
                    <a:pt x="14372" y="19802"/>
                    <a:pt x="14372" y="19802"/>
                  </a:cubicBezTo>
                  <a:cubicBezTo>
                    <a:pt x="14748" y="19718"/>
                    <a:pt x="15062" y="19591"/>
                    <a:pt x="15281" y="19437"/>
                  </a:cubicBezTo>
                  <a:cubicBezTo>
                    <a:pt x="15281" y="19451"/>
                    <a:pt x="15312" y="19451"/>
                    <a:pt x="15312" y="19465"/>
                  </a:cubicBezTo>
                  <a:cubicBezTo>
                    <a:pt x="15030" y="19661"/>
                    <a:pt x="14811" y="19872"/>
                    <a:pt x="14685" y="20096"/>
                  </a:cubicBezTo>
                  <a:cubicBezTo>
                    <a:pt x="14654" y="20124"/>
                    <a:pt x="14623" y="20166"/>
                    <a:pt x="14591" y="20208"/>
                  </a:cubicBezTo>
                  <a:cubicBezTo>
                    <a:pt x="14748" y="19984"/>
                    <a:pt x="14529" y="20265"/>
                    <a:pt x="14466" y="20349"/>
                  </a:cubicBezTo>
                  <a:cubicBezTo>
                    <a:pt x="14372" y="20503"/>
                    <a:pt x="14403" y="20657"/>
                    <a:pt x="14529" y="20798"/>
                  </a:cubicBezTo>
                  <a:cubicBezTo>
                    <a:pt x="14748" y="21359"/>
                    <a:pt x="16347" y="21569"/>
                    <a:pt x="17287" y="21204"/>
                  </a:cubicBezTo>
                  <a:cubicBezTo>
                    <a:pt x="17099" y="21274"/>
                    <a:pt x="17444" y="21162"/>
                    <a:pt x="17476" y="21148"/>
                  </a:cubicBezTo>
                  <a:cubicBezTo>
                    <a:pt x="17538" y="21148"/>
                    <a:pt x="17570" y="21134"/>
                    <a:pt x="17632" y="21120"/>
                  </a:cubicBezTo>
                  <a:cubicBezTo>
                    <a:pt x="17914" y="21120"/>
                    <a:pt x="18197" y="21092"/>
                    <a:pt x="18416" y="21036"/>
                  </a:cubicBezTo>
                  <a:cubicBezTo>
                    <a:pt x="19545" y="20784"/>
                    <a:pt x="19795" y="20166"/>
                    <a:pt x="19984" y="19661"/>
                  </a:cubicBezTo>
                  <a:cubicBezTo>
                    <a:pt x="19984" y="19633"/>
                    <a:pt x="20015" y="19591"/>
                    <a:pt x="20015" y="19563"/>
                  </a:cubicBezTo>
                  <a:cubicBezTo>
                    <a:pt x="20015" y="19563"/>
                    <a:pt x="20015" y="19549"/>
                    <a:pt x="20015" y="19521"/>
                  </a:cubicBezTo>
                  <a:cubicBezTo>
                    <a:pt x="20046" y="19507"/>
                    <a:pt x="20046" y="19479"/>
                    <a:pt x="20046" y="19451"/>
                  </a:cubicBezTo>
                  <a:cubicBezTo>
                    <a:pt x="20140" y="19283"/>
                    <a:pt x="20203" y="19100"/>
                    <a:pt x="20234" y="18918"/>
                  </a:cubicBezTo>
                  <a:cubicBezTo>
                    <a:pt x="20297" y="18750"/>
                    <a:pt x="20266" y="18581"/>
                    <a:pt x="20297" y="18413"/>
                  </a:cubicBezTo>
                  <a:cubicBezTo>
                    <a:pt x="20360" y="18231"/>
                    <a:pt x="20391" y="18063"/>
                    <a:pt x="20266" y="17880"/>
                  </a:cubicBezTo>
                  <a:cubicBezTo>
                    <a:pt x="20172" y="17740"/>
                    <a:pt x="19984" y="17600"/>
                    <a:pt x="19733" y="17487"/>
                  </a:cubicBezTo>
                  <a:cubicBezTo>
                    <a:pt x="19701" y="17473"/>
                    <a:pt x="19701" y="17459"/>
                    <a:pt x="19670" y="17431"/>
                  </a:cubicBezTo>
                  <a:cubicBezTo>
                    <a:pt x="19451" y="17193"/>
                    <a:pt x="19168" y="16842"/>
                    <a:pt x="18667" y="16632"/>
                  </a:cubicBezTo>
                  <a:cubicBezTo>
                    <a:pt x="19419" y="16702"/>
                    <a:pt x="20234" y="16520"/>
                    <a:pt x="20579" y="16127"/>
                  </a:cubicBezTo>
                  <a:cubicBezTo>
                    <a:pt x="20955" y="15734"/>
                    <a:pt x="21018" y="15229"/>
                    <a:pt x="21049" y="14794"/>
                  </a:cubicBezTo>
                  <a:cubicBezTo>
                    <a:pt x="21081" y="14318"/>
                    <a:pt x="21112" y="13841"/>
                    <a:pt x="21049" y="13350"/>
                  </a:cubicBezTo>
                  <a:cubicBezTo>
                    <a:pt x="21018" y="12803"/>
                    <a:pt x="20767" y="12284"/>
                    <a:pt x="20673" y="11765"/>
                  </a:cubicBezTo>
                  <a:cubicBezTo>
                    <a:pt x="20579" y="11260"/>
                    <a:pt x="20642" y="10755"/>
                    <a:pt x="20516" y="10236"/>
                  </a:cubicBezTo>
                  <a:cubicBezTo>
                    <a:pt x="20485" y="10180"/>
                    <a:pt x="20454" y="10110"/>
                    <a:pt x="20360" y="10054"/>
                  </a:cubicBezTo>
                  <a:cubicBezTo>
                    <a:pt x="20360" y="10012"/>
                    <a:pt x="20360" y="9955"/>
                    <a:pt x="20391" y="9913"/>
                  </a:cubicBezTo>
                  <a:close/>
                  <a:moveTo>
                    <a:pt x="12773" y="17039"/>
                  </a:moveTo>
                  <a:cubicBezTo>
                    <a:pt x="12710" y="17053"/>
                    <a:pt x="12648" y="17067"/>
                    <a:pt x="12585" y="17081"/>
                  </a:cubicBezTo>
                  <a:cubicBezTo>
                    <a:pt x="12585" y="17067"/>
                    <a:pt x="12585" y="17067"/>
                    <a:pt x="12585" y="17053"/>
                  </a:cubicBezTo>
                  <a:cubicBezTo>
                    <a:pt x="12648" y="17053"/>
                    <a:pt x="12710" y="17053"/>
                    <a:pt x="12773" y="17039"/>
                  </a:cubicBezTo>
                  <a:close/>
                  <a:moveTo>
                    <a:pt x="13369" y="16940"/>
                  </a:moveTo>
                  <a:cubicBezTo>
                    <a:pt x="13369" y="16954"/>
                    <a:pt x="13337" y="16968"/>
                    <a:pt x="13337" y="16983"/>
                  </a:cubicBezTo>
                  <a:cubicBezTo>
                    <a:pt x="13243" y="16997"/>
                    <a:pt x="13181" y="16997"/>
                    <a:pt x="13087" y="16997"/>
                  </a:cubicBezTo>
                  <a:cubicBezTo>
                    <a:pt x="13181" y="16983"/>
                    <a:pt x="13275" y="16954"/>
                    <a:pt x="13369" y="16940"/>
                  </a:cubicBezTo>
                  <a:close/>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19" name="Shape 5019"/>
            <p:cNvSpPr/>
            <p:nvPr/>
          </p:nvSpPr>
          <p:spPr>
            <a:xfrm>
              <a:off x="2013596" y="2513787"/>
              <a:ext cx="2539" cy="25387"/>
            </a:xfrm>
            <a:prstGeom prst="ellipse">
              <a:avLst/>
            </a:prstGeom>
            <a:no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20" name="Shape 5020"/>
            <p:cNvSpPr/>
            <p:nvPr/>
          </p:nvSpPr>
          <p:spPr>
            <a:xfrm>
              <a:off x="2447438" y="4736596"/>
              <a:ext cx="25388" cy="253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7200" y="21600"/>
                    <a:pt x="7200" y="21600"/>
                    <a:pt x="21600" y="0"/>
                  </a:cubicBezTo>
                  <a:cubicBezTo>
                    <a:pt x="14400" y="0"/>
                    <a:pt x="7200" y="21600"/>
                    <a:pt x="0" y="21600"/>
                  </a:cubicBezTo>
                  <a:close/>
                </a:path>
              </a:pathLst>
            </a:custGeom>
            <a:solidFill>
              <a:srgbClr val="15FF2E"/>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21" name="Shape 5021"/>
            <p:cNvSpPr/>
            <p:nvPr/>
          </p:nvSpPr>
          <p:spPr>
            <a:xfrm>
              <a:off x="3902173" y="2050804"/>
              <a:ext cx="25388" cy="253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0"/>
                    <a:pt x="10800" y="0"/>
                    <a:pt x="21600" y="21600"/>
                  </a:cubicBezTo>
                  <a:cubicBezTo>
                    <a:pt x="10800" y="0"/>
                    <a:pt x="10800" y="0"/>
                    <a:pt x="0" y="0"/>
                  </a:cubicBezTo>
                  <a:close/>
                </a:path>
              </a:pathLst>
            </a:custGeom>
            <a:solidFill>
              <a:srgbClr val="15FF2E"/>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22" name="Shape 5022"/>
            <p:cNvSpPr/>
            <p:nvPr/>
          </p:nvSpPr>
          <p:spPr>
            <a:xfrm>
              <a:off x="-1" y="0"/>
              <a:ext cx="5648901" cy="6372677"/>
            </a:xfrm>
            <a:custGeom>
              <a:avLst/>
              <a:gdLst/>
              <a:ahLst/>
              <a:cxnLst>
                <a:cxn ang="0">
                  <a:pos x="wd2" y="hd2"/>
                </a:cxn>
                <a:cxn ang="5400000">
                  <a:pos x="wd2" y="hd2"/>
                </a:cxn>
                <a:cxn ang="10800000">
                  <a:pos x="wd2" y="hd2"/>
                </a:cxn>
                <a:cxn ang="16200000">
                  <a:pos x="wd2" y="hd2"/>
                </a:cxn>
              </a:cxnLst>
              <a:rect l="0" t="0" r="r" b="b"/>
              <a:pathLst>
                <a:path w="20904" h="21383" fill="norm" stroke="1" extrusionOk="0">
                  <a:moveTo>
                    <a:pt x="20897" y="9478"/>
                  </a:moveTo>
                  <a:cubicBezTo>
                    <a:pt x="20926" y="8773"/>
                    <a:pt x="20681" y="8003"/>
                    <a:pt x="20206" y="7454"/>
                  </a:cubicBezTo>
                  <a:cubicBezTo>
                    <a:pt x="20105" y="7141"/>
                    <a:pt x="20076" y="7036"/>
                    <a:pt x="20090" y="6697"/>
                  </a:cubicBezTo>
                  <a:cubicBezTo>
                    <a:pt x="20119" y="6357"/>
                    <a:pt x="20033" y="6018"/>
                    <a:pt x="19874" y="5717"/>
                  </a:cubicBezTo>
                  <a:cubicBezTo>
                    <a:pt x="19716" y="5417"/>
                    <a:pt x="19456" y="5143"/>
                    <a:pt x="19139" y="4973"/>
                  </a:cubicBezTo>
                  <a:cubicBezTo>
                    <a:pt x="18923" y="4790"/>
                    <a:pt x="18937" y="4372"/>
                    <a:pt x="18822" y="4111"/>
                  </a:cubicBezTo>
                  <a:cubicBezTo>
                    <a:pt x="18649" y="3680"/>
                    <a:pt x="18303" y="3315"/>
                    <a:pt x="17871" y="3106"/>
                  </a:cubicBezTo>
                  <a:cubicBezTo>
                    <a:pt x="17554" y="2857"/>
                    <a:pt x="17266" y="3079"/>
                    <a:pt x="17136" y="2688"/>
                  </a:cubicBezTo>
                  <a:cubicBezTo>
                    <a:pt x="17021" y="2322"/>
                    <a:pt x="16762" y="2035"/>
                    <a:pt x="16416" y="1813"/>
                  </a:cubicBezTo>
                  <a:cubicBezTo>
                    <a:pt x="16084" y="1604"/>
                    <a:pt x="15681" y="1447"/>
                    <a:pt x="15292" y="1382"/>
                  </a:cubicBezTo>
                  <a:cubicBezTo>
                    <a:pt x="15119" y="1343"/>
                    <a:pt x="14946" y="1330"/>
                    <a:pt x="14759" y="1330"/>
                  </a:cubicBezTo>
                  <a:cubicBezTo>
                    <a:pt x="14370" y="1343"/>
                    <a:pt x="14456" y="1225"/>
                    <a:pt x="14211" y="964"/>
                  </a:cubicBezTo>
                  <a:cubicBezTo>
                    <a:pt x="13678" y="376"/>
                    <a:pt x="12857" y="24"/>
                    <a:pt x="12021" y="11"/>
                  </a:cubicBezTo>
                  <a:cubicBezTo>
                    <a:pt x="11646" y="-3"/>
                    <a:pt x="11300" y="-29"/>
                    <a:pt x="10940" y="115"/>
                  </a:cubicBezTo>
                  <a:cubicBezTo>
                    <a:pt x="10724" y="206"/>
                    <a:pt x="10522" y="337"/>
                    <a:pt x="10349" y="494"/>
                  </a:cubicBezTo>
                  <a:cubicBezTo>
                    <a:pt x="10234" y="389"/>
                    <a:pt x="10104" y="298"/>
                    <a:pt x="9960" y="233"/>
                  </a:cubicBezTo>
                  <a:cubicBezTo>
                    <a:pt x="9341" y="-107"/>
                    <a:pt x="8649" y="24"/>
                    <a:pt x="8001" y="193"/>
                  </a:cubicBezTo>
                  <a:cubicBezTo>
                    <a:pt x="7684" y="272"/>
                    <a:pt x="7352" y="363"/>
                    <a:pt x="7093" y="559"/>
                  </a:cubicBezTo>
                  <a:cubicBezTo>
                    <a:pt x="6992" y="637"/>
                    <a:pt x="6905" y="729"/>
                    <a:pt x="6848" y="833"/>
                  </a:cubicBezTo>
                  <a:cubicBezTo>
                    <a:pt x="6646" y="1147"/>
                    <a:pt x="6862" y="1251"/>
                    <a:pt x="6416" y="1199"/>
                  </a:cubicBezTo>
                  <a:cubicBezTo>
                    <a:pt x="5637" y="1108"/>
                    <a:pt x="5176" y="1473"/>
                    <a:pt x="4542" y="1774"/>
                  </a:cubicBezTo>
                  <a:cubicBezTo>
                    <a:pt x="3865" y="2100"/>
                    <a:pt x="3116" y="2283"/>
                    <a:pt x="2611" y="2844"/>
                  </a:cubicBezTo>
                  <a:cubicBezTo>
                    <a:pt x="2352" y="3132"/>
                    <a:pt x="2222" y="3497"/>
                    <a:pt x="2165" y="3863"/>
                  </a:cubicBezTo>
                  <a:cubicBezTo>
                    <a:pt x="2150" y="4007"/>
                    <a:pt x="2136" y="4163"/>
                    <a:pt x="2150" y="4320"/>
                  </a:cubicBezTo>
                  <a:cubicBezTo>
                    <a:pt x="2165" y="4620"/>
                    <a:pt x="2093" y="4516"/>
                    <a:pt x="1833" y="4673"/>
                  </a:cubicBezTo>
                  <a:cubicBezTo>
                    <a:pt x="1228" y="5038"/>
                    <a:pt x="522" y="5522"/>
                    <a:pt x="508" y="6253"/>
                  </a:cubicBezTo>
                  <a:cubicBezTo>
                    <a:pt x="493" y="6619"/>
                    <a:pt x="868" y="7023"/>
                    <a:pt x="522" y="7193"/>
                  </a:cubicBezTo>
                  <a:cubicBezTo>
                    <a:pt x="119" y="7389"/>
                    <a:pt x="46" y="7755"/>
                    <a:pt x="46" y="8133"/>
                  </a:cubicBezTo>
                  <a:cubicBezTo>
                    <a:pt x="46" y="8865"/>
                    <a:pt x="-227" y="10014"/>
                    <a:pt x="551" y="10510"/>
                  </a:cubicBezTo>
                  <a:cubicBezTo>
                    <a:pt x="-674" y="11359"/>
                    <a:pt x="767" y="13148"/>
                    <a:pt x="882" y="14193"/>
                  </a:cubicBezTo>
                  <a:cubicBezTo>
                    <a:pt x="969" y="14885"/>
                    <a:pt x="911" y="15355"/>
                    <a:pt x="1242" y="16008"/>
                  </a:cubicBezTo>
                  <a:cubicBezTo>
                    <a:pt x="1559" y="16609"/>
                    <a:pt x="2035" y="16883"/>
                    <a:pt x="2813" y="16752"/>
                  </a:cubicBezTo>
                  <a:cubicBezTo>
                    <a:pt x="2583" y="17667"/>
                    <a:pt x="3231" y="18137"/>
                    <a:pt x="3879" y="18724"/>
                  </a:cubicBezTo>
                  <a:cubicBezTo>
                    <a:pt x="4499" y="19273"/>
                    <a:pt x="5277" y="20265"/>
                    <a:pt x="6286" y="20030"/>
                  </a:cubicBezTo>
                  <a:cubicBezTo>
                    <a:pt x="6560" y="20056"/>
                    <a:pt x="6488" y="20292"/>
                    <a:pt x="6646" y="20514"/>
                  </a:cubicBezTo>
                  <a:cubicBezTo>
                    <a:pt x="6862" y="20853"/>
                    <a:pt x="7150" y="21114"/>
                    <a:pt x="7583" y="21193"/>
                  </a:cubicBezTo>
                  <a:cubicBezTo>
                    <a:pt x="8433" y="21349"/>
                    <a:pt x="9528" y="20918"/>
                    <a:pt x="10047" y="20318"/>
                  </a:cubicBezTo>
                  <a:cubicBezTo>
                    <a:pt x="10522" y="21180"/>
                    <a:pt x="11300" y="21493"/>
                    <a:pt x="12352" y="21349"/>
                  </a:cubicBezTo>
                  <a:cubicBezTo>
                    <a:pt x="12770" y="21297"/>
                    <a:pt x="13001" y="20918"/>
                    <a:pt x="13361" y="20984"/>
                  </a:cubicBezTo>
                  <a:cubicBezTo>
                    <a:pt x="13793" y="21049"/>
                    <a:pt x="14254" y="20918"/>
                    <a:pt x="14586" y="20683"/>
                  </a:cubicBezTo>
                  <a:cubicBezTo>
                    <a:pt x="14888" y="20474"/>
                    <a:pt x="15090" y="20161"/>
                    <a:pt x="15205" y="19848"/>
                  </a:cubicBezTo>
                  <a:cubicBezTo>
                    <a:pt x="15321" y="19521"/>
                    <a:pt x="15897" y="19730"/>
                    <a:pt x="16243" y="19482"/>
                  </a:cubicBezTo>
                  <a:cubicBezTo>
                    <a:pt x="16618" y="19221"/>
                    <a:pt x="16459" y="18737"/>
                    <a:pt x="16906" y="18737"/>
                  </a:cubicBezTo>
                  <a:cubicBezTo>
                    <a:pt x="17453" y="18737"/>
                    <a:pt x="17814" y="18398"/>
                    <a:pt x="18131" y="18032"/>
                  </a:cubicBezTo>
                  <a:cubicBezTo>
                    <a:pt x="18620" y="17484"/>
                    <a:pt x="19197" y="16609"/>
                    <a:pt x="19355" y="15917"/>
                  </a:cubicBezTo>
                  <a:cubicBezTo>
                    <a:pt x="19442" y="15538"/>
                    <a:pt x="19427" y="15120"/>
                    <a:pt x="19384" y="14741"/>
                  </a:cubicBezTo>
                  <a:cubicBezTo>
                    <a:pt x="19370" y="14519"/>
                    <a:pt x="19341" y="14284"/>
                    <a:pt x="19254" y="14075"/>
                  </a:cubicBezTo>
                  <a:cubicBezTo>
                    <a:pt x="19168" y="13827"/>
                    <a:pt x="19384" y="13866"/>
                    <a:pt x="19586" y="13723"/>
                  </a:cubicBezTo>
                  <a:cubicBezTo>
                    <a:pt x="20350" y="13213"/>
                    <a:pt x="20479" y="12260"/>
                    <a:pt x="20364" y="11450"/>
                  </a:cubicBezTo>
                  <a:cubicBezTo>
                    <a:pt x="20335" y="11333"/>
                    <a:pt x="20306" y="11202"/>
                    <a:pt x="20263" y="11085"/>
                  </a:cubicBezTo>
                  <a:cubicBezTo>
                    <a:pt x="20148" y="10784"/>
                    <a:pt x="20292" y="10837"/>
                    <a:pt x="20465" y="10575"/>
                  </a:cubicBezTo>
                  <a:cubicBezTo>
                    <a:pt x="20710" y="10223"/>
                    <a:pt x="20883" y="9909"/>
                    <a:pt x="20897" y="9478"/>
                  </a:cubicBezTo>
                  <a:cubicBezTo>
                    <a:pt x="20912" y="9309"/>
                    <a:pt x="20897" y="9687"/>
                    <a:pt x="20897" y="9478"/>
                  </a:cubicBezTo>
                  <a:close/>
                  <a:moveTo>
                    <a:pt x="9182" y="11124"/>
                  </a:moveTo>
                  <a:cubicBezTo>
                    <a:pt x="9398" y="11202"/>
                    <a:pt x="9658" y="11124"/>
                    <a:pt x="9744" y="11372"/>
                  </a:cubicBezTo>
                  <a:cubicBezTo>
                    <a:pt x="9888" y="11777"/>
                    <a:pt x="9989" y="12064"/>
                    <a:pt x="9975" y="12495"/>
                  </a:cubicBezTo>
                  <a:cubicBezTo>
                    <a:pt x="9946" y="13031"/>
                    <a:pt x="10090" y="13462"/>
                    <a:pt x="9571" y="13775"/>
                  </a:cubicBezTo>
                  <a:cubicBezTo>
                    <a:pt x="8750" y="14258"/>
                    <a:pt x="9499" y="14650"/>
                    <a:pt x="9658" y="15185"/>
                  </a:cubicBezTo>
                  <a:cubicBezTo>
                    <a:pt x="9787" y="15590"/>
                    <a:pt x="9225" y="16165"/>
                    <a:pt x="8764" y="15982"/>
                  </a:cubicBezTo>
                  <a:cubicBezTo>
                    <a:pt x="8145" y="15734"/>
                    <a:pt x="7439" y="15629"/>
                    <a:pt x="6761" y="15695"/>
                  </a:cubicBezTo>
                  <a:cubicBezTo>
                    <a:pt x="6660" y="15329"/>
                    <a:pt x="5825" y="14363"/>
                    <a:pt x="5609" y="15251"/>
                  </a:cubicBezTo>
                  <a:cubicBezTo>
                    <a:pt x="5551" y="15486"/>
                    <a:pt x="5782" y="15734"/>
                    <a:pt x="5854" y="15956"/>
                  </a:cubicBezTo>
                  <a:cubicBezTo>
                    <a:pt x="5940" y="16256"/>
                    <a:pt x="5738" y="16570"/>
                    <a:pt x="5709" y="16883"/>
                  </a:cubicBezTo>
                  <a:cubicBezTo>
                    <a:pt x="5681" y="17301"/>
                    <a:pt x="6329" y="17601"/>
                    <a:pt x="6617" y="17210"/>
                  </a:cubicBezTo>
                  <a:cubicBezTo>
                    <a:pt x="7323" y="16230"/>
                    <a:pt x="8779" y="16766"/>
                    <a:pt x="9398" y="17627"/>
                  </a:cubicBezTo>
                  <a:cubicBezTo>
                    <a:pt x="9701" y="18058"/>
                    <a:pt x="9600" y="19051"/>
                    <a:pt x="9456" y="19508"/>
                  </a:cubicBezTo>
                  <a:cubicBezTo>
                    <a:pt x="9283" y="20056"/>
                    <a:pt x="8375" y="20448"/>
                    <a:pt x="7784" y="20383"/>
                  </a:cubicBezTo>
                  <a:cubicBezTo>
                    <a:pt x="7367" y="20331"/>
                    <a:pt x="7323" y="19769"/>
                    <a:pt x="7439" y="19508"/>
                  </a:cubicBezTo>
                  <a:cubicBezTo>
                    <a:pt x="7640" y="18986"/>
                    <a:pt x="8476" y="18764"/>
                    <a:pt x="8246" y="18098"/>
                  </a:cubicBezTo>
                  <a:cubicBezTo>
                    <a:pt x="8029" y="17445"/>
                    <a:pt x="7035" y="17562"/>
                    <a:pt x="6805" y="18137"/>
                  </a:cubicBezTo>
                  <a:cubicBezTo>
                    <a:pt x="6704" y="18359"/>
                    <a:pt x="6747" y="18724"/>
                    <a:pt x="6603" y="18920"/>
                  </a:cubicBezTo>
                  <a:cubicBezTo>
                    <a:pt x="6343" y="19234"/>
                    <a:pt x="6257" y="19090"/>
                    <a:pt x="5926" y="19247"/>
                  </a:cubicBezTo>
                  <a:cubicBezTo>
                    <a:pt x="5926" y="19247"/>
                    <a:pt x="5479" y="18946"/>
                    <a:pt x="5349" y="18829"/>
                  </a:cubicBezTo>
                  <a:cubicBezTo>
                    <a:pt x="4975" y="18515"/>
                    <a:pt x="4614" y="18189"/>
                    <a:pt x="4225" y="17876"/>
                  </a:cubicBezTo>
                  <a:cubicBezTo>
                    <a:pt x="3145" y="16988"/>
                    <a:pt x="4297" y="16648"/>
                    <a:pt x="4326" y="15642"/>
                  </a:cubicBezTo>
                  <a:cubicBezTo>
                    <a:pt x="4326" y="15264"/>
                    <a:pt x="4456" y="14872"/>
                    <a:pt x="4427" y="14480"/>
                  </a:cubicBezTo>
                  <a:cubicBezTo>
                    <a:pt x="4413" y="14167"/>
                    <a:pt x="4312" y="13932"/>
                    <a:pt x="4787" y="13958"/>
                  </a:cubicBezTo>
                  <a:cubicBezTo>
                    <a:pt x="5205" y="13984"/>
                    <a:pt x="5767" y="13919"/>
                    <a:pt x="6185" y="13840"/>
                  </a:cubicBezTo>
                  <a:cubicBezTo>
                    <a:pt x="6718" y="13958"/>
                    <a:pt x="6747" y="14389"/>
                    <a:pt x="7064" y="14689"/>
                  </a:cubicBezTo>
                  <a:cubicBezTo>
                    <a:pt x="7266" y="14885"/>
                    <a:pt x="7684" y="14833"/>
                    <a:pt x="7828" y="14585"/>
                  </a:cubicBezTo>
                  <a:cubicBezTo>
                    <a:pt x="8001" y="14284"/>
                    <a:pt x="7741" y="13984"/>
                    <a:pt x="7597" y="13723"/>
                  </a:cubicBezTo>
                  <a:cubicBezTo>
                    <a:pt x="7410" y="13370"/>
                    <a:pt x="7424" y="13083"/>
                    <a:pt x="7914" y="13044"/>
                  </a:cubicBezTo>
                  <a:cubicBezTo>
                    <a:pt x="8375" y="13004"/>
                    <a:pt x="8591" y="12430"/>
                    <a:pt x="8116" y="12234"/>
                  </a:cubicBezTo>
                  <a:cubicBezTo>
                    <a:pt x="7107" y="11816"/>
                    <a:pt x="6718" y="12991"/>
                    <a:pt x="5911" y="12965"/>
                  </a:cubicBezTo>
                  <a:cubicBezTo>
                    <a:pt x="5075" y="12939"/>
                    <a:pt x="4225" y="13292"/>
                    <a:pt x="3836" y="12352"/>
                  </a:cubicBezTo>
                  <a:cubicBezTo>
                    <a:pt x="3663" y="11934"/>
                    <a:pt x="3332" y="11620"/>
                    <a:pt x="2784" y="11751"/>
                  </a:cubicBezTo>
                  <a:cubicBezTo>
                    <a:pt x="2539" y="11816"/>
                    <a:pt x="1949" y="12077"/>
                    <a:pt x="1848" y="12312"/>
                  </a:cubicBezTo>
                  <a:cubicBezTo>
                    <a:pt x="1675" y="12743"/>
                    <a:pt x="2049" y="12952"/>
                    <a:pt x="2467" y="12939"/>
                  </a:cubicBezTo>
                  <a:cubicBezTo>
                    <a:pt x="3058" y="12926"/>
                    <a:pt x="3202" y="13475"/>
                    <a:pt x="3317" y="13893"/>
                  </a:cubicBezTo>
                  <a:cubicBezTo>
                    <a:pt x="3505" y="14585"/>
                    <a:pt x="3620" y="15603"/>
                    <a:pt x="2755" y="15891"/>
                  </a:cubicBezTo>
                  <a:cubicBezTo>
                    <a:pt x="1646" y="16256"/>
                    <a:pt x="1877" y="14376"/>
                    <a:pt x="1790" y="13866"/>
                  </a:cubicBezTo>
                  <a:cubicBezTo>
                    <a:pt x="1660" y="13083"/>
                    <a:pt x="1156" y="12417"/>
                    <a:pt x="1012" y="11646"/>
                  </a:cubicBezTo>
                  <a:cubicBezTo>
                    <a:pt x="940" y="11268"/>
                    <a:pt x="1098" y="11124"/>
                    <a:pt x="1487" y="11033"/>
                  </a:cubicBezTo>
                  <a:cubicBezTo>
                    <a:pt x="2222" y="10863"/>
                    <a:pt x="2093" y="11490"/>
                    <a:pt x="2669" y="11555"/>
                  </a:cubicBezTo>
                  <a:cubicBezTo>
                    <a:pt x="3548" y="11672"/>
                    <a:pt x="3101" y="10419"/>
                    <a:pt x="3116" y="9975"/>
                  </a:cubicBezTo>
                  <a:cubicBezTo>
                    <a:pt x="3116" y="9727"/>
                    <a:pt x="3145" y="9426"/>
                    <a:pt x="2856" y="9309"/>
                  </a:cubicBezTo>
                  <a:cubicBezTo>
                    <a:pt x="2366" y="9100"/>
                    <a:pt x="2309" y="9609"/>
                    <a:pt x="2006" y="9779"/>
                  </a:cubicBezTo>
                  <a:cubicBezTo>
                    <a:pt x="709" y="10536"/>
                    <a:pt x="1026" y="8721"/>
                    <a:pt x="983" y="8173"/>
                  </a:cubicBezTo>
                  <a:cubicBezTo>
                    <a:pt x="969" y="7768"/>
                    <a:pt x="1170" y="7924"/>
                    <a:pt x="1531" y="7924"/>
                  </a:cubicBezTo>
                  <a:cubicBezTo>
                    <a:pt x="1977" y="7911"/>
                    <a:pt x="2309" y="7585"/>
                    <a:pt x="2093" y="7193"/>
                  </a:cubicBezTo>
                  <a:cubicBezTo>
                    <a:pt x="1934" y="6893"/>
                    <a:pt x="1516" y="6814"/>
                    <a:pt x="1444" y="6449"/>
                  </a:cubicBezTo>
                  <a:cubicBezTo>
                    <a:pt x="1343" y="6018"/>
                    <a:pt x="1819" y="5704"/>
                    <a:pt x="2165" y="5495"/>
                  </a:cubicBezTo>
                  <a:cubicBezTo>
                    <a:pt x="2496" y="5300"/>
                    <a:pt x="2871" y="5130"/>
                    <a:pt x="3274" y="5143"/>
                  </a:cubicBezTo>
                  <a:cubicBezTo>
                    <a:pt x="3548" y="5156"/>
                    <a:pt x="4470" y="5038"/>
                    <a:pt x="4542" y="5391"/>
                  </a:cubicBezTo>
                  <a:cubicBezTo>
                    <a:pt x="4600" y="5730"/>
                    <a:pt x="5119" y="5809"/>
                    <a:pt x="5364" y="5600"/>
                  </a:cubicBezTo>
                  <a:cubicBezTo>
                    <a:pt x="5594" y="5404"/>
                    <a:pt x="5464" y="5117"/>
                    <a:pt x="5464" y="4856"/>
                  </a:cubicBezTo>
                  <a:cubicBezTo>
                    <a:pt x="5479" y="4634"/>
                    <a:pt x="5609" y="4385"/>
                    <a:pt x="5392" y="4176"/>
                  </a:cubicBezTo>
                  <a:cubicBezTo>
                    <a:pt x="5075" y="3876"/>
                    <a:pt x="4874" y="4137"/>
                    <a:pt x="4586" y="4255"/>
                  </a:cubicBezTo>
                  <a:cubicBezTo>
                    <a:pt x="4341" y="4385"/>
                    <a:pt x="3807" y="4255"/>
                    <a:pt x="3519" y="4268"/>
                  </a:cubicBezTo>
                  <a:cubicBezTo>
                    <a:pt x="3145" y="4268"/>
                    <a:pt x="2900" y="4176"/>
                    <a:pt x="3130" y="3772"/>
                  </a:cubicBezTo>
                  <a:cubicBezTo>
                    <a:pt x="3620" y="2936"/>
                    <a:pt x="4456" y="2818"/>
                    <a:pt x="5320" y="2361"/>
                  </a:cubicBezTo>
                  <a:cubicBezTo>
                    <a:pt x="5580" y="2231"/>
                    <a:pt x="5724" y="2061"/>
                    <a:pt x="6070" y="2022"/>
                  </a:cubicBezTo>
                  <a:cubicBezTo>
                    <a:pt x="6588" y="1982"/>
                    <a:pt x="6733" y="2348"/>
                    <a:pt x="7021" y="2649"/>
                  </a:cubicBezTo>
                  <a:cubicBezTo>
                    <a:pt x="7295" y="2923"/>
                    <a:pt x="7756" y="3145"/>
                    <a:pt x="8173" y="3132"/>
                  </a:cubicBezTo>
                  <a:cubicBezTo>
                    <a:pt x="8548" y="3158"/>
                    <a:pt x="9283" y="2871"/>
                    <a:pt x="9052" y="2413"/>
                  </a:cubicBezTo>
                  <a:cubicBezTo>
                    <a:pt x="8779" y="1891"/>
                    <a:pt x="8217" y="2466"/>
                    <a:pt x="7828" y="2139"/>
                  </a:cubicBezTo>
                  <a:cubicBezTo>
                    <a:pt x="6848" y="1277"/>
                    <a:pt x="8404" y="912"/>
                    <a:pt x="9096" y="872"/>
                  </a:cubicBezTo>
                  <a:cubicBezTo>
                    <a:pt x="10565" y="768"/>
                    <a:pt x="10493" y="4085"/>
                    <a:pt x="9269" y="4320"/>
                  </a:cubicBezTo>
                  <a:cubicBezTo>
                    <a:pt x="8318" y="4490"/>
                    <a:pt x="7770" y="4150"/>
                    <a:pt x="7194" y="3537"/>
                  </a:cubicBezTo>
                  <a:cubicBezTo>
                    <a:pt x="6949" y="3288"/>
                    <a:pt x="6862" y="2792"/>
                    <a:pt x="6387" y="2871"/>
                  </a:cubicBezTo>
                  <a:cubicBezTo>
                    <a:pt x="5839" y="2975"/>
                    <a:pt x="6026" y="3497"/>
                    <a:pt x="6214" y="3798"/>
                  </a:cubicBezTo>
                  <a:cubicBezTo>
                    <a:pt x="6560" y="4372"/>
                    <a:pt x="6776" y="4960"/>
                    <a:pt x="6848" y="5600"/>
                  </a:cubicBezTo>
                  <a:cubicBezTo>
                    <a:pt x="6920" y="6188"/>
                    <a:pt x="7179" y="6592"/>
                    <a:pt x="7453" y="7102"/>
                  </a:cubicBezTo>
                  <a:cubicBezTo>
                    <a:pt x="7122" y="7036"/>
                    <a:pt x="6776" y="7141"/>
                    <a:pt x="6545" y="6867"/>
                  </a:cubicBezTo>
                  <a:cubicBezTo>
                    <a:pt x="6372" y="6645"/>
                    <a:pt x="6228" y="6279"/>
                    <a:pt x="5998" y="6109"/>
                  </a:cubicBezTo>
                  <a:cubicBezTo>
                    <a:pt x="5306" y="5587"/>
                    <a:pt x="5104" y="6710"/>
                    <a:pt x="5407" y="7102"/>
                  </a:cubicBezTo>
                  <a:cubicBezTo>
                    <a:pt x="5104" y="7089"/>
                    <a:pt x="4355" y="7180"/>
                    <a:pt x="4326" y="6880"/>
                  </a:cubicBezTo>
                  <a:cubicBezTo>
                    <a:pt x="4283" y="6188"/>
                    <a:pt x="3390" y="6462"/>
                    <a:pt x="3404" y="7089"/>
                  </a:cubicBezTo>
                  <a:cubicBezTo>
                    <a:pt x="3404" y="7507"/>
                    <a:pt x="2914" y="8826"/>
                    <a:pt x="3634" y="8917"/>
                  </a:cubicBezTo>
                  <a:cubicBezTo>
                    <a:pt x="3851" y="8943"/>
                    <a:pt x="4067" y="8839"/>
                    <a:pt x="4153" y="8656"/>
                  </a:cubicBezTo>
                  <a:cubicBezTo>
                    <a:pt x="4326" y="8251"/>
                    <a:pt x="4268" y="8055"/>
                    <a:pt x="4830" y="7951"/>
                  </a:cubicBezTo>
                  <a:cubicBezTo>
                    <a:pt x="5292" y="8029"/>
                    <a:pt x="5767" y="8003"/>
                    <a:pt x="6243" y="8016"/>
                  </a:cubicBezTo>
                  <a:cubicBezTo>
                    <a:pt x="6805" y="8029"/>
                    <a:pt x="7295" y="8186"/>
                    <a:pt x="7511" y="8643"/>
                  </a:cubicBezTo>
                  <a:cubicBezTo>
                    <a:pt x="7367" y="8995"/>
                    <a:pt x="7208" y="9609"/>
                    <a:pt x="7885" y="9557"/>
                  </a:cubicBezTo>
                  <a:cubicBezTo>
                    <a:pt x="8577" y="9505"/>
                    <a:pt x="8707" y="8173"/>
                    <a:pt x="8649" y="7742"/>
                  </a:cubicBezTo>
                  <a:cubicBezTo>
                    <a:pt x="8577" y="7258"/>
                    <a:pt x="8361" y="6854"/>
                    <a:pt x="8101" y="6436"/>
                  </a:cubicBezTo>
                  <a:cubicBezTo>
                    <a:pt x="7813" y="6005"/>
                    <a:pt x="7813" y="5522"/>
                    <a:pt x="7727" y="5038"/>
                  </a:cubicBezTo>
                  <a:cubicBezTo>
                    <a:pt x="8145" y="5221"/>
                    <a:pt x="8635" y="5234"/>
                    <a:pt x="9096" y="5195"/>
                  </a:cubicBezTo>
                  <a:cubicBezTo>
                    <a:pt x="9427" y="5156"/>
                    <a:pt x="9283" y="5064"/>
                    <a:pt x="9413" y="5339"/>
                  </a:cubicBezTo>
                  <a:cubicBezTo>
                    <a:pt x="9542" y="5613"/>
                    <a:pt x="9816" y="5809"/>
                    <a:pt x="9931" y="6083"/>
                  </a:cubicBezTo>
                  <a:cubicBezTo>
                    <a:pt x="10119" y="6488"/>
                    <a:pt x="9975" y="7102"/>
                    <a:pt x="9960" y="7533"/>
                  </a:cubicBezTo>
                  <a:cubicBezTo>
                    <a:pt x="9946" y="8068"/>
                    <a:pt x="10104" y="8786"/>
                    <a:pt x="9816" y="9270"/>
                  </a:cubicBezTo>
                  <a:cubicBezTo>
                    <a:pt x="9297" y="10171"/>
                    <a:pt x="8563" y="9988"/>
                    <a:pt x="7626" y="10210"/>
                  </a:cubicBezTo>
                  <a:cubicBezTo>
                    <a:pt x="6963" y="10353"/>
                    <a:pt x="6271" y="9883"/>
                    <a:pt x="5623" y="9674"/>
                  </a:cubicBezTo>
                  <a:cubicBezTo>
                    <a:pt x="5493" y="9452"/>
                    <a:pt x="5248" y="9243"/>
                    <a:pt x="4946" y="9348"/>
                  </a:cubicBezTo>
                  <a:cubicBezTo>
                    <a:pt x="4456" y="9505"/>
                    <a:pt x="4614" y="10131"/>
                    <a:pt x="4542" y="10484"/>
                  </a:cubicBezTo>
                  <a:cubicBezTo>
                    <a:pt x="4485" y="10784"/>
                    <a:pt x="4312" y="11281"/>
                    <a:pt x="4730" y="11463"/>
                  </a:cubicBezTo>
                  <a:cubicBezTo>
                    <a:pt x="5234" y="11686"/>
                    <a:pt x="5306" y="11124"/>
                    <a:pt x="5551" y="10902"/>
                  </a:cubicBezTo>
                  <a:cubicBezTo>
                    <a:pt x="6113" y="10393"/>
                    <a:pt x="6632" y="11842"/>
                    <a:pt x="7179" y="11294"/>
                  </a:cubicBezTo>
                  <a:cubicBezTo>
                    <a:pt x="7856" y="11019"/>
                    <a:pt x="8361" y="11111"/>
                    <a:pt x="9081" y="11085"/>
                  </a:cubicBezTo>
                  <a:cubicBezTo>
                    <a:pt x="9052" y="11098"/>
                    <a:pt x="8836" y="11019"/>
                    <a:pt x="9182" y="11124"/>
                  </a:cubicBezTo>
                  <a:cubicBezTo>
                    <a:pt x="9427" y="11202"/>
                    <a:pt x="8865" y="11033"/>
                    <a:pt x="9182" y="11124"/>
                  </a:cubicBezTo>
                  <a:close/>
                  <a:moveTo>
                    <a:pt x="19889" y="9844"/>
                  </a:moveTo>
                  <a:cubicBezTo>
                    <a:pt x="19687" y="10327"/>
                    <a:pt x="19427" y="10223"/>
                    <a:pt x="18981" y="10223"/>
                  </a:cubicBezTo>
                  <a:cubicBezTo>
                    <a:pt x="18361" y="10236"/>
                    <a:pt x="18217" y="10850"/>
                    <a:pt x="18203" y="11294"/>
                  </a:cubicBezTo>
                  <a:cubicBezTo>
                    <a:pt x="18188" y="11620"/>
                    <a:pt x="18246" y="11986"/>
                    <a:pt x="18707" y="11947"/>
                  </a:cubicBezTo>
                  <a:cubicBezTo>
                    <a:pt x="19240" y="11908"/>
                    <a:pt x="19053" y="11398"/>
                    <a:pt x="19154" y="11085"/>
                  </a:cubicBezTo>
                  <a:cubicBezTo>
                    <a:pt x="19759" y="11281"/>
                    <a:pt x="19471" y="12639"/>
                    <a:pt x="19154" y="12965"/>
                  </a:cubicBezTo>
                  <a:cubicBezTo>
                    <a:pt x="18404" y="13736"/>
                    <a:pt x="18462" y="12169"/>
                    <a:pt x="17799" y="12195"/>
                  </a:cubicBezTo>
                  <a:cubicBezTo>
                    <a:pt x="17597" y="12208"/>
                    <a:pt x="17035" y="12796"/>
                    <a:pt x="16862" y="12978"/>
                  </a:cubicBezTo>
                  <a:cubicBezTo>
                    <a:pt x="16228" y="13657"/>
                    <a:pt x="17424" y="13618"/>
                    <a:pt x="17741" y="13749"/>
                  </a:cubicBezTo>
                  <a:cubicBezTo>
                    <a:pt x="18073" y="13879"/>
                    <a:pt x="18275" y="14193"/>
                    <a:pt x="18404" y="14389"/>
                  </a:cubicBezTo>
                  <a:cubicBezTo>
                    <a:pt x="18476" y="14611"/>
                    <a:pt x="18476" y="14833"/>
                    <a:pt x="18476" y="15055"/>
                  </a:cubicBezTo>
                  <a:cubicBezTo>
                    <a:pt x="18476" y="15864"/>
                    <a:pt x="18131" y="16491"/>
                    <a:pt x="17669" y="17170"/>
                  </a:cubicBezTo>
                  <a:cubicBezTo>
                    <a:pt x="17540" y="17353"/>
                    <a:pt x="17266" y="17849"/>
                    <a:pt x="16992" y="17889"/>
                  </a:cubicBezTo>
                  <a:cubicBezTo>
                    <a:pt x="16877" y="17915"/>
                    <a:pt x="16762" y="17889"/>
                    <a:pt x="16661" y="17823"/>
                  </a:cubicBezTo>
                  <a:cubicBezTo>
                    <a:pt x="16430" y="17654"/>
                    <a:pt x="16690" y="17667"/>
                    <a:pt x="16704" y="17458"/>
                  </a:cubicBezTo>
                  <a:cubicBezTo>
                    <a:pt x="16762" y="16583"/>
                    <a:pt x="15609" y="17301"/>
                    <a:pt x="15450" y="17314"/>
                  </a:cubicBezTo>
                  <a:cubicBezTo>
                    <a:pt x="14860" y="17366"/>
                    <a:pt x="14802" y="18150"/>
                    <a:pt x="15422" y="18163"/>
                  </a:cubicBezTo>
                  <a:cubicBezTo>
                    <a:pt x="15479" y="18163"/>
                    <a:pt x="15537" y="18163"/>
                    <a:pt x="15594" y="18163"/>
                  </a:cubicBezTo>
                  <a:cubicBezTo>
                    <a:pt x="15652" y="18280"/>
                    <a:pt x="15681" y="18398"/>
                    <a:pt x="15710" y="18515"/>
                  </a:cubicBezTo>
                  <a:cubicBezTo>
                    <a:pt x="15739" y="18672"/>
                    <a:pt x="15753" y="18751"/>
                    <a:pt x="15666" y="18816"/>
                  </a:cubicBezTo>
                  <a:cubicBezTo>
                    <a:pt x="15364" y="18868"/>
                    <a:pt x="14485" y="18150"/>
                    <a:pt x="14442" y="18960"/>
                  </a:cubicBezTo>
                  <a:cubicBezTo>
                    <a:pt x="14413" y="19417"/>
                    <a:pt x="14254" y="20122"/>
                    <a:pt x="13620" y="20148"/>
                  </a:cubicBezTo>
                  <a:cubicBezTo>
                    <a:pt x="13721" y="19756"/>
                    <a:pt x="13736" y="19234"/>
                    <a:pt x="13534" y="18868"/>
                  </a:cubicBezTo>
                  <a:cubicBezTo>
                    <a:pt x="13851" y="18385"/>
                    <a:pt x="13260" y="18241"/>
                    <a:pt x="12914" y="18150"/>
                  </a:cubicBezTo>
                  <a:cubicBezTo>
                    <a:pt x="12568" y="18058"/>
                    <a:pt x="11934" y="17876"/>
                    <a:pt x="11747" y="18280"/>
                  </a:cubicBezTo>
                  <a:cubicBezTo>
                    <a:pt x="11632" y="18555"/>
                    <a:pt x="11805" y="18868"/>
                    <a:pt x="12151" y="18881"/>
                  </a:cubicBezTo>
                  <a:cubicBezTo>
                    <a:pt x="12439" y="18894"/>
                    <a:pt x="12727" y="19273"/>
                    <a:pt x="12741" y="19508"/>
                  </a:cubicBezTo>
                  <a:cubicBezTo>
                    <a:pt x="12770" y="19874"/>
                    <a:pt x="12669" y="20174"/>
                    <a:pt x="12381" y="20435"/>
                  </a:cubicBezTo>
                  <a:cubicBezTo>
                    <a:pt x="12381" y="20435"/>
                    <a:pt x="12079" y="20540"/>
                    <a:pt x="12093" y="20540"/>
                  </a:cubicBezTo>
                  <a:cubicBezTo>
                    <a:pt x="11891" y="20553"/>
                    <a:pt x="11531" y="20553"/>
                    <a:pt x="11344" y="20474"/>
                  </a:cubicBezTo>
                  <a:cubicBezTo>
                    <a:pt x="10868" y="20252"/>
                    <a:pt x="10695" y="19573"/>
                    <a:pt x="10710" y="19142"/>
                  </a:cubicBezTo>
                  <a:cubicBezTo>
                    <a:pt x="10724" y="18515"/>
                    <a:pt x="10205" y="17014"/>
                    <a:pt x="11401" y="17040"/>
                  </a:cubicBezTo>
                  <a:cubicBezTo>
                    <a:pt x="11877" y="17053"/>
                    <a:pt x="12525" y="17014"/>
                    <a:pt x="12929" y="17249"/>
                  </a:cubicBezTo>
                  <a:cubicBezTo>
                    <a:pt x="13274" y="17458"/>
                    <a:pt x="13347" y="17954"/>
                    <a:pt x="13851" y="17876"/>
                  </a:cubicBezTo>
                  <a:cubicBezTo>
                    <a:pt x="14370" y="17784"/>
                    <a:pt x="14153" y="17223"/>
                    <a:pt x="14024" y="16935"/>
                  </a:cubicBezTo>
                  <a:cubicBezTo>
                    <a:pt x="13779" y="16387"/>
                    <a:pt x="14456" y="16034"/>
                    <a:pt x="14456" y="15538"/>
                  </a:cubicBezTo>
                  <a:cubicBezTo>
                    <a:pt x="14442" y="15198"/>
                    <a:pt x="13909" y="15029"/>
                    <a:pt x="13649" y="15264"/>
                  </a:cubicBezTo>
                  <a:cubicBezTo>
                    <a:pt x="13289" y="15590"/>
                    <a:pt x="12957" y="15891"/>
                    <a:pt x="12540" y="16165"/>
                  </a:cubicBezTo>
                  <a:cubicBezTo>
                    <a:pt x="12424" y="16243"/>
                    <a:pt x="11632" y="16230"/>
                    <a:pt x="11444" y="16178"/>
                  </a:cubicBezTo>
                  <a:cubicBezTo>
                    <a:pt x="10883" y="16008"/>
                    <a:pt x="10767" y="15669"/>
                    <a:pt x="10854" y="15146"/>
                  </a:cubicBezTo>
                  <a:cubicBezTo>
                    <a:pt x="10897" y="14859"/>
                    <a:pt x="11228" y="14741"/>
                    <a:pt x="11272" y="14441"/>
                  </a:cubicBezTo>
                  <a:cubicBezTo>
                    <a:pt x="11315" y="14180"/>
                    <a:pt x="11127" y="13932"/>
                    <a:pt x="11070" y="13684"/>
                  </a:cubicBezTo>
                  <a:cubicBezTo>
                    <a:pt x="10983" y="13318"/>
                    <a:pt x="10955" y="12456"/>
                    <a:pt x="11560" y="12417"/>
                  </a:cubicBezTo>
                  <a:cubicBezTo>
                    <a:pt x="11963" y="12391"/>
                    <a:pt x="12194" y="11947"/>
                    <a:pt x="11877" y="11686"/>
                  </a:cubicBezTo>
                  <a:cubicBezTo>
                    <a:pt x="11718" y="11555"/>
                    <a:pt x="11545" y="11594"/>
                    <a:pt x="11416" y="11437"/>
                  </a:cubicBezTo>
                  <a:cubicBezTo>
                    <a:pt x="11243" y="11228"/>
                    <a:pt x="11127" y="10980"/>
                    <a:pt x="11127" y="10706"/>
                  </a:cubicBezTo>
                  <a:cubicBezTo>
                    <a:pt x="11127" y="10105"/>
                    <a:pt x="11329" y="9531"/>
                    <a:pt x="11286" y="8904"/>
                  </a:cubicBezTo>
                  <a:cubicBezTo>
                    <a:pt x="11257" y="8512"/>
                    <a:pt x="11286" y="8551"/>
                    <a:pt x="11718" y="8525"/>
                  </a:cubicBezTo>
                  <a:cubicBezTo>
                    <a:pt x="12136" y="8486"/>
                    <a:pt x="12410" y="8342"/>
                    <a:pt x="12770" y="8146"/>
                  </a:cubicBezTo>
                  <a:cubicBezTo>
                    <a:pt x="12871" y="8865"/>
                    <a:pt x="12813" y="9583"/>
                    <a:pt x="13001" y="10301"/>
                  </a:cubicBezTo>
                  <a:cubicBezTo>
                    <a:pt x="12583" y="10301"/>
                    <a:pt x="11790" y="10654"/>
                    <a:pt x="12338" y="11098"/>
                  </a:cubicBezTo>
                  <a:cubicBezTo>
                    <a:pt x="12568" y="11294"/>
                    <a:pt x="13030" y="11163"/>
                    <a:pt x="13318" y="11163"/>
                  </a:cubicBezTo>
                  <a:cubicBezTo>
                    <a:pt x="13476" y="11255"/>
                    <a:pt x="13548" y="11646"/>
                    <a:pt x="13750" y="11790"/>
                  </a:cubicBezTo>
                  <a:cubicBezTo>
                    <a:pt x="14110" y="12038"/>
                    <a:pt x="14485" y="11633"/>
                    <a:pt x="14485" y="11333"/>
                  </a:cubicBezTo>
                  <a:cubicBezTo>
                    <a:pt x="14485" y="11046"/>
                    <a:pt x="14514" y="11006"/>
                    <a:pt x="14903" y="11006"/>
                  </a:cubicBezTo>
                  <a:cubicBezTo>
                    <a:pt x="15508" y="11033"/>
                    <a:pt x="15926" y="11202"/>
                    <a:pt x="16128" y="11712"/>
                  </a:cubicBezTo>
                  <a:cubicBezTo>
                    <a:pt x="16171" y="12130"/>
                    <a:pt x="16877" y="12208"/>
                    <a:pt x="17035" y="11816"/>
                  </a:cubicBezTo>
                  <a:cubicBezTo>
                    <a:pt x="17180" y="11437"/>
                    <a:pt x="17079" y="11228"/>
                    <a:pt x="17396" y="10889"/>
                  </a:cubicBezTo>
                  <a:cubicBezTo>
                    <a:pt x="17612" y="10641"/>
                    <a:pt x="17828" y="10419"/>
                    <a:pt x="17770" y="10066"/>
                  </a:cubicBezTo>
                  <a:cubicBezTo>
                    <a:pt x="17727" y="9700"/>
                    <a:pt x="17252" y="9740"/>
                    <a:pt x="16978" y="9844"/>
                  </a:cubicBezTo>
                  <a:cubicBezTo>
                    <a:pt x="16646" y="9988"/>
                    <a:pt x="16488" y="10014"/>
                    <a:pt x="16128" y="10040"/>
                  </a:cubicBezTo>
                  <a:cubicBezTo>
                    <a:pt x="15335" y="10092"/>
                    <a:pt x="14687" y="9831"/>
                    <a:pt x="13880" y="10001"/>
                  </a:cubicBezTo>
                  <a:cubicBezTo>
                    <a:pt x="13707" y="9296"/>
                    <a:pt x="13880" y="8499"/>
                    <a:pt x="13649" y="7820"/>
                  </a:cubicBezTo>
                  <a:cubicBezTo>
                    <a:pt x="14053" y="7820"/>
                    <a:pt x="14658" y="8068"/>
                    <a:pt x="15047" y="7937"/>
                  </a:cubicBezTo>
                  <a:cubicBezTo>
                    <a:pt x="15594" y="7768"/>
                    <a:pt x="15335" y="7232"/>
                    <a:pt x="14946" y="7049"/>
                  </a:cubicBezTo>
                  <a:cubicBezTo>
                    <a:pt x="14168" y="6697"/>
                    <a:pt x="13159" y="6958"/>
                    <a:pt x="12396" y="7206"/>
                  </a:cubicBezTo>
                  <a:cubicBezTo>
                    <a:pt x="12079" y="7311"/>
                    <a:pt x="11761" y="7350"/>
                    <a:pt x="11430" y="7363"/>
                  </a:cubicBezTo>
                  <a:cubicBezTo>
                    <a:pt x="10983" y="7363"/>
                    <a:pt x="11041" y="6658"/>
                    <a:pt x="11055" y="6357"/>
                  </a:cubicBezTo>
                  <a:cubicBezTo>
                    <a:pt x="11084" y="5979"/>
                    <a:pt x="11531" y="5952"/>
                    <a:pt x="11545" y="5613"/>
                  </a:cubicBezTo>
                  <a:cubicBezTo>
                    <a:pt x="11545" y="5234"/>
                    <a:pt x="11156" y="5313"/>
                    <a:pt x="11027" y="5091"/>
                  </a:cubicBezTo>
                  <a:cubicBezTo>
                    <a:pt x="10421" y="3981"/>
                    <a:pt x="12352" y="4281"/>
                    <a:pt x="12741" y="3981"/>
                  </a:cubicBezTo>
                  <a:cubicBezTo>
                    <a:pt x="13592" y="3341"/>
                    <a:pt x="11718" y="3053"/>
                    <a:pt x="11444" y="2805"/>
                  </a:cubicBezTo>
                  <a:cubicBezTo>
                    <a:pt x="11228" y="2609"/>
                    <a:pt x="10767" y="1395"/>
                    <a:pt x="10883" y="1186"/>
                  </a:cubicBezTo>
                  <a:cubicBezTo>
                    <a:pt x="11646" y="546"/>
                    <a:pt x="12943" y="833"/>
                    <a:pt x="13548" y="1565"/>
                  </a:cubicBezTo>
                  <a:cubicBezTo>
                    <a:pt x="12468" y="1865"/>
                    <a:pt x="13174" y="3040"/>
                    <a:pt x="13880" y="3315"/>
                  </a:cubicBezTo>
                  <a:cubicBezTo>
                    <a:pt x="14226" y="3432"/>
                    <a:pt x="14860" y="3537"/>
                    <a:pt x="14802" y="2988"/>
                  </a:cubicBezTo>
                  <a:cubicBezTo>
                    <a:pt x="14744" y="2518"/>
                    <a:pt x="14067" y="2701"/>
                    <a:pt x="13952" y="2335"/>
                  </a:cubicBezTo>
                  <a:cubicBezTo>
                    <a:pt x="14687" y="2087"/>
                    <a:pt x="15868" y="2100"/>
                    <a:pt x="16214" y="2897"/>
                  </a:cubicBezTo>
                  <a:cubicBezTo>
                    <a:pt x="16358" y="3223"/>
                    <a:pt x="16200" y="3850"/>
                    <a:pt x="16762" y="3863"/>
                  </a:cubicBezTo>
                  <a:cubicBezTo>
                    <a:pt x="17050" y="3876"/>
                    <a:pt x="17151" y="3706"/>
                    <a:pt x="17410" y="3863"/>
                  </a:cubicBezTo>
                  <a:cubicBezTo>
                    <a:pt x="17626" y="3954"/>
                    <a:pt x="17641" y="3994"/>
                    <a:pt x="17799" y="4163"/>
                  </a:cubicBezTo>
                  <a:cubicBezTo>
                    <a:pt x="18145" y="4529"/>
                    <a:pt x="18188" y="4908"/>
                    <a:pt x="17698" y="5078"/>
                  </a:cubicBezTo>
                  <a:cubicBezTo>
                    <a:pt x="17468" y="4607"/>
                    <a:pt x="16661" y="4542"/>
                    <a:pt x="16185" y="4438"/>
                  </a:cubicBezTo>
                  <a:cubicBezTo>
                    <a:pt x="15984" y="4398"/>
                    <a:pt x="15753" y="4385"/>
                    <a:pt x="15551" y="4451"/>
                  </a:cubicBezTo>
                  <a:cubicBezTo>
                    <a:pt x="15148" y="4581"/>
                    <a:pt x="15249" y="4555"/>
                    <a:pt x="14816" y="4451"/>
                  </a:cubicBezTo>
                  <a:cubicBezTo>
                    <a:pt x="14586" y="4398"/>
                    <a:pt x="14110" y="4385"/>
                    <a:pt x="13966" y="4333"/>
                  </a:cubicBezTo>
                  <a:cubicBezTo>
                    <a:pt x="13592" y="4229"/>
                    <a:pt x="12943" y="3745"/>
                    <a:pt x="12842" y="4464"/>
                  </a:cubicBezTo>
                  <a:cubicBezTo>
                    <a:pt x="12813" y="4725"/>
                    <a:pt x="12813" y="4973"/>
                    <a:pt x="12698" y="5221"/>
                  </a:cubicBezTo>
                  <a:cubicBezTo>
                    <a:pt x="12583" y="5495"/>
                    <a:pt x="12251" y="5744"/>
                    <a:pt x="12251" y="6044"/>
                  </a:cubicBezTo>
                  <a:cubicBezTo>
                    <a:pt x="12266" y="6841"/>
                    <a:pt x="13188" y="6161"/>
                    <a:pt x="13404" y="5979"/>
                  </a:cubicBezTo>
                  <a:cubicBezTo>
                    <a:pt x="13534" y="5874"/>
                    <a:pt x="13678" y="5770"/>
                    <a:pt x="13808" y="5652"/>
                  </a:cubicBezTo>
                  <a:cubicBezTo>
                    <a:pt x="14110" y="5339"/>
                    <a:pt x="14139" y="5404"/>
                    <a:pt x="14543" y="5352"/>
                  </a:cubicBezTo>
                  <a:cubicBezTo>
                    <a:pt x="14370" y="6148"/>
                    <a:pt x="15076" y="6449"/>
                    <a:pt x="15436" y="5691"/>
                  </a:cubicBezTo>
                  <a:cubicBezTo>
                    <a:pt x="15638" y="5273"/>
                    <a:pt x="15868" y="5221"/>
                    <a:pt x="16329" y="5326"/>
                  </a:cubicBezTo>
                  <a:cubicBezTo>
                    <a:pt x="17064" y="5495"/>
                    <a:pt x="16718" y="5561"/>
                    <a:pt x="16416" y="6070"/>
                  </a:cubicBezTo>
                  <a:cubicBezTo>
                    <a:pt x="16128" y="6527"/>
                    <a:pt x="16027" y="7023"/>
                    <a:pt x="16056" y="7546"/>
                  </a:cubicBezTo>
                  <a:cubicBezTo>
                    <a:pt x="15911" y="7872"/>
                    <a:pt x="15436" y="8199"/>
                    <a:pt x="15393" y="8525"/>
                  </a:cubicBezTo>
                  <a:cubicBezTo>
                    <a:pt x="15335" y="9061"/>
                    <a:pt x="15897" y="9021"/>
                    <a:pt x="16286" y="8904"/>
                  </a:cubicBezTo>
                  <a:cubicBezTo>
                    <a:pt x="16531" y="8839"/>
                    <a:pt x="16776" y="8760"/>
                    <a:pt x="17007" y="8669"/>
                  </a:cubicBezTo>
                  <a:cubicBezTo>
                    <a:pt x="17180" y="8643"/>
                    <a:pt x="17324" y="8721"/>
                    <a:pt x="17497" y="8656"/>
                  </a:cubicBezTo>
                  <a:cubicBezTo>
                    <a:pt x="18275" y="8342"/>
                    <a:pt x="17410" y="7742"/>
                    <a:pt x="17021" y="7598"/>
                  </a:cubicBezTo>
                  <a:cubicBezTo>
                    <a:pt x="16848" y="6736"/>
                    <a:pt x="17525" y="6540"/>
                    <a:pt x="17698" y="6005"/>
                  </a:cubicBezTo>
                  <a:cubicBezTo>
                    <a:pt x="17943" y="5874"/>
                    <a:pt x="18534" y="5522"/>
                    <a:pt x="18693" y="5704"/>
                  </a:cubicBezTo>
                  <a:cubicBezTo>
                    <a:pt x="18966" y="6031"/>
                    <a:pt x="19341" y="6344"/>
                    <a:pt x="19110" y="6814"/>
                  </a:cubicBezTo>
                  <a:cubicBezTo>
                    <a:pt x="18865" y="7324"/>
                    <a:pt x="18606" y="7702"/>
                    <a:pt x="18462" y="8251"/>
                  </a:cubicBezTo>
                  <a:cubicBezTo>
                    <a:pt x="18375" y="8577"/>
                    <a:pt x="18476" y="9230"/>
                    <a:pt x="19053" y="8930"/>
                  </a:cubicBezTo>
                  <a:cubicBezTo>
                    <a:pt x="19399" y="8760"/>
                    <a:pt x="19355" y="8290"/>
                    <a:pt x="19485" y="7990"/>
                  </a:cubicBezTo>
                  <a:cubicBezTo>
                    <a:pt x="19816" y="8499"/>
                    <a:pt x="20133" y="9256"/>
                    <a:pt x="19889" y="9844"/>
                  </a:cubicBezTo>
                  <a:cubicBezTo>
                    <a:pt x="19845" y="9949"/>
                    <a:pt x="19989" y="9596"/>
                    <a:pt x="19889" y="9844"/>
                  </a:cubicBezTo>
                  <a:close/>
                </a:path>
              </a:pathLst>
            </a:cu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23" name="Shape 5023"/>
            <p:cNvSpPr/>
            <p:nvPr/>
          </p:nvSpPr>
          <p:spPr>
            <a:xfrm>
              <a:off x="3287152" y="3625487"/>
              <a:ext cx="1452932" cy="1284983"/>
            </a:xfrm>
            <a:custGeom>
              <a:avLst/>
              <a:gdLst/>
              <a:ahLst/>
              <a:cxnLst>
                <a:cxn ang="0">
                  <a:pos x="wd2" y="hd2"/>
                </a:cxn>
                <a:cxn ang="5400000">
                  <a:pos x="wd2" y="hd2"/>
                </a:cxn>
                <a:cxn ang="10800000">
                  <a:pos x="wd2" y="hd2"/>
                </a:cxn>
                <a:cxn ang="16200000">
                  <a:pos x="wd2" y="hd2"/>
                </a:cxn>
              </a:cxnLst>
              <a:rect l="0" t="0" r="r" b="b"/>
              <a:pathLst>
                <a:path w="21488" h="20912" fill="norm" stroke="1" extrusionOk="0">
                  <a:moveTo>
                    <a:pt x="19585" y="16541"/>
                  </a:moveTo>
                  <a:cubicBezTo>
                    <a:pt x="19297" y="16541"/>
                    <a:pt x="18260" y="17365"/>
                    <a:pt x="17857" y="17682"/>
                  </a:cubicBezTo>
                  <a:cubicBezTo>
                    <a:pt x="17338" y="18188"/>
                    <a:pt x="16762" y="18695"/>
                    <a:pt x="16589" y="19455"/>
                  </a:cubicBezTo>
                  <a:cubicBezTo>
                    <a:pt x="16417" y="20342"/>
                    <a:pt x="15553" y="20912"/>
                    <a:pt x="14804" y="20912"/>
                  </a:cubicBezTo>
                  <a:cubicBezTo>
                    <a:pt x="14573" y="20912"/>
                    <a:pt x="14573" y="20912"/>
                    <a:pt x="14573" y="20912"/>
                  </a:cubicBezTo>
                  <a:cubicBezTo>
                    <a:pt x="13537" y="20912"/>
                    <a:pt x="12730" y="19899"/>
                    <a:pt x="12788" y="18822"/>
                  </a:cubicBezTo>
                  <a:cubicBezTo>
                    <a:pt x="12788" y="17808"/>
                    <a:pt x="12845" y="16858"/>
                    <a:pt x="12845" y="15908"/>
                  </a:cubicBezTo>
                  <a:cubicBezTo>
                    <a:pt x="12845" y="15148"/>
                    <a:pt x="12500" y="14324"/>
                    <a:pt x="12269" y="13628"/>
                  </a:cubicBezTo>
                  <a:cubicBezTo>
                    <a:pt x="11866" y="12297"/>
                    <a:pt x="11175" y="11347"/>
                    <a:pt x="10253" y="10397"/>
                  </a:cubicBezTo>
                  <a:cubicBezTo>
                    <a:pt x="9620" y="9764"/>
                    <a:pt x="9044" y="9320"/>
                    <a:pt x="8353" y="9003"/>
                  </a:cubicBezTo>
                  <a:cubicBezTo>
                    <a:pt x="7431" y="8750"/>
                    <a:pt x="6049" y="9003"/>
                    <a:pt x="5703" y="8940"/>
                  </a:cubicBezTo>
                  <a:cubicBezTo>
                    <a:pt x="5415" y="8940"/>
                    <a:pt x="4666" y="9067"/>
                    <a:pt x="4493" y="9130"/>
                  </a:cubicBezTo>
                  <a:cubicBezTo>
                    <a:pt x="4493" y="9130"/>
                    <a:pt x="3802" y="9447"/>
                    <a:pt x="3745" y="10017"/>
                  </a:cubicBezTo>
                  <a:cubicBezTo>
                    <a:pt x="3745" y="10777"/>
                    <a:pt x="3745" y="10777"/>
                    <a:pt x="3745" y="10777"/>
                  </a:cubicBezTo>
                  <a:cubicBezTo>
                    <a:pt x="3687" y="13438"/>
                    <a:pt x="-57" y="13311"/>
                    <a:pt x="1" y="10650"/>
                  </a:cubicBezTo>
                  <a:cubicBezTo>
                    <a:pt x="58" y="9447"/>
                    <a:pt x="58" y="8243"/>
                    <a:pt x="116" y="6977"/>
                  </a:cubicBezTo>
                  <a:cubicBezTo>
                    <a:pt x="116" y="6280"/>
                    <a:pt x="404" y="5646"/>
                    <a:pt x="865" y="5140"/>
                  </a:cubicBezTo>
                  <a:cubicBezTo>
                    <a:pt x="980" y="4760"/>
                    <a:pt x="1153" y="4379"/>
                    <a:pt x="1498" y="4126"/>
                  </a:cubicBezTo>
                  <a:cubicBezTo>
                    <a:pt x="1729" y="3746"/>
                    <a:pt x="2074" y="3493"/>
                    <a:pt x="2535" y="3366"/>
                  </a:cubicBezTo>
                  <a:cubicBezTo>
                    <a:pt x="3687" y="3113"/>
                    <a:pt x="5012" y="2859"/>
                    <a:pt x="6164" y="3366"/>
                  </a:cubicBezTo>
                  <a:cubicBezTo>
                    <a:pt x="6625" y="3619"/>
                    <a:pt x="7028" y="3936"/>
                    <a:pt x="7489" y="4253"/>
                  </a:cubicBezTo>
                  <a:cubicBezTo>
                    <a:pt x="7604" y="4379"/>
                    <a:pt x="7892" y="4569"/>
                    <a:pt x="7892" y="4569"/>
                  </a:cubicBezTo>
                  <a:cubicBezTo>
                    <a:pt x="7892" y="4569"/>
                    <a:pt x="9505" y="5266"/>
                    <a:pt x="10023" y="4379"/>
                  </a:cubicBezTo>
                  <a:cubicBezTo>
                    <a:pt x="10081" y="4316"/>
                    <a:pt x="10253" y="3683"/>
                    <a:pt x="10311" y="3556"/>
                  </a:cubicBezTo>
                  <a:cubicBezTo>
                    <a:pt x="10484" y="3049"/>
                    <a:pt x="10772" y="2479"/>
                    <a:pt x="10829" y="1909"/>
                  </a:cubicBezTo>
                  <a:cubicBezTo>
                    <a:pt x="11060" y="-688"/>
                    <a:pt x="14631" y="-625"/>
                    <a:pt x="14516" y="2036"/>
                  </a:cubicBezTo>
                  <a:cubicBezTo>
                    <a:pt x="14516" y="3239"/>
                    <a:pt x="14516" y="4443"/>
                    <a:pt x="14516" y="5710"/>
                  </a:cubicBezTo>
                  <a:cubicBezTo>
                    <a:pt x="14573" y="6977"/>
                    <a:pt x="15034" y="8053"/>
                    <a:pt x="15437" y="9257"/>
                  </a:cubicBezTo>
                  <a:cubicBezTo>
                    <a:pt x="15841" y="10334"/>
                    <a:pt x="16301" y="11284"/>
                    <a:pt x="17050" y="12107"/>
                  </a:cubicBezTo>
                  <a:cubicBezTo>
                    <a:pt x="17626" y="12677"/>
                    <a:pt x="19009" y="12424"/>
                    <a:pt x="19700" y="12424"/>
                  </a:cubicBezTo>
                  <a:cubicBezTo>
                    <a:pt x="20679" y="12424"/>
                    <a:pt x="21543" y="13438"/>
                    <a:pt x="21485" y="14514"/>
                  </a:cubicBezTo>
                  <a:cubicBezTo>
                    <a:pt x="21485" y="15718"/>
                    <a:pt x="20621" y="16415"/>
                    <a:pt x="19585" y="16541"/>
                  </a:cubicBezTo>
                  <a:close/>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grpSp>
      <p:sp>
        <p:nvSpPr>
          <p:cNvPr id="5025" name="Shape 5025"/>
          <p:cNvSpPr/>
          <p:nvPr/>
        </p:nvSpPr>
        <p:spPr>
          <a:xfrm flipH="1">
            <a:off x="15122380" y="6574763"/>
            <a:ext cx="2812308" cy="1"/>
          </a:xfrm>
          <a:prstGeom prst="line">
            <a:avLst/>
          </a:prstGeom>
          <a:ln w="63500">
            <a:solidFill>
              <a:srgbClr val="F7BB00"/>
            </a:solidFill>
            <a:prstDash val="sysDot"/>
            <a:miter lim="400000"/>
            <a:headEnd type="oval"/>
          </a:ln>
        </p:spPr>
        <p:txBody>
          <a:bodyPr lIns="71437" tIns="71437" rIns="71437" bIns="71437" anchor="ctr"/>
          <a:lstStyle/>
          <a:p>
            <a:pPr>
              <a:defRPr sz="3200"/>
            </a:pPr>
          </a:p>
        </p:txBody>
      </p:sp>
      <p:sp>
        <p:nvSpPr>
          <p:cNvPr id="5026" name="Shape 5026"/>
          <p:cNvSpPr/>
          <p:nvPr/>
        </p:nvSpPr>
        <p:spPr>
          <a:xfrm flipH="1">
            <a:off x="14454826" y="4337128"/>
            <a:ext cx="2812307" cy="1"/>
          </a:xfrm>
          <a:prstGeom prst="line">
            <a:avLst/>
          </a:prstGeom>
          <a:ln w="63500">
            <a:solidFill>
              <a:srgbClr val="F7BB00"/>
            </a:solidFill>
            <a:prstDash val="sysDot"/>
            <a:miter lim="400000"/>
            <a:headEnd type="oval"/>
          </a:ln>
        </p:spPr>
        <p:txBody>
          <a:bodyPr lIns="71437" tIns="71437" rIns="71437" bIns="71437" anchor="ctr"/>
          <a:lstStyle/>
          <a:p>
            <a:pPr>
              <a:defRPr sz="3200"/>
            </a:pPr>
          </a:p>
        </p:txBody>
      </p:sp>
      <p:sp>
        <p:nvSpPr>
          <p:cNvPr id="5027" name="Shape 5027"/>
          <p:cNvSpPr/>
          <p:nvPr/>
        </p:nvSpPr>
        <p:spPr>
          <a:xfrm flipH="1">
            <a:off x="14080632" y="8977456"/>
            <a:ext cx="2812307" cy="1"/>
          </a:xfrm>
          <a:prstGeom prst="line">
            <a:avLst/>
          </a:prstGeom>
          <a:ln w="63500">
            <a:solidFill>
              <a:srgbClr val="F7BB00"/>
            </a:solidFill>
            <a:prstDash val="sysDot"/>
            <a:miter lim="400000"/>
            <a:headEnd type="oval"/>
          </a:ln>
        </p:spPr>
        <p:txBody>
          <a:bodyPr lIns="71437" tIns="71437" rIns="71437" bIns="71437" anchor="ctr"/>
          <a:lstStyle/>
          <a:p>
            <a:pPr>
              <a:defRPr sz="3200"/>
            </a:pPr>
          </a:p>
        </p:txBody>
      </p:sp>
      <p:sp>
        <p:nvSpPr>
          <p:cNvPr id="5028" name="Shape 5028"/>
          <p:cNvSpPr/>
          <p:nvPr/>
        </p:nvSpPr>
        <p:spPr>
          <a:xfrm>
            <a:off x="6907006" y="6574763"/>
            <a:ext cx="2812308" cy="1"/>
          </a:xfrm>
          <a:prstGeom prst="line">
            <a:avLst/>
          </a:prstGeom>
          <a:ln w="63500">
            <a:solidFill>
              <a:srgbClr val="F7BB00"/>
            </a:solidFill>
            <a:prstDash val="sysDot"/>
            <a:miter lim="400000"/>
            <a:headEnd type="oval"/>
          </a:ln>
        </p:spPr>
        <p:txBody>
          <a:bodyPr lIns="71437" tIns="71437" rIns="71437" bIns="71437" anchor="ctr"/>
          <a:lstStyle/>
          <a:p>
            <a:pPr>
              <a:defRPr sz="3200"/>
            </a:pPr>
          </a:p>
        </p:txBody>
      </p:sp>
      <p:sp>
        <p:nvSpPr>
          <p:cNvPr id="5029" name="Shape 5029"/>
          <p:cNvSpPr/>
          <p:nvPr/>
        </p:nvSpPr>
        <p:spPr>
          <a:xfrm>
            <a:off x="7581366" y="4337128"/>
            <a:ext cx="2812307" cy="1"/>
          </a:xfrm>
          <a:prstGeom prst="line">
            <a:avLst/>
          </a:prstGeom>
          <a:ln w="63500">
            <a:solidFill>
              <a:srgbClr val="F7BB00"/>
            </a:solidFill>
            <a:prstDash val="sysDot"/>
            <a:miter lim="400000"/>
            <a:headEnd type="oval"/>
          </a:ln>
        </p:spPr>
        <p:txBody>
          <a:bodyPr lIns="71437" tIns="71437" rIns="71437" bIns="71437" anchor="ctr"/>
          <a:lstStyle/>
          <a:p>
            <a:pPr>
              <a:defRPr sz="3200"/>
            </a:pPr>
          </a:p>
        </p:txBody>
      </p:sp>
      <p:sp>
        <p:nvSpPr>
          <p:cNvPr id="5030" name="Shape 5030"/>
          <p:cNvSpPr/>
          <p:nvPr/>
        </p:nvSpPr>
        <p:spPr>
          <a:xfrm>
            <a:off x="7966413" y="8977456"/>
            <a:ext cx="2812307" cy="1"/>
          </a:xfrm>
          <a:prstGeom prst="line">
            <a:avLst/>
          </a:prstGeom>
          <a:ln w="63500">
            <a:solidFill>
              <a:srgbClr val="F7BB00"/>
            </a:solidFill>
            <a:prstDash val="sysDot"/>
            <a:miter lim="400000"/>
            <a:headEnd type="oval"/>
          </a:ln>
        </p:spPr>
        <p:txBody>
          <a:bodyPr lIns="71437" tIns="71437" rIns="71437" bIns="71437" anchor="ctr"/>
          <a:lstStyle/>
          <a:p>
            <a:pPr>
              <a:defRPr sz="3200"/>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5024"/>
                                        </p:tgtEl>
                                        <p:attrNameLst>
                                          <p:attrName>style.visibility</p:attrName>
                                        </p:attrNameLst>
                                      </p:cBhvr>
                                      <p:to>
                                        <p:strVal val="visible"/>
                                      </p:to>
                                    </p:set>
                                    <p:animEffect filter="wipe(left)" transition="in">
                                      <p:cBhvr>
                                        <p:cTn id="7" dur="500"/>
                                        <p:tgtEl>
                                          <p:spTgt spid="50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024" grpId="1"/>
    </p:bldLst>
  </p:timing>
</p:sld>
</file>

<file path=ppt/slides/slide15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032" name="Shape 503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Presupuesto</a:t>
            </a:r>
          </a:p>
        </p:txBody>
      </p:sp>
      <p:sp>
        <p:nvSpPr>
          <p:cNvPr id="5033" name="Shape 503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5049" name="Group 5049"/>
          <p:cNvGrpSpPr/>
          <p:nvPr/>
        </p:nvGrpSpPr>
        <p:grpSpPr>
          <a:xfrm>
            <a:off x="0" y="3472116"/>
            <a:ext cx="7899407" cy="8215927"/>
            <a:chOff x="0" y="0"/>
            <a:chExt cx="7899405" cy="8215926"/>
          </a:xfrm>
        </p:grpSpPr>
        <p:sp>
          <p:nvSpPr>
            <p:cNvPr id="5034" name="Shape 5034"/>
            <p:cNvSpPr/>
            <p:nvPr/>
          </p:nvSpPr>
          <p:spPr>
            <a:xfrm flipH="1">
              <a:off x="4284678" y="4623484"/>
              <a:ext cx="1567192" cy="23482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lnTo>
                    <a:pt x="18346" y="21600"/>
                  </a:lnTo>
                  <a:cubicBezTo>
                    <a:pt x="18346" y="21600"/>
                    <a:pt x="18346" y="21600"/>
                    <a:pt x="18346" y="20485"/>
                  </a:cubicBezTo>
                  <a:cubicBezTo>
                    <a:pt x="18346" y="20485"/>
                    <a:pt x="18346" y="20485"/>
                    <a:pt x="18386" y="20485"/>
                  </a:cubicBezTo>
                  <a:cubicBezTo>
                    <a:pt x="18386" y="20485"/>
                    <a:pt x="18386" y="20485"/>
                    <a:pt x="18506" y="20086"/>
                  </a:cubicBezTo>
                  <a:cubicBezTo>
                    <a:pt x="18625" y="19874"/>
                    <a:pt x="18744" y="19768"/>
                    <a:pt x="18983" y="19528"/>
                  </a:cubicBezTo>
                  <a:cubicBezTo>
                    <a:pt x="19302" y="19236"/>
                    <a:pt x="19461" y="18918"/>
                    <a:pt x="19421" y="18572"/>
                  </a:cubicBezTo>
                  <a:cubicBezTo>
                    <a:pt x="19421" y="17723"/>
                    <a:pt x="18227" y="17032"/>
                    <a:pt x="16755" y="17032"/>
                  </a:cubicBezTo>
                  <a:cubicBezTo>
                    <a:pt x="15362" y="17032"/>
                    <a:pt x="14208" y="17643"/>
                    <a:pt x="14088" y="18440"/>
                  </a:cubicBezTo>
                  <a:cubicBezTo>
                    <a:pt x="14088" y="18440"/>
                    <a:pt x="14088" y="18440"/>
                    <a:pt x="14088" y="18466"/>
                  </a:cubicBezTo>
                  <a:cubicBezTo>
                    <a:pt x="14088" y="18466"/>
                    <a:pt x="14088" y="18493"/>
                    <a:pt x="14088" y="18493"/>
                  </a:cubicBezTo>
                  <a:cubicBezTo>
                    <a:pt x="14048" y="18891"/>
                    <a:pt x="14168" y="19236"/>
                    <a:pt x="14526" y="19528"/>
                  </a:cubicBezTo>
                  <a:cubicBezTo>
                    <a:pt x="14805" y="19768"/>
                    <a:pt x="14884" y="19900"/>
                    <a:pt x="15003" y="20139"/>
                  </a:cubicBezTo>
                  <a:cubicBezTo>
                    <a:pt x="15003" y="20139"/>
                    <a:pt x="15003" y="20139"/>
                    <a:pt x="15163" y="20485"/>
                  </a:cubicBezTo>
                  <a:cubicBezTo>
                    <a:pt x="15163" y="20485"/>
                    <a:pt x="15163" y="20485"/>
                    <a:pt x="15163" y="21600"/>
                  </a:cubicBezTo>
                  <a:lnTo>
                    <a:pt x="6434" y="21600"/>
                  </a:lnTo>
                  <a:cubicBezTo>
                    <a:pt x="6434" y="21600"/>
                    <a:pt x="6434" y="21600"/>
                    <a:pt x="6434" y="20485"/>
                  </a:cubicBezTo>
                  <a:cubicBezTo>
                    <a:pt x="6434" y="20485"/>
                    <a:pt x="6434" y="20485"/>
                    <a:pt x="6474" y="20485"/>
                  </a:cubicBezTo>
                  <a:cubicBezTo>
                    <a:pt x="6474" y="20485"/>
                    <a:pt x="6474" y="20485"/>
                    <a:pt x="6594" y="20086"/>
                  </a:cubicBezTo>
                  <a:cubicBezTo>
                    <a:pt x="6713" y="19874"/>
                    <a:pt x="6832" y="19768"/>
                    <a:pt x="7071" y="19528"/>
                  </a:cubicBezTo>
                  <a:cubicBezTo>
                    <a:pt x="7390" y="19236"/>
                    <a:pt x="7549" y="18918"/>
                    <a:pt x="7509" y="18572"/>
                  </a:cubicBezTo>
                  <a:cubicBezTo>
                    <a:pt x="7509" y="17723"/>
                    <a:pt x="6315" y="17032"/>
                    <a:pt x="4843" y="17032"/>
                  </a:cubicBezTo>
                  <a:cubicBezTo>
                    <a:pt x="3450" y="17032"/>
                    <a:pt x="2296" y="17643"/>
                    <a:pt x="2176" y="18440"/>
                  </a:cubicBezTo>
                  <a:cubicBezTo>
                    <a:pt x="2176" y="18440"/>
                    <a:pt x="2176" y="18440"/>
                    <a:pt x="2176" y="18466"/>
                  </a:cubicBezTo>
                  <a:cubicBezTo>
                    <a:pt x="2176" y="18466"/>
                    <a:pt x="2176" y="18493"/>
                    <a:pt x="2176" y="18493"/>
                  </a:cubicBezTo>
                  <a:cubicBezTo>
                    <a:pt x="2136" y="18891"/>
                    <a:pt x="2256" y="19236"/>
                    <a:pt x="2614" y="19528"/>
                  </a:cubicBezTo>
                  <a:cubicBezTo>
                    <a:pt x="2893" y="19768"/>
                    <a:pt x="2972" y="19900"/>
                    <a:pt x="3092" y="20139"/>
                  </a:cubicBezTo>
                  <a:cubicBezTo>
                    <a:pt x="3092" y="20139"/>
                    <a:pt x="3092" y="20139"/>
                    <a:pt x="3251" y="20485"/>
                  </a:cubicBezTo>
                  <a:cubicBezTo>
                    <a:pt x="3251" y="20485"/>
                    <a:pt x="3251" y="20485"/>
                    <a:pt x="3251" y="21600"/>
                  </a:cubicBezTo>
                  <a:lnTo>
                    <a:pt x="0" y="21600"/>
                  </a:lnTo>
                  <a:lnTo>
                    <a:pt x="0" y="10546"/>
                  </a:lnTo>
                  <a:close/>
                </a:path>
              </a:pathLst>
            </a:custGeom>
            <a:solidFill>
              <a:srgbClr val="3BC7E2"/>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35" name="Shape 5035"/>
            <p:cNvSpPr/>
            <p:nvPr/>
          </p:nvSpPr>
          <p:spPr>
            <a:xfrm flipH="1">
              <a:off x="5094008" y="6542306"/>
              <a:ext cx="2805398" cy="1673621"/>
            </a:xfrm>
            <a:custGeom>
              <a:avLst/>
              <a:gdLst/>
              <a:ahLst/>
              <a:cxnLst>
                <a:cxn ang="0">
                  <a:pos x="wd2" y="hd2"/>
                </a:cxn>
                <a:cxn ang="5400000">
                  <a:pos x="wd2" y="hd2"/>
                </a:cxn>
                <a:cxn ang="10800000">
                  <a:pos x="wd2" y="hd2"/>
                </a:cxn>
                <a:cxn ang="16200000">
                  <a:pos x="wd2" y="hd2"/>
                </a:cxn>
              </a:cxnLst>
              <a:rect l="0" t="0" r="r" b="b"/>
              <a:pathLst>
                <a:path w="21300" h="21600" fill="norm" stroke="1" extrusionOk="0">
                  <a:moveTo>
                    <a:pt x="18207" y="0"/>
                  </a:moveTo>
                  <a:cubicBezTo>
                    <a:pt x="18729" y="0"/>
                    <a:pt x="19143" y="596"/>
                    <a:pt x="19186" y="1378"/>
                  </a:cubicBezTo>
                  <a:cubicBezTo>
                    <a:pt x="19208" y="1787"/>
                    <a:pt x="19164" y="2122"/>
                    <a:pt x="19034" y="2457"/>
                  </a:cubicBezTo>
                  <a:cubicBezTo>
                    <a:pt x="18860" y="2830"/>
                    <a:pt x="18795" y="3053"/>
                    <a:pt x="18686" y="3500"/>
                  </a:cubicBezTo>
                  <a:cubicBezTo>
                    <a:pt x="18686" y="3500"/>
                    <a:pt x="18686" y="3500"/>
                    <a:pt x="18708" y="3500"/>
                  </a:cubicBezTo>
                  <a:lnTo>
                    <a:pt x="18599" y="4133"/>
                  </a:lnTo>
                  <a:cubicBezTo>
                    <a:pt x="18599" y="4133"/>
                    <a:pt x="18599" y="4133"/>
                    <a:pt x="18599" y="5354"/>
                  </a:cubicBezTo>
                  <a:lnTo>
                    <a:pt x="18599" y="5910"/>
                  </a:lnTo>
                  <a:lnTo>
                    <a:pt x="18828" y="5910"/>
                  </a:lnTo>
                  <a:lnTo>
                    <a:pt x="18828" y="5938"/>
                  </a:lnTo>
                  <a:lnTo>
                    <a:pt x="21300" y="5938"/>
                  </a:lnTo>
                  <a:cubicBezTo>
                    <a:pt x="21300" y="5938"/>
                    <a:pt x="21300" y="5938"/>
                    <a:pt x="21300" y="21600"/>
                  </a:cubicBezTo>
                  <a:cubicBezTo>
                    <a:pt x="19036" y="21600"/>
                    <a:pt x="17280" y="21443"/>
                    <a:pt x="15548" y="21207"/>
                  </a:cubicBezTo>
                  <a:cubicBezTo>
                    <a:pt x="15548" y="21207"/>
                    <a:pt x="15548" y="21207"/>
                    <a:pt x="15201" y="21168"/>
                  </a:cubicBezTo>
                  <a:cubicBezTo>
                    <a:pt x="8710" y="20226"/>
                    <a:pt x="6007" y="18146"/>
                    <a:pt x="6007" y="18146"/>
                  </a:cubicBezTo>
                  <a:cubicBezTo>
                    <a:pt x="6007" y="18146"/>
                    <a:pt x="347" y="17792"/>
                    <a:pt x="23" y="16693"/>
                  </a:cubicBezTo>
                  <a:cubicBezTo>
                    <a:pt x="-300" y="15633"/>
                    <a:pt x="2796" y="7272"/>
                    <a:pt x="2796" y="7272"/>
                  </a:cubicBezTo>
                  <a:cubicBezTo>
                    <a:pt x="2726" y="6841"/>
                    <a:pt x="2680" y="6369"/>
                    <a:pt x="2611" y="5938"/>
                  </a:cubicBezTo>
                  <a:cubicBezTo>
                    <a:pt x="2611" y="5938"/>
                    <a:pt x="2611" y="5938"/>
                    <a:pt x="7636" y="5938"/>
                  </a:cubicBezTo>
                  <a:lnTo>
                    <a:pt x="8095" y="5938"/>
                  </a:lnTo>
                  <a:lnTo>
                    <a:pt x="8095" y="6091"/>
                  </a:lnTo>
                  <a:cubicBezTo>
                    <a:pt x="8095" y="6286"/>
                    <a:pt x="8095" y="6677"/>
                    <a:pt x="8095" y="7460"/>
                  </a:cubicBezTo>
                  <a:cubicBezTo>
                    <a:pt x="8095" y="7460"/>
                    <a:pt x="8095" y="7460"/>
                    <a:pt x="8074" y="7460"/>
                  </a:cubicBezTo>
                  <a:cubicBezTo>
                    <a:pt x="8074" y="7460"/>
                    <a:pt x="8074" y="7460"/>
                    <a:pt x="8008" y="8019"/>
                  </a:cubicBezTo>
                  <a:cubicBezTo>
                    <a:pt x="7942" y="8317"/>
                    <a:pt x="7876" y="8466"/>
                    <a:pt x="7745" y="8801"/>
                  </a:cubicBezTo>
                  <a:cubicBezTo>
                    <a:pt x="7569" y="9211"/>
                    <a:pt x="7482" y="9658"/>
                    <a:pt x="7504" y="10143"/>
                  </a:cubicBezTo>
                  <a:cubicBezTo>
                    <a:pt x="7504" y="11335"/>
                    <a:pt x="8161" y="12304"/>
                    <a:pt x="8972" y="12304"/>
                  </a:cubicBezTo>
                  <a:cubicBezTo>
                    <a:pt x="9740" y="12304"/>
                    <a:pt x="10375" y="11447"/>
                    <a:pt x="10441" y="10329"/>
                  </a:cubicBezTo>
                  <a:cubicBezTo>
                    <a:pt x="10441" y="10329"/>
                    <a:pt x="10441" y="10329"/>
                    <a:pt x="10441" y="10292"/>
                  </a:cubicBezTo>
                  <a:cubicBezTo>
                    <a:pt x="10441" y="10292"/>
                    <a:pt x="10441" y="10255"/>
                    <a:pt x="10441" y="10255"/>
                  </a:cubicBezTo>
                  <a:cubicBezTo>
                    <a:pt x="10463" y="9696"/>
                    <a:pt x="10397" y="9211"/>
                    <a:pt x="10200" y="8801"/>
                  </a:cubicBezTo>
                  <a:cubicBezTo>
                    <a:pt x="10047" y="8466"/>
                    <a:pt x="10003" y="8280"/>
                    <a:pt x="9937" y="7944"/>
                  </a:cubicBezTo>
                  <a:cubicBezTo>
                    <a:pt x="9937" y="7944"/>
                    <a:pt x="9937" y="7944"/>
                    <a:pt x="9849" y="7460"/>
                  </a:cubicBezTo>
                  <a:cubicBezTo>
                    <a:pt x="9849" y="7460"/>
                    <a:pt x="9849" y="7460"/>
                    <a:pt x="9849" y="6800"/>
                  </a:cubicBezTo>
                  <a:lnTo>
                    <a:pt x="9849" y="5938"/>
                  </a:lnTo>
                  <a:lnTo>
                    <a:pt x="10061" y="5938"/>
                  </a:lnTo>
                  <a:cubicBezTo>
                    <a:pt x="10743" y="5938"/>
                    <a:pt x="12106" y="5938"/>
                    <a:pt x="14832" y="5938"/>
                  </a:cubicBezTo>
                  <a:cubicBezTo>
                    <a:pt x="14832" y="5938"/>
                    <a:pt x="14832" y="5938"/>
                    <a:pt x="15201" y="5938"/>
                  </a:cubicBezTo>
                  <a:cubicBezTo>
                    <a:pt x="15201" y="5938"/>
                    <a:pt x="15201" y="5938"/>
                    <a:pt x="17581" y="5938"/>
                  </a:cubicBezTo>
                  <a:lnTo>
                    <a:pt x="17581" y="5910"/>
                  </a:lnTo>
                  <a:lnTo>
                    <a:pt x="17803" y="5910"/>
                  </a:lnTo>
                  <a:lnTo>
                    <a:pt x="17800" y="5237"/>
                  </a:lnTo>
                  <a:cubicBezTo>
                    <a:pt x="17798" y="4905"/>
                    <a:pt x="17796" y="4538"/>
                    <a:pt x="17794" y="4133"/>
                  </a:cubicBezTo>
                  <a:cubicBezTo>
                    <a:pt x="17794" y="4133"/>
                    <a:pt x="17794" y="4133"/>
                    <a:pt x="17685" y="3426"/>
                  </a:cubicBezTo>
                  <a:cubicBezTo>
                    <a:pt x="17598" y="3016"/>
                    <a:pt x="17533" y="2830"/>
                    <a:pt x="17381" y="2457"/>
                  </a:cubicBezTo>
                  <a:cubicBezTo>
                    <a:pt x="17250" y="2160"/>
                    <a:pt x="17207" y="1824"/>
                    <a:pt x="17207" y="1452"/>
                  </a:cubicBezTo>
                  <a:cubicBezTo>
                    <a:pt x="17207" y="670"/>
                    <a:pt x="17664" y="0"/>
                    <a:pt x="18207" y="0"/>
                  </a:cubicBezTo>
                  <a:close/>
                </a:path>
              </a:pathLst>
            </a:custGeom>
            <a:solidFill>
              <a:srgbClr val="B3E6F1"/>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36" name="Shape 5036"/>
            <p:cNvSpPr/>
            <p:nvPr/>
          </p:nvSpPr>
          <p:spPr>
            <a:xfrm flipH="1">
              <a:off x="5896904" y="4623486"/>
              <a:ext cx="1738729" cy="2814298"/>
            </a:xfrm>
            <a:custGeom>
              <a:avLst/>
              <a:gdLst/>
              <a:ahLst/>
              <a:cxnLst>
                <a:cxn ang="0">
                  <a:pos x="wd2" y="hd2"/>
                </a:cxn>
                <a:cxn ang="5400000">
                  <a:pos x="wd2" y="hd2"/>
                </a:cxn>
                <a:cxn ang="10800000">
                  <a:pos x="wd2" y="hd2"/>
                </a:cxn>
                <a:cxn ang="16200000">
                  <a:pos x="wd2" y="hd2"/>
                </a:cxn>
              </a:cxnLst>
              <a:rect l="0" t="0" r="r" b="b"/>
              <a:pathLst>
                <a:path w="21274" h="21600" fill="norm" stroke="1" extrusionOk="0">
                  <a:moveTo>
                    <a:pt x="8016" y="0"/>
                  </a:moveTo>
                  <a:cubicBezTo>
                    <a:pt x="8016" y="0"/>
                    <a:pt x="8016" y="0"/>
                    <a:pt x="12300" y="0"/>
                  </a:cubicBezTo>
                  <a:lnTo>
                    <a:pt x="13396" y="0"/>
                  </a:lnTo>
                  <a:cubicBezTo>
                    <a:pt x="13396" y="0"/>
                    <a:pt x="13396" y="0"/>
                    <a:pt x="13396" y="931"/>
                  </a:cubicBezTo>
                  <a:cubicBezTo>
                    <a:pt x="13396" y="931"/>
                    <a:pt x="13396" y="931"/>
                    <a:pt x="13360" y="931"/>
                  </a:cubicBezTo>
                  <a:cubicBezTo>
                    <a:pt x="13360" y="931"/>
                    <a:pt x="13360" y="931"/>
                    <a:pt x="13254" y="1263"/>
                  </a:cubicBezTo>
                  <a:cubicBezTo>
                    <a:pt x="13148" y="1440"/>
                    <a:pt x="13042" y="1529"/>
                    <a:pt x="12830" y="1728"/>
                  </a:cubicBezTo>
                  <a:cubicBezTo>
                    <a:pt x="12548" y="1972"/>
                    <a:pt x="12406" y="2238"/>
                    <a:pt x="12442" y="2526"/>
                  </a:cubicBezTo>
                  <a:cubicBezTo>
                    <a:pt x="12442" y="3235"/>
                    <a:pt x="13502" y="3811"/>
                    <a:pt x="14809" y="3811"/>
                  </a:cubicBezTo>
                  <a:cubicBezTo>
                    <a:pt x="16045" y="3811"/>
                    <a:pt x="17070" y="3302"/>
                    <a:pt x="17176" y="2637"/>
                  </a:cubicBezTo>
                  <a:cubicBezTo>
                    <a:pt x="17176" y="2637"/>
                    <a:pt x="17176" y="2637"/>
                    <a:pt x="17176" y="2615"/>
                  </a:cubicBezTo>
                  <a:cubicBezTo>
                    <a:pt x="17176" y="2615"/>
                    <a:pt x="17176" y="2593"/>
                    <a:pt x="17176" y="2593"/>
                  </a:cubicBezTo>
                  <a:cubicBezTo>
                    <a:pt x="17211" y="2260"/>
                    <a:pt x="17105" y="1972"/>
                    <a:pt x="16787" y="1728"/>
                  </a:cubicBezTo>
                  <a:cubicBezTo>
                    <a:pt x="16540" y="1529"/>
                    <a:pt x="16469" y="1418"/>
                    <a:pt x="16363" y="1219"/>
                  </a:cubicBezTo>
                  <a:cubicBezTo>
                    <a:pt x="16363" y="1219"/>
                    <a:pt x="16363" y="1219"/>
                    <a:pt x="16222" y="931"/>
                  </a:cubicBezTo>
                  <a:cubicBezTo>
                    <a:pt x="16222" y="931"/>
                    <a:pt x="16222" y="931"/>
                    <a:pt x="16222" y="0"/>
                  </a:cubicBezTo>
                  <a:lnTo>
                    <a:pt x="16848" y="0"/>
                  </a:lnTo>
                  <a:cubicBezTo>
                    <a:pt x="18110" y="0"/>
                    <a:pt x="19552" y="0"/>
                    <a:pt x="21200" y="0"/>
                  </a:cubicBezTo>
                  <a:cubicBezTo>
                    <a:pt x="21200" y="0"/>
                    <a:pt x="21200" y="0"/>
                    <a:pt x="21200" y="8031"/>
                  </a:cubicBezTo>
                  <a:cubicBezTo>
                    <a:pt x="21200" y="8031"/>
                    <a:pt x="21200" y="8031"/>
                    <a:pt x="21274" y="8031"/>
                  </a:cubicBezTo>
                  <a:cubicBezTo>
                    <a:pt x="21274" y="8031"/>
                    <a:pt x="21274" y="8031"/>
                    <a:pt x="21274" y="16264"/>
                  </a:cubicBezTo>
                  <a:lnTo>
                    <a:pt x="21274" y="18023"/>
                  </a:lnTo>
                  <a:lnTo>
                    <a:pt x="11874" y="18023"/>
                  </a:lnTo>
                  <a:lnTo>
                    <a:pt x="11889" y="19142"/>
                  </a:lnTo>
                  <a:cubicBezTo>
                    <a:pt x="11889" y="19142"/>
                    <a:pt x="11889" y="19142"/>
                    <a:pt x="12065" y="19563"/>
                  </a:cubicBezTo>
                  <a:cubicBezTo>
                    <a:pt x="12205" y="19806"/>
                    <a:pt x="12310" y="19917"/>
                    <a:pt x="12555" y="20139"/>
                  </a:cubicBezTo>
                  <a:cubicBezTo>
                    <a:pt x="12766" y="20316"/>
                    <a:pt x="12836" y="20515"/>
                    <a:pt x="12836" y="20736"/>
                  </a:cubicBezTo>
                  <a:cubicBezTo>
                    <a:pt x="12836" y="21201"/>
                    <a:pt x="12100" y="21600"/>
                    <a:pt x="11223" y="21600"/>
                  </a:cubicBezTo>
                  <a:cubicBezTo>
                    <a:pt x="10382" y="21600"/>
                    <a:pt x="9716" y="21246"/>
                    <a:pt x="9646" y="20781"/>
                  </a:cubicBezTo>
                  <a:cubicBezTo>
                    <a:pt x="9611" y="20537"/>
                    <a:pt x="9681" y="20338"/>
                    <a:pt x="9891" y="20139"/>
                  </a:cubicBezTo>
                  <a:cubicBezTo>
                    <a:pt x="10172" y="19917"/>
                    <a:pt x="10277" y="19784"/>
                    <a:pt x="10452" y="19519"/>
                  </a:cubicBezTo>
                  <a:cubicBezTo>
                    <a:pt x="10452" y="19519"/>
                    <a:pt x="10452" y="19519"/>
                    <a:pt x="10417" y="19519"/>
                  </a:cubicBezTo>
                  <a:lnTo>
                    <a:pt x="10592" y="19142"/>
                  </a:lnTo>
                  <a:cubicBezTo>
                    <a:pt x="10592" y="19142"/>
                    <a:pt x="10592" y="19142"/>
                    <a:pt x="10592" y="18416"/>
                  </a:cubicBezTo>
                  <a:lnTo>
                    <a:pt x="10592" y="18023"/>
                  </a:lnTo>
                  <a:lnTo>
                    <a:pt x="3071" y="18023"/>
                  </a:lnTo>
                  <a:lnTo>
                    <a:pt x="3071" y="18023"/>
                  </a:lnTo>
                  <a:lnTo>
                    <a:pt x="2929" y="18023"/>
                  </a:lnTo>
                  <a:cubicBezTo>
                    <a:pt x="2296" y="18023"/>
                    <a:pt x="1622" y="18023"/>
                    <a:pt x="903" y="18023"/>
                  </a:cubicBezTo>
                  <a:cubicBezTo>
                    <a:pt x="-326" y="14498"/>
                    <a:pt x="-214" y="11440"/>
                    <a:pt x="717" y="8825"/>
                  </a:cubicBezTo>
                  <a:cubicBezTo>
                    <a:pt x="717" y="8825"/>
                    <a:pt x="717" y="8825"/>
                    <a:pt x="791" y="8545"/>
                  </a:cubicBezTo>
                  <a:cubicBezTo>
                    <a:pt x="2169" y="4856"/>
                    <a:pt x="5111" y="2054"/>
                    <a:pt x="8016" y="0"/>
                  </a:cubicBezTo>
                  <a:close/>
                </a:path>
              </a:pathLst>
            </a:custGeom>
            <a:solidFill>
              <a:srgbClr val="82D1F1"/>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37" name="Shape 5037"/>
            <p:cNvSpPr/>
            <p:nvPr/>
          </p:nvSpPr>
          <p:spPr>
            <a:xfrm flipH="1">
              <a:off x="2186981" y="6542306"/>
              <a:ext cx="2840121" cy="1673621"/>
            </a:xfrm>
            <a:custGeom>
              <a:avLst/>
              <a:gdLst/>
              <a:ahLst/>
              <a:cxnLst>
                <a:cxn ang="0">
                  <a:pos x="wd2" y="hd2"/>
                </a:cxn>
                <a:cxn ang="5400000">
                  <a:pos x="wd2" y="hd2"/>
                </a:cxn>
                <a:cxn ang="10800000">
                  <a:pos x="wd2" y="hd2"/>
                </a:cxn>
                <a:cxn ang="16200000">
                  <a:pos x="wd2" y="hd2"/>
                </a:cxn>
              </a:cxnLst>
              <a:rect l="0" t="0" r="r" b="b"/>
              <a:pathLst>
                <a:path w="21304" h="21600" fill="norm" stroke="1" extrusionOk="0">
                  <a:moveTo>
                    <a:pt x="2922" y="0"/>
                  </a:moveTo>
                  <a:cubicBezTo>
                    <a:pt x="3437" y="0"/>
                    <a:pt x="3846" y="596"/>
                    <a:pt x="3889" y="1378"/>
                  </a:cubicBezTo>
                  <a:cubicBezTo>
                    <a:pt x="3910" y="1787"/>
                    <a:pt x="3867" y="2122"/>
                    <a:pt x="3738" y="2457"/>
                  </a:cubicBezTo>
                  <a:cubicBezTo>
                    <a:pt x="3566" y="2830"/>
                    <a:pt x="3502" y="3053"/>
                    <a:pt x="3394" y="3500"/>
                  </a:cubicBezTo>
                  <a:cubicBezTo>
                    <a:pt x="3394" y="3500"/>
                    <a:pt x="3394" y="3500"/>
                    <a:pt x="3416" y="3500"/>
                  </a:cubicBezTo>
                  <a:lnTo>
                    <a:pt x="3308" y="4133"/>
                  </a:lnTo>
                  <a:cubicBezTo>
                    <a:pt x="3308" y="4133"/>
                    <a:pt x="3308" y="4133"/>
                    <a:pt x="3308" y="5354"/>
                  </a:cubicBezTo>
                  <a:lnTo>
                    <a:pt x="3308" y="5910"/>
                  </a:lnTo>
                  <a:lnTo>
                    <a:pt x="3562" y="5910"/>
                  </a:lnTo>
                  <a:lnTo>
                    <a:pt x="3562" y="5938"/>
                  </a:lnTo>
                  <a:cubicBezTo>
                    <a:pt x="3562" y="5938"/>
                    <a:pt x="3562" y="5938"/>
                    <a:pt x="6119" y="5938"/>
                  </a:cubicBezTo>
                  <a:cubicBezTo>
                    <a:pt x="6119" y="5938"/>
                    <a:pt x="6119" y="5938"/>
                    <a:pt x="6576" y="5938"/>
                  </a:cubicBezTo>
                  <a:cubicBezTo>
                    <a:pt x="6576" y="5938"/>
                    <a:pt x="6576" y="5938"/>
                    <a:pt x="10523" y="5938"/>
                  </a:cubicBezTo>
                  <a:lnTo>
                    <a:pt x="10739" y="5938"/>
                  </a:lnTo>
                  <a:lnTo>
                    <a:pt x="10739" y="6055"/>
                  </a:lnTo>
                  <a:cubicBezTo>
                    <a:pt x="10739" y="6250"/>
                    <a:pt x="10739" y="6642"/>
                    <a:pt x="10739" y="7424"/>
                  </a:cubicBezTo>
                  <a:cubicBezTo>
                    <a:pt x="10739" y="7424"/>
                    <a:pt x="10739" y="7424"/>
                    <a:pt x="10718" y="7424"/>
                  </a:cubicBezTo>
                  <a:cubicBezTo>
                    <a:pt x="10718" y="7424"/>
                    <a:pt x="10718" y="7424"/>
                    <a:pt x="10653" y="7983"/>
                  </a:cubicBezTo>
                  <a:cubicBezTo>
                    <a:pt x="10588" y="8281"/>
                    <a:pt x="10523" y="8430"/>
                    <a:pt x="10393" y="8766"/>
                  </a:cubicBezTo>
                  <a:cubicBezTo>
                    <a:pt x="10219" y="9175"/>
                    <a:pt x="10133" y="9623"/>
                    <a:pt x="10154" y="10107"/>
                  </a:cubicBezTo>
                  <a:cubicBezTo>
                    <a:pt x="10154" y="11299"/>
                    <a:pt x="10804" y="12268"/>
                    <a:pt x="11606" y="12268"/>
                  </a:cubicBezTo>
                  <a:cubicBezTo>
                    <a:pt x="12364" y="12268"/>
                    <a:pt x="12992" y="11411"/>
                    <a:pt x="13057" y="10293"/>
                  </a:cubicBezTo>
                  <a:cubicBezTo>
                    <a:pt x="13057" y="10293"/>
                    <a:pt x="13057" y="10293"/>
                    <a:pt x="13057" y="10256"/>
                  </a:cubicBezTo>
                  <a:cubicBezTo>
                    <a:pt x="13057" y="10256"/>
                    <a:pt x="13057" y="10219"/>
                    <a:pt x="13057" y="10219"/>
                  </a:cubicBezTo>
                  <a:cubicBezTo>
                    <a:pt x="13078" y="9660"/>
                    <a:pt x="13013" y="9175"/>
                    <a:pt x="12818" y="8766"/>
                  </a:cubicBezTo>
                  <a:cubicBezTo>
                    <a:pt x="12667" y="8430"/>
                    <a:pt x="12624" y="8244"/>
                    <a:pt x="12559" y="7909"/>
                  </a:cubicBezTo>
                  <a:cubicBezTo>
                    <a:pt x="12559" y="7909"/>
                    <a:pt x="12559" y="7909"/>
                    <a:pt x="12472" y="7424"/>
                  </a:cubicBezTo>
                  <a:cubicBezTo>
                    <a:pt x="12472" y="7424"/>
                    <a:pt x="12472" y="7424"/>
                    <a:pt x="12472" y="6764"/>
                  </a:cubicBezTo>
                  <a:lnTo>
                    <a:pt x="12472" y="5938"/>
                  </a:lnTo>
                  <a:lnTo>
                    <a:pt x="13091" y="5938"/>
                  </a:lnTo>
                  <a:cubicBezTo>
                    <a:pt x="14595" y="5938"/>
                    <a:pt x="16445" y="5938"/>
                    <a:pt x="18723" y="5938"/>
                  </a:cubicBezTo>
                  <a:cubicBezTo>
                    <a:pt x="18677" y="6369"/>
                    <a:pt x="18609" y="6841"/>
                    <a:pt x="18540" y="7272"/>
                  </a:cubicBezTo>
                  <a:cubicBezTo>
                    <a:pt x="18540" y="7272"/>
                    <a:pt x="21600" y="15633"/>
                    <a:pt x="21280" y="16693"/>
                  </a:cubicBezTo>
                  <a:cubicBezTo>
                    <a:pt x="20961" y="17792"/>
                    <a:pt x="15367" y="18146"/>
                    <a:pt x="15367" y="18146"/>
                  </a:cubicBezTo>
                  <a:cubicBezTo>
                    <a:pt x="15367" y="18146"/>
                    <a:pt x="12649" y="20265"/>
                    <a:pt x="6119" y="21207"/>
                  </a:cubicBezTo>
                  <a:cubicBezTo>
                    <a:pt x="6119" y="21207"/>
                    <a:pt x="6119" y="21207"/>
                    <a:pt x="5571" y="21247"/>
                  </a:cubicBezTo>
                  <a:cubicBezTo>
                    <a:pt x="3996" y="21443"/>
                    <a:pt x="1986" y="21600"/>
                    <a:pt x="0" y="21600"/>
                  </a:cubicBezTo>
                  <a:cubicBezTo>
                    <a:pt x="0" y="21600"/>
                    <a:pt x="0" y="21600"/>
                    <a:pt x="0" y="5938"/>
                  </a:cubicBezTo>
                  <a:cubicBezTo>
                    <a:pt x="0" y="5938"/>
                    <a:pt x="0" y="5938"/>
                    <a:pt x="2329" y="5938"/>
                  </a:cubicBezTo>
                  <a:lnTo>
                    <a:pt x="2329" y="5910"/>
                  </a:lnTo>
                  <a:lnTo>
                    <a:pt x="2522" y="5910"/>
                  </a:lnTo>
                  <a:lnTo>
                    <a:pt x="2519" y="5237"/>
                  </a:lnTo>
                  <a:cubicBezTo>
                    <a:pt x="2517" y="4905"/>
                    <a:pt x="2515" y="4538"/>
                    <a:pt x="2513" y="4133"/>
                  </a:cubicBezTo>
                  <a:cubicBezTo>
                    <a:pt x="2513" y="4133"/>
                    <a:pt x="2513" y="4133"/>
                    <a:pt x="2406" y="3426"/>
                  </a:cubicBezTo>
                  <a:cubicBezTo>
                    <a:pt x="2320" y="3016"/>
                    <a:pt x="2255" y="2830"/>
                    <a:pt x="2105" y="2457"/>
                  </a:cubicBezTo>
                  <a:cubicBezTo>
                    <a:pt x="1976" y="2160"/>
                    <a:pt x="1933" y="1824"/>
                    <a:pt x="1933" y="1452"/>
                  </a:cubicBezTo>
                  <a:cubicBezTo>
                    <a:pt x="1933" y="670"/>
                    <a:pt x="2384" y="0"/>
                    <a:pt x="2922" y="0"/>
                  </a:cubicBezTo>
                  <a:close/>
                </a:path>
              </a:pathLst>
            </a:custGeom>
            <a:solidFill>
              <a:srgbClr val="A5D7E2"/>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38" name="Shape 5038"/>
            <p:cNvSpPr/>
            <p:nvPr/>
          </p:nvSpPr>
          <p:spPr>
            <a:xfrm flipH="1">
              <a:off x="3549982" y="4609773"/>
              <a:ext cx="230998" cy="253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lnTo>
                    <a:pt x="15048" y="21600"/>
                  </a:lnTo>
                  <a:cubicBezTo>
                    <a:pt x="10776" y="21600"/>
                    <a:pt x="6833" y="21600"/>
                    <a:pt x="3194" y="21600"/>
                  </a:cubicBezTo>
                  <a:lnTo>
                    <a:pt x="0" y="21600"/>
                  </a:lnTo>
                  <a:lnTo>
                    <a:pt x="0" y="20084"/>
                  </a:lnTo>
                  <a:cubicBezTo>
                    <a:pt x="0" y="0"/>
                    <a:pt x="0" y="0"/>
                    <a:pt x="0" y="0"/>
                  </a:cubicBezTo>
                  <a:close/>
                </a:path>
              </a:pathLst>
            </a:custGeom>
            <a:solidFill>
              <a:srgbClr val="A63D33"/>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39" name="Shape 5039"/>
            <p:cNvSpPr/>
            <p:nvPr/>
          </p:nvSpPr>
          <p:spPr>
            <a:xfrm flipH="1">
              <a:off x="2451640" y="4623486"/>
              <a:ext cx="1762272" cy="2813049"/>
            </a:xfrm>
            <a:custGeom>
              <a:avLst/>
              <a:gdLst/>
              <a:ahLst/>
              <a:cxnLst>
                <a:cxn ang="0">
                  <a:pos x="wd2" y="hd2"/>
                </a:cxn>
                <a:cxn ang="5400000">
                  <a:pos x="wd2" y="hd2"/>
                </a:cxn>
                <a:cxn ang="10800000">
                  <a:pos x="wd2" y="hd2"/>
                </a:cxn>
                <a:cxn ang="16200000">
                  <a:pos x="wd2" y="hd2"/>
                </a:cxn>
              </a:cxnLst>
              <a:rect l="0" t="0" r="r" b="b"/>
              <a:pathLst>
                <a:path w="21283" h="21600" fill="norm" stroke="1" extrusionOk="0">
                  <a:moveTo>
                    <a:pt x="0" y="0"/>
                  </a:moveTo>
                  <a:cubicBezTo>
                    <a:pt x="0" y="0"/>
                    <a:pt x="0" y="0"/>
                    <a:pt x="4345" y="0"/>
                  </a:cubicBezTo>
                  <a:lnTo>
                    <a:pt x="5229" y="0"/>
                  </a:lnTo>
                  <a:lnTo>
                    <a:pt x="5229" y="101"/>
                  </a:lnTo>
                  <a:cubicBezTo>
                    <a:pt x="5229" y="217"/>
                    <a:pt x="5229" y="450"/>
                    <a:pt x="5229" y="915"/>
                  </a:cubicBezTo>
                  <a:cubicBezTo>
                    <a:pt x="5229" y="915"/>
                    <a:pt x="5229" y="915"/>
                    <a:pt x="5194" y="915"/>
                  </a:cubicBezTo>
                  <a:cubicBezTo>
                    <a:pt x="5194" y="915"/>
                    <a:pt x="5194" y="915"/>
                    <a:pt x="5089" y="1248"/>
                  </a:cubicBezTo>
                  <a:cubicBezTo>
                    <a:pt x="4984" y="1425"/>
                    <a:pt x="4880" y="1514"/>
                    <a:pt x="4671" y="1714"/>
                  </a:cubicBezTo>
                  <a:cubicBezTo>
                    <a:pt x="4392" y="1957"/>
                    <a:pt x="4252" y="2223"/>
                    <a:pt x="4287" y="2512"/>
                  </a:cubicBezTo>
                  <a:cubicBezTo>
                    <a:pt x="4287" y="3221"/>
                    <a:pt x="5333" y="3797"/>
                    <a:pt x="6623" y="3797"/>
                  </a:cubicBezTo>
                  <a:cubicBezTo>
                    <a:pt x="7844" y="3797"/>
                    <a:pt x="8855" y="3288"/>
                    <a:pt x="8960" y="2623"/>
                  </a:cubicBezTo>
                  <a:cubicBezTo>
                    <a:pt x="8960" y="2623"/>
                    <a:pt x="8960" y="2623"/>
                    <a:pt x="8960" y="2600"/>
                  </a:cubicBezTo>
                  <a:cubicBezTo>
                    <a:pt x="8960" y="2600"/>
                    <a:pt x="8960" y="2578"/>
                    <a:pt x="8960" y="2578"/>
                  </a:cubicBezTo>
                  <a:cubicBezTo>
                    <a:pt x="8995" y="2246"/>
                    <a:pt x="8890" y="1957"/>
                    <a:pt x="8576" y="1714"/>
                  </a:cubicBezTo>
                  <a:cubicBezTo>
                    <a:pt x="8332" y="1514"/>
                    <a:pt x="8262" y="1403"/>
                    <a:pt x="8158" y="1204"/>
                  </a:cubicBezTo>
                  <a:cubicBezTo>
                    <a:pt x="8158" y="1204"/>
                    <a:pt x="8158" y="1204"/>
                    <a:pt x="8018" y="915"/>
                  </a:cubicBezTo>
                  <a:cubicBezTo>
                    <a:pt x="8018" y="915"/>
                    <a:pt x="8018" y="915"/>
                    <a:pt x="8018" y="523"/>
                  </a:cubicBezTo>
                  <a:lnTo>
                    <a:pt x="8018" y="0"/>
                  </a:lnTo>
                  <a:lnTo>
                    <a:pt x="8958" y="0"/>
                  </a:lnTo>
                  <a:cubicBezTo>
                    <a:pt x="10237" y="0"/>
                    <a:pt x="11700" y="0"/>
                    <a:pt x="13371" y="0"/>
                  </a:cubicBezTo>
                  <a:cubicBezTo>
                    <a:pt x="16237" y="2032"/>
                    <a:pt x="19139" y="4858"/>
                    <a:pt x="20498" y="8548"/>
                  </a:cubicBezTo>
                  <a:cubicBezTo>
                    <a:pt x="20498" y="8548"/>
                    <a:pt x="20498" y="8548"/>
                    <a:pt x="20571" y="8805"/>
                  </a:cubicBezTo>
                  <a:cubicBezTo>
                    <a:pt x="21490" y="11421"/>
                    <a:pt x="21600" y="14458"/>
                    <a:pt x="20424" y="17984"/>
                  </a:cubicBezTo>
                  <a:cubicBezTo>
                    <a:pt x="20424" y="17984"/>
                    <a:pt x="20424" y="17984"/>
                    <a:pt x="17043" y="17984"/>
                  </a:cubicBezTo>
                  <a:lnTo>
                    <a:pt x="16594" y="17984"/>
                  </a:lnTo>
                  <a:lnTo>
                    <a:pt x="16594" y="17984"/>
                  </a:lnTo>
                  <a:lnTo>
                    <a:pt x="9537" y="17984"/>
                  </a:lnTo>
                  <a:lnTo>
                    <a:pt x="9552" y="19141"/>
                  </a:lnTo>
                  <a:cubicBezTo>
                    <a:pt x="9552" y="19141"/>
                    <a:pt x="9552" y="19141"/>
                    <a:pt x="9725" y="19562"/>
                  </a:cubicBezTo>
                  <a:cubicBezTo>
                    <a:pt x="9864" y="19806"/>
                    <a:pt x="9967" y="19916"/>
                    <a:pt x="10210" y="20138"/>
                  </a:cubicBezTo>
                  <a:cubicBezTo>
                    <a:pt x="10417" y="20315"/>
                    <a:pt x="10487" y="20515"/>
                    <a:pt x="10487" y="20736"/>
                  </a:cubicBezTo>
                  <a:cubicBezTo>
                    <a:pt x="10487" y="21201"/>
                    <a:pt x="9760" y="21600"/>
                    <a:pt x="8895" y="21600"/>
                  </a:cubicBezTo>
                  <a:cubicBezTo>
                    <a:pt x="8064" y="21600"/>
                    <a:pt x="7407" y="21246"/>
                    <a:pt x="7338" y="20780"/>
                  </a:cubicBezTo>
                  <a:cubicBezTo>
                    <a:pt x="7303" y="20537"/>
                    <a:pt x="7372" y="20337"/>
                    <a:pt x="7580" y="20138"/>
                  </a:cubicBezTo>
                  <a:cubicBezTo>
                    <a:pt x="7857" y="19916"/>
                    <a:pt x="7961" y="19784"/>
                    <a:pt x="8134" y="19518"/>
                  </a:cubicBezTo>
                  <a:cubicBezTo>
                    <a:pt x="8134" y="19518"/>
                    <a:pt x="8134" y="19518"/>
                    <a:pt x="8099" y="19518"/>
                  </a:cubicBezTo>
                  <a:lnTo>
                    <a:pt x="8272" y="19141"/>
                  </a:lnTo>
                  <a:cubicBezTo>
                    <a:pt x="8272" y="19141"/>
                    <a:pt x="8272" y="19141"/>
                    <a:pt x="8272" y="17988"/>
                  </a:cubicBezTo>
                  <a:lnTo>
                    <a:pt x="8272" y="17984"/>
                  </a:lnTo>
                  <a:lnTo>
                    <a:pt x="0" y="17984"/>
                  </a:lnTo>
                  <a:lnTo>
                    <a:pt x="0" y="17949"/>
                  </a:lnTo>
                  <a:cubicBezTo>
                    <a:pt x="0" y="17703"/>
                    <a:pt x="0" y="15736"/>
                    <a:pt x="0" y="0"/>
                  </a:cubicBezTo>
                  <a:close/>
                </a:path>
              </a:pathLst>
            </a:custGeom>
            <a:solidFill>
              <a:srgbClr val="82D1F1"/>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0" name="Shape 5040"/>
            <p:cNvSpPr/>
            <p:nvPr/>
          </p:nvSpPr>
          <p:spPr>
            <a:xfrm flipH="1">
              <a:off x="4320707" y="2916047"/>
              <a:ext cx="1439809" cy="4799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95" y="21600"/>
                  </a:moveTo>
                  <a:cubicBezTo>
                    <a:pt x="18129" y="21600"/>
                    <a:pt x="18129" y="21600"/>
                    <a:pt x="18129" y="21600"/>
                  </a:cubicBezTo>
                  <a:cubicBezTo>
                    <a:pt x="18129" y="21600"/>
                    <a:pt x="18129" y="21600"/>
                    <a:pt x="18129" y="21600"/>
                  </a:cubicBezTo>
                  <a:cubicBezTo>
                    <a:pt x="21600" y="21600"/>
                    <a:pt x="21600" y="21600"/>
                    <a:pt x="21600" y="21600"/>
                  </a:cubicBezTo>
                  <a:cubicBezTo>
                    <a:pt x="17901" y="10253"/>
                    <a:pt x="14339" y="0"/>
                    <a:pt x="14339" y="0"/>
                  </a:cubicBezTo>
                  <a:cubicBezTo>
                    <a:pt x="7170" y="0"/>
                    <a:pt x="7170" y="0"/>
                    <a:pt x="7170" y="0"/>
                  </a:cubicBezTo>
                  <a:cubicBezTo>
                    <a:pt x="7170" y="0"/>
                    <a:pt x="3699" y="10253"/>
                    <a:pt x="0" y="21600"/>
                  </a:cubicBezTo>
                  <a:cubicBezTo>
                    <a:pt x="4795" y="21600"/>
                    <a:pt x="4795" y="21600"/>
                    <a:pt x="4795" y="21600"/>
                  </a:cubicBezTo>
                  <a:cubicBezTo>
                    <a:pt x="4795" y="21600"/>
                    <a:pt x="4795" y="21600"/>
                    <a:pt x="4795" y="21600"/>
                  </a:cubicBezTo>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1" name="Shape 5041"/>
            <p:cNvSpPr/>
            <p:nvPr/>
          </p:nvSpPr>
          <p:spPr>
            <a:xfrm flipH="1">
              <a:off x="4102630" y="-1"/>
              <a:ext cx="1876622" cy="1063212"/>
            </a:xfrm>
            <a:custGeom>
              <a:avLst/>
              <a:gdLst/>
              <a:ahLst/>
              <a:cxnLst>
                <a:cxn ang="0">
                  <a:pos x="wd2" y="hd2"/>
                </a:cxn>
                <a:cxn ang="5400000">
                  <a:pos x="wd2" y="hd2"/>
                </a:cxn>
                <a:cxn ang="10800000">
                  <a:pos x="wd2" y="hd2"/>
                </a:cxn>
                <a:cxn ang="16200000">
                  <a:pos x="wd2" y="hd2"/>
                </a:cxn>
              </a:cxnLst>
              <a:rect l="0" t="0" r="r" b="b"/>
              <a:pathLst>
                <a:path w="21548" h="20610" fill="norm" stroke="1" extrusionOk="0">
                  <a:moveTo>
                    <a:pt x="21530" y="8984"/>
                  </a:moveTo>
                  <a:cubicBezTo>
                    <a:pt x="21250" y="7272"/>
                    <a:pt x="18734" y="5325"/>
                    <a:pt x="15833" y="4203"/>
                  </a:cubicBezTo>
                  <a:cubicBezTo>
                    <a:pt x="15728" y="3082"/>
                    <a:pt x="15309" y="1548"/>
                    <a:pt x="14016" y="603"/>
                  </a:cubicBezTo>
                  <a:cubicBezTo>
                    <a:pt x="11849" y="-990"/>
                    <a:pt x="11359" y="1076"/>
                    <a:pt x="11359" y="1076"/>
                  </a:cubicBezTo>
                  <a:cubicBezTo>
                    <a:pt x="11359" y="1076"/>
                    <a:pt x="11289" y="2256"/>
                    <a:pt x="11115" y="3377"/>
                  </a:cubicBezTo>
                  <a:cubicBezTo>
                    <a:pt x="10031" y="3436"/>
                    <a:pt x="9437" y="3849"/>
                    <a:pt x="9052" y="4380"/>
                  </a:cubicBezTo>
                  <a:cubicBezTo>
                    <a:pt x="8458" y="3436"/>
                    <a:pt x="7829" y="2315"/>
                    <a:pt x="7165" y="2256"/>
                  </a:cubicBezTo>
                  <a:cubicBezTo>
                    <a:pt x="6536" y="2197"/>
                    <a:pt x="6221" y="3613"/>
                    <a:pt x="5627" y="4912"/>
                  </a:cubicBezTo>
                  <a:cubicBezTo>
                    <a:pt x="1608" y="1784"/>
                    <a:pt x="0" y="4676"/>
                    <a:pt x="0" y="4676"/>
                  </a:cubicBezTo>
                  <a:cubicBezTo>
                    <a:pt x="70" y="4853"/>
                    <a:pt x="140" y="5030"/>
                    <a:pt x="210" y="5207"/>
                  </a:cubicBezTo>
                  <a:cubicBezTo>
                    <a:pt x="2062" y="9692"/>
                    <a:pt x="8283" y="19961"/>
                    <a:pt x="8283" y="19961"/>
                  </a:cubicBezTo>
                  <a:cubicBezTo>
                    <a:pt x="14575" y="20610"/>
                    <a:pt x="14575" y="20610"/>
                    <a:pt x="14575" y="20610"/>
                  </a:cubicBezTo>
                  <a:cubicBezTo>
                    <a:pt x="14575" y="20610"/>
                    <a:pt x="13841" y="18131"/>
                    <a:pt x="17196" y="15712"/>
                  </a:cubicBezTo>
                  <a:cubicBezTo>
                    <a:pt x="19538" y="14000"/>
                    <a:pt x="20726" y="11462"/>
                    <a:pt x="21216" y="10046"/>
                  </a:cubicBezTo>
                  <a:cubicBezTo>
                    <a:pt x="21460" y="9692"/>
                    <a:pt x="21600" y="9338"/>
                    <a:pt x="21530" y="8984"/>
                  </a:cubicBezTo>
                </a:path>
              </a:pathLst>
            </a:custGeom>
            <a:solidFill>
              <a:srgbClr val="004B75"/>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2" name="Shape 5042"/>
            <p:cNvSpPr/>
            <p:nvPr/>
          </p:nvSpPr>
          <p:spPr>
            <a:xfrm flipH="1">
              <a:off x="3797024" y="954239"/>
              <a:ext cx="2316045" cy="1961809"/>
            </a:xfrm>
            <a:custGeom>
              <a:avLst/>
              <a:gdLst/>
              <a:ahLst/>
              <a:cxnLst>
                <a:cxn ang="0">
                  <a:pos x="wd2" y="hd2"/>
                </a:cxn>
                <a:cxn ang="5400000">
                  <a:pos x="wd2" y="hd2"/>
                </a:cxn>
                <a:cxn ang="10800000">
                  <a:pos x="wd2" y="hd2"/>
                </a:cxn>
                <a:cxn ang="16200000">
                  <a:pos x="wd2" y="hd2"/>
                </a:cxn>
              </a:cxnLst>
              <a:rect l="0" t="0" r="r" b="b"/>
              <a:pathLst>
                <a:path w="21600" h="20726" fill="norm" stroke="1" extrusionOk="0">
                  <a:moveTo>
                    <a:pt x="21600" y="2630"/>
                  </a:moveTo>
                  <a:cubicBezTo>
                    <a:pt x="21600" y="17833"/>
                    <a:pt x="21600" y="17833"/>
                    <a:pt x="21600" y="17833"/>
                  </a:cubicBezTo>
                  <a:cubicBezTo>
                    <a:pt x="20124" y="17833"/>
                    <a:pt x="20124" y="17833"/>
                    <a:pt x="20124" y="17833"/>
                  </a:cubicBezTo>
                  <a:cubicBezTo>
                    <a:pt x="20124" y="17833"/>
                    <a:pt x="18166" y="20726"/>
                    <a:pt x="14958" y="20726"/>
                  </a:cubicBezTo>
                  <a:cubicBezTo>
                    <a:pt x="11722" y="20726"/>
                    <a:pt x="3491" y="20726"/>
                    <a:pt x="3491" y="20726"/>
                  </a:cubicBezTo>
                  <a:cubicBezTo>
                    <a:pt x="3491" y="20726"/>
                    <a:pt x="2413" y="20340"/>
                    <a:pt x="2413" y="18701"/>
                  </a:cubicBezTo>
                  <a:cubicBezTo>
                    <a:pt x="2413" y="17062"/>
                    <a:pt x="3179" y="16837"/>
                    <a:pt x="3179" y="16258"/>
                  </a:cubicBezTo>
                  <a:cubicBezTo>
                    <a:pt x="3179" y="15680"/>
                    <a:pt x="1448" y="16837"/>
                    <a:pt x="1448" y="13622"/>
                  </a:cubicBezTo>
                  <a:cubicBezTo>
                    <a:pt x="1448" y="10408"/>
                    <a:pt x="2782" y="11565"/>
                    <a:pt x="2782" y="11115"/>
                  </a:cubicBezTo>
                  <a:cubicBezTo>
                    <a:pt x="2782" y="11019"/>
                    <a:pt x="2611" y="11019"/>
                    <a:pt x="2384" y="11051"/>
                  </a:cubicBezTo>
                  <a:cubicBezTo>
                    <a:pt x="1703" y="11083"/>
                    <a:pt x="454" y="11115"/>
                    <a:pt x="454" y="8544"/>
                  </a:cubicBezTo>
                  <a:cubicBezTo>
                    <a:pt x="454" y="5908"/>
                    <a:pt x="1448" y="5972"/>
                    <a:pt x="1958" y="6037"/>
                  </a:cubicBezTo>
                  <a:cubicBezTo>
                    <a:pt x="2157" y="6069"/>
                    <a:pt x="2271" y="6101"/>
                    <a:pt x="2271" y="5972"/>
                  </a:cubicBezTo>
                  <a:cubicBezTo>
                    <a:pt x="2271" y="5619"/>
                    <a:pt x="0" y="6519"/>
                    <a:pt x="0" y="2822"/>
                  </a:cubicBezTo>
                  <a:cubicBezTo>
                    <a:pt x="0" y="-874"/>
                    <a:pt x="6784" y="122"/>
                    <a:pt x="11268" y="122"/>
                  </a:cubicBezTo>
                  <a:cubicBezTo>
                    <a:pt x="15753" y="122"/>
                    <a:pt x="18818" y="1247"/>
                    <a:pt x="19954" y="2340"/>
                  </a:cubicBezTo>
                  <a:cubicBezTo>
                    <a:pt x="21089" y="3433"/>
                    <a:pt x="21600" y="2630"/>
                    <a:pt x="21600" y="2630"/>
                  </a:cubicBezTo>
                </a:path>
              </a:pathLst>
            </a:custGeom>
            <a:solidFill>
              <a:srgbClr val="FFEACA"/>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3" name="Shape 5043"/>
            <p:cNvSpPr/>
            <p:nvPr/>
          </p:nvSpPr>
          <p:spPr>
            <a:xfrm flipH="1">
              <a:off x="3797024" y="1202173"/>
              <a:ext cx="2057420" cy="17138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0"/>
                    <a:pt x="21408" y="345"/>
                    <a:pt x="20961" y="345"/>
                  </a:cubicBezTo>
                  <a:cubicBezTo>
                    <a:pt x="20897" y="345"/>
                    <a:pt x="20801" y="345"/>
                    <a:pt x="20705" y="307"/>
                  </a:cubicBezTo>
                  <a:cubicBezTo>
                    <a:pt x="18341" y="10934"/>
                    <a:pt x="10161" y="18953"/>
                    <a:pt x="671" y="18953"/>
                  </a:cubicBezTo>
                  <a:cubicBezTo>
                    <a:pt x="447" y="18953"/>
                    <a:pt x="224" y="18953"/>
                    <a:pt x="0" y="18914"/>
                  </a:cubicBezTo>
                  <a:cubicBezTo>
                    <a:pt x="0" y="19029"/>
                    <a:pt x="0" y="19106"/>
                    <a:pt x="0" y="19183"/>
                  </a:cubicBezTo>
                  <a:cubicBezTo>
                    <a:pt x="0" y="19183"/>
                    <a:pt x="0" y="19183"/>
                    <a:pt x="0" y="19183"/>
                  </a:cubicBezTo>
                  <a:cubicBezTo>
                    <a:pt x="0" y="21140"/>
                    <a:pt x="1214" y="21600"/>
                    <a:pt x="1214" y="21600"/>
                  </a:cubicBezTo>
                  <a:cubicBezTo>
                    <a:pt x="1214" y="21600"/>
                    <a:pt x="10480" y="21600"/>
                    <a:pt x="14123" y="21600"/>
                  </a:cubicBezTo>
                  <a:cubicBezTo>
                    <a:pt x="17734" y="21600"/>
                    <a:pt x="19938" y="18147"/>
                    <a:pt x="19938" y="18147"/>
                  </a:cubicBezTo>
                  <a:cubicBezTo>
                    <a:pt x="21600" y="18147"/>
                    <a:pt x="21600" y="18147"/>
                    <a:pt x="21600" y="18147"/>
                  </a:cubicBezTo>
                  <a:cubicBezTo>
                    <a:pt x="21600" y="0"/>
                    <a:pt x="21600" y="0"/>
                    <a:pt x="21600" y="0"/>
                  </a:cubicBezTo>
                </a:path>
              </a:pathLst>
            </a:custGeom>
            <a:solidFill>
              <a:srgbClr val="FFE7C4"/>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4" name="Shape 5044"/>
            <p:cNvSpPr/>
            <p:nvPr/>
          </p:nvSpPr>
          <p:spPr>
            <a:xfrm flipH="1">
              <a:off x="3319663" y="1038764"/>
              <a:ext cx="477362" cy="1794933"/>
            </a:xfrm>
            <a:prstGeom prst="rect">
              <a:avLst/>
            </a:prstGeom>
            <a:solidFill>
              <a:srgbClr val="F2F2F2"/>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5" name="Shape 5045"/>
            <p:cNvSpPr/>
            <p:nvPr/>
          </p:nvSpPr>
          <p:spPr>
            <a:xfrm flipH="1">
              <a:off x="0" y="974428"/>
              <a:ext cx="3319663" cy="1926177"/>
            </a:xfrm>
            <a:prstGeom prst="rect">
              <a:avLst/>
            </a:prstGeom>
            <a:solidFill>
              <a:srgbClr val="44546A"/>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6" name="Shape 5046"/>
            <p:cNvSpPr/>
            <p:nvPr/>
          </p:nvSpPr>
          <p:spPr>
            <a:xfrm flipH="1">
              <a:off x="3319663" y="2416810"/>
              <a:ext cx="477362" cy="416888"/>
            </a:xfrm>
            <a:prstGeom prst="rect">
              <a:avLst/>
            </a:prstGeom>
            <a:solidFill>
              <a:srgbClr val="D6DCE5"/>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7" name="Shape 5047"/>
            <p:cNvSpPr/>
            <p:nvPr/>
          </p:nvSpPr>
          <p:spPr>
            <a:xfrm flipH="1">
              <a:off x="0" y="2452836"/>
              <a:ext cx="3319663" cy="447768"/>
            </a:xfrm>
            <a:prstGeom prst="rect">
              <a:avLst/>
            </a:prstGeom>
            <a:solidFill>
              <a:srgbClr val="333F50"/>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sp>
          <p:nvSpPr>
            <p:cNvPr id="5048" name="Shape 5048"/>
            <p:cNvSpPr/>
            <p:nvPr/>
          </p:nvSpPr>
          <p:spPr>
            <a:xfrm flipH="1">
              <a:off x="3154963" y="3442303"/>
              <a:ext cx="3776442" cy="16175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492" y="0"/>
                  </a:moveTo>
                  <a:cubicBezTo>
                    <a:pt x="6492" y="0"/>
                    <a:pt x="6492" y="0"/>
                    <a:pt x="15125" y="0"/>
                  </a:cubicBezTo>
                  <a:cubicBezTo>
                    <a:pt x="16970" y="4389"/>
                    <a:pt x="19285" y="9794"/>
                    <a:pt x="20678" y="12882"/>
                  </a:cubicBezTo>
                  <a:cubicBezTo>
                    <a:pt x="20973" y="13532"/>
                    <a:pt x="21287" y="14223"/>
                    <a:pt x="21600" y="15036"/>
                  </a:cubicBezTo>
                  <a:cubicBezTo>
                    <a:pt x="21600" y="15036"/>
                    <a:pt x="21600" y="15036"/>
                    <a:pt x="21026" y="15036"/>
                  </a:cubicBezTo>
                  <a:lnTo>
                    <a:pt x="20658" y="15036"/>
                  </a:lnTo>
                  <a:lnTo>
                    <a:pt x="20658" y="15027"/>
                  </a:lnTo>
                  <a:lnTo>
                    <a:pt x="19012" y="15027"/>
                  </a:lnTo>
                  <a:lnTo>
                    <a:pt x="19012" y="15110"/>
                  </a:lnTo>
                  <a:cubicBezTo>
                    <a:pt x="19014" y="15663"/>
                    <a:pt x="19017" y="16344"/>
                    <a:pt x="19020" y="17181"/>
                  </a:cubicBezTo>
                  <a:cubicBezTo>
                    <a:pt x="19020" y="17181"/>
                    <a:pt x="19020" y="17181"/>
                    <a:pt x="19102" y="17913"/>
                  </a:cubicBezTo>
                  <a:cubicBezTo>
                    <a:pt x="19167" y="18337"/>
                    <a:pt x="19216" y="18530"/>
                    <a:pt x="19331" y="18915"/>
                  </a:cubicBezTo>
                  <a:cubicBezTo>
                    <a:pt x="19429" y="19223"/>
                    <a:pt x="19462" y="19570"/>
                    <a:pt x="19462" y="19955"/>
                  </a:cubicBezTo>
                  <a:cubicBezTo>
                    <a:pt x="19462" y="20764"/>
                    <a:pt x="19118" y="21458"/>
                    <a:pt x="18708" y="21458"/>
                  </a:cubicBezTo>
                  <a:cubicBezTo>
                    <a:pt x="18315" y="21458"/>
                    <a:pt x="18004" y="20841"/>
                    <a:pt x="17971" y="20032"/>
                  </a:cubicBezTo>
                  <a:cubicBezTo>
                    <a:pt x="17955" y="19608"/>
                    <a:pt x="17987" y="19262"/>
                    <a:pt x="18086" y="18915"/>
                  </a:cubicBezTo>
                  <a:cubicBezTo>
                    <a:pt x="18217" y="18530"/>
                    <a:pt x="18266" y="18299"/>
                    <a:pt x="18348" y="17836"/>
                  </a:cubicBezTo>
                  <a:cubicBezTo>
                    <a:pt x="18348" y="17836"/>
                    <a:pt x="18348" y="17836"/>
                    <a:pt x="18331" y="17836"/>
                  </a:cubicBezTo>
                  <a:lnTo>
                    <a:pt x="18413" y="17181"/>
                  </a:lnTo>
                  <a:cubicBezTo>
                    <a:pt x="18413" y="17181"/>
                    <a:pt x="18413" y="17181"/>
                    <a:pt x="18413" y="15176"/>
                  </a:cubicBezTo>
                  <a:lnTo>
                    <a:pt x="18413" y="15027"/>
                  </a:lnTo>
                  <a:lnTo>
                    <a:pt x="3199" y="15027"/>
                  </a:lnTo>
                  <a:lnTo>
                    <a:pt x="3200" y="15252"/>
                  </a:lnTo>
                  <a:cubicBezTo>
                    <a:pt x="3202" y="15805"/>
                    <a:pt x="3205" y="16486"/>
                    <a:pt x="3208" y="17324"/>
                  </a:cubicBezTo>
                  <a:cubicBezTo>
                    <a:pt x="3208" y="17324"/>
                    <a:pt x="3208" y="17324"/>
                    <a:pt x="3290" y="18056"/>
                  </a:cubicBezTo>
                  <a:cubicBezTo>
                    <a:pt x="3355" y="18480"/>
                    <a:pt x="3405" y="18672"/>
                    <a:pt x="3519" y="19057"/>
                  </a:cubicBezTo>
                  <a:cubicBezTo>
                    <a:pt x="3618" y="19366"/>
                    <a:pt x="3650" y="19712"/>
                    <a:pt x="3650" y="20098"/>
                  </a:cubicBezTo>
                  <a:cubicBezTo>
                    <a:pt x="3650" y="20907"/>
                    <a:pt x="3306" y="21600"/>
                    <a:pt x="2897" y="21600"/>
                  </a:cubicBezTo>
                  <a:cubicBezTo>
                    <a:pt x="2503" y="21600"/>
                    <a:pt x="2192" y="20984"/>
                    <a:pt x="2159" y="20175"/>
                  </a:cubicBezTo>
                  <a:cubicBezTo>
                    <a:pt x="2143" y="19751"/>
                    <a:pt x="2175" y="19404"/>
                    <a:pt x="2274" y="19057"/>
                  </a:cubicBezTo>
                  <a:cubicBezTo>
                    <a:pt x="2405" y="18672"/>
                    <a:pt x="2454" y="18441"/>
                    <a:pt x="2536" y="17979"/>
                  </a:cubicBezTo>
                  <a:cubicBezTo>
                    <a:pt x="2536" y="17979"/>
                    <a:pt x="2536" y="17979"/>
                    <a:pt x="2520" y="17979"/>
                  </a:cubicBezTo>
                  <a:lnTo>
                    <a:pt x="2602" y="17324"/>
                  </a:lnTo>
                  <a:cubicBezTo>
                    <a:pt x="2602" y="17324"/>
                    <a:pt x="2602" y="17324"/>
                    <a:pt x="2602" y="15318"/>
                  </a:cubicBezTo>
                  <a:lnTo>
                    <a:pt x="2602" y="15027"/>
                  </a:lnTo>
                  <a:lnTo>
                    <a:pt x="126" y="15027"/>
                  </a:lnTo>
                  <a:lnTo>
                    <a:pt x="126" y="15036"/>
                  </a:lnTo>
                  <a:lnTo>
                    <a:pt x="0" y="15036"/>
                  </a:lnTo>
                  <a:cubicBezTo>
                    <a:pt x="313" y="14223"/>
                    <a:pt x="627" y="13532"/>
                    <a:pt x="922" y="12882"/>
                  </a:cubicBezTo>
                  <a:cubicBezTo>
                    <a:pt x="2315" y="9794"/>
                    <a:pt x="4630" y="4389"/>
                    <a:pt x="6492" y="0"/>
                  </a:cubicBezTo>
                  <a:close/>
                </a:path>
              </a:pathLst>
            </a:custGeom>
            <a:solidFill>
              <a:srgbClr val="6388BF"/>
            </a:solidFill>
            <a:ln w="12700" cap="flat">
              <a:noFill/>
              <a:miter lim="400000"/>
            </a:ln>
            <a:effectLst/>
          </p:spPr>
          <p:txBody>
            <a:bodyPr wrap="square" lIns="91392" tIns="91392" rIns="91392" bIns="91392" numCol="1" anchor="t">
              <a:noAutofit/>
            </a:bodyPr>
            <a:lstStyle/>
            <a:p>
              <a:pPr algn="l" defTabSz="1828800">
                <a:defRPr sz="3600">
                  <a:latin typeface="Lato Light"/>
                  <a:ea typeface="Lato Light"/>
                  <a:cs typeface="Lato Light"/>
                  <a:sym typeface="Lato Light"/>
                </a:defRPr>
              </a:pPr>
            </a:p>
          </p:txBody>
        </p:sp>
      </p:grpSp>
      <p:sp>
        <p:nvSpPr>
          <p:cNvPr id="5050" name="Shape 5050"/>
          <p:cNvSpPr/>
          <p:nvPr/>
        </p:nvSpPr>
        <p:spPr>
          <a:xfrm>
            <a:off x="8455542" y="5217254"/>
            <a:ext cx="14327979" cy="416433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p>
            <a:pPr algn="l" defTabSz="685800">
              <a:defRPr b="1" sz="2500">
                <a:latin typeface="Montserrat"/>
                <a:ea typeface="Montserrat"/>
                <a:cs typeface="Montserrat"/>
                <a:sym typeface="Montserrat"/>
              </a:defRPr>
            </a:pPr>
            <a:r>
              <a:rPr sz="2800"/>
              <a:t>Texto</a:t>
            </a:r>
            <a:endParaRPr sz="2800"/>
          </a:p>
          <a:p>
            <a:pPr algn="just" defTabSz="457200">
              <a:lnSpc>
                <a:spcPct val="150000"/>
              </a:lnSpc>
              <a:defRPr sz="2900">
                <a:solidFill>
                  <a:srgbClr val="C7C7C7"/>
                </a:solidFill>
                <a:latin typeface="Raleway SemiBold"/>
                <a:ea typeface="Raleway SemiBold"/>
                <a:cs typeface="Raleway SemiBold"/>
                <a:sym typeface="Raleway SemiBold"/>
              </a:defRPr>
            </a:pPr>
            <a:r>
              <a:rPr sz="2800">
                <a:solidFill>
                  <a:srgbClr val="797979"/>
                </a:solidFill>
              </a:rPr>
              <a:t>Caramels icing lollipop cake jelly beans chocolate dessert jelly beans cotton candy. Marzipan carrot cake brownie chocolate bar brownie. Dragée sweet soufflé candy. Croissant cheesecake brownie chocolate topping cake muffin muffin powder. Gummies cotton candy lemon drops. Pastry bear claw jelly-o dragée jelly beans fruitcake chocolate bar. Toffee croissant lollipop fruitcake carrot cake pie. Jelly tiramisu dessert marshmallow tart cheesecake cake chocolate cake.</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 grpId="1" fill="hold">
                                  <p:stCondLst>
                                    <p:cond delay="0"/>
                                  </p:stCondLst>
                                  <p:iterate type="el" backwards="0">
                                    <p:tmAbs val="0"/>
                                  </p:iterate>
                                  <p:childTnLst>
                                    <p:set>
                                      <p:cBhvr>
                                        <p:cTn id="6" fill="hold"/>
                                        <p:tgtEl>
                                          <p:spTgt spid="5049"/>
                                        </p:tgtEl>
                                        <p:attrNameLst>
                                          <p:attrName>style.visibility</p:attrName>
                                        </p:attrNameLst>
                                      </p:cBhvr>
                                      <p:to>
                                        <p:strVal val="visible"/>
                                      </p:to>
                                    </p:set>
                                    <p:anim calcmode="lin" valueType="num">
                                      <p:cBhvr>
                                        <p:cTn id="7" dur="500" fill="hold"/>
                                        <p:tgtEl>
                                          <p:spTgt spid="5049"/>
                                        </p:tgtEl>
                                        <p:attrNameLst>
                                          <p:attrName>ppt_x</p:attrName>
                                        </p:attrNameLst>
                                      </p:cBhvr>
                                      <p:tavLst>
                                        <p:tav tm="0">
                                          <p:val>
                                            <p:strVal val="0-#ppt_w/2"/>
                                          </p:val>
                                        </p:tav>
                                        <p:tav tm="100000">
                                          <p:val>
                                            <p:strVal val="#ppt_x"/>
                                          </p:val>
                                        </p:tav>
                                      </p:tavLst>
                                    </p:anim>
                                    <p:anim calcmode="lin" valueType="num">
                                      <p:cBhvr>
                                        <p:cTn id="8" dur="500" fill="hold"/>
                                        <p:tgtEl>
                                          <p:spTgt spid="504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Class="entr" nodeType="afterEffect" presetID="9" grpId="2" fill="hold">
                                  <p:stCondLst>
                                    <p:cond delay="0"/>
                                  </p:stCondLst>
                                  <p:iterate type="el" backwards="0">
                                    <p:tmAbs val="0"/>
                                  </p:iterate>
                                  <p:childTnLst>
                                    <p:set>
                                      <p:cBhvr>
                                        <p:cTn id="11" fill="hold"/>
                                        <p:tgtEl>
                                          <p:spTgt spid="5050"/>
                                        </p:tgtEl>
                                        <p:attrNameLst>
                                          <p:attrName>style.visibility</p:attrName>
                                        </p:attrNameLst>
                                      </p:cBhvr>
                                      <p:to>
                                        <p:strVal val="visible"/>
                                      </p:to>
                                    </p:set>
                                    <p:animEffect filter="dissolve" transition="in">
                                      <p:cBhvr>
                                        <p:cTn id="12" dur="500"/>
                                        <p:tgtEl>
                                          <p:spTgt spid="505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050" grpId="2"/>
      <p:bldP build="whole" bldLvl="1" animBg="1" rev="0" advAuto="0" spid="5049" grpId="1"/>
    </p:bldLst>
  </p:timing>
</p:sld>
</file>

<file path=ppt/slides/slide15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052" name="Shape 505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Estrategia</a:t>
            </a:r>
          </a:p>
        </p:txBody>
      </p:sp>
      <p:sp>
        <p:nvSpPr>
          <p:cNvPr id="5053" name="Shape 5053"/>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5054" name="Shape 5054"/>
          <p:cNvSpPr/>
          <p:nvPr/>
        </p:nvSpPr>
        <p:spPr>
          <a:xfrm>
            <a:off x="10886111" y="5027980"/>
            <a:ext cx="11340485" cy="41021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algn="l" defTabSz="825500">
              <a:defRPr sz="3000">
                <a:solidFill>
                  <a:srgbClr val="444444"/>
                </a:solidFill>
                <a:latin typeface="Raleway Regular"/>
                <a:ea typeface="Raleway Regular"/>
                <a:cs typeface="Raleway Regular"/>
                <a:sym typeface="Raleway Regular"/>
              </a:defRPr>
            </a:pPr>
            <a:r>
              <a:t>Nullam quis risus eget urna mollis ornare vel eu leo. Aenean eu leo quam. Pellentesque ornare sem lacinia quam venenatis vestibulum. Nullam quis risus eget urna mollis ornare vel eu leo. Aenean eu leo quam. Pellentesque ornare sem lacinia quam venenatis vestibulum. </a:t>
            </a:r>
          </a:p>
          <a:p>
            <a:pPr algn="l" defTabSz="825500">
              <a:defRPr sz="3000">
                <a:solidFill>
                  <a:srgbClr val="444444"/>
                </a:solidFill>
                <a:latin typeface="Raleway Regular"/>
                <a:ea typeface="Raleway Regular"/>
                <a:cs typeface="Raleway Regular"/>
                <a:sym typeface="Raleway Regular"/>
              </a:defRPr>
            </a:pPr>
          </a:p>
          <a:p>
            <a:pPr algn="l" defTabSz="825500">
              <a:defRPr sz="3000">
                <a:solidFill>
                  <a:srgbClr val="444444"/>
                </a:solidFill>
                <a:latin typeface="Raleway Regular"/>
                <a:ea typeface="Raleway Regular"/>
                <a:cs typeface="Raleway Regular"/>
                <a:sym typeface="Raleway Regular"/>
              </a:defRPr>
            </a:pPr>
            <a:r>
              <a:t>Nullam quis risus eget urna mollis ornare vel eu leo. Aenean eu leo quam. Pellentesque ornare sem lacinia quam venenatis vestibulum. </a:t>
            </a:r>
          </a:p>
        </p:txBody>
      </p:sp>
      <p:sp>
        <p:nvSpPr>
          <p:cNvPr id="5055" name="Shape 5055"/>
          <p:cNvSpPr/>
          <p:nvPr/>
        </p:nvSpPr>
        <p:spPr>
          <a:xfrm>
            <a:off x="10886111" y="4020445"/>
            <a:ext cx="6337301" cy="60960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defRPr sz="3400">
                <a:solidFill>
                  <a:srgbClr val="2F5379"/>
                </a:solidFill>
                <a:latin typeface="Raleway SemiBold"/>
                <a:ea typeface="Raleway SemiBold"/>
                <a:cs typeface="Raleway SemiBold"/>
                <a:sym typeface="Raleway SemiBold"/>
              </a:defRPr>
            </a:lvl1pPr>
          </a:lstStyle>
          <a:p>
            <a:pPr/>
            <a:r>
              <a:t>Título</a:t>
            </a:r>
          </a:p>
        </p:txBody>
      </p:sp>
      <p:grpSp>
        <p:nvGrpSpPr>
          <p:cNvPr id="5063" name="Group 5063"/>
          <p:cNvGrpSpPr/>
          <p:nvPr/>
        </p:nvGrpSpPr>
        <p:grpSpPr>
          <a:xfrm>
            <a:off x="2025678" y="3387979"/>
            <a:ext cx="6393330" cy="6393324"/>
            <a:chOff x="0" y="0"/>
            <a:chExt cx="6393328" cy="6393323"/>
          </a:xfrm>
        </p:grpSpPr>
        <p:sp>
          <p:nvSpPr>
            <p:cNvPr id="5056" name="Shape 5056"/>
            <p:cNvSpPr/>
            <p:nvPr/>
          </p:nvSpPr>
          <p:spPr>
            <a:xfrm>
              <a:off x="0" y="0"/>
              <a:ext cx="6393329" cy="63933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98"/>
                  </a:moveTo>
                  <a:cubicBezTo>
                    <a:pt x="21600" y="16755"/>
                    <a:pt x="16757" y="21600"/>
                    <a:pt x="10802" y="21600"/>
                  </a:cubicBezTo>
                  <a:cubicBezTo>
                    <a:pt x="4845" y="21600"/>
                    <a:pt x="0" y="16755"/>
                    <a:pt x="0" y="10798"/>
                  </a:cubicBezTo>
                  <a:cubicBezTo>
                    <a:pt x="0" y="4845"/>
                    <a:pt x="4845" y="0"/>
                    <a:pt x="10802" y="0"/>
                  </a:cubicBezTo>
                  <a:cubicBezTo>
                    <a:pt x="16757" y="0"/>
                    <a:pt x="21600" y="4845"/>
                    <a:pt x="21600" y="10798"/>
                  </a:cubicBezTo>
                </a:path>
              </a:pathLst>
            </a:custGeom>
            <a:solidFill>
              <a:srgbClr val="EA654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57" name="Shape 5057"/>
            <p:cNvSpPr/>
            <p:nvPr/>
          </p:nvSpPr>
          <p:spPr>
            <a:xfrm>
              <a:off x="3199709" y="0"/>
              <a:ext cx="3193620" cy="63933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912" y="0"/>
                    <a:pt x="21600" y="4845"/>
                    <a:pt x="21600" y="10798"/>
                  </a:cubicBezTo>
                  <a:cubicBezTo>
                    <a:pt x="21600" y="16755"/>
                    <a:pt x="11912" y="21600"/>
                    <a:pt x="0" y="21600"/>
                  </a:cubicBezTo>
                  <a:lnTo>
                    <a:pt x="0" y="0"/>
                  </a:lnTo>
                </a:path>
              </a:pathLst>
            </a:cu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58" name="Shape 5058"/>
            <p:cNvSpPr/>
            <p:nvPr/>
          </p:nvSpPr>
          <p:spPr>
            <a:xfrm>
              <a:off x="3199708" y="2499599"/>
              <a:ext cx="694022" cy="13913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991" y="0"/>
                    <a:pt x="21600" y="4802"/>
                    <a:pt x="21600" y="10795"/>
                  </a:cubicBezTo>
                  <a:cubicBezTo>
                    <a:pt x="21600" y="16798"/>
                    <a:pt x="11991" y="21600"/>
                    <a:pt x="0" y="21600"/>
                  </a:cubicBezTo>
                  <a:lnTo>
                    <a:pt x="0" y="0"/>
                  </a:ln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59" name="Shape 5059"/>
            <p:cNvSpPr/>
            <p:nvPr/>
          </p:nvSpPr>
          <p:spPr>
            <a:xfrm>
              <a:off x="834112" y="834111"/>
              <a:ext cx="4725104" cy="47251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97"/>
                  </a:moveTo>
                  <a:cubicBezTo>
                    <a:pt x="21600" y="16730"/>
                    <a:pt x="16820" y="21600"/>
                    <a:pt x="10803" y="21600"/>
                  </a:cubicBezTo>
                  <a:cubicBezTo>
                    <a:pt x="4870" y="21600"/>
                    <a:pt x="0" y="16730"/>
                    <a:pt x="0" y="10797"/>
                  </a:cubicBezTo>
                  <a:cubicBezTo>
                    <a:pt x="0" y="4780"/>
                    <a:pt x="4870" y="0"/>
                    <a:pt x="10803" y="0"/>
                  </a:cubicBezTo>
                  <a:cubicBezTo>
                    <a:pt x="16820" y="0"/>
                    <a:pt x="21600" y="4780"/>
                    <a:pt x="21600" y="10797"/>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60" name="Shape 5060"/>
            <p:cNvSpPr/>
            <p:nvPr/>
          </p:nvSpPr>
          <p:spPr>
            <a:xfrm>
              <a:off x="1668224" y="1665488"/>
              <a:ext cx="3059616" cy="3059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96"/>
                  </a:moveTo>
                  <a:cubicBezTo>
                    <a:pt x="21600" y="16813"/>
                    <a:pt x="16814" y="21600"/>
                    <a:pt x="10802" y="21600"/>
                  </a:cubicBezTo>
                  <a:cubicBezTo>
                    <a:pt x="4786" y="21600"/>
                    <a:pt x="0" y="16813"/>
                    <a:pt x="0" y="10796"/>
                  </a:cubicBezTo>
                  <a:cubicBezTo>
                    <a:pt x="0" y="4783"/>
                    <a:pt x="4786" y="0"/>
                    <a:pt x="10802" y="0"/>
                  </a:cubicBezTo>
                  <a:cubicBezTo>
                    <a:pt x="16814" y="0"/>
                    <a:pt x="21600" y="4783"/>
                    <a:pt x="21600" y="10796"/>
                  </a:cubicBezTo>
                </a:path>
              </a:pathLst>
            </a:custGeom>
            <a:solidFill>
              <a:srgbClr val="EA654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61" name="Shape 5061"/>
            <p:cNvSpPr/>
            <p:nvPr/>
          </p:nvSpPr>
          <p:spPr>
            <a:xfrm>
              <a:off x="3199708" y="1665488"/>
              <a:ext cx="1528132" cy="3059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5877"/>
                    <a:pt x="0" y="5877"/>
                    <a:pt x="0" y="5877"/>
                  </a:cubicBezTo>
                  <a:cubicBezTo>
                    <a:pt x="5461" y="5877"/>
                    <a:pt x="9837" y="8065"/>
                    <a:pt x="9837" y="10796"/>
                  </a:cubicBezTo>
                  <a:cubicBezTo>
                    <a:pt x="9837" y="13531"/>
                    <a:pt x="5461" y="15719"/>
                    <a:pt x="0" y="15719"/>
                  </a:cubicBezTo>
                  <a:cubicBezTo>
                    <a:pt x="0" y="21600"/>
                    <a:pt x="0" y="21600"/>
                    <a:pt x="0" y="21600"/>
                  </a:cubicBezTo>
                  <a:cubicBezTo>
                    <a:pt x="12025" y="21600"/>
                    <a:pt x="21600" y="16813"/>
                    <a:pt x="21600" y="10796"/>
                  </a:cubicBezTo>
                  <a:cubicBezTo>
                    <a:pt x="21600" y="4783"/>
                    <a:pt x="12025" y="0"/>
                    <a:pt x="0" y="0"/>
                  </a:cubicBezTo>
                </a:path>
              </a:pathLst>
            </a:cu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62" name="Shape 5062"/>
            <p:cNvSpPr/>
            <p:nvPr/>
          </p:nvSpPr>
          <p:spPr>
            <a:xfrm>
              <a:off x="2502336" y="2499599"/>
              <a:ext cx="1391392" cy="13913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95"/>
                  </a:moveTo>
                  <a:cubicBezTo>
                    <a:pt x="21600" y="16798"/>
                    <a:pt x="16798" y="21600"/>
                    <a:pt x="10805" y="21600"/>
                  </a:cubicBezTo>
                  <a:cubicBezTo>
                    <a:pt x="4802" y="21600"/>
                    <a:pt x="0" y="16798"/>
                    <a:pt x="0" y="10795"/>
                  </a:cubicBezTo>
                  <a:cubicBezTo>
                    <a:pt x="0" y="4802"/>
                    <a:pt x="4802" y="0"/>
                    <a:pt x="10805" y="0"/>
                  </a:cubicBezTo>
                  <a:cubicBezTo>
                    <a:pt x="16798" y="0"/>
                    <a:pt x="21600" y="4802"/>
                    <a:pt x="21600" y="10795"/>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5066" name="Group 5066"/>
          <p:cNvGrpSpPr/>
          <p:nvPr/>
        </p:nvGrpSpPr>
        <p:grpSpPr>
          <a:xfrm rot="2676852">
            <a:off x="5889338" y="4907809"/>
            <a:ext cx="3334610" cy="3353665"/>
            <a:chOff x="0" y="0"/>
            <a:chExt cx="3334609" cy="3353663"/>
          </a:xfrm>
        </p:grpSpPr>
        <p:sp>
          <p:nvSpPr>
            <p:cNvPr id="5064" name="Shape 5064"/>
            <p:cNvSpPr/>
            <p:nvPr/>
          </p:nvSpPr>
          <p:spPr>
            <a:xfrm rot="21600000">
              <a:off x="0" y="-1"/>
              <a:ext cx="3334609" cy="3353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55" y="7824"/>
                  </a:moveTo>
                  <a:lnTo>
                    <a:pt x="21600" y="4593"/>
                  </a:lnTo>
                  <a:lnTo>
                    <a:pt x="17979" y="3723"/>
                  </a:lnTo>
                  <a:lnTo>
                    <a:pt x="16980" y="0"/>
                  </a:lnTo>
                  <a:lnTo>
                    <a:pt x="13735" y="3226"/>
                  </a:lnTo>
                  <a:lnTo>
                    <a:pt x="14610" y="6207"/>
                  </a:lnTo>
                  <a:lnTo>
                    <a:pt x="3493" y="17134"/>
                  </a:lnTo>
                  <a:lnTo>
                    <a:pt x="1994" y="14030"/>
                  </a:lnTo>
                  <a:lnTo>
                    <a:pt x="995" y="17881"/>
                  </a:lnTo>
                  <a:lnTo>
                    <a:pt x="0" y="21600"/>
                  </a:lnTo>
                  <a:lnTo>
                    <a:pt x="3745" y="20611"/>
                  </a:lnTo>
                  <a:lnTo>
                    <a:pt x="7489" y="19617"/>
                  </a:lnTo>
                  <a:lnTo>
                    <a:pt x="4368" y="18004"/>
                  </a:lnTo>
                  <a:lnTo>
                    <a:pt x="15482" y="7077"/>
                  </a:lnTo>
                  <a:lnTo>
                    <a:pt x="18355" y="7824"/>
                  </a:lnTo>
                </a:path>
              </a:pathLst>
            </a:custGeom>
            <a:solidFill>
              <a:srgbClr val="004B7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5065" name="Shape 5065"/>
            <p:cNvSpPr/>
            <p:nvPr/>
          </p:nvSpPr>
          <p:spPr>
            <a:xfrm rot="21600000">
              <a:off x="-1" y="-1"/>
              <a:ext cx="2773748" cy="3353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723"/>
                  </a:moveTo>
                  <a:lnTo>
                    <a:pt x="20400" y="0"/>
                  </a:lnTo>
                  <a:lnTo>
                    <a:pt x="16501" y="3226"/>
                  </a:lnTo>
                  <a:lnTo>
                    <a:pt x="17553" y="6207"/>
                  </a:lnTo>
                  <a:lnTo>
                    <a:pt x="4196" y="17134"/>
                  </a:lnTo>
                  <a:lnTo>
                    <a:pt x="2396" y="14030"/>
                  </a:lnTo>
                  <a:lnTo>
                    <a:pt x="1195" y="17881"/>
                  </a:lnTo>
                  <a:lnTo>
                    <a:pt x="0" y="21600"/>
                  </a:lnTo>
                  <a:lnTo>
                    <a:pt x="21600" y="3723"/>
                  </a:lnTo>
                </a:path>
              </a:pathLst>
            </a:custGeom>
            <a:solidFill>
              <a:srgbClr val="004B7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Tree>
  </p:cSld>
  <p:clrMapOvr>
    <a:masterClrMapping/>
  </p:clrMapOvr>
  <p:transition xmlns:p14="http://schemas.microsoft.com/office/powerpoint/2010/main" spd="med" advClick="1" p14:dur="1000"/>
</p:sld>
</file>

<file path=ppt/slides/slide16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068" name="Shape 506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Lanzamiento</a:t>
            </a:r>
          </a:p>
        </p:txBody>
      </p:sp>
      <p:sp>
        <p:nvSpPr>
          <p:cNvPr id="5069" name="Shape 5069"/>
          <p:cNvSpPr/>
          <p:nvPr/>
        </p:nvSpPr>
        <p:spPr>
          <a:xfrm flipH="1" flipV="1">
            <a:off x="10292558" y="3556229"/>
            <a:ext cx="6408288" cy="1"/>
          </a:xfrm>
          <a:prstGeom prst="line">
            <a:avLst/>
          </a:prstGeom>
          <a:ln w="63500">
            <a:solidFill>
              <a:srgbClr val="000000"/>
            </a:solidFill>
            <a:miter lim="400000"/>
            <a:tailEnd type="oval"/>
          </a:ln>
        </p:spPr>
        <p:txBody>
          <a:bodyPr lIns="0" tIns="0" rIns="0" bIns="0"/>
          <a:lstStyle/>
          <a:p>
            <a:pPr algn="l" defTabSz="457200">
              <a:defRPr sz="1200">
                <a:latin typeface="Helvetica"/>
                <a:ea typeface="Helvetica"/>
                <a:cs typeface="Helvetica"/>
                <a:sym typeface="Helvetica"/>
              </a:defRPr>
            </a:pPr>
          </a:p>
        </p:txBody>
      </p:sp>
      <p:sp>
        <p:nvSpPr>
          <p:cNvPr id="5070" name="Shape 5070"/>
          <p:cNvSpPr/>
          <p:nvPr/>
        </p:nvSpPr>
        <p:spPr>
          <a:xfrm flipH="1" flipV="1">
            <a:off x="10292558" y="6306359"/>
            <a:ext cx="3834807" cy="1"/>
          </a:xfrm>
          <a:prstGeom prst="line">
            <a:avLst/>
          </a:prstGeom>
          <a:ln w="63500">
            <a:solidFill>
              <a:srgbClr val="000000"/>
            </a:solidFill>
            <a:miter lim="400000"/>
            <a:tailEnd type="oval"/>
          </a:ln>
        </p:spPr>
        <p:txBody>
          <a:bodyPr lIns="0" tIns="0" rIns="0" bIns="0"/>
          <a:lstStyle/>
          <a:p>
            <a:pPr algn="l" defTabSz="457200">
              <a:defRPr sz="1200">
                <a:latin typeface="Helvetica"/>
                <a:ea typeface="Helvetica"/>
                <a:cs typeface="Helvetica"/>
                <a:sym typeface="Helvetica"/>
              </a:defRPr>
            </a:pPr>
          </a:p>
        </p:txBody>
      </p:sp>
      <p:grpSp>
        <p:nvGrpSpPr>
          <p:cNvPr id="5105" name="Group 5105"/>
          <p:cNvGrpSpPr/>
          <p:nvPr/>
        </p:nvGrpSpPr>
        <p:grpSpPr>
          <a:xfrm>
            <a:off x="6278181" y="6097008"/>
            <a:ext cx="20376838" cy="9766293"/>
            <a:chOff x="0" y="0"/>
            <a:chExt cx="20376837" cy="9766292"/>
          </a:xfrm>
        </p:grpSpPr>
        <p:grpSp>
          <p:nvGrpSpPr>
            <p:cNvPr id="5076" name="Group 5076"/>
            <p:cNvGrpSpPr/>
            <p:nvPr/>
          </p:nvGrpSpPr>
          <p:grpSpPr>
            <a:xfrm>
              <a:off x="-1" y="4953985"/>
              <a:ext cx="6939673" cy="4812308"/>
              <a:chOff x="0" y="0"/>
              <a:chExt cx="6939671" cy="4812306"/>
            </a:xfrm>
          </p:grpSpPr>
          <p:sp>
            <p:nvSpPr>
              <p:cNvPr id="5071" name="Shape 5071"/>
              <p:cNvSpPr/>
              <p:nvPr/>
            </p:nvSpPr>
            <p:spPr>
              <a:xfrm rot="21314938">
                <a:off x="124528" y="1446366"/>
                <a:ext cx="4396337" cy="3189354"/>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72" name="Shape 5072"/>
              <p:cNvSpPr/>
              <p:nvPr/>
            </p:nvSpPr>
            <p:spPr>
              <a:xfrm rot="1471007">
                <a:off x="3362576" y="350571"/>
                <a:ext cx="2185092" cy="2280183"/>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73" name="Shape 5073"/>
              <p:cNvSpPr/>
              <p:nvPr/>
            </p:nvSpPr>
            <p:spPr>
              <a:xfrm rot="1471007">
                <a:off x="4379992" y="948232"/>
                <a:ext cx="2185093" cy="2280183"/>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74" name="Shape 5074"/>
              <p:cNvSpPr/>
              <p:nvPr/>
            </p:nvSpPr>
            <p:spPr>
              <a:xfrm rot="1471007">
                <a:off x="4364969" y="2237837"/>
                <a:ext cx="1510299" cy="1576024"/>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75" name="Shape 5075"/>
              <p:cNvSpPr/>
              <p:nvPr/>
            </p:nvSpPr>
            <p:spPr>
              <a:xfrm rot="1471007">
                <a:off x="2495530" y="1501270"/>
                <a:ext cx="2185092" cy="2280182"/>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sp>
          <p:nvSpPr>
            <p:cNvPr id="5077" name="Shape 5077"/>
            <p:cNvSpPr/>
            <p:nvPr/>
          </p:nvSpPr>
          <p:spPr>
            <a:xfrm>
              <a:off x="7130245" y="101446"/>
              <a:ext cx="1198092" cy="65046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4788" y="7940"/>
                    <a:pt x="8917" y="9118"/>
                    <a:pt x="8513" y="606"/>
                  </a:cubicBezTo>
                  <a:lnTo>
                    <a:pt x="15294" y="0"/>
                  </a:lnTo>
                  <a:cubicBezTo>
                    <a:pt x="14868" y="12449"/>
                    <a:pt x="20229" y="14602"/>
                    <a:pt x="21600" y="21600"/>
                  </a:cubicBezTo>
                  <a:lnTo>
                    <a:pt x="0" y="21600"/>
                  </a:lnTo>
                  <a:close/>
                </a:path>
              </a:pathLst>
            </a:cu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78" name="Shape 5078"/>
            <p:cNvSpPr/>
            <p:nvPr/>
          </p:nvSpPr>
          <p:spPr>
            <a:xfrm>
              <a:off x="12249278" y="0"/>
              <a:ext cx="1795870" cy="6393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60"/>
                  </a:moveTo>
                  <a:cubicBezTo>
                    <a:pt x="3194" y="7462"/>
                    <a:pt x="4852" y="9277"/>
                    <a:pt x="4582" y="616"/>
                  </a:cubicBezTo>
                  <a:lnTo>
                    <a:pt x="9106" y="0"/>
                  </a:lnTo>
                  <a:cubicBezTo>
                    <a:pt x="12722" y="13829"/>
                    <a:pt x="20685" y="14480"/>
                    <a:pt x="21600" y="21600"/>
                  </a:cubicBezTo>
                  <a:lnTo>
                    <a:pt x="0" y="21360"/>
                  </a:lnTo>
                  <a:close/>
                </a:path>
              </a:pathLst>
            </a:cu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79" name="Shape 5079"/>
            <p:cNvSpPr/>
            <p:nvPr/>
          </p:nvSpPr>
          <p:spPr>
            <a:xfrm>
              <a:off x="8943812" y="466188"/>
              <a:ext cx="2948372" cy="61399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86"/>
                  </a:moveTo>
                  <a:cubicBezTo>
                    <a:pt x="5339" y="6915"/>
                    <a:pt x="7895" y="9018"/>
                    <a:pt x="7445" y="0"/>
                  </a:cubicBezTo>
                  <a:lnTo>
                    <a:pt x="13115" y="0"/>
                  </a:lnTo>
                  <a:cubicBezTo>
                    <a:pt x="12640" y="13188"/>
                    <a:pt x="20071" y="14186"/>
                    <a:pt x="21600" y="21600"/>
                  </a:cubicBezTo>
                  <a:lnTo>
                    <a:pt x="0" y="21386"/>
                  </a:lnTo>
                  <a:close/>
                </a:path>
              </a:pathLst>
            </a:cu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nvGrpSpPr>
            <p:cNvPr id="5084" name="Group 5084"/>
            <p:cNvGrpSpPr/>
            <p:nvPr/>
          </p:nvGrpSpPr>
          <p:grpSpPr>
            <a:xfrm>
              <a:off x="6125588" y="3766402"/>
              <a:ext cx="3358784" cy="3888367"/>
              <a:chOff x="0" y="0"/>
              <a:chExt cx="3358782" cy="3888366"/>
            </a:xfrm>
          </p:grpSpPr>
          <p:sp>
            <p:nvSpPr>
              <p:cNvPr id="5080" name="Shape 5080"/>
              <p:cNvSpPr/>
              <p:nvPr/>
            </p:nvSpPr>
            <p:spPr>
              <a:xfrm>
                <a:off x="1769242" y="-1"/>
                <a:ext cx="1510299" cy="1576025"/>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1" name="Shape 5081"/>
              <p:cNvSpPr/>
              <p:nvPr/>
            </p:nvSpPr>
            <p:spPr>
              <a:xfrm>
                <a:off x="-1" y="1486595"/>
                <a:ext cx="2185093" cy="2280183"/>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2" name="Shape 5082"/>
              <p:cNvSpPr/>
              <p:nvPr/>
            </p:nvSpPr>
            <p:spPr>
              <a:xfrm>
                <a:off x="1173691" y="1608184"/>
                <a:ext cx="2185092" cy="2280183"/>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3" name="Shape 5083"/>
              <p:cNvSpPr/>
              <p:nvPr/>
            </p:nvSpPr>
            <p:spPr>
              <a:xfrm>
                <a:off x="110075" y="305979"/>
                <a:ext cx="2185093" cy="2280183"/>
              </a:xfrm>
              <a:prstGeom prst="ellipse">
                <a:avLst/>
              </a:prstGeom>
              <a:solidFill>
                <a:srgbClr val="A6A6A6"/>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5095" name="Group 5095"/>
            <p:cNvGrpSpPr/>
            <p:nvPr/>
          </p:nvGrpSpPr>
          <p:grpSpPr>
            <a:xfrm>
              <a:off x="2978466" y="3859252"/>
              <a:ext cx="11468382" cy="5773181"/>
              <a:chOff x="0" y="0"/>
              <a:chExt cx="11468381" cy="5773179"/>
            </a:xfrm>
          </p:grpSpPr>
          <p:sp>
            <p:nvSpPr>
              <p:cNvPr id="5085" name="Shape 5085"/>
              <p:cNvSpPr/>
              <p:nvPr/>
            </p:nvSpPr>
            <p:spPr>
              <a:xfrm>
                <a:off x="4662680" y="238110"/>
                <a:ext cx="2185093" cy="2280183"/>
              </a:xfrm>
              <a:prstGeom prst="ellipse">
                <a:avLst/>
              </a:pr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6" name="Shape 5086"/>
              <p:cNvSpPr/>
              <p:nvPr/>
            </p:nvSpPr>
            <p:spPr>
              <a:xfrm>
                <a:off x="6260334" y="0"/>
                <a:ext cx="2185093" cy="2280182"/>
              </a:xfrm>
              <a:prstGeom prst="ellipse">
                <a:avLst/>
              </a:pr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7" name="Shape 5087"/>
              <p:cNvSpPr/>
              <p:nvPr/>
            </p:nvSpPr>
            <p:spPr>
              <a:xfrm>
                <a:off x="8043337" y="34930"/>
                <a:ext cx="2185093" cy="2280182"/>
              </a:xfrm>
              <a:prstGeom prst="ellipse">
                <a:avLst/>
              </a:pr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8" name="Shape 5088"/>
              <p:cNvSpPr/>
              <p:nvPr/>
            </p:nvSpPr>
            <p:spPr>
              <a:xfrm>
                <a:off x="9283289" y="557506"/>
                <a:ext cx="2185092" cy="2280182"/>
              </a:xfrm>
              <a:prstGeom prst="ellipse">
                <a:avLst/>
              </a:prstGeom>
              <a:solidFill>
                <a:srgbClr val="F2F2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89" name="Shape 5089"/>
              <p:cNvSpPr/>
              <p:nvPr/>
            </p:nvSpPr>
            <p:spPr>
              <a:xfrm>
                <a:off x="7189717" y="1830907"/>
                <a:ext cx="2185093" cy="2280183"/>
              </a:xfrm>
              <a:prstGeom prst="ellipse">
                <a:avLst/>
              </a:prstGeom>
              <a:solidFill>
                <a:srgbClr val="F2F2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0" name="Shape 5090"/>
              <p:cNvSpPr/>
              <p:nvPr/>
            </p:nvSpPr>
            <p:spPr>
              <a:xfrm>
                <a:off x="5704564" y="2051709"/>
                <a:ext cx="2185093" cy="2280183"/>
              </a:xfrm>
              <a:prstGeom prst="ellipse">
                <a:avLst/>
              </a:prstGeom>
              <a:solidFill>
                <a:srgbClr val="F2F2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1" name="Shape 5091"/>
              <p:cNvSpPr/>
              <p:nvPr/>
            </p:nvSpPr>
            <p:spPr>
              <a:xfrm>
                <a:off x="3682634" y="1428842"/>
                <a:ext cx="2185093" cy="2280182"/>
              </a:xfrm>
              <a:prstGeom prst="ellipse">
                <a:avLst/>
              </a:pr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2" name="Shape 5092"/>
              <p:cNvSpPr/>
              <p:nvPr/>
            </p:nvSpPr>
            <p:spPr>
              <a:xfrm>
                <a:off x="7297145" y="1444919"/>
                <a:ext cx="3246529" cy="2837443"/>
              </a:xfrm>
              <a:prstGeom prst="ellipse">
                <a:avLst/>
              </a:prstGeom>
              <a:solidFill>
                <a:srgbClr val="F2F2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3" name="Shape 5093"/>
              <p:cNvSpPr/>
              <p:nvPr/>
            </p:nvSpPr>
            <p:spPr>
              <a:xfrm>
                <a:off x="3537029" y="2280183"/>
                <a:ext cx="5740018" cy="3492997"/>
              </a:xfrm>
              <a:prstGeom prst="ellipse">
                <a:avLst/>
              </a:pr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4" name="Shape 5094"/>
              <p:cNvSpPr/>
              <p:nvPr/>
            </p:nvSpPr>
            <p:spPr>
              <a:xfrm>
                <a:off x="-1" y="2958384"/>
                <a:ext cx="3551008" cy="2713709"/>
              </a:xfrm>
              <a:prstGeom prst="ellipse">
                <a:avLst/>
              </a:prstGeom>
              <a:solidFill>
                <a:srgbClr val="E4E4E4"/>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5104" name="Group 5104"/>
            <p:cNvGrpSpPr/>
            <p:nvPr/>
          </p:nvGrpSpPr>
          <p:grpSpPr>
            <a:xfrm>
              <a:off x="11737928" y="3225247"/>
              <a:ext cx="8638910" cy="6058382"/>
              <a:chOff x="0" y="0"/>
              <a:chExt cx="8638908" cy="6058380"/>
            </a:xfrm>
          </p:grpSpPr>
          <p:sp>
            <p:nvSpPr>
              <p:cNvPr id="5096" name="Shape 5096"/>
              <p:cNvSpPr/>
              <p:nvPr/>
            </p:nvSpPr>
            <p:spPr>
              <a:xfrm>
                <a:off x="840465" y="-1"/>
                <a:ext cx="2185092" cy="2280183"/>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7" name="Shape 5097"/>
              <p:cNvSpPr/>
              <p:nvPr/>
            </p:nvSpPr>
            <p:spPr>
              <a:xfrm>
                <a:off x="1457843" y="1592733"/>
                <a:ext cx="2185093" cy="2280182"/>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8" name="Shape 5098"/>
              <p:cNvSpPr/>
              <p:nvPr/>
            </p:nvSpPr>
            <p:spPr>
              <a:xfrm>
                <a:off x="96927" y="1746048"/>
                <a:ext cx="2185093" cy="2280183"/>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099" name="Shape 5099"/>
              <p:cNvSpPr/>
              <p:nvPr/>
            </p:nvSpPr>
            <p:spPr>
              <a:xfrm>
                <a:off x="-1" y="2729700"/>
                <a:ext cx="3189866" cy="3328681"/>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100" name="Shape 5100"/>
              <p:cNvSpPr/>
              <p:nvPr/>
            </p:nvSpPr>
            <p:spPr>
              <a:xfrm>
                <a:off x="2613109" y="1102936"/>
                <a:ext cx="3189865" cy="3328682"/>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101" name="Shape 5101"/>
              <p:cNvSpPr/>
              <p:nvPr/>
            </p:nvSpPr>
            <p:spPr>
              <a:xfrm>
                <a:off x="1619149" y="951306"/>
                <a:ext cx="3189866" cy="3328681"/>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102" name="Shape 5102"/>
              <p:cNvSpPr/>
              <p:nvPr/>
            </p:nvSpPr>
            <p:spPr>
              <a:xfrm>
                <a:off x="3541196" y="2271420"/>
                <a:ext cx="3189866" cy="3328681"/>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5103" name="Shape 5103"/>
              <p:cNvSpPr/>
              <p:nvPr/>
            </p:nvSpPr>
            <p:spPr>
              <a:xfrm>
                <a:off x="5364950" y="1989475"/>
                <a:ext cx="3273959" cy="3414450"/>
              </a:xfrm>
              <a:prstGeom prst="ellipse">
                <a:avLst/>
              </a:prstGeom>
              <a:solidFill>
                <a:srgbClr val="D9D9D9"/>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grpSp>
        <p:nvGrpSpPr>
          <p:cNvPr id="5134" name="Group 5134"/>
          <p:cNvGrpSpPr/>
          <p:nvPr/>
        </p:nvGrpSpPr>
        <p:grpSpPr>
          <a:xfrm>
            <a:off x="13662480" y="882789"/>
            <a:ext cx="5894092" cy="8118900"/>
            <a:chOff x="0" y="0"/>
            <a:chExt cx="5894091" cy="8118899"/>
          </a:xfrm>
        </p:grpSpPr>
        <p:sp>
          <p:nvSpPr>
            <p:cNvPr id="5106" name="Shape 5106"/>
            <p:cNvSpPr/>
            <p:nvPr/>
          </p:nvSpPr>
          <p:spPr>
            <a:xfrm>
              <a:off x="2226453" y="5808506"/>
              <a:ext cx="1505898" cy="2310394"/>
            </a:xfrm>
            <a:custGeom>
              <a:avLst/>
              <a:gdLst/>
              <a:ahLst/>
              <a:cxnLst>
                <a:cxn ang="0">
                  <a:pos x="wd2" y="hd2"/>
                </a:cxn>
                <a:cxn ang="5400000">
                  <a:pos x="wd2" y="hd2"/>
                </a:cxn>
                <a:cxn ang="10800000">
                  <a:pos x="wd2" y="hd2"/>
                </a:cxn>
                <a:cxn ang="16200000">
                  <a:pos x="wd2" y="hd2"/>
                </a:cxn>
              </a:cxnLst>
              <a:rect l="0" t="0" r="r" b="b"/>
              <a:pathLst>
                <a:path w="19991" h="19905" fill="norm" stroke="1" extrusionOk="0">
                  <a:moveTo>
                    <a:pt x="19985" y="4978"/>
                  </a:moveTo>
                  <a:cubicBezTo>
                    <a:pt x="20256" y="8855"/>
                    <a:pt x="12041" y="11554"/>
                    <a:pt x="11514" y="14831"/>
                  </a:cubicBezTo>
                  <a:cubicBezTo>
                    <a:pt x="11031" y="17775"/>
                    <a:pt x="15644" y="19905"/>
                    <a:pt x="15644" y="19905"/>
                  </a:cubicBezTo>
                  <a:cubicBezTo>
                    <a:pt x="15644" y="19905"/>
                    <a:pt x="4700" y="19581"/>
                    <a:pt x="1128" y="13369"/>
                  </a:cubicBezTo>
                  <a:cubicBezTo>
                    <a:pt x="-1344" y="9041"/>
                    <a:pt x="374" y="3114"/>
                    <a:pt x="5047" y="1180"/>
                  </a:cubicBezTo>
                  <a:cubicBezTo>
                    <a:pt x="12026" y="-1695"/>
                    <a:pt x="19713" y="1112"/>
                    <a:pt x="19985" y="4978"/>
                  </a:cubicBezTo>
                  <a:close/>
                </a:path>
              </a:pathLst>
            </a:custGeom>
            <a:solidFill>
              <a:srgbClr val="E9570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07" name="Shape 5107"/>
            <p:cNvSpPr/>
            <p:nvPr/>
          </p:nvSpPr>
          <p:spPr>
            <a:xfrm>
              <a:off x="3154580" y="6003503"/>
              <a:ext cx="676352" cy="1633918"/>
            </a:xfrm>
            <a:custGeom>
              <a:avLst/>
              <a:gdLst/>
              <a:ahLst/>
              <a:cxnLst>
                <a:cxn ang="0">
                  <a:pos x="wd2" y="hd2"/>
                </a:cxn>
                <a:cxn ang="5400000">
                  <a:pos x="wd2" y="hd2"/>
                </a:cxn>
                <a:cxn ang="10800000">
                  <a:pos x="wd2" y="hd2"/>
                </a:cxn>
                <a:cxn ang="16200000">
                  <a:pos x="wd2" y="hd2"/>
                </a:cxn>
              </a:cxnLst>
              <a:rect l="0" t="0" r="r" b="b"/>
              <a:pathLst>
                <a:path w="19998" h="19501" fill="norm" stroke="1" extrusionOk="0">
                  <a:moveTo>
                    <a:pt x="4171" y="299"/>
                  </a:moveTo>
                  <a:cubicBezTo>
                    <a:pt x="4171" y="299"/>
                    <a:pt x="16073" y="-2099"/>
                    <a:pt x="19735" y="6668"/>
                  </a:cubicBezTo>
                  <a:cubicBezTo>
                    <a:pt x="21600" y="11140"/>
                    <a:pt x="13089" y="13850"/>
                    <a:pt x="8443" y="16154"/>
                  </a:cubicBezTo>
                  <a:cubicBezTo>
                    <a:pt x="5832" y="17455"/>
                    <a:pt x="6138" y="19501"/>
                    <a:pt x="6138" y="19501"/>
                  </a:cubicBezTo>
                  <a:cubicBezTo>
                    <a:pt x="6138" y="19501"/>
                    <a:pt x="2035" y="17712"/>
                    <a:pt x="4578" y="13742"/>
                  </a:cubicBezTo>
                  <a:cubicBezTo>
                    <a:pt x="6104" y="11316"/>
                    <a:pt x="12377" y="9446"/>
                    <a:pt x="9868" y="7536"/>
                  </a:cubicBezTo>
                  <a:cubicBezTo>
                    <a:pt x="7324" y="5625"/>
                    <a:pt x="0" y="3294"/>
                    <a:pt x="0" y="3294"/>
                  </a:cubicBezTo>
                  <a:lnTo>
                    <a:pt x="4171" y="299"/>
                  </a:lnTo>
                  <a:close/>
                </a:path>
              </a:pathLst>
            </a:custGeom>
            <a:solidFill>
              <a:srgbClr val="E9570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08" name="Shape 5108"/>
            <p:cNvSpPr/>
            <p:nvPr/>
          </p:nvSpPr>
          <p:spPr>
            <a:xfrm>
              <a:off x="1959980" y="5798848"/>
              <a:ext cx="1078385" cy="2021202"/>
            </a:xfrm>
            <a:custGeom>
              <a:avLst/>
              <a:gdLst/>
              <a:ahLst/>
              <a:cxnLst>
                <a:cxn ang="0">
                  <a:pos x="wd2" y="hd2"/>
                </a:cxn>
                <a:cxn ang="5400000">
                  <a:pos x="wd2" y="hd2"/>
                </a:cxn>
                <a:cxn ang="10800000">
                  <a:pos x="wd2" y="hd2"/>
                </a:cxn>
                <a:cxn ang="16200000">
                  <a:pos x="wd2" y="hd2"/>
                </a:cxn>
              </a:cxnLst>
              <a:rect l="0" t="0" r="r" b="b"/>
              <a:pathLst>
                <a:path w="19760" h="20869" fill="norm" stroke="1" extrusionOk="0">
                  <a:moveTo>
                    <a:pt x="16755" y="6139"/>
                  </a:moveTo>
                  <a:cubicBezTo>
                    <a:pt x="16755" y="6139"/>
                    <a:pt x="6712" y="12040"/>
                    <a:pt x="6102" y="14649"/>
                  </a:cubicBezTo>
                  <a:cubicBezTo>
                    <a:pt x="5283" y="18190"/>
                    <a:pt x="7552" y="20869"/>
                    <a:pt x="7552" y="20869"/>
                  </a:cubicBezTo>
                  <a:cubicBezTo>
                    <a:pt x="7552" y="20869"/>
                    <a:pt x="-1840" y="15026"/>
                    <a:pt x="324" y="9148"/>
                  </a:cubicBezTo>
                  <a:cubicBezTo>
                    <a:pt x="3959" y="-731"/>
                    <a:pt x="19760" y="13"/>
                    <a:pt x="19760" y="13"/>
                  </a:cubicBezTo>
                  <a:lnTo>
                    <a:pt x="16755" y="6139"/>
                  </a:lnTo>
                  <a:close/>
                </a:path>
              </a:pathLst>
            </a:custGeom>
            <a:solidFill>
              <a:srgbClr val="E9570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09" name="Shape 5109"/>
            <p:cNvSpPr/>
            <p:nvPr/>
          </p:nvSpPr>
          <p:spPr>
            <a:xfrm>
              <a:off x="2419028" y="5765143"/>
              <a:ext cx="984727" cy="1407377"/>
            </a:xfrm>
            <a:custGeom>
              <a:avLst/>
              <a:gdLst/>
              <a:ahLst/>
              <a:cxnLst>
                <a:cxn ang="0">
                  <a:pos x="wd2" y="hd2"/>
                </a:cxn>
                <a:cxn ang="5400000">
                  <a:pos x="wd2" y="hd2"/>
                </a:cxn>
                <a:cxn ang="10800000">
                  <a:pos x="wd2" y="hd2"/>
                </a:cxn>
                <a:cxn ang="16200000">
                  <a:pos x="wd2" y="hd2"/>
                </a:cxn>
              </a:cxnLst>
              <a:rect l="0" t="0" r="r" b="b"/>
              <a:pathLst>
                <a:path w="20017" h="20344" fill="norm" stroke="1" extrusionOk="0">
                  <a:moveTo>
                    <a:pt x="19871" y="6558"/>
                  </a:moveTo>
                  <a:cubicBezTo>
                    <a:pt x="18714" y="10375"/>
                    <a:pt x="10435" y="11625"/>
                    <a:pt x="8770" y="14718"/>
                  </a:cubicBezTo>
                  <a:cubicBezTo>
                    <a:pt x="7290" y="17514"/>
                    <a:pt x="10643" y="20344"/>
                    <a:pt x="10643" y="20344"/>
                  </a:cubicBezTo>
                  <a:cubicBezTo>
                    <a:pt x="10643" y="20344"/>
                    <a:pt x="1023" y="18205"/>
                    <a:pt x="75" y="11576"/>
                  </a:cubicBezTo>
                  <a:cubicBezTo>
                    <a:pt x="-573" y="6953"/>
                    <a:pt x="3081" y="1475"/>
                    <a:pt x="7937" y="373"/>
                  </a:cubicBezTo>
                  <a:cubicBezTo>
                    <a:pt x="15176" y="-1256"/>
                    <a:pt x="21027" y="2758"/>
                    <a:pt x="19871" y="6558"/>
                  </a:cubicBezTo>
                  <a:close/>
                </a:path>
              </a:pathLst>
            </a:custGeom>
            <a:solidFill>
              <a:srgbClr val="FFC26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0" name="Shape 5110"/>
            <p:cNvSpPr/>
            <p:nvPr/>
          </p:nvSpPr>
          <p:spPr>
            <a:xfrm>
              <a:off x="2710935" y="5718425"/>
              <a:ext cx="639624" cy="706969"/>
            </a:xfrm>
            <a:custGeom>
              <a:avLst/>
              <a:gdLst/>
              <a:ahLst/>
              <a:cxnLst>
                <a:cxn ang="0">
                  <a:pos x="wd2" y="hd2"/>
                </a:cxn>
                <a:cxn ang="5400000">
                  <a:pos x="wd2" y="hd2"/>
                </a:cxn>
                <a:cxn ang="10800000">
                  <a:pos x="wd2" y="hd2"/>
                </a:cxn>
                <a:cxn ang="16200000">
                  <a:pos x="wd2" y="hd2"/>
                </a:cxn>
              </a:cxnLst>
              <a:rect l="0" t="0" r="r" b="b"/>
              <a:pathLst>
                <a:path w="18090" h="20903" fill="norm" stroke="1" extrusionOk="0">
                  <a:moveTo>
                    <a:pt x="16811" y="10870"/>
                  </a:moveTo>
                  <a:cubicBezTo>
                    <a:pt x="14031" y="14203"/>
                    <a:pt x="7769" y="12203"/>
                    <a:pt x="5053" y="14603"/>
                  </a:cubicBezTo>
                  <a:cubicBezTo>
                    <a:pt x="2560" y="16770"/>
                    <a:pt x="3327" y="20903"/>
                    <a:pt x="3327" y="20903"/>
                  </a:cubicBezTo>
                  <a:cubicBezTo>
                    <a:pt x="3327" y="20903"/>
                    <a:pt x="-2009" y="15036"/>
                    <a:pt x="835" y="8103"/>
                  </a:cubicBezTo>
                  <a:cubicBezTo>
                    <a:pt x="2816" y="3270"/>
                    <a:pt x="8184" y="-697"/>
                    <a:pt x="12018" y="103"/>
                  </a:cubicBezTo>
                  <a:cubicBezTo>
                    <a:pt x="17770" y="1336"/>
                    <a:pt x="19591" y="7570"/>
                    <a:pt x="16811" y="10870"/>
                  </a:cubicBezTo>
                  <a:close/>
                </a:path>
              </a:pathLst>
            </a:custGeom>
            <a:solidFill>
              <a:srgbClr val="F8F4E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1" name="Shape 5111"/>
            <p:cNvSpPr/>
            <p:nvPr/>
          </p:nvSpPr>
          <p:spPr>
            <a:xfrm>
              <a:off x="2025571" y="5229967"/>
              <a:ext cx="1859547" cy="8633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0339"/>
                  </a:moveTo>
                  <a:cubicBezTo>
                    <a:pt x="4834" y="10339"/>
                    <a:pt x="0" y="5702"/>
                    <a:pt x="0" y="0"/>
                  </a:cubicBezTo>
                  <a:cubicBezTo>
                    <a:pt x="0" y="11232"/>
                    <a:pt x="0" y="11232"/>
                    <a:pt x="0" y="11232"/>
                  </a:cubicBezTo>
                  <a:cubicBezTo>
                    <a:pt x="0" y="16963"/>
                    <a:pt x="4834" y="21600"/>
                    <a:pt x="10800" y="21600"/>
                  </a:cubicBezTo>
                  <a:cubicBezTo>
                    <a:pt x="16766" y="21600"/>
                    <a:pt x="21600" y="16963"/>
                    <a:pt x="21600" y="11232"/>
                  </a:cubicBezTo>
                  <a:cubicBezTo>
                    <a:pt x="21600" y="0"/>
                    <a:pt x="21600" y="0"/>
                    <a:pt x="21600" y="0"/>
                  </a:cubicBezTo>
                  <a:cubicBezTo>
                    <a:pt x="21600" y="5702"/>
                    <a:pt x="16766" y="10339"/>
                    <a:pt x="10800" y="10339"/>
                  </a:cubicBezTo>
                  <a:close/>
                </a:path>
              </a:pathLst>
            </a:custGeom>
            <a:solidFill>
              <a:srgbClr val="02798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2" name="Shape 5112"/>
            <p:cNvSpPr/>
            <p:nvPr/>
          </p:nvSpPr>
          <p:spPr>
            <a:xfrm>
              <a:off x="3735695" y="3619463"/>
              <a:ext cx="1942566" cy="21584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812"/>
                  </a:moveTo>
                  <a:cubicBezTo>
                    <a:pt x="2624" y="0"/>
                    <a:pt x="2624" y="0"/>
                    <a:pt x="2624" y="0"/>
                  </a:cubicBezTo>
                  <a:cubicBezTo>
                    <a:pt x="0" y="12403"/>
                    <a:pt x="0" y="12403"/>
                    <a:pt x="0" y="12403"/>
                  </a:cubicBezTo>
                  <a:cubicBezTo>
                    <a:pt x="0" y="12403"/>
                    <a:pt x="7154" y="11664"/>
                    <a:pt x="15292" y="17507"/>
                  </a:cubicBezTo>
                  <a:cubicBezTo>
                    <a:pt x="17638" y="19190"/>
                    <a:pt x="18925" y="21600"/>
                    <a:pt x="18925" y="21600"/>
                  </a:cubicBezTo>
                  <a:lnTo>
                    <a:pt x="21600" y="12812"/>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3" name="Shape 5113"/>
            <p:cNvSpPr/>
            <p:nvPr/>
          </p:nvSpPr>
          <p:spPr>
            <a:xfrm>
              <a:off x="5263172" y="5827680"/>
              <a:ext cx="564507" cy="9463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8921" y="8485"/>
                    <a:pt x="15180" y="16271"/>
                    <a:pt x="10800" y="21600"/>
                  </a:cubicBezTo>
                  <a:cubicBezTo>
                    <a:pt x="10800" y="21600"/>
                    <a:pt x="10800" y="21600"/>
                    <a:pt x="10800" y="21600"/>
                  </a:cubicBezTo>
                  <a:cubicBezTo>
                    <a:pt x="6420" y="16271"/>
                    <a:pt x="2679" y="8485"/>
                    <a:pt x="0" y="0"/>
                  </a:cubicBezTo>
                  <a:lnTo>
                    <a:pt x="21600" y="0"/>
                  </a:lnTo>
                  <a:close/>
                </a:path>
              </a:pathLst>
            </a:custGeom>
            <a:solidFill>
              <a:srgbClr val="E4694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4" name="Shape 5114"/>
            <p:cNvSpPr/>
            <p:nvPr/>
          </p:nvSpPr>
          <p:spPr>
            <a:xfrm>
              <a:off x="5445800" y="5877485"/>
              <a:ext cx="315463" cy="531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8957" y="8484"/>
                    <a:pt x="15180" y="16234"/>
                    <a:pt x="10800" y="21600"/>
                  </a:cubicBezTo>
                  <a:cubicBezTo>
                    <a:pt x="10800" y="21600"/>
                    <a:pt x="10800" y="21600"/>
                    <a:pt x="10800" y="21600"/>
                  </a:cubicBezTo>
                  <a:cubicBezTo>
                    <a:pt x="6420" y="16234"/>
                    <a:pt x="2719" y="8484"/>
                    <a:pt x="0" y="0"/>
                  </a:cubicBezTo>
                  <a:lnTo>
                    <a:pt x="21600" y="0"/>
                  </a:lnTo>
                  <a:close/>
                </a:path>
              </a:pathLst>
            </a:custGeom>
            <a:solidFill>
              <a:srgbClr val="FFC26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5" name="Shape 5115"/>
            <p:cNvSpPr/>
            <p:nvPr/>
          </p:nvSpPr>
          <p:spPr>
            <a:xfrm>
              <a:off x="5180152" y="4034547"/>
              <a:ext cx="713940" cy="21085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3" y="0"/>
                  </a:moveTo>
                  <a:cubicBezTo>
                    <a:pt x="10783" y="0"/>
                    <a:pt x="10783" y="0"/>
                    <a:pt x="10783" y="0"/>
                  </a:cubicBezTo>
                  <a:cubicBezTo>
                    <a:pt x="17116" y="3191"/>
                    <a:pt x="21600" y="9292"/>
                    <a:pt x="21600" y="14190"/>
                  </a:cubicBezTo>
                  <a:cubicBezTo>
                    <a:pt x="21600" y="19660"/>
                    <a:pt x="21395" y="21530"/>
                    <a:pt x="10783" y="21600"/>
                  </a:cubicBezTo>
                  <a:cubicBezTo>
                    <a:pt x="10783" y="21600"/>
                    <a:pt x="10783" y="21600"/>
                    <a:pt x="10783" y="21600"/>
                  </a:cubicBezTo>
                  <a:cubicBezTo>
                    <a:pt x="171" y="21530"/>
                    <a:pt x="0" y="19660"/>
                    <a:pt x="0" y="14190"/>
                  </a:cubicBezTo>
                  <a:cubicBezTo>
                    <a:pt x="0" y="9292"/>
                    <a:pt x="4450" y="3191"/>
                    <a:pt x="10783" y="0"/>
                  </a:cubicBezTo>
                  <a:close/>
                </a:path>
              </a:pathLst>
            </a:custGeom>
            <a:solidFill>
              <a:srgbClr val="FFC26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6" name="Shape 5116"/>
            <p:cNvSpPr/>
            <p:nvPr/>
          </p:nvSpPr>
          <p:spPr>
            <a:xfrm>
              <a:off x="5362794" y="4034547"/>
              <a:ext cx="365268" cy="381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3067" y="13189"/>
                    <a:pt x="6733" y="5735"/>
                    <a:pt x="10800" y="0"/>
                  </a:cubicBezTo>
                  <a:cubicBezTo>
                    <a:pt x="10800" y="0"/>
                    <a:pt x="10800" y="0"/>
                    <a:pt x="10800" y="0"/>
                  </a:cubicBezTo>
                  <a:cubicBezTo>
                    <a:pt x="14867" y="5735"/>
                    <a:pt x="18533" y="13189"/>
                    <a:pt x="21600" y="21600"/>
                  </a:cubicBezTo>
                  <a:lnTo>
                    <a:pt x="0" y="2160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7" name="Shape 5117"/>
            <p:cNvSpPr/>
            <p:nvPr/>
          </p:nvSpPr>
          <p:spPr>
            <a:xfrm>
              <a:off x="5213367" y="5894087"/>
              <a:ext cx="664126" cy="2490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0422" y="15192"/>
                    <a:pt x="17626" y="21187"/>
                    <a:pt x="10782" y="21600"/>
                  </a:cubicBezTo>
                  <a:cubicBezTo>
                    <a:pt x="10782" y="21600"/>
                    <a:pt x="10782" y="21600"/>
                    <a:pt x="10782" y="21600"/>
                  </a:cubicBezTo>
                  <a:cubicBezTo>
                    <a:pt x="3974" y="21187"/>
                    <a:pt x="1141" y="15192"/>
                    <a:pt x="0" y="0"/>
                  </a:cubicBezTo>
                  <a:lnTo>
                    <a:pt x="21600" y="0"/>
                  </a:lnTo>
                  <a:close/>
                </a:path>
              </a:pathLst>
            </a:custGeom>
            <a:solidFill>
              <a:srgbClr val="02798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8" name="Shape 5118"/>
            <p:cNvSpPr/>
            <p:nvPr/>
          </p:nvSpPr>
          <p:spPr>
            <a:xfrm>
              <a:off x="232446" y="3619463"/>
              <a:ext cx="1942567" cy="21584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812"/>
                  </a:moveTo>
                  <a:cubicBezTo>
                    <a:pt x="18965" y="0"/>
                    <a:pt x="18965" y="0"/>
                    <a:pt x="18965" y="0"/>
                  </a:cubicBezTo>
                  <a:cubicBezTo>
                    <a:pt x="21600" y="12403"/>
                    <a:pt x="21600" y="12403"/>
                    <a:pt x="21600" y="12403"/>
                  </a:cubicBezTo>
                  <a:cubicBezTo>
                    <a:pt x="21600" y="12403"/>
                    <a:pt x="14438" y="11664"/>
                    <a:pt x="6305" y="17507"/>
                  </a:cubicBezTo>
                  <a:cubicBezTo>
                    <a:pt x="3959" y="19190"/>
                    <a:pt x="2686" y="21600"/>
                    <a:pt x="2686" y="21600"/>
                  </a:cubicBezTo>
                  <a:lnTo>
                    <a:pt x="0" y="12812"/>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19" name="Shape 5119"/>
            <p:cNvSpPr/>
            <p:nvPr/>
          </p:nvSpPr>
          <p:spPr>
            <a:xfrm>
              <a:off x="66420" y="5827680"/>
              <a:ext cx="581116" cy="9463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2679" y="8485"/>
                    <a:pt x="6420" y="16271"/>
                    <a:pt x="10800" y="21600"/>
                  </a:cubicBezTo>
                  <a:cubicBezTo>
                    <a:pt x="10800" y="21600"/>
                    <a:pt x="10800" y="21600"/>
                    <a:pt x="10800" y="21600"/>
                  </a:cubicBezTo>
                  <a:cubicBezTo>
                    <a:pt x="15180" y="16271"/>
                    <a:pt x="18921" y="8485"/>
                    <a:pt x="21600" y="0"/>
                  </a:cubicBezTo>
                  <a:lnTo>
                    <a:pt x="0" y="0"/>
                  </a:lnTo>
                  <a:close/>
                </a:path>
              </a:pathLst>
            </a:custGeom>
            <a:solidFill>
              <a:srgbClr val="E4694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0" name="Shape 5120"/>
            <p:cNvSpPr/>
            <p:nvPr/>
          </p:nvSpPr>
          <p:spPr>
            <a:xfrm>
              <a:off x="132828" y="5877485"/>
              <a:ext cx="332061" cy="531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2643" y="8484"/>
                    <a:pt x="6420" y="16234"/>
                    <a:pt x="10800" y="21600"/>
                  </a:cubicBezTo>
                  <a:cubicBezTo>
                    <a:pt x="10800" y="21600"/>
                    <a:pt x="10800" y="21600"/>
                    <a:pt x="10800" y="21600"/>
                  </a:cubicBezTo>
                  <a:cubicBezTo>
                    <a:pt x="15180" y="16234"/>
                    <a:pt x="18957" y="8484"/>
                    <a:pt x="21600" y="0"/>
                  </a:cubicBezTo>
                  <a:lnTo>
                    <a:pt x="0" y="0"/>
                  </a:lnTo>
                  <a:close/>
                </a:path>
              </a:pathLst>
            </a:custGeom>
            <a:solidFill>
              <a:srgbClr val="FFC26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1" name="Shape 5121"/>
            <p:cNvSpPr/>
            <p:nvPr/>
          </p:nvSpPr>
          <p:spPr>
            <a:xfrm>
              <a:off x="-1" y="4034547"/>
              <a:ext cx="730538" cy="21085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0800" y="0"/>
                    <a:pt x="10800" y="0"/>
                    <a:pt x="10800" y="0"/>
                  </a:cubicBezTo>
                  <a:cubicBezTo>
                    <a:pt x="4457" y="3191"/>
                    <a:pt x="0" y="9292"/>
                    <a:pt x="0" y="14190"/>
                  </a:cubicBezTo>
                  <a:cubicBezTo>
                    <a:pt x="0" y="19660"/>
                    <a:pt x="171" y="21530"/>
                    <a:pt x="10800" y="21600"/>
                  </a:cubicBezTo>
                  <a:cubicBezTo>
                    <a:pt x="10800" y="21600"/>
                    <a:pt x="10800" y="21600"/>
                    <a:pt x="10800" y="21600"/>
                  </a:cubicBezTo>
                  <a:cubicBezTo>
                    <a:pt x="21429" y="21530"/>
                    <a:pt x="21600" y="19660"/>
                    <a:pt x="21600" y="14190"/>
                  </a:cubicBezTo>
                  <a:cubicBezTo>
                    <a:pt x="21600" y="9292"/>
                    <a:pt x="17143" y="3191"/>
                    <a:pt x="10800" y="0"/>
                  </a:cubicBezTo>
                  <a:close/>
                </a:path>
              </a:pathLst>
            </a:custGeom>
            <a:solidFill>
              <a:srgbClr val="FFC26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2" name="Shape 5122"/>
            <p:cNvSpPr/>
            <p:nvPr/>
          </p:nvSpPr>
          <p:spPr>
            <a:xfrm>
              <a:off x="182637" y="4034547"/>
              <a:ext cx="365267" cy="381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18533" y="13189"/>
                    <a:pt x="14867" y="5735"/>
                    <a:pt x="10800" y="0"/>
                  </a:cubicBezTo>
                  <a:cubicBezTo>
                    <a:pt x="10800" y="0"/>
                    <a:pt x="10800" y="0"/>
                    <a:pt x="10800" y="0"/>
                  </a:cubicBezTo>
                  <a:cubicBezTo>
                    <a:pt x="6733" y="5735"/>
                    <a:pt x="3067" y="13189"/>
                    <a:pt x="0" y="21600"/>
                  </a:cubicBezTo>
                  <a:lnTo>
                    <a:pt x="21600" y="2160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3" name="Shape 5123"/>
            <p:cNvSpPr/>
            <p:nvPr/>
          </p:nvSpPr>
          <p:spPr>
            <a:xfrm>
              <a:off x="33210" y="5894087"/>
              <a:ext cx="664126" cy="2490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43" y="15192"/>
                    <a:pt x="3944" y="21187"/>
                    <a:pt x="10800" y="21600"/>
                  </a:cubicBezTo>
                  <a:cubicBezTo>
                    <a:pt x="10800" y="21600"/>
                    <a:pt x="10800" y="21600"/>
                    <a:pt x="10800" y="21600"/>
                  </a:cubicBezTo>
                  <a:cubicBezTo>
                    <a:pt x="17656" y="21187"/>
                    <a:pt x="20457" y="15192"/>
                    <a:pt x="21600" y="0"/>
                  </a:cubicBezTo>
                  <a:lnTo>
                    <a:pt x="0" y="0"/>
                  </a:lnTo>
                  <a:close/>
                </a:path>
              </a:pathLst>
            </a:custGeom>
            <a:solidFill>
              <a:srgbClr val="02798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4" name="Shape 5124"/>
            <p:cNvSpPr/>
            <p:nvPr/>
          </p:nvSpPr>
          <p:spPr>
            <a:xfrm>
              <a:off x="3735703" y="3619463"/>
              <a:ext cx="664126" cy="13282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298"/>
                  </a:moveTo>
                  <a:cubicBezTo>
                    <a:pt x="7628" y="0"/>
                    <a:pt x="7628" y="0"/>
                    <a:pt x="7628" y="0"/>
                  </a:cubicBezTo>
                  <a:cubicBezTo>
                    <a:pt x="0" y="20280"/>
                    <a:pt x="0" y="20280"/>
                    <a:pt x="0" y="20280"/>
                  </a:cubicBezTo>
                  <a:cubicBezTo>
                    <a:pt x="0" y="20280"/>
                    <a:pt x="7591" y="19853"/>
                    <a:pt x="18813" y="21600"/>
                  </a:cubicBezTo>
                  <a:cubicBezTo>
                    <a:pt x="20793" y="17380"/>
                    <a:pt x="21380" y="12008"/>
                    <a:pt x="21600" y="5298"/>
                  </a:cubicBezTo>
                  <a:close/>
                </a:path>
              </a:pathLst>
            </a:custGeom>
            <a:solidFill>
              <a:srgbClr val="02798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5" name="Shape 5125"/>
            <p:cNvSpPr/>
            <p:nvPr/>
          </p:nvSpPr>
          <p:spPr>
            <a:xfrm>
              <a:off x="1477690" y="3619463"/>
              <a:ext cx="697331" cy="13282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529"/>
                  </a:moveTo>
                  <a:cubicBezTo>
                    <a:pt x="213" y="12132"/>
                    <a:pt x="816" y="17421"/>
                    <a:pt x="2731" y="21600"/>
                  </a:cubicBezTo>
                  <a:cubicBezTo>
                    <a:pt x="13939" y="19732"/>
                    <a:pt x="21600" y="20176"/>
                    <a:pt x="21600" y="20176"/>
                  </a:cubicBezTo>
                  <a:cubicBezTo>
                    <a:pt x="14187" y="0"/>
                    <a:pt x="14187" y="0"/>
                    <a:pt x="14187" y="0"/>
                  </a:cubicBezTo>
                  <a:lnTo>
                    <a:pt x="0" y="5529"/>
                  </a:lnTo>
                  <a:close/>
                </a:path>
              </a:pathLst>
            </a:custGeom>
            <a:solidFill>
              <a:srgbClr val="02798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6" name="Shape 5126"/>
            <p:cNvSpPr/>
            <p:nvPr/>
          </p:nvSpPr>
          <p:spPr>
            <a:xfrm>
              <a:off x="1793138" y="0"/>
              <a:ext cx="2324427" cy="57280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0800" y="0"/>
                    <a:pt x="10800" y="0"/>
                    <a:pt x="10800" y="0"/>
                  </a:cubicBezTo>
                  <a:cubicBezTo>
                    <a:pt x="4474" y="3193"/>
                    <a:pt x="0" y="9300"/>
                    <a:pt x="0" y="14191"/>
                  </a:cubicBezTo>
                  <a:cubicBezTo>
                    <a:pt x="0" y="19670"/>
                    <a:pt x="190" y="21536"/>
                    <a:pt x="10800" y="21600"/>
                  </a:cubicBezTo>
                  <a:cubicBezTo>
                    <a:pt x="10800" y="21600"/>
                    <a:pt x="10800" y="21600"/>
                    <a:pt x="10800" y="21600"/>
                  </a:cubicBezTo>
                  <a:cubicBezTo>
                    <a:pt x="21410" y="21536"/>
                    <a:pt x="21600" y="19670"/>
                    <a:pt x="21600" y="14191"/>
                  </a:cubicBezTo>
                  <a:cubicBezTo>
                    <a:pt x="21600" y="9300"/>
                    <a:pt x="17126" y="3193"/>
                    <a:pt x="10800" y="0"/>
                  </a:cubicBezTo>
                  <a:close/>
                </a:path>
              </a:pathLst>
            </a:custGeom>
            <a:solidFill>
              <a:srgbClr val="E2D2A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7" name="Shape 5127"/>
            <p:cNvSpPr/>
            <p:nvPr/>
          </p:nvSpPr>
          <p:spPr>
            <a:xfrm>
              <a:off x="1793133" y="3968135"/>
              <a:ext cx="2324427" cy="17599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42" y="15900"/>
                    <a:pt x="698" y="21404"/>
                    <a:pt x="10800" y="21600"/>
                  </a:cubicBezTo>
                  <a:cubicBezTo>
                    <a:pt x="10800" y="21600"/>
                    <a:pt x="10800" y="21600"/>
                    <a:pt x="10800" y="21600"/>
                  </a:cubicBezTo>
                  <a:cubicBezTo>
                    <a:pt x="20902" y="21404"/>
                    <a:pt x="21558" y="15900"/>
                    <a:pt x="21600" y="0"/>
                  </a:cubicBezTo>
                  <a:lnTo>
                    <a:pt x="0" y="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8" name="Shape 5128"/>
            <p:cNvSpPr/>
            <p:nvPr/>
          </p:nvSpPr>
          <p:spPr>
            <a:xfrm>
              <a:off x="2357636" y="0"/>
              <a:ext cx="1195422" cy="10459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18497" y="13204"/>
                    <a:pt x="14838" y="5746"/>
                    <a:pt x="10790" y="0"/>
                  </a:cubicBezTo>
                  <a:cubicBezTo>
                    <a:pt x="10790" y="0"/>
                    <a:pt x="10790" y="0"/>
                    <a:pt x="10790" y="0"/>
                  </a:cubicBezTo>
                  <a:cubicBezTo>
                    <a:pt x="6741" y="5746"/>
                    <a:pt x="3083" y="13204"/>
                    <a:pt x="0" y="21600"/>
                  </a:cubicBezTo>
                  <a:lnTo>
                    <a:pt x="21600" y="21600"/>
                  </a:lnTo>
                  <a:close/>
                </a:path>
              </a:pathLst>
            </a:custGeom>
            <a:solidFill>
              <a:srgbClr val="FFC26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29" name="Shape 5129"/>
            <p:cNvSpPr/>
            <p:nvPr/>
          </p:nvSpPr>
          <p:spPr>
            <a:xfrm>
              <a:off x="2490460" y="0"/>
              <a:ext cx="979588" cy="8799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881" y="6151"/>
                  </a:moveTo>
                  <a:cubicBezTo>
                    <a:pt x="9881" y="6151"/>
                    <a:pt x="9881" y="6151"/>
                    <a:pt x="9881" y="6151"/>
                  </a:cubicBezTo>
                  <a:cubicBezTo>
                    <a:pt x="14077" y="10533"/>
                    <a:pt x="18000" y="15786"/>
                    <a:pt x="21600" y="21600"/>
                  </a:cubicBezTo>
                  <a:cubicBezTo>
                    <a:pt x="18248" y="13286"/>
                    <a:pt x="14400" y="5870"/>
                    <a:pt x="10204" y="0"/>
                  </a:cubicBezTo>
                  <a:cubicBezTo>
                    <a:pt x="10204" y="0"/>
                    <a:pt x="10204" y="0"/>
                    <a:pt x="10204" y="0"/>
                  </a:cubicBezTo>
                  <a:cubicBezTo>
                    <a:pt x="6505" y="5196"/>
                    <a:pt x="3054" y="11601"/>
                    <a:pt x="0" y="18763"/>
                  </a:cubicBezTo>
                  <a:cubicBezTo>
                    <a:pt x="3079" y="14072"/>
                    <a:pt x="6406" y="9803"/>
                    <a:pt x="9881" y="6151"/>
                  </a:cubicBezTo>
                  <a:close/>
                </a:path>
              </a:pathLst>
            </a:custGeom>
            <a:solidFill>
              <a:srgbClr val="E9570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30" name="Shape 5130"/>
            <p:cNvSpPr/>
            <p:nvPr/>
          </p:nvSpPr>
          <p:spPr>
            <a:xfrm>
              <a:off x="1876153" y="5080536"/>
              <a:ext cx="2158401" cy="64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1160" y="15211"/>
                    <a:pt x="3968" y="21258"/>
                    <a:pt x="10800" y="21600"/>
                  </a:cubicBezTo>
                  <a:cubicBezTo>
                    <a:pt x="10800" y="21600"/>
                    <a:pt x="10800" y="21600"/>
                    <a:pt x="10800" y="21600"/>
                  </a:cubicBezTo>
                  <a:cubicBezTo>
                    <a:pt x="17632" y="21258"/>
                    <a:pt x="20440" y="15211"/>
                    <a:pt x="21600" y="0"/>
                  </a:cubicBezTo>
                  <a:lnTo>
                    <a:pt x="0" y="0"/>
                  </a:lnTo>
                  <a:close/>
                </a:path>
              </a:pathLst>
            </a:custGeom>
            <a:solidFill>
              <a:srgbClr val="02A1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31" name="Shape 5131"/>
            <p:cNvSpPr/>
            <p:nvPr/>
          </p:nvSpPr>
          <p:spPr>
            <a:xfrm>
              <a:off x="2291224" y="2108594"/>
              <a:ext cx="1328248" cy="1328244"/>
            </a:xfrm>
            <a:prstGeom prst="ellipse">
              <a:avLst/>
            </a:prstGeom>
            <a:solidFill>
              <a:srgbClr val="1099A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32" name="Shape 5132"/>
            <p:cNvSpPr/>
            <p:nvPr/>
          </p:nvSpPr>
          <p:spPr>
            <a:xfrm>
              <a:off x="2440651" y="2274620"/>
              <a:ext cx="1012795" cy="996185"/>
            </a:xfrm>
            <a:prstGeom prst="ellipse">
              <a:avLst/>
            </a:prstGeom>
            <a:solidFill>
              <a:srgbClr val="DDAE3A"/>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5133" name="Shape 5133"/>
            <p:cNvSpPr/>
            <p:nvPr/>
          </p:nvSpPr>
          <p:spPr>
            <a:xfrm>
              <a:off x="2523693" y="2341036"/>
              <a:ext cx="879969" cy="64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836" y="5475"/>
                  </a:moveTo>
                  <a:cubicBezTo>
                    <a:pt x="15176" y="5475"/>
                    <a:pt x="20338" y="12337"/>
                    <a:pt x="20338" y="20812"/>
                  </a:cubicBezTo>
                  <a:cubicBezTo>
                    <a:pt x="20338" y="21075"/>
                    <a:pt x="20310" y="21337"/>
                    <a:pt x="20310" y="21600"/>
                  </a:cubicBezTo>
                  <a:cubicBezTo>
                    <a:pt x="21123" y="19537"/>
                    <a:pt x="21600" y="17175"/>
                    <a:pt x="21600" y="14700"/>
                  </a:cubicBezTo>
                  <a:cubicBezTo>
                    <a:pt x="21600" y="6563"/>
                    <a:pt x="16691" y="0"/>
                    <a:pt x="10632" y="0"/>
                  </a:cubicBezTo>
                  <a:cubicBezTo>
                    <a:pt x="5498" y="0"/>
                    <a:pt x="1206" y="4688"/>
                    <a:pt x="0" y="11025"/>
                  </a:cubicBezTo>
                  <a:cubicBezTo>
                    <a:pt x="2104" y="7650"/>
                    <a:pt x="5274" y="5475"/>
                    <a:pt x="8836" y="5475"/>
                  </a:cubicBezTo>
                  <a:close/>
                </a:path>
              </a:pathLst>
            </a:custGeom>
            <a:solidFill>
              <a:srgbClr val="F8F4E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5135" name="Shape 5135"/>
          <p:cNvSpPr/>
          <p:nvPr/>
        </p:nvSpPr>
        <p:spPr>
          <a:xfrm>
            <a:off x="8766292" y="2998988"/>
            <a:ext cx="1114484" cy="1114484"/>
          </a:xfrm>
          <a:prstGeom prst="rect">
            <a:avLst/>
          </a:prstGeom>
          <a:solidFill>
            <a:srgbClr val="02A1BF"/>
          </a:solidFill>
          <a:ln w="12700">
            <a:miter lim="400000"/>
          </a:ln>
        </p:spPr>
        <p:txBody>
          <a:bodyPr lIns="45719" rIns="45719" anchor="ctr"/>
          <a:lstStyle/>
          <a:p>
            <a:pPr defTabSz="914400">
              <a:defRPr sz="1800">
                <a:solidFill>
                  <a:srgbClr val="FFFFFF"/>
                </a:solidFill>
                <a:latin typeface="Lato Regular"/>
                <a:ea typeface="Lato Regular"/>
                <a:cs typeface="Lato Regular"/>
                <a:sym typeface="Lato Regular"/>
              </a:defRPr>
            </a:pPr>
          </a:p>
        </p:txBody>
      </p:sp>
      <p:sp>
        <p:nvSpPr>
          <p:cNvPr id="5136" name="Shape 5136"/>
          <p:cNvSpPr/>
          <p:nvPr/>
        </p:nvSpPr>
        <p:spPr>
          <a:xfrm>
            <a:off x="8766291" y="5749117"/>
            <a:ext cx="1114485" cy="1114484"/>
          </a:xfrm>
          <a:prstGeom prst="rect">
            <a:avLst/>
          </a:prstGeom>
          <a:solidFill>
            <a:srgbClr val="FF9900"/>
          </a:solidFill>
          <a:ln w="12700">
            <a:miter lim="400000"/>
          </a:ln>
        </p:spPr>
        <p:txBody>
          <a:bodyPr lIns="45719" rIns="45719" anchor="ctr"/>
          <a:lstStyle/>
          <a:p>
            <a:pPr defTabSz="914400">
              <a:defRPr sz="1800">
                <a:solidFill>
                  <a:srgbClr val="FFFFFF"/>
                </a:solidFill>
                <a:latin typeface="Lato Regular"/>
                <a:ea typeface="Lato Regular"/>
                <a:cs typeface="Lato Regular"/>
                <a:sym typeface="Lato Regular"/>
              </a:defRPr>
            </a:pPr>
          </a:p>
        </p:txBody>
      </p:sp>
      <p:sp>
        <p:nvSpPr>
          <p:cNvPr id="5137" name="Shape 5137"/>
          <p:cNvSpPr/>
          <p:nvPr/>
        </p:nvSpPr>
        <p:spPr>
          <a:xfrm>
            <a:off x="20929888" y="13552112"/>
            <a:ext cx="903506" cy="311044"/>
          </a:xfrm>
          <a:prstGeom prst="ellipse">
            <a:avLst/>
          </a:prstGeom>
          <a:solidFill>
            <a:srgbClr val="D9D9D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38" name="Shape 5138"/>
          <p:cNvSpPr/>
          <p:nvPr/>
        </p:nvSpPr>
        <p:spPr>
          <a:xfrm>
            <a:off x="4492789" y="3229839"/>
            <a:ext cx="396632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3200">
                <a:latin typeface="Raleway SemiBold"/>
                <a:ea typeface="Raleway SemiBold"/>
                <a:cs typeface="Raleway SemiBold"/>
                <a:sym typeface="Raleway SemiBold"/>
              </a:defRPr>
            </a:lvl1pPr>
          </a:lstStyle>
          <a:p>
            <a:pPr/>
            <a:r>
              <a:t>Descripción</a:t>
            </a:r>
          </a:p>
        </p:txBody>
      </p:sp>
      <p:sp>
        <p:nvSpPr>
          <p:cNvPr id="5139" name="Shape 5139"/>
          <p:cNvSpPr/>
          <p:nvPr/>
        </p:nvSpPr>
        <p:spPr>
          <a:xfrm>
            <a:off x="4492789" y="5979969"/>
            <a:ext cx="396632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3200">
                <a:latin typeface="Raleway SemiBold"/>
                <a:ea typeface="Raleway SemiBold"/>
                <a:cs typeface="Raleway SemiBold"/>
                <a:sym typeface="Raleway SemiBold"/>
              </a:defRPr>
            </a:lvl1pPr>
          </a:lstStyle>
          <a:p>
            <a:pPr/>
            <a:r>
              <a:t>Descripción</a:t>
            </a:r>
          </a:p>
        </p:txBody>
      </p:sp>
      <p:sp>
        <p:nvSpPr>
          <p:cNvPr id="5140" name="Shape 514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6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142" name="Shape 5142"/>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Ganancias</a:t>
            </a:r>
          </a:p>
        </p:txBody>
      </p:sp>
      <p:sp>
        <p:nvSpPr>
          <p:cNvPr id="5143" name="Shape 5143"/>
          <p:cNvSpPr/>
          <p:nvPr/>
        </p:nvSpPr>
        <p:spPr>
          <a:xfrm>
            <a:off x="11837611" y="4389851"/>
            <a:ext cx="4015992" cy="25380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528"/>
                </a:moveTo>
                <a:cubicBezTo>
                  <a:pt x="4678" y="4259"/>
                  <a:pt x="6808" y="3991"/>
                  <a:pt x="10624" y="0"/>
                </a:cubicBezTo>
                <a:cubicBezTo>
                  <a:pt x="13302" y="2672"/>
                  <a:pt x="18059" y="9376"/>
                  <a:pt x="21600" y="21600"/>
                </a:cubicBezTo>
                <a:lnTo>
                  <a:pt x="0" y="21600"/>
                </a:lnTo>
                <a:lnTo>
                  <a:pt x="0" y="4528"/>
                </a:lnTo>
                <a:close/>
              </a:path>
            </a:pathLst>
          </a:custGeom>
          <a:solidFill>
            <a:srgbClr val="144973"/>
          </a:solidFill>
          <a:ln w="12700">
            <a:miter lim="400000"/>
          </a:ln>
        </p:spPr>
        <p:txBody>
          <a:bodyPr lIns="45719" rIns="45719" anchor="ctr"/>
          <a:lstStyle/>
          <a:p>
            <a:pPr defTabSz="914400">
              <a:defRPr sz="4500">
                <a:solidFill>
                  <a:srgbClr val="FFFFFF"/>
                </a:solidFill>
                <a:latin typeface="Raleway SemiBold"/>
                <a:ea typeface="Raleway SemiBold"/>
                <a:cs typeface="Raleway SemiBold"/>
                <a:sym typeface="Raleway SemiBold"/>
              </a:defRPr>
            </a:pPr>
          </a:p>
        </p:txBody>
      </p:sp>
      <p:sp>
        <p:nvSpPr>
          <p:cNvPr id="5144" name="Shape 5144"/>
          <p:cNvSpPr/>
          <p:nvPr/>
        </p:nvSpPr>
        <p:spPr>
          <a:xfrm>
            <a:off x="11837611" y="7066397"/>
            <a:ext cx="4795870" cy="27769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7"/>
                </a:moveTo>
                <a:lnTo>
                  <a:pt x="18383" y="0"/>
                </a:lnTo>
                <a:cubicBezTo>
                  <a:pt x="19981" y="4233"/>
                  <a:pt x="21217" y="12605"/>
                  <a:pt x="21600" y="21600"/>
                </a:cubicBezTo>
                <a:lnTo>
                  <a:pt x="0" y="21600"/>
                </a:lnTo>
                <a:lnTo>
                  <a:pt x="0" y="57"/>
                </a:lnTo>
                <a:close/>
              </a:path>
            </a:pathLst>
          </a:custGeom>
          <a:solidFill>
            <a:srgbClr val="41C2CB"/>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45" name="Shape 5145"/>
          <p:cNvSpPr/>
          <p:nvPr/>
        </p:nvSpPr>
        <p:spPr>
          <a:xfrm>
            <a:off x="11837613" y="9974529"/>
            <a:ext cx="4797444" cy="2778834"/>
          </a:xfrm>
          <a:custGeom>
            <a:avLst/>
            <a:gdLst/>
            <a:ahLst/>
            <a:cxnLst>
              <a:cxn ang="0">
                <a:pos x="wd2" y="hd2"/>
              </a:cxn>
              <a:cxn ang="5400000">
                <a:pos x="wd2" y="hd2"/>
              </a:cxn>
              <a:cxn ang="10800000">
                <a:pos x="wd2" y="hd2"/>
              </a:cxn>
              <a:cxn ang="16200000">
                <a:pos x="wd2" y="hd2"/>
              </a:cxn>
            </a:cxnLst>
            <a:rect l="0" t="0" r="r" b="b"/>
            <a:pathLst>
              <a:path w="21536" h="21077" fill="norm" stroke="1" extrusionOk="0">
                <a:moveTo>
                  <a:pt x="0" y="0"/>
                </a:moveTo>
                <a:lnTo>
                  <a:pt x="21535" y="78"/>
                </a:lnTo>
                <a:cubicBezTo>
                  <a:pt x="21600" y="14926"/>
                  <a:pt x="19436" y="19709"/>
                  <a:pt x="13762" y="21007"/>
                </a:cubicBezTo>
                <a:cubicBezTo>
                  <a:pt x="10096" y="21600"/>
                  <a:pt x="5588" y="18190"/>
                  <a:pt x="0" y="18916"/>
                </a:cubicBezTo>
                <a:lnTo>
                  <a:pt x="0" y="0"/>
                </a:lnTo>
                <a:close/>
              </a:path>
            </a:pathLst>
          </a:custGeom>
          <a:solidFill>
            <a:srgbClr val="47D39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46" name="Shape 5146"/>
          <p:cNvSpPr/>
          <p:nvPr/>
        </p:nvSpPr>
        <p:spPr>
          <a:xfrm>
            <a:off x="8919271" y="962637"/>
            <a:ext cx="5867898" cy="2611954"/>
          </a:xfrm>
          <a:custGeom>
            <a:avLst/>
            <a:gdLst/>
            <a:ahLst/>
            <a:cxnLst>
              <a:cxn ang="0">
                <a:pos x="wd2" y="hd2"/>
              </a:cxn>
              <a:cxn ang="5400000">
                <a:pos x="wd2" y="hd2"/>
              </a:cxn>
              <a:cxn ang="10800000">
                <a:pos x="wd2" y="hd2"/>
              </a:cxn>
              <a:cxn ang="16200000">
                <a:pos x="wd2" y="hd2"/>
              </a:cxn>
            </a:cxnLst>
            <a:rect l="0" t="0" r="r" b="b"/>
            <a:pathLst>
              <a:path w="17037" h="15736" fill="norm" stroke="1" extrusionOk="0">
                <a:moveTo>
                  <a:pt x="5240" y="2918"/>
                </a:moveTo>
                <a:cubicBezTo>
                  <a:pt x="8519" y="-3428"/>
                  <a:pt x="11001" y="2438"/>
                  <a:pt x="11398" y="3215"/>
                </a:cubicBezTo>
                <a:cubicBezTo>
                  <a:pt x="17488" y="-2197"/>
                  <a:pt x="19102" y="1847"/>
                  <a:pt x="13973" y="13184"/>
                </a:cubicBezTo>
                <a:cubicBezTo>
                  <a:pt x="8984" y="17679"/>
                  <a:pt x="4159" y="15262"/>
                  <a:pt x="2624" y="13312"/>
                </a:cubicBezTo>
                <a:cubicBezTo>
                  <a:pt x="-121" y="7685"/>
                  <a:pt x="-2498" y="-3921"/>
                  <a:pt x="5240" y="2918"/>
                </a:cubicBezTo>
                <a:close/>
              </a:path>
            </a:pathLst>
          </a:custGeom>
          <a:solidFill>
            <a:srgbClr val="67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47" name="Shape 5147"/>
          <p:cNvSpPr/>
          <p:nvPr/>
        </p:nvSpPr>
        <p:spPr>
          <a:xfrm flipH="1">
            <a:off x="7645555" y="4389851"/>
            <a:ext cx="4014672" cy="25380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528"/>
                </a:moveTo>
                <a:cubicBezTo>
                  <a:pt x="4678" y="4259"/>
                  <a:pt x="6808" y="3991"/>
                  <a:pt x="10624" y="0"/>
                </a:cubicBezTo>
                <a:cubicBezTo>
                  <a:pt x="13302" y="2672"/>
                  <a:pt x="18059" y="9376"/>
                  <a:pt x="21600" y="21600"/>
                </a:cubicBezTo>
                <a:lnTo>
                  <a:pt x="0" y="21600"/>
                </a:lnTo>
                <a:lnTo>
                  <a:pt x="0" y="4528"/>
                </a:lnTo>
                <a:close/>
              </a:path>
            </a:pathLst>
          </a:custGeom>
          <a:solidFill>
            <a:srgbClr val="144973"/>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48" name="Shape 5148"/>
          <p:cNvSpPr/>
          <p:nvPr/>
        </p:nvSpPr>
        <p:spPr>
          <a:xfrm flipH="1">
            <a:off x="6865936" y="7066397"/>
            <a:ext cx="4794292" cy="27769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7"/>
                </a:moveTo>
                <a:lnTo>
                  <a:pt x="18383" y="0"/>
                </a:lnTo>
                <a:cubicBezTo>
                  <a:pt x="19981" y="4233"/>
                  <a:pt x="21217" y="12605"/>
                  <a:pt x="21600" y="21600"/>
                </a:cubicBezTo>
                <a:lnTo>
                  <a:pt x="0" y="21600"/>
                </a:lnTo>
                <a:lnTo>
                  <a:pt x="0" y="57"/>
                </a:lnTo>
                <a:close/>
              </a:path>
            </a:pathLst>
          </a:custGeom>
          <a:solidFill>
            <a:srgbClr val="41C2CB"/>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49" name="Shape 5149"/>
          <p:cNvSpPr/>
          <p:nvPr/>
        </p:nvSpPr>
        <p:spPr>
          <a:xfrm flipH="1">
            <a:off x="6864360" y="9974529"/>
            <a:ext cx="4795864" cy="2778834"/>
          </a:xfrm>
          <a:custGeom>
            <a:avLst/>
            <a:gdLst/>
            <a:ahLst/>
            <a:cxnLst>
              <a:cxn ang="0">
                <a:pos x="wd2" y="hd2"/>
              </a:cxn>
              <a:cxn ang="5400000">
                <a:pos x="wd2" y="hd2"/>
              </a:cxn>
              <a:cxn ang="10800000">
                <a:pos x="wd2" y="hd2"/>
              </a:cxn>
              <a:cxn ang="16200000">
                <a:pos x="wd2" y="hd2"/>
              </a:cxn>
            </a:cxnLst>
            <a:rect l="0" t="0" r="r" b="b"/>
            <a:pathLst>
              <a:path w="21536" h="21077" fill="norm" stroke="1" extrusionOk="0">
                <a:moveTo>
                  <a:pt x="0" y="0"/>
                </a:moveTo>
                <a:lnTo>
                  <a:pt x="21535" y="78"/>
                </a:lnTo>
                <a:cubicBezTo>
                  <a:pt x="21600" y="14926"/>
                  <a:pt x="19436" y="19709"/>
                  <a:pt x="13762" y="21007"/>
                </a:cubicBezTo>
                <a:cubicBezTo>
                  <a:pt x="10096" y="21600"/>
                  <a:pt x="5588" y="18190"/>
                  <a:pt x="0" y="18916"/>
                </a:cubicBezTo>
                <a:lnTo>
                  <a:pt x="0" y="0"/>
                </a:lnTo>
                <a:close/>
              </a:path>
            </a:pathLst>
          </a:custGeom>
          <a:solidFill>
            <a:srgbClr val="47D39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50" name="Shape 5150"/>
          <p:cNvSpPr/>
          <p:nvPr/>
        </p:nvSpPr>
        <p:spPr>
          <a:xfrm>
            <a:off x="9689486" y="3396318"/>
            <a:ext cx="4116926" cy="1197754"/>
          </a:xfrm>
          <a:custGeom>
            <a:avLst/>
            <a:gdLst/>
            <a:ahLst/>
            <a:cxnLst>
              <a:cxn ang="0">
                <a:pos x="wd2" y="hd2"/>
              </a:cxn>
              <a:cxn ang="5400000">
                <a:pos x="wd2" y="hd2"/>
              </a:cxn>
              <a:cxn ang="10800000">
                <a:pos x="wd2" y="hd2"/>
              </a:cxn>
              <a:cxn ang="16200000">
                <a:pos x="wd2" y="hd2"/>
              </a:cxn>
            </a:cxnLst>
            <a:rect l="0" t="0" r="r" b="b"/>
            <a:pathLst>
              <a:path w="21600" h="16207" fill="norm" stroke="1" extrusionOk="0">
                <a:moveTo>
                  <a:pt x="0" y="0"/>
                </a:moveTo>
                <a:cubicBezTo>
                  <a:pt x="8922" y="11639"/>
                  <a:pt x="16915" y="5864"/>
                  <a:pt x="21600" y="0"/>
                </a:cubicBezTo>
                <a:lnTo>
                  <a:pt x="21531" y="9488"/>
                </a:lnTo>
                <a:cubicBezTo>
                  <a:pt x="16593" y="14877"/>
                  <a:pt x="10312" y="21600"/>
                  <a:pt x="0" y="9132"/>
                </a:cubicBezTo>
                <a:lnTo>
                  <a:pt x="0" y="0"/>
                </a:lnTo>
                <a:close/>
              </a:path>
            </a:pathLst>
          </a:custGeom>
          <a:solidFill>
            <a:srgbClr val="67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5151" name="Shape 5151"/>
          <p:cNvSpPr/>
          <p:nvPr/>
        </p:nvSpPr>
        <p:spPr>
          <a:xfrm>
            <a:off x="12699692" y="5422246"/>
            <a:ext cx="1639762" cy="815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500">
                <a:solidFill>
                  <a:srgbClr val="FFFFFF"/>
                </a:solidFill>
                <a:latin typeface="Raleway SemiBold"/>
                <a:ea typeface="Raleway SemiBold"/>
                <a:cs typeface="Raleway SemiBold"/>
                <a:sym typeface="Raleway SemiBold"/>
              </a:defRPr>
            </a:lvl1pPr>
          </a:lstStyle>
          <a:p>
            <a:pPr/>
            <a:r>
              <a:t>icono</a:t>
            </a:r>
          </a:p>
        </p:txBody>
      </p:sp>
      <p:sp>
        <p:nvSpPr>
          <p:cNvPr id="5152" name="Shape 5152"/>
          <p:cNvSpPr/>
          <p:nvPr/>
        </p:nvSpPr>
        <p:spPr>
          <a:xfrm>
            <a:off x="9354512" y="5422246"/>
            <a:ext cx="1639762" cy="815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500">
                <a:solidFill>
                  <a:srgbClr val="FFFFFF"/>
                </a:solidFill>
                <a:latin typeface="Raleway SemiBold"/>
                <a:ea typeface="Raleway SemiBold"/>
                <a:cs typeface="Raleway SemiBold"/>
                <a:sym typeface="Raleway SemiBold"/>
              </a:defRPr>
            </a:lvl1pPr>
          </a:lstStyle>
          <a:p>
            <a:pPr/>
            <a:r>
              <a:t>icono</a:t>
            </a:r>
          </a:p>
        </p:txBody>
      </p:sp>
      <p:sp>
        <p:nvSpPr>
          <p:cNvPr id="5153" name="Shape 5153"/>
          <p:cNvSpPr/>
          <p:nvPr/>
        </p:nvSpPr>
        <p:spPr>
          <a:xfrm>
            <a:off x="12699692" y="8043233"/>
            <a:ext cx="1639762" cy="815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500">
                <a:solidFill>
                  <a:srgbClr val="FFFFFF"/>
                </a:solidFill>
                <a:latin typeface="Raleway SemiBold"/>
                <a:ea typeface="Raleway SemiBold"/>
                <a:cs typeface="Raleway SemiBold"/>
                <a:sym typeface="Raleway SemiBold"/>
              </a:defRPr>
            </a:lvl1pPr>
          </a:lstStyle>
          <a:p>
            <a:pPr/>
            <a:r>
              <a:t>icono</a:t>
            </a:r>
          </a:p>
        </p:txBody>
      </p:sp>
      <p:sp>
        <p:nvSpPr>
          <p:cNvPr id="5154" name="Shape 5154"/>
          <p:cNvSpPr/>
          <p:nvPr/>
        </p:nvSpPr>
        <p:spPr>
          <a:xfrm>
            <a:off x="9354512" y="8043233"/>
            <a:ext cx="1639762" cy="815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500">
                <a:solidFill>
                  <a:srgbClr val="FFFFFF"/>
                </a:solidFill>
                <a:latin typeface="Raleway SemiBold"/>
                <a:ea typeface="Raleway SemiBold"/>
                <a:cs typeface="Raleway SemiBold"/>
                <a:sym typeface="Raleway SemiBold"/>
              </a:defRPr>
            </a:lvl1pPr>
          </a:lstStyle>
          <a:p>
            <a:pPr/>
            <a:r>
              <a:t>icono</a:t>
            </a:r>
          </a:p>
        </p:txBody>
      </p:sp>
      <p:sp>
        <p:nvSpPr>
          <p:cNvPr id="5155" name="Shape 5155"/>
          <p:cNvSpPr/>
          <p:nvPr/>
        </p:nvSpPr>
        <p:spPr>
          <a:xfrm>
            <a:off x="12699692" y="10671508"/>
            <a:ext cx="1639762" cy="815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500">
                <a:solidFill>
                  <a:srgbClr val="FFFFFF"/>
                </a:solidFill>
                <a:latin typeface="Raleway SemiBold"/>
                <a:ea typeface="Raleway SemiBold"/>
                <a:cs typeface="Raleway SemiBold"/>
                <a:sym typeface="Raleway SemiBold"/>
              </a:defRPr>
            </a:lvl1pPr>
          </a:lstStyle>
          <a:p>
            <a:pPr/>
            <a:r>
              <a:t>icono</a:t>
            </a:r>
          </a:p>
        </p:txBody>
      </p:sp>
      <p:sp>
        <p:nvSpPr>
          <p:cNvPr id="5156" name="Shape 5156"/>
          <p:cNvSpPr/>
          <p:nvPr/>
        </p:nvSpPr>
        <p:spPr>
          <a:xfrm>
            <a:off x="9354512" y="10671508"/>
            <a:ext cx="1639762" cy="815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4500">
                <a:solidFill>
                  <a:srgbClr val="FFFFFF"/>
                </a:solidFill>
                <a:latin typeface="Raleway SemiBold"/>
                <a:ea typeface="Raleway SemiBold"/>
                <a:cs typeface="Raleway SemiBold"/>
                <a:sym typeface="Raleway SemiBold"/>
              </a:defRPr>
            </a:lvl1pPr>
          </a:lstStyle>
          <a:p>
            <a:pPr/>
            <a:r>
              <a:t>icono</a:t>
            </a:r>
          </a:p>
        </p:txBody>
      </p:sp>
      <p:sp>
        <p:nvSpPr>
          <p:cNvPr id="5157" name="Shape 5157"/>
          <p:cNvSpPr/>
          <p:nvPr/>
        </p:nvSpPr>
        <p:spPr>
          <a:xfrm>
            <a:off x="16030992" y="4897165"/>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158" name="Shape 5158"/>
          <p:cNvSpPr/>
          <p:nvPr/>
        </p:nvSpPr>
        <p:spPr>
          <a:xfrm>
            <a:off x="16030992" y="5610842"/>
            <a:ext cx="5558910"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5159" name="Shape 5159"/>
          <p:cNvSpPr/>
          <p:nvPr/>
        </p:nvSpPr>
        <p:spPr>
          <a:xfrm>
            <a:off x="16030992" y="5589568"/>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5160" name="Shape 5160"/>
          <p:cNvSpPr/>
          <p:nvPr/>
        </p:nvSpPr>
        <p:spPr>
          <a:xfrm>
            <a:off x="16810870" y="7780692"/>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161" name="Shape 5161"/>
          <p:cNvSpPr/>
          <p:nvPr/>
        </p:nvSpPr>
        <p:spPr>
          <a:xfrm>
            <a:off x="16810870" y="8494369"/>
            <a:ext cx="5558910"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5162" name="Shape 5162"/>
          <p:cNvSpPr/>
          <p:nvPr/>
        </p:nvSpPr>
        <p:spPr>
          <a:xfrm>
            <a:off x="16810870" y="8473095"/>
            <a:ext cx="3096000"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5163" name="Shape 5163"/>
          <p:cNvSpPr/>
          <p:nvPr/>
        </p:nvSpPr>
        <p:spPr>
          <a:xfrm>
            <a:off x="16810870" y="10605547"/>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164" name="Shape 5164"/>
          <p:cNvSpPr/>
          <p:nvPr/>
        </p:nvSpPr>
        <p:spPr>
          <a:xfrm>
            <a:off x="16810870" y="11319223"/>
            <a:ext cx="5558910"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5165" name="Shape 5165"/>
          <p:cNvSpPr/>
          <p:nvPr/>
        </p:nvSpPr>
        <p:spPr>
          <a:xfrm>
            <a:off x="16810870" y="11297949"/>
            <a:ext cx="3096000"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5166" name="Shape 5166"/>
          <p:cNvSpPr/>
          <p:nvPr/>
        </p:nvSpPr>
        <p:spPr>
          <a:xfrm>
            <a:off x="6378136" y="4999920"/>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167" name="Shape 5167"/>
          <p:cNvSpPr/>
          <p:nvPr/>
        </p:nvSpPr>
        <p:spPr>
          <a:xfrm>
            <a:off x="2087611" y="5551835"/>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5168" name="Shape 5168"/>
          <p:cNvSpPr/>
          <p:nvPr/>
        </p:nvSpPr>
        <p:spPr>
          <a:xfrm>
            <a:off x="4531511" y="5611841"/>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5169" name="Shape 5169"/>
          <p:cNvSpPr/>
          <p:nvPr/>
        </p:nvSpPr>
        <p:spPr>
          <a:xfrm>
            <a:off x="5219367" y="7861572"/>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170" name="Shape 5170"/>
          <p:cNvSpPr/>
          <p:nvPr/>
        </p:nvSpPr>
        <p:spPr>
          <a:xfrm>
            <a:off x="928842" y="8413488"/>
            <a:ext cx="5558911" cy="627380"/>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5171" name="Shape 5171"/>
          <p:cNvSpPr/>
          <p:nvPr/>
        </p:nvSpPr>
        <p:spPr>
          <a:xfrm>
            <a:off x="3372742" y="8473494"/>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5172" name="Shape 5172"/>
          <p:cNvSpPr/>
          <p:nvPr/>
        </p:nvSpPr>
        <p:spPr>
          <a:xfrm>
            <a:off x="5002620" y="10774298"/>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r"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173" name="Shape 5173"/>
          <p:cNvSpPr/>
          <p:nvPr/>
        </p:nvSpPr>
        <p:spPr>
          <a:xfrm>
            <a:off x="712095" y="11326214"/>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r"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5174" name="Shape 5174"/>
          <p:cNvSpPr/>
          <p:nvPr/>
        </p:nvSpPr>
        <p:spPr>
          <a:xfrm>
            <a:off x="3155996" y="11386219"/>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5175" name="Shape 517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5157"/>
                                        </p:tgtEl>
                                        <p:attrNameLst>
                                          <p:attrName>style.visibility</p:attrName>
                                        </p:attrNameLst>
                                      </p:cBhvr>
                                      <p:to>
                                        <p:strVal val="visible"/>
                                      </p:to>
                                    </p:set>
                                    <p:animEffect filter="dissolve" transition="in">
                                      <p:cBhvr>
                                        <p:cTn id="7" dur="500"/>
                                        <p:tgtEl>
                                          <p:spTgt spid="5157"/>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5158"/>
                                        </p:tgtEl>
                                        <p:attrNameLst>
                                          <p:attrName>style.visibility</p:attrName>
                                        </p:attrNameLst>
                                      </p:cBhvr>
                                      <p:to>
                                        <p:strVal val="visible"/>
                                      </p:to>
                                    </p:set>
                                    <p:animEffect filter="dissolve" transition="in">
                                      <p:cBhvr>
                                        <p:cTn id="11" dur="500"/>
                                        <p:tgtEl>
                                          <p:spTgt spid="5158"/>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5159"/>
                                        </p:tgtEl>
                                        <p:attrNameLst>
                                          <p:attrName>style.visibility</p:attrName>
                                        </p:attrNameLst>
                                      </p:cBhvr>
                                      <p:to>
                                        <p:strVal val="visible"/>
                                      </p:to>
                                    </p:set>
                                    <p:animEffect filter="wipe(left)" transition="in">
                                      <p:cBhvr>
                                        <p:cTn id="15" dur="500"/>
                                        <p:tgtEl>
                                          <p:spTgt spid="5159"/>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5160"/>
                                        </p:tgtEl>
                                        <p:attrNameLst>
                                          <p:attrName>style.visibility</p:attrName>
                                        </p:attrNameLst>
                                      </p:cBhvr>
                                      <p:to>
                                        <p:strVal val="visible"/>
                                      </p:to>
                                    </p:set>
                                    <p:animEffect filter="dissolve" transition="in">
                                      <p:cBhvr>
                                        <p:cTn id="19" dur="500"/>
                                        <p:tgtEl>
                                          <p:spTgt spid="5160"/>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5161"/>
                                        </p:tgtEl>
                                        <p:attrNameLst>
                                          <p:attrName>style.visibility</p:attrName>
                                        </p:attrNameLst>
                                      </p:cBhvr>
                                      <p:to>
                                        <p:strVal val="visible"/>
                                      </p:to>
                                    </p:set>
                                    <p:animEffect filter="dissolve" transition="in">
                                      <p:cBhvr>
                                        <p:cTn id="23" dur="500"/>
                                        <p:tgtEl>
                                          <p:spTgt spid="5161"/>
                                        </p:tgtEl>
                                      </p:cBhvr>
                                    </p:animEffect>
                                  </p:childTnLst>
                                </p:cTn>
                              </p:par>
                            </p:childTnLst>
                          </p:cTn>
                        </p:par>
                        <p:par>
                          <p:cTn id="24" fill="hold">
                            <p:stCondLst>
                              <p:cond delay="2500"/>
                            </p:stCondLst>
                            <p:childTnLst>
                              <p:par>
                                <p:cTn id="25" presetClass="entr" nodeType="afterEffect" presetSubtype="8" presetID="22" grpId="6" fill="hold">
                                  <p:stCondLst>
                                    <p:cond delay="0"/>
                                  </p:stCondLst>
                                  <p:iterate type="el" backwards="0">
                                    <p:tmAbs val="0"/>
                                  </p:iterate>
                                  <p:childTnLst>
                                    <p:set>
                                      <p:cBhvr>
                                        <p:cTn id="26" fill="hold"/>
                                        <p:tgtEl>
                                          <p:spTgt spid="5162"/>
                                        </p:tgtEl>
                                        <p:attrNameLst>
                                          <p:attrName>style.visibility</p:attrName>
                                        </p:attrNameLst>
                                      </p:cBhvr>
                                      <p:to>
                                        <p:strVal val="visible"/>
                                      </p:to>
                                    </p:set>
                                    <p:animEffect filter="wipe(left)" transition="in">
                                      <p:cBhvr>
                                        <p:cTn id="27" dur="500"/>
                                        <p:tgtEl>
                                          <p:spTgt spid="5162"/>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5163"/>
                                        </p:tgtEl>
                                        <p:attrNameLst>
                                          <p:attrName>style.visibility</p:attrName>
                                        </p:attrNameLst>
                                      </p:cBhvr>
                                      <p:to>
                                        <p:strVal val="visible"/>
                                      </p:to>
                                    </p:set>
                                    <p:animEffect filter="dissolve" transition="in">
                                      <p:cBhvr>
                                        <p:cTn id="31" dur="500"/>
                                        <p:tgtEl>
                                          <p:spTgt spid="5163"/>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5164"/>
                                        </p:tgtEl>
                                        <p:attrNameLst>
                                          <p:attrName>style.visibility</p:attrName>
                                        </p:attrNameLst>
                                      </p:cBhvr>
                                      <p:to>
                                        <p:strVal val="visible"/>
                                      </p:to>
                                    </p:set>
                                    <p:animEffect filter="dissolve" transition="in">
                                      <p:cBhvr>
                                        <p:cTn id="35" dur="500"/>
                                        <p:tgtEl>
                                          <p:spTgt spid="5164"/>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5165"/>
                                        </p:tgtEl>
                                        <p:attrNameLst>
                                          <p:attrName>style.visibility</p:attrName>
                                        </p:attrNameLst>
                                      </p:cBhvr>
                                      <p:to>
                                        <p:strVal val="visible"/>
                                      </p:to>
                                    </p:set>
                                    <p:animEffect filter="wipe(left)" transition="in">
                                      <p:cBhvr>
                                        <p:cTn id="39" dur="500"/>
                                        <p:tgtEl>
                                          <p:spTgt spid="5165"/>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5166"/>
                                        </p:tgtEl>
                                        <p:attrNameLst>
                                          <p:attrName>style.visibility</p:attrName>
                                        </p:attrNameLst>
                                      </p:cBhvr>
                                      <p:to>
                                        <p:strVal val="visible"/>
                                      </p:to>
                                    </p:set>
                                    <p:animEffect filter="dissolve" transition="in">
                                      <p:cBhvr>
                                        <p:cTn id="43" dur="500"/>
                                        <p:tgtEl>
                                          <p:spTgt spid="5166"/>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5167"/>
                                        </p:tgtEl>
                                        <p:attrNameLst>
                                          <p:attrName>style.visibility</p:attrName>
                                        </p:attrNameLst>
                                      </p:cBhvr>
                                      <p:to>
                                        <p:strVal val="visible"/>
                                      </p:to>
                                    </p:set>
                                    <p:animEffect filter="dissolve" transition="in">
                                      <p:cBhvr>
                                        <p:cTn id="47" dur="500"/>
                                        <p:tgtEl>
                                          <p:spTgt spid="5167"/>
                                        </p:tgtEl>
                                      </p:cBhvr>
                                    </p:animEffect>
                                  </p:childTnLst>
                                </p:cTn>
                              </p:par>
                            </p:childTnLst>
                          </p:cTn>
                        </p:par>
                        <p:par>
                          <p:cTn id="48" fill="hold">
                            <p:stCondLst>
                              <p:cond delay="5500"/>
                            </p:stCondLst>
                            <p:childTnLst>
                              <p:par>
                                <p:cTn id="49" presetClass="entr" nodeType="afterEffect" presetSubtype="8" presetID="22" grpId="12" fill="hold">
                                  <p:stCondLst>
                                    <p:cond delay="0"/>
                                  </p:stCondLst>
                                  <p:iterate type="el" backwards="0">
                                    <p:tmAbs val="0"/>
                                  </p:iterate>
                                  <p:childTnLst>
                                    <p:set>
                                      <p:cBhvr>
                                        <p:cTn id="50" fill="hold"/>
                                        <p:tgtEl>
                                          <p:spTgt spid="5168"/>
                                        </p:tgtEl>
                                        <p:attrNameLst>
                                          <p:attrName>style.visibility</p:attrName>
                                        </p:attrNameLst>
                                      </p:cBhvr>
                                      <p:to>
                                        <p:strVal val="visible"/>
                                      </p:to>
                                    </p:set>
                                    <p:animEffect filter="wipe(left)" transition="in">
                                      <p:cBhvr>
                                        <p:cTn id="51" dur="500"/>
                                        <p:tgtEl>
                                          <p:spTgt spid="5168"/>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5169"/>
                                        </p:tgtEl>
                                        <p:attrNameLst>
                                          <p:attrName>style.visibility</p:attrName>
                                        </p:attrNameLst>
                                      </p:cBhvr>
                                      <p:to>
                                        <p:strVal val="visible"/>
                                      </p:to>
                                    </p:set>
                                    <p:animEffect filter="dissolve" transition="in">
                                      <p:cBhvr>
                                        <p:cTn id="55" dur="500"/>
                                        <p:tgtEl>
                                          <p:spTgt spid="516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5170"/>
                                        </p:tgtEl>
                                        <p:attrNameLst>
                                          <p:attrName>style.visibility</p:attrName>
                                        </p:attrNameLst>
                                      </p:cBhvr>
                                      <p:to>
                                        <p:strVal val="visible"/>
                                      </p:to>
                                    </p:set>
                                    <p:animEffect filter="dissolve" transition="in">
                                      <p:cBhvr>
                                        <p:cTn id="59" dur="500"/>
                                        <p:tgtEl>
                                          <p:spTgt spid="5170"/>
                                        </p:tgtEl>
                                      </p:cBhvr>
                                    </p:animEffect>
                                  </p:childTnLst>
                                </p:cTn>
                              </p:par>
                            </p:childTnLst>
                          </p:cTn>
                        </p:par>
                        <p:par>
                          <p:cTn id="60" fill="hold">
                            <p:stCondLst>
                              <p:cond delay="7000"/>
                            </p:stCondLst>
                            <p:childTnLst>
                              <p:par>
                                <p:cTn id="61" presetClass="entr" nodeType="afterEffect" presetSubtype="8" presetID="22" grpId="15" fill="hold">
                                  <p:stCondLst>
                                    <p:cond delay="0"/>
                                  </p:stCondLst>
                                  <p:iterate type="el" backwards="0">
                                    <p:tmAbs val="0"/>
                                  </p:iterate>
                                  <p:childTnLst>
                                    <p:set>
                                      <p:cBhvr>
                                        <p:cTn id="62" fill="hold"/>
                                        <p:tgtEl>
                                          <p:spTgt spid="5171"/>
                                        </p:tgtEl>
                                        <p:attrNameLst>
                                          <p:attrName>style.visibility</p:attrName>
                                        </p:attrNameLst>
                                      </p:cBhvr>
                                      <p:to>
                                        <p:strVal val="visible"/>
                                      </p:to>
                                    </p:set>
                                    <p:animEffect filter="wipe(left)" transition="in">
                                      <p:cBhvr>
                                        <p:cTn id="63" dur="500"/>
                                        <p:tgtEl>
                                          <p:spTgt spid="5171"/>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5172"/>
                                        </p:tgtEl>
                                        <p:attrNameLst>
                                          <p:attrName>style.visibility</p:attrName>
                                        </p:attrNameLst>
                                      </p:cBhvr>
                                      <p:to>
                                        <p:strVal val="visible"/>
                                      </p:to>
                                    </p:set>
                                    <p:animEffect filter="dissolve" transition="in">
                                      <p:cBhvr>
                                        <p:cTn id="67" dur="500"/>
                                        <p:tgtEl>
                                          <p:spTgt spid="5172"/>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5173"/>
                                        </p:tgtEl>
                                        <p:attrNameLst>
                                          <p:attrName>style.visibility</p:attrName>
                                        </p:attrNameLst>
                                      </p:cBhvr>
                                      <p:to>
                                        <p:strVal val="visible"/>
                                      </p:to>
                                    </p:set>
                                    <p:animEffect filter="dissolve" transition="in">
                                      <p:cBhvr>
                                        <p:cTn id="71" dur="500"/>
                                        <p:tgtEl>
                                          <p:spTgt spid="5173"/>
                                        </p:tgtEl>
                                      </p:cBhvr>
                                    </p:animEffect>
                                  </p:childTnLst>
                                </p:cTn>
                              </p:par>
                            </p:childTnLst>
                          </p:cTn>
                        </p:par>
                        <p:par>
                          <p:cTn id="72" fill="hold">
                            <p:stCondLst>
                              <p:cond delay="8500"/>
                            </p:stCondLst>
                            <p:childTnLst>
                              <p:par>
                                <p:cTn id="73" presetClass="entr" nodeType="afterEffect" presetSubtype="8" presetID="22" grpId="18" fill="hold">
                                  <p:stCondLst>
                                    <p:cond delay="0"/>
                                  </p:stCondLst>
                                  <p:iterate type="el" backwards="0">
                                    <p:tmAbs val="0"/>
                                  </p:iterate>
                                  <p:childTnLst>
                                    <p:set>
                                      <p:cBhvr>
                                        <p:cTn id="74" fill="hold"/>
                                        <p:tgtEl>
                                          <p:spTgt spid="5174"/>
                                        </p:tgtEl>
                                        <p:attrNameLst>
                                          <p:attrName>style.visibility</p:attrName>
                                        </p:attrNameLst>
                                      </p:cBhvr>
                                      <p:to>
                                        <p:strVal val="visible"/>
                                      </p:to>
                                    </p:set>
                                    <p:animEffect filter="wipe(left)" transition="in">
                                      <p:cBhvr>
                                        <p:cTn id="75" dur="500"/>
                                        <p:tgtEl>
                                          <p:spTgt spid="51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167" grpId="11"/>
      <p:bldP build="whole" bldLvl="1" animBg="1" rev="0" advAuto="0" spid="5174" grpId="18"/>
      <p:bldP build="whole" bldLvl="1" animBg="1" rev="0" advAuto="0" spid="5169" grpId="13"/>
      <p:bldP build="whole" bldLvl="1" animBg="1" rev="0" advAuto="0" spid="5157" grpId="1"/>
      <p:bldP build="whole" bldLvl="1" animBg="1" rev="0" advAuto="0" spid="5162" grpId="6"/>
      <p:bldP build="whole" bldLvl="1" animBg="1" rev="0" advAuto="0" spid="5160" grpId="4"/>
      <p:bldP build="whole" bldLvl="1" animBg="1" rev="0" advAuto="0" spid="5164" grpId="8"/>
      <p:bldP build="whole" bldLvl="1" animBg="1" rev="0" advAuto="0" spid="5168" grpId="12"/>
      <p:bldP build="whole" bldLvl="1" animBg="1" rev="0" advAuto="0" spid="5170" grpId="14"/>
      <p:bldP build="whole" bldLvl="1" animBg="1" rev="0" advAuto="0" spid="5172" grpId="16"/>
      <p:bldP build="whole" bldLvl="1" animBg="1" rev="0" advAuto="0" spid="5171" grpId="15"/>
      <p:bldP build="whole" bldLvl="1" animBg="1" rev="0" advAuto="0" spid="5158" grpId="2"/>
      <p:bldP build="whole" bldLvl="1" animBg="1" rev="0" advAuto="0" spid="5166" grpId="10"/>
      <p:bldP build="whole" bldLvl="1" animBg="1" rev="0" advAuto="0" spid="5165" grpId="9"/>
      <p:bldP build="whole" bldLvl="1" animBg="1" rev="0" advAuto="0" spid="5161" grpId="5"/>
      <p:bldP build="whole" bldLvl="1" animBg="1" rev="0" advAuto="0" spid="5173" grpId="17"/>
      <p:bldP build="whole" bldLvl="1" animBg="1" rev="0" advAuto="0" spid="5159" grpId="3"/>
      <p:bldP build="whole" bldLvl="1" animBg="1" rev="0" advAuto="0" spid="5163" grpId="7"/>
    </p:bldLst>
  </p:timing>
</p:sld>
</file>

<file path=ppt/slides/slide16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177" name="Shape 5177"/>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TOP PAÍSES</a:t>
            </a:r>
          </a:p>
        </p:txBody>
      </p:sp>
      <p:grpSp>
        <p:nvGrpSpPr>
          <p:cNvPr id="5202" name="Group 5202"/>
          <p:cNvGrpSpPr/>
          <p:nvPr/>
        </p:nvGrpSpPr>
        <p:grpSpPr>
          <a:xfrm>
            <a:off x="2930419" y="3065196"/>
            <a:ext cx="7582380" cy="7585608"/>
            <a:chOff x="0" y="0"/>
            <a:chExt cx="7582378" cy="7585606"/>
          </a:xfrm>
        </p:grpSpPr>
        <p:sp>
          <p:nvSpPr>
            <p:cNvPr id="5178" name="Shape 5178"/>
            <p:cNvSpPr/>
            <p:nvPr/>
          </p:nvSpPr>
          <p:spPr>
            <a:xfrm>
              <a:off x="-1" y="10058"/>
              <a:ext cx="7575550" cy="7575549"/>
            </a:xfrm>
            <a:prstGeom prst="ellipse">
              <a:avLst/>
            </a:prstGeom>
            <a:solidFill>
              <a:srgbClr val="D8D8D8"/>
            </a:solidFill>
            <a:ln w="12700" cap="flat">
              <a:noFill/>
              <a:miter lim="400000"/>
              <a:tailEnd type="triangle" w="med" len="med"/>
            </a:ln>
            <a:effectLst/>
          </p:spPr>
          <p:txBody>
            <a:bodyPr wrap="square" lIns="91439" tIns="91439" rIns="91439" bIns="91439" numCol="1" anchor="ctr">
              <a:noAutofit/>
            </a:bodyPr>
            <a:lstStyle/>
            <a:p>
              <a:pPr defTabSz="914400">
                <a:defRPr sz="3600">
                  <a:solidFill>
                    <a:srgbClr val="FFFFFF"/>
                  </a:solidFill>
                  <a:latin typeface="Calibri"/>
                  <a:ea typeface="Calibri"/>
                  <a:cs typeface="Calibri"/>
                  <a:sym typeface="Calibri"/>
                </a:defRPr>
              </a:pPr>
            </a:p>
          </p:txBody>
        </p:sp>
        <p:grpSp>
          <p:nvGrpSpPr>
            <p:cNvPr id="5201" name="Group 5201"/>
            <p:cNvGrpSpPr/>
            <p:nvPr/>
          </p:nvGrpSpPr>
          <p:grpSpPr>
            <a:xfrm>
              <a:off x="440677" y="0"/>
              <a:ext cx="7141702" cy="7467807"/>
              <a:chOff x="0" y="0"/>
              <a:chExt cx="7141701" cy="7467806"/>
            </a:xfrm>
          </p:grpSpPr>
          <p:sp>
            <p:nvSpPr>
              <p:cNvPr id="5179" name="Shape 5179"/>
              <p:cNvSpPr/>
              <p:nvPr/>
            </p:nvSpPr>
            <p:spPr>
              <a:xfrm>
                <a:off x="-1" y="843729"/>
                <a:ext cx="4549173" cy="6624078"/>
              </a:xfrm>
              <a:custGeom>
                <a:avLst/>
                <a:gdLst/>
                <a:ahLst/>
                <a:cxnLst>
                  <a:cxn ang="0">
                    <a:pos x="wd2" y="hd2"/>
                  </a:cxn>
                  <a:cxn ang="5400000">
                    <a:pos x="wd2" y="hd2"/>
                  </a:cxn>
                  <a:cxn ang="10800000">
                    <a:pos x="wd2" y="hd2"/>
                  </a:cxn>
                  <a:cxn ang="16200000">
                    <a:pos x="wd2" y="hd2"/>
                  </a:cxn>
                </a:cxnLst>
                <a:rect l="0" t="0" r="r" b="b"/>
                <a:pathLst>
                  <a:path w="21600" h="21508" fill="norm" stroke="1" extrusionOk="0">
                    <a:moveTo>
                      <a:pt x="16572" y="21000"/>
                    </a:moveTo>
                    <a:cubicBezTo>
                      <a:pt x="16386" y="20873"/>
                      <a:pt x="16759" y="21000"/>
                      <a:pt x="16945" y="21000"/>
                    </a:cubicBezTo>
                    <a:cubicBezTo>
                      <a:pt x="17131" y="21000"/>
                      <a:pt x="16945" y="20873"/>
                      <a:pt x="16945" y="20746"/>
                    </a:cubicBezTo>
                    <a:cubicBezTo>
                      <a:pt x="16945" y="20619"/>
                      <a:pt x="17317" y="20619"/>
                      <a:pt x="17317" y="20619"/>
                    </a:cubicBezTo>
                    <a:cubicBezTo>
                      <a:pt x="17503" y="20619"/>
                      <a:pt x="17690" y="20492"/>
                      <a:pt x="17876" y="20364"/>
                    </a:cubicBezTo>
                    <a:cubicBezTo>
                      <a:pt x="18062" y="20237"/>
                      <a:pt x="17876" y="20237"/>
                      <a:pt x="17876" y="20110"/>
                    </a:cubicBezTo>
                    <a:cubicBezTo>
                      <a:pt x="17876" y="19983"/>
                      <a:pt x="17690" y="19729"/>
                      <a:pt x="17690" y="19729"/>
                    </a:cubicBezTo>
                    <a:cubicBezTo>
                      <a:pt x="17690" y="19729"/>
                      <a:pt x="18248" y="19856"/>
                      <a:pt x="18434" y="19856"/>
                    </a:cubicBezTo>
                    <a:cubicBezTo>
                      <a:pt x="18621" y="19856"/>
                      <a:pt x="18807" y="19729"/>
                      <a:pt x="18807" y="19602"/>
                    </a:cubicBezTo>
                    <a:cubicBezTo>
                      <a:pt x="18993" y="19348"/>
                      <a:pt x="18993" y="19221"/>
                      <a:pt x="19179" y="19221"/>
                    </a:cubicBezTo>
                    <a:cubicBezTo>
                      <a:pt x="19179" y="19094"/>
                      <a:pt x="19179" y="18967"/>
                      <a:pt x="19366" y="18840"/>
                    </a:cubicBezTo>
                    <a:cubicBezTo>
                      <a:pt x="19552" y="18713"/>
                      <a:pt x="19552" y="18586"/>
                      <a:pt x="19552" y="18332"/>
                    </a:cubicBezTo>
                    <a:cubicBezTo>
                      <a:pt x="19366" y="18204"/>
                      <a:pt x="19552" y="18204"/>
                      <a:pt x="19552" y="18077"/>
                    </a:cubicBezTo>
                    <a:cubicBezTo>
                      <a:pt x="19738" y="18077"/>
                      <a:pt x="19924" y="18077"/>
                      <a:pt x="20110" y="17950"/>
                    </a:cubicBezTo>
                    <a:cubicBezTo>
                      <a:pt x="20110" y="17823"/>
                      <a:pt x="20483" y="17823"/>
                      <a:pt x="20669" y="17823"/>
                    </a:cubicBezTo>
                    <a:cubicBezTo>
                      <a:pt x="21041" y="17823"/>
                      <a:pt x="20855" y="17569"/>
                      <a:pt x="20855" y="17569"/>
                    </a:cubicBezTo>
                    <a:cubicBezTo>
                      <a:pt x="20855" y="17442"/>
                      <a:pt x="21041" y="17442"/>
                      <a:pt x="21041" y="17315"/>
                    </a:cubicBezTo>
                    <a:cubicBezTo>
                      <a:pt x="21041" y="17188"/>
                      <a:pt x="21041" y="17061"/>
                      <a:pt x="21228" y="16934"/>
                    </a:cubicBezTo>
                    <a:cubicBezTo>
                      <a:pt x="21228" y="16934"/>
                      <a:pt x="21041" y="16299"/>
                      <a:pt x="21041" y="16172"/>
                    </a:cubicBezTo>
                    <a:cubicBezTo>
                      <a:pt x="21041" y="16172"/>
                      <a:pt x="21228" y="16172"/>
                      <a:pt x="21228" y="16172"/>
                    </a:cubicBezTo>
                    <a:cubicBezTo>
                      <a:pt x="21228" y="16172"/>
                      <a:pt x="21228" y="16044"/>
                      <a:pt x="21228" y="15917"/>
                    </a:cubicBezTo>
                    <a:cubicBezTo>
                      <a:pt x="21228" y="15917"/>
                      <a:pt x="21414" y="15917"/>
                      <a:pt x="21414" y="15790"/>
                    </a:cubicBezTo>
                    <a:cubicBezTo>
                      <a:pt x="21414" y="15663"/>
                      <a:pt x="21600" y="15663"/>
                      <a:pt x="21600" y="15536"/>
                    </a:cubicBezTo>
                    <a:cubicBezTo>
                      <a:pt x="21600" y="15409"/>
                      <a:pt x="21600" y="15028"/>
                      <a:pt x="21414" y="15028"/>
                    </a:cubicBezTo>
                    <a:cubicBezTo>
                      <a:pt x="21414" y="15028"/>
                      <a:pt x="21228" y="14901"/>
                      <a:pt x="21228" y="14901"/>
                    </a:cubicBezTo>
                    <a:cubicBezTo>
                      <a:pt x="21041" y="14901"/>
                      <a:pt x="20855" y="14774"/>
                      <a:pt x="20669" y="14647"/>
                    </a:cubicBezTo>
                    <a:cubicBezTo>
                      <a:pt x="20483" y="14520"/>
                      <a:pt x="20297" y="14520"/>
                      <a:pt x="20110" y="14520"/>
                    </a:cubicBezTo>
                    <a:cubicBezTo>
                      <a:pt x="20110" y="14520"/>
                      <a:pt x="19924" y="14520"/>
                      <a:pt x="19924" y="14520"/>
                    </a:cubicBezTo>
                    <a:cubicBezTo>
                      <a:pt x="19738" y="14393"/>
                      <a:pt x="19366" y="14520"/>
                      <a:pt x="19366" y="14520"/>
                    </a:cubicBezTo>
                    <a:cubicBezTo>
                      <a:pt x="19366" y="14520"/>
                      <a:pt x="19179" y="14266"/>
                      <a:pt x="19179" y="14266"/>
                    </a:cubicBezTo>
                    <a:cubicBezTo>
                      <a:pt x="18993" y="14266"/>
                      <a:pt x="18807" y="14266"/>
                      <a:pt x="18807" y="14139"/>
                    </a:cubicBezTo>
                    <a:cubicBezTo>
                      <a:pt x="18621" y="14139"/>
                      <a:pt x="18434" y="14266"/>
                      <a:pt x="18434" y="14266"/>
                    </a:cubicBezTo>
                    <a:cubicBezTo>
                      <a:pt x="18434" y="14266"/>
                      <a:pt x="18434" y="14266"/>
                      <a:pt x="18434" y="14139"/>
                    </a:cubicBezTo>
                    <a:cubicBezTo>
                      <a:pt x="18434" y="14139"/>
                      <a:pt x="18248" y="14139"/>
                      <a:pt x="18062" y="14012"/>
                    </a:cubicBezTo>
                    <a:cubicBezTo>
                      <a:pt x="17876" y="13884"/>
                      <a:pt x="17876" y="13757"/>
                      <a:pt x="17876" y="13757"/>
                    </a:cubicBezTo>
                    <a:cubicBezTo>
                      <a:pt x="17876" y="13630"/>
                      <a:pt x="17876" y="13503"/>
                      <a:pt x="17690" y="13503"/>
                    </a:cubicBezTo>
                    <a:cubicBezTo>
                      <a:pt x="17503" y="13376"/>
                      <a:pt x="17317" y="13249"/>
                      <a:pt x="17317" y="13122"/>
                    </a:cubicBezTo>
                    <a:cubicBezTo>
                      <a:pt x="17131" y="13122"/>
                      <a:pt x="16759" y="13122"/>
                      <a:pt x="16759" y="13122"/>
                    </a:cubicBezTo>
                    <a:cubicBezTo>
                      <a:pt x="16572" y="13122"/>
                      <a:pt x="16200" y="12995"/>
                      <a:pt x="16200" y="12995"/>
                    </a:cubicBezTo>
                    <a:cubicBezTo>
                      <a:pt x="16200" y="12868"/>
                      <a:pt x="16014" y="12741"/>
                      <a:pt x="15828" y="12741"/>
                    </a:cubicBezTo>
                    <a:cubicBezTo>
                      <a:pt x="15828" y="12741"/>
                      <a:pt x="15641" y="12614"/>
                      <a:pt x="15455" y="12614"/>
                    </a:cubicBezTo>
                    <a:cubicBezTo>
                      <a:pt x="15455" y="12487"/>
                      <a:pt x="14897" y="12360"/>
                      <a:pt x="14710" y="12360"/>
                    </a:cubicBezTo>
                    <a:cubicBezTo>
                      <a:pt x="14524" y="12360"/>
                      <a:pt x="14338" y="12233"/>
                      <a:pt x="14152" y="12360"/>
                    </a:cubicBezTo>
                    <a:cubicBezTo>
                      <a:pt x="13966" y="12360"/>
                      <a:pt x="13966" y="12360"/>
                      <a:pt x="13779" y="12233"/>
                    </a:cubicBezTo>
                    <a:cubicBezTo>
                      <a:pt x="13779" y="12106"/>
                      <a:pt x="13407" y="12233"/>
                      <a:pt x="13407" y="12233"/>
                    </a:cubicBezTo>
                    <a:cubicBezTo>
                      <a:pt x="13221" y="12360"/>
                      <a:pt x="13407" y="12487"/>
                      <a:pt x="13407" y="12487"/>
                    </a:cubicBezTo>
                    <a:cubicBezTo>
                      <a:pt x="13221" y="12614"/>
                      <a:pt x="13221" y="12233"/>
                      <a:pt x="13221" y="12233"/>
                    </a:cubicBezTo>
                    <a:cubicBezTo>
                      <a:pt x="13221" y="12233"/>
                      <a:pt x="13221" y="12106"/>
                      <a:pt x="13221" y="11979"/>
                    </a:cubicBezTo>
                    <a:cubicBezTo>
                      <a:pt x="13034" y="11979"/>
                      <a:pt x="13034" y="12106"/>
                      <a:pt x="12848" y="12233"/>
                    </a:cubicBezTo>
                    <a:cubicBezTo>
                      <a:pt x="12848" y="12233"/>
                      <a:pt x="12662" y="12233"/>
                      <a:pt x="12476" y="12233"/>
                    </a:cubicBezTo>
                    <a:cubicBezTo>
                      <a:pt x="12476" y="12233"/>
                      <a:pt x="12290" y="12487"/>
                      <a:pt x="12290" y="12487"/>
                    </a:cubicBezTo>
                    <a:cubicBezTo>
                      <a:pt x="12290" y="12614"/>
                      <a:pt x="12290" y="12741"/>
                      <a:pt x="12103" y="12741"/>
                    </a:cubicBezTo>
                    <a:cubicBezTo>
                      <a:pt x="12103" y="12741"/>
                      <a:pt x="11917" y="12487"/>
                      <a:pt x="11731" y="12487"/>
                    </a:cubicBezTo>
                    <a:cubicBezTo>
                      <a:pt x="11731" y="12360"/>
                      <a:pt x="11545" y="12487"/>
                      <a:pt x="11359" y="12614"/>
                    </a:cubicBezTo>
                    <a:cubicBezTo>
                      <a:pt x="11172" y="12614"/>
                      <a:pt x="11172" y="12487"/>
                      <a:pt x="10986" y="12487"/>
                    </a:cubicBezTo>
                    <a:cubicBezTo>
                      <a:pt x="10800" y="12360"/>
                      <a:pt x="10800" y="12233"/>
                      <a:pt x="10614" y="12106"/>
                    </a:cubicBezTo>
                    <a:cubicBezTo>
                      <a:pt x="10614" y="11979"/>
                      <a:pt x="10800" y="11724"/>
                      <a:pt x="10800" y="11724"/>
                    </a:cubicBezTo>
                    <a:cubicBezTo>
                      <a:pt x="10614" y="11597"/>
                      <a:pt x="10428" y="11470"/>
                      <a:pt x="10428" y="11470"/>
                    </a:cubicBezTo>
                    <a:cubicBezTo>
                      <a:pt x="10428" y="11343"/>
                      <a:pt x="10055" y="11470"/>
                      <a:pt x="10055" y="11470"/>
                    </a:cubicBezTo>
                    <a:cubicBezTo>
                      <a:pt x="9869" y="11470"/>
                      <a:pt x="9497" y="11470"/>
                      <a:pt x="9497" y="11343"/>
                    </a:cubicBezTo>
                    <a:cubicBezTo>
                      <a:pt x="9310" y="11343"/>
                      <a:pt x="9497" y="11216"/>
                      <a:pt x="9683" y="11089"/>
                    </a:cubicBezTo>
                    <a:cubicBezTo>
                      <a:pt x="9683" y="11089"/>
                      <a:pt x="9683" y="10962"/>
                      <a:pt x="9683" y="10835"/>
                    </a:cubicBezTo>
                    <a:cubicBezTo>
                      <a:pt x="9683" y="10708"/>
                      <a:pt x="9869" y="10581"/>
                      <a:pt x="9869" y="10581"/>
                    </a:cubicBezTo>
                    <a:cubicBezTo>
                      <a:pt x="9869" y="10581"/>
                      <a:pt x="9683" y="10454"/>
                      <a:pt x="9497" y="10581"/>
                    </a:cubicBezTo>
                    <a:cubicBezTo>
                      <a:pt x="9497" y="10581"/>
                      <a:pt x="9124" y="10581"/>
                      <a:pt x="9124" y="10581"/>
                    </a:cubicBezTo>
                    <a:cubicBezTo>
                      <a:pt x="9124" y="10708"/>
                      <a:pt x="9124" y="10835"/>
                      <a:pt x="8938" y="10962"/>
                    </a:cubicBezTo>
                    <a:cubicBezTo>
                      <a:pt x="8938" y="10962"/>
                      <a:pt x="8752" y="10962"/>
                      <a:pt x="8566" y="11089"/>
                    </a:cubicBezTo>
                    <a:cubicBezTo>
                      <a:pt x="8379" y="11089"/>
                      <a:pt x="8007" y="10962"/>
                      <a:pt x="8007" y="10962"/>
                    </a:cubicBezTo>
                    <a:cubicBezTo>
                      <a:pt x="8007" y="10835"/>
                      <a:pt x="7821" y="10708"/>
                      <a:pt x="7634" y="10581"/>
                    </a:cubicBezTo>
                    <a:cubicBezTo>
                      <a:pt x="7634" y="10454"/>
                      <a:pt x="7634" y="10454"/>
                      <a:pt x="7634" y="10327"/>
                    </a:cubicBezTo>
                    <a:cubicBezTo>
                      <a:pt x="7634" y="10200"/>
                      <a:pt x="7634" y="10073"/>
                      <a:pt x="7634" y="10073"/>
                    </a:cubicBezTo>
                    <a:cubicBezTo>
                      <a:pt x="7448" y="9946"/>
                      <a:pt x="7448" y="9946"/>
                      <a:pt x="7448" y="9946"/>
                    </a:cubicBezTo>
                    <a:cubicBezTo>
                      <a:pt x="7448" y="9946"/>
                      <a:pt x="7448" y="9437"/>
                      <a:pt x="7634" y="9437"/>
                    </a:cubicBezTo>
                    <a:cubicBezTo>
                      <a:pt x="7634" y="9437"/>
                      <a:pt x="7821" y="9310"/>
                      <a:pt x="8007" y="9183"/>
                    </a:cubicBezTo>
                    <a:cubicBezTo>
                      <a:pt x="8007" y="9183"/>
                      <a:pt x="8193" y="9183"/>
                      <a:pt x="8379" y="9183"/>
                    </a:cubicBezTo>
                    <a:cubicBezTo>
                      <a:pt x="8566" y="9183"/>
                      <a:pt x="8566" y="9183"/>
                      <a:pt x="8752" y="9183"/>
                    </a:cubicBezTo>
                    <a:cubicBezTo>
                      <a:pt x="8752" y="9183"/>
                      <a:pt x="8938" y="9183"/>
                      <a:pt x="8938" y="9183"/>
                    </a:cubicBezTo>
                    <a:cubicBezTo>
                      <a:pt x="9124" y="9183"/>
                      <a:pt x="8938" y="9056"/>
                      <a:pt x="8938" y="9056"/>
                    </a:cubicBezTo>
                    <a:cubicBezTo>
                      <a:pt x="8938" y="9056"/>
                      <a:pt x="9310" y="9056"/>
                      <a:pt x="9497" y="9056"/>
                    </a:cubicBezTo>
                    <a:cubicBezTo>
                      <a:pt x="9683" y="8929"/>
                      <a:pt x="9683" y="9056"/>
                      <a:pt x="9869" y="9056"/>
                    </a:cubicBezTo>
                    <a:cubicBezTo>
                      <a:pt x="9869" y="9056"/>
                      <a:pt x="10055" y="9183"/>
                      <a:pt x="10055" y="9056"/>
                    </a:cubicBezTo>
                    <a:cubicBezTo>
                      <a:pt x="10241" y="9056"/>
                      <a:pt x="10241" y="9183"/>
                      <a:pt x="10428" y="9310"/>
                    </a:cubicBezTo>
                    <a:cubicBezTo>
                      <a:pt x="10428" y="9437"/>
                      <a:pt x="10428" y="9564"/>
                      <a:pt x="10428" y="9564"/>
                    </a:cubicBezTo>
                    <a:cubicBezTo>
                      <a:pt x="10614" y="9564"/>
                      <a:pt x="10800" y="9819"/>
                      <a:pt x="10800" y="9946"/>
                    </a:cubicBezTo>
                    <a:cubicBezTo>
                      <a:pt x="10986" y="9946"/>
                      <a:pt x="10986" y="9819"/>
                      <a:pt x="10986" y="9692"/>
                    </a:cubicBezTo>
                    <a:cubicBezTo>
                      <a:pt x="10986" y="9692"/>
                      <a:pt x="10986" y="9564"/>
                      <a:pt x="10986" y="9437"/>
                    </a:cubicBezTo>
                    <a:cubicBezTo>
                      <a:pt x="10800" y="9437"/>
                      <a:pt x="10614" y="9183"/>
                      <a:pt x="10614" y="9056"/>
                    </a:cubicBezTo>
                    <a:cubicBezTo>
                      <a:pt x="10614" y="8929"/>
                      <a:pt x="10614" y="8802"/>
                      <a:pt x="10800" y="8675"/>
                    </a:cubicBezTo>
                    <a:cubicBezTo>
                      <a:pt x="10800" y="8675"/>
                      <a:pt x="10986" y="8421"/>
                      <a:pt x="11172" y="8421"/>
                    </a:cubicBezTo>
                    <a:cubicBezTo>
                      <a:pt x="11172" y="8294"/>
                      <a:pt x="11545" y="8294"/>
                      <a:pt x="11545" y="8167"/>
                    </a:cubicBezTo>
                    <a:cubicBezTo>
                      <a:pt x="11731" y="8167"/>
                      <a:pt x="11545" y="8040"/>
                      <a:pt x="11545" y="7913"/>
                    </a:cubicBezTo>
                    <a:cubicBezTo>
                      <a:pt x="11545" y="7786"/>
                      <a:pt x="11359" y="7786"/>
                      <a:pt x="11359" y="7659"/>
                    </a:cubicBezTo>
                    <a:cubicBezTo>
                      <a:pt x="11359" y="7659"/>
                      <a:pt x="11545" y="7532"/>
                      <a:pt x="11545" y="7532"/>
                    </a:cubicBezTo>
                    <a:cubicBezTo>
                      <a:pt x="11731" y="7404"/>
                      <a:pt x="11731" y="7404"/>
                      <a:pt x="11731" y="7277"/>
                    </a:cubicBezTo>
                    <a:cubicBezTo>
                      <a:pt x="11917" y="7150"/>
                      <a:pt x="11917" y="7150"/>
                      <a:pt x="11917" y="7150"/>
                    </a:cubicBezTo>
                    <a:cubicBezTo>
                      <a:pt x="12103" y="7023"/>
                      <a:pt x="12290" y="7023"/>
                      <a:pt x="12476" y="7023"/>
                    </a:cubicBezTo>
                    <a:cubicBezTo>
                      <a:pt x="12476" y="6896"/>
                      <a:pt x="12290" y="6769"/>
                      <a:pt x="12290" y="6642"/>
                    </a:cubicBezTo>
                    <a:cubicBezTo>
                      <a:pt x="12290" y="6642"/>
                      <a:pt x="12476" y="6515"/>
                      <a:pt x="12476" y="6515"/>
                    </a:cubicBezTo>
                    <a:cubicBezTo>
                      <a:pt x="12476" y="6515"/>
                      <a:pt x="12476" y="6388"/>
                      <a:pt x="12476" y="6388"/>
                    </a:cubicBezTo>
                    <a:cubicBezTo>
                      <a:pt x="12662" y="6388"/>
                      <a:pt x="12848" y="6261"/>
                      <a:pt x="12848" y="6261"/>
                    </a:cubicBezTo>
                    <a:cubicBezTo>
                      <a:pt x="12848" y="6261"/>
                      <a:pt x="13221" y="6007"/>
                      <a:pt x="13221" y="6007"/>
                    </a:cubicBezTo>
                    <a:cubicBezTo>
                      <a:pt x="13221" y="6007"/>
                      <a:pt x="13407" y="6007"/>
                      <a:pt x="13407" y="6007"/>
                    </a:cubicBezTo>
                    <a:cubicBezTo>
                      <a:pt x="13407" y="5880"/>
                      <a:pt x="13407" y="5753"/>
                      <a:pt x="13407" y="5753"/>
                    </a:cubicBezTo>
                    <a:cubicBezTo>
                      <a:pt x="13407" y="5626"/>
                      <a:pt x="13221" y="5499"/>
                      <a:pt x="13221" y="5499"/>
                    </a:cubicBezTo>
                    <a:cubicBezTo>
                      <a:pt x="12290" y="5880"/>
                      <a:pt x="12290" y="5880"/>
                      <a:pt x="12290" y="5880"/>
                    </a:cubicBezTo>
                    <a:cubicBezTo>
                      <a:pt x="12290" y="5880"/>
                      <a:pt x="12476" y="5499"/>
                      <a:pt x="12662" y="5499"/>
                    </a:cubicBezTo>
                    <a:cubicBezTo>
                      <a:pt x="12848" y="5372"/>
                      <a:pt x="12848" y="5244"/>
                      <a:pt x="12848" y="5244"/>
                    </a:cubicBezTo>
                    <a:cubicBezTo>
                      <a:pt x="12848" y="5244"/>
                      <a:pt x="13593" y="5244"/>
                      <a:pt x="13779" y="5244"/>
                    </a:cubicBezTo>
                    <a:cubicBezTo>
                      <a:pt x="13779" y="5244"/>
                      <a:pt x="13966" y="5244"/>
                      <a:pt x="13966" y="5244"/>
                    </a:cubicBezTo>
                    <a:cubicBezTo>
                      <a:pt x="13966" y="5117"/>
                      <a:pt x="14152" y="5117"/>
                      <a:pt x="14152" y="5117"/>
                    </a:cubicBezTo>
                    <a:cubicBezTo>
                      <a:pt x="14152" y="4990"/>
                      <a:pt x="14152" y="4990"/>
                      <a:pt x="14152" y="4990"/>
                    </a:cubicBezTo>
                    <a:cubicBezTo>
                      <a:pt x="14152" y="4990"/>
                      <a:pt x="14338" y="5117"/>
                      <a:pt x="14338" y="5117"/>
                    </a:cubicBezTo>
                    <a:cubicBezTo>
                      <a:pt x="14524" y="5117"/>
                      <a:pt x="14524" y="4990"/>
                      <a:pt x="14524" y="4990"/>
                    </a:cubicBezTo>
                    <a:cubicBezTo>
                      <a:pt x="14710" y="4990"/>
                      <a:pt x="14524" y="4609"/>
                      <a:pt x="14524" y="4609"/>
                    </a:cubicBezTo>
                    <a:cubicBezTo>
                      <a:pt x="14710" y="4482"/>
                      <a:pt x="14524" y="4482"/>
                      <a:pt x="14338" y="4355"/>
                    </a:cubicBezTo>
                    <a:cubicBezTo>
                      <a:pt x="14338" y="4355"/>
                      <a:pt x="13966" y="4228"/>
                      <a:pt x="13966" y="4228"/>
                    </a:cubicBezTo>
                    <a:cubicBezTo>
                      <a:pt x="13779" y="4228"/>
                      <a:pt x="13779" y="4101"/>
                      <a:pt x="13593" y="3974"/>
                    </a:cubicBezTo>
                    <a:cubicBezTo>
                      <a:pt x="13593" y="3974"/>
                      <a:pt x="13221" y="3466"/>
                      <a:pt x="13221" y="3466"/>
                    </a:cubicBezTo>
                    <a:cubicBezTo>
                      <a:pt x="12848" y="3084"/>
                      <a:pt x="12848" y="3084"/>
                      <a:pt x="12848" y="3084"/>
                    </a:cubicBezTo>
                    <a:cubicBezTo>
                      <a:pt x="12848" y="3084"/>
                      <a:pt x="12662" y="3212"/>
                      <a:pt x="12662" y="3212"/>
                    </a:cubicBezTo>
                    <a:cubicBezTo>
                      <a:pt x="12662" y="3339"/>
                      <a:pt x="12476" y="3466"/>
                      <a:pt x="12290" y="3466"/>
                    </a:cubicBezTo>
                    <a:cubicBezTo>
                      <a:pt x="12103" y="3466"/>
                      <a:pt x="11917" y="3339"/>
                      <a:pt x="11917" y="3339"/>
                    </a:cubicBezTo>
                    <a:cubicBezTo>
                      <a:pt x="11917" y="3339"/>
                      <a:pt x="11917" y="3212"/>
                      <a:pt x="11917" y="3084"/>
                    </a:cubicBezTo>
                    <a:cubicBezTo>
                      <a:pt x="11917" y="2957"/>
                      <a:pt x="11731" y="2830"/>
                      <a:pt x="11731" y="2830"/>
                    </a:cubicBezTo>
                    <a:cubicBezTo>
                      <a:pt x="11545" y="2957"/>
                      <a:pt x="11545" y="2830"/>
                      <a:pt x="11359" y="2703"/>
                    </a:cubicBezTo>
                    <a:cubicBezTo>
                      <a:pt x="11359" y="2576"/>
                      <a:pt x="10800" y="2576"/>
                      <a:pt x="10800" y="2576"/>
                    </a:cubicBezTo>
                    <a:cubicBezTo>
                      <a:pt x="10241" y="2449"/>
                      <a:pt x="10241" y="2449"/>
                      <a:pt x="10241" y="2449"/>
                    </a:cubicBezTo>
                    <a:cubicBezTo>
                      <a:pt x="10241" y="2449"/>
                      <a:pt x="10241" y="2703"/>
                      <a:pt x="10241" y="2830"/>
                    </a:cubicBezTo>
                    <a:cubicBezTo>
                      <a:pt x="10241" y="2830"/>
                      <a:pt x="10428" y="2957"/>
                      <a:pt x="10428" y="3084"/>
                    </a:cubicBezTo>
                    <a:cubicBezTo>
                      <a:pt x="10428" y="3212"/>
                      <a:pt x="10241" y="3339"/>
                      <a:pt x="10241" y="3339"/>
                    </a:cubicBezTo>
                    <a:cubicBezTo>
                      <a:pt x="10241" y="3466"/>
                      <a:pt x="10428" y="3466"/>
                      <a:pt x="10428" y="3593"/>
                    </a:cubicBezTo>
                    <a:cubicBezTo>
                      <a:pt x="10614" y="3593"/>
                      <a:pt x="10800" y="3720"/>
                      <a:pt x="10800" y="3974"/>
                    </a:cubicBezTo>
                    <a:cubicBezTo>
                      <a:pt x="10800" y="4228"/>
                      <a:pt x="10241" y="4355"/>
                      <a:pt x="10241" y="4355"/>
                    </a:cubicBezTo>
                    <a:cubicBezTo>
                      <a:pt x="10241" y="4355"/>
                      <a:pt x="10428" y="4609"/>
                      <a:pt x="10428" y="4609"/>
                    </a:cubicBezTo>
                    <a:cubicBezTo>
                      <a:pt x="10428" y="4736"/>
                      <a:pt x="10428" y="4990"/>
                      <a:pt x="10428" y="4990"/>
                    </a:cubicBezTo>
                    <a:cubicBezTo>
                      <a:pt x="10428" y="4990"/>
                      <a:pt x="10241" y="5117"/>
                      <a:pt x="10241" y="5117"/>
                    </a:cubicBezTo>
                    <a:cubicBezTo>
                      <a:pt x="10241" y="5117"/>
                      <a:pt x="10055" y="4863"/>
                      <a:pt x="9869" y="4863"/>
                    </a:cubicBezTo>
                    <a:cubicBezTo>
                      <a:pt x="9869" y="4736"/>
                      <a:pt x="9683" y="4482"/>
                      <a:pt x="9683" y="4482"/>
                    </a:cubicBezTo>
                    <a:cubicBezTo>
                      <a:pt x="9683" y="4355"/>
                      <a:pt x="9497" y="4228"/>
                      <a:pt x="9497" y="4228"/>
                    </a:cubicBezTo>
                    <a:cubicBezTo>
                      <a:pt x="9497" y="4228"/>
                      <a:pt x="9310" y="4228"/>
                      <a:pt x="9124" y="4228"/>
                    </a:cubicBezTo>
                    <a:cubicBezTo>
                      <a:pt x="8938" y="4228"/>
                      <a:pt x="8752" y="3974"/>
                      <a:pt x="8566" y="3974"/>
                    </a:cubicBezTo>
                    <a:cubicBezTo>
                      <a:pt x="8566" y="3974"/>
                      <a:pt x="8379" y="3847"/>
                      <a:pt x="8193" y="3847"/>
                    </a:cubicBezTo>
                    <a:cubicBezTo>
                      <a:pt x="8193" y="3720"/>
                      <a:pt x="7821" y="3847"/>
                      <a:pt x="7821" y="3847"/>
                    </a:cubicBezTo>
                    <a:cubicBezTo>
                      <a:pt x="7634" y="3847"/>
                      <a:pt x="7634" y="3593"/>
                      <a:pt x="7634" y="3593"/>
                    </a:cubicBezTo>
                    <a:cubicBezTo>
                      <a:pt x="7634" y="3466"/>
                      <a:pt x="7262" y="3339"/>
                      <a:pt x="7262" y="3339"/>
                    </a:cubicBezTo>
                    <a:cubicBezTo>
                      <a:pt x="7076" y="3212"/>
                      <a:pt x="7076" y="3084"/>
                      <a:pt x="7262" y="2957"/>
                    </a:cubicBezTo>
                    <a:cubicBezTo>
                      <a:pt x="7262" y="2703"/>
                      <a:pt x="7448" y="2576"/>
                      <a:pt x="7448" y="2576"/>
                    </a:cubicBezTo>
                    <a:cubicBezTo>
                      <a:pt x="7634" y="2576"/>
                      <a:pt x="7634" y="2449"/>
                      <a:pt x="7821" y="2322"/>
                    </a:cubicBezTo>
                    <a:cubicBezTo>
                      <a:pt x="7821" y="2195"/>
                      <a:pt x="7821" y="2195"/>
                      <a:pt x="7821" y="2195"/>
                    </a:cubicBezTo>
                    <a:cubicBezTo>
                      <a:pt x="8007" y="2195"/>
                      <a:pt x="8007" y="2195"/>
                      <a:pt x="8193" y="2195"/>
                    </a:cubicBezTo>
                    <a:cubicBezTo>
                      <a:pt x="8379" y="2068"/>
                      <a:pt x="8379" y="1941"/>
                      <a:pt x="8379" y="1941"/>
                    </a:cubicBezTo>
                    <a:cubicBezTo>
                      <a:pt x="8379" y="1941"/>
                      <a:pt x="8193" y="1814"/>
                      <a:pt x="8007" y="1814"/>
                    </a:cubicBezTo>
                    <a:cubicBezTo>
                      <a:pt x="8007" y="1814"/>
                      <a:pt x="7821" y="1687"/>
                      <a:pt x="7821" y="1560"/>
                    </a:cubicBezTo>
                    <a:cubicBezTo>
                      <a:pt x="8007" y="1560"/>
                      <a:pt x="8193" y="1687"/>
                      <a:pt x="8193" y="1687"/>
                    </a:cubicBezTo>
                    <a:cubicBezTo>
                      <a:pt x="8379" y="1814"/>
                      <a:pt x="8379" y="1687"/>
                      <a:pt x="8566" y="1560"/>
                    </a:cubicBezTo>
                    <a:cubicBezTo>
                      <a:pt x="8752" y="1560"/>
                      <a:pt x="8566" y="1433"/>
                      <a:pt x="8752" y="1560"/>
                    </a:cubicBezTo>
                    <a:cubicBezTo>
                      <a:pt x="8938" y="1560"/>
                      <a:pt x="8938" y="1560"/>
                      <a:pt x="9124" y="1560"/>
                    </a:cubicBezTo>
                    <a:cubicBezTo>
                      <a:pt x="9124" y="1560"/>
                      <a:pt x="9124" y="1560"/>
                      <a:pt x="9124" y="1433"/>
                    </a:cubicBezTo>
                    <a:cubicBezTo>
                      <a:pt x="9310" y="1306"/>
                      <a:pt x="9310" y="1306"/>
                      <a:pt x="9310" y="1179"/>
                    </a:cubicBezTo>
                    <a:cubicBezTo>
                      <a:pt x="9310" y="1179"/>
                      <a:pt x="9310" y="1052"/>
                      <a:pt x="9124" y="1052"/>
                    </a:cubicBezTo>
                    <a:cubicBezTo>
                      <a:pt x="9124" y="924"/>
                      <a:pt x="9310" y="924"/>
                      <a:pt x="9310" y="924"/>
                    </a:cubicBezTo>
                    <a:cubicBezTo>
                      <a:pt x="9497" y="797"/>
                      <a:pt x="9310" y="670"/>
                      <a:pt x="9310" y="670"/>
                    </a:cubicBezTo>
                    <a:cubicBezTo>
                      <a:pt x="9124" y="797"/>
                      <a:pt x="8938" y="670"/>
                      <a:pt x="8938" y="670"/>
                    </a:cubicBezTo>
                    <a:cubicBezTo>
                      <a:pt x="8938" y="543"/>
                      <a:pt x="8566" y="543"/>
                      <a:pt x="8566" y="670"/>
                    </a:cubicBezTo>
                    <a:cubicBezTo>
                      <a:pt x="8566" y="670"/>
                      <a:pt x="8566" y="797"/>
                      <a:pt x="8566" y="797"/>
                    </a:cubicBezTo>
                    <a:cubicBezTo>
                      <a:pt x="8566" y="924"/>
                      <a:pt x="8566" y="1052"/>
                      <a:pt x="8566" y="1179"/>
                    </a:cubicBezTo>
                    <a:cubicBezTo>
                      <a:pt x="8379" y="1306"/>
                      <a:pt x="8193" y="1179"/>
                      <a:pt x="8193" y="1179"/>
                    </a:cubicBezTo>
                    <a:cubicBezTo>
                      <a:pt x="8007" y="1179"/>
                      <a:pt x="8193" y="1052"/>
                      <a:pt x="8193" y="924"/>
                    </a:cubicBezTo>
                    <a:cubicBezTo>
                      <a:pt x="8193" y="797"/>
                      <a:pt x="8007" y="797"/>
                      <a:pt x="8007" y="670"/>
                    </a:cubicBezTo>
                    <a:cubicBezTo>
                      <a:pt x="7821" y="670"/>
                      <a:pt x="7821" y="1052"/>
                      <a:pt x="7821" y="1052"/>
                    </a:cubicBezTo>
                    <a:cubicBezTo>
                      <a:pt x="7634" y="1052"/>
                      <a:pt x="7634" y="924"/>
                      <a:pt x="7634" y="797"/>
                    </a:cubicBezTo>
                    <a:cubicBezTo>
                      <a:pt x="7634" y="670"/>
                      <a:pt x="7634" y="670"/>
                      <a:pt x="7448" y="670"/>
                    </a:cubicBezTo>
                    <a:cubicBezTo>
                      <a:pt x="7262" y="670"/>
                      <a:pt x="7262" y="416"/>
                      <a:pt x="7262" y="289"/>
                    </a:cubicBezTo>
                    <a:cubicBezTo>
                      <a:pt x="7262" y="289"/>
                      <a:pt x="7076" y="162"/>
                      <a:pt x="6890" y="35"/>
                    </a:cubicBezTo>
                    <a:cubicBezTo>
                      <a:pt x="6890" y="-92"/>
                      <a:pt x="6703" y="162"/>
                      <a:pt x="6517" y="289"/>
                    </a:cubicBezTo>
                    <a:cubicBezTo>
                      <a:pt x="6331" y="289"/>
                      <a:pt x="6703" y="543"/>
                      <a:pt x="6703" y="670"/>
                    </a:cubicBezTo>
                    <a:cubicBezTo>
                      <a:pt x="6890" y="797"/>
                      <a:pt x="7076" y="924"/>
                      <a:pt x="7076" y="924"/>
                    </a:cubicBezTo>
                    <a:cubicBezTo>
                      <a:pt x="6890" y="1052"/>
                      <a:pt x="6890" y="1052"/>
                      <a:pt x="6890" y="1179"/>
                    </a:cubicBezTo>
                    <a:cubicBezTo>
                      <a:pt x="6703" y="1306"/>
                      <a:pt x="6517" y="1179"/>
                      <a:pt x="6331" y="1052"/>
                    </a:cubicBezTo>
                    <a:cubicBezTo>
                      <a:pt x="6331" y="1052"/>
                      <a:pt x="6145" y="1179"/>
                      <a:pt x="5959" y="1179"/>
                    </a:cubicBezTo>
                    <a:cubicBezTo>
                      <a:pt x="5959" y="1179"/>
                      <a:pt x="5586" y="1179"/>
                      <a:pt x="5586" y="1179"/>
                    </a:cubicBezTo>
                    <a:cubicBezTo>
                      <a:pt x="5400" y="1179"/>
                      <a:pt x="5028" y="1052"/>
                      <a:pt x="4841" y="1052"/>
                    </a:cubicBezTo>
                    <a:cubicBezTo>
                      <a:pt x="4655" y="1052"/>
                      <a:pt x="4655" y="1179"/>
                      <a:pt x="4655" y="1306"/>
                    </a:cubicBezTo>
                    <a:cubicBezTo>
                      <a:pt x="4655" y="1306"/>
                      <a:pt x="4469" y="1433"/>
                      <a:pt x="4469" y="1306"/>
                    </a:cubicBezTo>
                    <a:cubicBezTo>
                      <a:pt x="4469" y="1179"/>
                      <a:pt x="4097" y="1179"/>
                      <a:pt x="3910" y="1179"/>
                    </a:cubicBezTo>
                    <a:cubicBezTo>
                      <a:pt x="3724" y="1179"/>
                      <a:pt x="3352" y="1179"/>
                      <a:pt x="3166" y="1179"/>
                    </a:cubicBezTo>
                    <a:cubicBezTo>
                      <a:pt x="3166" y="1179"/>
                      <a:pt x="3352" y="1052"/>
                      <a:pt x="3352" y="924"/>
                    </a:cubicBezTo>
                    <a:cubicBezTo>
                      <a:pt x="3352" y="924"/>
                      <a:pt x="3352" y="924"/>
                      <a:pt x="3166" y="924"/>
                    </a:cubicBezTo>
                    <a:cubicBezTo>
                      <a:pt x="2048" y="1814"/>
                      <a:pt x="931" y="2830"/>
                      <a:pt x="0" y="3974"/>
                    </a:cubicBezTo>
                    <a:cubicBezTo>
                      <a:pt x="186" y="3974"/>
                      <a:pt x="372" y="3974"/>
                      <a:pt x="372" y="4101"/>
                    </a:cubicBezTo>
                    <a:cubicBezTo>
                      <a:pt x="559" y="4228"/>
                      <a:pt x="745" y="4228"/>
                      <a:pt x="745" y="4355"/>
                    </a:cubicBezTo>
                    <a:cubicBezTo>
                      <a:pt x="745" y="4482"/>
                      <a:pt x="931" y="4736"/>
                      <a:pt x="1117" y="4863"/>
                    </a:cubicBezTo>
                    <a:cubicBezTo>
                      <a:pt x="1490" y="4990"/>
                      <a:pt x="1490" y="4990"/>
                      <a:pt x="1490" y="5117"/>
                    </a:cubicBezTo>
                    <a:cubicBezTo>
                      <a:pt x="1490" y="5244"/>
                      <a:pt x="1862" y="5244"/>
                      <a:pt x="2048" y="5372"/>
                    </a:cubicBezTo>
                    <a:cubicBezTo>
                      <a:pt x="2048" y="5499"/>
                      <a:pt x="2048" y="5626"/>
                      <a:pt x="1862" y="5626"/>
                    </a:cubicBezTo>
                    <a:cubicBezTo>
                      <a:pt x="1862" y="5499"/>
                      <a:pt x="1676" y="5244"/>
                      <a:pt x="1490" y="5244"/>
                    </a:cubicBezTo>
                    <a:cubicBezTo>
                      <a:pt x="1490" y="5117"/>
                      <a:pt x="1117" y="5244"/>
                      <a:pt x="1117" y="5244"/>
                    </a:cubicBezTo>
                    <a:cubicBezTo>
                      <a:pt x="1117" y="5244"/>
                      <a:pt x="1303" y="5372"/>
                      <a:pt x="1490" y="5499"/>
                    </a:cubicBezTo>
                    <a:cubicBezTo>
                      <a:pt x="1676" y="5499"/>
                      <a:pt x="1676" y="5626"/>
                      <a:pt x="1862" y="5753"/>
                    </a:cubicBezTo>
                    <a:cubicBezTo>
                      <a:pt x="1862" y="5880"/>
                      <a:pt x="1862" y="6007"/>
                      <a:pt x="1862" y="6007"/>
                    </a:cubicBezTo>
                    <a:cubicBezTo>
                      <a:pt x="2048" y="6134"/>
                      <a:pt x="1862" y="6769"/>
                      <a:pt x="1862" y="6769"/>
                    </a:cubicBezTo>
                    <a:cubicBezTo>
                      <a:pt x="1862" y="6896"/>
                      <a:pt x="1862" y="7150"/>
                      <a:pt x="1862" y="7150"/>
                    </a:cubicBezTo>
                    <a:cubicBezTo>
                      <a:pt x="2048" y="7277"/>
                      <a:pt x="2234" y="7532"/>
                      <a:pt x="2234" y="7659"/>
                    </a:cubicBezTo>
                    <a:cubicBezTo>
                      <a:pt x="2234" y="7659"/>
                      <a:pt x="2607" y="8167"/>
                      <a:pt x="2607" y="8167"/>
                    </a:cubicBezTo>
                    <a:cubicBezTo>
                      <a:pt x="2607" y="8167"/>
                      <a:pt x="2793" y="8294"/>
                      <a:pt x="2979" y="8294"/>
                    </a:cubicBezTo>
                    <a:cubicBezTo>
                      <a:pt x="3166" y="8421"/>
                      <a:pt x="3166" y="8421"/>
                      <a:pt x="3352" y="8548"/>
                    </a:cubicBezTo>
                    <a:cubicBezTo>
                      <a:pt x="3538" y="8548"/>
                      <a:pt x="3724" y="8929"/>
                      <a:pt x="3724" y="8929"/>
                    </a:cubicBezTo>
                    <a:cubicBezTo>
                      <a:pt x="3724" y="9056"/>
                      <a:pt x="4097" y="9310"/>
                      <a:pt x="4097" y="9310"/>
                    </a:cubicBezTo>
                    <a:cubicBezTo>
                      <a:pt x="4283" y="9437"/>
                      <a:pt x="3910" y="9437"/>
                      <a:pt x="3910" y="9437"/>
                    </a:cubicBezTo>
                    <a:cubicBezTo>
                      <a:pt x="3910" y="9437"/>
                      <a:pt x="4097" y="9564"/>
                      <a:pt x="4283" y="9564"/>
                    </a:cubicBezTo>
                    <a:cubicBezTo>
                      <a:pt x="4283" y="9692"/>
                      <a:pt x="4283" y="9692"/>
                      <a:pt x="4469" y="9692"/>
                    </a:cubicBezTo>
                    <a:cubicBezTo>
                      <a:pt x="4655" y="9819"/>
                      <a:pt x="4469" y="9819"/>
                      <a:pt x="4655" y="9946"/>
                    </a:cubicBezTo>
                    <a:cubicBezTo>
                      <a:pt x="4655" y="9946"/>
                      <a:pt x="5028" y="10327"/>
                      <a:pt x="5028" y="10327"/>
                    </a:cubicBezTo>
                    <a:cubicBezTo>
                      <a:pt x="5028" y="10327"/>
                      <a:pt x="5214" y="10200"/>
                      <a:pt x="5028" y="10073"/>
                    </a:cubicBezTo>
                    <a:cubicBezTo>
                      <a:pt x="5028" y="10073"/>
                      <a:pt x="4841" y="9946"/>
                      <a:pt x="4841" y="9819"/>
                    </a:cubicBezTo>
                    <a:cubicBezTo>
                      <a:pt x="4841" y="9819"/>
                      <a:pt x="4841" y="9692"/>
                      <a:pt x="4655" y="9692"/>
                    </a:cubicBezTo>
                    <a:cubicBezTo>
                      <a:pt x="4655" y="9564"/>
                      <a:pt x="4469" y="9437"/>
                      <a:pt x="4469" y="9310"/>
                    </a:cubicBezTo>
                    <a:cubicBezTo>
                      <a:pt x="4469" y="9310"/>
                      <a:pt x="4097" y="9183"/>
                      <a:pt x="4097" y="9056"/>
                    </a:cubicBezTo>
                    <a:cubicBezTo>
                      <a:pt x="3910" y="9056"/>
                      <a:pt x="4097" y="8802"/>
                      <a:pt x="4097" y="8802"/>
                    </a:cubicBezTo>
                    <a:cubicBezTo>
                      <a:pt x="4097" y="8802"/>
                      <a:pt x="4283" y="8929"/>
                      <a:pt x="4283" y="9056"/>
                    </a:cubicBezTo>
                    <a:cubicBezTo>
                      <a:pt x="4469" y="9056"/>
                      <a:pt x="4469" y="9183"/>
                      <a:pt x="4655" y="9310"/>
                    </a:cubicBezTo>
                    <a:cubicBezTo>
                      <a:pt x="4655" y="9310"/>
                      <a:pt x="5028" y="9564"/>
                      <a:pt x="5028" y="9564"/>
                    </a:cubicBezTo>
                    <a:cubicBezTo>
                      <a:pt x="5028" y="9564"/>
                      <a:pt x="5214" y="9692"/>
                      <a:pt x="5214" y="9819"/>
                    </a:cubicBezTo>
                    <a:cubicBezTo>
                      <a:pt x="5214" y="9946"/>
                      <a:pt x="5400" y="9946"/>
                      <a:pt x="5400" y="9946"/>
                    </a:cubicBezTo>
                    <a:cubicBezTo>
                      <a:pt x="5586" y="9946"/>
                      <a:pt x="5772" y="10073"/>
                      <a:pt x="5772" y="10200"/>
                    </a:cubicBezTo>
                    <a:cubicBezTo>
                      <a:pt x="5772" y="10200"/>
                      <a:pt x="5959" y="10454"/>
                      <a:pt x="5959" y="10581"/>
                    </a:cubicBezTo>
                    <a:cubicBezTo>
                      <a:pt x="5959" y="10708"/>
                      <a:pt x="6145" y="10835"/>
                      <a:pt x="6331" y="10835"/>
                    </a:cubicBezTo>
                    <a:cubicBezTo>
                      <a:pt x="6331" y="10962"/>
                      <a:pt x="6517" y="11089"/>
                      <a:pt x="6703" y="11089"/>
                    </a:cubicBezTo>
                    <a:cubicBezTo>
                      <a:pt x="6703" y="11089"/>
                      <a:pt x="6890" y="11089"/>
                      <a:pt x="7076" y="11216"/>
                    </a:cubicBezTo>
                    <a:cubicBezTo>
                      <a:pt x="7076" y="11343"/>
                      <a:pt x="7821" y="11470"/>
                      <a:pt x="7821" y="11470"/>
                    </a:cubicBezTo>
                    <a:cubicBezTo>
                      <a:pt x="7821" y="11470"/>
                      <a:pt x="8193" y="11470"/>
                      <a:pt x="8379" y="11343"/>
                    </a:cubicBezTo>
                    <a:cubicBezTo>
                      <a:pt x="8566" y="11343"/>
                      <a:pt x="8752" y="11597"/>
                      <a:pt x="8752" y="11724"/>
                    </a:cubicBezTo>
                    <a:cubicBezTo>
                      <a:pt x="8938" y="11724"/>
                      <a:pt x="9124" y="11724"/>
                      <a:pt x="9310" y="11852"/>
                    </a:cubicBezTo>
                    <a:cubicBezTo>
                      <a:pt x="9310" y="11852"/>
                      <a:pt x="9683" y="11852"/>
                      <a:pt x="9683" y="11852"/>
                    </a:cubicBezTo>
                    <a:cubicBezTo>
                      <a:pt x="9869" y="11979"/>
                      <a:pt x="10055" y="11979"/>
                      <a:pt x="10241" y="12106"/>
                    </a:cubicBezTo>
                    <a:cubicBezTo>
                      <a:pt x="10241" y="12233"/>
                      <a:pt x="10428" y="12360"/>
                      <a:pt x="10614" y="12487"/>
                    </a:cubicBezTo>
                    <a:cubicBezTo>
                      <a:pt x="10800" y="12614"/>
                      <a:pt x="10800" y="12614"/>
                      <a:pt x="10986" y="12741"/>
                    </a:cubicBezTo>
                    <a:cubicBezTo>
                      <a:pt x="11172" y="12741"/>
                      <a:pt x="11545" y="12868"/>
                      <a:pt x="11545" y="12868"/>
                    </a:cubicBezTo>
                    <a:cubicBezTo>
                      <a:pt x="11545" y="12868"/>
                      <a:pt x="11545" y="12614"/>
                      <a:pt x="11731" y="12614"/>
                    </a:cubicBezTo>
                    <a:cubicBezTo>
                      <a:pt x="11731" y="12614"/>
                      <a:pt x="11917" y="12868"/>
                      <a:pt x="11917" y="12868"/>
                    </a:cubicBezTo>
                    <a:cubicBezTo>
                      <a:pt x="11917" y="12868"/>
                      <a:pt x="12103" y="13122"/>
                      <a:pt x="12103" y="13122"/>
                    </a:cubicBezTo>
                    <a:cubicBezTo>
                      <a:pt x="12290" y="13249"/>
                      <a:pt x="12290" y="13503"/>
                      <a:pt x="12103" y="13630"/>
                    </a:cubicBezTo>
                    <a:cubicBezTo>
                      <a:pt x="12103" y="13630"/>
                      <a:pt x="11917" y="13884"/>
                      <a:pt x="11731" y="14012"/>
                    </a:cubicBezTo>
                    <a:cubicBezTo>
                      <a:pt x="11545" y="14139"/>
                      <a:pt x="11731" y="14266"/>
                      <a:pt x="11731" y="14393"/>
                    </a:cubicBezTo>
                    <a:cubicBezTo>
                      <a:pt x="11917" y="14647"/>
                      <a:pt x="11731" y="14647"/>
                      <a:pt x="11731" y="14774"/>
                    </a:cubicBezTo>
                    <a:cubicBezTo>
                      <a:pt x="11731" y="14901"/>
                      <a:pt x="11731" y="15028"/>
                      <a:pt x="11731" y="15028"/>
                    </a:cubicBezTo>
                    <a:cubicBezTo>
                      <a:pt x="11917" y="15155"/>
                      <a:pt x="12103" y="15155"/>
                      <a:pt x="12476" y="15409"/>
                    </a:cubicBezTo>
                    <a:cubicBezTo>
                      <a:pt x="12662" y="15663"/>
                      <a:pt x="12476" y="15663"/>
                      <a:pt x="12662" y="15790"/>
                    </a:cubicBezTo>
                    <a:cubicBezTo>
                      <a:pt x="12662" y="15917"/>
                      <a:pt x="13034" y="16172"/>
                      <a:pt x="13034" y="16299"/>
                    </a:cubicBezTo>
                    <a:cubicBezTo>
                      <a:pt x="13034" y="16426"/>
                      <a:pt x="13407" y="16553"/>
                      <a:pt x="13593" y="16553"/>
                    </a:cubicBezTo>
                    <a:cubicBezTo>
                      <a:pt x="13779" y="16680"/>
                      <a:pt x="14338" y="16934"/>
                      <a:pt x="14524" y="17061"/>
                    </a:cubicBezTo>
                    <a:cubicBezTo>
                      <a:pt x="14524" y="17188"/>
                      <a:pt x="14524" y="17442"/>
                      <a:pt x="14524" y="17569"/>
                    </a:cubicBezTo>
                    <a:cubicBezTo>
                      <a:pt x="14524" y="17696"/>
                      <a:pt x="14524" y="17950"/>
                      <a:pt x="14524" y="18204"/>
                    </a:cubicBezTo>
                    <a:cubicBezTo>
                      <a:pt x="14710" y="18332"/>
                      <a:pt x="14710" y="18459"/>
                      <a:pt x="14524" y="18713"/>
                    </a:cubicBezTo>
                    <a:cubicBezTo>
                      <a:pt x="14338" y="18967"/>
                      <a:pt x="14710" y="19602"/>
                      <a:pt x="14710" y="19856"/>
                    </a:cubicBezTo>
                    <a:cubicBezTo>
                      <a:pt x="14524" y="20237"/>
                      <a:pt x="14338" y="20237"/>
                      <a:pt x="14524" y="20364"/>
                    </a:cubicBezTo>
                    <a:cubicBezTo>
                      <a:pt x="14524" y="20492"/>
                      <a:pt x="14524" y="20746"/>
                      <a:pt x="14524" y="20873"/>
                    </a:cubicBezTo>
                    <a:cubicBezTo>
                      <a:pt x="14524" y="20873"/>
                      <a:pt x="14524" y="21127"/>
                      <a:pt x="14524" y="21381"/>
                    </a:cubicBezTo>
                    <a:cubicBezTo>
                      <a:pt x="14524" y="21508"/>
                      <a:pt x="14710" y="21127"/>
                      <a:pt x="14710" y="21000"/>
                    </a:cubicBezTo>
                    <a:cubicBezTo>
                      <a:pt x="14897" y="21000"/>
                      <a:pt x="14897" y="21254"/>
                      <a:pt x="14710" y="21508"/>
                    </a:cubicBezTo>
                    <a:cubicBezTo>
                      <a:pt x="15269" y="21508"/>
                      <a:pt x="15641" y="21508"/>
                      <a:pt x="16014" y="21508"/>
                    </a:cubicBezTo>
                    <a:cubicBezTo>
                      <a:pt x="16200" y="21508"/>
                      <a:pt x="16386" y="21508"/>
                      <a:pt x="16572" y="21508"/>
                    </a:cubicBezTo>
                    <a:cubicBezTo>
                      <a:pt x="16572" y="21508"/>
                      <a:pt x="16572" y="21381"/>
                      <a:pt x="16572" y="21381"/>
                    </a:cubicBezTo>
                    <a:cubicBezTo>
                      <a:pt x="16759" y="21254"/>
                      <a:pt x="16572" y="21000"/>
                      <a:pt x="16572" y="210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0" name="Shape 5180"/>
              <p:cNvSpPr/>
              <p:nvPr/>
            </p:nvSpPr>
            <p:spPr>
              <a:xfrm>
                <a:off x="2005551" y="3945871"/>
                <a:ext cx="474412" cy="200882"/>
              </a:xfrm>
              <a:custGeom>
                <a:avLst/>
                <a:gdLst/>
                <a:ahLst/>
                <a:cxnLst>
                  <a:cxn ang="0">
                    <a:pos x="wd2" y="hd2"/>
                  </a:cxn>
                  <a:cxn ang="5400000">
                    <a:pos x="wd2" y="hd2"/>
                  </a:cxn>
                  <a:cxn ang="10800000">
                    <a:pos x="wd2" y="hd2"/>
                  </a:cxn>
                  <a:cxn ang="16200000">
                    <a:pos x="wd2" y="hd2"/>
                  </a:cxn>
                </a:cxnLst>
                <a:rect l="0" t="0" r="r" b="b"/>
                <a:pathLst>
                  <a:path w="20273" h="19008" fill="norm" stroke="1" extrusionOk="0">
                    <a:moveTo>
                      <a:pt x="19938" y="14400"/>
                    </a:moveTo>
                    <a:cubicBezTo>
                      <a:pt x="19938" y="10800"/>
                      <a:pt x="16615" y="10800"/>
                      <a:pt x="14954" y="10800"/>
                    </a:cubicBezTo>
                    <a:cubicBezTo>
                      <a:pt x="14954" y="7200"/>
                      <a:pt x="11631" y="7200"/>
                      <a:pt x="9969" y="3600"/>
                    </a:cubicBezTo>
                    <a:cubicBezTo>
                      <a:pt x="8308" y="3600"/>
                      <a:pt x="8308" y="3600"/>
                      <a:pt x="6646" y="3600"/>
                    </a:cubicBezTo>
                    <a:cubicBezTo>
                      <a:pt x="6646" y="0"/>
                      <a:pt x="4985" y="0"/>
                      <a:pt x="3323" y="0"/>
                    </a:cubicBezTo>
                    <a:cubicBezTo>
                      <a:pt x="3323" y="0"/>
                      <a:pt x="0" y="7200"/>
                      <a:pt x="0" y="7200"/>
                    </a:cubicBezTo>
                    <a:cubicBezTo>
                      <a:pt x="0" y="7200"/>
                      <a:pt x="3323" y="7200"/>
                      <a:pt x="3323" y="3600"/>
                    </a:cubicBezTo>
                    <a:cubicBezTo>
                      <a:pt x="4985" y="3600"/>
                      <a:pt x="6646" y="7200"/>
                      <a:pt x="6646" y="7200"/>
                    </a:cubicBezTo>
                    <a:cubicBezTo>
                      <a:pt x="8308" y="7200"/>
                      <a:pt x="9969" y="10800"/>
                      <a:pt x="11631" y="10800"/>
                    </a:cubicBezTo>
                    <a:cubicBezTo>
                      <a:pt x="13292" y="10800"/>
                      <a:pt x="13292" y="14400"/>
                      <a:pt x="14954" y="18000"/>
                    </a:cubicBezTo>
                    <a:cubicBezTo>
                      <a:pt x="16615" y="21600"/>
                      <a:pt x="21600" y="14400"/>
                      <a:pt x="19938" y="144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1" name="Shape 5181"/>
              <p:cNvSpPr/>
              <p:nvPr/>
            </p:nvSpPr>
            <p:spPr>
              <a:xfrm>
                <a:off x="2445788" y="4108924"/>
                <a:ext cx="281923" cy="114142"/>
              </a:xfrm>
              <a:custGeom>
                <a:avLst/>
                <a:gdLst/>
                <a:ahLst/>
                <a:cxnLst>
                  <a:cxn ang="0">
                    <a:pos x="wd2" y="hd2"/>
                  </a:cxn>
                  <a:cxn ang="5400000">
                    <a:pos x="wd2" y="hd2"/>
                  </a:cxn>
                  <a:cxn ang="10800000">
                    <a:pos x="wd2" y="hd2"/>
                  </a:cxn>
                  <a:cxn ang="16200000">
                    <a:pos x="wd2" y="hd2"/>
                  </a:cxn>
                </a:cxnLst>
                <a:rect l="0" t="0" r="r" b="b"/>
                <a:pathLst>
                  <a:path w="19656" h="21600" fill="norm" stroke="1" extrusionOk="0">
                    <a:moveTo>
                      <a:pt x="16200" y="14400"/>
                    </a:moveTo>
                    <a:cubicBezTo>
                      <a:pt x="16200" y="14400"/>
                      <a:pt x="13500" y="7200"/>
                      <a:pt x="13500" y="7200"/>
                    </a:cubicBezTo>
                    <a:cubicBezTo>
                      <a:pt x="13500" y="7200"/>
                      <a:pt x="10800" y="7200"/>
                      <a:pt x="8100" y="7200"/>
                    </a:cubicBezTo>
                    <a:cubicBezTo>
                      <a:pt x="8100" y="7200"/>
                      <a:pt x="8100" y="0"/>
                      <a:pt x="5400" y="0"/>
                    </a:cubicBezTo>
                    <a:cubicBezTo>
                      <a:pt x="5400" y="0"/>
                      <a:pt x="5400" y="7200"/>
                      <a:pt x="5400" y="7200"/>
                    </a:cubicBezTo>
                    <a:cubicBezTo>
                      <a:pt x="5400" y="14400"/>
                      <a:pt x="0" y="14400"/>
                      <a:pt x="0" y="14400"/>
                    </a:cubicBezTo>
                    <a:cubicBezTo>
                      <a:pt x="5400" y="21600"/>
                      <a:pt x="5400" y="21600"/>
                      <a:pt x="5400" y="21600"/>
                    </a:cubicBezTo>
                    <a:cubicBezTo>
                      <a:pt x="5400" y="21600"/>
                      <a:pt x="8100" y="21600"/>
                      <a:pt x="10800" y="21600"/>
                    </a:cubicBezTo>
                    <a:cubicBezTo>
                      <a:pt x="13500" y="21600"/>
                      <a:pt x="16200" y="21600"/>
                      <a:pt x="18900" y="21600"/>
                    </a:cubicBezTo>
                    <a:cubicBezTo>
                      <a:pt x="21600" y="21600"/>
                      <a:pt x="16200" y="14400"/>
                      <a:pt x="16200" y="144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2" name="Shape 5182"/>
              <p:cNvSpPr/>
              <p:nvPr/>
            </p:nvSpPr>
            <p:spPr>
              <a:xfrm>
                <a:off x="2641451" y="2820814"/>
                <a:ext cx="65222" cy="326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21600"/>
                      <a:pt x="0" y="21600"/>
                      <a:pt x="0" y="21600"/>
                    </a:cubicBezTo>
                    <a:cubicBezTo>
                      <a:pt x="10800" y="21600"/>
                      <a:pt x="10800" y="21600"/>
                      <a:pt x="10800" y="21600"/>
                    </a:cubicBezTo>
                    <a:cubicBezTo>
                      <a:pt x="10800" y="21600"/>
                      <a:pt x="21600" y="21600"/>
                      <a:pt x="21600" y="0"/>
                    </a:cubicBezTo>
                    <a:cubicBezTo>
                      <a:pt x="21600" y="0"/>
                      <a:pt x="21600" y="0"/>
                      <a:pt x="21600" y="21600"/>
                    </a:cubicBezTo>
                    <a:cubicBezTo>
                      <a:pt x="10800" y="21600"/>
                      <a:pt x="10800" y="21600"/>
                      <a:pt x="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3" name="Shape 5183"/>
              <p:cNvSpPr/>
              <p:nvPr/>
            </p:nvSpPr>
            <p:spPr>
              <a:xfrm>
                <a:off x="2788203" y="2685155"/>
                <a:ext cx="114143" cy="86749"/>
              </a:xfrm>
              <a:custGeom>
                <a:avLst/>
                <a:gdLst/>
                <a:ahLst/>
                <a:cxnLst>
                  <a:cxn ang="0">
                    <a:pos x="wd2" y="hd2"/>
                  </a:cxn>
                  <a:cxn ang="5400000">
                    <a:pos x="wd2" y="hd2"/>
                  </a:cxn>
                  <a:cxn ang="10800000">
                    <a:pos x="wd2" y="hd2"/>
                  </a:cxn>
                  <a:cxn ang="16200000">
                    <a:pos x="wd2" y="hd2"/>
                  </a:cxn>
                </a:cxnLst>
                <a:rect l="0" t="0" r="r" b="b"/>
                <a:pathLst>
                  <a:path w="21600" h="16416" fill="norm" stroke="1" extrusionOk="0">
                    <a:moveTo>
                      <a:pt x="0" y="16416"/>
                    </a:moveTo>
                    <a:cubicBezTo>
                      <a:pt x="7200" y="16416"/>
                      <a:pt x="7200" y="16416"/>
                      <a:pt x="7200" y="16416"/>
                    </a:cubicBezTo>
                    <a:cubicBezTo>
                      <a:pt x="14400" y="9216"/>
                      <a:pt x="14400" y="9216"/>
                      <a:pt x="21600" y="9216"/>
                    </a:cubicBezTo>
                    <a:cubicBezTo>
                      <a:pt x="21600" y="9216"/>
                      <a:pt x="14400" y="-5184"/>
                      <a:pt x="14400" y="2016"/>
                    </a:cubicBezTo>
                    <a:cubicBezTo>
                      <a:pt x="14400" y="2016"/>
                      <a:pt x="7200" y="2016"/>
                      <a:pt x="7200" y="2016"/>
                    </a:cubicBezTo>
                    <a:cubicBezTo>
                      <a:pt x="7200" y="2016"/>
                      <a:pt x="7200" y="2016"/>
                      <a:pt x="7200" y="9216"/>
                    </a:cubicBezTo>
                    <a:cubicBezTo>
                      <a:pt x="7200" y="9216"/>
                      <a:pt x="7200" y="16416"/>
                      <a:pt x="0" y="16416"/>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4" name="Shape 5184"/>
              <p:cNvSpPr/>
              <p:nvPr/>
            </p:nvSpPr>
            <p:spPr>
              <a:xfrm>
                <a:off x="2641451" y="2690372"/>
                <a:ext cx="195664" cy="163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0"/>
                    </a:moveTo>
                    <a:cubicBezTo>
                      <a:pt x="17280" y="0"/>
                      <a:pt x="8640" y="10800"/>
                      <a:pt x="8640" y="10800"/>
                    </a:cubicBezTo>
                    <a:cubicBezTo>
                      <a:pt x="8640" y="10800"/>
                      <a:pt x="4320" y="16200"/>
                      <a:pt x="0" y="16200"/>
                    </a:cubicBezTo>
                    <a:cubicBezTo>
                      <a:pt x="0" y="16200"/>
                      <a:pt x="0" y="21600"/>
                      <a:pt x="0" y="21600"/>
                    </a:cubicBezTo>
                    <a:cubicBezTo>
                      <a:pt x="4320" y="21600"/>
                      <a:pt x="4320" y="21600"/>
                      <a:pt x="8640" y="21600"/>
                    </a:cubicBezTo>
                    <a:cubicBezTo>
                      <a:pt x="8640" y="16200"/>
                      <a:pt x="8640" y="16200"/>
                      <a:pt x="8640" y="16200"/>
                    </a:cubicBezTo>
                    <a:cubicBezTo>
                      <a:pt x="12960" y="16200"/>
                      <a:pt x="12960" y="16200"/>
                      <a:pt x="12960" y="16200"/>
                    </a:cubicBezTo>
                    <a:cubicBezTo>
                      <a:pt x="12960" y="10800"/>
                      <a:pt x="17280" y="10800"/>
                      <a:pt x="17280" y="10800"/>
                    </a:cubicBezTo>
                    <a:cubicBezTo>
                      <a:pt x="21600" y="10800"/>
                      <a:pt x="21600" y="5400"/>
                      <a:pt x="21600" y="5400"/>
                    </a:cubicBezTo>
                    <a:cubicBezTo>
                      <a:pt x="21600" y="0"/>
                      <a:pt x="21600" y="0"/>
                      <a:pt x="21600" y="0"/>
                    </a:cubicBezTo>
                    <a:cubicBezTo>
                      <a:pt x="21600" y="0"/>
                      <a:pt x="17280" y="0"/>
                      <a:pt x="17280" y="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5" name="Shape 5185"/>
              <p:cNvSpPr/>
              <p:nvPr/>
            </p:nvSpPr>
            <p:spPr>
              <a:xfrm>
                <a:off x="2902335" y="2429487"/>
                <a:ext cx="296756" cy="260885"/>
              </a:xfrm>
              <a:custGeom>
                <a:avLst/>
                <a:gdLst/>
                <a:ahLst/>
                <a:cxnLst>
                  <a:cxn ang="0">
                    <a:pos x="wd2" y="hd2"/>
                  </a:cxn>
                  <a:cxn ang="5400000">
                    <a:pos x="wd2" y="hd2"/>
                  </a:cxn>
                  <a:cxn ang="10800000">
                    <a:pos x="wd2" y="hd2"/>
                  </a:cxn>
                  <a:cxn ang="16200000">
                    <a:pos x="wd2" y="hd2"/>
                  </a:cxn>
                </a:cxnLst>
                <a:rect l="0" t="0" r="r" b="b"/>
                <a:pathLst>
                  <a:path w="19656" h="21600" fill="norm" stroke="1" extrusionOk="0">
                    <a:moveTo>
                      <a:pt x="2700" y="3086"/>
                    </a:moveTo>
                    <a:cubicBezTo>
                      <a:pt x="2700" y="3086"/>
                      <a:pt x="2700" y="6171"/>
                      <a:pt x="2700" y="6171"/>
                    </a:cubicBezTo>
                    <a:cubicBezTo>
                      <a:pt x="0" y="6171"/>
                      <a:pt x="0" y="12343"/>
                      <a:pt x="0" y="12343"/>
                    </a:cubicBezTo>
                    <a:cubicBezTo>
                      <a:pt x="0" y="12343"/>
                      <a:pt x="8100" y="18514"/>
                      <a:pt x="8100" y="18514"/>
                    </a:cubicBezTo>
                    <a:cubicBezTo>
                      <a:pt x="10800" y="18514"/>
                      <a:pt x="13500" y="18514"/>
                      <a:pt x="13500" y="18514"/>
                    </a:cubicBezTo>
                    <a:cubicBezTo>
                      <a:pt x="13500" y="18514"/>
                      <a:pt x="18900" y="21600"/>
                      <a:pt x="18900" y="21600"/>
                    </a:cubicBezTo>
                    <a:cubicBezTo>
                      <a:pt x="21600" y="18514"/>
                      <a:pt x="16200" y="12343"/>
                      <a:pt x="16200" y="9257"/>
                    </a:cubicBezTo>
                    <a:cubicBezTo>
                      <a:pt x="16200" y="9257"/>
                      <a:pt x="13500" y="6171"/>
                      <a:pt x="13500" y="6171"/>
                    </a:cubicBezTo>
                    <a:cubicBezTo>
                      <a:pt x="10800" y="6171"/>
                      <a:pt x="8100" y="6171"/>
                      <a:pt x="8100" y="3086"/>
                    </a:cubicBezTo>
                    <a:cubicBezTo>
                      <a:pt x="8100" y="3086"/>
                      <a:pt x="8100" y="3086"/>
                      <a:pt x="8100" y="0"/>
                    </a:cubicBezTo>
                    <a:cubicBezTo>
                      <a:pt x="8100" y="0"/>
                      <a:pt x="8100" y="0"/>
                      <a:pt x="8100" y="0"/>
                    </a:cubicBezTo>
                    <a:cubicBezTo>
                      <a:pt x="5400" y="3086"/>
                      <a:pt x="5400" y="3086"/>
                      <a:pt x="2700" y="3086"/>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6" name="Shape 5186"/>
              <p:cNvSpPr/>
              <p:nvPr/>
            </p:nvSpPr>
            <p:spPr>
              <a:xfrm>
                <a:off x="1728356" y="1369641"/>
                <a:ext cx="335369" cy="195664"/>
              </a:xfrm>
              <a:custGeom>
                <a:avLst/>
                <a:gdLst/>
                <a:ahLst/>
                <a:cxnLst>
                  <a:cxn ang="0">
                    <a:pos x="wd2" y="hd2"/>
                  </a:cxn>
                  <a:cxn ang="5400000">
                    <a:pos x="wd2" y="hd2"/>
                  </a:cxn>
                  <a:cxn ang="10800000">
                    <a:pos x="wd2" y="hd2"/>
                  </a:cxn>
                  <a:cxn ang="16200000">
                    <a:pos x="wd2" y="hd2"/>
                  </a:cxn>
                </a:cxnLst>
                <a:rect l="0" t="0" r="r" b="b"/>
                <a:pathLst>
                  <a:path w="20194" h="21600" fill="norm" stroke="1" extrusionOk="0">
                    <a:moveTo>
                      <a:pt x="16800" y="17280"/>
                    </a:moveTo>
                    <a:cubicBezTo>
                      <a:pt x="16800" y="12960"/>
                      <a:pt x="14400" y="8640"/>
                      <a:pt x="14400" y="8640"/>
                    </a:cubicBezTo>
                    <a:cubicBezTo>
                      <a:pt x="12000" y="4320"/>
                      <a:pt x="9600" y="4320"/>
                      <a:pt x="9600" y="4320"/>
                    </a:cubicBezTo>
                    <a:cubicBezTo>
                      <a:pt x="9600" y="4320"/>
                      <a:pt x="7200" y="0"/>
                      <a:pt x="7200" y="0"/>
                    </a:cubicBezTo>
                    <a:cubicBezTo>
                      <a:pt x="7200" y="0"/>
                      <a:pt x="4800" y="4320"/>
                      <a:pt x="4800" y="4320"/>
                    </a:cubicBezTo>
                    <a:cubicBezTo>
                      <a:pt x="4800" y="8640"/>
                      <a:pt x="4800" y="8640"/>
                      <a:pt x="4800" y="8640"/>
                    </a:cubicBezTo>
                    <a:cubicBezTo>
                      <a:pt x="4800" y="8640"/>
                      <a:pt x="2400" y="17280"/>
                      <a:pt x="0" y="17280"/>
                    </a:cubicBezTo>
                    <a:cubicBezTo>
                      <a:pt x="0" y="17280"/>
                      <a:pt x="7200" y="21600"/>
                      <a:pt x="7200" y="21600"/>
                    </a:cubicBezTo>
                    <a:cubicBezTo>
                      <a:pt x="7200" y="21600"/>
                      <a:pt x="12000" y="17280"/>
                      <a:pt x="12000" y="17280"/>
                    </a:cubicBezTo>
                    <a:cubicBezTo>
                      <a:pt x="12000" y="17280"/>
                      <a:pt x="16800" y="21600"/>
                      <a:pt x="19200" y="21600"/>
                    </a:cubicBezTo>
                    <a:cubicBezTo>
                      <a:pt x="21600" y="21600"/>
                      <a:pt x="19200" y="17280"/>
                      <a:pt x="1680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7" name="Shape 5187"/>
              <p:cNvSpPr/>
              <p:nvPr/>
            </p:nvSpPr>
            <p:spPr>
              <a:xfrm>
                <a:off x="1581614" y="668520"/>
                <a:ext cx="1255511" cy="10109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0" y="13292"/>
                    </a:moveTo>
                    <a:cubicBezTo>
                      <a:pt x="19575" y="13292"/>
                      <a:pt x="19575" y="11631"/>
                      <a:pt x="18900" y="11631"/>
                    </a:cubicBezTo>
                    <a:cubicBezTo>
                      <a:pt x="18900" y="10800"/>
                      <a:pt x="17550" y="10800"/>
                      <a:pt x="17550" y="10800"/>
                    </a:cubicBezTo>
                    <a:cubicBezTo>
                      <a:pt x="16875" y="10800"/>
                      <a:pt x="16200" y="9969"/>
                      <a:pt x="16200" y="9138"/>
                    </a:cubicBezTo>
                    <a:cubicBezTo>
                      <a:pt x="16200" y="9138"/>
                      <a:pt x="16875" y="8308"/>
                      <a:pt x="16200" y="7477"/>
                    </a:cubicBezTo>
                    <a:cubicBezTo>
                      <a:pt x="16200" y="7477"/>
                      <a:pt x="15525" y="6646"/>
                      <a:pt x="15525" y="6646"/>
                    </a:cubicBezTo>
                    <a:cubicBezTo>
                      <a:pt x="14850" y="6646"/>
                      <a:pt x="14175" y="6646"/>
                      <a:pt x="14175" y="5815"/>
                    </a:cubicBezTo>
                    <a:cubicBezTo>
                      <a:pt x="14175" y="5815"/>
                      <a:pt x="13500" y="4985"/>
                      <a:pt x="12825" y="4985"/>
                    </a:cubicBezTo>
                    <a:cubicBezTo>
                      <a:pt x="12150" y="4985"/>
                      <a:pt x="11475" y="4154"/>
                      <a:pt x="10800" y="4154"/>
                    </a:cubicBezTo>
                    <a:cubicBezTo>
                      <a:pt x="10800" y="4154"/>
                      <a:pt x="10125" y="3323"/>
                      <a:pt x="10125" y="3323"/>
                    </a:cubicBezTo>
                    <a:cubicBezTo>
                      <a:pt x="9450" y="2492"/>
                      <a:pt x="8775" y="4154"/>
                      <a:pt x="8100" y="4154"/>
                    </a:cubicBezTo>
                    <a:cubicBezTo>
                      <a:pt x="8100" y="4154"/>
                      <a:pt x="6750" y="2492"/>
                      <a:pt x="7425" y="2492"/>
                    </a:cubicBezTo>
                    <a:cubicBezTo>
                      <a:pt x="7425" y="2492"/>
                      <a:pt x="9450" y="2492"/>
                      <a:pt x="9450" y="2492"/>
                    </a:cubicBezTo>
                    <a:cubicBezTo>
                      <a:pt x="9450" y="1662"/>
                      <a:pt x="8775" y="831"/>
                      <a:pt x="8775" y="831"/>
                    </a:cubicBezTo>
                    <a:cubicBezTo>
                      <a:pt x="8775" y="831"/>
                      <a:pt x="7425" y="831"/>
                      <a:pt x="7425" y="831"/>
                    </a:cubicBezTo>
                    <a:cubicBezTo>
                      <a:pt x="6750" y="831"/>
                      <a:pt x="6075" y="831"/>
                      <a:pt x="6075" y="831"/>
                    </a:cubicBezTo>
                    <a:cubicBezTo>
                      <a:pt x="5400" y="831"/>
                      <a:pt x="4725" y="831"/>
                      <a:pt x="4050" y="1662"/>
                    </a:cubicBezTo>
                    <a:cubicBezTo>
                      <a:pt x="4050" y="1662"/>
                      <a:pt x="3375" y="3323"/>
                      <a:pt x="3375" y="3323"/>
                    </a:cubicBezTo>
                    <a:cubicBezTo>
                      <a:pt x="3375" y="4154"/>
                      <a:pt x="2700" y="3323"/>
                      <a:pt x="2700" y="2492"/>
                    </a:cubicBezTo>
                    <a:cubicBezTo>
                      <a:pt x="2700" y="2492"/>
                      <a:pt x="3375" y="831"/>
                      <a:pt x="3375" y="0"/>
                    </a:cubicBezTo>
                    <a:cubicBezTo>
                      <a:pt x="4050" y="0"/>
                      <a:pt x="3375" y="0"/>
                      <a:pt x="2700" y="0"/>
                    </a:cubicBezTo>
                    <a:cubicBezTo>
                      <a:pt x="2025" y="0"/>
                      <a:pt x="1350" y="831"/>
                      <a:pt x="1350" y="1662"/>
                    </a:cubicBezTo>
                    <a:cubicBezTo>
                      <a:pt x="675" y="1662"/>
                      <a:pt x="0" y="3323"/>
                      <a:pt x="0" y="4154"/>
                    </a:cubicBezTo>
                    <a:cubicBezTo>
                      <a:pt x="675" y="4985"/>
                      <a:pt x="2025" y="5815"/>
                      <a:pt x="2025" y="5815"/>
                    </a:cubicBezTo>
                    <a:cubicBezTo>
                      <a:pt x="675" y="5815"/>
                      <a:pt x="675" y="5815"/>
                      <a:pt x="675" y="5815"/>
                    </a:cubicBezTo>
                    <a:cubicBezTo>
                      <a:pt x="675" y="5815"/>
                      <a:pt x="675" y="6646"/>
                      <a:pt x="1350" y="6646"/>
                    </a:cubicBezTo>
                    <a:cubicBezTo>
                      <a:pt x="1350" y="6646"/>
                      <a:pt x="2700" y="6646"/>
                      <a:pt x="2700" y="7477"/>
                    </a:cubicBezTo>
                    <a:cubicBezTo>
                      <a:pt x="2700" y="7477"/>
                      <a:pt x="4050" y="7477"/>
                      <a:pt x="4050" y="7477"/>
                    </a:cubicBezTo>
                    <a:cubicBezTo>
                      <a:pt x="4725" y="7477"/>
                      <a:pt x="6075" y="7477"/>
                      <a:pt x="6075" y="7477"/>
                    </a:cubicBezTo>
                    <a:cubicBezTo>
                      <a:pt x="6750" y="8308"/>
                      <a:pt x="8100" y="8308"/>
                      <a:pt x="8100" y="8308"/>
                    </a:cubicBezTo>
                    <a:cubicBezTo>
                      <a:pt x="8100" y="7477"/>
                      <a:pt x="8100" y="6646"/>
                      <a:pt x="8100" y="6646"/>
                    </a:cubicBezTo>
                    <a:cubicBezTo>
                      <a:pt x="8100" y="6646"/>
                      <a:pt x="8775" y="7477"/>
                      <a:pt x="9450" y="7477"/>
                    </a:cubicBezTo>
                    <a:cubicBezTo>
                      <a:pt x="9450" y="8308"/>
                      <a:pt x="10125" y="8308"/>
                      <a:pt x="10125" y="9138"/>
                    </a:cubicBezTo>
                    <a:cubicBezTo>
                      <a:pt x="10125" y="9138"/>
                      <a:pt x="10800" y="9969"/>
                      <a:pt x="11475" y="9969"/>
                    </a:cubicBezTo>
                    <a:cubicBezTo>
                      <a:pt x="11475" y="9969"/>
                      <a:pt x="12825" y="10800"/>
                      <a:pt x="12825" y="11631"/>
                    </a:cubicBezTo>
                    <a:cubicBezTo>
                      <a:pt x="12825" y="11631"/>
                      <a:pt x="13500" y="13292"/>
                      <a:pt x="13500" y="13292"/>
                    </a:cubicBezTo>
                    <a:cubicBezTo>
                      <a:pt x="12825" y="13292"/>
                      <a:pt x="12825" y="13292"/>
                      <a:pt x="12150" y="14123"/>
                    </a:cubicBezTo>
                    <a:cubicBezTo>
                      <a:pt x="12150" y="14123"/>
                      <a:pt x="13500" y="14954"/>
                      <a:pt x="13500" y="15785"/>
                    </a:cubicBezTo>
                    <a:cubicBezTo>
                      <a:pt x="13500" y="15785"/>
                      <a:pt x="12150" y="15785"/>
                      <a:pt x="11475" y="15785"/>
                    </a:cubicBezTo>
                    <a:cubicBezTo>
                      <a:pt x="11475" y="15785"/>
                      <a:pt x="11475" y="16615"/>
                      <a:pt x="11475" y="16615"/>
                    </a:cubicBezTo>
                    <a:cubicBezTo>
                      <a:pt x="10800" y="15785"/>
                      <a:pt x="10800" y="15785"/>
                      <a:pt x="10800" y="15785"/>
                    </a:cubicBezTo>
                    <a:cubicBezTo>
                      <a:pt x="10800" y="15785"/>
                      <a:pt x="10125" y="15785"/>
                      <a:pt x="9450" y="15785"/>
                    </a:cubicBezTo>
                    <a:cubicBezTo>
                      <a:pt x="9450" y="15785"/>
                      <a:pt x="8775" y="16615"/>
                      <a:pt x="8775" y="16615"/>
                    </a:cubicBezTo>
                    <a:cubicBezTo>
                      <a:pt x="8775" y="16615"/>
                      <a:pt x="9450" y="17446"/>
                      <a:pt x="10125" y="17446"/>
                    </a:cubicBezTo>
                    <a:cubicBezTo>
                      <a:pt x="10125" y="17446"/>
                      <a:pt x="11475" y="16615"/>
                      <a:pt x="11475" y="16615"/>
                    </a:cubicBezTo>
                    <a:cubicBezTo>
                      <a:pt x="11475" y="16615"/>
                      <a:pt x="12150" y="17446"/>
                      <a:pt x="12825" y="16615"/>
                    </a:cubicBezTo>
                    <a:cubicBezTo>
                      <a:pt x="12825" y="16615"/>
                      <a:pt x="13500" y="18277"/>
                      <a:pt x="14175" y="18277"/>
                    </a:cubicBezTo>
                    <a:cubicBezTo>
                      <a:pt x="14175" y="18277"/>
                      <a:pt x="14850" y="19938"/>
                      <a:pt x="14850" y="19938"/>
                    </a:cubicBezTo>
                    <a:cubicBezTo>
                      <a:pt x="15525" y="19938"/>
                      <a:pt x="16875" y="20769"/>
                      <a:pt x="16875" y="20769"/>
                    </a:cubicBezTo>
                    <a:cubicBezTo>
                      <a:pt x="16875" y="21600"/>
                      <a:pt x="19575" y="21600"/>
                      <a:pt x="19575" y="21600"/>
                    </a:cubicBezTo>
                    <a:cubicBezTo>
                      <a:pt x="19575" y="21600"/>
                      <a:pt x="18900" y="20769"/>
                      <a:pt x="18225" y="19938"/>
                    </a:cubicBezTo>
                    <a:cubicBezTo>
                      <a:pt x="18225" y="19938"/>
                      <a:pt x="16875" y="19108"/>
                      <a:pt x="16875" y="18277"/>
                    </a:cubicBezTo>
                    <a:cubicBezTo>
                      <a:pt x="16875" y="17446"/>
                      <a:pt x="19575" y="19938"/>
                      <a:pt x="20250" y="19938"/>
                    </a:cubicBezTo>
                    <a:cubicBezTo>
                      <a:pt x="20250" y="19938"/>
                      <a:pt x="20250" y="19108"/>
                      <a:pt x="19575" y="19108"/>
                    </a:cubicBezTo>
                    <a:cubicBezTo>
                      <a:pt x="19575" y="18277"/>
                      <a:pt x="19575" y="17446"/>
                      <a:pt x="19575" y="17446"/>
                    </a:cubicBezTo>
                    <a:cubicBezTo>
                      <a:pt x="18900" y="16615"/>
                      <a:pt x="17550" y="15785"/>
                      <a:pt x="17550" y="15785"/>
                    </a:cubicBezTo>
                    <a:cubicBezTo>
                      <a:pt x="17550" y="15785"/>
                      <a:pt x="16875" y="14123"/>
                      <a:pt x="17550" y="14123"/>
                    </a:cubicBezTo>
                    <a:cubicBezTo>
                      <a:pt x="17550" y="13292"/>
                      <a:pt x="18900" y="14123"/>
                      <a:pt x="18900" y="14954"/>
                    </a:cubicBezTo>
                    <a:cubicBezTo>
                      <a:pt x="19575" y="14954"/>
                      <a:pt x="19575" y="15785"/>
                      <a:pt x="20250" y="16615"/>
                    </a:cubicBezTo>
                    <a:cubicBezTo>
                      <a:pt x="20925" y="16615"/>
                      <a:pt x="20925" y="15785"/>
                      <a:pt x="20925" y="14954"/>
                    </a:cubicBezTo>
                    <a:cubicBezTo>
                      <a:pt x="20925" y="14954"/>
                      <a:pt x="21600" y="14123"/>
                      <a:pt x="21600" y="13292"/>
                    </a:cubicBezTo>
                    <a:cubicBezTo>
                      <a:pt x="21600" y="13292"/>
                      <a:pt x="20925" y="13292"/>
                      <a:pt x="20250" y="13292"/>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8" name="Shape 5188"/>
              <p:cNvSpPr/>
              <p:nvPr/>
            </p:nvSpPr>
            <p:spPr>
              <a:xfrm>
                <a:off x="2108563" y="1173978"/>
                <a:ext cx="104880" cy="81532"/>
              </a:xfrm>
              <a:custGeom>
                <a:avLst/>
                <a:gdLst/>
                <a:ahLst/>
                <a:cxnLst>
                  <a:cxn ang="0">
                    <a:pos x="wd2" y="hd2"/>
                  </a:cxn>
                  <a:cxn ang="5400000">
                    <a:pos x="wd2" y="hd2"/>
                  </a:cxn>
                  <a:cxn ang="10800000">
                    <a:pos x="wd2" y="hd2"/>
                  </a:cxn>
                  <a:cxn ang="16200000">
                    <a:pos x="wd2" y="hd2"/>
                  </a:cxn>
                </a:cxnLst>
                <a:rect l="0" t="0" r="r" b="b"/>
                <a:pathLst>
                  <a:path w="15437" h="21600" fill="norm" stroke="1" extrusionOk="0">
                    <a:moveTo>
                      <a:pt x="13037" y="21600"/>
                    </a:moveTo>
                    <a:cubicBezTo>
                      <a:pt x="18437" y="10800"/>
                      <a:pt x="13037" y="0"/>
                      <a:pt x="13037" y="0"/>
                    </a:cubicBezTo>
                    <a:cubicBezTo>
                      <a:pt x="13037" y="0"/>
                      <a:pt x="7637" y="0"/>
                      <a:pt x="7637" y="0"/>
                    </a:cubicBezTo>
                    <a:cubicBezTo>
                      <a:pt x="2237" y="0"/>
                      <a:pt x="-3163" y="0"/>
                      <a:pt x="2237" y="10800"/>
                    </a:cubicBezTo>
                    <a:cubicBezTo>
                      <a:pt x="2237" y="21600"/>
                      <a:pt x="13037" y="21600"/>
                      <a:pt x="13037"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89" name="Shape 5189"/>
              <p:cNvSpPr/>
              <p:nvPr/>
            </p:nvSpPr>
            <p:spPr>
              <a:xfrm>
                <a:off x="717431" y="782652"/>
                <a:ext cx="586990" cy="358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20" y="21600"/>
                    </a:moveTo>
                    <a:cubicBezTo>
                      <a:pt x="5760" y="21600"/>
                      <a:pt x="7200" y="21600"/>
                      <a:pt x="8640" y="21600"/>
                    </a:cubicBezTo>
                    <a:cubicBezTo>
                      <a:pt x="10080" y="21600"/>
                      <a:pt x="11520" y="16800"/>
                      <a:pt x="11520" y="16800"/>
                    </a:cubicBezTo>
                    <a:cubicBezTo>
                      <a:pt x="11520" y="16800"/>
                      <a:pt x="12960" y="19200"/>
                      <a:pt x="12960" y="19200"/>
                    </a:cubicBezTo>
                    <a:cubicBezTo>
                      <a:pt x="14400" y="21600"/>
                      <a:pt x="17280" y="21600"/>
                      <a:pt x="18720" y="21600"/>
                    </a:cubicBezTo>
                    <a:cubicBezTo>
                      <a:pt x="20160" y="21600"/>
                      <a:pt x="21600" y="21600"/>
                      <a:pt x="21600" y="19200"/>
                    </a:cubicBezTo>
                    <a:cubicBezTo>
                      <a:pt x="20160" y="19200"/>
                      <a:pt x="20160" y="19200"/>
                      <a:pt x="20160" y="19200"/>
                    </a:cubicBezTo>
                    <a:cubicBezTo>
                      <a:pt x="20160" y="19200"/>
                      <a:pt x="20160" y="19200"/>
                      <a:pt x="20160" y="19200"/>
                    </a:cubicBezTo>
                    <a:cubicBezTo>
                      <a:pt x="18720" y="16800"/>
                      <a:pt x="18720" y="16800"/>
                      <a:pt x="18720" y="16800"/>
                    </a:cubicBezTo>
                    <a:cubicBezTo>
                      <a:pt x="17280" y="16800"/>
                      <a:pt x="21600" y="16800"/>
                      <a:pt x="21600" y="14400"/>
                    </a:cubicBezTo>
                    <a:cubicBezTo>
                      <a:pt x="21600" y="14400"/>
                      <a:pt x="18720" y="12000"/>
                      <a:pt x="18720" y="12000"/>
                    </a:cubicBezTo>
                    <a:cubicBezTo>
                      <a:pt x="17280" y="12000"/>
                      <a:pt x="15840" y="9600"/>
                      <a:pt x="15840" y="9600"/>
                    </a:cubicBezTo>
                    <a:cubicBezTo>
                      <a:pt x="14400" y="9600"/>
                      <a:pt x="14400" y="7200"/>
                      <a:pt x="14400" y="7200"/>
                    </a:cubicBezTo>
                    <a:cubicBezTo>
                      <a:pt x="14400" y="4800"/>
                      <a:pt x="12960" y="2400"/>
                      <a:pt x="12960" y="2400"/>
                    </a:cubicBezTo>
                    <a:cubicBezTo>
                      <a:pt x="12960" y="0"/>
                      <a:pt x="12960" y="0"/>
                      <a:pt x="12960" y="0"/>
                    </a:cubicBezTo>
                    <a:cubicBezTo>
                      <a:pt x="11520" y="2400"/>
                      <a:pt x="11520" y="2400"/>
                      <a:pt x="10080" y="4800"/>
                    </a:cubicBezTo>
                    <a:cubicBezTo>
                      <a:pt x="10080" y="4800"/>
                      <a:pt x="10080" y="4800"/>
                      <a:pt x="10080" y="4800"/>
                    </a:cubicBezTo>
                    <a:cubicBezTo>
                      <a:pt x="10080" y="7200"/>
                      <a:pt x="10080" y="7200"/>
                      <a:pt x="8640" y="4800"/>
                    </a:cubicBezTo>
                    <a:cubicBezTo>
                      <a:pt x="5760" y="9600"/>
                      <a:pt x="2880" y="14400"/>
                      <a:pt x="0" y="19200"/>
                    </a:cubicBezTo>
                    <a:cubicBezTo>
                      <a:pt x="0" y="19200"/>
                      <a:pt x="1440" y="21600"/>
                      <a:pt x="1440" y="21600"/>
                    </a:cubicBezTo>
                    <a:cubicBezTo>
                      <a:pt x="1440" y="21600"/>
                      <a:pt x="2880" y="21600"/>
                      <a:pt x="432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0" name="Shape 5190"/>
              <p:cNvSpPr/>
              <p:nvPr/>
            </p:nvSpPr>
            <p:spPr>
              <a:xfrm>
                <a:off x="1255509" y="1010925"/>
                <a:ext cx="163054" cy="1304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14400"/>
                    </a:moveTo>
                    <a:cubicBezTo>
                      <a:pt x="5400" y="14400"/>
                      <a:pt x="5400" y="14400"/>
                      <a:pt x="5400" y="14400"/>
                    </a:cubicBezTo>
                    <a:cubicBezTo>
                      <a:pt x="10800" y="21600"/>
                      <a:pt x="16200" y="21600"/>
                      <a:pt x="21600" y="21600"/>
                    </a:cubicBezTo>
                    <a:cubicBezTo>
                      <a:pt x="21600" y="21600"/>
                      <a:pt x="21600" y="21600"/>
                      <a:pt x="21600" y="14400"/>
                    </a:cubicBezTo>
                    <a:cubicBezTo>
                      <a:pt x="21600" y="7200"/>
                      <a:pt x="10800" y="0"/>
                      <a:pt x="10800" y="0"/>
                    </a:cubicBezTo>
                    <a:cubicBezTo>
                      <a:pt x="10800" y="0"/>
                      <a:pt x="0" y="7200"/>
                      <a:pt x="0" y="14400"/>
                    </a:cubicBezTo>
                    <a:cubicBezTo>
                      <a:pt x="0" y="14400"/>
                      <a:pt x="5400" y="14400"/>
                      <a:pt x="5400" y="144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1" name="Shape 5191"/>
              <p:cNvSpPr/>
              <p:nvPr/>
            </p:nvSpPr>
            <p:spPr>
              <a:xfrm>
                <a:off x="1108757" y="641599"/>
                <a:ext cx="309806" cy="255196"/>
              </a:xfrm>
              <a:custGeom>
                <a:avLst/>
                <a:gdLst/>
                <a:ahLst/>
                <a:cxnLst>
                  <a:cxn ang="0">
                    <a:pos x="wd2" y="hd2"/>
                  </a:cxn>
                  <a:cxn ang="5400000">
                    <a:pos x="wd2" y="hd2"/>
                  </a:cxn>
                  <a:cxn ang="10800000">
                    <a:pos x="wd2" y="hd2"/>
                  </a:cxn>
                  <a:cxn ang="16200000">
                    <a:pos x="wd2" y="hd2"/>
                  </a:cxn>
                </a:cxnLst>
                <a:rect l="0" t="0" r="r" b="b"/>
                <a:pathLst>
                  <a:path w="21600" h="19886" fill="norm" stroke="1" extrusionOk="0">
                    <a:moveTo>
                      <a:pt x="2700" y="13715"/>
                    </a:moveTo>
                    <a:cubicBezTo>
                      <a:pt x="5400" y="13715"/>
                      <a:pt x="10800" y="16800"/>
                      <a:pt x="10800" y="19886"/>
                    </a:cubicBezTo>
                    <a:cubicBezTo>
                      <a:pt x="13500" y="19886"/>
                      <a:pt x="16200" y="19886"/>
                      <a:pt x="16200" y="19886"/>
                    </a:cubicBezTo>
                    <a:cubicBezTo>
                      <a:pt x="18900" y="16800"/>
                      <a:pt x="18900" y="16800"/>
                      <a:pt x="21600" y="16800"/>
                    </a:cubicBezTo>
                    <a:cubicBezTo>
                      <a:pt x="21600" y="13715"/>
                      <a:pt x="21600" y="13715"/>
                      <a:pt x="18900" y="10629"/>
                    </a:cubicBezTo>
                    <a:cubicBezTo>
                      <a:pt x="18900" y="10629"/>
                      <a:pt x="18900" y="10629"/>
                      <a:pt x="18900" y="10629"/>
                    </a:cubicBezTo>
                    <a:cubicBezTo>
                      <a:pt x="18900" y="10629"/>
                      <a:pt x="18900" y="10629"/>
                      <a:pt x="18900" y="10629"/>
                    </a:cubicBezTo>
                    <a:cubicBezTo>
                      <a:pt x="16200" y="7543"/>
                      <a:pt x="16200" y="7543"/>
                      <a:pt x="13500" y="7543"/>
                    </a:cubicBezTo>
                    <a:cubicBezTo>
                      <a:pt x="13500" y="4457"/>
                      <a:pt x="16200" y="1372"/>
                      <a:pt x="16200" y="1372"/>
                    </a:cubicBezTo>
                    <a:cubicBezTo>
                      <a:pt x="13500" y="-1714"/>
                      <a:pt x="10800" y="1372"/>
                      <a:pt x="10800" y="1372"/>
                    </a:cubicBezTo>
                    <a:cubicBezTo>
                      <a:pt x="8100" y="1372"/>
                      <a:pt x="8100" y="1372"/>
                      <a:pt x="8100" y="1372"/>
                    </a:cubicBezTo>
                    <a:cubicBezTo>
                      <a:pt x="8100" y="1372"/>
                      <a:pt x="5400" y="4457"/>
                      <a:pt x="5400" y="4457"/>
                    </a:cubicBezTo>
                    <a:cubicBezTo>
                      <a:pt x="5400" y="4457"/>
                      <a:pt x="8100" y="7543"/>
                      <a:pt x="8100" y="7543"/>
                    </a:cubicBezTo>
                    <a:cubicBezTo>
                      <a:pt x="5400" y="10629"/>
                      <a:pt x="2700" y="7543"/>
                      <a:pt x="2700" y="7543"/>
                    </a:cubicBezTo>
                    <a:cubicBezTo>
                      <a:pt x="0" y="7543"/>
                      <a:pt x="0" y="7543"/>
                      <a:pt x="0" y="7543"/>
                    </a:cubicBezTo>
                    <a:cubicBezTo>
                      <a:pt x="0" y="10629"/>
                      <a:pt x="2700" y="13715"/>
                      <a:pt x="2700" y="13715"/>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2" name="Shape 5192"/>
              <p:cNvSpPr/>
              <p:nvPr/>
            </p:nvSpPr>
            <p:spPr>
              <a:xfrm>
                <a:off x="1385951" y="619599"/>
                <a:ext cx="228275" cy="173924"/>
              </a:xfrm>
              <a:custGeom>
                <a:avLst/>
                <a:gdLst/>
                <a:ahLst/>
                <a:cxnLst>
                  <a:cxn ang="0">
                    <a:pos x="wd2" y="hd2"/>
                  </a:cxn>
                  <a:cxn ang="5400000">
                    <a:pos x="wd2" y="hd2"/>
                  </a:cxn>
                  <a:cxn ang="10800000">
                    <a:pos x="wd2" y="hd2"/>
                  </a:cxn>
                  <a:cxn ang="16200000">
                    <a:pos x="wd2" y="hd2"/>
                  </a:cxn>
                </a:cxnLst>
                <a:rect l="0" t="0" r="r" b="b"/>
                <a:pathLst>
                  <a:path w="21600" h="19200" fill="norm" stroke="1" extrusionOk="0">
                    <a:moveTo>
                      <a:pt x="7200" y="17280"/>
                    </a:moveTo>
                    <a:cubicBezTo>
                      <a:pt x="7200" y="17280"/>
                      <a:pt x="14400" y="17280"/>
                      <a:pt x="14400" y="12960"/>
                    </a:cubicBezTo>
                    <a:cubicBezTo>
                      <a:pt x="18000" y="12960"/>
                      <a:pt x="18000" y="4320"/>
                      <a:pt x="21600" y="4320"/>
                    </a:cubicBezTo>
                    <a:cubicBezTo>
                      <a:pt x="21600" y="0"/>
                      <a:pt x="14400" y="4320"/>
                      <a:pt x="10800" y="0"/>
                    </a:cubicBezTo>
                    <a:cubicBezTo>
                      <a:pt x="10800" y="0"/>
                      <a:pt x="7200" y="0"/>
                      <a:pt x="3600" y="4320"/>
                    </a:cubicBezTo>
                    <a:cubicBezTo>
                      <a:pt x="3600" y="4320"/>
                      <a:pt x="3600" y="8640"/>
                      <a:pt x="0" y="8640"/>
                    </a:cubicBezTo>
                    <a:cubicBezTo>
                      <a:pt x="0" y="8640"/>
                      <a:pt x="0" y="12960"/>
                      <a:pt x="0" y="17280"/>
                    </a:cubicBezTo>
                    <a:cubicBezTo>
                      <a:pt x="0" y="17280"/>
                      <a:pt x="0" y="17280"/>
                      <a:pt x="0" y="17280"/>
                    </a:cubicBezTo>
                    <a:cubicBezTo>
                      <a:pt x="0" y="17280"/>
                      <a:pt x="0" y="17280"/>
                      <a:pt x="0" y="17280"/>
                    </a:cubicBezTo>
                    <a:cubicBezTo>
                      <a:pt x="3600" y="21600"/>
                      <a:pt x="7200" y="17280"/>
                      <a:pt x="720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3" name="Shape 5193"/>
              <p:cNvSpPr/>
              <p:nvPr/>
            </p:nvSpPr>
            <p:spPr>
              <a:xfrm>
                <a:off x="1614225" y="195663"/>
                <a:ext cx="586990" cy="253998"/>
              </a:xfrm>
              <a:custGeom>
                <a:avLst/>
                <a:gdLst/>
                <a:ahLst/>
                <a:cxnLst>
                  <a:cxn ang="0">
                    <a:pos x="wd2" y="hd2"/>
                  </a:cxn>
                  <a:cxn ang="5400000">
                    <a:pos x="wd2" y="hd2"/>
                  </a:cxn>
                  <a:cxn ang="10800000">
                    <a:pos x="wd2" y="hd2"/>
                  </a:cxn>
                  <a:cxn ang="16200000">
                    <a:pos x="wd2" y="hd2"/>
                  </a:cxn>
                </a:cxnLst>
                <a:rect l="0" t="0" r="r" b="b"/>
                <a:pathLst>
                  <a:path w="21600" h="19792" fill="norm" stroke="1" extrusionOk="0">
                    <a:moveTo>
                      <a:pt x="2880" y="18514"/>
                    </a:moveTo>
                    <a:cubicBezTo>
                      <a:pt x="5760" y="18514"/>
                      <a:pt x="11520" y="18514"/>
                      <a:pt x="12960" y="18514"/>
                    </a:cubicBezTo>
                    <a:cubicBezTo>
                      <a:pt x="12960" y="21600"/>
                      <a:pt x="15840" y="18514"/>
                      <a:pt x="17280" y="15429"/>
                    </a:cubicBezTo>
                    <a:cubicBezTo>
                      <a:pt x="17280" y="12343"/>
                      <a:pt x="14400" y="12343"/>
                      <a:pt x="15840" y="12343"/>
                    </a:cubicBezTo>
                    <a:cubicBezTo>
                      <a:pt x="15840" y="12343"/>
                      <a:pt x="17280" y="6171"/>
                      <a:pt x="18720" y="6171"/>
                    </a:cubicBezTo>
                    <a:cubicBezTo>
                      <a:pt x="18720" y="6171"/>
                      <a:pt x="18720" y="6171"/>
                      <a:pt x="20160" y="6171"/>
                    </a:cubicBezTo>
                    <a:cubicBezTo>
                      <a:pt x="18720" y="3086"/>
                      <a:pt x="18720" y="3086"/>
                      <a:pt x="20160" y="3086"/>
                    </a:cubicBezTo>
                    <a:cubicBezTo>
                      <a:pt x="20160" y="3086"/>
                      <a:pt x="20160" y="3086"/>
                      <a:pt x="20160" y="3086"/>
                    </a:cubicBezTo>
                    <a:cubicBezTo>
                      <a:pt x="20160" y="0"/>
                      <a:pt x="21600" y="0"/>
                      <a:pt x="21600" y="0"/>
                    </a:cubicBezTo>
                    <a:cubicBezTo>
                      <a:pt x="21600" y="0"/>
                      <a:pt x="21600" y="0"/>
                      <a:pt x="21600" y="0"/>
                    </a:cubicBezTo>
                    <a:cubicBezTo>
                      <a:pt x="12960" y="3086"/>
                      <a:pt x="5760" y="12343"/>
                      <a:pt x="0" y="18514"/>
                    </a:cubicBezTo>
                    <a:cubicBezTo>
                      <a:pt x="1440" y="18514"/>
                      <a:pt x="2880" y="18514"/>
                      <a:pt x="2880" y="18514"/>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4" name="Shape 5194"/>
              <p:cNvSpPr/>
              <p:nvPr/>
            </p:nvSpPr>
            <p:spPr>
              <a:xfrm>
                <a:off x="1500083" y="472857"/>
                <a:ext cx="586990" cy="146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200"/>
                    </a:moveTo>
                    <a:cubicBezTo>
                      <a:pt x="0" y="21600"/>
                      <a:pt x="4320" y="16200"/>
                      <a:pt x="5760" y="21600"/>
                    </a:cubicBezTo>
                    <a:cubicBezTo>
                      <a:pt x="8640" y="21600"/>
                      <a:pt x="11520" y="21600"/>
                      <a:pt x="12960" y="21600"/>
                    </a:cubicBezTo>
                    <a:cubicBezTo>
                      <a:pt x="15840" y="21600"/>
                      <a:pt x="20160" y="21600"/>
                      <a:pt x="21600" y="21600"/>
                    </a:cubicBezTo>
                    <a:cubicBezTo>
                      <a:pt x="21600" y="21600"/>
                      <a:pt x="21600" y="10800"/>
                      <a:pt x="20160" y="5400"/>
                    </a:cubicBezTo>
                    <a:cubicBezTo>
                      <a:pt x="20160" y="0"/>
                      <a:pt x="14400" y="0"/>
                      <a:pt x="12960" y="5400"/>
                    </a:cubicBezTo>
                    <a:cubicBezTo>
                      <a:pt x="10080" y="5400"/>
                      <a:pt x="8640" y="5400"/>
                      <a:pt x="7200" y="5400"/>
                    </a:cubicBezTo>
                    <a:cubicBezTo>
                      <a:pt x="5760" y="5400"/>
                      <a:pt x="4320" y="0"/>
                      <a:pt x="2880" y="0"/>
                    </a:cubicBezTo>
                    <a:cubicBezTo>
                      <a:pt x="1440" y="0"/>
                      <a:pt x="0" y="0"/>
                      <a:pt x="0" y="5400"/>
                    </a:cubicBezTo>
                    <a:cubicBezTo>
                      <a:pt x="0" y="5400"/>
                      <a:pt x="0" y="10800"/>
                      <a:pt x="0" y="10800"/>
                    </a:cubicBezTo>
                    <a:cubicBezTo>
                      <a:pt x="0" y="16200"/>
                      <a:pt x="0" y="16200"/>
                      <a:pt x="0" y="162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5" name="Shape 5195"/>
              <p:cNvSpPr/>
              <p:nvPr/>
            </p:nvSpPr>
            <p:spPr>
              <a:xfrm>
                <a:off x="2168603" y="0"/>
                <a:ext cx="2233826" cy="1846692"/>
              </a:xfrm>
              <a:custGeom>
                <a:avLst/>
                <a:gdLst/>
                <a:ahLst/>
                <a:cxnLst>
                  <a:cxn ang="0">
                    <a:pos x="wd2" y="hd2"/>
                  </a:cxn>
                  <a:cxn ang="5400000">
                    <a:pos x="wd2" y="hd2"/>
                  </a:cxn>
                  <a:cxn ang="10800000">
                    <a:pos x="wd2" y="hd2"/>
                  </a:cxn>
                  <a:cxn ang="16200000">
                    <a:pos x="wd2" y="hd2"/>
                  </a:cxn>
                </a:cxnLst>
                <a:rect l="0" t="0" r="r" b="b"/>
                <a:pathLst>
                  <a:path w="21600" h="21273" fill="norm" stroke="1" extrusionOk="0">
                    <a:moveTo>
                      <a:pt x="2274" y="1800"/>
                    </a:moveTo>
                    <a:cubicBezTo>
                      <a:pt x="1895" y="1800"/>
                      <a:pt x="1516" y="1800"/>
                      <a:pt x="1137" y="2250"/>
                    </a:cubicBezTo>
                    <a:cubicBezTo>
                      <a:pt x="758" y="2250"/>
                      <a:pt x="379" y="2250"/>
                      <a:pt x="0" y="2700"/>
                    </a:cubicBezTo>
                    <a:cubicBezTo>
                      <a:pt x="0" y="2700"/>
                      <a:pt x="0" y="2700"/>
                      <a:pt x="0" y="3150"/>
                    </a:cubicBezTo>
                    <a:cubicBezTo>
                      <a:pt x="0" y="3150"/>
                      <a:pt x="0" y="3150"/>
                      <a:pt x="0" y="3150"/>
                    </a:cubicBezTo>
                    <a:cubicBezTo>
                      <a:pt x="379" y="3150"/>
                      <a:pt x="1516" y="3600"/>
                      <a:pt x="1516" y="3600"/>
                    </a:cubicBezTo>
                    <a:cubicBezTo>
                      <a:pt x="1516" y="4050"/>
                      <a:pt x="379" y="4050"/>
                      <a:pt x="379" y="4050"/>
                    </a:cubicBezTo>
                    <a:cubicBezTo>
                      <a:pt x="379" y="4050"/>
                      <a:pt x="758" y="4500"/>
                      <a:pt x="1137" y="4500"/>
                    </a:cubicBezTo>
                    <a:cubicBezTo>
                      <a:pt x="1137" y="4500"/>
                      <a:pt x="1516" y="4950"/>
                      <a:pt x="1516" y="4950"/>
                    </a:cubicBezTo>
                    <a:cubicBezTo>
                      <a:pt x="1895" y="5400"/>
                      <a:pt x="2274" y="5400"/>
                      <a:pt x="2653" y="5400"/>
                    </a:cubicBezTo>
                    <a:cubicBezTo>
                      <a:pt x="3032" y="4950"/>
                      <a:pt x="4168" y="5400"/>
                      <a:pt x="4926" y="5400"/>
                    </a:cubicBezTo>
                    <a:cubicBezTo>
                      <a:pt x="5305" y="5400"/>
                      <a:pt x="5305" y="5850"/>
                      <a:pt x="5684" y="6300"/>
                    </a:cubicBezTo>
                    <a:cubicBezTo>
                      <a:pt x="5684" y="6300"/>
                      <a:pt x="6442" y="7200"/>
                      <a:pt x="6821" y="7650"/>
                    </a:cubicBezTo>
                    <a:cubicBezTo>
                      <a:pt x="6821" y="8100"/>
                      <a:pt x="7200" y="9000"/>
                      <a:pt x="6821" y="9450"/>
                    </a:cubicBezTo>
                    <a:cubicBezTo>
                      <a:pt x="6821" y="9900"/>
                      <a:pt x="6821" y="10350"/>
                      <a:pt x="7200" y="10350"/>
                    </a:cubicBezTo>
                    <a:cubicBezTo>
                      <a:pt x="7200" y="10800"/>
                      <a:pt x="7579" y="10350"/>
                      <a:pt x="7958" y="9900"/>
                    </a:cubicBezTo>
                    <a:cubicBezTo>
                      <a:pt x="7958" y="9900"/>
                      <a:pt x="8716" y="10800"/>
                      <a:pt x="8716" y="11700"/>
                    </a:cubicBezTo>
                    <a:cubicBezTo>
                      <a:pt x="8716" y="11700"/>
                      <a:pt x="8716" y="11700"/>
                      <a:pt x="8716" y="11700"/>
                    </a:cubicBezTo>
                    <a:cubicBezTo>
                      <a:pt x="9095" y="11700"/>
                      <a:pt x="9095" y="11700"/>
                      <a:pt x="9095" y="12150"/>
                    </a:cubicBezTo>
                    <a:cubicBezTo>
                      <a:pt x="9095" y="12150"/>
                      <a:pt x="9095" y="12150"/>
                      <a:pt x="8716" y="12150"/>
                    </a:cubicBezTo>
                    <a:cubicBezTo>
                      <a:pt x="8716" y="12600"/>
                      <a:pt x="8716" y="13050"/>
                      <a:pt x="8337" y="13050"/>
                    </a:cubicBezTo>
                    <a:cubicBezTo>
                      <a:pt x="7958" y="13500"/>
                      <a:pt x="7958" y="13950"/>
                      <a:pt x="7958" y="14400"/>
                    </a:cubicBezTo>
                    <a:cubicBezTo>
                      <a:pt x="7579" y="14850"/>
                      <a:pt x="8337" y="16200"/>
                      <a:pt x="8716" y="16650"/>
                    </a:cubicBezTo>
                    <a:cubicBezTo>
                      <a:pt x="9095" y="17100"/>
                      <a:pt x="8716" y="17550"/>
                      <a:pt x="8716" y="18000"/>
                    </a:cubicBezTo>
                    <a:cubicBezTo>
                      <a:pt x="8716" y="18450"/>
                      <a:pt x="9853" y="18450"/>
                      <a:pt x="10232" y="19350"/>
                    </a:cubicBezTo>
                    <a:cubicBezTo>
                      <a:pt x="10611" y="20250"/>
                      <a:pt x="11368" y="20250"/>
                      <a:pt x="11747" y="20250"/>
                    </a:cubicBezTo>
                    <a:cubicBezTo>
                      <a:pt x="12126" y="20250"/>
                      <a:pt x="12505" y="21150"/>
                      <a:pt x="12505" y="21150"/>
                    </a:cubicBezTo>
                    <a:cubicBezTo>
                      <a:pt x="12884" y="21600"/>
                      <a:pt x="12884" y="20700"/>
                      <a:pt x="12884" y="20250"/>
                    </a:cubicBezTo>
                    <a:cubicBezTo>
                      <a:pt x="13263" y="20250"/>
                      <a:pt x="13263" y="19350"/>
                      <a:pt x="13263" y="18900"/>
                    </a:cubicBezTo>
                    <a:cubicBezTo>
                      <a:pt x="13263" y="18450"/>
                      <a:pt x="13263" y="18000"/>
                      <a:pt x="13642" y="17550"/>
                    </a:cubicBezTo>
                    <a:cubicBezTo>
                      <a:pt x="14021" y="17100"/>
                      <a:pt x="13642" y="17100"/>
                      <a:pt x="14021" y="16650"/>
                    </a:cubicBezTo>
                    <a:cubicBezTo>
                      <a:pt x="14400" y="16200"/>
                      <a:pt x="15158" y="15750"/>
                      <a:pt x="15916" y="15750"/>
                    </a:cubicBezTo>
                    <a:cubicBezTo>
                      <a:pt x="16674" y="15300"/>
                      <a:pt x="16674" y="14850"/>
                      <a:pt x="16674" y="14400"/>
                    </a:cubicBezTo>
                    <a:cubicBezTo>
                      <a:pt x="17053" y="13950"/>
                      <a:pt x="17811" y="13950"/>
                      <a:pt x="18189" y="13500"/>
                    </a:cubicBezTo>
                    <a:cubicBezTo>
                      <a:pt x="18568" y="13500"/>
                      <a:pt x="18947" y="13500"/>
                      <a:pt x="19705" y="13050"/>
                    </a:cubicBezTo>
                    <a:cubicBezTo>
                      <a:pt x="20463" y="12600"/>
                      <a:pt x="21221" y="11700"/>
                      <a:pt x="21221" y="11700"/>
                    </a:cubicBezTo>
                    <a:cubicBezTo>
                      <a:pt x="21221" y="11700"/>
                      <a:pt x="20463" y="11700"/>
                      <a:pt x="20084" y="11700"/>
                    </a:cubicBezTo>
                    <a:cubicBezTo>
                      <a:pt x="19705" y="11700"/>
                      <a:pt x="18947" y="11700"/>
                      <a:pt x="19326" y="11700"/>
                    </a:cubicBezTo>
                    <a:cubicBezTo>
                      <a:pt x="19705" y="11250"/>
                      <a:pt x="19705" y="10350"/>
                      <a:pt x="20084" y="10800"/>
                    </a:cubicBezTo>
                    <a:cubicBezTo>
                      <a:pt x="20463" y="11250"/>
                      <a:pt x="20842" y="11250"/>
                      <a:pt x="21221" y="11250"/>
                    </a:cubicBezTo>
                    <a:cubicBezTo>
                      <a:pt x="21600" y="11250"/>
                      <a:pt x="21221" y="10800"/>
                      <a:pt x="21221" y="10350"/>
                    </a:cubicBezTo>
                    <a:cubicBezTo>
                      <a:pt x="21221" y="9900"/>
                      <a:pt x="20842" y="9900"/>
                      <a:pt x="20463" y="9900"/>
                    </a:cubicBezTo>
                    <a:cubicBezTo>
                      <a:pt x="19705" y="9450"/>
                      <a:pt x="19705" y="9000"/>
                      <a:pt x="19326" y="8550"/>
                    </a:cubicBezTo>
                    <a:cubicBezTo>
                      <a:pt x="19326" y="8100"/>
                      <a:pt x="20463" y="8550"/>
                      <a:pt x="20842" y="8100"/>
                    </a:cubicBezTo>
                    <a:cubicBezTo>
                      <a:pt x="21600" y="8100"/>
                      <a:pt x="21221" y="7650"/>
                      <a:pt x="21600" y="7200"/>
                    </a:cubicBezTo>
                    <a:cubicBezTo>
                      <a:pt x="21600" y="6750"/>
                      <a:pt x="21221" y="6750"/>
                      <a:pt x="21600" y="6300"/>
                    </a:cubicBezTo>
                    <a:cubicBezTo>
                      <a:pt x="21600" y="5400"/>
                      <a:pt x="21221" y="5850"/>
                      <a:pt x="20463" y="4950"/>
                    </a:cubicBezTo>
                    <a:cubicBezTo>
                      <a:pt x="20084" y="4500"/>
                      <a:pt x="21221" y="4500"/>
                      <a:pt x="21600" y="4500"/>
                    </a:cubicBezTo>
                    <a:cubicBezTo>
                      <a:pt x="21600" y="4500"/>
                      <a:pt x="21221" y="3600"/>
                      <a:pt x="20842" y="3600"/>
                    </a:cubicBezTo>
                    <a:cubicBezTo>
                      <a:pt x="20842" y="3150"/>
                      <a:pt x="20463" y="3150"/>
                      <a:pt x="20084" y="3150"/>
                    </a:cubicBezTo>
                    <a:cubicBezTo>
                      <a:pt x="19705" y="3150"/>
                      <a:pt x="20084" y="2700"/>
                      <a:pt x="20084" y="2250"/>
                    </a:cubicBezTo>
                    <a:cubicBezTo>
                      <a:pt x="20463" y="2250"/>
                      <a:pt x="20463" y="1800"/>
                      <a:pt x="20463" y="1350"/>
                    </a:cubicBezTo>
                    <a:cubicBezTo>
                      <a:pt x="17811" y="450"/>
                      <a:pt x="14779" y="0"/>
                      <a:pt x="11747" y="0"/>
                    </a:cubicBezTo>
                    <a:cubicBezTo>
                      <a:pt x="8716" y="0"/>
                      <a:pt x="5684" y="450"/>
                      <a:pt x="3032" y="1350"/>
                    </a:cubicBezTo>
                    <a:cubicBezTo>
                      <a:pt x="2653" y="1350"/>
                      <a:pt x="2274" y="1800"/>
                      <a:pt x="2274" y="18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6" name="Shape 5196"/>
              <p:cNvSpPr/>
              <p:nvPr/>
            </p:nvSpPr>
            <p:spPr>
              <a:xfrm>
                <a:off x="4125234" y="1288120"/>
                <a:ext cx="450967" cy="255196"/>
              </a:xfrm>
              <a:custGeom>
                <a:avLst/>
                <a:gdLst/>
                <a:ahLst/>
                <a:cxnLst>
                  <a:cxn ang="0">
                    <a:pos x="wd2" y="hd2"/>
                  </a:cxn>
                  <a:cxn ang="5400000">
                    <a:pos x="wd2" y="hd2"/>
                  </a:cxn>
                  <a:cxn ang="10800000">
                    <a:pos x="wd2" y="hd2"/>
                  </a:cxn>
                  <a:cxn ang="16200000">
                    <a:pos x="wd2" y="hd2"/>
                  </a:cxn>
                </a:cxnLst>
                <a:rect l="0" t="0" r="r" b="b"/>
                <a:pathLst>
                  <a:path w="20600" h="19886" fill="norm" stroke="1" extrusionOk="0">
                    <a:moveTo>
                      <a:pt x="16200" y="3086"/>
                    </a:moveTo>
                    <a:cubicBezTo>
                      <a:pt x="14400" y="0"/>
                      <a:pt x="12600" y="3086"/>
                      <a:pt x="12600" y="3086"/>
                    </a:cubicBezTo>
                    <a:cubicBezTo>
                      <a:pt x="10800" y="3086"/>
                      <a:pt x="9000" y="6171"/>
                      <a:pt x="5400" y="6171"/>
                    </a:cubicBezTo>
                    <a:cubicBezTo>
                      <a:pt x="3600" y="6171"/>
                      <a:pt x="3600" y="0"/>
                      <a:pt x="3600" y="0"/>
                    </a:cubicBezTo>
                    <a:cubicBezTo>
                      <a:pt x="3600" y="0"/>
                      <a:pt x="1800" y="0"/>
                      <a:pt x="0" y="3086"/>
                    </a:cubicBezTo>
                    <a:cubicBezTo>
                      <a:pt x="0" y="3086"/>
                      <a:pt x="0" y="6171"/>
                      <a:pt x="1800" y="6171"/>
                    </a:cubicBezTo>
                    <a:cubicBezTo>
                      <a:pt x="1800" y="6171"/>
                      <a:pt x="1800" y="9257"/>
                      <a:pt x="1800" y="12343"/>
                    </a:cubicBezTo>
                    <a:cubicBezTo>
                      <a:pt x="1800" y="12343"/>
                      <a:pt x="3600" y="15429"/>
                      <a:pt x="3600" y="15429"/>
                    </a:cubicBezTo>
                    <a:cubicBezTo>
                      <a:pt x="3600" y="18514"/>
                      <a:pt x="5400" y="15429"/>
                      <a:pt x="9000" y="18514"/>
                    </a:cubicBezTo>
                    <a:cubicBezTo>
                      <a:pt x="10800" y="21600"/>
                      <a:pt x="12600" y="18514"/>
                      <a:pt x="14400" y="18514"/>
                    </a:cubicBezTo>
                    <a:cubicBezTo>
                      <a:pt x="14400" y="18514"/>
                      <a:pt x="18000" y="15429"/>
                      <a:pt x="19800" y="15429"/>
                    </a:cubicBezTo>
                    <a:cubicBezTo>
                      <a:pt x="19800" y="15429"/>
                      <a:pt x="21600" y="12343"/>
                      <a:pt x="19800" y="9257"/>
                    </a:cubicBezTo>
                    <a:cubicBezTo>
                      <a:pt x="19800" y="6171"/>
                      <a:pt x="18000" y="3086"/>
                      <a:pt x="16200" y="3086"/>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7" name="Shape 5197"/>
              <p:cNvSpPr/>
              <p:nvPr/>
            </p:nvSpPr>
            <p:spPr>
              <a:xfrm>
                <a:off x="5712335" y="1483783"/>
                <a:ext cx="1233714" cy="1288121"/>
              </a:xfrm>
              <a:custGeom>
                <a:avLst/>
                <a:gdLst/>
                <a:ahLst/>
                <a:cxnLst>
                  <a:cxn ang="0">
                    <a:pos x="wd2" y="hd2"/>
                  </a:cxn>
                  <a:cxn ang="5400000">
                    <a:pos x="wd2" y="hd2"/>
                  </a:cxn>
                  <a:cxn ang="10800000">
                    <a:pos x="wd2" y="hd2"/>
                  </a:cxn>
                  <a:cxn ang="16200000">
                    <a:pos x="wd2" y="hd2"/>
                  </a:cxn>
                </a:cxnLst>
                <a:rect l="0" t="0" r="r" b="b"/>
                <a:pathLst>
                  <a:path w="21225" h="21600" fill="norm" stroke="1" extrusionOk="0">
                    <a:moveTo>
                      <a:pt x="13125" y="2618"/>
                    </a:moveTo>
                    <a:cubicBezTo>
                      <a:pt x="13125" y="2618"/>
                      <a:pt x="13125" y="2618"/>
                      <a:pt x="13125" y="2618"/>
                    </a:cubicBezTo>
                    <a:cubicBezTo>
                      <a:pt x="12450" y="1309"/>
                      <a:pt x="11775" y="655"/>
                      <a:pt x="11100" y="0"/>
                    </a:cubicBezTo>
                    <a:cubicBezTo>
                      <a:pt x="11100" y="0"/>
                      <a:pt x="11100" y="655"/>
                      <a:pt x="11100" y="655"/>
                    </a:cubicBezTo>
                    <a:cubicBezTo>
                      <a:pt x="11100" y="1309"/>
                      <a:pt x="11100" y="2618"/>
                      <a:pt x="11100" y="2618"/>
                    </a:cubicBezTo>
                    <a:cubicBezTo>
                      <a:pt x="11775" y="3273"/>
                      <a:pt x="11775" y="3927"/>
                      <a:pt x="11100" y="3927"/>
                    </a:cubicBezTo>
                    <a:cubicBezTo>
                      <a:pt x="10425" y="3927"/>
                      <a:pt x="10425" y="3273"/>
                      <a:pt x="9750" y="3927"/>
                    </a:cubicBezTo>
                    <a:cubicBezTo>
                      <a:pt x="9075" y="4582"/>
                      <a:pt x="8400" y="5236"/>
                      <a:pt x="8400" y="5891"/>
                    </a:cubicBezTo>
                    <a:cubicBezTo>
                      <a:pt x="8400" y="5891"/>
                      <a:pt x="7725" y="6545"/>
                      <a:pt x="7725" y="6545"/>
                    </a:cubicBezTo>
                    <a:cubicBezTo>
                      <a:pt x="7050" y="7200"/>
                      <a:pt x="7050" y="7200"/>
                      <a:pt x="7050" y="7855"/>
                    </a:cubicBezTo>
                    <a:cubicBezTo>
                      <a:pt x="6375" y="7855"/>
                      <a:pt x="5700" y="8509"/>
                      <a:pt x="5700" y="8509"/>
                    </a:cubicBezTo>
                    <a:cubicBezTo>
                      <a:pt x="5700" y="8509"/>
                      <a:pt x="5025" y="7855"/>
                      <a:pt x="5025" y="8509"/>
                    </a:cubicBezTo>
                    <a:cubicBezTo>
                      <a:pt x="5025" y="8509"/>
                      <a:pt x="5025" y="9164"/>
                      <a:pt x="4350" y="9164"/>
                    </a:cubicBezTo>
                    <a:cubicBezTo>
                      <a:pt x="4350" y="9164"/>
                      <a:pt x="3000" y="9164"/>
                      <a:pt x="3000" y="9164"/>
                    </a:cubicBezTo>
                    <a:cubicBezTo>
                      <a:pt x="3000" y="9818"/>
                      <a:pt x="3675" y="10473"/>
                      <a:pt x="3675" y="10473"/>
                    </a:cubicBezTo>
                    <a:cubicBezTo>
                      <a:pt x="4350" y="10473"/>
                      <a:pt x="5025" y="11127"/>
                      <a:pt x="5025" y="11127"/>
                    </a:cubicBezTo>
                    <a:cubicBezTo>
                      <a:pt x="5025" y="11782"/>
                      <a:pt x="5025" y="12436"/>
                      <a:pt x="5025" y="13091"/>
                    </a:cubicBezTo>
                    <a:cubicBezTo>
                      <a:pt x="5700" y="13091"/>
                      <a:pt x="5025" y="14400"/>
                      <a:pt x="5025" y="14400"/>
                    </a:cubicBezTo>
                    <a:cubicBezTo>
                      <a:pt x="5025" y="14400"/>
                      <a:pt x="3000" y="14400"/>
                      <a:pt x="2325" y="14400"/>
                    </a:cubicBezTo>
                    <a:cubicBezTo>
                      <a:pt x="2325" y="14400"/>
                      <a:pt x="1650" y="13745"/>
                      <a:pt x="975" y="14400"/>
                    </a:cubicBezTo>
                    <a:cubicBezTo>
                      <a:pt x="975" y="14400"/>
                      <a:pt x="300" y="14400"/>
                      <a:pt x="300" y="15055"/>
                    </a:cubicBezTo>
                    <a:cubicBezTo>
                      <a:pt x="300" y="15709"/>
                      <a:pt x="300" y="15709"/>
                      <a:pt x="300" y="16364"/>
                    </a:cubicBezTo>
                    <a:cubicBezTo>
                      <a:pt x="300" y="16364"/>
                      <a:pt x="975" y="17673"/>
                      <a:pt x="300" y="18327"/>
                    </a:cubicBezTo>
                    <a:cubicBezTo>
                      <a:pt x="-375" y="18327"/>
                      <a:pt x="300" y="18982"/>
                      <a:pt x="300" y="19636"/>
                    </a:cubicBezTo>
                    <a:cubicBezTo>
                      <a:pt x="300" y="19636"/>
                      <a:pt x="300" y="20291"/>
                      <a:pt x="975" y="20291"/>
                    </a:cubicBezTo>
                    <a:cubicBezTo>
                      <a:pt x="975" y="20291"/>
                      <a:pt x="1650" y="20291"/>
                      <a:pt x="1650" y="20291"/>
                    </a:cubicBezTo>
                    <a:cubicBezTo>
                      <a:pt x="1650" y="20291"/>
                      <a:pt x="2325" y="21600"/>
                      <a:pt x="2325" y="21600"/>
                    </a:cubicBezTo>
                    <a:cubicBezTo>
                      <a:pt x="2325" y="21600"/>
                      <a:pt x="3000" y="20945"/>
                      <a:pt x="3675" y="20945"/>
                    </a:cubicBezTo>
                    <a:cubicBezTo>
                      <a:pt x="3675" y="20945"/>
                      <a:pt x="5025" y="20945"/>
                      <a:pt x="5025" y="20291"/>
                    </a:cubicBezTo>
                    <a:cubicBezTo>
                      <a:pt x="5025" y="20291"/>
                      <a:pt x="5700" y="18982"/>
                      <a:pt x="5700" y="18982"/>
                    </a:cubicBezTo>
                    <a:cubicBezTo>
                      <a:pt x="5700" y="18982"/>
                      <a:pt x="6375" y="18982"/>
                      <a:pt x="6375" y="18982"/>
                    </a:cubicBezTo>
                    <a:cubicBezTo>
                      <a:pt x="6375" y="18327"/>
                      <a:pt x="5700" y="17673"/>
                      <a:pt x="6375" y="17673"/>
                    </a:cubicBezTo>
                    <a:cubicBezTo>
                      <a:pt x="6375" y="17018"/>
                      <a:pt x="7050" y="16364"/>
                      <a:pt x="7050" y="16364"/>
                    </a:cubicBezTo>
                    <a:cubicBezTo>
                      <a:pt x="7725" y="16364"/>
                      <a:pt x="7725" y="15709"/>
                      <a:pt x="7725" y="15709"/>
                    </a:cubicBezTo>
                    <a:cubicBezTo>
                      <a:pt x="7725" y="15055"/>
                      <a:pt x="8400" y="14400"/>
                      <a:pt x="8400" y="14400"/>
                    </a:cubicBezTo>
                    <a:cubicBezTo>
                      <a:pt x="9075" y="14400"/>
                      <a:pt x="9750" y="14400"/>
                      <a:pt x="9750" y="14400"/>
                    </a:cubicBezTo>
                    <a:cubicBezTo>
                      <a:pt x="10425" y="14400"/>
                      <a:pt x="10425" y="14400"/>
                      <a:pt x="11100" y="13745"/>
                    </a:cubicBezTo>
                    <a:cubicBezTo>
                      <a:pt x="11100" y="13745"/>
                      <a:pt x="11775" y="13091"/>
                      <a:pt x="11775" y="13745"/>
                    </a:cubicBezTo>
                    <a:cubicBezTo>
                      <a:pt x="12450" y="13745"/>
                      <a:pt x="12450" y="15055"/>
                      <a:pt x="12450" y="15055"/>
                    </a:cubicBezTo>
                    <a:cubicBezTo>
                      <a:pt x="13125" y="15055"/>
                      <a:pt x="13125" y="15709"/>
                      <a:pt x="13800" y="15709"/>
                    </a:cubicBezTo>
                    <a:cubicBezTo>
                      <a:pt x="13800" y="16364"/>
                      <a:pt x="15150" y="17018"/>
                      <a:pt x="15150" y="17018"/>
                    </a:cubicBezTo>
                    <a:cubicBezTo>
                      <a:pt x="15150" y="17018"/>
                      <a:pt x="15150" y="18327"/>
                      <a:pt x="15825" y="18327"/>
                    </a:cubicBezTo>
                    <a:cubicBezTo>
                      <a:pt x="15825" y="18327"/>
                      <a:pt x="16500" y="18982"/>
                      <a:pt x="15825" y="18982"/>
                    </a:cubicBezTo>
                    <a:cubicBezTo>
                      <a:pt x="15825" y="18982"/>
                      <a:pt x="15825" y="19636"/>
                      <a:pt x="15825" y="19636"/>
                    </a:cubicBezTo>
                    <a:cubicBezTo>
                      <a:pt x="16500" y="19636"/>
                      <a:pt x="16500" y="19636"/>
                      <a:pt x="16500" y="18982"/>
                    </a:cubicBezTo>
                    <a:cubicBezTo>
                      <a:pt x="17175" y="18327"/>
                      <a:pt x="16500" y="17673"/>
                      <a:pt x="16500" y="17673"/>
                    </a:cubicBezTo>
                    <a:cubicBezTo>
                      <a:pt x="17175" y="17673"/>
                      <a:pt x="17175" y="18327"/>
                      <a:pt x="17850" y="18327"/>
                    </a:cubicBezTo>
                    <a:cubicBezTo>
                      <a:pt x="17850" y="17673"/>
                      <a:pt x="17175" y="16364"/>
                      <a:pt x="16500" y="16364"/>
                    </a:cubicBezTo>
                    <a:cubicBezTo>
                      <a:pt x="16500" y="16364"/>
                      <a:pt x="15825" y="16364"/>
                      <a:pt x="15150" y="15709"/>
                    </a:cubicBezTo>
                    <a:cubicBezTo>
                      <a:pt x="15150" y="15055"/>
                      <a:pt x="14475" y="13745"/>
                      <a:pt x="14475" y="13745"/>
                    </a:cubicBezTo>
                    <a:cubicBezTo>
                      <a:pt x="13800" y="13745"/>
                      <a:pt x="13800" y="12436"/>
                      <a:pt x="13800" y="12436"/>
                    </a:cubicBezTo>
                    <a:cubicBezTo>
                      <a:pt x="13800" y="12436"/>
                      <a:pt x="15150" y="12436"/>
                      <a:pt x="15150" y="13091"/>
                    </a:cubicBezTo>
                    <a:cubicBezTo>
                      <a:pt x="15150" y="13091"/>
                      <a:pt x="15825" y="14400"/>
                      <a:pt x="16500" y="14400"/>
                    </a:cubicBezTo>
                    <a:cubicBezTo>
                      <a:pt x="16500" y="14400"/>
                      <a:pt x="17175" y="15055"/>
                      <a:pt x="17175" y="15709"/>
                    </a:cubicBezTo>
                    <a:cubicBezTo>
                      <a:pt x="17850" y="15709"/>
                      <a:pt x="17850" y="16364"/>
                      <a:pt x="17850" y="16364"/>
                    </a:cubicBezTo>
                    <a:cubicBezTo>
                      <a:pt x="17850" y="16364"/>
                      <a:pt x="17850" y="17018"/>
                      <a:pt x="17850" y="17673"/>
                    </a:cubicBezTo>
                    <a:cubicBezTo>
                      <a:pt x="18525" y="17673"/>
                      <a:pt x="19200" y="18982"/>
                      <a:pt x="19200" y="19636"/>
                    </a:cubicBezTo>
                    <a:cubicBezTo>
                      <a:pt x="19875" y="19636"/>
                      <a:pt x="19875" y="20945"/>
                      <a:pt x="20550" y="20945"/>
                    </a:cubicBezTo>
                    <a:cubicBezTo>
                      <a:pt x="20550" y="20945"/>
                      <a:pt x="20550" y="20291"/>
                      <a:pt x="20550" y="19636"/>
                    </a:cubicBezTo>
                    <a:cubicBezTo>
                      <a:pt x="21225" y="18982"/>
                      <a:pt x="20550" y="18327"/>
                      <a:pt x="20550" y="18327"/>
                    </a:cubicBezTo>
                    <a:cubicBezTo>
                      <a:pt x="20550" y="17673"/>
                      <a:pt x="19875" y="17018"/>
                      <a:pt x="20550" y="17018"/>
                    </a:cubicBezTo>
                    <a:cubicBezTo>
                      <a:pt x="20550" y="17018"/>
                      <a:pt x="20550" y="17673"/>
                      <a:pt x="21225" y="17673"/>
                    </a:cubicBezTo>
                    <a:cubicBezTo>
                      <a:pt x="19200" y="12436"/>
                      <a:pt x="16500" y="7200"/>
                      <a:pt x="13800" y="2618"/>
                    </a:cubicBezTo>
                    <a:cubicBezTo>
                      <a:pt x="13125" y="3273"/>
                      <a:pt x="13125" y="3273"/>
                      <a:pt x="13125" y="2618"/>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8" name="Shape 5198"/>
              <p:cNvSpPr/>
              <p:nvPr/>
            </p:nvSpPr>
            <p:spPr>
              <a:xfrm>
                <a:off x="5435167" y="2690372"/>
                <a:ext cx="1706535" cy="2967557"/>
              </a:xfrm>
              <a:custGeom>
                <a:avLst/>
                <a:gdLst/>
                <a:ahLst/>
                <a:cxnLst>
                  <a:cxn ang="0">
                    <a:pos x="wd2" y="hd2"/>
                  </a:cxn>
                  <a:cxn ang="5400000">
                    <a:pos x="wd2" y="hd2"/>
                  </a:cxn>
                  <a:cxn ang="10800000">
                    <a:pos x="wd2" y="hd2"/>
                  </a:cxn>
                  <a:cxn ang="16200000">
                    <a:pos x="wd2" y="hd2"/>
                  </a:cxn>
                </a:cxnLst>
                <a:rect l="0" t="0" r="r" b="b"/>
                <a:pathLst>
                  <a:path w="21327" h="21600" fill="norm" stroke="1" extrusionOk="0">
                    <a:moveTo>
                      <a:pt x="20345" y="2274"/>
                    </a:moveTo>
                    <a:cubicBezTo>
                      <a:pt x="19854" y="2274"/>
                      <a:pt x="19854" y="2274"/>
                      <a:pt x="19363" y="2274"/>
                    </a:cubicBezTo>
                    <a:cubicBezTo>
                      <a:pt x="19363" y="2274"/>
                      <a:pt x="18382" y="2274"/>
                      <a:pt x="18382" y="1989"/>
                    </a:cubicBezTo>
                    <a:cubicBezTo>
                      <a:pt x="18382" y="1989"/>
                      <a:pt x="18382" y="1705"/>
                      <a:pt x="17891" y="1705"/>
                    </a:cubicBezTo>
                    <a:cubicBezTo>
                      <a:pt x="17400" y="1989"/>
                      <a:pt x="16909" y="1989"/>
                      <a:pt x="16909" y="2274"/>
                    </a:cubicBezTo>
                    <a:cubicBezTo>
                      <a:pt x="16909" y="2558"/>
                      <a:pt x="16909" y="2842"/>
                      <a:pt x="16418" y="2842"/>
                    </a:cubicBezTo>
                    <a:cubicBezTo>
                      <a:pt x="15927" y="2558"/>
                      <a:pt x="14945" y="2558"/>
                      <a:pt x="14945" y="2274"/>
                    </a:cubicBezTo>
                    <a:cubicBezTo>
                      <a:pt x="14454" y="1989"/>
                      <a:pt x="14454" y="1989"/>
                      <a:pt x="13963" y="1705"/>
                    </a:cubicBezTo>
                    <a:cubicBezTo>
                      <a:pt x="13472" y="1705"/>
                      <a:pt x="12491" y="1421"/>
                      <a:pt x="12491" y="1421"/>
                    </a:cubicBezTo>
                    <a:cubicBezTo>
                      <a:pt x="12491" y="1137"/>
                      <a:pt x="12982" y="853"/>
                      <a:pt x="12982" y="568"/>
                    </a:cubicBezTo>
                    <a:cubicBezTo>
                      <a:pt x="12982" y="284"/>
                      <a:pt x="12491" y="0"/>
                      <a:pt x="11509" y="0"/>
                    </a:cubicBezTo>
                    <a:cubicBezTo>
                      <a:pt x="11018" y="284"/>
                      <a:pt x="10527" y="568"/>
                      <a:pt x="10036" y="284"/>
                    </a:cubicBezTo>
                    <a:cubicBezTo>
                      <a:pt x="9545" y="284"/>
                      <a:pt x="9054" y="284"/>
                      <a:pt x="8563" y="284"/>
                    </a:cubicBezTo>
                    <a:cubicBezTo>
                      <a:pt x="8563" y="568"/>
                      <a:pt x="7091" y="1137"/>
                      <a:pt x="6600" y="853"/>
                    </a:cubicBezTo>
                    <a:cubicBezTo>
                      <a:pt x="6600" y="853"/>
                      <a:pt x="6600" y="853"/>
                      <a:pt x="6109" y="853"/>
                    </a:cubicBezTo>
                    <a:cubicBezTo>
                      <a:pt x="5618" y="853"/>
                      <a:pt x="5618" y="853"/>
                      <a:pt x="5127" y="853"/>
                    </a:cubicBezTo>
                    <a:cubicBezTo>
                      <a:pt x="5127" y="853"/>
                      <a:pt x="5127" y="853"/>
                      <a:pt x="4636" y="1137"/>
                    </a:cubicBezTo>
                    <a:cubicBezTo>
                      <a:pt x="4636" y="1421"/>
                      <a:pt x="4145" y="1421"/>
                      <a:pt x="3654" y="1705"/>
                    </a:cubicBezTo>
                    <a:cubicBezTo>
                      <a:pt x="3654" y="1989"/>
                      <a:pt x="3163" y="1989"/>
                      <a:pt x="3163" y="2274"/>
                    </a:cubicBezTo>
                    <a:cubicBezTo>
                      <a:pt x="3163" y="2558"/>
                      <a:pt x="3654" y="2842"/>
                      <a:pt x="3163" y="3126"/>
                    </a:cubicBezTo>
                    <a:cubicBezTo>
                      <a:pt x="2672" y="3411"/>
                      <a:pt x="2182" y="3695"/>
                      <a:pt x="2182" y="3695"/>
                    </a:cubicBezTo>
                    <a:cubicBezTo>
                      <a:pt x="2182" y="3979"/>
                      <a:pt x="1691" y="4263"/>
                      <a:pt x="1691" y="4263"/>
                    </a:cubicBezTo>
                    <a:cubicBezTo>
                      <a:pt x="1691" y="4547"/>
                      <a:pt x="709" y="5116"/>
                      <a:pt x="709" y="5400"/>
                    </a:cubicBezTo>
                    <a:cubicBezTo>
                      <a:pt x="709" y="5400"/>
                      <a:pt x="218" y="6253"/>
                      <a:pt x="218" y="6253"/>
                    </a:cubicBezTo>
                    <a:cubicBezTo>
                      <a:pt x="218" y="6253"/>
                      <a:pt x="709" y="6821"/>
                      <a:pt x="218" y="7105"/>
                    </a:cubicBezTo>
                    <a:cubicBezTo>
                      <a:pt x="218" y="7674"/>
                      <a:pt x="218" y="8242"/>
                      <a:pt x="218" y="8242"/>
                    </a:cubicBezTo>
                    <a:cubicBezTo>
                      <a:pt x="218" y="8526"/>
                      <a:pt x="-273" y="9095"/>
                      <a:pt x="218" y="9379"/>
                    </a:cubicBezTo>
                    <a:cubicBezTo>
                      <a:pt x="709" y="9663"/>
                      <a:pt x="1691" y="10232"/>
                      <a:pt x="1691" y="10516"/>
                    </a:cubicBezTo>
                    <a:cubicBezTo>
                      <a:pt x="1691" y="10800"/>
                      <a:pt x="1691" y="11084"/>
                      <a:pt x="2182" y="11368"/>
                    </a:cubicBezTo>
                    <a:cubicBezTo>
                      <a:pt x="2672" y="11368"/>
                      <a:pt x="3654" y="11653"/>
                      <a:pt x="3654" y="11937"/>
                    </a:cubicBezTo>
                    <a:cubicBezTo>
                      <a:pt x="4145" y="11937"/>
                      <a:pt x="4636" y="12505"/>
                      <a:pt x="4636" y="12221"/>
                    </a:cubicBezTo>
                    <a:cubicBezTo>
                      <a:pt x="5127" y="12221"/>
                      <a:pt x="5618" y="11937"/>
                      <a:pt x="6109" y="11937"/>
                    </a:cubicBezTo>
                    <a:cubicBezTo>
                      <a:pt x="6600" y="11937"/>
                      <a:pt x="6600" y="12221"/>
                      <a:pt x="7091" y="12221"/>
                    </a:cubicBezTo>
                    <a:cubicBezTo>
                      <a:pt x="7582" y="11937"/>
                      <a:pt x="9054" y="11653"/>
                      <a:pt x="9054" y="11653"/>
                    </a:cubicBezTo>
                    <a:cubicBezTo>
                      <a:pt x="9545" y="11653"/>
                      <a:pt x="10036" y="11653"/>
                      <a:pt x="10036" y="11937"/>
                    </a:cubicBezTo>
                    <a:cubicBezTo>
                      <a:pt x="10527" y="12221"/>
                      <a:pt x="10527" y="12505"/>
                      <a:pt x="10527" y="12505"/>
                    </a:cubicBezTo>
                    <a:cubicBezTo>
                      <a:pt x="11018" y="12505"/>
                      <a:pt x="12000" y="12221"/>
                      <a:pt x="12000" y="12505"/>
                    </a:cubicBezTo>
                    <a:cubicBezTo>
                      <a:pt x="12491" y="12789"/>
                      <a:pt x="12491" y="13358"/>
                      <a:pt x="12491" y="13642"/>
                    </a:cubicBezTo>
                    <a:cubicBezTo>
                      <a:pt x="12000" y="13642"/>
                      <a:pt x="12000" y="14211"/>
                      <a:pt x="12000" y="14495"/>
                    </a:cubicBezTo>
                    <a:cubicBezTo>
                      <a:pt x="12000" y="14495"/>
                      <a:pt x="12491" y="15063"/>
                      <a:pt x="12982" y="15347"/>
                    </a:cubicBezTo>
                    <a:cubicBezTo>
                      <a:pt x="12982" y="15632"/>
                      <a:pt x="13963" y="16200"/>
                      <a:pt x="13963" y="16484"/>
                    </a:cubicBezTo>
                    <a:cubicBezTo>
                      <a:pt x="13963" y="16768"/>
                      <a:pt x="13472" y="16768"/>
                      <a:pt x="13963" y="17053"/>
                    </a:cubicBezTo>
                    <a:cubicBezTo>
                      <a:pt x="13963" y="17337"/>
                      <a:pt x="14454" y="17621"/>
                      <a:pt x="13963" y="17905"/>
                    </a:cubicBezTo>
                    <a:cubicBezTo>
                      <a:pt x="13963" y="18189"/>
                      <a:pt x="13963" y="18474"/>
                      <a:pt x="13472" y="18474"/>
                    </a:cubicBezTo>
                    <a:cubicBezTo>
                      <a:pt x="13472" y="18758"/>
                      <a:pt x="13472" y="19326"/>
                      <a:pt x="13472" y="19611"/>
                    </a:cubicBezTo>
                    <a:cubicBezTo>
                      <a:pt x="13472" y="19611"/>
                      <a:pt x="12491" y="19895"/>
                      <a:pt x="13472" y="20463"/>
                    </a:cubicBezTo>
                    <a:cubicBezTo>
                      <a:pt x="13963" y="20747"/>
                      <a:pt x="13963" y="21316"/>
                      <a:pt x="14454" y="21600"/>
                    </a:cubicBezTo>
                    <a:cubicBezTo>
                      <a:pt x="18872" y="17621"/>
                      <a:pt x="21327" y="12789"/>
                      <a:pt x="21327" y="7674"/>
                    </a:cubicBezTo>
                    <a:cubicBezTo>
                      <a:pt x="21327" y="5684"/>
                      <a:pt x="20836" y="3979"/>
                      <a:pt x="20345" y="2274"/>
                    </a:cubicBezTo>
                    <a:close/>
                    <a:moveTo>
                      <a:pt x="3654" y="2842"/>
                    </a:moveTo>
                    <a:cubicBezTo>
                      <a:pt x="3654" y="2842"/>
                      <a:pt x="4145" y="2842"/>
                      <a:pt x="4145" y="2842"/>
                    </a:cubicBezTo>
                    <a:cubicBezTo>
                      <a:pt x="4145" y="2842"/>
                      <a:pt x="4145" y="3126"/>
                      <a:pt x="3654" y="3126"/>
                    </a:cubicBezTo>
                    <a:cubicBezTo>
                      <a:pt x="3654" y="3411"/>
                      <a:pt x="3654" y="3126"/>
                      <a:pt x="3654" y="3126"/>
                    </a:cubicBezTo>
                    <a:cubicBezTo>
                      <a:pt x="3654" y="2842"/>
                      <a:pt x="3654" y="2842"/>
                      <a:pt x="3654" y="2842"/>
                    </a:cubicBezTo>
                    <a:close/>
                    <a:moveTo>
                      <a:pt x="3654" y="4263"/>
                    </a:moveTo>
                    <a:cubicBezTo>
                      <a:pt x="3654" y="4263"/>
                      <a:pt x="3654" y="4263"/>
                      <a:pt x="3654" y="3979"/>
                    </a:cubicBezTo>
                    <a:cubicBezTo>
                      <a:pt x="3654" y="3979"/>
                      <a:pt x="3654" y="3695"/>
                      <a:pt x="3654" y="3695"/>
                    </a:cubicBezTo>
                    <a:cubicBezTo>
                      <a:pt x="3654" y="3411"/>
                      <a:pt x="4145" y="3411"/>
                      <a:pt x="4145" y="3695"/>
                    </a:cubicBezTo>
                    <a:cubicBezTo>
                      <a:pt x="4145" y="3979"/>
                      <a:pt x="4145" y="3979"/>
                      <a:pt x="3654" y="4263"/>
                    </a:cubicBezTo>
                    <a:close/>
                    <a:moveTo>
                      <a:pt x="6109" y="5116"/>
                    </a:moveTo>
                    <a:cubicBezTo>
                      <a:pt x="6109" y="4832"/>
                      <a:pt x="5127" y="4547"/>
                      <a:pt x="5127" y="4547"/>
                    </a:cubicBezTo>
                    <a:cubicBezTo>
                      <a:pt x="5618" y="4547"/>
                      <a:pt x="6109" y="4547"/>
                      <a:pt x="6109" y="4547"/>
                    </a:cubicBezTo>
                    <a:cubicBezTo>
                      <a:pt x="6600" y="4547"/>
                      <a:pt x="6600" y="4547"/>
                      <a:pt x="6600" y="4832"/>
                    </a:cubicBezTo>
                    <a:cubicBezTo>
                      <a:pt x="6600" y="4832"/>
                      <a:pt x="6600" y="5116"/>
                      <a:pt x="6109" y="5116"/>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199" name="Shape 5199"/>
              <p:cNvSpPr/>
              <p:nvPr/>
            </p:nvSpPr>
            <p:spPr>
              <a:xfrm>
                <a:off x="5690538" y="1597914"/>
                <a:ext cx="173924" cy="255196"/>
              </a:xfrm>
              <a:custGeom>
                <a:avLst/>
                <a:gdLst/>
                <a:ahLst/>
                <a:cxnLst>
                  <a:cxn ang="0">
                    <a:pos x="wd2" y="hd2"/>
                  </a:cxn>
                  <a:cxn ang="5400000">
                    <a:pos x="wd2" y="hd2"/>
                  </a:cxn>
                  <a:cxn ang="10800000">
                    <a:pos x="wd2" y="hd2"/>
                  </a:cxn>
                  <a:cxn ang="16200000">
                    <a:pos x="wd2" y="hd2"/>
                  </a:cxn>
                </a:cxnLst>
                <a:rect l="0" t="0" r="r" b="b"/>
                <a:pathLst>
                  <a:path w="19200" h="19886" fill="norm" stroke="1" extrusionOk="0">
                    <a:moveTo>
                      <a:pt x="0" y="18514"/>
                    </a:moveTo>
                    <a:cubicBezTo>
                      <a:pt x="4320" y="21600"/>
                      <a:pt x="4320" y="18514"/>
                      <a:pt x="8640" y="18514"/>
                    </a:cubicBezTo>
                    <a:cubicBezTo>
                      <a:pt x="8640" y="18514"/>
                      <a:pt x="8640" y="18514"/>
                      <a:pt x="12960" y="15429"/>
                    </a:cubicBezTo>
                    <a:cubicBezTo>
                      <a:pt x="12960" y="15429"/>
                      <a:pt x="17280" y="15429"/>
                      <a:pt x="17280" y="15429"/>
                    </a:cubicBezTo>
                    <a:cubicBezTo>
                      <a:pt x="17280" y="12343"/>
                      <a:pt x="17280" y="9257"/>
                      <a:pt x="17280" y="9257"/>
                    </a:cubicBezTo>
                    <a:cubicBezTo>
                      <a:pt x="17280" y="6171"/>
                      <a:pt x="17280" y="6171"/>
                      <a:pt x="17280" y="3086"/>
                    </a:cubicBezTo>
                    <a:cubicBezTo>
                      <a:pt x="21600" y="3086"/>
                      <a:pt x="17280" y="0"/>
                      <a:pt x="17280" y="0"/>
                    </a:cubicBezTo>
                    <a:cubicBezTo>
                      <a:pt x="17280" y="0"/>
                      <a:pt x="12960" y="0"/>
                      <a:pt x="12960" y="0"/>
                    </a:cubicBezTo>
                    <a:cubicBezTo>
                      <a:pt x="12960" y="0"/>
                      <a:pt x="8640" y="0"/>
                      <a:pt x="8640" y="3086"/>
                    </a:cubicBezTo>
                    <a:cubicBezTo>
                      <a:pt x="4320" y="3086"/>
                      <a:pt x="8640" y="3086"/>
                      <a:pt x="4320" y="6171"/>
                    </a:cubicBezTo>
                    <a:cubicBezTo>
                      <a:pt x="4320" y="6171"/>
                      <a:pt x="4320" y="3086"/>
                      <a:pt x="4320" y="3086"/>
                    </a:cubicBezTo>
                    <a:cubicBezTo>
                      <a:pt x="0" y="6171"/>
                      <a:pt x="0" y="6171"/>
                      <a:pt x="0" y="6171"/>
                    </a:cubicBezTo>
                    <a:cubicBezTo>
                      <a:pt x="0" y="9257"/>
                      <a:pt x="4320" y="9257"/>
                      <a:pt x="4320" y="12343"/>
                    </a:cubicBezTo>
                    <a:cubicBezTo>
                      <a:pt x="4320" y="12343"/>
                      <a:pt x="0" y="15429"/>
                      <a:pt x="0" y="15429"/>
                    </a:cubicBezTo>
                    <a:cubicBezTo>
                      <a:pt x="0" y="15429"/>
                      <a:pt x="0" y="18514"/>
                      <a:pt x="0" y="18514"/>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00" name="Shape 5200"/>
              <p:cNvSpPr/>
              <p:nvPr/>
            </p:nvSpPr>
            <p:spPr>
              <a:xfrm>
                <a:off x="5853591" y="1369641"/>
                <a:ext cx="277196" cy="5869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86" y="7200"/>
                    </a:moveTo>
                    <a:cubicBezTo>
                      <a:pt x="3086" y="7200"/>
                      <a:pt x="3086" y="8640"/>
                      <a:pt x="3086" y="8640"/>
                    </a:cubicBezTo>
                    <a:cubicBezTo>
                      <a:pt x="3086" y="8640"/>
                      <a:pt x="3086" y="10080"/>
                      <a:pt x="6171" y="10080"/>
                    </a:cubicBezTo>
                    <a:cubicBezTo>
                      <a:pt x="6171" y="10080"/>
                      <a:pt x="6171" y="10080"/>
                      <a:pt x="6171" y="10080"/>
                    </a:cubicBezTo>
                    <a:cubicBezTo>
                      <a:pt x="9257" y="10080"/>
                      <a:pt x="6171" y="10080"/>
                      <a:pt x="9257" y="11520"/>
                    </a:cubicBezTo>
                    <a:cubicBezTo>
                      <a:pt x="9257" y="11520"/>
                      <a:pt x="9257" y="12960"/>
                      <a:pt x="6171" y="12960"/>
                    </a:cubicBezTo>
                    <a:cubicBezTo>
                      <a:pt x="6171" y="12960"/>
                      <a:pt x="3086" y="12960"/>
                      <a:pt x="3086" y="12960"/>
                    </a:cubicBezTo>
                    <a:cubicBezTo>
                      <a:pt x="3086" y="14400"/>
                      <a:pt x="3086" y="14400"/>
                      <a:pt x="3086" y="15840"/>
                    </a:cubicBezTo>
                    <a:cubicBezTo>
                      <a:pt x="3086" y="15840"/>
                      <a:pt x="3086" y="17280"/>
                      <a:pt x="3086" y="17280"/>
                    </a:cubicBezTo>
                    <a:cubicBezTo>
                      <a:pt x="3086" y="17280"/>
                      <a:pt x="6171" y="17280"/>
                      <a:pt x="6171" y="17280"/>
                    </a:cubicBezTo>
                    <a:cubicBezTo>
                      <a:pt x="6171" y="18720"/>
                      <a:pt x="6171" y="18720"/>
                      <a:pt x="6171" y="18720"/>
                    </a:cubicBezTo>
                    <a:cubicBezTo>
                      <a:pt x="3086" y="18720"/>
                      <a:pt x="3086" y="20160"/>
                      <a:pt x="0" y="20160"/>
                    </a:cubicBezTo>
                    <a:cubicBezTo>
                      <a:pt x="0" y="21600"/>
                      <a:pt x="3086" y="21600"/>
                      <a:pt x="3086" y="21600"/>
                    </a:cubicBezTo>
                    <a:cubicBezTo>
                      <a:pt x="6171" y="20160"/>
                      <a:pt x="6171" y="20160"/>
                      <a:pt x="6171" y="20160"/>
                    </a:cubicBezTo>
                    <a:cubicBezTo>
                      <a:pt x="9257" y="20160"/>
                      <a:pt x="9257" y="20160"/>
                      <a:pt x="12343" y="20160"/>
                    </a:cubicBezTo>
                    <a:cubicBezTo>
                      <a:pt x="12343" y="20160"/>
                      <a:pt x="15429" y="18720"/>
                      <a:pt x="18514" y="18720"/>
                    </a:cubicBezTo>
                    <a:cubicBezTo>
                      <a:pt x="18514" y="18720"/>
                      <a:pt x="21600" y="18720"/>
                      <a:pt x="21600" y="17280"/>
                    </a:cubicBezTo>
                    <a:cubicBezTo>
                      <a:pt x="21600" y="17280"/>
                      <a:pt x="21600" y="17280"/>
                      <a:pt x="21600" y="15840"/>
                    </a:cubicBezTo>
                    <a:cubicBezTo>
                      <a:pt x="21600" y="15840"/>
                      <a:pt x="21600" y="14400"/>
                      <a:pt x="21600" y="14400"/>
                    </a:cubicBezTo>
                    <a:cubicBezTo>
                      <a:pt x="21600" y="14400"/>
                      <a:pt x="18514" y="14400"/>
                      <a:pt x="18514" y="14400"/>
                    </a:cubicBezTo>
                    <a:cubicBezTo>
                      <a:pt x="18514" y="14400"/>
                      <a:pt x="18514" y="12960"/>
                      <a:pt x="18514" y="11520"/>
                    </a:cubicBezTo>
                    <a:cubicBezTo>
                      <a:pt x="18514" y="10080"/>
                      <a:pt x="15429" y="10080"/>
                      <a:pt x="15429" y="10080"/>
                    </a:cubicBezTo>
                    <a:cubicBezTo>
                      <a:pt x="12343" y="10080"/>
                      <a:pt x="12343" y="8640"/>
                      <a:pt x="12343" y="7200"/>
                    </a:cubicBezTo>
                    <a:cubicBezTo>
                      <a:pt x="12343" y="7200"/>
                      <a:pt x="9257" y="7200"/>
                      <a:pt x="9257" y="5760"/>
                    </a:cubicBezTo>
                    <a:cubicBezTo>
                      <a:pt x="9257" y="4320"/>
                      <a:pt x="12343" y="2880"/>
                      <a:pt x="12343" y="2880"/>
                    </a:cubicBezTo>
                    <a:cubicBezTo>
                      <a:pt x="12343" y="1440"/>
                      <a:pt x="6171" y="2880"/>
                      <a:pt x="6171" y="2880"/>
                    </a:cubicBezTo>
                    <a:cubicBezTo>
                      <a:pt x="6171" y="1440"/>
                      <a:pt x="9257" y="0"/>
                      <a:pt x="9257" y="0"/>
                    </a:cubicBezTo>
                    <a:cubicBezTo>
                      <a:pt x="9257" y="0"/>
                      <a:pt x="6171" y="0"/>
                      <a:pt x="6171" y="0"/>
                    </a:cubicBezTo>
                    <a:cubicBezTo>
                      <a:pt x="3086" y="0"/>
                      <a:pt x="0" y="1440"/>
                      <a:pt x="0" y="1440"/>
                    </a:cubicBezTo>
                    <a:cubicBezTo>
                      <a:pt x="0" y="2880"/>
                      <a:pt x="0" y="2880"/>
                      <a:pt x="0" y="4320"/>
                    </a:cubicBezTo>
                    <a:cubicBezTo>
                      <a:pt x="0" y="4320"/>
                      <a:pt x="0" y="5760"/>
                      <a:pt x="0" y="5760"/>
                    </a:cubicBezTo>
                    <a:cubicBezTo>
                      <a:pt x="0" y="5760"/>
                      <a:pt x="0" y="7200"/>
                      <a:pt x="0" y="7200"/>
                    </a:cubicBezTo>
                    <a:cubicBezTo>
                      <a:pt x="0" y="7200"/>
                      <a:pt x="3086" y="7200"/>
                      <a:pt x="3086" y="72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sp>
        <p:nvSpPr>
          <p:cNvPr id="5203" name="Shape 5203"/>
          <p:cNvSpPr/>
          <p:nvPr/>
        </p:nvSpPr>
        <p:spPr>
          <a:xfrm>
            <a:off x="6866339" y="8230366"/>
            <a:ext cx="344617" cy="34461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04" name="Shape 5204"/>
          <p:cNvSpPr/>
          <p:nvPr/>
        </p:nvSpPr>
        <p:spPr>
          <a:xfrm>
            <a:off x="6718193" y="8082220"/>
            <a:ext cx="640905" cy="640905"/>
          </a:xfrm>
          <a:prstGeom prst="ellipse">
            <a:avLst/>
          </a:prstGeom>
          <a:ln w="254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05" name="Shape 5205"/>
          <p:cNvSpPr/>
          <p:nvPr/>
        </p:nvSpPr>
        <p:spPr>
          <a:xfrm>
            <a:off x="4957089" y="6066766"/>
            <a:ext cx="344617" cy="34461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06" name="Shape 5206"/>
          <p:cNvSpPr/>
          <p:nvPr/>
        </p:nvSpPr>
        <p:spPr>
          <a:xfrm>
            <a:off x="4808943" y="5918620"/>
            <a:ext cx="640905" cy="640905"/>
          </a:xfrm>
          <a:prstGeom prst="ellipse">
            <a:avLst/>
          </a:prstGeom>
          <a:ln w="254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07" name="Shape 5207"/>
          <p:cNvSpPr/>
          <p:nvPr/>
        </p:nvSpPr>
        <p:spPr>
          <a:xfrm>
            <a:off x="9829813" y="6632447"/>
            <a:ext cx="344617" cy="34461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08" name="Shape 5208"/>
          <p:cNvSpPr/>
          <p:nvPr/>
        </p:nvSpPr>
        <p:spPr>
          <a:xfrm>
            <a:off x="9681667" y="6484301"/>
            <a:ext cx="640905" cy="640905"/>
          </a:xfrm>
          <a:prstGeom prst="ellipse">
            <a:avLst/>
          </a:prstGeom>
          <a:ln w="254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09" name="Shape 5209"/>
          <p:cNvSpPr/>
          <p:nvPr/>
        </p:nvSpPr>
        <p:spPr>
          <a:xfrm>
            <a:off x="4986717" y="3759576"/>
            <a:ext cx="344617" cy="344617"/>
          </a:xfrm>
          <a:prstGeom prst="ellipse">
            <a:avLst/>
          </a:prstGeom>
          <a:solidFill>
            <a:srgbClr val="2F5379"/>
          </a:solidFill>
          <a:ln w="12700">
            <a:miter lim="400000"/>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10" name="Shape 5210"/>
          <p:cNvSpPr/>
          <p:nvPr/>
        </p:nvSpPr>
        <p:spPr>
          <a:xfrm>
            <a:off x="4838571" y="3611430"/>
            <a:ext cx="640905" cy="640905"/>
          </a:xfrm>
          <a:prstGeom prst="ellipse">
            <a:avLst/>
          </a:prstGeom>
          <a:ln w="254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5211" name="Shape 5211"/>
          <p:cNvSpPr/>
          <p:nvPr/>
        </p:nvSpPr>
        <p:spPr>
          <a:xfrm flipH="1" rot="10800000">
            <a:off x="5479475" y="5844044"/>
            <a:ext cx="8942705" cy="3943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prstDash val="sysDash"/>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5212" name="Shape 5212"/>
          <p:cNvSpPr/>
          <p:nvPr/>
        </p:nvSpPr>
        <p:spPr>
          <a:xfrm flipH="1" rot="16200000">
            <a:off x="11223009" y="4538760"/>
            <a:ext cx="938713" cy="9307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path>
            </a:pathLst>
          </a:custGeom>
          <a:ln w="38100">
            <a:solidFill>
              <a:srgbClr val="2F5379"/>
            </a:solidFill>
            <a:prstDash val="sysDash"/>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5213" name="Shape 5213"/>
          <p:cNvSpPr/>
          <p:nvPr/>
        </p:nvSpPr>
        <p:spPr>
          <a:xfrm>
            <a:off x="10322571" y="6804752"/>
            <a:ext cx="2611319" cy="8889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0800" y="0"/>
                </a:lnTo>
                <a:lnTo>
                  <a:pt x="10800" y="21600"/>
                </a:lnTo>
                <a:lnTo>
                  <a:pt x="21600" y="21600"/>
                </a:lnTo>
              </a:path>
            </a:pathLst>
          </a:custGeom>
          <a:ln w="38100">
            <a:solidFill>
              <a:srgbClr val="2F5379"/>
            </a:solidFill>
            <a:prstDash val="sysDash"/>
            <a:miter/>
            <a:tailEnd type="oval"/>
          </a:ln>
        </p:spPr>
        <p:txBody>
          <a:bodyPr tIns="91439" bIns="91439" anchor="ctr"/>
          <a:lstStyle/>
          <a:p>
            <a:pPr algn="l" defTabSz="914400">
              <a:defRPr sz="3600">
                <a:solidFill>
                  <a:srgbClr val="0A0A0A"/>
                </a:solidFill>
                <a:latin typeface="Calibri"/>
                <a:ea typeface="Calibri"/>
                <a:cs typeface="Calibri"/>
                <a:sym typeface="Calibri"/>
              </a:defRPr>
            </a:pPr>
          </a:p>
        </p:txBody>
      </p:sp>
      <p:sp>
        <p:nvSpPr>
          <p:cNvPr id="5214" name="Shape 5214"/>
          <p:cNvSpPr/>
          <p:nvPr/>
        </p:nvSpPr>
        <p:spPr>
          <a:xfrm flipV="1">
            <a:off x="5479475" y="3880964"/>
            <a:ext cx="6863772" cy="50919"/>
          </a:xfrm>
          <a:prstGeom prst="line">
            <a:avLst/>
          </a:prstGeom>
          <a:ln w="38100">
            <a:solidFill>
              <a:srgbClr val="2F5379"/>
            </a:solidFill>
            <a:prstDash val="sysDash"/>
            <a:miter/>
            <a:tailEnd type="oval"/>
          </a:ln>
        </p:spPr>
        <p:txBody>
          <a:bodyPr tIns="91439" bIns="91439"/>
          <a:lstStyle/>
          <a:p>
            <a:pPr algn="l" defTabSz="457200">
              <a:defRPr sz="2400">
                <a:latin typeface="Helvetica"/>
                <a:ea typeface="Helvetica"/>
                <a:cs typeface="Helvetica"/>
                <a:sym typeface="Helvetica"/>
              </a:defRPr>
            </a:pPr>
          </a:p>
        </p:txBody>
      </p:sp>
      <p:sp>
        <p:nvSpPr>
          <p:cNvPr id="5215" name="Shape 5215"/>
          <p:cNvSpPr/>
          <p:nvPr/>
        </p:nvSpPr>
        <p:spPr>
          <a:xfrm>
            <a:off x="14269497" y="3158678"/>
            <a:ext cx="1102361"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País 1</a:t>
            </a:r>
          </a:p>
        </p:txBody>
      </p:sp>
      <p:sp>
        <p:nvSpPr>
          <p:cNvPr id="5216" name="Shape 5216"/>
          <p:cNvSpPr/>
          <p:nvPr/>
        </p:nvSpPr>
        <p:spPr>
          <a:xfrm>
            <a:off x="14269497" y="3588162"/>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Descripción</a:t>
            </a:r>
          </a:p>
        </p:txBody>
      </p:sp>
      <p:sp>
        <p:nvSpPr>
          <p:cNvPr id="5217" name="Shape 5217"/>
          <p:cNvSpPr/>
          <p:nvPr/>
        </p:nvSpPr>
        <p:spPr>
          <a:xfrm>
            <a:off x="12555225" y="3247292"/>
            <a:ext cx="1359510" cy="11353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4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6400">
                <a:latin typeface="Raleway Bold"/>
                <a:ea typeface="Raleway Bold"/>
                <a:cs typeface="Raleway Bold"/>
                <a:sym typeface="Raleway Bold"/>
              </a:rPr>
              <a:t>X%</a:t>
            </a:r>
          </a:p>
        </p:txBody>
      </p:sp>
      <p:sp>
        <p:nvSpPr>
          <p:cNvPr id="5218" name="Shape 5218"/>
          <p:cNvSpPr/>
          <p:nvPr/>
        </p:nvSpPr>
        <p:spPr>
          <a:xfrm>
            <a:off x="16314253" y="5116962"/>
            <a:ext cx="113543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País 2</a:t>
            </a:r>
          </a:p>
        </p:txBody>
      </p:sp>
      <p:sp>
        <p:nvSpPr>
          <p:cNvPr id="5219" name="Shape 5219"/>
          <p:cNvSpPr/>
          <p:nvPr/>
        </p:nvSpPr>
        <p:spPr>
          <a:xfrm>
            <a:off x="16314253" y="5457832"/>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Descripción</a:t>
            </a:r>
          </a:p>
        </p:txBody>
      </p:sp>
      <p:sp>
        <p:nvSpPr>
          <p:cNvPr id="5220" name="Shape 5220"/>
          <p:cNvSpPr/>
          <p:nvPr/>
        </p:nvSpPr>
        <p:spPr>
          <a:xfrm>
            <a:off x="14599981" y="5116962"/>
            <a:ext cx="1359511" cy="11353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4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6400">
                <a:latin typeface="Raleway Bold"/>
                <a:ea typeface="Raleway Bold"/>
                <a:cs typeface="Raleway Bold"/>
                <a:sym typeface="Raleway Bold"/>
              </a:rPr>
              <a:t>X%</a:t>
            </a:r>
          </a:p>
        </p:txBody>
      </p:sp>
      <p:sp>
        <p:nvSpPr>
          <p:cNvPr id="5221" name="Shape 5221"/>
          <p:cNvSpPr/>
          <p:nvPr/>
        </p:nvSpPr>
        <p:spPr>
          <a:xfrm>
            <a:off x="14841173" y="6968731"/>
            <a:ext cx="1140054"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País 3</a:t>
            </a:r>
          </a:p>
        </p:txBody>
      </p:sp>
      <p:sp>
        <p:nvSpPr>
          <p:cNvPr id="5222" name="Shape 5222"/>
          <p:cNvSpPr/>
          <p:nvPr/>
        </p:nvSpPr>
        <p:spPr>
          <a:xfrm>
            <a:off x="14856724" y="7449186"/>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Descripción</a:t>
            </a:r>
          </a:p>
        </p:txBody>
      </p:sp>
      <p:sp>
        <p:nvSpPr>
          <p:cNvPr id="5223" name="Shape 5223"/>
          <p:cNvSpPr/>
          <p:nvPr/>
        </p:nvSpPr>
        <p:spPr>
          <a:xfrm>
            <a:off x="13142450" y="7108316"/>
            <a:ext cx="1359511" cy="11353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4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6400">
                <a:latin typeface="Raleway Bold"/>
                <a:ea typeface="Raleway Bold"/>
                <a:cs typeface="Raleway Bold"/>
                <a:sym typeface="Raleway Bold"/>
              </a:rPr>
              <a:t>X%</a:t>
            </a:r>
          </a:p>
        </p:txBody>
      </p:sp>
      <p:sp>
        <p:nvSpPr>
          <p:cNvPr id="5224" name="Shape 5224"/>
          <p:cNvSpPr/>
          <p:nvPr/>
        </p:nvSpPr>
        <p:spPr>
          <a:xfrm>
            <a:off x="18137261" y="8980551"/>
            <a:ext cx="1144322" cy="6019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2800">
                <a:solidFill>
                  <a:srgbClr val="0A0A0A"/>
                </a:solidFill>
                <a:latin typeface="Raleway Regular"/>
                <a:ea typeface="Raleway Regular"/>
                <a:cs typeface="Raleway Regular"/>
                <a:sym typeface="Raleway Regular"/>
              </a:defRPr>
            </a:lvl1pPr>
          </a:lstStyle>
          <a:p>
            <a:pPr>
              <a:defRPr sz="3600">
                <a:latin typeface="Calibri"/>
                <a:ea typeface="Calibri"/>
                <a:cs typeface="Calibri"/>
                <a:sym typeface="Calibri"/>
              </a:defRPr>
            </a:pPr>
            <a:r>
              <a:rPr sz="2800">
                <a:latin typeface="Raleway Regular"/>
                <a:ea typeface="Raleway Regular"/>
                <a:cs typeface="Raleway Regular"/>
                <a:sym typeface="Raleway Regular"/>
              </a:rPr>
              <a:t>País 4</a:t>
            </a:r>
          </a:p>
        </p:txBody>
      </p:sp>
      <p:sp>
        <p:nvSpPr>
          <p:cNvPr id="5225" name="Shape 5225"/>
          <p:cNvSpPr/>
          <p:nvPr/>
        </p:nvSpPr>
        <p:spPr>
          <a:xfrm>
            <a:off x="18137261" y="9410034"/>
            <a:ext cx="4503275" cy="5511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400">
                <a:solidFill>
                  <a:srgbClr val="878787"/>
                </a:solidFill>
                <a:latin typeface="Calibri"/>
                <a:ea typeface="Calibri"/>
                <a:cs typeface="Calibri"/>
                <a:sym typeface="Calibri"/>
              </a:defRPr>
            </a:lvl1pPr>
          </a:lstStyle>
          <a:p>
            <a:pPr>
              <a:defRPr sz="3600">
                <a:solidFill>
                  <a:srgbClr val="0A0A0A"/>
                </a:solidFill>
              </a:defRPr>
            </a:pPr>
            <a:r>
              <a:rPr sz="2400">
                <a:solidFill>
                  <a:srgbClr val="878787"/>
                </a:solidFill>
              </a:rPr>
              <a:t>Descripción</a:t>
            </a:r>
          </a:p>
        </p:txBody>
      </p:sp>
      <p:sp>
        <p:nvSpPr>
          <p:cNvPr id="5226" name="Shape 5226"/>
          <p:cNvSpPr/>
          <p:nvPr/>
        </p:nvSpPr>
        <p:spPr>
          <a:xfrm>
            <a:off x="16422989" y="9069165"/>
            <a:ext cx="1359511" cy="11353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64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6400">
                <a:latin typeface="Raleway Bold"/>
                <a:ea typeface="Raleway Bold"/>
                <a:cs typeface="Raleway Bold"/>
                <a:sym typeface="Raleway Bold"/>
              </a:rPr>
              <a:t>X%</a:t>
            </a:r>
          </a:p>
        </p:txBody>
      </p:sp>
      <p:sp>
        <p:nvSpPr>
          <p:cNvPr id="5227" name="Shape 5227"/>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0"/>
                                  </p:stCondLst>
                                  <p:iterate type="el" backwards="0">
                                    <p:tmAbs val="0"/>
                                  </p:iterate>
                                  <p:childTnLst>
                                    <p:set>
                                      <p:cBhvr>
                                        <p:cTn id="6" fill="hold"/>
                                        <p:tgtEl>
                                          <p:spTgt spid="5202"/>
                                        </p:tgtEl>
                                        <p:attrNameLst>
                                          <p:attrName>style.visibility</p:attrName>
                                        </p:attrNameLst>
                                      </p:cBhvr>
                                      <p:to>
                                        <p:strVal val="visible"/>
                                      </p:to>
                                    </p:set>
                                    <p:anim calcmode="lin" valueType="num">
                                      <p:cBhvr>
                                        <p:cTn id="7" dur="911" fill="hold"/>
                                        <p:tgtEl>
                                          <p:spTgt spid="5202"/>
                                        </p:tgtEl>
                                        <p:attrNameLst>
                                          <p:attrName>ppt_x</p:attrName>
                                        </p:attrNameLst>
                                      </p:cBhvr>
                                      <p:tavLst>
                                        <p:tav tm="0">
                                          <p:val>
                                            <p:strVal val="#ppt_x"/>
                                          </p:val>
                                        </p:tav>
                                        <p:tav tm="100000">
                                          <p:val>
                                            <p:strVal val="#ppt_x"/>
                                          </p:val>
                                        </p:tav>
                                      </p:tavLst>
                                    </p:anim>
                                    <p:anim calcmode="lin" valueType="num">
                                      <p:cBhvr>
                                        <p:cTn id="8" dur="911" fill="hold"/>
                                        <p:tgtEl>
                                          <p:spTgt spid="5202"/>
                                        </p:tgtEl>
                                        <p:attrNameLst>
                                          <p:attrName>ppt_y</p:attrName>
                                        </p:attrNameLst>
                                      </p:cBhvr>
                                      <p:tavLst>
                                        <p:tav tm="0">
                                          <p:val>
                                            <p:strVal val="0-#ppt_h/2"/>
                                          </p:val>
                                        </p:tav>
                                        <p:tav tm="100000">
                                          <p:val>
                                            <p:strVal val="#ppt_y"/>
                                          </p:val>
                                        </p:tav>
                                      </p:tavLst>
                                    </p:anim>
                                  </p:childTnLst>
                                </p:cTn>
                              </p:par>
                            </p:childTnLst>
                          </p:cTn>
                        </p:par>
                        <p:par>
                          <p:cTn id="9" fill="hold">
                            <p:stCondLst>
                              <p:cond delay="911"/>
                            </p:stCondLst>
                            <p:childTnLst>
                              <p:par>
                                <p:cTn id="10" presetClass="entr" nodeType="afterEffect" presetSubtype="8" presetID="22" grpId="2" fill="hold">
                                  <p:stCondLst>
                                    <p:cond delay="0"/>
                                  </p:stCondLst>
                                  <p:iterate type="el" backwards="0">
                                    <p:tmAbs val="0"/>
                                  </p:iterate>
                                  <p:childTnLst>
                                    <p:set>
                                      <p:cBhvr>
                                        <p:cTn id="11" fill="hold"/>
                                        <p:tgtEl>
                                          <p:spTgt spid="5211"/>
                                        </p:tgtEl>
                                        <p:attrNameLst>
                                          <p:attrName>style.visibility</p:attrName>
                                        </p:attrNameLst>
                                      </p:cBhvr>
                                      <p:to>
                                        <p:strVal val="visible"/>
                                      </p:to>
                                    </p:set>
                                    <p:animEffect filter="wipe(left)" transition="in">
                                      <p:cBhvr>
                                        <p:cTn id="12" dur="500"/>
                                        <p:tgtEl>
                                          <p:spTgt spid="5211"/>
                                        </p:tgtEl>
                                      </p:cBhvr>
                                    </p:animEffect>
                                  </p:childTnLst>
                                </p:cTn>
                              </p:par>
                            </p:childTnLst>
                          </p:cTn>
                        </p:par>
                        <p:par>
                          <p:cTn id="13" fill="hold">
                            <p:stCondLst>
                              <p:cond delay="1411"/>
                            </p:stCondLst>
                            <p:childTnLst>
                              <p:par>
                                <p:cTn id="14" presetClass="entr" nodeType="afterEffect" presetSubtype="8" presetID="22" grpId="3" fill="hold">
                                  <p:stCondLst>
                                    <p:cond delay="0"/>
                                  </p:stCondLst>
                                  <p:iterate type="el" backwards="0">
                                    <p:tmAbs val="0"/>
                                  </p:iterate>
                                  <p:childTnLst>
                                    <p:set>
                                      <p:cBhvr>
                                        <p:cTn id="15" fill="hold"/>
                                        <p:tgtEl>
                                          <p:spTgt spid="5214"/>
                                        </p:tgtEl>
                                        <p:attrNameLst>
                                          <p:attrName>style.visibility</p:attrName>
                                        </p:attrNameLst>
                                      </p:cBhvr>
                                      <p:to>
                                        <p:strVal val="visible"/>
                                      </p:to>
                                    </p:set>
                                    <p:animEffect filter="wipe(left)" transition="in">
                                      <p:cBhvr>
                                        <p:cTn id="16" dur="500"/>
                                        <p:tgtEl>
                                          <p:spTgt spid="5214"/>
                                        </p:tgtEl>
                                      </p:cBhvr>
                                    </p:animEffect>
                                  </p:childTnLst>
                                </p:cTn>
                              </p:par>
                            </p:childTnLst>
                          </p:cTn>
                        </p:par>
                        <p:par>
                          <p:cTn id="17" fill="hold">
                            <p:stCondLst>
                              <p:cond delay="1911"/>
                            </p:stCondLst>
                            <p:childTnLst>
                              <p:par>
                                <p:cTn id="18" presetClass="entr" nodeType="afterEffect" presetSubtype="8" presetID="22" grpId="4" fill="hold">
                                  <p:stCondLst>
                                    <p:cond delay="0"/>
                                  </p:stCondLst>
                                  <p:iterate type="el" backwards="0">
                                    <p:tmAbs val="0"/>
                                  </p:iterate>
                                  <p:childTnLst>
                                    <p:set>
                                      <p:cBhvr>
                                        <p:cTn id="19" fill="hold"/>
                                        <p:tgtEl>
                                          <p:spTgt spid="5213"/>
                                        </p:tgtEl>
                                        <p:attrNameLst>
                                          <p:attrName>style.visibility</p:attrName>
                                        </p:attrNameLst>
                                      </p:cBhvr>
                                      <p:to>
                                        <p:strVal val="visible"/>
                                      </p:to>
                                    </p:set>
                                    <p:animEffect filter="wipe(left)" transition="in">
                                      <p:cBhvr>
                                        <p:cTn id="20" dur="500"/>
                                        <p:tgtEl>
                                          <p:spTgt spid="5213"/>
                                        </p:tgtEl>
                                      </p:cBhvr>
                                    </p:animEffect>
                                  </p:childTnLst>
                                </p:cTn>
                              </p:par>
                            </p:childTnLst>
                          </p:cTn>
                        </p:par>
                        <p:par>
                          <p:cTn id="21" fill="hold">
                            <p:stCondLst>
                              <p:cond delay="2411"/>
                            </p:stCondLst>
                            <p:childTnLst>
                              <p:par>
                                <p:cTn id="22" presetClass="entr" nodeType="afterEffect" presetSubtype="8" presetID="22" grpId="5" fill="hold">
                                  <p:stCondLst>
                                    <p:cond delay="0"/>
                                  </p:stCondLst>
                                  <p:iterate type="el" backwards="0">
                                    <p:tmAbs val="0"/>
                                  </p:iterate>
                                  <p:childTnLst>
                                    <p:set>
                                      <p:cBhvr>
                                        <p:cTn id="23" fill="hold"/>
                                        <p:tgtEl>
                                          <p:spTgt spid="5212"/>
                                        </p:tgtEl>
                                        <p:attrNameLst>
                                          <p:attrName>style.visibility</p:attrName>
                                        </p:attrNameLst>
                                      </p:cBhvr>
                                      <p:to>
                                        <p:strVal val="visible"/>
                                      </p:to>
                                    </p:set>
                                    <p:animEffect filter="wipe(left)" transition="in">
                                      <p:cBhvr>
                                        <p:cTn id="24" dur="500"/>
                                        <p:tgtEl>
                                          <p:spTgt spid="5212"/>
                                        </p:tgtEl>
                                      </p:cBhvr>
                                    </p:animEffect>
                                  </p:childTnLst>
                                </p:cTn>
                              </p:par>
                            </p:childTnLst>
                          </p:cTn>
                        </p:par>
                        <p:par>
                          <p:cTn id="25" fill="hold">
                            <p:stCondLst>
                              <p:cond delay="2911"/>
                            </p:stCondLst>
                            <p:childTnLst>
                              <p:par>
                                <p:cTn id="26" presetClass="entr" nodeType="afterEffect" presetID="9" grpId="6" fill="hold">
                                  <p:stCondLst>
                                    <p:cond delay="0"/>
                                  </p:stCondLst>
                                  <p:iterate type="el" backwards="0">
                                    <p:tmAbs val="0"/>
                                  </p:iterate>
                                  <p:childTnLst>
                                    <p:set>
                                      <p:cBhvr>
                                        <p:cTn id="27" fill="hold"/>
                                        <p:tgtEl>
                                          <p:spTgt spid="5217"/>
                                        </p:tgtEl>
                                        <p:attrNameLst>
                                          <p:attrName>style.visibility</p:attrName>
                                        </p:attrNameLst>
                                      </p:cBhvr>
                                      <p:to>
                                        <p:strVal val="visible"/>
                                      </p:to>
                                    </p:set>
                                    <p:animEffect filter="dissolve" transition="in">
                                      <p:cBhvr>
                                        <p:cTn id="28" dur="500"/>
                                        <p:tgtEl>
                                          <p:spTgt spid="5217"/>
                                        </p:tgtEl>
                                      </p:cBhvr>
                                    </p:animEffect>
                                  </p:childTnLst>
                                </p:cTn>
                              </p:par>
                            </p:childTnLst>
                          </p:cTn>
                        </p:par>
                        <p:par>
                          <p:cTn id="29" fill="hold">
                            <p:stCondLst>
                              <p:cond delay="3411"/>
                            </p:stCondLst>
                            <p:childTnLst>
                              <p:par>
                                <p:cTn id="30" presetClass="entr" nodeType="afterEffect" presetID="9" grpId="7" fill="hold">
                                  <p:stCondLst>
                                    <p:cond delay="0"/>
                                  </p:stCondLst>
                                  <p:iterate type="el" backwards="0">
                                    <p:tmAbs val="0"/>
                                  </p:iterate>
                                  <p:childTnLst>
                                    <p:set>
                                      <p:cBhvr>
                                        <p:cTn id="31" fill="hold"/>
                                        <p:tgtEl>
                                          <p:spTgt spid="5216"/>
                                        </p:tgtEl>
                                        <p:attrNameLst>
                                          <p:attrName>style.visibility</p:attrName>
                                        </p:attrNameLst>
                                      </p:cBhvr>
                                      <p:to>
                                        <p:strVal val="visible"/>
                                      </p:to>
                                    </p:set>
                                    <p:animEffect filter="dissolve" transition="in">
                                      <p:cBhvr>
                                        <p:cTn id="32" dur="500"/>
                                        <p:tgtEl>
                                          <p:spTgt spid="5216"/>
                                        </p:tgtEl>
                                      </p:cBhvr>
                                    </p:animEffect>
                                  </p:childTnLst>
                                </p:cTn>
                              </p:par>
                            </p:childTnLst>
                          </p:cTn>
                        </p:par>
                        <p:par>
                          <p:cTn id="33" fill="hold">
                            <p:stCondLst>
                              <p:cond delay="3911"/>
                            </p:stCondLst>
                            <p:childTnLst>
                              <p:par>
                                <p:cTn id="34" presetClass="entr" nodeType="afterEffect" presetID="9" grpId="8" fill="hold">
                                  <p:stCondLst>
                                    <p:cond delay="0"/>
                                  </p:stCondLst>
                                  <p:iterate type="el" backwards="0">
                                    <p:tmAbs val="0"/>
                                  </p:iterate>
                                  <p:childTnLst>
                                    <p:set>
                                      <p:cBhvr>
                                        <p:cTn id="35" fill="hold"/>
                                        <p:tgtEl>
                                          <p:spTgt spid="5215"/>
                                        </p:tgtEl>
                                        <p:attrNameLst>
                                          <p:attrName>style.visibility</p:attrName>
                                        </p:attrNameLst>
                                      </p:cBhvr>
                                      <p:to>
                                        <p:strVal val="visible"/>
                                      </p:to>
                                    </p:set>
                                    <p:animEffect filter="dissolve" transition="in">
                                      <p:cBhvr>
                                        <p:cTn id="36" dur="500"/>
                                        <p:tgtEl>
                                          <p:spTgt spid="5215"/>
                                        </p:tgtEl>
                                      </p:cBhvr>
                                    </p:animEffect>
                                  </p:childTnLst>
                                </p:cTn>
                              </p:par>
                            </p:childTnLst>
                          </p:cTn>
                        </p:par>
                        <p:par>
                          <p:cTn id="37" fill="hold">
                            <p:stCondLst>
                              <p:cond delay="4411"/>
                            </p:stCondLst>
                            <p:childTnLst>
                              <p:par>
                                <p:cTn id="38" presetClass="entr" nodeType="afterEffect" presetID="9" grpId="9" fill="hold">
                                  <p:stCondLst>
                                    <p:cond delay="0"/>
                                  </p:stCondLst>
                                  <p:iterate type="el" backwards="0">
                                    <p:tmAbs val="0"/>
                                  </p:iterate>
                                  <p:childTnLst>
                                    <p:set>
                                      <p:cBhvr>
                                        <p:cTn id="39" fill="hold"/>
                                        <p:tgtEl>
                                          <p:spTgt spid="5220"/>
                                        </p:tgtEl>
                                        <p:attrNameLst>
                                          <p:attrName>style.visibility</p:attrName>
                                        </p:attrNameLst>
                                      </p:cBhvr>
                                      <p:to>
                                        <p:strVal val="visible"/>
                                      </p:to>
                                    </p:set>
                                    <p:animEffect filter="dissolve" transition="in">
                                      <p:cBhvr>
                                        <p:cTn id="40" dur="500"/>
                                        <p:tgtEl>
                                          <p:spTgt spid="5220"/>
                                        </p:tgtEl>
                                      </p:cBhvr>
                                    </p:animEffect>
                                  </p:childTnLst>
                                </p:cTn>
                              </p:par>
                            </p:childTnLst>
                          </p:cTn>
                        </p:par>
                        <p:par>
                          <p:cTn id="41" fill="hold">
                            <p:stCondLst>
                              <p:cond delay="4911"/>
                            </p:stCondLst>
                            <p:childTnLst>
                              <p:par>
                                <p:cTn id="42" presetClass="entr" nodeType="afterEffect" presetID="9" grpId="10" fill="hold">
                                  <p:stCondLst>
                                    <p:cond delay="0"/>
                                  </p:stCondLst>
                                  <p:iterate type="el" backwards="0">
                                    <p:tmAbs val="0"/>
                                  </p:iterate>
                                  <p:childTnLst>
                                    <p:set>
                                      <p:cBhvr>
                                        <p:cTn id="43" fill="hold"/>
                                        <p:tgtEl>
                                          <p:spTgt spid="5218"/>
                                        </p:tgtEl>
                                        <p:attrNameLst>
                                          <p:attrName>style.visibility</p:attrName>
                                        </p:attrNameLst>
                                      </p:cBhvr>
                                      <p:to>
                                        <p:strVal val="visible"/>
                                      </p:to>
                                    </p:set>
                                    <p:animEffect filter="dissolve" transition="in">
                                      <p:cBhvr>
                                        <p:cTn id="44" dur="500"/>
                                        <p:tgtEl>
                                          <p:spTgt spid="5218"/>
                                        </p:tgtEl>
                                      </p:cBhvr>
                                    </p:animEffect>
                                  </p:childTnLst>
                                </p:cTn>
                              </p:par>
                            </p:childTnLst>
                          </p:cTn>
                        </p:par>
                        <p:par>
                          <p:cTn id="45" fill="hold">
                            <p:stCondLst>
                              <p:cond delay="5411"/>
                            </p:stCondLst>
                            <p:childTnLst>
                              <p:par>
                                <p:cTn id="46" presetClass="entr" nodeType="afterEffect" presetID="9" grpId="11" fill="hold">
                                  <p:stCondLst>
                                    <p:cond delay="0"/>
                                  </p:stCondLst>
                                  <p:iterate type="el" backwards="0">
                                    <p:tmAbs val="0"/>
                                  </p:iterate>
                                  <p:childTnLst>
                                    <p:set>
                                      <p:cBhvr>
                                        <p:cTn id="47" fill="hold"/>
                                        <p:tgtEl>
                                          <p:spTgt spid="5219"/>
                                        </p:tgtEl>
                                        <p:attrNameLst>
                                          <p:attrName>style.visibility</p:attrName>
                                        </p:attrNameLst>
                                      </p:cBhvr>
                                      <p:to>
                                        <p:strVal val="visible"/>
                                      </p:to>
                                    </p:set>
                                    <p:animEffect filter="dissolve" transition="in">
                                      <p:cBhvr>
                                        <p:cTn id="48" dur="500"/>
                                        <p:tgtEl>
                                          <p:spTgt spid="5219"/>
                                        </p:tgtEl>
                                      </p:cBhvr>
                                    </p:animEffect>
                                  </p:childTnLst>
                                </p:cTn>
                              </p:par>
                            </p:childTnLst>
                          </p:cTn>
                        </p:par>
                        <p:par>
                          <p:cTn id="49" fill="hold">
                            <p:stCondLst>
                              <p:cond delay="5911"/>
                            </p:stCondLst>
                            <p:childTnLst>
                              <p:par>
                                <p:cTn id="50" presetClass="entr" nodeType="afterEffect" presetID="9" grpId="12" fill="hold">
                                  <p:stCondLst>
                                    <p:cond delay="0"/>
                                  </p:stCondLst>
                                  <p:iterate type="el" backwards="0">
                                    <p:tmAbs val="0"/>
                                  </p:iterate>
                                  <p:childTnLst>
                                    <p:set>
                                      <p:cBhvr>
                                        <p:cTn id="51" fill="hold"/>
                                        <p:tgtEl>
                                          <p:spTgt spid="5223"/>
                                        </p:tgtEl>
                                        <p:attrNameLst>
                                          <p:attrName>style.visibility</p:attrName>
                                        </p:attrNameLst>
                                      </p:cBhvr>
                                      <p:to>
                                        <p:strVal val="visible"/>
                                      </p:to>
                                    </p:set>
                                    <p:animEffect filter="dissolve" transition="in">
                                      <p:cBhvr>
                                        <p:cTn id="52" dur="500"/>
                                        <p:tgtEl>
                                          <p:spTgt spid="5223"/>
                                        </p:tgtEl>
                                      </p:cBhvr>
                                    </p:animEffect>
                                  </p:childTnLst>
                                </p:cTn>
                              </p:par>
                            </p:childTnLst>
                          </p:cTn>
                        </p:par>
                        <p:par>
                          <p:cTn id="53" fill="hold">
                            <p:stCondLst>
                              <p:cond delay="6411"/>
                            </p:stCondLst>
                            <p:childTnLst>
                              <p:par>
                                <p:cTn id="54" presetClass="entr" nodeType="afterEffect" presetID="9" grpId="13" fill="hold">
                                  <p:stCondLst>
                                    <p:cond delay="0"/>
                                  </p:stCondLst>
                                  <p:iterate type="el" backwards="0">
                                    <p:tmAbs val="0"/>
                                  </p:iterate>
                                  <p:childTnLst>
                                    <p:set>
                                      <p:cBhvr>
                                        <p:cTn id="55" fill="hold"/>
                                        <p:tgtEl>
                                          <p:spTgt spid="5221"/>
                                        </p:tgtEl>
                                        <p:attrNameLst>
                                          <p:attrName>style.visibility</p:attrName>
                                        </p:attrNameLst>
                                      </p:cBhvr>
                                      <p:to>
                                        <p:strVal val="visible"/>
                                      </p:to>
                                    </p:set>
                                    <p:animEffect filter="dissolve" transition="in">
                                      <p:cBhvr>
                                        <p:cTn id="56" dur="500"/>
                                        <p:tgtEl>
                                          <p:spTgt spid="5221"/>
                                        </p:tgtEl>
                                      </p:cBhvr>
                                    </p:animEffect>
                                  </p:childTnLst>
                                </p:cTn>
                              </p:par>
                            </p:childTnLst>
                          </p:cTn>
                        </p:par>
                        <p:par>
                          <p:cTn id="57" fill="hold">
                            <p:stCondLst>
                              <p:cond delay="6911"/>
                            </p:stCondLst>
                            <p:childTnLst>
                              <p:par>
                                <p:cTn id="58" presetClass="entr" nodeType="afterEffect" presetID="9" grpId="14" fill="hold">
                                  <p:stCondLst>
                                    <p:cond delay="0"/>
                                  </p:stCondLst>
                                  <p:iterate type="el" backwards="0">
                                    <p:tmAbs val="0"/>
                                  </p:iterate>
                                  <p:childTnLst>
                                    <p:set>
                                      <p:cBhvr>
                                        <p:cTn id="59" fill="hold"/>
                                        <p:tgtEl>
                                          <p:spTgt spid="5222"/>
                                        </p:tgtEl>
                                        <p:attrNameLst>
                                          <p:attrName>style.visibility</p:attrName>
                                        </p:attrNameLst>
                                      </p:cBhvr>
                                      <p:to>
                                        <p:strVal val="visible"/>
                                      </p:to>
                                    </p:set>
                                    <p:animEffect filter="dissolve" transition="in">
                                      <p:cBhvr>
                                        <p:cTn id="60" dur="500"/>
                                        <p:tgtEl>
                                          <p:spTgt spid="5222"/>
                                        </p:tgtEl>
                                      </p:cBhvr>
                                    </p:animEffect>
                                  </p:childTnLst>
                                </p:cTn>
                              </p:par>
                            </p:childTnLst>
                          </p:cTn>
                        </p:par>
                        <p:par>
                          <p:cTn id="61" fill="hold">
                            <p:stCondLst>
                              <p:cond delay="7411"/>
                            </p:stCondLst>
                            <p:childTnLst>
                              <p:par>
                                <p:cTn id="62" presetClass="entr" nodeType="afterEffect" presetID="9" grpId="15" fill="hold">
                                  <p:stCondLst>
                                    <p:cond delay="0"/>
                                  </p:stCondLst>
                                  <p:iterate type="el" backwards="0">
                                    <p:tmAbs val="0"/>
                                  </p:iterate>
                                  <p:childTnLst>
                                    <p:set>
                                      <p:cBhvr>
                                        <p:cTn id="63" fill="hold"/>
                                        <p:tgtEl>
                                          <p:spTgt spid="5226"/>
                                        </p:tgtEl>
                                        <p:attrNameLst>
                                          <p:attrName>style.visibility</p:attrName>
                                        </p:attrNameLst>
                                      </p:cBhvr>
                                      <p:to>
                                        <p:strVal val="visible"/>
                                      </p:to>
                                    </p:set>
                                    <p:animEffect filter="dissolve" transition="in">
                                      <p:cBhvr>
                                        <p:cTn id="64" dur="500"/>
                                        <p:tgtEl>
                                          <p:spTgt spid="5226"/>
                                        </p:tgtEl>
                                      </p:cBhvr>
                                    </p:animEffect>
                                  </p:childTnLst>
                                </p:cTn>
                              </p:par>
                            </p:childTnLst>
                          </p:cTn>
                        </p:par>
                        <p:par>
                          <p:cTn id="65" fill="hold">
                            <p:stCondLst>
                              <p:cond delay="7911"/>
                            </p:stCondLst>
                            <p:childTnLst>
                              <p:par>
                                <p:cTn id="66" presetClass="entr" nodeType="afterEffect" presetID="9" grpId="16" fill="hold">
                                  <p:stCondLst>
                                    <p:cond delay="0"/>
                                  </p:stCondLst>
                                  <p:iterate type="el" backwards="0">
                                    <p:tmAbs val="0"/>
                                  </p:iterate>
                                  <p:childTnLst>
                                    <p:set>
                                      <p:cBhvr>
                                        <p:cTn id="67" fill="hold"/>
                                        <p:tgtEl>
                                          <p:spTgt spid="5224"/>
                                        </p:tgtEl>
                                        <p:attrNameLst>
                                          <p:attrName>style.visibility</p:attrName>
                                        </p:attrNameLst>
                                      </p:cBhvr>
                                      <p:to>
                                        <p:strVal val="visible"/>
                                      </p:to>
                                    </p:set>
                                    <p:animEffect filter="dissolve" transition="in">
                                      <p:cBhvr>
                                        <p:cTn id="68" dur="500"/>
                                        <p:tgtEl>
                                          <p:spTgt spid="5224"/>
                                        </p:tgtEl>
                                      </p:cBhvr>
                                    </p:animEffect>
                                  </p:childTnLst>
                                </p:cTn>
                              </p:par>
                            </p:childTnLst>
                          </p:cTn>
                        </p:par>
                        <p:par>
                          <p:cTn id="69" fill="hold">
                            <p:stCondLst>
                              <p:cond delay="8411"/>
                            </p:stCondLst>
                            <p:childTnLst>
                              <p:par>
                                <p:cTn id="70" presetClass="entr" nodeType="afterEffect" presetID="9" grpId="17" fill="hold">
                                  <p:stCondLst>
                                    <p:cond delay="0"/>
                                  </p:stCondLst>
                                  <p:iterate type="el" backwards="0">
                                    <p:tmAbs val="0"/>
                                  </p:iterate>
                                  <p:childTnLst>
                                    <p:set>
                                      <p:cBhvr>
                                        <p:cTn id="71" fill="hold"/>
                                        <p:tgtEl>
                                          <p:spTgt spid="5225"/>
                                        </p:tgtEl>
                                        <p:attrNameLst>
                                          <p:attrName>style.visibility</p:attrName>
                                        </p:attrNameLst>
                                      </p:cBhvr>
                                      <p:to>
                                        <p:strVal val="visible"/>
                                      </p:to>
                                    </p:set>
                                    <p:animEffect filter="dissolve" transition="in">
                                      <p:cBhvr>
                                        <p:cTn id="72" dur="500"/>
                                        <p:tgtEl>
                                          <p:spTgt spid="52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220" grpId="9"/>
      <p:bldP build="whole" bldLvl="1" animBg="1" rev="0" advAuto="0" spid="5224" grpId="16"/>
      <p:bldP build="whole" bldLvl="1" animBg="1" rev="0" advAuto="0" spid="5213" grpId="4"/>
      <p:bldP build="whole" bldLvl="1" animBg="1" rev="0" advAuto="0" spid="5222" grpId="14"/>
      <p:bldP build="whole" bldLvl="1" animBg="1" rev="0" advAuto="0" spid="5218" grpId="10"/>
      <p:bldP build="whole" bldLvl="1" animBg="1" rev="0" advAuto="0" spid="5215" grpId="8"/>
      <p:bldP build="whole" bldLvl="1" animBg="1" rev="0" advAuto="0" spid="5211" grpId="2"/>
      <p:bldP build="whole" bldLvl="1" animBg="1" rev="0" advAuto="0" spid="5217" grpId="6"/>
      <p:bldP build="whole" bldLvl="1" animBg="1" rev="0" advAuto="0" spid="5225" grpId="17"/>
      <p:bldP build="whole" bldLvl="1" animBg="1" rev="0" advAuto="0" spid="5223" grpId="12"/>
      <p:bldP build="whole" bldLvl="1" animBg="1" rev="0" advAuto="0" spid="5202" grpId="1"/>
      <p:bldP build="whole" bldLvl="1" animBg="1" rev="0" advAuto="0" spid="5219" grpId="11"/>
      <p:bldP build="whole" bldLvl="1" animBg="1" rev="0" advAuto="0" spid="5214" grpId="3"/>
      <p:bldP build="whole" bldLvl="1" animBg="1" rev="0" advAuto="0" spid="5216" grpId="7"/>
      <p:bldP build="whole" bldLvl="1" animBg="1" rev="0" advAuto="0" spid="5226" grpId="15"/>
      <p:bldP build="whole" bldLvl="1" animBg="1" rev="0" advAuto="0" spid="5212" grpId="5"/>
      <p:bldP build="whole" bldLvl="1" animBg="1" rev="0" advAuto="0" spid="5221" grpId="13"/>
    </p:bldLst>
  </p:timing>
</p:sld>
</file>

<file path=ppt/slides/slide16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pSp>
        <p:nvGrpSpPr>
          <p:cNvPr id="5624" name="Group 5624"/>
          <p:cNvGrpSpPr/>
          <p:nvPr/>
        </p:nvGrpSpPr>
        <p:grpSpPr>
          <a:xfrm>
            <a:off x="3879355" y="3719581"/>
            <a:ext cx="16625290" cy="8244193"/>
            <a:chOff x="0" y="0"/>
            <a:chExt cx="16625289" cy="8244192"/>
          </a:xfrm>
        </p:grpSpPr>
        <p:sp>
          <p:nvSpPr>
            <p:cNvPr id="5229" name="Shape 5229"/>
            <p:cNvSpPr/>
            <p:nvPr/>
          </p:nvSpPr>
          <p:spPr>
            <a:xfrm>
              <a:off x="5940755" y="38227"/>
              <a:ext cx="86011" cy="32918"/>
            </a:xfrm>
            <a:custGeom>
              <a:avLst/>
              <a:gdLst/>
              <a:ahLst/>
              <a:cxnLst>
                <a:cxn ang="0">
                  <a:pos x="wd2" y="hd2"/>
                </a:cxn>
                <a:cxn ang="5400000">
                  <a:pos x="wd2" y="hd2"/>
                </a:cxn>
                <a:cxn ang="10800000">
                  <a:pos x="wd2" y="hd2"/>
                </a:cxn>
                <a:cxn ang="16200000">
                  <a:pos x="wd2" y="hd2"/>
                </a:cxn>
              </a:cxnLst>
              <a:rect l="0" t="0" r="r" b="b"/>
              <a:pathLst>
                <a:path w="21600" h="18600" fill="norm" stroke="1" extrusionOk="0">
                  <a:moveTo>
                    <a:pt x="9600" y="16200"/>
                  </a:moveTo>
                  <a:cubicBezTo>
                    <a:pt x="9600" y="16200"/>
                    <a:pt x="2400" y="10800"/>
                    <a:pt x="2400" y="10800"/>
                  </a:cubicBezTo>
                  <a:cubicBezTo>
                    <a:pt x="2400" y="10800"/>
                    <a:pt x="9600" y="10800"/>
                    <a:pt x="12000" y="10800"/>
                  </a:cubicBezTo>
                  <a:cubicBezTo>
                    <a:pt x="7200" y="5400"/>
                    <a:pt x="2400" y="10800"/>
                    <a:pt x="0" y="0"/>
                  </a:cubicBezTo>
                  <a:cubicBezTo>
                    <a:pt x="2400" y="5400"/>
                    <a:pt x="19200" y="0"/>
                    <a:pt x="21600" y="10800"/>
                  </a:cubicBezTo>
                  <a:cubicBezTo>
                    <a:pt x="21600" y="10800"/>
                    <a:pt x="14400" y="10800"/>
                    <a:pt x="12000" y="10800"/>
                  </a:cubicBezTo>
                  <a:cubicBezTo>
                    <a:pt x="12000" y="10800"/>
                    <a:pt x="16800" y="21600"/>
                    <a:pt x="9600" y="16200"/>
                  </a:cubicBezTo>
                  <a:cubicBezTo>
                    <a:pt x="7200" y="16200"/>
                    <a:pt x="14400" y="21600"/>
                    <a:pt x="9600"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0" name="Shape 5230"/>
            <p:cNvSpPr/>
            <p:nvPr/>
          </p:nvSpPr>
          <p:spPr>
            <a:xfrm>
              <a:off x="12983996" y="5839105"/>
              <a:ext cx="1899487" cy="1423938"/>
            </a:xfrm>
            <a:custGeom>
              <a:avLst/>
              <a:gdLst/>
              <a:ahLst/>
              <a:cxnLst>
                <a:cxn ang="0">
                  <a:pos x="wd2" y="hd2"/>
                </a:cxn>
                <a:cxn ang="5400000">
                  <a:pos x="wd2" y="hd2"/>
                </a:cxn>
                <a:cxn ang="10800000">
                  <a:pos x="wd2" y="hd2"/>
                </a:cxn>
                <a:cxn ang="16200000">
                  <a:pos x="wd2" y="hd2"/>
                </a:cxn>
              </a:cxnLst>
              <a:rect l="0" t="0" r="r" b="b"/>
              <a:pathLst>
                <a:path w="21538" h="21600" fill="norm" stroke="1" extrusionOk="0">
                  <a:moveTo>
                    <a:pt x="10694" y="568"/>
                  </a:moveTo>
                  <a:cubicBezTo>
                    <a:pt x="10482" y="568"/>
                    <a:pt x="10376" y="284"/>
                    <a:pt x="10165" y="284"/>
                  </a:cubicBezTo>
                  <a:cubicBezTo>
                    <a:pt x="10059" y="142"/>
                    <a:pt x="10059" y="284"/>
                    <a:pt x="10165" y="426"/>
                  </a:cubicBezTo>
                  <a:cubicBezTo>
                    <a:pt x="10165" y="568"/>
                    <a:pt x="10376" y="426"/>
                    <a:pt x="10376" y="426"/>
                  </a:cubicBezTo>
                  <a:cubicBezTo>
                    <a:pt x="10482" y="568"/>
                    <a:pt x="10376" y="853"/>
                    <a:pt x="10482" y="853"/>
                  </a:cubicBezTo>
                  <a:cubicBezTo>
                    <a:pt x="10482" y="995"/>
                    <a:pt x="10376" y="995"/>
                    <a:pt x="10271" y="995"/>
                  </a:cubicBezTo>
                  <a:cubicBezTo>
                    <a:pt x="10165" y="1137"/>
                    <a:pt x="10059" y="1137"/>
                    <a:pt x="9953" y="1137"/>
                  </a:cubicBezTo>
                  <a:cubicBezTo>
                    <a:pt x="9741" y="995"/>
                    <a:pt x="9741" y="1137"/>
                    <a:pt x="9529" y="1137"/>
                  </a:cubicBezTo>
                  <a:cubicBezTo>
                    <a:pt x="9212" y="1279"/>
                    <a:pt x="9318" y="1705"/>
                    <a:pt x="9106" y="1847"/>
                  </a:cubicBezTo>
                  <a:cubicBezTo>
                    <a:pt x="8894" y="2132"/>
                    <a:pt x="8788" y="2558"/>
                    <a:pt x="8894" y="2842"/>
                  </a:cubicBezTo>
                  <a:cubicBezTo>
                    <a:pt x="9106" y="3268"/>
                    <a:pt x="8576" y="2984"/>
                    <a:pt x="8471" y="2984"/>
                  </a:cubicBezTo>
                  <a:cubicBezTo>
                    <a:pt x="8365" y="2984"/>
                    <a:pt x="8047" y="3411"/>
                    <a:pt x="8047" y="3411"/>
                  </a:cubicBezTo>
                  <a:cubicBezTo>
                    <a:pt x="8047" y="3411"/>
                    <a:pt x="7941" y="2700"/>
                    <a:pt x="7835" y="2558"/>
                  </a:cubicBezTo>
                  <a:cubicBezTo>
                    <a:pt x="7835" y="2416"/>
                    <a:pt x="7729" y="2416"/>
                    <a:pt x="7624" y="2416"/>
                  </a:cubicBezTo>
                  <a:cubicBezTo>
                    <a:pt x="7518" y="2274"/>
                    <a:pt x="7518" y="2274"/>
                    <a:pt x="7518" y="2132"/>
                  </a:cubicBezTo>
                  <a:cubicBezTo>
                    <a:pt x="7412" y="1989"/>
                    <a:pt x="7412" y="2274"/>
                    <a:pt x="7412" y="2416"/>
                  </a:cubicBezTo>
                  <a:cubicBezTo>
                    <a:pt x="7306" y="2416"/>
                    <a:pt x="7200" y="2416"/>
                    <a:pt x="7200" y="2274"/>
                  </a:cubicBezTo>
                  <a:cubicBezTo>
                    <a:pt x="6988" y="2274"/>
                    <a:pt x="7094" y="2842"/>
                    <a:pt x="6882" y="2700"/>
                  </a:cubicBezTo>
                  <a:cubicBezTo>
                    <a:pt x="6882" y="2700"/>
                    <a:pt x="6776" y="2558"/>
                    <a:pt x="6776" y="2558"/>
                  </a:cubicBezTo>
                  <a:cubicBezTo>
                    <a:pt x="6671" y="2700"/>
                    <a:pt x="6671" y="2700"/>
                    <a:pt x="6671" y="2700"/>
                  </a:cubicBezTo>
                  <a:cubicBezTo>
                    <a:pt x="6353" y="2558"/>
                    <a:pt x="6565" y="3126"/>
                    <a:pt x="6565" y="3126"/>
                  </a:cubicBezTo>
                  <a:cubicBezTo>
                    <a:pt x="6565" y="3126"/>
                    <a:pt x="6353" y="3126"/>
                    <a:pt x="6353" y="3126"/>
                  </a:cubicBezTo>
                  <a:cubicBezTo>
                    <a:pt x="6353" y="3268"/>
                    <a:pt x="6459" y="3268"/>
                    <a:pt x="6459" y="3268"/>
                  </a:cubicBezTo>
                  <a:cubicBezTo>
                    <a:pt x="6353" y="3553"/>
                    <a:pt x="6247" y="3268"/>
                    <a:pt x="6247" y="3695"/>
                  </a:cubicBezTo>
                  <a:cubicBezTo>
                    <a:pt x="6247" y="3837"/>
                    <a:pt x="6353" y="3837"/>
                    <a:pt x="6353" y="3979"/>
                  </a:cubicBezTo>
                  <a:cubicBezTo>
                    <a:pt x="6353" y="4263"/>
                    <a:pt x="5612" y="3695"/>
                    <a:pt x="5612" y="4121"/>
                  </a:cubicBezTo>
                  <a:cubicBezTo>
                    <a:pt x="5612" y="4263"/>
                    <a:pt x="6035" y="4547"/>
                    <a:pt x="5824" y="4689"/>
                  </a:cubicBezTo>
                  <a:cubicBezTo>
                    <a:pt x="5718" y="4689"/>
                    <a:pt x="5718" y="4547"/>
                    <a:pt x="5718" y="4689"/>
                  </a:cubicBezTo>
                  <a:cubicBezTo>
                    <a:pt x="5612" y="4832"/>
                    <a:pt x="5612" y="4832"/>
                    <a:pt x="5506" y="4689"/>
                  </a:cubicBezTo>
                  <a:cubicBezTo>
                    <a:pt x="5400" y="4689"/>
                    <a:pt x="5506" y="4405"/>
                    <a:pt x="5400" y="4263"/>
                  </a:cubicBezTo>
                  <a:cubicBezTo>
                    <a:pt x="5294" y="3979"/>
                    <a:pt x="5082" y="4547"/>
                    <a:pt x="4976" y="4689"/>
                  </a:cubicBezTo>
                  <a:cubicBezTo>
                    <a:pt x="4976" y="4832"/>
                    <a:pt x="4871" y="4974"/>
                    <a:pt x="4871" y="5116"/>
                  </a:cubicBezTo>
                  <a:cubicBezTo>
                    <a:pt x="4871" y="5116"/>
                    <a:pt x="4976" y="5258"/>
                    <a:pt x="4976" y="5400"/>
                  </a:cubicBezTo>
                  <a:cubicBezTo>
                    <a:pt x="4976" y="5400"/>
                    <a:pt x="4765" y="5684"/>
                    <a:pt x="4659" y="5826"/>
                  </a:cubicBezTo>
                  <a:cubicBezTo>
                    <a:pt x="4341" y="6253"/>
                    <a:pt x="4024" y="6537"/>
                    <a:pt x="3600" y="6679"/>
                  </a:cubicBezTo>
                  <a:cubicBezTo>
                    <a:pt x="3282" y="6679"/>
                    <a:pt x="2965" y="6963"/>
                    <a:pt x="2541" y="7105"/>
                  </a:cubicBezTo>
                  <a:cubicBezTo>
                    <a:pt x="2224" y="7247"/>
                    <a:pt x="1906" y="7247"/>
                    <a:pt x="1588" y="7532"/>
                  </a:cubicBezTo>
                  <a:cubicBezTo>
                    <a:pt x="1376" y="7816"/>
                    <a:pt x="1271" y="7816"/>
                    <a:pt x="1059" y="7958"/>
                  </a:cubicBezTo>
                  <a:cubicBezTo>
                    <a:pt x="953" y="8100"/>
                    <a:pt x="741" y="8526"/>
                    <a:pt x="741" y="8526"/>
                  </a:cubicBezTo>
                  <a:cubicBezTo>
                    <a:pt x="635" y="8526"/>
                    <a:pt x="741" y="8100"/>
                    <a:pt x="741" y="7958"/>
                  </a:cubicBezTo>
                  <a:cubicBezTo>
                    <a:pt x="529" y="7958"/>
                    <a:pt x="424" y="8668"/>
                    <a:pt x="424" y="8668"/>
                  </a:cubicBezTo>
                  <a:cubicBezTo>
                    <a:pt x="529" y="9095"/>
                    <a:pt x="318" y="9237"/>
                    <a:pt x="318" y="9663"/>
                  </a:cubicBezTo>
                  <a:cubicBezTo>
                    <a:pt x="318" y="9805"/>
                    <a:pt x="847" y="11368"/>
                    <a:pt x="635" y="11511"/>
                  </a:cubicBezTo>
                  <a:cubicBezTo>
                    <a:pt x="635" y="11511"/>
                    <a:pt x="318" y="10942"/>
                    <a:pt x="318" y="10942"/>
                  </a:cubicBezTo>
                  <a:cubicBezTo>
                    <a:pt x="318" y="11084"/>
                    <a:pt x="635" y="11511"/>
                    <a:pt x="424" y="11653"/>
                  </a:cubicBezTo>
                  <a:cubicBezTo>
                    <a:pt x="212" y="11653"/>
                    <a:pt x="212" y="10942"/>
                    <a:pt x="0" y="10942"/>
                  </a:cubicBezTo>
                  <a:cubicBezTo>
                    <a:pt x="0" y="10942"/>
                    <a:pt x="635" y="12079"/>
                    <a:pt x="635" y="12221"/>
                  </a:cubicBezTo>
                  <a:cubicBezTo>
                    <a:pt x="741" y="12363"/>
                    <a:pt x="635" y="12647"/>
                    <a:pt x="741" y="12932"/>
                  </a:cubicBezTo>
                  <a:cubicBezTo>
                    <a:pt x="847" y="13216"/>
                    <a:pt x="953" y="13358"/>
                    <a:pt x="1059" y="13642"/>
                  </a:cubicBezTo>
                  <a:cubicBezTo>
                    <a:pt x="1165" y="13784"/>
                    <a:pt x="1165" y="14211"/>
                    <a:pt x="1165" y="14353"/>
                  </a:cubicBezTo>
                  <a:cubicBezTo>
                    <a:pt x="1165" y="14637"/>
                    <a:pt x="1271" y="14921"/>
                    <a:pt x="1376" y="15063"/>
                  </a:cubicBezTo>
                  <a:cubicBezTo>
                    <a:pt x="1482" y="15489"/>
                    <a:pt x="1482" y="15632"/>
                    <a:pt x="1482" y="16058"/>
                  </a:cubicBezTo>
                  <a:cubicBezTo>
                    <a:pt x="1482" y="16200"/>
                    <a:pt x="1482" y="16911"/>
                    <a:pt x="1482" y="16911"/>
                  </a:cubicBezTo>
                  <a:cubicBezTo>
                    <a:pt x="1376" y="17053"/>
                    <a:pt x="1271" y="17053"/>
                    <a:pt x="1165" y="17195"/>
                  </a:cubicBezTo>
                  <a:cubicBezTo>
                    <a:pt x="1059" y="17621"/>
                    <a:pt x="1271" y="17621"/>
                    <a:pt x="1376" y="17763"/>
                  </a:cubicBezTo>
                  <a:cubicBezTo>
                    <a:pt x="1800" y="18047"/>
                    <a:pt x="2118" y="18332"/>
                    <a:pt x="2647" y="18189"/>
                  </a:cubicBezTo>
                  <a:cubicBezTo>
                    <a:pt x="2859" y="18047"/>
                    <a:pt x="3071" y="17905"/>
                    <a:pt x="3176" y="17763"/>
                  </a:cubicBezTo>
                  <a:cubicBezTo>
                    <a:pt x="3494" y="17621"/>
                    <a:pt x="3388" y="17763"/>
                    <a:pt x="3494" y="17479"/>
                  </a:cubicBezTo>
                  <a:cubicBezTo>
                    <a:pt x="3706" y="17195"/>
                    <a:pt x="4447" y="17195"/>
                    <a:pt x="4659" y="17337"/>
                  </a:cubicBezTo>
                  <a:cubicBezTo>
                    <a:pt x="4976" y="17337"/>
                    <a:pt x="5506" y="17621"/>
                    <a:pt x="5718" y="17195"/>
                  </a:cubicBezTo>
                  <a:cubicBezTo>
                    <a:pt x="5824" y="17053"/>
                    <a:pt x="5824" y="16768"/>
                    <a:pt x="6035" y="16626"/>
                  </a:cubicBezTo>
                  <a:cubicBezTo>
                    <a:pt x="6247" y="16484"/>
                    <a:pt x="6459" y="16342"/>
                    <a:pt x="6671" y="16200"/>
                  </a:cubicBezTo>
                  <a:cubicBezTo>
                    <a:pt x="6988" y="15916"/>
                    <a:pt x="7412" y="16200"/>
                    <a:pt x="7729" y="15916"/>
                  </a:cubicBezTo>
                  <a:cubicBezTo>
                    <a:pt x="8259" y="15632"/>
                    <a:pt x="8682" y="15632"/>
                    <a:pt x="9318" y="15489"/>
                  </a:cubicBezTo>
                  <a:cubicBezTo>
                    <a:pt x="9424" y="15489"/>
                    <a:pt x="9529" y="15347"/>
                    <a:pt x="9741" y="15347"/>
                  </a:cubicBezTo>
                  <a:cubicBezTo>
                    <a:pt x="9847" y="15489"/>
                    <a:pt x="10059" y="15632"/>
                    <a:pt x="10165" y="15774"/>
                  </a:cubicBezTo>
                  <a:cubicBezTo>
                    <a:pt x="10271" y="15774"/>
                    <a:pt x="11329" y="16058"/>
                    <a:pt x="11329" y="16200"/>
                  </a:cubicBezTo>
                  <a:cubicBezTo>
                    <a:pt x="11224" y="16342"/>
                    <a:pt x="11118" y="16768"/>
                    <a:pt x="11329" y="16626"/>
                  </a:cubicBezTo>
                  <a:cubicBezTo>
                    <a:pt x="11435" y="16626"/>
                    <a:pt x="11647" y="17053"/>
                    <a:pt x="11753" y="17195"/>
                  </a:cubicBezTo>
                  <a:cubicBezTo>
                    <a:pt x="11859" y="17337"/>
                    <a:pt x="11859" y="17479"/>
                    <a:pt x="11859" y="17763"/>
                  </a:cubicBezTo>
                  <a:cubicBezTo>
                    <a:pt x="11965" y="17905"/>
                    <a:pt x="12176" y="18189"/>
                    <a:pt x="12176" y="18189"/>
                  </a:cubicBezTo>
                  <a:cubicBezTo>
                    <a:pt x="12176" y="18047"/>
                    <a:pt x="12071" y="17905"/>
                    <a:pt x="12282" y="17763"/>
                  </a:cubicBezTo>
                  <a:cubicBezTo>
                    <a:pt x="12388" y="17621"/>
                    <a:pt x="12494" y="17479"/>
                    <a:pt x="12706" y="17337"/>
                  </a:cubicBezTo>
                  <a:cubicBezTo>
                    <a:pt x="12812" y="17195"/>
                    <a:pt x="13341" y="16484"/>
                    <a:pt x="13235" y="16342"/>
                  </a:cubicBezTo>
                  <a:cubicBezTo>
                    <a:pt x="13341" y="16626"/>
                    <a:pt x="13235" y="16768"/>
                    <a:pt x="13235" y="17053"/>
                  </a:cubicBezTo>
                  <a:cubicBezTo>
                    <a:pt x="13341" y="17195"/>
                    <a:pt x="13129" y="17337"/>
                    <a:pt x="13129" y="17337"/>
                  </a:cubicBezTo>
                  <a:cubicBezTo>
                    <a:pt x="13024" y="17621"/>
                    <a:pt x="13024" y="17763"/>
                    <a:pt x="13024" y="17905"/>
                  </a:cubicBezTo>
                  <a:cubicBezTo>
                    <a:pt x="13024" y="18189"/>
                    <a:pt x="12600" y="18332"/>
                    <a:pt x="12918" y="18332"/>
                  </a:cubicBezTo>
                  <a:cubicBezTo>
                    <a:pt x="13341" y="18332"/>
                    <a:pt x="13129" y="17763"/>
                    <a:pt x="13235" y="17479"/>
                  </a:cubicBezTo>
                  <a:cubicBezTo>
                    <a:pt x="13235" y="17479"/>
                    <a:pt x="13659" y="18047"/>
                    <a:pt x="13553" y="18332"/>
                  </a:cubicBezTo>
                  <a:cubicBezTo>
                    <a:pt x="13235" y="18900"/>
                    <a:pt x="13659" y="18474"/>
                    <a:pt x="13871" y="18758"/>
                  </a:cubicBezTo>
                  <a:cubicBezTo>
                    <a:pt x="14188" y="19184"/>
                    <a:pt x="14188" y="19326"/>
                    <a:pt x="14188" y="19753"/>
                  </a:cubicBezTo>
                  <a:cubicBezTo>
                    <a:pt x="14082" y="20179"/>
                    <a:pt x="14506" y="20605"/>
                    <a:pt x="14718" y="20605"/>
                  </a:cubicBezTo>
                  <a:cubicBezTo>
                    <a:pt x="14929" y="20747"/>
                    <a:pt x="15141" y="20889"/>
                    <a:pt x="15353" y="20889"/>
                  </a:cubicBezTo>
                  <a:cubicBezTo>
                    <a:pt x="15565" y="20889"/>
                    <a:pt x="15988" y="21600"/>
                    <a:pt x="16200" y="21458"/>
                  </a:cubicBezTo>
                  <a:cubicBezTo>
                    <a:pt x="16412" y="21316"/>
                    <a:pt x="16624" y="21174"/>
                    <a:pt x="16729" y="20889"/>
                  </a:cubicBezTo>
                  <a:cubicBezTo>
                    <a:pt x="16729" y="20889"/>
                    <a:pt x="16941" y="20463"/>
                    <a:pt x="17047" y="20605"/>
                  </a:cubicBezTo>
                  <a:cubicBezTo>
                    <a:pt x="17047" y="20747"/>
                    <a:pt x="16835" y="20889"/>
                    <a:pt x="16941" y="21032"/>
                  </a:cubicBezTo>
                  <a:cubicBezTo>
                    <a:pt x="17047" y="21174"/>
                    <a:pt x="17047" y="20747"/>
                    <a:pt x="17153" y="20747"/>
                  </a:cubicBezTo>
                  <a:cubicBezTo>
                    <a:pt x="17153" y="20747"/>
                    <a:pt x="17365" y="21174"/>
                    <a:pt x="17471" y="21174"/>
                  </a:cubicBezTo>
                  <a:cubicBezTo>
                    <a:pt x="17471" y="21316"/>
                    <a:pt x="17682" y="21600"/>
                    <a:pt x="17788" y="21600"/>
                  </a:cubicBezTo>
                  <a:cubicBezTo>
                    <a:pt x="17682" y="21600"/>
                    <a:pt x="18000" y="21174"/>
                    <a:pt x="18000" y="21174"/>
                  </a:cubicBezTo>
                  <a:cubicBezTo>
                    <a:pt x="18212" y="21032"/>
                    <a:pt x="18318" y="20747"/>
                    <a:pt x="18424" y="20605"/>
                  </a:cubicBezTo>
                  <a:cubicBezTo>
                    <a:pt x="18741" y="20463"/>
                    <a:pt x="19588" y="20747"/>
                    <a:pt x="19588" y="20179"/>
                  </a:cubicBezTo>
                  <a:cubicBezTo>
                    <a:pt x="19694" y="19468"/>
                    <a:pt x="19800" y="19042"/>
                    <a:pt x="19906" y="18474"/>
                  </a:cubicBezTo>
                  <a:cubicBezTo>
                    <a:pt x="20118" y="17905"/>
                    <a:pt x="20224" y="17337"/>
                    <a:pt x="20541" y="16768"/>
                  </a:cubicBezTo>
                  <a:cubicBezTo>
                    <a:pt x="20647" y="16626"/>
                    <a:pt x="20859" y="16484"/>
                    <a:pt x="20965" y="16200"/>
                  </a:cubicBezTo>
                  <a:cubicBezTo>
                    <a:pt x="20965" y="16058"/>
                    <a:pt x="20965" y="16058"/>
                    <a:pt x="20965" y="15916"/>
                  </a:cubicBezTo>
                  <a:cubicBezTo>
                    <a:pt x="21071" y="15774"/>
                    <a:pt x="21176" y="15632"/>
                    <a:pt x="21176" y="15347"/>
                  </a:cubicBezTo>
                  <a:cubicBezTo>
                    <a:pt x="21282" y="15063"/>
                    <a:pt x="21176" y="14779"/>
                    <a:pt x="21282" y="14495"/>
                  </a:cubicBezTo>
                  <a:cubicBezTo>
                    <a:pt x="21282" y="14353"/>
                    <a:pt x="21388" y="14211"/>
                    <a:pt x="21388" y="14068"/>
                  </a:cubicBezTo>
                  <a:cubicBezTo>
                    <a:pt x="21494" y="13926"/>
                    <a:pt x="21282" y="13784"/>
                    <a:pt x="21388" y="13642"/>
                  </a:cubicBezTo>
                  <a:cubicBezTo>
                    <a:pt x="21494" y="13500"/>
                    <a:pt x="21600" y="13074"/>
                    <a:pt x="21494" y="12932"/>
                  </a:cubicBezTo>
                  <a:cubicBezTo>
                    <a:pt x="21494" y="12647"/>
                    <a:pt x="21388" y="12505"/>
                    <a:pt x="21388" y="12363"/>
                  </a:cubicBezTo>
                  <a:cubicBezTo>
                    <a:pt x="21282" y="12221"/>
                    <a:pt x="21282" y="11937"/>
                    <a:pt x="21282" y="11795"/>
                  </a:cubicBezTo>
                  <a:cubicBezTo>
                    <a:pt x="21176" y="11226"/>
                    <a:pt x="21494" y="10942"/>
                    <a:pt x="21388" y="10374"/>
                  </a:cubicBezTo>
                  <a:cubicBezTo>
                    <a:pt x="21388" y="10516"/>
                    <a:pt x="21282" y="10800"/>
                    <a:pt x="21176" y="10800"/>
                  </a:cubicBezTo>
                  <a:cubicBezTo>
                    <a:pt x="20965" y="10800"/>
                    <a:pt x="20859" y="10232"/>
                    <a:pt x="20753" y="9947"/>
                  </a:cubicBezTo>
                  <a:cubicBezTo>
                    <a:pt x="20541" y="9521"/>
                    <a:pt x="20118" y="9521"/>
                    <a:pt x="20118" y="8811"/>
                  </a:cubicBezTo>
                  <a:cubicBezTo>
                    <a:pt x="20012" y="8526"/>
                    <a:pt x="19906" y="8526"/>
                    <a:pt x="19800" y="8384"/>
                  </a:cubicBezTo>
                  <a:cubicBezTo>
                    <a:pt x="19588" y="8242"/>
                    <a:pt x="19588" y="8668"/>
                    <a:pt x="19482" y="8384"/>
                  </a:cubicBezTo>
                  <a:cubicBezTo>
                    <a:pt x="19482" y="7958"/>
                    <a:pt x="19376" y="7816"/>
                    <a:pt x="19165" y="7532"/>
                  </a:cubicBezTo>
                  <a:cubicBezTo>
                    <a:pt x="19165" y="7532"/>
                    <a:pt x="19059" y="7389"/>
                    <a:pt x="19059" y="7247"/>
                  </a:cubicBezTo>
                  <a:cubicBezTo>
                    <a:pt x="18953" y="7247"/>
                    <a:pt x="19059" y="6963"/>
                    <a:pt x="19059" y="7105"/>
                  </a:cubicBezTo>
                  <a:cubicBezTo>
                    <a:pt x="18847" y="6821"/>
                    <a:pt x="18635" y="6679"/>
                    <a:pt x="18424" y="6537"/>
                  </a:cubicBezTo>
                  <a:cubicBezTo>
                    <a:pt x="18212" y="6253"/>
                    <a:pt x="17894" y="6395"/>
                    <a:pt x="17788" y="6111"/>
                  </a:cubicBezTo>
                  <a:cubicBezTo>
                    <a:pt x="17576" y="5826"/>
                    <a:pt x="17682" y="5258"/>
                    <a:pt x="17576" y="5116"/>
                  </a:cubicBezTo>
                  <a:cubicBezTo>
                    <a:pt x="17576" y="4832"/>
                    <a:pt x="17576" y="4547"/>
                    <a:pt x="17471" y="4405"/>
                  </a:cubicBezTo>
                  <a:cubicBezTo>
                    <a:pt x="17365" y="4263"/>
                    <a:pt x="17259" y="4263"/>
                    <a:pt x="17259" y="3979"/>
                  </a:cubicBezTo>
                  <a:cubicBezTo>
                    <a:pt x="17259" y="3695"/>
                    <a:pt x="17259" y="3268"/>
                    <a:pt x="17047" y="2842"/>
                  </a:cubicBezTo>
                  <a:cubicBezTo>
                    <a:pt x="16941" y="2842"/>
                    <a:pt x="16729" y="2416"/>
                    <a:pt x="16729" y="2558"/>
                  </a:cubicBezTo>
                  <a:cubicBezTo>
                    <a:pt x="16518" y="2558"/>
                    <a:pt x="16518" y="2700"/>
                    <a:pt x="16412" y="2416"/>
                  </a:cubicBezTo>
                  <a:cubicBezTo>
                    <a:pt x="16200" y="2132"/>
                    <a:pt x="16306" y="1563"/>
                    <a:pt x="16094" y="1137"/>
                  </a:cubicBezTo>
                  <a:cubicBezTo>
                    <a:pt x="16094" y="995"/>
                    <a:pt x="15671" y="0"/>
                    <a:pt x="15671" y="0"/>
                  </a:cubicBezTo>
                  <a:cubicBezTo>
                    <a:pt x="15565" y="0"/>
                    <a:pt x="15565" y="284"/>
                    <a:pt x="15565" y="426"/>
                  </a:cubicBezTo>
                  <a:cubicBezTo>
                    <a:pt x="15565" y="568"/>
                    <a:pt x="15459" y="711"/>
                    <a:pt x="15353" y="853"/>
                  </a:cubicBezTo>
                  <a:cubicBezTo>
                    <a:pt x="15353" y="853"/>
                    <a:pt x="15141" y="1137"/>
                    <a:pt x="15247" y="1279"/>
                  </a:cubicBezTo>
                  <a:cubicBezTo>
                    <a:pt x="15247" y="1279"/>
                    <a:pt x="15459" y="1279"/>
                    <a:pt x="15353" y="1421"/>
                  </a:cubicBezTo>
                  <a:cubicBezTo>
                    <a:pt x="15247" y="1421"/>
                    <a:pt x="15141" y="2132"/>
                    <a:pt x="15141" y="2274"/>
                  </a:cubicBezTo>
                  <a:cubicBezTo>
                    <a:pt x="15247" y="2558"/>
                    <a:pt x="15247" y="2842"/>
                    <a:pt x="15247" y="3126"/>
                  </a:cubicBezTo>
                  <a:cubicBezTo>
                    <a:pt x="15141" y="3695"/>
                    <a:pt x="15141" y="5116"/>
                    <a:pt x="14506" y="5116"/>
                  </a:cubicBezTo>
                  <a:cubicBezTo>
                    <a:pt x="14082" y="5116"/>
                    <a:pt x="14082" y="4547"/>
                    <a:pt x="13765" y="4405"/>
                  </a:cubicBezTo>
                  <a:cubicBezTo>
                    <a:pt x="13553" y="4263"/>
                    <a:pt x="13341" y="4263"/>
                    <a:pt x="13129" y="3979"/>
                  </a:cubicBezTo>
                  <a:cubicBezTo>
                    <a:pt x="13024" y="3837"/>
                    <a:pt x="11859" y="2984"/>
                    <a:pt x="11965" y="2842"/>
                  </a:cubicBezTo>
                  <a:cubicBezTo>
                    <a:pt x="11965" y="2700"/>
                    <a:pt x="12071" y="2558"/>
                    <a:pt x="12176" y="2416"/>
                  </a:cubicBezTo>
                  <a:cubicBezTo>
                    <a:pt x="12176" y="2274"/>
                    <a:pt x="12388" y="2274"/>
                    <a:pt x="12388" y="2132"/>
                  </a:cubicBezTo>
                  <a:cubicBezTo>
                    <a:pt x="12388" y="2132"/>
                    <a:pt x="12282" y="1989"/>
                    <a:pt x="12282" y="1847"/>
                  </a:cubicBezTo>
                  <a:cubicBezTo>
                    <a:pt x="12388" y="1705"/>
                    <a:pt x="12388" y="1705"/>
                    <a:pt x="12494" y="1563"/>
                  </a:cubicBezTo>
                  <a:cubicBezTo>
                    <a:pt x="12494" y="1421"/>
                    <a:pt x="12706" y="1279"/>
                    <a:pt x="12812" y="1137"/>
                  </a:cubicBezTo>
                  <a:cubicBezTo>
                    <a:pt x="12812" y="995"/>
                    <a:pt x="12600" y="711"/>
                    <a:pt x="12494" y="853"/>
                  </a:cubicBezTo>
                  <a:cubicBezTo>
                    <a:pt x="12494" y="853"/>
                    <a:pt x="12388" y="1137"/>
                    <a:pt x="12388" y="1137"/>
                  </a:cubicBezTo>
                  <a:cubicBezTo>
                    <a:pt x="12282" y="995"/>
                    <a:pt x="12282" y="995"/>
                    <a:pt x="12176" y="853"/>
                  </a:cubicBezTo>
                  <a:cubicBezTo>
                    <a:pt x="12176" y="711"/>
                    <a:pt x="11965" y="995"/>
                    <a:pt x="11859" y="995"/>
                  </a:cubicBezTo>
                  <a:cubicBezTo>
                    <a:pt x="11753" y="1137"/>
                    <a:pt x="11647" y="995"/>
                    <a:pt x="11541" y="995"/>
                  </a:cubicBezTo>
                  <a:cubicBezTo>
                    <a:pt x="11329" y="853"/>
                    <a:pt x="11012" y="711"/>
                    <a:pt x="10694" y="568"/>
                  </a:cubicBezTo>
                  <a:cubicBezTo>
                    <a:pt x="10482" y="568"/>
                    <a:pt x="10906" y="711"/>
                    <a:pt x="10694" y="568"/>
                  </a:cubicBezTo>
                  <a:close/>
                </a:path>
              </a:pathLst>
            </a:custGeom>
            <a:solidFill>
              <a:srgbClr val="DCDEE0"/>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1" name="Shape 5231"/>
            <p:cNvSpPr/>
            <p:nvPr/>
          </p:nvSpPr>
          <p:spPr>
            <a:xfrm>
              <a:off x="7539898" y="2207582"/>
              <a:ext cx="362407" cy="563841"/>
            </a:xfrm>
            <a:custGeom>
              <a:avLst/>
              <a:gdLst/>
              <a:ahLst/>
              <a:cxnLst>
                <a:cxn ang="0">
                  <a:pos x="wd2" y="hd2"/>
                </a:cxn>
                <a:cxn ang="5400000">
                  <a:pos x="wd2" y="hd2"/>
                </a:cxn>
                <a:cxn ang="10800000">
                  <a:pos x="wd2" y="hd2"/>
                </a:cxn>
                <a:cxn ang="16200000">
                  <a:pos x="wd2" y="hd2"/>
                </a:cxn>
              </a:cxnLst>
              <a:rect l="0" t="0" r="r" b="b"/>
              <a:pathLst>
                <a:path w="21003" h="21600" fill="norm" stroke="1" extrusionOk="0">
                  <a:moveTo>
                    <a:pt x="8100" y="0"/>
                  </a:moveTo>
                  <a:cubicBezTo>
                    <a:pt x="6480" y="0"/>
                    <a:pt x="5400" y="360"/>
                    <a:pt x="3780" y="0"/>
                  </a:cubicBezTo>
                  <a:cubicBezTo>
                    <a:pt x="3240" y="0"/>
                    <a:pt x="2700" y="0"/>
                    <a:pt x="2700" y="360"/>
                  </a:cubicBezTo>
                  <a:cubicBezTo>
                    <a:pt x="3240" y="1080"/>
                    <a:pt x="2700" y="720"/>
                    <a:pt x="2160" y="1080"/>
                  </a:cubicBezTo>
                  <a:cubicBezTo>
                    <a:pt x="2700" y="720"/>
                    <a:pt x="2700" y="1440"/>
                    <a:pt x="2700" y="1440"/>
                  </a:cubicBezTo>
                  <a:cubicBezTo>
                    <a:pt x="2160" y="2160"/>
                    <a:pt x="540" y="1800"/>
                    <a:pt x="1080" y="2880"/>
                  </a:cubicBezTo>
                  <a:cubicBezTo>
                    <a:pt x="2160" y="3600"/>
                    <a:pt x="1620" y="3960"/>
                    <a:pt x="1080" y="4680"/>
                  </a:cubicBezTo>
                  <a:cubicBezTo>
                    <a:pt x="1080" y="5400"/>
                    <a:pt x="2160" y="5400"/>
                    <a:pt x="2700" y="5040"/>
                  </a:cubicBezTo>
                  <a:cubicBezTo>
                    <a:pt x="2160" y="5400"/>
                    <a:pt x="2700" y="5400"/>
                    <a:pt x="2700" y="5760"/>
                  </a:cubicBezTo>
                  <a:cubicBezTo>
                    <a:pt x="2700" y="5400"/>
                    <a:pt x="1620" y="6480"/>
                    <a:pt x="1620" y="6480"/>
                  </a:cubicBezTo>
                  <a:cubicBezTo>
                    <a:pt x="1080" y="6480"/>
                    <a:pt x="0" y="6480"/>
                    <a:pt x="0" y="7200"/>
                  </a:cubicBezTo>
                  <a:cubicBezTo>
                    <a:pt x="540" y="7200"/>
                    <a:pt x="1080" y="6480"/>
                    <a:pt x="1620" y="6840"/>
                  </a:cubicBezTo>
                  <a:cubicBezTo>
                    <a:pt x="1620" y="7200"/>
                    <a:pt x="1620" y="7560"/>
                    <a:pt x="1620" y="7560"/>
                  </a:cubicBezTo>
                  <a:cubicBezTo>
                    <a:pt x="1080" y="7920"/>
                    <a:pt x="1080" y="8280"/>
                    <a:pt x="1080" y="8280"/>
                  </a:cubicBezTo>
                  <a:cubicBezTo>
                    <a:pt x="1080" y="8640"/>
                    <a:pt x="1620" y="7920"/>
                    <a:pt x="2160" y="7920"/>
                  </a:cubicBezTo>
                  <a:cubicBezTo>
                    <a:pt x="2160" y="7560"/>
                    <a:pt x="2700" y="8280"/>
                    <a:pt x="2700" y="8280"/>
                  </a:cubicBezTo>
                  <a:cubicBezTo>
                    <a:pt x="3240" y="8280"/>
                    <a:pt x="2700" y="6840"/>
                    <a:pt x="2160" y="6840"/>
                  </a:cubicBezTo>
                  <a:cubicBezTo>
                    <a:pt x="2700" y="6840"/>
                    <a:pt x="3780" y="7200"/>
                    <a:pt x="3780" y="6840"/>
                  </a:cubicBezTo>
                  <a:cubicBezTo>
                    <a:pt x="3780" y="6840"/>
                    <a:pt x="3240" y="7200"/>
                    <a:pt x="3240" y="7200"/>
                  </a:cubicBezTo>
                  <a:cubicBezTo>
                    <a:pt x="3240" y="7560"/>
                    <a:pt x="3780" y="7920"/>
                    <a:pt x="3780" y="8280"/>
                  </a:cubicBezTo>
                  <a:cubicBezTo>
                    <a:pt x="3780" y="8640"/>
                    <a:pt x="2160" y="9720"/>
                    <a:pt x="3780" y="9720"/>
                  </a:cubicBezTo>
                  <a:cubicBezTo>
                    <a:pt x="3780" y="9720"/>
                    <a:pt x="5400" y="9720"/>
                    <a:pt x="5940" y="9720"/>
                  </a:cubicBezTo>
                  <a:cubicBezTo>
                    <a:pt x="6480" y="9360"/>
                    <a:pt x="8100" y="9360"/>
                    <a:pt x="8100" y="9360"/>
                  </a:cubicBezTo>
                  <a:cubicBezTo>
                    <a:pt x="7560" y="10080"/>
                    <a:pt x="7020" y="10080"/>
                    <a:pt x="7560" y="10800"/>
                  </a:cubicBezTo>
                  <a:cubicBezTo>
                    <a:pt x="8100" y="11880"/>
                    <a:pt x="8100" y="11160"/>
                    <a:pt x="8640" y="11520"/>
                  </a:cubicBezTo>
                  <a:cubicBezTo>
                    <a:pt x="8640" y="11880"/>
                    <a:pt x="8100" y="12600"/>
                    <a:pt x="8640" y="12960"/>
                  </a:cubicBezTo>
                  <a:cubicBezTo>
                    <a:pt x="9180" y="13680"/>
                    <a:pt x="7560" y="13680"/>
                    <a:pt x="7020" y="13680"/>
                  </a:cubicBezTo>
                  <a:cubicBezTo>
                    <a:pt x="5940" y="14040"/>
                    <a:pt x="5400" y="13320"/>
                    <a:pt x="4320" y="14040"/>
                  </a:cubicBezTo>
                  <a:cubicBezTo>
                    <a:pt x="3780" y="14760"/>
                    <a:pt x="6480" y="14400"/>
                    <a:pt x="5940" y="14760"/>
                  </a:cubicBezTo>
                  <a:cubicBezTo>
                    <a:pt x="5940" y="14760"/>
                    <a:pt x="4860" y="15120"/>
                    <a:pt x="4860" y="15120"/>
                  </a:cubicBezTo>
                  <a:cubicBezTo>
                    <a:pt x="4860" y="15480"/>
                    <a:pt x="5400" y="15480"/>
                    <a:pt x="4860" y="15840"/>
                  </a:cubicBezTo>
                  <a:cubicBezTo>
                    <a:pt x="4320" y="16200"/>
                    <a:pt x="3780" y="16560"/>
                    <a:pt x="2700" y="16920"/>
                  </a:cubicBezTo>
                  <a:cubicBezTo>
                    <a:pt x="2160" y="17280"/>
                    <a:pt x="3240" y="17640"/>
                    <a:pt x="3240" y="17640"/>
                  </a:cubicBezTo>
                  <a:cubicBezTo>
                    <a:pt x="3780" y="17640"/>
                    <a:pt x="4860" y="17280"/>
                    <a:pt x="4860" y="17280"/>
                  </a:cubicBezTo>
                  <a:cubicBezTo>
                    <a:pt x="4860" y="17640"/>
                    <a:pt x="6480" y="17640"/>
                    <a:pt x="7020" y="18000"/>
                  </a:cubicBezTo>
                  <a:cubicBezTo>
                    <a:pt x="8100" y="18000"/>
                    <a:pt x="9180" y="17280"/>
                    <a:pt x="9720" y="17280"/>
                  </a:cubicBezTo>
                  <a:cubicBezTo>
                    <a:pt x="9720" y="17280"/>
                    <a:pt x="8640" y="19080"/>
                    <a:pt x="7020" y="18720"/>
                  </a:cubicBezTo>
                  <a:cubicBezTo>
                    <a:pt x="6480" y="18360"/>
                    <a:pt x="5940" y="18720"/>
                    <a:pt x="5400" y="18720"/>
                  </a:cubicBezTo>
                  <a:cubicBezTo>
                    <a:pt x="4320" y="18720"/>
                    <a:pt x="4860" y="18360"/>
                    <a:pt x="4320" y="18360"/>
                  </a:cubicBezTo>
                  <a:cubicBezTo>
                    <a:pt x="4320" y="18360"/>
                    <a:pt x="4320" y="19440"/>
                    <a:pt x="3780" y="19800"/>
                  </a:cubicBezTo>
                  <a:cubicBezTo>
                    <a:pt x="3780" y="19800"/>
                    <a:pt x="3240" y="20160"/>
                    <a:pt x="2700" y="20520"/>
                  </a:cubicBezTo>
                  <a:cubicBezTo>
                    <a:pt x="2700" y="20520"/>
                    <a:pt x="1620" y="20880"/>
                    <a:pt x="1620" y="21240"/>
                  </a:cubicBezTo>
                  <a:cubicBezTo>
                    <a:pt x="1620" y="21240"/>
                    <a:pt x="2700" y="21240"/>
                    <a:pt x="2700" y="21240"/>
                  </a:cubicBezTo>
                  <a:cubicBezTo>
                    <a:pt x="2700" y="21240"/>
                    <a:pt x="2160" y="21240"/>
                    <a:pt x="2700" y="21600"/>
                  </a:cubicBezTo>
                  <a:cubicBezTo>
                    <a:pt x="2700" y="21600"/>
                    <a:pt x="3780" y="20520"/>
                    <a:pt x="4320" y="20520"/>
                  </a:cubicBezTo>
                  <a:cubicBezTo>
                    <a:pt x="4860" y="20520"/>
                    <a:pt x="5940" y="20880"/>
                    <a:pt x="6480" y="20520"/>
                  </a:cubicBezTo>
                  <a:cubicBezTo>
                    <a:pt x="7560" y="20520"/>
                    <a:pt x="7020" y="19800"/>
                    <a:pt x="8100" y="19800"/>
                  </a:cubicBezTo>
                  <a:cubicBezTo>
                    <a:pt x="8640" y="19440"/>
                    <a:pt x="9180" y="19800"/>
                    <a:pt x="10260" y="19800"/>
                  </a:cubicBezTo>
                  <a:cubicBezTo>
                    <a:pt x="10800" y="20160"/>
                    <a:pt x="11340" y="19440"/>
                    <a:pt x="12420" y="19800"/>
                  </a:cubicBezTo>
                  <a:cubicBezTo>
                    <a:pt x="12960" y="20160"/>
                    <a:pt x="14040" y="19800"/>
                    <a:pt x="14580" y="19440"/>
                  </a:cubicBezTo>
                  <a:cubicBezTo>
                    <a:pt x="15660" y="19440"/>
                    <a:pt x="17280" y="19440"/>
                    <a:pt x="18360" y="19440"/>
                  </a:cubicBezTo>
                  <a:cubicBezTo>
                    <a:pt x="18360" y="19440"/>
                    <a:pt x="20520" y="18360"/>
                    <a:pt x="20520" y="18360"/>
                  </a:cubicBezTo>
                  <a:cubicBezTo>
                    <a:pt x="19980" y="18000"/>
                    <a:pt x="17820" y="18360"/>
                    <a:pt x="17820" y="18000"/>
                  </a:cubicBezTo>
                  <a:cubicBezTo>
                    <a:pt x="17820" y="17640"/>
                    <a:pt x="19980" y="16560"/>
                    <a:pt x="20520" y="16560"/>
                  </a:cubicBezTo>
                  <a:cubicBezTo>
                    <a:pt x="21060" y="15840"/>
                    <a:pt x="21600" y="14400"/>
                    <a:pt x="19440" y="14400"/>
                  </a:cubicBezTo>
                  <a:cubicBezTo>
                    <a:pt x="18900" y="14400"/>
                    <a:pt x="17820" y="14760"/>
                    <a:pt x="17280" y="14760"/>
                  </a:cubicBezTo>
                  <a:cubicBezTo>
                    <a:pt x="16200" y="14400"/>
                    <a:pt x="17280" y="14400"/>
                    <a:pt x="17280" y="14040"/>
                  </a:cubicBezTo>
                  <a:cubicBezTo>
                    <a:pt x="17280" y="13680"/>
                    <a:pt x="17280" y="13320"/>
                    <a:pt x="16740" y="12960"/>
                  </a:cubicBezTo>
                  <a:cubicBezTo>
                    <a:pt x="16740" y="12960"/>
                    <a:pt x="14580" y="12600"/>
                    <a:pt x="15120" y="12240"/>
                  </a:cubicBezTo>
                  <a:cubicBezTo>
                    <a:pt x="15120" y="12240"/>
                    <a:pt x="16200" y="12600"/>
                    <a:pt x="16200" y="12240"/>
                  </a:cubicBezTo>
                  <a:cubicBezTo>
                    <a:pt x="16740" y="11880"/>
                    <a:pt x="16200" y="11520"/>
                    <a:pt x="15660" y="11160"/>
                  </a:cubicBezTo>
                  <a:cubicBezTo>
                    <a:pt x="14040" y="10440"/>
                    <a:pt x="13500" y="10440"/>
                    <a:pt x="12420" y="9000"/>
                  </a:cubicBezTo>
                  <a:cubicBezTo>
                    <a:pt x="11880" y="8280"/>
                    <a:pt x="11340" y="7560"/>
                    <a:pt x="9720" y="6840"/>
                  </a:cubicBezTo>
                  <a:cubicBezTo>
                    <a:pt x="9180" y="6480"/>
                    <a:pt x="7020" y="7200"/>
                    <a:pt x="6480" y="6480"/>
                  </a:cubicBezTo>
                  <a:cubicBezTo>
                    <a:pt x="6480" y="6480"/>
                    <a:pt x="9720" y="6120"/>
                    <a:pt x="9180" y="5760"/>
                  </a:cubicBezTo>
                  <a:cubicBezTo>
                    <a:pt x="9180" y="5760"/>
                    <a:pt x="8100" y="6120"/>
                    <a:pt x="7560" y="5760"/>
                  </a:cubicBezTo>
                  <a:cubicBezTo>
                    <a:pt x="7560" y="5760"/>
                    <a:pt x="9720" y="5400"/>
                    <a:pt x="9720" y="5400"/>
                  </a:cubicBezTo>
                  <a:cubicBezTo>
                    <a:pt x="10260" y="5040"/>
                    <a:pt x="11880" y="3240"/>
                    <a:pt x="11340" y="2880"/>
                  </a:cubicBezTo>
                  <a:cubicBezTo>
                    <a:pt x="10800" y="2160"/>
                    <a:pt x="9180" y="2160"/>
                    <a:pt x="8100" y="2160"/>
                  </a:cubicBezTo>
                  <a:cubicBezTo>
                    <a:pt x="7560" y="2520"/>
                    <a:pt x="4860" y="2520"/>
                    <a:pt x="4860" y="2520"/>
                  </a:cubicBezTo>
                  <a:cubicBezTo>
                    <a:pt x="4860" y="2520"/>
                    <a:pt x="5940" y="2160"/>
                    <a:pt x="5940" y="2160"/>
                  </a:cubicBezTo>
                  <a:cubicBezTo>
                    <a:pt x="5940" y="2160"/>
                    <a:pt x="4860" y="1800"/>
                    <a:pt x="4860" y="2160"/>
                  </a:cubicBezTo>
                  <a:cubicBezTo>
                    <a:pt x="4860" y="1800"/>
                    <a:pt x="9720" y="360"/>
                    <a:pt x="8100" y="0"/>
                  </a:cubicBezTo>
                  <a:cubicBezTo>
                    <a:pt x="7560" y="0"/>
                    <a:pt x="9180" y="360"/>
                    <a:pt x="8100" y="0"/>
                  </a:cubicBezTo>
                  <a:close/>
                </a:path>
              </a:pathLst>
            </a:custGeom>
            <a:solidFill>
              <a:srgbClr val="DCDEE0"/>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2" name="Shape 5232"/>
            <p:cNvSpPr/>
            <p:nvPr/>
          </p:nvSpPr>
          <p:spPr>
            <a:xfrm>
              <a:off x="6696747" y="1627692"/>
              <a:ext cx="495927" cy="235856"/>
            </a:xfrm>
            <a:custGeom>
              <a:avLst/>
              <a:gdLst/>
              <a:ahLst/>
              <a:cxnLst>
                <a:cxn ang="0">
                  <a:pos x="wd2" y="hd2"/>
                </a:cxn>
                <a:cxn ang="5400000">
                  <a:pos x="wd2" y="hd2"/>
                </a:cxn>
                <a:cxn ang="10800000">
                  <a:pos x="wd2" y="hd2"/>
                </a:cxn>
                <a:cxn ang="16200000">
                  <a:pos x="wd2" y="hd2"/>
                </a:cxn>
              </a:cxnLst>
              <a:rect l="0" t="0" r="r" b="b"/>
              <a:pathLst>
                <a:path w="21283" h="20769" fill="norm" stroke="1" extrusionOk="0">
                  <a:moveTo>
                    <a:pt x="20883" y="7477"/>
                  </a:moveTo>
                  <a:cubicBezTo>
                    <a:pt x="20883" y="7477"/>
                    <a:pt x="19283" y="6646"/>
                    <a:pt x="19283" y="6646"/>
                  </a:cubicBezTo>
                  <a:cubicBezTo>
                    <a:pt x="19283" y="6646"/>
                    <a:pt x="19683" y="5815"/>
                    <a:pt x="19683" y="5815"/>
                  </a:cubicBezTo>
                  <a:cubicBezTo>
                    <a:pt x="19283" y="5815"/>
                    <a:pt x="18483" y="5815"/>
                    <a:pt x="18883" y="4984"/>
                  </a:cubicBezTo>
                  <a:cubicBezTo>
                    <a:pt x="18883" y="4984"/>
                    <a:pt x="19283" y="4154"/>
                    <a:pt x="19283" y="4154"/>
                  </a:cubicBezTo>
                  <a:cubicBezTo>
                    <a:pt x="18883" y="3323"/>
                    <a:pt x="18083" y="3323"/>
                    <a:pt x="18083" y="3323"/>
                  </a:cubicBezTo>
                  <a:cubicBezTo>
                    <a:pt x="18083" y="2492"/>
                    <a:pt x="18883" y="1661"/>
                    <a:pt x="18883" y="1661"/>
                  </a:cubicBezTo>
                  <a:cubicBezTo>
                    <a:pt x="18883" y="1661"/>
                    <a:pt x="17283" y="2492"/>
                    <a:pt x="16883" y="1661"/>
                  </a:cubicBezTo>
                  <a:cubicBezTo>
                    <a:pt x="16483" y="831"/>
                    <a:pt x="16083" y="0"/>
                    <a:pt x="15283" y="0"/>
                  </a:cubicBezTo>
                  <a:cubicBezTo>
                    <a:pt x="14883" y="0"/>
                    <a:pt x="15683" y="1661"/>
                    <a:pt x="15283" y="2492"/>
                  </a:cubicBezTo>
                  <a:cubicBezTo>
                    <a:pt x="14883" y="3323"/>
                    <a:pt x="14483" y="2492"/>
                    <a:pt x="14083" y="3323"/>
                  </a:cubicBezTo>
                  <a:cubicBezTo>
                    <a:pt x="13683" y="4154"/>
                    <a:pt x="13283" y="3323"/>
                    <a:pt x="12483" y="3323"/>
                  </a:cubicBezTo>
                  <a:cubicBezTo>
                    <a:pt x="11683" y="2492"/>
                    <a:pt x="12883" y="5815"/>
                    <a:pt x="12483" y="6646"/>
                  </a:cubicBezTo>
                  <a:cubicBezTo>
                    <a:pt x="12483" y="6646"/>
                    <a:pt x="10883" y="831"/>
                    <a:pt x="10083" y="3323"/>
                  </a:cubicBezTo>
                  <a:cubicBezTo>
                    <a:pt x="9683" y="3323"/>
                    <a:pt x="10083" y="4984"/>
                    <a:pt x="9683" y="5815"/>
                  </a:cubicBezTo>
                  <a:cubicBezTo>
                    <a:pt x="9683" y="6646"/>
                    <a:pt x="8483" y="3323"/>
                    <a:pt x="8083" y="3323"/>
                  </a:cubicBezTo>
                  <a:cubicBezTo>
                    <a:pt x="7683" y="3323"/>
                    <a:pt x="8883" y="6646"/>
                    <a:pt x="8083" y="6646"/>
                  </a:cubicBezTo>
                  <a:cubicBezTo>
                    <a:pt x="7683" y="6646"/>
                    <a:pt x="7683" y="6646"/>
                    <a:pt x="7283" y="6646"/>
                  </a:cubicBezTo>
                  <a:cubicBezTo>
                    <a:pt x="6883" y="6646"/>
                    <a:pt x="6483" y="8307"/>
                    <a:pt x="6483" y="9138"/>
                  </a:cubicBezTo>
                  <a:cubicBezTo>
                    <a:pt x="6483" y="8307"/>
                    <a:pt x="5283" y="6646"/>
                    <a:pt x="5283" y="5815"/>
                  </a:cubicBezTo>
                  <a:cubicBezTo>
                    <a:pt x="5283" y="5815"/>
                    <a:pt x="6083" y="5815"/>
                    <a:pt x="6083" y="5815"/>
                  </a:cubicBezTo>
                  <a:cubicBezTo>
                    <a:pt x="6083" y="4984"/>
                    <a:pt x="5283" y="3323"/>
                    <a:pt x="5283" y="3323"/>
                  </a:cubicBezTo>
                  <a:cubicBezTo>
                    <a:pt x="4883" y="3323"/>
                    <a:pt x="2883" y="-831"/>
                    <a:pt x="2483" y="831"/>
                  </a:cubicBezTo>
                  <a:cubicBezTo>
                    <a:pt x="2483" y="1661"/>
                    <a:pt x="3683" y="1661"/>
                    <a:pt x="3283" y="2492"/>
                  </a:cubicBezTo>
                  <a:cubicBezTo>
                    <a:pt x="3283" y="2492"/>
                    <a:pt x="3283" y="2492"/>
                    <a:pt x="2883" y="2492"/>
                  </a:cubicBezTo>
                  <a:cubicBezTo>
                    <a:pt x="3683" y="1661"/>
                    <a:pt x="4083" y="4984"/>
                    <a:pt x="3683" y="5815"/>
                  </a:cubicBezTo>
                  <a:cubicBezTo>
                    <a:pt x="3683" y="5815"/>
                    <a:pt x="483" y="0"/>
                    <a:pt x="1683" y="4154"/>
                  </a:cubicBezTo>
                  <a:cubicBezTo>
                    <a:pt x="1683" y="4154"/>
                    <a:pt x="883" y="4154"/>
                    <a:pt x="883" y="4154"/>
                  </a:cubicBezTo>
                  <a:cubicBezTo>
                    <a:pt x="883" y="4984"/>
                    <a:pt x="1683" y="4984"/>
                    <a:pt x="1683" y="4984"/>
                  </a:cubicBezTo>
                  <a:cubicBezTo>
                    <a:pt x="1683" y="4154"/>
                    <a:pt x="1683" y="5815"/>
                    <a:pt x="1683" y="5815"/>
                  </a:cubicBezTo>
                  <a:cubicBezTo>
                    <a:pt x="1683" y="5815"/>
                    <a:pt x="883" y="4984"/>
                    <a:pt x="483" y="4984"/>
                  </a:cubicBezTo>
                  <a:cubicBezTo>
                    <a:pt x="883" y="4984"/>
                    <a:pt x="-317" y="7477"/>
                    <a:pt x="83" y="6646"/>
                  </a:cubicBezTo>
                  <a:cubicBezTo>
                    <a:pt x="-317" y="8307"/>
                    <a:pt x="2883" y="7477"/>
                    <a:pt x="2883" y="7477"/>
                  </a:cubicBezTo>
                  <a:cubicBezTo>
                    <a:pt x="3283" y="7477"/>
                    <a:pt x="4883" y="8307"/>
                    <a:pt x="4883" y="8307"/>
                  </a:cubicBezTo>
                  <a:cubicBezTo>
                    <a:pt x="4483" y="8307"/>
                    <a:pt x="4083" y="8307"/>
                    <a:pt x="4083" y="9138"/>
                  </a:cubicBezTo>
                  <a:cubicBezTo>
                    <a:pt x="4083" y="9138"/>
                    <a:pt x="4483" y="9969"/>
                    <a:pt x="4483" y="9969"/>
                  </a:cubicBezTo>
                  <a:cubicBezTo>
                    <a:pt x="4083" y="10800"/>
                    <a:pt x="3283" y="10800"/>
                    <a:pt x="2883" y="10800"/>
                  </a:cubicBezTo>
                  <a:cubicBezTo>
                    <a:pt x="2883" y="10800"/>
                    <a:pt x="483" y="11631"/>
                    <a:pt x="883" y="11631"/>
                  </a:cubicBezTo>
                  <a:cubicBezTo>
                    <a:pt x="1683" y="12461"/>
                    <a:pt x="2883" y="11631"/>
                    <a:pt x="3683" y="12461"/>
                  </a:cubicBezTo>
                  <a:cubicBezTo>
                    <a:pt x="4083" y="13292"/>
                    <a:pt x="4083" y="14123"/>
                    <a:pt x="4483" y="14123"/>
                  </a:cubicBezTo>
                  <a:cubicBezTo>
                    <a:pt x="4483" y="14123"/>
                    <a:pt x="5283" y="13292"/>
                    <a:pt x="5683" y="13292"/>
                  </a:cubicBezTo>
                  <a:cubicBezTo>
                    <a:pt x="5283" y="13292"/>
                    <a:pt x="4883" y="14123"/>
                    <a:pt x="4883" y="14123"/>
                  </a:cubicBezTo>
                  <a:cubicBezTo>
                    <a:pt x="4883" y="14954"/>
                    <a:pt x="5683" y="14123"/>
                    <a:pt x="5683" y="14123"/>
                  </a:cubicBezTo>
                  <a:cubicBezTo>
                    <a:pt x="6083" y="14954"/>
                    <a:pt x="2883" y="18277"/>
                    <a:pt x="3683" y="18277"/>
                  </a:cubicBezTo>
                  <a:cubicBezTo>
                    <a:pt x="4483" y="19107"/>
                    <a:pt x="5283" y="18277"/>
                    <a:pt x="5683" y="18277"/>
                  </a:cubicBezTo>
                  <a:cubicBezTo>
                    <a:pt x="6483" y="18277"/>
                    <a:pt x="7283" y="18277"/>
                    <a:pt x="8083" y="19107"/>
                  </a:cubicBezTo>
                  <a:cubicBezTo>
                    <a:pt x="7683" y="18277"/>
                    <a:pt x="7683" y="19107"/>
                    <a:pt x="7683" y="19107"/>
                  </a:cubicBezTo>
                  <a:cubicBezTo>
                    <a:pt x="8083" y="19938"/>
                    <a:pt x="8483" y="19938"/>
                    <a:pt x="8483" y="19938"/>
                  </a:cubicBezTo>
                  <a:cubicBezTo>
                    <a:pt x="9283" y="20769"/>
                    <a:pt x="10483" y="20769"/>
                    <a:pt x="11283" y="20769"/>
                  </a:cubicBezTo>
                  <a:cubicBezTo>
                    <a:pt x="12083" y="20769"/>
                    <a:pt x="12083" y="19938"/>
                    <a:pt x="12883" y="19938"/>
                  </a:cubicBezTo>
                  <a:cubicBezTo>
                    <a:pt x="13683" y="19107"/>
                    <a:pt x="14483" y="19107"/>
                    <a:pt x="15283" y="18277"/>
                  </a:cubicBezTo>
                  <a:cubicBezTo>
                    <a:pt x="16483" y="16615"/>
                    <a:pt x="16883" y="15784"/>
                    <a:pt x="18083" y="14954"/>
                  </a:cubicBezTo>
                  <a:cubicBezTo>
                    <a:pt x="18883" y="14954"/>
                    <a:pt x="19283" y="12461"/>
                    <a:pt x="20483" y="12461"/>
                  </a:cubicBezTo>
                  <a:cubicBezTo>
                    <a:pt x="20483" y="11631"/>
                    <a:pt x="20883" y="11631"/>
                    <a:pt x="20483" y="10800"/>
                  </a:cubicBezTo>
                  <a:cubicBezTo>
                    <a:pt x="20083" y="9969"/>
                    <a:pt x="20883" y="9969"/>
                    <a:pt x="21283" y="9969"/>
                  </a:cubicBezTo>
                  <a:cubicBezTo>
                    <a:pt x="21283" y="9969"/>
                    <a:pt x="20483" y="9138"/>
                    <a:pt x="20483" y="9138"/>
                  </a:cubicBezTo>
                  <a:cubicBezTo>
                    <a:pt x="20483" y="8307"/>
                    <a:pt x="21283" y="7477"/>
                    <a:pt x="20883" y="7477"/>
                  </a:cubicBezTo>
                  <a:cubicBezTo>
                    <a:pt x="20083" y="6646"/>
                    <a:pt x="21283" y="7477"/>
                    <a:pt x="20883" y="747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3" name="Shape 5233"/>
            <p:cNvSpPr/>
            <p:nvPr/>
          </p:nvSpPr>
          <p:spPr>
            <a:xfrm>
              <a:off x="10209384" y="726947"/>
              <a:ext cx="827390" cy="572759"/>
            </a:xfrm>
            <a:custGeom>
              <a:avLst/>
              <a:gdLst/>
              <a:ahLst/>
              <a:cxnLst>
                <a:cxn ang="0">
                  <a:pos x="wd2" y="hd2"/>
                </a:cxn>
                <a:cxn ang="5400000">
                  <a:pos x="wd2" y="hd2"/>
                </a:cxn>
                <a:cxn ang="10800000">
                  <a:pos x="wd2" y="hd2"/>
                </a:cxn>
                <a:cxn ang="16200000">
                  <a:pos x="wd2" y="hd2"/>
                </a:cxn>
              </a:cxnLst>
              <a:rect l="0" t="0" r="r" b="b"/>
              <a:pathLst>
                <a:path w="21251" h="21339" fill="norm" stroke="1" extrusionOk="0">
                  <a:moveTo>
                    <a:pt x="20160" y="87"/>
                  </a:moveTo>
                  <a:cubicBezTo>
                    <a:pt x="19440" y="87"/>
                    <a:pt x="19200" y="-261"/>
                    <a:pt x="18480" y="436"/>
                  </a:cubicBezTo>
                  <a:cubicBezTo>
                    <a:pt x="18240" y="436"/>
                    <a:pt x="17280" y="784"/>
                    <a:pt x="17520" y="1133"/>
                  </a:cubicBezTo>
                  <a:cubicBezTo>
                    <a:pt x="17280" y="1133"/>
                    <a:pt x="16320" y="1829"/>
                    <a:pt x="15840" y="1829"/>
                  </a:cubicBezTo>
                  <a:cubicBezTo>
                    <a:pt x="15360" y="1829"/>
                    <a:pt x="14640" y="2178"/>
                    <a:pt x="14160" y="2526"/>
                  </a:cubicBezTo>
                  <a:cubicBezTo>
                    <a:pt x="13440" y="2526"/>
                    <a:pt x="12960" y="2526"/>
                    <a:pt x="12240" y="2526"/>
                  </a:cubicBezTo>
                  <a:cubicBezTo>
                    <a:pt x="12240" y="2526"/>
                    <a:pt x="10800" y="2526"/>
                    <a:pt x="11040" y="2874"/>
                  </a:cubicBezTo>
                  <a:cubicBezTo>
                    <a:pt x="11040" y="2874"/>
                    <a:pt x="11520" y="2874"/>
                    <a:pt x="11520" y="2874"/>
                  </a:cubicBezTo>
                  <a:cubicBezTo>
                    <a:pt x="11280" y="3223"/>
                    <a:pt x="10800" y="3223"/>
                    <a:pt x="10560" y="3571"/>
                  </a:cubicBezTo>
                  <a:cubicBezTo>
                    <a:pt x="10320" y="3571"/>
                    <a:pt x="9840" y="3571"/>
                    <a:pt x="9360" y="3571"/>
                  </a:cubicBezTo>
                  <a:cubicBezTo>
                    <a:pt x="9120" y="3571"/>
                    <a:pt x="9120" y="3571"/>
                    <a:pt x="8640" y="3920"/>
                  </a:cubicBezTo>
                  <a:cubicBezTo>
                    <a:pt x="8400" y="4965"/>
                    <a:pt x="8160" y="4616"/>
                    <a:pt x="7680" y="4616"/>
                  </a:cubicBezTo>
                  <a:cubicBezTo>
                    <a:pt x="7200" y="4965"/>
                    <a:pt x="7440" y="5662"/>
                    <a:pt x="6720" y="5662"/>
                  </a:cubicBezTo>
                  <a:cubicBezTo>
                    <a:pt x="6240" y="5662"/>
                    <a:pt x="6480" y="6358"/>
                    <a:pt x="6240" y="6358"/>
                  </a:cubicBezTo>
                  <a:cubicBezTo>
                    <a:pt x="6000" y="6707"/>
                    <a:pt x="5280" y="6010"/>
                    <a:pt x="5520" y="6358"/>
                  </a:cubicBezTo>
                  <a:cubicBezTo>
                    <a:pt x="5520" y="6707"/>
                    <a:pt x="6240" y="7055"/>
                    <a:pt x="6240" y="7055"/>
                  </a:cubicBezTo>
                  <a:cubicBezTo>
                    <a:pt x="6240" y="7055"/>
                    <a:pt x="5280" y="7404"/>
                    <a:pt x="5280" y="7404"/>
                  </a:cubicBezTo>
                  <a:cubicBezTo>
                    <a:pt x="5280" y="7752"/>
                    <a:pt x="6480" y="7752"/>
                    <a:pt x="6480" y="7752"/>
                  </a:cubicBezTo>
                  <a:cubicBezTo>
                    <a:pt x="6480" y="8100"/>
                    <a:pt x="4800" y="8100"/>
                    <a:pt x="5040" y="8449"/>
                  </a:cubicBezTo>
                  <a:cubicBezTo>
                    <a:pt x="5040" y="8100"/>
                    <a:pt x="5520" y="8449"/>
                    <a:pt x="5520" y="8449"/>
                  </a:cubicBezTo>
                  <a:cubicBezTo>
                    <a:pt x="5040" y="8797"/>
                    <a:pt x="4800" y="8449"/>
                    <a:pt x="4800" y="8797"/>
                  </a:cubicBezTo>
                  <a:cubicBezTo>
                    <a:pt x="4560" y="9145"/>
                    <a:pt x="5040" y="9494"/>
                    <a:pt x="5040" y="9494"/>
                  </a:cubicBezTo>
                  <a:cubicBezTo>
                    <a:pt x="4800" y="9494"/>
                    <a:pt x="4560" y="9494"/>
                    <a:pt x="4320" y="9494"/>
                  </a:cubicBezTo>
                  <a:cubicBezTo>
                    <a:pt x="4320" y="9494"/>
                    <a:pt x="4800" y="9842"/>
                    <a:pt x="5040" y="9842"/>
                  </a:cubicBezTo>
                  <a:cubicBezTo>
                    <a:pt x="4560" y="9842"/>
                    <a:pt x="4320" y="9842"/>
                    <a:pt x="4080" y="10191"/>
                  </a:cubicBezTo>
                  <a:cubicBezTo>
                    <a:pt x="3840" y="10539"/>
                    <a:pt x="3600" y="10539"/>
                    <a:pt x="3360" y="10539"/>
                  </a:cubicBezTo>
                  <a:cubicBezTo>
                    <a:pt x="2880" y="10887"/>
                    <a:pt x="2880" y="11236"/>
                    <a:pt x="3360" y="11236"/>
                  </a:cubicBezTo>
                  <a:cubicBezTo>
                    <a:pt x="3600" y="11236"/>
                    <a:pt x="4320" y="11584"/>
                    <a:pt x="4560" y="11584"/>
                  </a:cubicBezTo>
                  <a:cubicBezTo>
                    <a:pt x="4080" y="11933"/>
                    <a:pt x="3600" y="11236"/>
                    <a:pt x="3600" y="12281"/>
                  </a:cubicBezTo>
                  <a:cubicBezTo>
                    <a:pt x="3600" y="12629"/>
                    <a:pt x="2400" y="12629"/>
                    <a:pt x="2160" y="12978"/>
                  </a:cubicBezTo>
                  <a:cubicBezTo>
                    <a:pt x="1920" y="13326"/>
                    <a:pt x="2160" y="13326"/>
                    <a:pt x="2160" y="13674"/>
                  </a:cubicBezTo>
                  <a:cubicBezTo>
                    <a:pt x="2160" y="13674"/>
                    <a:pt x="1440" y="14023"/>
                    <a:pt x="1440" y="14023"/>
                  </a:cubicBezTo>
                  <a:cubicBezTo>
                    <a:pt x="480" y="14371"/>
                    <a:pt x="1680" y="14371"/>
                    <a:pt x="1680" y="14720"/>
                  </a:cubicBezTo>
                  <a:cubicBezTo>
                    <a:pt x="1920" y="15068"/>
                    <a:pt x="1200" y="16113"/>
                    <a:pt x="1200" y="16113"/>
                  </a:cubicBezTo>
                  <a:cubicBezTo>
                    <a:pt x="720" y="16810"/>
                    <a:pt x="0" y="16113"/>
                    <a:pt x="0" y="17507"/>
                  </a:cubicBezTo>
                  <a:cubicBezTo>
                    <a:pt x="0" y="18900"/>
                    <a:pt x="480" y="18204"/>
                    <a:pt x="960" y="18204"/>
                  </a:cubicBezTo>
                  <a:cubicBezTo>
                    <a:pt x="1440" y="18552"/>
                    <a:pt x="1680" y="18900"/>
                    <a:pt x="2160" y="18552"/>
                  </a:cubicBezTo>
                  <a:cubicBezTo>
                    <a:pt x="2160" y="18552"/>
                    <a:pt x="2640" y="19249"/>
                    <a:pt x="2880" y="18900"/>
                  </a:cubicBezTo>
                  <a:cubicBezTo>
                    <a:pt x="2880" y="18900"/>
                    <a:pt x="2400" y="18900"/>
                    <a:pt x="2400" y="19249"/>
                  </a:cubicBezTo>
                  <a:cubicBezTo>
                    <a:pt x="2640" y="19249"/>
                    <a:pt x="2880" y="19249"/>
                    <a:pt x="2880" y="19249"/>
                  </a:cubicBezTo>
                  <a:cubicBezTo>
                    <a:pt x="2880" y="19249"/>
                    <a:pt x="2400" y="20642"/>
                    <a:pt x="2400" y="20642"/>
                  </a:cubicBezTo>
                  <a:cubicBezTo>
                    <a:pt x="2880" y="20991"/>
                    <a:pt x="3360" y="20991"/>
                    <a:pt x="3840" y="21339"/>
                  </a:cubicBezTo>
                  <a:cubicBezTo>
                    <a:pt x="4560" y="21339"/>
                    <a:pt x="4800" y="21339"/>
                    <a:pt x="5520" y="21339"/>
                  </a:cubicBezTo>
                  <a:cubicBezTo>
                    <a:pt x="5760" y="20991"/>
                    <a:pt x="6000" y="20991"/>
                    <a:pt x="6240" y="20991"/>
                  </a:cubicBezTo>
                  <a:cubicBezTo>
                    <a:pt x="6480" y="21339"/>
                    <a:pt x="6720" y="21339"/>
                    <a:pt x="7200" y="21339"/>
                  </a:cubicBezTo>
                  <a:cubicBezTo>
                    <a:pt x="7440" y="21339"/>
                    <a:pt x="6480" y="20294"/>
                    <a:pt x="6240" y="20294"/>
                  </a:cubicBezTo>
                  <a:cubicBezTo>
                    <a:pt x="5760" y="19597"/>
                    <a:pt x="5520" y="18900"/>
                    <a:pt x="5280" y="18204"/>
                  </a:cubicBezTo>
                  <a:cubicBezTo>
                    <a:pt x="4800" y="17507"/>
                    <a:pt x="5040" y="17158"/>
                    <a:pt x="4800" y="16462"/>
                  </a:cubicBezTo>
                  <a:cubicBezTo>
                    <a:pt x="4560" y="15416"/>
                    <a:pt x="4320" y="15416"/>
                    <a:pt x="4800" y="14720"/>
                  </a:cubicBezTo>
                  <a:cubicBezTo>
                    <a:pt x="5040" y="14720"/>
                    <a:pt x="4800" y="14720"/>
                    <a:pt x="4800" y="14371"/>
                  </a:cubicBezTo>
                  <a:cubicBezTo>
                    <a:pt x="5040" y="14023"/>
                    <a:pt x="5760" y="14371"/>
                    <a:pt x="5760" y="14023"/>
                  </a:cubicBezTo>
                  <a:cubicBezTo>
                    <a:pt x="5760" y="14023"/>
                    <a:pt x="5280" y="13674"/>
                    <a:pt x="5280" y="13674"/>
                  </a:cubicBezTo>
                  <a:cubicBezTo>
                    <a:pt x="5520" y="13326"/>
                    <a:pt x="6240" y="13674"/>
                    <a:pt x="6240" y="13326"/>
                  </a:cubicBezTo>
                  <a:cubicBezTo>
                    <a:pt x="6240" y="12978"/>
                    <a:pt x="5040" y="12629"/>
                    <a:pt x="5040" y="12281"/>
                  </a:cubicBezTo>
                  <a:cubicBezTo>
                    <a:pt x="5040" y="12281"/>
                    <a:pt x="6960" y="12629"/>
                    <a:pt x="6960" y="12629"/>
                  </a:cubicBezTo>
                  <a:cubicBezTo>
                    <a:pt x="6960" y="12281"/>
                    <a:pt x="6480" y="11933"/>
                    <a:pt x="6480" y="11584"/>
                  </a:cubicBezTo>
                  <a:cubicBezTo>
                    <a:pt x="6480" y="11236"/>
                    <a:pt x="7200" y="11933"/>
                    <a:pt x="7440" y="11584"/>
                  </a:cubicBezTo>
                  <a:cubicBezTo>
                    <a:pt x="7440" y="11236"/>
                    <a:pt x="6480" y="10539"/>
                    <a:pt x="6480" y="10887"/>
                  </a:cubicBezTo>
                  <a:cubicBezTo>
                    <a:pt x="6480" y="10539"/>
                    <a:pt x="7440" y="11236"/>
                    <a:pt x="7680" y="10887"/>
                  </a:cubicBezTo>
                  <a:cubicBezTo>
                    <a:pt x="7680" y="10887"/>
                    <a:pt x="7920" y="10539"/>
                    <a:pt x="7680" y="10539"/>
                  </a:cubicBezTo>
                  <a:cubicBezTo>
                    <a:pt x="7680" y="10539"/>
                    <a:pt x="7200" y="9842"/>
                    <a:pt x="7200" y="9842"/>
                  </a:cubicBezTo>
                  <a:cubicBezTo>
                    <a:pt x="7680" y="9842"/>
                    <a:pt x="7920" y="10191"/>
                    <a:pt x="8400" y="9842"/>
                  </a:cubicBezTo>
                  <a:cubicBezTo>
                    <a:pt x="8400" y="9494"/>
                    <a:pt x="8880" y="9145"/>
                    <a:pt x="8880" y="9145"/>
                  </a:cubicBezTo>
                  <a:cubicBezTo>
                    <a:pt x="8880" y="8797"/>
                    <a:pt x="8400" y="8797"/>
                    <a:pt x="8400" y="8797"/>
                  </a:cubicBezTo>
                  <a:cubicBezTo>
                    <a:pt x="8640" y="8797"/>
                    <a:pt x="9360" y="8797"/>
                    <a:pt x="9360" y="8100"/>
                  </a:cubicBezTo>
                  <a:cubicBezTo>
                    <a:pt x="9360" y="7404"/>
                    <a:pt x="9840" y="8449"/>
                    <a:pt x="10080" y="8100"/>
                  </a:cubicBezTo>
                  <a:cubicBezTo>
                    <a:pt x="10080" y="8100"/>
                    <a:pt x="9840" y="7752"/>
                    <a:pt x="9840" y="7752"/>
                  </a:cubicBezTo>
                  <a:cubicBezTo>
                    <a:pt x="10080" y="7404"/>
                    <a:pt x="10800" y="7752"/>
                    <a:pt x="10800" y="7404"/>
                  </a:cubicBezTo>
                  <a:cubicBezTo>
                    <a:pt x="11040" y="7055"/>
                    <a:pt x="10800" y="6707"/>
                    <a:pt x="10560" y="6707"/>
                  </a:cubicBezTo>
                  <a:cubicBezTo>
                    <a:pt x="11760" y="6010"/>
                    <a:pt x="12720" y="5313"/>
                    <a:pt x="13920" y="4965"/>
                  </a:cubicBezTo>
                  <a:cubicBezTo>
                    <a:pt x="14640" y="4616"/>
                    <a:pt x="15600" y="4268"/>
                    <a:pt x="16320" y="3920"/>
                  </a:cubicBezTo>
                  <a:cubicBezTo>
                    <a:pt x="17520" y="3571"/>
                    <a:pt x="18480" y="3223"/>
                    <a:pt x="19440" y="2526"/>
                  </a:cubicBezTo>
                  <a:cubicBezTo>
                    <a:pt x="19920" y="2526"/>
                    <a:pt x="20640" y="1829"/>
                    <a:pt x="21120" y="1133"/>
                  </a:cubicBezTo>
                  <a:cubicBezTo>
                    <a:pt x="21600" y="436"/>
                    <a:pt x="20640" y="87"/>
                    <a:pt x="20160" y="87"/>
                  </a:cubicBezTo>
                  <a:cubicBezTo>
                    <a:pt x="19680" y="87"/>
                    <a:pt x="20640" y="87"/>
                    <a:pt x="20160" y="8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4" name="Shape 5234"/>
            <p:cNvSpPr/>
            <p:nvPr/>
          </p:nvSpPr>
          <p:spPr>
            <a:xfrm>
              <a:off x="12373869" y="477832"/>
              <a:ext cx="277818" cy="147383"/>
            </a:xfrm>
            <a:custGeom>
              <a:avLst/>
              <a:gdLst/>
              <a:ahLst/>
              <a:cxnLst>
                <a:cxn ang="0">
                  <a:pos x="wd2" y="hd2"/>
                </a:cxn>
                <a:cxn ang="5400000">
                  <a:pos x="wd2" y="hd2"/>
                </a:cxn>
                <a:cxn ang="10800000">
                  <a:pos x="wd2" y="hd2"/>
                </a:cxn>
                <a:cxn ang="16200000">
                  <a:pos x="wd2" y="hd2"/>
                </a:cxn>
              </a:cxnLst>
              <a:rect l="0" t="0" r="r" b="b"/>
              <a:pathLst>
                <a:path w="20040" h="21263" fill="norm" stroke="1" extrusionOk="0">
                  <a:moveTo>
                    <a:pt x="10232" y="8100"/>
                  </a:moveTo>
                  <a:cubicBezTo>
                    <a:pt x="10232" y="8100"/>
                    <a:pt x="12257" y="2700"/>
                    <a:pt x="12257" y="1350"/>
                  </a:cubicBezTo>
                  <a:cubicBezTo>
                    <a:pt x="11582" y="0"/>
                    <a:pt x="10907" y="0"/>
                    <a:pt x="10232" y="0"/>
                  </a:cubicBezTo>
                  <a:cubicBezTo>
                    <a:pt x="9557" y="0"/>
                    <a:pt x="9557" y="2700"/>
                    <a:pt x="9557" y="2700"/>
                  </a:cubicBezTo>
                  <a:cubicBezTo>
                    <a:pt x="8207" y="2700"/>
                    <a:pt x="7532" y="0"/>
                    <a:pt x="6182" y="2700"/>
                  </a:cubicBezTo>
                  <a:cubicBezTo>
                    <a:pt x="6182" y="2700"/>
                    <a:pt x="4832" y="4050"/>
                    <a:pt x="5507" y="5400"/>
                  </a:cubicBezTo>
                  <a:cubicBezTo>
                    <a:pt x="6182" y="5400"/>
                    <a:pt x="6857" y="6750"/>
                    <a:pt x="7532" y="5400"/>
                  </a:cubicBezTo>
                  <a:cubicBezTo>
                    <a:pt x="6182" y="6750"/>
                    <a:pt x="2807" y="8100"/>
                    <a:pt x="6182" y="10800"/>
                  </a:cubicBezTo>
                  <a:cubicBezTo>
                    <a:pt x="4157" y="9450"/>
                    <a:pt x="3482" y="10800"/>
                    <a:pt x="2807" y="13500"/>
                  </a:cubicBezTo>
                  <a:cubicBezTo>
                    <a:pt x="2132" y="14850"/>
                    <a:pt x="-568" y="20250"/>
                    <a:pt x="107" y="20250"/>
                  </a:cubicBezTo>
                  <a:cubicBezTo>
                    <a:pt x="1457" y="21600"/>
                    <a:pt x="3482" y="21600"/>
                    <a:pt x="4832" y="20250"/>
                  </a:cubicBezTo>
                  <a:cubicBezTo>
                    <a:pt x="6857" y="17550"/>
                    <a:pt x="8882" y="17550"/>
                    <a:pt x="10907" y="18900"/>
                  </a:cubicBezTo>
                  <a:cubicBezTo>
                    <a:pt x="13607" y="18900"/>
                    <a:pt x="15632" y="17550"/>
                    <a:pt x="18332" y="16200"/>
                  </a:cubicBezTo>
                  <a:cubicBezTo>
                    <a:pt x="19682" y="14850"/>
                    <a:pt x="21032" y="10800"/>
                    <a:pt x="19007" y="9450"/>
                  </a:cubicBezTo>
                  <a:cubicBezTo>
                    <a:pt x="17657" y="8100"/>
                    <a:pt x="15632" y="2700"/>
                    <a:pt x="14282" y="4050"/>
                  </a:cubicBezTo>
                  <a:cubicBezTo>
                    <a:pt x="12932" y="4050"/>
                    <a:pt x="11582" y="8100"/>
                    <a:pt x="10232" y="8100"/>
                  </a:cubicBezTo>
                  <a:cubicBezTo>
                    <a:pt x="9557" y="8100"/>
                    <a:pt x="10907" y="8100"/>
                    <a:pt x="10232" y="81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5" name="Shape 5235"/>
            <p:cNvSpPr/>
            <p:nvPr/>
          </p:nvSpPr>
          <p:spPr>
            <a:xfrm>
              <a:off x="12123899" y="397021"/>
              <a:ext cx="270986" cy="144523"/>
            </a:xfrm>
            <a:custGeom>
              <a:avLst/>
              <a:gdLst/>
              <a:ahLst/>
              <a:cxnLst>
                <a:cxn ang="0">
                  <a:pos x="wd2" y="hd2"/>
                </a:cxn>
                <a:cxn ang="5400000">
                  <a:pos x="wd2" y="hd2"/>
                </a:cxn>
                <a:cxn ang="10800000">
                  <a:pos x="wd2" y="hd2"/>
                </a:cxn>
                <a:cxn ang="16200000">
                  <a:pos x="wd2" y="hd2"/>
                </a:cxn>
              </a:cxnLst>
              <a:rect l="0" t="0" r="r" b="b"/>
              <a:pathLst>
                <a:path w="20880" h="20850" fill="norm" stroke="1" extrusionOk="0">
                  <a:moveTo>
                    <a:pt x="18720" y="12750"/>
                  </a:moveTo>
                  <a:cubicBezTo>
                    <a:pt x="20880" y="14100"/>
                    <a:pt x="19440" y="11400"/>
                    <a:pt x="20160" y="8700"/>
                  </a:cubicBezTo>
                  <a:cubicBezTo>
                    <a:pt x="20160" y="7350"/>
                    <a:pt x="20880" y="7350"/>
                    <a:pt x="20880" y="6000"/>
                  </a:cubicBezTo>
                  <a:cubicBezTo>
                    <a:pt x="20880" y="4650"/>
                    <a:pt x="19440" y="3300"/>
                    <a:pt x="18720" y="3300"/>
                  </a:cubicBezTo>
                  <a:cubicBezTo>
                    <a:pt x="18000" y="1950"/>
                    <a:pt x="16560" y="1950"/>
                    <a:pt x="15840" y="3300"/>
                  </a:cubicBezTo>
                  <a:cubicBezTo>
                    <a:pt x="15840" y="3300"/>
                    <a:pt x="12240" y="4650"/>
                    <a:pt x="12240" y="4650"/>
                  </a:cubicBezTo>
                  <a:cubicBezTo>
                    <a:pt x="12240" y="4650"/>
                    <a:pt x="15120" y="1950"/>
                    <a:pt x="12960" y="600"/>
                  </a:cubicBezTo>
                  <a:cubicBezTo>
                    <a:pt x="11520" y="-750"/>
                    <a:pt x="10080" y="600"/>
                    <a:pt x="8640" y="600"/>
                  </a:cubicBezTo>
                  <a:cubicBezTo>
                    <a:pt x="7920" y="600"/>
                    <a:pt x="4320" y="1950"/>
                    <a:pt x="3600" y="4650"/>
                  </a:cubicBezTo>
                  <a:cubicBezTo>
                    <a:pt x="3600" y="4650"/>
                    <a:pt x="5040" y="4650"/>
                    <a:pt x="5040" y="4650"/>
                  </a:cubicBezTo>
                  <a:cubicBezTo>
                    <a:pt x="5040" y="4650"/>
                    <a:pt x="0" y="8700"/>
                    <a:pt x="0" y="10050"/>
                  </a:cubicBezTo>
                  <a:cubicBezTo>
                    <a:pt x="0" y="10050"/>
                    <a:pt x="2880" y="11400"/>
                    <a:pt x="2880" y="11400"/>
                  </a:cubicBezTo>
                  <a:cubicBezTo>
                    <a:pt x="3600" y="11400"/>
                    <a:pt x="4320" y="14100"/>
                    <a:pt x="5040" y="15450"/>
                  </a:cubicBezTo>
                  <a:cubicBezTo>
                    <a:pt x="6480" y="16800"/>
                    <a:pt x="7200" y="16800"/>
                    <a:pt x="8640" y="16800"/>
                  </a:cubicBezTo>
                  <a:cubicBezTo>
                    <a:pt x="10080" y="18150"/>
                    <a:pt x="12240" y="20850"/>
                    <a:pt x="13680" y="20850"/>
                  </a:cubicBezTo>
                  <a:cubicBezTo>
                    <a:pt x="15840" y="20850"/>
                    <a:pt x="18000" y="20850"/>
                    <a:pt x="20160" y="19500"/>
                  </a:cubicBezTo>
                  <a:cubicBezTo>
                    <a:pt x="21600" y="19500"/>
                    <a:pt x="18720" y="12750"/>
                    <a:pt x="18720" y="12750"/>
                  </a:cubicBezTo>
                  <a:cubicBezTo>
                    <a:pt x="19440" y="12750"/>
                    <a:pt x="18000" y="12750"/>
                    <a:pt x="18720" y="1275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6" name="Shape 5236"/>
            <p:cNvSpPr/>
            <p:nvPr/>
          </p:nvSpPr>
          <p:spPr>
            <a:xfrm>
              <a:off x="12041074" y="406687"/>
              <a:ext cx="106330" cy="42477"/>
            </a:xfrm>
            <a:custGeom>
              <a:avLst/>
              <a:gdLst/>
              <a:ahLst/>
              <a:cxnLst>
                <a:cxn ang="0">
                  <a:pos x="wd2" y="hd2"/>
                </a:cxn>
                <a:cxn ang="5400000">
                  <a:pos x="wd2" y="hd2"/>
                </a:cxn>
                <a:cxn ang="10800000">
                  <a:pos x="wd2" y="hd2"/>
                </a:cxn>
                <a:cxn ang="16200000">
                  <a:pos x="wd2" y="hd2"/>
                </a:cxn>
              </a:cxnLst>
              <a:rect l="0" t="0" r="r" b="b"/>
              <a:pathLst>
                <a:path w="16386" h="19200" fill="norm" stroke="1" extrusionOk="0">
                  <a:moveTo>
                    <a:pt x="12960" y="1920"/>
                  </a:moveTo>
                  <a:cubicBezTo>
                    <a:pt x="11520" y="1920"/>
                    <a:pt x="8640" y="1920"/>
                    <a:pt x="5760" y="1920"/>
                  </a:cubicBezTo>
                  <a:cubicBezTo>
                    <a:pt x="4320" y="1920"/>
                    <a:pt x="1440" y="-2400"/>
                    <a:pt x="0" y="1920"/>
                  </a:cubicBezTo>
                  <a:cubicBezTo>
                    <a:pt x="0" y="1920"/>
                    <a:pt x="0" y="10560"/>
                    <a:pt x="1440" y="10560"/>
                  </a:cubicBezTo>
                  <a:cubicBezTo>
                    <a:pt x="4320" y="14880"/>
                    <a:pt x="5760" y="19200"/>
                    <a:pt x="8640" y="19200"/>
                  </a:cubicBezTo>
                  <a:cubicBezTo>
                    <a:pt x="11520" y="19200"/>
                    <a:pt x="21600" y="6240"/>
                    <a:pt x="12960" y="1920"/>
                  </a:cubicBezTo>
                  <a:cubicBezTo>
                    <a:pt x="11520" y="1920"/>
                    <a:pt x="14400" y="6240"/>
                    <a:pt x="12960" y="192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7" name="Shape 5237"/>
            <p:cNvSpPr/>
            <p:nvPr/>
          </p:nvSpPr>
          <p:spPr>
            <a:xfrm>
              <a:off x="12066558" y="270772"/>
              <a:ext cx="235729" cy="143066"/>
            </a:xfrm>
            <a:custGeom>
              <a:avLst/>
              <a:gdLst/>
              <a:ahLst/>
              <a:cxnLst>
                <a:cxn ang="0">
                  <a:pos x="wd2" y="hd2"/>
                </a:cxn>
                <a:cxn ang="5400000">
                  <a:pos x="wd2" y="hd2"/>
                </a:cxn>
                <a:cxn ang="10800000">
                  <a:pos x="wd2" y="hd2"/>
                </a:cxn>
                <a:cxn ang="16200000">
                  <a:pos x="wd2" y="hd2"/>
                </a:cxn>
              </a:cxnLst>
              <a:rect l="0" t="0" r="r" b="b"/>
              <a:pathLst>
                <a:path w="21600" h="20640" fill="norm" stroke="1" extrusionOk="0">
                  <a:moveTo>
                    <a:pt x="6048" y="20250"/>
                  </a:moveTo>
                  <a:cubicBezTo>
                    <a:pt x="5184" y="18900"/>
                    <a:pt x="3456" y="18900"/>
                    <a:pt x="2592" y="17550"/>
                  </a:cubicBezTo>
                  <a:cubicBezTo>
                    <a:pt x="1728" y="16200"/>
                    <a:pt x="3456" y="16200"/>
                    <a:pt x="3456" y="16200"/>
                  </a:cubicBezTo>
                  <a:cubicBezTo>
                    <a:pt x="3456" y="16200"/>
                    <a:pt x="0" y="17550"/>
                    <a:pt x="0" y="16200"/>
                  </a:cubicBezTo>
                  <a:cubicBezTo>
                    <a:pt x="0" y="13500"/>
                    <a:pt x="2592" y="14850"/>
                    <a:pt x="2592" y="14850"/>
                  </a:cubicBezTo>
                  <a:cubicBezTo>
                    <a:pt x="2592" y="13500"/>
                    <a:pt x="1728" y="13500"/>
                    <a:pt x="1728" y="13500"/>
                  </a:cubicBezTo>
                  <a:cubicBezTo>
                    <a:pt x="1728" y="13500"/>
                    <a:pt x="6048" y="9450"/>
                    <a:pt x="5184" y="8100"/>
                  </a:cubicBezTo>
                  <a:cubicBezTo>
                    <a:pt x="5184" y="8100"/>
                    <a:pt x="4320" y="8100"/>
                    <a:pt x="4320" y="8100"/>
                  </a:cubicBezTo>
                  <a:cubicBezTo>
                    <a:pt x="5184" y="5400"/>
                    <a:pt x="7776" y="5400"/>
                    <a:pt x="9504" y="4050"/>
                  </a:cubicBezTo>
                  <a:cubicBezTo>
                    <a:pt x="11232" y="2700"/>
                    <a:pt x="13824" y="1350"/>
                    <a:pt x="15552" y="0"/>
                  </a:cubicBezTo>
                  <a:cubicBezTo>
                    <a:pt x="15552" y="0"/>
                    <a:pt x="16416" y="4050"/>
                    <a:pt x="17280" y="5400"/>
                  </a:cubicBezTo>
                  <a:cubicBezTo>
                    <a:pt x="17280" y="5400"/>
                    <a:pt x="21600" y="8100"/>
                    <a:pt x="21600" y="9450"/>
                  </a:cubicBezTo>
                  <a:cubicBezTo>
                    <a:pt x="21600" y="10800"/>
                    <a:pt x="17280" y="9450"/>
                    <a:pt x="18144" y="12150"/>
                  </a:cubicBezTo>
                  <a:cubicBezTo>
                    <a:pt x="18144" y="12150"/>
                    <a:pt x="19872" y="13500"/>
                    <a:pt x="19872" y="16200"/>
                  </a:cubicBezTo>
                  <a:cubicBezTo>
                    <a:pt x="19008" y="16200"/>
                    <a:pt x="17280" y="16200"/>
                    <a:pt x="16416" y="17550"/>
                  </a:cubicBezTo>
                  <a:cubicBezTo>
                    <a:pt x="13824" y="18900"/>
                    <a:pt x="8640" y="21600"/>
                    <a:pt x="6048" y="20250"/>
                  </a:cubicBezTo>
                  <a:cubicBezTo>
                    <a:pt x="5184" y="18900"/>
                    <a:pt x="7776" y="21600"/>
                    <a:pt x="6048" y="2025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8" name="Shape 5238"/>
            <p:cNvSpPr/>
            <p:nvPr/>
          </p:nvSpPr>
          <p:spPr>
            <a:xfrm>
              <a:off x="14556809" y="866977"/>
              <a:ext cx="221591" cy="69573"/>
            </a:xfrm>
            <a:custGeom>
              <a:avLst/>
              <a:gdLst/>
              <a:ahLst/>
              <a:cxnLst>
                <a:cxn ang="0">
                  <a:pos x="wd2" y="hd2"/>
                </a:cxn>
                <a:cxn ang="5400000">
                  <a:pos x="wd2" y="hd2"/>
                </a:cxn>
                <a:cxn ang="10800000">
                  <a:pos x="wd2" y="hd2"/>
                </a:cxn>
                <a:cxn ang="16200000">
                  <a:pos x="wd2" y="hd2"/>
                </a:cxn>
              </a:cxnLst>
              <a:rect l="0" t="0" r="r" b="b"/>
              <a:pathLst>
                <a:path w="20304" h="19656" fill="norm" stroke="1" extrusionOk="0">
                  <a:moveTo>
                    <a:pt x="3814" y="6156"/>
                  </a:moveTo>
                  <a:cubicBezTo>
                    <a:pt x="2950" y="6156"/>
                    <a:pt x="2950" y="756"/>
                    <a:pt x="2086" y="756"/>
                  </a:cubicBezTo>
                  <a:cubicBezTo>
                    <a:pt x="2086" y="-1944"/>
                    <a:pt x="358" y="3456"/>
                    <a:pt x="358" y="3456"/>
                  </a:cubicBezTo>
                  <a:cubicBezTo>
                    <a:pt x="-506" y="8856"/>
                    <a:pt x="358" y="8856"/>
                    <a:pt x="1222" y="8856"/>
                  </a:cubicBezTo>
                  <a:cubicBezTo>
                    <a:pt x="2086" y="8856"/>
                    <a:pt x="2950" y="14256"/>
                    <a:pt x="3814" y="14256"/>
                  </a:cubicBezTo>
                  <a:cubicBezTo>
                    <a:pt x="7270" y="16956"/>
                    <a:pt x="9862" y="19656"/>
                    <a:pt x="13318" y="19656"/>
                  </a:cubicBezTo>
                  <a:cubicBezTo>
                    <a:pt x="14182" y="19656"/>
                    <a:pt x="21094" y="16956"/>
                    <a:pt x="20230" y="11556"/>
                  </a:cubicBezTo>
                  <a:cubicBezTo>
                    <a:pt x="19366" y="11556"/>
                    <a:pt x="19366" y="14256"/>
                    <a:pt x="19366" y="14256"/>
                  </a:cubicBezTo>
                  <a:cubicBezTo>
                    <a:pt x="18502" y="14256"/>
                    <a:pt x="17638" y="11556"/>
                    <a:pt x="16774" y="8856"/>
                  </a:cubicBezTo>
                  <a:cubicBezTo>
                    <a:pt x="15910" y="8856"/>
                    <a:pt x="14182" y="6156"/>
                    <a:pt x="12454" y="8856"/>
                  </a:cubicBezTo>
                  <a:cubicBezTo>
                    <a:pt x="11590" y="8856"/>
                    <a:pt x="9862" y="3456"/>
                    <a:pt x="8134" y="3456"/>
                  </a:cubicBezTo>
                  <a:cubicBezTo>
                    <a:pt x="6406" y="3456"/>
                    <a:pt x="5542" y="6156"/>
                    <a:pt x="3814" y="615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39" name="Shape 5239"/>
            <p:cNvSpPr/>
            <p:nvPr/>
          </p:nvSpPr>
          <p:spPr>
            <a:xfrm>
              <a:off x="14264326" y="1021012"/>
              <a:ext cx="172540" cy="65256"/>
            </a:xfrm>
            <a:custGeom>
              <a:avLst/>
              <a:gdLst/>
              <a:ahLst/>
              <a:cxnLst>
                <a:cxn ang="0">
                  <a:pos x="wd2" y="hd2"/>
                </a:cxn>
                <a:cxn ang="5400000">
                  <a:pos x="wd2" y="hd2"/>
                </a:cxn>
                <a:cxn ang="10800000">
                  <a:pos x="wd2" y="hd2"/>
                </a:cxn>
                <a:cxn ang="16200000">
                  <a:pos x="wd2" y="hd2"/>
                </a:cxn>
              </a:cxnLst>
              <a:rect l="0" t="0" r="r" b="b"/>
              <a:pathLst>
                <a:path w="18870" h="18437" fill="norm" stroke="1" extrusionOk="0">
                  <a:moveTo>
                    <a:pt x="692" y="13037"/>
                  </a:moveTo>
                  <a:cubicBezTo>
                    <a:pt x="3778" y="13037"/>
                    <a:pt x="4806" y="13037"/>
                    <a:pt x="6864" y="13037"/>
                  </a:cubicBezTo>
                  <a:cubicBezTo>
                    <a:pt x="8921" y="15737"/>
                    <a:pt x="10978" y="15737"/>
                    <a:pt x="13035" y="18437"/>
                  </a:cubicBezTo>
                  <a:cubicBezTo>
                    <a:pt x="15092" y="18437"/>
                    <a:pt x="17149" y="18437"/>
                    <a:pt x="18178" y="15737"/>
                  </a:cubicBezTo>
                  <a:cubicBezTo>
                    <a:pt x="20235" y="13037"/>
                    <a:pt x="17149" y="10337"/>
                    <a:pt x="16121" y="7637"/>
                  </a:cubicBezTo>
                  <a:cubicBezTo>
                    <a:pt x="13035" y="2237"/>
                    <a:pt x="9949" y="-3163"/>
                    <a:pt x="5835" y="2237"/>
                  </a:cubicBezTo>
                  <a:cubicBezTo>
                    <a:pt x="3778" y="4937"/>
                    <a:pt x="3778" y="7637"/>
                    <a:pt x="2749" y="10337"/>
                  </a:cubicBezTo>
                  <a:cubicBezTo>
                    <a:pt x="1721" y="10337"/>
                    <a:pt x="-1365" y="13037"/>
                    <a:pt x="692" y="1303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0" name="Shape 5240"/>
            <p:cNvSpPr/>
            <p:nvPr/>
          </p:nvSpPr>
          <p:spPr>
            <a:xfrm>
              <a:off x="14272759" y="982518"/>
              <a:ext cx="48275" cy="36859"/>
            </a:xfrm>
            <a:custGeom>
              <a:avLst/>
              <a:gdLst/>
              <a:ahLst/>
              <a:cxnLst>
                <a:cxn ang="0">
                  <a:pos x="wd2" y="hd2"/>
                </a:cxn>
                <a:cxn ang="5400000">
                  <a:pos x="wd2" y="hd2"/>
                </a:cxn>
                <a:cxn ang="10800000">
                  <a:pos x="wd2" y="hd2"/>
                </a:cxn>
                <a:cxn ang="16200000">
                  <a:pos x="wd2" y="hd2"/>
                </a:cxn>
              </a:cxnLst>
              <a:rect l="0" t="0" r="r" b="b"/>
              <a:pathLst>
                <a:path w="13639" h="17851" fill="norm" stroke="1" extrusionOk="0">
                  <a:moveTo>
                    <a:pt x="4891" y="17851"/>
                  </a:moveTo>
                  <a:cubicBezTo>
                    <a:pt x="-3209" y="17851"/>
                    <a:pt x="-509" y="-3749"/>
                    <a:pt x="7591" y="571"/>
                  </a:cubicBezTo>
                  <a:cubicBezTo>
                    <a:pt x="18391" y="4891"/>
                    <a:pt x="12991" y="13531"/>
                    <a:pt x="4891" y="17851"/>
                  </a:cubicBezTo>
                  <a:cubicBezTo>
                    <a:pt x="-509" y="17851"/>
                    <a:pt x="10291" y="17851"/>
                    <a:pt x="4891" y="1785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1" name="Shape 5241"/>
            <p:cNvSpPr/>
            <p:nvPr/>
          </p:nvSpPr>
          <p:spPr>
            <a:xfrm>
              <a:off x="14062833" y="847935"/>
              <a:ext cx="23361" cy="40834"/>
            </a:xfrm>
            <a:custGeom>
              <a:avLst/>
              <a:gdLst/>
              <a:ahLst/>
              <a:cxnLst>
                <a:cxn ang="0">
                  <a:pos x="wd2" y="hd2"/>
                </a:cxn>
                <a:cxn ang="5400000">
                  <a:pos x="wd2" y="hd2"/>
                </a:cxn>
                <a:cxn ang="10800000">
                  <a:pos x="wd2" y="hd2"/>
                </a:cxn>
                <a:cxn ang="16200000">
                  <a:pos x="wd2" y="hd2"/>
                </a:cxn>
              </a:cxnLst>
              <a:rect l="0" t="0" r="r" b="b"/>
              <a:pathLst>
                <a:path w="17600" h="18457" fill="norm" stroke="1" extrusionOk="0">
                  <a:moveTo>
                    <a:pt x="3200" y="9817"/>
                  </a:moveTo>
                  <a:cubicBezTo>
                    <a:pt x="-4000" y="5497"/>
                    <a:pt x="10400" y="-3143"/>
                    <a:pt x="17600" y="1177"/>
                  </a:cubicBezTo>
                  <a:cubicBezTo>
                    <a:pt x="17600" y="5497"/>
                    <a:pt x="10400" y="18457"/>
                    <a:pt x="3200" y="18457"/>
                  </a:cubicBezTo>
                  <a:cubicBezTo>
                    <a:pt x="3200" y="18457"/>
                    <a:pt x="3200" y="9817"/>
                    <a:pt x="3200" y="9817"/>
                  </a:cubicBezTo>
                  <a:cubicBezTo>
                    <a:pt x="-4000" y="5497"/>
                    <a:pt x="3200" y="9817"/>
                    <a:pt x="3200" y="981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2" name="Shape 5242"/>
            <p:cNvSpPr/>
            <p:nvPr/>
          </p:nvSpPr>
          <p:spPr>
            <a:xfrm>
              <a:off x="14057524" y="988780"/>
              <a:ext cx="38229" cy="32129"/>
            </a:xfrm>
            <a:custGeom>
              <a:avLst/>
              <a:gdLst/>
              <a:ahLst/>
              <a:cxnLst>
                <a:cxn ang="0">
                  <a:pos x="wd2" y="hd2"/>
                </a:cxn>
                <a:cxn ang="5400000">
                  <a:pos x="wd2" y="hd2"/>
                </a:cxn>
                <a:cxn ang="10800000">
                  <a:pos x="wd2" y="hd2"/>
                </a:cxn>
                <a:cxn ang="16200000">
                  <a:pos x="wd2" y="hd2"/>
                </a:cxn>
              </a:cxnLst>
              <a:rect l="0" t="0" r="r" b="b"/>
              <a:pathLst>
                <a:path w="21600" h="14523" fill="norm" stroke="1" extrusionOk="0">
                  <a:moveTo>
                    <a:pt x="21600" y="13829"/>
                  </a:moveTo>
                  <a:cubicBezTo>
                    <a:pt x="21600" y="9509"/>
                    <a:pt x="5400" y="-3451"/>
                    <a:pt x="0" y="869"/>
                  </a:cubicBezTo>
                  <a:cubicBezTo>
                    <a:pt x="0" y="869"/>
                    <a:pt x="16200" y="18149"/>
                    <a:pt x="21600" y="138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3" name="Shape 5243"/>
            <p:cNvSpPr/>
            <p:nvPr/>
          </p:nvSpPr>
          <p:spPr>
            <a:xfrm>
              <a:off x="14128692" y="805943"/>
              <a:ext cx="387552" cy="144241"/>
            </a:xfrm>
            <a:custGeom>
              <a:avLst/>
              <a:gdLst/>
              <a:ahLst/>
              <a:cxnLst>
                <a:cxn ang="0">
                  <a:pos x="wd2" y="hd2"/>
                </a:cxn>
                <a:cxn ang="5400000">
                  <a:pos x="wd2" y="hd2"/>
                </a:cxn>
                <a:cxn ang="10800000">
                  <a:pos x="wd2" y="hd2"/>
                </a:cxn>
                <a:cxn ang="16200000">
                  <a:pos x="wd2" y="hd2"/>
                </a:cxn>
              </a:cxnLst>
              <a:rect l="0" t="0" r="r" b="b"/>
              <a:pathLst>
                <a:path w="21192" h="20809" fill="norm" stroke="1" extrusionOk="0">
                  <a:moveTo>
                    <a:pt x="17078" y="5400"/>
                  </a:moveTo>
                  <a:cubicBezTo>
                    <a:pt x="16049" y="4050"/>
                    <a:pt x="15535" y="5400"/>
                    <a:pt x="14506" y="4050"/>
                  </a:cubicBezTo>
                  <a:cubicBezTo>
                    <a:pt x="14506" y="4050"/>
                    <a:pt x="11935" y="0"/>
                    <a:pt x="11421" y="0"/>
                  </a:cubicBezTo>
                  <a:cubicBezTo>
                    <a:pt x="11421" y="0"/>
                    <a:pt x="11935" y="1350"/>
                    <a:pt x="10906" y="2700"/>
                  </a:cubicBezTo>
                  <a:cubicBezTo>
                    <a:pt x="9878" y="2700"/>
                    <a:pt x="10906" y="6750"/>
                    <a:pt x="9878" y="8100"/>
                  </a:cubicBezTo>
                  <a:cubicBezTo>
                    <a:pt x="9363" y="8100"/>
                    <a:pt x="5763" y="1350"/>
                    <a:pt x="5249" y="1350"/>
                  </a:cubicBezTo>
                  <a:cubicBezTo>
                    <a:pt x="4221" y="0"/>
                    <a:pt x="1649" y="1350"/>
                    <a:pt x="1649" y="4050"/>
                  </a:cubicBezTo>
                  <a:cubicBezTo>
                    <a:pt x="1649" y="6750"/>
                    <a:pt x="-408" y="5400"/>
                    <a:pt x="621" y="8100"/>
                  </a:cubicBezTo>
                  <a:cubicBezTo>
                    <a:pt x="1135" y="9450"/>
                    <a:pt x="-408" y="12150"/>
                    <a:pt x="106" y="13500"/>
                  </a:cubicBezTo>
                  <a:cubicBezTo>
                    <a:pt x="1135" y="16200"/>
                    <a:pt x="2678" y="17550"/>
                    <a:pt x="4221" y="18900"/>
                  </a:cubicBezTo>
                  <a:cubicBezTo>
                    <a:pt x="4735" y="20250"/>
                    <a:pt x="5763" y="21600"/>
                    <a:pt x="6278" y="20250"/>
                  </a:cubicBezTo>
                  <a:cubicBezTo>
                    <a:pt x="6792" y="20250"/>
                    <a:pt x="6792" y="16200"/>
                    <a:pt x="7306" y="17550"/>
                  </a:cubicBezTo>
                  <a:cubicBezTo>
                    <a:pt x="7306" y="17550"/>
                    <a:pt x="7306" y="18900"/>
                    <a:pt x="7821" y="18900"/>
                  </a:cubicBezTo>
                  <a:cubicBezTo>
                    <a:pt x="8335" y="18900"/>
                    <a:pt x="8849" y="18900"/>
                    <a:pt x="8849" y="18900"/>
                  </a:cubicBezTo>
                  <a:cubicBezTo>
                    <a:pt x="9878" y="17550"/>
                    <a:pt x="10906" y="17550"/>
                    <a:pt x="12449" y="16200"/>
                  </a:cubicBezTo>
                  <a:cubicBezTo>
                    <a:pt x="13478" y="16200"/>
                    <a:pt x="13478" y="18900"/>
                    <a:pt x="13992" y="18900"/>
                  </a:cubicBezTo>
                  <a:cubicBezTo>
                    <a:pt x="14506" y="18900"/>
                    <a:pt x="17078" y="17550"/>
                    <a:pt x="17078" y="17550"/>
                  </a:cubicBezTo>
                  <a:cubicBezTo>
                    <a:pt x="17078" y="17550"/>
                    <a:pt x="16563" y="16200"/>
                    <a:pt x="16563" y="16200"/>
                  </a:cubicBezTo>
                  <a:cubicBezTo>
                    <a:pt x="16563" y="14850"/>
                    <a:pt x="18106" y="16200"/>
                    <a:pt x="18621" y="16200"/>
                  </a:cubicBezTo>
                  <a:cubicBezTo>
                    <a:pt x="18621" y="16200"/>
                    <a:pt x="19649" y="16200"/>
                    <a:pt x="19649" y="14850"/>
                  </a:cubicBezTo>
                  <a:cubicBezTo>
                    <a:pt x="19649" y="13500"/>
                    <a:pt x="20163" y="12150"/>
                    <a:pt x="20163" y="12150"/>
                  </a:cubicBezTo>
                  <a:cubicBezTo>
                    <a:pt x="20163" y="12150"/>
                    <a:pt x="20163" y="12150"/>
                    <a:pt x="19649" y="12150"/>
                  </a:cubicBezTo>
                  <a:cubicBezTo>
                    <a:pt x="19649" y="10800"/>
                    <a:pt x="21192" y="9450"/>
                    <a:pt x="21192" y="8100"/>
                  </a:cubicBezTo>
                  <a:cubicBezTo>
                    <a:pt x="20678" y="6750"/>
                    <a:pt x="18106" y="5400"/>
                    <a:pt x="17078" y="5400"/>
                  </a:cubicBezTo>
                  <a:cubicBezTo>
                    <a:pt x="16049" y="4050"/>
                    <a:pt x="18106" y="5400"/>
                    <a:pt x="17078" y="5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4" name="Shape 5244"/>
            <p:cNvSpPr/>
            <p:nvPr/>
          </p:nvSpPr>
          <p:spPr>
            <a:xfrm>
              <a:off x="14371590" y="850541"/>
              <a:ext cx="39930" cy="64070"/>
            </a:xfrm>
            <a:custGeom>
              <a:avLst/>
              <a:gdLst/>
              <a:ahLst/>
              <a:cxnLst>
                <a:cxn ang="0">
                  <a:pos x="wd2" y="hd2"/>
                </a:cxn>
                <a:cxn ang="5400000">
                  <a:pos x="wd2" y="hd2"/>
                </a:cxn>
                <a:cxn ang="10800000">
                  <a:pos x="wd2" y="hd2"/>
                </a:cxn>
                <a:cxn ang="16200000">
                  <a:pos x="wd2" y="hd2"/>
                </a:cxn>
              </a:cxnLst>
              <a:rect l="0" t="0" r="r" b="b"/>
              <a:pathLst>
                <a:path w="11772" h="18101" fill="norm" stroke="1" extrusionOk="0">
                  <a:moveTo>
                    <a:pt x="11772" y="16200"/>
                  </a:moveTo>
                  <a:cubicBezTo>
                    <a:pt x="9072" y="18900"/>
                    <a:pt x="-7128" y="2700"/>
                    <a:pt x="3672" y="0"/>
                  </a:cubicBezTo>
                  <a:cubicBezTo>
                    <a:pt x="6372" y="0"/>
                    <a:pt x="14472" y="0"/>
                    <a:pt x="9072" y="5400"/>
                  </a:cubicBezTo>
                  <a:cubicBezTo>
                    <a:pt x="972" y="10800"/>
                    <a:pt x="11772" y="10800"/>
                    <a:pt x="11772" y="16200"/>
                  </a:cubicBezTo>
                  <a:cubicBezTo>
                    <a:pt x="9072" y="21600"/>
                    <a:pt x="11772" y="13500"/>
                    <a:pt x="11772"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5" name="Shape 5245"/>
            <p:cNvSpPr/>
            <p:nvPr/>
          </p:nvSpPr>
          <p:spPr>
            <a:xfrm>
              <a:off x="15576292" y="1362350"/>
              <a:ext cx="69661" cy="38195"/>
            </a:xfrm>
            <a:custGeom>
              <a:avLst/>
              <a:gdLst/>
              <a:ahLst/>
              <a:cxnLst>
                <a:cxn ang="0">
                  <a:pos x="wd2" y="hd2"/>
                </a:cxn>
                <a:cxn ang="5400000">
                  <a:pos x="wd2" y="hd2"/>
                </a:cxn>
                <a:cxn ang="10800000">
                  <a:pos x="wd2" y="hd2"/>
                </a:cxn>
                <a:cxn ang="16200000">
                  <a:pos x="wd2" y="hd2"/>
                </a:cxn>
              </a:cxnLst>
              <a:rect l="0" t="0" r="r" b="b"/>
              <a:pathLst>
                <a:path w="14761" h="14388" fill="norm" stroke="1" extrusionOk="0">
                  <a:moveTo>
                    <a:pt x="4698" y="12400"/>
                  </a:moveTo>
                  <a:cubicBezTo>
                    <a:pt x="771" y="8800"/>
                    <a:pt x="-1193" y="8800"/>
                    <a:pt x="771" y="1600"/>
                  </a:cubicBezTo>
                  <a:cubicBezTo>
                    <a:pt x="2734" y="-2000"/>
                    <a:pt x="6662" y="1600"/>
                    <a:pt x="10589" y="1600"/>
                  </a:cubicBezTo>
                  <a:cubicBezTo>
                    <a:pt x="20407" y="5200"/>
                    <a:pt x="10589" y="19600"/>
                    <a:pt x="4698" y="12400"/>
                  </a:cubicBezTo>
                  <a:cubicBezTo>
                    <a:pt x="2734" y="8800"/>
                    <a:pt x="6662" y="16000"/>
                    <a:pt x="4698" y="12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6" name="Shape 5246"/>
            <p:cNvSpPr/>
            <p:nvPr/>
          </p:nvSpPr>
          <p:spPr>
            <a:xfrm>
              <a:off x="15373154" y="2184222"/>
              <a:ext cx="52030" cy="35596"/>
            </a:xfrm>
            <a:custGeom>
              <a:avLst/>
              <a:gdLst/>
              <a:ahLst/>
              <a:cxnLst>
                <a:cxn ang="0">
                  <a:pos x="wd2" y="hd2"/>
                </a:cxn>
                <a:cxn ang="5400000">
                  <a:pos x="wd2" y="hd2"/>
                </a:cxn>
                <a:cxn ang="10800000">
                  <a:pos x="wd2" y="hd2"/>
                </a:cxn>
                <a:cxn ang="16200000">
                  <a:pos x="wd2" y="hd2"/>
                </a:cxn>
              </a:cxnLst>
              <a:rect l="0" t="0" r="r" b="b"/>
              <a:pathLst>
                <a:path w="19600" h="16090" fill="norm" stroke="1" extrusionOk="0">
                  <a:moveTo>
                    <a:pt x="18000" y="6240"/>
                  </a:moveTo>
                  <a:cubicBezTo>
                    <a:pt x="21600" y="6240"/>
                    <a:pt x="18000" y="1920"/>
                    <a:pt x="18000" y="1920"/>
                  </a:cubicBezTo>
                  <a:cubicBezTo>
                    <a:pt x="14400" y="-2400"/>
                    <a:pt x="10800" y="1920"/>
                    <a:pt x="7200" y="1920"/>
                  </a:cubicBezTo>
                  <a:cubicBezTo>
                    <a:pt x="3600" y="1920"/>
                    <a:pt x="0" y="6240"/>
                    <a:pt x="3600" y="10560"/>
                  </a:cubicBezTo>
                  <a:cubicBezTo>
                    <a:pt x="3600" y="10560"/>
                    <a:pt x="0" y="19200"/>
                    <a:pt x="0" y="14880"/>
                  </a:cubicBezTo>
                  <a:cubicBezTo>
                    <a:pt x="0" y="14880"/>
                    <a:pt x="18000" y="6240"/>
                    <a:pt x="18000" y="6240"/>
                  </a:cubicBezTo>
                  <a:cubicBezTo>
                    <a:pt x="21600" y="6240"/>
                    <a:pt x="10800" y="10560"/>
                    <a:pt x="18000" y="62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7" name="Shape 5247"/>
            <p:cNvSpPr/>
            <p:nvPr/>
          </p:nvSpPr>
          <p:spPr>
            <a:xfrm>
              <a:off x="14141366" y="2452871"/>
              <a:ext cx="29130" cy="25485"/>
            </a:xfrm>
            <a:custGeom>
              <a:avLst/>
              <a:gdLst/>
              <a:ahLst/>
              <a:cxnLst>
                <a:cxn ang="0">
                  <a:pos x="wd2" y="hd2"/>
                </a:cxn>
                <a:cxn ang="5400000">
                  <a:pos x="wd2" y="hd2"/>
                </a:cxn>
                <a:cxn ang="10800000">
                  <a:pos x="wd2" y="hd2"/>
                </a:cxn>
                <a:cxn ang="16200000">
                  <a:pos x="wd2" y="hd2"/>
                </a:cxn>
              </a:cxnLst>
              <a:rect l="0" t="0" r="r" b="b"/>
              <a:pathLst>
                <a:path w="13168" h="21600" fill="norm" stroke="1" extrusionOk="0">
                  <a:moveTo>
                    <a:pt x="8179" y="21600"/>
                  </a:moveTo>
                  <a:cubicBezTo>
                    <a:pt x="-461" y="21600"/>
                    <a:pt x="-4781" y="7200"/>
                    <a:pt x="8179" y="0"/>
                  </a:cubicBezTo>
                  <a:cubicBezTo>
                    <a:pt x="16819" y="0"/>
                    <a:pt x="12499" y="21600"/>
                    <a:pt x="8179"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8" name="Shape 5248"/>
            <p:cNvSpPr/>
            <p:nvPr/>
          </p:nvSpPr>
          <p:spPr>
            <a:xfrm>
              <a:off x="14980068" y="2739686"/>
              <a:ext cx="39491" cy="38110"/>
            </a:xfrm>
            <a:custGeom>
              <a:avLst/>
              <a:gdLst/>
              <a:ahLst/>
              <a:cxnLst>
                <a:cxn ang="0">
                  <a:pos x="wd2" y="hd2"/>
                </a:cxn>
                <a:cxn ang="5400000">
                  <a:pos x="wd2" y="hd2"/>
                </a:cxn>
                <a:cxn ang="10800000">
                  <a:pos x="wd2" y="hd2"/>
                </a:cxn>
                <a:cxn ang="16200000">
                  <a:pos x="wd2" y="hd2"/>
                </a:cxn>
              </a:cxnLst>
              <a:rect l="0" t="0" r="r" b="b"/>
              <a:pathLst>
                <a:path w="17851" h="18457" fill="norm" stroke="1" extrusionOk="0">
                  <a:moveTo>
                    <a:pt x="17851" y="1177"/>
                  </a:moveTo>
                  <a:cubicBezTo>
                    <a:pt x="17851" y="1177"/>
                    <a:pt x="-3749" y="18457"/>
                    <a:pt x="571" y="18457"/>
                  </a:cubicBezTo>
                  <a:cubicBezTo>
                    <a:pt x="4891" y="18457"/>
                    <a:pt x="13531" y="9817"/>
                    <a:pt x="13531" y="9817"/>
                  </a:cubicBezTo>
                  <a:cubicBezTo>
                    <a:pt x="17851" y="5497"/>
                    <a:pt x="17851" y="-3143"/>
                    <a:pt x="17851" y="117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49" name="Shape 5249"/>
            <p:cNvSpPr/>
            <p:nvPr/>
          </p:nvSpPr>
          <p:spPr>
            <a:xfrm>
              <a:off x="14948416" y="2806464"/>
              <a:ext cx="8496" cy="9557"/>
            </a:xfrm>
            <a:custGeom>
              <a:avLst/>
              <a:gdLst/>
              <a:ahLst/>
              <a:cxnLst>
                <a:cxn ang="0">
                  <a:pos x="wd2" y="hd2"/>
                </a:cxn>
                <a:cxn ang="5400000">
                  <a:pos x="wd2" y="hd2"/>
                </a:cxn>
                <a:cxn ang="10800000">
                  <a:pos x="wd2" y="hd2"/>
                </a:cxn>
                <a:cxn ang="16200000">
                  <a:pos x="wd2" y="hd2"/>
                </a:cxn>
              </a:cxnLst>
              <a:rect l="0" t="0" r="r" b="b"/>
              <a:pathLst>
                <a:path w="9600" h="21600" fill="norm" stroke="1" extrusionOk="0">
                  <a:moveTo>
                    <a:pt x="4800" y="0"/>
                  </a:moveTo>
                  <a:cubicBezTo>
                    <a:pt x="4800" y="0"/>
                    <a:pt x="-6000" y="21600"/>
                    <a:pt x="4800" y="21600"/>
                  </a:cubicBezTo>
                  <a:cubicBezTo>
                    <a:pt x="4800" y="21600"/>
                    <a:pt x="15600" y="0"/>
                    <a:pt x="48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0" name="Shape 5250"/>
            <p:cNvSpPr/>
            <p:nvPr/>
          </p:nvSpPr>
          <p:spPr>
            <a:xfrm>
              <a:off x="14819382" y="2956185"/>
              <a:ext cx="14909" cy="9557"/>
            </a:xfrm>
            <a:custGeom>
              <a:avLst/>
              <a:gdLst/>
              <a:ahLst/>
              <a:cxnLst>
                <a:cxn ang="0">
                  <a:pos x="wd2" y="hd2"/>
                </a:cxn>
                <a:cxn ang="5400000">
                  <a:pos x="wd2" y="hd2"/>
                </a:cxn>
                <a:cxn ang="10800000">
                  <a:pos x="wd2" y="hd2"/>
                </a:cxn>
                <a:cxn ang="16200000">
                  <a:pos x="wd2" y="hd2"/>
                </a:cxn>
              </a:cxnLst>
              <a:rect l="0" t="0" r="r" b="b"/>
              <a:pathLst>
                <a:path w="11232" h="21600" fill="norm" stroke="1" extrusionOk="0">
                  <a:moveTo>
                    <a:pt x="9216" y="0"/>
                  </a:moveTo>
                  <a:cubicBezTo>
                    <a:pt x="9216" y="0"/>
                    <a:pt x="-5184" y="21600"/>
                    <a:pt x="2016" y="21600"/>
                  </a:cubicBezTo>
                  <a:cubicBezTo>
                    <a:pt x="2016" y="21600"/>
                    <a:pt x="16416" y="0"/>
                    <a:pt x="9216"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1" name="Shape 5251"/>
            <p:cNvSpPr/>
            <p:nvPr/>
          </p:nvSpPr>
          <p:spPr>
            <a:xfrm>
              <a:off x="14709305" y="3003968"/>
              <a:ext cx="50297" cy="30205"/>
            </a:xfrm>
            <a:custGeom>
              <a:avLst/>
              <a:gdLst/>
              <a:ahLst/>
              <a:cxnLst>
                <a:cxn ang="0">
                  <a:pos x="wd2" y="hd2"/>
                </a:cxn>
                <a:cxn ang="5400000">
                  <a:pos x="wd2" y="hd2"/>
                </a:cxn>
                <a:cxn ang="10800000">
                  <a:pos x="wd2" y="hd2"/>
                </a:cxn>
                <a:cxn ang="16200000">
                  <a:pos x="wd2" y="hd2"/>
                </a:cxn>
              </a:cxnLst>
              <a:rect l="0" t="0" r="r" b="b"/>
              <a:pathLst>
                <a:path w="16240" h="17067" fill="norm" stroke="1" extrusionOk="0">
                  <a:moveTo>
                    <a:pt x="15834" y="0"/>
                  </a:moveTo>
                  <a:cubicBezTo>
                    <a:pt x="12749" y="0"/>
                    <a:pt x="-2680" y="10800"/>
                    <a:pt x="406" y="16200"/>
                  </a:cubicBezTo>
                  <a:cubicBezTo>
                    <a:pt x="3491" y="21600"/>
                    <a:pt x="18920" y="0"/>
                    <a:pt x="15834"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2" name="Shape 5252"/>
            <p:cNvSpPr/>
            <p:nvPr/>
          </p:nvSpPr>
          <p:spPr>
            <a:xfrm>
              <a:off x="14635570" y="3042195"/>
              <a:ext cx="41308" cy="27689"/>
            </a:xfrm>
            <a:custGeom>
              <a:avLst/>
              <a:gdLst/>
              <a:ahLst/>
              <a:cxnLst>
                <a:cxn ang="0">
                  <a:pos x="wd2" y="hd2"/>
                </a:cxn>
                <a:cxn ang="5400000">
                  <a:pos x="wd2" y="hd2"/>
                </a:cxn>
                <a:cxn ang="10800000">
                  <a:pos x="wd2" y="hd2"/>
                </a:cxn>
                <a:cxn ang="16200000">
                  <a:pos x="wd2" y="hd2"/>
                </a:cxn>
              </a:cxnLst>
              <a:rect l="0" t="0" r="r" b="b"/>
              <a:pathLst>
                <a:path w="16476" h="17067" fill="norm" stroke="1" extrusionOk="0">
                  <a:moveTo>
                    <a:pt x="14876" y="0"/>
                  </a:moveTo>
                  <a:cubicBezTo>
                    <a:pt x="14876" y="0"/>
                    <a:pt x="-3124" y="10800"/>
                    <a:pt x="476" y="16200"/>
                  </a:cubicBezTo>
                  <a:cubicBezTo>
                    <a:pt x="4076" y="21600"/>
                    <a:pt x="14876" y="0"/>
                    <a:pt x="14876" y="0"/>
                  </a:cubicBezTo>
                  <a:cubicBezTo>
                    <a:pt x="14876" y="0"/>
                    <a:pt x="18476" y="0"/>
                    <a:pt x="14876"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3" name="Shape 5253"/>
            <p:cNvSpPr/>
            <p:nvPr/>
          </p:nvSpPr>
          <p:spPr>
            <a:xfrm>
              <a:off x="14579955" y="3070865"/>
              <a:ext cx="42474" cy="36858"/>
            </a:xfrm>
            <a:custGeom>
              <a:avLst/>
              <a:gdLst/>
              <a:ahLst/>
              <a:cxnLst>
                <a:cxn ang="0">
                  <a:pos x="wd2" y="hd2"/>
                </a:cxn>
                <a:cxn ang="5400000">
                  <a:pos x="wd2" y="hd2"/>
                </a:cxn>
                <a:cxn ang="10800000">
                  <a:pos x="wd2" y="hd2"/>
                </a:cxn>
                <a:cxn ang="16200000">
                  <a:pos x="wd2" y="hd2"/>
                </a:cxn>
              </a:cxnLst>
              <a:rect l="0" t="0" r="r" b="b"/>
              <a:pathLst>
                <a:path w="19200" h="17851" fill="norm" stroke="1" extrusionOk="0">
                  <a:moveTo>
                    <a:pt x="17280" y="0"/>
                  </a:moveTo>
                  <a:cubicBezTo>
                    <a:pt x="17280" y="0"/>
                    <a:pt x="0" y="17280"/>
                    <a:pt x="0" y="17280"/>
                  </a:cubicBezTo>
                  <a:cubicBezTo>
                    <a:pt x="8640" y="21600"/>
                    <a:pt x="17280" y="0"/>
                    <a:pt x="17280" y="0"/>
                  </a:cubicBezTo>
                  <a:cubicBezTo>
                    <a:pt x="17280" y="0"/>
                    <a:pt x="21600" y="0"/>
                    <a:pt x="1728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4" name="Shape 5254"/>
            <p:cNvSpPr/>
            <p:nvPr/>
          </p:nvSpPr>
          <p:spPr>
            <a:xfrm>
              <a:off x="14572786" y="3134576"/>
              <a:ext cx="7168" cy="9556"/>
            </a:xfrm>
            <a:custGeom>
              <a:avLst/>
              <a:gdLst/>
              <a:ahLst/>
              <a:cxnLst>
                <a:cxn ang="0">
                  <a:pos x="wd2" y="hd2"/>
                </a:cxn>
                <a:cxn ang="5400000">
                  <a:pos x="wd2" y="hd2"/>
                </a:cxn>
                <a:cxn ang="10800000">
                  <a:pos x="wd2" y="hd2"/>
                </a:cxn>
                <a:cxn ang="16200000">
                  <a:pos x="wd2" y="hd2"/>
                </a:cxn>
              </a:cxnLst>
              <a:rect l="0" t="0" r="r" b="b"/>
              <a:pathLst>
                <a:path w="16200" h="21600" fill="norm" stroke="1" extrusionOk="0">
                  <a:moveTo>
                    <a:pt x="16200" y="0"/>
                  </a:moveTo>
                  <a:cubicBezTo>
                    <a:pt x="-5400" y="0"/>
                    <a:pt x="-5400" y="21600"/>
                    <a:pt x="16200" y="21600"/>
                  </a:cubicBezTo>
                  <a:cubicBezTo>
                    <a:pt x="16200" y="21600"/>
                    <a:pt x="16200" y="0"/>
                    <a:pt x="162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5" name="Shape 5255"/>
            <p:cNvSpPr/>
            <p:nvPr/>
          </p:nvSpPr>
          <p:spPr>
            <a:xfrm>
              <a:off x="14522614" y="3101658"/>
              <a:ext cx="40986" cy="32919"/>
            </a:xfrm>
            <a:custGeom>
              <a:avLst/>
              <a:gdLst/>
              <a:ahLst/>
              <a:cxnLst>
                <a:cxn ang="0">
                  <a:pos x="wd2" y="hd2"/>
                </a:cxn>
                <a:cxn ang="5400000">
                  <a:pos x="wd2" y="hd2"/>
                </a:cxn>
                <a:cxn ang="10800000">
                  <a:pos x="wd2" y="hd2"/>
                </a:cxn>
                <a:cxn ang="16200000">
                  <a:pos x="wd2" y="hd2"/>
                </a:cxn>
              </a:cxnLst>
              <a:rect l="0" t="0" r="r" b="b"/>
              <a:pathLst>
                <a:path w="18527" h="18600" fill="norm" stroke="1" extrusionOk="0">
                  <a:moveTo>
                    <a:pt x="17280" y="2400"/>
                  </a:moveTo>
                  <a:cubicBezTo>
                    <a:pt x="8640" y="7800"/>
                    <a:pt x="0" y="13200"/>
                    <a:pt x="0" y="18600"/>
                  </a:cubicBezTo>
                  <a:cubicBezTo>
                    <a:pt x="0" y="18600"/>
                    <a:pt x="17280" y="2400"/>
                    <a:pt x="17280" y="2400"/>
                  </a:cubicBezTo>
                  <a:cubicBezTo>
                    <a:pt x="12960" y="2400"/>
                    <a:pt x="21600" y="-3000"/>
                    <a:pt x="17280" y="2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6" name="Shape 5256"/>
            <p:cNvSpPr/>
            <p:nvPr/>
          </p:nvSpPr>
          <p:spPr>
            <a:xfrm>
              <a:off x="14183883" y="3443574"/>
              <a:ext cx="11416" cy="28670"/>
            </a:xfrm>
            <a:custGeom>
              <a:avLst/>
              <a:gdLst/>
              <a:ahLst/>
              <a:cxnLst>
                <a:cxn ang="0">
                  <a:pos x="wd2" y="hd2"/>
                </a:cxn>
                <a:cxn ang="5400000">
                  <a:pos x="wd2" y="hd2"/>
                </a:cxn>
                <a:cxn ang="10800000">
                  <a:pos x="wd2" y="hd2"/>
                </a:cxn>
                <a:cxn ang="16200000">
                  <a:pos x="wd2" y="hd2"/>
                </a:cxn>
              </a:cxnLst>
              <a:rect l="0" t="0" r="r" b="b"/>
              <a:pathLst>
                <a:path w="12900" h="21600" fill="norm" stroke="1" extrusionOk="0">
                  <a:moveTo>
                    <a:pt x="4800" y="0"/>
                  </a:moveTo>
                  <a:cubicBezTo>
                    <a:pt x="4800" y="0"/>
                    <a:pt x="-6000" y="21600"/>
                    <a:pt x="4800" y="21600"/>
                  </a:cubicBezTo>
                  <a:cubicBezTo>
                    <a:pt x="15600" y="21600"/>
                    <a:pt x="15600" y="0"/>
                    <a:pt x="48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5259" name="Group 5259"/>
            <p:cNvGrpSpPr/>
            <p:nvPr/>
          </p:nvGrpSpPr>
          <p:grpSpPr>
            <a:xfrm>
              <a:off x="13837739" y="3050025"/>
              <a:ext cx="694431" cy="654765"/>
              <a:chOff x="0" y="0"/>
              <a:chExt cx="694429" cy="654763"/>
            </a:xfrm>
          </p:grpSpPr>
          <p:sp>
            <p:nvSpPr>
              <p:cNvPr id="5257" name="Shape 5257"/>
              <p:cNvSpPr/>
              <p:nvPr/>
            </p:nvSpPr>
            <p:spPr>
              <a:xfrm>
                <a:off x="415064" y="0"/>
                <a:ext cx="279366" cy="227497"/>
              </a:xfrm>
              <a:custGeom>
                <a:avLst/>
                <a:gdLst/>
                <a:ahLst/>
                <a:cxnLst>
                  <a:cxn ang="0">
                    <a:pos x="wd2" y="hd2"/>
                  </a:cxn>
                  <a:cxn ang="5400000">
                    <a:pos x="wd2" y="hd2"/>
                  </a:cxn>
                  <a:cxn ang="10800000">
                    <a:pos x="wd2" y="hd2"/>
                  </a:cxn>
                  <a:cxn ang="16200000">
                    <a:pos x="wd2" y="hd2"/>
                  </a:cxn>
                </a:cxnLst>
                <a:rect l="0" t="0" r="r" b="b"/>
                <a:pathLst>
                  <a:path w="21048" h="20297" fill="norm" stroke="1" extrusionOk="0">
                    <a:moveTo>
                      <a:pt x="18958" y="7609"/>
                    </a:moveTo>
                    <a:cubicBezTo>
                      <a:pt x="18958" y="7609"/>
                      <a:pt x="19654" y="5947"/>
                      <a:pt x="19654" y="5116"/>
                    </a:cubicBezTo>
                    <a:cubicBezTo>
                      <a:pt x="19654" y="5947"/>
                      <a:pt x="18261" y="7609"/>
                      <a:pt x="18261" y="7609"/>
                    </a:cubicBezTo>
                    <a:cubicBezTo>
                      <a:pt x="16867" y="7609"/>
                      <a:pt x="14080" y="6778"/>
                      <a:pt x="13383" y="5947"/>
                    </a:cubicBezTo>
                    <a:cubicBezTo>
                      <a:pt x="11293" y="5116"/>
                      <a:pt x="9900" y="963"/>
                      <a:pt x="7113" y="132"/>
                    </a:cubicBezTo>
                    <a:cubicBezTo>
                      <a:pt x="5719" y="-699"/>
                      <a:pt x="6416" y="2624"/>
                      <a:pt x="7113" y="3455"/>
                    </a:cubicBezTo>
                    <a:cubicBezTo>
                      <a:pt x="7113" y="5116"/>
                      <a:pt x="6416" y="6778"/>
                      <a:pt x="5719" y="8439"/>
                    </a:cubicBezTo>
                    <a:cubicBezTo>
                      <a:pt x="5022" y="9270"/>
                      <a:pt x="6416" y="11763"/>
                      <a:pt x="4325" y="10932"/>
                    </a:cubicBezTo>
                    <a:cubicBezTo>
                      <a:pt x="4325" y="10932"/>
                      <a:pt x="2932" y="10101"/>
                      <a:pt x="2235" y="10932"/>
                    </a:cubicBezTo>
                    <a:cubicBezTo>
                      <a:pt x="2235" y="11763"/>
                      <a:pt x="2932" y="12593"/>
                      <a:pt x="2932" y="12593"/>
                    </a:cubicBezTo>
                    <a:cubicBezTo>
                      <a:pt x="2932" y="12593"/>
                      <a:pt x="842" y="14255"/>
                      <a:pt x="145" y="14255"/>
                    </a:cubicBezTo>
                    <a:cubicBezTo>
                      <a:pt x="-552" y="15916"/>
                      <a:pt x="1538" y="16747"/>
                      <a:pt x="842" y="18409"/>
                    </a:cubicBezTo>
                    <a:cubicBezTo>
                      <a:pt x="145" y="19239"/>
                      <a:pt x="1538" y="20901"/>
                      <a:pt x="2235" y="20070"/>
                    </a:cubicBezTo>
                    <a:cubicBezTo>
                      <a:pt x="2932" y="19239"/>
                      <a:pt x="2932" y="18409"/>
                      <a:pt x="3629" y="18409"/>
                    </a:cubicBezTo>
                    <a:cubicBezTo>
                      <a:pt x="3629" y="18409"/>
                      <a:pt x="4325" y="19239"/>
                      <a:pt x="4325" y="18409"/>
                    </a:cubicBezTo>
                    <a:cubicBezTo>
                      <a:pt x="4325" y="17578"/>
                      <a:pt x="2932" y="16747"/>
                      <a:pt x="2235" y="15916"/>
                    </a:cubicBezTo>
                    <a:cubicBezTo>
                      <a:pt x="1538" y="14255"/>
                      <a:pt x="4325" y="15086"/>
                      <a:pt x="4325" y="15086"/>
                    </a:cubicBezTo>
                    <a:cubicBezTo>
                      <a:pt x="5719" y="15086"/>
                      <a:pt x="6416" y="13424"/>
                      <a:pt x="7809" y="14255"/>
                    </a:cubicBezTo>
                    <a:cubicBezTo>
                      <a:pt x="9203" y="15086"/>
                      <a:pt x="9900" y="15916"/>
                      <a:pt x="11293" y="16747"/>
                    </a:cubicBezTo>
                    <a:cubicBezTo>
                      <a:pt x="13383" y="18409"/>
                      <a:pt x="12687" y="13424"/>
                      <a:pt x="14080" y="12593"/>
                    </a:cubicBezTo>
                    <a:cubicBezTo>
                      <a:pt x="14080" y="12593"/>
                      <a:pt x="21048" y="12593"/>
                      <a:pt x="21048" y="10932"/>
                    </a:cubicBezTo>
                    <a:cubicBezTo>
                      <a:pt x="20351" y="10101"/>
                      <a:pt x="18261" y="11763"/>
                      <a:pt x="19654" y="9270"/>
                    </a:cubicBezTo>
                    <a:cubicBezTo>
                      <a:pt x="20351" y="8439"/>
                      <a:pt x="18261" y="9270"/>
                      <a:pt x="18958" y="7609"/>
                    </a:cubicBezTo>
                    <a:cubicBezTo>
                      <a:pt x="19654" y="5116"/>
                      <a:pt x="18958" y="8439"/>
                      <a:pt x="18958" y="760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58" name="Shape 5258"/>
              <p:cNvSpPr/>
              <p:nvPr/>
            </p:nvSpPr>
            <p:spPr>
              <a:xfrm>
                <a:off x="0" y="220355"/>
                <a:ext cx="516897" cy="434409"/>
              </a:xfrm>
              <a:custGeom>
                <a:avLst/>
                <a:gdLst/>
                <a:ahLst/>
                <a:cxnLst>
                  <a:cxn ang="0">
                    <a:pos x="wd2" y="hd2"/>
                  </a:cxn>
                  <a:cxn ang="5400000">
                    <a:pos x="wd2" y="hd2"/>
                  </a:cxn>
                  <a:cxn ang="10800000">
                    <a:pos x="wd2" y="hd2"/>
                  </a:cxn>
                  <a:cxn ang="16200000">
                    <a:pos x="wd2" y="hd2"/>
                  </a:cxn>
                </a:cxnLst>
                <a:rect l="0" t="0" r="r" b="b"/>
                <a:pathLst>
                  <a:path w="21371" h="21345" fill="norm" stroke="1" extrusionOk="0">
                    <a:moveTo>
                      <a:pt x="19925" y="205"/>
                    </a:moveTo>
                    <a:cubicBezTo>
                      <a:pt x="19539" y="205"/>
                      <a:pt x="19539" y="-255"/>
                      <a:pt x="19539" y="205"/>
                    </a:cubicBezTo>
                    <a:cubicBezTo>
                      <a:pt x="18768" y="664"/>
                      <a:pt x="19539" y="664"/>
                      <a:pt x="19925" y="1124"/>
                    </a:cubicBezTo>
                    <a:cubicBezTo>
                      <a:pt x="20311" y="1583"/>
                      <a:pt x="19154" y="2043"/>
                      <a:pt x="18768" y="1124"/>
                    </a:cubicBezTo>
                    <a:cubicBezTo>
                      <a:pt x="18382" y="205"/>
                      <a:pt x="17997" y="1583"/>
                      <a:pt x="17997" y="2043"/>
                    </a:cubicBezTo>
                    <a:cubicBezTo>
                      <a:pt x="17611" y="2043"/>
                      <a:pt x="17225" y="2502"/>
                      <a:pt x="17225" y="2502"/>
                    </a:cubicBezTo>
                    <a:cubicBezTo>
                      <a:pt x="17225" y="3422"/>
                      <a:pt x="17611" y="2962"/>
                      <a:pt x="17611" y="2962"/>
                    </a:cubicBezTo>
                    <a:cubicBezTo>
                      <a:pt x="17611" y="3422"/>
                      <a:pt x="17611" y="3881"/>
                      <a:pt x="17611" y="4341"/>
                    </a:cubicBezTo>
                    <a:cubicBezTo>
                      <a:pt x="17611" y="4800"/>
                      <a:pt x="17997" y="4800"/>
                      <a:pt x="17611" y="5719"/>
                    </a:cubicBezTo>
                    <a:cubicBezTo>
                      <a:pt x="16839" y="7098"/>
                      <a:pt x="16454" y="8477"/>
                      <a:pt x="15682" y="9856"/>
                    </a:cubicBezTo>
                    <a:cubicBezTo>
                      <a:pt x="15297" y="10315"/>
                      <a:pt x="14139" y="12154"/>
                      <a:pt x="13754" y="12154"/>
                    </a:cubicBezTo>
                    <a:cubicBezTo>
                      <a:pt x="12982" y="12154"/>
                      <a:pt x="12211" y="12613"/>
                      <a:pt x="11825" y="12154"/>
                    </a:cubicBezTo>
                    <a:cubicBezTo>
                      <a:pt x="11439" y="11694"/>
                      <a:pt x="12211" y="11234"/>
                      <a:pt x="12211" y="10775"/>
                    </a:cubicBezTo>
                    <a:cubicBezTo>
                      <a:pt x="12597" y="10315"/>
                      <a:pt x="11439" y="11234"/>
                      <a:pt x="11439" y="11234"/>
                    </a:cubicBezTo>
                    <a:cubicBezTo>
                      <a:pt x="11054" y="11694"/>
                      <a:pt x="11054" y="11694"/>
                      <a:pt x="11054" y="12154"/>
                    </a:cubicBezTo>
                    <a:cubicBezTo>
                      <a:pt x="11054" y="13532"/>
                      <a:pt x="9897" y="13992"/>
                      <a:pt x="9511" y="14911"/>
                    </a:cubicBezTo>
                    <a:cubicBezTo>
                      <a:pt x="9511" y="14911"/>
                      <a:pt x="9511" y="15371"/>
                      <a:pt x="9511" y="15371"/>
                    </a:cubicBezTo>
                    <a:cubicBezTo>
                      <a:pt x="9511" y="15830"/>
                      <a:pt x="8739" y="16290"/>
                      <a:pt x="8739" y="16290"/>
                    </a:cubicBezTo>
                    <a:cubicBezTo>
                      <a:pt x="8354" y="16290"/>
                      <a:pt x="8739" y="15830"/>
                      <a:pt x="7968" y="15830"/>
                    </a:cubicBezTo>
                    <a:cubicBezTo>
                      <a:pt x="7582" y="15830"/>
                      <a:pt x="7197" y="15830"/>
                      <a:pt x="6425" y="15830"/>
                    </a:cubicBezTo>
                    <a:cubicBezTo>
                      <a:pt x="5268" y="16290"/>
                      <a:pt x="4497" y="15830"/>
                      <a:pt x="3339" y="16290"/>
                    </a:cubicBezTo>
                    <a:cubicBezTo>
                      <a:pt x="2568" y="17209"/>
                      <a:pt x="1411" y="18128"/>
                      <a:pt x="639" y="19047"/>
                    </a:cubicBezTo>
                    <a:cubicBezTo>
                      <a:pt x="-132" y="19047"/>
                      <a:pt x="-132" y="20426"/>
                      <a:pt x="254" y="19966"/>
                    </a:cubicBezTo>
                    <a:cubicBezTo>
                      <a:pt x="639" y="19966"/>
                      <a:pt x="639" y="19507"/>
                      <a:pt x="1025" y="19507"/>
                    </a:cubicBezTo>
                    <a:cubicBezTo>
                      <a:pt x="1411" y="19966"/>
                      <a:pt x="1797" y="20426"/>
                      <a:pt x="1797" y="19966"/>
                    </a:cubicBezTo>
                    <a:cubicBezTo>
                      <a:pt x="3725" y="19507"/>
                      <a:pt x="6425" y="17668"/>
                      <a:pt x="8354" y="18128"/>
                    </a:cubicBezTo>
                    <a:cubicBezTo>
                      <a:pt x="8739" y="18588"/>
                      <a:pt x="7968" y="19507"/>
                      <a:pt x="7968" y="19507"/>
                    </a:cubicBezTo>
                    <a:cubicBezTo>
                      <a:pt x="8354" y="19966"/>
                      <a:pt x="8739" y="21345"/>
                      <a:pt x="9125" y="21345"/>
                    </a:cubicBezTo>
                    <a:cubicBezTo>
                      <a:pt x="9511" y="20885"/>
                      <a:pt x="9897" y="20426"/>
                      <a:pt x="10282" y="19966"/>
                    </a:cubicBezTo>
                    <a:cubicBezTo>
                      <a:pt x="10668" y="19047"/>
                      <a:pt x="10668" y="19507"/>
                      <a:pt x="11439" y="19507"/>
                    </a:cubicBezTo>
                    <a:cubicBezTo>
                      <a:pt x="11054" y="19507"/>
                      <a:pt x="10668" y="15830"/>
                      <a:pt x="11825" y="18128"/>
                    </a:cubicBezTo>
                    <a:cubicBezTo>
                      <a:pt x="12211" y="19047"/>
                      <a:pt x="14139" y="18128"/>
                      <a:pt x="14525" y="17668"/>
                    </a:cubicBezTo>
                    <a:cubicBezTo>
                      <a:pt x="15297" y="16290"/>
                      <a:pt x="15297" y="19047"/>
                      <a:pt x="15682" y="18128"/>
                    </a:cubicBezTo>
                    <a:cubicBezTo>
                      <a:pt x="15682" y="17668"/>
                      <a:pt x="16068" y="16749"/>
                      <a:pt x="16454" y="16749"/>
                    </a:cubicBezTo>
                    <a:cubicBezTo>
                      <a:pt x="16839" y="16290"/>
                      <a:pt x="16839" y="16749"/>
                      <a:pt x="17225" y="15830"/>
                    </a:cubicBezTo>
                    <a:cubicBezTo>
                      <a:pt x="17225" y="15830"/>
                      <a:pt x="17225" y="17668"/>
                      <a:pt x="17611" y="17209"/>
                    </a:cubicBezTo>
                    <a:cubicBezTo>
                      <a:pt x="17611" y="17209"/>
                      <a:pt x="17997" y="17209"/>
                      <a:pt x="18382" y="16749"/>
                    </a:cubicBezTo>
                    <a:cubicBezTo>
                      <a:pt x="18768" y="16749"/>
                      <a:pt x="18382" y="16290"/>
                      <a:pt x="18768" y="15830"/>
                    </a:cubicBezTo>
                    <a:cubicBezTo>
                      <a:pt x="19539" y="15371"/>
                      <a:pt x="19539" y="15371"/>
                      <a:pt x="18768" y="14451"/>
                    </a:cubicBezTo>
                    <a:cubicBezTo>
                      <a:pt x="18382" y="13992"/>
                      <a:pt x="19539" y="12613"/>
                      <a:pt x="19539" y="11694"/>
                    </a:cubicBezTo>
                    <a:cubicBezTo>
                      <a:pt x="19925" y="10775"/>
                      <a:pt x="19154" y="9396"/>
                      <a:pt x="19539" y="8477"/>
                    </a:cubicBezTo>
                    <a:cubicBezTo>
                      <a:pt x="19925" y="8017"/>
                      <a:pt x="19925" y="8477"/>
                      <a:pt x="20311" y="8477"/>
                    </a:cubicBezTo>
                    <a:cubicBezTo>
                      <a:pt x="20697" y="8477"/>
                      <a:pt x="21082" y="7558"/>
                      <a:pt x="21082" y="7558"/>
                    </a:cubicBezTo>
                    <a:cubicBezTo>
                      <a:pt x="21468" y="6179"/>
                      <a:pt x="21468" y="4800"/>
                      <a:pt x="21082" y="3881"/>
                    </a:cubicBezTo>
                    <a:cubicBezTo>
                      <a:pt x="21082" y="3422"/>
                      <a:pt x="19925" y="205"/>
                      <a:pt x="19925" y="205"/>
                    </a:cubicBezTo>
                    <a:cubicBezTo>
                      <a:pt x="19925" y="205"/>
                      <a:pt x="19925" y="205"/>
                      <a:pt x="19925" y="20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5260" name="Shape 5260"/>
            <p:cNvSpPr/>
            <p:nvPr/>
          </p:nvSpPr>
          <p:spPr>
            <a:xfrm>
              <a:off x="14009740" y="3650633"/>
              <a:ext cx="19114" cy="15765"/>
            </a:xfrm>
            <a:custGeom>
              <a:avLst/>
              <a:gdLst/>
              <a:ahLst/>
              <a:cxnLst>
                <a:cxn ang="0">
                  <a:pos x="wd2" y="hd2"/>
                </a:cxn>
                <a:cxn ang="5400000">
                  <a:pos x="wd2" y="hd2"/>
                </a:cxn>
                <a:cxn ang="10800000">
                  <a:pos x="wd2" y="hd2"/>
                </a:cxn>
                <a:cxn ang="16200000">
                  <a:pos x="wd2" y="hd2"/>
                </a:cxn>
              </a:cxnLst>
              <a:rect l="0" t="0" r="r" b="b"/>
              <a:pathLst>
                <a:path w="21600" h="13361" fill="norm" stroke="1" extrusionOk="0">
                  <a:moveTo>
                    <a:pt x="21600" y="0"/>
                  </a:moveTo>
                  <a:cubicBezTo>
                    <a:pt x="21600" y="0"/>
                    <a:pt x="0" y="7200"/>
                    <a:pt x="0" y="7200"/>
                  </a:cubicBezTo>
                  <a:cubicBezTo>
                    <a:pt x="10800" y="21600"/>
                    <a:pt x="21600" y="7200"/>
                    <a:pt x="216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1" name="Shape 5261"/>
            <p:cNvSpPr/>
            <p:nvPr/>
          </p:nvSpPr>
          <p:spPr>
            <a:xfrm>
              <a:off x="13898244" y="3660898"/>
              <a:ext cx="110396" cy="74361"/>
            </a:xfrm>
            <a:custGeom>
              <a:avLst/>
              <a:gdLst/>
              <a:ahLst/>
              <a:cxnLst>
                <a:cxn ang="0">
                  <a:pos x="wd2" y="hd2"/>
                </a:cxn>
                <a:cxn ang="5400000">
                  <a:pos x="wd2" y="hd2"/>
                </a:cxn>
                <a:cxn ang="10800000">
                  <a:pos x="wd2" y="hd2"/>
                </a:cxn>
                <a:cxn ang="16200000">
                  <a:pos x="wd2" y="hd2"/>
                </a:cxn>
              </a:cxnLst>
              <a:rect l="0" t="0" r="r" b="b"/>
              <a:pathLst>
                <a:path w="19699" h="17387" fill="norm" stroke="1" extrusionOk="0">
                  <a:moveTo>
                    <a:pt x="18277" y="1920"/>
                  </a:moveTo>
                  <a:cubicBezTo>
                    <a:pt x="14954" y="1920"/>
                    <a:pt x="14954" y="-2400"/>
                    <a:pt x="11631" y="1920"/>
                  </a:cubicBezTo>
                  <a:cubicBezTo>
                    <a:pt x="9969" y="1920"/>
                    <a:pt x="8308" y="6240"/>
                    <a:pt x="8308" y="4080"/>
                  </a:cubicBezTo>
                  <a:cubicBezTo>
                    <a:pt x="6646" y="1920"/>
                    <a:pt x="4985" y="6240"/>
                    <a:pt x="4985" y="6240"/>
                  </a:cubicBezTo>
                  <a:cubicBezTo>
                    <a:pt x="3323" y="10560"/>
                    <a:pt x="1662" y="8400"/>
                    <a:pt x="0" y="10560"/>
                  </a:cubicBezTo>
                  <a:cubicBezTo>
                    <a:pt x="0" y="8400"/>
                    <a:pt x="3323" y="17040"/>
                    <a:pt x="4985" y="17040"/>
                  </a:cubicBezTo>
                  <a:cubicBezTo>
                    <a:pt x="4985" y="19200"/>
                    <a:pt x="8308" y="10560"/>
                    <a:pt x="9969" y="10560"/>
                  </a:cubicBezTo>
                  <a:cubicBezTo>
                    <a:pt x="11631" y="10560"/>
                    <a:pt x="14954" y="12720"/>
                    <a:pt x="16615" y="10560"/>
                  </a:cubicBezTo>
                  <a:cubicBezTo>
                    <a:pt x="18277" y="10560"/>
                    <a:pt x="21600" y="4080"/>
                    <a:pt x="18277" y="1920"/>
                  </a:cubicBezTo>
                  <a:cubicBezTo>
                    <a:pt x="16615" y="1920"/>
                    <a:pt x="18277" y="1920"/>
                    <a:pt x="18277" y="192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2" name="Shape 5262"/>
            <p:cNvSpPr/>
            <p:nvPr/>
          </p:nvSpPr>
          <p:spPr>
            <a:xfrm>
              <a:off x="13777196" y="3685675"/>
              <a:ext cx="101937" cy="142248"/>
            </a:xfrm>
            <a:custGeom>
              <a:avLst/>
              <a:gdLst/>
              <a:ahLst/>
              <a:cxnLst>
                <a:cxn ang="0">
                  <a:pos x="wd2" y="hd2"/>
                </a:cxn>
                <a:cxn ang="5400000">
                  <a:pos x="wd2" y="hd2"/>
                </a:cxn>
                <a:cxn ang="10800000">
                  <a:pos x="wd2" y="hd2"/>
                </a:cxn>
                <a:cxn ang="16200000">
                  <a:pos x="wd2" y="hd2"/>
                </a:cxn>
              </a:cxnLst>
              <a:rect l="0" t="0" r="r" b="b"/>
              <a:pathLst>
                <a:path w="21600" h="20522" fill="norm" stroke="1" extrusionOk="0">
                  <a:moveTo>
                    <a:pt x="13745" y="0"/>
                  </a:moveTo>
                  <a:cubicBezTo>
                    <a:pt x="9818" y="0"/>
                    <a:pt x="5891" y="1350"/>
                    <a:pt x="3927" y="2700"/>
                  </a:cubicBezTo>
                  <a:cubicBezTo>
                    <a:pt x="0" y="4050"/>
                    <a:pt x="0" y="5400"/>
                    <a:pt x="0" y="8100"/>
                  </a:cubicBezTo>
                  <a:cubicBezTo>
                    <a:pt x="0" y="6750"/>
                    <a:pt x="5891" y="6750"/>
                    <a:pt x="3927" y="8100"/>
                  </a:cubicBezTo>
                  <a:cubicBezTo>
                    <a:pt x="5891" y="6750"/>
                    <a:pt x="3927" y="5400"/>
                    <a:pt x="5891" y="5400"/>
                  </a:cubicBezTo>
                  <a:cubicBezTo>
                    <a:pt x="5891" y="5400"/>
                    <a:pt x="7855" y="5400"/>
                    <a:pt x="7855" y="6750"/>
                  </a:cubicBezTo>
                  <a:cubicBezTo>
                    <a:pt x="7855" y="9450"/>
                    <a:pt x="7855" y="10800"/>
                    <a:pt x="5891" y="13500"/>
                  </a:cubicBezTo>
                  <a:cubicBezTo>
                    <a:pt x="3927" y="14850"/>
                    <a:pt x="5891" y="14850"/>
                    <a:pt x="5891" y="14850"/>
                  </a:cubicBezTo>
                  <a:cubicBezTo>
                    <a:pt x="5891" y="16200"/>
                    <a:pt x="5891" y="17550"/>
                    <a:pt x="5891" y="17550"/>
                  </a:cubicBezTo>
                  <a:cubicBezTo>
                    <a:pt x="5891" y="21600"/>
                    <a:pt x="9818" y="16200"/>
                    <a:pt x="9818" y="16200"/>
                  </a:cubicBezTo>
                  <a:cubicBezTo>
                    <a:pt x="9818" y="16200"/>
                    <a:pt x="9818" y="20250"/>
                    <a:pt x="11782" y="20250"/>
                  </a:cubicBezTo>
                  <a:cubicBezTo>
                    <a:pt x="11782" y="21600"/>
                    <a:pt x="15709" y="17550"/>
                    <a:pt x="15709" y="16200"/>
                  </a:cubicBezTo>
                  <a:cubicBezTo>
                    <a:pt x="19636" y="13500"/>
                    <a:pt x="19636" y="10800"/>
                    <a:pt x="21600" y="9450"/>
                  </a:cubicBezTo>
                  <a:cubicBezTo>
                    <a:pt x="21600" y="6750"/>
                    <a:pt x="19636" y="5400"/>
                    <a:pt x="19636" y="2700"/>
                  </a:cubicBezTo>
                  <a:cubicBezTo>
                    <a:pt x="19636" y="0"/>
                    <a:pt x="13745" y="2700"/>
                    <a:pt x="13745"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3" name="Shape 5263"/>
            <p:cNvSpPr/>
            <p:nvPr/>
          </p:nvSpPr>
          <p:spPr>
            <a:xfrm>
              <a:off x="13682257" y="4052016"/>
              <a:ext cx="28046" cy="28670"/>
            </a:xfrm>
            <a:custGeom>
              <a:avLst/>
              <a:gdLst/>
              <a:ahLst/>
              <a:cxnLst>
                <a:cxn ang="0">
                  <a:pos x="wd2" y="hd2"/>
                </a:cxn>
                <a:cxn ang="5400000">
                  <a:pos x="wd2" y="hd2"/>
                </a:cxn>
                <a:cxn ang="10800000">
                  <a:pos x="wd2" y="hd2"/>
                </a:cxn>
                <a:cxn ang="16200000">
                  <a:pos x="wd2" y="hd2"/>
                </a:cxn>
              </a:cxnLst>
              <a:rect l="0" t="0" r="r" b="b"/>
              <a:pathLst>
                <a:path w="17287" h="21600" fill="norm" stroke="1" extrusionOk="0">
                  <a:moveTo>
                    <a:pt x="17287" y="0"/>
                  </a:moveTo>
                  <a:cubicBezTo>
                    <a:pt x="11887" y="0"/>
                    <a:pt x="-4313" y="7200"/>
                    <a:pt x="1087" y="21600"/>
                  </a:cubicBezTo>
                  <a:cubicBezTo>
                    <a:pt x="1087" y="21600"/>
                    <a:pt x="17287" y="0"/>
                    <a:pt x="17287"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4" name="Shape 5264"/>
            <p:cNvSpPr/>
            <p:nvPr/>
          </p:nvSpPr>
          <p:spPr>
            <a:xfrm>
              <a:off x="13758082" y="3959633"/>
              <a:ext cx="19115" cy="10196"/>
            </a:xfrm>
            <a:custGeom>
              <a:avLst/>
              <a:gdLst/>
              <a:ahLst/>
              <a:cxnLst>
                <a:cxn ang="0">
                  <a:pos x="wd2" y="hd2"/>
                </a:cxn>
                <a:cxn ang="5400000">
                  <a:pos x="wd2" y="hd2"/>
                </a:cxn>
                <a:cxn ang="10800000">
                  <a:pos x="wd2" y="hd2"/>
                </a:cxn>
                <a:cxn ang="16200000">
                  <a:pos x="wd2" y="hd2"/>
                </a:cxn>
              </a:cxnLst>
              <a:rect l="0" t="0" r="r" b="b"/>
              <a:pathLst>
                <a:path w="21600" h="13824" fill="norm" stroke="1" extrusionOk="0">
                  <a:moveTo>
                    <a:pt x="21600" y="0"/>
                  </a:moveTo>
                  <a:cubicBezTo>
                    <a:pt x="10800" y="0"/>
                    <a:pt x="0" y="10800"/>
                    <a:pt x="0" y="10800"/>
                  </a:cubicBezTo>
                  <a:cubicBezTo>
                    <a:pt x="0" y="21600"/>
                    <a:pt x="21600" y="0"/>
                    <a:pt x="216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5" name="Shape 5265"/>
            <p:cNvSpPr/>
            <p:nvPr/>
          </p:nvSpPr>
          <p:spPr>
            <a:xfrm>
              <a:off x="13512023" y="4153952"/>
              <a:ext cx="13516" cy="9557"/>
            </a:xfrm>
            <a:custGeom>
              <a:avLst/>
              <a:gdLst/>
              <a:ahLst/>
              <a:cxnLst>
                <a:cxn ang="0">
                  <a:pos x="wd2" y="hd2"/>
                </a:cxn>
                <a:cxn ang="5400000">
                  <a:pos x="wd2" y="hd2"/>
                </a:cxn>
                <a:cxn ang="10800000">
                  <a:pos x="wd2" y="hd2"/>
                </a:cxn>
                <a:cxn ang="16200000">
                  <a:pos x="wd2" y="hd2"/>
                </a:cxn>
              </a:cxnLst>
              <a:rect l="0" t="0" r="r" b="b"/>
              <a:pathLst>
                <a:path w="15274" h="21600" fill="norm" stroke="1" extrusionOk="0">
                  <a:moveTo>
                    <a:pt x="15274" y="0"/>
                  </a:moveTo>
                  <a:cubicBezTo>
                    <a:pt x="4474" y="0"/>
                    <a:pt x="-6326" y="21600"/>
                    <a:pt x="4474" y="21600"/>
                  </a:cubicBezTo>
                  <a:cubicBezTo>
                    <a:pt x="15274" y="21600"/>
                    <a:pt x="15274" y="0"/>
                    <a:pt x="15274"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6" name="Shape 5266"/>
            <p:cNvSpPr/>
            <p:nvPr/>
          </p:nvSpPr>
          <p:spPr>
            <a:xfrm>
              <a:off x="13328037" y="4127068"/>
              <a:ext cx="84664" cy="147935"/>
            </a:xfrm>
            <a:custGeom>
              <a:avLst/>
              <a:gdLst/>
              <a:ahLst/>
              <a:cxnLst>
                <a:cxn ang="0">
                  <a:pos x="wd2" y="hd2"/>
                </a:cxn>
                <a:cxn ang="5400000">
                  <a:pos x="wd2" y="hd2"/>
                </a:cxn>
                <a:cxn ang="10800000">
                  <a:pos x="wd2" y="hd2"/>
                </a:cxn>
                <a:cxn ang="16200000">
                  <a:pos x="wd2" y="hd2"/>
                </a:cxn>
              </a:cxnLst>
              <a:rect l="0" t="0" r="r" b="b"/>
              <a:pathLst>
                <a:path w="16402" h="20471" fill="norm" stroke="1" extrusionOk="0">
                  <a:moveTo>
                    <a:pt x="14400" y="142"/>
                  </a:moveTo>
                  <a:cubicBezTo>
                    <a:pt x="9000" y="-1129"/>
                    <a:pt x="1800" y="6495"/>
                    <a:pt x="0" y="9036"/>
                  </a:cubicBezTo>
                  <a:cubicBezTo>
                    <a:pt x="0" y="11577"/>
                    <a:pt x="0" y="14118"/>
                    <a:pt x="1800" y="16659"/>
                  </a:cubicBezTo>
                  <a:cubicBezTo>
                    <a:pt x="1800" y="16659"/>
                    <a:pt x="5400" y="20471"/>
                    <a:pt x="5400" y="20471"/>
                  </a:cubicBezTo>
                  <a:cubicBezTo>
                    <a:pt x="7200" y="17930"/>
                    <a:pt x="21600" y="1412"/>
                    <a:pt x="14400" y="142"/>
                  </a:cubicBezTo>
                  <a:cubicBezTo>
                    <a:pt x="12600" y="142"/>
                    <a:pt x="16200" y="142"/>
                    <a:pt x="14400" y="14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7" name="Shape 5267"/>
            <p:cNvSpPr/>
            <p:nvPr/>
          </p:nvSpPr>
          <p:spPr>
            <a:xfrm>
              <a:off x="12792709" y="4380125"/>
              <a:ext cx="107411" cy="85601"/>
            </a:xfrm>
            <a:custGeom>
              <a:avLst/>
              <a:gdLst/>
              <a:ahLst/>
              <a:cxnLst>
                <a:cxn ang="0">
                  <a:pos x="wd2" y="hd2"/>
                </a:cxn>
                <a:cxn ang="5400000">
                  <a:pos x="wd2" y="hd2"/>
                </a:cxn>
                <a:cxn ang="10800000">
                  <a:pos x="wd2" y="hd2"/>
                </a:cxn>
                <a:cxn ang="16200000">
                  <a:pos x="wd2" y="hd2"/>
                </a:cxn>
              </a:cxnLst>
              <a:rect l="0" t="0" r="r" b="b"/>
              <a:pathLst>
                <a:path w="17764" h="20015" fill="norm" stroke="1" extrusionOk="0">
                  <a:moveTo>
                    <a:pt x="17449" y="2160"/>
                  </a:moveTo>
                  <a:cubicBezTo>
                    <a:pt x="15906" y="2160"/>
                    <a:pt x="14363" y="0"/>
                    <a:pt x="11278" y="0"/>
                  </a:cubicBezTo>
                  <a:cubicBezTo>
                    <a:pt x="8192" y="0"/>
                    <a:pt x="6649" y="2160"/>
                    <a:pt x="3563" y="4320"/>
                  </a:cubicBezTo>
                  <a:cubicBezTo>
                    <a:pt x="478" y="8640"/>
                    <a:pt x="-2608" y="15120"/>
                    <a:pt x="3563" y="19440"/>
                  </a:cubicBezTo>
                  <a:cubicBezTo>
                    <a:pt x="6649" y="21600"/>
                    <a:pt x="12821" y="17280"/>
                    <a:pt x="14363" y="12960"/>
                  </a:cubicBezTo>
                  <a:cubicBezTo>
                    <a:pt x="14363" y="10800"/>
                    <a:pt x="18992" y="2160"/>
                    <a:pt x="17449" y="21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8" name="Shape 5268"/>
            <p:cNvSpPr/>
            <p:nvPr/>
          </p:nvSpPr>
          <p:spPr>
            <a:xfrm>
              <a:off x="13308924" y="4452428"/>
              <a:ext cx="166831" cy="255810"/>
            </a:xfrm>
            <a:custGeom>
              <a:avLst/>
              <a:gdLst/>
              <a:ahLst/>
              <a:cxnLst>
                <a:cxn ang="0">
                  <a:pos x="wd2" y="hd2"/>
                </a:cxn>
                <a:cxn ang="5400000">
                  <a:pos x="wd2" y="hd2"/>
                </a:cxn>
                <a:cxn ang="10800000">
                  <a:pos x="wd2" y="hd2"/>
                </a:cxn>
                <a:cxn ang="16200000">
                  <a:pos x="wd2" y="hd2"/>
                </a:cxn>
              </a:cxnLst>
              <a:rect l="0" t="0" r="r" b="b"/>
              <a:pathLst>
                <a:path w="19173" h="20898" fill="norm" stroke="1" extrusionOk="0">
                  <a:moveTo>
                    <a:pt x="12960" y="841"/>
                  </a:moveTo>
                  <a:cubicBezTo>
                    <a:pt x="10800" y="69"/>
                    <a:pt x="11880" y="3155"/>
                    <a:pt x="9720" y="841"/>
                  </a:cubicBezTo>
                  <a:cubicBezTo>
                    <a:pt x="8640" y="-702"/>
                    <a:pt x="4320" y="69"/>
                    <a:pt x="4320" y="1612"/>
                  </a:cubicBezTo>
                  <a:cubicBezTo>
                    <a:pt x="3240" y="3927"/>
                    <a:pt x="4320" y="5469"/>
                    <a:pt x="3240" y="7784"/>
                  </a:cubicBezTo>
                  <a:cubicBezTo>
                    <a:pt x="3240" y="8555"/>
                    <a:pt x="3240" y="9327"/>
                    <a:pt x="3240" y="9327"/>
                  </a:cubicBezTo>
                  <a:cubicBezTo>
                    <a:pt x="2160" y="10098"/>
                    <a:pt x="0" y="9327"/>
                    <a:pt x="0" y="9327"/>
                  </a:cubicBezTo>
                  <a:cubicBezTo>
                    <a:pt x="0" y="9327"/>
                    <a:pt x="2160" y="16269"/>
                    <a:pt x="3240" y="16269"/>
                  </a:cubicBezTo>
                  <a:cubicBezTo>
                    <a:pt x="3240" y="16269"/>
                    <a:pt x="4320" y="13955"/>
                    <a:pt x="5400" y="14727"/>
                  </a:cubicBezTo>
                  <a:cubicBezTo>
                    <a:pt x="5400" y="14727"/>
                    <a:pt x="7560" y="15498"/>
                    <a:pt x="7560" y="16269"/>
                  </a:cubicBezTo>
                  <a:cubicBezTo>
                    <a:pt x="7560" y="17041"/>
                    <a:pt x="4320" y="15498"/>
                    <a:pt x="4320" y="17041"/>
                  </a:cubicBezTo>
                  <a:cubicBezTo>
                    <a:pt x="4320" y="18584"/>
                    <a:pt x="6480" y="20127"/>
                    <a:pt x="8640" y="19355"/>
                  </a:cubicBezTo>
                  <a:cubicBezTo>
                    <a:pt x="9720" y="19355"/>
                    <a:pt x="10800" y="17812"/>
                    <a:pt x="11880" y="18584"/>
                  </a:cubicBezTo>
                  <a:cubicBezTo>
                    <a:pt x="11880" y="18584"/>
                    <a:pt x="16200" y="20898"/>
                    <a:pt x="16200" y="20898"/>
                  </a:cubicBezTo>
                  <a:cubicBezTo>
                    <a:pt x="17280" y="20127"/>
                    <a:pt x="14040" y="19355"/>
                    <a:pt x="15120" y="18584"/>
                  </a:cubicBezTo>
                  <a:cubicBezTo>
                    <a:pt x="14040" y="19355"/>
                    <a:pt x="21600" y="20898"/>
                    <a:pt x="18360" y="17812"/>
                  </a:cubicBezTo>
                  <a:cubicBezTo>
                    <a:pt x="16200" y="16269"/>
                    <a:pt x="11880" y="18584"/>
                    <a:pt x="10800" y="16269"/>
                  </a:cubicBezTo>
                  <a:cubicBezTo>
                    <a:pt x="9720" y="14727"/>
                    <a:pt x="9720" y="13955"/>
                    <a:pt x="9720" y="11641"/>
                  </a:cubicBezTo>
                  <a:cubicBezTo>
                    <a:pt x="9720" y="10098"/>
                    <a:pt x="11880" y="10098"/>
                    <a:pt x="12960" y="8555"/>
                  </a:cubicBezTo>
                  <a:cubicBezTo>
                    <a:pt x="15120" y="7012"/>
                    <a:pt x="15120" y="6241"/>
                    <a:pt x="14040" y="4698"/>
                  </a:cubicBezTo>
                  <a:cubicBezTo>
                    <a:pt x="14040" y="4698"/>
                    <a:pt x="14040" y="841"/>
                    <a:pt x="12960" y="841"/>
                  </a:cubicBezTo>
                  <a:cubicBezTo>
                    <a:pt x="11880" y="841"/>
                    <a:pt x="14040" y="841"/>
                    <a:pt x="12960" y="84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69" name="Shape 5269"/>
            <p:cNvSpPr/>
            <p:nvPr/>
          </p:nvSpPr>
          <p:spPr>
            <a:xfrm>
              <a:off x="13468199" y="4675098"/>
              <a:ext cx="49317" cy="61588"/>
            </a:xfrm>
            <a:custGeom>
              <a:avLst/>
              <a:gdLst/>
              <a:ahLst/>
              <a:cxnLst>
                <a:cxn ang="0">
                  <a:pos x="wd2" y="hd2"/>
                </a:cxn>
                <a:cxn ang="5400000">
                  <a:pos x="wd2" y="hd2"/>
                </a:cxn>
                <a:cxn ang="10800000">
                  <a:pos x="wd2" y="hd2"/>
                </a:cxn>
                <a:cxn ang="16200000">
                  <a:pos x="wd2" y="hd2"/>
                </a:cxn>
              </a:cxnLst>
              <a:rect l="0" t="0" r="r" b="b"/>
              <a:pathLst>
                <a:path w="18578" h="18156" fill="norm" stroke="1" extrusionOk="0">
                  <a:moveTo>
                    <a:pt x="10800" y="1200"/>
                  </a:moveTo>
                  <a:cubicBezTo>
                    <a:pt x="10800" y="1200"/>
                    <a:pt x="7200" y="-1500"/>
                    <a:pt x="3600" y="1200"/>
                  </a:cubicBezTo>
                  <a:cubicBezTo>
                    <a:pt x="3600" y="3900"/>
                    <a:pt x="0" y="3900"/>
                    <a:pt x="0" y="6600"/>
                  </a:cubicBezTo>
                  <a:cubicBezTo>
                    <a:pt x="3600" y="9300"/>
                    <a:pt x="0" y="12000"/>
                    <a:pt x="7200" y="14700"/>
                  </a:cubicBezTo>
                  <a:cubicBezTo>
                    <a:pt x="7200" y="14700"/>
                    <a:pt x="21600" y="20100"/>
                    <a:pt x="18000" y="17400"/>
                  </a:cubicBezTo>
                  <a:cubicBezTo>
                    <a:pt x="18000" y="14700"/>
                    <a:pt x="18000" y="12000"/>
                    <a:pt x="14400" y="9300"/>
                  </a:cubicBezTo>
                  <a:cubicBezTo>
                    <a:pt x="7200" y="9300"/>
                    <a:pt x="7200" y="1200"/>
                    <a:pt x="10800" y="1200"/>
                  </a:cubicBezTo>
                  <a:cubicBezTo>
                    <a:pt x="7200" y="1200"/>
                    <a:pt x="14400" y="1200"/>
                    <a:pt x="10800" y="1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0" name="Shape 5270"/>
            <p:cNvSpPr/>
            <p:nvPr/>
          </p:nvSpPr>
          <p:spPr>
            <a:xfrm>
              <a:off x="13522383" y="4733721"/>
              <a:ext cx="69772" cy="124238"/>
            </a:xfrm>
            <a:custGeom>
              <a:avLst/>
              <a:gdLst/>
              <a:ahLst/>
              <a:cxnLst>
                <a:cxn ang="0">
                  <a:pos x="wd2" y="hd2"/>
                </a:cxn>
                <a:cxn ang="5400000">
                  <a:pos x="wd2" y="hd2"/>
                </a:cxn>
                <a:cxn ang="10800000">
                  <a:pos x="wd2" y="hd2"/>
                </a:cxn>
                <a:cxn ang="16200000">
                  <a:pos x="wd2" y="hd2"/>
                </a:cxn>
              </a:cxnLst>
              <a:rect l="0" t="0" r="r" b="b"/>
              <a:pathLst>
                <a:path w="16313" h="21600" fill="norm" stroke="1" extrusionOk="0">
                  <a:moveTo>
                    <a:pt x="4909" y="0"/>
                  </a:moveTo>
                  <a:cubicBezTo>
                    <a:pt x="2749" y="0"/>
                    <a:pt x="4909" y="0"/>
                    <a:pt x="589" y="1662"/>
                  </a:cubicBezTo>
                  <a:cubicBezTo>
                    <a:pt x="-1571" y="3323"/>
                    <a:pt x="2749" y="4985"/>
                    <a:pt x="4909" y="6646"/>
                  </a:cubicBezTo>
                  <a:cubicBezTo>
                    <a:pt x="7069" y="9969"/>
                    <a:pt x="-3731" y="11631"/>
                    <a:pt x="4909" y="14954"/>
                  </a:cubicBezTo>
                  <a:cubicBezTo>
                    <a:pt x="7069" y="16615"/>
                    <a:pt x="2749" y="19938"/>
                    <a:pt x="7069" y="21600"/>
                  </a:cubicBezTo>
                  <a:cubicBezTo>
                    <a:pt x="9229" y="21600"/>
                    <a:pt x="9229" y="19938"/>
                    <a:pt x="7069" y="18277"/>
                  </a:cubicBezTo>
                  <a:cubicBezTo>
                    <a:pt x="2749" y="8308"/>
                    <a:pt x="15709" y="16615"/>
                    <a:pt x="15709" y="13292"/>
                  </a:cubicBezTo>
                  <a:cubicBezTo>
                    <a:pt x="15709" y="11631"/>
                    <a:pt x="11389" y="9969"/>
                    <a:pt x="13549" y="9969"/>
                  </a:cubicBezTo>
                  <a:cubicBezTo>
                    <a:pt x="13549" y="8308"/>
                    <a:pt x="17869" y="9969"/>
                    <a:pt x="15709" y="8308"/>
                  </a:cubicBezTo>
                  <a:cubicBezTo>
                    <a:pt x="13549" y="6646"/>
                    <a:pt x="9229" y="4985"/>
                    <a:pt x="11389" y="1662"/>
                  </a:cubicBezTo>
                  <a:cubicBezTo>
                    <a:pt x="11389" y="0"/>
                    <a:pt x="7069" y="0"/>
                    <a:pt x="4909"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1" name="Shape 5271"/>
            <p:cNvSpPr/>
            <p:nvPr/>
          </p:nvSpPr>
          <p:spPr>
            <a:xfrm>
              <a:off x="13337590" y="4692827"/>
              <a:ext cx="57339" cy="54459"/>
            </a:xfrm>
            <a:custGeom>
              <a:avLst/>
              <a:gdLst/>
              <a:ahLst/>
              <a:cxnLst>
                <a:cxn ang="0">
                  <a:pos x="wd2" y="hd2"/>
                </a:cxn>
                <a:cxn ang="5400000">
                  <a:pos x="wd2" y="hd2"/>
                </a:cxn>
                <a:cxn ang="10800000">
                  <a:pos x="wd2" y="hd2"/>
                </a:cxn>
                <a:cxn ang="16200000">
                  <a:pos x="wd2" y="hd2"/>
                </a:cxn>
              </a:cxnLst>
              <a:rect l="0" t="0" r="r" b="b"/>
              <a:pathLst>
                <a:path w="21600" h="16055" fill="norm" stroke="1" extrusionOk="0">
                  <a:moveTo>
                    <a:pt x="21600" y="9591"/>
                  </a:moveTo>
                  <a:cubicBezTo>
                    <a:pt x="18000" y="6891"/>
                    <a:pt x="10800" y="-3909"/>
                    <a:pt x="0" y="1491"/>
                  </a:cubicBezTo>
                  <a:cubicBezTo>
                    <a:pt x="0" y="1491"/>
                    <a:pt x="10800" y="9591"/>
                    <a:pt x="10800" y="12291"/>
                  </a:cubicBezTo>
                  <a:cubicBezTo>
                    <a:pt x="10800" y="17691"/>
                    <a:pt x="21600" y="17691"/>
                    <a:pt x="21600" y="9591"/>
                  </a:cubicBezTo>
                  <a:cubicBezTo>
                    <a:pt x="21600" y="9591"/>
                    <a:pt x="21600" y="12291"/>
                    <a:pt x="21600" y="959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2" name="Shape 5272"/>
            <p:cNvSpPr/>
            <p:nvPr/>
          </p:nvSpPr>
          <p:spPr>
            <a:xfrm>
              <a:off x="13404488" y="4763453"/>
              <a:ext cx="62948" cy="76925"/>
            </a:xfrm>
            <a:custGeom>
              <a:avLst/>
              <a:gdLst/>
              <a:ahLst/>
              <a:cxnLst>
                <a:cxn ang="0">
                  <a:pos x="wd2" y="hd2"/>
                </a:cxn>
                <a:cxn ang="5400000">
                  <a:pos x="wd2" y="hd2"/>
                </a:cxn>
                <a:cxn ang="10800000">
                  <a:pos x="wd2" y="hd2"/>
                </a:cxn>
                <a:cxn ang="16200000">
                  <a:pos x="wd2" y="hd2"/>
                </a:cxn>
              </a:cxnLst>
              <a:rect l="0" t="0" r="r" b="b"/>
              <a:pathLst>
                <a:path w="16416" h="17387" fill="norm" stroke="1" extrusionOk="0">
                  <a:moveTo>
                    <a:pt x="7200" y="1920"/>
                  </a:moveTo>
                  <a:cubicBezTo>
                    <a:pt x="4800" y="-240"/>
                    <a:pt x="2400" y="-240"/>
                    <a:pt x="0" y="1920"/>
                  </a:cubicBezTo>
                  <a:cubicBezTo>
                    <a:pt x="0" y="4080"/>
                    <a:pt x="4800" y="4080"/>
                    <a:pt x="4800" y="6240"/>
                  </a:cubicBezTo>
                  <a:cubicBezTo>
                    <a:pt x="7200" y="8400"/>
                    <a:pt x="0" y="14880"/>
                    <a:pt x="2400" y="17040"/>
                  </a:cubicBezTo>
                  <a:cubicBezTo>
                    <a:pt x="2400" y="19200"/>
                    <a:pt x="12000" y="10560"/>
                    <a:pt x="14400" y="10560"/>
                  </a:cubicBezTo>
                  <a:cubicBezTo>
                    <a:pt x="21600" y="10560"/>
                    <a:pt x="7200" y="1920"/>
                    <a:pt x="7200" y="1920"/>
                  </a:cubicBezTo>
                  <a:cubicBezTo>
                    <a:pt x="2400" y="-2400"/>
                    <a:pt x="7200" y="1920"/>
                    <a:pt x="7200" y="192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3" name="Shape 5273"/>
            <p:cNvSpPr/>
            <p:nvPr/>
          </p:nvSpPr>
          <p:spPr>
            <a:xfrm>
              <a:off x="13433674" y="4815321"/>
              <a:ext cx="47087" cy="84367"/>
            </a:xfrm>
            <a:custGeom>
              <a:avLst/>
              <a:gdLst/>
              <a:ahLst/>
              <a:cxnLst>
                <a:cxn ang="0">
                  <a:pos x="wd2" y="hd2"/>
                </a:cxn>
                <a:cxn ang="5400000">
                  <a:pos x="wd2" y="hd2"/>
                </a:cxn>
                <a:cxn ang="10800000">
                  <a:pos x="wd2" y="hd2"/>
                </a:cxn>
                <a:cxn ang="16200000">
                  <a:pos x="wd2" y="hd2"/>
                </a:cxn>
              </a:cxnLst>
              <a:rect l="0" t="0" r="r" b="b"/>
              <a:pathLst>
                <a:path w="15964" h="17877" fill="norm" stroke="1" extrusionOk="0">
                  <a:moveTo>
                    <a:pt x="15099" y="873"/>
                  </a:moveTo>
                  <a:cubicBezTo>
                    <a:pt x="5842" y="873"/>
                    <a:pt x="8928" y="6764"/>
                    <a:pt x="5842" y="8727"/>
                  </a:cubicBezTo>
                  <a:cubicBezTo>
                    <a:pt x="-3415" y="12654"/>
                    <a:pt x="-329" y="12654"/>
                    <a:pt x="5842" y="16582"/>
                  </a:cubicBezTo>
                  <a:cubicBezTo>
                    <a:pt x="15099" y="20509"/>
                    <a:pt x="8928" y="14618"/>
                    <a:pt x="12014" y="10691"/>
                  </a:cubicBezTo>
                  <a:cubicBezTo>
                    <a:pt x="12014" y="10691"/>
                    <a:pt x="18185" y="-1091"/>
                    <a:pt x="15099" y="873"/>
                  </a:cubicBezTo>
                  <a:cubicBezTo>
                    <a:pt x="12014" y="873"/>
                    <a:pt x="15099" y="-1091"/>
                    <a:pt x="15099" y="87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4" name="Shape 5274"/>
            <p:cNvSpPr/>
            <p:nvPr/>
          </p:nvSpPr>
          <p:spPr>
            <a:xfrm>
              <a:off x="13477754" y="4808565"/>
              <a:ext cx="32918" cy="65322"/>
            </a:xfrm>
            <a:custGeom>
              <a:avLst/>
              <a:gdLst/>
              <a:ahLst/>
              <a:cxnLst>
                <a:cxn ang="0">
                  <a:pos x="wd2" y="hd2"/>
                </a:cxn>
                <a:cxn ang="5400000">
                  <a:pos x="wd2" y="hd2"/>
                </a:cxn>
                <a:cxn ang="10800000">
                  <a:pos x="wd2" y="hd2"/>
                </a:cxn>
                <a:cxn ang="16200000">
                  <a:pos x="wd2" y="hd2"/>
                </a:cxn>
              </a:cxnLst>
              <a:rect l="0" t="0" r="r" b="b"/>
              <a:pathLst>
                <a:path w="18600" h="19257" fill="norm" stroke="1" extrusionOk="0">
                  <a:moveTo>
                    <a:pt x="16200" y="357"/>
                  </a:moveTo>
                  <a:cubicBezTo>
                    <a:pt x="10800" y="357"/>
                    <a:pt x="0" y="16557"/>
                    <a:pt x="0" y="19257"/>
                  </a:cubicBezTo>
                  <a:cubicBezTo>
                    <a:pt x="0" y="19257"/>
                    <a:pt x="10800" y="13857"/>
                    <a:pt x="16200" y="11157"/>
                  </a:cubicBezTo>
                  <a:cubicBezTo>
                    <a:pt x="16200" y="11157"/>
                    <a:pt x="21600" y="-2343"/>
                    <a:pt x="16200" y="357"/>
                  </a:cubicBezTo>
                  <a:cubicBezTo>
                    <a:pt x="10800" y="357"/>
                    <a:pt x="16200" y="357"/>
                    <a:pt x="16200" y="35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5" name="Shape 5275"/>
            <p:cNvSpPr/>
            <p:nvPr/>
          </p:nvSpPr>
          <p:spPr>
            <a:xfrm>
              <a:off x="13502676" y="4855373"/>
              <a:ext cx="33340" cy="22746"/>
            </a:xfrm>
            <a:custGeom>
              <a:avLst/>
              <a:gdLst/>
              <a:ahLst/>
              <a:cxnLst>
                <a:cxn ang="0">
                  <a:pos x="wd2" y="hd2"/>
                </a:cxn>
                <a:cxn ang="5400000">
                  <a:pos x="wd2" y="hd2"/>
                </a:cxn>
                <a:cxn ang="10800000">
                  <a:pos x="wd2" y="hd2"/>
                </a:cxn>
                <a:cxn ang="16200000">
                  <a:pos x="wd2" y="hd2"/>
                </a:cxn>
              </a:cxnLst>
              <a:rect l="0" t="0" r="r" b="b"/>
              <a:pathLst>
                <a:path w="12559" h="14020" fill="norm" stroke="1" extrusionOk="0">
                  <a:moveTo>
                    <a:pt x="1412" y="1102"/>
                  </a:moveTo>
                  <a:cubicBezTo>
                    <a:pt x="-2188" y="11902"/>
                    <a:pt x="1412" y="17302"/>
                    <a:pt x="8612" y="11902"/>
                  </a:cubicBezTo>
                  <a:cubicBezTo>
                    <a:pt x="19412" y="11902"/>
                    <a:pt x="5012" y="-4298"/>
                    <a:pt x="1412" y="1102"/>
                  </a:cubicBezTo>
                  <a:cubicBezTo>
                    <a:pt x="1412" y="6502"/>
                    <a:pt x="5012" y="1102"/>
                    <a:pt x="1412" y="110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6" name="Shape 5276"/>
            <p:cNvSpPr/>
            <p:nvPr/>
          </p:nvSpPr>
          <p:spPr>
            <a:xfrm>
              <a:off x="13505357" y="4873886"/>
              <a:ext cx="119788" cy="184901"/>
            </a:xfrm>
            <a:custGeom>
              <a:avLst/>
              <a:gdLst/>
              <a:ahLst/>
              <a:cxnLst>
                <a:cxn ang="0">
                  <a:pos x="wd2" y="hd2"/>
                </a:cxn>
                <a:cxn ang="5400000">
                  <a:pos x="wd2" y="hd2"/>
                </a:cxn>
                <a:cxn ang="10800000">
                  <a:pos x="wd2" y="hd2"/>
                </a:cxn>
                <a:cxn ang="16200000">
                  <a:pos x="wd2" y="hd2"/>
                </a:cxn>
              </a:cxnLst>
              <a:rect l="0" t="0" r="r" b="b"/>
              <a:pathLst>
                <a:path w="19811" h="20221" fill="norm" stroke="1" extrusionOk="0">
                  <a:moveTo>
                    <a:pt x="14025" y="0"/>
                  </a:moveTo>
                  <a:cubicBezTo>
                    <a:pt x="12482" y="0"/>
                    <a:pt x="12482" y="1029"/>
                    <a:pt x="12482" y="2057"/>
                  </a:cubicBezTo>
                  <a:cubicBezTo>
                    <a:pt x="12482" y="3086"/>
                    <a:pt x="12482" y="3086"/>
                    <a:pt x="9396" y="4114"/>
                  </a:cubicBezTo>
                  <a:cubicBezTo>
                    <a:pt x="7853" y="4114"/>
                    <a:pt x="4767" y="6171"/>
                    <a:pt x="3225" y="6171"/>
                  </a:cubicBezTo>
                  <a:cubicBezTo>
                    <a:pt x="139" y="9257"/>
                    <a:pt x="-1404" y="9257"/>
                    <a:pt x="1682" y="11314"/>
                  </a:cubicBezTo>
                  <a:cubicBezTo>
                    <a:pt x="3225" y="12343"/>
                    <a:pt x="1682" y="13371"/>
                    <a:pt x="1682" y="14400"/>
                  </a:cubicBezTo>
                  <a:cubicBezTo>
                    <a:pt x="139" y="16457"/>
                    <a:pt x="1682" y="17486"/>
                    <a:pt x="3225" y="18514"/>
                  </a:cubicBezTo>
                  <a:cubicBezTo>
                    <a:pt x="6310" y="19543"/>
                    <a:pt x="9396" y="19543"/>
                    <a:pt x="10939" y="19543"/>
                  </a:cubicBezTo>
                  <a:cubicBezTo>
                    <a:pt x="15567" y="21600"/>
                    <a:pt x="12482" y="18514"/>
                    <a:pt x="10939" y="16457"/>
                  </a:cubicBezTo>
                  <a:cubicBezTo>
                    <a:pt x="10939" y="16457"/>
                    <a:pt x="10939" y="12343"/>
                    <a:pt x="14025" y="12343"/>
                  </a:cubicBezTo>
                  <a:cubicBezTo>
                    <a:pt x="15567" y="12343"/>
                    <a:pt x="15567" y="17486"/>
                    <a:pt x="17110" y="17486"/>
                  </a:cubicBezTo>
                  <a:cubicBezTo>
                    <a:pt x="17110" y="17486"/>
                    <a:pt x="18653" y="14400"/>
                    <a:pt x="18653" y="14400"/>
                  </a:cubicBezTo>
                  <a:cubicBezTo>
                    <a:pt x="20196" y="12343"/>
                    <a:pt x="20196" y="11314"/>
                    <a:pt x="18653" y="10286"/>
                  </a:cubicBezTo>
                  <a:cubicBezTo>
                    <a:pt x="18653" y="7200"/>
                    <a:pt x="18653" y="1029"/>
                    <a:pt x="14025" y="0"/>
                  </a:cubicBezTo>
                  <a:cubicBezTo>
                    <a:pt x="12482" y="0"/>
                    <a:pt x="14025" y="1029"/>
                    <a:pt x="14025"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7" name="Shape 5277"/>
            <p:cNvSpPr/>
            <p:nvPr/>
          </p:nvSpPr>
          <p:spPr>
            <a:xfrm>
              <a:off x="13414044" y="4920134"/>
              <a:ext cx="89052" cy="87544"/>
            </a:xfrm>
            <a:custGeom>
              <a:avLst/>
              <a:gdLst/>
              <a:ahLst/>
              <a:cxnLst>
                <a:cxn ang="0">
                  <a:pos x="wd2" y="hd2"/>
                </a:cxn>
                <a:cxn ang="5400000">
                  <a:pos x="wd2" y="hd2"/>
                </a:cxn>
                <a:cxn ang="10800000">
                  <a:pos x="wd2" y="hd2"/>
                </a:cxn>
                <a:cxn ang="16200000">
                  <a:pos x="wd2" y="hd2"/>
                </a:cxn>
              </a:cxnLst>
              <a:rect l="0" t="0" r="r" b="b"/>
              <a:pathLst>
                <a:path w="17252" h="19787" fill="norm" stroke="1" extrusionOk="0">
                  <a:moveTo>
                    <a:pt x="14400" y="347"/>
                  </a:moveTo>
                  <a:cubicBezTo>
                    <a:pt x="10800" y="-1813"/>
                    <a:pt x="9000" y="6827"/>
                    <a:pt x="3600" y="6827"/>
                  </a:cubicBezTo>
                  <a:cubicBezTo>
                    <a:pt x="0" y="8987"/>
                    <a:pt x="0" y="17627"/>
                    <a:pt x="0" y="19787"/>
                  </a:cubicBezTo>
                  <a:cubicBezTo>
                    <a:pt x="1800" y="17627"/>
                    <a:pt x="1800" y="13307"/>
                    <a:pt x="3600" y="11147"/>
                  </a:cubicBezTo>
                  <a:cubicBezTo>
                    <a:pt x="3600" y="11147"/>
                    <a:pt x="7200" y="8987"/>
                    <a:pt x="7200" y="11147"/>
                  </a:cubicBezTo>
                  <a:cubicBezTo>
                    <a:pt x="7200" y="13307"/>
                    <a:pt x="10800" y="13307"/>
                    <a:pt x="10800" y="13307"/>
                  </a:cubicBezTo>
                  <a:cubicBezTo>
                    <a:pt x="12600" y="13307"/>
                    <a:pt x="12600" y="15467"/>
                    <a:pt x="14400" y="13307"/>
                  </a:cubicBezTo>
                  <a:cubicBezTo>
                    <a:pt x="14400" y="13307"/>
                    <a:pt x="14400" y="8987"/>
                    <a:pt x="14400" y="8987"/>
                  </a:cubicBezTo>
                  <a:cubicBezTo>
                    <a:pt x="16200" y="4667"/>
                    <a:pt x="19800" y="2507"/>
                    <a:pt x="14400" y="347"/>
                  </a:cubicBezTo>
                  <a:cubicBezTo>
                    <a:pt x="12600" y="347"/>
                    <a:pt x="21600" y="4667"/>
                    <a:pt x="14400" y="34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8" name="Shape 5278"/>
            <p:cNvSpPr/>
            <p:nvPr/>
          </p:nvSpPr>
          <p:spPr>
            <a:xfrm>
              <a:off x="13187870" y="4819731"/>
              <a:ext cx="106053" cy="111495"/>
            </a:xfrm>
            <a:custGeom>
              <a:avLst/>
              <a:gdLst/>
              <a:ahLst/>
              <a:cxnLst>
                <a:cxn ang="0">
                  <a:pos x="wd2" y="hd2"/>
                </a:cxn>
                <a:cxn ang="5400000">
                  <a:pos x="wd2" y="hd2"/>
                </a:cxn>
                <a:cxn ang="10800000">
                  <a:pos x="wd2" y="hd2"/>
                </a:cxn>
                <a:cxn ang="16200000">
                  <a:pos x="wd2" y="hd2"/>
                </a:cxn>
              </a:cxnLst>
              <a:rect l="0" t="0" r="r" b="b"/>
              <a:pathLst>
                <a:path w="20546" h="21600" fill="norm" stroke="1" extrusionOk="0">
                  <a:moveTo>
                    <a:pt x="19800" y="0"/>
                  </a:moveTo>
                  <a:cubicBezTo>
                    <a:pt x="16200" y="1800"/>
                    <a:pt x="12600" y="7200"/>
                    <a:pt x="10800" y="10800"/>
                  </a:cubicBezTo>
                  <a:cubicBezTo>
                    <a:pt x="9000" y="12600"/>
                    <a:pt x="0" y="18000"/>
                    <a:pt x="0" y="21600"/>
                  </a:cubicBezTo>
                  <a:cubicBezTo>
                    <a:pt x="0" y="21600"/>
                    <a:pt x="5400" y="19800"/>
                    <a:pt x="7200" y="18000"/>
                  </a:cubicBezTo>
                  <a:cubicBezTo>
                    <a:pt x="9000" y="18000"/>
                    <a:pt x="12600" y="14400"/>
                    <a:pt x="14400" y="12600"/>
                  </a:cubicBezTo>
                  <a:cubicBezTo>
                    <a:pt x="14400" y="9000"/>
                    <a:pt x="16200" y="7200"/>
                    <a:pt x="18000" y="5400"/>
                  </a:cubicBezTo>
                  <a:cubicBezTo>
                    <a:pt x="19800" y="5400"/>
                    <a:pt x="21600" y="0"/>
                    <a:pt x="198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79" name="Shape 5279"/>
            <p:cNvSpPr/>
            <p:nvPr/>
          </p:nvSpPr>
          <p:spPr>
            <a:xfrm>
              <a:off x="13515982" y="4679568"/>
              <a:ext cx="13517" cy="9556"/>
            </a:xfrm>
            <a:custGeom>
              <a:avLst/>
              <a:gdLst/>
              <a:ahLst/>
              <a:cxnLst>
                <a:cxn ang="0">
                  <a:pos x="wd2" y="hd2"/>
                </a:cxn>
                <a:cxn ang="5400000">
                  <a:pos x="wd2" y="hd2"/>
                </a:cxn>
                <a:cxn ang="10800000">
                  <a:pos x="wd2" y="hd2"/>
                </a:cxn>
                <a:cxn ang="16200000">
                  <a:pos x="wd2" y="hd2"/>
                </a:cxn>
              </a:cxnLst>
              <a:rect l="0" t="0" r="r" b="b"/>
              <a:pathLst>
                <a:path w="15274" h="21600" fill="norm" stroke="1" extrusionOk="0">
                  <a:moveTo>
                    <a:pt x="0" y="21600"/>
                  </a:moveTo>
                  <a:cubicBezTo>
                    <a:pt x="10800" y="21600"/>
                    <a:pt x="21600" y="0"/>
                    <a:pt x="10800" y="0"/>
                  </a:cubicBezTo>
                  <a:cubicBezTo>
                    <a:pt x="0" y="0"/>
                    <a:pt x="0" y="21600"/>
                    <a:pt x="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0" name="Shape 5280"/>
            <p:cNvSpPr/>
            <p:nvPr/>
          </p:nvSpPr>
          <p:spPr>
            <a:xfrm>
              <a:off x="12173053" y="5071224"/>
              <a:ext cx="504785" cy="530121"/>
            </a:xfrm>
            <a:custGeom>
              <a:avLst/>
              <a:gdLst/>
              <a:ahLst/>
              <a:cxnLst>
                <a:cxn ang="0">
                  <a:pos x="wd2" y="hd2"/>
                </a:cxn>
                <a:cxn ang="5400000">
                  <a:pos x="wd2" y="hd2"/>
                </a:cxn>
                <a:cxn ang="10800000">
                  <a:pos x="wd2" y="hd2"/>
                </a:cxn>
                <a:cxn ang="16200000">
                  <a:pos x="wd2" y="hd2"/>
                </a:cxn>
              </a:cxnLst>
              <a:rect l="0" t="0" r="r" b="b"/>
              <a:pathLst>
                <a:path w="20870" h="21021" fill="norm" stroke="1" extrusionOk="0">
                  <a:moveTo>
                    <a:pt x="4177" y="745"/>
                  </a:moveTo>
                  <a:cubicBezTo>
                    <a:pt x="3019" y="745"/>
                    <a:pt x="2248" y="745"/>
                    <a:pt x="1091" y="373"/>
                  </a:cubicBezTo>
                  <a:cubicBezTo>
                    <a:pt x="319" y="0"/>
                    <a:pt x="-452" y="-372"/>
                    <a:pt x="319" y="745"/>
                  </a:cubicBezTo>
                  <a:cubicBezTo>
                    <a:pt x="705" y="1490"/>
                    <a:pt x="1091" y="2607"/>
                    <a:pt x="1862" y="2980"/>
                  </a:cubicBezTo>
                  <a:cubicBezTo>
                    <a:pt x="2634" y="3352"/>
                    <a:pt x="3405" y="3725"/>
                    <a:pt x="3791" y="4469"/>
                  </a:cubicBezTo>
                  <a:cubicBezTo>
                    <a:pt x="4177" y="4842"/>
                    <a:pt x="4177" y="5587"/>
                    <a:pt x="4562" y="5959"/>
                  </a:cubicBezTo>
                  <a:cubicBezTo>
                    <a:pt x="5334" y="6331"/>
                    <a:pt x="5719" y="6331"/>
                    <a:pt x="6105" y="6704"/>
                  </a:cubicBezTo>
                  <a:cubicBezTo>
                    <a:pt x="6877" y="7449"/>
                    <a:pt x="6877" y="8566"/>
                    <a:pt x="7262" y="9311"/>
                  </a:cubicBezTo>
                  <a:cubicBezTo>
                    <a:pt x="7648" y="9683"/>
                    <a:pt x="8034" y="10056"/>
                    <a:pt x="8034" y="10056"/>
                  </a:cubicBezTo>
                  <a:cubicBezTo>
                    <a:pt x="8805" y="10800"/>
                    <a:pt x="9191" y="11173"/>
                    <a:pt x="9577" y="11918"/>
                  </a:cubicBezTo>
                  <a:cubicBezTo>
                    <a:pt x="10348" y="13035"/>
                    <a:pt x="10348" y="14152"/>
                    <a:pt x="11119" y="15269"/>
                  </a:cubicBezTo>
                  <a:cubicBezTo>
                    <a:pt x="12662" y="16387"/>
                    <a:pt x="13819" y="17876"/>
                    <a:pt x="15362" y="18994"/>
                  </a:cubicBezTo>
                  <a:cubicBezTo>
                    <a:pt x="16134" y="19738"/>
                    <a:pt x="16519" y="20111"/>
                    <a:pt x="17291" y="20856"/>
                  </a:cubicBezTo>
                  <a:cubicBezTo>
                    <a:pt x="17677" y="20856"/>
                    <a:pt x="19991" y="21228"/>
                    <a:pt x="20377" y="20856"/>
                  </a:cubicBezTo>
                  <a:cubicBezTo>
                    <a:pt x="20762" y="20483"/>
                    <a:pt x="19991" y="17504"/>
                    <a:pt x="20377" y="16759"/>
                  </a:cubicBezTo>
                  <a:cubicBezTo>
                    <a:pt x="20377" y="16387"/>
                    <a:pt x="21148" y="16387"/>
                    <a:pt x="20762" y="16014"/>
                  </a:cubicBezTo>
                  <a:cubicBezTo>
                    <a:pt x="20377" y="15642"/>
                    <a:pt x="19991" y="15269"/>
                    <a:pt x="19605" y="14897"/>
                  </a:cubicBezTo>
                  <a:cubicBezTo>
                    <a:pt x="19605" y="14897"/>
                    <a:pt x="19219" y="14525"/>
                    <a:pt x="18834" y="14525"/>
                  </a:cubicBezTo>
                  <a:cubicBezTo>
                    <a:pt x="18448" y="14525"/>
                    <a:pt x="18448" y="15269"/>
                    <a:pt x="18062" y="15269"/>
                  </a:cubicBezTo>
                  <a:cubicBezTo>
                    <a:pt x="18448" y="15269"/>
                    <a:pt x="18062" y="13780"/>
                    <a:pt x="18062" y="13780"/>
                  </a:cubicBezTo>
                  <a:cubicBezTo>
                    <a:pt x="17677" y="13407"/>
                    <a:pt x="17677" y="13407"/>
                    <a:pt x="17677" y="13035"/>
                  </a:cubicBezTo>
                  <a:cubicBezTo>
                    <a:pt x="17677" y="12662"/>
                    <a:pt x="16905" y="12290"/>
                    <a:pt x="16519" y="12290"/>
                  </a:cubicBezTo>
                  <a:cubicBezTo>
                    <a:pt x="16134" y="11918"/>
                    <a:pt x="15362" y="11545"/>
                    <a:pt x="15748" y="10800"/>
                  </a:cubicBezTo>
                  <a:cubicBezTo>
                    <a:pt x="15748" y="10800"/>
                    <a:pt x="15362" y="10428"/>
                    <a:pt x="15748" y="10428"/>
                  </a:cubicBezTo>
                  <a:cubicBezTo>
                    <a:pt x="15748" y="10056"/>
                    <a:pt x="16134" y="10428"/>
                    <a:pt x="16134" y="10056"/>
                  </a:cubicBezTo>
                  <a:cubicBezTo>
                    <a:pt x="16519" y="9311"/>
                    <a:pt x="14205" y="9311"/>
                    <a:pt x="14205" y="9683"/>
                  </a:cubicBezTo>
                  <a:cubicBezTo>
                    <a:pt x="14205" y="9311"/>
                    <a:pt x="15748" y="8938"/>
                    <a:pt x="14205" y="8938"/>
                  </a:cubicBezTo>
                  <a:cubicBezTo>
                    <a:pt x="13819" y="8938"/>
                    <a:pt x="13434" y="8566"/>
                    <a:pt x="13434" y="8566"/>
                  </a:cubicBezTo>
                  <a:cubicBezTo>
                    <a:pt x="13434" y="8194"/>
                    <a:pt x="13819" y="8194"/>
                    <a:pt x="13819" y="8194"/>
                  </a:cubicBezTo>
                  <a:cubicBezTo>
                    <a:pt x="13819" y="7821"/>
                    <a:pt x="13048" y="7821"/>
                    <a:pt x="13048" y="7821"/>
                  </a:cubicBezTo>
                  <a:cubicBezTo>
                    <a:pt x="13048" y="7821"/>
                    <a:pt x="13434" y="7449"/>
                    <a:pt x="12662" y="7449"/>
                  </a:cubicBezTo>
                  <a:cubicBezTo>
                    <a:pt x="12277" y="7076"/>
                    <a:pt x="11891" y="7076"/>
                    <a:pt x="11505" y="6704"/>
                  </a:cubicBezTo>
                  <a:cubicBezTo>
                    <a:pt x="10348" y="5214"/>
                    <a:pt x="11119" y="6704"/>
                    <a:pt x="11119" y="6704"/>
                  </a:cubicBezTo>
                  <a:cubicBezTo>
                    <a:pt x="10734" y="6704"/>
                    <a:pt x="9577" y="5587"/>
                    <a:pt x="9191" y="5587"/>
                  </a:cubicBezTo>
                  <a:cubicBezTo>
                    <a:pt x="8805" y="4842"/>
                    <a:pt x="8419" y="4097"/>
                    <a:pt x="7648" y="3725"/>
                  </a:cubicBezTo>
                  <a:cubicBezTo>
                    <a:pt x="6877" y="3352"/>
                    <a:pt x="6491" y="2980"/>
                    <a:pt x="5719" y="2235"/>
                  </a:cubicBezTo>
                  <a:cubicBezTo>
                    <a:pt x="5334" y="1862"/>
                    <a:pt x="4948" y="745"/>
                    <a:pt x="4177" y="74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1" name="Shape 5281"/>
            <p:cNvSpPr/>
            <p:nvPr/>
          </p:nvSpPr>
          <p:spPr>
            <a:xfrm>
              <a:off x="12262137" y="5259339"/>
              <a:ext cx="32518" cy="39750"/>
            </a:xfrm>
            <a:custGeom>
              <a:avLst/>
              <a:gdLst/>
              <a:ahLst/>
              <a:cxnLst>
                <a:cxn ang="0">
                  <a:pos x="wd2" y="hd2"/>
                </a:cxn>
                <a:cxn ang="5400000">
                  <a:pos x="wd2" y="hd2"/>
                </a:cxn>
                <a:cxn ang="10800000">
                  <a:pos x="wd2" y="hd2"/>
                </a:cxn>
                <a:cxn ang="16200000">
                  <a:pos x="wd2" y="hd2"/>
                </a:cxn>
              </a:cxnLst>
              <a:rect l="0" t="0" r="r" b="b"/>
              <a:pathLst>
                <a:path w="14699" h="17968" fill="norm" stroke="1" extrusionOk="0">
                  <a:moveTo>
                    <a:pt x="13829" y="17280"/>
                  </a:moveTo>
                  <a:cubicBezTo>
                    <a:pt x="18149" y="12960"/>
                    <a:pt x="5189" y="0"/>
                    <a:pt x="869" y="0"/>
                  </a:cubicBezTo>
                  <a:cubicBezTo>
                    <a:pt x="-3451" y="4320"/>
                    <a:pt x="9509" y="21600"/>
                    <a:pt x="13829"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2" name="Shape 5282"/>
            <p:cNvSpPr/>
            <p:nvPr/>
          </p:nvSpPr>
          <p:spPr>
            <a:xfrm>
              <a:off x="12328527" y="5370833"/>
              <a:ext cx="30350" cy="39750"/>
            </a:xfrm>
            <a:custGeom>
              <a:avLst/>
              <a:gdLst/>
              <a:ahLst/>
              <a:cxnLst>
                <a:cxn ang="0">
                  <a:pos x="wd2" y="hd2"/>
                </a:cxn>
                <a:cxn ang="5400000">
                  <a:pos x="wd2" y="hd2"/>
                </a:cxn>
                <a:cxn ang="10800000">
                  <a:pos x="wd2" y="hd2"/>
                </a:cxn>
                <a:cxn ang="16200000">
                  <a:pos x="wd2" y="hd2"/>
                </a:cxn>
              </a:cxnLst>
              <a:rect l="0" t="0" r="r" b="b"/>
              <a:pathLst>
                <a:path w="14699" h="17968" fill="norm" stroke="1" extrusionOk="0">
                  <a:moveTo>
                    <a:pt x="13829" y="17280"/>
                  </a:moveTo>
                  <a:cubicBezTo>
                    <a:pt x="18149" y="12960"/>
                    <a:pt x="5189" y="0"/>
                    <a:pt x="869" y="0"/>
                  </a:cubicBezTo>
                  <a:cubicBezTo>
                    <a:pt x="-3451" y="4320"/>
                    <a:pt x="9509" y="21600"/>
                    <a:pt x="13829"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3" name="Shape 5283"/>
            <p:cNvSpPr/>
            <p:nvPr/>
          </p:nvSpPr>
          <p:spPr>
            <a:xfrm>
              <a:off x="12636771" y="5405307"/>
              <a:ext cx="66897" cy="61090"/>
            </a:xfrm>
            <a:custGeom>
              <a:avLst/>
              <a:gdLst/>
              <a:ahLst/>
              <a:cxnLst>
                <a:cxn ang="0">
                  <a:pos x="wd2" y="hd2"/>
                </a:cxn>
                <a:cxn ang="5400000">
                  <a:pos x="wd2" y="hd2"/>
                </a:cxn>
                <a:cxn ang="10800000">
                  <a:pos x="wd2" y="hd2"/>
                </a:cxn>
                <a:cxn ang="16200000">
                  <a:pos x="wd2" y="hd2"/>
                </a:cxn>
              </a:cxnLst>
              <a:rect l="0" t="0" r="r" b="b"/>
              <a:pathLst>
                <a:path w="21600" h="19725" fill="norm" stroke="1" extrusionOk="0">
                  <a:moveTo>
                    <a:pt x="21600" y="19725"/>
                  </a:moveTo>
                  <a:cubicBezTo>
                    <a:pt x="21600" y="13554"/>
                    <a:pt x="15429" y="13554"/>
                    <a:pt x="15429" y="7382"/>
                  </a:cubicBezTo>
                  <a:cubicBezTo>
                    <a:pt x="15429" y="1211"/>
                    <a:pt x="6171" y="-1875"/>
                    <a:pt x="0" y="1211"/>
                  </a:cubicBezTo>
                  <a:cubicBezTo>
                    <a:pt x="0" y="4296"/>
                    <a:pt x="0" y="7382"/>
                    <a:pt x="3086" y="7382"/>
                  </a:cubicBezTo>
                  <a:cubicBezTo>
                    <a:pt x="9257" y="7382"/>
                    <a:pt x="6171" y="10468"/>
                    <a:pt x="9257" y="13554"/>
                  </a:cubicBezTo>
                  <a:cubicBezTo>
                    <a:pt x="9257" y="16639"/>
                    <a:pt x="21600" y="19725"/>
                    <a:pt x="21600" y="1972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4" name="Shape 5284"/>
            <p:cNvSpPr/>
            <p:nvPr/>
          </p:nvSpPr>
          <p:spPr>
            <a:xfrm>
              <a:off x="12746275" y="5447284"/>
              <a:ext cx="26282" cy="30177"/>
            </a:xfrm>
            <a:custGeom>
              <a:avLst/>
              <a:gdLst/>
              <a:ahLst/>
              <a:cxnLst>
                <a:cxn ang="0">
                  <a:pos x="wd2" y="hd2"/>
                </a:cxn>
                <a:cxn ang="5400000">
                  <a:pos x="wd2" y="hd2"/>
                </a:cxn>
                <a:cxn ang="10800000">
                  <a:pos x="wd2" y="hd2"/>
                </a:cxn>
                <a:cxn ang="16200000">
                  <a:pos x="wd2" y="hd2"/>
                </a:cxn>
              </a:cxnLst>
              <a:rect l="0" t="0" r="r" b="b"/>
              <a:pathLst>
                <a:path w="16200" h="18600" fill="norm" stroke="1" extrusionOk="0">
                  <a:moveTo>
                    <a:pt x="8100" y="16200"/>
                  </a:moveTo>
                  <a:cubicBezTo>
                    <a:pt x="-2700" y="21600"/>
                    <a:pt x="-2700" y="5400"/>
                    <a:pt x="8100" y="0"/>
                  </a:cubicBezTo>
                  <a:cubicBezTo>
                    <a:pt x="18900" y="0"/>
                    <a:pt x="18900" y="16200"/>
                    <a:pt x="8100" y="16200"/>
                  </a:cubicBezTo>
                  <a:cubicBezTo>
                    <a:pt x="2700" y="21600"/>
                    <a:pt x="13500" y="16200"/>
                    <a:pt x="8100"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5" name="Shape 5285"/>
            <p:cNvSpPr/>
            <p:nvPr/>
          </p:nvSpPr>
          <p:spPr>
            <a:xfrm>
              <a:off x="12646327" y="5606561"/>
              <a:ext cx="423250" cy="129782"/>
            </a:xfrm>
            <a:custGeom>
              <a:avLst/>
              <a:gdLst/>
              <a:ahLst/>
              <a:cxnLst>
                <a:cxn ang="0">
                  <a:pos x="wd2" y="hd2"/>
                </a:cxn>
                <a:cxn ang="5400000">
                  <a:pos x="wd2" y="hd2"/>
                </a:cxn>
                <a:cxn ang="10800000">
                  <a:pos x="wd2" y="hd2"/>
                </a:cxn>
                <a:cxn ang="16200000">
                  <a:pos x="wd2" y="hd2"/>
                </a:cxn>
              </a:cxnLst>
              <a:rect l="0" t="0" r="r" b="b"/>
              <a:pathLst>
                <a:path w="21258" h="20000" fill="norm" stroke="1" extrusionOk="0">
                  <a:moveTo>
                    <a:pt x="4226" y="0"/>
                  </a:moveTo>
                  <a:cubicBezTo>
                    <a:pt x="3287" y="1440"/>
                    <a:pt x="2817" y="0"/>
                    <a:pt x="1409" y="0"/>
                  </a:cubicBezTo>
                  <a:cubicBezTo>
                    <a:pt x="1409" y="0"/>
                    <a:pt x="0" y="4320"/>
                    <a:pt x="0" y="5760"/>
                  </a:cubicBezTo>
                  <a:cubicBezTo>
                    <a:pt x="0" y="7200"/>
                    <a:pt x="1878" y="5760"/>
                    <a:pt x="2348" y="8640"/>
                  </a:cubicBezTo>
                  <a:cubicBezTo>
                    <a:pt x="2817" y="11520"/>
                    <a:pt x="4226" y="11520"/>
                    <a:pt x="5165" y="12960"/>
                  </a:cubicBezTo>
                  <a:cubicBezTo>
                    <a:pt x="6104" y="12960"/>
                    <a:pt x="6574" y="12960"/>
                    <a:pt x="7043" y="12960"/>
                  </a:cubicBezTo>
                  <a:cubicBezTo>
                    <a:pt x="8452" y="12960"/>
                    <a:pt x="9861" y="14400"/>
                    <a:pt x="11270" y="15840"/>
                  </a:cubicBezTo>
                  <a:cubicBezTo>
                    <a:pt x="13617" y="17280"/>
                    <a:pt x="16435" y="15840"/>
                    <a:pt x="18783" y="18720"/>
                  </a:cubicBezTo>
                  <a:cubicBezTo>
                    <a:pt x="19252" y="18720"/>
                    <a:pt x="20661" y="21600"/>
                    <a:pt x="21130" y="18720"/>
                  </a:cubicBezTo>
                  <a:cubicBezTo>
                    <a:pt x="21600" y="18720"/>
                    <a:pt x="20661" y="12960"/>
                    <a:pt x="20191" y="12960"/>
                  </a:cubicBezTo>
                  <a:cubicBezTo>
                    <a:pt x="19722" y="11520"/>
                    <a:pt x="19722" y="12960"/>
                    <a:pt x="19252" y="12960"/>
                  </a:cubicBezTo>
                  <a:cubicBezTo>
                    <a:pt x="18313" y="14400"/>
                    <a:pt x="17843" y="12960"/>
                    <a:pt x="17374" y="12960"/>
                  </a:cubicBezTo>
                  <a:cubicBezTo>
                    <a:pt x="16904" y="11520"/>
                    <a:pt x="16904" y="10080"/>
                    <a:pt x="16435" y="8640"/>
                  </a:cubicBezTo>
                  <a:cubicBezTo>
                    <a:pt x="16435" y="7200"/>
                    <a:pt x="15496" y="7200"/>
                    <a:pt x="15026" y="5760"/>
                  </a:cubicBezTo>
                  <a:cubicBezTo>
                    <a:pt x="14557" y="5760"/>
                    <a:pt x="13148" y="4320"/>
                    <a:pt x="12678" y="4320"/>
                  </a:cubicBezTo>
                  <a:cubicBezTo>
                    <a:pt x="12209" y="4320"/>
                    <a:pt x="11739" y="5760"/>
                    <a:pt x="11739" y="5760"/>
                  </a:cubicBezTo>
                  <a:cubicBezTo>
                    <a:pt x="11270" y="7200"/>
                    <a:pt x="10800" y="7200"/>
                    <a:pt x="9861" y="7200"/>
                  </a:cubicBezTo>
                  <a:cubicBezTo>
                    <a:pt x="8922" y="7200"/>
                    <a:pt x="7983" y="5760"/>
                    <a:pt x="7043" y="4320"/>
                  </a:cubicBezTo>
                  <a:cubicBezTo>
                    <a:pt x="6574" y="2880"/>
                    <a:pt x="5635" y="2880"/>
                    <a:pt x="5165" y="2880"/>
                  </a:cubicBezTo>
                  <a:cubicBezTo>
                    <a:pt x="5165" y="2880"/>
                    <a:pt x="4696" y="0"/>
                    <a:pt x="4226" y="0"/>
                  </a:cubicBezTo>
                  <a:cubicBezTo>
                    <a:pt x="3757" y="1440"/>
                    <a:pt x="4696" y="0"/>
                    <a:pt x="4226"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6" name="Shape 5286"/>
            <p:cNvSpPr/>
            <p:nvPr/>
          </p:nvSpPr>
          <p:spPr>
            <a:xfrm>
              <a:off x="12985562" y="5648553"/>
              <a:ext cx="52588" cy="21718"/>
            </a:xfrm>
            <a:custGeom>
              <a:avLst/>
              <a:gdLst/>
              <a:ahLst/>
              <a:cxnLst>
                <a:cxn ang="0">
                  <a:pos x="wd2" y="hd2"/>
                </a:cxn>
                <a:cxn ang="5400000">
                  <a:pos x="wd2" y="hd2"/>
                </a:cxn>
                <a:cxn ang="10800000">
                  <a:pos x="wd2" y="hd2"/>
                </a:cxn>
                <a:cxn ang="16200000">
                  <a:pos x="wd2" y="hd2"/>
                </a:cxn>
              </a:cxnLst>
              <a:rect l="0" t="0" r="r" b="b"/>
              <a:pathLst>
                <a:path w="15503" h="16362" fill="norm" stroke="1" extrusionOk="0">
                  <a:moveTo>
                    <a:pt x="2003" y="16362"/>
                  </a:moveTo>
                  <a:cubicBezTo>
                    <a:pt x="-6097" y="9162"/>
                    <a:pt x="12803" y="-5238"/>
                    <a:pt x="15503" y="1962"/>
                  </a:cubicBezTo>
                  <a:cubicBezTo>
                    <a:pt x="15503" y="9162"/>
                    <a:pt x="4703" y="16362"/>
                    <a:pt x="2003" y="16362"/>
                  </a:cubicBezTo>
                  <a:cubicBezTo>
                    <a:pt x="-697" y="16362"/>
                    <a:pt x="4703" y="16362"/>
                    <a:pt x="2003" y="1636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7" name="Shape 5287"/>
            <p:cNvSpPr/>
            <p:nvPr/>
          </p:nvSpPr>
          <p:spPr>
            <a:xfrm>
              <a:off x="13073770" y="5708497"/>
              <a:ext cx="39813" cy="38228"/>
            </a:xfrm>
            <a:custGeom>
              <a:avLst/>
              <a:gdLst/>
              <a:ahLst/>
              <a:cxnLst>
                <a:cxn ang="0">
                  <a:pos x="wd2" y="hd2"/>
                </a:cxn>
                <a:cxn ang="5400000">
                  <a:pos x="wd2" y="hd2"/>
                </a:cxn>
                <a:cxn ang="10800000">
                  <a:pos x="wd2" y="hd2"/>
                </a:cxn>
                <a:cxn ang="16200000">
                  <a:pos x="wd2" y="hd2"/>
                </a:cxn>
              </a:cxnLst>
              <a:rect l="0" t="0" r="r" b="b"/>
              <a:pathLst>
                <a:path w="14997" h="21600" fill="norm" stroke="1" extrusionOk="0">
                  <a:moveTo>
                    <a:pt x="8181" y="0"/>
                  </a:moveTo>
                  <a:cubicBezTo>
                    <a:pt x="4581" y="0"/>
                    <a:pt x="-2619" y="0"/>
                    <a:pt x="981" y="5400"/>
                  </a:cubicBezTo>
                  <a:cubicBezTo>
                    <a:pt x="981" y="5400"/>
                    <a:pt x="8181" y="21600"/>
                    <a:pt x="8181" y="21600"/>
                  </a:cubicBezTo>
                  <a:cubicBezTo>
                    <a:pt x="15381" y="21600"/>
                    <a:pt x="18981" y="0"/>
                    <a:pt x="8181"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8" name="Shape 5288"/>
            <p:cNvSpPr/>
            <p:nvPr/>
          </p:nvSpPr>
          <p:spPr>
            <a:xfrm>
              <a:off x="13130581" y="5718053"/>
              <a:ext cx="33221" cy="23361"/>
            </a:xfrm>
            <a:custGeom>
              <a:avLst/>
              <a:gdLst/>
              <a:ahLst/>
              <a:cxnLst>
                <a:cxn ang="0">
                  <a:pos x="wd2" y="hd2"/>
                </a:cxn>
                <a:cxn ang="5400000">
                  <a:pos x="wd2" y="hd2"/>
                </a:cxn>
                <a:cxn ang="10800000">
                  <a:pos x="wd2" y="hd2"/>
                </a:cxn>
                <a:cxn ang="16200000">
                  <a:pos x="wd2" y="hd2"/>
                </a:cxn>
              </a:cxnLst>
              <a:rect l="0" t="0" r="r" b="b"/>
              <a:pathLst>
                <a:path w="16090" h="17600" fill="norm" stroke="1" extrusionOk="0">
                  <a:moveTo>
                    <a:pt x="14170" y="7200"/>
                  </a:moveTo>
                  <a:cubicBezTo>
                    <a:pt x="14170" y="7200"/>
                    <a:pt x="9850" y="0"/>
                    <a:pt x="5530" y="0"/>
                  </a:cubicBezTo>
                  <a:cubicBezTo>
                    <a:pt x="5530" y="7200"/>
                    <a:pt x="-3110" y="14400"/>
                    <a:pt x="1210" y="14400"/>
                  </a:cubicBezTo>
                  <a:cubicBezTo>
                    <a:pt x="1210" y="14400"/>
                    <a:pt x="5530" y="21600"/>
                    <a:pt x="5530" y="14400"/>
                  </a:cubicBezTo>
                  <a:cubicBezTo>
                    <a:pt x="9850" y="14400"/>
                    <a:pt x="18490" y="14400"/>
                    <a:pt x="14170" y="7200"/>
                  </a:cubicBezTo>
                  <a:cubicBezTo>
                    <a:pt x="14170" y="7200"/>
                    <a:pt x="18490" y="14400"/>
                    <a:pt x="14170" y="7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89" name="Shape 5289"/>
            <p:cNvSpPr/>
            <p:nvPr/>
          </p:nvSpPr>
          <p:spPr>
            <a:xfrm>
              <a:off x="13167278" y="5720442"/>
              <a:ext cx="51938" cy="35839"/>
            </a:xfrm>
            <a:custGeom>
              <a:avLst/>
              <a:gdLst/>
              <a:ahLst/>
              <a:cxnLst>
                <a:cxn ang="0">
                  <a:pos x="wd2" y="hd2"/>
                </a:cxn>
                <a:cxn ang="5400000">
                  <a:pos x="wd2" y="hd2"/>
                </a:cxn>
                <a:cxn ang="10800000">
                  <a:pos x="wd2" y="hd2"/>
                </a:cxn>
                <a:cxn ang="16200000">
                  <a:pos x="wd2" y="hd2"/>
                </a:cxn>
              </a:cxnLst>
              <a:rect l="0" t="0" r="r" b="b"/>
              <a:pathLst>
                <a:path w="16770" h="20250" fill="norm" stroke="1" extrusionOk="0">
                  <a:moveTo>
                    <a:pt x="3563" y="4050"/>
                  </a:moveTo>
                  <a:cubicBezTo>
                    <a:pt x="478" y="9450"/>
                    <a:pt x="-2608" y="20250"/>
                    <a:pt x="3563" y="20250"/>
                  </a:cubicBezTo>
                  <a:cubicBezTo>
                    <a:pt x="9735" y="20250"/>
                    <a:pt x="12821" y="20250"/>
                    <a:pt x="15906" y="14850"/>
                  </a:cubicBezTo>
                  <a:cubicBezTo>
                    <a:pt x="18992" y="14850"/>
                    <a:pt x="12821" y="9450"/>
                    <a:pt x="12821" y="4050"/>
                  </a:cubicBezTo>
                  <a:cubicBezTo>
                    <a:pt x="9735" y="-1350"/>
                    <a:pt x="6649" y="-1350"/>
                    <a:pt x="3563" y="405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0" name="Shape 5290"/>
            <p:cNvSpPr/>
            <p:nvPr/>
          </p:nvSpPr>
          <p:spPr>
            <a:xfrm>
              <a:off x="13206983" y="5708497"/>
              <a:ext cx="74063" cy="42188"/>
            </a:xfrm>
            <a:custGeom>
              <a:avLst/>
              <a:gdLst/>
              <a:ahLst/>
              <a:cxnLst>
                <a:cxn ang="0">
                  <a:pos x="wd2" y="hd2"/>
                </a:cxn>
                <a:cxn ang="5400000">
                  <a:pos x="wd2" y="hd2"/>
                </a:cxn>
                <a:cxn ang="10800000">
                  <a:pos x="wd2" y="hd2"/>
                </a:cxn>
                <a:cxn ang="16200000">
                  <a:pos x="wd2" y="hd2"/>
                </a:cxn>
              </a:cxnLst>
              <a:rect l="0" t="0" r="r" b="b"/>
              <a:pathLst>
                <a:path w="20925" h="19069" fill="norm" stroke="1" extrusionOk="0">
                  <a:moveTo>
                    <a:pt x="2700" y="0"/>
                  </a:moveTo>
                  <a:cubicBezTo>
                    <a:pt x="0" y="0"/>
                    <a:pt x="0" y="0"/>
                    <a:pt x="0" y="4320"/>
                  </a:cubicBezTo>
                  <a:cubicBezTo>
                    <a:pt x="0" y="4320"/>
                    <a:pt x="5400" y="4320"/>
                    <a:pt x="5400" y="8640"/>
                  </a:cubicBezTo>
                  <a:cubicBezTo>
                    <a:pt x="5400" y="8640"/>
                    <a:pt x="5400" y="12960"/>
                    <a:pt x="5400" y="12960"/>
                  </a:cubicBezTo>
                  <a:cubicBezTo>
                    <a:pt x="5400" y="17280"/>
                    <a:pt x="16200" y="21600"/>
                    <a:pt x="18900" y="17280"/>
                  </a:cubicBezTo>
                  <a:cubicBezTo>
                    <a:pt x="21600" y="12960"/>
                    <a:pt x="21600" y="8640"/>
                    <a:pt x="18900" y="4320"/>
                  </a:cubicBezTo>
                  <a:cubicBezTo>
                    <a:pt x="13500" y="4320"/>
                    <a:pt x="8100" y="4320"/>
                    <a:pt x="27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1" name="Shape 5291"/>
            <p:cNvSpPr/>
            <p:nvPr/>
          </p:nvSpPr>
          <p:spPr>
            <a:xfrm>
              <a:off x="13308924" y="5718053"/>
              <a:ext cx="114680" cy="27609"/>
            </a:xfrm>
            <a:custGeom>
              <a:avLst/>
              <a:gdLst/>
              <a:ahLst/>
              <a:cxnLst>
                <a:cxn ang="0">
                  <a:pos x="wd2" y="hd2"/>
                </a:cxn>
                <a:cxn ang="5400000">
                  <a:pos x="wd2" y="hd2"/>
                </a:cxn>
                <a:cxn ang="10800000">
                  <a:pos x="wd2" y="hd2"/>
                </a:cxn>
                <a:cxn ang="16200000">
                  <a:pos x="wd2" y="hd2"/>
                </a:cxn>
              </a:cxnLst>
              <a:rect l="0" t="0" r="r" b="b"/>
              <a:pathLst>
                <a:path w="21600" h="15600" fill="norm" stroke="1" extrusionOk="0">
                  <a:moveTo>
                    <a:pt x="3600" y="0"/>
                  </a:moveTo>
                  <a:cubicBezTo>
                    <a:pt x="3600" y="0"/>
                    <a:pt x="0" y="5400"/>
                    <a:pt x="0" y="10800"/>
                  </a:cubicBezTo>
                  <a:cubicBezTo>
                    <a:pt x="0" y="10800"/>
                    <a:pt x="19800" y="21600"/>
                    <a:pt x="21600" y="10800"/>
                  </a:cubicBezTo>
                  <a:cubicBezTo>
                    <a:pt x="21600" y="5400"/>
                    <a:pt x="16200" y="10800"/>
                    <a:pt x="16200" y="10800"/>
                  </a:cubicBezTo>
                  <a:cubicBezTo>
                    <a:pt x="12600" y="10800"/>
                    <a:pt x="7200" y="5400"/>
                    <a:pt x="3600" y="0"/>
                  </a:cubicBezTo>
                  <a:cubicBezTo>
                    <a:pt x="3600" y="0"/>
                    <a:pt x="5400" y="0"/>
                    <a:pt x="36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2" name="Shape 5292"/>
            <p:cNvSpPr/>
            <p:nvPr/>
          </p:nvSpPr>
          <p:spPr>
            <a:xfrm>
              <a:off x="13273881" y="5772208"/>
              <a:ext cx="79318" cy="42128"/>
            </a:xfrm>
            <a:custGeom>
              <a:avLst/>
              <a:gdLst/>
              <a:ahLst/>
              <a:cxnLst>
                <a:cxn ang="0">
                  <a:pos x="wd2" y="hd2"/>
                </a:cxn>
                <a:cxn ang="5400000">
                  <a:pos x="wd2" y="hd2"/>
                </a:cxn>
                <a:cxn ang="10800000">
                  <a:pos x="wd2" y="hd2"/>
                </a:cxn>
                <a:cxn ang="16200000">
                  <a:pos x="wd2" y="hd2"/>
                </a:cxn>
              </a:cxnLst>
              <a:rect l="0" t="0" r="r" b="b"/>
              <a:pathLst>
                <a:path w="16807" h="15869" fill="norm" stroke="1" extrusionOk="0">
                  <a:moveTo>
                    <a:pt x="0" y="0"/>
                  </a:moveTo>
                  <a:cubicBezTo>
                    <a:pt x="1964" y="0"/>
                    <a:pt x="13745" y="21600"/>
                    <a:pt x="15709" y="14400"/>
                  </a:cubicBezTo>
                  <a:cubicBezTo>
                    <a:pt x="21600" y="3600"/>
                    <a:pt x="1964" y="0"/>
                    <a:pt x="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3" name="Shape 5293"/>
            <p:cNvSpPr/>
            <p:nvPr/>
          </p:nvSpPr>
          <p:spPr>
            <a:xfrm>
              <a:off x="13610164" y="5472769"/>
              <a:ext cx="37286" cy="32918"/>
            </a:xfrm>
            <a:custGeom>
              <a:avLst/>
              <a:gdLst/>
              <a:ahLst/>
              <a:cxnLst>
                <a:cxn ang="0">
                  <a:pos x="wd2" y="hd2"/>
                </a:cxn>
                <a:cxn ang="5400000">
                  <a:pos x="wd2" y="hd2"/>
                </a:cxn>
                <a:cxn ang="10800000">
                  <a:pos x="wd2" y="hd2"/>
                </a:cxn>
                <a:cxn ang="16200000">
                  <a:pos x="wd2" y="hd2"/>
                </a:cxn>
              </a:cxnLst>
              <a:rect l="0" t="0" r="r" b="b"/>
              <a:pathLst>
                <a:path w="14046" h="18600" fill="norm" stroke="1" extrusionOk="0">
                  <a:moveTo>
                    <a:pt x="6521" y="16200"/>
                  </a:moveTo>
                  <a:cubicBezTo>
                    <a:pt x="-4279" y="21600"/>
                    <a:pt x="-679" y="0"/>
                    <a:pt x="10121" y="0"/>
                  </a:cubicBezTo>
                  <a:cubicBezTo>
                    <a:pt x="17321" y="0"/>
                    <a:pt x="13721" y="16200"/>
                    <a:pt x="6521" y="16200"/>
                  </a:cubicBezTo>
                  <a:cubicBezTo>
                    <a:pt x="2921" y="21600"/>
                    <a:pt x="13721" y="16200"/>
                    <a:pt x="6521"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4" name="Shape 5294"/>
            <p:cNvSpPr/>
            <p:nvPr/>
          </p:nvSpPr>
          <p:spPr>
            <a:xfrm>
              <a:off x="13699847" y="5466398"/>
              <a:ext cx="134690" cy="44599"/>
            </a:xfrm>
            <a:custGeom>
              <a:avLst/>
              <a:gdLst/>
              <a:ahLst/>
              <a:cxnLst>
                <a:cxn ang="0">
                  <a:pos x="wd2" y="hd2"/>
                </a:cxn>
                <a:cxn ang="5400000">
                  <a:pos x="wd2" y="hd2"/>
                </a:cxn>
                <a:cxn ang="10800000">
                  <a:pos x="wd2" y="hd2"/>
                </a:cxn>
                <a:cxn ang="16200000">
                  <a:pos x="wd2" y="hd2"/>
                </a:cxn>
              </a:cxnLst>
              <a:rect l="0" t="0" r="r" b="b"/>
              <a:pathLst>
                <a:path w="20756" h="21600" fill="norm" stroke="1" extrusionOk="0">
                  <a:moveTo>
                    <a:pt x="2036" y="12960"/>
                  </a:moveTo>
                  <a:cubicBezTo>
                    <a:pt x="596" y="12960"/>
                    <a:pt x="-844" y="8640"/>
                    <a:pt x="596" y="4320"/>
                  </a:cubicBezTo>
                  <a:cubicBezTo>
                    <a:pt x="2036" y="0"/>
                    <a:pt x="3476" y="0"/>
                    <a:pt x="6356" y="0"/>
                  </a:cubicBezTo>
                  <a:cubicBezTo>
                    <a:pt x="10676" y="0"/>
                    <a:pt x="13556" y="0"/>
                    <a:pt x="17876" y="8640"/>
                  </a:cubicBezTo>
                  <a:cubicBezTo>
                    <a:pt x="19316" y="12960"/>
                    <a:pt x="20756" y="17280"/>
                    <a:pt x="20756" y="21600"/>
                  </a:cubicBezTo>
                  <a:cubicBezTo>
                    <a:pt x="19316" y="21600"/>
                    <a:pt x="14996" y="12960"/>
                    <a:pt x="14996" y="12960"/>
                  </a:cubicBezTo>
                  <a:cubicBezTo>
                    <a:pt x="10676" y="8640"/>
                    <a:pt x="6356" y="12960"/>
                    <a:pt x="2036" y="12960"/>
                  </a:cubicBezTo>
                  <a:cubicBezTo>
                    <a:pt x="596" y="12960"/>
                    <a:pt x="3476" y="12960"/>
                    <a:pt x="2036" y="129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5" name="Shape 5295"/>
            <p:cNvSpPr/>
            <p:nvPr/>
          </p:nvSpPr>
          <p:spPr>
            <a:xfrm>
              <a:off x="13267534" y="5257653"/>
              <a:ext cx="296232" cy="329793"/>
            </a:xfrm>
            <a:custGeom>
              <a:avLst/>
              <a:gdLst/>
              <a:ahLst/>
              <a:cxnLst>
                <a:cxn ang="0">
                  <a:pos x="wd2" y="hd2"/>
                </a:cxn>
                <a:cxn ang="5400000">
                  <a:pos x="wd2" y="hd2"/>
                </a:cxn>
                <a:cxn ang="10800000">
                  <a:pos x="wd2" y="hd2"/>
                </a:cxn>
                <a:cxn ang="16200000">
                  <a:pos x="wd2" y="hd2"/>
                </a:cxn>
              </a:cxnLst>
              <a:rect l="0" t="0" r="r" b="b"/>
              <a:pathLst>
                <a:path w="21368" h="21096" fill="norm" stroke="1" extrusionOk="0">
                  <a:moveTo>
                    <a:pt x="8543" y="18696"/>
                  </a:moveTo>
                  <a:cubicBezTo>
                    <a:pt x="8543" y="18096"/>
                    <a:pt x="9218" y="18096"/>
                    <a:pt x="9218" y="17496"/>
                  </a:cubicBezTo>
                  <a:cubicBezTo>
                    <a:pt x="9218" y="16896"/>
                    <a:pt x="7868" y="16296"/>
                    <a:pt x="7193" y="16296"/>
                  </a:cubicBezTo>
                  <a:cubicBezTo>
                    <a:pt x="6518" y="15096"/>
                    <a:pt x="7868" y="14496"/>
                    <a:pt x="7868" y="13296"/>
                  </a:cubicBezTo>
                  <a:cubicBezTo>
                    <a:pt x="7868" y="12696"/>
                    <a:pt x="5168" y="12696"/>
                    <a:pt x="5168" y="13296"/>
                  </a:cubicBezTo>
                  <a:cubicBezTo>
                    <a:pt x="4493" y="14496"/>
                    <a:pt x="5168" y="15696"/>
                    <a:pt x="5168" y="16896"/>
                  </a:cubicBezTo>
                  <a:cubicBezTo>
                    <a:pt x="4493" y="16896"/>
                    <a:pt x="5168" y="17496"/>
                    <a:pt x="5168" y="17496"/>
                  </a:cubicBezTo>
                  <a:cubicBezTo>
                    <a:pt x="5168" y="18696"/>
                    <a:pt x="4493" y="19296"/>
                    <a:pt x="4493" y="19896"/>
                  </a:cubicBezTo>
                  <a:cubicBezTo>
                    <a:pt x="3818" y="21096"/>
                    <a:pt x="4493" y="21096"/>
                    <a:pt x="2468" y="21096"/>
                  </a:cubicBezTo>
                  <a:cubicBezTo>
                    <a:pt x="443" y="21096"/>
                    <a:pt x="2468" y="18696"/>
                    <a:pt x="2468" y="18096"/>
                  </a:cubicBezTo>
                  <a:cubicBezTo>
                    <a:pt x="3143" y="17496"/>
                    <a:pt x="2468" y="15696"/>
                    <a:pt x="1118" y="15096"/>
                  </a:cubicBezTo>
                  <a:cubicBezTo>
                    <a:pt x="-232" y="14496"/>
                    <a:pt x="-232" y="13296"/>
                    <a:pt x="443" y="12096"/>
                  </a:cubicBezTo>
                  <a:cubicBezTo>
                    <a:pt x="1118" y="10896"/>
                    <a:pt x="1118" y="9096"/>
                    <a:pt x="1793" y="7896"/>
                  </a:cubicBezTo>
                  <a:cubicBezTo>
                    <a:pt x="3143" y="6096"/>
                    <a:pt x="2468" y="2496"/>
                    <a:pt x="5843" y="2496"/>
                  </a:cubicBezTo>
                  <a:cubicBezTo>
                    <a:pt x="6518" y="2496"/>
                    <a:pt x="5843" y="696"/>
                    <a:pt x="7193" y="696"/>
                  </a:cubicBezTo>
                  <a:cubicBezTo>
                    <a:pt x="9218" y="1296"/>
                    <a:pt x="10568" y="1896"/>
                    <a:pt x="11918" y="1896"/>
                  </a:cubicBezTo>
                  <a:cubicBezTo>
                    <a:pt x="13268" y="1896"/>
                    <a:pt x="15293" y="2496"/>
                    <a:pt x="16643" y="1896"/>
                  </a:cubicBezTo>
                  <a:cubicBezTo>
                    <a:pt x="17318" y="1896"/>
                    <a:pt x="21368" y="-504"/>
                    <a:pt x="21368" y="96"/>
                  </a:cubicBezTo>
                  <a:cubicBezTo>
                    <a:pt x="21368" y="696"/>
                    <a:pt x="19343" y="2496"/>
                    <a:pt x="19343" y="3096"/>
                  </a:cubicBezTo>
                  <a:cubicBezTo>
                    <a:pt x="17993" y="3696"/>
                    <a:pt x="16643" y="3696"/>
                    <a:pt x="15293" y="3696"/>
                  </a:cubicBezTo>
                  <a:cubicBezTo>
                    <a:pt x="11918" y="3096"/>
                    <a:pt x="9218" y="3696"/>
                    <a:pt x="6518" y="3696"/>
                  </a:cubicBezTo>
                  <a:cubicBezTo>
                    <a:pt x="4493" y="3096"/>
                    <a:pt x="3818" y="3696"/>
                    <a:pt x="3818" y="5496"/>
                  </a:cubicBezTo>
                  <a:cubicBezTo>
                    <a:pt x="3818" y="7296"/>
                    <a:pt x="5843" y="7296"/>
                    <a:pt x="6518" y="8496"/>
                  </a:cubicBezTo>
                  <a:cubicBezTo>
                    <a:pt x="7193" y="9696"/>
                    <a:pt x="7868" y="8496"/>
                    <a:pt x="8543" y="7896"/>
                  </a:cubicBezTo>
                  <a:cubicBezTo>
                    <a:pt x="8543" y="7296"/>
                    <a:pt x="13268" y="6696"/>
                    <a:pt x="13268" y="7296"/>
                  </a:cubicBezTo>
                  <a:cubicBezTo>
                    <a:pt x="13943" y="7296"/>
                    <a:pt x="11918" y="9096"/>
                    <a:pt x="11243" y="9096"/>
                  </a:cubicBezTo>
                  <a:cubicBezTo>
                    <a:pt x="9893" y="10296"/>
                    <a:pt x="9893" y="10296"/>
                    <a:pt x="8543" y="9696"/>
                  </a:cubicBezTo>
                  <a:cubicBezTo>
                    <a:pt x="8543" y="9696"/>
                    <a:pt x="9218" y="11496"/>
                    <a:pt x="9218" y="11496"/>
                  </a:cubicBezTo>
                  <a:cubicBezTo>
                    <a:pt x="9893" y="12096"/>
                    <a:pt x="11918" y="13296"/>
                    <a:pt x="11918" y="14496"/>
                  </a:cubicBezTo>
                  <a:cubicBezTo>
                    <a:pt x="11918" y="15096"/>
                    <a:pt x="11918" y="15696"/>
                    <a:pt x="12593" y="16296"/>
                  </a:cubicBezTo>
                  <a:cubicBezTo>
                    <a:pt x="12593" y="16296"/>
                    <a:pt x="13943" y="17496"/>
                    <a:pt x="14618" y="17496"/>
                  </a:cubicBezTo>
                  <a:cubicBezTo>
                    <a:pt x="13268" y="18096"/>
                    <a:pt x="9893" y="19296"/>
                    <a:pt x="8543" y="18696"/>
                  </a:cubicBezTo>
                  <a:cubicBezTo>
                    <a:pt x="8543" y="18096"/>
                    <a:pt x="9218" y="19296"/>
                    <a:pt x="8543" y="1869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6" name="Shape 5296"/>
            <p:cNvSpPr/>
            <p:nvPr/>
          </p:nvSpPr>
          <p:spPr>
            <a:xfrm>
              <a:off x="13665702" y="5230665"/>
              <a:ext cx="66605" cy="140164"/>
            </a:xfrm>
            <a:custGeom>
              <a:avLst/>
              <a:gdLst/>
              <a:ahLst/>
              <a:cxnLst>
                <a:cxn ang="0">
                  <a:pos x="wd2" y="hd2"/>
                </a:cxn>
                <a:cxn ang="5400000">
                  <a:pos x="wd2" y="hd2"/>
                </a:cxn>
                <a:cxn ang="10800000">
                  <a:pos x="wd2" y="hd2"/>
                </a:cxn>
                <a:cxn ang="16200000">
                  <a:pos x="wd2" y="hd2"/>
                </a:cxn>
              </a:cxnLst>
              <a:rect l="0" t="0" r="r" b="b"/>
              <a:pathLst>
                <a:path w="19636" h="21600" fill="norm" stroke="1" extrusionOk="0">
                  <a:moveTo>
                    <a:pt x="8100" y="2880"/>
                  </a:moveTo>
                  <a:cubicBezTo>
                    <a:pt x="8100" y="1440"/>
                    <a:pt x="8100" y="1440"/>
                    <a:pt x="8100" y="0"/>
                  </a:cubicBezTo>
                  <a:cubicBezTo>
                    <a:pt x="5400" y="0"/>
                    <a:pt x="0" y="4320"/>
                    <a:pt x="0" y="5760"/>
                  </a:cubicBezTo>
                  <a:cubicBezTo>
                    <a:pt x="0" y="7200"/>
                    <a:pt x="2700" y="8640"/>
                    <a:pt x="2700" y="11520"/>
                  </a:cubicBezTo>
                  <a:cubicBezTo>
                    <a:pt x="2700" y="12960"/>
                    <a:pt x="2700" y="15840"/>
                    <a:pt x="5400" y="17280"/>
                  </a:cubicBezTo>
                  <a:cubicBezTo>
                    <a:pt x="5400" y="17280"/>
                    <a:pt x="13500" y="21600"/>
                    <a:pt x="13500" y="21600"/>
                  </a:cubicBezTo>
                  <a:cubicBezTo>
                    <a:pt x="13500" y="21600"/>
                    <a:pt x="10800" y="18720"/>
                    <a:pt x="10800" y="18720"/>
                  </a:cubicBezTo>
                  <a:cubicBezTo>
                    <a:pt x="8100" y="17280"/>
                    <a:pt x="8100" y="14400"/>
                    <a:pt x="8100" y="12960"/>
                  </a:cubicBezTo>
                  <a:cubicBezTo>
                    <a:pt x="8100" y="11520"/>
                    <a:pt x="18900" y="12960"/>
                    <a:pt x="18900" y="12960"/>
                  </a:cubicBezTo>
                  <a:cubicBezTo>
                    <a:pt x="21600" y="12960"/>
                    <a:pt x="16200" y="11520"/>
                    <a:pt x="13500" y="10080"/>
                  </a:cubicBezTo>
                  <a:cubicBezTo>
                    <a:pt x="13500" y="10080"/>
                    <a:pt x="16200" y="8640"/>
                    <a:pt x="16200" y="7200"/>
                  </a:cubicBezTo>
                  <a:cubicBezTo>
                    <a:pt x="18900" y="1440"/>
                    <a:pt x="8100" y="8640"/>
                    <a:pt x="5400" y="8640"/>
                  </a:cubicBezTo>
                  <a:cubicBezTo>
                    <a:pt x="5400" y="8640"/>
                    <a:pt x="10800" y="4320"/>
                    <a:pt x="8100" y="2880"/>
                  </a:cubicBezTo>
                  <a:cubicBezTo>
                    <a:pt x="8100" y="1440"/>
                    <a:pt x="10800" y="4320"/>
                    <a:pt x="8100" y="28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7" name="Shape 5297"/>
            <p:cNvSpPr/>
            <p:nvPr/>
          </p:nvSpPr>
          <p:spPr>
            <a:xfrm>
              <a:off x="13708907" y="5211553"/>
              <a:ext cx="15533" cy="19115"/>
            </a:xfrm>
            <a:custGeom>
              <a:avLst/>
              <a:gdLst/>
              <a:ahLst/>
              <a:cxnLst>
                <a:cxn ang="0">
                  <a:pos x="wd2" y="hd2"/>
                </a:cxn>
                <a:cxn ang="5400000">
                  <a:pos x="wd2" y="hd2"/>
                </a:cxn>
                <a:cxn ang="10800000">
                  <a:pos x="wd2" y="hd2"/>
                </a:cxn>
                <a:cxn ang="16200000">
                  <a:pos x="wd2" y="hd2"/>
                </a:cxn>
              </a:cxnLst>
              <a:rect l="0" t="0" r="r" b="b"/>
              <a:pathLst>
                <a:path w="13165" h="21600" fill="norm" stroke="1" extrusionOk="0">
                  <a:moveTo>
                    <a:pt x="2982" y="21600"/>
                  </a:moveTo>
                  <a:cubicBezTo>
                    <a:pt x="-4218" y="21600"/>
                    <a:pt x="2982" y="0"/>
                    <a:pt x="10182" y="0"/>
                  </a:cubicBezTo>
                  <a:cubicBezTo>
                    <a:pt x="17382" y="0"/>
                    <a:pt x="10182" y="21600"/>
                    <a:pt x="2982"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8" name="Shape 5298"/>
            <p:cNvSpPr/>
            <p:nvPr/>
          </p:nvSpPr>
          <p:spPr>
            <a:xfrm>
              <a:off x="13805867" y="5334992"/>
              <a:ext cx="44598" cy="11416"/>
            </a:xfrm>
            <a:custGeom>
              <a:avLst/>
              <a:gdLst/>
              <a:ahLst/>
              <a:cxnLst>
                <a:cxn ang="0">
                  <a:pos x="wd2" y="hd2"/>
                </a:cxn>
                <a:cxn ang="5400000">
                  <a:pos x="wd2" y="hd2"/>
                </a:cxn>
                <a:cxn ang="10800000">
                  <a:pos x="wd2" y="hd2"/>
                </a:cxn>
                <a:cxn ang="16200000">
                  <a:pos x="wd2" y="hd2"/>
                </a:cxn>
              </a:cxnLst>
              <a:rect l="0" t="0" r="r" b="b"/>
              <a:pathLst>
                <a:path w="21600" h="12900" fill="norm" stroke="1" extrusionOk="0">
                  <a:moveTo>
                    <a:pt x="21600" y="8100"/>
                  </a:moveTo>
                  <a:cubicBezTo>
                    <a:pt x="21600" y="-2700"/>
                    <a:pt x="0" y="-2700"/>
                    <a:pt x="0" y="8100"/>
                  </a:cubicBezTo>
                  <a:cubicBezTo>
                    <a:pt x="0" y="8100"/>
                    <a:pt x="21600" y="18900"/>
                    <a:pt x="21600" y="81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299" name="Shape 5299"/>
            <p:cNvSpPr/>
            <p:nvPr/>
          </p:nvSpPr>
          <p:spPr>
            <a:xfrm>
              <a:off x="13822133" y="5349111"/>
              <a:ext cx="162602" cy="92863"/>
            </a:xfrm>
            <a:custGeom>
              <a:avLst/>
              <a:gdLst/>
              <a:ahLst/>
              <a:cxnLst>
                <a:cxn ang="0">
                  <a:pos x="wd2" y="hd2"/>
                </a:cxn>
                <a:cxn ang="5400000">
                  <a:pos x="wd2" y="hd2"/>
                </a:cxn>
                <a:cxn ang="10800000">
                  <a:pos x="wd2" y="hd2"/>
                </a:cxn>
                <a:cxn ang="16200000">
                  <a:pos x="wd2" y="hd2"/>
                </a:cxn>
              </a:cxnLst>
              <a:rect l="0" t="0" r="r" b="b"/>
              <a:pathLst>
                <a:path w="20046" h="19081" fill="norm" stroke="1" extrusionOk="0">
                  <a:moveTo>
                    <a:pt x="10541" y="536"/>
                  </a:moveTo>
                  <a:cubicBezTo>
                    <a:pt x="9405" y="-1428"/>
                    <a:pt x="4857" y="2499"/>
                    <a:pt x="3720" y="4463"/>
                  </a:cubicBezTo>
                  <a:cubicBezTo>
                    <a:pt x="2584" y="4463"/>
                    <a:pt x="3720" y="4463"/>
                    <a:pt x="2584" y="6427"/>
                  </a:cubicBezTo>
                  <a:cubicBezTo>
                    <a:pt x="2584" y="8390"/>
                    <a:pt x="1447" y="4463"/>
                    <a:pt x="310" y="4463"/>
                  </a:cubicBezTo>
                  <a:cubicBezTo>
                    <a:pt x="-827" y="4463"/>
                    <a:pt x="1447" y="10354"/>
                    <a:pt x="2584" y="10354"/>
                  </a:cubicBezTo>
                  <a:cubicBezTo>
                    <a:pt x="2584" y="12317"/>
                    <a:pt x="4857" y="12317"/>
                    <a:pt x="5994" y="12317"/>
                  </a:cubicBezTo>
                  <a:cubicBezTo>
                    <a:pt x="8268" y="12317"/>
                    <a:pt x="8268" y="16245"/>
                    <a:pt x="9405" y="18208"/>
                  </a:cubicBezTo>
                  <a:cubicBezTo>
                    <a:pt x="10541" y="20172"/>
                    <a:pt x="13952" y="18208"/>
                    <a:pt x="15089" y="18208"/>
                  </a:cubicBezTo>
                  <a:cubicBezTo>
                    <a:pt x="19636" y="18208"/>
                    <a:pt x="20773" y="14281"/>
                    <a:pt x="19636" y="8390"/>
                  </a:cubicBezTo>
                  <a:cubicBezTo>
                    <a:pt x="19636" y="4463"/>
                    <a:pt x="18499" y="2499"/>
                    <a:pt x="16226" y="2499"/>
                  </a:cubicBezTo>
                  <a:cubicBezTo>
                    <a:pt x="15089" y="2499"/>
                    <a:pt x="12815" y="536"/>
                    <a:pt x="10541" y="536"/>
                  </a:cubicBezTo>
                  <a:cubicBezTo>
                    <a:pt x="10541" y="536"/>
                    <a:pt x="11678" y="536"/>
                    <a:pt x="10541" y="53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0" name="Shape 5300"/>
            <p:cNvSpPr/>
            <p:nvPr/>
          </p:nvSpPr>
          <p:spPr>
            <a:xfrm>
              <a:off x="14646851" y="5534211"/>
              <a:ext cx="186552" cy="92028"/>
            </a:xfrm>
            <a:custGeom>
              <a:avLst/>
              <a:gdLst/>
              <a:ahLst/>
              <a:cxnLst>
                <a:cxn ang="0">
                  <a:pos x="wd2" y="hd2"/>
                </a:cxn>
                <a:cxn ang="5400000">
                  <a:pos x="wd2" y="hd2"/>
                </a:cxn>
                <a:cxn ang="10800000">
                  <a:pos x="wd2" y="hd2"/>
                </a:cxn>
                <a:cxn ang="16200000">
                  <a:pos x="wd2" y="hd2"/>
                </a:cxn>
              </a:cxnLst>
              <a:rect l="0" t="0" r="r" b="b"/>
              <a:pathLst>
                <a:path w="20737" h="17829" fill="norm" stroke="1" extrusionOk="0">
                  <a:moveTo>
                    <a:pt x="0" y="11754"/>
                  </a:moveTo>
                  <a:cubicBezTo>
                    <a:pt x="1029" y="9954"/>
                    <a:pt x="5143" y="11754"/>
                    <a:pt x="6171" y="11754"/>
                  </a:cubicBezTo>
                  <a:cubicBezTo>
                    <a:pt x="7200" y="11754"/>
                    <a:pt x="8229" y="8154"/>
                    <a:pt x="9257" y="9954"/>
                  </a:cubicBezTo>
                  <a:cubicBezTo>
                    <a:pt x="10286" y="11754"/>
                    <a:pt x="12343" y="11754"/>
                    <a:pt x="13371" y="9954"/>
                  </a:cubicBezTo>
                  <a:cubicBezTo>
                    <a:pt x="13371" y="8154"/>
                    <a:pt x="14400" y="6354"/>
                    <a:pt x="14400" y="6354"/>
                  </a:cubicBezTo>
                  <a:cubicBezTo>
                    <a:pt x="15429" y="6354"/>
                    <a:pt x="17486" y="6354"/>
                    <a:pt x="17486" y="2754"/>
                  </a:cubicBezTo>
                  <a:cubicBezTo>
                    <a:pt x="17486" y="-2646"/>
                    <a:pt x="21600" y="954"/>
                    <a:pt x="20571" y="4554"/>
                  </a:cubicBezTo>
                  <a:cubicBezTo>
                    <a:pt x="19543" y="6354"/>
                    <a:pt x="18514" y="9954"/>
                    <a:pt x="18514" y="9954"/>
                  </a:cubicBezTo>
                  <a:cubicBezTo>
                    <a:pt x="15429" y="11754"/>
                    <a:pt x="14400" y="15354"/>
                    <a:pt x="11314" y="17154"/>
                  </a:cubicBezTo>
                  <a:cubicBezTo>
                    <a:pt x="9257" y="18954"/>
                    <a:pt x="0" y="17154"/>
                    <a:pt x="0" y="11754"/>
                  </a:cubicBezTo>
                  <a:cubicBezTo>
                    <a:pt x="0" y="9954"/>
                    <a:pt x="0" y="15354"/>
                    <a:pt x="0" y="1175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1" name="Shape 5301"/>
            <p:cNvSpPr/>
            <p:nvPr/>
          </p:nvSpPr>
          <p:spPr>
            <a:xfrm>
              <a:off x="14933727" y="5577890"/>
              <a:ext cx="68929" cy="79318"/>
            </a:xfrm>
            <a:custGeom>
              <a:avLst/>
              <a:gdLst/>
              <a:ahLst/>
              <a:cxnLst>
                <a:cxn ang="0">
                  <a:pos x="wd2" y="hd2"/>
                </a:cxn>
                <a:cxn ang="5400000">
                  <a:pos x="wd2" y="hd2"/>
                </a:cxn>
                <a:cxn ang="10800000">
                  <a:pos x="wd2" y="hd2"/>
                </a:cxn>
                <a:cxn ang="16200000">
                  <a:pos x="wd2" y="hd2"/>
                </a:cxn>
              </a:cxnLst>
              <a:rect l="0" t="0" r="r" b="b"/>
              <a:pathLst>
                <a:path w="17976" h="16807" fill="norm" stroke="1" extrusionOk="0">
                  <a:moveTo>
                    <a:pt x="693" y="0"/>
                  </a:moveTo>
                  <a:cubicBezTo>
                    <a:pt x="-1707" y="1964"/>
                    <a:pt x="10293" y="21600"/>
                    <a:pt x="17493" y="15709"/>
                  </a:cubicBezTo>
                  <a:cubicBezTo>
                    <a:pt x="19893" y="11782"/>
                    <a:pt x="12693" y="7855"/>
                    <a:pt x="10293" y="7855"/>
                  </a:cubicBezTo>
                  <a:cubicBezTo>
                    <a:pt x="7893" y="5891"/>
                    <a:pt x="693" y="0"/>
                    <a:pt x="693" y="0"/>
                  </a:cubicBezTo>
                  <a:cubicBezTo>
                    <a:pt x="-1707" y="1964"/>
                    <a:pt x="3093" y="0"/>
                    <a:pt x="693"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2" name="Shape 5302"/>
            <p:cNvSpPr/>
            <p:nvPr/>
          </p:nvSpPr>
          <p:spPr>
            <a:xfrm>
              <a:off x="15177290" y="5776414"/>
              <a:ext cx="46144" cy="31885"/>
            </a:xfrm>
            <a:custGeom>
              <a:avLst/>
              <a:gdLst/>
              <a:ahLst/>
              <a:cxnLst>
                <a:cxn ang="0">
                  <a:pos x="wd2" y="hd2"/>
                </a:cxn>
                <a:cxn ang="5400000">
                  <a:pos x="wd2" y="hd2"/>
                </a:cxn>
                <a:cxn ang="10800000">
                  <a:pos x="wd2" y="hd2"/>
                </a:cxn>
                <a:cxn ang="16200000">
                  <a:pos x="wd2" y="hd2"/>
                </a:cxn>
              </a:cxnLst>
              <a:rect l="0" t="0" r="r" b="b"/>
              <a:pathLst>
                <a:path w="18405" h="12717" fill="norm" stroke="1" extrusionOk="0">
                  <a:moveTo>
                    <a:pt x="18405" y="10182"/>
                  </a:moveTo>
                  <a:cubicBezTo>
                    <a:pt x="18405" y="2982"/>
                    <a:pt x="-3195" y="-4218"/>
                    <a:pt x="405" y="2982"/>
                  </a:cubicBezTo>
                  <a:cubicBezTo>
                    <a:pt x="405" y="6582"/>
                    <a:pt x="18405" y="13782"/>
                    <a:pt x="18405" y="10182"/>
                  </a:cubicBezTo>
                  <a:cubicBezTo>
                    <a:pt x="18405" y="6582"/>
                    <a:pt x="18405" y="17382"/>
                    <a:pt x="18405" y="1018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3" name="Shape 5303"/>
            <p:cNvSpPr/>
            <p:nvPr/>
          </p:nvSpPr>
          <p:spPr>
            <a:xfrm>
              <a:off x="15111941" y="5688128"/>
              <a:ext cx="78465" cy="49039"/>
            </a:xfrm>
            <a:custGeom>
              <a:avLst/>
              <a:gdLst/>
              <a:ahLst/>
              <a:cxnLst>
                <a:cxn ang="0">
                  <a:pos x="wd2" y="hd2"/>
                </a:cxn>
                <a:cxn ang="5400000">
                  <a:pos x="wd2" y="hd2"/>
                </a:cxn>
                <a:cxn ang="10800000">
                  <a:pos x="wd2" y="hd2"/>
                </a:cxn>
                <a:cxn ang="16200000">
                  <a:pos x="wd2" y="hd2"/>
                </a:cxn>
              </a:cxnLst>
              <a:rect l="0" t="0" r="r" b="b"/>
              <a:pathLst>
                <a:path w="19705" h="18473" fill="norm" stroke="1" extrusionOk="0">
                  <a:moveTo>
                    <a:pt x="19200" y="18473"/>
                  </a:moveTo>
                  <a:cubicBezTo>
                    <a:pt x="14400" y="14873"/>
                    <a:pt x="7200" y="-3127"/>
                    <a:pt x="0" y="473"/>
                  </a:cubicBezTo>
                  <a:cubicBezTo>
                    <a:pt x="0" y="4073"/>
                    <a:pt x="7200" y="7673"/>
                    <a:pt x="7200" y="11273"/>
                  </a:cubicBezTo>
                  <a:cubicBezTo>
                    <a:pt x="12000" y="11273"/>
                    <a:pt x="14400" y="14873"/>
                    <a:pt x="19200" y="18473"/>
                  </a:cubicBezTo>
                  <a:cubicBezTo>
                    <a:pt x="21600" y="18473"/>
                    <a:pt x="14400" y="14873"/>
                    <a:pt x="19200" y="1847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4" name="Shape 5304"/>
            <p:cNvSpPr/>
            <p:nvPr/>
          </p:nvSpPr>
          <p:spPr>
            <a:xfrm>
              <a:off x="15029116" y="5641601"/>
              <a:ext cx="38228" cy="39750"/>
            </a:xfrm>
            <a:custGeom>
              <a:avLst/>
              <a:gdLst/>
              <a:ahLst/>
              <a:cxnLst>
                <a:cxn ang="0">
                  <a:pos x="wd2" y="hd2"/>
                </a:cxn>
                <a:cxn ang="5400000">
                  <a:pos x="wd2" y="hd2"/>
                </a:cxn>
                <a:cxn ang="10800000">
                  <a:pos x="wd2" y="hd2"/>
                </a:cxn>
                <a:cxn ang="16200000">
                  <a:pos x="wd2" y="hd2"/>
                </a:cxn>
              </a:cxnLst>
              <a:rect l="0" t="0" r="r" b="b"/>
              <a:pathLst>
                <a:path w="21600" h="17968" fill="norm" stroke="1" extrusionOk="0">
                  <a:moveTo>
                    <a:pt x="21600" y="17280"/>
                  </a:moveTo>
                  <a:cubicBezTo>
                    <a:pt x="21600" y="8640"/>
                    <a:pt x="0" y="0"/>
                    <a:pt x="0" y="0"/>
                  </a:cubicBezTo>
                  <a:cubicBezTo>
                    <a:pt x="0" y="4320"/>
                    <a:pt x="21600" y="21600"/>
                    <a:pt x="21600"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5" name="Shape 5305"/>
            <p:cNvSpPr/>
            <p:nvPr/>
          </p:nvSpPr>
          <p:spPr>
            <a:xfrm>
              <a:off x="15388638" y="6297824"/>
              <a:ext cx="125391" cy="102753"/>
            </a:xfrm>
            <a:custGeom>
              <a:avLst/>
              <a:gdLst/>
              <a:ahLst/>
              <a:cxnLst>
                <a:cxn ang="0">
                  <a:pos x="wd2" y="hd2"/>
                </a:cxn>
                <a:cxn ang="5400000">
                  <a:pos x="wd2" y="hd2"/>
                </a:cxn>
                <a:cxn ang="10800000">
                  <a:pos x="wd2" y="hd2"/>
                </a:cxn>
                <a:cxn ang="16200000">
                  <a:pos x="wd2" y="hd2"/>
                </a:cxn>
              </a:cxnLst>
              <a:rect l="0" t="0" r="r" b="b"/>
              <a:pathLst>
                <a:path w="18090" h="19907" fill="norm" stroke="1" extrusionOk="0">
                  <a:moveTo>
                    <a:pt x="18016" y="19800"/>
                  </a:moveTo>
                  <a:cubicBezTo>
                    <a:pt x="19366" y="21600"/>
                    <a:pt x="1816" y="0"/>
                    <a:pt x="466" y="0"/>
                  </a:cubicBezTo>
                  <a:cubicBezTo>
                    <a:pt x="-2234" y="0"/>
                    <a:pt x="7216" y="16200"/>
                    <a:pt x="18016" y="19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6" name="Shape 5306"/>
            <p:cNvSpPr/>
            <p:nvPr/>
          </p:nvSpPr>
          <p:spPr>
            <a:xfrm>
              <a:off x="15774533" y="7008200"/>
              <a:ext cx="105124" cy="1306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19636" y="18514"/>
                    <a:pt x="21600" y="16971"/>
                    <a:pt x="17673" y="15429"/>
                  </a:cubicBezTo>
                  <a:cubicBezTo>
                    <a:pt x="15709" y="12343"/>
                    <a:pt x="17673" y="12343"/>
                    <a:pt x="17673" y="10800"/>
                  </a:cubicBezTo>
                  <a:cubicBezTo>
                    <a:pt x="15709" y="7714"/>
                    <a:pt x="0" y="1543"/>
                    <a:pt x="0" y="0"/>
                  </a:cubicBezTo>
                  <a:cubicBezTo>
                    <a:pt x="0" y="1543"/>
                    <a:pt x="5891" y="4629"/>
                    <a:pt x="5891" y="6171"/>
                  </a:cubicBezTo>
                  <a:cubicBezTo>
                    <a:pt x="7855" y="9257"/>
                    <a:pt x="7855" y="10800"/>
                    <a:pt x="9818" y="12343"/>
                  </a:cubicBezTo>
                  <a:cubicBezTo>
                    <a:pt x="11782" y="13886"/>
                    <a:pt x="17673" y="15429"/>
                    <a:pt x="15709" y="16971"/>
                  </a:cubicBezTo>
                  <a:cubicBezTo>
                    <a:pt x="15709" y="20057"/>
                    <a:pt x="17673" y="20057"/>
                    <a:pt x="2160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7" name="Shape 5307"/>
            <p:cNvSpPr/>
            <p:nvPr/>
          </p:nvSpPr>
          <p:spPr>
            <a:xfrm>
              <a:off x="15831464" y="7129252"/>
              <a:ext cx="213841" cy="269339"/>
            </a:xfrm>
            <a:custGeom>
              <a:avLst/>
              <a:gdLst/>
              <a:ahLst/>
              <a:cxnLst>
                <a:cxn ang="0">
                  <a:pos x="wd2" y="hd2"/>
                </a:cxn>
                <a:cxn ang="5400000">
                  <a:pos x="wd2" y="hd2"/>
                </a:cxn>
                <a:cxn ang="10800000">
                  <a:pos x="wd2" y="hd2"/>
                </a:cxn>
                <a:cxn ang="16200000">
                  <a:pos x="wd2" y="hd2"/>
                </a:cxn>
              </a:cxnLst>
              <a:rect l="0" t="0" r="r" b="b"/>
              <a:pathLst>
                <a:path w="19079" h="20520" fill="norm" stroke="1" extrusionOk="0">
                  <a:moveTo>
                    <a:pt x="4125" y="1440"/>
                  </a:moveTo>
                  <a:cubicBezTo>
                    <a:pt x="3294" y="1440"/>
                    <a:pt x="3294" y="6480"/>
                    <a:pt x="3294" y="7920"/>
                  </a:cubicBezTo>
                  <a:cubicBezTo>
                    <a:pt x="2464" y="9360"/>
                    <a:pt x="-2521" y="11520"/>
                    <a:pt x="1633" y="12960"/>
                  </a:cubicBezTo>
                  <a:cubicBezTo>
                    <a:pt x="4125" y="13680"/>
                    <a:pt x="6617" y="15120"/>
                    <a:pt x="4956" y="18000"/>
                  </a:cubicBezTo>
                  <a:cubicBezTo>
                    <a:pt x="2464" y="21600"/>
                    <a:pt x="6617" y="20880"/>
                    <a:pt x="9110" y="18720"/>
                  </a:cubicBezTo>
                  <a:cubicBezTo>
                    <a:pt x="9941" y="18000"/>
                    <a:pt x="10771" y="16560"/>
                    <a:pt x="11602" y="15840"/>
                  </a:cubicBezTo>
                  <a:cubicBezTo>
                    <a:pt x="13264" y="13680"/>
                    <a:pt x="12433" y="13680"/>
                    <a:pt x="12433" y="11520"/>
                  </a:cubicBezTo>
                  <a:cubicBezTo>
                    <a:pt x="13264" y="10080"/>
                    <a:pt x="14925" y="10080"/>
                    <a:pt x="15756" y="10080"/>
                  </a:cubicBezTo>
                  <a:cubicBezTo>
                    <a:pt x="16587" y="10800"/>
                    <a:pt x="18248" y="7920"/>
                    <a:pt x="19079" y="7200"/>
                  </a:cubicBezTo>
                  <a:cubicBezTo>
                    <a:pt x="19079" y="6480"/>
                    <a:pt x="19079" y="4320"/>
                    <a:pt x="18248" y="4320"/>
                  </a:cubicBezTo>
                  <a:cubicBezTo>
                    <a:pt x="16587" y="4320"/>
                    <a:pt x="14925" y="5760"/>
                    <a:pt x="14094" y="5760"/>
                  </a:cubicBezTo>
                  <a:cubicBezTo>
                    <a:pt x="12433" y="5760"/>
                    <a:pt x="9941" y="5040"/>
                    <a:pt x="9110" y="3600"/>
                  </a:cubicBezTo>
                  <a:cubicBezTo>
                    <a:pt x="8279" y="2880"/>
                    <a:pt x="8279" y="0"/>
                    <a:pt x="6617" y="0"/>
                  </a:cubicBezTo>
                  <a:cubicBezTo>
                    <a:pt x="6617" y="0"/>
                    <a:pt x="6617" y="2160"/>
                    <a:pt x="6617" y="2160"/>
                  </a:cubicBezTo>
                  <a:cubicBezTo>
                    <a:pt x="5787" y="2160"/>
                    <a:pt x="4956" y="720"/>
                    <a:pt x="4125" y="1440"/>
                  </a:cubicBezTo>
                  <a:cubicBezTo>
                    <a:pt x="3294" y="1440"/>
                    <a:pt x="4956" y="720"/>
                    <a:pt x="4125" y="14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8" name="Shape 5308"/>
            <p:cNvSpPr/>
            <p:nvPr/>
          </p:nvSpPr>
          <p:spPr>
            <a:xfrm>
              <a:off x="15490153" y="7344194"/>
              <a:ext cx="354074" cy="342008"/>
            </a:xfrm>
            <a:custGeom>
              <a:avLst/>
              <a:gdLst/>
              <a:ahLst/>
              <a:cxnLst>
                <a:cxn ang="0">
                  <a:pos x="wd2" y="hd2"/>
                </a:cxn>
                <a:cxn ang="5400000">
                  <a:pos x="wd2" y="hd2"/>
                </a:cxn>
                <a:cxn ang="10800000">
                  <a:pos x="wd2" y="hd2"/>
                </a:cxn>
                <a:cxn ang="16200000">
                  <a:pos x="wd2" y="hd2"/>
                </a:cxn>
              </a:cxnLst>
              <a:rect l="0" t="0" r="r" b="b"/>
              <a:pathLst>
                <a:path w="20877" h="20706" fill="norm" stroke="1" extrusionOk="0">
                  <a:moveTo>
                    <a:pt x="17953" y="1797"/>
                  </a:moveTo>
                  <a:cubicBezTo>
                    <a:pt x="17953" y="1797"/>
                    <a:pt x="17399" y="-477"/>
                    <a:pt x="16291" y="91"/>
                  </a:cubicBezTo>
                  <a:cubicBezTo>
                    <a:pt x="14630" y="1228"/>
                    <a:pt x="15184" y="2365"/>
                    <a:pt x="14076" y="4070"/>
                  </a:cubicBezTo>
                  <a:cubicBezTo>
                    <a:pt x="13522" y="4639"/>
                    <a:pt x="12968" y="6344"/>
                    <a:pt x="11861" y="6912"/>
                  </a:cubicBezTo>
                  <a:cubicBezTo>
                    <a:pt x="10753" y="8618"/>
                    <a:pt x="9645" y="9186"/>
                    <a:pt x="7984" y="9755"/>
                  </a:cubicBezTo>
                  <a:cubicBezTo>
                    <a:pt x="6876" y="10323"/>
                    <a:pt x="6322" y="11460"/>
                    <a:pt x="4661" y="12028"/>
                  </a:cubicBezTo>
                  <a:cubicBezTo>
                    <a:pt x="3553" y="12597"/>
                    <a:pt x="3553" y="14870"/>
                    <a:pt x="1891" y="14870"/>
                  </a:cubicBezTo>
                  <a:cubicBezTo>
                    <a:pt x="-324" y="15439"/>
                    <a:pt x="1891" y="17144"/>
                    <a:pt x="784" y="18281"/>
                  </a:cubicBezTo>
                  <a:cubicBezTo>
                    <a:pt x="230" y="18281"/>
                    <a:pt x="-324" y="18281"/>
                    <a:pt x="230" y="18849"/>
                  </a:cubicBezTo>
                  <a:cubicBezTo>
                    <a:pt x="230" y="19418"/>
                    <a:pt x="230" y="19418"/>
                    <a:pt x="1338" y="19418"/>
                  </a:cubicBezTo>
                  <a:cubicBezTo>
                    <a:pt x="2445" y="19418"/>
                    <a:pt x="4107" y="20555"/>
                    <a:pt x="5214" y="20555"/>
                  </a:cubicBezTo>
                  <a:cubicBezTo>
                    <a:pt x="7430" y="21123"/>
                    <a:pt x="8538" y="19986"/>
                    <a:pt x="10199" y="18849"/>
                  </a:cubicBezTo>
                  <a:cubicBezTo>
                    <a:pt x="11307" y="17712"/>
                    <a:pt x="11861" y="16576"/>
                    <a:pt x="11861" y="14870"/>
                  </a:cubicBezTo>
                  <a:cubicBezTo>
                    <a:pt x="12414" y="13165"/>
                    <a:pt x="12968" y="13165"/>
                    <a:pt x="14630" y="12028"/>
                  </a:cubicBezTo>
                  <a:cubicBezTo>
                    <a:pt x="15184" y="12028"/>
                    <a:pt x="15184" y="11460"/>
                    <a:pt x="15738" y="11460"/>
                  </a:cubicBezTo>
                  <a:cubicBezTo>
                    <a:pt x="16291" y="11460"/>
                    <a:pt x="16845" y="11460"/>
                    <a:pt x="17953" y="11460"/>
                  </a:cubicBezTo>
                  <a:cubicBezTo>
                    <a:pt x="18507" y="10891"/>
                    <a:pt x="17953" y="10323"/>
                    <a:pt x="17399" y="10323"/>
                  </a:cubicBezTo>
                  <a:cubicBezTo>
                    <a:pt x="16845" y="9755"/>
                    <a:pt x="16845" y="9755"/>
                    <a:pt x="17399" y="9186"/>
                  </a:cubicBezTo>
                  <a:cubicBezTo>
                    <a:pt x="18507" y="7481"/>
                    <a:pt x="19614" y="6344"/>
                    <a:pt x="20722" y="4639"/>
                  </a:cubicBezTo>
                  <a:cubicBezTo>
                    <a:pt x="20722" y="4070"/>
                    <a:pt x="20722" y="3502"/>
                    <a:pt x="20722" y="2934"/>
                  </a:cubicBezTo>
                  <a:cubicBezTo>
                    <a:pt x="20722" y="2365"/>
                    <a:pt x="20722" y="2365"/>
                    <a:pt x="20722" y="1797"/>
                  </a:cubicBezTo>
                  <a:cubicBezTo>
                    <a:pt x="21276" y="1228"/>
                    <a:pt x="20168" y="1797"/>
                    <a:pt x="20168" y="1797"/>
                  </a:cubicBezTo>
                  <a:cubicBezTo>
                    <a:pt x="20168" y="1228"/>
                    <a:pt x="20168" y="1228"/>
                    <a:pt x="20168" y="660"/>
                  </a:cubicBezTo>
                  <a:cubicBezTo>
                    <a:pt x="19614" y="1228"/>
                    <a:pt x="19061" y="2365"/>
                    <a:pt x="17953" y="179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09" name="Shape 5309"/>
            <p:cNvSpPr/>
            <p:nvPr/>
          </p:nvSpPr>
          <p:spPr>
            <a:xfrm>
              <a:off x="15541989" y="7693094"/>
              <a:ext cx="19114" cy="191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10800"/>
                    <a:pt x="10800" y="10800"/>
                    <a:pt x="10800" y="0"/>
                  </a:cubicBezTo>
                  <a:cubicBezTo>
                    <a:pt x="0" y="10800"/>
                    <a:pt x="0" y="10800"/>
                    <a:pt x="0" y="21600"/>
                  </a:cubicBezTo>
                  <a:cubicBezTo>
                    <a:pt x="10800" y="21600"/>
                    <a:pt x="21600" y="21600"/>
                    <a:pt x="2160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0" name="Shape 5310"/>
            <p:cNvSpPr/>
            <p:nvPr/>
          </p:nvSpPr>
          <p:spPr>
            <a:xfrm>
              <a:off x="14468461" y="7354199"/>
              <a:ext cx="170507" cy="160506"/>
            </a:xfrm>
            <a:custGeom>
              <a:avLst/>
              <a:gdLst/>
              <a:ahLst/>
              <a:cxnLst>
                <a:cxn ang="0">
                  <a:pos x="wd2" y="hd2"/>
                </a:cxn>
                <a:cxn ang="5400000">
                  <a:pos x="wd2" y="hd2"/>
                </a:cxn>
                <a:cxn ang="10800000">
                  <a:pos x="wd2" y="hd2"/>
                </a:cxn>
                <a:cxn ang="16200000">
                  <a:pos x="wd2" y="hd2"/>
                </a:cxn>
              </a:cxnLst>
              <a:rect l="0" t="0" r="r" b="b"/>
              <a:pathLst>
                <a:path w="20645" h="20534" fill="norm" stroke="1" extrusionOk="0">
                  <a:moveTo>
                    <a:pt x="0" y="1334"/>
                  </a:moveTo>
                  <a:cubicBezTo>
                    <a:pt x="0" y="2534"/>
                    <a:pt x="2274" y="6134"/>
                    <a:pt x="2274" y="7334"/>
                  </a:cubicBezTo>
                  <a:cubicBezTo>
                    <a:pt x="3411" y="8534"/>
                    <a:pt x="4547" y="9734"/>
                    <a:pt x="4547" y="10934"/>
                  </a:cubicBezTo>
                  <a:cubicBezTo>
                    <a:pt x="4547" y="12134"/>
                    <a:pt x="3411" y="12134"/>
                    <a:pt x="3411" y="13334"/>
                  </a:cubicBezTo>
                  <a:cubicBezTo>
                    <a:pt x="4547" y="16934"/>
                    <a:pt x="7958" y="19334"/>
                    <a:pt x="10232" y="20534"/>
                  </a:cubicBezTo>
                  <a:cubicBezTo>
                    <a:pt x="12505" y="20534"/>
                    <a:pt x="12505" y="18134"/>
                    <a:pt x="13642" y="16934"/>
                  </a:cubicBezTo>
                  <a:cubicBezTo>
                    <a:pt x="13642" y="16934"/>
                    <a:pt x="14779" y="19334"/>
                    <a:pt x="14779" y="19334"/>
                  </a:cubicBezTo>
                  <a:cubicBezTo>
                    <a:pt x="14779" y="18134"/>
                    <a:pt x="14779" y="15734"/>
                    <a:pt x="15916" y="15734"/>
                  </a:cubicBezTo>
                  <a:cubicBezTo>
                    <a:pt x="17053" y="14534"/>
                    <a:pt x="17053" y="16934"/>
                    <a:pt x="18189" y="16934"/>
                  </a:cubicBezTo>
                  <a:cubicBezTo>
                    <a:pt x="17053" y="16934"/>
                    <a:pt x="20463" y="8534"/>
                    <a:pt x="20463" y="7334"/>
                  </a:cubicBezTo>
                  <a:cubicBezTo>
                    <a:pt x="20463" y="6134"/>
                    <a:pt x="21600" y="-1066"/>
                    <a:pt x="18189" y="134"/>
                  </a:cubicBezTo>
                  <a:cubicBezTo>
                    <a:pt x="14779" y="1334"/>
                    <a:pt x="11368" y="3734"/>
                    <a:pt x="7958" y="2534"/>
                  </a:cubicBezTo>
                  <a:cubicBezTo>
                    <a:pt x="6821" y="2534"/>
                    <a:pt x="1137" y="-1066"/>
                    <a:pt x="0" y="1334"/>
                  </a:cubicBezTo>
                  <a:cubicBezTo>
                    <a:pt x="0" y="2534"/>
                    <a:pt x="1137" y="-1066"/>
                    <a:pt x="0" y="133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1" name="Shape 5311"/>
            <p:cNvSpPr/>
            <p:nvPr/>
          </p:nvSpPr>
          <p:spPr>
            <a:xfrm>
              <a:off x="14616230" y="7298087"/>
              <a:ext cx="21064" cy="39750"/>
            </a:xfrm>
            <a:custGeom>
              <a:avLst/>
              <a:gdLst/>
              <a:ahLst/>
              <a:cxnLst>
                <a:cxn ang="0">
                  <a:pos x="wd2" y="hd2"/>
                </a:cxn>
                <a:cxn ang="5400000">
                  <a:pos x="wd2" y="hd2"/>
                </a:cxn>
                <a:cxn ang="10800000">
                  <a:pos x="wd2" y="hd2"/>
                </a:cxn>
                <a:cxn ang="16200000">
                  <a:pos x="wd2" y="hd2"/>
                </a:cxn>
              </a:cxnLst>
              <a:rect l="0" t="0" r="r" b="b"/>
              <a:pathLst>
                <a:path w="15869" h="17968" fill="norm" stroke="1" extrusionOk="0">
                  <a:moveTo>
                    <a:pt x="15869" y="17280"/>
                  </a:moveTo>
                  <a:cubicBezTo>
                    <a:pt x="15869" y="21600"/>
                    <a:pt x="-5731" y="4320"/>
                    <a:pt x="1469" y="0"/>
                  </a:cubicBezTo>
                  <a:cubicBezTo>
                    <a:pt x="8669" y="0"/>
                    <a:pt x="15869" y="4320"/>
                    <a:pt x="15869"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2" name="Shape 5312"/>
            <p:cNvSpPr/>
            <p:nvPr/>
          </p:nvSpPr>
          <p:spPr>
            <a:xfrm>
              <a:off x="14423066" y="7298087"/>
              <a:ext cx="14337" cy="19114"/>
            </a:xfrm>
            <a:prstGeom prst="ellipse">
              <a:avLst/>
            </a:pr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3" name="Shape 5313"/>
            <p:cNvSpPr/>
            <p:nvPr/>
          </p:nvSpPr>
          <p:spPr>
            <a:xfrm>
              <a:off x="11509088" y="4873886"/>
              <a:ext cx="91640" cy="168836"/>
            </a:xfrm>
            <a:custGeom>
              <a:avLst/>
              <a:gdLst/>
              <a:ahLst/>
              <a:cxnLst>
                <a:cxn ang="0">
                  <a:pos x="wd2" y="hd2"/>
                </a:cxn>
                <a:cxn ang="5400000">
                  <a:pos x="wd2" y="hd2"/>
                </a:cxn>
                <a:cxn ang="10800000">
                  <a:pos x="wd2" y="hd2"/>
                </a:cxn>
                <a:cxn ang="16200000">
                  <a:pos x="wd2" y="hd2"/>
                </a:cxn>
              </a:cxnLst>
              <a:rect l="0" t="0" r="r" b="b"/>
              <a:pathLst>
                <a:path w="19418" h="21600" fill="norm" stroke="1" extrusionOk="0">
                  <a:moveTo>
                    <a:pt x="3927" y="0"/>
                  </a:moveTo>
                  <a:cubicBezTo>
                    <a:pt x="3927" y="0"/>
                    <a:pt x="3927" y="0"/>
                    <a:pt x="1964" y="0"/>
                  </a:cubicBezTo>
                  <a:cubicBezTo>
                    <a:pt x="1964" y="0"/>
                    <a:pt x="1964" y="3600"/>
                    <a:pt x="1964" y="3600"/>
                  </a:cubicBezTo>
                  <a:cubicBezTo>
                    <a:pt x="1964" y="6000"/>
                    <a:pt x="0" y="7200"/>
                    <a:pt x="0" y="9600"/>
                  </a:cubicBezTo>
                  <a:cubicBezTo>
                    <a:pt x="0" y="13200"/>
                    <a:pt x="0" y="21600"/>
                    <a:pt x="7855" y="21600"/>
                  </a:cubicBezTo>
                  <a:cubicBezTo>
                    <a:pt x="11782" y="21600"/>
                    <a:pt x="17673" y="20400"/>
                    <a:pt x="17673" y="18000"/>
                  </a:cubicBezTo>
                  <a:cubicBezTo>
                    <a:pt x="21600" y="15600"/>
                    <a:pt x="17673" y="12000"/>
                    <a:pt x="17673" y="9600"/>
                  </a:cubicBezTo>
                  <a:cubicBezTo>
                    <a:pt x="13745" y="7200"/>
                    <a:pt x="9818" y="0"/>
                    <a:pt x="3927" y="0"/>
                  </a:cubicBezTo>
                  <a:cubicBezTo>
                    <a:pt x="1964" y="0"/>
                    <a:pt x="5891" y="0"/>
                    <a:pt x="3927"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4" name="Shape 5314"/>
            <p:cNvSpPr/>
            <p:nvPr/>
          </p:nvSpPr>
          <p:spPr>
            <a:xfrm>
              <a:off x="9788895" y="5886890"/>
              <a:ext cx="337668" cy="648372"/>
            </a:xfrm>
            <a:custGeom>
              <a:avLst/>
              <a:gdLst/>
              <a:ahLst/>
              <a:cxnLst>
                <a:cxn ang="0">
                  <a:pos x="wd2" y="hd2"/>
                </a:cxn>
                <a:cxn ang="5400000">
                  <a:pos x="wd2" y="hd2"/>
                </a:cxn>
                <a:cxn ang="10800000">
                  <a:pos x="wd2" y="hd2"/>
                </a:cxn>
                <a:cxn ang="16200000">
                  <a:pos x="wd2" y="hd2"/>
                </a:cxn>
              </a:cxnLst>
              <a:rect l="0" t="0" r="r" b="b"/>
              <a:pathLst>
                <a:path w="21600" h="21446" fill="norm" stroke="1" extrusionOk="0">
                  <a:moveTo>
                    <a:pt x="18600" y="617"/>
                  </a:moveTo>
                  <a:cubicBezTo>
                    <a:pt x="18600" y="617"/>
                    <a:pt x="18000" y="0"/>
                    <a:pt x="17400" y="0"/>
                  </a:cubicBezTo>
                  <a:cubicBezTo>
                    <a:pt x="17400" y="309"/>
                    <a:pt x="16800" y="617"/>
                    <a:pt x="16800" y="926"/>
                  </a:cubicBezTo>
                  <a:cubicBezTo>
                    <a:pt x="16200" y="1543"/>
                    <a:pt x="16200" y="1851"/>
                    <a:pt x="15600" y="2469"/>
                  </a:cubicBezTo>
                  <a:cubicBezTo>
                    <a:pt x="15000" y="2777"/>
                    <a:pt x="14400" y="2469"/>
                    <a:pt x="13800" y="2469"/>
                  </a:cubicBezTo>
                  <a:cubicBezTo>
                    <a:pt x="13800" y="2469"/>
                    <a:pt x="14400" y="2777"/>
                    <a:pt x="13800" y="3086"/>
                  </a:cubicBezTo>
                  <a:cubicBezTo>
                    <a:pt x="13800" y="3394"/>
                    <a:pt x="13200" y="3394"/>
                    <a:pt x="13200" y="3703"/>
                  </a:cubicBezTo>
                  <a:cubicBezTo>
                    <a:pt x="13200" y="3703"/>
                    <a:pt x="13800" y="4011"/>
                    <a:pt x="13800" y="4011"/>
                  </a:cubicBezTo>
                  <a:cubicBezTo>
                    <a:pt x="13800" y="4320"/>
                    <a:pt x="13200" y="4011"/>
                    <a:pt x="12600" y="4320"/>
                  </a:cubicBezTo>
                  <a:cubicBezTo>
                    <a:pt x="12000" y="4320"/>
                    <a:pt x="12000" y="4629"/>
                    <a:pt x="11400" y="4937"/>
                  </a:cubicBezTo>
                  <a:cubicBezTo>
                    <a:pt x="10800" y="5246"/>
                    <a:pt x="10200" y="5246"/>
                    <a:pt x="9000" y="5554"/>
                  </a:cubicBezTo>
                  <a:cubicBezTo>
                    <a:pt x="8400" y="5554"/>
                    <a:pt x="9600" y="5863"/>
                    <a:pt x="9000" y="5863"/>
                  </a:cubicBezTo>
                  <a:cubicBezTo>
                    <a:pt x="9000" y="6171"/>
                    <a:pt x="7800" y="5554"/>
                    <a:pt x="7800" y="5863"/>
                  </a:cubicBezTo>
                  <a:cubicBezTo>
                    <a:pt x="6600" y="6171"/>
                    <a:pt x="6000" y="6171"/>
                    <a:pt x="4800" y="6480"/>
                  </a:cubicBezTo>
                  <a:cubicBezTo>
                    <a:pt x="4200" y="6480"/>
                    <a:pt x="3600" y="6171"/>
                    <a:pt x="3600" y="6480"/>
                  </a:cubicBezTo>
                  <a:cubicBezTo>
                    <a:pt x="3000" y="7097"/>
                    <a:pt x="3000" y="7714"/>
                    <a:pt x="2400" y="8331"/>
                  </a:cubicBezTo>
                  <a:cubicBezTo>
                    <a:pt x="1800" y="9874"/>
                    <a:pt x="4800" y="12034"/>
                    <a:pt x="2400" y="13577"/>
                  </a:cubicBezTo>
                  <a:cubicBezTo>
                    <a:pt x="1800" y="14194"/>
                    <a:pt x="600" y="14811"/>
                    <a:pt x="0" y="15737"/>
                  </a:cubicBezTo>
                  <a:cubicBezTo>
                    <a:pt x="0" y="16046"/>
                    <a:pt x="0" y="16663"/>
                    <a:pt x="0" y="16971"/>
                  </a:cubicBezTo>
                  <a:cubicBezTo>
                    <a:pt x="600" y="17280"/>
                    <a:pt x="1800" y="17589"/>
                    <a:pt x="1200" y="18206"/>
                  </a:cubicBezTo>
                  <a:cubicBezTo>
                    <a:pt x="600" y="19131"/>
                    <a:pt x="1200" y="20366"/>
                    <a:pt x="3000" y="20983"/>
                  </a:cubicBezTo>
                  <a:cubicBezTo>
                    <a:pt x="4800" y="21600"/>
                    <a:pt x="6600" y="21600"/>
                    <a:pt x="9600" y="20983"/>
                  </a:cubicBezTo>
                  <a:cubicBezTo>
                    <a:pt x="12600" y="20366"/>
                    <a:pt x="13200" y="16971"/>
                    <a:pt x="14400" y="15429"/>
                  </a:cubicBezTo>
                  <a:cubicBezTo>
                    <a:pt x="15600" y="13269"/>
                    <a:pt x="17400" y="11417"/>
                    <a:pt x="18600" y="9257"/>
                  </a:cubicBezTo>
                  <a:cubicBezTo>
                    <a:pt x="18600" y="8640"/>
                    <a:pt x="18600" y="7714"/>
                    <a:pt x="19200" y="7097"/>
                  </a:cubicBezTo>
                  <a:cubicBezTo>
                    <a:pt x="19800" y="6789"/>
                    <a:pt x="18600" y="4320"/>
                    <a:pt x="20400" y="5863"/>
                  </a:cubicBezTo>
                  <a:cubicBezTo>
                    <a:pt x="21000" y="6171"/>
                    <a:pt x="21000" y="5554"/>
                    <a:pt x="21600" y="5246"/>
                  </a:cubicBezTo>
                  <a:cubicBezTo>
                    <a:pt x="21600" y="4629"/>
                    <a:pt x="21000" y="4011"/>
                    <a:pt x="21000" y="3394"/>
                  </a:cubicBezTo>
                  <a:cubicBezTo>
                    <a:pt x="20400" y="2777"/>
                    <a:pt x="19800" y="1234"/>
                    <a:pt x="18600" y="617"/>
                  </a:cubicBezTo>
                  <a:cubicBezTo>
                    <a:pt x="18000" y="309"/>
                    <a:pt x="19200" y="617"/>
                    <a:pt x="18600" y="61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5" name="Shape 5315"/>
            <p:cNvSpPr/>
            <p:nvPr/>
          </p:nvSpPr>
          <p:spPr>
            <a:xfrm>
              <a:off x="10544237" y="1309258"/>
              <a:ext cx="84592" cy="68820"/>
            </a:xfrm>
            <a:custGeom>
              <a:avLst/>
              <a:gdLst/>
              <a:ahLst/>
              <a:cxnLst>
                <a:cxn ang="0">
                  <a:pos x="wd2" y="hd2"/>
                </a:cxn>
                <a:cxn ang="5400000">
                  <a:pos x="wd2" y="hd2"/>
                </a:cxn>
                <a:cxn ang="10800000">
                  <a:pos x="wd2" y="hd2"/>
                </a:cxn>
                <a:cxn ang="16200000">
                  <a:pos x="wd2" y="hd2"/>
                </a:cxn>
              </a:cxnLst>
              <a:rect l="0" t="0" r="r" b="b"/>
              <a:pathLst>
                <a:path w="17925" h="19443" fill="norm" stroke="1" extrusionOk="0">
                  <a:moveTo>
                    <a:pt x="16245" y="18900"/>
                  </a:moveTo>
                  <a:cubicBezTo>
                    <a:pt x="20172" y="21600"/>
                    <a:pt x="16245" y="13500"/>
                    <a:pt x="14281" y="10800"/>
                  </a:cubicBezTo>
                  <a:cubicBezTo>
                    <a:pt x="12317" y="8100"/>
                    <a:pt x="6427" y="2700"/>
                    <a:pt x="4463" y="0"/>
                  </a:cubicBezTo>
                  <a:cubicBezTo>
                    <a:pt x="2499" y="0"/>
                    <a:pt x="536" y="2700"/>
                    <a:pt x="536" y="5400"/>
                  </a:cubicBezTo>
                  <a:cubicBezTo>
                    <a:pt x="-1428" y="8100"/>
                    <a:pt x="2499" y="10800"/>
                    <a:pt x="4463" y="13500"/>
                  </a:cubicBezTo>
                  <a:cubicBezTo>
                    <a:pt x="8390" y="16200"/>
                    <a:pt x="12317" y="18900"/>
                    <a:pt x="16245" y="18900"/>
                  </a:cubicBezTo>
                  <a:cubicBezTo>
                    <a:pt x="18208" y="18900"/>
                    <a:pt x="12317" y="18900"/>
                    <a:pt x="16245" y="189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6" name="Shape 5316"/>
            <p:cNvSpPr/>
            <p:nvPr/>
          </p:nvSpPr>
          <p:spPr>
            <a:xfrm>
              <a:off x="10050108" y="1397392"/>
              <a:ext cx="96788" cy="61588"/>
            </a:xfrm>
            <a:custGeom>
              <a:avLst/>
              <a:gdLst/>
              <a:ahLst/>
              <a:cxnLst>
                <a:cxn ang="0">
                  <a:pos x="wd2" y="hd2"/>
                </a:cxn>
                <a:cxn ang="5400000">
                  <a:pos x="wd2" y="hd2"/>
                </a:cxn>
                <a:cxn ang="10800000">
                  <a:pos x="wd2" y="hd2"/>
                </a:cxn>
                <a:cxn ang="16200000">
                  <a:pos x="wd2" y="hd2"/>
                </a:cxn>
              </a:cxnLst>
              <a:rect l="0" t="0" r="r" b="b"/>
              <a:pathLst>
                <a:path w="20509" h="14400" fill="norm" stroke="1" extrusionOk="0">
                  <a:moveTo>
                    <a:pt x="19636" y="5760"/>
                  </a:moveTo>
                  <a:cubicBezTo>
                    <a:pt x="19636" y="10080"/>
                    <a:pt x="13745" y="12240"/>
                    <a:pt x="11782" y="14400"/>
                  </a:cubicBezTo>
                  <a:cubicBezTo>
                    <a:pt x="7855" y="14400"/>
                    <a:pt x="0" y="12240"/>
                    <a:pt x="0" y="5760"/>
                  </a:cubicBezTo>
                  <a:cubicBezTo>
                    <a:pt x="1964" y="-7200"/>
                    <a:pt x="21600" y="5760"/>
                    <a:pt x="19636" y="5760"/>
                  </a:cubicBezTo>
                  <a:cubicBezTo>
                    <a:pt x="19636" y="7920"/>
                    <a:pt x="21600" y="3600"/>
                    <a:pt x="19636" y="57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7" name="Shape 5317"/>
            <p:cNvSpPr/>
            <p:nvPr/>
          </p:nvSpPr>
          <p:spPr>
            <a:xfrm>
              <a:off x="11076237" y="1050432"/>
              <a:ext cx="76071" cy="45397"/>
            </a:xfrm>
            <a:custGeom>
              <a:avLst/>
              <a:gdLst/>
              <a:ahLst/>
              <a:cxnLst>
                <a:cxn ang="0">
                  <a:pos x="wd2" y="hd2"/>
                </a:cxn>
                <a:cxn ang="5400000">
                  <a:pos x="wd2" y="hd2"/>
                </a:cxn>
                <a:cxn ang="10800000">
                  <a:pos x="wd2" y="hd2"/>
                </a:cxn>
                <a:cxn ang="16200000">
                  <a:pos x="wd2" y="hd2"/>
                </a:cxn>
              </a:cxnLst>
              <a:rect l="0" t="0" r="r" b="b"/>
              <a:pathLst>
                <a:path w="19838" h="20520" fill="norm" stroke="1" extrusionOk="0">
                  <a:moveTo>
                    <a:pt x="19838" y="11880"/>
                  </a:moveTo>
                  <a:cubicBezTo>
                    <a:pt x="15038" y="16200"/>
                    <a:pt x="12638" y="16200"/>
                    <a:pt x="7838" y="20520"/>
                  </a:cubicBezTo>
                  <a:cubicBezTo>
                    <a:pt x="3038" y="20520"/>
                    <a:pt x="-1762" y="11880"/>
                    <a:pt x="638" y="3240"/>
                  </a:cubicBezTo>
                  <a:cubicBezTo>
                    <a:pt x="638" y="-1080"/>
                    <a:pt x="10238" y="-1080"/>
                    <a:pt x="12638" y="3240"/>
                  </a:cubicBezTo>
                  <a:cubicBezTo>
                    <a:pt x="15038" y="3240"/>
                    <a:pt x="17438" y="11880"/>
                    <a:pt x="19838" y="118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8" name="Shape 5318"/>
            <p:cNvSpPr/>
            <p:nvPr/>
          </p:nvSpPr>
          <p:spPr>
            <a:xfrm>
              <a:off x="12943590" y="957892"/>
              <a:ext cx="77624" cy="42369"/>
            </a:xfrm>
            <a:custGeom>
              <a:avLst/>
              <a:gdLst/>
              <a:ahLst/>
              <a:cxnLst>
                <a:cxn ang="0">
                  <a:pos x="wd2" y="hd2"/>
                </a:cxn>
                <a:cxn ang="5400000">
                  <a:pos x="wd2" y="hd2"/>
                </a:cxn>
                <a:cxn ang="10800000">
                  <a:pos x="wd2" y="hd2"/>
                </a:cxn>
                <a:cxn ang="16200000">
                  <a:pos x="wd2" y="hd2"/>
                </a:cxn>
              </a:cxnLst>
              <a:rect l="0" t="0" r="r" b="b"/>
              <a:pathLst>
                <a:path w="18149" h="20520" fill="norm" stroke="1" extrusionOk="0">
                  <a:moveTo>
                    <a:pt x="11235" y="20520"/>
                  </a:moveTo>
                  <a:cubicBezTo>
                    <a:pt x="6915" y="20520"/>
                    <a:pt x="2595" y="16200"/>
                    <a:pt x="435" y="16200"/>
                  </a:cubicBezTo>
                  <a:cubicBezTo>
                    <a:pt x="-1725" y="11880"/>
                    <a:pt x="4755" y="3240"/>
                    <a:pt x="6915" y="3240"/>
                  </a:cubicBezTo>
                  <a:cubicBezTo>
                    <a:pt x="9075" y="-1080"/>
                    <a:pt x="15555" y="-1080"/>
                    <a:pt x="17715" y="3240"/>
                  </a:cubicBezTo>
                  <a:cubicBezTo>
                    <a:pt x="19875" y="7560"/>
                    <a:pt x="13395" y="20520"/>
                    <a:pt x="11235" y="20520"/>
                  </a:cubicBezTo>
                  <a:cubicBezTo>
                    <a:pt x="6915" y="20520"/>
                    <a:pt x="11235" y="20520"/>
                    <a:pt x="11235" y="2052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19" name="Shape 5319"/>
            <p:cNvSpPr/>
            <p:nvPr/>
          </p:nvSpPr>
          <p:spPr>
            <a:xfrm>
              <a:off x="11993291" y="282717"/>
              <a:ext cx="57339" cy="14336"/>
            </a:xfrm>
            <a:prstGeom prst="ellipse">
              <a:avLst/>
            </a:pr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0" name="Shape 5320"/>
            <p:cNvSpPr/>
            <p:nvPr/>
          </p:nvSpPr>
          <p:spPr>
            <a:xfrm>
              <a:off x="11483930" y="1094295"/>
              <a:ext cx="35446" cy="30205"/>
            </a:xfrm>
            <a:custGeom>
              <a:avLst/>
              <a:gdLst/>
              <a:ahLst/>
              <a:cxnLst>
                <a:cxn ang="0">
                  <a:pos x="wd2" y="hd2"/>
                </a:cxn>
                <a:cxn ang="5400000">
                  <a:pos x="wd2" y="hd2"/>
                </a:cxn>
                <a:cxn ang="10800000">
                  <a:pos x="wd2" y="hd2"/>
                </a:cxn>
                <a:cxn ang="16200000">
                  <a:pos x="wd2" y="hd2"/>
                </a:cxn>
              </a:cxnLst>
              <a:rect l="0" t="0" r="r" b="b"/>
              <a:pathLst>
                <a:path w="14138" h="17067" fill="norm" stroke="1" extrusionOk="0">
                  <a:moveTo>
                    <a:pt x="12788" y="17067"/>
                  </a:moveTo>
                  <a:cubicBezTo>
                    <a:pt x="9188" y="17067"/>
                    <a:pt x="-5212" y="11667"/>
                    <a:pt x="1988" y="867"/>
                  </a:cubicBezTo>
                  <a:cubicBezTo>
                    <a:pt x="12788" y="-4533"/>
                    <a:pt x="16388" y="17067"/>
                    <a:pt x="12788" y="170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1" name="Shape 5321"/>
            <p:cNvSpPr/>
            <p:nvPr/>
          </p:nvSpPr>
          <p:spPr>
            <a:xfrm>
              <a:off x="8227088" y="3179395"/>
              <a:ext cx="43655" cy="87943"/>
            </a:xfrm>
            <a:custGeom>
              <a:avLst/>
              <a:gdLst/>
              <a:ahLst/>
              <a:cxnLst>
                <a:cxn ang="0">
                  <a:pos x="wd2" y="hd2"/>
                </a:cxn>
                <a:cxn ang="5400000">
                  <a:pos x="wd2" y="hd2"/>
                </a:cxn>
                <a:cxn ang="10800000">
                  <a:pos x="wd2" y="hd2"/>
                </a:cxn>
                <a:cxn ang="16200000">
                  <a:pos x="wd2" y="hd2"/>
                </a:cxn>
              </a:cxnLst>
              <a:rect l="0" t="0" r="r" b="b"/>
              <a:pathLst>
                <a:path w="17412" h="18635" fill="norm" stroke="1" extrusionOk="0">
                  <a:moveTo>
                    <a:pt x="15812" y="567"/>
                  </a:moveTo>
                  <a:cubicBezTo>
                    <a:pt x="15812" y="4494"/>
                    <a:pt x="19412" y="8421"/>
                    <a:pt x="15812" y="12348"/>
                  </a:cubicBezTo>
                  <a:cubicBezTo>
                    <a:pt x="12212" y="14312"/>
                    <a:pt x="15812" y="20203"/>
                    <a:pt x="8612" y="18239"/>
                  </a:cubicBezTo>
                  <a:cubicBezTo>
                    <a:pt x="1412" y="14312"/>
                    <a:pt x="-2188" y="10385"/>
                    <a:pt x="1412" y="6458"/>
                  </a:cubicBezTo>
                  <a:cubicBezTo>
                    <a:pt x="1412" y="4494"/>
                    <a:pt x="15812" y="-1397"/>
                    <a:pt x="15812" y="567"/>
                  </a:cubicBezTo>
                  <a:cubicBezTo>
                    <a:pt x="15812" y="2530"/>
                    <a:pt x="15812" y="-1397"/>
                    <a:pt x="15812" y="5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2" name="Shape 5322"/>
            <p:cNvSpPr/>
            <p:nvPr/>
          </p:nvSpPr>
          <p:spPr>
            <a:xfrm>
              <a:off x="8202490" y="3277450"/>
              <a:ext cx="75923" cy="122426"/>
            </a:xfrm>
            <a:custGeom>
              <a:avLst/>
              <a:gdLst/>
              <a:ahLst/>
              <a:cxnLst>
                <a:cxn ang="0">
                  <a:pos x="wd2" y="hd2"/>
                </a:cxn>
                <a:cxn ang="5400000">
                  <a:pos x="wd2" y="hd2"/>
                </a:cxn>
                <a:cxn ang="10800000">
                  <a:pos x="wd2" y="hd2"/>
                </a:cxn>
                <a:cxn ang="16200000">
                  <a:pos x="wd2" y="hd2"/>
                </a:cxn>
              </a:cxnLst>
              <a:rect l="0" t="0" r="r" b="b"/>
              <a:pathLst>
                <a:path w="19800" h="18866" fill="norm" stroke="1" extrusionOk="0">
                  <a:moveTo>
                    <a:pt x="16800" y="2430"/>
                  </a:moveTo>
                  <a:cubicBezTo>
                    <a:pt x="14400" y="2430"/>
                    <a:pt x="16800" y="-1890"/>
                    <a:pt x="12000" y="990"/>
                  </a:cubicBezTo>
                  <a:cubicBezTo>
                    <a:pt x="4800" y="3870"/>
                    <a:pt x="7200" y="3870"/>
                    <a:pt x="0" y="990"/>
                  </a:cubicBezTo>
                  <a:cubicBezTo>
                    <a:pt x="0" y="990"/>
                    <a:pt x="2400" y="9630"/>
                    <a:pt x="2400" y="9630"/>
                  </a:cubicBezTo>
                  <a:cubicBezTo>
                    <a:pt x="4800" y="12510"/>
                    <a:pt x="4800" y="13950"/>
                    <a:pt x="4800" y="16830"/>
                  </a:cubicBezTo>
                  <a:cubicBezTo>
                    <a:pt x="4800" y="18270"/>
                    <a:pt x="4800" y="19710"/>
                    <a:pt x="9600" y="18270"/>
                  </a:cubicBezTo>
                  <a:cubicBezTo>
                    <a:pt x="14400" y="16830"/>
                    <a:pt x="19200" y="16830"/>
                    <a:pt x="19200" y="12510"/>
                  </a:cubicBezTo>
                  <a:cubicBezTo>
                    <a:pt x="19200" y="11070"/>
                    <a:pt x="21600" y="2430"/>
                    <a:pt x="16800" y="243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3" name="Shape 5323"/>
            <p:cNvSpPr/>
            <p:nvPr/>
          </p:nvSpPr>
          <p:spPr>
            <a:xfrm>
              <a:off x="8396811" y="3439150"/>
              <a:ext cx="142272" cy="76679"/>
            </a:xfrm>
            <a:custGeom>
              <a:avLst/>
              <a:gdLst/>
              <a:ahLst/>
              <a:cxnLst>
                <a:cxn ang="0">
                  <a:pos x="wd2" y="hd2"/>
                </a:cxn>
                <a:cxn ang="5400000">
                  <a:pos x="wd2" y="hd2"/>
                </a:cxn>
                <a:cxn ang="10800000">
                  <a:pos x="wd2" y="hd2"/>
                </a:cxn>
                <a:cxn ang="16200000">
                  <a:pos x="wd2" y="hd2"/>
                </a:cxn>
              </a:cxnLst>
              <a:rect l="0" t="0" r="r" b="b"/>
              <a:pathLst>
                <a:path w="20526" h="17928" fill="norm" stroke="1" extrusionOk="0">
                  <a:moveTo>
                    <a:pt x="6750" y="960"/>
                  </a:moveTo>
                  <a:cubicBezTo>
                    <a:pt x="5400" y="960"/>
                    <a:pt x="1350" y="960"/>
                    <a:pt x="0" y="3120"/>
                  </a:cubicBezTo>
                  <a:cubicBezTo>
                    <a:pt x="0" y="5280"/>
                    <a:pt x="2700" y="7440"/>
                    <a:pt x="4050" y="9600"/>
                  </a:cubicBezTo>
                  <a:cubicBezTo>
                    <a:pt x="6750" y="9600"/>
                    <a:pt x="9450" y="11760"/>
                    <a:pt x="10800" y="13920"/>
                  </a:cubicBezTo>
                  <a:cubicBezTo>
                    <a:pt x="13500" y="16080"/>
                    <a:pt x="16200" y="20400"/>
                    <a:pt x="18900" y="16080"/>
                  </a:cubicBezTo>
                  <a:cubicBezTo>
                    <a:pt x="21600" y="13920"/>
                    <a:pt x="16200" y="11760"/>
                    <a:pt x="17550" y="7440"/>
                  </a:cubicBezTo>
                  <a:cubicBezTo>
                    <a:pt x="17550" y="7440"/>
                    <a:pt x="21600" y="3120"/>
                    <a:pt x="20250" y="960"/>
                  </a:cubicBezTo>
                  <a:cubicBezTo>
                    <a:pt x="20250" y="-1200"/>
                    <a:pt x="14850" y="960"/>
                    <a:pt x="14850" y="960"/>
                  </a:cubicBezTo>
                  <a:cubicBezTo>
                    <a:pt x="12150" y="3120"/>
                    <a:pt x="9450" y="960"/>
                    <a:pt x="6750" y="9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4" name="Shape 5324"/>
            <p:cNvSpPr/>
            <p:nvPr/>
          </p:nvSpPr>
          <p:spPr>
            <a:xfrm>
              <a:off x="9299056" y="3571423"/>
              <a:ext cx="100947" cy="57711"/>
            </a:xfrm>
            <a:custGeom>
              <a:avLst/>
              <a:gdLst/>
              <a:ahLst/>
              <a:cxnLst>
                <a:cxn ang="0">
                  <a:pos x="wd2" y="hd2"/>
                </a:cxn>
                <a:cxn ang="5400000">
                  <a:pos x="wd2" y="hd2"/>
                </a:cxn>
                <a:cxn ang="10800000">
                  <a:pos x="wd2" y="hd2"/>
                </a:cxn>
                <a:cxn ang="16200000">
                  <a:pos x="wd2" y="hd2"/>
                </a:cxn>
              </a:cxnLst>
              <a:rect l="0" t="0" r="r" b="b"/>
              <a:pathLst>
                <a:path w="18013" h="18634" fill="norm" stroke="1" extrusionOk="0">
                  <a:moveTo>
                    <a:pt x="17533" y="891"/>
                  </a:moveTo>
                  <a:cubicBezTo>
                    <a:pt x="17533" y="891"/>
                    <a:pt x="14210" y="3976"/>
                    <a:pt x="14210" y="3976"/>
                  </a:cubicBezTo>
                  <a:cubicBezTo>
                    <a:pt x="12549" y="7062"/>
                    <a:pt x="14210" y="13234"/>
                    <a:pt x="14210" y="13234"/>
                  </a:cubicBezTo>
                  <a:cubicBezTo>
                    <a:pt x="12549" y="13234"/>
                    <a:pt x="9226" y="13234"/>
                    <a:pt x="7564" y="16319"/>
                  </a:cubicBezTo>
                  <a:cubicBezTo>
                    <a:pt x="4241" y="19405"/>
                    <a:pt x="2580" y="19405"/>
                    <a:pt x="918" y="16319"/>
                  </a:cubicBezTo>
                  <a:cubicBezTo>
                    <a:pt x="-2405" y="10148"/>
                    <a:pt x="4241" y="7062"/>
                    <a:pt x="5903" y="7062"/>
                  </a:cubicBezTo>
                  <a:cubicBezTo>
                    <a:pt x="9226" y="7062"/>
                    <a:pt x="14210" y="3976"/>
                    <a:pt x="17533" y="891"/>
                  </a:cubicBezTo>
                  <a:cubicBezTo>
                    <a:pt x="19195" y="-2195"/>
                    <a:pt x="15872" y="3976"/>
                    <a:pt x="17533" y="89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5" name="Shape 5325"/>
            <p:cNvSpPr/>
            <p:nvPr/>
          </p:nvSpPr>
          <p:spPr>
            <a:xfrm>
              <a:off x="8892633" y="3579491"/>
              <a:ext cx="131731" cy="32919"/>
            </a:xfrm>
            <a:custGeom>
              <a:avLst/>
              <a:gdLst/>
              <a:ahLst/>
              <a:cxnLst>
                <a:cxn ang="0">
                  <a:pos x="wd2" y="hd2"/>
                </a:cxn>
                <a:cxn ang="5400000">
                  <a:pos x="wd2" y="hd2"/>
                </a:cxn>
                <a:cxn ang="10800000">
                  <a:pos x="wd2" y="hd2"/>
                </a:cxn>
                <a:cxn ang="16200000">
                  <a:pos x="wd2" y="hd2"/>
                </a:cxn>
              </a:cxnLst>
              <a:rect l="0" t="0" r="r" b="b"/>
              <a:pathLst>
                <a:path w="20300" h="18600" fill="norm" stroke="1" extrusionOk="0">
                  <a:moveTo>
                    <a:pt x="10220" y="18600"/>
                  </a:moveTo>
                  <a:cubicBezTo>
                    <a:pt x="8780" y="18600"/>
                    <a:pt x="-1300" y="7800"/>
                    <a:pt x="140" y="2400"/>
                  </a:cubicBezTo>
                  <a:cubicBezTo>
                    <a:pt x="140" y="-3000"/>
                    <a:pt x="8780" y="2400"/>
                    <a:pt x="8780" y="2400"/>
                  </a:cubicBezTo>
                  <a:cubicBezTo>
                    <a:pt x="13100" y="7800"/>
                    <a:pt x="15980" y="7800"/>
                    <a:pt x="20300" y="7800"/>
                  </a:cubicBezTo>
                  <a:cubicBezTo>
                    <a:pt x="20300" y="7800"/>
                    <a:pt x="17420" y="13200"/>
                    <a:pt x="17420" y="13200"/>
                  </a:cubicBezTo>
                  <a:cubicBezTo>
                    <a:pt x="15980" y="18600"/>
                    <a:pt x="13100" y="18600"/>
                    <a:pt x="10220" y="18600"/>
                  </a:cubicBezTo>
                  <a:cubicBezTo>
                    <a:pt x="7340" y="18600"/>
                    <a:pt x="11660" y="18600"/>
                    <a:pt x="10220" y="18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6" name="Shape 5326"/>
            <p:cNvSpPr/>
            <p:nvPr/>
          </p:nvSpPr>
          <p:spPr>
            <a:xfrm>
              <a:off x="8822612" y="2203336"/>
              <a:ext cx="61588" cy="41194"/>
            </a:xfrm>
            <a:custGeom>
              <a:avLst/>
              <a:gdLst/>
              <a:ahLst/>
              <a:cxnLst>
                <a:cxn ang="0">
                  <a:pos x="wd2" y="hd2"/>
                </a:cxn>
                <a:cxn ang="5400000">
                  <a:pos x="wd2" y="hd2"/>
                </a:cxn>
                <a:cxn ang="10800000">
                  <a:pos x="wd2" y="hd2"/>
                </a:cxn>
                <a:cxn ang="16200000">
                  <a:pos x="wd2" y="hd2"/>
                </a:cxn>
              </a:cxnLst>
              <a:rect l="0" t="0" r="r" b="b"/>
              <a:pathLst>
                <a:path w="19886" h="13301" fill="norm" stroke="1" extrusionOk="0">
                  <a:moveTo>
                    <a:pt x="1372" y="10629"/>
                  </a:moveTo>
                  <a:cubicBezTo>
                    <a:pt x="1372" y="7543"/>
                    <a:pt x="-1714" y="1372"/>
                    <a:pt x="1372" y="1372"/>
                  </a:cubicBezTo>
                  <a:cubicBezTo>
                    <a:pt x="4457" y="1372"/>
                    <a:pt x="19886" y="-1714"/>
                    <a:pt x="19886" y="1372"/>
                  </a:cubicBezTo>
                  <a:cubicBezTo>
                    <a:pt x="19886" y="4457"/>
                    <a:pt x="4457" y="16800"/>
                    <a:pt x="1372" y="10629"/>
                  </a:cubicBezTo>
                  <a:cubicBezTo>
                    <a:pt x="1372" y="1372"/>
                    <a:pt x="4457" y="19886"/>
                    <a:pt x="1372" y="106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7" name="Shape 5327"/>
            <p:cNvSpPr/>
            <p:nvPr/>
          </p:nvSpPr>
          <p:spPr>
            <a:xfrm>
              <a:off x="8826858" y="2177262"/>
              <a:ext cx="42186" cy="16046"/>
            </a:xfrm>
            <a:custGeom>
              <a:avLst/>
              <a:gdLst/>
              <a:ahLst/>
              <a:cxnLst>
                <a:cxn ang="0">
                  <a:pos x="wd2" y="hd2"/>
                </a:cxn>
                <a:cxn ang="5400000">
                  <a:pos x="wd2" y="hd2"/>
                </a:cxn>
                <a:cxn ang="10800000">
                  <a:pos x="wd2" y="hd2"/>
                </a:cxn>
                <a:cxn ang="16200000">
                  <a:pos x="wd2" y="hd2"/>
                </a:cxn>
              </a:cxnLst>
              <a:rect l="0" t="0" r="r" b="b"/>
              <a:pathLst>
                <a:path w="19069" h="13600" fill="norm" stroke="1" extrusionOk="0">
                  <a:moveTo>
                    <a:pt x="12960" y="10400"/>
                  </a:moveTo>
                  <a:cubicBezTo>
                    <a:pt x="8640" y="10400"/>
                    <a:pt x="0" y="3200"/>
                    <a:pt x="0" y="3200"/>
                  </a:cubicBezTo>
                  <a:cubicBezTo>
                    <a:pt x="0" y="3200"/>
                    <a:pt x="17280" y="-4000"/>
                    <a:pt x="17280" y="3200"/>
                  </a:cubicBezTo>
                  <a:cubicBezTo>
                    <a:pt x="21600" y="10400"/>
                    <a:pt x="17280" y="17600"/>
                    <a:pt x="12960" y="10400"/>
                  </a:cubicBezTo>
                  <a:cubicBezTo>
                    <a:pt x="4320" y="10400"/>
                    <a:pt x="21600" y="17600"/>
                    <a:pt x="12960" y="10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8" name="Shape 5328"/>
            <p:cNvSpPr/>
            <p:nvPr/>
          </p:nvSpPr>
          <p:spPr>
            <a:xfrm>
              <a:off x="8652035" y="2252060"/>
              <a:ext cx="34659" cy="67986"/>
            </a:xfrm>
            <a:custGeom>
              <a:avLst/>
              <a:gdLst/>
              <a:ahLst/>
              <a:cxnLst>
                <a:cxn ang="0">
                  <a:pos x="wd2" y="hd2"/>
                </a:cxn>
                <a:cxn ang="5400000">
                  <a:pos x="wd2" y="hd2"/>
                </a:cxn>
                <a:cxn ang="10800000">
                  <a:pos x="wd2" y="hd2"/>
                </a:cxn>
                <a:cxn ang="16200000">
                  <a:pos x="wd2" y="hd2"/>
                </a:cxn>
              </a:cxnLst>
              <a:rect l="0" t="0" r="r" b="b"/>
              <a:pathLst>
                <a:path w="13824" h="15896" fill="norm" stroke="1" extrusionOk="0">
                  <a:moveTo>
                    <a:pt x="13824" y="624"/>
                  </a:moveTo>
                  <a:cubicBezTo>
                    <a:pt x="13824" y="-3696"/>
                    <a:pt x="-7776" y="17904"/>
                    <a:pt x="3024" y="15744"/>
                  </a:cubicBezTo>
                  <a:cubicBezTo>
                    <a:pt x="6624" y="15744"/>
                    <a:pt x="13824" y="2784"/>
                    <a:pt x="13824" y="624"/>
                  </a:cubicBezTo>
                  <a:cubicBezTo>
                    <a:pt x="13824" y="-1536"/>
                    <a:pt x="13824" y="2784"/>
                    <a:pt x="13824" y="62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29" name="Shape 5329"/>
            <p:cNvSpPr/>
            <p:nvPr/>
          </p:nvSpPr>
          <p:spPr>
            <a:xfrm>
              <a:off x="8722319" y="2076974"/>
              <a:ext cx="28887" cy="31431"/>
            </a:xfrm>
            <a:custGeom>
              <a:avLst/>
              <a:gdLst/>
              <a:ahLst/>
              <a:cxnLst>
                <a:cxn ang="0">
                  <a:pos x="wd2" y="hd2"/>
                </a:cxn>
                <a:cxn ang="5400000">
                  <a:pos x="wd2" y="hd2"/>
                </a:cxn>
                <a:cxn ang="10800000">
                  <a:pos x="wd2" y="hd2"/>
                </a:cxn>
                <a:cxn ang="16200000">
                  <a:pos x="wd2" y="hd2"/>
                </a:cxn>
              </a:cxnLst>
              <a:rect l="0" t="0" r="r" b="b"/>
              <a:pathLst>
                <a:path w="16322" h="17759" fill="norm" stroke="1" extrusionOk="0">
                  <a:moveTo>
                    <a:pt x="12272" y="16200"/>
                  </a:moveTo>
                  <a:cubicBezTo>
                    <a:pt x="6872" y="16200"/>
                    <a:pt x="-3928" y="10800"/>
                    <a:pt x="1472" y="5400"/>
                  </a:cubicBezTo>
                  <a:cubicBezTo>
                    <a:pt x="6872" y="5400"/>
                    <a:pt x="12272" y="0"/>
                    <a:pt x="12272" y="0"/>
                  </a:cubicBezTo>
                  <a:cubicBezTo>
                    <a:pt x="17672" y="0"/>
                    <a:pt x="17672" y="10800"/>
                    <a:pt x="12272" y="16200"/>
                  </a:cubicBezTo>
                  <a:cubicBezTo>
                    <a:pt x="6872" y="21600"/>
                    <a:pt x="17672" y="10800"/>
                    <a:pt x="12272"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0" name="Shape 5330"/>
            <p:cNvSpPr/>
            <p:nvPr/>
          </p:nvSpPr>
          <p:spPr>
            <a:xfrm>
              <a:off x="8342655" y="2379242"/>
              <a:ext cx="54155" cy="73628"/>
            </a:xfrm>
            <a:custGeom>
              <a:avLst/>
              <a:gdLst/>
              <a:ahLst/>
              <a:cxnLst>
                <a:cxn ang="0">
                  <a:pos x="wd2" y="hd2"/>
                </a:cxn>
                <a:cxn ang="5400000">
                  <a:pos x="wd2" y="hd2"/>
                </a:cxn>
                <a:cxn ang="10800000">
                  <a:pos x="wd2" y="hd2"/>
                </a:cxn>
                <a:cxn ang="16200000">
                  <a:pos x="wd2" y="hd2"/>
                </a:cxn>
              </a:cxnLst>
              <a:rect l="0" t="0" r="r" b="b"/>
              <a:pathLst>
                <a:path w="21600" h="18490" fill="norm" stroke="1" extrusionOk="0">
                  <a:moveTo>
                    <a:pt x="21600" y="1690"/>
                  </a:moveTo>
                  <a:cubicBezTo>
                    <a:pt x="21600" y="-710"/>
                    <a:pt x="21600" y="6490"/>
                    <a:pt x="21600" y="6490"/>
                  </a:cubicBezTo>
                  <a:cubicBezTo>
                    <a:pt x="21600" y="11290"/>
                    <a:pt x="21600" y="16090"/>
                    <a:pt x="18000" y="18490"/>
                  </a:cubicBezTo>
                  <a:cubicBezTo>
                    <a:pt x="18000" y="18490"/>
                    <a:pt x="0" y="8890"/>
                    <a:pt x="0" y="4090"/>
                  </a:cubicBezTo>
                  <a:cubicBezTo>
                    <a:pt x="0" y="4090"/>
                    <a:pt x="7200" y="1690"/>
                    <a:pt x="10800" y="4090"/>
                  </a:cubicBezTo>
                  <a:cubicBezTo>
                    <a:pt x="14400" y="6490"/>
                    <a:pt x="18000" y="6490"/>
                    <a:pt x="21600" y="1690"/>
                  </a:cubicBezTo>
                  <a:cubicBezTo>
                    <a:pt x="21600" y="-3110"/>
                    <a:pt x="21600" y="4090"/>
                    <a:pt x="21600" y="169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1" name="Shape 5331"/>
            <p:cNvSpPr/>
            <p:nvPr/>
          </p:nvSpPr>
          <p:spPr>
            <a:xfrm>
              <a:off x="8284061" y="2409788"/>
              <a:ext cx="53469" cy="45840"/>
            </a:xfrm>
            <a:custGeom>
              <a:avLst/>
              <a:gdLst/>
              <a:ahLst/>
              <a:cxnLst>
                <a:cxn ang="0">
                  <a:pos x="wd2" y="hd2"/>
                </a:cxn>
                <a:cxn ang="5400000">
                  <a:pos x="wd2" y="hd2"/>
                </a:cxn>
                <a:cxn ang="10800000">
                  <a:pos x="wd2" y="hd2"/>
                </a:cxn>
                <a:cxn ang="16200000">
                  <a:pos x="wd2" y="hd2"/>
                </a:cxn>
              </a:cxnLst>
              <a:rect l="0" t="0" r="r" b="b"/>
              <a:pathLst>
                <a:path w="15106" h="12951" fill="norm" stroke="1" extrusionOk="0">
                  <a:moveTo>
                    <a:pt x="13855" y="12171"/>
                  </a:moveTo>
                  <a:cubicBezTo>
                    <a:pt x="11155" y="14871"/>
                    <a:pt x="-2345" y="6771"/>
                    <a:pt x="355" y="4071"/>
                  </a:cubicBezTo>
                  <a:cubicBezTo>
                    <a:pt x="5755" y="-6729"/>
                    <a:pt x="19255" y="6771"/>
                    <a:pt x="13855" y="12171"/>
                  </a:cubicBezTo>
                  <a:cubicBezTo>
                    <a:pt x="11155" y="14871"/>
                    <a:pt x="16555" y="9471"/>
                    <a:pt x="13855" y="121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2" name="Shape 5332"/>
            <p:cNvSpPr/>
            <p:nvPr/>
          </p:nvSpPr>
          <p:spPr>
            <a:xfrm>
              <a:off x="7941277" y="3351193"/>
              <a:ext cx="39373" cy="28097"/>
            </a:xfrm>
            <a:custGeom>
              <a:avLst/>
              <a:gdLst/>
              <a:ahLst/>
              <a:cxnLst>
                <a:cxn ang="0">
                  <a:pos x="wd2" y="hd2"/>
                </a:cxn>
                <a:cxn ang="5400000">
                  <a:pos x="wd2" y="hd2"/>
                </a:cxn>
                <a:cxn ang="10800000">
                  <a:pos x="wd2" y="hd2"/>
                </a:cxn>
                <a:cxn ang="16200000">
                  <a:pos x="wd2" y="hd2"/>
                </a:cxn>
              </a:cxnLst>
              <a:rect l="0" t="0" r="r" b="b"/>
              <a:pathLst>
                <a:path w="19069" h="17318" fill="norm" stroke="1" extrusionOk="0">
                  <a:moveTo>
                    <a:pt x="17280" y="10800"/>
                  </a:moveTo>
                  <a:cubicBezTo>
                    <a:pt x="21600" y="5400"/>
                    <a:pt x="17280" y="21600"/>
                    <a:pt x="12960" y="16200"/>
                  </a:cubicBezTo>
                  <a:cubicBezTo>
                    <a:pt x="12960" y="16200"/>
                    <a:pt x="0" y="10800"/>
                    <a:pt x="0" y="10800"/>
                  </a:cubicBezTo>
                  <a:cubicBezTo>
                    <a:pt x="0" y="10800"/>
                    <a:pt x="12960" y="0"/>
                    <a:pt x="17280" y="0"/>
                  </a:cubicBezTo>
                  <a:cubicBezTo>
                    <a:pt x="17280" y="0"/>
                    <a:pt x="12960" y="10800"/>
                    <a:pt x="17280" y="10800"/>
                  </a:cubicBezTo>
                  <a:cubicBezTo>
                    <a:pt x="21600" y="5400"/>
                    <a:pt x="12960" y="10800"/>
                    <a:pt x="17280"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3" name="Shape 5333"/>
            <p:cNvSpPr/>
            <p:nvPr/>
          </p:nvSpPr>
          <p:spPr>
            <a:xfrm>
              <a:off x="7490848" y="2214380"/>
              <a:ext cx="43737" cy="48152"/>
            </a:xfrm>
            <a:custGeom>
              <a:avLst/>
              <a:gdLst/>
              <a:ahLst/>
              <a:cxnLst>
                <a:cxn ang="0">
                  <a:pos x="wd2" y="hd2"/>
                </a:cxn>
                <a:cxn ang="5400000">
                  <a:pos x="wd2" y="hd2"/>
                </a:cxn>
                <a:cxn ang="10800000">
                  <a:pos x="wd2" y="hd2"/>
                </a:cxn>
                <a:cxn ang="16200000">
                  <a:pos x="wd2" y="hd2"/>
                </a:cxn>
              </a:cxnLst>
              <a:rect l="0" t="0" r="r" b="b"/>
              <a:pathLst>
                <a:path w="16476" h="18139" fill="norm" stroke="1" extrusionOk="0">
                  <a:moveTo>
                    <a:pt x="14876" y="1039"/>
                  </a:moveTo>
                  <a:cubicBezTo>
                    <a:pt x="18476" y="4639"/>
                    <a:pt x="11276" y="8239"/>
                    <a:pt x="11276" y="15439"/>
                  </a:cubicBezTo>
                  <a:cubicBezTo>
                    <a:pt x="7676" y="19039"/>
                    <a:pt x="4076" y="19039"/>
                    <a:pt x="476" y="15439"/>
                  </a:cubicBezTo>
                  <a:cubicBezTo>
                    <a:pt x="-3124" y="11839"/>
                    <a:pt x="14876" y="-2561"/>
                    <a:pt x="14876" y="1039"/>
                  </a:cubicBezTo>
                  <a:cubicBezTo>
                    <a:pt x="18476" y="4639"/>
                    <a:pt x="14876" y="-2561"/>
                    <a:pt x="14876" y="103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4" name="Shape 5334"/>
            <p:cNvSpPr/>
            <p:nvPr/>
          </p:nvSpPr>
          <p:spPr>
            <a:xfrm>
              <a:off x="7511229" y="2282085"/>
              <a:ext cx="28671" cy="21064"/>
            </a:xfrm>
            <a:custGeom>
              <a:avLst/>
              <a:gdLst/>
              <a:ahLst/>
              <a:cxnLst>
                <a:cxn ang="0">
                  <a:pos x="wd2" y="hd2"/>
                </a:cxn>
                <a:cxn ang="5400000">
                  <a:pos x="wd2" y="hd2"/>
                </a:cxn>
                <a:cxn ang="10800000">
                  <a:pos x="wd2" y="hd2"/>
                </a:cxn>
                <a:cxn ang="16200000">
                  <a:pos x="wd2" y="hd2"/>
                </a:cxn>
              </a:cxnLst>
              <a:rect l="0" t="0" r="r" b="b"/>
              <a:pathLst>
                <a:path w="21600" h="15869" fill="norm" stroke="1" extrusionOk="0">
                  <a:moveTo>
                    <a:pt x="21600" y="1469"/>
                  </a:moveTo>
                  <a:cubicBezTo>
                    <a:pt x="14400" y="1469"/>
                    <a:pt x="0" y="1469"/>
                    <a:pt x="0" y="8669"/>
                  </a:cubicBezTo>
                  <a:cubicBezTo>
                    <a:pt x="0" y="15869"/>
                    <a:pt x="14400" y="15869"/>
                    <a:pt x="14400" y="15869"/>
                  </a:cubicBezTo>
                  <a:cubicBezTo>
                    <a:pt x="21600" y="15869"/>
                    <a:pt x="21600" y="-5731"/>
                    <a:pt x="21600" y="1469"/>
                  </a:cubicBezTo>
                  <a:cubicBezTo>
                    <a:pt x="14400" y="1469"/>
                    <a:pt x="21600" y="1469"/>
                    <a:pt x="21600" y="146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5" name="Shape 5335"/>
            <p:cNvSpPr/>
            <p:nvPr/>
          </p:nvSpPr>
          <p:spPr>
            <a:xfrm>
              <a:off x="7544564" y="2303150"/>
              <a:ext cx="11264" cy="9557"/>
            </a:xfrm>
            <a:custGeom>
              <a:avLst/>
              <a:gdLst/>
              <a:ahLst/>
              <a:cxnLst>
                <a:cxn ang="0">
                  <a:pos x="wd2" y="hd2"/>
                </a:cxn>
                <a:cxn ang="5400000">
                  <a:pos x="wd2" y="hd2"/>
                </a:cxn>
                <a:cxn ang="10800000">
                  <a:pos x="wd2" y="hd2"/>
                </a:cxn>
                <a:cxn ang="16200000">
                  <a:pos x="wd2" y="hd2"/>
                </a:cxn>
              </a:cxnLst>
              <a:rect l="0" t="0" r="r" b="b"/>
              <a:pathLst>
                <a:path w="15274" h="21600" fill="norm" stroke="1" extrusionOk="0">
                  <a:moveTo>
                    <a:pt x="15274" y="0"/>
                  </a:moveTo>
                  <a:cubicBezTo>
                    <a:pt x="4474" y="0"/>
                    <a:pt x="-6326" y="21600"/>
                    <a:pt x="4474" y="21600"/>
                  </a:cubicBezTo>
                  <a:cubicBezTo>
                    <a:pt x="15274" y="21600"/>
                    <a:pt x="15274" y="0"/>
                    <a:pt x="15274"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6" name="Shape 5336"/>
            <p:cNvSpPr/>
            <p:nvPr/>
          </p:nvSpPr>
          <p:spPr>
            <a:xfrm>
              <a:off x="7539898" y="2328634"/>
              <a:ext cx="9557" cy="191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0800"/>
                    <a:pt x="0" y="21600"/>
                    <a:pt x="0" y="21600"/>
                  </a:cubicBezTo>
                  <a:cubicBezTo>
                    <a:pt x="21600" y="21600"/>
                    <a:pt x="21600" y="0"/>
                    <a:pt x="216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7" name="Shape 5337"/>
            <p:cNvSpPr/>
            <p:nvPr/>
          </p:nvSpPr>
          <p:spPr>
            <a:xfrm>
              <a:off x="7544564" y="2347745"/>
              <a:ext cx="11264" cy="9557"/>
            </a:xfrm>
            <a:custGeom>
              <a:avLst/>
              <a:gdLst/>
              <a:ahLst/>
              <a:cxnLst>
                <a:cxn ang="0">
                  <a:pos x="wd2" y="hd2"/>
                </a:cxn>
                <a:cxn ang="5400000">
                  <a:pos x="wd2" y="hd2"/>
                </a:cxn>
                <a:cxn ang="10800000">
                  <a:pos x="wd2" y="hd2"/>
                </a:cxn>
                <a:cxn ang="16200000">
                  <a:pos x="wd2" y="hd2"/>
                </a:cxn>
              </a:cxnLst>
              <a:rect l="0" t="0" r="r" b="b"/>
              <a:pathLst>
                <a:path w="15274" h="21600" fill="norm" stroke="1" extrusionOk="0">
                  <a:moveTo>
                    <a:pt x="15274" y="0"/>
                  </a:moveTo>
                  <a:cubicBezTo>
                    <a:pt x="4474" y="0"/>
                    <a:pt x="-6326" y="21600"/>
                    <a:pt x="4474" y="21600"/>
                  </a:cubicBezTo>
                  <a:cubicBezTo>
                    <a:pt x="15274" y="21600"/>
                    <a:pt x="15274" y="0"/>
                    <a:pt x="15274"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8" name="Shape 5338"/>
            <p:cNvSpPr/>
            <p:nvPr/>
          </p:nvSpPr>
          <p:spPr>
            <a:xfrm>
              <a:off x="7613165" y="2487908"/>
              <a:ext cx="4248" cy="19115"/>
            </a:xfrm>
            <a:custGeom>
              <a:avLst/>
              <a:gdLst/>
              <a:ahLst/>
              <a:cxnLst>
                <a:cxn ang="0">
                  <a:pos x="wd2" y="hd2"/>
                </a:cxn>
                <a:cxn ang="5400000">
                  <a:pos x="wd2" y="hd2"/>
                </a:cxn>
                <a:cxn ang="10800000">
                  <a:pos x="wd2" y="hd2"/>
                </a:cxn>
                <a:cxn ang="16200000">
                  <a:pos x="wd2" y="hd2"/>
                </a:cxn>
              </a:cxnLst>
              <a:rect l="0" t="0" r="r" b="b"/>
              <a:pathLst>
                <a:path w="9600" h="21600" fill="norm" stroke="1" extrusionOk="0">
                  <a:moveTo>
                    <a:pt x="0" y="0"/>
                  </a:moveTo>
                  <a:cubicBezTo>
                    <a:pt x="0" y="10800"/>
                    <a:pt x="0" y="21600"/>
                    <a:pt x="0" y="21600"/>
                  </a:cubicBezTo>
                  <a:cubicBezTo>
                    <a:pt x="0" y="21600"/>
                    <a:pt x="21600" y="0"/>
                    <a:pt x="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39" name="Shape 5339"/>
            <p:cNvSpPr/>
            <p:nvPr/>
          </p:nvSpPr>
          <p:spPr>
            <a:xfrm>
              <a:off x="7756611" y="2075442"/>
              <a:ext cx="15835" cy="30205"/>
            </a:xfrm>
            <a:custGeom>
              <a:avLst/>
              <a:gdLst/>
              <a:ahLst/>
              <a:cxnLst>
                <a:cxn ang="0">
                  <a:pos x="wd2" y="hd2"/>
                </a:cxn>
                <a:cxn ang="5400000">
                  <a:pos x="wd2" y="hd2"/>
                </a:cxn>
                <a:cxn ang="10800000">
                  <a:pos x="wd2" y="hd2"/>
                </a:cxn>
                <a:cxn ang="16200000">
                  <a:pos x="wd2" y="hd2"/>
                </a:cxn>
              </a:cxnLst>
              <a:rect l="0" t="0" r="r" b="b"/>
              <a:pathLst>
                <a:path w="17894" h="17067" fill="norm" stroke="1" extrusionOk="0">
                  <a:moveTo>
                    <a:pt x="7094" y="17067"/>
                  </a:moveTo>
                  <a:cubicBezTo>
                    <a:pt x="-3706" y="11667"/>
                    <a:pt x="-3706" y="867"/>
                    <a:pt x="17894" y="867"/>
                  </a:cubicBezTo>
                  <a:cubicBezTo>
                    <a:pt x="17894" y="-4533"/>
                    <a:pt x="17894" y="17067"/>
                    <a:pt x="7094" y="17067"/>
                  </a:cubicBezTo>
                  <a:cubicBezTo>
                    <a:pt x="-3706" y="11667"/>
                    <a:pt x="7094" y="17067"/>
                    <a:pt x="7094" y="170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0" name="Shape 5340"/>
            <p:cNvSpPr/>
            <p:nvPr/>
          </p:nvSpPr>
          <p:spPr>
            <a:xfrm>
              <a:off x="4383022" y="8034457"/>
              <a:ext cx="102203" cy="45150"/>
            </a:xfrm>
            <a:custGeom>
              <a:avLst/>
              <a:gdLst/>
              <a:ahLst/>
              <a:cxnLst>
                <a:cxn ang="0">
                  <a:pos x="wd2" y="hd2"/>
                </a:cxn>
                <a:cxn ang="5400000">
                  <a:pos x="wd2" y="hd2"/>
                </a:cxn>
                <a:cxn ang="10800000">
                  <a:pos x="wd2" y="hd2"/>
                </a:cxn>
                <a:cxn ang="16200000">
                  <a:pos x="wd2" y="hd2"/>
                </a:cxn>
              </a:cxnLst>
              <a:rect l="0" t="0" r="r" b="b"/>
              <a:pathLst>
                <a:path w="19800" h="17008" fill="norm" stroke="1" extrusionOk="0">
                  <a:moveTo>
                    <a:pt x="18000" y="8208"/>
                  </a:moveTo>
                  <a:cubicBezTo>
                    <a:pt x="16200" y="8208"/>
                    <a:pt x="16200" y="4608"/>
                    <a:pt x="14400" y="4608"/>
                  </a:cubicBezTo>
                  <a:cubicBezTo>
                    <a:pt x="12600" y="4608"/>
                    <a:pt x="10800" y="4608"/>
                    <a:pt x="9000" y="4608"/>
                  </a:cubicBezTo>
                  <a:cubicBezTo>
                    <a:pt x="7200" y="4608"/>
                    <a:pt x="7200" y="-2592"/>
                    <a:pt x="5400" y="1008"/>
                  </a:cubicBezTo>
                  <a:cubicBezTo>
                    <a:pt x="5400" y="1008"/>
                    <a:pt x="0" y="8208"/>
                    <a:pt x="0" y="8208"/>
                  </a:cubicBezTo>
                  <a:cubicBezTo>
                    <a:pt x="0" y="8208"/>
                    <a:pt x="3600" y="15408"/>
                    <a:pt x="3600" y="15408"/>
                  </a:cubicBezTo>
                  <a:cubicBezTo>
                    <a:pt x="5400" y="19008"/>
                    <a:pt x="9000" y="15408"/>
                    <a:pt x="10800" y="15408"/>
                  </a:cubicBezTo>
                  <a:cubicBezTo>
                    <a:pt x="12600" y="15408"/>
                    <a:pt x="19800" y="11808"/>
                    <a:pt x="19800" y="8208"/>
                  </a:cubicBezTo>
                  <a:cubicBezTo>
                    <a:pt x="18000" y="8208"/>
                    <a:pt x="18000" y="8208"/>
                    <a:pt x="18000" y="8208"/>
                  </a:cubicBezTo>
                  <a:cubicBezTo>
                    <a:pt x="16200" y="8208"/>
                    <a:pt x="21600" y="4608"/>
                    <a:pt x="18000" y="820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1" name="Shape 5341"/>
            <p:cNvSpPr/>
            <p:nvPr/>
          </p:nvSpPr>
          <p:spPr>
            <a:xfrm>
              <a:off x="4373464" y="8091867"/>
              <a:ext cx="69502" cy="45078"/>
            </a:xfrm>
            <a:custGeom>
              <a:avLst/>
              <a:gdLst/>
              <a:ahLst/>
              <a:cxnLst>
                <a:cxn ang="0">
                  <a:pos x="wd2" y="hd2"/>
                </a:cxn>
                <a:cxn ang="5400000">
                  <a:pos x="wd2" y="hd2"/>
                </a:cxn>
                <a:cxn ang="10800000">
                  <a:pos x="wd2" y="hd2"/>
                </a:cxn>
                <a:cxn ang="16200000">
                  <a:pos x="wd2" y="hd2"/>
                </a:cxn>
              </a:cxnLst>
              <a:rect l="0" t="0" r="r" b="b"/>
              <a:pathLst>
                <a:path w="18125" h="16981" fill="norm" stroke="1" extrusionOk="0">
                  <a:moveTo>
                    <a:pt x="16800" y="8181"/>
                  </a:moveTo>
                  <a:cubicBezTo>
                    <a:pt x="16800" y="4581"/>
                    <a:pt x="0" y="-2619"/>
                    <a:pt x="0" y="981"/>
                  </a:cubicBezTo>
                  <a:cubicBezTo>
                    <a:pt x="0" y="981"/>
                    <a:pt x="4800" y="4581"/>
                    <a:pt x="4800" y="4581"/>
                  </a:cubicBezTo>
                  <a:cubicBezTo>
                    <a:pt x="7200" y="8181"/>
                    <a:pt x="2400" y="11781"/>
                    <a:pt x="2400" y="15381"/>
                  </a:cubicBezTo>
                  <a:cubicBezTo>
                    <a:pt x="2400" y="18981"/>
                    <a:pt x="7200" y="15381"/>
                    <a:pt x="7200" y="15381"/>
                  </a:cubicBezTo>
                  <a:cubicBezTo>
                    <a:pt x="9600" y="11781"/>
                    <a:pt x="7200" y="15381"/>
                    <a:pt x="9600" y="15381"/>
                  </a:cubicBezTo>
                  <a:cubicBezTo>
                    <a:pt x="12000" y="18981"/>
                    <a:pt x="21600" y="11781"/>
                    <a:pt x="16800" y="8181"/>
                  </a:cubicBezTo>
                  <a:cubicBezTo>
                    <a:pt x="14400" y="4581"/>
                    <a:pt x="19200" y="8181"/>
                    <a:pt x="16800" y="818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2" name="Shape 5342"/>
            <p:cNvSpPr/>
            <p:nvPr/>
          </p:nvSpPr>
          <p:spPr>
            <a:xfrm>
              <a:off x="4363910" y="8011648"/>
              <a:ext cx="62789" cy="34392"/>
            </a:xfrm>
            <a:custGeom>
              <a:avLst/>
              <a:gdLst/>
              <a:ahLst/>
              <a:cxnLst>
                <a:cxn ang="0">
                  <a:pos x="wd2" y="hd2"/>
                </a:cxn>
                <a:cxn ang="5400000">
                  <a:pos x="wd2" y="hd2"/>
                </a:cxn>
                <a:cxn ang="10800000">
                  <a:pos x="wd2" y="hd2"/>
                </a:cxn>
                <a:cxn ang="16200000">
                  <a:pos x="wd2" y="hd2"/>
                </a:cxn>
              </a:cxnLst>
              <a:rect l="0" t="0" r="r" b="b"/>
              <a:pathLst>
                <a:path w="18511" h="16657" fill="norm" stroke="1" extrusionOk="0">
                  <a:moveTo>
                    <a:pt x="16200" y="0"/>
                  </a:moveTo>
                  <a:cubicBezTo>
                    <a:pt x="13500" y="0"/>
                    <a:pt x="10800" y="4320"/>
                    <a:pt x="8100" y="4320"/>
                  </a:cubicBezTo>
                  <a:cubicBezTo>
                    <a:pt x="5400" y="0"/>
                    <a:pt x="0" y="4320"/>
                    <a:pt x="0" y="4320"/>
                  </a:cubicBezTo>
                  <a:cubicBezTo>
                    <a:pt x="2700" y="0"/>
                    <a:pt x="0" y="17280"/>
                    <a:pt x="0" y="12960"/>
                  </a:cubicBezTo>
                  <a:cubicBezTo>
                    <a:pt x="2700" y="21600"/>
                    <a:pt x="10800" y="12960"/>
                    <a:pt x="13500" y="8640"/>
                  </a:cubicBezTo>
                  <a:cubicBezTo>
                    <a:pt x="16200" y="8640"/>
                    <a:pt x="21600" y="0"/>
                    <a:pt x="16200" y="0"/>
                  </a:cubicBezTo>
                  <a:cubicBezTo>
                    <a:pt x="13500" y="0"/>
                    <a:pt x="21600" y="0"/>
                    <a:pt x="162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3" name="Shape 5343"/>
            <p:cNvSpPr/>
            <p:nvPr/>
          </p:nvSpPr>
          <p:spPr>
            <a:xfrm>
              <a:off x="4334169" y="8054323"/>
              <a:ext cx="59481" cy="32520"/>
            </a:xfrm>
            <a:custGeom>
              <a:avLst/>
              <a:gdLst/>
              <a:ahLst/>
              <a:cxnLst>
                <a:cxn ang="0">
                  <a:pos x="wd2" y="hd2"/>
                </a:cxn>
                <a:cxn ang="5400000">
                  <a:pos x="wd2" y="hd2"/>
                </a:cxn>
                <a:cxn ang="10800000">
                  <a:pos x="wd2" y="hd2"/>
                </a:cxn>
                <a:cxn ang="16200000">
                  <a:pos x="wd2" y="hd2"/>
                </a:cxn>
              </a:cxnLst>
              <a:rect l="0" t="0" r="r" b="b"/>
              <a:pathLst>
                <a:path w="16805" h="14699" fill="norm" stroke="1" extrusionOk="0">
                  <a:moveTo>
                    <a:pt x="16502" y="13829"/>
                  </a:moveTo>
                  <a:cubicBezTo>
                    <a:pt x="13802" y="9509"/>
                    <a:pt x="-2398" y="-3451"/>
                    <a:pt x="302" y="869"/>
                  </a:cubicBezTo>
                  <a:cubicBezTo>
                    <a:pt x="3002" y="5189"/>
                    <a:pt x="19202" y="18149"/>
                    <a:pt x="16502" y="138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4" name="Shape 5344"/>
            <p:cNvSpPr/>
            <p:nvPr/>
          </p:nvSpPr>
          <p:spPr>
            <a:xfrm>
              <a:off x="4306570" y="7986255"/>
              <a:ext cx="21064" cy="19793"/>
            </a:xfrm>
            <a:custGeom>
              <a:avLst/>
              <a:gdLst/>
              <a:ahLst/>
              <a:cxnLst>
                <a:cxn ang="0">
                  <a:pos x="wd2" y="hd2"/>
                </a:cxn>
                <a:cxn ang="5400000">
                  <a:pos x="wd2" y="hd2"/>
                </a:cxn>
                <a:cxn ang="10800000">
                  <a:pos x="wd2" y="hd2"/>
                </a:cxn>
                <a:cxn ang="16200000">
                  <a:pos x="wd2" y="hd2"/>
                </a:cxn>
              </a:cxnLst>
              <a:rect l="0" t="0" r="r" b="b"/>
              <a:pathLst>
                <a:path w="15869" h="14912" fill="norm" stroke="1" extrusionOk="0">
                  <a:moveTo>
                    <a:pt x="14400" y="11929"/>
                  </a:moveTo>
                  <a:cubicBezTo>
                    <a:pt x="14400" y="19129"/>
                    <a:pt x="7200" y="11929"/>
                    <a:pt x="0" y="4729"/>
                  </a:cubicBezTo>
                  <a:cubicBezTo>
                    <a:pt x="0" y="-2471"/>
                    <a:pt x="21600" y="-2471"/>
                    <a:pt x="14400" y="11929"/>
                  </a:cubicBezTo>
                  <a:cubicBezTo>
                    <a:pt x="14400" y="19129"/>
                    <a:pt x="14400" y="4729"/>
                    <a:pt x="14400" y="119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5" name="Shape 5345"/>
            <p:cNvSpPr/>
            <p:nvPr/>
          </p:nvSpPr>
          <p:spPr>
            <a:xfrm>
              <a:off x="4306570" y="7906525"/>
              <a:ext cx="57340" cy="61299"/>
            </a:xfrm>
            <a:custGeom>
              <a:avLst/>
              <a:gdLst/>
              <a:ahLst/>
              <a:cxnLst>
                <a:cxn ang="0">
                  <a:pos x="wd2" y="hd2"/>
                </a:cxn>
                <a:cxn ang="5400000">
                  <a:pos x="wd2" y="hd2"/>
                </a:cxn>
                <a:cxn ang="10800000">
                  <a:pos x="wd2" y="hd2"/>
                </a:cxn>
                <a:cxn ang="16200000">
                  <a:pos x="wd2" y="hd2"/>
                </a:cxn>
              </a:cxnLst>
              <a:rect l="0" t="0" r="r" b="b"/>
              <a:pathLst>
                <a:path w="18514" h="19792" fill="norm" stroke="1" extrusionOk="0">
                  <a:moveTo>
                    <a:pt x="15429" y="6171"/>
                  </a:moveTo>
                  <a:cubicBezTo>
                    <a:pt x="15429" y="3086"/>
                    <a:pt x="12343" y="3086"/>
                    <a:pt x="12343" y="0"/>
                  </a:cubicBezTo>
                  <a:cubicBezTo>
                    <a:pt x="9257" y="0"/>
                    <a:pt x="3086" y="0"/>
                    <a:pt x="6171" y="3086"/>
                  </a:cubicBezTo>
                  <a:cubicBezTo>
                    <a:pt x="12343" y="9257"/>
                    <a:pt x="3086" y="6171"/>
                    <a:pt x="0" y="3086"/>
                  </a:cubicBezTo>
                  <a:cubicBezTo>
                    <a:pt x="3086" y="9257"/>
                    <a:pt x="6171" y="9257"/>
                    <a:pt x="6171" y="12343"/>
                  </a:cubicBezTo>
                  <a:cubicBezTo>
                    <a:pt x="9257" y="18514"/>
                    <a:pt x="3086" y="15429"/>
                    <a:pt x="0" y="18514"/>
                  </a:cubicBezTo>
                  <a:cubicBezTo>
                    <a:pt x="0" y="21600"/>
                    <a:pt x="12343" y="18514"/>
                    <a:pt x="9257" y="15429"/>
                  </a:cubicBezTo>
                  <a:cubicBezTo>
                    <a:pt x="9257" y="15429"/>
                    <a:pt x="12343" y="9257"/>
                    <a:pt x="12343" y="6171"/>
                  </a:cubicBezTo>
                  <a:cubicBezTo>
                    <a:pt x="12343" y="6171"/>
                    <a:pt x="12343" y="9257"/>
                    <a:pt x="12343" y="12343"/>
                  </a:cubicBezTo>
                  <a:cubicBezTo>
                    <a:pt x="12343" y="9257"/>
                    <a:pt x="18514" y="6171"/>
                    <a:pt x="18514" y="6171"/>
                  </a:cubicBezTo>
                  <a:cubicBezTo>
                    <a:pt x="18514" y="6171"/>
                    <a:pt x="18514" y="6171"/>
                    <a:pt x="15429" y="6171"/>
                  </a:cubicBezTo>
                  <a:cubicBezTo>
                    <a:pt x="15429" y="3086"/>
                    <a:pt x="21600" y="6171"/>
                    <a:pt x="15429" y="61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6" name="Shape 5346"/>
            <p:cNvSpPr/>
            <p:nvPr/>
          </p:nvSpPr>
          <p:spPr>
            <a:xfrm>
              <a:off x="4297012" y="7800253"/>
              <a:ext cx="47783" cy="68625"/>
            </a:xfrm>
            <a:custGeom>
              <a:avLst/>
              <a:gdLst/>
              <a:ahLst/>
              <a:cxnLst>
                <a:cxn ang="0">
                  <a:pos x="wd2" y="hd2"/>
                </a:cxn>
                <a:cxn ang="5400000">
                  <a:pos x="wd2" y="hd2"/>
                </a:cxn>
                <a:cxn ang="10800000">
                  <a:pos x="wd2" y="hd2"/>
                </a:cxn>
                <a:cxn ang="16200000">
                  <a:pos x="wd2" y="hd2"/>
                </a:cxn>
              </a:cxnLst>
              <a:rect l="0" t="0" r="r" b="b"/>
              <a:pathLst>
                <a:path w="21600" h="14541" fill="norm" stroke="1" extrusionOk="0">
                  <a:moveTo>
                    <a:pt x="21600" y="10614"/>
                  </a:moveTo>
                  <a:cubicBezTo>
                    <a:pt x="21600" y="8651"/>
                    <a:pt x="17280" y="-3131"/>
                    <a:pt x="8640" y="796"/>
                  </a:cubicBezTo>
                  <a:cubicBezTo>
                    <a:pt x="8640" y="2760"/>
                    <a:pt x="12960" y="8651"/>
                    <a:pt x="4320" y="8651"/>
                  </a:cubicBezTo>
                  <a:cubicBezTo>
                    <a:pt x="0" y="8651"/>
                    <a:pt x="0" y="10614"/>
                    <a:pt x="0" y="14542"/>
                  </a:cubicBezTo>
                  <a:cubicBezTo>
                    <a:pt x="4320" y="14542"/>
                    <a:pt x="8640" y="10614"/>
                    <a:pt x="8640" y="10614"/>
                  </a:cubicBezTo>
                  <a:cubicBezTo>
                    <a:pt x="4320" y="10614"/>
                    <a:pt x="21600" y="18469"/>
                    <a:pt x="21600" y="10614"/>
                  </a:cubicBezTo>
                  <a:cubicBezTo>
                    <a:pt x="21600" y="8651"/>
                    <a:pt x="21600" y="12578"/>
                    <a:pt x="21600" y="1061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7" name="Shape 5347"/>
            <p:cNvSpPr/>
            <p:nvPr/>
          </p:nvSpPr>
          <p:spPr>
            <a:xfrm>
              <a:off x="4294408" y="7882940"/>
              <a:ext cx="21718" cy="42696"/>
            </a:xfrm>
            <a:custGeom>
              <a:avLst/>
              <a:gdLst/>
              <a:ahLst/>
              <a:cxnLst>
                <a:cxn ang="0">
                  <a:pos x="wd2" y="hd2"/>
                </a:cxn>
                <a:cxn ang="5400000">
                  <a:pos x="wd2" y="hd2"/>
                </a:cxn>
                <a:cxn ang="10800000">
                  <a:pos x="wd2" y="hd2"/>
                </a:cxn>
                <a:cxn ang="16200000">
                  <a:pos x="wd2" y="hd2"/>
                </a:cxn>
              </a:cxnLst>
              <a:rect l="0" t="0" r="r" b="b"/>
              <a:pathLst>
                <a:path w="16362" h="16084" fill="norm" stroke="1" extrusionOk="0">
                  <a:moveTo>
                    <a:pt x="16362" y="1684"/>
                  </a:moveTo>
                  <a:cubicBezTo>
                    <a:pt x="9162" y="-5516"/>
                    <a:pt x="-5238" y="12484"/>
                    <a:pt x="1962" y="16084"/>
                  </a:cubicBezTo>
                  <a:cubicBezTo>
                    <a:pt x="-5238" y="12484"/>
                    <a:pt x="16362" y="5284"/>
                    <a:pt x="16362" y="1684"/>
                  </a:cubicBezTo>
                  <a:cubicBezTo>
                    <a:pt x="9162" y="-1916"/>
                    <a:pt x="16362" y="1684"/>
                    <a:pt x="16362" y="168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8" name="Shape 5348"/>
            <p:cNvSpPr/>
            <p:nvPr/>
          </p:nvSpPr>
          <p:spPr>
            <a:xfrm>
              <a:off x="4287456" y="7747248"/>
              <a:ext cx="47784" cy="668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6171"/>
                  </a:moveTo>
                  <a:cubicBezTo>
                    <a:pt x="12960" y="9257"/>
                    <a:pt x="12960" y="0"/>
                    <a:pt x="12960" y="0"/>
                  </a:cubicBezTo>
                  <a:cubicBezTo>
                    <a:pt x="12960" y="0"/>
                    <a:pt x="12960" y="9257"/>
                    <a:pt x="8640" y="9257"/>
                  </a:cubicBezTo>
                  <a:cubicBezTo>
                    <a:pt x="8640" y="9257"/>
                    <a:pt x="8640" y="6171"/>
                    <a:pt x="4320" y="6171"/>
                  </a:cubicBezTo>
                  <a:cubicBezTo>
                    <a:pt x="8640" y="6171"/>
                    <a:pt x="0" y="15429"/>
                    <a:pt x="0" y="15429"/>
                  </a:cubicBezTo>
                  <a:cubicBezTo>
                    <a:pt x="0" y="12343"/>
                    <a:pt x="17280" y="15429"/>
                    <a:pt x="8640" y="21600"/>
                  </a:cubicBezTo>
                  <a:cubicBezTo>
                    <a:pt x="12960" y="18514"/>
                    <a:pt x="21600" y="18514"/>
                    <a:pt x="21600" y="15429"/>
                  </a:cubicBezTo>
                  <a:cubicBezTo>
                    <a:pt x="21600" y="12343"/>
                    <a:pt x="17280" y="3086"/>
                    <a:pt x="17280" y="6171"/>
                  </a:cubicBezTo>
                  <a:cubicBezTo>
                    <a:pt x="12960" y="9257"/>
                    <a:pt x="17280" y="3086"/>
                    <a:pt x="17280" y="61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49" name="Shape 5349"/>
            <p:cNvSpPr/>
            <p:nvPr/>
          </p:nvSpPr>
          <p:spPr>
            <a:xfrm>
              <a:off x="4335241" y="7562484"/>
              <a:ext cx="35401" cy="38254"/>
            </a:xfrm>
            <a:custGeom>
              <a:avLst/>
              <a:gdLst/>
              <a:ahLst/>
              <a:cxnLst>
                <a:cxn ang="0">
                  <a:pos x="wd2" y="hd2"/>
                </a:cxn>
                <a:cxn ang="5400000">
                  <a:pos x="wd2" y="hd2"/>
                </a:cxn>
                <a:cxn ang="10800000">
                  <a:pos x="wd2" y="hd2"/>
                </a:cxn>
                <a:cxn ang="16200000">
                  <a:pos x="wd2" y="hd2"/>
                </a:cxn>
              </a:cxnLst>
              <a:rect l="0" t="0" r="r" b="b"/>
              <a:pathLst>
                <a:path w="16002" h="18527" fill="norm" stroke="1" extrusionOk="0">
                  <a:moveTo>
                    <a:pt x="12960" y="17280"/>
                  </a:moveTo>
                  <a:cubicBezTo>
                    <a:pt x="21600" y="8640"/>
                    <a:pt x="8640" y="8640"/>
                    <a:pt x="12960" y="0"/>
                  </a:cubicBezTo>
                  <a:cubicBezTo>
                    <a:pt x="12960" y="0"/>
                    <a:pt x="4320" y="0"/>
                    <a:pt x="0" y="0"/>
                  </a:cubicBezTo>
                  <a:cubicBezTo>
                    <a:pt x="0" y="0"/>
                    <a:pt x="8640" y="4320"/>
                    <a:pt x="8640" y="4320"/>
                  </a:cubicBezTo>
                  <a:cubicBezTo>
                    <a:pt x="8640" y="8640"/>
                    <a:pt x="12960" y="17280"/>
                    <a:pt x="12960" y="17280"/>
                  </a:cubicBezTo>
                  <a:cubicBezTo>
                    <a:pt x="17280" y="12960"/>
                    <a:pt x="8640" y="21600"/>
                    <a:pt x="12960"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0" name="Shape 5350"/>
            <p:cNvSpPr/>
            <p:nvPr/>
          </p:nvSpPr>
          <p:spPr>
            <a:xfrm>
              <a:off x="4344797" y="7399269"/>
              <a:ext cx="44467" cy="93140"/>
            </a:xfrm>
            <a:custGeom>
              <a:avLst/>
              <a:gdLst/>
              <a:ahLst/>
              <a:cxnLst>
                <a:cxn ang="0">
                  <a:pos x="wd2" y="hd2"/>
                </a:cxn>
                <a:cxn ang="5400000">
                  <a:pos x="wd2" y="hd2"/>
                </a:cxn>
                <a:cxn ang="10800000">
                  <a:pos x="wd2" y="hd2"/>
                </a:cxn>
                <a:cxn ang="16200000">
                  <a:pos x="wd2" y="hd2"/>
                </a:cxn>
              </a:cxnLst>
              <a:rect l="0" t="0" r="r" b="b"/>
              <a:pathLst>
                <a:path w="16751" h="19736" fill="norm" stroke="1" extrusionOk="0">
                  <a:moveTo>
                    <a:pt x="10800" y="18446"/>
                  </a:moveTo>
                  <a:cubicBezTo>
                    <a:pt x="3600" y="20410"/>
                    <a:pt x="0" y="20410"/>
                    <a:pt x="0" y="16483"/>
                  </a:cubicBezTo>
                  <a:cubicBezTo>
                    <a:pt x="3600" y="12555"/>
                    <a:pt x="3600" y="6665"/>
                    <a:pt x="3600" y="2737"/>
                  </a:cubicBezTo>
                  <a:cubicBezTo>
                    <a:pt x="3600" y="-1190"/>
                    <a:pt x="18000" y="-1190"/>
                    <a:pt x="14400" y="4701"/>
                  </a:cubicBezTo>
                  <a:cubicBezTo>
                    <a:pt x="14400" y="8628"/>
                    <a:pt x="21600" y="14519"/>
                    <a:pt x="10800" y="18446"/>
                  </a:cubicBezTo>
                  <a:cubicBezTo>
                    <a:pt x="7200" y="18446"/>
                    <a:pt x="14400" y="16483"/>
                    <a:pt x="10800" y="1844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1" name="Shape 5351"/>
            <p:cNvSpPr/>
            <p:nvPr/>
          </p:nvSpPr>
          <p:spPr>
            <a:xfrm>
              <a:off x="4539231" y="4750229"/>
              <a:ext cx="26552" cy="25468"/>
            </a:xfrm>
            <a:custGeom>
              <a:avLst/>
              <a:gdLst/>
              <a:ahLst/>
              <a:cxnLst>
                <a:cxn ang="0">
                  <a:pos x="wd2" y="hd2"/>
                </a:cxn>
                <a:cxn ang="5400000">
                  <a:pos x="wd2" y="hd2"/>
                </a:cxn>
                <a:cxn ang="10800000">
                  <a:pos x="wd2" y="hd2"/>
                </a:cxn>
                <a:cxn ang="16200000">
                  <a:pos x="wd2" y="hd2"/>
                </a:cxn>
              </a:cxnLst>
              <a:rect l="0" t="0" r="r" b="b"/>
              <a:pathLst>
                <a:path w="12860" h="14390" fill="norm" stroke="1" extrusionOk="0">
                  <a:moveTo>
                    <a:pt x="9817" y="12272"/>
                  </a:moveTo>
                  <a:cubicBezTo>
                    <a:pt x="5497" y="17672"/>
                    <a:pt x="-3143" y="12272"/>
                    <a:pt x="1177" y="1472"/>
                  </a:cubicBezTo>
                  <a:cubicBezTo>
                    <a:pt x="1177" y="-3928"/>
                    <a:pt x="18457" y="6872"/>
                    <a:pt x="9817" y="12272"/>
                  </a:cubicBezTo>
                  <a:cubicBezTo>
                    <a:pt x="5497" y="17672"/>
                    <a:pt x="18457" y="6872"/>
                    <a:pt x="9817" y="1227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2" name="Shape 5352"/>
            <p:cNvSpPr/>
            <p:nvPr/>
          </p:nvSpPr>
          <p:spPr>
            <a:xfrm>
              <a:off x="4939135" y="4813806"/>
              <a:ext cx="36074" cy="42485"/>
            </a:xfrm>
            <a:custGeom>
              <a:avLst/>
              <a:gdLst/>
              <a:ahLst/>
              <a:cxnLst>
                <a:cxn ang="0">
                  <a:pos x="wd2" y="hd2"/>
                </a:cxn>
                <a:cxn ang="5400000">
                  <a:pos x="wd2" y="hd2"/>
                </a:cxn>
                <a:cxn ang="10800000">
                  <a:pos x="wd2" y="hd2"/>
                </a:cxn>
                <a:cxn ang="16200000">
                  <a:pos x="wd2" y="hd2"/>
                </a:cxn>
              </a:cxnLst>
              <a:rect l="0" t="0" r="r" b="b"/>
              <a:pathLst>
                <a:path w="14388" h="12525" fill="norm" stroke="1" extrusionOk="0">
                  <a:moveTo>
                    <a:pt x="1600" y="9612"/>
                  </a:moveTo>
                  <a:cubicBezTo>
                    <a:pt x="-2000" y="6912"/>
                    <a:pt x="5200" y="6912"/>
                    <a:pt x="5200" y="6912"/>
                  </a:cubicBezTo>
                  <a:cubicBezTo>
                    <a:pt x="8800" y="6912"/>
                    <a:pt x="8800" y="-3888"/>
                    <a:pt x="12400" y="1512"/>
                  </a:cubicBezTo>
                  <a:cubicBezTo>
                    <a:pt x="19600" y="6912"/>
                    <a:pt x="5200" y="17712"/>
                    <a:pt x="1600" y="9612"/>
                  </a:cubicBezTo>
                  <a:cubicBezTo>
                    <a:pt x="-2000" y="6912"/>
                    <a:pt x="1600" y="12312"/>
                    <a:pt x="1600" y="961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3" name="Shape 5353"/>
            <p:cNvSpPr/>
            <p:nvPr/>
          </p:nvSpPr>
          <p:spPr>
            <a:xfrm>
              <a:off x="5452461" y="5309447"/>
              <a:ext cx="114778" cy="111949"/>
            </a:xfrm>
            <a:custGeom>
              <a:avLst/>
              <a:gdLst/>
              <a:ahLst/>
              <a:cxnLst>
                <a:cxn ang="0">
                  <a:pos x="wd2" y="hd2"/>
                </a:cxn>
                <a:cxn ang="5400000">
                  <a:pos x="wd2" y="hd2"/>
                </a:cxn>
                <a:cxn ang="10800000">
                  <a:pos x="wd2" y="hd2"/>
                </a:cxn>
                <a:cxn ang="16200000">
                  <a:pos x="wd2" y="hd2"/>
                </a:cxn>
              </a:cxnLst>
              <a:rect l="0" t="0" r="r" b="b"/>
              <a:pathLst>
                <a:path w="18982" h="19976" fill="norm" stroke="1" extrusionOk="0">
                  <a:moveTo>
                    <a:pt x="17610" y="6231"/>
                  </a:moveTo>
                  <a:cubicBezTo>
                    <a:pt x="17610" y="4570"/>
                    <a:pt x="16067" y="4570"/>
                    <a:pt x="14525" y="4570"/>
                  </a:cubicBezTo>
                  <a:cubicBezTo>
                    <a:pt x="11439" y="2908"/>
                    <a:pt x="11439" y="1247"/>
                    <a:pt x="8353" y="1247"/>
                  </a:cubicBezTo>
                  <a:cubicBezTo>
                    <a:pt x="6810" y="-415"/>
                    <a:pt x="3725" y="-415"/>
                    <a:pt x="2182" y="1247"/>
                  </a:cubicBezTo>
                  <a:cubicBezTo>
                    <a:pt x="2182" y="1247"/>
                    <a:pt x="2182" y="2908"/>
                    <a:pt x="639" y="2908"/>
                  </a:cubicBezTo>
                  <a:cubicBezTo>
                    <a:pt x="-904" y="6231"/>
                    <a:pt x="639" y="4570"/>
                    <a:pt x="2182" y="6231"/>
                  </a:cubicBezTo>
                  <a:cubicBezTo>
                    <a:pt x="2182" y="6231"/>
                    <a:pt x="639" y="11216"/>
                    <a:pt x="639" y="11216"/>
                  </a:cubicBezTo>
                  <a:cubicBezTo>
                    <a:pt x="639" y="14539"/>
                    <a:pt x="639" y="14539"/>
                    <a:pt x="2182" y="16200"/>
                  </a:cubicBezTo>
                  <a:cubicBezTo>
                    <a:pt x="3725" y="17862"/>
                    <a:pt x="3725" y="16200"/>
                    <a:pt x="5267" y="16200"/>
                  </a:cubicBezTo>
                  <a:cubicBezTo>
                    <a:pt x="8353" y="16200"/>
                    <a:pt x="6810" y="19523"/>
                    <a:pt x="9896" y="19523"/>
                  </a:cubicBezTo>
                  <a:cubicBezTo>
                    <a:pt x="12982" y="21185"/>
                    <a:pt x="11439" y="17862"/>
                    <a:pt x="14525" y="16200"/>
                  </a:cubicBezTo>
                  <a:cubicBezTo>
                    <a:pt x="17610" y="12877"/>
                    <a:pt x="20696" y="11216"/>
                    <a:pt x="17610" y="6231"/>
                  </a:cubicBezTo>
                  <a:cubicBezTo>
                    <a:pt x="17610" y="2908"/>
                    <a:pt x="20696" y="12877"/>
                    <a:pt x="17610" y="623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4" name="Shape 5354"/>
            <p:cNvSpPr/>
            <p:nvPr/>
          </p:nvSpPr>
          <p:spPr>
            <a:xfrm>
              <a:off x="4689843" y="4443836"/>
              <a:ext cx="77288" cy="31348"/>
            </a:xfrm>
            <a:custGeom>
              <a:avLst/>
              <a:gdLst/>
              <a:ahLst/>
              <a:cxnLst>
                <a:cxn ang="0">
                  <a:pos x="wd2" y="hd2"/>
                </a:cxn>
                <a:cxn ang="5400000">
                  <a:pos x="wd2" y="hd2"/>
                </a:cxn>
                <a:cxn ang="10800000">
                  <a:pos x="wd2" y="hd2"/>
                </a:cxn>
                <a:cxn ang="16200000">
                  <a:pos x="wd2" y="hd2"/>
                </a:cxn>
              </a:cxnLst>
              <a:rect l="0" t="0" r="r" b="b"/>
              <a:pathLst>
                <a:path w="18071" h="17712" fill="norm" stroke="1" extrusionOk="0">
                  <a:moveTo>
                    <a:pt x="17715" y="10800"/>
                  </a:moveTo>
                  <a:cubicBezTo>
                    <a:pt x="13395" y="5400"/>
                    <a:pt x="11235" y="0"/>
                    <a:pt x="6915" y="0"/>
                  </a:cubicBezTo>
                  <a:cubicBezTo>
                    <a:pt x="4755" y="0"/>
                    <a:pt x="-1725" y="5400"/>
                    <a:pt x="435" y="16200"/>
                  </a:cubicBezTo>
                  <a:cubicBezTo>
                    <a:pt x="2595" y="21600"/>
                    <a:pt x="17715" y="10800"/>
                    <a:pt x="17715" y="10800"/>
                  </a:cubicBezTo>
                  <a:cubicBezTo>
                    <a:pt x="11235" y="5400"/>
                    <a:pt x="19875" y="16200"/>
                    <a:pt x="17715"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5" name="Shape 5355"/>
            <p:cNvSpPr/>
            <p:nvPr/>
          </p:nvSpPr>
          <p:spPr>
            <a:xfrm>
              <a:off x="4156848" y="4443448"/>
              <a:ext cx="99815" cy="38617"/>
            </a:xfrm>
            <a:custGeom>
              <a:avLst/>
              <a:gdLst/>
              <a:ahLst/>
              <a:cxnLst>
                <a:cxn ang="0">
                  <a:pos x="wd2" y="hd2"/>
                </a:cxn>
                <a:cxn ang="5400000">
                  <a:pos x="wd2" y="hd2"/>
                </a:cxn>
                <a:cxn ang="10800000">
                  <a:pos x="wd2" y="hd2"/>
                </a:cxn>
                <a:cxn ang="16200000">
                  <a:pos x="wd2" y="hd2"/>
                </a:cxn>
              </a:cxnLst>
              <a:rect l="0" t="0" r="r" b="b"/>
              <a:pathLst>
                <a:path w="20509" h="17455" fill="norm" stroke="1" extrusionOk="0">
                  <a:moveTo>
                    <a:pt x="19636" y="13135"/>
                  </a:moveTo>
                  <a:cubicBezTo>
                    <a:pt x="19636" y="175"/>
                    <a:pt x="3927" y="-4145"/>
                    <a:pt x="0" y="4495"/>
                  </a:cubicBezTo>
                  <a:cubicBezTo>
                    <a:pt x="0" y="4495"/>
                    <a:pt x="7855" y="17455"/>
                    <a:pt x="9818" y="17455"/>
                  </a:cubicBezTo>
                  <a:cubicBezTo>
                    <a:pt x="11782" y="17455"/>
                    <a:pt x="21600" y="13135"/>
                    <a:pt x="19636" y="13135"/>
                  </a:cubicBezTo>
                  <a:cubicBezTo>
                    <a:pt x="19636" y="8815"/>
                    <a:pt x="21600" y="17455"/>
                    <a:pt x="19636" y="1313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6" name="Shape 5356"/>
            <p:cNvSpPr/>
            <p:nvPr/>
          </p:nvSpPr>
          <p:spPr>
            <a:xfrm>
              <a:off x="3870152" y="4220848"/>
              <a:ext cx="484204" cy="163625"/>
            </a:xfrm>
            <a:custGeom>
              <a:avLst/>
              <a:gdLst/>
              <a:ahLst/>
              <a:cxnLst>
                <a:cxn ang="0">
                  <a:pos x="wd2" y="hd2"/>
                </a:cxn>
                <a:cxn ang="5400000">
                  <a:pos x="wd2" y="hd2"/>
                </a:cxn>
                <a:cxn ang="10800000">
                  <a:pos x="wd2" y="hd2"/>
                </a:cxn>
                <a:cxn ang="16200000">
                  <a:pos x="wd2" y="hd2"/>
                </a:cxn>
              </a:cxnLst>
              <a:rect l="0" t="0" r="r" b="b"/>
              <a:pathLst>
                <a:path w="21600" h="20933" fill="norm" stroke="1" extrusionOk="0">
                  <a:moveTo>
                    <a:pt x="21600" y="19200"/>
                  </a:moveTo>
                  <a:cubicBezTo>
                    <a:pt x="21600" y="20400"/>
                    <a:pt x="17446" y="20400"/>
                    <a:pt x="17031" y="20400"/>
                  </a:cubicBezTo>
                  <a:cubicBezTo>
                    <a:pt x="16200" y="20400"/>
                    <a:pt x="15369" y="21600"/>
                    <a:pt x="14538" y="20400"/>
                  </a:cubicBezTo>
                  <a:cubicBezTo>
                    <a:pt x="14123" y="19200"/>
                    <a:pt x="17031" y="18000"/>
                    <a:pt x="15369" y="16800"/>
                  </a:cubicBezTo>
                  <a:cubicBezTo>
                    <a:pt x="14538" y="15600"/>
                    <a:pt x="13708" y="15600"/>
                    <a:pt x="13292" y="13200"/>
                  </a:cubicBezTo>
                  <a:cubicBezTo>
                    <a:pt x="12462" y="10800"/>
                    <a:pt x="12877" y="9600"/>
                    <a:pt x="11631" y="9600"/>
                  </a:cubicBezTo>
                  <a:cubicBezTo>
                    <a:pt x="9969" y="10800"/>
                    <a:pt x="9554" y="7200"/>
                    <a:pt x="8308" y="6000"/>
                  </a:cubicBezTo>
                  <a:cubicBezTo>
                    <a:pt x="7892" y="6000"/>
                    <a:pt x="6231" y="7200"/>
                    <a:pt x="5815" y="6000"/>
                  </a:cubicBezTo>
                  <a:cubicBezTo>
                    <a:pt x="5815" y="4800"/>
                    <a:pt x="6646" y="4800"/>
                    <a:pt x="6646" y="3600"/>
                  </a:cubicBezTo>
                  <a:cubicBezTo>
                    <a:pt x="6646" y="2400"/>
                    <a:pt x="3738" y="3600"/>
                    <a:pt x="3323" y="3600"/>
                  </a:cubicBezTo>
                  <a:cubicBezTo>
                    <a:pt x="3323" y="4800"/>
                    <a:pt x="0" y="8400"/>
                    <a:pt x="0" y="7200"/>
                  </a:cubicBezTo>
                  <a:cubicBezTo>
                    <a:pt x="0" y="4800"/>
                    <a:pt x="1662" y="2400"/>
                    <a:pt x="2492" y="2400"/>
                  </a:cubicBezTo>
                  <a:cubicBezTo>
                    <a:pt x="3738" y="0"/>
                    <a:pt x="4985" y="0"/>
                    <a:pt x="6646" y="0"/>
                  </a:cubicBezTo>
                  <a:cubicBezTo>
                    <a:pt x="7477" y="0"/>
                    <a:pt x="9138" y="0"/>
                    <a:pt x="9969" y="1200"/>
                  </a:cubicBezTo>
                  <a:cubicBezTo>
                    <a:pt x="10800" y="2400"/>
                    <a:pt x="11631" y="4800"/>
                    <a:pt x="12877" y="4800"/>
                  </a:cubicBezTo>
                  <a:cubicBezTo>
                    <a:pt x="12877" y="4800"/>
                    <a:pt x="12877" y="3600"/>
                    <a:pt x="13292" y="4800"/>
                  </a:cubicBezTo>
                  <a:cubicBezTo>
                    <a:pt x="13708" y="6000"/>
                    <a:pt x="13708" y="6000"/>
                    <a:pt x="14123" y="6000"/>
                  </a:cubicBezTo>
                  <a:cubicBezTo>
                    <a:pt x="14538" y="7200"/>
                    <a:pt x="15369" y="8400"/>
                    <a:pt x="15785" y="9600"/>
                  </a:cubicBezTo>
                  <a:cubicBezTo>
                    <a:pt x="16615" y="10800"/>
                    <a:pt x="18277" y="10800"/>
                    <a:pt x="18692" y="13200"/>
                  </a:cubicBezTo>
                  <a:cubicBezTo>
                    <a:pt x="19523" y="15600"/>
                    <a:pt x="21600" y="15600"/>
                    <a:pt x="21600" y="19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7" name="Shape 5357"/>
            <p:cNvSpPr/>
            <p:nvPr/>
          </p:nvSpPr>
          <p:spPr>
            <a:xfrm>
              <a:off x="4164016" y="4118910"/>
              <a:ext cx="20125" cy="35043"/>
            </a:xfrm>
            <a:custGeom>
              <a:avLst/>
              <a:gdLst/>
              <a:ahLst/>
              <a:cxnLst>
                <a:cxn ang="0">
                  <a:pos x="wd2" y="hd2"/>
                </a:cxn>
                <a:cxn ang="5400000">
                  <a:pos x="wd2" y="hd2"/>
                </a:cxn>
                <a:cxn ang="10800000">
                  <a:pos x="wd2" y="hd2"/>
                </a:cxn>
                <a:cxn ang="16200000">
                  <a:pos x="wd2" y="hd2"/>
                </a:cxn>
              </a:cxnLst>
              <a:rect l="0" t="0" r="r" b="b"/>
              <a:pathLst>
                <a:path w="11371" h="21600" fill="norm" stroke="1" extrusionOk="0">
                  <a:moveTo>
                    <a:pt x="6750" y="21600"/>
                  </a:moveTo>
                  <a:cubicBezTo>
                    <a:pt x="-4050" y="21600"/>
                    <a:pt x="1350" y="5400"/>
                    <a:pt x="1350" y="0"/>
                  </a:cubicBezTo>
                  <a:cubicBezTo>
                    <a:pt x="6750" y="0"/>
                    <a:pt x="17550" y="21600"/>
                    <a:pt x="6750" y="21600"/>
                  </a:cubicBezTo>
                  <a:cubicBezTo>
                    <a:pt x="1350" y="21600"/>
                    <a:pt x="17550" y="21600"/>
                    <a:pt x="675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8" name="Shape 5358"/>
            <p:cNvSpPr/>
            <p:nvPr/>
          </p:nvSpPr>
          <p:spPr>
            <a:xfrm>
              <a:off x="4392579" y="4315618"/>
              <a:ext cx="19115" cy="11416"/>
            </a:xfrm>
            <a:custGeom>
              <a:avLst/>
              <a:gdLst/>
              <a:ahLst/>
              <a:cxnLst>
                <a:cxn ang="0">
                  <a:pos x="wd2" y="hd2"/>
                </a:cxn>
                <a:cxn ang="5400000">
                  <a:pos x="wd2" y="hd2"/>
                </a:cxn>
                <a:cxn ang="10800000">
                  <a:pos x="wd2" y="hd2"/>
                </a:cxn>
                <a:cxn ang="16200000">
                  <a:pos x="wd2" y="hd2"/>
                </a:cxn>
              </a:cxnLst>
              <a:rect l="0" t="0" r="r" b="b"/>
              <a:pathLst>
                <a:path w="21600" h="12900" fill="norm" stroke="1" extrusionOk="0">
                  <a:moveTo>
                    <a:pt x="21600" y="8100"/>
                  </a:moveTo>
                  <a:cubicBezTo>
                    <a:pt x="21600" y="-2700"/>
                    <a:pt x="0" y="-2700"/>
                    <a:pt x="0" y="8100"/>
                  </a:cubicBezTo>
                  <a:cubicBezTo>
                    <a:pt x="0" y="8100"/>
                    <a:pt x="21600" y="18900"/>
                    <a:pt x="21600" y="81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59" name="Shape 5359"/>
            <p:cNvSpPr/>
            <p:nvPr/>
          </p:nvSpPr>
          <p:spPr>
            <a:xfrm>
              <a:off x="4953235" y="2949758"/>
              <a:ext cx="54154" cy="74188"/>
            </a:xfrm>
            <a:custGeom>
              <a:avLst/>
              <a:gdLst/>
              <a:ahLst/>
              <a:cxnLst>
                <a:cxn ang="0">
                  <a:pos x="wd2" y="hd2"/>
                </a:cxn>
                <a:cxn ang="5400000">
                  <a:pos x="wd2" y="hd2"/>
                </a:cxn>
                <a:cxn ang="10800000">
                  <a:pos x="wd2" y="hd2"/>
                </a:cxn>
                <a:cxn ang="16200000">
                  <a:pos x="wd2" y="hd2"/>
                </a:cxn>
              </a:cxnLst>
              <a:rect l="0" t="0" r="r" b="b"/>
              <a:pathLst>
                <a:path w="21600" h="16768" fill="norm" stroke="1" extrusionOk="0">
                  <a:moveTo>
                    <a:pt x="10800" y="14413"/>
                  </a:moveTo>
                  <a:cubicBezTo>
                    <a:pt x="7200" y="18733"/>
                    <a:pt x="0" y="16573"/>
                    <a:pt x="0" y="12253"/>
                  </a:cubicBezTo>
                  <a:cubicBezTo>
                    <a:pt x="3600" y="10093"/>
                    <a:pt x="10800" y="3613"/>
                    <a:pt x="14400" y="1453"/>
                  </a:cubicBezTo>
                  <a:cubicBezTo>
                    <a:pt x="21600" y="-2867"/>
                    <a:pt x="21600" y="3613"/>
                    <a:pt x="21600" y="5773"/>
                  </a:cubicBezTo>
                  <a:cubicBezTo>
                    <a:pt x="21600" y="10093"/>
                    <a:pt x="10800" y="10093"/>
                    <a:pt x="10800" y="14413"/>
                  </a:cubicBezTo>
                  <a:cubicBezTo>
                    <a:pt x="7200" y="18733"/>
                    <a:pt x="10800" y="14413"/>
                    <a:pt x="10800" y="1441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0" name="Shape 5360"/>
            <p:cNvSpPr/>
            <p:nvPr/>
          </p:nvSpPr>
          <p:spPr>
            <a:xfrm>
              <a:off x="4995260" y="2992880"/>
              <a:ext cx="37672" cy="30205"/>
            </a:xfrm>
            <a:custGeom>
              <a:avLst/>
              <a:gdLst/>
              <a:ahLst/>
              <a:cxnLst>
                <a:cxn ang="0">
                  <a:pos x="wd2" y="hd2"/>
                </a:cxn>
                <a:cxn ang="5400000">
                  <a:pos x="wd2" y="hd2"/>
                </a:cxn>
                <a:cxn ang="10800000">
                  <a:pos x="wd2" y="hd2"/>
                </a:cxn>
                <a:cxn ang="16200000">
                  <a:pos x="wd2" y="hd2"/>
                </a:cxn>
              </a:cxnLst>
              <a:rect l="0" t="0" r="r" b="b"/>
              <a:pathLst>
                <a:path w="12164" h="17067" fill="norm" stroke="1" extrusionOk="0">
                  <a:moveTo>
                    <a:pt x="3916" y="17067"/>
                  </a:moveTo>
                  <a:cubicBezTo>
                    <a:pt x="-5341" y="17067"/>
                    <a:pt x="3916" y="-4533"/>
                    <a:pt x="10088" y="867"/>
                  </a:cubicBezTo>
                  <a:cubicBezTo>
                    <a:pt x="16259" y="867"/>
                    <a:pt x="7002" y="17067"/>
                    <a:pt x="3916" y="17067"/>
                  </a:cubicBezTo>
                  <a:cubicBezTo>
                    <a:pt x="830" y="17067"/>
                    <a:pt x="7002" y="17067"/>
                    <a:pt x="3916" y="170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1" name="Shape 5361"/>
            <p:cNvSpPr/>
            <p:nvPr/>
          </p:nvSpPr>
          <p:spPr>
            <a:xfrm>
              <a:off x="4815004" y="2946630"/>
              <a:ext cx="119116" cy="61588"/>
            </a:xfrm>
            <a:custGeom>
              <a:avLst/>
              <a:gdLst/>
              <a:ahLst/>
              <a:cxnLst>
                <a:cxn ang="0">
                  <a:pos x="wd2" y="hd2"/>
                </a:cxn>
                <a:cxn ang="5400000">
                  <a:pos x="wd2" y="hd2"/>
                </a:cxn>
                <a:cxn ang="10800000">
                  <a:pos x="wd2" y="hd2"/>
                </a:cxn>
                <a:cxn ang="16200000">
                  <a:pos x="wd2" y="hd2"/>
                </a:cxn>
              </a:cxnLst>
              <a:rect l="0" t="0" r="r" b="b"/>
              <a:pathLst>
                <a:path w="18356" h="19886" fill="norm" stroke="1" extrusionOk="0">
                  <a:moveTo>
                    <a:pt x="12596" y="18514"/>
                  </a:moveTo>
                  <a:cubicBezTo>
                    <a:pt x="11156" y="18514"/>
                    <a:pt x="11156" y="18514"/>
                    <a:pt x="11156" y="15429"/>
                  </a:cubicBezTo>
                  <a:cubicBezTo>
                    <a:pt x="11156" y="15429"/>
                    <a:pt x="8276" y="18514"/>
                    <a:pt x="6836" y="15429"/>
                  </a:cubicBezTo>
                  <a:cubicBezTo>
                    <a:pt x="6836" y="12343"/>
                    <a:pt x="-3244" y="3086"/>
                    <a:pt x="1076" y="0"/>
                  </a:cubicBezTo>
                  <a:cubicBezTo>
                    <a:pt x="2516" y="0"/>
                    <a:pt x="3956" y="6171"/>
                    <a:pt x="5396" y="6171"/>
                  </a:cubicBezTo>
                  <a:cubicBezTo>
                    <a:pt x="6836" y="9257"/>
                    <a:pt x="6836" y="6171"/>
                    <a:pt x="8276" y="9257"/>
                  </a:cubicBezTo>
                  <a:cubicBezTo>
                    <a:pt x="9716" y="12343"/>
                    <a:pt x="15476" y="6171"/>
                    <a:pt x="18356" y="9257"/>
                  </a:cubicBezTo>
                  <a:cubicBezTo>
                    <a:pt x="16916" y="9257"/>
                    <a:pt x="14036" y="18514"/>
                    <a:pt x="12596" y="18514"/>
                  </a:cubicBezTo>
                  <a:cubicBezTo>
                    <a:pt x="9716" y="21600"/>
                    <a:pt x="14036" y="18514"/>
                    <a:pt x="12596" y="1851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2" name="Shape 5362"/>
            <p:cNvSpPr/>
            <p:nvPr/>
          </p:nvSpPr>
          <p:spPr>
            <a:xfrm>
              <a:off x="4822630" y="2775192"/>
              <a:ext cx="122491" cy="46620"/>
            </a:xfrm>
            <a:custGeom>
              <a:avLst/>
              <a:gdLst/>
              <a:ahLst/>
              <a:cxnLst>
                <a:cxn ang="0">
                  <a:pos x="wd2" y="hd2"/>
                </a:cxn>
                <a:cxn ang="5400000">
                  <a:pos x="wd2" y="hd2"/>
                </a:cxn>
                <a:cxn ang="10800000">
                  <a:pos x="wd2" y="hd2"/>
                </a:cxn>
                <a:cxn ang="16200000">
                  <a:pos x="wd2" y="hd2"/>
                </a:cxn>
              </a:cxnLst>
              <a:rect l="0" t="0" r="r" b="b"/>
              <a:pathLst>
                <a:path w="18056" h="13743" fill="norm" stroke="1" extrusionOk="0">
                  <a:moveTo>
                    <a:pt x="17550" y="12272"/>
                  </a:moveTo>
                  <a:cubicBezTo>
                    <a:pt x="14850" y="17672"/>
                    <a:pt x="1350" y="6872"/>
                    <a:pt x="0" y="1472"/>
                  </a:cubicBezTo>
                  <a:cubicBezTo>
                    <a:pt x="0" y="-3928"/>
                    <a:pt x="21600" y="6872"/>
                    <a:pt x="17550" y="12272"/>
                  </a:cubicBezTo>
                  <a:cubicBezTo>
                    <a:pt x="16200" y="14972"/>
                    <a:pt x="18900" y="9572"/>
                    <a:pt x="17550" y="1227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3" name="Shape 5363"/>
            <p:cNvSpPr/>
            <p:nvPr/>
          </p:nvSpPr>
          <p:spPr>
            <a:xfrm>
              <a:off x="5055173" y="2666301"/>
              <a:ext cx="299444" cy="282443"/>
            </a:xfrm>
            <a:custGeom>
              <a:avLst/>
              <a:gdLst/>
              <a:ahLst/>
              <a:cxnLst>
                <a:cxn ang="0">
                  <a:pos x="wd2" y="hd2"/>
                </a:cxn>
                <a:cxn ang="5400000">
                  <a:pos x="wd2" y="hd2"/>
                </a:cxn>
                <a:cxn ang="10800000">
                  <a:pos x="wd2" y="hd2"/>
                </a:cxn>
                <a:cxn ang="16200000">
                  <a:pos x="wd2" y="hd2"/>
                </a:cxn>
              </a:cxnLst>
              <a:rect l="0" t="0" r="r" b="b"/>
              <a:pathLst>
                <a:path w="21600" h="21045" fill="norm" stroke="1" extrusionOk="0">
                  <a:moveTo>
                    <a:pt x="12825" y="697"/>
                  </a:moveTo>
                  <a:cubicBezTo>
                    <a:pt x="13500" y="0"/>
                    <a:pt x="11475" y="0"/>
                    <a:pt x="11475" y="0"/>
                  </a:cubicBezTo>
                  <a:cubicBezTo>
                    <a:pt x="10800" y="0"/>
                    <a:pt x="10125" y="697"/>
                    <a:pt x="9450" y="1394"/>
                  </a:cubicBezTo>
                  <a:cubicBezTo>
                    <a:pt x="8775" y="2090"/>
                    <a:pt x="8100" y="2787"/>
                    <a:pt x="7425" y="3484"/>
                  </a:cubicBezTo>
                  <a:cubicBezTo>
                    <a:pt x="7425" y="4181"/>
                    <a:pt x="6750" y="4877"/>
                    <a:pt x="6075" y="4877"/>
                  </a:cubicBezTo>
                  <a:cubicBezTo>
                    <a:pt x="6075" y="6271"/>
                    <a:pt x="5400" y="7665"/>
                    <a:pt x="4725" y="9058"/>
                  </a:cubicBezTo>
                  <a:cubicBezTo>
                    <a:pt x="4725" y="10452"/>
                    <a:pt x="4050" y="11148"/>
                    <a:pt x="3375" y="11845"/>
                  </a:cubicBezTo>
                  <a:cubicBezTo>
                    <a:pt x="2700" y="12542"/>
                    <a:pt x="1350" y="13239"/>
                    <a:pt x="1350" y="13239"/>
                  </a:cubicBezTo>
                  <a:cubicBezTo>
                    <a:pt x="1350" y="13935"/>
                    <a:pt x="2700" y="13935"/>
                    <a:pt x="2700" y="14632"/>
                  </a:cubicBezTo>
                  <a:cubicBezTo>
                    <a:pt x="2700" y="15329"/>
                    <a:pt x="0" y="16723"/>
                    <a:pt x="0" y="17419"/>
                  </a:cubicBezTo>
                  <a:cubicBezTo>
                    <a:pt x="0" y="18813"/>
                    <a:pt x="2025" y="18116"/>
                    <a:pt x="2700" y="17419"/>
                  </a:cubicBezTo>
                  <a:cubicBezTo>
                    <a:pt x="4050" y="17419"/>
                    <a:pt x="5400" y="18116"/>
                    <a:pt x="6750" y="18116"/>
                  </a:cubicBezTo>
                  <a:cubicBezTo>
                    <a:pt x="8775" y="18813"/>
                    <a:pt x="10800" y="18116"/>
                    <a:pt x="12825" y="18813"/>
                  </a:cubicBezTo>
                  <a:cubicBezTo>
                    <a:pt x="12825" y="18813"/>
                    <a:pt x="14850" y="17419"/>
                    <a:pt x="14850" y="18116"/>
                  </a:cubicBezTo>
                  <a:cubicBezTo>
                    <a:pt x="14850" y="18813"/>
                    <a:pt x="12825" y="20903"/>
                    <a:pt x="12825" y="20903"/>
                  </a:cubicBezTo>
                  <a:cubicBezTo>
                    <a:pt x="13500" y="21600"/>
                    <a:pt x="14850" y="19510"/>
                    <a:pt x="14850" y="19510"/>
                  </a:cubicBezTo>
                  <a:cubicBezTo>
                    <a:pt x="16200" y="18813"/>
                    <a:pt x="17550" y="18813"/>
                    <a:pt x="18225" y="18116"/>
                  </a:cubicBezTo>
                  <a:cubicBezTo>
                    <a:pt x="18225" y="17419"/>
                    <a:pt x="21600" y="13935"/>
                    <a:pt x="21600" y="13935"/>
                  </a:cubicBezTo>
                  <a:cubicBezTo>
                    <a:pt x="20925" y="13239"/>
                    <a:pt x="20250" y="13935"/>
                    <a:pt x="19575" y="13935"/>
                  </a:cubicBezTo>
                  <a:cubicBezTo>
                    <a:pt x="19575" y="13935"/>
                    <a:pt x="17550" y="12542"/>
                    <a:pt x="17550" y="12542"/>
                  </a:cubicBezTo>
                  <a:cubicBezTo>
                    <a:pt x="17550" y="11845"/>
                    <a:pt x="20250" y="11148"/>
                    <a:pt x="19575" y="10452"/>
                  </a:cubicBezTo>
                  <a:cubicBezTo>
                    <a:pt x="19575" y="9755"/>
                    <a:pt x="18225" y="10452"/>
                    <a:pt x="17550" y="10452"/>
                  </a:cubicBezTo>
                  <a:cubicBezTo>
                    <a:pt x="16875" y="10452"/>
                    <a:pt x="16875" y="9058"/>
                    <a:pt x="16200" y="9058"/>
                  </a:cubicBezTo>
                  <a:cubicBezTo>
                    <a:pt x="16200" y="9058"/>
                    <a:pt x="14175" y="11148"/>
                    <a:pt x="14175" y="11148"/>
                  </a:cubicBezTo>
                  <a:cubicBezTo>
                    <a:pt x="13500" y="9755"/>
                    <a:pt x="13500" y="9755"/>
                    <a:pt x="12150" y="9058"/>
                  </a:cubicBezTo>
                  <a:cubicBezTo>
                    <a:pt x="10800" y="8361"/>
                    <a:pt x="12825" y="8361"/>
                    <a:pt x="12825" y="7665"/>
                  </a:cubicBezTo>
                  <a:cubicBezTo>
                    <a:pt x="12825" y="7665"/>
                    <a:pt x="11475" y="6271"/>
                    <a:pt x="10800" y="6271"/>
                  </a:cubicBezTo>
                  <a:cubicBezTo>
                    <a:pt x="10800" y="6968"/>
                    <a:pt x="9450" y="9058"/>
                    <a:pt x="9450" y="8361"/>
                  </a:cubicBezTo>
                  <a:cubicBezTo>
                    <a:pt x="8100" y="7665"/>
                    <a:pt x="10125" y="4877"/>
                    <a:pt x="10800" y="4877"/>
                  </a:cubicBezTo>
                  <a:cubicBezTo>
                    <a:pt x="11475" y="4181"/>
                    <a:pt x="11475" y="3484"/>
                    <a:pt x="12150" y="2787"/>
                  </a:cubicBezTo>
                  <a:cubicBezTo>
                    <a:pt x="12150" y="2090"/>
                    <a:pt x="12150" y="1394"/>
                    <a:pt x="12150" y="1394"/>
                  </a:cubicBezTo>
                  <a:cubicBezTo>
                    <a:pt x="12150" y="1394"/>
                    <a:pt x="12825" y="697"/>
                    <a:pt x="12825" y="697"/>
                  </a:cubicBezTo>
                  <a:cubicBezTo>
                    <a:pt x="13500" y="0"/>
                    <a:pt x="12825" y="697"/>
                    <a:pt x="12825" y="69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4" name="Shape 5364"/>
            <p:cNvSpPr/>
            <p:nvPr/>
          </p:nvSpPr>
          <p:spPr>
            <a:xfrm>
              <a:off x="5305575" y="2878493"/>
              <a:ext cx="68153" cy="87249"/>
            </a:xfrm>
            <a:custGeom>
              <a:avLst/>
              <a:gdLst/>
              <a:ahLst/>
              <a:cxnLst>
                <a:cxn ang="0">
                  <a:pos x="wd2" y="hd2"/>
                </a:cxn>
                <a:cxn ang="5400000">
                  <a:pos x="wd2" y="hd2"/>
                </a:cxn>
                <a:cxn ang="10800000">
                  <a:pos x="wd2" y="hd2"/>
                </a:cxn>
                <a:cxn ang="16200000">
                  <a:pos x="wd2" y="hd2"/>
                </a:cxn>
              </a:cxnLst>
              <a:rect l="0" t="0" r="r" b="b"/>
              <a:pathLst>
                <a:path w="19255" h="20400" fill="norm" stroke="1" extrusionOk="0">
                  <a:moveTo>
                    <a:pt x="13855" y="960"/>
                  </a:moveTo>
                  <a:cubicBezTo>
                    <a:pt x="11155" y="3120"/>
                    <a:pt x="-2345" y="11760"/>
                    <a:pt x="355" y="18240"/>
                  </a:cubicBezTo>
                  <a:cubicBezTo>
                    <a:pt x="355" y="18240"/>
                    <a:pt x="5755" y="11760"/>
                    <a:pt x="8455" y="13920"/>
                  </a:cubicBezTo>
                  <a:cubicBezTo>
                    <a:pt x="8455" y="13920"/>
                    <a:pt x="5755" y="20400"/>
                    <a:pt x="5755" y="20400"/>
                  </a:cubicBezTo>
                  <a:cubicBezTo>
                    <a:pt x="8455" y="20400"/>
                    <a:pt x="13855" y="18240"/>
                    <a:pt x="13855" y="16080"/>
                  </a:cubicBezTo>
                  <a:cubicBezTo>
                    <a:pt x="13855" y="13920"/>
                    <a:pt x="16555" y="11760"/>
                    <a:pt x="19255" y="7440"/>
                  </a:cubicBezTo>
                  <a:cubicBezTo>
                    <a:pt x="19255" y="3120"/>
                    <a:pt x="13855" y="7440"/>
                    <a:pt x="11155" y="7440"/>
                  </a:cubicBezTo>
                  <a:cubicBezTo>
                    <a:pt x="13855" y="7440"/>
                    <a:pt x="13855" y="-1200"/>
                    <a:pt x="13855" y="960"/>
                  </a:cubicBezTo>
                  <a:cubicBezTo>
                    <a:pt x="11155" y="960"/>
                    <a:pt x="16555" y="-1200"/>
                    <a:pt x="13855" y="9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5" name="Shape 5365"/>
            <p:cNvSpPr/>
            <p:nvPr/>
          </p:nvSpPr>
          <p:spPr>
            <a:xfrm>
              <a:off x="4774847" y="1982245"/>
              <a:ext cx="28670" cy="35250"/>
            </a:xfrm>
            <a:custGeom>
              <a:avLst/>
              <a:gdLst/>
              <a:ahLst/>
              <a:cxnLst>
                <a:cxn ang="0">
                  <a:pos x="wd2" y="hd2"/>
                </a:cxn>
                <a:cxn ang="5400000">
                  <a:pos x="wd2" y="hd2"/>
                </a:cxn>
                <a:cxn ang="10800000">
                  <a:pos x="wd2" y="hd2"/>
                </a:cxn>
                <a:cxn ang="16200000">
                  <a:pos x="wd2" y="hd2"/>
                </a:cxn>
              </a:cxnLst>
              <a:rect l="0" t="0" r="r" b="b"/>
              <a:pathLst>
                <a:path w="21600" h="14060" fill="norm" stroke="1" extrusionOk="0">
                  <a:moveTo>
                    <a:pt x="21600" y="11525"/>
                  </a:moveTo>
                  <a:cubicBezTo>
                    <a:pt x="21600" y="7925"/>
                    <a:pt x="7200" y="-2875"/>
                    <a:pt x="7200" y="725"/>
                  </a:cubicBezTo>
                  <a:cubicBezTo>
                    <a:pt x="7200" y="725"/>
                    <a:pt x="7200" y="725"/>
                    <a:pt x="7200" y="4325"/>
                  </a:cubicBezTo>
                  <a:cubicBezTo>
                    <a:pt x="7200" y="4325"/>
                    <a:pt x="0" y="4325"/>
                    <a:pt x="0" y="4325"/>
                  </a:cubicBezTo>
                  <a:cubicBezTo>
                    <a:pt x="0" y="4325"/>
                    <a:pt x="21600" y="18725"/>
                    <a:pt x="21600" y="11525"/>
                  </a:cubicBezTo>
                  <a:cubicBezTo>
                    <a:pt x="21600" y="7925"/>
                    <a:pt x="21600" y="18725"/>
                    <a:pt x="21600" y="1152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6" name="Shape 5366"/>
            <p:cNvSpPr/>
            <p:nvPr/>
          </p:nvSpPr>
          <p:spPr>
            <a:xfrm>
              <a:off x="4634684" y="2074300"/>
              <a:ext cx="21718" cy="16191"/>
            </a:xfrm>
            <a:custGeom>
              <a:avLst/>
              <a:gdLst/>
              <a:ahLst/>
              <a:cxnLst>
                <a:cxn ang="0">
                  <a:pos x="wd2" y="hd2"/>
                </a:cxn>
                <a:cxn ang="5400000">
                  <a:pos x="wd2" y="hd2"/>
                </a:cxn>
                <a:cxn ang="10800000">
                  <a:pos x="wd2" y="hd2"/>
                </a:cxn>
                <a:cxn ang="16200000">
                  <a:pos x="wd2" y="hd2"/>
                </a:cxn>
              </a:cxnLst>
              <a:rect l="0" t="0" r="r" b="b"/>
              <a:pathLst>
                <a:path w="16362" h="12198" fill="norm" stroke="1" extrusionOk="0">
                  <a:moveTo>
                    <a:pt x="14400" y="2016"/>
                  </a:moveTo>
                  <a:cubicBezTo>
                    <a:pt x="14400" y="-5184"/>
                    <a:pt x="0" y="9216"/>
                    <a:pt x="0" y="9216"/>
                  </a:cubicBezTo>
                  <a:cubicBezTo>
                    <a:pt x="7200" y="16416"/>
                    <a:pt x="21600" y="9216"/>
                    <a:pt x="14400" y="201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7" name="Shape 5367"/>
            <p:cNvSpPr/>
            <p:nvPr/>
          </p:nvSpPr>
          <p:spPr>
            <a:xfrm>
              <a:off x="3999413" y="2568206"/>
              <a:ext cx="55500" cy="26781"/>
            </a:xfrm>
            <a:custGeom>
              <a:avLst/>
              <a:gdLst/>
              <a:ahLst/>
              <a:cxnLst>
                <a:cxn ang="0">
                  <a:pos x="wd2" y="hd2"/>
                </a:cxn>
                <a:cxn ang="5400000">
                  <a:pos x="wd2" y="hd2"/>
                </a:cxn>
                <a:cxn ang="10800000">
                  <a:pos x="wd2" y="hd2"/>
                </a:cxn>
                <a:cxn ang="16200000">
                  <a:pos x="wd2" y="hd2"/>
                </a:cxn>
              </a:cxnLst>
              <a:rect l="0" t="0" r="r" b="b"/>
              <a:pathLst>
                <a:path w="18816" h="15132" fill="norm" stroke="1" extrusionOk="0">
                  <a:moveTo>
                    <a:pt x="18816" y="14030"/>
                  </a:moveTo>
                  <a:cubicBezTo>
                    <a:pt x="18816" y="-2170"/>
                    <a:pt x="6473" y="-2170"/>
                    <a:pt x="302" y="3230"/>
                  </a:cubicBezTo>
                  <a:cubicBezTo>
                    <a:pt x="-2784" y="3230"/>
                    <a:pt x="18816" y="19430"/>
                    <a:pt x="18816" y="14030"/>
                  </a:cubicBezTo>
                  <a:cubicBezTo>
                    <a:pt x="18816" y="-2170"/>
                    <a:pt x="18816" y="19430"/>
                    <a:pt x="18816" y="1403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8" name="Shape 5368"/>
            <p:cNvSpPr/>
            <p:nvPr/>
          </p:nvSpPr>
          <p:spPr>
            <a:xfrm>
              <a:off x="4093137" y="2350735"/>
              <a:ext cx="48645" cy="37999"/>
            </a:xfrm>
            <a:custGeom>
              <a:avLst/>
              <a:gdLst/>
              <a:ahLst/>
              <a:cxnLst>
                <a:cxn ang="0">
                  <a:pos x="wd2" y="hd2"/>
                </a:cxn>
                <a:cxn ang="5400000">
                  <a:pos x="wd2" y="hd2"/>
                </a:cxn>
                <a:cxn ang="10800000">
                  <a:pos x="wd2" y="hd2"/>
                </a:cxn>
                <a:cxn ang="16200000">
                  <a:pos x="wd2" y="hd2"/>
                </a:cxn>
              </a:cxnLst>
              <a:rect l="0" t="0" r="r" b="b"/>
              <a:pathLst>
                <a:path w="18325" h="14314" fill="norm" stroke="1" extrusionOk="0">
                  <a:moveTo>
                    <a:pt x="10800" y="13275"/>
                  </a:moveTo>
                  <a:cubicBezTo>
                    <a:pt x="7200" y="9675"/>
                    <a:pt x="3600" y="9675"/>
                    <a:pt x="0" y="6075"/>
                  </a:cubicBezTo>
                  <a:cubicBezTo>
                    <a:pt x="3600" y="6075"/>
                    <a:pt x="10800" y="-4725"/>
                    <a:pt x="14400" y="2475"/>
                  </a:cubicBezTo>
                  <a:cubicBezTo>
                    <a:pt x="21600" y="6075"/>
                    <a:pt x="18000" y="16875"/>
                    <a:pt x="10800" y="13275"/>
                  </a:cubicBezTo>
                  <a:cubicBezTo>
                    <a:pt x="7200" y="9675"/>
                    <a:pt x="14400" y="16875"/>
                    <a:pt x="10800" y="1327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69" name="Shape 5369"/>
            <p:cNvSpPr/>
            <p:nvPr/>
          </p:nvSpPr>
          <p:spPr>
            <a:xfrm>
              <a:off x="4075827" y="1945428"/>
              <a:ext cx="37286" cy="49659"/>
            </a:xfrm>
            <a:custGeom>
              <a:avLst/>
              <a:gdLst/>
              <a:ahLst/>
              <a:cxnLst>
                <a:cxn ang="0">
                  <a:pos x="wd2" y="hd2"/>
                </a:cxn>
                <a:cxn ang="5400000">
                  <a:pos x="wd2" y="hd2"/>
                </a:cxn>
                <a:cxn ang="10800000">
                  <a:pos x="wd2" y="hd2"/>
                </a:cxn>
                <a:cxn ang="16200000">
                  <a:pos x="wd2" y="hd2"/>
                </a:cxn>
              </a:cxnLst>
              <a:rect l="0" t="0" r="r" b="b"/>
              <a:pathLst>
                <a:path w="14046" h="16034" fill="norm" stroke="1" extrusionOk="0">
                  <a:moveTo>
                    <a:pt x="6521" y="15731"/>
                  </a:moveTo>
                  <a:cubicBezTo>
                    <a:pt x="-4279" y="18817"/>
                    <a:pt x="-679" y="-2783"/>
                    <a:pt x="10121" y="303"/>
                  </a:cubicBezTo>
                  <a:cubicBezTo>
                    <a:pt x="17321" y="303"/>
                    <a:pt x="13721" y="15731"/>
                    <a:pt x="6521" y="15731"/>
                  </a:cubicBezTo>
                  <a:cubicBezTo>
                    <a:pt x="2921" y="15731"/>
                    <a:pt x="17321" y="15731"/>
                    <a:pt x="6521" y="1573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0" name="Shape 5370"/>
            <p:cNvSpPr/>
            <p:nvPr/>
          </p:nvSpPr>
          <p:spPr>
            <a:xfrm>
              <a:off x="3912011" y="1898584"/>
              <a:ext cx="80012" cy="57340"/>
            </a:xfrm>
            <a:custGeom>
              <a:avLst/>
              <a:gdLst/>
              <a:ahLst/>
              <a:cxnLst>
                <a:cxn ang="0">
                  <a:pos x="wd2" y="hd2"/>
                </a:cxn>
                <a:cxn ang="5400000">
                  <a:pos x="wd2" y="hd2"/>
                </a:cxn>
                <a:cxn ang="10800000">
                  <a:pos x="wd2" y="hd2"/>
                </a:cxn>
                <a:cxn ang="16200000">
                  <a:pos x="wd2" y="hd2"/>
                </a:cxn>
              </a:cxnLst>
              <a:rect l="0" t="0" r="r" b="b"/>
              <a:pathLst>
                <a:path w="15501" h="21600" fill="norm" stroke="1" extrusionOk="0">
                  <a:moveTo>
                    <a:pt x="5879" y="21600"/>
                  </a:moveTo>
                  <a:cubicBezTo>
                    <a:pt x="2279" y="21600"/>
                    <a:pt x="-1321" y="18000"/>
                    <a:pt x="479" y="10800"/>
                  </a:cubicBezTo>
                  <a:cubicBezTo>
                    <a:pt x="2279" y="3600"/>
                    <a:pt x="7679" y="3600"/>
                    <a:pt x="13079" y="0"/>
                  </a:cubicBezTo>
                  <a:cubicBezTo>
                    <a:pt x="20279" y="0"/>
                    <a:pt x="9479" y="21600"/>
                    <a:pt x="5879"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1" name="Shape 5371"/>
            <p:cNvSpPr/>
            <p:nvPr/>
          </p:nvSpPr>
          <p:spPr>
            <a:xfrm>
              <a:off x="4158246" y="1863542"/>
              <a:ext cx="46386" cy="25485"/>
            </a:xfrm>
            <a:custGeom>
              <a:avLst/>
              <a:gdLst/>
              <a:ahLst/>
              <a:cxnLst>
                <a:cxn ang="0">
                  <a:pos x="wd2" y="hd2"/>
                </a:cxn>
                <a:cxn ang="5400000">
                  <a:pos x="wd2" y="hd2"/>
                </a:cxn>
                <a:cxn ang="10800000">
                  <a:pos x="wd2" y="hd2"/>
                </a:cxn>
                <a:cxn ang="16200000">
                  <a:pos x="wd2" y="hd2"/>
                </a:cxn>
              </a:cxnLst>
              <a:rect l="0" t="0" r="r" b="b"/>
              <a:pathLst>
                <a:path w="15726" h="21600" fill="norm" stroke="1" extrusionOk="0">
                  <a:moveTo>
                    <a:pt x="9555" y="21600"/>
                  </a:moveTo>
                  <a:cubicBezTo>
                    <a:pt x="6469" y="21600"/>
                    <a:pt x="-5874" y="0"/>
                    <a:pt x="3383" y="0"/>
                  </a:cubicBezTo>
                  <a:cubicBezTo>
                    <a:pt x="6469" y="0"/>
                    <a:pt x="12640" y="0"/>
                    <a:pt x="15726" y="7200"/>
                  </a:cubicBezTo>
                  <a:cubicBezTo>
                    <a:pt x="15726" y="7200"/>
                    <a:pt x="12640" y="21600"/>
                    <a:pt x="9555" y="21600"/>
                  </a:cubicBezTo>
                  <a:cubicBezTo>
                    <a:pt x="6469" y="21600"/>
                    <a:pt x="15726" y="21600"/>
                    <a:pt x="9555"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2" name="Shape 5372"/>
            <p:cNvSpPr/>
            <p:nvPr/>
          </p:nvSpPr>
          <p:spPr>
            <a:xfrm>
              <a:off x="3759404" y="1682565"/>
              <a:ext cx="305065" cy="208210"/>
            </a:xfrm>
            <a:custGeom>
              <a:avLst/>
              <a:gdLst/>
              <a:ahLst/>
              <a:cxnLst>
                <a:cxn ang="0">
                  <a:pos x="wd2" y="hd2"/>
                </a:cxn>
                <a:cxn ang="5400000">
                  <a:pos x="wd2" y="hd2"/>
                </a:cxn>
                <a:cxn ang="10800000">
                  <a:pos x="wd2" y="hd2"/>
                </a:cxn>
                <a:cxn ang="16200000">
                  <a:pos x="wd2" y="hd2"/>
                </a:cxn>
              </a:cxnLst>
              <a:rect l="0" t="0" r="r" b="b"/>
              <a:pathLst>
                <a:path w="20685" h="20168" fill="norm" stroke="1" extrusionOk="0">
                  <a:moveTo>
                    <a:pt x="18779" y="18225"/>
                  </a:moveTo>
                  <a:cubicBezTo>
                    <a:pt x="18144" y="17325"/>
                    <a:pt x="16238" y="16425"/>
                    <a:pt x="14967" y="15525"/>
                  </a:cubicBezTo>
                  <a:cubicBezTo>
                    <a:pt x="14332" y="15525"/>
                    <a:pt x="14967" y="14625"/>
                    <a:pt x="14332" y="13725"/>
                  </a:cubicBezTo>
                  <a:cubicBezTo>
                    <a:pt x="14332" y="13725"/>
                    <a:pt x="13061" y="14625"/>
                    <a:pt x="13061" y="14625"/>
                  </a:cubicBezTo>
                  <a:cubicBezTo>
                    <a:pt x="11791" y="14625"/>
                    <a:pt x="11791" y="12825"/>
                    <a:pt x="10520" y="13725"/>
                  </a:cubicBezTo>
                  <a:cubicBezTo>
                    <a:pt x="10520" y="14625"/>
                    <a:pt x="9885" y="15525"/>
                    <a:pt x="9250" y="16425"/>
                  </a:cubicBezTo>
                  <a:cubicBezTo>
                    <a:pt x="7979" y="17325"/>
                    <a:pt x="7344" y="19125"/>
                    <a:pt x="6073" y="20025"/>
                  </a:cubicBezTo>
                  <a:cubicBezTo>
                    <a:pt x="4167" y="20925"/>
                    <a:pt x="5438" y="17325"/>
                    <a:pt x="4167" y="16425"/>
                  </a:cubicBezTo>
                  <a:cubicBezTo>
                    <a:pt x="4167" y="15525"/>
                    <a:pt x="991" y="16425"/>
                    <a:pt x="356" y="16425"/>
                  </a:cubicBezTo>
                  <a:cubicBezTo>
                    <a:pt x="-915" y="16425"/>
                    <a:pt x="1626" y="13725"/>
                    <a:pt x="1626" y="13725"/>
                  </a:cubicBezTo>
                  <a:cubicBezTo>
                    <a:pt x="2897" y="11925"/>
                    <a:pt x="2261" y="10125"/>
                    <a:pt x="2261" y="8325"/>
                  </a:cubicBezTo>
                  <a:cubicBezTo>
                    <a:pt x="2261" y="6525"/>
                    <a:pt x="2261" y="3825"/>
                    <a:pt x="2897" y="2025"/>
                  </a:cubicBezTo>
                  <a:cubicBezTo>
                    <a:pt x="3532" y="-675"/>
                    <a:pt x="5438" y="-675"/>
                    <a:pt x="6073" y="2025"/>
                  </a:cubicBezTo>
                  <a:cubicBezTo>
                    <a:pt x="6073" y="2925"/>
                    <a:pt x="6073" y="4725"/>
                    <a:pt x="6709" y="3825"/>
                  </a:cubicBezTo>
                  <a:cubicBezTo>
                    <a:pt x="7344" y="3825"/>
                    <a:pt x="7344" y="2925"/>
                    <a:pt x="7979" y="2925"/>
                  </a:cubicBezTo>
                  <a:cubicBezTo>
                    <a:pt x="8614" y="3825"/>
                    <a:pt x="9250" y="4725"/>
                    <a:pt x="9885" y="4725"/>
                  </a:cubicBezTo>
                  <a:cubicBezTo>
                    <a:pt x="10520" y="5625"/>
                    <a:pt x="11156" y="5625"/>
                    <a:pt x="11791" y="5625"/>
                  </a:cubicBezTo>
                  <a:cubicBezTo>
                    <a:pt x="12426" y="6525"/>
                    <a:pt x="13697" y="7425"/>
                    <a:pt x="14967" y="8325"/>
                  </a:cubicBezTo>
                  <a:cubicBezTo>
                    <a:pt x="16873" y="9225"/>
                    <a:pt x="16873" y="10125"/>
                    <a:pt x="16873" y="12825"/>
                  </a:cubicBezTo>
                  <a:cubicBezTo>
                    <a:pt x="16873" y="13725"/>
                    <a:pt x="18144" y="13725"/>
                    <a:pt x="18144" y="12825"/>
                  </a:cubicBezTo>
                  <a:cubicBezTo>
                    <a:pt x="19414" y="12825"/>
                    <a:pt x="19414" y="13725"/>
                    <a:pt x="20050" y="14625"/>
                  </a:cubicBezTo>
                  <a:cubicBezTo>
                    <a:pt x="20685" y="14625"/>
                    <a:pt x="20685" y="14625"/>
                    <a:pt x="20685" y="15525"/>
                  </a:cubicBezTo>
                  <a:cubicBezTo>
                    <a:pt x="20050" y="16425"/>
                    <a:pt x="20050" y="18225"/>
                    <a:pt x="18779" y="18225"/>
                  </a:cubicBezTo>
                  <a:cubicBezTo>
                    <a:pt x="18144" y="17325"/>
                    <a:pt x="20050" y="18225"/>
                    <a:pt x="18779" y="1822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3" name="Shape 5373"/>
            <p:cNvSpPr/>
            <p:nvPr/>
          </p:nvSpPr>
          <p:spPr>
            <a:xfrm>
              <a:off x="3877445" y="1656480"/>
              <a:ext cx="42472" cy="39493"/>
            </a:xfrm>
            <a:custGeom>
              <a:avLst/>
              <a:gdLst/>
              <a:ahLst/>
              <a:cxnLst>
                <a:cxn ang="0">
                  <a:pos x="wd2" y="hd2"/>
                </a:cxn>
                <a:cxn ang="5400000">
                  <a:pos x="wd2" y="hd2"/>
                </a:cxn>
                <a:cxn ang="10800000">
                  <a:pos x="wd2" y="hd2"/>
                </a:cxn>
                <a:cxn ang="16200000">
                  <a:pos x="wd2" y="hd2"/>
                </a:cxn>
              </a:cxnLst>
              <a:rect l="0" t="0" r="r" b="b"/>
              <a:pathLst>
                <a:path w="14399" h="17851" fill="norm" stroke="1" extrusionOk="0">
                  <a:moveTo>
                    <a:pt x="12956" y="17280"/>
                  </a:moveTo>
                  <a:cubicBezTo>
                    <a:pt x="6784" y="21600"/>
                    <a:pt x="-2473" y="0"/>
                    <a:pt x="613" y="0"/>
                  </a:cubicBezTo>
                  <a:cubicBezTo>
                    <a:pt x="3698" y="4320"/>
                    <a:pt x="19127" y="12960"/>
                    <a:pt x="12956"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4" name="Shape 5374"/>
            <p:cNvSpPr/>
            <p:nvPr/>
          </p:nvSpPr>
          <p:spPr>
            <a:xfrm>
              <a:off x="3851035" y="1673672"/>
              <a:ext cx="28046" cy="32519"/>
            </a:xfrm>
            <a:custGeom>
              <a:avLst/>
              <a:gdLst/>
              <a:ahLst/>
              <a:cxnLst>
                <a:cxn ang="0">
                  <a:pos x="wd2" y="hd2"/>
                </a:cxn>
                <a:cxn ang="5400000">
                  <a:pos x="wd2" y="hd2"/>
                </a:cxn>
                <a:cxn ang="10800000">
                  <a:pos x="wd2" y="hd2"/>
                </a:cxn>
                <a:cxn ang="16200000">
                  <a:pos x="wd2" y="hd2"/>
                </a:cxn>
              </a:cxnLst>
              <a:rect l="0" t="0" r="r" b="b"/>
              <a:pathLst>
                <a:path w="17287" h="14699" fill="norm" stroke="1" extrusionOk="0">
                  <a:moveTo>
                    <a:pt x="16200" y="13829"/>
                  </a:moveTo>
                  <a:cubicBezTo>
                    <a:pt x="5400" y="18149"/>
                    <a:pt x="0" y="5189"/>
                    <a:pt x="0" y="869"/>
                  </a:cubicBezTo>
                  <a:cubicBezTo>
                    <a:pt x="5400" y="-3451"/>
                    <a:pt x="21600" y="9509"/>
                    <a:pt x="16200" y="138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5" name="Shape 5375"/>
            <p:cNvSpPr/>
            <p:nvPr/>
          </p:nvSpPr>
          <p:spPr>
            <a:xfrm>
              <a:off x="3770334" y="1494531"/>
              <a:ext cx="23362" cy="44861"/>
            </a:xfrm>
            <a:custGeom>
              <a:avLst/>
              <a:gdLst/>
              <a:ahLst/>
              <a:cxnLst>
                <a:cxn ang="0">
                  <a:pos x="wd2" y="hd2"/>
                </a:cxn>
                <a:cxn ang="5400000">
                  <a:pos x="wd2" y="hd2"/>
                </a:cxn>
                <a:cxn ang="10800000">
                  <a:pos x="wd2" y="hd2"/>
                </a:cxn>
                <a:cxn ang="16200000">
                  <a:pos x="wd2" y="hd2"/>
                </a:cxn>
              </a:cxnLst>
              <a:rect l="0" t="0" r="r" b="b"/>
              <a:pathLst>
                <a:path w="17600" h="16899" fill="norm" stroke="1" extrusionOk="0">
                  <a:moveTo>
                    <a:pt x="17600" y="15408"/>
                  </a:moveTo>
                  <a:cubicBezTo>
                    <a:pt x="17600" y="11808"/>
                    <a:pt x="17600" y="8208"/>
                    <a:pt x="17600" y="4608"/>
                  </a:cubicBezTo>
                  <a:cubicBezTo>
                    <a:pt x="17600" y="4608"/>
                    <a:pt x="3200" y="-2592"/>
                    <a:pt x="3200" y="1008"/>
                  </a:cubicBezTo>
                  <a:cubicBezTo>
                    <a:pt x="3200" y="4608"/>
                    <a:pt x="-4000" y="11808"/>
                    <a:pt x="3200" y="11808"/>
                  </a:cubicBezTo>
                  <a:cubicBezTo>
                    <a:pt x="3200" y="15408"/>
                    <a:pt x="10400" y="19008"/>
                    <a:pt x="17600" y="15408"/>
                  </a:cubicBezTo>
                  <a:cubicBezTo>
                    <a:pt x="17600" y="11808"/>
                    <a:pt x="10400" y="19008"/>
                    <a:pt x="17600" y="1540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6" name="Shape 5376"/>
            <p:cNvSpPr/>
            <p:nvPr/>
          </p:nvSpPr>
          <p:spPr>
            <a:xfrm>
              <a:off x="3624862" y="1012889"/>
              <a:ext cx="1337511" cy="967938"/>
            </a:xfrm>
            <a:custGeom>
              <a:avLst/>
              <a:gdLst/>
              <a:ahLst/>
              <a:cxnLst>
                <a:cxn ang="0">
                  <a:pos x="wd2" y="hd2"/>
                </a:cxn>
                <a:cxn ang="5400000">
                  <a:pos x="wd2" y="hd2"/>
                </a:cxn>
                <a:cxn ang="10800000">
                  <a:pos x="wd2" y="hd2"/>
                </a:cxn>
                <a:cxn ang="16200000">
                  <a:pos x="wd2" y="hd2"/>
                </a:cxn>
              </a:cxnLst>
              <a:rect l="0" t="0" r="r" b="b"/>
              <a:pathLst>
                <a:path w="21491" h="21240" fill="norm" stroke="1" extrusionOk="0">
                  <a:moveTo>
                    <a:pt x="11550" y="16797"/>
                  </a:moveTo>
                  <a:cubicBezTo>
                    <a:pt x="11400" y="17414"/>
                    <a:pt x="11100" y="16797"/>
                    <a:pt x="10650" y="17003"/>
                  </a:cubicBezTo>
                  <a:cubicBezTo>
                    <a:pt x="10500" y="17003"/>
                    <a:pt x="10350" y="17209"/>
                    <a:pt x="10200" y="17414"/>
                  </a:cubicBezTo>
                  <a:cubicBezTo>
                    <a:pt x="9900" y="17620"/>
                    <a:pt x="9750" y="17414"/>
                    <a:pt x="9450" y="17414"/>
                  </a:cubicBezTo>
                  <a:cubicBezTo>
                    <a:pt x="9000" y="17209"/>
                    <a:pt x="8400" y="16797"/>
                    <a:pt x="9000" y="16180"/>
                  </a:cubicBezTo>
                  <a:cubicBezTo>
                    <a:pt x="9300" y="15769"/>
                    <a:pt x="9300" y="15357"/>
                    <a:pt x="9750" y="15357"/>
                  </a:cubicBezTo>
                  <a:cubicBezTo>
                    <a:pt x="10200" y="15563"/>
                    <a:pt x="10650" y="15769"/>
                    <a:pt x="11250" y="15563"/>
                  </a:cubicBezTo>
                  <a:cubicBezTo>
                    <a:pt x="11550" y="15563"/>
                    <a:pt x="11850" y="15357"/>
                    <a:pt x="12150" y="15357"/>
                  </a:cubicBezTo>
                  <a:cubicBezTo>
                    <a:pt x="12300" y="15357"/>
                    <a:pt x="12150" y="15152"/>
                    <a:pt x="12150" y="14946"/>
                  </a:cubicBezTo>
                  <a:cubicBezTo>
                    <a:pt x="11700" y="14534"/>
                    <a:pt x="11550" y="14329"/>
                    <a:pt x="12000" y="13917"/>
                  </a:cubicBezTo>
                  <a:cubicBezTo>
                    <a:pt x="12300" y="13300"/>
                    <a:pt x="12600" y="13300"/>
                    <a:pt x="13050" y="13300"/>
                  </a:cubicBezTo>
                  <a:cubicBezTo>
                    <a:pt x="13200" y="13300"/>
                    <a:pt x="13500" y="13300"/>
                    <a:pt x="13650" y="13506"/>
                  </a:cubicBezTo>
                  <a:cubicBezTo>
                    <a:pt x="13950" y="13712"/>
                    <a:pt x="13950" y="13917"/>
                    <a:pt x="13950" y="14329"/>
                  </a:cubicBezTo>
                  <a:cubicBezTo>
                    <a:pt x="14100" y="14740"/>
                    <a:pt x="14250" y="14123"/>
                    <a:pt x="14400" y="14123"/>
                  </a:cubicBezTo>
                  <a:cubicBezTo>
                    <a:pt x="14400" y="13917"/>
                    <a:pt x="14850" y="14123"/>
                    <a:pt x="14850" y="14123"/>
                  </a:cubicBezTo>
                  <a:cubicBezTo>
                    <a:pt x="15000" y="14123"/>
                    <a:pt x="15450" y="14123"/>
                    <a:pt x="15450" y="13712"/>
                  </a:cubicBezTo>
                  <a:cubicBezTo>
                    <a:pt x="15450" y="13506"/>
                    <a:pt x="15000" y="13300"/>
                    <a:pt x="14850" y="13300"/>
                  </a:cubicBezTo>
                  <a:cubicBezTo>
                    <a:pt x="14550" y="13094"/>
                    <a:pt x="14400" y="12889"/>
                    <a:pt x="14250" y="12683"/>
                  </a:cubicBezTo>
                  <a:cubicBezTo>
                    <a:pt x="14100" y="12683"/>
                    <a:pt x="13950" y="13094"/>
                    <a:pt x="13950" y="13300"/>
                  </a:cubicBezTo>
                  <a:cubicBezTo>
                    <a:pt x="13800" y="13506"/>
                    <a:pt x="13200" y="13300"/>
                    <a:pt x="13050" y="13300"/>
                  </a:cubicBezTo>
                  <a:cubicBezTo>
                    <a:pt x="12150" y="13094"/>
                    <a:pt x="13350" y="12683"/>
                    <a:pt x="13200" y="12272"/>
                  </a:cubicBezTo>
                  <a:cubicBezTo>
                    <a:pt x="13050" y="11654"/>
                    <a:pt x="12900" y="10832"/>
                    <a:pt x="12600" y="10420"/>
                  </a:cubicBezTo>
                  <a:cubicBezTo>
                    <a:pt x="12450" y="10420"/>
                    <a:pt x="12150" y="10626"/>
                    <a:pt x="12150" y="10420"/>
                  </a:cubicBezTo>
                  <a:cubicBezTo>
                    <a:pt x="12150" y="10214"/>
                    <a:pt x="12150" y="9803"/>
                    <a:pt x="12000" y="9597"/>
                  </a:cubicBezTo>
                  <a:cubicBezTo>
                    <a:pt x="11850" y="9392"/>
                    <a:pt x="11700" y="10626"/>
                    <a:pt x="11850" y="10626"/>
                  </a:cubicBezTo>
                  <a:cubicBezTo>
                    <a:pt x="11700" y="10626"/>
                    <a:pt x="11250" y="9186"/>
                    <a:pt x="11250" y="9186"/>
                  </a:cubicBezTo>
                  <a:cubicBezTo>
                    <a:pt x="10950" y="9186"/>
                    <a:pt x="10800" y="9392"/>
                    <a:pt x="10650" y="9597"/>
                  </a:cubicBezTo>
                  <a:cubicBezTo>
                    <a:pt x="10500" y="9597"/>
                    <a:pt x="10050" y="10009"/>
                    <a:pt x="10050" y="9803"/>
                  </a:cubicBezTo>
                  <a:cubicBezTo>
                    <a:pt x="10050" y="9186"/>
                    <a:pt x="9900" y="9186"/>
                    <a:pt x="10350" y="9186"/>
                  </a:cubicBezTo>
                  <a:cubicBezTo>
                    <a:pt x="10500" y="9186"/>
                    <a:pt x="10650" y="8980"/>
                    <a:pt x="10650" y="8774"/>
                  </a:cubicBezTo>
                  <a:cubicBezTo>
                    <a:pt x="10800" y="8569"/>
                    <a:pt x="10350" y="8569"/>
                    <a:pt x="10350" y="8569"/>
                  </a:cubicBezTo>
                  <a:cubicBezTo>
                    <a:pt x="10200" y="8363"/>
                    <a:pt x="9600" y="7952"/>
                    <a:pt x="9600" y="7952"/>
                  </a:cubicBezTo>
                  <a:cubicBezTo>
                    <a:pt x="9600" y="7334"/>
                    <a:pt x="9450" y="7746"/>
                    <a:pt x="9300" y="7746"/>
                  </a:cubicBezTo>
                  <a:cubicBezTo>
                    <a:pt x="9150" y="7746"/>
                    <a:pt x="9300" y="6717"/>
                    <a:pt x="9000" y="6923"/>
                  </a:cubicBezTo>
                  <a:cubicBezTo>
                    <a:pt x="8850" y="6923"/>
                    <a:pt x="8850" y="7129"/>
                    <a:pt x="8550" y="6717"/>
                  </a:cubicBezTo>
                  <a:cubicBezTo>
                    <a:pt x="8400" y="6717"/>
                    <a:pt x="8250" y="6306"/>
                    <a:pt x="8100" y="6306"/>
                  </a:cubicBezTo>
                  <a:cubicBezTo>
                    <a:pt x="8100" y="6306"/>
                    <a:pt x="8250" y="6512"/>
                    <a:pt x="8250" y="6512"/>
                  </a:cubicBezTo>
                  <a:cubicBezTo>
                    <a:pt x="8250" y="6512"/>
                    <a:pt x="7800" y="6512"/>
                    <a:pt x="7800" y="6717"/>
                  </a:cubicBezTo>
                  <a:cubicBezTo>
                    <a:pt x="7950" y="6923"/>
                    <a:pt x="8250" y="6717"/>
                    <a:pt x="8400" y="7129"/>
                  </a:cubicBezTo>
                  <a:cubicBezTo>
                    <a:pt x="8400" y="7540"/>
                    <a:pt x="8100" y="7540"/>
                    <a:pt x="7950" y="7540"/>
                  </a:cubicBezTo>
                  <a:cubicBezTo>
                    <a:pt x="7650" y="7746"/>
                    <a:pt x="6900" y="6923"/>
                    <a:pt x="6600" y="7334"/>
                  </a:cubicBezTo>
                  <a:cubicBezTo>
                    <a:pt x="6450" y="7334"/>
                    <a:pt x="6750" y="7540"/>
                    <a:pt x="6900" y="7746"/>
                  </a:cubicBezTo>
                  <a:cubicBezTo>
                    <a:pt x="6900" y="7952"/>
                    <a:pt x="7050" y="7746"/>
                    <a:pt x="7200" y="7746"/>
                  </a:cubicBezTo>
                  <a:cubicBezTo>
                    <a:pt x="7350" y="7746"/>
                    <a:pt x="7800" y="7540"/>
                    <a:pt x="7800" y="7746"/>
                  </a:cubicBezTo>
                  <a:cubicBezTo>
                    <a:pt x="7800" y="7952"/>
                    <a:pt x="7650" y="8157"/>
                    <a:pt x="7500" y="8363"/>
                  </a:cubicBezTo>
                  <a:cubicBezTo>
                    <a:pt x="7500" y="8363"/>
                    <a:pt x="5850" y="6923"/>
                    <a:pt x="5550" y="7129"/>
                  </a:cubicBezTo>
                  <a:cubicBezTo>
                    <a:pt x="5700" y="7129"/>
                    <a:pt x="5850" y="7334"/>
                    <a:pt x="6000" y="7334"/>
                  </a:cubicBezTo>
                  <a:cubicBezTo>
                    <a:pt x="6300" y="7746"/>
                    <a:pt x="5550" y="7540"/>
                    <a:pt x="5550" y="7540"/>
                  </a:cubicBezTo>
                  <a:cubicBezTo>
                    <a:pt x="5100" y="7129"/>
                    <a:pt x="4500" y="7540"/>
                    <a:pt x="4050" y="7334"/>
                  </a:cubicBezTo>
                  <a:cubicBezTo>
                    <a:pt x="3450" y="7129"/>
                    <a:pt x="3000" y="7334"/>
                    <a:pt x="2550" y="6717"/>
                  </a:cubicBezTo>
                  <a:cubicBezTo>
                    <a:pt x="2100" y="6306"/>
                    <a:pt x="1800" y="6923"/>
                    <a:pt x="1350" y="6717"/>
                  </a:cubicBezTo>
                  <a:cubicBezTo>
                    <a:pt x="1200" y="6512"/>
                    <a:pt x="900" y="6512"/>
                    <a:pt x="750" y="6306"/>
                  </a:cubicBezTo>
                  <a:cubicBezTo>
                    <a:pt x="750" y="6100"/>
                    <a:pt x="300" y="5483"/>
                    <a:pt x="600" y="5483"/>
                  </a:cubicBezTo>
                  <a:cubicBezTo>
                    <a:pt x="1050" y="5483"/>
                    <a:pt x="1650" y="6100"/>
                    <a:pt x="2100" y="5689"/>
                  </a:cubicBezTo>
                  <a:cubicBezTo>
                    <a:pt x="2250" y="5483"/>
                    <a:pt x="1950" y="5277"/>
                    <a:pt x="1950" y="5277"/>
                  </a:cubicBezTo>
                  <a:cubicBezTo>
                    <a:pt x="1650" y="5072"/>
                    <a:pt x="1350" y="5072"/>
                    <a:pt x="1200" y="5072"/>
                  </a:cubicBezTo>
                  <a:cubicBezTo>
                    <a:pt x="750" y="5072"/>
                    <a:pt x="0" y="5072"/>
                    <a:pt x="0" y="4454"/>
                  </a:cubicBezTo>
                  <a:cubicBezTo>
                    <a:pt x="0" y="3632"/>
                    <a:pt x="0" y="3014"/>
                    <a:pt x="300" y="2192"/>
                  </a:cubicBezTo>
                  <a:cubicBezTo>
                    <a:pt x="450" y="1574"/>
                    <a:pt x="900" y="1163"/>
                    <a:pt x="1350" y="752"/>
                  </a:cubicBezTo>
                  <a:cubicBezTo>
                    <a:pt x="1650" y="340"/>
                    <a:pt x="1950" y="340"/>
                    <a:pt x="2400" y="134"/>
                  </a:cubicBezTo>
                  <a:cubicBezTo>
                    <a:pt x="2700" y="134"/>
                    <a:pt x="3600" y="-277"/>
                    <a:pt x="3750" y="340"/>
                  </a:cubicBezTo>
                  <a:cubicBezTo>
                    <a:pt x="3750" y="134"/>
                    <a:pt x="3000" y="1163"/>
                    <a:pt x="2850" y="1163"/>
                  </a:cubicBezTo>
                  <a:cubicBezTo>
                    <a:pt x="2550" y="1574"/>
                    <a:pt x="2250" y="1986"/>
                    <a:pt x="2550" y="2397"/>
                  </a:cubicBezTo>
                  <a:cubicBezTo>
                    <a:pt x="2850" y="2809"/>
                    <a:pt x="2550" y="3014"/>
                    <a:pt x="2700" y="3426"/>
                  </a:cubicBezTo>
                  <a:cubicBezTo>
                    <a:pt x="2700" y="3837"/>
                    <a:pt x="3000" y="4043"/>
                    <a:pt x="3150" y="4249"/>
                  </a:cubicBezTo>
                  <a:cubicBezTo>
                    <a:pt x="3300" y="4454"/>
                    <a:pt x="3600" y="4660"/>
                    <a:pt x="3750" y="4866"/>
                  </a:cubicBezTo>
                  <a:cubicBezTo>
                    <a:pt x="3900" y="5072"/>
                    <a:pt x="3300" y="5072"/>
                    <a:pt x="3300" y="5277"/>
                  </a:cubicBezTo>
                  <a:cubicBezTo>
                    <a:pt x="3300" y="5072"/>
                    <a:pt x="3900" y="5689"/>
                    <a:pt x="3900" y="5689"/>
                  </a:cubicBezTo>
                  <a:cubicBezTo>
                    <a:pt x="4050" y="5483"/>
                    <a:pt x="3900" y="5072"/>
                    <a:pt x="3900" y="4866"/>
                  </a:cubicBezTo>
                  <a:cubicBezTo>
                    <a:pt x="3900" y="4866"/>
                    <a:pt x="4200" y="4660"/>
                    <a:pt x="4050" y="4454"/>
                  </a:cubicBezTo>
                  <a:cubicBezTo>
                    <a:pt x="3900" y="4249"/>
                    <a:pt x="3300" y="4043"/>
                    <a:pt x="3150" y="3837"/>
                  </a:cubicBezTo>
                  <a:cubicBezTo>
                    <a:pt x="3000" y="3837"/>
                    <a:pt x="2850" y="3632"/>
                    <a:pt x="3000" y="3632"/>
                  </a:cubicBezTo>
                  <a:cubicBezTo>
                    <a:pt x="3300" y="3632"/>
                    <a:pt x="3300" y="3426"/>
                    <a:pt x="3450" y="3220"/>
                  </a:cubicBezTo>
                  <a:cubicBezTo>
                    <a:pt x="3750" y="3014"/>
                    <a:pt x="4200" y="3426"/>
                    <a:pt x="4350" y="3632"/>
                  </a:cubicBezTo>
                  <a:cubicBezTo>
                    <a:pt x="4200" y="3426"/>
                    <a:pt x="4050" y="3220"/>
                    <a:pt x="4050" y="3014"/>
                  </a:cubicBezTo>
                  <a:cubicBezTo>
                    <a:pt x="4050" y="2603"/>
                    <a:pt x="3300" y="2809"/>
                    <a:pt x="3300" y="2397"/>
                  </a:cubicBezTo>
                  <a:cubicBezTo>
                    <a:pt x="3000" y="1163"/>
                    <a:pt x="4350" y="2192"/>
                    <a:pt x="4350" y="2192"/>
                  </a:cubicBezTo>
                  <a:cubicBezTo>
                    <a:pt x="4350" y="1986"/>
                    <a:pt x="3450" y="1574"/>
                    <a:pt x="3450" y="1574"/>
                  </a:cubicBezTo>
                  <a:cubicBezTo>
                    <a:pt x="3450" y="1369"/>
                    <a:pt x="4200" y="1574"/>
                    <a:pt x="4200" y="1574"/>
                  </a:cubicBezTo>
                  <a:cubicBezTo>
                    <a:pt x="4200" y="1369"/>
                    <a:pt x="3750" y="1163"/>
                    <a:pt x="3750" y="1163"/>
                  </a:cubicBezTo>
                  <a:cubicBezTo>
                    <a:pt x="3600" y="957"/>
                    <a:pt x="3750" y="957"/>
                    <a:pt x="3900" y="957"/>
                  </a:cubicBezTo>
                  <a:cubicBezTo>
                    <a:pt x="4050" y="1163"/>
                    <a:pt x="4050" y="957"/>
                    <a:pt x="4200" y="957"/>
                  </a:cubicBezTo>
                  <a:cubicBezTo>
                    <a:pt x="4500" y="752"/>
                    <a:pt x="4500" y="957"/>
                    <a:pt x="4800" y="957"/>
                  </a:cubicBezTo>
                  <a:cubicBezTo>
                    <a:pt x="4350" y="752"/>
                    <a:pt x="4950" y="340"/>
                    <a:pt x="5100" y="340"/>
                  </a:cubicBezTo>
                  <a:cubicBezTo>
                    <a:pt x="5400" y="134"/>
                    <a:pt x="6300" y="134"/>
                    <a:pt x="6450" y="546"/>
                  </a:cubicBezTo>
                  <a:cubicBezTo>
                    <a:pt x="6600" y="752"/>
                    <a:pt x="6600" y="957"/>
                    <a:pt x="6600" y="1163"/>
                  </a:cubicBezTo>
                  <a:cubicBezTo>
                    <a:pt x="6750" y="1369"/>
                    <a:pt x="6900" y="1574"/>
                    <a:pt x="7050" y="1780"/>
                  </a:cubicBezTo>
                  <a:cubicBezTo>
                    <a:pt x="7200" y="2192"/>
                    <a:pt x="6450" y="3014"/>
                    <a:pt x="6450" y="3014"/>
                  </a:cubicBezTo>
                  <a:cubicBezTo>
                    <a:pt x="6600" y="3220"/>
                    <a:pt x="6900" y="2603"/>
                    <a:pt x="7050" y="2603"/>
                  </a:cubicBezTo>
                  <a:cubicBezTo>
                    <a:pt x="7050" y="2603"/>
                    <a:pt x="6750" y="3837"/>
                    <a:pt x="6900" y="3632"/>
                  </a:cubicBezTo>
                  <a:cubicBezTo>
                    <a:pt x="7050" y="3632"/>
                    <a:pt x="7050" y="3220"/>
                    <a:pt x="7200" y="3220"/>
                  </a:cubicBezTo>
                  <a:cubicBezTo>
                    <a:pt x="7500" y="3220"/>
                    <a:pt x="7500" y="3426"/>
                    <a:pt x="7800" y="3014"/>
                  </a:cubicBezTo>
                  <a:cubicBezTo>
                    <a:pt x="7950" y="2809"/>
                    <a:pt x="7950" y="3014"/>
                    <a:pt x="8100" y="3220"/>
                  </a:cubicBezTo>
                  <a:cubicBezTo>
                    <a:pt x="8250" y="3426"/>
                    <a:pt x="8100" y="3426"/>
                    <a:pt x="8100" y="3632"/>
                  </a:cubicBezTo>
                  <a:cubicBezTo>
                    <a:pt x="8100" y="3837"/>
                    <a:pt x="8850" y="4043"/>
                    <a:pt x="9000" y="4043"/>
                  </a:cubicBezTo>
                  <a:cubicBezTo>
                    <a:pt x="9000" y="4043"/>
                    <a:pt x="8250" y="3014"/>
                    <a:pt x="8100" y="2809"/>
                  </a:cubicBezTo>
                  <a:cubicBezTo>
                    <a:pt x="8100" y="2809"/>
                    <a:pt x="9450" y="3426"/>
                    <a:pt x="9450" y="3220"/>
                  </a:cubicBezTo>
                  <a:cubicBezTo>
                    <a:pt x="9450" y="3220"/>
                    <a:pt x="8550" y="3014"/>
                    <a:pt x="8550" y="2603"/>
                  </a:cubicBezTo>
                  <a:cubicBezTo>
                    <a:pt x="8550" y="2397"/>
                    <a:pt x="9000" y="2192"/>
                    <a:pt x="9150" y="2192"/>
                  </a:cubicBezTo>
                  <a:cubicBezTo>
                    <a:pt x="9450" y="1986"/>
                    <a:pt x="9600" y="2192"/>
                    <a:pt x="9900" y="2397"/>
                  </a:cubicBezTo>
                  <a:cubicBezTo>
                    <a:pt x="10350" y="2603"/>
                    <a:pt x="10950" y="2397"/>
                    <a:pt x="11100" y="3220"/>
                  </a:cubicBezTo>
                  <a:cubicBezTo>
                    <a:pt x="11100" y="3220"/>
                    <a:pt x="10050" y="3220"/>
                    <a:pt x="10200" y="3837"/>
                  </a:cubicBezTo>
                  <a:cubicBezTo>
                    <a:pt x="10200" y="3632"/>
                    <a:pt x="10650" y="3426"/>
                    <a:pt x="10650" y="3426"/>
                  </a:cubicBezTo>
                  <a:cubicBezTo>
                    <a:pt x="10950" y="3426"/>
                    <a:pt x="10500" y="3837"/>
                    <a:pt x="10500" y="4043"/>
                  </a:cubicBezTo>
                  <a:cubicBezTo>
                    <a:pt x="10500" y="4043"/>
                    <a:pt x="10950" y="3632"/>
                    <a:pt x="10950" y="3632"/>
                  </a:cubicBezTo>
                  <a:cubicBezTo>
                    <a:pt x="10950" y="3426"/>
                    <a:pt x="11550" y="3426"/>
                    <a:pt x="11700" y="3632"/>
                  </a:cubicBezTo>
                  <a:cubicBezTo>
                    <a:pt x="12300" y="3632"/>
                    <a:pt x="10950" y="4249"/>
                    <a:pt x="11100" y="4454"/>
                  </a:cubicBezTo>
                  <a:cubicBezTo>
                    <a:pt x="11100" y="4454"/>
                    <a:pt x="11400" y="4043"/>
                    <a:pt x="11400" y="4249"/>
                  </a:cubicBezTo>
                  <a:cubicBezTo>
                    <a:pt x="11400" y="4454"/>
                    <a:pt x="11100" y="4866"/>
                    <a:pt x="11250" y="5072"/>
                  </a:cubicBezTo>
                  <a:cubicBezTo>
                    <a:pt x="11100" y="4866"/>
                    <a:pt x="11700" y="4043"/>
                    <a:pt x="11850" y="4249"/>
                  </a:cubicBezTo>
                  <a:cubicBezTo>
                    <a:pt x="11850" y="4660"/>
                    <a:pt x="11700" y="5072"/>
                    <a:pt x="11850" y="5277"/>
                  </a:cubicBezTo>
                  <a:cubicBezTo>
                    <a:pt x="11850" y="5277"/>
                    <a:pt x="11850" y="4454"/>
                    <a:pt x="12150" y="4454"/>
                  </a:cubicBezTo>
                  <a:cubicBezTo>
                    <a:pt x="12450" y="4660"/>
                    <a:pt x="12000" y="5277"/>
                    <a:pt x="12150" y="5483"/>
                  </a:cubicBezTo>
                  <a:cubicBezTo>
                    <a:pt x="12150" y="5483"/>
                    <a:pt x="12300" y="4866"/>
                    <a:pt x="12450" y="4866"/>
                  </a:cubicBezTo>
                  <a:cubicBezTo>
                    <a:pt x="12450" y="4866"/>
                    <a:pt x="12300" y="5483"/>
                    <a:pt x="12450" y="5483"/>
                  </a:cubicBezTo>
                  <a:cubicBezTo>
                    <a:pt x="12300" y="5483"/>
                    <a:pt x="12750" y="4660"/>
                    <a:pt x="12900" y="4454"/>
                  </a:cubicBezTo>
                  <a:cubicBezTo>
                    <a:pt x="13050" y="4249"/>
                    <a:pt x="13500" y="4454"/>
                    <a:pt x="13650" y="4660"/>
                  </a:cubicBezTo>
                  <a:cubicBezTo>
                    <a:pt x="13950" y="4866"/>
                    <a:pt x="14100" y="5277"/>
                    <a:pt x="13650" y="5277"/>
                  </a:cubicBezTo>
                  <a:cubicBezTo>
                    <a:pt x="13500" y="5277"/>
                    <a:pt x="12900" y="5277"/>
                    <a:pt x="12900" y="5894"/>
                  </a:cubicBezTo>
                  <a:cubicBezTo>
                    <a:pt x="12900" y="5689"/>
                    <a:pt x="13800" y="5277"/>
                    <a:pt x="13800" y="5483"/>
                  </a:cubicBezTo>
                  <a:cubicBezTo>
                    <a:pt x="13800" y="5483"/>
                    <a:pt x="13200" y="5894"/>
                    <a:pt x="13200" y="6100"/>
                  </a:cubicBezTo>
                  <a:cubicBezTo>
                    <a:pt x="13200" y="5894"/>
                    <a:pt x="13800" y="5894"/>
                    <a:pt x="13800" y="5894"/>
                  </a:cubicBezTo>
                  <a:cubicBezTo>
                    <a:pt x="13950" y="5689"/>
                    <a:pt x="14250" y="5072"/>
                    <a:pt x="14400" y="5277"/>
                  </a:cubicBezTo>
                  <a:cubicBezTo>
                    <a:pt x="14550" y="5689"/>
                    <a:pt x="14400" y="6100"/>
                    <a:pt x="14100" y="6100"/>
                  </a:cubicBezTo>
                  <a:cubicBezTo>
                    <a:pt x="13950" y="6306"/>
                    <a:pt x="13800" y="6512"/>
                    <a:pt x="13650" y="6717"/>
                  </a:cubicBezTo>
                  <a:cubicBezTo>
                    <a:pt x="13650" y="6717"/>
                    <a:pt x="13950" y="6306"/>
                    <a:pt x="14100" y="6306"/>
                  </a:cubicBezTo>
                  <a:cubicBezTo>
                    <a:pt x="14100" y="6306"/>
                    <a:pt x="13950" y="7129"/>
                    <a:pt x="13950" y="7129"/>
                  </a:cubicBezTo>
                  <a:cubicBezTo>
                    <a:pt x="13800" y="6717"/>
                    <a:pt x="14850" y="5277"/>
                    <a:pt x="15000" y="5689"/>
                  </a:cubicBezTo>
                  <a:cubicBezTo>
                    <a:pt x="15150" y="5894"/>
                    <a:pt x="14850" y="6100"/>
                    <a:pt x="14700" y="6100"/>
                  </a:cubicBezTo>
                  <a:cubicBezTo>
                    <a:pt x="14850" y="6100"/>
                    <a:pt x="15300" y="6100"/>
                    <a:pt x="15450" y="6100"/>
                  </a:cubicBezTo>
                  <a:cubicBezTo>
                    <a:pt x="15600" y="6100"/>
                    <a:pt x="15900" y="6100"/>
                    <a:pt x="16050" y="6306"/>
                  </a:cubicBezTo>
                  <a:cubicBezTo>
                    <a:pt x="16200" y="6923"/>
                    <a:pt x="14700" y="6923"/>
                    <a:pt x="14850" y="7540"/>
                  </a:cubicBezTo>
                  <a:cubicBezTo>
                    <a:pt x="14850" y="7540"/>
                    <a:pt x="15300" y="6923"/>
                    <a:pt x="15450" y="6923"/>
                  </a:cubicBezTo>
                  <a:cubicBezTo>
                    <a:pt x="15600" y="6923"/>
                    <a:pt x="15900" y="6923"/>
                    <a:pt x="15900" y="7129"/>
                  </a:cubicBezTo>
                  <a:cubicBezTo>
                    <a:pt x="16050" y="7334"/>
                    <a:pt x="15150" y="7746"/>
                    <a:pt x="15150" y="7746"/>
                  </a:cubicBezTo>
                  <a:cubicBezTo>
                    <a:pt x="15150" y="7746"/>
                    <a:pt x="15600" y="7540"/>
                    <a:pt x="15600" y="7540"/>
                  </a:cubicBezTo>
                  <a:cubicBezTo>
                    <a:pt x="15750" y="7540"/>
                    <a:pt x="16050" y="7334"/>
                    <a:pt x="16200" y="7129"/>
                  </a:cubicBezTo>
                  <a:cubicBezTo>
                    <a:pt x="16350" y="7129"/>
                    <a:pt x="16200" y="6923"/>
                    <a:pt x="16350" y="6717"/>
                  </a:cubicBezTo>
                  <a:cubicBezTo>
                    <a:pt x="16500" y="6717"/>
                    <a:pt x="16800" y="7129"/>
                    <a:pt x="16800" y="7334"/>
                  </a:cubicBezTo>
                  <a:cubicBezTo>
                    <a:pt x="17400" y="7952"/>
                    <a:pt x="16800" y="7746"/>
                    <a:pt x="16350" y="7952"/>
                  </a:cubicBezTo>
                  <a:cubicBezTo>
                    <a:pt x="16350" y="7952"/>
                    <a:pt x="15300" y="8363"/>
                    <a:pt x="15300" y="8157"/>
                  </a:cubicBezTo>
                  <a:cubicBezTo>
                    <a:pt x="15300" y="8363"/>
                    <a:pt x="17700" y="8363"/>
                    <a:pt x="17550" y="8774"/>
                  </a:cubicBezTo>
                  <a:cubicBezTo>
                    <a:pt x="17400" y="8980"/>
                    <a:pt x="16650" y="8980"/>
                    <a:pt x="16500" y="8774"/>
                  </a:cubicBezTo>
                  <a:cubicBezTo>
                    <a:pt x="16500" y="8774"/>
                    <a:pt x="15900" y="8980"/>
                    <a:pt x="15900" y="8980"/>
                  </a:cubicBezTo>
                  <a:cubicBezTo>
                    <a:pt x="16050" y="9186"/>
                    <a:pt x="16500" y="8980"/>
                    <a:pt x="16500" y="9186"/>
                  </a:cubicBezTo>
                  <a:cubicBezTo>
                    <a:pt x="16650" y="9186"/>
                    <a:pt x="16050" y="9392"/>
                    <a:pt x="16050" y="9597"/>
                  </a:cubicBezTo>
                  <a:cubicBezTo>
                    <a:pt x="16050" y="10009"/>
                    <a:pt x="16650" y="10214"/>
                    <a:pt x="16800" y="10214"/>
                  </a:cubicBezTo>
                  <a:cubicBezTo>
                    <a:pt x="17100" y="10420"/>
                    <a:pt x="17550" y="10420"/>
                    <a:pt x="17700" y="10832"/>
                  </a:cubicBezTo>
                  <a:cubicBezTo>
                    <a:pt x="17850" y="11037"/>
                    <a:pt x="17850" y="11243"/>
                    <a:pt x="18000" y="11243"/>
                  </a:cubicBezTo>
                  <a:cubicBezTo>
                    <a:pt x="18000" y="11243"/>
                    <a:pt x="18300" y="11037"/>
                    <a:pt x="18300" y="11037"/>
                  </a:cubicBezTo>
                  <a:cubicBezTo>
                    <a:pt x="18300" y="11037"/>
                    <a:pt x="18300" y="11449"/>
                    <a:pt x="18450" y="11449"/>
                  </a:cubicBezTo>
                  <a:cubicBezTo>
                    <a:pt x="18450" y="11449"/>
                    <a:pt x="18450" y="11037"/>
                    <a:pt x="18600" y="11037"/>
                  </a:cubicBezTo>
                  <a:cubicBezTo>
                    <a:pt x="18600" y="11037"/>
                    <a:pt x="18600" y="11449"/>
                    <a:pt x="18600" y="11449"/>
                  </a:cubicBezTo>
                  <a:cubicBezTo>
                    <a:pt x="18600" y="11654"/>
                    <a:pt x="18900" y="11449"/>
                    <a:pt x="19050" y="11449"/>
                  </a:cubicBezTo>
                  <a:cubicBezTo>
                    <a:pt x="19050" y="11449"/>
                    <a:pt x="19350" y="11654"/>
                    <a:pt x="19350" y="11860"/>
                  </a:cubicBezTo>
                  <a:cubicBezTo>
                    <a:pt x="19350" y="12066"/>
                    <a:pt x="19200" y="11860"/>
                    <a:pt x="19200" y="12066"/>
                  </a:cubicBezTo>
                  <a:cubicBezTo>
                    <a:pt x="19350" y="11860"/>
                    <a:pt x="20700" y="12477"/>
                    <a:pt x="20700" y="12477"/>
                  </a:cubicBezTo>
                  <a:cubicBezTo>
                    <a:pt x="20550" y="12683"/>
                    <a:pt x="20550" y="12683"/>
                    <a:pt x="20550" y="12683"/>
                  </a:cubicBezTo>
                  <a:cubicBezTo>
                    <a:pt x="20550" y="12889"/>
                    <a:pt x="20850" y="12683"/>
                    <a:pt x="20850" y="12683"/>
                  </a:cubicBezTo>
                  <a:cubicBezTo>
                    <a:pt x="21000" y="12477"/>
                    <a:pt x="21000" y="12683"/>
                    <a:pt x="21150" y="12889"/>
                  </a:cubicBezTo>
                  <a:cubicBezTo>
                    <a:pt x="21300" y="12889"/>
                    <a:pt x="21600" y="13300"/>
                    <a:pt x="21450" y="13506"/>
                  </a:cubicBezTo>
                  <a:cubicBezTo>
                    <a:pt x="21450" y="13506"/>
                    <a:pt x="21150" y="13506"/>
                    <a:pt x="21150" y="13506"/>
                  </a:cubicBezTo>
                  <a:cubicBezTo>
                    <a:pt x="21150" y="13712"/>
                    <a:pt x="21450" y="13712"/>
                    <a:pt x="21300" y="13917"/>
                  </a:cubicBezTo>
                  <a:cubicBezTo>
                    <a:pt x="21300" y="13917"/>
                    <a:pt x="20850" y="13917"/>
                    <a:pt x="20850" y="13917"/>
                  </a:cubicBezTo>
                  <a:cubicBezTo>
                    <a:pt x="20550" y="14123"/>
                    <a:pt x="20850" y="14123"/>
                    <a:pt x="20850" y="14329"/>
                  </a:cubicBezTo>
                  <a:cubicBezTo>
                    <a:pt x="21000" y="14740"/>
                    <a:pt x="20400" y="14329"/>
                    <a:pt x="20250" y="14329"/>
                  </a:cubicBezTo>
                  <a:cubicBezTo>
                    <a:pt x="20400" y="14534"/>
                    <a:pt x="20700" y="14740"/>
                    <a:pt x="20550" y="14946"/>
                  </a:cubicBezTo>
                  <a:cubicBezTo>
                    <a:pt x="20400" y="14946"/>
                    <a:pt x="19800" y="14946"/>
                    <a:pt x="19950" y="14740"/>
                  </a:cubicBezTo>
                  <a:cubicBezTo>
                    <a:pt x="19800" y="14946"/>
                    <a:pt x="20250" y="15357"/>
                    <a:pt x="20100" y="15563"/>
                  </a:cubicBezTo>
                  <a:cubicBezTo>
                    <a:pt x="19950" y="15563"/>
                    <a:pt x="19950" y="15152"/>
                    <a:pt x="19800" y="15357"/>
                  </a:cubicBezTo>
                  <a:cubicBezTo>
                    <a:pt x="19650" y="15563"/>
                    <a:pt x="20250" y="16592"/>
                    <a:pt x="19650" y="15974"/>
                  </a:cubicBezTo>
                  <a:cubicBezTo>
                    <a:pt x="19650" y="15974"/>
                    <a:pt x="19200" y="15563"/>
                    <a:pt x="19200" y="15563"/>
                  </a:cubicBezTo>
                  <a:cubicBezTo>
                    <a:pt x="19050" y="15769"/>
                    <a:pt x="19050" y="15974"/>
                    <a:pt x="18900" y="15974"/>
                  </a:cubicBezTo>
                  <a:cubicBezTo>
                    <a:pt x="18900" y="15769"/>
                    <a:pt x="19050" y="15563"/>
                    <a:pt x="19050" y="15357"/>
                  </a:cubicBezTo>
                  <a:cubicBezTo>
                    <a:pt x="19050" y="15563"/>
                    <a:pt x="18750" y="15563"/>
                    <a:pt x="18750" y="15563"/>
                  </a:cubicBezTo>
                  <a:cubicBezTo>
                    <a:pt x="18600" y="15357"/>
                    <a:pt x="18900" y="15152"/>
                    <a:pt x="18750" y="14946"/>
                  </a:cubicBezTo>
                  <a:cubicBezTo>
                    <a:pt x="18750" y="14946"/>
                    <a:pt x="18450" y="15152"/>
                    <a:pt x="18450" y="15152"/>
                  </a:cubicBezTo>
                  <a:cubicBezTo>
                    <a:pt x="18300" y="14946"/>
                    <a:pt x="18450" y="14534"/>
                    <a:pt x="18450" y="14534"/>
                  </a:cubicBezTo>
                  <a:cubicBezTo>
                    <a:pt x="18600" y="14534"/>
                    <a:pt x="19200" y="14123"/>
                    <a:pt x="19050" y="14123"/>
                  </a:cubicBezTo>
                  <a:cubicBezTo>
                    <a:pt x="18900" y="13917"/>
                    <a:pt x="18300" y="14740"/>
                    <a:pt x="18000" y="14534"/>
                  </a:cubicBezTo>
                  <a:cubicBezTo>
                    <a:pt x="18000" y="14534"/>
                    <a:pt x="18450" y="13917"/>
                    <a:pt x="18300" y="13917"/>
                  </a:cubicBezTo>
                  <a:cubicBezTo>
                    <a:pt x="18150" y="13917"/>
                    <a:pt x="18000" y="14329"/>
                    <a:pt x="17850" y="14123"/>
                  </a:cubicBezTo>
                  <a:cubicBezTo>
                    <a:pt x="17700" y="13917"/>
                    <a:pt x="17550" y="13917"/>
                    <a:pt x="17400" y="13712"/>
                  </a:cubicBezTo>
                  <a:cubicBezTo>
                    <a:pt x="17250" y="13506"/>
                    <a:pt x="17100" y="13300"/>
                    <a:pt x="16950" y="13506"/>
                  </a:cubicBezTo>
                  <a:cubicBezTo>
                    <a:pt x="16950" y="13712"/>
                    <a:pt x="16950" y="13712"/>
                    <a:pt x="16950" y="13917"/>
                  </a:cubicBezTo>
                  <a:cubicBezTo>
                    <a:pt x="16950" y="13917"/>
                    <a:pt x="16800" y="13917"/>
                    <a:pt x="16800" y="13917"/>
                  </a:cubicBezTo>
                  <a:cubicBezTo>
                    <a:pt x="16800" y="14123"/>
                    <a:pt x="17400" y="14534"/>
                    <a:pt x="16800" y="14534"/>
                  </a:cubicBezTo>
                  <a:cubicBezTo>
                    <a:pt x="16650" y="14534"/>
                    <a:pt x="16050" y="14329"/>
                    <a:pt x="16200" y="14123"/>
                  </a:cubicBezTo>
                  <a:cubicBezTo>
                    <a:pt x="16050" y="14534"/>
                    <a:pt x="16650" y="14946"/>
                    <a:pt x="16800" y="15152"/>
                  </a:cubicBezTo>
                  <a:cubicBezTo>
                    <a:pt x="17100" y="15152"/>
                    <a:pt x="17100" y="15769"/>
                    <a:pt x="17250" y="15974"/>
                  </a:cubicBezTo>
                  <a:cubicBezTo>
                    <a:pt x="17400" y="16180"/>
                    <a:pt x="17400" y="16386"/>
                    <a:pt x="17550" y="16386"/>
                  </a:cubicBezTo>
                  <a:cubicBezTo>
                    <a:pt x="17700" y="16386"/>
                    <a:pt x="17550" y="16180"/>
                    <a:pt x="17700" y="16180"/>
                  </a:cubicBezTo>
                  <a:cubicBezTo>
                    <a:pt x="17700" y="16180"/>
                    <a:pt x="17850" y="16386"/>
                    <a:pt x="17850" y="16592"/>
                  </a:cubicBezTo>
                  <a:cubicBezTo>
                    <a:pt x="18000" y="16797"/>
                    <a:pt x="18000" y="16592"/>
                    <a:pt x="18150" y="16386"/>
                  </a:cubicBezTo>
                  <a:cubicBezTo>
                    <a:pt x="18300" y="16386"/>
                    <a:pt x="18150" y="17209"/>
                    <a:pt x="18300" y="17003"/>
                  </a:cubicBezTo>
                  <a:cubicBezTo>
                    <a:pt x="18450" y="17003"/>
                    <a:pt x="18300" y="16797"/>
                    <a:pt x="18450" y="16592"/>
                  </a:cubicBezTo>
                  <a:cubicBezTo>
                    <a:pt x="18450" y="16592"/>
                    <a:pt x="18450" y="17003"/>
                    <a:pt x="18450" y="17209"/>
                  </a:cubicBezTo>
                  <a:cubicBezTo>
                    <a:pt x="18450" y="17414"/>
                    <a:pt x="18450" y="17414"/>
                    <a:pt x="18600" y="17620"/>
                  </a:cubicBezTo>
                  <a:cubicBezTo>
                    <a:pt x="18750" y="17620"/>
                    <a:pt x="18900" y="17826"/>
                    <a:pt x="18900" y="18032"/>
                  </a:cubicBezTo>
                  <a:cubicBezTo>
                    <a:pt x="19050" y="18032"/>
                    <a:pt x="19200" y="18854"/>
                    <a:pt x="19200" y="18854"/>
                  </a:cubicBezTo>
                  <a:cubicBezTo>
                    <a:pt x="19050" y="18649"/>
                    <a:pt x="19050" y="18443"/>
                    <a:pt x="19050" y="18443"/>
                  </a:cubicBezTo>
                  <a:cubicBezTo>
                    <a:pt x="18900" y="18443"/>
                    <a:pt x="19050" y="19266"/>
                    <a:pt x="19050" y="19266"/>
                  </a:cubicBezTo>
                  <a:cubicBezTo>
                    <a:pt x="19050" y="19266"/>
                    <a:pt x="18750" y="18443"/>
                    <a:pt x="18600" y="18237"/>
                  </a:cubicBezTo>
                  <a:cubicBezTo>
                    <a:pt x="18600" y="18237"/>
                    <a:pt x="18750" y="19060"/>
                    <a:pt x="18900" y="19266"/>
                  </a:cubicBezTo>
                  <a:cubicBezTo>
                    <a:pt x="18900" y="19883"/>
                    <a:pt x="18600" y="19266"/>
                    <a:pt x="18600" y="19472"/>
                  </a:cubicBezTo>
                  <a:cubicBezTo>
                    <a:pt x="18450" y="19677"/>
                    <a:pt x="19200" y="20089"/>
                    <a:pt x="19200" y="20294"/>
                  </a:cubicBezTo>
                  <a:cubicBezTo>
                    <a:pt x="19200" y="20500"/>
                    <a:pt x="17850" y="19266"/>
                    <a:pt x="17700" y="19266"/>
                  </a:cubicBezTo>
                  <a:cubicBezTo>
                    <a:pt x="17700" y="19266"/>
                    <a:pt x="17700" y="19472"/>
                    <a:pt x="17700" y="19472"/>
                  </a:cubicBezTo>
                  <a:cubicBezTo>
                    <a:pt x="17700" y="19677"/>
                    <a:pt x="17400" y="18854"/>
                    <a:pt x="17250" y="18854"/>
                  </a:cubicBezTo>
                  <a:cubicBezTo>
                    <a:pt x="17250" y="18854"/>
                    <a:pt x="17400" y="19266"/>
                    <a:pt x="17400" y="19266"/>
                  </a:cubicBezTo>
                  <a:cubicBezTo>
                    <a:pt x="17250" y="19472"/>
                    <a:pt x="16950" y="18649"/>
                    <a:pt x="16800" y="18443"/>
                  </a:cubicBezTo>
                  <a:cubicBezTo>
                    <a:pt x="16650" y="18237"/>
                    <a:pt x="16650" y="18649"/>
                    <a:pt x="16500" y="18854"/>
                  </a:cubicBezTo>
                  <a:cubicBezTo>
                    <a:pt x="16500" y="19060"/>
                    <a:pt x="16200" y="18237"/>
                    <a:pt x="16200" y="18237"/>
                  </a:cubicBezTo>
                  <a:cubicBezTo>
                    <a:pt x="16200" y="18237"/>
                    <a:pt x="15750" y="18237"/>
                    <a:pt x="15750" y="18237"/>
                  </a:cubicBezTo>
                  <a:cubicBezTo>
                    <a:pt x="15750" y="18443"/>
                    <a:pt x="15900" y="18649"/>
                    <a:pt x="16050" y="18649"/>
                  </a:cubicBezTo>
                  <a:cubicBezTo>
                    <a:pt x="16200" y="18854"/>
                    <a:pt x="16200" y="18854"/>
                    <a:pt x="16350" y="19060"/>
                  </a:cubicBezTo>
                  <a:cubicBezTo>
                    <a:pt x="16500" y="19266"/>
                    <a:pt x="16800" y="19472"/>
                    <a:pt x="17100" y="19677"/>
                  </a:cubicBezTo>
                  <a:cubicBezTo>
                    <a:pt x="17400" y="20089"/>
                    <a:pt x="17550" y="20294"/>
                    <a:pt x="17700" y="20706"/>
                  </a:cubicBezTo>
                  <a:cubicBezTo>
                    <a:pt x="18000" y="21323"/>
                    <a:pt x="18000" y="21323"/>
                    <a:pt x="17550" y="21117"/>
                  </a:cubicBezTo>
                  <a:cubicBezTo>
                    <a:pt x="16950" y="20706"/>
                    <a:pt x="15900" y="20912"/>
                    <a:pt x="15450" y="20089"/>
                  </a:cubicBezTo>
                  <a:cubicBezTo>
                    <a:pt x="15300" y="19677"/>
                    <a:pt x="14850" y="20089"/>
                    <a:pt x="14550" y="19677"/>
                  </a:cubicBezTo>
                  <a:cubicBezTo>
                    <a:pt x="14400" y="19472"/>
                    <a:pt x="13500" y="19060"/>
                    <a:pt x="13500" y="18854"/>
                  </a:cubicBezTo>
                  <a:cubicBezTo>
                    <a:pt x="13500" y="18649"/>
                    <a:pt x="13950" y="18854"/>
                    <a:pt x="13950" y="18649"/>
                  </a:cubicBezTo>
                  <a:cubicBezTo>
                    <a:pt x="14100" y="18443"/>
                    <a:pt x="13650" y="18237"/>
                    <a:pt x="13650" y="18237"/>
                  </a:cubicBezTo>
                  <a:cubicBezTo>
                    <a:pt x="13200" y="18032"/>
                    <a:pt x="12900" y="17620"/>
                    <a:pt x="12600" y="17414"/>
                  </a:cubicBezTo>
                  <a:cubicBezTo>
                    <a:pt x="12450" y="17209"/>
                    <a:pt x="12600" y="17003"/>
                    <a:pt x="12300" y="17003"/>
                  </a:cubicBezTo>
                  <a:cubicBezTo>
                    <a:pt x="12300" y="16797"/>
                    <a:pt x="11550" y="16797"/>
                    <a:pt x="11550" y="16797"/>
                  </a:cubicBezTo>
                  <a:cubicBezTo>
                    <a:pt x="11550" y="17003"/>
                    <a:pt x="11700" y="16592"/>
                    <a:pt x="11550" y="1679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7" name="Shape 5377"/>
            <p:cNvSpPr/>
            <p:nvPr/>
          </p:nvSpPr>
          <p:spPr>
            <a:xfrm>
              <a:off x="4502808" y="1917700"/>
              <a:ext cx="41389" cy="12234"/>
            </a:xfrm>
            <a:custGeom>
              <a:avLst/>
              <a:gdLst/>
              <a:ahLst/>
              <a:cxnLst>
                <a:cxn ang="0">
                  <a:pos x="wd2" y="hd2"/>
                </a:cxn>
                <a:cxn ang="5400000">
                  <a:pos x="wd2" y="hd2"/>
                </a:cxn>
                <a:cxn ang="10800000">
                  <a:pos x="wd2" y="hd2"/>
                </a:cxn>
                <a:cxn ang="16200000">
                  <a:pos x="wd2" y="hd2"/>
                </a:cxn>
              </a:cxnLst>
              <a:rect l="0" t="0" r="r" b="b"/>
              <a:pathLst>
                <a:path w="15591" h="13824" fill="norm" stroke="1" extrusionOk="0">
                  <a:moveTo>
                    <a:pt x="14876" y="10800"/>
                  </a:moveTo>
                  <a:cubicBezTo>
                    <a:pt x="14876" y="21600"/>
                    <a:pt x="-3124" y="0"/>
                    <a:pt x="476" y="0"/>
                  </a:cubicBezTo>
                  <a:cubicBezTo>
                    <a:pt x="7676" y="0"/>
                    <a:pt x="18476" y="0"/>
                    <a:pt x="14876"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8" name="Shape 5378"/>
            <p:cNvSpPr/>
            <p:nvPr/>
          </p:nvSpPr>
          <p:spPr>
            <a:xfrm>
              <a:off x="4336618" y="1506764"/>
              <a:ext cx="60209" cy="19115"/>
            </a:xfrm>
            <a:custGeom>
              <a:avLst/>
              <a:gdLst/>
              <a:ahLst/>
              <a:cxnLst>
                <a:cxn ang="0">
                  <a:pos x="wd2" y="hd2"/>
                </a:cxn>
                <a:cxn ang="5400000">
                  <a:pos x="wd2" y="hd2"/>
                </a:cxn>
                <a:cxn ang="10800000">
                  <a:pos x="wd2" y="hd2"/>
                </a:cxn>
                <a:cxn ang="16200000">
                  <a:pos x="wd2" y="hd2"/>
                </a:cxn>
              </a:cxnLst>
              <a:rect l="0" t="0" r="r" b="b"/>
              <a:pathLst>
                <a:path w="17011" h="21600" fill="norm" stroke="1" extrusionOk="0">
                  <a:moveTo>
                    <a:pt x="15811" y="10800"/>
                  </a:moveTo>
                  <a:cubicBezTo>
                    <a:pt x="18511" y="21600"/>
                    <a:pt x="5011" y="21600"/>
                    <a:pt x="2311" y="21600"/>
                  </a:cubicBezTo>
                  <a:cubicBezTo>
                    <a:pt x="-3089" y="10800"/>
                    <a:pt x="2311" y="0"/>
                    <a:pt x="5011" y="0"/>
                  </a:cubicBezTo>
                  <a:cubicBezTo>
                    <a:pt x="10411" y="0"/>
                    <a:pt x="15811" y="0"/>
                    <a:pt x="15811" y="10800"/>
                  </a:cubicBezTo>
                  <a:cubicBezTo>
                    <a:pt x="18511" y="21600"/>
                    <a:pt x="15811" y="0"/>
                    <a:pt x="15811"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79" name="Shape 5379"/>
            <p:cNvSpPr/>
            <p:nvPr/>
          </p:nvSpPr>
          <p:spPr>
            <a:xfrm>
              <a:off x="4219821" y="1487650"/>
              <a:ext cx="97410" cy="85661"/>
            </a:xfrm>
            <a:custGeom>
              <a:avLst/>
              <a:gdLst/>
              <a:ahLst/>
              <a:cxnLst>
                <a:cxn ang="0">
                  <a:pos x="wd2" y="hd2"/>
                </a:cxn>
                <a:cxn ang="5400000">
                  <a:pos x="wd2" y="hd2"/>
                </a:cxn>
                <a:cxn ang="10800000">
                  <a:pos x="wd2" y="hd2"/>
                </a:cxn>
                <a:cxn ang="16200000">
                  <a:pos x="wd2" y="hd2"/>
                </a:cxn>
              </a:cxnLst>
              <a:rect l="0" t="0" r="r" b="b"/>
              <a:pathLst>
                <a:path w="18871" h="20029" fill="norm" stroke="1" extrusionOk="0">
                  <a:moveTo>
                    <a:pt x="16909" y="15120"/>
                  </a:moveTo>
                  <a:cubicBezTo>
                    <a:pt x="13309" y="17280"/>
                    <a:pt x="9709" y="21600"/>
                    <a:pt x="4309" y="19440"/>
                  </a:cubicBezTo>
                  <a:cubicBezTo>
                    <a:pt x="-1091" y="15120"/>
                    <a:pt x="-1091" y="8640"/>
                    <a:pt x="2509" y="4320"/>
                  </a:cubicBezTo>
                  <a:cubicBezTo>
                    <a:pt x="4309" y="0"/>
                    <a:pt x="11509" y="0"/>
                    <a:pt x="15109" y="0"/>
                  </a:cubicBezTo>
                  <a:cubicBezTo>
                    <a:pt x="18709" y="0"/>
                    <a:pt x="20509" y="10800"/>
                    <a:pt x="16909" y="15120"/>
                  </a:cubicBezTo>
                  <a:cubicBezTo>
                    <a:pt x="15109" y="17280"/>
                    <a:pt x="20509" y="12960"/>
                    <a:pt x="16909" y="1512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0" name="Shape 5380"/>
            <p:cNvSpPr/>
            <p:nvPr/>
          </p:nvSpPr>
          <p:spPr>
            <a:xfrm>
              <a:off x="4119904" y="1404826"/>
              <a:ext cx="42817" cy="35043"/>
            </a:xfrm>
            <a:custGeom>
              <a:avLst/>
              <a:gdLst/>
              <a:ahLst/>
              <a:cxnLst>
                <a:cxn ang="0">
                  <a:pos x="wd2" y="hd2"/>
                </a:cxn>
                <a:cxn ang="5400000">
                  <a:pos x="wd2" y="hd2"/>
                </a:cxn>
                <a:cxn ang="10800000">
                  <a:pos x="wd2" y="hd2"/>
                </a:cxn>
                <a:cxn ang="16200000">
                  <a:pos x="wd2" y="hd2"/>
                </a:cxn>
              </a:cxnLst>
              <a:rect l="0" t="0" r="r" b="b"/>
              <a:pathLst>
                <a:path w="14516" h="21600" fill="norm" stroke="1" extrusionOk="0">
                  <a:moveTo>
                    <a:pt x="491" y="21600"/>
                  </a:moveTo>
                  <a:cubicBezTo>
                    <a:pt x="-2595" y="21600"/>
                    <a:pt x="9748" y="0"/>
                    <a:pt x="12834" y="0"/>
                  </a:cubicBezTo>
                  <a:cubicBezTo>
                    <a:pt x="19005" y="5400"/>
                    <a:pt x="6662" y="21600"/>
                    <a:pt x="491"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1" name="Shape 5381"/>
            <p:cNvSpPr/>
            <p:nvPr/>
          </p:nvSpPr>
          <p:spPr>
            <a:xfrm>
              <a:off x="4215252" y="1402874"/>
              <a:ext cx="27814" cy="21064"/>
            </a:xfrm>
            <a:custGeom>
              <a:avLst/>
              <a:gdLst/>
              <a:ahLst/>
              <a:cxnLst>
                <a:cxn ang="0">
                  <a:pos x="wd2" y="hd2"/>
                </a:cxn>
                <a:cxn ang="5400000">
                  <a:pos x="wd2" y="hd2"/>
                </a:cxn>
                <a:cxn ang="10800000">
                  <a:pos x="wd2" y="hd2"/>
                </a:cxn>
                <a:cxn ang="16200000">
                  <a:pos x="wd2" y="hd2"/>
                </a:cxn>
              </a:cxnLst>
              <a:rect l="0" t="0" r="r" b="b"/>
              <a:pathLst>
                <a:path w="10478" h="15869" fill="norm" stroke="1" extrusionOk="0">
                  <a:moveTo>
                    <a:pt x="3200" y="15869"/>
                  </a:moveTo>
                  <a:cubicBezTo>
                    <a:pt x="3200" y="15869"/>
                    <a:pt x="-4000" y="1469"/>
                    <a:pt x="3200" y="1469"/>
                  </a:cubicBezTo>
                  <a:cubicBezTo>
                    <a:pt x="6800" y="-5731"/>
                    <a:pt x="17600" y="15869"/>
                    <a:pt x="3200" y="1586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2" name="Shape 5382"/>
            <p:cNvSpPr/>
            <p:nvPr/>
          </p:nvSpPr>
          <p:spPr>
            <a:xfrm>
              <a:off x="4150478" y="1376156"/>
              <a:ext cx="37451" cy="13517"/>
            </a:xfrm>
            <a:custGeom>
              <a:avLst/>
              <a:gdLst/>
              <a:ahLst/>
              <a:cxnLst>
                <a:cxn ang="0">
                  <a:pos x="wd2" y="hd2"/>
                </a:cxn>
                <a:cxn ang="5400000">
                  <a:pos x="wd2" y="hd2"/>
                </a:cxn>
                <a:cxn ang="10800000">
                  <a:pos x="wd2" y="hd2"/>
                </a:cxn>
                <a:cxn ang="16200000">
                  <a:pos x="wd2" y="hd2"/>
                </a:cxn>
              </a:cxnLst>
              <a:rect l="0" t="0" r="r" b="b"/>
              <a:pathLst>
                <a:path w="18138" h="15274" fill="norm" stroke="1" extrusionOk="0">
                  <a:moveTo>
                    <a:pt x="0" y="10800"/>
                  </a:moveTo>
                  <a:cubicBezTo>
                    <a:pt x="8640" y="21600"/>
                    <a:pt x="21600" y="10800"/>
                    <a:pt x="17280" y="0"/>
                  </a:cubicBezTo>
                  <a:cubicBezTo>
                    <a:pt x="8640" y="0"/>
                    <a:pt x="0" y="10800"/>
                    <a:pt x="0"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3" name="Shape 5383"/>
            <p:cNvSpPr/>
            <p:nvPr/>
          </p:nvSpPr>
          <p:spPr>
            <a:xfrm>
              <a:off x="4046594" y="1026254"/>
              <a:ext cx="227043" cy="90208"/>
            </a:xfrm>
            <a:custGeom>
              <a:avLst/>
              <a:gdLst/>
              <a:ahLst/>
              <a:cxnLst>
                <a:cxn ang="0">
                  <a:pos x="wd2" y="hd2"/>
                </a:cxn>
                <a:cxn ang="5400000">
                  <a:pos x="wd2" y="hd2"/>
                </a:cxn>
                <a:cxn ang="10800000">
                  <a:pos x="wd2" y="hd2"/>
                </a:cxn>
                <a:cxn ang="16200000">
                  <a:pos x="wd2" y="hd2"/>
                </a:cxn>
              </a:cxnLst>
              <a:rect l="0" t="0" r="r" b="b"/>
              <a:pathLst>
                <a:path w="19993" h="18535" fill="norm" stroke="1" extrusionOk="0">
                  <a:moveTo>
                    <a:pt x="19818" y="16259"/>
                  </a:moveTo>
                  <a:cubicBezTo>
                    <a:pt x="17326" y="16259"/>
                    <a:pt x="15664" y="14295"/>
                    <a:pt x="14003" y="14295"/>
                  </a:cubicBezTo>
                  <a:cubicBezTo>
                    <a:pt x="11511" y="14295"/>
                    <a:pt x="9849" y="18222"/>
                    <a:pt x="7357" y="18222"/>
                  </a:cubicBezTo>
                  <a:cubicBezTo>
                    <a:pt x="4864" y="20186"/>
                    <a:pt x="4034" y="12331"/>
                    <a:pt x="1541" y="10368"/>
                  </a:cubicBezTo>
                  <a:cubicBezTo>
                    <a:pt x="711" y="8404"/>
                    <a:pt x="-951" y="4477"/>
                    <a:pt x="711" y="550"/>
                  </a:cubicBezTo>
                  <a:cubicBezTo>
                    <a:pt x="1541" y="-1414"/>
                    <a:pt x="4864" y="2513"/>
                    <a:pt x="5695" y="2513"/>
                  </a:cubicBezTo>
                  <a:cubicBezTo>
                    <a:pt x="8187" y="4477"/>
                    <a:pt x="10680" y="550"/>
                    <a:pt x="13172" y="2513"/>
                  </a:cubicBezTo>
                  <a:cubicBezTo>
                    <a:pt x="14834" y="2513"/>
                    <a:pt x="15664" y="6441"/>
                    <a:pt x="17326" y="8404"/>
                  </a:cubicBezTo>
                  <a:cubicBezTo>
                    <a:pt x="17326" y="10368"/>
                    <a:pt x="19818" y="16259"/>
                    <a:pt x="19818" y="16259"/>
                  </a:cubicBezTo>
                  <a:cubicBezTo>
                    <a:pt x="18157" y="16259"/>
                    <a:pt x="20649" y="16259"/>
                    <a:pt x="19818" y="1625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4" name="Shape 5384"/>
            <p:cNvSpPr/>
            <p:nvPr/>
          </p:nvSpPr>
          <p:spPr>
            <a:xfrm>
              <a:off x="1839895" y="2714086"/>
              <a:ext cx="246298" cy="158040"/>
            </a:xfrm>
            <a:custGeom>
              <a:avLst/>
              <a:gdLst/>
              <a:ahLst/>
              <a:cxnLst>
                <a:cxn ang="0">
                  <a:pos x="wd2" y="hd2"/>
                </a:cxn>
                <a:cxn ang="5400000">
                  <a:pos x="wd2" y="hd2"/>
                </a:cxn>
                <a:cxn ang="10800000">
                  <a:pos x="wd2" y="hd2"/>
                </a:cxn>
                <a:cxn ang="16200000">
                  <a:pos x="wd2" y="hd2"/>
                </a:cxn>
              </a:cxnLst>
              <a:rect l="0" t="0" r="r" b="b"/>
              <a:pathLst>
                <a:path w="19648" h="19136" fill="norm" stroke="1" extrusionOk="0">
                  <a:moveTo>
                    <a:pt x="19432" y="18189"/>
                  </a:moveTo>
                  <a:cubicBezTo>
                    <a:pt x="18688" y="17053"/>
                    <a:pt x="17943" y="14779"/>
                    <a:pt x="17198" y="13642"/>
                  </a:cubicBezTo>
                  <a:cubicBezTo>
                    <a:pt x="16453" y="11368"/>
                    <a:pt x="14963" y="11368"/>
                    <a:pt x="13474" y="11368"/>
                  </a:cubicBezTo>
                  <a:cubicBezTo>
                    <a:pt x="11984" y="9095"/>
                    <a:pt x="11984" y="4547"/>
                    <a:pt x="9750" y="3411"/>
                  </a:cubicBezTo>
                  <a:cubicBezTo>
                    <a:pt x="9005" y="3411"/>
                    <a:pt x="6770" y="3411"/>
                    <a:pt x="5281" y="2274"/>
                  </a:cubicBezTo>
                  <a:cubicBezTo>
                    <a:pt x="4536" y="1137"/>
                    <a:pt x="3046" y="0"/>
                    <a:pt x="812" y="0"/>
                  </a:cubicBezTo>
                  <a:cubicBezTo>
                    <a:pt x="-678" y="0"/>
                    <a:pt x="67" y="2274"/>
                    <a:pt x="1556" y="2274"/>
                  </a:cubicBezTo>
                  <a:cubicBezTo>
                    <a:pt x="2301" y="2274"/>
                    <a:pt x="2301" y="2274"/>
                    <a:pt x="3046" y="3411"/>
                  </a:cubicBezTo>
                  <a:cubicBezTo>
                    <a:pt x="3046" y="3411"/>
                    <a:pt x="3791" y="4547"/>
                    <a:pt x="3791" y="4547"/>
                  </a:cubicBezTo>
                  <a:cubicBezTo>
                    <a:pt x="3046" y="4547"/>
                    <a:pt x="2301" y="3411"/>
                    <a:pt x="2301" y="2274"/>
                  </a:cubicBezTo>
                  <a:cubicBezTo>
                    <a:pt x="2301" y="2274"/>
                    <a:pt x="2301" y="4547"/>
                    <a:pt x="2301" y="4547"/>
                  </a:cubicBezTo>
                  <a:cubicBezTo>
                    <a:pt x="2301" y="6821"/>
                    <a:pt x="3791" y="6821"/>
                    <a:pt x="4536" y="6821"/>
                  </a:cubicBezTo>
                  <a:cubicBezTo>
                    <a:pt x="4536" y="6821"/>
                    <a:pt x="8260" y="10232"/>
                    <a:pt x="8260" y="10232"/>
                  </a:cubicBezTo>
                  <a:cubicBezTo>
                    <a:pt x="8260" y="10232"/>
                    <a:pt x="7515" y="10232"/>
                    <a:pt x="6770" y="11368"/>
                  </a:cubicBezTo>
                  <a:cubicBezTo>
                    <a:pt x="6770" y="11368"/>
                    <a:pt x="9750" y="11368"/>
                    <a:pt x="9750" y="11368"/>
                  </a:cubicBezTo>
                  <a:cubicBezTo>
                    <a:pt x="11239" y="12505"/>
                    <a:pt x="9750" y="13642"/>
                    <a:pt x="9750" y="13642"/>
                  </a:cubicBezTo>
                  <a:cubicBezTo>
                    <a:pt x="10494" y="14779"/>
                    <a:pt x="12729" y="13642"/>
                    <a:pt x="13474" y="13642"/>
                  </a:cubicBezTo>
                  <a:cubicBezTo>
                    <a:pt x="9750" y="14779"/>
                    <a:pt x="20922" y="21600"/>
                    <a:pt x="19432" y="18189"/>
                  </a:cubicBezTo>
                  <a:cubicBezTo>
                    <a:pt x="18688" y="17053"/>
                    <a:pt x="20177" y="20463"/>
                    <a:pt x="19432" y="1818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5" name="Shape 5385"/>
            <p:cNvSpPr/>
            <p:nvPr/>
          </p:nvSpPr>
          <p:spPr>
            <a:xfrm>
              <a:off x="1624744" y="2507024"/>
              <a:ext cx="100191" cy="130609"/>
            </a:xfrm>
            <a:custGeom>
              <a:avLst/>
              <a:gdLst/>
              <a:ahLst/>
              <a:cxnLst>
                <a:cxn ang="0">
                  <a:pos x="wd2" y="hd2"/>
                </a:cxn>
                <a:cxn ang="5400000">
                  <a:pos x="wd2" y="hd2"/>
                </a:cxn>
                <a:cxn ang="10800000">
                  <a:pos x="wd2" y="hd2"/>
                </a:cxn>
                <a:cxn ang="16200000">
                  <a:pos x="wd2" y="hd2"/>
                </a:cxn>
              </a:cxnLst>
              <a:rect l="0" t="0" r="r" b="b"/>
              <a:pathLst>
                <a:path w="17878" h="21600" fill="norm" stroke="1" extrusionOk="0">
                  <a:moveTo>
                    <a:pt x="17068" y="21600"/>
                  </a:moveTo>
                  <a:cubicBezTo>
                    <a:pt x="17068" y="21600"/>
                    <a:pt x="17068" y="21600"/>
                    <a:pt x="17068" y="21600"/>
                  </a:cubicBezTo>
                  <a:cubicBezTo>
                    <a:pt x="17068" y="20057"/>
                    <a:pt x="13745" y="16971"/>
                    <a:pt x="12083" y="16971"/>
                  </a:cubicBezTo>
                  <a:cubicBezTo>
                    <a:pt x="10422" y="13886"/>
                    <a:pt x="12083" y="12343"/>
                    <a:pt x="10422" y="10800"/>
                  </a:cubicBezTo>
                  <a:cubicBezTo>
                    <a:pt x="8760" y="9257"/>
                    <a:pt x="8760" y="9257"/>
                    <a:pt x="8760" y="7714"/>
                  </a:cubicBezTo>
                  <a:cubicBezTo>
                    <a:pt x="7099" y="4629"/>
                    <a:pt x="8760" y="4629"/>
                    <a:pt x="10422" y="3086"/>
                  </a:cubicBezTo>
                  <a:cubicBezTo>
                    <a:pt x="13745" y="0"/>
                    <a:pt x="3776" y="4629"/>
                    <a:pt x="5437" y="6171"/>
                  </a:cubicBezTo>
                  <a:cubicBezTo>
                    <a:pt x="3776" y="4629"/>
                    <a:pt x="8760" y="1543"/>
                    <a:pt x="8760" y="1543"/>
                  </a:cubicBezTo>
                  <a:cubicBezTo>
                    <a:pt x="7099" y="0"/>
                    <a:pt x="453" y="0"/>
                    <a:pt x="453" y="0"/>
                  </a:cubicBezTo>
                  <a:cubicBezTo>
                    <a:pt x="-1209" y="1543"/>
                    <a:pt x="2114" y="7714"/>
                    <a:pt x="3776" y="9257"/>
                  </a:cubicBezTo>
                  <a:cubicBezTo>
                    <a:pt x="7099" y="12343"/>
                    <a:pt x="12083" y="20057"/>
                    <a:pt x="17068" y="21600"/>
                  </a:cubicBezTo>
                  <a:cubicBezTo>
                    <a:pt x="20391" y="21600"/>
                    <a:pt x="12083" y="20057"/>
                    <a:pt x="17068"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6" name="Shape 5386"/>
            <p:cNvSpPr/>
            <p:nvPr/>
          </p:nvSpPr>
          <p:spPr>
            <a:xfrm>
              <a:off x="1638463" y="2364910"/>
              <a:ext cx="21695" cy="23823"/>
            </a:xfrm>
            <a:custGeom>
              <a:avLst/>
              <a:gdLst/>
              <a:ahLst/>
              <a:cxnLst>
                <a:cxn ang="0">
                  <a:pos x="wd2" y="hd2"/>
                </a:cxn>
                <a:cxn ang="5400000">
                  <a:pos x="wd2" y="hd2"/>
                </a:cxn>
                <a:cxn ang="10800000">
                  <a:pos x="wd2" y="hd2"/>
                </a:cxn>
                <a:cxn ang="16200000">
                  <a:pos x="wd2" y="hd2"/>
                </a:cxn>
              </a:cxnLst>
              <a:rect l="0" t="0" r="r" b="b"/>
              <a:pathLst>
                <a:path w="12258" h="13461" fill="norm" stroke="1" extrusionOk="0">
                  <a:moveTo>
                    <a:pt x="10021" y="11902"/>
                  </a:moveTo>
                  <a:cubicBezTo>
                    <a:pt x="4621" y="6502"/>
                    <a:pt x="-6179" y="6502"/>
                    <a:pt x="4621" y="1102"/>
                  </a:cubicBezTo>
                  <a:cubicBezTo>
                    <a:pt x="10021" y="-4298"/>
                    <a:pt x="15421" y="11902"/>
                    <a:pt x="10021" y="11902"/>
                  </a:cubicBezTo>
                  <a:cubicBezTo>
                    <a:pt x="10021" y="11902"/>
                    <a:pt x="10021" y="11902"/>
                    <a:pt x="10021" y="11902"/>
                  </a:cubicBezTo>
                  <a:cubicBezTo>
                    <a:pt x="4621" y="6502"/>
                    <a:pt x="15421" y="17302"/>
                    <a:pt x="10021" y="1190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7" name="Shape 5387"/>
            <p:cNvSpPr/>
            <p:nvPr/>
          </p:nvSpPr>
          <p:spPr>
            <a:xfrm>
              <a:off x="1579743" y="2319206"/>
              <a:ext cx="50541" cy="47656"/>
            </a:xfrm>
            <a:custGeom>
              <a:avLst/>
              <a:gdLst/>
              <a:ahLst/>
              <a:cxnLst>
                <a:cxn ang="0">
                  <a:pos x="wd2" y="hd2"/>
                </a:cxn>
                <a:cxn ang="5400000">
                  <a:pos x="wd2" y="hd2"/>
                </a:cxn>
                <a:cxn ang="10800000">
                  <a:pos x="wd2" y="hd2"/>
                </a:cxn>
                <a:cxn ang="16200000">
                  <a:pos x="wd2" y="hd2"/>
                </a:cxn>
              </a:cxnLst>
              <a:rect l="0" t="0" r="r" b="b"/>
              <a:pathLst>
                <a:path w="19039" h="19008" fill="norm" stroke="1" extrusionOk="0">
                  <a:moveTo>
                    <a:pt x="18000" y="4608"/>
                  </a:moveTo>
                  <a:cubicBezTo>
                    <a:pt x="14400" y="4608"/>
                    <a:pt x="3600" y="-2592"/>
                    <a:pt x="0" y="1008"/>
                  </a:cubicBezTo>
                  <a:cubicBezTo>
                    <a:pt x="3600" y="-2592"/>
                    <a:pt x="7200" y="11808"/>
                    <a:pt x="3600" y="8208"/>
                  </a:cubicBezTo>
                  <a:cubicBezTo>
                    <a:pt x="3600" y="11808"/>
                    <a:pt x="3600" y="15408"/>
                    <a:pt x="3600" y="19008"/>
                  </a:cubicBezTo>
                  <a:cubicBezTo>
                    <a:pt x="3600" y="15408"/>
                    <a:pt x="18000" y="11808"/>
                    <a:pt x="18000" y="15408"/>
                  </a:cubicBezTo>
                  <a:cubicBezTo>
                    <a:pt x="18000" y="11808"/>
                    <a:pt x="14400" y="11808"/>
                    <a:pt x="10800" y="8208"/>
                  </a:cubicBezTo>
                  <a:cubicBezTo>
                    <a:pt x="14400" y="11808"/>
                    <a:pt x="21600" y="4608"/>
                    <a:pt x="18000" y="4608"/>
                  </a:cubicBezTo>
                  <a:cubicBezTo>
                    <a:pt x="14400" y="4608"/>
                    <a:pt x="21600" y="4608"/>
                    <a:pt x="18000" y="460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8" name="Shape 5388"/>
            <p:cNvSpPr/>
            <p:nvPr/>
          </p:nvSpPr>
          <p:spPr>
            <a:xfrm>
              <a:off x="1563993" y="2328634"/>
              <a:ext cx="18738" cy="49733"/>
            </a:xfrm>
            <a:custGeom>
              <a:avLst/>
              <a:gdLst/>
              <a:ahLst/>
              <a:cxnLst>
                <a:cxn ang="0">
                  <a:pos x="wd2" y="hd2"/>
                </a:cxn>
                <a:cxn ang="5400000">
                  <a:pos x="wd2" y="hd2"/>
                </a:cxn>
                <a:cxn ang="10800000">
                  <a:pos x="wd2" y="hd2"/>
                </a:cxn>
                <a:cxn ang="16200000">
                  <a:pos x="wd2" y="hd2"/>
                </a:cxn>
              </a:cxnLst>
              <a:rect l="0" t="0" r="r" b="b"/>
              <a:pathLst>
                <a:path w="11550" h="18735" fill="norm" stroke="1" extrusionOk="0">
                  <a:moveTo>
                    <a:pt x="4800" y="0"/>
                  </a:moveTo>
                  <a:cubicBezTo>
                    <a:pt x="-6000" y="0"/>
                    <a:pt x="4800" y="3600"/>
                    <a:pt x="4800" y="7200"/>
                  </a:cubicBezTo>
                  <a:cubicBezTo>
                    <a:pt x="4800" y="10800"/>
                    <a:pt x="-600" y="18000"/>
                    <a:pt x="4800" y="18000"/>
                  </a:cubicBezTo>
                  <a:cubicBezTo>
                    <a:pt x="10200" y="21600"/>
                    <a:pt x="10200" y="10800"/>
                    <a:pt x="10200" y="10800"/>
                  </a:cubicBezTo>
                  <a:cubicBezTo>
                    <a:pt x="10200" y="7200"/>
                    <a:pt x="15600" y="0"/>
                    <a:pt x="48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89" name="Shape 5389"/>
            <p:cNvSpPr/>
            <p:nvPr/>
          </p:nvSpPr>
          <p:spPr>
            <a:xfrm>
              <a:off x="1504913" y="2293396"/>
              <a:ext cx="39789" cy="76428"/>
            </a:xfrm>
            <a:custGeom>
              <a:avLst/>
              <a:gdLst/>
              <a:ahLst/>
              <a:cxnLst>
                <a:cxn ang="0">
                  <a:pos x="wd2" y="hd2"/>
                </a:cxn>
                <a:cxn ang="5400000">
                  <a:pos x="wd2" y="hd2"/>
                </a:cxn>
                <a:cxn ang="10800000">
                  <a:pos x="wd2" y="hd2"/>
                </a:cxn>
                <a:cxn ang="16200000">
                  <a:pos x="wd2" y="hd2"/>
                </a:cxn>
              </a:cxnLst>
              <a:rect l="0" t="0" r="r" b="b"/>
              <a:pathLst>
                <a:path w="17986" h="16195" fill="norm" stroke="1" extrusionOk="0">
                  <a:moveTo>
                    <a:pt x="13666" y="15627"/>
                  </a:moveTo>
                  <a:cubicBezTo>
                    <a:pt x="13666" y="13664"/>
                    <a:pt x="5026" y="7773"/>
                    <a:pt x="5026" y="7773"/>
                  </a:cubicBezTo>
                  <a:cubicBezTo>
                    <a:pt x="13666" y="3846"/>
                    <a:pt x="-3614" y="3846"/>
                    <a:pt x="706" y="1882"/>
                  </a:cubicBezTo>
                  <a:cubicBezTo>
                    <a:pt x="5026" y="-4009"/>
                    <a:pt x="17986" y="5809"/>
                    <a:pt x="17986" y="5809"/>
                  </a:cubicBezTo>
                  <a:cubicBezTo>
                    <a:pt x="17986" y="7773"/>
                    <a:pt x="17986" y="17591"/>
                    <a:pt x="13666" y="15627"/>
                  </a:cubicBezTo>
                  <a:cubicBezTo>
                    <a:pt x="13666" y="13664"/>
                    <a:pt x="17986" y="17591"/>
                    <a:pt x="13666" y="1562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0" name="Shape 5390"/>
            <p:cNvSpPr/>
            <p:nvPr/>
          </p:nvSpPr>
          <p:spPr>
            <a:xfrm>
              <a:off x="1458691" y="2241849"/>
              <a:ext cx="66897" cy="54419"/>
            </a:xfrm>
            <a:custGeom>
              <a:avLst/>
              <a:gdLst/>
              <a:ahLst/>
              <a:cxnLst>
                <a:cxn ang="0">
                  <a:pos x="wd2" y="hd2"/>
                </a:cxn>
                <a:cxn ang="5400000">
                  <a:pos x="wd2" y="hd2"/>
                </a:cxn>
                <a:cxn ang="10800000">
                  <a:pos x="wd2" y="hd2"/>
                </a:cxn>
                <a:cxn ang="16200000">
                  <a:pos x="wd2" y="hd2"/>
                </a:cxn>
              </a:cxnLst>
              <a:rect l="0" t="0" r="r" b="b"/>
              <a:pathLst>
                <a:path w="21600" h="17571" fill="norm" stroke="1" extrusionOk="0">
                  <a:moveTo>
                    <a:pt x="12343" y="16706"/>
                  </a:moveTo>
                  <a:cubicBezTo>
                    <a:pt x="6171" y="10535"/>
                    <a:pt x="3086" y="10535"/>
                    <a:pt x="6171" y="7449"/>
                  </a:cubicBezTo>
                  <a:cubicBezTo>
                    <a:pt x="6171" y="4363"/>
                    <a:pt x="0" y="4363"/>
                    <a:pt x="0" y="4363"/>
                  </a:cubicBezTo>
                  <a:cubicBezTo>
                    <a:pt x="0" y="1278"/>
                    <a:pt x="12343" y="-1808"/>
                    <a:pt x="15429" y="1278"/>
                  </a:cubicBezTo>
                  <a:cubicBezTo>
                    <a:pt x="15429" y="1278"/>
                    <a:pt x="9257" y="4363"/>
                    <a:pt x="12343" y="7449"/>
                  </a:cubicBezTo>
                  <a:cubicBezTo>
                    <a:pt x="15429" y="7449"/>
                    <a:pt x="21600" y="10535"/>
                    <a:pt x="21600" y="10535"/>
                  </a:cubicBezTo>
                  <a:cubicBezTo>
                    <a:pt x="21600" y="13621"/>
                    <a:pt x="15429" y="13621"/>
                    <a:pt x="15429" y="13621"/>
                  </a:cubicBezTo>
                  <a:cubicBezTo>
                    <a:pt x="12343" y="13621"/>
                    <a:pt x="15429" y="19792"/>
                    <a:pt x="12343" y="16706"/>
                  </a:cubicBezTo>
                  <a:cubicBezTo>
                    <a:pt x="6171" y="13621"/>
                    <a:pt x="12343" y="16706"/>
                    <a:pt x="12343" y="1670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1" name="Shape 5391"/>
            <p:cNvSpPr/>
            <p:nvPr/>
          </p:nvSpPr>
          <p:spPr>
            <a:xfrm>
              <a:off x="1540387" y="2243885"/>
              <a:ext cx="41271" cy="71579"/>
            </a:xfrm>
            <a:custGeom>
              <a:avLst/>
              <a:gdLst/>
              <a:ahLst/>
              <a:cxnLst>
                <a:cxn ang="0">
                  <a:pos x="wd2" y="hd2"/>
                </a:cxn>
                <a:cxn ang="5400000">
                  <a:pos x="wd2" y="hd2"/>
                </a:cxn>
                <a:cxn ang="10800000">
                  <a:pos x="wd2" y="hd2"/>
                </a:cxn>
                <a:cxn ang="16200000">
                  <a:pos x="wd2" y="hd2"/>
                </a:cxn>
              </a:cxnLst>
              <a:rect l="0" t="0" r="r" b="b"/>
              <a:pathLst>
                <a:path w="13992" h="17976" fill="norm" stroke="1" extrusionOk="0">
                  <a:moveTo>
                    <a:pt x="4239" y="17283"/>
                  </a:moveTo>
                  <a:cubicBezTo>
                    <a:pt x="7325" y="14883"/>
                    <a:pt x="10411" y="14883"/>
                    <a:pt x="7325" y="12483"/>
                  </a:cubicBezTo>
                  <a:cubicBezTo>
                    <a:pt x="7325" y="10083"/>
                    <a:pt x="1153" y="10083"/>
                    <a:pt x="1153" y="7683"/>
                  </a:cubicBezTo>
                  <a:cubicBezTo>
                    <a:pt x="4239" y="5283"/>
                    <a:pt x="-5018" y="-1917"/>
                    <a:pt x="4239" y="483"/>
                  </a:cubicBezTo>
                  <a:cubicBezTo>
                    <a:pt x="13496" y="2883"/>
                    <a:pt x="13496" y="5283"/>
                    <a:pt x="13496" y="10083"/>
                  </a:cubicBezTo>
                  <a:cubicBezTo>
                    <a:pt x="16582" y="14883"/>
                    <a:pt x="4239" y="17283"/>
                    <a:pt x="4239" y="17283"/>
                  </a:cubicBezTo>
                  <a:cubicBezTo>
                    <a:pt x="4239" y="17283"/>
                    <a:pt x="4239" y="17283"/>
                    <a:pt x="4239" y="17283"/>
                  </a:cubicBezTo>
                  <a:cubicBezTo>
                    <a:pt x="7325" y="14883"/>
                    <a:pt x="1153" y="19683"/>
                    <a:pt x="4239" y="1728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2" name="Shape 5392"/>
            <p:cNvSpPr/>
            <p:nvPr/>
          </p:nvSpPr>
          <p:spPr>
            <a:xfrm>
              <a:off x="1506473" y="2255365"/>
              <a:ext cx="28671" cy="95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21600"/>
                  </a:moveTo>
                  <a:cubicBezTo>
                    <a:pt x="7200" y="21600"/>
                    <a:pt x="0" y="21600"/>
                    <a:pt x="0" y="0"/>
                  </a:cubicBezTo>
                  <a:cubicBezTo>
                    <a:pt x="0" y="0"/>
                    <a:pt x="14400" y="0"/>
                    <a:pt x="21600" y="0"/>
                  </a:cubicBezTo>
                  <a:cubicBezTo>
                    <a:pt x="21600" y="0"/>
                    <a:pt x="14400" y="21600"/>
                    <a:pt x="1440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3" name="Shape 5393"/>
            <p:cNvSpPr/>
            <p:nvPr/>
          </p:nvSpPr>
          <p:spPr>
            <a:xfrm>
              <a:off x="610540" y="2269979"/>
              <a:ext cx="114895" cy="52035"/>
            </a:xfrm>
            <a:custGeom>
              <a:avLst/>
              <a:gdLst/>
              <a:ahLst/>
              <a:cxnLst>
                <a:cxn ang="0">
                  <a:pos x="wd2" y="hd2"/>
                </a:cxn>
                <a:cxn ang="5400000">
                  <a:pos x="wd2" y="hd2"/>
                </a:cxn>
                <a:cxn ang="10800000">
                  <a:pos x="wd2" y="hd2"/>
                </a:cxn>
                <a:cxn ang="16200000">
                  <a:pos x="wd2" y="hd2"/>
                </a:cxn>
              </a:cxnLst>
              <a:rect l="0" t="0" r="r" b="b"/>
              <a:pathLst>
                <a:path w="19976" h="17641" fill="norm" stroke="1" extrusionOk="0">
                  <a:moveTo>
                    <a:pt x="16200" y="1372"/>
                  </a:moveTo>
                  <a:cubicBezTo>
                    <a:pt x="14539" y="1372"/>
                    <a:pt x="12877" y="1372"/>
                    <a:pt x="11216" y="1372"/>
                  </a:cubicBezTo>
                  <a:cubicBezTo>
                    <a:pt x="9554" y="1372"/>
                    <a:pt x="9554" y="1372"/>
                    <a:pt x="7893" y="1372"/>
                  </a:cubicBezTo>
                  <a:cubicBezTo>
                    <a:pt x="4570" y="4457"/>
                    <a:pt x="6231" y="10629"/>
                    <a:pt x="7893" y="10629"/>
                  </a:cubicBezTo>
                  <a:cubicBezTo>
                    <a:pt x="6231" y="10629"/>
                    <a:pt x="2908" y="1372"/>
                    <a:pt x="1247" y="7543"/>
                  </a:cubicBezTo>
                  <a:cubicBezTo>
                    <a:pt x="-415" y="10629"/>
                    <a:pt x="-415" y="13715"/>
                    <a:pt x="1247" y="16800"/>
                  </a:cubicBezTo>
                  <a:cubicBezTo>
                    <a:pt x="2908" y="19886"/>
                    <a:pt x="16200" y="13715"/>
                    <a:pt x="17862" y="10629"/>
                  </a:cubicBezTo>
                  <a:cubicBezTo>
                    <a:pt x="17862" y="10629"/>
                    <a:pt x="16200" y="7543"/>
                    <a:pt x="14539" y="7543"/>
                  </a:cubicBezTo>
                  <a:cubicBezTo>
                    <a:pt x="16200" y="7543"/>
                    <a:pt x="19523" y="7543"/>
                    <a:pt x="19523" y="7543"/>
                  </a:cubicBezTo>
                  <a:cubicBezTo>
                    <a:pt x="21185" y="4457"/>
                    <a:pt x="17862" y="-1714"/>
                    <a:pt x="16200" y="1372"/>
                  </a:cubicBezTo>
                  <a:cubicBezTo>
                    <a:pt x="14539" y="1372"/>
                    <a:pt x="17862" y="-1714"/>
                    <a:pt x="16200" y="137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4" name="Shape 5394"/>
            <p:cNvSpPr/>
            <p:nvPr/>
          </p:nvSpPr>
          <p:spPr>
            <a:xfrm>
              <a:off x="669529" y="2221344"/>
              <a:ext cx="62858" cy="46338"/>
            </a:xfrm>
            <a:custGeom>
              <a:avLst/>
              <a:gdLst/>
              <a:ahLst/>
              <a:cxnLst>
                <a:cxn ang="0">
                  <a:pos x="wd2" y="hd2"/>
                </a:cxn>
                <a:cxn ang="5400000">
                  <a:pos x="wd2" y="hd2"/>
                </a:cxn>
                <a:cxn ang="10800000">
                  <a:pos x="wd2" y="hd2"/>
                </a:cxn>
                <a:cxn ang="16200000">
                  <a:pos x="wd2" y="hd2"/>
                </a:cxn>
              </a:cxnLst>
              <a:rect l="0" t="0" r="r" b="b"/>
              <a:pathLst>
                <a:path w="17759" h="14962" fill="norm" stroke="1" extrusionOk="0">
                  <a:moveTo>
                    <a:pt x="1559" y="14071"/>
                  </a:moveTo>
                  <a:cubicBezTo>
                    <a:pt x="4259" y="10986"/>
                    <a:pt x="6959" y="10986"/>
                    <a:pt x="9659" y="7900"/>
                  </a:cubicBezTo>
                  <a:cubicBezTo>
                    <a:pt x="12359" y="7900"/>
                    <a:pt x="17759" y="7900"/>
                    <a:pt x="17759" y="7900"/>
                  </a:cubicBezTo>
                  <a:cubicBezTo>
                    <a:pt x="17759" y="7900"/>
                    <a:pt x="15059" y="-4443"/>
                    <a:pt x="9659" y="1728"/>
                  </a:cubicBezTo>
                  <a:cubicBezTo>
                    <a:pt x="9659" y="1728"/>
                    <a:pt x="-1141" y="10986"/>
                    <a:pt x="1559" y="14071"/>
                  </a:cubicBezTo>
                  <a:cubicBezTo>
                    <a:pt x="1559" y="14071"/>
                    <a:pt x="1559" y="14071"/>
                    <a:pt x="1559" y="14071"/>
                  </a:cubicBezTo>
                  <a:cubicBezTo>
                    <a:pt x="6959" y="10986"/>
                    <a:pt x="-3841" y="17157"/>
                    <a:pt x="1559" y="140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5" name="Shape 5395"/>
            <p:cNvSpPr/>
            <p:nvPr/>
          </p:nvSpPr>
          <p:spPr>
            <a:xfrm>
              <a:off x="134518" y="2462424"/>
              <a:ext cx="75240" cy="35043"/>
            </a:xfrm>
            <a:custGeom>
              <a:avLst/>
              <a:gdLst/>
              <a:ahLst/>
              <a:cxnLst>
                <a:cxn ang="0">
                  <a:pos x="wd2" y="hd2"/>
                </a:cxn>
                <a:cxn ang="5400000">
                  <a:pos x="wd2" y="hd2"/>
                </a:cxn>
                <a:cxn ang="10800000">
                  <a:pos x="wd2" y="hd2"/>
                </a:cxn>
                <a:cxn ang="16200000">
                  <a:pos x="wd2" y="hd2"/>
                </a:cxn>
              </a:cxnLst>
              <a:rect l="0" t="0" r="r" b="b"/>
              <a:pathLst>
                <a:path w="17592" h="21600" fill="norm" stroke="1" extrusionOk="0">
                  <a:moveTo>
                    <a:pt x="16968" y="10800"/>
                  </a:moveTo>
                  <a:cubicBezTo>
                    <a:pt x="19128" y="10800"/>
                    <a:pt x="14808" y="5400"/>
                    <a:pt x="16968" y="5400"/>
                  </a:cubicBezTo>
                  <a:cubicBezTo>
                    <a:pt x="14808" y="0"/>
                    <a:pt x="12648" y="0"/>
                    <a:pt x="10488" y="0"/>
                  </a:cubicBezTo>
                  <a:cubicBezTo>
                    <a:pt x="8328" y="5400"/>
                    <a:pt x="4008" y="5400"/>
                    <a:pt x="1848" y="10800"/>
                  </a:cubicBezTo>
                  <a:cubicBezTo>
                    <a:pt x="-2472" y="16200"/>
                    <a:pt x="1848" y="21600"/>
                    <a:pt x="4008" y="21600"/>
                  </a:cubicBezTo>
                  <a:cubicBezTo>
                    <a:pt x="8328" y="21600"/>
                    <a:pt x="12648" y="5400"/>
                    <a:pt x="16968" y="10800"/>
                  </a:cubicBezTo>
                  <a:cubicBezTo>
                    <a:pt x="19128" y="10800"/>
                    <a:pt x="12648" y="5400"/>
                    <a:pt x="16968"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6" name="Shape 5396"/>
            <p:cNvSpPr/>
            <p:nvPr/>
          </p:nvSpPr>
          <p:spPr>
            <a:xfrm>
              <a:off x="12454" y="2524659"/>
              <a:ext cx="54154" cy="39707"/>
            </a:xfrm>
            <a:custGeom>
              <a:avLst/>
              <a:gdLst/>
              <a:ahLst/>
              <a:cxnLst>
                <a:cxn ang="0">
                  <a:pos x="wd2" y="hd2"/>
                </a:cxn>
                <a:cxn ang="5400000">
                  <a:pos x="wd2" y="hd2"/>
                </a:cxn>
                <a:cxn ang="10800000">
                  <a:pos x="wd2" y="hd2"/>
                </a:cxn>
                <a:cxn ang="16200000">
                  <a:pos x="wd2" y="hd2"/>
                </a:cxn>
              </a:cxnLst>
              <a:rect l="0" t="0" r="r" b="b"/>
              <a:pathLst>
                <a:path w="21600" h="17948" fill="norm" stroke="1" extrusionOk="0">
                  <a:moveTo>
                    <a:pt x="21600" y="4988"/>
                  </a:moveTo>
                  <a:cubicBezTo>
                    <a:pt x="21600" y="-3652"/>
                    <a:pt x="14400" y="668"/>
                    <a:pt x="10800" y="4988"/>
                  </a:cubicBezTo>
                  <a:cubicBezTo>
                    <a:pt x="10800" y="4988"/>
                    <a:pt x="10800" y="9308"/>
                    <a:pt x="10800" y="13628"/>
                  </a:cubicBezTo>
                  <a:cubicBezTo>
                    <a:pt x="7200" y="13628"/>
                    <a:pt x="0" y="17948"/>
                    <a:pt x="0" y="17948"/>
                  </a:cubicBezTo>
                  <a:cubicBezTo>
                    <a:pt x="0" y="17948"/>
                    <a:pt x="21600" y="17948"/>
                    <a:pt x="21600" y="498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7" name="Shape 5397"/>
            <p:cNvSpPr/>
            <p:nvPr/>
          </p:nvSpPr>
          <p:spPr>
            <a:xfrm>
              <a:off x="3188442" y="1365128"/>
              <a:ext cx="185066" cy="107508"/>
            </a:xfrm>
            <a:custGeom>
              <a:avLst/>
              <a:gdLst/>
              <a:ahLst/>
              <a:cxnLst>
                <a:cxn ang="0">
                  <a:pos x="wd2" y="hd2"/>
                </a:cxn>
                <a:cxn ang="5400000">
                  <a:pos x="wd2" y="hd2"/>
                </a:cxn>
                <a:cxn ang="10800000">
                  <a:pos x="wd2" y="hd2"/>
                </a:cxn>
                <a:cxn ang="16200000">
                  <a:pos x="wd2" y="hd2"/>
                </a:cxn>
              </a:cxnLst>
              <a:rect l="0" t="0" r="r" b="b"/>
              <a:pathLst>
                <a:path w="20571" h="19184" fill="norm" stroke="1" extrusionOk="0">
                  <a:moveTo>
                    <a:pt x="19543" y="13511"/>
                  </a:moveTo>
                  <a:cubicBezTo>
                    <a:pt x="15429" y="15172"/>
                    <a:pt x="19543" y="11849"/>
                    <a:pt x="18514" y="10188"/>
                  </a:cubicBezTo>
                  <a:cubicBezTo>
                    <a:pt x="17486" y="10188"/>
                    <a:pt x="15429" y="5203"/>
                    <a:pt x="14400" y="5203"/>
                  </a:cubicBezTo>
                  <a:cubicBezTo>
                    <a:pt x="12343" y="5203"/>
                    <a:pt x="10286" y="219"/>
                    <a:pt x="8229" y="219"/>
                  </a:cubicBezTo>
                  <a:cubicBezTo>
                    <a:pt x="6171" y="-1443"/>
                    <a:pt x="6171" y="6865"/>
                    <a:pt x="5143" y="8526"/>
                  </a:cubicBezTo>
                  <a:cubicBezTo>
                    <a:pt x="4114" y="8526"/>
                    <a:pt x="0" y="8526"/>
                    <a:pt x="0" y="11849"/>
                  </a:cubicBezTo>
                  <a:cubicBezTo>
                    <a:pt x="1029" y="15172"/>
                    <a:pt x="6171" y="16834"/>
                    <a:pt x="7200" y="16834"/>
                  </a:cubicBezTo>
                  <a:cubicBezTo>
                    <a:pt x="9257" y="18495"/>
                    <a:pt x="13371" y="20157"/>
                    <a:pt x="15429" y="18495"/>
                  </a:cubicBezTo>
                  <a:cubicBezTo>
                    <a:pt x="15429" y="18495"/>
                    <a:pt x="20571" y="15172"/>
                    <a:pt x="20571" y="13511"/>
                  </a:cubicBezTo>
                  <a:cubicBezTo>
                    <a:pt x="20571" y="13511"/>
                    <a:pt x="19543" y="13511"/>
                    <a:pt x="19543" y="13511"/>
                  </a:cubicBezTo>
                  <a:cubicBezTo>
                    <a:pt x="18514" y="15172"/>
                    <a:pt x="21600" y="13511"/>
                    <a:pt x="19543" y="1351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8" name="Shape 5398"/>
            <p:cNvSpPr/>
            <p:nvPr/>
          </p:nvSpPr>
          <p:spPr>
            <a:xfrm>
              <a:off x="3135309" y="1421736"/>
              <a:ext cx="27071" cy="27688"/>
            </a:xfrm>
            <a:custGeom>
              <a:avLst/>
              <a:gdLst/>
              <a:ahLst/>
              <a:cxnLst>
                <a:cxn ang="0">
                  <a:pos x="wd2" y="hd2"/>
                </a:cxn>
                <a:cxn ang="5400000">
                  <a:pos x="wd2" y="hd2"/>
                </a:cxn>
                <a:cxn ang="10800000">
                  <a:pos x="wd2" y="hd2"/>
                </a:cxn>
                <a:cxn ang="16200000">
                  <a:pos x="wd2" y="hd2"/>
                </a:cxn>
              </a:cxnLst>
              <a:rect l="0" t="0" r="r" b="b"/>
              <a:pathLst>
                <a:path w="12237" h="17067" fill="norm" stroke="1" extrusionOk="0">
                  <a:moveTo>
                    <a:pt x="2419" y="17067"/>
                  </a:moveTo>
                  <a:cubicBezTo>
                    <a:pt x="-6221" y="17067"/>
                    <a:pt x="11059" y="-4533"/>
                    <a:pt x="11059" y="867"/>
                  </a:cubicBezTo>
                  <a:cubicBezTo>
                    <a:pt x="15379" y="867"/>
                    <a:pt x="6739" y="17067"/>
                    <a:pt x="2419" y="17067"/>
                  </a:cubicBezTo>
                  <a:cubicBezTo>
                    <a:pt x="-1901" y="17067"/>
                    <a:pt x="11059" y="17067"/>
                    <a:pt x="2419" y="170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399" name="Shape 5399"/>
            <p:cNvSpPr/>
            <p:nvPr/>
          </p:nvSpPr>
          <p:spPr>
            <a:xfrm>
              <a:off x="3066596" y="1449421"/>
              <a:ext cx="14336" cy="19114"/>
            </a:xfrm>
            <a:custGeom>
              <a:avLst/>
              <a:gdLst/>
              <a:ahLst/>
              <a:cxnLst>
                <a:cxn ang="0">
                  <a:pos x="wd2" y="hd2"/>
                </a:cxn>
                <a:cxn ang="5400000">
                  <a:pos x="wd2" y="hd2"/>
                </a:cxn>
                <a:cxn ang="10800000">
                  <a:pos x="wd2" y="hd2"/>
                </a:cxn>
                <a:cxn ang="16200000">
                  <a:pos x="wd2" y="hd2"/>
                </a:cxn>
              </a:cxnLst>
              <a:rect l="0" t="0" r="r" b="b"/>
              <a:pathLst>
                <a:path w="16200" h="21600" fill="norm" stroke="1" extrusionOk="0">
                  <a:moveTo>
                    <a:pt x="8100" y="21600"/>
                  </a:moveTo>
                  <a:cubicBezTo>
                    <a:pt x="-2700" y="21600"/>
                    <a:pt x="-2700" y="10800"/>
                    <a:pt x="8100" y="0"/>
                  </a:cubicBezTo>
                  <a:cubicBezTo>
                    <a:pt x="18900" y="0"/>
                    <a:pt x="18900" y="21600"/>
                    <a:pt x="810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0" name="Shape 5400"/>
            <p:cNvSpPr/>
            <p:nvPr/>
          </p:nvSpPr>
          <p:spPr>
            <a:xfrm>
              <a:off x="2269882" y="1064247"/>
              <a:ext cx="851664" cy="403464"/>
            </a:xfrm>
            <a:custGeom>
              <a:avLst/>
              <a:gdLst/>
              <a:ahLst/>
              <a:cxnLst>
                <a:cxn ang="0">
                  <a:pos x="wd2" y="hd2"/>
                </a:cxn>
                <a:cxn ang="5400000">
                  <a:pos x="wd2" y="hd2"/>
                </a:cxn>
                <a:cxn ang="10800000">
                  <a:pos x="wd2" y="hd2"/>
                </a:cxn>
                <a:cxn ang="16200000">
                  <a:pos x="wd2" y="hd2"/>
                </a:cxn>
              </a:cxnLst>
              <a:rect l="0" t="0" r="r" b="b"/>
              <a:pathLst>
                <a:path w="21388" h="20725" fill="norm" stroke="1" extrusionOk="0">
                  <a:moveTo>
                    <a:pt x="19275" y="19339"/>
                  </a:moveTo>
                  <a:cubicBezTo>
                    <a:pt x="18805" y="19339"/>
                    <a:pt x="18336" y="19339"/>
                    <a:pt x="17631" y="19339"/>
                  </a:cubicBezTo>
                  <a:cubicBezTo>
                    <a:pt x="17397" y="19339"/>
                    <a:pt x="17162" y="19339"/>
                    <a:pt x="16927" y="19339"/>
                  </a:cubicBezTo>
                  <a:cubicBezTo>
                    <a:pt x="16692" y="19339"/>
                    <a:pt x="16692" y="18859"/>
                    <a:pt x="16458" y="18379"/>
                  </a:cubicBezTo>
                  <a:cubicBezTo>
                    <a:pt x="16223" y="18379"/>
                    <a:pt x="15284" y="18859"/>
                    <a:pt x="15049" y="17899"/>
                  </a:cubicBezTo>
                  <a:cubicBezTo>
                    <a:pt x="15049" y="16459"/>
                    <a:pt x="14579" y="17419"/>
                    <a:pt x="14110" y="17899"/>
                  </a:cubicBezTo>
                  <a:cubicBezTo>
                    <a:pt x="13405" y="18859"/>
                    <a:pt x="12936" y="18379"/>
                    <a:pt x="12466" y="18859"/>
                  </a:cubicBezTo>
                  <a:cubicBezTo>
                    <a:pt x="11762" y="19339"/>
                    <a:pt x="11058" y="19819"/>
                    <a:pt x="10353" y="20299"/>
                  </a:cubicBezTo>
                  <a:cubicBezTo>
                    <a:pt x="9414" y="20299"/>
                    <a:pt x="8005" y="21259"/>
                    <a:pt x="7066" y="20299"/>
                  </a:cubicBezTo>
                  <a:cubicBezTo>
                    <a:pt x="7066" y="20299"/>
                    <a:pt x="6597" y="19819"/>
                    <a:pt x="6597" y="19339"/>
                  </a:cubicBezTo>
                  <a:cubicBezTo>
                    <a:pt x="6597" y="18859"/>
                    <a:pt x="6597" y="17899"/>
                    <a:pt x="6127" y="17899"/>
                  </a:cubicBezTo>
                  <a:cubicBezTo>
                    <a:pt x="5658" y="17899"/>
                    <a:pt x="5188" y="17899"/>
                    <a:pt x="4718" y="17899"/>
                  </a:cubicBezTo>
                  <a:cubicBezTo>
                    <a:pt x="4249" y="17899"/>
                    <a:pt x="3779" y="17899"/>
                    <a:pt x="3310" y="16939"/>
                  </a:cubicBezTo>
                  <a:cubicBezTo>
                    <a:pt x="3075" y="16939"/>
                    <a:pt x="1901" y="15019"/>
                    <a:pt x="2136" y="14539"/>
                  </a:cubicBezTo>
                  <a:cubicBezTo>
                    <a:pt x="3545" y="13099"/>
                    <a:pt x="5188" y="13579"/>
                    <a:pt x="6362" y="13579"/>
                  </a:cubicBezTo>
                  <a:cubicBezTo>
                    <a:pt x="6597" y="13579"/>
                    <a:pt x="9179" y="13579"/>
                    <a:pt x="9179" y="13579"/>
                  </a:cubicBezTo>
                  <a:cubicBezTo>
                    <a:pt x="9179" y="12619"/>
                    <a:pt x="5892" y="11659"/>
                    <a:pt x="5658" y="11659"/>
                  </a:cubicBezTo>
                  <a:cubicBezTo>
                    <a:pt x="4484" y="11659"/>
                    <a:pt x="3075" y="13099"/>
                    <a:pt x="1901" y="12139"/>
                  </a:cubicBezTo>
                  <a:cubicBezTo>
                    <a:pt x="1431" y="11659"/>
                    <a:pt x="492" y="10699"/>
                    <a:pt x="1431" y="9739"/>
                  </a:cubicBezTo>
                  <a:cubicBezTo>
                    <a:pt x="2136" y="9259"/>
                    <a:pt x="2840" y="8779"/>
                    <a:pt x="3545" y="8779"/>
                  </a:cubicBezTo>
                  <a:cubicBezTo>
                    <a:pt x="4014" y="8299"/>
                    <a:pt x="4484" y="8299"/>
                    <a:pt x="4718" y="8299"/>
                  </a:cubicBezTo>
                  <a:cubicBezTo>
                    <a:pt x="4249" y="8779"/>
                    <a:pt x="3545" y="8299"/>
                    <a:pt x="3075" y="8299"/>
                  </a:cubicBezTo>
                  <a:cubicBezTo>
                    <a:pt x="2840" y="8299"/>
                    <a:pt x="1431" y="8779"/>
                    <a:pt x="1197" y="8299"/>
                  </a:cubicBezTo>
                  <a:cubicBezTo>
                    <a:pt x="1197" y="8299"/>
                    <a:pt x="1431" y="7819"/>
                    <a:pt x="1431" y="7819"/>
                  </a:cubicBezTo>
                  <a:cubicBezTo>
                    <a:pt x="1431" y="7339"/>
                    <a:pt x="-212" y="7819"/>
                    <a:pt x="23" y="6859"/>
                  </a:cubicBezTo>
                  <a:cubicBezTo>
                    <a:pt x="258" y="6379"/>
                    <a:pt x="492" y="5419"/>
                    <a:pt x="727" y="4939"/>
                  </a:cubicBezTo>
                  <a:cubicBezTo>
                    <a:pt x="1666" y="4459"/>
                    <a:pt x="727" y="4459"/>
                    <a:pt x="727" y="3979"/>
                  </a:cubicBezTo>
                  <a:cubicBezTo>
                    <a:pt x="727" y="3979"/>
                    <a:pt x="1431" y="3019"/>
                    <a:pt x="1666" y="3019"/>
                  </a:cubicBezTo>
                  <a:cubicBezTo>
                    <a:pt x="2136" y="2539"/>
                    <a:pt x="2371" y="2059"/>
                    <a:pt x="2840" y="1579"/>
                  </a:cubicBezTo>
                  <a:cubicBezTo>
                    <a:pt x="3779" y="619"/>
                    <a:pt x="4484" y="139"/>
                    <a:pt x="5423" y="139"/>
                  </a:cubicBezTo>
                  <a:cubicBezTo>
                    <a:pt x="6597" y="139"/>
                    <a:pt x="5423" y="3019"/>
                    <a:pt x="5423" y="3019"/>
                  </a:cubicBezTo>
                  <a:cubicBezTo>
                    <a:pt x="5892" y="3499"/>
                    <a:pt x="6362" y="3499"/>
                    <a:pt x="6597" y="3019"/>
                  </a:cubicBezTo>
                  <a:cubicBezTo>
                    <a:pt x="6831" y="3019"/>
                    <a:pt x="6831" y="1579"/>
                    <a:pt x="7066" y="1579"/>
                  </a:cubicBezTo>
                  <a:cubicBezTo>
                    <a:pt x="7536" y="1579"/>
                    <a:pt x="8475" y="1579"/>
                    <a:pt x="8945" y="2539"/>
                  </a:cubicBezTo>
                  <a:cubicBezTo>
                    <a:pt x="9649" y="3499"/>
                    <a:pt x="8005" y="4939"/>
                    <a:pt x="9179" y="4459"/>
                  </a:cubicBezTo>
                  <a:cubicBezTo>
                    <a:pt x="9414" y="4459"/>
                    <a:pt x="9649" y="3979"/>
                    <a:pt x="9884" y="3499"/>
                  </a:cubicBezTo>
                  <a:cubicBezTo>
                    <a:pt x="10118" y="3499"/>
                    <a:pt x="10118" y="3499"/>
                    <a:pt x="10353" y="3499"/>
                  </a:cubicBezTo>
                  <a:cubicBezTo>
                    <a:pt x="10588" y="3499"/>
                    <a:pt x="10588" y="3499"/>
                    <a:pt x="10823" y="3979"/>
                  </a:cubicBezTo>
                  <a:cubicBezTo>
                    <a:pt x="11058" y="3979"/>
                    <a:pt x="11058" y="3019"/>
                    <a:pt x="11058" y="2539"/>
                  </a:cubicBezTo>
                  <a:cubicBezTo>
                    <a:pt x="10823" y="2539"/>
                    <a:pt x="10118" y="1579"/>
                    <a:pt x="9884" y="1579"/>
                  </a:cubicBezTo>
                  <a:cubicBezTo>
                    <a:pt x="10353" y="1099"/>
                    <a:pt x="11292" y="2059"/>
                    <a:pt x="11527" y="2539"/>
                  </a:cubicBezTo>
                  <a:cubicBezTo>
                    <a:pt x="12231" y="3019"/>
                    <a:pt x="12231" y="3499"/>
                    <a:pt x="12466" y="4459"/>
                  </a:cubicBezTo>
                  <a:cubicBezTo>
                    <a:pt x="12466" y="4939"/>
                    <a:pt x="12466" y="7339"/>
                    <a:pt x="12936" y="7339"/>
                  </a:cubicBezTo>
                  <a:cubicBezTo>
                    <a:pt x="13171" y="7339"/>
                    <a:pt x="14110" y="7339"/>
                    <a:pt x="13875" y="6379"/>
                  </a:cubicBezTo>
                  <a:cubicBezTo>
                    <a:pt x="13640" y="4459"/>
                    <a:pt x="13171" y="3019"/>
                    <a:pt x="12936" y="1099"/>
                  </a:cubicBezTo>
                  <a:cubicBezTo>
                    <a:pt x="12701" y="-341"/>
                    <a:pt x="13405" y="139"/>
                    <a:pt x="13640" y="139"/>
                  </a:cubicBezTo>
                  <a:cubicBezTo>
                    <a:pt x="14345" y="619"/>
                    <a:pt x="14345" y="-341"/>
                    <a:pt x="14814" y="139"/>
                  </a:cubicBezTo>
                  <a:cubicBezTo>
                    <a:pt x="15284" y="1099"/>
                    <a:pt x="15988" y="1579"/>
                    <a:pt x="15988" y="2539"/>
                  </a:cubicBezTo>
                  <a:cubicBezTo>
                    <a:pt x="16223" y="3979"/>
                    <a:pt x="16458" y="4939"/>
                    <a:pt x="16927" y="5899"/>
                  </a:cubicBezTo>
                  <a:cubicBezTo>
                    <a:pt x="17162" y="7339"/>
                    <a:pt x="17397" y="7819"/>
                    <a:pt x="17162" y="8779"/>
                  </a:cubicBezTo>
                  <a:cubicBezTo>
                    <a:pt x="16927" y="10219"/>
                    <a:pt x="17631" y="11659"/>
                    <a:pt x="18101" y="12139"/>
                  </a:cubicBezTo>
                  <a:cubicBezTo>
                    <a:pt x="18336" y="12139"/>
                    <a:pt x="18805" y="12139"/>
                    <a:pt x="19040" y="12139"/>
                  </a:cubicBezTo>
                  <a:cubicBezTo>
                    <a:pt x="19275" y="12619"/>
                    <a:pt x="19510" y="13099"/>
                    <a:pt x="19745" y="13099"/>
                  </a:cubicBezTo>
                  <a:cubicBezTo>
                    <a:pt x="20449" y="13579"/>
                    <a:pt x="21388" y="13579"/>
                    <a:pt x="21388" y="15499"/>
                  </a:cubicBezTo>
                  <a:cubicBezTo>
                    <a:pt x="21388" y="16459"/>
                    <a:pt x="19275" y="15019"/>
                    <a:pt x="19275" y="15019"/>
                  </a:cubicBezTo>
                  <a:cubicBezTo>
                    <a:pt x="19275" y="15499"/>
                    <a:pt x="19275" y="15979"/>
                    <a:pt x="19275" y="16459"/>
                  </a:cubicBezTo>
                  <a:cubicBezTo>
                    <a:pt x="19275" y="16459"/>
                    <a:pt x="18571" y="16459"/>
                    <a:pt x="18571" y="16459"/>
                  </a:cubicBezTo>
                  <a:cubicBezTo>
                    <a:pt x="18805" y="16459"/>
                    <a:pt x="18805" y="16939"/>
                    <a:pt x="18805" y="16939"/>
                  </a:cubicBezTo>
                  <a:cubicBezTo>
                    <a:pt x="18805" y="17419"/>
                    <a:pt x="18805" y="17899"/>
                    <a:pt x="18805" y="17899"/>
                  </a:cubicBezTo>
                  <a:cubicBezTo>
                    <a:pt x="18805" y="17899"/>
                    <a:pt x="19745" y="16939"/>
                    <a:pt x="19745" y="16939"/>
                  </a:cubicBezTo>
                  <a:cubicBezTo>
                    <a:pt x="20214" y="16939"/>
                    <a:pt x="19979" y="17419"/>
                    <a:pt x="19979" y="17899"/>
                  </a:cubicBezTo>
                  <a:cubicBezTo>
                    <a:pt x="19979" y="17899"/>
                    <a:pt x="20449" y="17899"/>
                    <a:pt x="20684" y="18379"/>
                  </a:cubicBezTo>
                  <a:cubicBezTo>
                    <a:pt x="20684" y="18379"/>
                    <a:pt x="19275" y="19339"/>
                    <a:pt x="19275" y="19339"/>
                  </a:cubicBezTo>
                  <a:cubicBezTo>
                    <a:pt x="18805" y="19339"/>
                    <a:pt x="19979" y="19339"/>
                    <a:pt x="19275" y="1933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1" name="Shape 5401"/>
            <p:cNvSpPr/>
            <p:nvPr/>
          </p:nvSpPr>
          <p:spPr>
            <a:xfrm>
              <a:off x="2831663" y="1019373"/>
              <a:ext cx="119679" cy="77976"/>
            </a:xfrm>
            <a:custGeom>
              <a:avLst/>
              <a:gdLst/>
              <a:ahLst/>
              <a:cxnLst>
                <a:cxn ang="0">
                  <a:pos x="wd2" y="hd2"/>
                </a:cxn>
                <a:cxn ang="5400000">
                  <a:pos x="wd2" y="hd2"/>
                </a:cxn>
                <a:cxn ang="10800000">
                  <a:pos x="wd2" y="hd2"/>
                </a:cxn>
                <a:cxn ang="16200000">
                  <a:pos x="wd2" y="hd2"/>
                </a:cxn>
              </a:cxnLst>
              <a:rect l="0" t="0" r="r" b="b"/>
              <a:pathLst>
                <a:path w="19792" h="19582" fill="norm" stroke="1" extrusionOk="0">
                  <a:moveTo>
                    <a:pt x="13886" y="19200"/>
                  </a:moveTo>
                  <a:cubicBezTo>
                    <a:pt x="10800" y="19200"/>
                    <a:pt x="9257" y="12000"/>
                    <a:pt x="7714" y="12000"/>
                  </a:cubicBezTo>
                  <a:cubicBezTo>
                    <a:pt x="6171" y="9600"/>
                    <a:pt x="0" y="7200"/>
                    <a:pt x="0" y="7200"/>
                  </a:cubicBezTo>
                  <a:cubicBezTo>
                    <a:pt x="1543" y="4800"/>
                    <a:pt x="4629" y="2400"/>
                    <a:pt x="6171" y="0"/>
                  </a:cubicBezTo>
                  <a:cubicBezTo>
                    <a:pt x="9257" y="0"/>
                    <a:pt x="12343" y="0"/>
                    <a:pt x="15429" y="2400"/>
                  </a:cubicBezTo>
                  <a:cubicBezTo>
                    <a:pt x="18514" y="4800"/>
                    <a:pt x="21600" y="4800"/>
                    <a:pt x="18514" y="9600"/>
                  </a:cubicBezTo>
                  <a:cubicBezTo>
                    <a:pt x="16971" y="12000"/>
                    <a:pt x="15429" y="21600"/>
                    <a:pt x="13886" y="19200"/>
                  </a:cubicBezTo>
                  <a:cubicBezTo>
                    <a:pt x="12343" y="19200"/>
                    <a:pt x="13886" y="19200"/>
                    <a:pt x="13886" y="19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2" name="Shape 5402"/>
            <p:cNvSpPr/>
            <p:nvPr/>
          </p:nvSpPr>
          <p:spPr>
            <a:xfrm>
              <a:off x="3038723" y="987948"/>
              <a:ext cx="290833" cy="254916"/>
            </a:xfrm>
            <a:custGeom>
              <a:avLst/>
              <a:gdLst/>
              <a:ahLst/>
              <a:cxnLst>
                <a:cxn ang="0">
                  <a:pos x="wd2" y="hd2"/>
                </a:cxn>
                <a:cxn ang="5400000">
                  <a:pos x="wd2" y="hd2"/>
                </a:cxn>
                <a:cxn ang="10800000">
                  <a:pos x="wd2" y="hd2"/>
                </a:cxn>
                <a:cxn ang="16200000">
                  <a:pos x="wd2" y="hd2"/>
                </a:cxn>
              </a:cxnLst>
              <a:rect l="0" t="0" r="r" b="b"/>
              <a:pathLst>
                <a:path w="21205" h="20099" fill="norm" stroke="1" extrusionOk="0">
                  <a:moveTo>
                    <a:pt x="12150" y="19574"/>
                  </a:moveTo>
                  <a:cubicBezTo>
                    <a:pt x="10125" y="18085"/>
                    <a:pt x="8775" y="15105"/>
                    <a:pt x="6750" y="13616"/>
                  </a:cubicBezTo>
                  <a:cubicBezTo>
                    <a:pt x="4725" y="12871"/>
                    <a:pt x="2700" y="11381"/>
                    <a:pt x="675" y="10636"/>
                  </a:cubicBezTo>
                  <a:cubicBezTo>
                    <a:pt x="0" y="9892"/>
                    <a:pt x="0" y="9892"/>
                    <a:pt x="0" y="9147"/>
                  </a:cubicBezTo>
                  <a:cubicBezTo>
                    <a:pt x="0" y="6912"/>
                    <a:pt x="1350" y="7657"/>
                    <a:pt x="2700" y="8402"/>
                  </a:cubicBezTo>
                  <a:cubicBezTo>
                    <a:pt x="4050" y="9147"/>
                    <a:pt x="5400" y="10636"/>
                    <a:pt x="7425" y="9892"/>
                  </a:cubicBezTo>
                  <a:cubicBezTo>
                    <a:pt x="8100" y="9892"/>
                    <a:pt x="7425" y="8402"/>
                    <a:pt x="7425" y="8402"/>
                  </a:cubicBezTo>
                  <a:cubicBezTo>
                    <a:pt x="7425" y="7657"/>
                    <a:pt x="8775" y="8402"/>
                    <a:pt x="8775" y="7657"/>
                  </a:cubicBezTo>
                  <a:cubicBezTo>
                    <a:pt x="9450" y="6912"/>
                    <a:pt x="4725" y="5423"/>
                    <a:pt x="4725" y="5423"/>
                  </a:cubicBezTo>
                  <a:cubicBezTo>
                    <a:pt x="3375" y="4678"/>
                    <a:pt x="4050" y="3933"/>
                    <a:pt x="4725" y="3933"/>
                  </a:cubicBezTo>
                  <a:cubicBezTo>
                    <a:pt x="6075" y="3188"/>
                    <a:pt x="6075" y="3933"/>
                    <a:pt x="6750" y="4678"/>
                  </a:cubicBezTo>
                  <a:cubicBezTo>
                    <a:pt x="6750" y="4678"/>
                    <a:pt x="7425" y="3188"/>
                    <a:pt x="7425" y="3188"/>
                  </a:cubicBezTo>
                  <a:cubicBezTo>
                    <a:pt x="8100" y="3188"/>
                    <a:pt x="5400" y="2443"/>
                    <a:pt x="5400" y="2443"/>
                  </a:cubicBezTo>
                  <a:cubicBezTo>
                    <a:pt x="5400" y="2443"/>
                    <a:pt x="6750" y="1698"/>
                    <a:pt x="6750" y="1698"/>
                  </a:cubicBezTo>
                  <a:cubicBezTo>
                    <a:pt x="7425" y="1698"/>
                    <a:pt x="8775" y="2443"/>
                    <a:pt x="9450" y="2443"/>
                  </a:cubicBezTo>
                  <a:cubicBezTo>
                    <a:pt x="9450" y="2443"/>
                    <a:pt x="8775" y="1698"/>
                    <a:pt x="8775" y="1698"/>
                  </a:cubicBezTo>
                  <a:cubicBezTo>
                    <a:pt x="9450" y="954"/>
                    <a:pt x="12150" y="3188"/>
                    <a:pt x="12825" y="3188"/>
                  </a:cubicBezTo>
                  <a:cubicBezTo>
                    <a:pt x="13500" y="2443"/>
                    <a:pt x="12150" y="2443"/>
                    <a:pt x="12150" y="1698"/>
                  </a:cubicBezTo>
                  <a:cubicBezTo>
                    <a:pt x="12150" y="1698"/>
                    <a:pt x="12825" y="1698"/>
                    <a:pt x="12825" y="1698"/>
                  </a:cubicBezTo>
                  <a:cubicBezTo>
                    <a:pt x="12825" y="1698"/>
                    <a:pt x="11475" y="1698"/>
                    <a:pt x="11475" y="954"/>
                  </a:cubicBezTo>
                  <a:cubicBezTo>
                    <a:pt x="11475" y="954"/>
                    <a:pt x="16200" y="-536"/>
                    <a:pt x="16875" y="209"/>
                  </a:cubicBezTo>
                  <a:cubicBezTo>
                    <a:pt x="17550" y="209"/>
                    <a:pt x="15525" y="954"/>
                    <a:pt x="15525" y="1698"/>
                  </a:cubicBezTo>
                  <a:cubicBezTo>
                    <a:pt x="16200" y="2443"/>
                    <a:pt x="18225" y="1698"/>
                    <a:pt x="18900" y="2443"/>
                  </a:cubicBezTo>
                  <a:cubicBezTo>
                    <a:pt x="18900" y="3188"/>
                    <a:pt x="16200" y="4678"/>
                    <a:pt x="18225" y="4678"/>
                  </a:cubicBezTo>
                  <a:cubicBezTo>
                    <a:pt x="18900" y="4678"/>
                    <a:pt x="18225" y="5423"/>
                    <a:pt x="17550" y="5423"/>
                  </a:cubicBezTo>
                  <a:cubicBezTo>
                    <a:pt x="16875" y="5423"/>
                    <a:pt x="16200" y="5423"/>
                    <a:pt x="15525" y="6912"/>
                  </a:cubicBezTo>
                  <a:cubicBezTo>
                    <a:pt x="15525" y="6912"/>
                    <a:pt x="14175" y="9147"/>
                    <a:pt x="14175" y="9147"/>
                  </a:cubicBezTo>
                  <a:cubicBezTo>
                    <a:pt x="14850" y="9147"/>
                    <a:pt x="15525" y="7657"/>
                    <a:pt x="16200" y="7657"/>
                  </a:cubicBezTo>
                  <a:cubicBezTo>
                    <a:pt x="16875" y="7657"/>
                    <a:pt x="16875" y="8402"/>
                    <a:pt x="17550" y="9147"/>
                  </a:cubicBezTo>
                  <a:cubicBezTo>
                    <a:pt x="18225" y="9147"/>
                    <a:pt x="20250" y="12126"/>
                    <a:pt x="19575" y="9147"/>
                  </a:cubicBezTo>
                  <a:cubicBezTo>
                    <a:pt x="19575" y="8402"/>
                    <a:pt x="18225" y="7657"/>
                    <a:pt x="18900" y="6912"/>
                  </a:cubicBezTo>
                  <a:cubicBezTo>
                    <a:pt x="19575" y="6912"/>
                    <a:pt x="20250" y="6912"/>
                    <a:pt x="20250" y="7657"/>
                  </a:cubicBezTo>
                  <a:cubicBezTo>
                    <a:pt x="20250" y="8402"/>
                    <a:pt x="19575" y="9147"/>
                    <a:pt x="20250" y="9892"/>
                  </a:cubicBezTo>
                  <a:cubicBezTo>
                    <a:pt x="20925" y="10636"/>
                    <a:pt x="21600" y="11381"/>
                    <a:pt x="20925" y="12126"/>
                  </a:cubicBezTo>
                  <a:cubicBezTo>
                    <a:pt x="19575" y="13616"/>
                    <a:pt x="21600" y="15850"/>
                    <a:pt x="18900" y="16595"/>
                  </a:cubicBezTo>
                  <a:cubicBezTo>
                    <a:pt x="18900" y="16595"/>
                    <a:pt x="14175" y="18085"/>
                    <a:pt x="14850" y="16595"/>
                  </a:cubicBezTo>
                  <a:cubicBezTo>
                    <a:pt x="14850" y="15850"/>
                    <a:pt x="14175" y="15850"/>
                    <a:pt x="14175" y="16595"/>
                  </a:cubicBezTo>
                  <a:cubicBezTo>
                    <a:pt x="14850" y="17340"/>
                    <a:pt x="14850" y="18085"/>
                    <a:pt x="15525" y="18830"/>
                  </a:cubicBezTo>
                  <a:cubicBezTo>
                    <a:pt x="15525" y="20319"/>
                    <a:pt x="12825" y="19574"/>
                    <a:pt x="12150" y="19574"/>
                  </a:cubicBezTo>
                  <a:cubicBezTo>
                    <a:pt x="11475" y="18830"/>
                    <a:pt x="14850" y="21064"/>
                    <a:pt x="12150" y="1957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3" name="Shape 5403"/>
            <p:cNvSpPr/>
            <p:nvPr/>
          </p:nvSpPr>
          <p:spPr>
            <a:xfrm>
              <a:off x="3359274" y="986660"/>
              <a:ext cx="239884" cy="201547"/>
            </a:xfrm>
            <a:custGeom>
              <a:avLst/>
              <a:gdLst/>
              <a:ahLst/>
              <a:cxnLst>
                <a:cxn ang="0">
                  <a:pos x="wd2" y="hd2"/>
                </a:cxn>
                <a:cxn ang="5400000">
                  <a:pos x="wd2" y="hd2"/>
                </a:cxn>
                <a:cxn ang="10800000">
                  <a:pos x="wd2" y="hd2"/>
                </a:cxn>
                <a:cxn ang="16200000">
                  <a:pos x="wd2" y="hd2"/>
                </a:cxn>
              </a:cxnLst>
              <a:rect l="0" t="0" r="r" b="b"/>
              <a:pathLst>
                <a:path w="19836" h="21025" fill="norm" stroke="1" extrusionOk="0">
                  <a:moveTo>
                    <a:pt x="4971" y="21025"/>
                  </a:moveTo>
                  <a:cubicBezTo>
                    <a:pt x="3428" y="20043"/>
                    <a:pt x="1885" y="20043"/>
                    <a:pt x="1885" y="18080"/>
                  </a:cubicBezTo>
                  <a:cubicBezTo>
                    <a:pt x="1885" y="15134"/>
                    <a:pt x="-429" y="13170"/>
                    <a:pt x="342" y="10225"/>
                  </a:cubicBezTo>
                  <a:cubicBezTo>
                    <a:pt x="342" y="8261"/>
                    <a:pt x="-429" y="5316"/>
                    <a:pt x="342" y="3352"/>
                  </a:cubicBezTo>
                  <a:cubicBezTo>
                    <a:pt x="1114" y="3352"/>
                    <a:pt x="4200" y="4334"/>
                    <a:pt x="4200" y="3352"/>
                  </a:cubicBezTo>
                  <a:cubicBezTo>
                    <a:pt x="4200" y="2370"/>
                    <a:pt x="-429" y="2370"/>
                    <a:pt x="3428" y="407"/>
                  </a:cubicBezTo>
                  <a:cubicBezTo>
                    <a:pt x="6514" y="-575"/>
                    <a:pt x="8828" y="407"/>
                    <a:pt x="11914" y="1389"/>
                  </a:cubicBezTo>
                  <a:cubicBezTo>
                    <a:pt x="14228" y="1389"/>
                    <a:pt x="16542" y="1389"/>
                    <a:pt x="18857" y="2370"/>
                  </a:cubicBezTo>
                  <a:cubicBezTo>
                    <a:pt x="21171" y="3352"/>
                    <a:pt x="18857" y="5316"/>
                    <a:pt x="17314" y="7280"/>
                  </a:cubicBezTo>
                  <a:cubicBezTo>
                    <a:pt x="16542" y="9243"/>
                    <a:pt x="15771" y="11207"/>
                    <a:pt x="14228" y="12189"/>
                  </a:cubicBezTo>
                  <a:cubicBezTo>
                    <a:pt x="13457" y="14152"/>
                    <a:pt x="10371" y="12189"/>
                    <a:pt x="8828" y="12189"/>
                  </a:cubicBezTo>
                  <a:cubicBezTo>
                    <a:pt x="8828" y="12189"/>
                    <a:pt x="6514" y="12189"/>
                    <a:pt x="7285" y="13170"/>
                  </a:cubicBezTo>
                  <a:cubicBezTo>
                    <a:pt x="7285" y="14152"/>
                    <a:pt x="8828" y="14152"/>
                    <a:pt x="8057" y="16116"/>
                  </a:cubicBezTo>
                  <a:cubicBezTo>
                    <a:pt x="7285" y="16116"/>
                    <a:pt x="5742" y="21025"/>
                    <a:pt x="4971" y="21025"/>
                  </a:cubicBezTo>
                  <a:cubicBezTo>
                    <a:pt x="3428" y="20043"/>
                    <a:pt x="5742" y="21025"/>
                    <a:pt x="4971" y="2102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4" name="Shape 5404"/>
            <p:cNvSpPr/>
            <p:nvPr/>
          </p:nvSpPr>
          <p:spPr>
            <a:xfrm>
              <a:off x="1955637" y="955662"/>
              <a:ext cx="491240" cy="302187"/>
            </a:xfrm>
            <a:custGeom>
              <a:avLst/>
              <a:gdLst/>
              <a:ahLst/>
              <a:cxnLst>
                <a:cxn ang="0">
                  <a:pos x="wd2" y="hd2"/>
                </a:cxn>
                <a:cxn ang="5400000">
                  <a:pos x="wd2" y="hd2"/>
                </a:cxn>
                <a:cxn ang="10800000">
                  <a:pos x="wd2" y="hd2"/>
                </a:cxn>
                <a:cxn ang="16200000">
                  <a:pos x="wd2" y="hd2"/>
                </a:cxn>
              </a:cxnLst>
              <a:rect l="0" t="0" r="r" b="b"/>
              <a:pathLst>
                <a:path w="21082" h="21124" fill="norm" stroke="1" extrusionOk="0">
                  <a:moveTo>
                    <a:pt x="20800" y="6545"/>
                  </a:moveTo>
                  <a:cubicBezTo>
                    <a:pt x="20000" y="5236"/>
                    <a:pt x="19200" y="3927"/>
                    <a:pt x="18000" y="2618"/>
                  </a:cubicBezTo>
                  <a:cubicBezTo>
                    <a:pt x="17600" y="2618"/>
                    <a:pt x="16800" y="1964"/>
                    <a:pt x="16400" y="1964"/>
                  </a:cubicBezTo>
                  <a:cubicBezTo>
                    <a:pt x="15200" y="1309"/>
                    <a:pt x="14800" y="1964"/>
                    <a:pt x="14000" y="2618"/>
                  </a:cubicBezTo>
                  <a:cubicBezTo>
                    <a:pt x="13600" y="2618"/>
                    <a:pt x="13200" y="1964"/>
                    <a:pt x="12800" y="1964"/>
                  </a:cubicBezTo>
                  <a:cubicBezTo>
                    <a:pt x="12400" y="1309"/>
                    <a:pt x="11600" y="1309"/>
                    <a:pt x="10800" y="655"/>
                  </a:cubicBezTo>
                  <a:cubicBezTo>
                    <a:pt x="10000" y="655"/>
                    <a:pt x="8800" y="0"/>
                    <a:pt x="8000" y="0"/>
                  </a:cubicBezTo>
                  <a:cubicBezTo>
                    <a:pt x="6800" y="0"/>
                    <a:pt x="5600" y="655"/>
                    <a:pt x="4400" y="655"/>
                  </a:cubicBezTo>
                  <a:cubicBezTo>
                    <a:pt x="3600" y="1309"/>
                    <a:pt x="2400" y="655"/>
                    <a:pt x="3200" y="1964"/>
                  </a:cubicBezTo>
                  <a:cubicBezTo>
                    <a:pt x="4000" y="4582"/>
                    <a:pt x="4000" y="5236"/>
                    <a:pt x="2800" y="7200"/>
                  </a:cubicBezTo>
                  <a:cubicBezTo>
                    <a:pt x="2000" y="8509"/>
                    <a:pt x="2800" y="9164"/>
                    <a:pt x="2800" y="9818"/>
                  </a:cubicBezTo>
                  <a:cubicBezTo>
                    <a:pt x="2400" y="10473"/>
                    <a:pt x="1600" y="10473"/>
                    <a:pt x="1600" y="11782"/>
                  </a:cubicBezTo>
                  <a:cubicBezTo>
                    <a:pt x="1200" y="13091"/>
                    <a:pt x="400" y="14400"/>
                    <a:pt x="0" y="15709"/>
                  </a:cubicBezTo>
                  <a:cubicBezTo>
                    <a:pt x="0" y="16364"/>
                    <a:pt x="2400" y="17018"/>
                    <a:pt x="2800" y="17018"/>
                  </a:cubicBezTo>
                  <a:cubicBezTo>
                    <a:pt x="4000" y="18327"/>
                    <a:pt x="4800" y="20945"/>
                    <a:pt x="6000" y="20945"/>
                  </a:cubicBezTo>
                  <a:cubicBezTo>
                    <a:pt x="6400" y="21600"/>
                    <a:pt x="7200" y="20291"/>
                    <a:pt x="7600" y="19636"/>
                  </a:cubicBezTo>
                  <a:cubicBezTo>
                    <a:pt x="8400" y="18982"/>
                    <a:pt x="9200" y="19636"/>
                    <a:pt x="10000" y="18982"/>
                  </a:cubicBezTo>
                  <a:cubicBezTo>
                    <a:pt x="10800" y="18982"/>
                    <a:pt x="10800" y="18327"/>
                    <a:pt x="11200" y="17018"/>
                  </a:cubicBezTo>
                  <a:cubicBezTo>
                    <a:pt x="11200" y="15709"/>
                    <a:pt x="11200" y="15055"/>
                    <a:pt x="12400" y="13745"/>
                  </a:cubicBezTo>
                  <a:cubicBezTo>
                    <a:pt x="13200" y="13091"/>
                    <a:pt x="13600" y="11782"/>
                    <a:pt x="14800" y="11127"/>
                  </a:cubicBezTo>
                  <a:cubicBezTo>
                    <a:pt x="16000" y="9818"/>
                    <a:pt x="17200" y="9164"/>
                    <a:pt x="18400" y="8509"/>
                  </a:cubicBezTo>
                  <a:cubicBezTo>
                    <a:pt x="18400" y="8509"/>
                    <a:pt x="21200" y="6545"/>
                    <a:pt x="20800" y="6545"/>
                  </a:cubicBezTo>
                  <a:cubicBezTo>
                    <a:pt x="20400" y="5891"/>
                    <a:pt x="21600" y="7200"/>
                    <a:pt x="20800" y="654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5" name="Shape 5405"/>
            <p:cNvSpPr/>
            <p:nvPr/>
          </p:nvSpPr>
          <p:spPr>
            <a:xfrm>
              <a:off x="2941206" y="869652"/>
              <a:ext cx="47932" cy="38228"/>
            </a:xfrm>
            <a:custGeom>
              <a:avLst/>
              <a:gdLst/>
              <a:ahLst/>
              <a:cxnLst>
                <a:cxn ang="0">
                  <a:pos x="wd2" y="hd2"/>
                </a:cxn>
                <a:cxn ang="5400000">
                  <a:pos x="wd2" y="hd2"/>
                </a:cxn>
                <a:cxn ang="10800000">
                  <a:pos x="wd2" y="hd2"/>
                </a:cxn>
                <a:cxn ang="16200000">
                  <a:pos x="wd2" y="hd2"/>
                </a:cxn>
              </a:cxnLst>
              <a:rect l="0" t="0" r="r" b="b"/>
              <a:pathLst>
                <a:path w="15476" h="21600" fill="norm" stroke="1" extrusionOk="0">
                  <a:moveTo>
                    <a:pt x="9887" y="21600"/>
                  </a:moveTo>
                  <a:cubicBezTo>
                    <a:pt x="6801" y="21600"/>
                    <a:pt x="630" y="21600"/>
                    <a:pt x="630" y="16200"/>
                  </a:cubicBezTo>
                  <a:cubicBezTo>
                    <a:pt x="-2456" y="10800"/>
                    <a:pt x="6801" y="0"/>
                    <a:pt x="6801" y="0"/>
                  </a:cubicBezTo>
                  <a:cubicBezTo>
                    <a:pt x="16058" y="0"/>
                    <a:pt x="19144" y="21600"/>
                    <a:pt x="9887" y="21600"/>
                  </a:cubicBezTo>
                  <a:cubicBezTo>
                    <a:pt x="630" y="16200"/>
                    <a:pt x="16058" y="21600"/>
                    <a:pt x="9887"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6" name="Shape 5406"/>
            <p:cNvSpPr/>
            <p:nvPr/>
          </p:nvSpPr>
          <p:spPr>
            <a:xfrm>
              <a:off x="2357016" y="718795"/>
              <a:ext cx="553858" cy="246426"/>
            </a:xfrm>
            <a:custGeom>
              <a:avLst/>
              <a:gdLst/>
              <a:ahLst/>
              <a:cxnLst>
                <a:cxn ang="0">
                  <a:pos x="wd2" y="hd2"/>
                </a:cxn>
                <a:cxn ang="5400000">
                  <a:pos x="wd2" y="hd2"/>
                </a:cxn>
                <a:cxn ang="10800000">
                  <a:pos x="wd2" y="hd2"/>
                </a:cxn>
                <a:cxn ang="16200000">
                  <a:pos x="wd2" y="hd2"/>
                </a:cxn>
              </a:cxnLst>
              <a:rect l="0" t="0" r="r" b="b"/>
              <a:pathLst>
                <a:path w="21338" h="20131" fill="norm" stroke="1" extrusionOk="0">
                  <a:moveTo>
                    <a:pt x="18000" y="15502"/>
                  </a:moveTo>
                  <a:cubicBezTo>
                    <a:pt x="17640" y="15502"/>
                    <a:pt x="17640" y="14731"/>
                    <a:pt x="17280" y="14731"/>
                  </a:cubicBezTo>
                  <a:cubicBezTo>
                    <a:pt x="17280" y="14731"/>
                    <a:pt x="16560" y="15502"/>
                    <a:pt x="16560" y="16274"/>
                  </a:cubicBezTo>
                  <a:cubicBezTo>
                    <a:pt x="16200" y="16274"/>
                    <a:pt x="15840" y="16274"/>
                    <a:pt x="15480" y="15502"/>
                  </a:cubicBezTo>
                  <a:cubicBezTo>
                    <a:pt x="15120" y="15502"/>
                    <a:pt x="14760" y="15502"/>
                    <a:pt x="14400" y="16274"/>
                  </a:cubicBezTo>
                  <a:cubicBezTo>
                    <a:pt x="12600" y="17817"/>
                    <a:pt x="10800" y="18588"/>
                    <a:pt x="8640" y="19360"/>
                  </a:cubicBezTo>
                  <a:cubicBezTo>
                    <a:pt x="8280" y="19360"/>
                    <a:pt x="7200" y="20131"/>
                    <a:pt x="6840" y="20131"/>
                  </a:cubicBezTo>
                  <a:cubicBezTo>
                    <a:pt x="6120" y="19360"/>
                    <a:pt x="4680" y="18588"/>
                    <a:pt x="6120" y="17045"/>
                  </a:cubicBezTo>
                  <a:cubicBezTo>
                    <a:pt x="6840" y="17045"/>
                    <a:pt x="7920" y="15502"/>
                    <a:pt x="8640" y="15502"/>
                  </a:cubicBezTo>
                  <a:cubicBezTo>
                    <a:pt x="9360" y="15502"/>
                    <a:pt x="10080" y="15502"/>
                    <a:pt x="10440" y="15502"/>
                  </a:cubicBezTo>
                  <a:cubicBezTo>
                    <a:pt x="10440" y="15502"/>
                    <a:pt x="11520" y="13960"/>
                    <a:pt x="11160" y="13960"/>
                  </a:cubicBezTo>
                  <a:cubicBezTo>
                    <a:pt x="10800" y="13188"/>
                    <a:pt x="9000" y="13960"/>
                    <a:pt x="8640" y="13960"/>
                  </a:cubicBezTo>
                  <a:cubicBezTo>
                    <a:pt x="7920" y="14731"/>
                    <a:pt x="7560" y="14731"/>
                    <a:pt x="6840" y="14731"/>
                  </a:cubicBezTo>
                  <a:cubicBezTo>
                    <a:pt x="6120" y="14731"/>
                    <a:pt x="6840" y="13960"/>
                    <a:pt x="6840" y="13188"/>
                  </a:cubicBezTo>
                  <a:cubicBezTo>
                    <a:pt x="6840" y="10874"/>
                    <a:pt x="4680" y="14731"/>
                    <a:pt x="4320" y="14731"/>
                  </a:cubicBezTo>
                  <a:cubicBezTo>
                    <a:pt x="4320" y="14731"/>
                    <a:pt x="3960" y="15502"/>
                    <a:pt x="3960" y="15502"/>
                  </a:cubicBezTo>
                  <a:cubicBezTo>
                    <a:pt x="3240" y="13960"/>
                    <a:pt x="3240" y="15502"/>
                    <a:pt x="3240" y="16274"/>
                  </a:cubicBezTo>
                  <a:cubicBezTo>
                    <a:pt x="3240" y="16274"/>
                    <a:pt x="2160" y="14731"/>
                    <a:pt x="1800" y="14731"/>
                  </a:cubicBezTo>
                  <a:cubicBezTo>
                    <a:pt x="1440" y="14731"/>
                    <a:pt x="0" y="15502"/>
                    <a:pt x="0" y="13960"/>
                  </a:cubicBezTo>
                  <a:cubicBezTo>
                    <a:pt x="0" y="12417"/>
                    <a:pt x="720" y="13188"/>
                    <a:pt x="1440" y="12417"/>
                  </a:cubicBezTo>
                  <a:cubicBezTo>
                    <a:pt x="2160" y="12417"/>
                    <a:pt x="2880" y="12417"/>
                    <a:pt x="3240" y="11645"/>
                  </a:cubicBezTo>
                  <a:cubicBezTo>
                    <a:pt x="3240" y="11645"/>
                    <a:pt x="4320" y="10874"/>
                    <a:pt x="3960" y="10874"/>
                  </a:cubicBezTo>
                  <a:cubicBezTo>
                    <a:pt x="3240" y="10102"/>
                    <a:pt x="2160" y="10874"/>
                    <a:pt x="1800" y="10874"/>
                  </a:cubicBezTo>
                  <a:cubicBezTo>
                    <a:pt x="720" y="10874"/>
                    <a:pt x="0" y="9331"/>
                    <a:pt x="1440" y="9331"/>
                  </a:cubicBezTo>
                  <a:cubicBezTo>
                    <a:pt x="2160" y="9331"/>
                    <a:pt x="3600" y="8560"/>
                    <a:pt x="4320" y="8560"/>
                  </a:cubicBezTo>
                  <a:cubicBezTo>
                    <a:pt x="3960" y="8560"/>
                    <a:pt x="1440" y="9331"/>
                    <a:pt x="1440" y="7788"/>
                  </a:cubicBezTo>
                  <a:cubicBezTo>
                    <a:pt x="1080" y="6245"/>
                    <a:pt x="4320" y="7017"/>
                    <a:pt x="4680" y="6245"/>
                  </a:cubicBezTo>
                  <a:cubicBezTo>
                    <a:pt x="4680" y="6245"/>
                    <a:pt x="3240" y="5474"/>
                    <a:pt x="3240" y="4702"/>
                  </a:cubicBezTo>
                  <a:cubicBezTo>
                    <a:pt x="2880" y="3931"/>
                    <a:pt x="5040" y="3160"/>
                    <a:pt x="5040" y="3160"/>
                  </a:cubicBezTo>
                  <a:cubicBezTo>
                    <a:pt x="6120" y="3160"/>
                    <a:pt x="5400" y="6245"/>
                    <a:pt x="6120" y="6245"/>
                  </a:cubicBezTo>
                  <a:cubicBezTo>
                    <a:pt x="7200" y="6245"/>
                    <a:pt x="7920" y="6245"/>
                    <a:pt x="9000" y="7017"/>
                  </a:cubicBezTo>
                  <a:cubicBezTo>
                    <a:pt x="9360" y="7788"/>
                    <a:pt x="10080" y="8560"/>
                    <a:pt x="10440" y="9331"/>
                  </a:cubicBezTo>
                  <a:cubicBezTo>
                    <a:pt x="11160" y="10874"/>
                    <a:pt x="10800" y="11645"/>
                    <a:pt x="11520" y="11645"/>
                  </a:cubicBezTo>
                  <a:cubicBezTo>
                    <a:pt x="12600" y="11645"/>
                    <a:pt x="13320" y="11645"/>
                    <a:pt x="14040" y="10874"/>
                  </a:cubicBezTo>
                  <a:cubicBezTo>
                    <a:pt x="15480" y="10102"/>
                    <a:pt x="13320" y="9331"/>
                    <a:pt x="13320" y="8560"/>
                  </a:cubicBezTo>
                  <a:cubicBezTo>
                    <a:pt x="13320" y="8560"/>
                    <a:pt x="16200" y="7788"/>
                    <a:pt x="13680" y="5474"/>
                  </a:cubicBezTo>
                  <a:cubicBezTo>
                    <a:pt x="13320" y="5474"/>
                    <a:pt x="12600" y="5474"/>
                    <a:pt x="12960" y="4702"/>
                  </a:cubicBezTo>
                  <a:cubicBezTo>
                    <a:pt x="13320" y="3931"/>
                    <a:pt x="13680" y="3160"/>
                    <a:pt x="13680" y="2388"/>
                  </a:cubicBezTo>
                  <a:cubicBezTo>
                    <a:pt x="14040" y="1617"/>
                    <a:pt x="15480" y="-1469"/>
                    <a:pt x="15480" y="845"/>
                  </a:cubicBezTo>
                  <a:cubicBezTo>
                    <a:pt x="15480" y="1617"/>
                    <a:pt x="15840" y="2388"/>
                    <a:pt x="15840" y="3931"/>
                  </a:cubicBezTo>
                  <a:cubicBezTo>
                    <a:pt x="16200" y="3931"/>
                    <a:pt x="16200" y="4702"/>
                    <a:pt x="16200" y="5474"/>
                  </a:cubicBezTo>
                  <a:cubicBezTo>
                    <a:pt x="16560" y="6245"/>
                    <a:pt x="15840" y="5474"/>
                    <a:pt x="15840" y="6245"/>
                  </a:cubicBezTo>
                  <a:cubicBezTo>
                    <a:pt x="15840" y="7788"/>
                    <a:pt x="16920" y="6245"/>
                    <a:pt x="16920" y="7017"/>
                  </a:cubicBezTo>
                  <a:cubicBezTo>
                    <a:pt x="16920" y="8560"/>
                    <a:pt x="18000" y="9331"/>
                    <a:pt x="18360" y="9331"/>
                  </a:cubicBezTo>
                  <a:cubicBezTo>
                    <a:pt x="19080" y="9331"/>
                    <a:pt x="19080" y="10102"/>
                    <a:pt x="19080" y="8560"/>
                  </a:cubicBezTo>
                  <a:cubicBezTo>
                    <a:pt x="19080" y="7017"/>
                    <a:pt x="19800" y="7017"/>
                    <a:pt x="20520" y="7788"/>
                  </a:cubicBezTo>
                  <a:cubicBezTo>
                    <a:pt x="20880" y="7788"/>
                    <a:pt x="21600" y="9331"/>
                    <a:pt x="21240" y="10102"/>
                  </a:cubicBezTo>
                  <a:cubicBezTo>
                    <a:pt x="21240" y="10874"/>
                    <a:pt x="20880" y="13188"/>
                    <a:pt x="20880" y="13960"/>
                  </a:cubicBezTo>
                  <a:cubicBezTo>
                    <a:pt x="20520" y="14731"/>
                    <a:pt x="18360" y="15502"/>
                    <a:pt x="18000" y="15502"/>
                  </a:cubicBezTo>
                  <a:cubicBezTo>
                    <a:pt x="17280" y="14731"/>
                    <a:pt x="18360" y="15502"/>
                    <a:pt x="18000" y="1550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7" name="Shape 5407"/>
            <p:cNvSpPr/>
            <p:nvPr/>
          </p:nvSpPr>
          <p:spPr>
            <a:xfrm>
              <a:off x="2261448" y="811000"/>
              <a:ext cx="88020" cy="50962"/>
            </a:xfrm>
            <a:custGeom>
              <a:avLst/>
              <a:gdLst/>
              <a:ahLst/>
              <a:cxnLst>
                <a:cxn ang="0">
                  <a:pos x="wd2" y="hd2"/>
                </a:cxn>
                <a:cxn ang="5400000">
                  <a:pos x="wd2" y="hd2"/>
                </a:cxn>
                <a:cxn ang="10800000">
                  <a:pos x="wd2" y="hd2"/>
                </a:cxn>
                <a:cxn ang="16200000">
                  <a:pos x="wd2" y="hd2"/>
                </a:cxn>
              </a:cxnLst>
              <a:rect l="0" t="0" r="r" b="b"/>
              <a:pathLst>
                <a:path w="19894" h="17277" fill="norm" stroke="1" extrusionOk="0">
                  <a:moveTo>
                    <a:pt x="19440" y="1372"/>
                  </a:moveTo>
                  <a:cubicBezTo>
                    <a:pt x="17280" y="1372"/>
                    <a:pt x="0" y="13715"/>
                    <a:pt x="0" y="13715"/>
                  </a:cubicBezTo>
                  <a:cubicBezTo>
                    <a:pt x="4320" y="16800"/>
                    <a:pt x="10800" y="19886"/>
                    <a:pt x="12960" y="13715"/>
                  </a:cubicBezTo>
                  <a:cubicBezTo>
                    <a:pt x="15120" y="10629"/>
                    <a:pt x="19440" y="-1714"/>
                    <a:pt x="19440" y="1372"/>
                  </a:cubicBezTo>
                  <a:cubicBezTo>
                    <a:pt x="15120" y="1372"/>
                    <a:pt x="21600" y="-1714"/>
                    <a:pt x="19440" y="137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8" name="Shape 5408"/>
            <p:cNvSpPr/>
            <p:nvPr/>
          </p:nvSpPr>
          <p:spPr>
            <a:xfrm>
              <a:off x="2095800" y="665780"/>
              <a:ext cx="336641" cy="159280"/>
            </a:xfrm>
            <a:custGeom>
              <a:avLst/>
              <a:gdLst/>
              <a:ahLst/>
              <a:cxnLst>
                <a:cxn ang="0">
                  <a:pos x="wd2" y="hd2"/>
                </a:cxn>
                <a:cxn ang="5400000">
                  <a:pos x="wd2" y="hd2"/>
                </a:cxn>
                <a:cxn ang="10800000">
                  <a:pos x="wd2" y="hd2"/>
                </a:cxn>
                <a:cxn ang="16200000">
                  <a:pos x="wd2" y="hd2"/>
                </a:cxn>
              </a:cxnLst>
              <a:rect l="0" t="0" r="r" b="b"/>
              <a:pathLst>
                <a:path w="21135" h="21600" fill="norm" stroke="1" extrusionOk="0">
                  <a:moveTo>
                    <a:pt x="17514" y="15247"/>
                  </a:moveTo>
                  <a:cubicBezTo>
                    <a:pt x="16930" y="16518"/>
                    <a:pt x="15762" y="16518"/>
                    <a:pt x="15762" y="16518"/>
                  </a:cubicBezTo>
                  <a:cubicBezTo>
                    <a:pt x="14011" y="16518"/>
                    <a:pt x="14595" y="13976"/>
                    <a:pt x="15178" y="12706"/>
                  </a:cubicBezTo>
                  <a:cubicBezTo>
                    <a:pt x="15762" y="10165"/>
                    <a:pt x="14011" y="8894"/>
                    <a:pt x="13427" y="10165"/>
                  </a:cubicBezTo>
                  <a:cubicBezTo>
                    <a:pt x="13427" y="11435"/>
                    <a:pt x="13427" y="12706"/>
                    <a:pt x="12843" y="12706"/>
                  </a:cubicBezTo>
                  <a:cubicBezTo>
                    <a:pt x="12843" y="12706"/>
                    <a:pt x="12259" y="12706"/>
                    <a:pt x="12259" y="11435"/>
                  </a:cubicBezTo>
                  <a:cubicBezTo>
                    <a:pt x="11676" y="12706"/>
                    <a:pt x="12259" y="15247"/>
                    <a:pt x="11676" y="16518"/>
                  </a:cubicBezTo>
                  <a:cubicBezTo>
                    <a:pt x="11092" y="19059"/>
                    <a:pt x="10508" y="16518"/>
                    <a:pt x="9924" y="17788"/>
                  </a:cubicBezTo>
                  <a:cubicBezTo>
                    <a:pt x="9341" y="17788"/>
                    <a:pt x="9924" y="20329"/>
                    <a:pt x="9341" y="20329"/>
                  </a:cubicBezTo>
                  <a:cubicBezTo>
                    <a:pt x="9341" y="21600"/>
                    <a:pt x="7589" y="21600"/>
                    <a:pt x="7005" y="21600"/>
                  </a:cubicBezTo>
                  <a:cubicBezTo>
                    <a:pt x="6422" y="20329"/>
                    <a:pt x="6422" y="17788"/>
                    <a:pt x="5838" y="19059"/>
                  </a:cubicBezTo>
                  <a:cubicBezTo>
                    <a:pt x="4670" y="20329"/>
                    <a:pt x="4086" y="20329"/>
                    <a:pt x="2919" y="20329"/>
                  </a:cubicBezTo>
                  <a:cubicBezTo>
                    <a:pt x="2335" y="20329"/>
                    <a:pt x="1168" y="21600"/>
                    <a:pt x="584" y="21600"/>
                  </a:cubicBezTo>
                  <a:cubicBezTo>
                    <a:pt x="0" y="21600"/>
                    <a:pt x="1751" y="17788"/>
                    <a:pt x="1168" y="16518"/>
                  </a:cubicBezTo>
                  <a:cubicBezTo>
                    <a:pt x="1168" y="16518"/>
                    <a:pt x="584" y="17788"/>
                    <a:pt x="0" y="17788"/>
                  </a:cubicBezTo>
                  <a:cubicBezTo>
                    <a:pt x="0" y="16518"/>
                    <a:pt x="2919" y="15247"/>
                    <a:pt x="3503" y="15247"/>
                  </a:cubicBezTo>
                  <a:cubicBezTo>
                    <a:pt x="4670" y="15247"/>
                    <a:pt x="4670" y="13976"/>
                    <a:pt x="5254" y="12706"/>
                  </a:cubicBezTo>
                  <a:cubicBezTo>
                    <a:pt x="6422" y="10165"/>
                    <a:pt x="7005" y="10165"/>
                    <a:pt x="7589" y="8894"/>
                  </a:cubicBezTo>
                  <a:cubicBezTo>
                    <a:pt x="8757" y="6353"/>
                    <a:pt x="9341" y="3812"/>
                    <a:pt x="10508" y="3812"/>
                  </a:cubicBezTo>
                  <a:cubicBezTo>
                    <a:pt x="11676" y="2541"/>
                    <a:pt x="12843" y="2541"/>
                    <a:pt x="14011" y="3812"/>
                  </a:cubicBezTo>
                  <a:cubicBezTo>
                    <a:pt x="15178" y="3812"/>
                    <a:pt x="16930" y="5082"/>
                    <a:pt x="17514" y="3812"/>
                  </a:cubicBezTo>
                  <a:cubicBezTo>
                    <a:pt x="18097" y="2541"/>
                    <a:pt x="17514" y="0"/>
                    <a:pt x="18681" y="0"/>
                  </a:cubicBezTo>
                  <a:cubicBezTo>
                    <a:pt x="18681" y="0"/>
                    <a:pt x="21016" y="1271"/>
                    <a:pt x="21016" y="2541"/>
                  </a:cubicBezTo>
                  <a:cubicBezTo>
                    <a:pt x="21600" y="2541"/>
                    <a:pt x="19849" y="3812"/>
                    <a:pt x="19849" y="5082"/>
                  </a:cubicBezTo>
                  <a:cubicBezTo>
                    <a:pt x="19849" y="6353"/>
                    <a:pt x="21600" y="7624"/>
                    <a:pt x="19849" y="8894"/>
                  </a:cubicBezTo>
                  <a:cubicBezTo>
                    <a:pt x="19265" y="10165"/>
                    <a:pt x="21016" y="11435"/>
                    <a:pt x="20432" y="11435"/>
                  </a:cubicBezTo>
                  <a:cubicBezTo>
                    <a:pt x="19265" y="12706"/>
                    <a:pt x="18681" y="12706"/>
                    <a:pt x="18097" y="12706"/>
                  </a:cubicBezTo>
                  <a:cubicBezTo>
                    <a:pt x="18097" y="13976"/>
                    <a:pt x="18097" y="13976"/>
                    <a:pt x="17514" y="15247"/>
                  </a:cubicBezTo>
                  <a:cubicBezTo>
                    <a:pt x="16930" y="16518"/>
                    <a:pt x="18097" y="13976"/>
                    <a:pt x="17514" y="1524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09" name="Shape 5409"/>
            <p:cNvSpPr/>
            <p:nvPr/>
          </p:nvSpPr>
          <p:spPr>
            <a:xfrm>
              <a:off x="2486105" y="729487"/>
              <a:ext cx="43396" cy="19114"/>
            </a:xfrm>
            <a:custGeom>
              <a:avLst/>
              <a:gdLst/>
              <a:ahLst/>
              <a:cxnLst>
                <a:cxn ang="0">
                  <a:pos x="wd2" y="hd2"/>
                </a:cxn>
                <a:cxn ang="5400000">
                  <a:pos x="wd2" y="hd2"/>
                </a:cxn>
                <a:cxn ang="10800000">
                  <a:pos x="wd2" y="hd2"/>
                </a:cxn>
                <a:cxn ang="16200000">
                  <a:pos x="wd2" y="hd2"/>
                </a:cxn>
              </a:cxnLst>
              <a:rect l="0" t="0" r="r" b="b"/>
              <a:pathLst>
                <a:path w="12793" h="21600" fill="norm" stroke="1" extrusionOk="0">
                  <a:moveTo>
                    <a:pt x="11013" y="21600"/>
                  </a:moveTo>
                  <a:cubicBezTo>
                    <a:pt x="5613" y="21600"/>
                    <a:pt x="-5187" y="10800"/>
                    <a:pt x="2913" y="0"/>
                  </a:cubicBezTo>
                  <a:cubicBezTo>
                    <a:pt x="8313" y="0"/>
                    <a:pt x="16413" y="21600"/>
                    <a:pt x="11013"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0" name="Shape 5410"/>
            <p:cNvSpPr/>
            <p:nvPr/>
          </p:nvSpPr>
          <p:spPr>
            <a:xfrm>
              <a:off x="2547219" y="598884"/>
              <a:ext cx="170024" cy="87249"/>
            </a:xfrm>
            <a:custGeom>
              <a:avLst/>
              <a:gdLst/>
              <a:ahLst/>
              <a:cxnLst>
                <a:cxn ang="0">
                  <a:pos x="wd2" y="hd2"/>
                </a:cxn>
                <a:cxn ang="5400000">
                  <a:pos x="wd2" y="hd2"/>
                </a:cxn>
                <a:cxn ang="10800000">
                  <a:pos x="wd2" y="hd2"/>
                </a:cxn>
                <a:cxn ang="16200000">
                  <a:pos x="wd2" y="hd2"/>
                </a:cxn>
              </a:cxnLst>
              <a:rect l="0" t="0" r="r" b="b"/>
              <a:pathLst>
                <a:path w="18595" h="20400" fill="norm" stroke="1" extrusionOk="0">
                  <a:moveTo>
                    <a:pt x="5560" y="19440"/>
                  </a:moveTo>
                  <a:cubicBezTo>
                    <a:pt x="4531" y="19440"/>
                    <a:pt x="-1640" y="12960"/>
                    <a:pt x="417" y="8640"/>
                  </a:cubicBezTo>
                  <a:cubicBezTo>
                    <a:pt x="2474" y="4320"/>
                    <a:pt x="5560" y="4320"/>
                    <a:pt x="7617" y="4320"/>
                  </a:cubicBezTo>
                  <a:cubicBezTo>
                    <a:pt x="10703" y="2160"/>
                    <a:pt x="13789" y="0"/>
                    <a:pt x="15846" y="0"/>
                  </a:cubicBezTo>
                  <a:cubicBezTo>
                    <a:pt x="16874" y="0"/>
                    <a:pt x="19960" y="2160"/>
                    <a:pt x="17903" y="4320"/>
                  </a:cubicBezTo>
                  <a:cubicBezTo>
                    <a:pt x="16874" y="6480"/>
                    <a:pt x="13789" y="4320"/>
                    <a:pt x="12760" y="8640"/>
                  </a:cubicBezTo>
                  <a:cubicBezTo>
                    <a:pt x="12760" y="8640"/>
                    <a:pt x="17903" y="12960"/>
                    <a:pt x="13789" y="15120"/>
                  </a:cubicBezTo>
                  <a:cubicBezTo>
                    <a:pt x="11731" y="17280"/>
                    <a:pt x="8646" y="21600"/>
                    <a:pt x="5560" y="19440"/>
                  </a:cubicBezTo>
                  <a:cubicBezTo>
                    <a:pt x="3503" y="19440"/>
                    <a:pt x="7617" y="21600"/>
                    <a:pt x="5560" y="194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1" name="Shape 5411"/>
            <p:cNvSpPr/>
            <p:nvPr/>
          </p:nvSpPr>
          <p:spPr>
            <a:xfrm>
              <a:off x="2466992" y="617995"/>
              <a:ext cx="44728" cy="38228"/>
            </a:xfrm>
            <a:custGeom>
              <a:avLst/>
              <a:gdLst/>
              <a:ahLst/>
              <a:cxnLst>
                <a:cxn ang="0">
                  <a:pos x="wd2" y="hd2"/>
                </a:cxn>
                <a:cxn ang="5400000">
                  <a:pos x="wd2" y="hd2"/>
                </a:cxn>
                <a:cxn ang="10800000">
                  <a:pos x="wd2" y="hd2"/>
                </a:cxn>
                <a:cxn ang="16200000">
                  <a:pos x="wd2" y="hd2"/>
                </a:cxn>
              </a:cxnLst>
              <a:rect l="0" t="0" r="r" b="b"/>
              <a:pathLst>
                <a:path w="13186" h="21600" fill="norm" stroke="1" extrusionOk="0">
                  <a:moveTo>
                    <a:pt x="11013" y="21600"/>
                  </a:moveTo>
                  <a:cubicBezTo>
                    <a:pt x="5613" y="21600"/>
                    <a:pt x="-5187" y="0"/>
                    <a:pt x="2913" y="0"/>
                  </a:cubicBezTo>
                  <a:cubicBezTo>
                    <a:pt x="11013" y="0"/>
                    <a:pt x="16413" y="16200"/>
                    <a:pt x="11013"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2" name="Shape 5412"/>
            <p:cNvSpPr/>
            <p:nvPr/>
          </p:nvSpPr>
          <p:spPr>
            <a:xfrm>
              <a:off x="2558024" y="537793"/>
              <a:ext cx="168332" cy="55780"/>
            </a:xfrm>
            <a:custGeom>
              <a:avLst/>
              <a:gdLst/>
              <a:ahLst/>
              <a:cxnLst>
                <a:cxn ang="0">
                  <a:pos x="wd2" y="hd2"/>
                </a:cxn>
                <a:cxn ang="5400000">
                  <a:pos x="wd2" y="hd2"/>
                </a:cxn>
                <a:cxn ang="10800000">
                  <a:pos x="wd2" y="hd2"/>
                </a:cxn>
                <a:cxn ang="16200000">
                  <a:pos x="wd2" y="hd2"/>
                </a:cxn>
              </a:cxnLst>
              <a:rect l="0" t="0" r="r" b="b"/>
              <a:pathLst>
                <a:path w="18409" h="18011" fill="norm" stroke="1" extrusionOk="0">
                  <a:moveTo>
                    <a:pt x="297" y="13554"/>
                  </a:moveTo>
                  <a:cubicBezTo>
                    <a:pt x="-732" y="13554"/>
                    <a:pt x="2354" y="10468"/>
                    <a:pt x="3382" y="10468"/>
                  </a:cubicBezTo>
                  <a:cubicBezTo>
                    <a:pt x="5439" y="7382"/>
                    <a:pt x="6468" y="4296"/>
                    <a:pt x="8525" y="1211"/>
                  </a:cubicBezTo>
                  <a:cubicBezTo>
                    <a:pt x="11611" y="-1875"/>
                    <a:pt x="14697" y="1211"/>
                    <a:pt x="17782" y="7382"/>
                  </a:cubicBezTo>
                  <a:cubicBezTo>
                    <a:pt x="20868" y="16639"/>
                    <a:pt x="11611" y="16639"/>
                    <a:pt x="10582" y="16639"/>
                  </a:cubicBezTo>
                  <a:cubicBezTo>
                    <a:pt x="8525" y="16639"/>
                    <a:pt x="7497" y="19725"/>
                    <a:pt x="5439" y="16639"/>
                  </a:cubicBezTo>
                  <a:cubicBezTo>
                    <a:pt x="3382" y="13554"/>
                    <a:pt x="1325" y="16639"/>
                    <a:pt x="297" y="13554"/>
                  </a:cubicBezTo>
                  <a:cubicBezTo>
                    <a:pt x="-732" y="10468"/>
                    <a:pt x="1325" y="16639"/>
                    <a:pt x="297" y="1355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3" name="Shape 5413"/>
            <p:cNvSpPr/>
            <p:nvPr/>
          </p:nvSpPr>
          <p:spPr>
            <a:xfrm>
              <a:off x="3035882" y="738876"/>
              <a:ext cx="251296" cy="169004"/>
            </a:xfrm>
            <a:custGeom>
              <a:avLst/>
              <a:gdLst/>
              <a:ahLst/>
              <a:cxnLst>
                <a:cxn ang="0">
                  <a:pos x="wd2" y="hd2"/>
                </a:cxn>
                <a:cxn ang="5400000">
                  <a:pos x="wd2" y="hd2"/>
                </a:cxn>
                <a:cxn ang="10800000">
                  <a:pos x="wd2" y="hd2"/>
                </a:cxn>
                <a:cxn ang="16200000">
                  <a:pos x="wd2" y="hd2"/>
                </a:cxn>
              </a:cxnLst>
              <a:rect l="0" t="0" r="r" b="b"/>
              <a:pathLst>
                <a:path w="20780" h="20463" fill="norm" stroke="1" extrusionOk="0">
                  <a:moveTo>
                    <a:pt x="16416" y="20463"/>
                  </a:moveTo>
                  <a:cubicBezTo>
                    <a:pt x="14874" y="20463"/>
                    <a:pt x="12559" y="20463"/>
                    <a:pt x="11016" y="20463"/>
                  </a:cubicBezTo>
                  <a:cubicBezTo>
                    <a:pt x="8702" y="20463"/>
                    <a:pt x="11016" y="19326"/>
                    <a:pt x="11016" y="18189"/>
                  </a:cubicBezTo>
                  <a:cubicBezTo>
                    <a:pt x="11788" y="17052"/>
                    <a:pt x="7931" y="17052"/>
                    <a:pt x="8702" y="15916"/>
                  </a:cubicBezTo>
                  <a:cubicBezTo>
                    <a:pt x="9474" y="14779"/>
                    <a:pt x="11016" y="13642"/>
                    <a:pt x="12559" y="13642"/>
                  </a:cubicBezTo>
                  <a:cubicBezTo>
                    <a:pt x="13331" y="12505"/>
                    <a:pt x="12559" y="12505"/>
                    <a:pt x="11788" y="12505"/>
                  </a:cubicBezTo>
                  <a:cubicBezTo>
                    <a:pt x="10245" y="11368"/>
                    <a:pt x="8702" y="12505"/>
                    <a:pt x="6388" y="13642"/>
                  </a:cubicBezTo>
                  <a:cubicBezTo>
                    <a:pt x="4845" y="13642"/>
                    <a:pt x="3302" y="13642"/>
                    <a:pt x="988" y="13642"/>
                  </a:cubicBezTo>
                  <a:cubicBezTo>
                    <a:pt x="988" y="14779"/>
                    <a:pt x="-555" y="14779"/>
                    <a:pt x="216" y="12505"/>
                  </a:cubicBezTo>
                  <a:cubicBezTo>
                    <a:pt x="1759" y="10231"/>
                    <a:pt x="3302" y="11368"/>
                    <a:pt x="4845" y="10231"/>
                  </a:cubicBezTo>
                  <a:cubicBezTo>
                    <a:pt x="7931" y="9095"/>
                    <a:pt x="2531" y="9095"/>
                    <a:pt x="2531" y="7958"/>
                  </a:cubicBezTo>
                  <a:cubicBezTo>
                    <a:pt x="1759" y="7958"/>
                    <a:pt x="4845" y="5684"/>
                    <a:pt x="4845" y="5684"/>
                  </a:cubicBezTo>
                  <a:cubicBezTo>
                    <a:pt x="4845" y="5684"/>
                    <a:pt x="2531" y="5684"/>
                    <a:pt x="1759" y="5684"/>
                  </a:cubicBezTo>
                  <a:cubicBezTo>
                    <a:pt x="1759" y="4547"/>
                    <a:pt x="4074" y="3410"/>
                    <a:pt x="4845" y="3410"/>
                  </a:cubicBezTo>
                  <a:cubicBezTo>
                    <a:pt x="6388" y="3410"/>
                    <a:pt x="7931" y="6821"/>
                    <a:pt x="9474" y="7958"/>
                  </a:cubicBezTo>
                  <a:cubicBezTo>
                    <a:pt x="10245" y="7958"/>
                    <a:pt x="11016" y="10231"/>
                    <a:pt x="11788" y="9095"/>
                  </a:cubicBezTo>
                  <a:cubicBezTo>
                    <a:pt x="14102" y="6821"/>
                    <a:pt x="9474" y="6821"/>
                    <a:pt x="9474" y="6821"/>
                  </a:cubicBezTo>
                  <a:cubicBezTo>
                    <a:pt x="10245" y="6821"/>
                    <a:pt x="13331" y="5684"/>
                    <a:pt x="10245" y="4547"/>
                  </a:cubicBezTo>
                  <a:cubicBezTo>
                    <a:pt x="9474" y="4547"/>
                    <a:pt x="8702" y="4547"/>
                    <a:pt x="7931" y="3410"/>
                  </a:cubicBezTo>
                  <a:cubicBezTo>
                    <a:pt x="6388" y="2274"/>
                    <a:pt x="7931" y="2274"/>
                    <a:pt x="7931" y="1137"/>
                  </a:cubicBezTo>
                  <a:cubicBezTo>
                    <a:pt x="7159" y="1137"/>
                    <a:pt x="4845" y="2274"/>
                    <a:pt x="4845" y="2274"/>
                  </a:cubicBezTo>
                  <a:cubicBezTo>
                    <a:pt x="4074" y="1137"/>
                    <a:pt x="9474" y="0"/>
                    <a:pt x="9474" y="0"/>
                  </a:cubicBezTo>
                  <a:cubicBezTo>
                    <a:pt x="9474" y="0"/>
                    <a:pt x="8702" y="1137"/>
                    <a:pt x="8702" y="1137"/>
                  </a:cubicBezTo>
                  <a:cubicBezTo>
                    <a:pt x="7931" y="2274"/>
                    <a:pt x="10245" y="2274"/>
                    <a:pt x="11016" y="2274"/>
                  </a:cubicBezTo>
                  <a:cubicBezTo>
                    <a:pt x="13331" y="3410"/>
                    <a:pt x="14102" y="3410"/>
                    <a:pt x="15645" y="1137"/>
                  </a:cubicBezTo>
                  <a:cubicBezTo>
                    <a:pt x="17959" y="-1137"/>
                    <a:pt x="20274" y="5684"/>
                    <a:pt x="19502" y="7958"/>
                  </a:cubicBezTo>
                  <a:cubicBezTo>
                    <a:pt x="19502" y="10231"/>
                    <a:pt x="19502" y="11368"/>
                    <a:pt x="20274" y="12505"/>
                  </a:cubicBezTo>
                  <a:cubicBezTo>
                    <a:pt x="21045" y="14779"/>
                    <a:pt x="21045" y="15916"/>
                    <a:pt x="19502" y="14779"/>
                  </a:cubicBezTo>
                  <a:cubicBezTo>
                    <a:pt x="17959" y="12505"/>
                    <a:pt x="18731" y="17052"/>
                    <a:pt x="19502" y="18189"/>
                  </a:cubicBezTo>
                  <a:cubicBezTo>
                    <a:pt x="20274" y="19326"/>
                    <a:pt x="17188" y="20463"/>
                    <a:pt x="16416" y="2046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4" name="Shape 5414"/>
            <p:cNvSpPr/>
            <p:nvPr/>
          </p:nvSpPr>
          <p:spPr>
            <a:xfrm>
              <a:off x="3008257" y="815499"/>
              <a:ext cx="60886" cy="25485"/>
            </a:xfrm>
            <a:custGeom>
              <a:avLst/>
              <a:gdLst/>
              <a:ahLst/>
              <a:cxnLst>
                <a:cxn ang="0">
                  <a:pos x="wd2" y="hd2"/>
                </a:cxn>
                <a:cxn ang="5400000">
                  <a:pos x="wd2" y="hd2"/>
                </a:cxn>
                <a:cxn ang="10800000">
                  <a:pos x="wd2" y="hd2"/>
                </a:cxn>
                <a:cxn ang="16200000">
                  <a:pos x="wd2" y="hd2"/>
                </a:cxn>
              </a:cxnLst>
              <a:rect l="0" t="0" r="r" b="b"/>
              <a:pathLst>
                <a:path w="15878" h="21600" fill="norm" stroke="1" extrusionOk="0">
                  <a:moveTo>
                    <a:pt x="376" y="21600"/>
                  </a:moveTo>
                  <a:cubicBezTo>
                    <a:pt x="7576" y="14400"/>
                    <a:pt x="19576" y="0"/>
                    <a:pt x="14776" y="0"/>
                  </a:cubicBezTo>
                  <a:cubicBezTo>
                    <a:pt x="7576" y="0"/>
                    <a:pt x="-2024" y="21600"/>
                    <a:pt x="376"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5" name="Shape 5415"/>
            <p:cNvSpPr/>
            <p:nvPr/>
          </p:nvSpPr>
          <p:spPr>
            <a:xfrm>
              <a:off x="2989430" y="805943"/>
              <a:ext cx="54437" cy="19115"/>
            </a:xfrm>
            <a:custGeom>
              <a:avLst/>
              <a:gdLst/>
              <a:ahLst/>
              <a:cxnLst>
                <a:cxn ang="0">
                  <a:pos x="wd2" y="hd2"/>
                </a:cxn>
                <a:cxn ang="5400000">
                  <a:pos x="wd2" y="hd2"/>
                </a:cxn>
                <a:cxn ang="10800000">
                  <a:pos x="wd2" y="hd2"/>
                </a:cxn>
                <a:cxn ang="16200000">
                  <a:pos x="wd2" y="hd2"/>
                </a:cxn>
              </a:cxnLst>
              <a:rect l="0" t="0" r="r" b="b"/>
              <a:pathLst>
                <a:path w="15380" h="21600" fill="norm" stroke="1" extrusionOk="0">
                  <a:moveTo>
                    <a:pt x="426" y="21600"/>
                  </a:moveTo>
                  <a:cubicBezTo>
                    <a:pt x="-2274" y="21600"/>
                    <a:pt x="8526" y="0"/>
                    <a:pt x="13926" y="0"/>
                  </a:cubicBezTo>
                  <a:cubicBezTo>
                    <a:pt x="19326" y="0"/>
                    <a:pt x="8526" y="21600"/>
                    <a:pt x="426"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6" name="Shape 5416"/>
            <p:cNvSpPr/>
            <p:nvPr/>
          </p:nvSpPr>
          <p:spPr>
            <a:xfrm>
              <a:off x="2959741" y="784224"/>
              <a:ext cx="78981" cy="28150"/>
            </a:xfrm>
            <a:custGeom>
              <a:avLst/>
              <a:gdLst/>
              <a:ahLst/>
              <a:cxnLst>
                <a:cxn ang="0">
                  <a:pos x="wd2" y="hd2"/>
                </a:cxn>
                <a:cxn ang="5400000">
                  <a:pos x="wd2" y="hd2"/>
                </a:cxn>
                <a:cxn ang="10800000">
                  <a:pos x="wd2" y="hd2"/>
                </a:cxn>
                <a:cxn ang="16200000">
                  <a:pos x="wd2" y="hd2"/>
                </a:cxn>
              </a:cxnLst>
              <a:rect l="0" t="0" r="r" b="b"/>
              <a:pathLst>
                <a:path w="17851" h="12724" fill="norm" stroke="1" extrusionOk="0">
                  <a:moveTo>
                    <a:pt x="571" y="9817"/>
                  </a:moveTo>
                  <a:cubicBezTo>
                    <a:pt x="-3749" y="5497"/>
                    <a:pt x="17851" y="-3143"/>
                    <a:pt x="17851" y="1177"/>
                  </a:cubicBezTo>
                  <a:cubicBezTo>
                    <a:pt x="17851" y="5497"/>
                    <a:pt x="9211" y="18457"/>
                    <a:pt x="571" y="981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7" name="Shape 5417"/>
            <p:cNvSpPr/>
            <p:nvPr/>
          </p:nvSpPr>
          <p:spPr>
            <a:xfrm>
              <a:off x="2952713" y="744645"/>
              <a:ext cx="66897" cy="42188"/>
            </a:xfrm>
            <a:custGeom>
              <a:avLst/>
              <a:gdLst/>
              <a:ahLst/>
              <a:cxnLst>
                <a:cxn ang="0">
                  <a:pos x="wd2" y="hd2"/>
                </a:cxn>
                <a:cxn ang="5400000">
                  <a:pos x="wd2" y="hd2"/>
                </a:cxn>
                <a:cxn ang="10800000">
                  <a:pos x="wd2" y="hd2"/>
                </a:cxn>
                <a:cxn ang="16200000">
                  <a:pos x="wd2" y="hd2"/>
                </a:cxn>
              </a:cxnLst>
              <a:rect l="0" t="0" r="r" b="b"/>
              <a:pathLst>
                <a:path w="21600" h="19069" fill="norm" stroke="1" extrusionOk="0">
                  <a:moveTo>
                    <a:pt x="3086" y="19069"/>
                  </a:moveTo>
                  <a:cubicBezTo>
                    <a:pt x="0" y="14749"/>
                    <a:pt x="0" y="6109"/>
                    <a:pt x="0" y="1789"/>
                  </a:cubicBezTo>
                  <a:cubicBezTo>
                    <a:pt x="3086" y="-2531"/>
                    <a:pt x="9257" y="1789"/>
                    <a:pt x="12343" y="6109"/>
                  </a:cubicBezTo>
                  <a:cubicBezTo>
                    <a:pt x="12343" y="6109"/>
                    <a:pt x="21600" y="10429"/>
                    <a:pt x="21600" y="14749"/>
                  </a:cubicBezTo>
                  <a:cubicBezTo>
                    <a:pt x="21600" y="14749"/>
                    <a:pt x="6171" y="19069"/>
                    <a:pt x="3086" y="19069"/>
                  </a:cubicBezTo>
                  <a:cubicBezTo>
                    <a:pt x="0" y="14749"/>
                    <a:pt x="12343" y="19069"/>
                    <a:pt x="3086" y="1906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8" name="Shape 5418"/>
            <p:cNvSpPr/>
            <p:nvPr/>
          </p:nvSpPr>
          <p:spPr>
            <a:xfrm>
              <a:off x="2880543" y="636039"/>
              <a:ext cx="66496" cy="65852"/>
            </a:xfrm>
            <a:custGeom>
              <a:avLst/>
              <a:gdLst/>
              <a:ahLst/>
              <a:cxnLst>
                <a:cxn ang="0">
                  <a:pos x="wd2" y="hd2"/>
                </a:cxn>
                <a:cxn ang="5400000">
                  <a:pos x="wd2" y="hd2"/>
                </a:cxn>
                <a:cxn ang="10800000">
                  <a:pos x="wd2" y="hd2"/>
                </a:cxn>
                <a:cxn ang="16200000">
                  <a:pos x="wd2" y="hd2"/>
                </a:cxn>
              </a:cxnLst>
              <a:rect l="0" t="0" r="r" b="b"/>
              <a:pathLst>
                <a:path w="12882" h="17173" fill="norm" stroke="1" extrusionOk="0">
                  <a:moveTo>
                    <a:pt x="10485" y="16987"/>
                  </a:moveTo>
                  <a:cubicBezTo>
                    <a:pt x="6885" y="19387"/>
                    <a:pt x="-3915" y="-2213"/>
                    <a:pt x="1485" y="187"/>
                  </a:cubicBezTo>
                  <a:cubicBezTo>
                    <a:pt x="6885" y="4987"/>
                    <a:pt x="17685" y="16987"/>
                    <a:pt x="10485" y="1698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19" name="Shape 5419"/>
            <p:cNvSpPr/>
            <p:nvPr/>
          </p:nvSpPr>
          <p:spPr>
            <a:xfrm>
              <a:off x="3051363" y="624876"/>
              <a:ext cx="62424" cy="16191"/>
            </a:xfrm>
            <a:custGeom>
              <a:avLst/>
              <a:gdLst/>
              <a:ahLst/>
              <a:cxnLst>
                <a:cxn ang="0">
                  <a:pos x="wd2" y="hd2"/>
                </a:cxn>
                <a:cxn ang="5400000">
                  <a:pos x="wd2" y="hd2"/>
                </a:cxn>
                <a:cxn ang="10800000">
                  <a:pos x="wd2" y="hd2"/>
                </a:cxn>
                <a:cxn ang="16200000">
                  <a:pos x="wd2" y="hd2"/>
                </a:cxn>
              </a:cxnLst>
              <a:rect l="0" t="0" r="r" b="b"/>
              <a:pathLst>
                <a:path w="16279" h="12198" fill="norm" stroke="1" extrusionOk="0">
                  <a:moveTo>
                    <a:pt x="1504" y="2016"/>
                  </a:moveTo>
                  <a:cubicBezTo>
                    <a:pt x="8704" y="-5184"/>
                    <a:pt x="18304" y="9216"/>
                    <a:pt x="15904" y="9216"/>
                  </a:cubicBezTo>
                  <a:cubicBezTo>
                    <a:pt x="3904" y="16416"/>
                    <a:pt x="-3296" y="9216"/>
                    <a:pt x="1504" y="201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0" name="Shape 5420"/>
            <p:cNvSpPr/>
            <p:nvPr/>
          </p:nvSpPr>
          <p:spPr>
            <a:xfrm>
              <a:off x="2900471" y="473774"/>
              <a:ext cx="302824" cy="160727"/>
            </a:xfrm>
            <a:custGeom>
              <a:avLst/>
              <a:gdLst/>
              <a:ahLst/>
              <a:cxnLst>
                <a:cxn ang="0">
                  <a:pos x="wd2" y="hd2"/>
                </a:cxn>
                <a:cxn ang="5400000">
                  <a:pos x="wd2" y="hd2"/>
                </a:cxn>
                <a:cxn ang="10800000">
                  <a:pos x="wd2" y="hd2"/>
                </a:cxn>
                <a:cxn ang="16200000">
                  <a:pos x="wd2" y="hd2"/>
                </a:cxn>
              </a:cxnLst>
              <a:rect l="0" t="0" r="r" b="b"/>
              <a:pathLst>
                <a:path w="19556" h="19461" fill="norm" stroke="1" extrusionOk="0">
                  <a:moveTo>
                    <a:pt x="15442" y="18660"/>
                  </a:moveTo>
                  <a:cubicBezTo>
                    <a:pt x="14842" y="18660"/>
                    <a:pt x="14842" y="17523"/>
                    <a:pt x="14842" y="16387"/>
                  </a:cubicBezTo>
                  <a:cubicBezTo>
                    <a:pt x="14242" y="15250"/>
                    <a:pt x="12442" y="14113"/>
                    <a:pt x="11842" y="14113"/>
                  </a:cubicBezTo>
                  <a:cubicBezTo>
                    <a:pt x="11242" y="14113"/>
                    <a:pt x="7042" y="16387"/>
                    <a:pt x="7042" y="15250"/>
                  </a:cubicBezTo>
                  <a:cubicBezTo>
                    <a:pt x="7042" y="15250"/>
                    <a:pt x="9442" y="12976"/>
                    <a:pt x="9442" y="12976"/>
                  </a:cubicBezTo>
                  <a:cubicBezTo>
                    <a:pt x="7642" y="11839"/>
                    <a:pt x="5242" y="15250"/>
                    <a:pt x="3442" y="12976"/>
                  </a:cubicBezTo>
                  <a:cubicBezTo>
                    <a:pt x="-158" y="9566"/>
                    <a:pt x="6442" y="10702"/>
                    <a:pt x="6442" y="10702"/>
                  </a:cubicBezTo>
                  <a:cubicBezTo>
                    <a:pt x="6442" y="10702"/>
                    <a:pt x="5842" y="9566"/>
                    <a:pt x="5842" y="9566"/>
                  </a:cubicBezTo>
                  <a:cubicBezTo>
                    <a:pt x="5842" y="9566"/>
                    <a:pt x="6442" y="8429"/>
                    <a:pt x="6442" y="8429"/>
                  </a:cubicBezTo>
                  <a:cubicBezTo>
                    <a:pt x="7042" y="7292"/>
                    <a:pt x="5242" y="8429"/>
                    <a:pt x="5242" y="8429"/>
                  </a:cubicBezTo>
                  <a:cubicBezTo>
                    <a:pt x="4642" y="7292"/>
                    <a:pt x="5842" y="6155"/>
                    <a:pt x="4642" y="6155"/>
                  </a:cubicBezTo>
                  <a:cubicBezTo>
                    <a:pt x="4042" y="6155"/>
                    <a:pt x="2842" y="7292"/>
                    <a:pt x="2242" y="6155"/>
                  </a:cubicBezTo>
                  <a:cubicBezTo>
                    <a:pt x="2242" y="5018"/>
                    <a:pt x="1042" y="6155"/>
                    <a:pt x="442" y="5018"/>
                  </a:cubicBezTo>
                  <a:cubicBezTo>
                    <a:pt x="-1358" y="-666"/>
                    <a:pt x="2842" y="1608"/>
                    <a:pt x="4042" y="1608"/>
                  </a:cubicBezTo>
                  <a:cubicBezTo>
                    <a:pt x="5242" y="471"/>
                    <a:pt x="7042" y="-666"/>
                    <a:pt x="8242" y="471"/>
                  </a:cubicBezTo>
                  <a:cubicBezTo>
                    <a:pt x="10042" y="1608"/>
                    <a:pt x="7042" y="7292"/>
                    <a:pt x="9442" y="5018"/>
                  </a:cubicBezTo>
                  <a:cubicBezTo>
                    <a:pt x="10042" y="5018"/>
                    <a:pt x="11242" y="2745"/>
                    <a:pt x="11842" y="3881"/>
                  </a:cubicBezTo>
                  <a:cubicBezTo>
                    <a:pt x="12442" y="5018"/>
                    <a:pt x="13042" y="7292"/>
                    <a:pt x="13642" y="7292"/>
                  </a:cubicBezTo>
                  <a:cubicBezTo>
                    <a:pt x="14242" y="7292"/>
                    <a:pt x="16042" y="6155"/>
                    <a:pt x="16642" y="7292"/>
                  </a:cubicBezTo>
                  <a:cubicBezTo>
                    <a:pt x="17842" y="8429"/>
                    <a:pt x="17842" y="11839"/>
                    <a:pt x="18442" y="12976"/>
                  </a:cubicBezTo>
                  <a:cubicBezTo>
                    <a:pt x="19042" y="15250"/>
                    <a:pt x="20242" y="16387"/>
                    <a:pt x="19042" y="17523"/>
                  </a:cubicBezTo>
                  <a:cubicBezTo>
                    <a:pt x="18442" y="19797"/>
                    <a:pt x="16642" y="19797"/>
                    <a:pt x="15442" y="18660"/>
                  </a:cubicBezTo>
                  <a:cubicBezTo>
                    <a:pt x="14842" y="17523"/>
                    <a:pt x="17242" y="20934"/>
                    <a:pt x="15442" y="186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1" name="Shape 5421"/>
            <p:cNvSpPr/>
            <p:nvPr/>
          </p:nvSpPr>
          <p:spPr>
            <a:xfrm>
              <a:off x="3154003" y="390959"/>
              <a:ext cx="74969" cy="39091"/>
            </a:xfrm>
            <a:custGeom>
              <a:avLst/>
              <a:gdLst/>
              <a:ahLst/>
              <a:cxnLst>
                <a:cxn ang="0">
                  <a:pos x="wd2" y="hd2"/>
                </a:cxn>
                <a:cxn ang="5400000">
                  <a:pos x="wd2" y="hd2"/>
                </a:cxn>
                <a:cxn ang="10800000">
                  <a:pos x="wd2" y="hd2"/>
                </a:cxn>
                <a:cxn ang="16200000">
                  <a:pos x="wd2" y="hd2"/>
                </a:cxn>
              </a:cxnLst>
              <a:rect l="0" t="0" r="r" b="b"/>
              <a:pathLst>
                <a:path w="15885" h="17670" fill="norm" stroke="1" extrusionOk="0">
                  <a:moveTo>
                    <a:pt x="12881" y="17670"/>
                  </a:moveTo>
                  <a:cubicBezTo>
                    <a:pt x="8954" y="17670"/>
                    <a:pt x="8954" y="13350"/>
                    <a:pt x="5027" y="13350"/>
                  </a:cubicBezTo>
                  <a:cubicBezTo>
                    <a:pt x="5027" y="13350"/>
                    <a:pt x="-2828" y="13350"/>
                    <a:pt x="1099" y="9030"/>
                  </a:cubicBezTo>
                  <a:cubicBezTo>
                    <a:pt x="3063" y="390"/>
                    <a:pt x="8954" y="-3930"/>
                    <a:pt x="10917" y="4710"/>
                  </a:cubicBezTo>
                  <a:cubicBezTo>
                    <a:pt x="14845" y="9030"/>
                    <a:pt x="18772" y="17670"/>
                    <a:pt x="12881" y="1767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2" name="Shape 5422"/>
            <p:cNvSpPr/>
            <p:nvPr/>
          </p:nvSpPr>
          <p:spPr>
            <a:xfrm>
              <a:off x="3232881" y="537294"/>
              <a:ext cx="171044" cy="99816"/>
            </a:xfrm>
            <a:custGeom>
              <a:avLst/>
              <a:gdLst/>
              <a:ahLst/>
              <a:cxnLst>
                <a:cxn ang="0">
                  <a:pos x="wd2" y="hd2"/>
                </a:cxn>
                <a:cxn ang="5400000">
                  <a:pos x="wd2" y="hd2"/>
                </a:cxn>
                <a:cxn ang="10800000">
                  <a:pos x="wd2" y="hd2"/>
                </a:cxn>
                <a:cxn ang="16200000">
                  <a:pos x="wd2" y="hd2"/>
                </a:cxn>
              </a:cxnLst>
              <a:rect l="0" t="0" r="r" b="b"/>
              <a:pathLst>
                <a:path w="19657" h="20509" fill="norm" stroke="1" extrusionOk="0">
                  <a:moveTo>
                    <a:pt x="7560" y="12654"/>
                  </a:moveTo>
                  <a:cubicBezTo>
                    <a:pt x="5400" y="12654"/>
                    <a:pt x="3240" y="10691"/>
                    <a:pt x="2160" y="8727"/>
                  </a:cubicBezTo>
                  <a:cubicBezTo>
                    <a:pt x="-1080" y="6764"/>
                    <a:pt x="3240" y="4800"/>
                    <a:pt x="3240" y="4800"/>
                  </a:cubicBezTo>
                  <a:cubicBezTo>
                    <a:pt x="3240" y="2836"/>
                    <a:pt x="1080" y="873"/>
                    <a:pt x="0" y="873"/>
                  </a:cubicBezTo>
                  <a:cubicBezTo>
                    <a:pt x="0" y="-1091"/>
                    <a:pt x="5400" y="873"/>
                    <a:pt x="5400" y="873"/>
                  </a:cubicBezTo>
                  <a:cubicBezTo>
                    <a:pt x="7560" y="873"/>
                    <a:pt x="9720" y="2836"/>
                    <a:pt x="11880" y="4800"/>
                  </a:cubicBezTo>
                  <a:cubicBezTo>
                    <a:pt x="14040" y="4800"/>
                    <a:pt x="15120" y="4800"/>
                    <a:pt x="16200" y="4800"/>
                  </a:cubicBezTo>
                  <a:cubicBezTo>
                    <a:pt x="17280" y="4800"/>
                    <a:pt x="20520" y="6764"/>
                    <a:pt x="19440" y="6764"/>
                  </a:cubicBezTo>
                  <a:cubicBezTo>
                    <a:pt x="17280" y="10691"/>
                    <a:pt x="16200" y="8727"/>
                    <a:pt x="18360" y="14618"/>
                  </a:cubicBezTo>
                  <a:cubicBezTo>
                    <a:pt x="19440" y="16582"/>
                    <a:pt x="16200" y="16582"/>
                    <a:pt x="15120" y="18545"/>
                  </a:cubicBezTo>
                  <a:cubicBezTo>
                    <a:pt x="12960" y="18545"/>
                    <a:pt x="10800" y="20509"/>
                    <a:pt x="8640" y="20509"/>
                  </a:cubicBezTo>
                  <a:cubicBezTo>
                    <a:pt x="7560" y="18545"/>
                    <a:pt x="3240" y="16582"/>
                    <a:pt x="3240" y="14618"/>
                  </a:cubicBezTo>
                  <a:cubicBezTo>
                    <a:pt x="3240" y="14618"/>
                    <a:pt x="9720" y="12654"/>
                    <a:pt x="7560" y="12654"/>
                  </a:cubicBezTo>
                  <a:cubicBezTo>
                    <a:pt x="4320" y="10691"/>
                    <a:pt x="9720" y="12654"/>
                    <a:pt x="7560" y="1265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3" name="Shape 5423"/>
            <p:cNvSpPr/>
            <p:nvPr/>
          </p:nvSpPr>
          <p:spPr>
            <a:xfrm>
              <a:off x="3339546" y="632860"/>
              <a:ext cx="141458" cy="42477"/>
            </a:xfrm>
            <a:custGeom>
              <a:avLst/>
              <a:gdLst/>
              <a:ahLst/>
              <a:cxnLst>
                <a:cxn ang="0">
                  <a:pos x="wd2" y="hd2"/>
                </a:cxn>
                <a:cxn ang="5400000">
                  <a:pos x="wd2" y="hd2"/>
                </a:cxn>
                <a:cxn ang="10800000">
                  <a:pos x="wd2" y="hd2"/>
                </a:cxn>
                <a:cxn ang="16200000">
                  <a:pos x="wd2" y="hd2"/>
                </a:cxn>
              </a:cxnLst>
              <a:rect l="0" t="0" r="r" b="b"/>
              <a:pathLst>
                <a:path w="18446" h="19200" fill="norm" stroke="1" extrusionOk="0">
                  <a:moveTo>
                    <a:pt x="15374" y="19200"/>
                  </a:moveTo>
                  <a:cubicBezTo>
                    <a:pt x="15374" y="14880"/>
                    <a:pt x="20174" y="6240"/>
                    <a:pt x="17774" y="6240"/>
                  </a:cubicBezTo>
                  <a:cubicBezTo>
                    <a:pt x="16574" y="1920"/>
                    <a:pt x="15374" y="1920"/>
                    <a:pt x="14174" y="1920"/>
                  </a:cubicBezTo>
                  <a:cubicBezTo>
                    <a:pt x="10574" y="1920"/>
                    <a:pt x="5774" y="-2400"/>
                    <a:pt x="2174" y="1920"/>
                  </a:cubicBezTo>
                  <a:cubicBezTo>
                    <a:pt x="-1426" y="1920"/>
                    <a:pt x="-226" y="14880"/>
                    <a:pt x="3374" y="14880"/>
                  </a:cubicBezTo>
                  <a:cubicBezTo>
                    <a:pt x="6974" y="14880"/>
                    <a:pt x="11774" y="19200"/>
                    <a:pt x="15374" y="19200"/>
                  </a:cubicBezTo>
                  <a:cubicBezTo>
                    <a:pt x="17774" y="14880"/>
                    <a:pt x="12974" y="19200"/>
                    <a:pt x="15374" y="19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4" name="Shape 5424"/>
            <p:cNvSpPr/>
            <p:nvPr/>
          </p:nvSpPr>
          <p:spPr>
            <a:xfrm>
              <a:off x="3327443" y="846292"/>
              <a:ext cx="139310" cy="97426"/>
            </a:xfrm>
            <a:custGeom>
              <a:avLst/>
              <a:gdLst/>
              <a:ahLst/>
              <a:cxnLst>
                <a:cxn ang="0">
                  <a:pos x="wd2" y="hd2"/>
                </a:cxn>
                <a:cxn ang="5400000">
                  <a:pos x="wd2" y="hd2"/>
                </a:cxn>
                <a:cxn ang="10800000">
                  <a:pos x="wd2" y="hd2"/>
                </a:cxn>
                <a:cxn ang="16200000">
                  <a:pos x="wd2" y="hd2"/>
                </a:cxn>
              </a:cxnLst>
              <a:rect l="0" t="0" r="r" b="b"/>
              <a:pathLst>
                <a:path w="19278" h="20018" fill="norm" stroke="1" extrusionOk="0">
                  <a:moveTo>
                    <a:pt x="7733" y="873"/>
                  </a:moveTo>
                  <a:cubicBezTo>
                    <a:pt x="5192" y="-1091"/>
                    <a:pt x="1380" y="6764"/>
                    <a:pt x="110" y="10691"/>
                  </a:cubicBezTo>
                  <a:cubicBezTo>
                    <a:pt x="-1161" y="14618"/>
                    <a:pt x="9004" y="18545"/>
                    <a:pt x="11545" y="18545"/>
                  </a:cubicBezTo>
                  <a:cubicBezTo>
                    <a:pt x="12815" y="20509"/>
                    <a:pt x="16627" y="20509"/>
                    <a:pt x="17898" y="18545"/>
                  </a:cubicBezTo>
                  <a:cubicBezTo>
                    <a:pt x="19168" y="18545"/>
                    <a:pt x="17898" y="16582"/>
                    <a:pt x="17898" y="14618"/>
                  </a:cubicBezTo>
                  <a:cubicBezTo>
                    <a:pt x="17898" y="12654"/>
                    <a:pt x="17898" y="10691"/>
                    <a:pt x="19168" y="10691"/>
                  </a:cubicBezTo>
                  <a:cubicBezTo>
                    <a:pt x="20439" y="6764"/>
                    <a:pt x="10274" y="873"/>
                    <a:pt x="7733" y="873"/>
                  </a:cubicBezTo>
                  <a:cubicBezTo>
                    <a:pt x="5192" y="-1091"/>
                    <a:pt x="9004" y="873"/>
                    <a:pt x="7733" y="87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5" name="Shape 5425"/>
            <p:cNvSpPr/>
            <p:nvPr/>
          </p:nvSpPr>
          <p:spPr>
            <a:xfrm>
              <a:off x="3398126" y="821615"/>
              <a:ext cx="25469" cy="13253"/>
            </a:xfrm>
            <a:custGeom>
              <a:avLst/>
              <a:gdLst/>
              <a:ahLst/>
              <a:cxnLst>
                <a:cxn ang="0">
                  <a:pos x="wd2" y="hd2"/>
                </a:cxn>
                <a:cxn ang="5400000">
                  <a:pos x="wd2" y="hd2"/>
                </a:cxn>
                <a:cxn ang="10800000">
                  <a:pos x="wd2" y="hd2"/>
                </a:cxn>
                <a:cxn ang="16200000">
                  <a:pos x="wd2" y="hd2"/>
                </a:cxn>
              </a:cxnLst>
              <a:rect l="0" t="0" r="r" b="b"/>
              <a:pathLst>
                <a:path w="14390" h="11232" fill="norm" stroke="1" extrusionOk="0">
                  <a:moveTo>
                    <a:pt x="12918" y="9216"/>
                  </a:moveTo>
                  <a:cubicBezTo>
                    <a:pt x="2118" y="16416"/>
                    <a:pt x="-3282" y="2016"/>
                    <a:pt x="2118" y="2016"/>
                  </a:cubicBezTo>
                  <a:cubicBezTo>
                    <a:pt x="7518" y="-5184"/>
                    <a:pt x="18318" y="9216"/>
                    <a:pt x="12918" y="921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6" name="Shape 5426"/>
            <p:cNvSpPr/>
            <p:nvPr/>
          </p:nvSpPr>
          <p:spPr>
            <a:xfrm>
              <a:off x="3567697" y="651678"/>
              <a:ext cx="76280" cy="46884"/>
            </a:xfrm>
            <a:custGeom>
              <a:avLst/>
              <a:gdLst/>
              <a:ahLst/>
              <a:cxnLst>
                <a:cxn ang="0">
                  <a:pos x="wd2" y="hd2"/>
                </a:cxn>
                <a:cxn ang="5400000">
                  <a:pos x="wd2" y="hd2"/>
                </a:cxn>
                <a:cxn ang="10800000">
                  <a:pos x="wd2" y="hd2"/>
                </a:cxn>
                <a:cxn ang="16200000">
                  <a:pos x="wd2" y="hd2"/>
                </a:cxn>
              </a:cxnLst>
              <a:rect l="0" t="0" r="r" b="b"/>
              <a:pathLst>
                <a:path w="19893" h="18700" fill="norm" stroke="1" extrusionOk="0">
                  <a:moveTo>
                    <a:pt x="693" y="16000"/>
                  </a:moveTo>
                  <a:cubicBezTo>
                    <a:pt x="693" y="16000"/>
                    <a:pt x="3093" y="5200"/>
                    <a:pt x="693" y="1600"/>
                  </a:cubicBezTo>
                  <a:cubicBezTo>
                    <a:pt x="693" y="-2000"/>
                    <a:pt x="7893" y="1600"/>
                    <a:pt x="10293" y="1600"/>
                  </a:cubicBezTo>
                  <a:cubicBezTo>
                    <a:pt x="12693" y="1600"/>
                    <a:pt x="19893" y="5200"/>
                    <a:pt x="19893" y="8800"/>
                  </a:cubicBezTo>
                  <a:cubicBezTo>
                    <a:pt x="17493" y="12400"/>
                    <a:pt x="12693" y="16000"/>
                    <a:pt x="10293" y="16000"/>
                  </a:cubicBezTo>
                  <a:cubicBezTo>
                    <a:pt x="5493" y="19600"/>
                    <a:pt x="5493" y="19600"/>
                    <a:pt x="693" y="16000"/>
                  </a:cubicBezTo>
                  <a:cubicBezTo>
                    <a:pt x="-1707" y="12400"/>
                    <a:pt x="3093" y="19600"/>
                    <a:pt x="693" y="160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7" name="Shape 5427"/>
            <p:cNvSpPr/>
            <p:nvPr/>
          </p:nvSpPr>
          <p:spPr>
            <a:xfrm>
              <a:off x="3609028" y="737093"/>
              <a:ext cx="19793" cy="23670"/>
            </a:xfrm>
            <a:custGeom>
              <a:avLst/>
              <a:gdLst/>
              <a:ahLst/>
              <a:cxnLst>
                <a:cxn ang="0">
                  <a:pos x="wd2" y="hd2"/>
                </a:cxn>
                <a:cxn ang="5400000">
                  <a:pos x="wd2" y="hd2"/>
                </a:cxn>
                <a:cxn ang="10800000">
                  <a:pos x="wd2" y="hd2"/>
                </a:cxn>
                <a:cxn ang="16200000">
                  <a:pos x="wd2" y="hd2"/>
                </a:cxn>
              </a:cxnLst>
              <a:rect l="0" t="0" r="r" b="b"/>
              <a:pathLst>
                <a:path w="14912" h="13374" fill="norm" stroke="1" extrusionOk="0">
                  <a:moveTo>
                    <a:pt x="11929" y="1102"/>
                  </a:moveTo>
                  <a:cubicBezTo>
                    <a:pt x="-2471" y="-4298"/>
                    <a:pt x="-2471" y="11902"/>
                    <a:pt x="4729" y="11902"/>
                  </a:cubicBezTo>
                  <a:cubicBezTo>
                    <a:pt x="11929" y="17302"/>
                    <a:pt x="19129" y="6502"/>
                    <a:pt x="11929" y="110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8" name="Shape 5428"/>
            <p:cNvSpPr/>
            <p:nvPr/>
          </p:nvSpPr>
          <p:spPr>
            <a:xfrm>
              <a:off x="3299936" y="706349"/>
              <a:ext cx="805595" cy="249317"/>
            </a:xfrm>
            <a:custGeom>
              <a:avLst/>
              <a:gdLst/>
              <a:ahLst/>
              <a:cxnLst>
                <a:cxn ang="0">
                  <a:pos x="wd2" y="hd2"/>
                </a:cxn>
                <a:cxn ang="5400000">
                  <a:pos x="wd2" y="hd2"/>
                </a:cxn>
                <a:cxn ang="10800000">
                  <a:pos x="wd2" y="hd2"/>
                </a:cxn>
                <a:cxn ang="16200000">
                  <a:pos x="wd2" y="hd2"/>
                </a:cxn>
              </a:cxnLst>
              <a:rect l="0" t="0" r="r" b="b"/>
              <a:pathLst>
                <a:path w="20929" h="21131" fill="norm" stroke="1" extrusionOk="0">
                  <a:moveTo>
                    <a:pt x="4126" y="5131"/>
                  </a:moveTo>
                  <a:cubicBezTo>
                    <a:pt x="4369" y="5131"/>
                    <a:pt x="4854" y="3531"/>
                    <a:pt x="4611" y="2731"/>
                  </a:cubicBezTo>
                  <a:cubicBezTo>
                    <a:pt x="4369" y="1931"/>
                    <a:pt x="3883" y="1131"/>
                    <a:pt x="3640" y="1131"/>
                  </a:cubicBezTo>
                  <a:cubicBezTo>
                    <a:pt x="3398" y="1131"/>
                    <a:pt x="3155" y="1131"/>
                    <a:pt x="2912" y="1131"/>
                  </a:cubicBezTo>
                  <a:cubicBezTo>
                    <a:pt x="2184" y="331"/>
                    <a:pt x="1699" y="-469"/>
                    <a:pt x="971" y="331"/>
                  </a:cubicBezTo>
                  <a:cubicBezTo>
                    <a:pt x="0" y="1131"/>
                    <a:pt x="728" y="1131"/>
                    <a:pt x="971" y="1931"/>
                  </a:cubicBezTo>
                  <a:cubicBezTo>
                    <a:pt x="971" y="1931"/>
                    <a:pt x="0" y="1931"/>
                    <a:pt x="0" y="2731"/>
                  </a:cubicBezTo>
                  <a:cubicBezTo>
                    <a:pt x="0" y="3531"/>
                    <a:pt x="971" y="3531"/>
                    <a:pt x="1213" y="3531"/>
                  </a:cubicBezTo>
                  <a:cubicBezTo>
                    <a:pt x="1213" y="4331"/>
                    <a:pt x="1699" y="4331"/>
                    <a:pt x="1699" y="4331"/>
                  </a:cubicBezTo>
                  <a:cubicBezTo>
                    <a:pt x="1699" y="5131"/>
                    <a:pt x="1456" y="5131"/>
                    <a:pt x="1456" y="5131"/>
                  </a:cubicBezTo>
                  <a:cubicBezTo>
                    <a:pt x="2912" y="8331"/>
                    <a:pt x="5097" y="3531"/>
                    <a:pt x="5825" y="9931"/>
                  </a:cubicBezTo>
                  <a:cubicBezTo>
                    <a:pt x="5825" y="10731"/>
                    <a:pt x="6310" y="11531"/>
                    <a:pt x="6067" y="12331"/>
                  </a:cubicBezTo>
                  <a:cubicBezTo>
                    <a:pt x="5825" y="13931"/>
                    <a:pt x="5582" y="14731"/>
                    <a:pt x="5825" y="16331"/>
                  </a:cubicBezTo>
                  <a:cubicBezTo>
                    <a:pt x="5825" y="16331"/>
                    <a:pt x="6310" y="19531"/>
                    <a:pt x="6553" y="19531"/>
                  </a:cubicBezTo>
                  <a:cubicBezTo>
                    <a:pt x="6796" y="20331"/>
                    <a:pt x="7281" y="17931"/>
                    <a:pt x="7281" y="18731"/>
                  </a:cubicBezTo>
                  <a:cubicBezTo>
                    <a:pt x="7524" y="18731"/>
                    <a:pt x="7766" y="20331"/>
                    <a:pt x="8009" y="20331"/>
                  </a:cubicBezTo>
                  <a:cubicBezTo>
                    <a:pt x="8494" y="21131"/>
                    <a:pt x="8980" y="20331"/>
                    <a:pt x="9222" y="20331"/>
                  </a:cubicBezTo>
                  <a:cubicBezTo>
                    <a:pt x="9465" y="19531"/>
                    <a:pt x="9951" y="17931"/>
                    <a:pt x="10193" y="17931"/>
                  </a:cubicBezTo>
                  <a:cubicBezTo>
                    <a:pt x="10193" y="17931"/>
                    <a:pt x="10679" y="20331"/>
                    <a:pt x="10921" y="20331"/>
                  </a:cubicBezTo>
                  <a:cubicBezTo>
                    <a:pt x="11407" y="21131"/>
                    <a:pt x="12135" y="21131"/>
                    <a:pt x="12620" y="21131"/>
                  </a:cubicBezTo>
                  <a:cubicBezTo>
                    <a:pt x="13591" y="21131"/>
                    <a:pt x="14319" y="21131"/>
                    <a:pt x="15047" y="21131"/>
                  </a:cubicBezTo>
                  <a:cubicBezTo>
                    <a:pt x="15290" y="21131"/>
                    <a:pt x="15533" y="21131"/>
                    <a:pt x="15775" y="21131"/>
                  </a:cubicBezTo>
                  <a:cubicBezTo>
                    <a:pt x="16261" y="20331"/>
                    <a:pt x="16018" y="18731"/>
                    <a:pt x="16261" y="18731"/>
                  </a:cubicBezTo>
                  <a:cubicBezTo>
                    <a:pt x="16503" y="17931"/>
                    <a:pt x="16746" y="18731"/>
                    <a:pt x="16989" y="19531"/>
                  </a:cubicBezTo>
                  <a:cubicBezTo>
                    <a:pt x="17231" y="20331"/>
                    <a:pt x="17960" y="21131"/>
                    <a:pt x="18445" y="21131"/>
                  </a:cubicBezTo>
                  <a:cubicBezTo>
                    <a:pt x="18930" y="21131"/>
                    <a:pt x="19416" y="21131"/>
                    <a:pt x="19901" y="20331"/>
                  </a:cubicBezTo>
                  <a:cubicBezTo>
                    <a:pt x="20387" y="20331"/>
                    <a:pt x="20144" y="18731"/>
                    <a:pt x="20629" y="18731"/>
                  </a:cubicBezTo>
                  <a:cubicBezTo>
                    <a:pt x="20872" y="18731"/>
                    <a:pt x="21115" y="16331"/>
                    <a:pt x="20629" y="17131"/>
                  </a:cubicBezTo>
                  <a:cubicBezTo>
                    <a:pt x="20629" y="17131"/>
                    <a:pt x="20144" y="17131"/>
                    <a:pt x="19901" y="17131"/>
                  </a:cubicBezTo>
                  <a:cubicBezTo>
                    <a:pt x="19901" y="17131"/>
                    <a:pt x="21600" y="13931"/>
                    <a:pt x="20629" y="13131"/>
                  </a:cubicBezTo>
                  <a:cubicBezTo>
                    <a:pt x="20387" y="13131"/>
                    <a:pt x="19901" y="12331"/>
                    <a:pt x="19416" y="12331"/>
                  </a:cubicBezTo>
                  <a:cubicBezTo>
                    <a:pt x="18930" y="12331"/>
                    <a:pt x="19416" y="10731"/>
                    <a:pt x="18930" y="10731"/>
                  </a:cubicBezTo>
                  <a:cubicBezTo>
                    <a:pt x="18202" y="10731"/>
                    <a:pt x="17717" y="10731"/>
                    <a:pt x="16989" y="10731"/>
                  </a:cubicBezTo>
                  <a:cubicBezTo>
                    <a:pt x="16503" y="10731"/>
                    <a:pt x="16261" y="9931"/>
                    <a:pt x="15775" y="10731"/>
                  </a:cubicBezTo>
                  <a:cubicBezTo>
                    <a:pt x="15533" y="10731"/>
                    <a:pt x="13348" y="12331"/>
                    <a:pt x="13348" y="13131"/>
                  </a:cubicBezTo>
                  <a:cubicBezTo>
                    <a:pt x="13348" y="13131"/>
                    <a:pt x="13591" y="13131"/>
                    <a:pt x="13591" y="13931"/>
                  </a:cubicBezTo>
                  <a:cubicBezTo>
                    <a:pt x="13591" y="13931"/>
                    <a:pt x="12863" y="13931"/>
                    <a:pt x="12620" y="13931"/>
                  </a:cubicBezTo>
                  <a:cubicBezTo>
                    <a:pt x="12378" y="13931"/>
                    <a:pt x="12135" y="13131"/>
                    <a:pt x="11892" y="12331"/>
                  </a:cubicBezTo>
                  <a:cubicBezTo>
                    <a:pt x="11649" y="12331"/>
                    <a:pt x="11407" y="13131"/>
                    <a:pt x="11164" y="13131"/>
                  </a:cubicBezTo>
                  <a:cubicBezTo>
                    <a:pt x="10921" y="13131"/>
                    <a:pt x="10436" y="12331"/>
                    <a:pt x="10193" y="12331"/>
                  </a:cubicBezTo>
                  <a:cubicBezTo>
                    <a:pt x="9951" y="12331"/>
                    <a:pt x="10193" y="13931"/>
                    <a:pt x="9951" y="13931"/>
                  </a:cubicBezTo>
                  <a:cubicBezTo>
                    <a:pt x="9708" y="13931"/>
                    <a:pt x="9465" y="12331"/>
                    <a:pt x="9222" y="12331"/>
                  </a:cubicBezTo>
                  <a:cubicBezTo>
                    <a:pt x="8494" y="12331"/>
                    <a:pt x="9465" y="11531"/>
                    <a:pt x="9465" y="10731"/>
                  </a:cubicBezTo>
                  <a:cubicBezTo>
                    <a:pt x="9465" y="9931"/>
                    <a:pt x="8494" y="9131"/>
                    <a:pt x="8252" y="9131"/>
                  </a:cubicBezTo>
                  <a:cubicBezTo>
                    <a:pt x="8252" y="9131"/>
                    <a:pt x="7281" y="9931"/>
                    <a:pt x="7281" y="9931"/>
                  </a:cubicBezTo>
                  <a:cubicBezTo>
                    <a:pt x="7281" y="9131"/>
                    <a:pt x="7766" y="9131"/>
                    <a:pt x="7766" y="9131"/>
                  </a:cubicBezTo>
                  <a:cubicBezTo>
                    <a:pt x="7766" y="8331"/>
                    <a:pt x="6553" y="7531"/>
                    <a:pt x="6796" y="6731"/>
                  </a:cubicBezTo>
                  <a:cubicBezTo>
                    <a:pt x="6796" y="6731"/>
                    <a:pt x="9222" y="7531"/>
                    <a:pt x="9222" y="7531"/>
                  </a:cubicBezTo>
                  <a:cubicBezTo>
                    <a:pt x="9222" y="6731"/>
                    <a:pt x="8252" y="5931"/>
                    <a:pt x="8009" y="5131"/>
                  </a:cubicBezTo>
                  <a:cubicBezTo>
                    <a:pt x="7766" y="5131"/>
                    <a:pt x="7281" y="5131"/>
                    <a:pt x="6796" y="5131"/>
                  </a:cubicBezTo>
                  <a:cubicBezTo>
                    <a:pt x="7038" y="5131"/>
                    <a:pt x="7524" y="5131"/>
                    <a:pt x="7766" y="4331"/>
                  </a:cubicBezTo>
                  <a:cubicBezTo>
                    <a:pt x="7766" y="3531"/>
                    <a:pt x="6553" y="3531"/>
                    <a:pt x="6553" y="3531"/>
                  </a:cubicBezTo>
                  <a:cubicBezTo>
                    <a:pt x="5582" y="3531"/>
                    <a:pt x="5097" y="4331"/>
                    <a:pt x="4126" y="5131"/>
                  </a:cubicBezTo>
                  <a:cubicBezTo>
                    <a:pt x="4126" y="5131"/>
                    <a:pt x="4369" y="5131"/>
                    <a:pt x="4126" y="513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29" name="Shape 5429"/>
            <p:cNvSpPr/>
            <p:nvPr/>
          </p:nvSpPr>
          <p:spPr>
            <a:xfrm>
              <a:off x="3319052" y="261214"/>
              <a:ext cx="542995" cy="337842"/>
            </a:xfrm>
            <a:custGeom>
              <a:avLst/>
              <a:gdLst/>
              <a:ahLst/>
              <a:cxnLst>
                <a:cxn ang="0">
                  <a:pos x="wd2" y="hd2"/>
                </a:cxn>
                <a:cxn ang="5400000">
                  <a:pos x="wd2" y="hd2"/>
                </a:cxn>
                <a:cxn ang="10800000">
                  <a:pos x="wd2" y="hd2"/>
                </a:cxn>
                <a:cxn ang="16200000">
                  <a:pos x="wd2" y="hd2"/>
                </a:cxn>
              </a:cxnLst>
              <a:rect l="0" t="0" r="r" b="b"/>
              <a:pathLst>
                <a:path w="21282" h="21016" fill="norm" stroke="1" extrusionOk="0">
                  <a:moveTo>
                    <a:pt x="21234" y="14011"/>
                  </a:moveTo>
                  <a:cubicBezTo>
                    <a:pt x="21234" y="12843"/>
                    <a:pt x="20502" y="12843"/>
                    <a:pt x="20136" y="12259"/>
                  </a:cubicBezTo>
                  <a:cubicBezTo>
                    <a:pt x="19769" y="11676"/>
                    <a:pt x="19403" y="12843"/>
                    <a:pt x="19037" y="12259"/>
                  </a:cubicBezTo>
                  <a:cubicBezTo>
                    <a:pt x="18305" y="11092"/>
                    <a:pt x="17573" y="12259"/>
                    <a:pt x="16841" y="11676"/>
                  </a:cubicBezTo>
                  <a:cubicBezTo>
                    <a:pt x="16841" y="11676"/>
                    <a:pt x="17573" y="11092"/>
                    <a:pt x="17573" y="10508"/>
                  </a:cubicBezTo>
                  <a:cubicBezTo>
                    <a:pt x="17573" y="10508"/>
                    <a:pt x="16841" y="10508"/>
                    <a:pt x="16841" y="10508"/>
                  </a:cubicBezTo>
                  <a:cubicBezTo>
                    <a:pt x="16841" y="9924"/>
                    <a:pt x="17207" y="9924"/>
                    <a:pt x="17207" y="9341"/>
                  </a:cubicBezTo>
                  <a:cubicBezTo>
                    <a:pt x="17207" y="8757"/>
                    <a:pt x="16108" y="9341"/>
                    <a:pt x="16108" y="8757"/>
                  </a:cubicBezTo>
                  <a:cubicBezTo>
                    <a:pt x="15742" y="8757"/>
                    <a:pt x="16475" y="8173"/>
                    <a:pt x="16475" y="8173"/>
                  </a:cubicBezTo>
                  <a:cubicBezTo>
                    <a:pt x="16841" y="7589"/>
                    <a:pt x="16108" y="7005"/>
                    <a:pt x="16108" y="6422"/>
                  </a:cubicBezTo>
                  <a:cubicBezTo>
                    <a:pt x="15742" y="5838"/>
                    <a:pt x="13912" y="6422"/>
                    <a:pt x="13912" y="6422"/>
                  </a:cubicBezTo>
                  <a:cubicBezTo>
                    <a:pt x="13912" y="7005"/>
                    <a:pt x="15742" y="8173"/>
                    <a:pt x="15742" y="8757"/>
                  </a:cubicBezTo>
                  <a:cubicBezTo>
                    <a:pt x="15376" y="9341"/>
                    <a:pt x="14278" y="8173"/>
                    <a:pt x="13912" y="7589"/>
                  </a:cubicBezTo>
                  <a:cubicBezTo>
                    <a:pt x="13180" y="7005"/>
                    <a:pt x="14278" y="5838"/>
                    <a:pt x="12814" y="5838"/>
                  </a:cubicBezTo>
                  <a:cubicBezTo>
                    <a:pt x="12081" y="5838"/>
                    <a:pt x="10983" y="5838"/>
                    <a:pt x="10617" y="4670"/>
                  </a:cubicBezTo>
                  <a:cubicBezTo>
                    <a:pt x="10251" y="3503"/>
                    <a:pt x="9519" y="1751"/>
                    <a:pt x="8786" y="1168"/>
                  </a:cubicBezTo>
                  <a:cubicBezTo>
                    <a:pt x="7688" y="584"/>
                    <a:pt x="6590" y="0"/>
                    <a:pt x="5858" y="0"/>
                  </a:cubicBezTo>
                  <a:cubicBezTo>
                    <a:pt x="5492" y="0"/>
                    <a:pt x="3661" y="0"/>
                    <a:pt x="4393" y="584"/>
                  </a:cubicBezTo>
                  <a:cubicBezTo>
                    <a:pt x="4759" y="584"/>
                    <a:pt x="6224" y="1168"/>
                    <a:pt x="6224" y="1168"/>
                  </a:cubicBezTo>
                  <a:cubicBezTo>
                    <a:pt x="6224" y="2335"/>
                    <a:pt x="4759" y="1751"/>
                    <a:pt x="4393" y="1751"/>
                  </a:cubicBezTo>
                  <a:cubicBezTo>
                    <a:pt x="4393" y="1751"/>
                    <a:pt x="4759" y="2335"/>
                    <a:pt x="4759" y="2335"/>
                  </a:cubicBezTo>
                  <a:cubicBezTo>
                    <a:pt x="4759" y="2919"/>
                    <a:pt x="2563" y="1168"/>
                    <a:pt x="2197" y="2919"/>
                  </a:cubicBezTo>
                  <a:cubicBezTo>
                    <a:pt x="2197" y="2919"/>
                    <a:pt x="4027" y="4086"/>
                    <a:pt x="4393" y="4086"/>
                  </a:cubicBezTo>
                  <a:cubicBezTo>
                    <a:pt x="3661" y="3503"/>
                    <a:pt x="4027" y="5254"/>
                    <a:pt x="4027" y="5254"/>
                  </a:cubicBezTo>
                  <a:cubicBezTo>
                    <a:pt x="4027" y="5838"/>
                    <a:pt x="1464" y="4086"/>
                    <a:pt x="1098" y="4670"/>
                  </a:cubicBezTo>
                  <a:cubicBezTo>
                    <a:pt x="1098" y="4086"/>
                    <a:pt x="2197" y="4670"/>
                    <a:pt x="2197" y="5254"/>
                  </a:cubicBezTo>
                  <a:cubicBezTo>
                    <a:pt x="2197" y="4670"/>
                    <a:pt x="1464" y="5254"/>
                    <a:pt x="1464" y="5254"/>
                  </a:cubicBezTo>
                  <a:cubicBezTo>
                    <a:pt x="1098" y="5838"/>
                    <a:pt x="1831" y="6422"/>
                    <a:pt x="1831" y="6422"/>
                  </a:cubicBezTo>
                  <a:cubicBezTo>
                    <a:pt x="2197" y="7005"/>
                    <a:pt x="732" y="7005"/>
                    <a:pt x="366" y="7005"/>
                  </a:cubicBezTo>
                  <a:cubicBezTo>
                    <a:pt x="732" y="7005"/>
                    <a:pt x="1464" y="7589"/>
                    <a:pt x="2197" y="8173"/>
                  </a:cubicBezTo>
                  <a:cubicBezTo>
                    <a:pt x="2929" y="8173"/>
                    <a:pt x="3661" y="7589"/>
                    <a:pt x="4393" y="7589"/>
                  </a:cubicBezTo>
                  <a:cubicBezTo>
                    <a:pt x="4393" y="7589"/>
                    <a:pt x="3661" y="8173"/>
                    <a:pt x="3661" y="8173"/>
                  </a:cubicBezTo>
                  <a:cubicBezTo>
                    <a:pt x="3661" y="8757"/>
                    <a:pt x="4027" y="8757"/>
                    <a:pt x="4027" y="8757"/>
                  </a:cubicBezTo>
                  <a:cubicBezTo>
                    <a:pt x="4027" y="9341"/>
                    <a:pt x="0" y="8757"/>
                    <a:pt x="0" y="8757"/>
                  </a:cubicBezTo>
                  <a:cubicBezTo>
                    <a:pt x="0" y="8757"/>
                    <a:pt x="732" y="10508"/>
                    <a:pt x="732" y="10508"/>
                  </a:cubicBezTo>
                  <a:cubicBezTo>
                    <a:pt x="1098" y="11092"/>
                    <a:pt x="2563" y="12259"/>
                    <a:pt x="2563" y="11676"/>
                  </a:cubicBezTo>
                  <a:cubicBezTo>
                    <a:pt x="2563" y="12259"/>
                    <a:pt x="1831" y="11676"/>
                    <a:pt x="2197" y="12843"/>
                  </a:cubicBezTo>
                  <a:cubicBezTo>
                    <a:pt x="2197" y="12843"/>
                    <a:pt x="2563" y="13427"/>
                    <a:pt x="2929" y="13427"/>
                  </a:cubicBezTo>
                  <a:cubicBezTo>
                    <a:pt x="3295" y="14011"/>
                    <a:pt x="3661" y="13427"/>
                    <a:pt x="4027" y="13427"/>
                  </a:cubicBezTo>
                  <a:cubicBezTo>
                    <a:pt x="4393" y="12843"/>
                    <a:pt x="4759" y="14011"/>
                    <a:pt x="5125" y="13427"/>
                  </a:cubicBezTo>
                  <a:cubicBezTo>
                    <a:pt x="6224" y="12843"/>
                    <a:pt x="6956" y="12259"/>
                    <a:pt x="7688" y="12843"/>
                  </a:cubicBezTo>
                  <a:cubicBezTo>
                    <a:pt x="8420" y="13427"/>
                    <a:pt x="8786" y="13427"/>
                    <a:pt x="9519" y="13427"/>
                  </a:cubicBezTo>
                  <a:cubicBezTo>
                    <a:pt x="9153" y="13427"/>
                    <a:pt x="8420" y="13427"/>
                    <a:pt x="7688" y="13427"/>
                  </a:cubicBezTo>
                  <a:cubicBezTo>
                    <a:pt x="8420" y="13427"/>
                    <a:pt x="9885" y="13427"/>
                    <a:pt x="10251" y="14011"/>
                  </a:cubicBezTo>
                  <a:cubicBezTo>
                    <a:pt x="10251" y="14011"/>
                    <a:pt x="8420" y="14595"/>
                    <a:pt x="8420" y="14595"/>
                  </a:cubicBezTo>
                  <a:cubicBezTo>
                    <a:pt x="7688" y="14595"/>
                    <a:pt x="6590" y="14595"/>
                    <a:pt x="5858" y="14595"/>
                  </a:cubicBezTo>
                  <a:cubicBezTo>
                    <a:pt x="5858" y="15178"/>
                    <a:pt x="4393" y="15762"/>
                    <a:pt x="4759" y="15762"/>
                  </a:cubicBezTo>
                  <a:cubicBezTo>
                    <a:pt x="5125" y="16346"/>
                    <a:pt x="5492" y="16346"/>
                    <a:pt x="5858" y="17514"/>
                  </a:cubicBezTo>
                  <a:cubicBezTo>
                    <a:pt x="5858" y="18681"/>
                    <a:pt x="8054" y="17514"/>
                    <a:pt x="8420" y="18681"/>
                  </a:cubicBezTo>
                  <a:cubicBezTo>
                    <a:pt x="8420" y="18681"/>
                    <a:pt x="6956" y="18681"/>
                    <a:pt x="6956" y="19265"/>
                  </a:cubicBezTo>
                  <a:cubicBezTo>
                    <a:pt x="7322" y="19849"/>
                    <a:pt x="9153" y="21016"/>
                    <a:pt x="9519" y="21016"/>
                  </a:cubicBezTo>
                  <a:cubicBezTo>
                    <a:pt x="9519" y="21016"/>
                    <a:pt x="11715" y="21016"/>
                    <a:pt x="11715" y="20432"/>
                  </a:cubicBezTo>
                  <a:cubicBezTo>
                    <a:pt x="11715" y="20432"/>
                    <a:pt x="11349" y="20432"/>
                    <a:pt x="11349" y="20432"/>
                  </a:cubicBezTo>
                  <a:cubicBezTo>
                    <a:pt x="11349" y="19265"/>
                    <a:pt x="12814" y="21016"/>
                    <a:pt x="12447" y="21016"/>
                  </a:cubicBezTo>
                  <a:cubicBezTo>
                    <a:pt x="12814" y="21016"/>
                    <a:pt x="12081" y="19265"/>
                    <a:pt x="12081" y="18681"/>
                  </a:cubicBezTo>
                  <a:cubicBezTo>
                    <a:pt x="12814" y="18097"/>
                    <a:pt x="13546" y="21600"/>
                    <a:pt x="14644" y="20432"/>
                  </a:cubicBezTo>
                  <a:cubicBezTo>
                    <a:pt x="15010" y="19849"/>
                    <a:pt x="14278" y="18681"/>
                    <a:pt x="14644" y="18681"/>
                  </a:cubicBezTo>
                  <a:cubicBezTo>
                    <a:pt x="15010" y="18681"/>
                    <a:pt x="15010" y="19849"/>
                    <a:pt x="15010" y="20432"/>
                  </a:cubicBezTo>
                  <a:cubicBezTo>
                    <a:pt x="15376" y="20432"/>
                    <a:pt x="15742" y="18097"/>
                    <a:pt x="15376" y="18097"/>
                  </a:cubicBezTo>
                  <a:cubicBezTo>
                    <a:pt x="15376" y="17514"/>
                    <a:pt x="15376" y="16930"/>
                    <a:pt x="15010" y="16930"/>
                  </a:cubicBezTo>
                  <a:cubicBezTo>
                    <a:pt x="15010" y="16346"/>
                    <a:pt x="15376" y="15178"/>
                    <a:pt x="15742" y="15762"/>
                  </a:cubicBezTo>
                  <a:cubicBezTo>
                    <a:pt x="16108" y="16346"/>
                    <a:pt x="15742" y="18681"/>
                    <a:pt x="16841" y="17514"/>
                  </a:cubicBezTo>
                  <a:cubicBezTo>
                    <a:pt x="17207" y="16930"/>
                    <a:pt x="18305" y="14595"/>
                    <a:pt x="19037" y="15762"/>
                  </a:cubicBezTo>
                  <a:cubicBezTo>
                    <a:pt x="19403" y="15762"/>
                    <a:pt x="18671" y="16346"/>
                    <a:pt x="18671" y="16346"/>
                  </a:cubicBezTo>
                  <a:cubicBezTo>
                    <a:pt x="18671" y="16346"/>
                    <a:pt x="20502" y="15762"/>
                    <a:pt x="20502" y="15762"/>
                  </a:cubicBezTo>
                  <a:cubicBezTo>
                    <a:pt x="20502" y="15762"/>
                    <a:pt x="19769" y="15762"/>
                    <a:pt x="19769" y="15178"/>
                  </a:cubicBezTo>
                  <a:cubicBezTo>
                    <a:pt x="19769" y="14595"/>
                    <a:pt x="21600" y="14595"/>
                    <a:pt x="21234" y="14011"/>
                  </a:cubicBezTo>
                  <a:cubicBezTo>
                    <a:pt x="21234" y="12843"/>
                    <a:pt x="21234" y="14595"/>
                    <a:pt x="21234" y="1401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0" name="Shape 5430"/>
            <p:cNvSpPr/>
            <p:nvPr/>
          </p:nvSpPr>
          <p:spPr>
            <a:xfrm>
              <a:off x="3542038" y="62345"/>
              <a:ext cx="1434774" cy="735477"/>
            </a:xfrm>
            <a:custGeom>
              <a:avLst/>
              <a:gdLst/>
              <a:ahLst/>
              <a:cxnLst>
                <a:cxn ang="0">
                  <a:pos x="wd2" y="hd2"/>
                </a:cxn>
                <a:cxn ang="5400000">
                  <a:pos x="wd2" y="hd2"/>
                </a:cxn>
                <a:cxn ang="10800000">
                  <a:pos x="wd2" y="hd2"/>
                </a:cxn>
                <a:cxn ang="16200000">
                  <a:pos x="wd2" y="hd2"/>
                </a:cxn>
              </a:cxnLst>
              <a:rect l="0" t="0" r="r" b="b"/>
              <a:pathLst>
                <a:path w="21288" h="20954" fill="norm" stroke="1" extrusionOk="0">
                  <a:moveTo>
                    <a:pt x="3600" y="18252"/>
                  </a:moveTo>
                  <a:cubicBezTo>
                    <a:pt x="3046" y="18252"/>
                    <a:pt x="2354" y="18252"/>
                    <a:pt x="1800" y="18518"/>
                  </a:cubicBezTo>
                  <a:cubicBezTo>
                    <a:pt x="1523" y="18785"/>
                    <a:pt x="1523" y="19585"/>
                    <a:pt x="1662" y="19852"/>
                  </a:cubicBezTo>
                  <a:cubicBezTo>
                    <a:pt x="1800" y="20118"/>
                    <a:pt x="2077" y="20385"/>
                    <a:pt x="2077" y="20118"/>
                  </a:cubicBezTo>
                  <a:cubicBezTo>
                    <a:pt x="2354" y="20118"/>
                    <a:pt x="2215" y="19852"/>
                    <a:pt x="2354" y="19585"/>
                  </a:cubicBezTo>
                  <a:cubicBezTo>
                    <a:pt x="2354" y="19585"/>
                    <a:pt x="2354" y="20385"/>
                    <a:pt x="2354" y="20385"/>
                  </a:cubicBezTo>
                  <a:cubicBezTo>
                    <a:pt x="2631" y="20385"/>
                    <a:pt x="3046" y="20385"/>
                    <a:pt x="3323" y="20385"/>
                  </a:cubicBezTo>
                  <a:cubicBezTo>
                    <a:pt x="3600" y="20385"/>
                    <a:pt x="3600" y="19852"/>
                    <a:pt x="3738" y="19852"/>
                  </a:cubicBezTo>
                  <a:cubicBezTo>
                    <a:pt x="4015" y="19852"/>
                    <a:pt x="3738" y="20385"/>
                    <a:pt x="3738" y="20385"/>
                  </a:cubicBezTo>
                  <a:cubicBezTo>
                    <a:pt x="3738" y="20385"/>
                    <a:pt x="5123" y="20652"/>
                    <a:pt x="5123" y="20385"/>
                  </a:cubicBezTo>
                  <a:cubicBezTo>
                    <a:pt x="5123" y="20385"/>
                    <a:pt x="4846" y="20118"/>
                    <a:pt x="4708" y="19852"/>
                  </a:cubicBezTo>
                  <a:cubicBezTo>
                    <a:pt x="4708" y="19852"/>
                    <a:pt x="5262" y="20118"/>
                    <a:pt x="5123" y="20385"/>
                  </a:cubicBezTo>
                  <a:cubicBezTo>
                    <a:pt x="5262" y="20118"/>
                    <a:pt x="5123" y="19852"/>
                    <a:pt x="5262" y="19852"/>
                  </a:cubicBezTo>
                  <a:cubicBezTo>
                    <a:pt x="5262" y="19852"/>
                    <a:pt x="5538" y="20118"/>
                    <a:pt x="5677" y="20118"/>
                  </a:cubicBezTo>
                  <a:cubicBezTo>
                    <a:pt x="5954" y="20652"/>
                    <a:pt x="5677" y="19852"/>
                    <a:pt x="5815" y="19585"/>
                  </a:cubicBezTo>
                  <a:cubicBezTo>
                    <a:pt x="5815" y="19585"/>
                    <a:pt x="6646" y="20385"/>
                    <a:pt x="6646" y="20118"/>
                  </a:cubicBezTo>
                  <a:cubicBezTo>
                    <a:pt x="6646" y="19852"/>
                    <a:pt x="6369" y="19852"/>
                    <a:pt x="6369" y="19585"/>
                  </a:cubicBezTo>
                  <a:cubicBezTo>
                    <a:pt x="6369" y="19585"/>
                    <a:pt x="7338" y="19852"/>
                    <a:pt x="7338" y="19852"/>
                  </a:cubicBezTo>
                  <a:cubicBezTo>
                    <a:pt x="7892" y="19852"/>
                    <a:pt x="7200" y="20652"/>
                    <a:pt x="7200" y="20918"/>
                  </a:cubicBezTo>
                  <a:cubicBezTo>
                    <a:pt x="7200" y="21185"/>
                    <a:pt x="8862" y="19852"/>
                    <a:pt x="9000" y="19852"/>
                  </a:cubicBezTo>
                  <a:cubicBezTo>
                    <a:pt x="9277" y="19852"/>
                    <a:pt x="9969" y="19052"/>
                    <a:pt x="9415" y="18785"/>
                  </a:cubicBezTo>
                  <a:cubicBezTo>
                    <a:pt x="9138" y="18518"/>
                    <a:pt x="8723" y="19052"/>
                    <a:pt x="8446" y="18785"/>
                  </a:cubicBezTo>
                  <a:cubicBezTo>
                    <a:pt x="8446" y="18785"/>
                    <a:pt x="8723" y="18252"/>
                    <a:pt x="8723" y="18252"/>
                  </a:cubicBezTo>
                  <a:cubicBezTo>
                    <a:pt x="8723" y="17985"/>
                    <a:pt x="8308" y="18252"/>
                    <a:pt x="8169" y="18252"/>
                  </a:cubicBezTo>
                  <a:cubicBezTo>
                    <a:pt x="7892" y="18252"/>
                    <a:pt x="7754" y="17718"/>
                    <a:pt x="7477" y="17718"/>
                  </a:cubicBezTo>
                  <a:cubicBezTo>
                    <a:pt x="7338" y="17985"/>
                    <a:pt x="6923" y="18252"/>
                    <a:pt x="6646" y="17985"/>
                  </a:cubicBezTo>
                  <a:cubicBezTo>
                    <a:pt x="6785" y="17985"/>
                    <a:pt x="6923" y="17985"/>
                    <a:pt x="7062" y="17985"/>
                  </a:cubicBezTo>
                  <a:cubicBezTo>
                    <a:pt x="7200" y="17718"/>
                    <a:pt x="6923" y="17185"/>
                    <a:pt x="6923" y="16918"/>
                  </a:cubicBezTo>
                  <a:cubicBezTo>
                    <a:pt x="6923" y="17452"/>
                    <a:pt x="8169" y="17718"/>
                    <a:pt x="8308" y="17718"/>
                  </a:cubicBezTo>
                  <a:cubicBezTo>
                    <a:pt x="8446" y="17718"/>
                    <a:pt x="8723" y="17718"/>
                    <a:pt x="9000" y="17718"/>
                  </a:cubicBezTo>
                  <a:cubicBezTo>
                    <a:pt x="9277" y="17718"/>
                    <a:pt x="9554" y="16918"/>
                    <a:pt x="9415" y="16652"/>
                  </a:cubicBezTo>
                  <a:cubicBezTo>
                    <a:pt x="9000" y="15852"/>
                    <a:pt x="9831" y="15852"/>
                    <a:pt x="10108" y="15852"/>
                  </a:cubicBezTo>
                  <a:cubicBezTo>
                    <a:pt x="10246" y="15852"/>
                    <a:pt x="10938" y="15852"/>
                    <a:pt x="11077" y="15585"/>
                  </a:cubicBezTo>
                  <a:cubicBezTo>
                    <a:pt x="11077" y="15585"/>
                    <a:pt x="10385" y="15052"/>
                    <a:pt x="10385" y="15052"/>
                  </a:cubicBezTo>
                  <a:cubicBezTo>
                    <a:pt x="10662" y="14785"/>
                    <a:pt x="11215" y="15318"/>
                    <a:pt x="11354" y="14785"/>
                  </a:cubicBezTo>
                  <a:cubicBezTo>
                    <a:pt x="11492" y="14518"/>
                    <a:pt x="10662" y="14252"/>
                    <a:pt x="10523" y="14252"/>
                  </a:cubicBezTo>
                  <a:cubicBezTo>
                    <a:pt x="10662" y="14252"/>
                    <a:pt x="11631" y="13985"/>
                    <a:pt x="11769" y="13718"/>
                  </a:cubicBezTo>
                  <a:cubicBezTo>
                    <a:pt x="12046" y="13452"/>
                    <a:pt x="10662" y="12918"/>
                    <a:pt x="10662" y="13185"/>
                  </a:cubicBezTo>
                  <a:cubicBezTo>
                    <a:pt x="10662" y="12918"/>
                    <a:pt x="10938" y="12918"/>
                    <a:pt x="10938" y="12918"/>
                  </a:cubicBezTo>
                  <a:cubicBezTo>
                    <a:pt x="10938" y="12652"/>
                    <a:pt x="9969" y="12918"/>
                    <a:pt x="9831" y="12918"/>
                  </a:cubicBezTo>
                  <a:cubicBezTo>
                    <a:pt x="9554" y="12918"/>
                    <a:pt x="9415" y="13185"/>
                    <a:pt x="9138" y="13452"/>
                  </a:cubicBezTo>
                  <a:cubicBezTo>
                    <a:pt x="9277" y="13452"/>
                    <a:pt x="9692" y="12652"/>
                    <a:pt x="9415" y="12652"/>
                  </a:cubicBezTo>
                  <a:cubicBezTo>
                    <a:pt x="9415" y="12652"/>
                    <a:pt x="8862" y="12652"/>
                    <a:pt x="8862" y="12385"/>
                  </a:cubicBezTo>
                  <a:cubicBezTo>
                    <a:pt x="8862" y="12385"/>
                    <a:pt x="9831" y="12385"/>
                    <a:pt x="9969" y="12385"/>
                  </a:cubicBezTo>
                  <a:cubicBezTo>
                    <a:pt x="9831" y="12385"/>
                    <a:pt x="9415" y="12118"/>
                    <a:pt x="9415" y="12118"/>
                  </a:cubicBezTo>
                  <a:cubicBezTo>
                    <a:pt x="9554" y="11852"/>
                    <a:pt x="9969" y="12385"/>
                    <a:pt x="10246" y="12118"/>
                  </a:cubicBezTo>
                  <a:cubicBezTo>
                    <a:pt x="10108" y="12118"/>
                    <a:pt x="9554" y="11852"/>
                    <a:pt x="9554" y="11852"/>
                  </a:cubicBezTo>
                  <a:cubicBezTo>
                    <a:pt x="9554" y="11585"/>
                    <a:pt x="10662" y="11852"/>
                    <a:pt x="10800" y="11585"/>
                  </a:cubicBezTo>
                  <a:cubicBezTo>
                    <a:pt x="10800" y="11585"/>
                    <a:pt x="10385" y="11318"/>
                    <a:pt x="10385" y="11318"/>
                  </a:cubicBezTo>
                  <a:cubicBezTo>
                    <a:pt x="10246" y="11318"/>
                    <a:pt x="10662" y="11318"/>
                    <a:pt x="10662" y="11318"/>
                  </a:cubicBezTo>
                  <a:cubicBezTo>
                    <a:pt x="10938" y="11585"/>
                    <a:pt x="11077" y="11852"/>
                    <a:pt x="11354" y="11852"/>
                  </a:cubicBezTo>
                  <a:cubicBezTo>
                    <a:pt x="11631" y="11852"/>
                    <a:pt x="12046" y="11585"/>
                    <a:pt x="12462" y="11318"/>
                  </a:cubicBezTo>
                  <a:cubicBezTo>
                    <a:pt x="13569" y="11052"/>
                    <a:pt x="11769" y="10785"/>
                    <a:pt x="11631" y="10252"/>
                  </a:cubicBezTo>
                  <a:cubicBezTo>
                    <a:pt x="11631" y="9985"/>
                    <a:pt x="12877" y="10252"/>
                    <a:pt x="13015" y="10518"/>
                  </a:cubicBezTo>
                  <a:cubicBezTo>
                    <a:pt x="13292" y="10785"/>
                    <a:pt x="13431" y="10785"/>
                    <a:pt x="13846" y="10518"/>
                  </a:cubicBezTo>
                  <a:cubicBezTo>
                    <a:pt x="13985" y="10518"/>
                    <a:pt x="14677" y="9985"/>
                    <a:pt x="14538" y="9452"/>
                  </a:cubicBezTo>
                  <a:cubicBezTo>
                    <a:pt x="14538" y="9185"/>
                    <a:pt x="13015" y="10518"/>
                    <a:pt x="13431" y="9185"/>
                  </a:cubicBezTo>
                  <a:cubicBezTo>
                    <a:pt x="13292" y="9452"/>
                    <a:pt x="13985" y="9452"/>
                    <a:pt x="13985" y="9452"/>
                  </a:cubicBezTo>
                  <a:cubicBezTo>
                    <a:pt x="14400" y="9452"/>
                    <a:pt x="14677" y="9185"/>
                    <a:pt x="14954" y="9185"/>
                  </a:cubicBezTo>
                  <a:cubicBezTo>
                    <a:pt x="14954" y="8918"/>
                    <a:pt x="14538" y="8118"/>
                    <a:pt x="14538" y="8118"/>
                  </a:cubicBezTo>
                  <a:cubicBezTo>
                    <a:pt x="14677" y="8118"/>
                    <a:pt x="14815" y="8385"/>
                    <a:pt x="14815" y="8652"/>
                  </a:cubicBezTo>
                  <a:cubicBezTo>
                    <a:pt x="14954" y="8918"/>
                    <a:pt x="15231" y="8652"/>
                    <a:pt x="15369" y="8652"/>
                  </a:cubicBezTo>
                  <a:cubicBezTo>
                    <a:pt x="15785" y="8118"/>
                    <a:pt x="16062" y="7585"/>
                    <a:pt x="16477" y="7318"/>
                  </a:cubicBezTo>
                  <a:cubicBezTo>
                    <a:pt x="16754" y="7052"/>
                    <a:pt x="18831" y="5452"/>
                    <a:pt x="18831" y="5185"/>
                  </a:cubicBezTo>
                  <a:cubicBezTo>
                    <a:pt x="18831" y="4918"/>
                    <a:pt x="17031" y="5718"/>
                    <a:pt x="16892" y="5718"/>
                  </a:cubicBezTo>
                  <a:cubicBezTo>
                    <a:pt x="16477" y="5985"/>
                    <a:pt x="16062" y="5985"/>
                    <a:pt x="15508" y="6252"/>
                  </a:cubicBezTo>
                  <a:cubicBezTo>
                    <a:pt x="15508" y="6252"/>
                    <a:pt x="14954" y="6252"/>
                    <a:pt x="14954" y="6252"/>
                  </a:cubicBezTo>
                  <a:cubicBezTo>
                    <a:pt x="14954" y="5985"/>
                    <a:pt x="15785" y="5985"/>
                    <a:pt x="15923" y="5718"/>
                  </a:cubicBezTo>
                  <a:cubicBezTo>
                    <a:pt x="16062" y="5718"/>
                    <a:pt x="17031" y="5452"/>
                    <a:pt x="17031" y="5185"/>
                  </a:cubicBezTo>
                  <a:cubicBezTo>
                    <a:pt x="17031" y="5452"/>
                    <a:pt x="15646" y="4918"/>
                    <a:pt x="15785" y="4652"/>
                  </a:cubicBezTo>
                  <a:cubicBezTo>
                    <a:pt x="15785" y="4652"/>
                    <a:pt x="17446" y="4918"/>
                    <a:pt x="17585" y="4652"/>
                  </a:cubicBezTo>
                  <a:cubicBezTo>
                    <a:pt x="17862" y="4652"/>
                    <a:pt x="18277" y="4385"/>
                    <a:pt x="18554" y="4385"/>
                  </a:cubicBezTo>
                  <a:cubicBezTo>
                    <a:pt x="18692" y="4385"/>
                    <a:pt x="18969" y="4385"/>
                    <a:pt x="19108" y="4385"/>
                  </a:cubicBezTo>
                  <a:cubicBezTo>
                    <a:pt x="19662" y="4118"/>
                    <a:pt x="20215" y="3852"/>
                    <a:pt x="20631" y="3585"/>
                  </a:cubicBezTo>
                  <a:cubicBezTo>
                    <a:pt x="20631" y="3585"/>
                    <a:pt x="21600" y="2518"/>
                    <a:pt x="21185" y="2252"/>
                  </a:cubicBezTo>
                  <a:cubicBezTo>
                    <a:pt x="20908" y="2252"/>
                    <a:pt x="20492" y="2252"/>
                    <a:pt x="20215" y="2252"/>
                  </a:cubicBezTo>
                  <a:cubicBezTo>
                    <a:pt x="20077" y="1985"/>
                    <a:pt x="19800" y="2252"/>
                    <a:pt x="19800" y="1985"/>
                  </a:cubicBezTo>
                  <a:cubicBezTo>
                    <a:pt x="19800" y="1452"/>
                    <a:pt x="19523" y="1452"/>
                    <a:pt x="19523" y="918"/>
                  </a:cubicBezTo>
                  <a:cubicBezTo>
                    <a:pt x="19523" y="918"/>
                    <a:pt x="18969" y="1185"/>
                    <a:pt x="18831" y="1185"/>
                  </a:cubicBezTo>
                  <a:cubicBezTo>
                    <a:pt x="18692" y="918"/>
                    <a:pt x="18554" y="385"/>
                    <a:pt x="18415" y="918"/>
                  </a:cubicBezTo>
                  <a:cubicBezTo>
                    <a:pt x="18415" y="918"/>
                    <a:pt x="17585" y="1185"/>
                    <a:pt x="17446" y="1185"/>
                  </a:cubicBezTo>
                  <a:cubicBezTo>
                    <a:pt x="17169" y="1452"/>
                    <a:pt x="16892" y="1452"/>
                    <a:pt x="16615" y="1452"/>
                  </a:cubicBezTo>
                  <a:cubicBezTo>
                    <a:pt x="16615" y="1452"/>
                    <a:pt x="16062" y="1452"/>
                    <a:pt x="16062" y="1452"/>
                  </a:cubicBezTo>
                  <a:cubicBezTo>
                    <a:pt x="16062" y="1185"/>
                    <a:pt x="16615" y="1185"/>
                    <a:pt x="16754" y="918"/>
                  </a:cubicBezTo>
                  <a:cubicBezTo>
                    <a:pt x="17031" y="918"/>
                    <a:pt x="17308" y="652"/>
                    <a:pt x="17446" y="385"/>
                  </a:cubicBezTo>
                  <a:cubicBezTo>
                    <a:pt x="17169" y="1185"/>
                    <a:pt x="14262" y="-415"/>
                    <a:pt x="14123" y="118"/>
                  </a:cubicBezTo>
                  <a:cubicBezTo>
                    <a:pt x="14123" y="385"/>
                    <a:pt x="14400" y="385"/>
                    <a:pt x="14538" y="652"/>
                  </a:cubicBezTo>
                  <a:cubicBezTo>
                    <a:pt x="14538" y="918"/>
                    <a:pt x="13846" y="118"/>
                    <a:pt x="13846" y="118"/>
                  </a:cubicBezTo>
                  <a:cubicBezTo>
                    <a:pt x="13569" y="-148"/>
                    <a:pt x="13154" y="118"/>
                    <a:pt x="13015" y="118"/>
                  </a:cubicBezTo>
                  <a:cubicBezTo>
                    <a:pt x="12877" y="118"/>
                    <a:pt x="12462" y="118"/>
                    <a:pt x="12600" y="385"/>
                  </a:cubicBezTo>
                  <a:cubicBezTo>
                    <a:pt x="12738" y="652"/>
                    <a:pt x="13015" y="1452"/>
                    <a:pt x="13154" y="1185"/>
                  </a:cubicBezTo>
                  <a:cubicBezTo>
                    <a:pt x="13154" y="1452"/>
                    <a:pt x="12600" y="1185"/>
                    <a:pt x="12600" y="918"/>
                  </a:cubicBezTo>
                  <a:cubicBezTo>
                    <a:pt x="12185" y="918"/>
                    <a:pt x="12046" y="118"/>
                    <a:pt x="11769" y="118"/>
                  </a:cubicBezTo>
                  <a:cubicBezTo>
                    <a:pt x="11215" y="118"/>
                    <a:pt x="10800" y="118"/>
                    <a:pt x="10385" y="118"/>
                  </a:cubicBezTo>
                  <a:cubicBezTo>
                    <a:pt x="9692" y="385"/>
                    <a:pt x="10108" y="652"/>
                    <a:pt x="10523" y="918"/>
                  </a:cubicBezTo>
                  <a:cubicBezTo>
                    <a:pt x="10662" y="1185"/>
                    <a:pt x="10938" y="1452"/>
                    <a:pt x="11077" y="1718"/>
                  </a:cubicBezTo>
                  <a:cubicBezTo>
                    <a:pt x="11077" y="1718"/>
                    <a:pt x="10662" y="2252"/>
                    <a:pt x="10662" y="2252"/>
                  </a:cubicBezTo>
                  <a:cubicBezTo>
                    <a:pt x="10523" y="2252"/>
                    <a:pt x="10800" y="1985"/>
                    <a:pt x="10800" y="1985"/>
                  </a:cubicBezTo>
                  <a:cubicBezTo>
                    <a:pt x="10800" y="1718"/>
                    <a:pt x="9831" y="652"/>
                    <a:pt x="9692" y="652"/>
                  </a:cubicBezTo>
                  <a:cubicBezTo>
                    <a:pt x="9138" y="652"/>
                    <a:pt x="8585" y="385"/>
                    <a:pt x="8031" y="652"/>
                  </a:cubicBezTo>
                  <a:cubicBezTo>
                    <a:pt x="8031" y="652"/>
                    <a:pt x="8308" y="1185"/>
                    <a:pt x="8446" y="1185"/>
                  </a:cubicBezTo>
                  <a:cubicBezTo>
                    <a:pt x="8585" y="1185"/>
                    <a:pt x="8862" y="1452"/>
                    <a:pt x="9138" y="1185"/>
                  </a:cubicBezTo>
                  <a:cubicBezTo>
                    <a:pt x="8862" y="1452"/>
                    <a:pt x="8446" y="1718"/>
                    <a:pt x="8169" y="1452"/>
                  </a:cubicBezTo>
                  <a:cubicBezTo>
                    <a:pt x="8031" y="1452"/>
                    <a:pt x="7062" y="652"/>
                    <a:pt x="7200" y="918"/>
                  </a:cubicBezTo>
                  <a:cubicBezTo>
                    <a:pt x="7200" y="652"/>
                    <a:pt x="7892" y="2252"/>
                    <a:pt x="7338" y="1985"/>
                  </a:cubicBezTo>
                  <a:cubicBezTo>
                    <a:pt x="7200" y="1718"/>
                    <a:pt x="6785" y="1452"/>
                    <a:pt x="6508" y="1718"/>
                  </a:cubicBezTo>
                  <a:cubicBezTo>
                    <a:pt x="6646" y="1718"/>
                    <a:pt x="7062" y="1985"/>
                    <a:pt x="7062" y="1985"/>
                  </a:cubicBezTo>
                  <a:cubicBezTo>
                    <a:pt x="6923" y="2252"/>
                    <a:pt x="6369" y="1718"/>
                    <a:pt x="6369" y="2252"/>
                  </a:cubicBezTo>
                  <a:cubicBezTo>
                    <a:pt x="6369" y="2518"/>
                    <a:pt x="6923" y="2785"/>
                    <a:pt x="7062" y="3052"/>
                  </a:cubicBezTo>
                  <a:cubicBezTo>
                    <a:pt x="7477" y="3052"/>
                    <a:pt x="8446" y="3318"/>
                    <a:pt x="8446" y="4118"/>
                  </a:cubicBezTo>
                  <a:cubicBezTo>
                    <a:pt x="8446" y="3852"/>
                    <a:pt x="7477" y="3585"/>
                    <a:pt x="7200" y="3318"/>
                  </a:cubicBezTo>
                  <a:cubicBezTo>
                    <a:pt x="6923" y="3318"/>
                    <a:pt x="6508" y="2518"/>
                    <a:pt x="6231" y="2785"/>
                  </a:cubicBezTo>
                  <a:cubicBezTo>
                    <a:pt x="6231" y="2785"/>
                    <a:pt x="6646" y="3318"/>
                    <a:pt x="6646" y="3318"/>
                  </a:cubicBezTo>
                  <a:cubicBezTo>
                    <a:pt x="6646" y="3318"/>
                    <a:pt x="6231" y="3585"/>
                    <a:pt x="6231" y="3318"/>
                  </a:cubicBezTo>
                  <a:cubicBezTo>
                    <a:pt x="5954" y="3052"/>
                    <a:pt x="5815" y="2785"/>
                    <a:pt x="5538" y="2518"/>
                  </a:cubicBezTo>
                  <a:cubicBezTo>
                    <a:pt x="5400" y="2252"/>
                    <a:pt x="4292" y="2252"/>
                    <a:pt x="4292" y="2252"/>
                  </a:cubicBezTo>
                  <a:cubicBezTo>
                    <a:pt x="4292" y="2518"/>
                    <a:pt x="4708" y="2518"/>
                    <a:pt x="4292" y="2785"/>
                  </a:cubicBezTo>
                  <a:cubicBezTo>
                    <a:pt x="4154" y="2785"/>
                    <a:pt x="3462" y="3318"/>
                    <a:pt x="3462" y="3318"/>
                  </a:cubicBezTo>
                  <a:cubicBezTo>
                    <a:pt x="3600" y="3318"/>
                    <a:pt x="4015" y="3052"/>
                    <a:pt x="4015" y="3052"/>
                  </a:cubicBezTo>
                  <a:cubicBezTo>
                    <a:pt x="4154" y="3318"/>
                    <a:pt x="4708" y="3852"/>
                    <a:pt x="4708" y="3852"/>
                  </a:cubicBezTo>
                  <a:cubicBezTo>
                    <a:pt x="4708" y="3852"/>
                    <a:pt x="4292" y="3585"/>
                    <a:pt x="4292" y="3852"/>
                  </a:cubicBezTo>
                  <a:cubicBezTo>
                    <a:pt x="4292" y="3852"/>
                    <a:pt x="4431" y="4652"/>
                    <a:pt x="4154" y="4118"/>
                  </a:cubicBezTo>
                  <a:cubicBezTo>
                    <a:pt x="4015" y="3852"/>
                    <a:pt x="3877" y="3318"/>
                    <a:pt x="3600" y="3585"/>
                  </a:cubicBezTo>
                  <a:cubicBezTo>
                    <a:pt x="3462" y="3585"/>
                    <a:pt x="3323" y="4118"/>
                    <a:pt x="3185" y="3852"/>
                  </a:cubicBezTo>
                  <a:cubicBezTo>
                    <a:pt x="3046" y="3585"/>
                    <a:pt x="2908" y="3318"/>
                    <a:pt x="2631" y="3318"/>
                  </a:cubicBezTo>
                  <a:cubicBezTo>
                    <a:pt x="2492" y="3318"/>
                    <a:pt x="2077" y="3585"/>
                    <a:pt x="1938" y="3852"/>
                  </a:cubicBezTo>
                  <a:cubicBezTo>
                    <a:pt x="1662" y="4118"/>
                    <a:pt x="1800" y="4385"/>
                    <a:pt x="1385" y="4118"/>
                  </a:cubicBezTo>
                  <a:cubicBezTo>
                    <a:pt x="1108" y="3852"/>
                    <a:pt x="969" y="4118"/>
                    <a:pt x="692" y="4118"/>
                  </a:cubicBezTo>
                  <a:cubicBezTo>
                    <a:pt x="554" y="4385"/>
                    <a:pt x="0" y="4385"/>
                    <a:pt x="0" y="4652"/>
                  </a:cubicBezTo>
                  <a:cubicBezTo>
                    <a:pt x="0" y="5185"/>
                    <a:pt x="1246" y="4652"/>
                    <a:pt x="1246" y="4918"/>
                  </a:cubicBezTo>
                  <a:cubicBezTo>
                    <a:pt x="1246" y="5185"/>
                    <a:pt x="831" y="5185"/>
                    <a:pt x="692" y="5452"/>
                  </a:cubicBezTo>
                  <a:cubicBezTo>
                    <a:pt x="692" y="5185"/>
                    <a:pt x="1385" y="5185"/>
                    <a:pt x="1523" y="5185"/>
                  </a:cubicBezTo>
                  <a:cubicBezTo>
                    <a:pt x="1662" y="5185"/>
                    <a:pt x="2354" y="5185"/>
                    <a:pt x="2354" y="5185"/>
                  </a:cubicBezTo>
                  <a:cubicBezTo>
                    <a:pt x="2354" y="5185"/>
                    <a:pt x="2077" y="5452"/>
                    <a:pt x="1938" y="5452"/>
                  </a:cubicBezTo>
                  <a:cubicBezTo>
                    <a:pt x="1662" y="5452"/>
                    <a:pt x="1523" y="5452"/>
                    <a:pt x="1246" y="5985"/>
                  </a:cubicBezTo>
                  <a:cubicBezTo>
                    <a:pt x="692" y="6518"/>
                    <a:pt x="1662" y="6518"/>
                    <a:pt x="1800" y="6518"/>
                  </a:cubicBezTo>
                  <a:cubicBezTo>
                    <a:pt x="2354" y="6785"/>
                    <a:pt x="2769" y="6785"/>
                    <a:pt x="3323" y="6518"/>
                  </a:cubicBezTo>
                  <a:cubicBezTo>
                    <a:pt x="3600" y="6252"/>
                    <a:pt x="4292" y="5452"/>
                    <a:pt x="4708" y="5985"/>
                  </a:cubicBezTo>
                  <a:cubicBezTo>
                    <a:pt x="4708" y="5985"/>
                    <a:pt x="4015" y="6518"/>
                    <a:pt x="4015" y="6518"/>
                  </a:cubicBezTo>
                  <a:cubicBezTo>
                    <a:pt x="3738" y="6518"/>
                    <a:pt x="3462" y="6518"/>
                    <a:pt x="3185" y="6785"/>
                  </a:cubicBezTo>
                  <a:cubicBezTo>
                    <a:pt x="3046" y="6785"/>
                    <a:pt x="2769" y="6785"/>
                    <a:pt x="2492" y="6785"/>
                  </a:cubicBezTo>
                  <a:cubicBezTo>
                    <a:pt x="2215" y="7052"/>
                    <a:pt x="1938" y="6785"/>
                    <a:pt x="1662" y="7052"/>
                  </a:cubicBezTo>
                  <a:cubicBezTo>
                    <a:pt x="1800" y="7052"/>
                    <a:pt x="2215" y="7318"/>
                    <a:pt x="2215" y="7318"/>
                  </a:cubicBezTo>
                  <a:cubicBezTo>
                    <a:pt x="2354" y="7585"/>
                    <a:pt x="2492" y="7852"/>
                    <a:pt x="2769" y="7852"/>
                  </a:cubicBezTo>
                  <a:cubicBezTo>
                    <a:pt x="3323" y="7852"/>
                    <a:pt x="3600" y="7052"/>
                    <a:pt x="4154" y="6785"/>
                  </a:cubicBezTo>
                  <a:cubicBezTo>
                    <a:pt x="4292" y="6785"/>
                    <a:pt x="6092" y="6518"/>
                    <a:pt x="6092" y="6252"/>
                  </a:cubicBezTo>
                  <a:cubicBezTo>
                    <a:pt x="6092" y="6518"/>
                    <a:pt x="5262" y="6518"/>
                    <a:pt x="5123" y="6518"/>
                  </a:cubicBezTo>
                  <a:cubicBezTo>
                    <a:pt x="4708" y="6785"/>
                    <a:pt x="4015" y="7052"/>
                    <a:pt x="3600" y="7585"/>
                  </a:cubicBezTo>
                  <a:cubicBezTo>
                    <a:pt x="3185" y="8385"/>
                    <a:pt x="4431" y="8118"/>
                    <a:pt x="4569" y="8118"/>
                  </a:cubicBezTo>
                  <a:cubicBezTo>
                    <a:pt x="4846" y="8118"/>
                    <a:pt x="5123" y="8385"/>
                    <a:pt x="5400" y="7852"/>
                  </a:cubicBezTo>
                  <a:cubicBezTo>
                    <a:pt x="5538" y="7852"/>
                    <a:pt x="5538" y="7585"/>
                    <a:pt x="5538" y="7318"/>
                  </a:cubicBezTo>
                  <a:cubicBezTo>
                    <a:pt x="5677" y="7318"/>
                    <a:pt x="5815" y="7318"/>
                    <a:pt x="5815" y="7585"/>
                  </a:cubicBezTo>
                  <a:cubicBezTo>
                    <a:pt x="5815" y="7585"/>
                    <a:pt x="5815" y="7585"/>
                    <a:pt x="5677" y="7585"/>
                  </a:cubicBezTo>
                  <a:cubicBezTo>
                    <a:pt x="5954" y="7585"/>
                    <a:pt x="6646" y="7052"/>
                    <a:pt x="6923" y="7318"/>
                  </a:cubicBezTo>
                  <a:cubicBezTo>
                    <a:pt x="6785" y="7052"/>
                    <a:pt x="6092" y="8118"/>
                    <a:pt x="5954" y="8118"/>
                  </a:cubicBezTo>
                  <a:cubicBezTo>
                    <a:pt x="6092" y="8385"/>
                    <a:pt x="6923" y="7852"/>
                    <a:pt x="7200" y="7852"/>
                  </a:cubicBezTo>
                  <a:cubicBezTo>
                    <a:pt x="7615" y="7852"/>
                    <a:pt x="8031" y="7585"/>
                    <a:pt x="8446" y="7052"/>
                  </a:cubicBezTo>
                  <a:cubicBezTo>
                    <a:pt x="8585" y="6785"/>
                    <a:pt x="8585" y="6252"/>
                    <a:pt x="8585" y="6252"/>
                  </a:cubicBezTo>
                  <a:cubicBezTo>
                    <a:pt x="8862" y="6252"/>
                    <a:pt x="8862" y="6252"/>
                    <a:pt x="9000" y="5985"/>
                  </a:cubicBezTo>
                  <a:cubicBezTo>
                    <a:pt x="9138" y="5985"/>
                    <a:pt x="10108" y="4918"/>
                    <a:pt x="10108" y="5185"/>
                  </a:cubicBezTo>
                  <a:cubicBezTo>
                    <a:pt x="10108" y="5185"/>
                    <a:pt x="9554" y="5985"/>
                    <a:pt x="9554" y="5985"/>
                  </a:cubicBezTo>
                  <a:cubicBezTo>
                    <a:pt x="9415" y="6252"/>
                    <a:pt x="8862" y="6785"/>
                    <a:pt x="8862" y="7052"/>
                  </a:cubicBezTo>
                  <a:cubicBezTo>
                    <a:pt x="8862" y="7318"/>
                    <a:pt x="10385" y="7052"/>
                    <a:pt x="10385" y="7318"/>
                  </a:cubicBezTo>
                  <a:cubicBezTo>
                    <a:pt x="10385" y="7052"/>
                    <a:pt x="8308" y="8118"/>
                    <a:pt x="8308" y="7852"/>
                  </a:cubicBezTo>
                  <a:cubicBezTo>
                    <a:pt x="8308" y="7852"/>
                    <a:pt x="9554" y="8118"/>
                    <a:pt x="9415" y="8118"/>
                  </a:cubicBezTo>
                  <a:cubicBezTo>
                    <a:pt x="9415" y="8385"/>
                    <a:pt x="8862" y="8385"/>
                    <a:pt x="8723" y="8385"/>
                  </a:cubicBezTo>
                  <a:cubicBezTo>
                    <a:pt x="8446" y="8385"/>
                    <a:pt x="8031" y="8385"/>
                    <a:pt x="7754" y="8652"/>
                  </a:cubicBezTo>
                  <a:cubicBezTo>
                    <a:pt x="7200" y="8652"/>
                    <a:pt x="6646" y="8652"/>
                    <a:pt x="6092" y="8918"/>
                  </a:cubicBezTo>
                  <a:cubicBezTo>
                    <a:pt x="5954" y="8918"/>
                    <a:pt x="5954" y="9185"/>
                    <a:pt x="6231" y="9185"/>
                  </a:cubicBezTo>
                  <a:cubicBezTo>
                    <a:pt x="6369" y="9452"/>
                    <a:pt x="6785" y="9718"/>
                    <a:pt x="6923" y="9985"/>
                  </a:cubicBezTo>
                  <a:cubicBezTo>
                    <a:pt x="7200" y="10518"/>
                    <a:pt x="6923" y="11052"/>
                    <a:pt x="7338" y="11052"/>
                  </a:cubicBezTo>
                  <a:cubicBezTo>
                    <a:pt x="7477" y="10785"/>
                    <a:pt x="7892" y="11052"/>
                    <a:pt x="8031" y="10785"/>
                  </a:cubicBezTo>
                  <a:cubicBezTo>
                    <a:pt x="6785" y="12118"/>
                    <a:pt x="6092" y="9185"/>
                    <a:pt x="5123" y="9185"/>
                  </a:cubicBezTo>
                  <a:cubicBezTo>
                    <a:pt x="4846" y="9185"/>
                    <a:pt x="3600" y="8652"/>
                    <a:pt x="3600" y="9185"/>
                  </a:cubicBezTo>
                  <a:cubicBezTo>
                    <a:pt x="3600" y="9185"/>
                    <a:pt x="3462" y="9718"/>
                    <a:pt x="3462" y="9718"/>
                  </a:cubicBezTo>
                  <a:cubicBezTo>
                    <a:pt x="3600" y="9718"/>
                    <a:pt x="4431" y="9718"/>
                    <a:pt x="4431" y="9985"/>
                  </a:cubicBezTo>
                  <a:cubicBezTo>
                    <a:pt x="4431" y="9985"/>
                    <a:pt x="3600" y="9985"/>
                    <a:pt x="3600" y="10518"/>
                  </a:cubicBezTo>
                  <a:cubicBezTo>
                    <a:pt x="3600" y="10785"/>
                    <a:pt x="4431" y="10785"/>
                    <a:pt x="4708" y="11052"/>
                  </a:cubicBezTo>
                  <a:cubicBezTo>
                    <a:pt x="4846" y="11318"/>
                    <a:pt x="4985" y="11585"/>
                    <a:pt x="5123" y="11852"/>
                  </a:cubicBezTo>
                  <a:cubicBezTo>
                    <a:pt x="5262" y="12385"/>
                    <a:pt x="5538" y="12652"/>
                    <a:pt x="5815" y="12918"/>
                  </a:cubicBezTo>
                  <a:cubicBezTo>
                    <a:pt x="6092" y="13185"/>
                    <a:pt x="6231" y="13185"/>
                    <a:pt x="6508" y="12918"/>
                  </a:cubicBezTo>
                  <a:cubicBezTo>
                    <a:pt x="6646" y="12918"/>
                    <a:pt x="6923" y="12652"/>
                    <a:pt x="7062" y="12918"/>
                  </a:cubicBezTo>
                  <a:cubicBezTo>
                    <a:pt x="7062" y="12918"/>
                    <a:pt x="6923" y="13452"/>
                    <a:pt x="6923" y="13452"/>
                  </a:cubicBezTo>
                  <a:cubicBezTo>
                    <a:pt x="6646" y="13452"/>
                    <a:pt x="6231" y="13185"/>
                    <a:pt x="6092" y="13452"/>
                  </a:cubicBezTo>
                  <a:cubicBezTo>
                    <a:pt x="6092" y="13185"/>
                    <a:pt x="6646" y="13985"/>
                    <a:pt x="6646" y="13985"/>
                  </a:cubicBezTo>
                  <a:cubicBezTo>
                    <a:pt x="6646" y="14252"/>
                    <a:pt x="5954" y="13718"/>
                    <a:pt x="5954" y="13718"/>
                  </a:cubicBezTo>
                  <a:cubicBezTo>
                    <a:pt x="5538" y="13185"/>
                    <a:pt x="5262" y="13185"/>
                    <a:pt x="4846" y="13185"/>
                  </a:cubicBezTo>
                  <a:cubicBezTo>
                    <a:pt x="4569" y="13185"/>
                    <a:pt x="4431" y="13185"/>
                    <a:pt x="4154" y="13452"/>
                  </a:cubicBezTo>
                  <a:cubicBezTo>
                    <a:pt x="3877" y="13718"/>
                    <a:pt x="3738" y="13452"/>
                    <a:pt x="3600" y="13718"/>
                  </a:cubicBezTo>
                  <a:cubicBezTo>
                    <a:pt x="3462" y="13985"/>
                    <a:pt x="3462" y="14252"/>
                    <a:pt x="3185" y="14252"/>
                  </a:cubicBezTo>
                  <a:cubicBezTo>
                    <a:pt x="3046" y="14518"/>
                    <a:pt x="2908" y="15318"/>
                    <a:pt x="3185" y="15318"/>
                  </a:cubicBezTo>
                  <a:cubicBezTo>
                    <a:pt x="3462" y="15318"/>
                    <a:pt x="3738" y="15052"/>
                    <a:pt x="3738" y="15318"/>
                  </a:cubicBezTo>
                  <a:cubicBezTo>
                    <a:pt x="3877" y="15852"/>
                    <a:pt x="4431" y="15585"/>
                    <a:pt x="4431" y="15318"/>
                  </a:cubicBezTo>
                  <a:cubicBezTo>
                    <a:pt x="4569" y="15318"/>
                    <a:pt x="4846" y="14518"/>
                    <a:pt x="4846" y="14252"/>
                  </a:cubicBezTo>
                  <a:cubicBezTo>
                    <a:pt x="4846" y="14518"/>
                    <a:pt x="4846" y="14518"/>
                    <a:pt x="4846" y="14785"/>
                  </a:cubicBezTo>
                  <a:cubicBezTo>
                    <a:pt x="4846" y="14785"/>
                    <a:pt x="4985" y="14785"/>
                    <a:pt x="4985" y="14785"/>
                  </a:cubicBezTo>
                  <a:cubicBezTo>
                    <a:pt x="4985" y="14785"/>
                    <a:pt x="4846" y="15052"/>
                    <a:pt x="4846" y="15318"/>
                  </a:cubicBezTo>
                  <a:cubicBezTo>
                    <a:pt x="4846" y="15318"/>
                    <a:pt x="4846" y="15318"/>
                    <a:pt x="4985" y="15318"/>
                  </a:cubicBezTo>
                  <a:cubicBezTo>
                    <a:pt x="4985" y="15318"/>
                    <a:pt x="4569" y="15585"/>
                    <a:pt x="4708" y="15585"/>
                  </a:cubicBezTo>
                  <a:cubicBezTo>
                    <a:pt x="4708" y="15585"/>
                    <a:pt x="4708" y="15585"/>
                    <a:pt x="4708" y="15585"/>
                  </a:cubicBezTo>
                  <a:cubicBezTo>
                    <a:pt x="4708" y="15852"/>
                    <a:pt x="4292" y="15585"/>
                    <a:pt x="4154" y="15852"/>
                  </a:cubicBezTo>
                  <a:cubicBezTo>
                    <a:pt x="4292" y="15852"/>
                    <a:pt x="4846" y="15852"/>
                    <a:pt x="4985" y="16118"/>
                  </a:cubicBezTo>
                  <a:cubicBezTo>
                    <a:pt x="4985" y="16118"/>
                    <a:pt x="4292" y="16918"/>
                    <a:pt x="4431" y="16918"/>
                  </a:cubicBezTo>
                  <a:cubicBezTo>
                    <a:pt x="4431" y="17185"/>
                    <a:pt x="5123" y="16918"/>
                    <a:pt x="5123" y="16918"/>
                  </a:cubicBezTo>
                  <a:cubicBezTo>
                    <a:pt x="5123" y="16918"/>
                    <a:pt x="4985" y="16918"/>
                    <a:pt x="4985" y="16918"/>
                  </a:cubicBezTo>
                  <a:cubicBezTo>
                    <a:pt x="4985" y="17185"/>
                    <a:pt x="5677" y="16918"/>
                    <a:pt x="5815" y="16652"/>
                  </a:cubicBezTo>
                  <a:cubicBezTo>
                    <a:pt x="5815" y="16652"/>
                    <a:pt x="6369" y="15318"/>
                    <a:pt x="6508" y="15585"/>
                  </a:cubicBezTo>
                  <a:cubicBezTo>
                    <a:pt x="6646" y="15852"/>
                    <a:pt x="5538" y="17452"/>
                    <a:pt x="5262" y="17718"/>
                  </a:cubicBezTo>
                  <a:cubicBezTo>
                    <a:pt x="4846" y="17718"/>
                    <a:pt x="4569" y="17718"/>
                    <a:pt x="4154" y="17185"/>
                  </a:cubicBezTo>
                  <a:cubicBezTo>
                    <a:pt x="3877" y="16918"/>
                    <a:pt x="3877" y="16385"/>
                    <a:pt x="3600" y="16385"/>
                  </a:cubicBezTo>
                  <a:cubicBezTo>
                    <a:pt x="3323" y="16118"/>
                    <a:pt x="3046" y="16118"/>
                    <a:pt x="2769" y="16118"/>
                  </a:cubicBezTo>
                  <a:cubicBezTo>
                    <a:pt x="2354" y="16118"/>
                    <a:pt x="2354" y="16385"/>
                    <a:pt x="2631" y="16918"/>
                  </a:cubicBezTo>
                  <a:cubicBezTo>
                    <a:pt x="2769" y="17185"/>
                    <a:pt x="2769" y="17452"/>
                    <a:pt x="3046" y="17452"/>
                  </a:cubicBezTo>
                  <a:cubicBezTo>
                    <a:pt x="3462" y="17452"/>
                    <a:pt x="3046" y="17452"/>
                    <a:pt x="3046" y="17718"/>
                  </a:cubicBezTo>
                  <a:cubicBezTo>
                    <a:pt x="3046" y="17718"/>
                    <a:pt x="3600" y="18252"/>
                    <a:pt x="3600" y="1825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1" name="Shape 5431"/>
            <p:cNvSpPr/>
            <p:nvPr/>
          </p:nvSpPr>
          <p:spPr>
            <a:xfrm>
              <a:off x="4223747" y="475155"/>
              <a:ext cx="123973" cy="34107"/>
            </a:xfrm>
            <a:custGeom>
              <a:avLst/>
              <a:gdLst/>
              <a:ahLst/>
              <a:cxnLst>
                <a:cxn ang="0">
                  <a:pos x="wd2" y="hd2"/>
                </a:cxn>
                <a:cxn ang="5400000">
                  <a:pos x="wd2" y="hd2"/>
                </a:cxn>
                <a:cxn ang="10800000">
                  <a:pos x="wd2" y="hd2"/>
                </a:cxn>
                <a:cxn ang="16200000">
                  <a:pos x="wd2" y="hd2"/>
                </a:cxn>
              </a:cxnLst>
              <a:rect l="0" t="0" r="r" b="b"/>
              <a:pathLst>
                <a:path w="20503" h="15417" fill="norm" stroke="1" extrusionOk="0">
                  <a:moveTo>
                    <a:pt x="20057" y="14170"/>
                  </a:moveTo>
                  <a:cubicBezTo>
                    <a:pt x="18514" y="9850"/>
                    <a:pt x="20057" y="9850"/>
                    <a:pt x="16971" y="5530"/>
                  </a:cubicBezTo>
                  <a:cubicBezTo>
                    <a:pt x="15429" y="5530"/>
                    <a:pt x="13886" y="5530"/>
                    <a:pt x="12343" y="5530"/>
                  </a:cubicBezTo>
                  <a:cubicBezTo>
                    <a:pt x="10800" y="5530"/>
                    <a:pt x="3086" y="-3110"/>
                    <a:pt x="1543" y="1210"/>
                  </a:cubicBezTo>
                  <a:cubicBezTo>
                    <a:pt x="1543" y="1210"/>
                    <a:pt x="4629" y="5530"/>
                    <a:pt x="3086" y="5530"/>
                  </a:cubicBezTo>
                  <a:cubicBezTo>
                    <a:pt x="3086" y="9850"/>
                    <a:pt x="0" y="14170"/>
                    <a:pt x="0" y="9850"/>
                  </a:cubicBezTo>
                  <a:cubicBezTo>
                    <a:pt x="0" y="14170"/>
                    <a:pt x="3086" y="9850"/>
                    <a:pt x="4629" y="9850"/>
                  </a:cubicBezTo>
                  <a:cubicBezTo>
                    <a:pt x="6171" y="9850"/>
                    <a:pt x="9257" y="14170"/>
                    <a:pt x="12343" y="14170"/>
                  </a:cubicBezTo>
                  <a:cubicBezTo>
                    <a:pt x="13886" y="14170"/>
                    <a:pt x="20057" y="14170"/>
                    <a:pt x="20057" y="14170"/>
                  </a:cubicBezTo>
                  <a:cubicBezTo>
                    <a:pt x="18514" y="9850"/>
                    <a:pt x="21600" y="18490"/>
                    <a:pt x="20057" y="1417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2" name="Shape 5432"/>
            <p:cNvSpPr/>
            <p:nvPr/>
          </p:nvSpPr>
          <p:spPr>
            <a:xfrm>
              <a:off x="3873660" y="506499"/>
              <a:ext cx="33881" cy="12233"/>
            </a:xfrm>
            <a:custGeom>
              <a:avLst/>
              <a:gdLst/>
              <a:ahLst/>
              <a:cxnLst>
                <a:cxn ang="0">
                  <a:pos x="wd2" y="hd2"/>
                </a:cxn>
                <a:cxn ang="5400000">
                  <a:pos x="wd2" y="hd2"/>
                </a:cxn>
                <a:cxn ang="10800000">
                  <a:pos x="wd2" y="hd2"/>
                </a:cxn>
                <a:cxn ang="16200000">
                  <a:pos x="wd2" y="hd2"/>
                </a:cxn>
              </a:cxnLst>
              <a:rect l="0" t="0" r="r" b="b"/>
              <a:pathLst>
                <a:path w="13513" h="13824" fill="norm" stroke="1" extrusionOk="0">
                  <a:moveTo>
                    <a:pt x="12788" y="10800"/>
                  </a:moveTo>
                  <a:cubicBezTo>
                    <a:pt x="9188" y="21600"/>
                    <a:pt x="-5212" y="0"/>
                    <a:pt x="1988" y="0"/>
                  </a:cubicBezTo>
                  <a:cubicBezTo>
                    <a:pt x="5588" y="0"/>
                    <a:pt x="16388" y="10800"/>
                    <a:pt x="12788"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3" name="Shape 5433"/>
            <p:cNvSpPr/>
            <p:nvPr/>
          </p:nvSpPr>
          <p:spPr>
            <a:xfrm>
              <a:off x="4109904" y="803267"/>
              <a:ext cx="33881" cy="14910"/>
            </a:xfrm>
            <a:custGeom>
              <a:avLst/>
              <a:gdLst/>
              <a:ahLst/>
              <a:cxnLst>
                <a:cxn ang="0">
                  <a:pos x="wd2" y="hd2"/>
                </a:cxn>
                <a:cxn ang="5400000">
                  <a:pos x="wd2" y="hd2"/>
                </a:cxn>
                <a:cxn ang="10800000">
                  <a:pos x="wd2" y="hd2"/>
                </a:cxn>
                <a:cxn ang="16200000">
                  <a:pos x="wd2" y="hd2"/>
                </a:cxn>
              </a:cxnLst>
              <a:rect l="0" t="0" r="r" b="b"/>
              <a:pathLst>
                <a:path w="13513" h="11232" fill="norm" stroke="1" extrusionOk="0">
                  <a:moveTo>
                    <a:pt x="11525" y="2016"/>
                  </a:moveTo>
                  <a:cubicBezTo>
                    <a:pt x="7925" y="-5184"/>
                    <a:pt x="-2875" y="9216"/>
                    <a:pt x="725" y="9216"/>
                  </a:cubicBezTo>
                  <a:cubicBezTo>
                    <a:pt x="4325" y="16416"/>
                    <a:pt x="18725" y="2016"/>
                    <a:pt x="11525" y="201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4" name="Shape 5434"/>
            <p:cNvSpPr/>
            <p:nvPr/>
          </p:nvSpPr>
          <p:spPr>
            <a:xfrm>
              <a:off x="934338" y="2104111"/>
              <a:ext cx="32128" cy="30205"/>
            </a:xfrm>
            <a:custGeom>
              <a:avLst/>
              <a:gdLst/>
              <a:ahLst/>
              <a:cxnLst>
                <a:cxn ang="0">
                  <a:pos x="wd2" y="hd2"/>
                </a:cxn>
                <a:cxn ang="5400000">
                  <a:pos x="wd2" y="hd2"/>
                </a:cxn>
                <a:cxn ang="10800000">
                  <a:pos x="wd2" y="hd2"/>
                </a:cxn>
                <a:cxn ang="16200000">
                  <a:pos x="wd2" y="hd2"/>
                </a:cxn>
              </a:cxnLst>
              <a:rect l="0" t="0" r="r" b="b"/>
              <a:pathLst>
                <a:path w="14523" h="17067" fill="norm" stroke="1" extrusionOk="0">
                  <a:moveTo>
                    <a:pt x="13829" y="867"/>
                  </a:moveTo>
                  <a:cubicBezTo>
                    <a:pt x="9509" y="-4533"/>
                    <a:pt x="-3451" y="17067"/>
                    <a:pt x="869" y="17067"/>
                  </a:cubicBezTo>
                  <a:cubicBezTo>
                    <a:pt x="869" y="17067"/>
                    <a:pt x="18149" y="867"/>
                    <a:pt x="13829" y="8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5" name="Shape 5435"/>
            <p:cNvSpPr/>
            <p:nvPr/>
          </p:nvSpPr>
          <p:spPr>
            <a:xfrm>
              <a:off x="993603" y="2086530"/>
              <a:ext cx="9559" cy="95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21600"/>
                    <a:pt x="21600" y="21600"/>
                    <a:pt x="21600" y="21600"/>
                  </a:cubicBezTo>
                  <a:cubicBezTo>
                    <a:pt x="21600" y="0"/>
                    <a:pt x="0" y="0"/>
                    <a:pt x="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6" name="Shape 5436"/>
            <p:cNvSpPr/>
            <p:nvPr/>
          </p:nvSpPr>
          <p:spPr>
            <a:xfrm>
              <a:off x="48776" y="2100866"/>
              <a:ext cx="42113" cy="29478"/>
            </a:xfrm>
            <a:custGeom>
              <a:avLst/>
              <a:gdLst/>
              <a:ahLst/>
              <a:cxnLst>
                <a:cxn ang="0">
                  <a:pos x="wd2" y="hd2"/>
                </a:cxn>
                <a:cxn ang="5400000">
                  <a:pos x="wd2" y="hd2"/>
                </a:cxn>
                <a:cxn ang="10800000">
                  <a:pos x="wd2" y="hd2"/>
                </a:cxn>
                <a:cxn ang="16200000">
                  <a:pos x="wd2" y="hd2"/>
                </a:cxn>
              </a:cxnLst>
              <a:rect l="0" t="0" r="r" b="b"/>
              <a:pathLst>
                <a:path w="14277" h="11104" fill="norm" stroke="1" extrusionOk="0">
                  <a:moveTo>
                    <a:pt x="12834" y="5400"/>
                  </a:moveTo>
                  <a:cubicBezTo>
                    <a:pt x="19005" y="-1800"/>
                    <a:pt x="3576" y="-1800"/>
                    <a:pt x="491" y="5400"/>
                  </a:cubicBezTo>
                  <a:cubicBezTo>
                    <a:pt x="-2595" y="9000"/>
                    <a:pt x="9748" y="16200"/>
                    <a:pt x="12834" y="5400"/>
                  </a:cubicBezTo>
                  <a:cubicBezTo>
                    <a:pt x="15919" y="1800"/>
                    <a:pt x="6662" y="19800"/>
                    <a:pt x="12834" y="5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7" name="Shape 5437"/>
            <p:cNvSpPr/>
            <p:nvPr/>
          </p:nvSpPr>
          <p:spPr>
            <a:xfrm>
              <a:off x="13786750" y="5418611"/>
              <a:ext cx="19115" cy="4249"/>
            </a:xfrm>
            <a:custGeom>
              <a:avLst/>
              <a:gdLst/>
              <a:ahLst/>
              <a:cxnLst>
                <a:cxn ang="0">
                  <a:pos x="wd2" y="hd2"/>
                </a:cxn>
                <a:cxn ang="5400000">
                  <a:pos x="wd2" y="hd2"/>
                </a:cxn>
                <a:cxn ang="10800000">
                  <a:pos x="wd2" y="hd2"/>
                </a:cxn>
                <a:cxn ang="16200000">
                  <a:pos x="wd2" y="hd2"/>
                </a:cxn>
              </a:cxnLst>
              <a:rect l="0" t="0" r="r" b="b"/>
              <a:pathLst>
                <a:path w="21600" h="9600" fill="norm" stroke="1" extrusionOk="0">
                  <a:moveTo>
                    <a:pt x="21600" y="0"/>
                  </a:moveTo>
                  <a:cubicBezTo>
                    <a:pt x="21600" y="21600"/>
                    <a:pt x="0" y="0"/>
                    <a:pt x="0" y="0"/>
                  </a:cubicBezTo>
                  <a:cubicBezTo>
                    <a:pt x="10800" y="0"/>
                    <a:pt x="21600" y="0"/>
                    <a:pt x="216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8" name="Shape 5438"/>
            <p:cNvSpPr/>
            <p:nvPr/>
          </p:nvSpPr>
          <p:spPr>
            <a:xfrm>
              <a:off x="13665702" y="5399497"/>
              <a:ext cx="19114" cy="13516"/>
            </a:xfrm>
            <a:custGeom>
              <a:avLst/>
              <a:gdLst/>
              <a:ahLst/>
              <a:cxnLst>
                <a:cxn ang="0">
                  <a:pos x="wd2" y="hd2"/>
                </a:cxn>
                <a:cxn ang="5400000">
                  <a:pos x="wd2" y="hd2"/>
                </a:cxn>
                <a:cxn ang="10800000">
                  <a:pos x="wd2" y="hd2"/>
                </a:cxn>
                <a:cxn ang="16200000">
                  <a:pos x="wd2" y="hd2"/>
                </a:cxn>
              </a:cxnLst>
              <a:rect l="0" t="0" r="r" b="b"/>
              <a:pathLst>
                <a:path w="21600" h="15274" fill="norm" stroke="1" extrusionOk="0">
                  <a:moveTo>
                    <a:pt x="21600" y="0"/>
                  </a:moveTo>
                  <a:cubicBezTo>
                    <a:pt x="21600" y="10800"/>
                    <a:pt x="0" y="21600"/>
                    <a:pt x="0" y="10800"/>
                  </a:cubicBezTo>
                  <a:cubicBezTo>
                    <a:pt x="0" y="0"/>
                    <a:pt x="21600" y="0"/>
                    <a:pt x="216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39" name="Shape 5439"/>
            <p:cNvSpPr/>
            <p:nvPr/>
          </p:nvSpPr>
          <p:spPr>
            <a:xfrm>
              <a:off x="14094403" y="7073617"/>
              <a:ext cx="47294" cy="26179"/>
            </a:xfrm>
            <a:custGeom>
              <a:avLst/>
              <a:gdLst/>
              <a:ahLst/>
              <a:cxnLst>
                <a:cxn ang="0">
                  <a:pos x="wd2" y="hd2"/>
                </a:cxn>
                <a:cxn ang="5400000">
                  <a:pos x="wd2" y="hd2"/>
                </a:cxn>
                <a:cxn ang="10800000">
                  <a:pos x="wd2" y="hd2"/>
                </a:cxn>
                <a:cxn ang="16200000">
                  <a:pos x="wd2" y="hd2"/>
                </a:cxn>
              </a:cxnLst>
              <a:rect l="0" t="0" r="r" b="b"/>
              <a:pathLst>
                <a:path w="16034" h="11833" fill="norm" stroke="1" extrusionOk="0">
                  <a:moveTo>
                    <a:pt x="15731" y="4988"/>
                  </a:moveTo>
                  <a:cubicBezTo>
                    <a:pt x="18817" y="-3652"/>
                    <a:pt x="-2783" y="668"/>
                    <a:pt x="303" y="4988"/>
                  </a:cubicBezTo>
                  <a:cubicBezTo>
                    <a:pt x="303" y="9308"/>
                    <a:pt x="12646" y="17948"/>
                    <a:pt x="15731" y="498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0" name="Shape 5440"/>
            <p:cNvSpPr/>
            <p:nvPr/>
          </p:nvSpPr>
          <p:spPr>
            <a:xfrm>
              <a:off x="8573620" y="1476511"/>
              <a:ext cx="6351" cy="6351"/>
            </a:xfrm>
            <a:prstGeom prst="rect">
              <a:avLst/>
            </a:pr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1" name="Shape 5441"/>
            <p:cNvSpPr/>
            <p:nvPr/>
          </p:nvSpPr>
          <p:spPr>
            <a:xfrm>
              <a:off x="5380097" y="6785212"/>
              <a:ext cx="81732" cy="77715"/>
            </a:xfrm>
            <a:custGeom>
              <a:avLst/>
              <a:gdLst/>
              <a:ahLst/>
              <a:cxnLst>
                <a:cxn ang="0">
                  <a:pos x="wd2" y="hd2"/>
                </a:cxn>
                <a:cxn ang="5400000">
                  <a:pos x="wd2" y="hd2"/>
                </a:cxn>
                <a:cxn ang="10800000">
                  <a:pos x="wd2" y="hd2"/>
                </a:cxn>
                <a:cxn ang="16200000">
                  <a:pos x="wd2" y="hd2"/>
                </a:cxn>
              </a:cxnLst>
              <a:rect l="0" t="0" r="r" b="b"/>
              <a:pathLst>
                <a:path w="18473" h="20267" fill="norm" stroke="1" extrusionOk="0">
                  <a:moveTo>
                    <a:pt x="8640" y="9600"/>
                  </a:moveTo>
                  <a:cubicBezTo>
                    <a:pt x="8640" y="12000"/>
                    <a:pt x="2160" y="16800"/>
                    <a:pt x="0" y="19200"/>
                  </a:cubicBezTo>
                  <a:cubicBezTo>
                    <a:pt x="0" y="21600"/>
                    <a:pt x="4320" y="19200"/>
                    <a:pt x="4320" y="19200"/>
                  </a:cubicBezTo>
                  <a:cubicBezTo>
                    <a:pt x="6480" y="16800"/>
                    <a:pt x="8640" y="14400"/>
                    <a:pt x="10800" y="12000"/>
                  </a:cubicBezTo>
                  <a:cubicBezTo>
                    <a:pt x="12960" y="9600"/>
                    <a:pt x="21600" y="0"/>
                    <a:pt x="17280" y="0"/>
                  </a:cubicBezTo>
                  <a:cubicBezTo>
                    <a:pt x="15120" y="0"/>
                    <a:pt x="8640" y="7200"/>
                    <a:pt x="8640" y="9600"/>
                  </a:cubicBezTo>
                  <a:cubicBezTo>
                    <a:pt x="8640" y="12000"/>
                    <a:pt x="8640" y="7200"/>
                    <a:pt x="8640" y="9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2" name="Shape 5442"/>
            <p:cNvSpPr/>
            <p:nvPr/>
          </p:nvSpPr>
          <p:spPr>
            <a:xfrm>
              <a:off x="3952040" y="3013526"/>
              <a:ext cx="58276" cy="16129"/>
            </a:xfrm>
            <a:custGeom>
              <a:avLst/>
              <a:gdLst/>
              <a:ahLst/>
              <a:cxnLst>
                <a:cxn ang="0">
                  <a:pos x="wd2" y="hd2"/>
                </a:cxn>
                <a:cxn ang="5400000">
                  <a:pos x="wd2" y="hd2"/>
                </a:cxn>
                <a:cxn ang="10800000">
                  <a:pos x="wd2" y="hd2"/>
                </a:cxn>
                <a:cxn ang="16200000">
                  <a:pos x="wd2" y="hd2"/>
                </a:cxn>
              </a:cxnLst>
              <a:rect l="0" t="0" r="r" b="b"/>
              <a:pathLst>
                <a:path w="18816" h="12150" fill="norm" stroke="1" extrusionOk="0">
                  <a:moveTo>
                    <a:pt x="18816" y="7200"/>
                  </a:moveTo>
                  <a:cubicBezTo>
                    <a:pt x="18816" y="0"/>
                    <a:pt x="-2784" y="0"/>
                    <a:pt x="302" y="0"/>
                  </a:cubicBezTo>
                  <a:cubicBezTo>
                    <a:pt x="3387" y="0"/>
                    <a:pt x="15730" y="21600"/>
                    <a:pt x="18816" y="7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3" name="Shape 5443"/>
            <p:cNvSpPr/>
            <p:nvPr/>
          </p:nvSpPr>
          <p:spPr>
            <a:xfrm>
              <a:off x="4606009" y="8046685"/>
              <a:ext cx="168836" cy="149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18900"/>
                  </a:moveTo>
                  <a:cubicBezTo>
                    <a:pt x="15600" y="18900"/>
                    <a:pt x="13200" y="14850"/>
                    <a:pt x="9600" y="12150"/>
                  </a:cubicBezTo>
                  <a:cubicBezTo>
                    <a:pt x="8400" y="9450"/>
                    <a:pt x="6000" y="8100"/>
                    <a:pt x="4800" y="6750"/>
                  </a:cubicBezTo>
                  <a:cubicBezTo>
                    <a:pt x="3600" y="6750"/>
                    <a:pt x="1200" y="5400"/>
                    <a:pt x="1200" y="4050"/>
                  </a:cubicBezTo>
                  <a:cubicBezTo>
                    <a:pt x="1200" y="4050"/>
                    <a:pt x="2400" y="4050"/>
                    <a:pt x="2400" y="2700"/>
                  </a:cubicBezTo>
                  <a:cubicBezTo>
                    <a:pt x="3600" y="2700"/>
                    <a:pt x="1200" y="0"/>
                    <a:pt x="0" y="0"/>
                  </a:cubicBezTo>
                  <a:cubicBezTo>
                    <a:pt x="0" y="6750"/>
                    <a:pt x="0" y="13500"/>
                    <a:pt x="0" y="18900"/>
                  </a:cubicBezTo>
                  <a:cubicBezTo>
                    <a:pt x="0" y="20250"/>
                    <a:pt x="7200" y="20250"/>
                    <a:pt x="8400" y="20250"/>
                  </a:cubicBezTo>
                  <a:cubicBezTo>
                    <a:pt x="9600" y="20250"/>
                    <a:pt x="10800" y="20250"/>
                    <a:pt x="12000" y="21600"/>
                  </a:cubicBezTo>
                  <a:cubicBezTo>
                    <a:pt x="14400" y="21600"/>
                    <a:pt x="14400" y="21600"/>
                    <a:pt x="15600" y="20250"/>
                  </a:cubicBezTo>
                  <a:cubicBezTo>
                    <a:pt x="16800" y="20250"/>
                    <a:pt x="21600" y="20250"/>
                    <a:pt x="21600" y="18900"/>
                  </a:cubicBezTo>
                  <a:cubicBezTo>
                    <a:pt x="21600" y="18900"/>
                    <a:pt x="21600" y="17550"/>
                    <a:pt x="20400" y="189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4" name="Shape 5444"/>
            <p:cNvSpPr/>
            <p:nvPr/>
          </p:nvSpPr>
          <p:spPr>
            <a:xfrm>
              <a:off x="4427621" y="8034428"/>
              <a:ext cx="280330" cy="209765"/>
            </a:xfrm>
            <a:custGeom>
              <a:avLst/>
              <a:gdLst/>
              <a:ahLst/>
              <a:cxnLst>
                <a:cxn ang="0">
                  <a:pos x="wd2" y="hd2"/>
                </a:cxn>
                <a:cxn ang="5400000">
                  <a:pos x="wd2" y="hd2"/>
                </a:cxn>
                <a:cxn ang="10800000">
                  <a:pos x="wd2" y="hd2"/>
                </a:cxn>
                <a:cxn ang="16200000">
                  <a:pos x="wd2" y="hd2"/>
                </a:cxn>
              </a:cxnLst>
              <a:rect l="0" t="0" r="r" b="b"/>
              <a:pathLst>
                <a:path w="21600" h="20917" fill="norm" stroke="1" extrusionOk="0">
                  <a:moveTo>
                    <a:pt x="13680" y="15282"/>
                  </a:moveTo>
                  <a:cubicBezTo>
                    <a:pt x="13680" y="11526"/>
                    <a:pt x="13680" y="8708"/>
                    <a:pt x="13680" y="5891"/>
                  </a:cubicBezTo>
                  <a:cubicBezTo>
                    <a:pt x="13680" y="4952"/>
                    <a:pt x="13680" y="3074"/>
                    <a:pt x="13680" y="2134"/>
                  </a:cubicBezTo>
                  <a:cubicBezTo>
                    <a:pt x="13680" y="1195"/>
                    <a:pt x="11520" y="-683"/>
                    <a:pt x="10800" y="256"/>
                  </a:cubicBezTo>
                  <a:cubicBezTo>
                    <a:pt x="10080" y="1195"/>
                    <a:pt x="8640" y="256"/>
                    <a:pt x="8640" y="2134"/>
                  </a:cubicBezTo>
                  <a:cubicBezTo>
                    <a:pt x="7920" y="4013"/>
                    <a:pt x="6480" y="5891"/>
                    <a:pt x="9360" y="4952"/>
                  </a:cubicBezTo>
                  <a:cubicBezTo>
                    <a:pt x="9360" y="4952"/>
                    <a:pt x="10800" y="4952"/>
                    <a:pt x="10800" y="4952"/>
                  </a:cubicBezTo>
                  <a:cubicBezTo>
                    <a:pt x="11520" y="4952"/>
                    <a:pt x="10080" y="6830"/>
                    <a:pt x="10080" y="6830"/>
                  </a:cubicBezTo>
                  <a:cubicBezTo>
                    <a:pt x="9360" y="6830"/>
                    <a:pt x="7920" y="8708"/>
                    <a:pt x="9360" y="9647"/>
                  </a:cubicBezTo>
                  <a:cubicBezTo>
                    <a:pt x="9360" y="10587"/>
                    <a:pt x="11520" y="10587"/>
                    <a:pt x="11520" y="11526"/>
                  </a:cubicBezTo>
                  <a:cubicBezTo>
                    <a:pt x="11520" y="11526"/>
                    <a:pt x="8640" y="11526"/>
                    <a:pt x="8640" y="11526"/>
                  </a:cubicBezTo>
                  <a:cubicBezTo>
                    <a:pt x="7920" y="11526"/>
                    <a:pt x="6480" y="10587"/>
                    <a:pt x="6480" y="10587"/>
                  </a:cubicBezTo>
                  <a:cubicBezTo>
                    <a:pt x="6480" y="10587"/>
                    <a:pt x="7200" y="11526"/>
                    <a:pt x="7200" y="10587"/>
                  </a:cubicBezTo>
                  <a:cubicBezTo>
                    <a:pt x="7200" y="9647"/>
                    <a:pt x="7920" y="8708"/>
                    <a:pt x="7200" y="7769"/>
                  </a:cubicBezTo>
                  <a:cubicBezTo>
                    <a:pt x="7200" y="7769"/>
                    <a:pt x="5760" y="9647"/>
                    <a:pt x="5760" y="9647"/>
                  </a:cubicBezTo>
                  <a:cubicBezTo>
                    <a:pt x="5040" y="10587"/>
                    <a:pt x="4320" y="9647"/>
                    <a:pt x="3600" y="9647"/>
                  </a:cubicBezTo>
                  <a:cubicBezTo>
                    <a:pt x="2880" y="9647"/>
                    <a:pt x="0" y="8708"/>
                    <a:pt x="0" y="10587"/>
                  </a:cubicBezTo>
                  <a:cubicBezTo>
                    <a:pt x="0" y="11526"/>
                    <a:pt x="1440" y="10587"/>
                    <a:pt x="1440" y="10587"/>
                  </a:cubicBezTo>
                  <a:cubicBezTo>
                    <a:pt x="2160" y="9647"/>
                    <a:pt x="1440" y="10587"/>
                    <a:pt x="2160" y="10587"/>
                  </a:cubicBezTo>
                  <a:cubicBezTo>
                    <a:pt x="2880" y="11526"/>
                    <a:pt x="2880" y="9647"/>
                    <a:pt x="3600" y="10587"/>
                  </a:cubicBezTo>
                  <a:cubicBezTo>
                    <a:pt x="3600" y="10587"/>
                    <a:pt x="4320" y="11526"/>
                    <a:pt x="4320" y="11526"/>
                  </a:cubicBezTo>
                  <a:cubicBezTo>
                    <a:pt x="4320" y="11526"/>
                    <a:pt x="1440" y="12465"/>
                    <a:pt x="2880" y="13404"/>
                  </a:cubicBezTo>
                  <a:cubicBezTo>
                    <a:pt x="3600" y="14343"/>
                    <a:pt x="4320" y="12465"/>
                    <a:pt x="4320" y="13404"/>
                  </a:cubicBezTo>
                  <a:cubicBezTo>
                    <a:pt x="5040" y="13404"/>
                    <a:pt x="5760" y="14343"/>
                    <a:pt x="5760" y="14343"/>
                  </a:cubicBezTo>
                  <a:cubicBezTo>
                    <a:pt x="5760" y="14343"/>
                    <a:pt x="5760" y="14343"/>
                    <a:pt x="5040" y="14343"/>
                  </a:cubicBezTo>
                  <a:cubicBezTo>
                    <a:pt x="5040" y="15282"/>
                    <a:pt x="6480" y="15282"/>
                    <a:pt x="7200" y="15282"/>
                  </a:cubicBezTo>
                  <a:cubicBezTo>
                    <a:pt x="7920" y="15282"/>
                    <a:pt x="7920" y="13404"/>
                    <a:pt x="8640" y="15282"/>
                  </a:cubicBezTo>
                  <a:cubicBezTo>
                    <a:pt x="8640" y="15282"/>
                    <a:pt x="11520" y="19978"/>
                    <a:pt x="12240" y="19039"/>
                  </a:cubicBezTo>
                  <a:cubicBezTo>
                    <a:pt x="12240" y="19039"/>
                    <a:pt x="11520" y="18100"/>
                    <a:pt x="11520" y="18100"/>
                  </a:cubicBezTo>
                  <a:cubicBezTo>
                    <a:pt x="11520" y="17160"/>
                    <a:pt x="15840" y="20917"/>
                    <a:pt x="16560" y="20917"/>
                  </a:cubicBezTo>
                  <a:cubicBezTo>
                    <a:pt x="16560" y="19978"/>
                    <a:pt x="13680" y="17160"/>
                    <a:pt x="13680" y="16221"/>
                  </a:cubicBezTo>
                  <a:cubicBezTo>
                    <a:pt x="14400" y="16221"/>
                    <a:pt x="17280" y="17160"/>
                    <a:pt x="17280" y="17160"/>
                  </a:cubicBezTo>
                  <a:cubicBezTo>
                    <a:pt x="18720" y="17160"/>
                    <a:pt x="20160" y="17160"/>
                    <a:pt x="21600" y="16221"/>
                  </a:cubicBezTo>
                  <a:cubicBezTo>
                    <a:pt x="19440" y="14343"/>
                    <a:pt x="16560" y="15282"/>
                    <a:pt x="13680" y="1528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5" name="Shape 5445"/>
            <p:cNvSpPr/>
            <p:nvPr/>
          </p:nvSpPr>
          <p:spPr>
            <a:xfrm>
              <a:off x="4398921" y="4781501"/>
              <a:ext cx="637236" cy="506676"/>
            </a:xfrm>
            <a:custGeom>
              <a:avLst/>
              <a:gdLst/>
              <a:ahLst/>
              <a:cxnLst>
                <a:cxn ang="0">
                  <a:pos x="wd2" y="hd2"/>
                </a:cxn>
                <a:cxn ang="5400000">
                  <a:pos x="wd2" y="hd2"/>
                </a:cxn>
                <a:cxn ang="10800000">
                  <a:pos x="wd2" y="hd2"/>
                </a:cxn>
                <a:cxn ang="16200000">
                  <a:pos x="wd2" y="hd2"/>
                </a:cxn>
              </a:cxnLst>
              <a:rect l="0" t="0" r="r" b="b"/>
              <a:pathLst>
                <a:path w="19376" h="21207" fill="norm" stroke="1" extrusionOk="0">
                  <a:moveTo>
                    <a:pt x="17422" y="10996"/>
                  </a:moveTo>
                  <a:cubicBezTo>
                    <a:pt x="17422" y="10211"/>
                    <a:pt x="17422" y="9818"/>
                    <a:pt x="18275" y="9425"/>
                  </a:cubicBezTo>
                  <a:cubicBezTo>
                    <a:pt x="18275" y="9033"/>
                    <a:pt x="18843" y="9033"/>
                    <a:pt x="18559" y="8640"/>
                  </a:cubicBezTo>
                  <a:cubicBezTo>
                    <a:pt x="18275" y="8247"/>
                    <a:pt x="17991" y="7462"/>
                    <a:pt x="18559" y="7069"/>
                  </a:cubicBezTo>
                  <a:cubicBezTo>
                    <a:pt x="21117" y="5498"/>
                    <a:pt x="16854" y="5891"/>
                    <a:pt x="16854" y="5891"/>
                  </a:cubicBezTo>
                  <a:cubicBezTo>
                    <a:pt x="16854" y="5498"/>
                    <a:pt x="17138" y="5498"/>
                    <a:pt x="17422" y="5498"/>
                  </a:cubicBezTo>
                  <a:cubicBezTo>
                    <a:pt x="17706" y="5498"/>
                    <a:pt x="17706" y="4713"/>
                    <a:pt x="17706" y="4320"/>
                  </a:cubicBezTo>
                  <a:cubicBezTo>
                    <a:pt x="17706" y="3927"/>
                    <a:pt x="16570" y="3142"/>
                    <a:pt x="16570" y="3535"/>
                  </a:cubicBezTo>
                  <a:cubicBezTo>
                    <a:pt x="16570" y="3927"/>
                    <a:pt x="16285" y="3142"/>
                    <a:pt x="16285" y="3142"/>
                  </a:cubicBezTo>
                  <a:cubicBezTo>
                    <a:pt x="16001" y="3142"/>
                    <a:pt x="16001" y="3927"/>
                    <a:pt x="15717" y="3535"/>
                  </a:cubicBezTo>
                  <a:cubicBezTo>
                    <a:pt x="15717" y="3535"/>
                    <a:pt x="15717" y="3142"/>
                    <a:pt x="15717" y="2749"/>
                  </a:cubicBezTo>
                  <a:cubicBezTo>
                    <a:pt x="15433" y="2356"/>
                    <a:pt x="15149" y="3142"/>
                    <a:pt x="14864" y="3142"/>
                  </a:cubicBezTo>
                  <a:cubicBezTo>
                    <a:pt x="14864" y="3142"/>
                    <a:pt x="14864" y="2356"/>
                    <a:pt x="14864" y="2356"/>
                  </a:cubicBezTo>
                  <a:cubicBezTo>
                    <a:pt x="14864" y="1571"/>
                    <a:pt x="15717" y="1964"/>
                    <a:pt x="16001" y="1964"/>
                  </a:cubicBezTo>
                  <a:cubicBezTo>
                    <a:pt x="16285" y="1571"/>
                    <a:pt x="15149" y="1571"/>
                    <a:pt x="15149" y="1571"/>
                  </a:cubicBezTo>
                  <a:cubicBezTo>
                    <a:pt x="14580" y="1571"/>
                    <a:pt x="14012" y="1178"/>
                    <a:pt x="13443" y="1571"/>
                  </a:cubicBezTo>
                  <a:cubicBezTo>
                    <a:pt x="12875" y="1964"/>
                    <a:pt x="12591" y="3142"/>
                    <a:pt x="12022" y="2749"/>
                  </a:cubicBezTo>
                  <a:cubicBezTo>
                    <a:pt x="11170" y="2749"/>
                    <a:pt x="10885" y="2749"/>
                    <a:pt x="10317" y="1964"/>
                  </a:cubicBezTo>
                  <a:cubicBezTo>
                    <a:pt x="9749" y="1178"/>
                    <a:pt x="8612" y="1964"/>
                    <a:pt x="7759" y="1964"/>
                  </a:cubicBezTo>
                  <a:cubicBezTo>
                    <a:pt x="7191" y="1964"/>
                    <a:pt x="7191" y="1571"/>
                    <a:pt x="6906" y="785"/>
                  </a:cubicBezTo>
                  <a:cubicBezTo>
                    <a:pt x="6622" y="0"/>
                    <a:pt x="6054" y="0"/>
                    <a:pt x="5201" y="0"/>
                  </a:cubicBezTo>
                  <a:cubicBezTo>
                    <a:pt x="4917" y="0"/>
                    <a:pt x="2643" y="393"/>
                    <a:pt x="2643" y="1571"/>
                  </a:cubicBezTo>
                  <a:cubicBezTo>
                    <a:pt x="2643" y="2749"/>
                    <a:pt x="3780" y="3142"/>
                    <a:pt x="3212" y="4713"/>
                  </a:cubicBezTo>
                  <a:cubicBezTo>
                    <a:pt x="2643" y="5498"/>
                    <a:pt x="1506" y="3927"/>
                    <a:pt x="1791" y="3142"/>
                  </a:cubicBezTo>
                  <a:cubicBezTo>
                    <a:pt x="1791" y="2749"/>
                    <a:pt x="2359" y="2356"/>
                    <a:pt x="2359" y="1964"/>
                  </a:cubicBezTo>
                  <a:cubicBezTo>
                    <a:pt x="2643" y="1178"/>
                    <a:pt x="1791" y="785"/>
                    <a:pt x="1791" y="393"/>
                  </a:cubicBezTo>
                  <a:cubicBezTo>
                    <a:pt x="938" y="1178"/>
                    <a:pt x="654" y="1571"/>
                    <a:pt x="654" y="2749"/>
                  </a:cubicBezTo>
                  <a:cubicBezTo>
                    <a:pt x="370" y="3142"/>
                    <a:pt x="-483" y="4713"/>
                    <a:pt x="370" y="4713"/>
                  </a:cubicBezTo>
                  <a:cubicBezTo>
                    <a:pt x="370" y="4713"/>
                    <a:pt x="654" y="4713"/>
                    <a:pt x="938" y="5105"/>
                  </a:cubicBezTo>
                  <a:cubicBezTo>
                    <a:pt x="938" y="5498"/>
                    <a:pt x="1222" y="5891"/>
                    <a:pt x="1506" y="6284"/>
                  </a:cubicBezTo>
                  <a:cubicBezTo>
                    <a:pt x="2075" y="7069"/>
                    <a:pt x="938" y="8640"/>
                    <a:pt x="2359" y="9033"/>
                  </a:cubicBezTo>
                  <a:cubicBezTo>
                    <a:pt x="2359" y="9033"/>
                    <a:pt x="2928" y="9033"/>
                    <a:pt x="3212" y="9033"/>
                  </a:cubicBezTo>
                  <a:cubicBezTo>
                    <a:pt x="3496" y="9033"/>
                    <a:pt x="3496" y="8640"/>
                    <a:pt x="3780" y="8640"/>
                  </a:cubicBezTo>
                  <a:cubicBezTo>
                    <a:pt x="4633" y="8640"/>
                    <a:pt x="4917" y="9818"/>
                    <a:pt x="5485" y="10604"/>
                  </a:cubicBezTo>
                  <a:cubicBezTo>
                    <a:pt x="5485" y="10604"/>
                    <a:pt x="5770" y="10996"/>
                    <a:pt x="6054" y="10604"/>
                  </a:cubicBezTo>
                  <a:cubicBezTo>
                    <a:pt x="6054" y="10211"/>
                    <a:pt x="6338" y="10604"/>
                    <a:pt x="6906" y="10604"/>
                  </a:cubicBezTo>
                  <a:cubicBezTo>
                    <a:pt x="7475" y="10996"/>
                    <a:pt x="8896" y="9818"/>
                    <a:pt x="8328" y="11389"/>
                  </a:cubicBezTo>
                  <a:cubicBezTo>
                    <a:pt x="7759" y="12567"/>
                    <a:pt x="7759" y="13745"/>
                    <a:pt x="8328" y="14924"/>
                  </a:cubicBezTo>
                  <a:cubicBezTo>
                    <a:pt x="8328" y="15316"/>
                    <a:pt x="8612" y="15709"/>
                    <a:pt x="8612" y="16102"/>
                  </a:cubicBezTo>
                  <a:cubicBezTo>
                    <a:pt x="8612" y="16495"/>
                    <a:pt x="7759" y="16887"/>
                    <a:pt x="8043" y="17280"/>
                  </a:cubicBezTo>
                  <a:cubicBezTo>
                    <a:pt x="8896" y="18458"/>
                    <a:pt x="9180" y="21600"/>
                    <a:pt x="10885" y="20815"/>
                  </a:cubicBezTo>
                  <a:cubicBezTo>
                    <a:pt x="11170" y="20815"/>
                    <a:pt x="11170" y="21207"/>
                    <a:pt x="11454" y="21207"/>
                  </a:cubicBezTo>
                  <a:cubicBezTo>
                    <a:pt x="11738" y="21207"/>
                    <a:pt x="12022" y="20815"/>
                    <a:pt x="12306" y="20422"/>
                  </a:cubicBezTo>
                  <a:cubicBezTo>
                    <a:pt x="12875" y="20029"/>
                    <a:pt x="13159" y="19244"/>
                    <a:pt x="14012" y="18458"/>
                  </a:cubicBezTo>
                  <a:cubicBezTo>
                    <a:pt x="14580" y="18065"/>
                    <a:pt x="13443" y="18065"/>
                    <a:pt x="13443" y="17280"/>
                  </a:cubicBezTo>
                  <a:cubicBezTo>
                    <a:pt x="13443" y="16887"/>
                    <a:pt x="13159" y="16495"/>
                    <a:pt x="13159" y="16102"/>
                  </a:cubicBezTo>
                  <a:cubicBezTo>
                    <a:pt x="13159" y="15709"/>
                    <a:pt x="12306" y="15316"/>
                    <a:pt x="12306" y="14924"/>
                  </a:cubicBezTo>
                  <a:cubicBezTo>
                    <a:pt x="12306" y="14531"/>
                    <a:pt x="14012" y="14924"/>
                    <a:pt x="14296" y="14924"/>
                  </a:cubicBezTo>
                  <a:cubicBezTo>
                    <a:pt x="14864" y="14924"/>
                    <a:pt x="14580" y="15316"/>
                    <a:pt x="14864" y="15709"/>
                  </a:cubicBezTo>
                  <a:cubicBezTo>
                    <a:pt x="15149" y="15709"/>
                    <a:pt x="15149" y="14924"/>
                    <a:pt x="15433" y="14924"/>
                  </a:cubicBezTo>
                  <a:cubicBezTo>
                    <a:pt x="15717" y="14531"/>
                    <a:pt x="16570" y="14531"/>
                    <a:pt x="17138" y="14138"/>
                  </a:cubicBezTo>
                  <a:cubicBezTo>
                    <a:pt x="17422" y="13745"/>
                    <a:pt x="17991" y="13353"/>
                    <a:pt x="18559" y="12960"/>
                  </a:cubicBezTo>
                  <a:cubicBezTo>
                    <a:pt x="18275" y="12175"/>
                    <a:pt x="17422" y="11782"/>
                    <a:pt x="17422" y="1099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6" name="Shape 5446"/>
            <p:cNvSpPr/>
            <p:nvPr/>
          </p:nvSpPr>
          <p:spPr>
            <a:xfrm>
              <a:off x="4966924" y="4921667"/>
              <a:ext cx="228411" cy="341133"/>
            </a:xfrm>
            <a:custGeom>
              <a:avLst/>
              <a:gdLst/>
              <a:ahLst/>
              <a:cxnLst>
                <a:cxn ang="0">
                  <a:pos x="wd2" y="hd2"/>
                </a:cxn>
                <a:cxn ang="5400000">
                  <a:pos x="wd2" y="hd2"/>
                </a:cxn>
                <a:cxn ang="10800000">
                  <a:pos x="wd2" y="hd2"/>
                </a:cxn>
                <a:cxn ang="16200000">
                  <a:pos x="wd2" y="hd2"/>
                </a:cxn>
              </a:cxnLst>
              <a:rect l="0" t="0" r="r" b="b"/>
              <a:pathLst>
                <a:path w="20379" h="20653" fill="norm" stroke="1" extrusionOk="0">
                  <a:moveTo>
                    <a:pt x="17056" y="16484"/>
                  </a:moveTo>
                  <a:cubicBezTo>
                    <a:pt x="17056" y="15916"/>
                    <a:pt x="12902" y="12505"/>
                    <a:pt x="13733" y="11937"/>
                  </a:cubicBezTo>
                  <a:cubicBezTo>
                    <a:pt x="14564" y="11368"/>
                    <a:pt x="13733" y="10800"/>
                    <a:pt x="15394" y="10232"/>
                  </a:cubicBezTo>
                  <a:cubicBezTo>
                    <a:pt x="17887" y="10232"/>
                    <a:pt x="17056" y="9095"/>
                    <a:pt x="17056" y="8526"/>
                  </a:cubicBezTo>
                  <a:cubicBezTo>
                    <a:pt x="17056" y="7958"/>
                    <a:pt x="17056" y="7389"/>
                    <a:pt x="17056" y="7389"/>
                  </a:cubicBezTo>
                  <a:cubicBezTo>
                    <a:pt x="17056" y="6821"/>
                    <a:pt x="16225" y="6821"/>
                    <a:pt x="15394" y="6253"/>
                  </a:cubicBezTo>
                  <a:cubicBezTo>
                    <a:pt x="14564" y="5116"/>
                    <a:pt x="12071" y="5116"/>
                    <a:pt x="12071" y="3979"/>
                  </a:cubicBezTo>
                  <a:cubicBezTo>
                    <a:pt x="11241" y="2274"/>
                    <a:pt x="7917" y="568"/>
                    <a:pt x="6256" y="0"/>
                  </a:cubicBezTo>
                  <a:cubicBezTo>
                    <a:pt x="6256" y="1705"/>
                    <a:pt x="2102" y="1705"/>
                    <a:pt x="2933" y="2842"/>
                  </a:cubicBezTo>
                  <a:cubicBezTo>
                    <a:pt x="2933" y="3411"/>
                    <a:pt x="4594" y="3979"/>
                    <a:pt x="3764" y="4547"/>
                  </a:cubicBezTo>
                  <a:cubicBezTo>
                    <a:pt x="2933" y="4547"/>
                    <a:pt x="1271" y="5116"/>
                    <a:pt x="1271" y="5684"/>
                  </a:cubicBezTo>
                  <a:cubicBezTo>
                    <a:pt x="-1221" y="6253"/>
                    <a:pt x="441" y="7958"/>
                    <a:pt x="2102" y="9095"/>
                  </a:cubicBezTo>
                  <a:cubicBezTo>
                    <a:pt x="2933" y="9663"/>
                    <a:pt x="2933" y="10232"/>
                    <a:pt x="4594" y="10232"/>
                  </a:cubicBezTo>
                  <a:cubicBezTo>
                    <a:pt x="5425" y="10232"/>
                    <a:pt x="4594" y="10800"/>
                    <a:pt x="5425" y="11368"/>
                  </a:cubicBezTo>
                  <a:cubicBezTo>
                    <a:pt x="7087" y="13074"/>
                    <a:pt x="6256" y="13642"/>
                    <a:pt x="5425" y="15347"/>
                  </a:cubicBezTo>
                  <a:cubicBezTo>
                    <a:pt x="5425" y="17053"/>
                    <a:pt x="7087" y="18758"/>
                    <a:pt x="7917" y="19895"/>
                  </a:cubicBezTo>
                  <a:cubicBezTo>
                    <a:pt x="10410" y="21600"/>
                    <a:pt x="11241" y="19895"/>
                    <a:pt x="12902" y="19895"/>
                  </a:cubicBezTo>
                  <a:cubicBezTo>
                    <a:pt x="14564" y="19895"/>
                    <a:pt x="15394" y="19326"/>
                    <a:pt x="16225" y="19326"/>
                  </a:cubicBezTo>
                  <a:cubicBezTo>
                    <a:pt x="17887" y="18758"/>
                    <a:pt x="18717" y="18758"/>
                    <a:pt x="20379" y="19326"/>
                  </a:cubicBezTo>
                  <a:cubicBezTo>
                    <a:pt x="19548" y="18189"/>
                    <a:pt x="18717" y="17053"/>
                    <a:pt x="17056" y="16484"/>
                  </a:cubicBezTo>
                  <a:cubicBezTo>
                    <a:pt x="16225" y="15347"/>
                    <a:pt x="17887" y="16484"/>
                    <a:pt x="17056" y="1648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7" name="Shape 5447"/>
            <p:cNvSpPr/>
            <p:nvPr/>
          </p:nvSpPr>
          <p:spPr>
            <a:xfrm>
              <a:off x="5116235" y="5033160"/>
              <a:ext cx="200152" cy="208710"/>
            </a:xfrm>
            <a:custGeom>
              <a:avLst/>
              <a:gdLst/>
              <a:ahLst/>
              <a:cxnLst>
                <a:cxn ang="0">
                  <a:pos x="wd2" y="hd2"/>
                </a:cxn>
                <a:cxn ang="5400000">
                  <a:pos x="wd2" y="hd2"/>
                </a:cxn>
                <a:cxn ang="10800000">
                  <a:pos x="wd2" y="hd2"/>
                </a:cxn>
                <a:cxn ang="16200000">
                  <a:pos x="wd2" y="hd2"/>
                </a:cxn>
              </a:cxnLst>
              <a:rect l="0" t="0" r="r" b="b"/>
              <a:pathLst>
                <a:path w="20879" h="20812" fill="norm" stroke="1" extrusionOk="0">
                  <a:moveTo>
                    <a:pt x="17934" y="6574"/>
                  </a:moveTo>
                  <a:cubicBezTo>
                    <a:pt x="17934" y="4696"/>
                    <a:pt x="19897" y="2817"/>
                    <a:pt x="20879" y="1878"/>
                  </a:cubicBezTo>
                  <a:cubicBezTo>
                    <a:pt x="17934" y="939"/>
                    <a:pt x="13024" y="0"/>
                    <a:pt x="11061" y="1878"/>
                  </a:cubicBezTo>
                  <a:cubicBezTo>
                    <a:pt x="9097" y="2817"/>
                    <a:pt x="8115" y="939"/>
                    <a:pt x="8115" y="0"/>
                  </a:cubicBezTo>
                  <a:cubicBezTo>
                    <a:pt x="7134" y="0"/>
                    <a:pt x="6152" y="1878"/>
                    <a:pt x="4188" y="939"/>
                  </a:cubicBezTo>
                  <a:cubicBezTo>
                    <a:pt x="4188" y="1878"/>
                    <a:pt x="6152" y="5635"/>
                    <a:pt x="3206" y="5635"/>
                  </a:cubicBezTo>
                  <a:cubicBezTo>
                    <a:pt x="1243" y="6574"/>
                    <a:pt x="-721" y="7513"/>
                    <a:pt x="261" y="9391"/>
                  </a:cubicBezTo>
                  <a:cubicBezTo>
                    <a:pt x="1243" y="11270"/>
                    <a:pt x="2224" y="12209"/>
                    <a:pt x="3206" y="14087"/>
                  </a:cubicBezTo>
                  <a:cubicBezTo>
                    <a:pt x="4188" y="15965"/>
                    <a:pt x="6152" y="17843"/>
                    <a:pt x="8115" y="20661"/>
                  </a:cubicBezTo>
                  <a:cubicBezTo>
                    <a:pt x="11061" y="21600"/>
                    <a:pt x="9097" y="17843"/>
                    <a:pt x="11061" y="17843"/>
                  </a:cubicBezTo>
                  <a:cubicBezTo>
                    <a:pt x="13024" y="17843"/>
                    <a:pt x="14006" y="17843"/>
                    <a:pt x="14988" y="16904"/>
                  </a:cubicBezTo>
                  <a:cubicBezTo>
                    <a:pt x="15970" y="16904"/>
                    <a:pt x="15970" y="18783"/>
                    <a:pt x="17934" y="17843"/>
                  </a:cubicBezTo>
                  <a:cubicBezTo>
                    <a:pt x="18915" y="15965"/>
                    <a:pt x="19897" y="15026"/>
                    <a:pt x="18915" y="13148"/>
                  </a:cubicBezTo>
                  <a:cubicBezTo>
                    <a:pt x="18915" y="11270"/>
                    <a:pt x="17934" y="8452"/>
                    <a:pt x="17934" y="657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8" name="Shape 5448"/>
            <p:cNvSpPr/>
            <p:nvPr/>
          </p:nvSpPr>
          <p:spPr>
            <a:xfrm>
              <a:off x="5278161" y="5060176"/>
              <a:ext cx="149723" cy="155728"/>
            </a:xfrm>
            <a:custGeom>
              <a:avLst/>
              <a:gdLst/>
              <a:ahLst/>
              <a:cxnLst>
                <a:cxn ang="0">
                  <a:pos x="wd2" y="hd2"/>
                </a:cxn>
                <a:cxn ang="5400000">
                  <a:pos x="wd2" y="hd2"/>
                </a:cxn>
                <a:cxn ang="10800000">
                  <a:pos x="wd2" y="hd2"/>
                </a:cxn>
                <a:cxn ang="16200000">
                  <a:pos x="wd2" y="hd2"/>
                </a:cxn>
              </a:cxnLst>
              <a:rect l="0" t="0" r="r" b="b"/>
              <a:pathLst>
                <a:path w="21600" h="19923" fill="norm" stroke="1" extrusionOk="0">
                  <a:moveTo>
                    <a:pt x="16200" y="4989"/>
                  </a:moveTo>
                  <a:cubicBezTo>
                    <a:pt x="13500" y="2589"/>
                    <a:pt x="10800" y="189"/>
                    <a:pt x="6750" y="189"/>
                  </a:cubicBezTo>
                  <a:cubicBezTo>
                    <a:pt x="4050" y="-1011"/>
                    <a:pt x="0" y="3789"/>
                    <a:pt x="1350" y="6189"/>
                  </a:cubicBezTo>
                  <a:cubicBezTo>
                    <a:pt x="1350" y="8589"/>
                    <a:pt x="2700" y="10989"/>
                    <a:pt x="2700" y="13389"/>
                  </a:cubicBezTo>
                  <a:cubicBezTo>
                    <a:pt x="4050" y="15789"/>
                    <a:pt x="1350" y="18189"/>
                    <a:pt x="0" y="19389"/>
                  </a:cubicBezTo>
                  <a:cubicBezTo>
                    <a:pt x="1350" y="20589"/>
                    <a:pt x="4050" y="19389"/>
                    <a:pt x="5400" y="19389"/>
                  </a:cubicBezTo>
                  <a:cubicBezTo>
                    <a:pt x="8100" y="19389"/>
                    <a:pt x="9450" y="20589"/>
                    <a:pt x="12150" y="19389"/>
                  </a:cubicBezTo>
                  <a:cubicBezTo>
                    <a:pt x="16200" y="18189"/>
                    <a:pt x="17550" y="10989"/>
                    <a:pt x="21600" y="8589"/>
                  </a:cubicBezTo>
                  <a:cubicBezTo>
                    <a:pt x="18900" y="7389"/>
                    <a:pt x="17550" y="6189"/>
                    <a:pt x="16200" y="4989"/>
                  </a:cubicBezTo>
                  <a:cubicBezTo>
                    <a:pt x="13500" y="3789"/>
                    <a:pt x="17550" y="6189"/>
                    <a:pt x="16200" y="498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49" name="Shape 5449"/>
            <p:cNvSpPr/>
            <p:nvPr/>
          </p:nvSpPr>
          <p:spPr>
            <a:xfrm>
              <a:off x="3948878" y="4736935"/>
              <a:ext cx="730876" cy="783617"/>
            </a:xfrm>
            <a:custGeom>
              <a:avLst/>
              <a:gdLst/>
              <a:ahLst/>
              <a:cxnLst>
                <a:cxn ang="0">
                  <a:pos x="wd2" y="hd2"/>
                </a:cxn>
                <a:cxn ang="5400000">
                  <a:pos x="wd2" y="hd2"/>
                </a:cxn>
                <a:cxn ang="10800000">
                  <a:pos x="wd2" y="hd2"/>
                </a:cxn>
                <a:cxn ang="16200000">
                  <a:pos x="wd2" y="hd2"/>
                </a:cxn>
              </a:cxnLst>
              <a:rect l="0" t="0" r="r" b="b"/>
              <a:pathLst>
                <a:path w="20910" h="21512" fill="norm" stroke="1" extrusionOk="0">
                  <a:moveTo>
                    <a:pt x="20377" y="12255"/>
                  </a:moveTo>
                  <a:cubicBezTo>
                    <a:pt x="21444" y="11483"/>
                    <a:pt x="20111" y="10712"/>
                    <a:pt x="20111" y="9941"/>
                  </a:cubicBezTo>
                  <a:cubicBezTo>
                    <a:pt x="20111" y="9426"/>
                    <a:pt x="20644" y="8912"/>
                    <a:pt x="20644" y="8398"/>
                  </a:cubicBezTo>
                  <a:cubicBezTo>
                    <a:pt x="20911" y="7626"/>
                    <a:pt x="19844" y="8141"/>
                    <a:pt x="19577" y="8141"/>
                  </a:cubicBezTo>
                  <a:cubicBezTo>
                    <a:pt x="19311" y="8141"/>
                    <a:pt x="19044" y="8141"/>
                    <a:pt x="18777" y="8141"/>
                  </a:cubicBezTo>
                  <a:cubicBezTo>
                    <a:pt x="18511" y="8141"/>
                    <a:pt x="18511" y="8398"/>
                    <a:pt x="18244" y="8398"/>
                  </a:cubicBezTo>
                  <a:cubicBezTo>
                    <a:pt x="17977" y="8398"/>
                    <a:pt x="17711" y="7626"/>
                    <a:pt x="17444" y="7626"/>
                  </a:cubicBezTo>
                  <a:cubicBezTo>
                    <a:pt x="16911" y="6598"/>
                    <a:pt x="16377" y="7112"/>
                    <a:pt x="15311" y="7112"/>
                  </a:cubicBezTo>
                  <a:cubicBezTo>
                    <a:pt x="14777" y="7112"/>
                    <a:pt x="14511" y="7112"/>
                    <a:pt x="14244" y="6598"/>
                  </a:cubicBezTo>
                  <a:cubicBezTo>
                    <a:pt x="13977" y="6083"/>
                    <a:pt x="14777" y="5569"/>
                    <a:pt x="13977" y="5055"/>
                  </a:cubicBezTo>
                  <a:cubicBezTo>
                    <a:pt x="13711" y="4798"/>
                    <a:pt x="13711" y="4283"/>
                    <a:pt x="13177" y="4283"/>
                  </a:cubicBezTo>
                  <a:cubicBezTo>
                    <a:pt x="12644" y="4283"/>
                    <a:pt x="12911" y="4283"/>
                    <a:pt x="13177" y="3769"/>
                  </a:cubicBezTo>
                  <a:cubicBezTo>
                    <a:pt x="13444" y="3255"/>
                    <a:pt x="13177" y="2741"/>
                    <a:pt x="13444" y="2226"/>
                  </a:cubicBezTo>
                  <a:cubicBezTo>
                    <a:pt x="13711" y="1712"/>
                    <a:pt x="14244" y="1455"/>
                    <a:pt x="14777" y="1198"/>
                  </a:cubicBezTo>
                  <a:cubicBezTo>
                    <a:pt x="15044" y="941"/>
                    <a:pt x="15577" y="941"/>
                    <a:pt x="15844" y="426"/>
                  </a:cubicBezTo>
                  <a:cubicBezTo>
                    <a:pt x="15844" y="-88"/>
                    <a:pt x="14777" y="-88"/>
                    <a:pt x="14777" y="169"/>
                  </a:cubicBezTo>
                  <a:cubicBezTo>
                    <a:pt x="14244" y="683"/>
                    <a:pt x="13444" y="1455"/>
                    <a:pt x="12644" y="1455"/>
                  </a:cubicBezTo>
                  <a:cubicBezTo>
                    <a:pt x="11844" y="1455"/>
                    <a:pt x="11844" y="1455"/>
                    <a:pt x="11577" y="1969"/>
                  </a:cubicBezTo>
                  <a:cubicBezTo>
                    <a:pt x="11311" y="2483"/>
                    <a:pt x="11311" y="1712"/>
                    <a:pt x="10777" y="1712"/>
                  </a:cubicBezTo>
                  <a:cubicBezTo>
                    <a:pt x="9711" y="1969"/>
                    <a:pt x="10244" y="3512"/>
                    <a:pt x="9444" y="4026"/>
                  </a:cubicBezTo>
                  <a:cubicBezTo>
                    <a:pt x="9177" y="4283"/>
                    <a:pt x="8644" y="4541"/>
                    <a:pt x="8377" y="5055"/>
                  </a:cubicBezTo>
                  <a:cubicBezTo>
                    <a:pt x="8377" y="5055"/>
                    <a:pt x="8377" y="5826"/>
                    <a:pt x="8111" y="5826"/>
                  </a:cubicBezTo>
                  <a:cubicBezTo>
                    <a:pt x="7844" y="5312"/>
                    <a:pt x="7577" y="5055"/>
                    <a:pt x="7311" y="4798"/>
                  </a:cubicBezTo>
                  <a:cubicBezTo>
                    <a:pt x="7044" y="4283"/>
                    <a:pt x="6777" y="4283"/>
                    <a:pt x="6511" y="4283"/>
                  </a:cubicBezTo>
                  <a:cubicBezTo>
                    <a:pt x="5444" y="4026"/>
                    <a:pt x="4911" y="3255"/>
                    <a:pt x="3844" y="4026"/>
                  </a:cubicBezTo>
                  <a:cubicBezTo>
                    <a:pt x="3311" y="4283"/>
                    <a:pt x="2244" y="5055"/>
                    <a:pt x="1711" y="4541"/>
                  </a:cubicBezTo>
                  <a:cubicBezTo>
                    <a:pt x="1444" y="4283"/>
                    <a:pt x="1177" y="4283"/>
                    <a:pt x="911" y="4026"/>
                  </a:cubicBezTo>
                  <a:cubicBezTo>
                    <a:pt x="377" y="4026"/>
                    <a:pt x="644" y="3512"/>
                    <a:pt x="111" y="4026"/>
                  </a:cubicBezTo>
                  <a:cubicBezTo>
                    <a:pt x="-156" y="4283"/>
                    <a:pt x="111" y="4283"/>
                    <a:pt x="377" y="4541"/>
                  </a:cubicBezTo>
                  <a:cubicBezTo>
                    <a:pt x="377" y="4798"/>
                    <a:pt x="111" y="5055"/>
                    <a:pt x="111" y="5312"/>
                  </a:cubicBezTo>
                  <a:cubicBezTo>
                    <a:pt x="644" y="5312"/>
                    <a:pt x="1177" y="5569"/>
                    <a:pt x="1444" y="5569"/>
                  </a:cubicBezTo>
                  <a:cubicBezTo>
                    <a:pt x="1711" y="5826"/>
                    <a:pt x="1977" y="5826"/>
                    <a:pt x="1977" y="6083"/>
                  </a:cubicBezTo>
                  <a:cubicBezTo>
                    <a:pt x="2244" y="6341"/>
                    <a:pt x="2244" y="6083"/>
                    <a:pt x="2511" y="6083"/>
                  </a:cubicBezTo>
                  <a:cubicBezTo>
                    <a:pt x="2511" y="5826"/>
                    <a:pt x="2511" y="6598"/>
                    <a:pt x="2777" y="6598"/>
                  </a:cubicBezTo>
                  <a:cubicBezTo>
                    <a:pt x="3044" y="6855"/>
                    <a:pt x="3311" y="6598"/>
                    <a:pt x="3844" y="6341"/>
                  </a:cubicBezTo>
                  <a:cubicBezTo>
                    <a:pt x="4111" y="6341"/>
                    <a:pt x="3311" y="5826"/>
                    <a:pt x="3311" y="5826"/>
                  </a:cubicBezTo>
                  <a:cubicBezTo>
                    <a:pt x="3311" y="5569"/>
                    <a:pt x="4111" y="5055"/>
                    <a:pt x="4111" y="4798"/>
                  </a:cubicBezTo>
                  <a:cubicBezTo>
                    <a:pt x="4377" y="4541"/>
                    <a:pt x="4911" y="4283"/>
                    <a:pt x="5177" y="4541"/>
                  </a:cubicBezTo>
                  <a:cubicBezTo>
                    <a:pt x="5444" y="4541"/>
                    <a:pt x="5977" y="4798"/>
                    <a:pt x="5977" y="4798"/>
                  </a:cubicBezTo>
                  <a:cubicBezTo>
                    <a:pt x="5977" y="5055"/>
                    <a:pt x="5977" y="5055"/>
                    <a:pt x="6244" y="5055"/>
                  </a:cubicBezTo>
                  <a:cubicBezTo>
                    <a:pt x="6244" y="5312"/>
                    <a:pt x="5977" y="5569"/>
                    <a:pt x="5977" y="5569"/>
                  </a:cubicBezTo>
                  <a:cubicBezTo>
                    <a:pt x="5977" y="5826"/>
                    <a:pt x="6511" y="6341"/>
                    <a:pt x="6511" y="6598"/>
                  </a:cubicBezTo>
                  <a:cubicBezTo>
                    <a:pt x="7044" y="7369"/>
                    <a:pt x="7577" y="7369"/>
                    <a:pt x="7577" y="8398"/>
                  </a:cubicBezTo>
                  <a:cubicBezTo>
                    <a:pt x="7577" y="9169"/>
                    <a:pt x="7577" y="9941"/>
                    <a:pt x="7311" y="10712"/>
                  </a:cubicBezTo>
                  <a:cubicBezTo>
                    <a:pt x="7311" y="10969"/>
                    <a:pt x="7844" y="10969"/>
                    <a:pt x="7844" y="11226"/>
                  </a:cubicBezTo>
                  <a:cubicBezTo>
                    <a:pt x="7577" y="11483"/>
                    <a:pt x="7311" y="11741"/>
                    <a:pt x="7311" y="11998"/>
                  </a:cubicBezTo>
                  <a:cubicBezTo>
                    <a:pt x="7044" y="12255"/>
                    <a:pt x="7044" y="12769"/>
                    <a:pt x="6777" y="12769"/>
                  </a:cubicBezTo>
                  <a:cubicBezTo>
                    <a:pt x="6244" y="13026"/>
                    <a:pt x="5711" y="12769"/>
                    <a:pt x="5711" y="13541"/>
                  </a:cubicBezTo>
                  <a:cubicBezTo>
                    <a:pt x="5711" y="14055"/>
                    <a:pt x="4911" y="14055"/>
                    <a:pt x="5711" y="14312"/>
                  </a:cubicBezTo>
                  <a:cubicBezTo>
                    <a:pt x="5977" y="14569"/>
                    <a:pt x="6244" y="14569"/>
                    <a:pt x="6777" y="14826"/>
                  </a:cubicBezTo>
                  <a:cubicBezTo>
                    <a:pt x="7044" y="15083"/>
                    <a:pt x="7311" y="15341"/>
                    <a:pt x="7577" y="15598"/>
                  </a:cubicBezTo>
                  <a:cubicBezTo>
                    <a:pt x="8111" y="15855"/>
                    <a:pt x="8377" y="15598"/>
                    <a:pt x="8911" y="15598"/>
                  </a:cubicBezTo>
                  <a:cubicBezTo>
                    <a:pt x="9177" y="15598"/>
                    <a:pt x="9444" y="15855"/>
                    <a:pt x="9977" y="16112"/>
                  </a:cubicBezTo>
                  <a:cubicBezTo>
                    <a:pt x="10244" y="16112"/>
                    <a:pt x="10511" y="16112"/>
                    <a:pt x="10777" y="16369"/>
                  </a:cubicBezTo>
                  <a:cubicBezTo>
                    <a:pt x="11577" y="16883"/>
                    <a:pt x="12111" y="17398"/>
                    <a:pt x="12644" y="18169"/>
                  </a:cubicBezTo>
                  <a:cubicBezTo>
                    <a:pt x="12911" y="18941"/>
                    <a:pt x="13177" y="19198"/>
                    <a:pt x="14244" y="19455"/>
                  </a:cubicBezTo>
                  <a:cubicBezTo>
                    <a:pt x="14511" y="19455"/>
                    <a:pt x="14777" y="19198"/>
                    <a:pt x="15044" y="18941"/>
                  </a:cubicBezTo>
                  <a:cubicBezTo>
                    <a:pt x="15311" y="18941"/>
                    <a:pt x="15577" y="19455"/>
                    <a:pt x="15844" y="19198"/>
                  </a:cubicBezTo>
                  <a:cubicBezTo>
                    <a:pt x="16377" y="18941"/>
                    <a:pt x="16911" y="19198"/>
                    <a:pt x="17177" y="19455"/>
                  </a:cubicBezTo>
                  <a:cubicBezTo>
                    <a:pt x="17177" y="19712"/>
                    <a:pt x="16911" y="20226"/>
                    <a:pt x="16911" y="20483"/>
                  </a:cubicBezTo>
                  <a:cubicBezTo>
                    <a:pt x="16644" y="20741"/>
                    <a:pt x="16377" y="20741"/>
                    <a:pt x="16911" y="20998"/>
                  </a:cubicBezTo>
                  <a:cubicBezTo>
                    <a:pt x="16911" y="20998"/>
                    <a:pt x="17444" y="21512"/>
                    <a:pt x="17177" y="21512"/>
                  </a:cubicBezTo>
                  <a:cubicBezTo>
                    <a:pt x="17711" y="21512"/>
                    <a:pt x="17977" y="18683"/>
                    <a:pt x="18244" y="18169"/>
                  </a:cubicBezTo>
                  <a:cubicBezTo>
                    <a:pt x="18244" y="17141"/>
                    <a:pt x="17444" y="16883"/>
                    <a:pt x="17177" y="16112"/>
                  </a:cubicBezTo>
                  <a:cubicBezTo>
                    <a:pt x="17177" y="15598"/>
                    <a:pt x="17177" y="15341"/>
                    <a:pt x="17444" y="15341"/>
                  </a:cubicBezTo>
                  <a:cubicBezTo>
                    <a:pt x="17711" y="15341"/>
                    <a:pt x="18511" y="15083"/>
                    <a:pt x="18511" y="14826"/>
                  </a:cubicBezTo>
                  <a:cubicBezTo>
                    <a:pt x="18244" y="14826"/>
                    <a:pt x="17711" y="14826"/>
                    <a:pt x="17711" y="14569"/>
                  </a:cubicBezTo>
                  <a:cubicBezTo>
                    <a:pt x="17444" y="14569"/>
                    <a:pt x="17444" y="14055"/>
                    <a:pt x="17444" y="14055"/>
                  </a:cubicBezTo>
                  <a:cubicBezTo>
                    <a:pt x="17977" y="14055"/>
                    <a:pt x="18511" y="14055"/>
                    <a:pt x="19044" y="14055"/>
                  </a:cubicBezTo>
                  <a:cubicBezTo>
                    <a:pt x="19311" y="14055"/>
                    <a:pt x="20911" y="13283"/>
                    <a:pt x="20911" y="13541"/>
                  </a:cubicBezTo>
                  <a:cubicBezTo>
                    <a:pt x="20911" y="13026"/>
                    <a:pt x="20111" y="12255"/>
                    <a:pt x="20377" y="12255"/>
                  </a:cubicBezTo>
                  <a:cubicBezTo>
                    <a:pt x="20644" y="11998"/>
                    <a:pt x="20111" y="12255"/>
                    <a:pt x="20377" y="1225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0" name="Shape 5450"/>
            <p:cNvSpPr/>
            <p:nvPr/>
          </p:nvSpPr>
          <p:spPr>
            <a:xfrm>
              <a:off x="4045354" y="5259334"/>
              <a:ext cx="256031" cy="301140"/>
            </a:xfrm>
            <a:custGeom>
              <a:avLst/>
              <a:gdLst/>
              <a:ahLst/>
              <a:cxnLst>
                <a:cxn ang="0">
                  <a:pos x="wd2" y="hd2"/>
                </a:cxn>
                <a:cxn ang="5400000">
                  <a:pos x="wd2" y="hd2"/>
                </a:cxn>
                <a:cxn ang="10800000">
                  <a:pos x="wd2" y="hd2"/>
                </a:cxn>
                <a:cxn ang="16200000">
                  <a:pos x="wd2" y="hd2"/>
                </a:cxn>
              </a:cxnLst>
              <a:rect l="0" t="0" r="r" b="b"/>
              <a:pathLst>
                <a:path w="21171" h="21051" fill="norm" stroke="1" extrusionOk="0">
                  <a:moveTo>
                    <a:pt x="15429" y="3927"/>
                  </a:moveTo>
                  <a:cubicBezTo>
                    <a:pt x="13886" y="3927"/>
                    <a:pt x="13114" y="2618"/>
                    <a:pt x="11571" y="1964"/>
                  </a:cubicBezTo>
                  <a:cubicBezTo>
                    <a:pt x="10800" y="1309"/>
                    <a:pt x="9257" y="0"/>
                    <a:pt x="7714" y="0"/>
                  </a:cubicBezTo>
                  <a:cubicBezTo>
                    <a:pt x="7714" y="1964"/>
                    <a:pt x="3086" y="655"/>
                    <a:pt x="3086" y="2618"/>
                  </a:cubicBezTo>
                  <a:cubicBezTo>
                    <a:pt x="3086" y="3927"/>
                    <a:pt x="3086" y="3927"/>
                    <a:pt x="2314" y="4582"/>
                  </a:cubicBezTo>
                  <a:cubicBezTo>
                    <a:pt x="771" y="5236"/>
                    <a:pt x="1543" y="5891"/>
                    <a:pt x="1543" y="6545"/>
                  </a:cubicBezTo>
                  <a:cubicBezTo>
                    <a:pt x="1543" y="7200"/>
                    <a:pt x="771" y="7855"/>
                    <a:pt x="0" y="8509"/>
                  </a:cubicBezTo>
                  <a:cubicBezTo>
                    <a:pt x="0" y="8509"/>
                    <a:pt x="0" y="9164"/>
                    <a:pt x="0" y="9818"/>
                  </a:cubicBezTo>
                  <a:cubicBezTo>
                    <a:pt x="771" y="10473"/>
                    <a:pt x="0" y="11127"/>
                    <a:pt x="0" y="11782"/>
                  </a:cubicBezTo>
                  <a:cubicBezTo>
                    <a:pt x="0" y="11782"/>
                    <a:pt x="771" y="13745"/>
                    <a:pt x="1543" y="13091"/>
                  </a:cubicBezTo>
                  <a:cubicBezTo>
                    <a:pt x="3086" y="13091"/>
                    <a:pt x="3086" y="11782"/>
                    <a:pt x="3857" y="11782"/>
                  </a:cubicBezTo>
                  <a:cubicBezTo>
                    <a:pt x="3086" y="11782"/>
                    <a:pt x="4629" y="13091"/>
                    <a:pt x="3857" y="13091"/>
                  </a:cubicBezTo>
                  <a:cubicBezTo>
                    <a:pt x="3857" y="14400"/>
                    <a:pt x="3857" y="15055"/>
                    <a:pt x="2314" y="15709"/>
                  </a:cubicBezTo>
                  <a:cubicBezTo>
                    <a:pt x="2314" y="15709"/>
                    <a:pt x="3086" y="17018"/>
                    <a:pt x="2314" y="17018"/>
                  </a:cubicBezTo>
                  <a:cubicBezTo>
                    <a:pt x="2314" y="17673"/>
                    <a:pt x="1543" y="17673"/>
                    <a:pt x="2314" y="18327"/>
                  </a:cubicBezTo>
                  <a:cubicBezTo>
                    <a:pt x="3857" y="18982"/>
                    <a:pt x="4629" y="18982"/>
                    <a:pt x="6171" y="20945"/>
                  </a:cubicBezTo>
                  <a:cubicBezTo>
                    <a:pt x="6943" y="21600"/>
                    <a:pt x="7714" y="18982"/>
                    <a:pt x="8486" y="18982"/>
                  </a:cubicBezTo>
                  <a:cubicBezTo>
                    <a:pt x="9257" y="17018"/>
                    <a:pt x="10029" y="15055"/>
                    <a:pt x="12343" y="14400"/>
                  </a:cubicBezTo>
                  <a:cubicBezTo>
                    <a:pt x="13886" y="13745"/>
                    <a:pt x="15429" y="13745"/>
                    <a:pt x="16971" y="12436"/>
                  </a:cubicBezTo>
                  <a:cubicBezTo>
                    <a:pt x="18514" y="11782"/>
                    <a:pt x="20057" y="10473"/>
                    <a:pt x="20829" y="8509"/>
                  </a:cubicBezTo>
                  <a:cubicBezTo>
                    <a:pt x="20829" y="7200"/>
                    <a:pt x="21600" y="6545"/>
                    <a:pt x="20829" y="5236"/>
                  </a:cubicBezTo>
                  <a:cubicBezTo>
                    <a:pt x="20057" y="4582"/>
                    <a:pt x="19286" y="3927"/>
                    <a:pt x="18514" y="3273"/>
                  </a:cubicBezTo>
                  <a:cubicBezTo>
                    <a:pt x="17743" y="3273"/>
                    <a:pt x="16200" y="3927"/>
                    <a:pt x="15429" y="392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1" name="Shape 5451"/>
            <p:cNvSpPr/>
            <p:nvPr/>
          </p:nvSpPr>
          <p:spPr>
            <a:xfrm>
              <a:off x="4030300" y="5316675"/>
              <a:ext cx="585269" cy="875225"/>
            </a:xfrm>
            <a:custGeom>
              <a:avLst/>
              <a:gdLst/>
              <a:ahLst/>
              <a:cxnLst>
                <a:cxn ang="0">
                  <a:pos x="wd2" y="hd2"/>
                </a:cxn>
                <a:cxn ang="5400000">
                  <a:pos x="wd2" y="hd2"/>
                </a:cxn>
                <a:cxn ang="10800000">
                  <a:pos x="wd2" y="hd2"/>
                </a:cxn>
                <a:cxn ang="16200000">
                  <a:pos x="wd2" y="hd2"/>
                </a:cxn>
              </a:cxnLst>
              <a:rect l="0" t="0" r="r" b="b"/>
              <a:pathLst>
                <a:path w="21109" h="21271" fill="norm" stroke="1" extrusionOk="0">
                  <a:moveTo>
                    <a:pt x="18746" y="4775"/>
                  </a:moveTo>
                  <a:cubicBezTo>
                    <a:pt x="17396" y="4320"/>
                    <a:pt x="19422" y="3411"/>
                    <a:pt x="18409" y="3183"/>
                  </a:cubicBezTo>
                  <a:cubicBezTo>
                    <a:pt x="17734" y="2728"/>
                    <a:pt x="17059" y="2956"/>
                    <a:pt x="16384" y="2956"/>
                  </a:cubicBezTo>
                  <a:cubicBezTo>
                    <a:pt x="15709" y="2728"/>
                    <a:pt x="15709" y="3183"/>
                    <a:pt x="15034" y="3183"/>
                  </a:cubicBezTo>
                  <a:cubicBezTo>
                    <a:pt x="14359" y="2956"/>
                    <a:pt x="13684" y="2956"/>
                    <a:pt x="13346" y="2501"/>
                  </a:cubicBezTo>
                  <a:cubicBezTo>
                    <a:pt x="13009" y="2274"/>
                    <a:pt x="12671" y="1592"/>
                    <a:pt x="12334" y="1364"/>
                  </a:cubicBezTo>
                  <a:cubicBezTo>
                    <a:pt x="11659" y="1137"/>
                    <a:pt x="11321" y="682"/>
                    <a:pt x="10647" y="455"/>
                  </a:cubicBezTo>
                  <a:cubicBezTo>
                    <a:pt x="10309" y="0"/>
                    <a:pt x="9634" y="227"/>
                    <a:pt x="8959" y="0"/>
                  </a:cubicBezTo>
                  <a:cubicBezTo>
                    <a:pt x="9634" y="455"/>
                    <a:pt x="9971" y="682"/>
                    <a:pt x="9971" y="1137"/>
                  </a:cubicBezTo>
                  <a:cubicBezTo>
                    <a:pt x="9634" y="1592"/>
                    <a:pt x="9634" y="2046"/>
                    <a:pt x="8959" y="2274"/>
                  </a:cubicBezTo>
                  <a:cubicBezTo>
                    <a:pt x="8284" y="2728"/>
                    <a:pt x="7946" y="3183"/>
                    <a:pt x="7271" y="3183"/>
                  </a:cubicBezTo>
                  <a:cubicBezTo>
                    <a:pt x="6596" y="3411"/>
                    <a:pt x="5921" y="3411"/>
                    <a:pt x="5246" y="3865"/>
                  </a:cubicBezTo>
                  <a:cubicBezTo>
                    <a:pt x="4909" y="4093"/>
                    <a:pt x="3559" y="6139"/>
                    <a:pt x="3221" y="5912"/>
                  </a:cubicBezTo>
                  <a:cubicBezTo>
                    <a:pt x="2546" y="5229"/>
                    <a:pt x="2209" y="5229"/>
                    <a:pt x="1534" y="5002"/>
                  </a:cubicBezTo>
                  <a:cubicBezTo>
                    <a:pt x="1196" y="5002"/>
                    <a:pt x="1196" y="5002"/>
                    <a:pt x="1534" y="4775"/>
                  </a:cubicBezTo>
                  <a:cubicBezTo>
                    <a:pt x="1871" y="4547"/>
                    <a:pt x="1871" y="4320"/>
                    <a:pt x="1534" y="4093"/>
                  </a:cubicBezTo>
                  <a:cubicBezTo>
                    <a:pt x="859" y="4320"/>
                    <a:pt x="-491" y="5229"/>
                    <a:pt x="184" y="5912"/>
                  </a:cubicBezTo>
                  <a:cubicBezTo>
                    <a:pt x="184" y="5912"/>
                    <a:pt x="859" y="6594"/>
                    <a:pt x="521" y="6821"/>
                  </a:cubicBezTo>
                  <a:cubicBezTo>
                    <a:pt x="184" y="6821"/>
                    <a:pt x="-154" y="7048"/>
                    <a:pt x="521" y="7276"/>
                  </a:cubicBezTo>
                  <a:cubicBezTo>
                    <a:pt x="2209" y="7958"/>
                    <a:pt x="3559" y="9322"/>
                    <a:pt x="4234" y="10686"/>
                  </a:cubicBezTo>
                  <a:cubicBezTo>
                    <a:pt x="5246" y="11823"/>
                    <a:pt x="5921" y="13187"/>
                    <a:pt x="7271" y="14324"/>
                  </a:cubicBezTo>
                  <a:cubicBezTo>
                    <a:pt x="7609" y="14779"/>
                    <a:pt x="8284" y="15234"/>
                    <a:pt x="8284" y="15916"/>
                  </a:cubicBezTo>
                  <a:cubicBezTo>
                    <a:pt x="8284" y="16143"/>
                    <a:pt x="7946" y="15916"/>
                    <a:pt x="7946" y="16143"/>
                  </a:cubicBezTo>
                  <a:cubicBezTo>
                    <a:pt x="8284" y="16371"/>
                    <a:pt x="8621" y="16598"/>
                    <a:pt x="8959" y="16825"/>
                  </a:cubicBezTo>
                  <a:cubicBezTo>
                    <a:pt x="9296" y="17280"/>
                    <a:pt x="9634" y="17735"/>
                    <a:pt x="10309" y="17962"/>
                  </a:cubicBezTo>
                  <a:cubicBezTo>
                    <a:pt x="11321" y="18189"/>
                    <a:pt x="12334" y="18644"/>
                    <a:pt x="13346" y="18872"/>
                  </a:cubicBezTo>
                  <a:cubicBezTo>
                    <a:pt x="14021" y="19099"/>
                    <a:pt x="14696" y="19554"/>
                    <a:pt x="15709" y="19781"/>
                  </a:cubicBezTo>
                  <a:cubicBezTo>
                    <a:pt x="16384" y="20236"/>
                    <a:pt x="17059" y="20691"/>
                    <a:pt x="17734" y="21145"/>
                  </a:cubicBezTo>
                  <a:cubicBezTo>
                    <a:pt x="19084" y="21600"/>
                    <a:pt x="18746" y="20691"/>
                    <a:pt x="19422" y="20463"/>
                  </a:cubicBezTo>
                  <a:cubicBezTo>
                    <a:pt x="19759" y="20236"/>
                    <a:pt x="19759" y="19781"/>
                    <a:pt x="20096" y="19554"/>
                  </a:cubicBezTo>
                  <a:cubicBezTo>
                    <a:pt x="20096" y="19326"/>
                    <a:pt x="21109" y="18872"/>
                    <a:pt x="20771" y="18644"/>
                  </a:cubicBezTo>
                  <a:cubicBezTo>
                    <a:pt x="20096" y="18417"/>
                    <a:pt x="19759" y="18417"/>
                    <a:pt x="20096" y="17735"/>
                  </a:cubicBezTo>
                  <a:cubicBezTo>
                    <a:pt x="20096" y="17507"/>
                    <a:pt x="20096" y="17280"/>
                    <a:pt x="20096" y="17280"/>
                  </a:cubicBezTo>
                  <a:cubicBezTo>
                    <a:pt x="20434" y="17053"/>
                    <a:pt x="20771" y="16825"/>
                    <a:pt x="20771" y="16825"/>
                  </a:cubicBezTo>
                  <a:cubicBezTo>
                    <a:pt x="21109" y="16143"/>
                    <a:pt x="20434" y="15006"/>
                    <a:pt x="21109" y="14552"/>
                  </a:cubicBezTo>
                  <a:cubicBezTo>
                    <a:pt x="21109" y="14324"/>
                    <a:pt x="20771" y="13869"/>
                    <a:pt x="20434" y="13415"/>
                  </a:cubicBezTo>
                  <a:cubicBezTo>
                    <a:pt x="20096" y="12733"/>
                    <a:pt x="19759" y="12733"/>
                    <a:pt x="18746" y="12960"/>
                  </a:cubicBezTo>
                  <a:cubicBezTo>
                    <a:pt x="17396" y="12960"/>
                    <a:pt x="18071" y="11368"/>
                    <a:pt x="18071" y="10914"/>
                  </a:cubicBezTo>
                  <a:cubicBezTo>
                    <a:pt x="17396" y="11141"/>
                    <a:pt x="17059" y="11596"/>
                    <a:pt x="16384" y="11596"/>
                  </a:cubicBezTo>
                  <a:cubicBezTo>
                    <a:pt x="16047" y="11596"/>
                    <a:pt x="15371" y="11596"/>
                    <a:pt x="15034" y="11596"/>
                  </a:cubicBezTo>
                  <a:cubicBezTo>
                    <a:pt x="14696" y="11368"/>
                    <a:pt x="14696" y="10914"/>
                    <a:pt x="14359" y="10914"/>
                  </a:cubicBezTo>
                  <a:cubicBezTo>
                    <a:pt x="13346" y="10914"/>
                    <a:pt x="13346" y="10004"/>
                    <a:pt x="13009" y="9549"/>
                  </a:cubicBezTo>
                  <a:cubicBezTo>
                    <a:pt x="12334" y="9095"/>
                    <a:pt x="11996" y="8413"/>
                    <a:pt x="12671" y="7958"/>
                  </a:cubicBezTo>
                  <a:cubicBezTo>
                    <a:pt x="13009" y="7731"/>
                    <a:pt x="13684" y="7731"/>
                    <a:pt x="13684" y="7503"/>
                  </a:cubicBezTo>
                  <a:cubicBezTo>
                    <a:pt x="13684" y="7276"/>
                    <a:pt x="13684" y="7048"/>
                    <a:pt x="13684" y="6821"/>
                  </a:cubicBezTo>
                  <a:cubicBezTo>
                    <a:pt x="13684" y="6139"/>
                    <a:pt x="13684" y="5912"/>
                    <a:pt x="14696" y="5684"/>
                  </a:cubicBezTo>
                  <a:cubicBezTo>
                    <a:pt x="15371" y="5457"/>
                    <a:pt x="15709" y="5457"/>
                    <a:pt x="16384" y="5457"/>
                  </a:cubicBezTo>
                  <a:cubicBezTo>
                    <a:pt x="16721" y="5457"/>
                    <a:pt x="17059" y="5229"/>
                    <a:pt x="17396" y="5002"/>
                  </a:cubicBezTo>
                  <a:cubicBezTo>
                    <a:pt x="17734" y="5002"/>
                    <a:pt x="19422" y="5229"/>
                    <a:pt x="18746" y="477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2" name="Shape 5452"/>
            <p:cNvSpPr/>
            <p:nvPr/>
          </p:nvSpPr>
          <p:spPr>
            <a:xfrm>
              <a:off x="4281085" y="6148103"/>
              <a:ext cx="407750" cy="1972311"/>
            </a:xfrm>
            <a:custGeom>
              <a:avLst/>
              <a:gdLst/>
              <a:ahLst/>
              <a:cxnLst>
                <a:cxn ang="0">
                  <a:pos x="wd2" y="hd2"/>
                </a:cxn>
                <a:cxn ang="5400000">
                  <a:pos x="wd2" y="hd2"/>
                </a:cxn>
                <a:cxn ang="10800000">
                  <a:pos x="wd2" y="hd2"/>
                </a:cxn>
                <a:cxn ang="16200000">
                  <a:pos x="wd2" y="hd2"/>
                </a:cxn>
              </a:cxnLst>
              <a:rect l="0" t="0" r="r" b="b"/>
              <a:pathLst>
                <a:path w="21600" h="21466" fill="norm" stroke="1" extrusionOk="0">
                  <a:moveTo>
                    <a:pt x="19636" y="2853"/>
                  </a:moveTo>
                  <a:cubicBezTo>
                    <a:pt x="18655" y="2751"/>
                    <a:pt x="19636" y="2242"/>
                    <a:pt x="18655" y="2038"/>
                  </a:cubicBezTo>
                  <a:cubicBezTo>
                    <a:pt x="18164" y="1936"/>
                    <a:pt x="17182" y="1630"/>
                    <a:pt x="17673" y="1426"/>
                  </a:cubicBezTo>
                  <a:cubicBezTo>
                    <a:pt x="18655" y="1325"/>
                    <a:pt x="17182" y="1325"/>
                    <a:pt x="17673" y="1223"/>
                  </a:cubicBezTo>
                  <a:cubicBezTo>
                    <a:pt x="18164" y="1121"/>
                    <a:pt x="17673" y="1019"/>
                    <a:pt x="17182" y="917"/>
                  </a:cubicBezTo>
                  <a:cubicBezTo>
                    <a:pt x="16691" y="815"/>
                    <a:pt x="16691" y="713"/>
                    <a:pt x="16691" y="509"/>
                  </a:cubicBezTo>
                  <a:cubicBezTo>
                    <a:pt x="16691" y="306"/>
                    <a:pt x="16200" y="204"/>
                    <a:pt x="15709" y="0"/>
                  </a:cubicBezTo>
                  <a:cubicBezTo>
                    <a:pt x="15218" y="102"/>
                    <a:pt x="14727" y="204"/>
                    <a:pt x="14727" y="306"/>
                  </a:cubicBezTo>
                  <a:cubicBezTo>
                    <a:pt x="14236" y="509"/>
                    <a:pt x="13255" y="408"/>
                    <a:pt x="13745" y="611"/>
                  </a:cubicBezTo>
                  <a:cubicBezTo>
                    <a:pt x="13745" y="917"/>
                    <a:pt x="13745" y="1223"/>
                    <a:pt x="13745" y="1528"/>
                  </a:cubicBezTo>
                  <a:cubicBezTo>
                    <a:pt x="13745" y="1936"/>
                    <a:pt x="14236" y="2445"/>
                    <a:pt x="13745" y="2853"/>
                  </a:cubicBezTo>
                  <a:cubicBezTo>
                    <a:pt x="13255" y="2955"/>
                    <a:pt x="12764" y="3057"/>
                    <a:pt x="12764" y="3158"/>
                  </a:cubicBezTo>
                  <a:cubicBezTo>
                    <a:pt x="12764" y="3362"/>
                    <a:pt x="13255" y="3566"/>
                    <a:pt x="13255" y="3770"/>
                  </a:cubicBezTo>
                  <a:cubicBezTo>
                    <a:pt x="13255" y="4381"/>
                    <a:pt x="12273" y="5094"/>
                    <a:pt x="11291" y="5706"/>
                  </a:cubicBezTo>
                  <a:cubicBezTo>
                    <a:pt x="10800" y="6011"/>
                    <a:pt x="10800" y="6215"/>
                    <a:pt x="11291" y="6521"/>
                  </a:cubicBezTo>
                  <a:cubicBezTo>
                    <a:pt x="11291" y="6725"/>
                    <a:pt x="11291" y="6826"/>
                    <a:pt x="10309" y="6928"/>
                  </a:cubicBezTo>
                  <a:cubicBezTo>
                    <a:pt x="9818" y="7030"/>
                    <a:pt x="10309" y="7132"/>
                    <a:pt x="10309" y="7234"/>
                  </a:cubicBezTo>
                  <a:cubicBezTo>
                    <a:pt x="10309" y="7540"/>
                    <a:pt x="10309" y="7845"/>
                    <a:pt x="10309" y="8151"/>
                  </a:cubicBezTo>
                  <a:cubicBezTo>
                    <a:pt x="10309" y="8253"/>
                    <a:pt x="10309" y="8457"/>
                    <a:pt x="10309" y="8558"/>
                  </a:cubicBezTo>
                  <a:cubicBezTo>
                    <a:pt x="9818" y="8660"/>
                    <a:pt x="10309" y="8864"/>
                    <a:pt x="9818" y="8966"/>
                  </a:cubicBezTo>
                  <a:cubicBezTo>
                    <a:pt x="8836" y="9475"/>
                    <a:pt x="7855" y="9985"/>
                    <a:pt x="6873" y="10494"/>
                  </a:cubicBezTo>
                  <a:cubicBezTo>
                    <a:pt x="6382" y="10800"/>
                    <a:pt x="4909" y="10902"/>
                    <a:pt x="5400" y="11208"/>
                  </a:cubicBezTo>
                  <a:cubicBezTo>
                    <a:pt x="5891" y="11513"/>
                    <a:pt x="6873" y="12023"/>
                    <a:pt x="5891" y="12430"/>
                  </a:cubicBezTo>
                  <a:cubicBezTo>
                    <a:pt x="4909" y="12634"/>
                    <a:pt x="3927" y="13143"/>
                    <a:pt x="4909" y="13449"/>
                  </a:cubicBezTo>
                  <a:cubicBezTo>
                    <a:pt x="5400" y="13653"/>
                    <a:pt x="5891" y="13653"/>
                    <a:pt x="6382" y="13551"/>
                  </a:cubicBezTo>
                  <a:cubicBezTo>
                    <a:pt x="6873" y="13449"/>
                    <a:pt x="8836" y="13449"/>
                    <a:pt x="8345" y="13551"/>
                  </a:cubicBezTo>
                  <a:cubicBezTo>
                    <a:pt x="8345" y="13551"/>
                    <a:pt x="7855" y="13551"/>
                    <a:pt x="7364" y="13653"/>
                  </a:cubicBezTo>
                  <a:cubicBezTo>
                    <a:pt x="7364" y="13755"/>
                    <a:pt x="7364" y="13755"/>
                    <a:pt x="7855" y="13857"/>
                  </a:cubicBezTo>
                  <a:cubicBezTo>
                    <a:pt x="7855" y="13857"/>
                    <a:pt x="7364" y="13958"/>
                    <a:pt x="7364" y="13958"/>
                  </a:cubicBezTo>
                  <a:cubicBezTo>
                    <a:pt x="6873" y="14162"/>
                    <a:pt x="6382" y="14570"/>
                    <a:pt x="6873" y="14774"/>
                  </a:cubicBezTo>
                  <a:cubicBezTo>
                    <a:pt x="6873" y="14875"/>
                    <a:pt x="6873" y="14875"/>
                    <a:pt x="6382" y="15079"/>
                  </a:cubicBezTo>
                  <a:cubicBezTo>
                    <a:pt x="5891" y="15181"/>
                    <a:pt x="6873" y="15181"/>
                    <a:pt x="7364" y="15283"/>
                  </a:cubicBezTo>
                  <a:cubicBezTo>
                    <a:pt x="7364" y="15283"/>
                    <a:pt x="7364" y="15283"/>
                    <a:pt x="6873" y="15385"/>
                  </a:cubicBezTo>
                  <a:cubicBezTo>
                    <a:pt x="6382" y="15385"/>
                    <a:pt x="5400" y="15487"/>
                    <a:pt x="6382" y="15487"/>
                  </a:cubicBezTo>
                  <a:cubicBezTo>
                    <a:pt x="5891" y="15589"/>
                    <a:pt x="6382" y="15894"/>
                    <a:pt x="6873" y="15894"/>
                  </a:cubicBezTo>
                  <a:cubicBezTo>
                    <a:pt x="6382" y="15894"/>
                    <a:pt x="4909" y="15792"/>
                    <a:pt x="5400" y="16098"/>
                  </a:cubicBezTo>
                  <a:cubicBezTo>
                    <a:pt x="5400" y="16098"/>
                    <a:pt x="5891" y="16608"/>
                    <a:pt x="4909" y="16506"/>
                  </a:cubicBezTo>
                  <a:cubicBezTo>
                    <a:pt x="4909" y="16506"/>
                    <a:pt x="3927" y="16302"/>
                    <a:pt x="3927" y="16200"/>
                  </a:cubicBezTo>
                  <a:cubicBezTo>
                    <a:pt x="2945" y="16098"/>
                    <a:pt x="3436" y="15996"/>
                    <a:pt x="2455" y="16098"/>
                  </a:cubicBezTo>
                  <a:cubicBezTo>
                    <a:pt x="2455" y="16098"/>
                    <a:pt x="1964" y="16200"/>
                    <a:pt x="1964" y="16200"/>
                  </a:cubicBezTo>
                  <a:cubicBezTo>
                    <a:pt x="1964" y="16302"/>
                    <a:pt x="2455" y="16302"/>
                    <a:pt x="1964" y="16404"/>
                  </a:cubicBezTo>
                  <a:cubicBezTo>
                    <a:pt x="1964" y="16506"/>
                    <a:pt x="0" y="16506"/>
                    <a:pt x="0" y="16709"/>
                  </a:cubicBezTo>
                  <a:cubicBezTo>
                    <a:pt x="0" y="16709"/>
                    <a:pt x="491" y="16811"/>
                    <a:pt x="982" y="16811"/>
                  </a:cubicBezTo>
                  <a:cubicBezTo>
                    <a:pt x="982" y="16811"/>
                    <a:pt x="491" y="16709"/>
                    <a:pt x="982" y="16608"/>
                  </a:cubicBezTo>
                  <a:cubicBezTo>
                    <a:pt x="982" y="16608"/>
                    <a:pt x="2455" y="16811"/>
                    <a:pt x="3436" y="16709"/>
                  </a:cubicBezTo>
                  <a:cubicBezTo>
                    <a:pt x="5400" y="16608"/>
                    <a:pt x="2455" y="17321"/>
                    <a:pt x="3436" y="17423"/>
                  </a:cubicBezTo>
                  <a:cubicBezTo>
                    <a:pt x="3927" y="17423"/>
                    <a:pt x="4909" y="17321"/>
                    <a:pt x="5400" y="17423"/>
                  </a:cubicBezTo>
                  <a:cubicBezTo>
                    <a:pt x="5891" y="17423"/>
                    <a:pt x="5891" y="17728"/>
                    <a:pt x="5400" y="17626"/>
                  </a:cubicBezTo>
                  <a:cubicBezTo>
                    <a:pt x="5400" y="17626"/>
                    <a:pt x="3927" y="17423"/>
                    <a:pt x="3927" y="17525"/>
                  </a:cubicBezTo>
                  <a:cubicBezTo>
                    <a:pt x="3436" y="17626"/>
                    <a:pt x="2945" y="17626"/>
                    <a:pt x="3436" y="17728"/>
                  </a:cubicBezTo>
                  <a:cubicBezTo>
                    <a:pt x="3436" y="17728"/>
                    <a:pt x="4418" y="17932"/>
                    <a:pt x="3927" y="17932"/>
                  </a:cubicBezTo>
                  <a:cubicBezTo>
                    <a:pt x="3436" y="17932"/>
                    <a:pt x="3436" y="18238"/>
                    <a:pt x="3436" y="18238"/>
                  </a:cubicBezTo>
                  <a:cubicBezTo>
                    <a:pt x="2945" y="18543"/>
                    <a:pt x="4418" y="18136"/>
                    <a:pt x="4418" y="18136"/>
                  </a:cubicBezTo>
                  <a:cubicBezTo>
                    <a:pt x="4418" y="18136"/>
                    <a:pt x="3927" y="18645"/>
                    <a:pt x="4418" y="18543"/>
                  </a:cubicBezTo>
                  <a:cubicBezTo>
                    <a:pt x="4418" y="18543"/>
                    <a:pt x="3927" y="18543"/>
                    <a:pt x="3927" y="18645"/>
                  </a:cubicBezTo>
                  <a:cubicBezTo>
                    <a:pt x="3436" y="18747"/>
                    <a:pt x="3927" y="18747"/>
                    <a:pt x="4418" y="18849"/>
                  </a:cubicBezTo>
                  <a:cubicBezTo>
                    <a:pt x="4418" y="18849"/>
                    <a:pt x="3436" y="18951"/>
                    <a:pt x="3436" y="18951"/>
                  </a:cubicBezTo>
                  <a:cubicBezTo>
                    <a:pt x="2945" y="18951"/>
                    <a:pt x="3436" y="18951"/>
                    <a:pt x="3436" y="19053"/>
                  </a:cubicBezTo>
                  <a:cubicBezTo>
                    <a:pt x="2945" y="19257"/>
                    <a:pt x="4909" y="19257"/>
                    <a:pt x="4909" y="19155"/>
                  </a:cubicBezTo>
                  <a:cubicBezTo>
                    <a:pt x="4909" y="19257"/>
                    <a:pt x="4418" y="19257"/>
                    <a:pt x="4909" y="19358"/>
                  </a:cubicBezTo>
                  <a:cubicBezTo>
                    <a:pt x="4909" y="19358"/>
                    <a:pt x="4909" y="19358"/>
                    <a:pt x="4909" y="19358"/>
                  </a:cubicBezTo>
                  <a:cubicBezTo>
                    <a:pt x="4909" y="19460"/>
                    <a:pt x="3927" y="19562"/>
                    <a:pt x="3927" y="19664"/>
                  </a:cubicBezTo>
                  <a:cubicBezTo>
                    <a:pt x="3436" y="19868"/>
                    <a:pt x="4909" y="19562"/>
                    <a:pt x="5400" y="19562"/>
                  </a:cubicBezTo>
                  <a:cubicBezTo>
                    <a:pt x="4909" y="19664"/>
                    <a:pt x="5400" y="19766"/>
                    <a:pt x="5400" y="19766"/>
                  </a:cubicBezTo>
                  <a:cubicBezTo>
                    <a:pt x="5400" y="19868"/>
                    <a:pt x="3927" y="19970"/>
                    <a:pt x="3927" y="19970"/>
                  </a:cubicBezTo>
                  <a:cubicBezTo>
                    <a:pt x="4909" y="20072"/>
                    <a:pt x="4909" y="19970"/>
                    <a:pt x="5400" y="20174"/>
                  </a:cubicBezTo>
                  <a:cubicBezTo>
                    <a:pt x="5891" y="20377"/>
                    <a:pt x="6873" y="19868"/>
                    <a:pt x="6382" y="19868"/>
                  </a:cubicBezTo>
                  <a:cubicBezTo>
                    <a:pt x="6873" y="19868"/>
                    <a:pt x="6873" y="19970"/>
                    <a:pt x="7364" y="20072"/>
                  </a:cubicBezTo>
                  <a:cubicBezTo>
                    <a:pt x="7364" y="20072"/>
                    <a:pt x="7364" y="19868"/>
                    <a:pt x="7364" y="19868"/>
                  </a:cubicBezTo>
                  <a:cubicBezTo>
                    <a:pt x="7364" y="19868"/>
                    <a:pt x="7364" y="20072"/>
                    <a:pt x="7364" y="20072"/>
                  </a:cubicBezTo>
                  <a:cubicBezTo>
                    <a:pt x="7855" y="19970"/>
                    <a:pt x="7855" y="19868"/>
                    <a:pt x="7855" y="19970"/>
                  </a:cubicBezTo>
                  <a:cubicBezTo>
                    <a:pt x="8345" y="19970"/>
                    <a:pt x="7855" y="20174"/>
                    <a:pt x="7855" y="20174"/>
                  </a:cubicBezTo>
                  <a:cubicBezTo>
                    <a:pt x="7364" y="20275"/>
                    <a:pt x="8345" y="20275"/>
                    <a:pt x="7855" y="20377"/>
                  </a:cubicBezTo>
                  <a:cubicBezTo>
                    <a:pt x="7364" y="20581"/>
                    <a:pt x="8345" y="20479"/>
                    <a:pt x="8836" y="20581"/>
                  </a:cubicBezTo>
                  <a:cubicBezTo>
                    <a:pt x="10309" y="20581"/>
                    <a:pt x="11782" y="20785"/>
                    <a:pt x="10309" y="20989"/>
                  </a:cubicBezTo>
                  <a:cubicBezTo>
                    <a:pt x="9818" y="21091"/>
                    <a:pt x="8345" y="20989"/>
                    <a:pt x="7855" y="21091"/>
                  </a:cubicBezTo>
                  <a:cubicBezTo>
                    <a:pt x="7364" y="21294"/>
                    <a:pt x="8836" y="21192"/>
                    <a:pt x="9327" y="21294"/>
                  </a:cubicBezTo>
                  <a:cubicBezTo>
                    <a:pt x="8836" y="21294"/>
                    <a:pt x="8836" y="21294"/>
                    <a:pt x="8836" y="21294"/>
                  </a:cubicBezTo>
                  <a:cubicBezTo>
                    <a:pt x="8836" y="21294"/>
                    <a:pt x="10800" y="21600"/>
                    <a:pt x="11782" y="21396"/>
                  </a:cubicBezTo>
                  <a:cubicBezTo>
                    <a:pt x="12273" y="21192"/>
                    <a:pt x="11291" y="20989"/>
                    <a:pt x="12273" y="20785"/>
                  </a:cubicBezTo>
                  <a:cubicBezTo>
                    <a:pt x="12764" y="20581"/>
                    <a:pt x="14236" y="20581"/>
                    <a:pt x="14727" y="20581"/>
                  </a:cubicBezTo>
                  <a:cubicBezTo>
                    <a:pt x="17182" y="20275"/>
                    <a:pt x="13745" y="20275"/>
                    <a:pt x="12764" y="20275"/>
                  </a:cubicBezTo>
                  <a:cubicBezTo>
                    <a:pt x="11782" y="20275"/>
                    <a:pt x="10309" y="20275"/>
                    <a:pt x="9327" y="20174"/>
                  </a:cubicBezTo>
                  <a:cubicBezTo>
                    <a:pt x="8345" y="19970"/>
                    <a:pt x="8345" y="19970"/>
                    <a:pt x="8345" y="19562"/>
                  </a:cubicBezTo>
                  <a:cubicBezTo>
                    <a:pt x="8345" y="19155"/>
                    <a:pt x="7855" y="19460"/>
                    <a:pt x="6382" y="19257"/>
                  </a:cubicBezTo>
                  <a:cubicBezTo>
                    <a:pt x="5891" y="19257"/>
                    <a:pt x="5891" y="18951"/>
                    <a:pt x="5891" y="18849"/>
                  </a:cubicBezTo>
                  <a:cubicBezTo>
                    <a:pt x="5400" y="18645"/>
                    <a:pt x="5400" y="18340"/>
                    <a:pt x="6382" y="18238"/>
                  </a:cubicBezTo>
                  <a:cubicBezTo>
                    <a:pt x="6873" y="18136"/>
                    <a:pt x="6873" y="18136"/>
                    <a:pt x="7364" y="18034"/>
                  </a:cubicBezTo>
                  <a:cubicBezTo>
                    <a:pt x="7364" y="17932"/>
                    <a:pt x="7855" y="17830"/>
                    <a:pt x="8345" y="17830"/>
                  </a:cubicBezTo>
                  <a:cubicBezTo>
                    <a:pt x="8836" y="17728"/>
                    <a:pt x="7855" y="17423"/>
                    <a:pt x="8345" y="17219"/>
                  </a:cubicBezTo>
                  <a:cubicBezTo>
                    <a:pt x="8345" y="17117"/>
                    <a:pt x="9327" y="17015"/>
                    <a:pt x="9818" y="16811"/>
                  </a:cubicBezTo>
                  <a:cubicBezTo>
                    <a:pt x="9818" y="16608"/>
                    <a:pt x="9818" y="16302"/>
                    <a:pt x="10309" y="16098"/>
                  </a:cubicBezTo>
                  <a:cubicBezTo>
                    <a:pt x="10309" y="15894"/>
                    <a:pt x="11291" y="15894"/>
                    <a:pt x="10309" y="15691"/>
                  </a:cubicBezTo>
                  <a:cubicBezTo>
                    <a:pt x="9818" y="15589"/>
                    <a:pt x="8345" y="15589"/>
                    <a:pt x="10309" y="15487"/>
                  </a:cubicBezTo>
                  <a:cubicBezTo>
                    <a:pt x="12764" y="15385"/>
                    <a:pt x="9818" y="15385"/>
                    <a:pt x="9327" y="15181"/>
                  </a:cubicBezTo>
                  <a:cubicBezTo>
                    <a:pt x="9327" y="14875"/>
                    <a:pt x="9327" y="14468"/>
                    <a:pt x="9327" y="14264"/>
                  </a:cubicBezTo>
                  <a:cubicBezTo>
                    <a:pt x="9327" y="13857"/>
                    <a:pt x="9327" y="13347"/>
                    <a:pt x="9327" y="12940"/>
                  </a:cubicBezTo>
                  <a:cubicBezTo>
                    <a:pt x="9818" y="12634"/>
                    <a:pt x="10309" y="12125"/>
                    <a:pt x="11291" y="11921"/>
                  </a:cubicBezTo>
                  <a:cubicBezTo>
                    <a:pt x="12764" y="11615"/>
                    <a:pt x="11291" y="11106"/>
                    <a:pt x="11291" y="10800"/>
                  </a:cubicBezTo>
                  <a:cubicBezTo>
                    <a:pt x="11291" y="10596"/>
                    <a:pt x="11782" y="10494"/>
                    <a:pt x="12764" y="10392"/>
                  </a:cubicBezTo>
                  <a:cubicBezTo>
                    <a:pt x="13745" y="10189"/>
                    <a:pt x="13255" y="10087"/>
                    <a:pt x="13255" y="9781"/>
                  </a:cubicBezTo>
                  <a:cubicBezTo>
                    <a:pt x="13255" y="9374"/>
                    <a:pt x="14727" y="9068"/>
                    <a:pt x="14236" y="8660"/>
                  </a:cubicBezTo>
                  <a:cubicBezTo>
                    <a:pt x="14236" y="8355"/>
                    <a:pt x="13745" y="8049"/>
                    <a:pt x="13255" y="7743"/>
                  </a:cubicBezTo>
                  <a:cubicBezTo>
                    <a:pt x="13255" y="7642"/>
                    <a:pt x="12764" y="7540"/>
                    <a:pt x="13255" y="7438"/>
                  </a:cubicBezTo>
                  <a:cubicBezTo>
                    <a:pt x="13745" y="7336"/>
                    <a:pt x="14236" y="6928"/>
                    <a:pt x="14236" y="6826"/>
                  </a:cubicBezTo>
                  <a:cubicBezTo>
                    <a:pt x="14236" y="6725"/>
                    <a:pt x="13745" y="6521"/>
                    <a:pt x="14727" y="6317"/>
                  </a:cubicBezTo>
                  <a:cubicBezTo>
                    <a:pt x="15218" y="6215"/>
                    <a:pt x="14727" y="6011"/>
                    <a:pt x="15218" y="5909"/>
                  </a:cubicBezTo>
                  <a:cubicBezTo>
                    <a:pt x="15218" y="5706"/>
                    <a:pt x="16200" y="5604"/>
                    <a:pt x="16691" y="5502"/>
                  </a:cubicBezTo>
                  <a:cubicBezTo>
                    <a:pt x="16691" y="5400"/>
                    <a:pt x="18164" y="5094"/>
                    <a:pt x="18164" y="4992"/>
                  </a:cubicBezTo>
                  <a:cubicBezTo>
                    <a:pt x="18164" y="4891"/>
                    <a:pt x="17673" y="4687"/>
                    <a:pt x="17673" y="4483"/>
                  </a:cubicBezTo>
                  <a:cubicBezTo>
                    <a:pt x="17673" y="4279"/>
                    <a:pt x="17673" y="4177"/>
                    <a:pt x="17673" y="3974"/>
                  </a:cubicBezTo>
                  <a:cubicBezTo>
                    <a:pt x="17673" y="3668"/>
                    <a:pt x="18164" y="3668"/>
                    <a:pt x="19636" y="3566"/>
                  </a:cubicBezTo>
                  <a:cubicBezTo>
                    <a:pt x="21600" y="3464"/>
                    <a:pt x="21600" y="3260"/>
                    <a:pt x="21600" y="2853"/>
                  </a:cubicBezTo>
                  <a:cubicBezTo>
                    <a:pt x="21109" y="2955"/>
                    <a:pt x="20127" y="2955"/>
                    <a:pt x="19636" y="2853"/>
                  </a:cubicBezTo>
                  <a:cubicBezTo>
                    <a:pt x="19636" y="2853"/>
                    <a:pt x="19636" y="2955"/>
                    <a:pt x="19636" y="285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3" name="Shape 5453"/>
            <p:cNvSpPr/>
            <p:nvPr/>
          </p:nvSpPr>
          <p:spPr>
            <a:xfrm>
              <a:off x="4575859" y="5780828"/>
              <a:ext cx="563438" cy="631260"/>
            </a:xfrm>
            <a:custGeom>
              <a:avLst/>
              <a:gdLst/>
              <a:ahLst/>
              <a:cxnLst>
                <a:cxn ang="0">
                  <a:pos x="wd2" y="hd2"/>
                </a:cxn>
                <a:cxn ang="5400000">
                  <a:pos x="wd2" y="hd2"/>
                </a:cxn>
                <a:cxn ang="10800000">
                  <a:pos x="wd2" y="hd2"/>
                </a:cxn>
                <a:cxn ang="16200000">
                  <a:pos x="wd2" y="hd2"/>
                </a:cxn>
              </a:cxnLst>
              <a:rect l="0" t="0" r="r" b="b"/>
              <a:pathLst>
                <a:path w="20322" h="20880" fill="norm" stroke="1" extrusionOk="0">
                  <a:moveTo>
                    <a:pt x="19952" y="12464"/>
                  </a:moveTo>
                  <a:cubicBezTo>
                    <a:pt x="18601" y="11847"/>
                    <a:pt x="18939" y="11538"/>
                    <a:pt x="18939" y="10304"/>
                  </a:cubicBezTo>
                  <a:cubicBezTo>
                    <a:pt x="17926" y="10304"/>
                    <a:pt x="16914" y="10304"/>
                    <a:pt x="16239" y="10304"/>
                  </a:cubicBezTo>
                  <a:cubicBezTo>
                    <a:pt x="15564" y="10304"/>
                    <a:pt x="15901" y="9995"/>
                    <a:pt x="15901" y="9687"/>
                  </a:cubicBezTo>
                  <a:cubicBezTo>
                    <a:pt x="15901" y="9378"/>
                    <a:pt x="15564" y="8761"/>
                    <a:pt x="15226" y="8761"/>
                  </a:cubicBezTo>
                  <a:cubicBezTo>
                    <a:pt x="15226" y="8453"/>
                    <a:pt x="15564" y="8453"/>
                    <a:pt x="15564" y="8144"/>
                  </a:cubicBezTo>
                  <a:cubicBezTo>
                    <a:pt x="15901" y="7835"/>
                    <a:pt x="15564" y="7527"/>
                    <a:pt x="15226" y="7527"/>
                  </a:cubicBezTo>
                  <a:cubicBezTo>
                    <a:pt x="15226" y="7218"/>
                    <a:pt x="15564" y="6910"/>
                    <a:pt x="15226" y="6601"/>
                  </a:cubicBezTo>
                  <a:cubicBezTo>
                    <a:pt x="14551" y="5984"/>
                    <a:pt x="13876" y="5984"/>
                    <a:pt x="13201" y="5984"/>
                  </a:cubicBezTo>
                  <a:cubicBezTo>
                    <a:pt x="12864" y="5984"/>
                    <a:pt x="12189" y="5367"/>
                    <a:pt x="11851" y="5058"/>
                  </a:cubicBezTo>
                  <a:cubicBezTo>
                    <a:pt x="11176" y="5058"/>
                    <a:pt x="10839" y="4441"/>
                    <a:pt x="10501" y="4441"/>
                  </a:cubicBezTo>
                  <a:cubicBezTo>
                    <a:pt x="9826" y="4441"/>
                    <a:pt x="9489" y="4441"/>
                    <a:pt x="9152" y="4441"/>
                  </a:cubicBezTo>
                  <a:cubicBezTo>
                    <a:pt x="8476" y="4441"/>
                    <a:pt x="7126" y="2898"/>
                    <a:pt x="7126" y="2281"/>
                  </a:cubicBezTo>
                  <a:cubicBezTo>
                    <a:pt x="7126" y="1973"/>
                    <a:pt x="7126" y="1664"/>
                    <a:pt x="7126" y="1355"/>
                  </a:cubicBezTo>
                  <a:cubicBezTo>
                    <a:pt x="7126" y="1047"/>
                    <a:pt x="7126" y="1047"/>
                    <a:pt x="7126" y="738"/>
                  </a:cubicBezTo>
                  <a:cubicBezTo>
                    <a:pt x="7126" y="-496"/>
                    <a:pt x="6452" y="121"/>
                    <a:pt x="5439" y="430"/>
                  </a:cubicBezTo>
                  <a:cubicBezTo>
                    <a:pt x="4426" y="430"/>
                    <a:pt x="3752" y="1355"/>
                    <a:pt x="2739" y="1355"/>
                  </a:cubicBezTo>
                  <a:cubicBezTo>
                    <a:pt x="2064" y="1355"/>
                    <a:pt x="2064" y="1973"/>
                    <a:pt x="1727" y="2281"/>
                  </a:cubicBezTo>
                  <a:cubicBezTo>
                    <a:pt x="1389" y="2281"/>
                    <a:pt x="377" y="1973"/>
                    <a:pt x="39" y="1973"/>
                  </a:cubicBezTo>
                  <a:cubicBezTo>
                    <a:pt x="714" y="2281"/>
                    <a:pt x="1052" y="3824"/>
                    <a:pt x="1389" y="4441"/>
                  </a:cubicBezTo>
                  <a:cubicBezTo>
                    <a:pt x="714" y="4750"/>
                    <a:pt x="1052" y="5984"/>
                    <a:pt x="1052" y="6601"/>
                  </a:cubicBezTo>
                  <a:cubicBezTo>
                    <a:pt x="1052" y="7218"/>
                    <a:pt x="1052" y="7527"/>
                    <a:pt x="714" y="7835"/>
                  </a:cubicBezTo>
                  <a:cubicBezTo>
                    <a:pt x="377" y="8144"/>
                    <a:pt x="377" y="8761"/>
                    <a:pt x="377" y="9070"/>
                  </a:cubicBezTo>
                  <a:cubicBezTo>
                    <a:pt x="39" y="9687"/>
                    <a:pt x="1052" y="9687"/>
                    <a:pt x="1052" y="10304"/>
                  </a:cubicBezTo>
                  <a:cubicBezTo>
                    <a:pt x="1052" y="10613"/>
                    <a:pt x="377" y="10921"/>
                    <a:pt x="377" y="11230"/>
                  </a:cubicBezTo>
                  <a:cubicBezTo>
                    <a:pt x="-636" y="12155"/>
                    <a:pt x="714" y="12464"/>
                    <a:pt x="714" y="13698"/>
                  </a:cubicBezTo>
                  <a:cubicBezTo>
                    <a:pt x="714" y="14007"/>
                    <a:pt x="714" y="14315"/>
                    <a:pt x="714" y="14624"/>
                  </a:cubicBezTo>
                  <a:cubicBezTo>
                    <a:pt x="1052" y="14933"/>
                    <a:pt x="1389" y="15241"/>
                    <a:pt x="1727" y="15550"/>
                  </a:cubicBezTo>
                  <a:cubicBezTo>
                    <a:pt x="1727" y="15858"/>
                    <a:pt x="1052" y="15858"/>
                    <a:pt x="1727" y="16167"/>
                  </a:cubicBezTo>
                  <a:cubicBezTo>
                    <a:pt x="1727" y="16167"/>
                    <a:pt x="1389" y="16784"/>
                    <a:pt x="1389" y="16784"/>
                  </a:cubicBezTo>
                  <a:cubicBezTo>
                    <a:pt x="1389" y="17710"/>
                    <a:pt x="2402" y="18327"/>
                    <a:pt x="2402" y="18944"/>
                  </a:cubicBezTo>
                  <a:cubicBezTo>
                    <a:pt x="2739" y="19870"/>
                    <a:pt x="2064" y="20795"/>
                    <a:pt x="3752" y="20795"/>
                  </a:cubicBezTo>
                  <a:cubicBezTo>
                    <a:pt x="4089" y="21104"/>
                    <a:pt x="4089" y="20487"/>
                    <a:pt x="4089" y="20178"/>
                  </a:cubicBezTo>
                  <a:cubicBezTo>
                    <a:pt x="4089" y="19870"/>
                    <a:pt x="4764" y="19561"/>
                    <a:pt x="5101" y="19561"/>
                  </a:cubicBezTo>
                  <a:cubicBezTo>
                    <a:pt x="5439" y="19253"/>
                    <a:pt x="5776" y="18944"/>
                    <a:pt x="6114" y="19561"/>
                  </a:cubicBezTo>
                  <a:cubicBezTo>
                    <a:pt x="6789" y="19870"/>
                    <a:pt x="7464" y="19561"/>
                    <a:pt x="7802" y="19561"/>
                  </a:cubicBezTo>
                  <a:cubicBezTo>
                    <a:pt x="8476" y="19561"/>
                    <a:pt x="8476" y="20487"/>
                    <a:pt x="8814" y="20487"/>
                  </a:cubicBezTo>
                  <a:cubicBezTo>
                    <a:pt x="9152" y="20487"/>
                    <a:pt x="9489" y="19870"/>
                    <a:pt x="9826" y="19561"/>
                  </a:cubicBezTo>
                  <a:cubicBezTo>
                    <a:pt x="10164" y="18944"/>
                    <a:pt x="11514" y="19870"/>
                    <a:pt x="11851" y="19253"/>
                  </a:cubicBezTo>
                  <a:cubicBezTo>
                    <a:pt x="12527" y="17710"/>
                    <a:pt x="12189" y="16167"/>
                    <a:pt x="14214" y="15550"/>
                  </a:cubicBezTo>
                  <a:cubicBezTo>
                    <a:pt x="14889" y="15241"/>
                    <a:pt x="15901" y="15241"/>
                    <a:pt x="16914" y="15241"/>
                  </a:cubicBezTo>
                  <a:cubicBezTo>
                    <a:pt x="17926" y="15241"/>
                    <a:pt x="18601" y="15550"/>
                    <a:pt x="19276" y="16167"/>
                  </a:cubicBezTo>
                  <a:cubicBezTo>
                    <a:pt x="19614" y="15241"/>
                    <a:pt x="20964" y="12773"/>
                    <a:pt x="19952" y="12464"/>
                  </a:cubicBezTo>
                  <a:cubicBezTo>
                    <a:pt x="19614" y="12155"/>
                    <a:pt x="20289" y="12464"/>
                    <a:pt x="19952" y="1246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4" name="Shape 5454"/>
            <p:cNvSpPr/>
            <p:nvPr/>
          </p:nvSpPr>
          <p:spPr>
            <a:xfrm>
              <a:off x="4901370" y="6236644"/>
              <a:ext cx="391797" cy="408403"/>
            </a:xfrm>
            <a:custGeom>
              <a:avLst/>
              <a:gdLst/>
              <a:ahLst/>
              <a:cxnLst>
                <a:cxn ang="0">
                  <a:pos x="wd2" y="hd2"/>
                </a:cxn>
                <a:cxn ang="5400000">
                  <a:pos x="wd2" y="hd2"/>
                </a:cxn>
                <a:cxn ang="10800000">
                  <a:pos x="wd2" y="hd2"/>
                </a:cxn>
                <a:cxn ang="16200000">
                  <a:pos x="wd2" y="hd2"/>
                </a:cxn>
              </a:cxnLst>
              <a:rect l="0" t="0" r="r" b="b"/>
              <a:pathLst>
                <a:path w="20126" h="21302" fill="norm" stroke="1" extrusionOk="0">
                  <a:moveTo>
                    <a:pt x="18919" y="11484"/>
                  </a:moveTo>
                  <a:cubicBezTo>
                    <a:pt x="18439" y="11975"/>
                    <a:pt x="17479" y="12466"/>
                    <a:pt x="16999" y="11484"/>
                  </a:cubicBezTo>
                  <a:cubicBezTo>
                    <a:pt x="16519" y="10993"/>
                    <a:pt x="17479" y="10502"/>
                    <a:pt x="16999" y="9520"/>
                  </a:cubicBezTo>
                  <a:cubicBezTo>
                    <a:pt x="16519" y="9029"/>
                    <a:pt x="16519" y="8538"/>
                    <a:pt x="16039" y="8047"/>
                  </a:cubicBezTo>
                  <a:cubicBezTo>
                    <a:pt x="14599" y="7066"/>
                    <a:pt x="14599" y="8047"/>
                    <a:pt x="13639" y="7557"/>
                  </a:cubicBezTo>
                  <a:cubicBezTo>
                    <a:pt x="13159" y="7557"/>
                    <a:pt x="12679" y="7557"/>
                    <a:pt x="11719" y="7066"/>
                  </a:cubicBezTo>
                  <a:cubicBezTo>
                    <a:pt x="10759" y="7066"/>
                    <a:pt x="11239" y="6084"/>
                    <a:pt x="11719" y="5593"/>
                  </a:cubicBezTo>
                  <a:cubicBezTo>
                    <a:pt x="11719" y="4611"/>
                    <a:pt x="11239" y="3629"/>
                    <a:pt x="11239" y="3138"/>
                  </a:cubicBezTo>
                  <a:cubicBezTo>
                    <a:pt x="10759" y="1666"/>
                    <a:pt x="11239" y="1666"/>
                    <a:pt x="9799" y="1175"/>
                  </a:cubicBezTo>
                  <a:cubicBezTo>
                    <a:pt x="8839" y="193"/>
                    <a:pt x="8359" y="-298"/>
                    <a:pt x="6439" y="193"/>
                  </a:cubicBezTo>
                  <a:cubicBezTo>
                    <a:pt x="4999" y="193"/>
                    <a:pt x="3079" y="684"/>
                    <a:pt x="2119" y="1175"/>
                  </a:cubicBezTo>
                  <a:cubicBezTo>
                    <a:pt x="679" y="2647"/>
                    <a:pt x="1159" y="3629"/>
                    <a:pt x="679" y="5102"/>
                  </a:cubicBezTo>
                  <a:cubicBezTo>
                    <a:pt x="679" y="5593"/>
                    <a:pt x="199" y="6084"/>
                    <a:pt x="199" y="6575"/>
                  </a:cubicBezTo>
                  <a:cubicBezTo>
                    <a:pt x="-281" y="7066"/>
                    <a:pt x="199" y="7066"/>
                    <a:pt x="679" y="8047"/>
                  </a:cubicBezTo>
                  <a:cubicBezTo>
                    <a:pt x="1639" y="9520"/>
                    <a:pt x="2599" y="10011"/>
                    <a:pt x="4039" y="11484"/>
                  </a:cubicBezTo>
                  <a:cubicBezTo>
                    <a:pt x="4519" y="11975"/>
                    <a:pt x="5479" y="11975"/>
                    <a:pt x="5959" y="11975"/>
                  </a:cubicBezTo>
                  <a:cubicBezTo>
                    <a:pt x="6919" y="11975"/>
                    <a:pt x="7399" y="12466"/>
                    <a:pt x="7879" y="12957"/>
                  </a:cubicBezTo>
                  <a:cubicBezTo>
                    <a:pt x="8839" y="13447"/>
                    <a:pt x="12679" y="14920"/>
                    <a:pt x="11719" y="16884"/>
                  </a:cubicBezTo>
                  <a:cubicBezTo>
                    <a:pt x="11239" y="17375"/>
                    <a:pt x="10279" y="17866"/>
                    <a:pt x="10279" y="18847"/>
                  </a:cubicBezTo>
                  <a:cubicBezTo>
                    <a:pt x="10279" y="19829"/>
                    <a:pt x="10279" y="19829"/>
                    <a:pt x="9319" y="20320"/>
                  </a:cubicBezTo>
                  <a:cubicBezTo>
                    <a:pt x="8839" y="21302"/>
                    <a:pt x="12679" y="20811"/>
                    <a:pt x="13159" y="21302"/>
                  </a:cubicBezTo>
                  <a:cubicBezTo>
                    <a:pt x="14119" y="21302"/>
                    <a:pt x="14119" y="21302"/>
                    <a:pt x="15079" y="20811"/>
                  </a:cubicBezTo>
                  <a:cubicBezTo>
                    <a:pt x="15559" y="19829"/>
                    <a:pt x="16999" y="20811"/>
                    <a:pt x="17479" y="20320"/>
                  </a:cubicBezTo>
                  <a:cubicBezTo>
                    <a:pt x="17959" y="19829"/>
                    <a:pt x="18439" y="19338"/>
                    <a:pt x="18919" y="18847"/>
                  </a:cubicBezTo>
                  <a:cubicBezTo>
                    <a:pt x="19399" y="17866"/>
                    <a:pt x="18919" y="16884"/>
                    <a:pt x="19399" y="16393"/>
                  </a:cubicBezTo>
                  <a:cubicBezTo>
                    <a:pt x="19399" y="15411"/>
                    <a:pt x="21319" y="11484"/>
                    <a:pt x="18919" y="11484"/>
                  </a:cubicBezTo>
                  <a:cubicBezTo>
                    <a:pt x="18919" y="11975"/>
                    <a:pt x="19399" y="11484"/>
                    <a:pt x="18919" y="1148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5" name="Shape 5455"/>
            <p:cNvSpPr/>
            <p:nvPr/>
          </p:nvSpPr>
          <p:spPr>
            <a:xfrm>
              <a:off x="4374280" y="5088449"/>
              <a:ext cx="1828449" cy="1875154"/>
            </a:xfrm>
            <a:custGeom>
              <a:avLst/>
              <a:gdLst/>
              <a:ahLst/>
              <a:cxnLst>
                <a:cxn ang="0">
                  <a:pos x="wd2" y="hd2"/>
                </a:cxn>
                <a:cxn ang="5400000">
                  <a:pos x="wd2" y="hd2"/>
                </a:cxn>
                <a:cxn ang="10800000">
                  <a:pos x="wd2" y="hd2"/>
                </a:cxn>
                <a:cxn ang="16200000">
                  <a:pos x="wd2" y="hd2"/>
                </a:cxn>
              </a:cxnLst>
              <a:rect l="0" t="0" r="r" b="b"/>
              <a:pathLst>
                <a:path w="21266" h="21514" fill="norm" stroke="1" extrusionOk="0">
                  <a:moveTo>
                    <a:pt x="21153" y="6039"/>
                  </a:moveTo>
                  <a:cubicBezTo>
                    <a:pt x="21045" y="5824"/>
                    <a:pt x="21045" y="5610"/>
                    <a:pt x="20936" y="5502"/>
                  </a:cubicBezTo>
                  <a:cubicBezTo>
                    <a:pt x="20719" y="5395"/>
                    <a:pt x="20394" y="5502"/>
                    <a:pt x="20285" y="5395"/>
                  </a:cubicBezTo>
                  <a:cubicBezTo>
                    <a:pt x="19742" y="5287"/>
                    <a:pt x="19417" y="4857"/>
                    <a:pt x="19091" y="4642"/>
                  </a:cubicBezTo>
                  <a:cubicBezTo>
                    <a:pt x="18874" y="4535"/>
                    <a:pt x="18657" y="4427"/>
                    <a:pt x="18548" y="4320"/>
                  </a:cubicBezTo>
                  <a:cubicBezTo>
                    <a:pt x="18223" y="4213"/>
                    <a:pt x="18114" y="4320"/>
                    <a:pt x="17789" y="4320"/>
                  </a:cubicBezTo>
                  <a:cubicBezTo>
                    <a:pt x="17354" y="4427"/>
                    <a:pt x="16920" y="3890"/>
                    <a:pt x="16486" y="4105"/>
                  </a:cubicBezTo>
                  <a:cubicBezTo>
                    <a:pt x="16160" y="4213"/>
                    <a:pt x="15835" y="3675"/>
                    <a:pt x="15618" y="3568"/>
                  </a:cubicBezTo>
                  <a:cubicBezTo>
                    <a:pt x="15292" y="3353"/>
                    <a:pt x="14858" y="3138"/>
                    <a:pt x="14532" y="3138"/>
                  </a:cubicBezTo>
                  <a:cubicBezTo>
                    <a:pt x="14315" y="3030"/>
                    <a:pt x="14098" y="3030"/>
                    <a:pt x="13990" y="3138"/>
                  </a:cubicBezTo>
                  <a:cubicBezTo>
                    <a:pt x="13881" y="3460"/>
                    <a:pt x="13555" y="3568"/>
                    <a:pt x="13447" y="3783"/>
                  </a:cubicBezTo>
                  <a:cubicBezTo>
                    <a:pt x="13230" y="4105"/>
                    <a:pt x="13338" y="3998"/>
                    <a:pt x="13121" y="3783"/>
                  </a:cubicBezTo>
                  <a:cubicBezTo>
                    <a:pt x="13121" y="3783"/>
                    <a:pt x="13013" y="3675"/>
                    <a:pt x="13013" y="3675"/>
                  </a:cubicBezTo>
                  <a:cubicBezTo>
                    <a:pt x="12796" y="3568"/>
                    <a:pt x="12904" y="3783"/>
                    <a:pt x="12796" y="3890"/>
                  </a:cubicBezTo>
                  <a:cubicBezTo>
                    <a:pt x="12687" y="3998"/>
                    <a:pt x="12361" y="3030"/>
                    <a:pt x="12470" y="3030"/>
                  </a:cubicBezTo>
                  <a:cubicBezTo>
                    <a:pt x="12470" y="3030"/>
                    <a:pt x="12144" y="3460"/>
                    <a:pt x="12036" y="3460"/>
                  </a:cubicBezTo>
                  <a:cubicBezTo>
                    <a:pt x="12036" y="3460"/>
                    <a:pt x="12470" y="3138"/>
                    <a:pt x="12361" y="3030"/>
                  </a:cubicBezTo>
                  <a:cubicBezTo>
                    <a:pt x="12144" y="2923"/>
                    <a:pt x="12144" y="3460"/>
                    <a:pt x="11927" y="3460"/>
                  </a:cubicBezTo>
                  <a:cubicBezTo>
                    <a:pt x="11927" y="3460"/>
                    <a:pt x="12361" y="2815"/>
                    <a:pt x="12361" y="2708"/>
                  </a:cubicBezTo>
                  <a:cubicBezTo>
                    <a:pt x="12361" y="2601"/>
                    <a:pt x="12578" y="2601"/>
                    <a:pt x="12578" y="2493"/>
                  </a:cubicBezTo>
                  <a:cubicBezTo>
                    <a:pt x="12687" y="2386"/>
                    <a:pt x="12796" y="2601"/>
                    <a:pt x="12904" y="2386"/>
                  </a:cubicBezTo>
                  <a:cubicBezTo>
                    <a:pt x="13013" y="2278"/>
                    <a:pt x="12904" y="2278"/>
                    <a:pt x="12904" y="2063"/>
                  </a:cubicBezTo>
                  <a:cubicBezTo>
                    <a:pt x="13013" y="1956"/>
                    <a:pt x="13013" y="1741"/>
                    <a:pt x="12796" y="1633"/>
                  </a:cubicBezTo>
                  <a:cubicBezTo>
                    <a:pt x="12470" y="1526"/>
                    <a:pt x="12470" y="1096"/>
                    <a:pt x="12470" y="774"/>
                  </a:cubicBezTo>
                  <a:cubicBezTo>
                    <a:pt x="12470" y="666"/>
                    <a:pt x="12361" y="559"/>
                    <a:pt x="12253" y="451"/>
                  </a:cubicBezTo>
                  <a:cubicBezTo>
                    <a:pt x="12144" y="344"/>
                    <a:pt x="12036" y="666"/>
                    <a:pt x="11927" y="774"/>
                  </a:cubicBezTo>
                  <a:cubicBezTo>
                    <a:pt x="11819" y="1096"/>
                    <a:pt x="11602" y="1526"/>
                    <a:pt x="11276" y="1526"/>
                  </a:cubicBezTo>
                  <a:cubicBezTo>
                    <a:pt x="11167" y="1526"/>
                    <a:pt x="11059" y="1418"/>
                    <a:pt x="10842" y="1418"/>
                  </a:cubicBezTo>
                  <a:cubicBezTo>
                    <a:pt x="10733" y="1418"/>
                    <a:pt x="10625" y="1526"/>
                    <a:pt x="10516" y="1418"/>
                  </a:cubicBezTo>
                  <a:cubicBezTo>
                    <a:pt x="10299" y="1311"/>
                    <a:pt x="10191" y="1418"/>
                    <a:pt x="9973" y="1418"/>
                  </a:cubicBezTo>
                  <a:cubicBezTo>
                    <a:pt x="9756" y="1418"/>
                    <a:pt x="9865" y="1418"/>
                    <a:pt x="9756" y="1633"/>
                  </a:cubicBezTo>
                  <a:cubicBezTo>
                    <a:pt x="9648" y="1741"/>
                    <a:pt x="9105" y="1633"/>
                    <a:pt x="8997" y="1741"/>
                  </a:cubicBezTo>
                  <a:cubicBezTo>
                    <a:pt x="8780" y="1741"/>
                    <a:pt x="8454" y="1956"/>
                    <a:pt x="8237" y="1956"/>
                  </a:cubicBezTo>
                  <a:cubicBezTo>
                    <a:pt x="7911" y="1956"/>
                    <a:pt x="7694" y="1526"/>
                    <a:pt x="7694" y="1311"/>
                  </a:cubicBezTo>
                  <a:cubicBezTo>
                    <a:pt x="7477" y="989"/>
                    <a:pt x="7911" y="774"/>
                    <a:pt x="7803" y="451"/>
                  </a:cubicBezTo>
                  <a:cubicBezTo>
                    <a:pt x="7694" y="236"/>
                    <a:pt x="7586" y="-86"/>
                    <a:pt x="7368" y="21"/>
                  </a:cubicBezTo>
                  <a:cubicBezTo>
                    <a:pt x="7368" y="129"/>
                    <a:pt x="6609" y="451"/>
                    <a:pt x="6500" y="451"/>
                  </a:cubicBezTo>
                  <a:cubicBezTo>
                    <a:pt x="6392" y="451"/>
                    <a:pt x="6174" y="451"/>
                    <a:pt x="6174" y="559"/>
                  </a:cubicBezTo>
                  <a:cubicBezTo>
                    <a:pt x="6066" y="559"/>
                    <a:pt x="6066" y="881"/>
                    <a:pt x="5957" y="666"/>
                  </a:cubicBezTo>
                  <a:cubicBezTo>
                    <a:pt x="5849" y="559"/>
                    <a:pt x="4981" y="451"/>
                    <a:pt x="4981" y="559"/>
                  </a:cubicBezTo>
                  <a:cubicBezTo>
                    <a:pt x="4981" y="559"/>
                    <a:pt x="5198" y="666"/>
                    <a:pt x="5198" y="666"/>
                  </a:cubicBezTo>
                  <a:cubicBezTo>
                    <a:pt x="5306" y="774"/>
                    <a:pt x="5306" y="881"/>
                    <a:pt x="5306" y="1096"/>
                  </a:cubicBezTo>
                  <a:cubicBezTo>
                    <a:pt x="5415" y="1096"/>
                    <a:pt x="5415" y="1311"/>
                    <a:pt x="5523" y="1418"/>
                  </a:cubicBezTo>
                  <a:cubicBezTo>
                    <a:pt x="5523" y="1418"/>
                    <a:pt x="5740" y="1418"/>
                    <a:pt x="5740" y="1418"/>
                  </a:cubicBezTo>
                  <a:cubicBezTo>
                    <a:pt x="5740" y="1526"/>
                    <a:pt x="5523" y="1633"/>
                    <a:pt x="5415" y="1633"/>
                  </a:cubicBezTo>
                  <a:cubicBezTo>
                    <a:pt x="5306" y="1741"/>
                    <a:pt x="5306" y="1848"/>
                    <a:pt x="5198" y="1956"/>
                  </a:cubicBezTo>
                  <a:cubicBezTo>
                    <a:pt x="5198" y="1956"/>
                    <a:pt x="4655" y="2386"/>
                    <a:pt x="4546" y="2278"/>
                  </a:cubicBezTo>
                  <a:cubicBezTo>
                    <a:pt x="4546" y="2171"/>
                    <a:pt x="4438" y="2171"/>
                    <a:pt x="4329" y="2278"/>
                  </a:cubicBezTo>
                  <a:cubicBezTo>
                    <a:pt x="4221" y="2386"/>
                    <a:pt x="4004" y="2171"/>
                    <a:pt x="4004" y="2171"/>
                  </a:cubicBezTo>
                  <a:cubicBezTo>
                    <a:pt x="3787" y="2063"/>
                    <a:pt x="3678" y="1633"/>
                    <a:pt x="3569" y="1633"/>
                  </a:cubicBezTo>
                  <a:cubicBezTo>
                    <a:pt x="3352" y="1526"/>
                    <a:pt x="3027" y="1848"/>
                    <a:pt x="2810" y="1848"/>
                  </a:cubicBezTo>
                  <a:cubicBezTo>
                    <a:pt x="2593" y="1848"/>
                    <a:pt x="2375" y="1848"/>
                    <a:pt x="2158" y="1848"/>
                  </a:cubicBezTo>
                  <a:cubicBezTo>
                    <a:pt x="2158" y="1848"/>
                    <a:pt x="2158" y="2063"/>
                    <a:pt x="2267" y="2063"/>
                  </a:cubicBezTo>
                  <a:cubicBezTo>
                    <a:pt x="2267" y="2171"/>
                    <a:pt x="2484" y="2171"/>
                    <a:pt x="2593" y="2171"/>
                  </a:cubicBezTo>
                  <a:cubicBezTo>
                    <a:pt x="2593" y="2278"/>
                    <a:pt x="2158" y="2386"/>
                    <a:pt x="2050" y="2386"/>
                  </a:cubicBezTo>
                  <a:cubicBezTo>
                    <a:pt x="1941" y="2493"/>
                    <a:pt x="2158" y="2815"/>
                    <a:pt x="2267" y="2923"/>
                  </a:cubicBezTo>
                  <a:cubicBezTo>
                    <a:pt x="2484" y="3353"/>
                    <a:pt x="2484" y="3675"/>
                    <a:pt x="2267" y="4105"/>
                  </a:cubicBezTo>
                  <a:cubicBezTo>
                    <a:pt x="2267" y="4320"/>
                    <a:pt x="2267" y="4965"/>
                    <a:pt x="2050" y="4965"/>
                  </a:cubicBezTo>
                  <a:cubicBezTo>
                    <a:pt x="1941" y="5072"/>
                    <a:pt x="1724" y="4965"/>
                    <a:pt x="1507" y="5072"/>
                  </a:cubicBezTo>
                  <a:cubicBezTo>
                    <a:pt x="1399" y="5180"/>
                    <a:pt x="1073" y="5180"/>
                    <a:pt x="964" y="5180"/>
                  </a:cubicBezTo>
                  <a:cubicBezTo>
                    <a:pt x="422" y="5395"/>
                    <a:pt x="422" y="5610"/>
                    <a:pt x="422" y="6039"/>
                  </a:cubicBezTo>
                  <a:cubicBezTo>
                    <a:pt x="422" y="6254"/>
                    <a:pt x="96" y="6254"/>
                    <a:pt x="96" y="6362"/>
                  </a:cubicBezTo>
                  <a:cubicBezTo>
                    <a:pt x="96" y="6684"/>
                    <a:pt x="-121" y="6792"/>
                    <a:pt x="96" y="7007"/>
                  </a:cubicBezTo>
                  <a:cubicBezTo>
                    <a:pt x="313" y="7221"/>
                    <a:pt x="313" y="7436"/>
                    <a:pt x="422" y="7651"/>
                  </a:cubicBezTo>
                  <a:cubicBezTo>
                    <a:pt x="422" y="7759"/>
                    <a:pt x="530" y="7759"/>
                    <a:pt x="639" y="7759"/>
                  </a:cubicBezTo>
                  <a:cubicBezTo>
                    <a:pt x="747" y="7759"/>
                    <a:pt x="747" y="7866"/>
                    <a:pt x="856" y="7974"/>
                  </a:cubicBezTo>
                  <a:cubicBezTo>
                    <a:pt x="1073" y="8296"/>
                    <a:pt x="1616" y="7974"/>
                    <a:pt x="1833" y="7759"/>
                  </a:cubicBezTo>
                  <a:cubicBezTo>
                    <a:pt x="1833" y="8081"/>
                    <a:pt x="1616" y="8618"/>
                    <a:pt x="1941" y="8726"/>
                  </a:cubicBezTo>
                  <a:cubicBezTo>
                    <a:pt x="2050" y="8726"/>
                    <a:pt x="2375" y="8618"/>
                    <a:pt x="2484" y="8618"/>
                  </a:cubicBezTo>
                  <a:cubicBezTo>
                    <a:pt x="2810" y="8726"/>
                    <a:pt x="2918" y="8726"/>
                    <a:pt x="3135" y="8511"/>
                  </a:cubicBezTo>
                  <a:cubicBezTo>
                    <a:pt x="3135" y="8404"/>
                    <a:pt x="3352" y="8404"/>
                    <a:pt x="3461" y="8404"/>
                  </a:cubicBezTo>
                  <a:cubicBezTo>
                    <a:pt x="3678" y="8189"/>
                    <a:pt x="3895" y="8081"/>
                    <a:pt x="4112" y="8081"/>
                  </a:cubicBezTo>
                  <a:cubicBezTo>
                    <a:pt x="4329" y="7974"/>
                    <a:pt x="4872" y="7759"/>
                    <a:pt x="4655" y="8189"/>
                  </a:cubicBezTo>
                  <a:cubicBezTo>
                    <a:pt x="4655" y="8404"/>
                    <a:pt x="4546" y="8618"/>
                    <a:pt x="4655" y="8833"/>
                  </a:cubicBezTo>
                  <a:cubicBezTo>
                    <a:pt x="4763" y="9048"/>
                    <a:pt x="4981" y="9263"/>
                    <a:pt x="5198" y="9371"/>
                  </a:cubicBezTo>
                  <a:cubicBezTo>
                    <a:pt x="5415" y="9586"/>
                    <a:pt x="5740" y="9478"/>
                    <a:pt x="5957" y="9586"/>
                  </a:cubicBezTo>
                  <a:cubicBezTo>
                    <a:pt x="6066" y="9693"/>
                    <a:pt x="6174" y="9801"/>
                    <a:pt x="6283" y="9801"/>
                  </a:cubicBezTo>
                  <a:cubicBezTo>
                    <a:pt x="6392" y="9801"/>
                    <a:pt x="6500" y="9908"/>
                    <a:pt x="6500" y="10015"/>
                  </a:cubicBezTo>
                  <a:cubicBezTo>
                    <a:pt x="6717" y="10015"/>
                    <a:pt x="7260" y="9908"/>
                    <a:pt x="7260" y="10230"/>
                  </a:cubicBezTo>
                  <a:cubicBezTo>
                    <a:pt x="7368" y="10445"/>
                    <a:pt x="7260" y="10445"/>
                    <a:pt x="7368" y="10660"/>
                  </a:cubicBezTo>
                  <a:cubicBezTo>
                    <a:pt x="7477" y="10768"/>
                    <a:pt x="7368" y="10768"/>
                    <a:pt x="7260" y="10875"/>
                  </a:cubicBezTo>
                  <a:cubicBezTo>
                    <a:pt x="7260" y="10875"/>
                    <a:pt x="7477" y="11413"/>
                    <a:pt x="7477" y="11520"/>
                  </a:cubicBezTo>
                  <a:cubicBezTo>
                    <a:pt x="7477" y="11627"/>
                    <a:pt x="8345" y="11520"/>
                    <a:pt x="8454" y="11520"/>
                  </a:cubicBezTo>
                  <a:cubicBezTo>
                    <a:pt x="8454" y="11735"/>
                    <a:pt x="8345" y="12057"/>
                    <a:pt x="8562" y="12165"/>
                  </a:cubicBezTo>
                  <a:cubicBezTo>
                    <a:pt x="8888" y="12380"/>
                    <a:pt x="8888" y="12595"/>
                    <a:pt x="8780" y="13024"/>
                  </a:cubicBezTo>
                  <a:cubicBezTo>
                    <a:pt x="8671" y="13239"/>
                    <a:pt x="8562" y="13562"/>
                    <a:pt x="8671" y="13884"/>
                  </a:cubicBezTo>
                  <a:cubicBezTo>
                    <a:pt x="8671" y="13992"/>
                    <a:pt x="8780" y="14207"/>
                    <a:pt x="8780" y="14421"/>
                  </a:cubicBezTo>
                  <a:cubicBezTo>
                    <a:pt x="8780" y="14529"/>
                    <a:pt x="8562" y="14744"/>
                    <a:pt x="8780" y="14744"/>
                  </a:cubicBezTo>
                  <a:cubicBezTo>
                    <a:pt x="8888" y="14851"/>
                    <a:pt x="9214" y="14959"/>
                    <a:pt x="9431" y="14851"/>
                  </a:cubicBezTo>
                  <a:cubicBezTo>
                    <a:pt x="9648" y="14636"/>
                    <a:pt x="10082" y="15389"/>
                    <a:pt x="9973" y="15496"/>
                  </a:cubicBezTo>
                  <a:cubicBezTo>
                    <a:pt x="9973" y="15604"/>
                    <a:pt x="9973" y="15711"/>
                    <a:pt x="10082" y="15818"/>
                  </a:cubicBezTo>
                  <a:cubicBezTo>
                    <a:pt x="10191" y="15926"/>
                    <a:pt x="10408" y="15711"/>
                    <a:pt x="10516" y="15818"/>
                  </a:cubicBezTo>
                  <a:cubicBezTo>
                    <a:pt x="10950" y="16033"/>
                    <a:pt x="10516" y="16463"/>
                    <a:pt x="10516" y="16786"/>
                  </a:cubicBezTo>
                  <a:cubicBezTo>
                    <a:pt x="10733" y="16463"/>
                    <a:pt x="10950" y="17108"/>
                    <a:pt x="10950" y="17108"/>
                  </a:cubicBezTo>
                  <a:cubicBezTo>
                    <a:pt x="11059" y="17538"/>
                    <a:pt x="10842" y="17645"/>
                    <a:pt x="10516" y="17753"/>
                  </a:cubicBezTo>
                  <a:cubicBezTo>
                    <a:pt x="10082" y="17968"/>
                    <a:pt x="9865" y="18183"/>
                    <a:pt x="9648" y="18505"/>
                  </a:cubicBezTo>
                  <a:cubicBezTo>
                    <a:pt x="9539" y="18720"/>
                    <a:pt x="9431" y="18827"/>
                    <a:pt x="9214" y="18935"/>
                  </a:cubicBezTo>
                  <a:cubicBezTo>
                    <a:pt x="9105" y="19150"/>
                    <a:pt x="8888" y="19257"/>
                    <a:pt x="8671" y="19472"/>
                  </a:cubicBezTo>
                  <a:cubicBezTo>
                    <a:pt x="8888" y="19472"/>
                    <a:pt x="9105" y="19365"/>
                    <a:pt x="9214" y="19365"/>
                  </a:cubicBezTo>
                  <a:cubicBezTo>
                    <a:pt x="9322" y="19365"/>
                    <a:pt x="9431" y="19580"/>
                    <a:pt x="9539" y="19580"/>
                  </a:cubicBezTo>
                  <a:cubicBezTo>
                    <a:pt x="9539" y="19687"/>
                    <a:pt x="9648" y="19795"/>
                    <a:pt x="9756" y="19902"/>
                  </a:cubicBezTo>
                  <a:cubicBezTo>
                    <a:pt x="9865" y="20010"/>
                    <a:pt x="9973" y="19902"/>
                    <a:pt x="10082" y="20010"/>
                  </a:cubicBezTo>
                  <a:cubicBezTo>
                    <a:pt x="10299" y="20224"/>
                    <a:pt x="10733" y="20332"/>
                    <a:pt x="10842" y="20654"/>
                  </a:cubicBezTo>
                  <a:cubicBezTo>
                    <a:pt x="10950" y="20869"/>
                    <a:pt x="11059" y="21299"/>
                    <a:pt x="11167" y="21514"/>
                  </a:cubicBezTo>
                  <a:cubicBezTo>
                    <a:pt x="11276" y="21407"/>
                    <a:pt x="11385" y="21299"/>
                    <a:pt x="11493" y="21084"/>
                  </a:cubicBezTo>
                  <a:cubicBezTo>
                    <a:pt x="11493" y="20977"/>
                    <a:pt x="11602" y="20762"/>
                    <a:pt x="11710" y="20654"/>
                  </a:cubicBezTo>
                  <a:cubicBezTo>
                    <a:pt x="11819" y="20332"/>
                    <a:pt x="12144" y="20224"/>
                    <a:pt x="12470" y="20010"/>
                  </a:cubicBezTo>
                  <a:cubicBezTo>
                    <a:pt x="12687" y="19795"/>
                    <a:pt x="12687" y="19580"/>
                    <a:pt x="12796" y="19257"/>
                  </a:cubicBezTo>
                  <a:cubicBezTo>
                    <a:pt x="13013" y="18827"/>
                    <a:pt x="13338" y="18720"/>
                    <a:pt x="13555" y="18398"/>
                  </a:cubicBezTo>
                  <a:cubicBezTo>
                    <a:pt x="13881" y="18075"/>
                    <a:pt x="13555" y="17645"/>
                    <a:pt x="13664" y="17215"/>
                  </a:cubicBezTo>
                  <a:cubicBezTo>
                    <a:pt x="13772" y="17108"/>
                    <a:pt x="13772" y="17001"/>
                    <a:pt x="13772" y="16786"/>
                  </a:cubicBezTo>
                  <a:cubicBezTo>
                    <a:pt x="13772" y="16678"/>
                    <a:pt x="13772" y="16678"/>
                    <a:pt x="13881" y="16678"/>
                  </a:cubicBezTo>
                  <a:cubicBezTo>
                    <a:pt x="14098" y="16571"/>
                    <a:pt x="14207" y="16356"/>
                    <a:pt x="14315" y="16248"/>
                  </a:cubicBezTo>
                  <a:cubicBezTo>
                    <a:pt x="14424" y="16141"/>
                    <a:pt x="14532" y="16033"/>
                    <a:pt x="14749" y="15926"/>
                  </a:cubicBezTo>
                  <a:cubicBezTo>
                    <a:pt x="14858" y="15926"/>
                    <a:pt x="14966" y="15818"/>
                    <a:pt x="15184" y="15711"/>
                  </a:cubicBezTo>
                  <a:cubicBezTo>
                    <a:pt x="15292" y="15711"/>
                    <a:pt x="15401" y="15818"/>
                    <a:pt x="15509" y="15818"/>
                  </a:cubicBezTo>
                  <a:cubicBezTo>
                    <a:pt x="15618" y="15818"/>
                    <a:pt x="15509" y="15711"/>
                    <a:pt x="15509" y="15711"/>
                  </a:cubicBezTo>
                  <a:cubicBezTo>
                    <a:pt x="15401" y="15604"/>
                    <a:pt x="15835" y="15496"/>
                    <a:pt x="15835" y="15496"/>
                  </a:cubicBezTo>
                  <a:cubicBezTo>
                    <a:pt x="15835" y="15496"/>
                    <a:pt x="16052" y="15174"/>
                    <a:pt x="16052" y="15281"/>
                  </a:cubicBezTo>
                  <a:cubicBezTo>
                    <a:pt x="16160" y="15389"/>
                    <a:pt x="16703" y="15174"/>
                    <a:pt x="16703" y="15174"/>
                  </a:cubicBezTo>
                  <a:cubicBezTo>
                    <a:pt x="16812" y="15174"/>
                    <a:pt x="16703" y="15281"/>
                    <a:pt x="16812" y="15281"/>
                  </a:cubicBezTo>
                  <a:cubicBezTo>
                    <a:pt x="16920" y="15281"/>
                    <a:pt x="17246" y="15281"/>
                    <a:pt x="17354" y="15174"/>
                  </a:cubicBezTo>
                  <a:cubicBezTo>
                    <a:pt x="17463" y="15066"/>
                    <a:pt x="17463" y="14959"/>
                    <a:pt x="17571" y="14851"/>
                  </a:cubicBezTo>
                  <a:cubicBezTo>
                    <a:pt x="17680" y="14851"/>
                    <a:pt x="17789" y="14744"/>
                    <a:pt x="17789" y="14636"/>
                  </a:cubicBezTo>
                  <a:cubicBezTo>
                    <a:pt x="17897" y="14529"/>
                    <a:pt x="17789" y="14314"/>
                    <a:pt x="17897" y="14207"/>
                  </a:cubicBezTo>
                  <a:cubicBezTo>
                    <a:pt x="18006" y="14099"/>
                    <a:pt x="18114" y="13992"/>
                    <a:pt x="18223" y="13884"/>
                  </a:cubicBezTo>
                  <a:cubicBezTo>
                    <a:pt x="18440" y="13562"/>
                    <a:pt x="18548" y="13454"/>
                    <a:pt x="18548" y="13132"/>
                  </a:cubicBezTo>
                  <a:cubicBezTo>
                    <a:pt x="18548" y="12917"/>
                    <a:pt x="18548" y="12810"/>
                    <a:pt x="18657" y="12595"/>
                  </a:cubicBezTo>
                  <a:cubicBezTo>
                    <a:pt x="18657" y="12487"/>
                    <a:pt x="18765" y="12487"/>
                    <a:pt x="18874" y="12380"/>
                  </a:cubicBezTo>
                  <a:cubicBezTo>
                    <a:pt x="18983" y="12272"/>
                    <a:pt x="18874" y="12057"/>
                    <a:pt x="18874" y="11950"/>
                  </a:cubicBezTo>
                  <a:cubicBezTo>
                    <a:pt x="18874" y="11735"/>
                    <a:pt x="18983" y="11627"/>
                    <a:pt x="18983" y="11413"/>
                  </a:cubicBezTo>
                  <a:cubicBezTo>
                    <a:pt x="19091" y="11090"/>
                    <a:pt x="18983" y="10768"/>
                    <a:pt x="18983" y="10445"/>
                  </a:cubicBezTo>
                  <a:cubicBezTo>
                    <a:pt x="18983" y="10230"/>
                    <a:pt x="18874" y="10015"/>
                    <a:pt x="18983" y="9908"/>
                  </a:cubicBezTo>
                  <a:cubicBezTo>
                    <a:pt x="19091" y="9693"/>
                    <a:pt x="18983" y="9801"/>
                    <a:pt x="18983" y="9586"/>
                  </a:cubicBezTo>
                  <a:cubicBezTo>
                    <a:pt x="18983" y="9586"/>
                    <a:pt x="19200" y="9693"/>
                    <a:pt x="19200" y="9693"/>
                  </a:cubicBezTo>
                  <a:cubicBezTo>
                    <a:pt x="19200" y="9693"/>
                    <a:pt x="19200" y="9586"/>
                    <a:pt x="19200" y="9586"/>
                  </a:cubicBezTo>
                  <a:cubicBezTo>
                    <a:pt x="19200" y="9586"/>
                    <a:pt x="19308" y="9586"/>
                    <a:pt x="19308" y="9586"/>
                  </a:cubicBezTo>
                  <a:cubicBezTo>
                    <a:pt x="19525" y="9586"/>
                    <a:pt x="19634" y="9263"/>
                    <a:pt x="19634" y="9156"/>
                  </a:cubicBezTo>
                  <a:cubicBezTo>
                    <a:pt x="19742" y="9048"/>
                    <a:pt x="19851" y="8833"/>
                    <a:pt x="19959" y="8618"/>
                  </a:cubicBezTo>
                  <a:cubicBezTo>
                    <a:pt x="20176" y="8404"/>
                    <a:pt x="20394" y="8404"/>
                    <a:pt x="20502" y="8189"/>
                  </a:cubicBezTo>
                  <a:cubicBezTo>
                    <a:pt x="21045" y="7544"/>
                    <a:pt x="21479" y="6792"/>
                    <a:pt x="21153" y="6039"/>
                  </a:cubicBezTo>
                  <a:cubicBezTo>
                    <a:pt x="20936" y="5610"/>
                    <a:pt x="21370" y="6362"/>
                    <a:pt x="21153" y="6039"/>
                  </a:cubicBezTo>
                  <a:close/>
                  <a:moveTo>
                    <a:pt x="12361" y="19902"/>
                  </a:moveTo>
                  <a:cubicBezTo>
                    <a:pt x="12144" y="20010"/>
                    <a:pt x="12036" y="20224"/>
                    <a:pt x="11819" y="20332"/>
                  </a:cubicBezTo>
                  <a:cubicBezTo>
                    <a:pt x="11493" y="20439"/>
                    <a:pt x="12036" y="20117"/>
                    <a:pt x="12036" y="20010"/>
                  </a:cubicBezTo>
                  <a:cubicBezTo>
                    <a:pt x="12144" y="19902"/>
                    <a:pt x="12253" y="19687"/>
                    <a:pt x="12470" y="19472"/>
                  </a:cubicBezTo>
                  <a:cubicBezTo>
                    <a:pt x="12687" y="19257"/>
                    <a:pt x="12578" y="19687"/>
                    <a:pt x="12361" y="19902"/>
                  </a:cubicBezTo>
                  <a:cubicBezTo>
                    <a:pt x="12361" y="19902"/>
                    <a:pt x="12470" y="19795"/>
                    <a:pt x="12361" y="19902"/>
                  </a:cubicBezTo>
                  <a:close/>
                </a:path>
              </a:pathLst>
            </a:custGeom>
            <a:solidFill>
              <a:schemeClr val="accent6">
                <a:satOff val="24555"/>
                <a:lumOff val="22232"/>
              </a:schemeClr>
            </a:solidFill>
            <a:ln w="12700"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6" name="Shape 5456"/>
            <p:cNvSpPr/>
            <p:nvPr/>
          </p:nvSpPr>
          <p:spPr>
            <a:xfrm>
              <a:off x="5087041" y="6775428"/>
              <a:ext cx="242796" cy="251887"/>
            </a:xfrm>
            <a:custGeom>
              <a:avLst/>
              <a:gdLst/>
              <a:ahLst/>
              <a:cxnLst>
                <a:cxn ang="0">
                  <a:pos x="wd2" y="hd2"/>
                </a:cxn>
                <a:cxn ang="5400000">
                  <a:pos x="wd2" y="hd2"/>
                </a:cxn>
                <a:cxn ang="10800000">
                  <a:pos x="wd2" y="hd2"/>
                </a:cxn>
                <a:cxn ang="16200000">
                  <a:pos x="wd2" y="hd2"/>
                </a:cxn>
              </a:cxnLst>
              <a:rect l="0" t="0" r="r" b="b"/>
              <a:pathLst>
                <a:path w="20839" h="20829" fill="norm" stroke="1" extrusionOk="0">
                  <a:moveTo>
                    <a:pt x="16525" y="6943"/>
                  </a:moveTo>
                  <a:cubicBezTo>
                    <a:pt x="15725" y="5400"/>
                    <a:pt x="14125" y="5400"/>
                    <a:pt x="13325" y="4629"/>
                  </a:cubicBezTo>
                  <a:cubicBezTo>
                    <a:pt x="12525" y="3858"/>
                    <a:pt x="11725" y="4629"/>
                    <a:pt x="10925" y="3858"/>
                  </a:cubicBezTo>
                  <a:cubicBezTo>
                    <a:pt x="10125" y="3086"/>
                    <a:pt x="9325" y="2315"/>
                    <a:pt x="8525" y="1543"/>
                  </a:cubicBezTo>
                  <a:cubicBezTo>
                    <a:pt x="7725" y="-771"/>
                    <a:pt x="6925" y="0"/>
                    <a:pt x="4525" y="772"/>
                  </a:cubicBezTo>
                  <a:cubicBezTo>
                    <a:pt x="3725" y="772"/>
                    <a:pt x="3725" y="0"/>
                    <a:pt x="2925" y="1543"/>
                  </a:cubicBezTo>
                  <a:cubicBezTo>
                    <a:pt x="2125" y="2315"/>
                    <a:pt x="2125" y="3086"/>
                    <a:pt x="2125" y="3858"/>
                  </a:cubicBezTo>
                  <a:cubicBezTo>
                    <a:pt x="2125" y="5400"/>
                    <a:pt x="2125" y="6943"/>
                    <a:pt x="2125" y="8486"/>
                  </a:cubicBezTo>
                  <a:cubicBezTo>
                    <a:pt x="2125" y="9258"/>
                    <a:pt x="2125" y="10800"/>
                    <a:pt x="1325" y="12343"/>
                  </a:cubicBezTo>
                  <a:cubicBezTo>
                    <a:pt x="-275" y="13886"/>
                    <a:pt x="-275" y="13886"/>
                    <a:pt x="525" y="16200"/>
                  </a:cubicBezTo>
                  <a:cubicBezTo>
                    <a:pt x="1325" y="17743"/>
                    <a:pt x="1325" y="17743"/>
                    <a:pt x="2925" y="18515"/>
                  </a:cubicBezTo>
                  <a:cubicBezTo>
                    <a:pt x="4525" y="18515"/>
                    <a:pt x="6125" y="18515"/>
                    <a:pt x="6925" y="19286"/>
                  </a:cubicBezTo>
                  <a:cubicBezTo>
                    <a:pt x="7725" y="19286"/>
                    <a:pt x="9325" y="20829"/>
                    <a:pt x="10125" y="20829"/>
                  </a:cubicBezTo>
                  <a:cubicBezTo>
                    <a:pt x="11725" y="20058"/>
                    <a:pt x="13325" y="20829"/>
                    <a:pt x="14925" y="20829"/>
                  </a:cubicBezTo>
                  <a:cubicBezTo>
                    <a:pt x="15725" y="20829"/>
                    <a:pt x="18125" y="19286"/>
                    <a:pt x="18925" y="18515"/>
                  </a:cubicBezTo>
                  <a:cubicBezTo>
                    <a:pt x="20525" y="16972"/>
                    <a:pt x="21325" y="15429"/>
                    <a:pt x="20525" y="13886"/>
                  </a:cubicBezTo>
                  <a:cubicBezTo>
                    <a:pt x="19725" y="12343"/>
                    <a:pt x="19725" y="11572"/>
                    <a:pt x="18925" y="10029"/>
                  </a:cubicBezTo>
                  <a:cubicBezTo>
                    <a:pt x="18925" y="8486"/>
                    <a:pt x="18125" y="7715"/>
                    <a:pt x="16525" y="6943"/>
                  </a:cubicBezTo>
                  <a:cubicBezTo>
                    <a:pt x="15725" y="6172"/>
                    <a:pt x="17325" y="6943"/>
                    <a:pt x="16525" y="694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7" name="Shape 5457"/>
            <p:cNvSpPr/>
            <p:nvPr/>
          </p:nvSpPr>
          <p:spPr>
            <a:xfrm>
              <a:off x="4384387" y="6361889"/>
              <a:ext cx="936086" cy="1665686"/>
            </a:xfrm>
            <a:custGeom>
              <a:avLst/>
              <a:gdLst/>
              <a:ahLst/>
              <a:cxnLst>
                <a:cxn ang="0">
                  <a:pos x="wd2" y="hd2"/>
                </a:cxn>
                <a:cxn ang="5400000">
                  <a:pos x="wd2" y="hd2"/>
                </a:cxn>
                <a:cxn ang="10800000">
                  <a:pos x="wd2" y="hd2"/>
                </a:cxn>
                <a:cxn ang="16200000">
                  <a:pos x="wd2" y="hd2"/>
                </a:cxn>
              </a:cxnLst>
              <a:rect l="0" t="0" r="r" b="b"/>
              <a:pathLst>
                <a:path w="21017" h="21513" fill="norm" stroke="1" extrusionOk="0">
                  <a:moveTo>
                    <a:pt x="15897" y="7395"/>
                  </a:moveTo>
                  <a:cubicBezTo>
                    <a:pt x="16526" y="7033"/>
                    <a:pt x="16107" y="6671"/>
                    <a:pt x="16317" y="6188"/>
                  </a:cubicBezTo>
                  <a:cubicBezTo>
                    <a:pt x="16317" y="6067"/>
                    <a:pt x="16317" y="5826"/>
                    <a:pt x="16317" y="5705"/>
                  </a:cubicBezTo>
                  <a:cubicBezTo>
                    <a:pt x="16526" y="5343"/>
                    <a:pt x="16946" y="5222"/>
                    <a:pt x="17365" y="4981"/>
                  </a:cubicBezTo>
                  <a:cubicBezTo>
                    <a:pt x="18204" y="4619"/>
                    <a:pt x="18623" y="4016"/>
                    <a:pt x="19462" y="3654"/>
                  </a:cubicBezTo>
                  <a:cubicBezTo>
                    <a:pt x="19882" y="3533"/>
                    <a:pt x="20511" y="3533"/>
                    <a:pt x="20930" y="3412"/>
                  </a:cubicBezTo>
                  <a:cubicBezTo>
                    <a:pt x="21140" y="3171"/>
                    <a:pt x="20930" y="2809"/>
                    <a:pt x="20721" y="2688"/>
                  </a:cubicBezTo>
                  <a:cubicBezTo>
                    <a:pt x="20511" y="2447"/>
                    <a:pt x="20721" y="2447"/>
                    <a:pt x="20301" y="2447"/>
                  </a:cubicBezTo>
                  <a:cubicBezTo>
                    <a:pt x="19882" y="2326"/>
                    <a:pt x="20091" y="2809"/>
                    <a:pt x="19882" y="2930"/>
                  </a:cubicBezTo>
                  <a:cubicBezTo>
                    <a:pt x="19672" y="3050"/>
                    <a:pt x="19462" y="3292"/>
                    <a:pt x="19253" y="3412"/>
                  </a:cubicBezTo>
                  <a:cubicBezTo>
                    <a:pt x="19043" y="3533"/>
                    <a:pt x="18414" y="3412"/>
                    <a:pt x="17994" y="3533"/>
                  </a:cubicBezTo>
                  <a:cubicBezTo>
                    <a:pt x="17785" y="3774"/>
                    <a:pt x="17156" y="3533"/>
                    <a:pt x="16736" y="3533"/>
                  </a:cubicBezTo>
                  <a:cubicBezTo>
                    <a:pt x="16526" y="3533"/>
                    <a:pt x="16107" y="3654"/>
                    <a:pt x="15897" y="3533"/>
                  </a:cubicBezTo>
                  <a:cubicBezTo>
                    <a:pt x="15478" y="3533"/>
                    <a:pt x="16107" y="3292"/>
                    <a:pt x="16107" y="3292"/>
                  </a:cubicBezTo>
                  <a:cubicBezTo>
                    <a:pt x="16317" y="3171"/>
                    <a:pt x="16107" y="3050"/>
                    <a:pt x="16107" y="3050"/>
                  </a:cubicBezTo>
                  <a:cubicBezTo>
                    <a:pt x="16107" y="2809"/>
                    <a:pt x="16317" y="2688"/>
                    <a:pt x="16526" y="2568"/>
                  </a:cubicBezTo>
                  <a:cubicBezTo>
                    <a:pt x="17365" y="2085"/>
                    <a:pt x="15688" y="1844"/>
                    <a:pt x="15058" y="1602"/>
                  </a:cubicBezTo>
                  <a:cubicBezTo>
                    <a:pt x="14429" y="1361"/>
                    <a:pt x="13590" y="1361"/>
                    <a:pt x="12961" y="999"/>
                  </a:cubicBezTo>
                  <a:cubicBezTo>
                    <a:pt x="12752" y="878"/>
                    <a:pt x="12332" y="758"/>
                    <a:pt x="12123" y="637"/>
                  </a:cubicBezTo>
                  <a:cubicBezTo>
                    <a:pt x="11913" y="396"/>
                    <a:pt x="11703" y="154"/>
                    <a:pt x="11493" y="154"/>
                  </a:cubicBezTo>
                  <a:cubicBezTo>
                    <a:pt x="11284" y="34"/>
                    <a:pt x="10655" y="34"/>
                    <a:pt x="10445" y="154"/>
                  </a:cubicBezTo>
                  <a:cubicBezTo>
                    <a:pt x="10235" y="275"/>
                    <a:pt x="10025" y="637"/>
                    <a:pt x="9606" y="396"/>
                  </a:cubicBezTo>
                  <a:cubicBezTo>
                    <a:pt x="9396" y="154"/>
                    <a:pt x="8977" y="154"/>
                    <a:pt x="8557" y="154"/>
                  </a:cubicBezTo>
                  <a:cubicBezTo>
                    <a:pt x="8138" y="154"/>
                    <a:pt x="8138" y="-87"/>
                    <a:pt x="7719" y="34"/>
                  </a:cubicBezTo>
                  <a:cubicBezTo>
                    <a:pt x="7509" y="154"/>
                    <a:pt x="6880" y="275"/>
                    <a:pt x="6880" y="396"/>
                  </a:cubicBezTo>
                  <a:cubicBezTo>
                    <a:pt x="6670" y="637"/>
                    <a:pt x="6880" y="878"/>
                    <a:pt x="6880" y="999"/>
                  </a:cubicBezTo>
                  <a:cubicBezTo>
                    <a:pt x="6670" y="1482"/>
                    <a:pt x="6041" y="1482"/>
                    <a:pt x="5412" y="1602"/>
                  </a:cubicBezTo>
                  <a:cubicBezTo>
                    <a:pt x="4992" y="1723"/>
                    <a:pt x="5202" y="2326"/>
                    <a:pt x="5202" y="2568"/>
                  </a:cubicBezTo>
                  <a:cubicBezTo>
                    <a:pt x="5202" y="2809"/>
                    <a:pt x="5412" y="3050"/>
                    <a:pt x="5412" y="3171"/>
                  </a:cubicBezTo>
                  <a:cubicBezTo>
                    <a:pt x="5412" y="3292"/>
                    <a:pt x="4783" y="3654"/>
                    <a:pt x="4783" y="3774"/>
                  </a:cubicBezTo>
                  <a:cubicBezTo>
                    <a:pt x="4573" y="3895"/>
                    <a:pt x="3944" y="4136"/>
                    <a:pt x="3944" y="4257"/>
                  </a:cubicBezTo>
                  <a:cubicBezTo>
                    <a:pt x="3944" y="4378"/>
                    <a:pt x="3944" y="4498"/>
                    <a:pt x="3944" y="4619"/>
                  </a:cubicBezTo>
                  <a:cubicBezTo>
                    <a:pt x="3944" y="4740"/>
                    <a:pt x="3734" y="4860"/>
                    <a:pt x="3734" y="4981"/>
                  </a:cubicBezTo>
                  <a:cubicBezTo>
                    <a:pt x="3734" y="5102"/>
                    <a:pt x="3944" y="5464"/>
                    <a:pt x="3524" y="5585"/>
                  </a:cubicBezTo>
                  <a:cubicBezTo>
                    <a:pt x="3524" y="5705"/>
                    <a:pt x="3524" y="5947"/>
                    <a:pt x="3524" y="6067"/>
                  </a:cubicBezTo>
                  <a:cubicBezTo>
                    <a:pt x="3315" y="6067"/>
                    <a:pt x="3105" y="6067"/>
                    <a:pt x="3105" y="6188"/>
                  </a:cubicBezTo>
                  <a:cubicBezTo>
                    <a:pt x="3105" y="6429"/>
                    <a:pt x="3524" y="6550"/>
                    <a:pt x="3524" y="6791"/>
                  </a:cubicBezTo>
                  <a:cubicBezTo>
                    <a:pt x="3524" y="6912"/>
                    <a:pt x="3524" y="7153"/>
                    <a:pt x="3734" y="7274"/>
                  </a:cubicBezTo>
                  <a:cubicBezTo>
                    <a:pt x="4154" y="7757"/>
                    <a:pt x="3315" y="8239"/>
                    <a:pt x="3315" y="8722"/>
                  </a:cubicBezTo>
                  <a:cubicBezTo>
                    <a:pt x="3105" y="8963"/>
                    <a:pt x="3524" y="9205"/>
                    <a:pt x="3315" y="9446"/>
                  </a:cubicBezTo>
                  <a:cubicBezTo>
                    <a:pt x="3105" y="9567"/>
                    <a:pt x="2686" y="9687"/>
                    <a:pt x="2476" y="9929"/>
                  </a:cubicBezTo>
                  <a:cubicBezTo>
                    <a:pt x="2266" y="10170"/>
                    <a:pt x="3105" y="11135"/>
                    <a:pt x="2686" y="11256"/>
                  </a:cubicBezTo>
                  <a:cubicBezTo>
                    <a:pt x="1847" y="11497"/>
                    <a:pt x="2057" y="12101"/>
                    <a:pt x="1847" y="12583"/>
                  </a:cubicBezTo>
                  <a:cubicBezTo>
                    <a:pt x="1427" y="12945"/>
                    <a:pt x="1637" y="13549"/>
                    <a:pt x="1637" y="14031"/>
                  </a:cubicBezTo>
                  <a:cubicBezTo>
                    <a:pt x="1637" y="14393"/>
                    <a:pt x="1637" y="14755"/>
                    <a:pt x="1637" y="15117"/>
                  </a:cubicBezTo>
                  <a:cubicBezTo>
                    <a:pt x="1637" y="15238"/>
                    <a:pt x="2686" y="15600"/>
                    <a:pt x="2266" y="15600"/>
                  </a:cubicBezTo>
                  <a:cubicBezTo>
                    <a:pt x="2266" y="15600"/>
                    <a:pt x="1427" y="15721"/>
                    <a:pt x="1847" y="15841"/>
                  </a:cubicBezTo>
                  <a:cubicBezTo>
                    <a:pt x="2266" y="15841"/>
                    <a:pt x="2266" y="15962"/>
                    <a:pt x="2057" y="16204"/>
                  </a:cubicBezTo>
                  <a:cubicBezTo>
                    <a:pt x="1847" y="16445"/>
                    <a:pt x="1847" y="16686"/>
                    <a:pt x="1847" y="17048"/>
                  </a:cubicBezTo>
                  <a:cubicBezTo>
                    <a:pt x="1847" y="17290"/>
                    <a:pt x="1427" y="17410"/>
                    <a:pt x="1218" y="17652"/>
                  </a:cubicBezTo>
                  <a:cubicBezTo>
                    <a:pt x="1008" y="17772"/>
                    <a:pt x="1218" y="18014"/>
                    <a:pt x="1218" y="18255"/>
                  </a:cubicBezTo>
                  <a:cubicBezTo>
                    <a:pt x="1218" y="18376"/>
                    <a:pt x="798" y="18738"/>
                    <a:pt x="589" y="18738"/>
                  </a:cubicBezTo>
                  <a:cubicBezTo>
                    <a:pt x="-460" y="18979"/>
                    <a:pt x="169" y="19703"/>
                    <a:pt x="379" y="20065"/>
                  </a:cubicBezTo>
                  <a:cubicBezTo>
                    <a:pt x="589" y="20306"/>
                    <a:pt x="1218" y="19944"/>
                    <a:pt x="1218" y="20427"/>
                  </a:cubicBezTo>
                  <a:cubicBezTo>
                    <a:pt x="1218" y="20548"/>
                    <a:pt x="1008" y="20910"/>
                    <a:pt x="1427" y="21030"/>
                  </a:cubicBezTo>
                  <a:cubicBezTo>
                    <a:pt x="1637" y="21151"/>
                    <a:pt x="1847" y="21151"/>
                    <a:pt x="2266" y="21151"/>
                  </a:cubicBezTo>
                  <a:cubicBezTo>
                    <a:pt x="2686" y="21272"/>
                    <a:pt x="3315" y="21272"/>
                    <a:pt x="3734" y="21272"/>
                  </a:cubicBezTo>
                  <a:cubicBezTo>
                    <a:pt x="3944" y="21272"/>
                    <a:pt x="4154" y="21272"/>
                    <a:pt x="4363" y="21392"/>
                  </a:cubicBezTo>
                  <a:cubicBezTo>
                    <a:pt x="4363" y="21272"/>
                    <a:pt x="4573" y="21272"/>
                    <a:pt x="4783" y="21272"/>
                  </a:cubicBezTo>
                  <a:cubicBezTo>
                    <a:pt x="4783" y="21392"/>
                    <a:pt x="5202" y="21513"/>
                    <a:pt x="5202" y="21513"/>
                  </a:cubicBezTo>
                  <a:cubicBezTo>
                    <a:pt x="5412" y="21513"/>
                    <a:pt x="4992" y="21151"/>
                    <a:pt x="4992" y="21030"/>
                  </a:cubicBezTo>
                  <a:cubicBezTo>
                    <a:pt x="4573" y="20789"/>
                    <a:pt x="4573" y="20548"/>
                    <a:pt x="4573" y="20306"/>
                  </a:cubicBezTo>
                  <a:cubicBezTo>
                    <a:pt x="4573" y="20065"/>
                    <a:pt x="4573" y="19944"/>
                    <a:pt x="5202" y="19703"/>
                  </a:cubicBezTo>
                  <a:cubicBezTo>
                    <a:pt x="5622" y="19582"/>
                    <a:pt x="4783" y="19582"/>
                    <a:pt x="4783" y="19582"/>
                  </a:cubicBezTo>
                  <a:cubicBezTo>
                    <a:pt x="4783" y="19582"/>
                    <a:pt x="5202" y="19462"/>
                    <a:pt x="4992" y="19462"/>
                  </a:cubicBezTo>
                  <a:cubicBezTo>
                    <a:pt x="5202" y="19462"/>
                    <a:pt x="5202" y="19582"/>
                    <a:pt x="5412" y="19582"/>
                  </a:cubicBezTo>
                  <a:cubicBezTo>
                    <a:pt x="5622" y="19703"/>
                    <a:pt x="5831" y="19582"/>
                    <a:pt x="6041" y="19582"/>
                  </a:cubicBezTo>
                  <a:cubicBezTo>
                    <a:pt x="6251" y="19341"/>
                    <a:pt x="6041" y="19100"/>
                    <a:pt x="6041" y="18858"/>
                  </a:cubicBezTo>
                  <a:cubicBezTo>
                    <a:pt x="6251" y="18617"/>
                    <a:pt x="6670" y="18496"/>
                    <a:pt x="7299" y="18376"/>
                  </a:cubicBezTo>
                  <a:cubicBezTo>
                    <a:pt x="7509" y="18255"/>
                    <a:pt x="7719" y="18255"/>
                    <a:pt x="7928" y="18134"/>
                  </a:cubicBezTo>
                  <a:cubicBezTo>
                    <a:pt x="8138" y="18014"/>
                    <a:pt x="7719" y="17893"/>
                    <a:pt x="7719" y="17893"/>
                  </a:cubicBezTo>
                  <a:cubicBezTo>
                    <a:pt x="7719" y="17772"/>
                    <a:pt x="8348" y="17652"/>
                    <a:pt x="8138" y="17410"/>
                  </a:cubicBezTo>
                  <a:cubicBezTo>
                    <a:pt x="7928" y="17169"/>
                    <a:pt x="7090" y="17410"/>
                    <a:pt x="6880" y="17169"/>
                  </a:cubicBezTo>
                  <a:cubicBezTo>
                    <a:pt x="6670" y="17048"/>
                    <a:pt x="6460" y="17048"/>
                    <a:pt x="6251" y="16807"/>
                  </a:cubicBezTo>
                  <a:cubicBezTo>
                    <a:pt x="6041" y="16566"/>
                    <a:pt x="6460" y="16204"/>
                    <a:pt x="6670" y="16083"/>
                  </a:cubicBezTo>
                  <a:cubicBezTo>
                    <a:pt x="7090" y="15962"/>
                    <a:pt x="7299" y="15721"/>
                    <a:pt x="7719" y="15721"/>
                  </a:cubicBezTo>
                  <a:cubicBezTo>
                    <a:pt x="8138" y="15600"/>
                    <a:pt x="8138" y="15841"/>
                    <a:pt x="8348" y="15479"/>
                  </a:cubicBezTo>
                  <a:cubicBezTo>
                    <a:pt x="8348" y="15238"/>
                    <a:pt x="8767" y="15117"/>
                    <a:pt x="8557" y="14876"/>
                  </a:cubicBezTo>
                  <a:cubicBezTo>
                    <a:pt x="8348" y="14514"/>
                    <a:pt x="9396" y="14514"/>
                    <a:pt x="9606" y="14273"/>
                  </a:cubicBezTo>
                  <a:cubicBezTo>
                    <a:pt x="9606" y="14273"/>
                    <a:pt x="8557" y="13790"/>
                    <a:pt x="9606" y="13911"/>
                  </a:cubicBezTo>
                  <a:cubicBezTo>
                    <a:pt x="9816" y="14031"/>
                    <a:pt x="9816" y="14152"/>
                    <a:pt x="10025" y="14152"/>
                  </a:cubicBezTo>
                  <a:cubicBezTo>
                    <a:pt x="10445" y="14152"/>
                    <a:pt x="10445" y="13790"/>
                    <a:pt x="10235" y="13669"/>
                  </a:cubicBezTo>
                  <a:cubicBezTo>
                    <a:pt x="10235" y="13549"/>
                    <a:pt x="9816" y="13790"/>
                    <a:pt x="9816" y="13790"/>
                  </a:cubicBezTo>
                  <a:cubicBezTo>
                    <a:pt x="9396" y="13790"/>
                    <a:pt x="8977" y="13669"/>
                    <a:pt x="8977" y="13549"/>
                  </a:cubicBezTo>
                  <a:cubicBezTo>
                    <a:pt x="8977" y="13428"/>
                    <a:pt x="8557" y="12583"/>
                    <a:pt x="8977" y="12583"/>
                  </a:cubicBezTo>
                  <a:cubicBezTo>
                    <a:pt x="9606" y="12704"/>
                    <a:pt x="10025" y="12945"/>
                    <a:pt x="10864" y="12945"/>
                  </a:cubicBezTo>
                  <a:cubicBezTo>
                    <a:pt x="11074" y="12945"/>
                    <a:pt x="11284" y="12825"/>
                    <a:pt x="11493" y="12825"/>
                  </a:cubicBezTo>
                  <a:cubicBezTo>
                    <a:pt x="11913" y="12583"/>
                    <a:pt x="11493" y="12463"/>
                    <a:pt x="11703" y="12221"/>
                  </a:cubicBezTo>
                  <a:cubicBezTo>
                    <a:pt x="11703" y="12101"/>
                    <a:pt x="11913" y="11980"/>
                    <a:pt x="11913" y="11980"/>
                  </a:cubicBezTo>
                  <a:cubicBezTo>
                    <a:pt x="12123" y="11739"/>
                    <a:pt x="11913" y="11739"/>
                    <a:pt x="11913" y="11618"/>
                  </a:cubicBezTo>
                  <a:cubicBezTo>
                    <a:pt x="11703" y="11497"/>
                    <a:pt x="11703" y="11256"/>
                    <a:pt x="11913" y="11256"/>
                  </a:cubicBezTo>
                  <a:cubicBezTo>
                    <a:pt x="12332" y="11256"/>
                    <a:pt x="12123" y="11497"/>
                    <a:pt x="12123" y="11497"/>
                  </a:cubicBezTo>
                  <a:cubicBezTo>
                    <a:pt x="11913" y="11377"/>
                    <a:pt x="13171" y="11377"/>
                    <a:pt x="13171" y="11377"/>
                  </a:cubicBezTo>
                  <a:cubicBezTo>
                    <a:pt x="14010" y="11377"/>
                    <a:pt x="14639" y="11135"/>
                    <a:pt x="15478" y="11135"/>
                  </a:cubicBezTo>
                  <a:cubicBezTo>
                    <a:pt x="15688" y="11015"/>
                    <a:pt x="16317" y="10894"/>
                    <a:pt x="16736" y="10773"/>
                  </a:cubicBezTo>
                  <a:cubicBezTo>
                    <a:pt x="16946" y="10653"/>
                    <a:pt x="16946" y="10532"/>
                    <a:pt x="17156" y="10411"/>
                  </a:cubicBezTo>
                  <a:cubicBezTo>
                    <a:pt x="17365" y="10291"/>
                    <a:pt x="17575" y="10170"/>
                    <a:pt x="17785" y="9929"/>
                  </a:cubicBezTo>
                  <a:cubicBezTo>
                    <a:pt x="17785" y="9567"/>
                    <a:pt x="17365" y="9567"/>
                    <a:pt x="16946" y="9325"/>
                  </a:cubicBezTo>
                  <a:cubicBezTo>
                    <a:pt x="16736" y="9084"/>
                    <a:pt x="17365" y="8963"/>
                    <a:pt x="16946" y="8722"/>
                  </a:cubicBezTo>
                  <a:cubicBezTo>
                    <a:pt x="16736" y="8601"/>
                    <a:pt x="15897" y="8481"/>
                    <a:pt x="15897" y="8239"/>
                  </a:cubicBezTo>
                  <a:cubicBezTo>
                    <a:pt x="15897" y="8239"/>
                    <a:pt x="15897" y="8119"/>
                    <a:pt x="16107" y="8119"/>
                  </a:cubicBezTo>
                  <a:cubicBezTo>
                    <a:pt x="16107" y="7998"/>
                    <a:pt x="15897" y="7998"/>
                    <a:pt x="15897" y="7877"/>
                  </a:cubicBezTo>
                  <a:cubicBezTo>
                    <a:pt x="15897" y="7757"/>
                    <a:pt x="15688" y="7515"/>
                    <a:pt x="15897" y="7395"/>
                  </a:cubicBezTo>
                  <a:cubicBezTo>
                    <a:pt x="16107" y="7274"/>
                    <a:pt x="15688" y="7515"/>
                    <a:pt x="15897" y="739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8" name="Shape 5458"/>
            <p:cNvSpPr/>
            <p:nvPr/>
          </p:nvSpPr>
          <p:spPr>
            <a:xfrm>
              <a:off x="3739541" y="4611315"/>
              <a:ext cx="203878" cy="208417"/>
            </a:xfrm>
            <a:custGeom>
              <a:avLst/>
              <a:gdLst/>
              <a:ahLst/>
              <a:cxnLst>
                <a:cxn ang="0">
                  <a:pos x="wd2" y="hd2"/>
                </a:cxn>
                <a:cxn ang="5400000">
                  <a:pos x="wd2" y="hd2"/>
                </a:cxn>
                <a:cxn ang="10800000">
                  <a:pos x="wd2" y="hd2"/>
                </a:cxn>
                <a:cxn ang="16200000">
                  <a:pos x="wd2" y="hd2"/>
                </a:cxn>
              </a:cxnLst>
              <a:rect l="0" t="0" r="r" b="b"/>
              <a:pathLst>
                <a:path w="21600" h="19904" fill="norm" stroke="1" extrusionOk="0">
                  <a:moveTo>
                    <a:pt x="14727" y="19004"/>
                  </a:moveTo>
                  <a:cubicBezTo>
                    <a:pt x="15709" y="19904"/>
                    <a:pt x="16691" y="19904"/>
                    <a:pt x="18655" y="19904"/>
                  </a:cubicBezTo>
                  <a:cubicBezTo>
                    <a:pt x="16691" y="17204"/>
                    <a:pt x="18655" y="16304"/>
                    <a:pt x="18655" y="13604"/>
                  </a:cubicBezTo>
                  <a:cubicBezTo>
                    <a:pt x="18655" y="11804"/>
                    <a:pt x="19636" y="9104"/>
                    <a:pt x="19636" y="7304"/>
                  </a:cubicBezTo>
                  <a:cubicBezTo>
                    <a:pt x="19636" y="6404"/>
                    <a:pt x="20618" y="5504"/>
                    <a:pt x="20618" y="4604"/>
                  </a:cubicBezTo>
                  <a:cubicBezTo>
                    <a:pt x="21600" y="3704"/>
                    <a:pt x="20618" y="2804"/>
                    <a:pt x="21600" y="1004"/>
                  </a:cubicBezTo>
                  <a:cubicBezTo>
                    <a:pt x="21600" y="-1696"/>
                    <a:pt x="17673" y="1904"/>
                    <a:pt x="16691" y="1904"/>
                  </a:cubicBezTo>
                  <a:cubicBezTo>
                    <a:pt x="14727" y="1904"/>
                    <a:pt x="13745" y="1004"/>
                    <a:pt x="11782" y="2804"/>
                  </a:cubicBezTo>
                  <a:cubicBezTo>
                    <a:pt x="11782" y="2804"/>
                    <a:pt x="9818" y="6404"/>
                    <a:pt x="8836" y="5504"/>
                  </a:cubicBezTo>
                  <a:cubicBezTo>
                    <a:pt x="6873" y="5504"/>
                    <a:pt x="5891" y="5504"/>
                    <a:pt x="3927" y="6404"/>
                  </a:cubicBezTo>
                  <a:cubicBezTo>
                    <a:pt x="3927" y="7304"/>
                    <a:pt x="3927" y="9104"/>
                    <a:pt x="2945" y="9104"/>
                  </a:cubicBezTo>
                  <a:cubicBezTo>
                    <a:pt x="2945" y="10004"/>
                    <a:pt x="982" y="10004"/>
                    <a:pt x="0" y="10004"/>
                  </a:cubicBezTo>
                  <a:cubicBezTo>
                    <a:pt x="1964" y="11804"/>
                    <a:pt x="3927" y="14504"/>
                    <a:pt x="5891" y="15404"/>
                  </a:cubicBezTo>
                  <a:cubicBezTo>
                    <a:pt x="6873" y="17204"/>
                    <a:pt x="8836" y="18104"/>
                    <a:pt x="10800" y="18104"/>
                  </a:cubicBezTo>
                  <a:cubicBezTo>
                    <a:pt x="11782" y="18104"/>
                    <a:pt x="13745" y="18104"/>
                    <a:pt x="14727" y="19004"/>
                  </a:cubicBezTo>
                  <a:cubicBezTo>
                    <a:pt x="15709" y="19004"/>
                    <a:pt x="14727" y="18104"/>
                    <a:pt x="14727" y="1900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59" name="Shape 5459"/>
            <p:cNvSpPr/>
            <p:nvPr/>
          </p:nvSpPr>
          <p:spPr>
            <a:xfrm>
              <a:off x="3820709" y="4800615"/>
              <a:ext cx="141824" cy="132676"/>
            </a:xfrm>
            <a:custGeom>
              <a:avLst/>
              <a:gdLst/>
              <a:ahLst/>
              <a:cxnLst>
                <a:cxn ang="0">
                  <a:pos x="wd2" y="hd2"/>
                </a:cxn>
                <a:cxn ang="5400000">
                  <a:pos x="wd2" y="hd2"/>
                </a:cxn>
                <a:cxn ang="10800000">
                  <a:pos x="wd2" y="hd2"/>
                </a:cxn>
                <a:cxn ang="16200000">
                  <a:pos x="wd2" y="hd2"/>
                </a:cxn>
              </a:cxnLst>
              <a:rect l="0" t="0" r="r" b="b"/>
              <a:pathLst>
                <a:path w="19233" h="20446" fill="norm" stroke="1" extrusionOk="0">
                  <a:moveTo>
                    <a:pt x="17962" y="14400"/>
                  </a:moveTo>
                  <a:cubicBezTo>
                    <a:pt x="17962" y="12960"/>
                    <a:pt x="17962" y="11520"/>
                    <a:pt x="19233" y="11520"/>
                  </a:cubicBezTo>
                  <a:cubicBezTo>
                    <a:pt x="17962" y="10080"/>
                    <a:pt x="17962" y="8640"/>
                    <a:pt x="16692" y="8640"/>
                  </a:cubicBezTo>
                  <a:cubicBezTo>
                    <a:pt x="15421" y="7200"/>
                    <a:pt x="14151" y="2880"/>
                    <a:pt x="12880" y="2880"/>
                  </a:cubicBezTo>
                  <a:cubicBezTo>
                    <a:pt x="10339" y="2880"/>
                    <a:pt x="9068" y="2880"/>
                    <a:pt x="7798" y="1440"/>
                  </a:cubicBezTo>
                  <a:cubicBezTo>
                    <a:pt x="6527" y="0"/>
                    <a:pt x="2715" y="0"/>
                    <a:pt x="1445" y="0"/>
                  </a:cubicBezTo>
                  <a:cubicBezTo>
                    <a:pt x="2715" y="1440"/>
                    <a:pt x="-2367" y="8640"/>
                    <a:pt x="1445" y="8640"/>
                  </a:cubicBezTo>
                  <a:cubicBezTo>
                    <a:pt x="2715" y="8640"/>
                    <a:pt x="2715" y="11520"/>
                    <a:pt x="5257" y="10080"/>
                  </a:cubicBezTo>
                  <a:cubicBezTo>
                    <a:pt x="6527" y="8640"/>
                    <a:pt x="2715" y="7200"/>
                    <a:pt x="2715" y="7200"/>
                  </a:cubicBezTo>
                  <a:cubicBezTo>
                    <a:pt x="3986" y="7200"/>
                    <a:pt x="6527" y="8640"/>
                    <a:pt x="6527" y="10080"/>
                  </a:cubicBezTo>
                  <a:cubicBezTo>
                    <a:pt x="7798" y="12960"/>
                    <a:pt x="10339" y="11520"/>
                    <a:pt x="11609" y="14400"/>
                  </a:cubicBezTo>
                  <a:cubicBezTo>
                    <a:pt x="12880" y="15840"/>
                    <a:pt x="12880" y="18720"/>
                    <a:pt x="15421" y="20160"/>
                  </a:cubicBezTo>
                  <a:cubicBezTo>
                    <a:pt x="19233" y="21600"/>
                    <a:pt x="19233" y="17280"/>
                    <a:pt x="17962" y="14400"/>
                  </a:cubicBezTo>
                  <a:cubicBezTo>
                    <a:pt x="17962" y="12960"/>
                    <a:pt x="17962" y="15840"/>
                    <a:pt x="17962" y="14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0" name="Shape 5460"/>
            <p:cNvSpPr/>
            <p:nvPr/>
          </p:nvSpPr>
          <p:spPr>
            <a:xfrm>
              <a:off x="3624862" y="4641338"/>
              <a:ext cx="105125" cy="62056"/>
            </a:xfrm>
            <a:custGeom>
              <a:avLst/>
              <a:gdLst/>
              <a:ahLst/>
              <a:cxnLst>
                <a:cxn ang="0">
                  <a:pos x="wd2" y="hd2"/>
                </a:cxn>
                <a:cxn ang="5400000">
                  <a:pos x="wd2" y="hd2"/>
                </a:cxn>
                <a:cxn ang="10800000">
                  <a:pos x="wd2" y="hd2"/>
                </a:cxn>
                <a:cxn ang="16200000">
                  <a:pos x="wd2" y="hd2"/>
                </a:cxn>
              </a:cxnLst>
              <a:rect l="0" t="0" r="r" b="b"/>
              <a:pathLst>
                <a:path w="21600" h="16183" fill="norm" stroke="1" extrusionOk="0">
                  <a:moveTo>
                    <a:pt x="7855" y="2400"/>
                  </a:moveTo>
                  <a:cubicBezTo>
                    <a:pt x="7855" y="0"/>
                    <a:pt x="7855" y="0"/>
                    <a:pt x="7855" y="0"/>
                  </a:cubicBezTo>
                  <a:cubicBezTo>
                    <a:pt x="5891" y="2400"/>
                    <a:pt x="1964" y="7200"/>
                    <a:pt x="0" y="9600"/>
                  </a:cubicBezTo>
                  <a:cubicBezTo>
                    <a:pt x="3927" y="12000"/>
                    <a:pt x="21600" y="21600"/>
                    <a:pt x="21600" y="12000"/>
                  </a:cubicBezTo>
                  <a:cubicBezTo>
                    <a:pt x="21600" y="4800"/>
                    <a:pt x="11782" y="7200"/>
                    <a:pt x="7855" y="2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1" name="Shape 5461"/>
            <p:cNvSpPr/>
            <p:nvPr/>
          </p:nvSpPr>
          <p:spPr>
            <a:xfrm>
              <a:off x="3529196" y="4477741"/>
              <a:ext cx="172124" cy="196364"/>
            </a:xfrm>
            <a:custGeom>
              <a:avLst/>
              <a:gdLst/>
              <a:ahLst/>
              <a:cxnLst>
                <a:cxn ang="0">
                  <a:pos x="wd2" y="hd2"/>
                </a:cxn>
                <a:cxn ang="5400000">
                  <a:pos x="wd2" y="hd2"/>
                </a:cxn>
                <a:cxn ang="10800000">
                  <a:pos x="wd2" y="hd2"/>
                </a:cxn>
                <a:cxn ang="16200000">
                  <a:pos x="wd2" y="hd2"/>
                </a:cxn>
              </a:cxnLst>
              <a:rect l="0" t="0" r="r" b="b"/>
              <a:pathLst>
                <a:path w="19781" h="19581" fill="norm" stroke="1" extrusionOk="0">
                  <a:moveTo>
                    <a:pt x="15461" y="14504"/>
                  </a:moveTo>
                  <a:cubicBezTo>
                    <a:pt x="15461" y="12626"/>
                    <a:pt x="18701" y="11687"/>
                    <a:pt x="19781" y="10748"/>
                  </a:cubicBezTo>
                  <a:cubicBezTo>
                    <a:pt x="16541" y="9808"/>
                    <a:pt x="15461" y="9808"/>
                    <a:pt x="15461" y="6991"/>
                  </a:cubicBezTo>
                  <a:cubicBezTo>
                    <a:pt x="15461" y="6052"/>
                    <a:pt x="16541" y="1356"/>
                    <a:pt x="15461" y="417"/>
                  </a:cubicBezTo>
                  <a:cubicBezTo>
                    <a:pt x="14381" y="-522"/>
                    <a:pt x="8981" y="417"/>
                    <a:pt x="6821" y="417"/>
                  </a:cubicBezTo>
                  <a:cubicBezTo>
                    <a:pt x="4661" y="417"/>
                    <a:pt x="4661" y="3235"/>
                    <a:pt x="5741" y="5113"/>
                  </a:cubicBezTo>
                  <a:cubicBezTo>
                    <a:pt x="6821" y="6052"/>
                    <a:pt x="11141" y="8869"/>
                    <a:pt x="6821" y="8869"/>
                  </a:cubicBezTo>
                  <a:cubicBezTo>
                    <a:pt x="5741" y="8869"/>
                    <a:pt x="3581" y="8869"/>
                    <a:pt x="2501" y="8869"/>
                  </a:cubicBezTo>
                  <a:cubicBezTo>
                    <a:pt x="341" y="8869"/>
                    <a:pt x="341" y="12626"/>
                    <a:pt x="341" y="13565"/>
                  </a:cubicBezTo>
                  <a:cubicBezTo>
                    <a:pt x="-1819" y="19200"/>
                    <a:pt x="6821" y="18261"/>
                    <a:pt x="11141" y="19200"/>
                  </a:cubicBezTo>
                  <a:cubicBezTo>
                    <a:pt x="12221" y="21078"/>
                    <a:pt x="15461" y="15443"/>
                    <a:pt x="15461" y="1450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2" name="Shape 5462"/>
            <p:cNvSpPr/>
            <p:nvPr/>
          </p:nvSpPr>
          <p:spPr>
            <a:xfrm>
              <a:off x="2376129" y="3738942"/>
              <a:ext cx="1398458" cy="892844"/>
            </a:xfrm>
            <a:custGeom>
              <a:avLst/>
              <a:gdLst/>
              <a:ahLst/>
              <a:cxnLst>
                <a:cxn ang="0">
                  <a:pos x="wd2" y="hd2"/>
                </a:cxn>
                <a:cxn ang="5400000">
                  <a:pos x="wd2" y="hd2"/>
                </a:cxn>
                <a:cxn ang="10800000">
                  <a:pos x="wd2" y="hd2"/>
                </a:cxn>
                <a:cxn ang="16200000">
                  <a:pos x="wd2" y="hd2"/>
                </a:cxn>
              </a:cxnLst>
              <a:rect l="0" t="0" r="r" b="b"/>
              <a:pathLst>
                <a:path w="21600" h="21468" fill="norm" stroke="1" extrusionOk="0">
                  <a:moveTo>
                    <a:pt x="18144" y="19893"/>
                  </a:moveTo>
                  <a:cubicBezTo>
                    <a:pt x="18288" y="19893"/>
                    <a:pt x="19296" y="20118"/>
                    <a:pt x="19008" y="19668"/>
                  </a:cubicBezTo>
                  <a:cubicBezTo>
                    <a:pt x="18864" y="19218"/>
                    <a:pt x="18576" y="18993"/>
                    <a:pt x="18432" y="18543"/>
                  </a:cubicBezTo>
                  <a:cubicBezTo>
                    <a:pt x="18432" y="18543"/>
                    <a:pt x="18576" y="17868"/>
                    <a:pt x="18720" y="17868"/>
                  </a:cubicBezTo>
                  <a:cubicBezTo>
                    <a:pt x="18864" y="17643"/>
                    <a:pt x="19584" y="17868"/>
                    <a:pt x="19872" y="17868"/>
                  </a:cubicBezTo>
                  <a:cubicBezTo>
                    <a:pt x="20304" y="17868"/>
                    <a:pt x="20160" y="16743"/>
                    <a:pt x="20736" y="17418"/>
                  </a:cubicBezTo>
                  <a:cubicBezTo>
                    <a:pt x="20880" y="16968"/>
                    <a:pt x="21024" y="16743"/>
                    <a:pt x="21024" y="16293"/>
                  </a:cubicBezTo>
                  <a:cubicBezTo>
                    <a:pt x="21024" y="15843"/>
                    <a:pt x="20880" y="15393"/>
                    <a:pt x="21024" y="15168"/>
                  </a:cubicBezTo>
                  <a:cubicBezTo>
                    <a:pt x="21168" y="14718"/>
                    <a:pt x="21600" y="14268"/>
                    <a:pt x="21600" y="14043"/>
                  </a:cubicBezTo>
                  <a:cubicBezTo>
                    <a:pt x="21456" y="13593"/>
                    <a:pt x="21312" y="13593"/>
                    <a:pt x="21024" y="13593"/>
                  </a:cubicBezTo>
                  <a:cubicBezTo>
                    <a:pt x="20592" y="13593"/>
                    <a:pt x="20016" y="13593"/>
                    <a:pt x="19584" y="13818"/>
                  </a:cubicBezTo>
                  <a:cubicBezTo>
                    <a:pt x="19296" y="13818"/>
                    <a:pt x="19152" y="14043"/>
                    <a:pt x="19008" y="14268"/>
                  </a:cubicBezTo>
                  <a:cubicBezTo>
                    <a:pt x="18864" y="14718"/>
                    <a:pt x="19008" y="15168"/>
                    <a:pt x="18864" y="15618"/>
                  </a:cubicBezTo>
                  <a:cubicBezTo>
                    <a:pt x="18864" y="15843"/>
                    <a:pt x="18144" y="16968"/>
                    <a:pt x="18144" y="16968"/>
                  </a:cubicBezTo>
                  <a:cubicBezTo>
                    <a:pt x="17568" y="16743"/>
                    <a:pt x="16992" y="16968"/>
                    <a:pt x="16416" y="17418"/>
                  </a:cubicBezTo>
                  <a:cubicBezTo>
                    <a:pt x="16128" y="17418"/>
                    <a:pt x="15984" y="17193"/>
                    <a:pt x="15840" y="16968"/>
                  </a:cubicBezTo>
                  <a:cubicBezTo>
                    <a:pt x="15696" y="16743"/>
                    <a:pt x="15408" y="16743"/>
                    <a:pt x="15120" y="16518"/>
                  </a:cubicBezTo>
                  <a:cubicBezTo>
                    <a:pt x="14832" y="16518"/>
                    <a:pt x="14832" y="15843"/>
                    <a:pt x="14688" y="15393"/>
                  </a:cubicBezTo>
                  <a:cubicBezTo>
                    <a:pt x="14544" y="14943"/>
                    <a:pt x="14256" y="14718"/>
                    <a:pt x="14112" y="14268"/>
                  </a:cubicBezTo>
                  <a:cubicBezTo>
                    <a:pt x="13968" y="13368"/>
                    <a:pt x="13680" y="12243"/>
                    <a:pt x="13824" y="11343"/>
                  </a:cubicBezTo>
                  <a:cubicBezTo>
                    <a:pt x="13824" y="10668"/>
                    <a:pt x="13680" y="9768"/>
                    <a:pt x="13968" y="9093"/>
                  </a:cubicBezTo>
                  <a:cubicBezTo>
                    <a:pt x="14112" y="8868"/>
                    <a:pt x="14112" y="8643"/>
                    <a:pt x="14112" y="8418"/>
                  </a:cubicBezTo>
                  <a:cubicBezTo>
                    <a:pt x="14256" y="7968"/>
                    <a:pt x="13968" y="8193"/>
                    <a:pt x="13824" y="7968"/>
                  </a:cubicBezTo>
                  <a:cubicBezTo>
                    <a:pt x="13536" y="7968"/>
                    <a:pt x="13248" y="7743"/>
                    <a:pt x="12960" y="7743"/>
                  </a:cubicBezTo>
                  <a:cubicBezTo>
                    <a:pt x="12816" y="7518"/>
                    <a:pt x="12528" y="7068"/>
                    <a:pt x="12528" y="6618"/>
                  </a:cubicBezTo>
                  <a:cubicBezTo>
                    <a:pt x="12528" y="5943"/>
                    <a:pt x="12096" y="5718"/>
                    <a:pt x="11808" y="5268"/>
                  </a:cubicBezTo>
                  <a:cubicBezTo>
                    <a:pt x="11664" y="4818"/>
                    <a:pt x="11664" y="4368"/>
                    <a:pt x="11520" y="3918"/>
                  </a:cubicBezTo>
                  <a:cubicBezTo>
                    <a:pt x="11376" y="3693"/>
                    <a:pt x="11088" y="3693"/>
                    <a:pt x="10800" y="3693"/>
                  </a:cubicBezTo>
                  <a:cubicBezTo>
                    <a:pt x="10656" y="3468"/>
                    <a:pt x="10368" y="3468"/>
                    <a:pt x="10224" y="3693"/>
                  </a:cubicBezTo>
                  <a:cubicBezTo>
                    <a:pt x="10224" y="3918"/>
                    <a:pt x="10080" y="4368"/>
                    <a:pt x="9792" y="4368"/>
                  </a:cubicBezTo>
                  <a:cubicBezTo>
                    <a:pt x="9504" y="4368"/>
                    <a:pt x="9072" y="3918"/>
                    <a:pt x="8928" y="3468"/>
                  </a:cubicBezTo>
                  <a:cubicBezTo>
                    <a:pt x="8784" y="2793"/>
                    <a:pt x="8784" y="2568"/>
                    <a:pt x="8496" y="2118"/>
                  </a:cubicBezTo>
                  <a:cubicBezTo>
                    <a:pt x="8208" y="1893"/>
                    <a:pt x="7776" y="1218"/>
                    <a:pt x="7488" y="1218"/>
                  </a:cubicBezTo>
                  <a:cubicBezTo>
                    <a:pt x="7344" y="993"/>
                    <a:pt x="6480" y="993"/>
                    <a:pt x="6480" y="1218"/>
                  </a:cubicBezTo>
                  <a:cubicBezTo>
                    <a:pt x="6192" y="1893"/>
                    <a:pt x="6048" y="1668"/>
                    <a:pt x="5616" y="1668"/>
                  </a:cubicBezTo>
                  <a:cubicBezTo>
                    <a:pt x="5040" y="1668"/>
                    <a:pt x="4608" y="1668"/>
                    <a:pt x="4176" y="1668"/>
                  </a:cubicBezTo>
                  <a:cubicBezTo>
                    <a:pt x="4032" y="1668"/>
                    <a:pt x="3600" y="1218"/>
                    <a:pt x="3312" y="993"/>
                  </a:cubicBezTo>
                  <a:cubicBezTo>
                    <a:pt x="2880" y="768"/>
                    <a:pt x="2448" y="543"/>
                    <a:pt x="1872" y="93"/>
                  </a:cubicBezTo>
                  <a:cubicBezTo>
                    <a:pt x="1296" y="-132"/>
                    <a:pt x="576" y="93"/>
                    <a:pt x="0" y="318"/>
                  </a:cubicBezTo>
                  <a:cubicBezTo>
                    <a:pt x="144" y="1443"/>
                    <a:pt x="720" y="2343"/>
                    <a:pt x="1008" y="3468"/>
                  </a:cubicBezTo>
                  <a:cubicBezTo>
                    <a:pt x="1152" y="3918"/>
                    <a:pt x="1584" y="4368"/>
                    <a:pt x="1872" y="4593"/>
                  </a:cubicBezTo>
                  <a:cubicBezTo>
                    <a:pt x="2016" y="5043"/>
                    <a:pt x="2304" y="5718"/>
                    <a:pt x="2160" y="6168"/>
                  </a:cubicBezTo>
                  <a:cubicBezTo>
                    <a:pt x="2160" y="6168"/>
                    <a:pt x="1152" y="5718"/>
                    <a:pt x="1728" y="6393"/>
                  </a:cubicBezTo>
                  <a:cubicBezTo>
                    <a:pt x="1872" y="6618"/>
                    <a:pt x="2016" y="6843"/>
                    <a:pt x="2160" y="7068"/>
                  </a:cubicBezTo>
                  <a:cubicBezTo>
                    <a:pt x="2448" y="7068"/>
                    <a:pt x="2592" y="7068"/>
                    <a:pt x="2736" y="7293"/>
                  </a:cubicBezTo>
                  <a:cubicBezTo>
                    <a:pt x="3024" y="7518"/>
                    <a:pt x="3312" y="7968"/>
                    <a:pt x="3600" y="8418"/>
                  </a:cubicBezTo>
                  <a:cubicBezTo>
                    <a:pt x="3744" y="8643"/>
                    <a:pt x="3600" y="9093"/>
                    <a:pt x="3456" y="9318"/>
                  </a:cubicBezTo>
                  <a:cubicBezTo>
                    <a:pt x="3312" y="9543"/>
                    <a:pt x="3600" y="9768"/>
                    <a:pt x="3744" y="9768"/>
                  </a:cubicBezTo>
                  <a:cubicBezTo>
                    <a:pt x="4176" y="10218"/>
                    <a:pt x="4464" y="10668"/>
                    <a:pt x="4752" y="11118"/>
                  </a:cubicBezTo>
                  <a:cubicBezTo>
                    <a:pt x="4896" y="11343"/>
                    <a:pt x="5040" y="11793"/>
                    <a:pt x="5184" y="11793"/>
                  </a:cubicBezTo>
                  <a:cubicBezTo>
                    <a:pt x="5328" y="11793"/>
                    <a:pt x="5472" y="11343"/>
                    <a:pt x="5328" y="11118"/>
                  </a:cubicBezTo>
                  <a:cubicBezTo>
                    <a:pt x="5328" y="10893"/>
                    <a:pt x="5184" y="10668"/>
                    <a:pt x="5184" y="10443"/>
                  </a:cubicBezTo>
                  <a:cubicBezTo>
                    <a:pt x="5040" y="10218"/>
                    <a:pt x="4752" y="10443"/>
                    <a:pt x="4608" y="10218"/>
                  </a:cubicBezTo>
                  <a:cubicBezTo>
                    <a:pt x="4320" y="9768"/>
                    <a:pt x="4608" y="9768"/>
                    <a:pt x="4608" y="9318"/>
                  </a:cubicBezTo>
                  <a:cubicBezTo>
                    <a:pt x="4608" y="9318"/>
                    <a:pt x="4320" y="8868"/>
                    <a:pt x="4320" y="8643"/>
                  </a:cubicBezTo>
                  <a:cubicBezTo>
                    <a:pt x="4032" y="8193"/>
                    <a:pt x="4032" y="7518"/>
                    <a:pt x="3744" y="7068"/>
                  </a:cubicBezTo>
                  <a:cubicBezTo>
                    <a:pt x="3456" y="6843"/>
                    <a:pt x="3168" y="6393"/>
                    <a:pt x="3024" y="5943"/>
                  </a:cubicBezTo>
                  <a:cubicBezTo>
                    <a:pt x="3024" y="5718"/>
                    <a:pt x="3024" y="5268"/>
                    <a:pt x="2880" y="5043"/>
                  </a:cubicBezTo>
                  <a:cubicBezTo>
                    <a:pt x="2736" y="4818"/>
                    <a:pt x="2592" y="4593"/>
                    <a:pt x="2448" y="4368"/>
                  </a:cubicBezTo>
                  <a:cubicBezTo>
                    <a:pt x="2304" y="3918"/>
                    <a:pt x="2160" y="3693"/>
                    <a:pt x="1872" y="3468"/>
                  </a:cubicBezTo>
                  <a:cubicBezTo>
                    <a:pt x="1728" y="3243"/>
                    <a:pt x="1728" y="2793"/>
                    <a:pt x="1728" y="2568"/>
                  </a:cubicBezTo>
                  <a:cubicBezTo>
                    <a:pt x="1728" y="2343"/>
                    <a:pt x="1440" y="1218"/>
                    <a:pt x="1584" y="993"/>
                  </a:cubicBezTo>
                  <a:cubicBezTo>
                    <a:pt x="1728" y="768"/>
                    <a:pt x="1872" y="1443"/>
                    <a:pt x="2016" y="1443"/>
                  </a:cubicBezTo>
                  <a:cubicBezTo>
                    <a:pt x="2160" y="1443"/>
                    <a:pt x="2160" y="1443"/>
                    <a:pt x="2160" y="1443"/>
                  </a:cubicBezTo>
                  <a:cubicBezTo>
                    <a:pt x="2448" y="1218"/>
                    <a:pt x="2448" y="1443"/>
                    <a:pt x="2592" y="1668"/>
                  </a:cubicBezTo>
                  <a:cubicBezTo>
                    <a:pt x="2736" y="1668"/>
                    <a:pt x="2880" y="1668"/>
                    <a:pt x="2880" y="1893"/>
                  </a:cubicBezTo>
                  <a:cubicBezTo>
                    <a:pt x="2880" y="2343"/>
                    <a:pt x="3024" y="2793"/>
                    <a:pt x="3168" y="3243"/>
                  </a:cubicBezTo>
                  <a:cubicBezTo>
                    <a:pt x="3168" y="3468"/>
                    <a:pt x="3312" y="3918"/>
                    <a:pt x="3312" y="4143"/>
                  </a:cubicBezTo>
                  <a:cubicBezTo>
                    <a:pt x="3312" y="4368"/>
                    <a:pt x="3168" y="4593"/>
                    <a:pt x="3168" y="4818"/>
                  </a:cubicBezTo>
                  <a:cubicBezTo>
                    <a:pt x="3312" y="4818"/>
                    <a:pt x="3312" y="4368"/>
                    <a:pt x="3312" y="4368"/>
                  </a:cubicBezTo>
                  <a:cubicBezTo>
                    <a:pt x="3456" y="4143"/>
                    <a:pt x="3600" y="4818"/>
                    <a:pt x="3744" y="4818"/>
                  </a:cubicBezTo>
                  <a:cubicBezTo>
                    <a:pt x="3888" y="5043"/>
                    <a:pt x="4608" y="5718"/>
                    <a:pt x="4608" y="5943"/>
                  </a:cubicBezTo>
                  <a:cubicBezTo>
                    <a:pt x="4608" y="6393"/>
                    <a:pt x="4752" y="6618"/>
                    <a:pt x="4896" y="6618"/>
                  </a:cubicBezTo>
                  <a:cubicBezTo>
                    <a:pt x="5040" y="6843"/>
                    <a:pt x="5040" y="7068"/>
                    <a:pt x="5184" y="7293"/>
                  </a:cubicBezTo>
                  <a:cubicBezTo>
                    <a:pt x="5328" y="7518"/>
                    <a:pt x="5472" y="7293"/>
                    <a:pt x="5472" y="7518"/>
                  </a:cubicBezTo>
                  <a:cubicBezTo>
                    <a:pt x="5616" y="7743"/>
                    <a:pt x="5328" y="7968"/>
                    <a:pt x="5472" y="8418"/>
                  </a:cubicBezTo>
                  <a:cubicBezTo>
                    <a:pt x="5760" y="8643"/>
                    <a:pt x="6048" y="8868"/>
                    <a:pt x="6336" y="9318"/>
                  </a:cubicBezTo>
                  <a:cubicBezTo>
                    <a:pt x="6480" y="9543"/>
                    <a:pt x="6480" y="9768"/>
                    <a:pt x="6624" y="9993"/>
                  </a:cubicBezTo>
                  <a:cubicBezTo>
                    <a:pt x="6768" y="10218"/>
                    <a:pt x="6912" y="10218"/>
                    <a:pt x="7056" y="10668"/>
                  </a:cubicBezTo>
                  <a:cubicBezTo>
                    <a:pt x="7344" y="10893"/>
                    <a:pt x="7488" y="11343"/>
                    <a:pt x="7776" y="11793"/>
                  </a:cubicBezTo>
                  <a:cubicBezTo>
                    <a:pt x="7920" y="12018"/>
                    <a:pt x="8064" y="12243"/>
                    <a:pt x="8208" y="12468"/>
                  </a:cubicBezTo>
                  <a:cubicBezTo>
                    <a:pt x="8352" y="12918"/>
                    <a:pt x="8064" y="12918"/>
                    <a:pt x="8064" y="13143"/>
                  </a:cubicBezTo>
                  <a:cubicBezTo>
                    <a:pt x="8064" y="13368"/>
                    <a:pt x="8496" y="13143"/>
                    <a:pt x="8496" y="13593"/>
                  </a:cubicBezTo>
                  <a:cubicBezTo>
                    <a:pt x="8352" y="14043"/>
                    <a:pt x="8208" y="14043"/>
                    <a:pt x="8352" y="14493"/>
                  </a:cubicBezTo>
                  <a:cubicBezTo>
                    <a:pt x="8352" y="14493"/>
                    <a:pt x="8064" y="14943"/>
                    <a:pt x="8208" y="15168"/>
                  </a:cubicBezTo>
                  <a:cubicBezTo>
                    <a:pt x="8352" y="15393"/>
                    <a:pt x="8496" y="15843"/>
                    <a:pt x="8640" y="16068"/>
                  </a:cubicBezTo>
                  <a:cubicBezTo>
                    <a:pt x="8784" y="16293"/>
                    <a:pt x="8928" y="16293"/>
                    <a:pt x="9072" y="16293"/>
                  </a:cubicBezTo>
                  <a:cubicBezTo>
                    <a:pt x="9504" y="16518"/>
                    <a:pt x="9504" y="16968"/>
                    <a:pt x="9792" y="17193"/>
                  </a:cubicBezTo>
                  <a:cubicBezTo>
                    <a:pt x="10224" y="17643"/>
                    <a:pt x="10800" y="17643"/>
                    <a:pt x="11088" y="18093"/>
                  </a:cubicBezTo>
                  <a:cubicBezTo>
                    <a:pt x="11664" y="18543"/>
                    <a:pt x="12240" y="18993"/>
                    <a:pt x="12816" y="19218"/>
                  </a:cubicBezTo>
                  <a:cubicBezTo>
                    <a:pt x="13248" y="19668"/>
                    <a:pt x="13968" y="20118"/>
                    <a:pt x="14544" y="20343"/>
                  </a:cubicBezTo>
                  <a:cubicBezTo>
                    <a:pt x="15120" y="20343"/>
                    <a:pt x="15552" y="19443"/>
                    <a:pt x="16272" y="19668"/>
                  </a:cubicBezTo>
                  <a:cubicBezTo>
                    <a:pt x="16848" y="19893"/>
                    <a:pt x="17280" y="20793"/>
                    <a:pt x="17712" y="21468"/>
                  </a:cubicBezTo>
                  <a:cubicBezTo>
                    <a:pt x="17712" y="21243"/>
                    <a:pt x="17856" y="20118"/>
                    <a:pt x="18144" y="19893"/>
                  </a:cubicBezTo>
                  <a:cubicBezTo>
                    <a:pt x="18288" y="19893"/>
                    <a:pt x="18000" y="19893"/>
                    <a:pt x="18144" y="1989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3" name="Shape 5463"/>
            <p:cNvSpPr/>
            <p:nvPr/>
          </p:nvSpPr>
          <p:spPr>
            <a:xfrm>
              <a:off x="3660262" y="4575573"/>
              <a:ext cx="273602" cy="142223"/>
            </a:xfrm>
            <a:custGeom>
              <a:avLst/>
              <a:gdLst/>
              <a:ahLst/>
              <a:cxnLst>
                <a:cxn ang="0">
                  <a:pos x="wd2" y="hd2"/>
                </a:cxn>
                <a:cxn ang="5400000">
                  <a:pos x="wd2" y="hd2"/>
                </a:cxn>
                <a:cxn ang="10800000">
                  <a:pos x="wd2" y="hd2"/>
                </a:cxn>
                <a:cxn ang="16200000">
                  <a:pos x="wd2" y="hd2"/>
                </a:cxn>
              </a:cxnLst>
              <a:rect l="0" t="0" r="r" b="b"/>
              <a:pathLst>
                <a:path w="21082" h="20518" fill="norm" stroke="1" extrusionOk="0">
                  <a:moveTo>
                    <a:pt x="8122" y="19168"/>
                  </a:moveTo>
                  <a:cubicBezTo>
                    <a:pt x="8842" y="19168"/>
                    <a:pt x="8842" y="17818"/>
                    <a:pt x="8842" y="16468"/>
                  </a:cubicBezTo>
                  <a:cubicBezTo>
                    <a:pt x="8842" y="15118"/>
                    <a:pt x="10282" y="13768"/>
                    <a:pt x="11002" y="13768"/>
                  </a:cubicBezTo>
                  <a:cubicBezTo>
                    <a:pt x="12442" y="12418"/>
                    <a:pt x="12442" y="15118"/>
                    <a:pt x="13882" y="12418"/>
                  </a:cubicBezTo>
                  <a:cubicBezTo>
                    <a:pt x="14602" y="11068"/>
                    <a:pt x="15322" y="7018"/>
                    <a:pt x="16762" y="8368"/>
                  </a:cubicBezTo>
                  <a:cubicBezTo>
                    <a:pt x="18922" y="8368"/>
                    <a:pt x="18922" y="7018"/>
                    <a:pt x="21082" y="5668"/>
                  </a:cubicBezTo>
                  <a:cubicBezTo>
                    <a:pt x="18202" y="2968"/>
                    <a:pt x="17482" y="-1082"/>
                    <a:pt x="13882" y="268"/>
                  </a:cubicBezTo>
                  <a:cubicBezTo>
                    <a:pt x="12442" y="268"/>
                    <a:pt x="11002" y="1618"/>
                    <a:pt x="9562" y="1618"/>
                  </a:cubicBezTo>
                  <a:cubicBezTo>
                    <a:pt x="8122" y="1618"/>
                    <a:pt x="6682" y="268"/>
                    <a:pt x="5242" y="268"/>
                  </a:cubicBezTo>
                  <a:cubicBezTo>
                    <a:pt x="3082" y="1618"/>
                    <a:pt x="2362" y="1618"/>
                    <a:pt x="922" y="4318"/>
                  </a:cubicBezTo>
                  <a:cubicBezTo>
                    <a:pt x="922" y="5668"/>
                    <a:pt x="-518" y="8368"/>
                    <a:pt x="202" y="11068"/>
                  </a:cubicBezTo>
                  <a:cubicBezTo>
                    <a:pt x="2362" y="13768"/>
                    <a:pt x="5242" y="11068"/>
                    <a:pt x="5242" y="17818"/>
                  </a:cubicBezTo>
                  <a:cubicBezTo>
                    <a:pt x="5242" y="17818"/>
                    <a:pt x="6682" y="17818"/>
                    <a:pt x="6682" y="17818"/>
                  </a:cubicBezTo>
                  <a:cubicBezTo>
                    <a:pt x="6682" y="17818"/>
                    <a:pt x="5962" y="20518"/>
                    <a:pt x="5962" y="20518"/>
                  </a:cubicBezTo>
                  <a:cubicBezTo>
                    <a:pt x="6682" y="20518"/>
                    <a:pt x="8122" y="20518"/>
                    <a:pt x="8122" y="1916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4" name="Shape 5464"/>
            <p:cNvSpPr/>
            <p:nvPr/>
          </p:nvSpPr>
          <p:spPr>
            <a:xfrm>
              <a:off x="3660701" y="4449028"/>
              <a:ext cx="59730" cy="126435"/>
            </a:xfrm>
            <a:custGeom>
              <a:avLst/>
              <a:gdLst/>
              <a:ahLst/>
              <a:cxnLst>
                <a:cxn ang="0">
                  <a:pos x="wd2" y="hd2"/>
                </a:cxn>
                <a:cxn ang="5400000">
                  <a:pos x="wd2" y="hd2"/>
                </a:cxn>
                <a:cxn ang="10800000">
                  <a:pos x="wd2" y="hd2"/>
                </a:cxn>
                <a:cxn ang="16200000">
                  <a:pos x="wd2" y="hd2"/>
                </a:cxn>
              </a:cxnLst>
              <a:rect l="0" t="0" r="r" b="b"/>
              <a:pathLst>
                <a:path w="19286" h="19484" fill="norm" stroke="1" extrusionOk="0">
                  <a:moveTo>
                    <a:pt x="13115" y="640"/>
                  </a:moveTo>
                  <a:cubicBezTo>
                    <a:pt x="10029" y="-800"/>
                    <a:pt x="3857" y="3520"/>
                    <a:pt x="3857" y="4960"/>
                  </a:cubicBezTo>
                  <a:cubicBezTo>
                    <a:pt x="772" y="6400"/>
                    <a:pt x="772" y="4960"/>
                    <a:pt x="772" y="7840"/>
                  </a:cubicBezTo>
                  <a:cubicBezTo>
                    <a:pt x="772" y="9280"/>
                    <a:pt x="-2314" y="20800"/>
                    <a:pt x="3857" y="19360"/>
                  </a:cubicBezTo>
                  <a:cubicBezTo>
                    <a:pt x="3857" y="17920"/>
                    <a:pt x="13115" y="13600"/>
                    <a:pt x="16200" y="10720"/>
                  </a:cubicBezTo>
                  <a:cubicBezTo>
                    <a:pt x="16200" y="6400"/>
                    <a:pt x="16200" y="4960"/>
                    <a:pt x="19286" y="2080"/>
                  </a:cubicBezTo>
                  <a:cubicBezTo>
                    <a:pt x="19286" y="640"/>
                    <a:pt x="16200" y="640"/>
                    <a:pt x="13115" y="640"/>
                  </a:cubicBezTo>
                  <a:cubicBezTo>
                    <a:pt x="10029" y="-800"/>
                    <a:pt x="16200" y="640"/>
                    <a:pt x="13115" y="6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5" name="Shape 5465"/>
            <p:cNvSpPr/>
            <p:nvPr/>
          </p:nvSpPr>
          <p:spPr>
            <a:xfrm>
              <a:off x="4354350" y="4368385"/>
              <a:ext cx="121051" cy="94561"/>
            </a:xfrm>
            <a:custGeom>
              <a:avLst/>
              <a:gdLst/>
              <a:ahLst/>
              <a:cxnLst>
                <a:cxn ang="0">
                  <a:pos x="wd2" y="hd2"/>
                </a:cxn>
                <a:cxn ang="5400000">
                  <a:pos x="wd2" y="hd2"/>
                </a:cxn>
                <a:cxn ang="10800000">
                  <a:pos x="wd2" y="hd2"/>
                </a:cxn>
                <a:cxn ang="16200000">
                  <a:pos x="wd2" y="hd2"/>
                </a:cxn>
              </a:cxnLst>
              <a:rect l="0" t="0" r="r" b="b"/>
              <a:pathLst>
                <a:path w="21600" h="20037" fill="norm" stroke="1" extrusionOk="0">
                  <a:moveTo>
                    <a:pt x="19938" y="4328"/>
                  </a:moveTo>
                  <a:cubicBezTo>
                    <a:pt x="16615" y="4328"/>
                    <a:pt x="13292" y="-1563"/>
                    <a:pt x="9969" y="401"/>
                  </a:cubicBezTo>
                  <a:cubicBezTo>
                    <a:pt x="4985" y="2364"/>
                    <a:pt x="11631" y="4328"/>
                    <a:pt x="11631" y="8255"/>
                  </a:cubicBezTo>
                  <a:cubicBezTo>
                    <a:pt x="13292" y="10219"/>
                    <a:pt x="16615" y="14146"/>
                    <a:pt x="14954" y="16110"/>
                  </a:cubicBezTo>
                  <a:cubicBezTo>
                    <a:pt x="13292" y="18073"/>
                    <a:pt x="11631" y="18073"/>
                    <a:pt x="9969" y="18073"/>
                  </a:cubicBezTo>
                  <a:cubicBezTo>
                    <a:pt x="6646" y="16110"/>
                    <a:pt x="9969" y="16110"/>
                    <a:pt x="8308" y="14146"/>
                  </a:cubicBezTo>
                  <a:cubicBezTo>
                    <a:pt x="8308" y="14146"/>
                    <a:pt x="0" y="16110"/>
                    <a:pt x="0" y="16110"/>
                  </a:cubicBezTo>
                  <a:cubicBezTo>
                    <a:pt x="0" y="20037"/>
                    <a:pt x="3323" y="20037"/>
                    <a:pt x="4985" y="20037"/>
                  </a:cubicBezTo>
                  <a:cubicBezTo>
                    <a:pt x="9969" y="18073"/>
                    <a:pt x="14954" y="20037"/>
                    <a:pt x="21600" y="20037"/>
                  </a:cubicBezTo>
                  <a:cubicBezTo>
                    <a:pt x="21600" y="14146"/>
                    <a:pt x="19938" y="8255"/>
                    <a:pt x="19938" y="4328"/>
                  </a:cubicBezTo>
                  <a:cubicBezTo>
                    <a:pt x="18277" y="4328"/>
                    <a:pt x="19938" y="8255"/>
                    <a:pt x="19938" y="432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6" name="Shape 5466"/>
            <p:cNvSpPr/>
            <p:nvPr/>
          </p:nvSpPr>
          <p:spPr>
            <a:xfrm>
              <a:off x="4465846" y="4367807"/>
              <a:ext cx="162974" cy="115579"/>
            </a:xfrm>
            <a:custGeom>
              <a:avLst/>
              <a:gdLst/>
              <a:ahLst/>
              <a:cxnLst>
                <a:cxn ang="0">
                  <a:pos x="wd2" y="hd2"/>
                </a:cxn>
                <a:cxn ang="5400000">
                  <a:pos x="wd2" y="hd2"/>
                </a:cxn>
                <a:cxn ang="10800000">
                  <a:pos x="wd2" y="hd2"/>
                </a:cxn>
                <a:cxn ang="16200000">
                  <a:pos x="wd2" y="hd2"/>
                </a:cxn>
              </a:cxnLst>
              <a:rect l="0" t="0" r="r" b="b"/>
              <a:pathLst>
                <a:path w="20850" h="17811" fill="norm" stroke="1" extrusionOk="0">
                  <a:moveTo>
                    <a:pt x="16800" y="9032"/>
                  </a:moveTo>
                  <a:cubicBezTo>
                    <a:pt x="14400" y="7592"/>
                    <a:pt x="12000" y="4712"/>
                    <a:pt x="9600" y="3272"/>
                  </a:cubicBezTo>
                  <a:cubicBezTo>
                    <a:pt x="8400" y="1832"/>
                    <a:pt x="2400" y="-1048"/>
                    <a:pt x="1200" y="392"/>
                  </a:cubicBezTo>
                  <a:cubicBezTo>
                    <a:pt x="1200" y="392"/>
                    <a:pt x="3600" y="3272"/>
                    <a:pt x="0" y="3272"/>
                  </a:cubicBezTo>
                  <a:cubicBezTo>
                    <a:pt x="0" y="6152"/>
                    <a:pt x="1200" y="9032"/>
                    <a:pt x="1200" y="13352"/>
                  </a:cubicBezTo>
                  <a:cubicBezTo>
                    <a:pt x="1200" y="14792"/>
                    <a:pt x="1200" y="14792"/>
                    <a:pt x="2400" y="16232"/>
                  </a:cubicBezTo>
                  <a:cubicBezTo>
                    <a:pt x="3600" y="20552"/>
                    <a:pt x="3600" y="14792"/>
                    <a:pt x="4800" y="13352"/>
                  </a:cubicBezTo>
                  <a:cubicBezTo>
                    <a:pt x="7200" y="10472"/>
                    <a:pt x="13200" y="13352"/>
                    <a:pt x="15600" y="13352"/>
                  </a:cubicBezTo>
                  <a:cubicBezTo>
                    <a:pt x="18000" y="13352"/>
                    <a:pt x="18000" y="14792"/>
                    <a:pt x="20400" y="13352"/>
                  </a:cubicBezTo>
                  <a:cubicBezTo>
                    <a:pt x="21600" y="10472"/>
                    <a:pt x="20400" y="9032"/>
                    <a:pt x="16800" y="9032"/>
                  </a:cubicBezTo>
                  <a:cubicBezTo>
                    <a:pt x="14400" y="9032"/>
                    <a:pt x="19200" y="9032"/>
                    <a:pt x="16800" y="903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7" name="Shape 5467"/>
            <p:cNvSpPr/>
            <p:nvPr/>
          </p:nvSpPr>
          <p:spPr>
            <a:xfrm>
              <a:off x="-1" y="1251235"/>
              <a:ext cx="1777251" cy="1204381"/>
            </a:xfrm>
            <a:custGeom>
              <a:avLst/>
              <a:gdLst/>
              <a:ahLst/>
              <a:cxnLst>
                <a:cxn ang="0">
                  <a:pos x="wd2" y="hd2"/>
                </a:cxn>
                <a:cxn ang="5400000">
                  <a:pos x="wd2" y="hd2"/>
                </a:cxn>
                <a:cxn ang="10800000">
                  <a:pos x="wd2" y="hd2"/>
                </a:cxn>
                <a:cxn ang="16200000">
                  <a:pos x="wd2" y="hd2"/>
                </a:cxn>
              </a:cxnLst>
              <a:rect l="0" t="0" r="r" b="b"/>
              <a:pathLst>
                <a:path w="21179" h="21378" fill="norm" stroke="1" extrusionOk="0">
                  <a:moveTo>
                    <a:pt x="21179" y="20834"/>
                  </a:moveTo>
                  <a:cubicBezTo>
                    <a:pt x="21068" y="20668"/>
                    <a:pt x="20845" y="20668"/>
                    <a:pt x="21068" y="20336"/>
                  </a:cubicBezTo>
                  <a:cubicBezTo>
                    <a:pt x="21068" y="20170"/>
                    <a:pt x="20956" y="20170"/>
                    <a:pt x="20845" y="20170"/>
                  </a:cubicBezTo>
                  <a:cubicBezTo>
                    <a:pt x="20622" y="19837"/>
                    <a:pt x="20177" y="19671"/>
                    <a:pt x="20066" y="19505"/>
                  </a:cubicBezTo>
                  <a:cubicBezTo>
                    <a:pt x="19620" y="18674"/>
                    <a:pt x="19398" y="17677"/>
                    <a:pt x="18952" y="17013"/>
                  </a:cubicBezTo>
                  <a:cubicBezTo>
                    <a:pt x="18730" y="16847"/>
                    <a:pt x="18507" y="16514"/>
                    <a:pt x="18395" y="16348"/>
                  </a:cubicBezTo>
                  <a:cubicBezTo>
                    <a:pt x="18173" y="16182"/>
                    <a:pt x="18173" y="15684"/>
                    <a:pt x="17950" y="15684"/>
                  </a:cubicBezTo>
                  <a:cubicBezTo>
                    <a:pt x="17839" y="15684"/>
                    <a:pt x="17505" y="16016"/>
                    <a:pt x="17505" y="16016"/>
                  </a:cubicBezTo>
                  <a:cubicBezTo>
                    <a:pt x="17616" y="16348"/>
                    <a:pt x="17282" y="16514"/>
                    <a:pt x="17171" y="16514"/>
                  </a:cubicBezTo>
                  <a:cubicBezTo>
                    <a:pt x="16837" y="16681"/>
                    <a:pt x="16503" y="16016"/>
                    <a:pt x="16280" y="15684"/>
                  </a:cubicBezTo>
                  <a:cubicBezTo>
                    <a:pt x="16169" y="15517"/>
                    <a:pt x="16057" y="15517"/>
                    <a:pt x="15946" y="15185"/>
                  </a:cubicBezTo>
                  <a:cubicBezTo>
                    <a:pt x="15835" y="14853"/>
                    <a:pt x="15612" y="15019"/>
                    <a:pt x="15501" y="15185"/>
                  </a:cubicBezTo>
                  <a:cubicBezTo>
                    <a:pt x="15278" y="15185"/>
                    <a:pt x="15278" y="15019"/>
                    <a:pt x="15055" y="15185"/>
                  </a:cubicBezTo>
                  <a:cubicBezTo>
                    <a:pt x="15055" y="15185"/>
                    <a:pt x="14944" y="15185"/>
                    <a:pt x="14944" y="15019"/>
                  </a:cubicBezTo>
                  <a:cubicBezTo>
                    <a:pt x="14944" y="14853"/>
                    <a:pt x="14944" y="14853"/>
                    <a:pt x="14944" y="14687"/>
                  </a:cubicBezTo>
                  <a:cubicBezTo>
                    <a:pt x="14944" y="14022"/>
                    <a:pt x="14944" y="13191"/>
                    <a:pt x="14944" y="12527"/>
                  </a:cubicBezTo>
                  <a:cubicBezTo>
                    <a:pt x="14944" y="10533"/>
                    <a:pt x="14944" y="8373"/>
                    <a:pt x="14944" y="6213"/>
                  </a:cubicBezTo>
                  <a:cubicBezTo>
                    <a:pt x="14944" y="5382"/>
                    <a:pt x="14944" y="4385"/>
                    <a:pt x="14944" y="3388"/>
                  </a:cubicBezTo>
                  <a:cubicBezTo>
                    <a:pt x="14944" y="3222"/>
                    <a:pt x="14944" y="2890"/>
                    <a:pt x="14944" y="2557"/>
                  </a:cubicBezTo>
                  <a:cubicBezTo>
                    <a:pt x="14944" y="2391"/>
                    <a:pt x="14833" y="2391"/>
                    <a:pt x="14610" y="2225"/>
                  </a:cubicBezTo>
                  <a:cubicBezTo>
                    <a:pt x="14053" y="1893"/>
                    <a:pt x="13719" y="1893"/>
                    <a:pt x="13163" y="1893"/>
                  </a:cubicBezTo>
                  <a:cubicBezTo>
                    <a:pt x="12606" y="1893"/>
                    <a:pt x="12160" y="1727"/>
                    <a:pt x="11604" y="1561"/>
                  </a:cubicBezTo>
                  <a:cubicBezTo>
                    <a:pt x="10936" y="1561"/>
                    <a:pt x="10379" y="1228"/>
                    <a:pt x="9822" y="1228"/>
                  </a:cubicBezTo>
                  <a:cubicBezTo>
                    <a:pt x="9488" y="1228"/>
                    <a:pt x="9266" y="1394"/>
                    <a:pt x="8932" y="1228"/>
                  </a:cubicBezTo>
                  <a:cubicBezTo>
                    <a:pt x="8932" y="1228"/>
                    <a:pt x="8486" y="1062"/>
                    <a:pt x="8486" y="1062"/>
                  </a:cubicBezTo>
                  <a:cubicBezTo>
                    <a:pt x="8486" y="1062"/>
                    <a:pt x="8598" y="730"/>
                    <a:pt x="8598" y="564"/>
                  </a:cubicBezTo>
                  <a:cubicBezTo>
                    <a:pt x="8598" y="564"/>
                    <a:pt x="8264" y="564"/>
                    <a:pt x="8264" y="564"/>
                  </a:cubicBezTo>
                  <a:cubicBezTo>
                    <a:pt x="8041" y="564"/>
                    <a:pt x="7707" y="730"/>
                    <a:pt x="7484" y="730"/>
                  </a:cubicBezTo>
                  <a:cubicBezTo>
                    <a:pt x="7261" y="730"/>
                    <a:pt x="7373" y="65"/>
                    <a:pt x="7039" y="397"/>
                  </a:cubicBezTo>
                  <a:cubicBezTo>
                    <a:pt x="6927" y="397"/>
                    <a:pt x="6816" y="730"/>
                    <a:pt x="6705" y="564"/>
                  </a:cubicBezTo>
                  <a:cubicBezTo>
                    <a:pt x="6482" y="564"/>
                    <a:pt x="6482" y="397"/>
                    <a:pt x="6705" y="231"/>
                  </a:cubicBezTo>
                  <a:cubicBezTo>
                    <a:pt x="6927" y="231"/>
                    <a:pt x="6593" y="65"/>
                    <a:pt x="6482" y="65"/>
                  </a:cubicBezTo>
                  <a:cubicBezTo>
                    <a:pt x="6037" y="-101"/>
                    <a:pt x="6037" y="65"/>
                    <a:pt x="5814" y="397"/>
                  </a:cubicBezTo>
                  <a:cubicBezTo>
                    <a:pt x="5480" y="896"/>
                    <a:pt x="5035" y="564"/>
                    <a:pt x="4589" y="730"/>
                  </a:cubicBezTo>
                  <a:cubicBezTo>
                    <a:pt x="4144" y="896"/>
                    <a:pt x="4589" y="1228"/>
                    <a:pt x="4589" y="1228"/>
                  </a:cubicBezTo>
                  <a:cubicBezTo>
                    <a:pt x="4478" y="1228"/>
                    <a:pt x="4367" y="1228"/>
                    <a:pt x="4367" y="1228"/>
                  </a:cubicBezTo>
                  <a:cubicBezTo>
                    <a:pt x="4367" y="1228"/>
                    <a:pt x="4478" y="1561"/>
                    <a:pt x="4367" y="1561"/>
                  </a:cubicBezTo>
                  <a:cubicBezTo>
                    <a:pt x="4255" y="1561"/>
                    <a:pt x="4255" y="1228"/>
                    <a:pt x="4255" y="1062"/>
                  </a:cubicBezTo>
                  <a:cubicBezTo>
                    <a:pt x="4144" y="1062"/>
                    <a:pt x="3810" y="1561"/>
                    <a:pt x="3810" y="1561"/>
                  </a:cubicBezTo>
                  <a:cubicBezTo>
                    <a:pt x="3587" y="1727"/>
                    <a:pt x="3365" y="1394"/>
                    <a:pt x="3142" y="1727"/>
                  </a:cubicBezTo>
                  <a:cubicBezTo>
                    <a:pt x="2919" y="1893"/>
                    <a:pt x="2697" y="2059"/>
                    <a:pt x="2585" y="2391"/>
                  </a:cubicBezTo>
                  <a:cubicBezTo>
                    <a:pt x="2585" y="2724"/>
                    <a:pt x="2585" y="3056"/>
                    <a:pt x="2363" y="3222"/>
                  </a:cubicBezTo>
                  <a:cubicBezTo>
                    <a:pt x="2140" y="3388"/>
                    <a:pt x="2028" y="3554"/>
                    <a:pt x="1806" y="3554"/>
                  </a:cubicBezTo>
                  <a:cubicBezTo>
                    <a:pt x="1694" y="3554"/>
                    <a:pt x="1026" y="3554"/>
                    <a:pt x="915" y="3721"/>
                  </a:cubicBezTo>
                  <a:cubicBezTo>
                    <a:pt x="915" y="3887"/>
                    <a:pt x="692" y="4385"/>
                    <a:pt x="692" y="4385"/>
                  </a:cubicBezTo>
                  <a:cubicBezTo>
                    <a:pt x="804" y="4551"/>
                    <a:pt x="1138" y="4551"/>
                    <a:pt x="1249" y="4717"/>
                  </a:cubicBezTo>
                  <a:cubicBezTo>
                    <a:pt x="1583" y="4884"/>
                    <a:pt x="1917" y="5216"/>
                    <a:pt x="2140" y="5548"/>
                  </a:cubicBezTo>
                  <a:cubicBezTo>
                    <a:pt x="2251" y="5714"/>
                    <a:pt x="2251" y="6047"/>
                    <a:pt x="2474" y="6213"/>
                  </a:cubicBezTo>
                  <a:cubicBezTo>
                    <a:pt x="2697" y="6213"/>
                    <a:pt x="2808" y="6213"/>
                    <a:pt x="3031" y="6047"/>
                  </a:cubicBezTo>
                  <a:cubicBezTo>
                    <a:pt x="3031" y="6047"/>
                    <a:pt x="3365" y="6213"/>
                    <a:pt x="3365" y="6213"/>
                  </a:cubicBezTo>
                  <a:cubicBezTo>
                    <a:pt x="3587" y="6711"/>
                    <a:pt x="3031" y="6379"/>
                    <a:pt x="3031" y="6379"/>
                  </a:cubicBezTo>
                  <a:cubicBezTo>
                    <a:pt x="2808" y="6379"/>
                    <a:pt x="3142" y="6711"/>
                    <a:pt x="3253" y="6877"/>
                  </a:cubicBezTo>
                  <a:cubicBezTo>
                    <a:pt x="3365" y="7210"/>
                    <a:pt x="3476" y="7044"/>
                    <a:pt x="3699" y="6877"/>
                  </a:cubicBezTo>
                  <a:cubicBezTo>
                    <a:pt x="3810" y="6711"/>
                    <a:pt x="4144" y="6711"/>
                    <a:pt x="4255" y="6877"/>
                  </a:cubicBezTo>
                  <a:cubicBezTo>
                    <a:pt x="4367" y="7044"/>
                    <a:pt x="3810" y="7210"/>
                    <a:pt x="3810" y="7210"/>
                  </a:cubicBezTo>
                  <a:cubicBezTo>
                    <a:pt x="3699" y="7210"/>
                    <a:pt x="3810" y="7210"/>
                    <a:pt x="3810" y="7376"/>
                  </a:cubicBezTo>
                  <a:cubicBezTo>
                    <a:pt x="3810" y="7542"/>
                    <a:pt x="3587" y="7376"/>
                    <a:pt x="3587" y="7376"/>
                  </a:cubicBezTo>
                  <a:cubicBezTo>
                    <a:pt x="3476" y="7376"/>
                    <a:pt x="3365" y="7542"/>
                    <a:pt x="3142" y="7542"/>
                  </a:cubicBezTo>
                  <a:cubicBezTo>
                    <a:pt x="2919" y="7542"/>
                    <a:pt x="2474" y="7708"/>
                    <a:pt x="2251" y="7542"/>
                  </a:cubicBezTo>
                  <a:cubicBezTo>
                    <a:pt x="2028" y="7376"/>
                    <a:pt x="2363" y="7044"/>
                    <a:pt x="2251" y="6877"/>
                  </a:cubicBezTo>
                  <a:cubicBezTo>
                    <a:pt x="2140" y="6877"/>
                    <a:pt x="1917" y="6877"/>
                    <a:pt x="1806" y="7044"/>
                  </a:cubicBezTo>
                  <a:cubicBezTo>
                    <a:pt x="1694" y="7044"/>
                    <a:pt x="1472" y="7044"/>
                    <a:pt x="1360" y="7044"/>
                  </a:cubicBezTo>
                  <a:cubicBezTo>
                    <a:pt x="1138" y="7210"/>
                    <a:pt x="1249" y="7542"/>
                    <a:pt x="1249" y="7542"/>
                  </a:cubicBezTo>
                  <a:cubicBezTo>
                    <a:pt x="1026" y="7542"/>
                    <a:pt x="804" y="7376"/>
                    <a:pt x="581" y="7542"/>
                  </a:cubicBezTo>
                  <a:cubicBezTo>
                    <a:pt x="470" y="7708"/>
                    <a:pt x="247" y="7874"/>
                    <a:pt x="136" y="8041"/>
                  </a:cubicBezTo>
                  <a:cubicBezTo>
                    <a:pt x="-421" y="8539"/>
                    <a:pt x="915" y="8539"/>
                    <a:pt x="915" y="8705"/>
                  </a:cubicBezTo>
                  <a:cubicBezTo>
                    <a:pt x="804" y="8871"/>
                    <a:pt x="470" y="8871"/>
                    <a:pt x="692" y="9037"/>
                  </a:cubicBezTo>
                  <a:cubicBezTo>
                    <a:pt x="804" y="9204"/>
                    <a:pt x="804" y="9536"/>
                    <a:pt x="915" y="9536"/>
                  </a:cubicBezTo>
                  <a:cubicBezTo>
                    <a:pt x="1360" y="9702"/>
                    <a:pt x="1694" y="9536"/>
                    <a:pt x="2140" y="9536"/>
                  </a:cubicBezTo>
                  <a:cubicBezTo>
                    <a:pt x="2251" y="9702"/>
                    <a:pt x="2363" y="9702"/>
                    <a:pt x="2474" y="9702"/>
                  </a:cubicBezTo>
                  <a:cubicBezTo>
                    <a:pt x="2697" y="9702"/>
                    <a:pt x="2585" y="9702"/>
                    <a:pt x="2808" y="9868"/>
                  </a:cubicBezTo>
                  <a:cubicBezTo>
                    <a:pt x="2808" y="9868"/>
                    <a:pt x="3031" y="9536"/>
                    <a:pt x="3142" y="9536"/>
                  </a:cubicBezTo>
                  <a:cubicBezTo>
                    <a:pt x="3253" y="9370"/>
                    <a:pt x="3365" y="9370"/>
                    <a:pt x="3476" y="9370"/>
                  </a:cubicBezTo>
                  <a:cubicBezTo>
                    <a:pt x="3587" y="9204"/>
                    <a:pt x="3699" y="9037"/>
                    <a:pt x="3699" y="9037"/>
                  </a:cubicBezTo>
                  <a:cubicBezTo>
                    <a:pt x="3810" y="9204"/>
                    <a:pt x="3921" y="9370"/>
                    <a:pt x="3810" y="9536"/>
                  </a:cubicBezTo>
                  <a:cubicBezTo>
                    <a:pt x="3699" y="9702"/>
                    <a:pt x="3587" y="9702"/>
                    <a:pt x="3810" y="10034"/>
                  </a:cubicBezTo>
                  <a:cubicBezTo>
                    <a:pt x="4033" y="10699"/>
                    <a:pt x="3810" y="11197"/>
                    <a:pt x="3253" y="11031"/>
                  </a:cubicBezTo>
                  <a:cubicBezTo>
                    <a:pt x="3253" y="11031"/>
                    <a:pt x="3142" y="10865"/>
                    <a:pt x="3031" y="11031"/>
                  </a:cubicBezTo>
                  <a:cubicBezTo>
                    <a:pt x="2919" y="11197"/>
                    <a:pt x="2808" y="11530"/>
                    <a:pt x="2697" y="11530"/>
                  </a:cubicBezTo>
                  <a:cubicBezTo>
                    <a:pt x="2474" y="11696"/>
                    <a:pt x="1806" y="11197"/>
                    <a:pt x="1917" y="11696"/>
                  </a:cubicBezTo>
                  <a:cubicBezTo>
                    <a:pt x="1917" y="11696"/>
                    <a:pt x="1583" y="12028"/>
                    <a:pt x="1694" y="12028"/>
                  </a:cubicBezTo>
                  <a:cubicBezTo>
                    <a:pt x="1694" y="12028"/>
                    <a:pt x="1806" y="12028"/>
                    <a:pt x="1806" y="12028"/>
                  </a:cubicBezTo>
                  <a:cubicBezTo>
                    <a:pt x="1917" y="12194"/>
                    <a:pt x="1583" y="12361"/>
                    <a:pt x="1472" y="12527"/>
                  </a:cubicBezTo>
                  <a:cubicBezTo>
                    <a:pt x="1360" y="12527"/>
                    <a:pt x="1249" y="12693"/>
                    <a:pt x="1249" y="12859"/>
                  </a:cubicBezTo>
                  <a:cubicBezTo>
                    <a:pt x="1138" y="13191"/>
                    <a:pt x="1360" y="13191"/>
                    <a:pt x="1138" y="13357"/>
                  </a:cubicBezTo>
                  <a:cubicBezTo>
                    <a:pt x="915" y="13524"/>
                    <a:pt x="1138" y="13856"/>
                    <a:pt x="1249" y="14022"/>
                  </a:cubicBezTo>
                  <a:cubicBezTo>
                    <a:pt x="1249" y="14188"/>
                    <a:pt x="1583" y="13357"/>
                    <a:pt x="1694" y="13357"/>
                  </a:cubicBezTo>
                  <a:cubicBezTo>
                    <a:pt x="1694" y="13357"/>
                    <a:pt x="1472" y="13856"/>
                    <a:pt x="1472" y="13856"/>
                  </a:cubicBezTo>
                  <a:cubicBezTo>
                    <a:pt x="1360" y="14022"/>
                    <a:pt x="1694" y="14354"/>
                    <a:pt x="1806" y="14354"/>
                  </a:cubicBezTo>
                  <a:cubicBezTo>
                    <a:pt x="1917" y="14521"/>
                    <a:pt x="1917" y="14687"/>
                    <a:pt x="2028" y="14521"/>
                  </a:cubicBezTo>
                  <a:cubicBezTo>
                    <a:pt x="2140" y="14354"/>
                    <a:pt x="2251" y="14188"/>
                    <a:pt x="2251" y="14188"/>
                  </a:cubicBezTo>
                  <a:cubicBezTo>
                    <a:pt x="2251" y="14354"/>
                    <a:pt x="2363" y="14687"/>
                    <a:pt x="2474" y="14687"/>
                  </a:cubicBezTo>
                  <a:cubicBezTo>
                    <a:pt x="2251" y="14853"/>
                    <a:pt x="2140" y="14687"/>
                    <a:pt x="2028" y="14687"/>
                  </a:cubicBezTo>
                  <a:cubicBezTo>
                    <a:pt x="1917" y="14853"/>
                    <a:pt x="1806" y="14354"/>
                    <a:pt x="1694" y="14354"/>
                  </a:cubicBezTo>
                  <a:cubicBezTo>
                    <a:pt x="1583" y="14354"/>
                    <a:pt x="1360" y="14853"/>
                    <a:pt x="1583" y="15019"/>
                  </a:cubicBezTo>
                  <a:cubicBezTo>
                    <a:pt x="1806" y="15185"/>
                    <a:pt x="1806" y="15351"/>
                    <a:pt x="2028" y="15517"/>
                  </a:cubicBezTo>
                  <a:cubicBezTo>
                    <a:pt x="2140" y="15850"/>
                    <a:pt x="2363" y="15684"/>
                    <a:pt x="2585" y="15684"/>
                  </a:cubicBezTo>
                  <a:cubicBezTo>
                    <a:pt x="2697" y="15517"/>
                    <a:pt x="2919" y="15684"/>
                    <a:pt x="2919" y="15351"/>
                  </a:cubicBezTo>
                  <a:cubicBezTo>
                    <a:pt x="2919" y="15019"/>
                    <a:pt x="3031" y="14521"/>
                    <a:pt x="3253" y="14687"/>
                  </a:cubicBezTo>
                  <a:cubicBezTo>
                    <a:pt x="3253" y="14521"/>
                    <a:pt x="3031" y="15185"/>
                    <a:pt x="3031" y="15351"/>
                  </a:cubicBezTo>
                  <a:cubicBezTo>
                    <a:pt x="3031" y="15517"/>
                    <a:pt x="3476" y="16016"/>
                    <a:pt x="3365" y="16182"/>
                  </a:cubicBezTo>
                  <a:cubicBezTo>
                    <a:pt x="3142" y="16514"/>
                    <a:pt x="3476" y="16681"/>
                    <a:pt x="3476" y="16681"/>
                  </a:cubicBezTo>
                  <a:cubicBezTo>
                    <a:pt x="3365" y="16681"/>
                    <a:pt x="3142" y="17179"/>
                    <a:pt x="3142" y="17179"/>
                  </a:cubicBezTo>
                  <a:cubicBezTo>
                    <a:pt x="3253" y="17345"/>
                    <a:pt x="3810" y="16847"/>
                    <a:pt x="3810" y="16847"/>
                  </a:cubicBezTo>
                  <a:cubicBezTo>
                    <a:pt x="3810" y="17013"/>
                    <a:pt x="3699" y="17013"/>
                    <a:pt x="3699" y="17179"/>
                  </a:cubicBezTo>
                  <a:cubicBezTo>
                    <a:pt x="3699" y="17179"/>
                    <a:pt x="3921" y="16847"/>
                    <a:pt x="4033" y="16681"/>
                  </a:cubicBezTo>
                  <a:cubicBezTo>
                    <a:pt x="4144" y="16681"/>
                    <a:pt x="4589" y="16847"/>
                    <a:pt x="4589" y="17013"/>
                  </a:cubicBezTo>
                  <a:cubicBezTo>
                    <a:pt x="4701" y="17179"/>
                    <a:pt x="4923" y="17677"/>
                    <a:pt x="4923" y="17345"/>
                  </a:cubicBezTo>
                  <a:cubicBezTo>
                    <a:pt x="4923" y="17179"/>
                    <a:pt x="5146" y="16514"/>
                    <a:pt x="5146" y="16514"/>
                  </a:cubicBezTo>
                  <a:cubicBezTo>
                    <a:pt x="5146" y="16348"/>
                    <a:pt x="5480" y="16847"/>
                    <a:pt x="5480" y="16681"/>
                  </a:cubicBezTo>
                  <a:cubicBezTo>
                    <a:pt x="5480" y="16681"/>
                    <a:pt x="5146" y="16681"/>
                    <a:pt x="5146" y="16847"/>
                  </a:cubicBezTo>
                  <a:cubicBezTo>
                    <a:pt x="5146" y="17179"/>
                    <a:pt x="5480" y="17179"/>
                    <a:pt x="5591" y="17013"/>
                  </a:cubicBezTo>
                  <a:cubicBezTo>
                    <a:pt x="5703" y="16847"/>
                    <a:pt x="5814" y="17013"/>
                    <a:pt x="5925" y="16847"/>
                  </a:cubicBezTo>
                  <a:cubicBezTo>
                    <a:pt x="5925" y="16847"/>
                    <a:pt x="6148" y="16514"/>
                    <a:pt x="6148" y="16514"/>
                  </a:cubicBezTo>
                  <a:cubicBezTo>
                    <a:pt x="6148" y="16514"/>
                    <a:pt x="5925" y="17013"/>
                    <a:pt x="5814" y="17179"/>
                  </a:cubicBezTo>
                  <a:cubicBezTo>
                    <a:pt x="5814" y="17345"/>
                    <a:pt x="5814" y="17345"/>
                    <a:pt x="5703" y="17511"/>
                  </a:cubicBezTo>
                  <a:cubicBezTo>
                    <a:pt x="5703" y="17677"/>
                    <a:pt x="5814" y="17511"/>
                    <a:pt x="5814" y="17677"/>
                  </a:cubicBezTo>
                  <a:cubicBezTo>
                    <a:pt x="5814" y="17677"/>
                    <a:pt x="5703" y="17844"/>
                    <a:pt x="5591" y="18010"/>
                  </a:cubicBezTo>
                  <a:cubicBezTo>
                    <a:pt x="5591" y="18342"/>
                    <a:pt x="5591" y="18342"/>
                    <a:pt x="5703" y="18508"/>
                  </a:cubicBezTo>
                  <a:cubicBezTo>
                    <a:pt x="5703" y="18508"/>
                    <a:pt x="5369" y="18841"/>
                    <a:pt x="5257" y="18841"/>
                  </a:cubicBezTo>
                  <a:cubicBezTo>
                    <a:pt x="5146" y="19173"/>
                    <a:pt x="5035" y="19339"/>
                    <a:pt x="4812" y="19505"/>
                  </a:cubicBezTo>
                  <a:cubicBezTo>
                    <a:pt x="4589" y="19505"/>
                    <a:pt x="4367" y="19837"/>
                    <a:pt x="4255" y="20004"/>
                  </a:cubicBezTo>
                  <a:cubicBezTo>
                    <a:pt x="4144" y="20004"/>
                    <a:pt x="4144" y="20170"/>
                    <a:pt x="4033" y="20170"/>
                  </a:cubicBezTo>
                  <a:cubicBezTo>
                    <a:pt x="4033" y="20336"/>
                    <a:pt x="4144" y="20502"/>
                    <a:pt x="4144" y="20502"/>
                  </a:cubicBezTo>
                  <a:cubicBezTo>
                    <a:pt x="4033" y="20668"/>
                    <a:pt x="3699" y="20502"/>
                    <a:pt x="3587" y="20502"/>
                  </a:cubicBezTo>
                  <a:cubicBezTo>
                    <a:pt x="3253" y="20502"/>
                    <a:pt x="3142" y="20668"/>
                    <a:pt x="2919" y="21001"/>
                  </a:cubicBezTo>
                  <a:cubicBezTo>
                    <a:pt x="2808" y="21167"/>
                    <a:pt x="2919" y="21499"/>
                    <a:pt x="3031" y="21333"/>
                  </a:cubicBezTo>
                  <a:cubicBezTo>
                    <a:pt x="3253" y="21167"/>
                    <a:pt x="3476" y="20668"/>
                    <a:pt x="3587" y="20834"/>
                  </a:cubicBezTo>
                  <a:cubicBezTo>
                    <a:pt x="3587" y="20668"/>
                    <a:pt x="3476" y="21333"/>
                    <a:pt x="3810" y="20834"/>
                  </a:cubicBezTo>
                  <a:cubicBezTo>
                    <a:pt x="3810" y="20834"/>
                    <a:pt x="4033" y="21333"/>
                    <a:pt x="4144" y="21001"/>
                  </a:cubicBezTo>
                  <a:cubicBezTo>
                    <a:pt x="4144" y="20834"/>
                    <a:pt x="4033" y="20834"/>
                    <a:pt x="4144" y="20834"/>
                  </a:cubicBezTo>
                  <a:cubicBezTo>
                    <a:pt x="4255" y="20668"/>
                    <a:pt x="4255" y="20668"/>
                    <a:pt x="4367" y="20668"/>
                  </a:cubicBezTo>
                  <a:cubicBezTo>
                    <a:pt x="4478" y="20668"/>
                    <a:pt x="4478" y="20668"/>
                    <a:pt x="4589" y="20502"/>
                  </a:cubicBezTo>
                  <a:cubicBezTo>
                    <a:pt x="4701" y="20336"/>
                    <a:pt x="4923" y="20336"/>
                    <a:pt x="5146" y="20170"/>
                  </a:cubicBezTo>
                  <a:cubicBezTo>
                    <a:pt x="5480" y="20004"/>
                    <a:pt x="5035" y="20004"/>
                    <a:pt x="5257" y="19837"/>
                  </a:cubicBezTo>
                  <a:cubicBezTo>
                    <a:pt x="5369" y="19671"/>
                    <a:pt x="5480" y="19505"/>
                    <a:pt x="5591" y="19505"/>
                  </a:cubicBezTo>
                  <a:cubicBezTo>
                    <a:pt x="5814" y="19339"/>
                    <a:pt x="6037" y="19173"/>
                    <a:pt x="6148" y="19173"/>
                  </a:cubicBezTo>
                  <a:cubicBezTo>
                    <a:pt x="6482" y="18841"/>
                    <a:pt x="6259" y="19007"/>
                    <a:pt x="6259" y="18674"/>
                  </a:cubicBezTo>
                  <a:cubicBezTo>
                    <a:pt x="6259" y="18674"/>
                    <a:pt x="7150" y="18010"/>
                    <a:pt x="7261" y="17844"/>
                  </a:cubicBezTo>
                  <a:cubicBezTo>
                    <a:pt x="7373" y="17844"/>
                    <a:pt x="7595" y="17844"/>
                    <a:pt x="7595" y="17677"/>
                  </a:cubicBezTo>
                  <a:cubicBezTo>
                    <a:pt x="7595" y="17179"/>
                    <a:pt x="7707" y="17345"/>
                    <a:pt x="7930" y="17179"/>
                  </a:cubicBezTo>
                  <a:cubicBezTo>
                    <a:pt x="8264" y="16847"/>
                    <a:pt x="7261" y="16681"/>
                    <a:pt x="7707" y="16016"/>
                  </a:cubicBezTo>
                  <a:cubicBezTo>
                    <a:pt x="7930" y="15850"/>
                    <a:pt x="8152" y="15850"/>
                    <a:pt x="8264" y="15684"/>
                  </a:cubicBezTo>
                  <a:cubicBezTo>
                    <a:pt x="8375" y="15517"/>
                    <a:pt x="8375" y="15019"/>
                    <a:pt x="8152" y="15019"/>
                  </a:cubicBezTo>
                  <a:cubicBezTo>
                    <a:pt x="8375" y="15019"/>
                    <a:pt x="8375" y="15185"/>
                    <a:pt x="8598" y="15019"/>
                  </a:cubicBezTo>
                  <a:cubicBezTo>
                    <a:pt x="8709" y="14853"/>
                    <a:pt x="8820" y="14521"/>
                    <a:pt x="9043" y="14354"/>
                  </a:cubicBezTo>
                  <a:cubicBezTo>
                    <a:pt x="9154" y="14188"/>
                    <a:pt x="9377" y="13856"/>
                    <a:pt x="9488" y="13856"/>
                  </a:cubicBezTo>
                  <a:cubicBezTo>
                    <a:pt x="9600" y="13856"/>
                    <a:pt x="10156" y="13856"/>
                    <a:pt x="10045" y="14188"/>
                  </a:cubicBezTo>
                  <a:cubicBezTo>
                    <a:pt x="9934" y="14354"/>
                    <a:pt x="9711" y="14022"/>
                    <a:pt x="9488" y="14188"/>
                  </a:cubicBezTo>
                  <a:cubicBezTo>
                    <a:pt x="9266" y="14354"/>
                    <a:pt x="9266" y="14521"/>
                    <a:pt x="9154" y="14853"/>
                  </a:cubicBezTo>
                  <a:cubicBezTo>
                    <a:pt x="9154" y="15185"/>
                    <a:pt x="8932" y="15517"/>
                    <a:pt x="8932" y="15850"/>
                  </a:cubicBezTo>
                  <a:cubicBezTo>
                    <a:pt x="8820" y="16016"/>
                    <a:pt x="9266" y="15850"/>
                    <a:pt x="9266" y="16016"/>
                  </a:cubicBezTo>
                  <a:cubicBezTo>
                    <a:pt x="9154" y="16016"/>
                    <a:pt x="8598" y="16348"/>
                    <a:pt x="9043" y="16348"/>
                  </a:cubicBezTo>
                  <a:cubicBezTo>
                    <a:pt x="9377" y="16348"/>
                    <a:pt x="9600" y="16016"/>
                    <a:pt x="9934" y="15850"/>
                  </a:cubicBezTo>
                  <a:cubicBezTo>
                    <a:pt x="10156" y="15517"/>
                    <a:pt x="10379" y="15517"/>
                    <a:pt x="10602" y="15351"/>
                  </a:cubicBezTo>
                  <a:cubicBezTo>
                    <a:pt x="11047" y="15185"/>
                    <a:pt x="10824" y="14853"/>
                    <a:pt x="10824" y="14521"/>
                  </a:cubicBezTo>
                  <a:cubicBezTo>
                    <a:pt x="10713" y="13856"/>
                    <a:pt x="11715" y="14354"/>
                    <a:pt x="11938" y="14521"/>
                  </a:cubicBezTo>
                  <a:cubicBezTo>
                    <a:pt x="12160" y="14521"/>
                    <a:pt x="12272" y="14853"/>
                    <a:pt x="12494" y="15019"/>
                  </a:cubicBezTo>
                  <a:cubicBezTo>
                    <a:pt x="12494" y="15019"/>
                    <a:pt x="12717" y="14521"/>
                    <a:pt x="12828" y="14687"/>
                  </a:cubicBezTo>
                  <a:cubicBezTo>
                    <a:pt x="12828" y="14687"/>
                    <a:pt x="12828" y="15019"/>
                    <a:pt x="12828" y="15185"/>
                  </a:cubicBezTo>
                  <a:cubicBezTo>
                    <a:pt x="13051" y="15351"/>
                    <a:pt x="13163" y="15351"/>
                    <a:pt x="13274" y="15351"/>
                  </a:cubicBezTo>
                  <a:cubicBezTo>
                    <a:pt x="13608" y="15351"/>
                    <a:pt x="13942" y="15185"/>
                    <a:pt x="14165" y="15351"/>
                  </a:cubicBezTo>
                  <a:cubicBezTo>
                    <a:pt x="14276" y="15351"/>
                    <a:pt x="14387" y="15517"/>
                    <a:pt x="14499" y="15351"/>
                  </a:cubicBezTo>
                  <a:cubicBezTo>
                    <a:pt x="14610" y="15351"/>
                    <a:pt x="14610" y="15517"/>
                    <a:pt x="14721" y="15684"/>
                  </a:cubicBezTo>
                  <a:cubicBezTo>
                    <a:pt x="14833" y="15684"/>
                    <a:pt x="15055" y="15850"/>
                    <a:pt x="15167" y="15850"/>
                  </a:cubicBezTo>
                  <a:cubicBezTo>
                    <a:pt x="15389" y="15850"/>
                    <a:pt x="15501" y="15517"/>
                    <a:pt x="15612" y="15517"/>
                  </a:cubicBezTo>
                  <a:cubicBezTo>
                    <a:pt x="15835" y="15351"/>
                    <a:pt x="15723" y="15850"/>
                    <a:pt x="15723" y="15850"/>
                  </a:cubicBezTo>
                  <a:cubicBezTo>
                    <a:pt x="15612" y="16016"/>
                    <a:pt x="15612" y="16016"/>
                    <a:pt x="15723" y="16182"/>
                  </a:cubicBezTo>
                  <a:cubicBezTo>
                    <a:pt x="16057" y="16348"/>
                    <a:pt x="16280" y="16514"/>
                    <a:pt x="16503" y="16681"/>
                  </a:cubicBezTo>
                  <a:cubicBezTo>
                    <a:pt x="16725" y="17013"/>
                    <a:pt x="16948" y="17345"/>
                    <a:pt x="17171" y="17511"/>
                  </a:cubicBezTo>
                  <a:cubicBezTo>
                    <a:pt x="17282" y="17511"/>
                    <a:pt x="17393" y="17345"/>
                    <a:pt x="17505" y="17345"/>
                  </a:cubicBezTo>
                  <a:cubicBezTo>
                    <a:pt x="17616" y="17179"/>
                    <a:pt x="17393" y="17013"/>
                    <a:pt x="17393" y="16847"/>
                  </a:cubicBezTo>
                  <a:cubicBezTo>
                    <a:pt x="17393" y="16681"/>
                    <a:pt x="17727" y="17013"/>
                    <a:pt x="17727" y="17013"/>
                  </a:cubicBezTo>
                  <a:cubicBezTo>
                    <a:pt x="17727" y="17179"/>
                    <a:pt x="18061" y="17511"/>
                    <a:pt x="18173" y="17345"/>
                  </a:cubicBezTo>
                  <a:cubicBezTo>
                    <a:pt x="18173" y="17345"/>
                    <a:pt x="17950" y="16348"/>
                    <a:pt x="17950" y="16348"/>
                  </a:cubicBezTo>
                  <a:cubicBezTo>
                    <a:pt x="18061" y="16348"/>
                    <a:pt x="18284" y="17179"/>
                    <a:pt x="18395" y="17179"/>
                  </a:cubicBezTo>
                  <a:cubicBezTo>
                    <a:pt x="18395" y="17345"/>
                    <a:pt x="18507" y="17677"/>
                    <a:pt x="18618" y="17677"/>
                  </a:cubicBezTo>
                  <a:cubicBezTo>
                    <a:pt x="18730" y="17677"/>
                    <a:pt x="18841" y="17345"/>
                    <a:pt x="18841" y="17345"/>
                  </a:cubicBezTo>
                  <a:cubicBezTo>
                    <a:pt x="18618" y="17511"/>
                    <a:pt x="19286" y="18176"/>
                    <a:pt x="19286" y="18342"/>
                  </a:cubicBezTo>
                  <a:cubicBezTo>
                    <a:pt x="19175" y="18342"/>
                    <a:pt x="19175" y="18342"/>
                    <a:pt x="19175" y="18342"/>
                  </a:cubicBezTo>
                  <a:cubicBezTo>
                    <a:pt x="19064" y="18508"/>
                    <a:pt x="19286" y="18508"/>
                    <a:pt x="19286" y="18674"/>
                  </a:cubicBezTo>
                  <a:cubicBezTo>
                    <a:pt x="19286" y="18674"/>
                    <a:pt x="19064" y="18841"/>
                    <a:pt x="19175" y="18841"/>
                  </a:cubicBezTo>
                  <a:cubicBezTo>
                    <a:pt x="19286" y="19007"/>
                    <a:pt x="19398" y="19173"/>
                    <a:pt x="19509" y="19339"/>
                  </a:cubicBezTo>
                  <a:cubicBezTo>
                    <a:pt x="19732" y="19671"/>
                    <a:pt x="19843" y="19837"/>
                    <a:pt x="20066" y="20004"/>
                  </a:cubicBezTo>
                  <a:cubicBezTo>
                    <a:pt x="20066" y="20004"/>
                    <a:pt x="19843" y="20668"/>
                    <a:pt x="19954" y="20668"/>
                  </a:cubicBezTo>
                  <a:cubicBezTo>
                    <a:pt x="20066" y="20834"/>
                    <a:pt x="20066" y="20502"/>
                    <a:pt x="20066" y="20502"/>
                  </a:cubicBezTo>
                  <a:cubicBezTo>
                    <a:pt x="20177" y="20336"/>
                    <a:pt x="20177" y="20834"/>
                    <a:pt x="20288" y="21001"/>
                  </a:cubicBezTo>
                  <a:cubicBezTo>
                    <a:pt x="20288" y="21001"/>
                    <a:pt x="20288" y="20834"/>
                    <a:pt x="20288" y="20668"/>
                  </a:cubicBezTo>
                  <a:cubicBezTo>
                    <a:pt x="20288" y="21001"/>
                    <a:pt x="20956" y="21499"/>
                    <a:pt x="21068" y="21001"/>
                  </a:cubicBezTo>
                  <a:cubicBezTo>
                    <a:pt x="21068" y="21001"/>
                    <a:pt x="21068" y="21167"/>
                    <a:pt x="21068" y="21167"/>
                  </a:cubicBezTo>
                  <a:cubicBezTo>
                    <a:pt x="21068" y="21167"/>
                    <a:pt x="21179" y="21001"/>
                    <a:pt x="21179" y="20834"/>
                  </a:cubicBezTo>
                  <a:cubicBezTo>
                    <a:pt x="21068" y="20834"/>
                    <a:pt x="21179" y="21001"/>
                    <a:pt x="21179" y="2083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68" name="Shape 5468"/>
            <p:cNvSpPr/>
            <p:nvPr/>
          </p:nvSpPr>
          <p:spPr>
            <a:xfrm>
              <a:off x="2016512" y="2804353"/>
              <a:ext cx="2684645" cy="1330484"/>
            </a:xfrm>
            <a:custGeom>
              <a:avLst/>
              <a:gdLst/>
              <a:ahLst/>
              <a:cxnLst>
                <a:cxn ang="0">
                  <a:pos x="wd2" y="hd2"/>
                </a:cxn>
                <a:cxn ang="5400000">
                  <a:pos x="wd2" y="hd2"/>
                </a:cxn>
                <a:cxn ang="10800000">
                  <a:pos x="wd2" y="hd2"/>
                </a:cxn>
                <a:cxn ang="16200000">
                  <a:pos x="wd2" y="hd2"/>
                </a:cxn>
              </a:cxnLst>
              <a:rect l="0" t="0" r="r" b="b"/>
              <a:pathLst>
                <a:path w="21492" h="21480" fill="norm" stroke="1" extrusionOk="0">
                  <a:moveTo>
                    <a:pt x="5028" y="16193"/>
                  </a:moveTo>
                  <a:cubicBezTo>
                    <a:pt x="5253" y="16193"/>
                    <a:pt x="5477" y="16193"/>
                    <a:pt x="5776" y="16193"/>
                  </a:cubicBezTo>
                  <a:cubicBezTo>
                    <a:pt x="5850" y="16193"/>
                    <a:pt x="6000" y="16193"/>
                    <a:pt x="6075" y="16193"/>
                  </a:cubicBezTo>
                  <a:cubicBezTo>
                    <a:pt x="6149" y="16193"/>
                    <a:pt x="6149" y="15891"/>
                    <a:pt x="6224" y="15891"/>
                  </a:cubicBezTo>
                  <a:cubicBezTo>
                    <a:pt x="6299" y="15740"/>
                    <a:pt x="6747" y="15740"/>
                    <a:pt x="6747" y="15891"/>
                  </a:cubicBezTo>
                  <a:cubicBezTo>
                    <a:pt x="6972" y="16193"/>
                    <a:pt x="7196" y="16495"/>
                    <a:pt x="7420" y="16797"/>
                  </a:cubicBezTo>
                  <a:cubicBezTo>
                    <a:pt x="7420" y="16797"/>
                    <a:pt x="7495" y="17251"/>
                    <a:pt x="7495" y="17402"/>
                  </a:cubicBezTo>
                  <a:cubicBezTo>
                    <a:pt x="7570" y="17704"/>
                    <a:pt x="7570" y="17704"/>
                    <a:pt x="7794" y="17855"/>
                  </a:cubicBezTo>
                  <a:cubicBezTo>
                    <a:pt x="7943" y="18006"/>
                    <a:pt x="8018" y="18157"/>
                    <a:pt x="8093" y="17855"/>
                  </a:cubicBezTo>
                  <a:cubicBezTo>
                    <a:pt x="8167" y="17402"/>
                    <a:pt x="8242" y="17402"/>
                    <a:pt x="8466" y="17553"/>
                  </a:cubicBezTo>
                  <a:cubicBezTo>
                    <a:pt x="8616" y="17553"/>
                    <a:pt x="8840" y="17704"/>
                    <a:pt x="8840" y="18006"/>
                  </a:cubicBezTo>
                  <a:cubicBezTo>
                    <a:pt x="8990" y="18459"/>
                    <a:pt x="9139" y="18610"/>
                    <a:pt x="9289" y="19063"/>
                  </a:cubicBezTo>
                  <a:cubicBezTo>
                    <a:pt x="9438" y="19365"/>
                    <a:pt x="9363" y="19970"/>
                    <a:pt x="9588" y="20121"/>
                  </a:cubicBezTo>
                  <a:cubicBezTo>
                    <a:pt x="9737" y="20423"/>
                    <a:pt x="10036" y="20423"/>
                    <a:pt x="10185" y="20574"/>
                  </a:cubicBezTo>
                  <a:cubicBezTo>
                    <a:pt x="10185" y="20423"/>
                    <a:pt x="10036" y="19365"/>
                    <a:pt x="10036" y="19365"/>
                  </a:cubicBezTo>
                  <a:cubicBezTo>
                    <a:pt x="10185" y="19516"/>
                    <a:pt x="10111" y="19063"/>
                    <a:pt x="10185" y="19063"/>
                  </a:cubicBezTo>
                  <a:cubicBezTo>
                    <a:pt x="10185" y="18912"/>
                    <a:pt x="10335" y="18912"/>
                    <a:pt x="10410" y="18761"/>
                  </a:cubicBezTo>
                  <a:cubicBezTo>
                    <a:pt x="10484" y="18761"/>
                    <a:pt x="10559" y="18308"/>
                    <a:pt x="10559" y="18308"/>
                  </a:cubicBezTo>
                  <a:cubicBezTo>
                    <a:pt x="10634" y="18459"/>
                    <a:pt x="10709" y="18459"/>
                    <a:pt x="10783" y="18308"/>
                  </a:cubicBezTo>
                  <a:cubicBezTo>
                    <a:pt x="10933" y="18157"/>
                    <a:pt x="11008" y="18157"/>
                    <a:pt x="11082" y="17855"/>
                  </a:cubicBezTo>
                  <a:cubicBezTo>
                    <a:pt x="11232" y="17704"/>
                    <a:pt x="11008" y="17704"/>
                    <a:pt x="11008" y="17553"/>
                  </a:cubicBezTo>
                  <a:cubicBezTo>
                    <a:pt x="11008" y="17553"/>
                    <a:pt x="11232" y="17704"/>
                    <a:pt x="11307" y="17553"/>
                  </a:cubicBezTo>
                  <a:cubicBezTo>
                    <a:pt x="11456" y="17402"/>
                    <a:pt x="11531" y="17402"/>
                    <a:pt x="11680" y="17402"/>
                  </a:cubicBezTo>
                  <a:cubicBezTo>
                    <a:pt x="11830" y="17402"/>
                    <a:pt x="11904" y="17855"/>
                    <a:pt x="12054" y="17704"/>
                  </a:cubicBezTo>
                  <a:cubicBezTo>
                    <a:pt x="12278" y="17402"/>
                    <a:pt x="12353" y="17704"/>
                    <a:pt x="12502" y="17855"/>
                  </a:cubicBezTo>
                  <a:cubicBezTo>
                    <a:pt x="12652" y="18006"/>
                    <a:pt x="12727" y="17704"/>
                    <a:pt x="12801" y="17704"/>
                  </a:cubicBezTo>
                  <a:cubicBezTo>
                    <a:pt x="12876" y="17553"/>
                    <a:pt x="13100" y="17855"/>
                    <a:pt x="13100" y="18006"/>
                  </a:cubicBezTo>
                  <a:cubicBezTo>
                    <a:pt x="13175" y="18157"/>
                    <a:pt x="13250" y="18006"/>
                    <a:pt x="13175" y="17855"/>
                  </a:cubicBezTo>
                  <a:cubicBezTo>
                    <a:pt x="13175" y="17855"/>
                    <a:pt x="13100" y="17704"/>
                    <a:pt x="13026" y="17704"/>
                  </a:cubicBezTo>
                  <a:cubicBezTo>
                    <a:pt x="12951" y="17553"/>
                    <a:pt x="13100" y="17553"/>
                    <a:pt x="13100" y="17553"/>
                  </a:cubicBezTo>
                  <a:cubicBezTo>
                    <a:pt x="13026" y="17251"/>
                    <a:pt x="13026" y="17100"/>
                    <a:pt x="12876" y="17251"/>
                  </a:cubicBezTo>
                  <a:cubicBezTo>
                    <a:pt x="12876" y="17251"/>
                    <a:pt x="12577" y="17251"/>
                    <a:pt x="12727" y="16949"/>
                  </a:cubicBezTo>
                  <a:cubicBezTo>
                    <a:pt x="12876" y="16949"/>
                    <a:pt x="12951" y="17100"/>
                    <a:pt x="13026" y="17100"/>
                  </a:cubicBezTo>
                  <a:cubicBezTo>
                    <a:pt x="13250" y="16949"/>
                    <a:pt x="13399" y="16949"/>
                    <a:pt x="13624" y="16949"/>
                  </a:cubicBezTo>
                  <a:cubicBezTo>
                    <a:pt x="13698" y="16949"/>
                    <a:pt x="13624" y="16949"/>
                    <a:pt x="13698" y="17100"/>
                  </a:cubicBezTo>
                  <a:cubicBezTo>
                    <a:pt x="13698" y="17100"/>
                    <a:pt x="13773" y="17100"/>
                    <a:pt x="13848" y="16949"/>
                  </a:cubicBezTo>
                  <a:cubicBezTo>
                    <a:pt x="13997" y="16949"/>
                    <a:pt x="14147" y="16949"/>
                    <a:pt x="14296" y="16949"/>
                  </a:cubicBezTo>
                  <a:cubicBezTo>
                    <a:pt x="14446" y="16949"/>
                    <a:pt x="14446" y="17251"/>
                    <a:pt x="14595" y="17402"/>
                  </a:cubicBezTo>
                  <a:cubicBezTo>
                    <a:pt x="14745" y="17704"/>
                    <a:pt x="14894" y="17402"/>
                    <a:pt x="15044" y="17251"/>
                  </a:cubicBezTo>
                  <a:cubicBezTo>
                    <a:pt x="15118" y="17251"/>
                    <a:pt x="15567" y="18157"/>
                    <a:pt x="15567" y="18308"/>
                  </a:cubicBezTo>
                  <a:cubicBezTo>
                    <a:pt x="15642" y="18459"/>
                    <a:pt x="15492" y="18761"/>
                    <a:pt x="15567" y="18912"/>
                  </a:cubicBezTo>
                  <a:cubicBezTo>
                    <a:pt x="15642" y="19214"/>
                    <a:pt x="15567" y="19214"/>
                    <a:pt x="15642" y="19516"/>
                  </a:cubicBezTo>
                  <a:cubicBezTo>
                    <a:pt x="15642" y="19667"/>
                    <a:pt x="15716" y="19818"/>
                    <a:pt x="15716" y="19818"/>
                  </a:cubicBezTo>
                  <a:cubicBezTo>
                    <a:pt x="15791" y="19818"/>
                    <a:pt x="15791" y="19970"/>
                    <a:pt x="15866" y="19970"/>
                  </a:cubicBezTo>
                  <a:cubicBezTo>
                    <a:pt x="15940" y="20121"/>
                    <a:pt x="15866" y="20423"/>
                    <a:pt x="15940" y="20574"/>
                  </a:cubicBezTo>
                  <a:cubicBezTo>
                    <a:pt x="16015" y="20725"/>
                    <a:pt x="16090" y="20725"/>
                    <a:pt x="16165" y="21027"/>
                  </a:cubicBezTo>
                  <a:cubicBezTo>
                    <a:pt x="16314" y="21480"/>
                    <a:pt x="16239" y="21027"/>
                    <a:pt x="16389" y="21178"/>
                  </a:cubicBezTo>
                  <a:cubicBezTo>
                    <a:pt x="16389" y="21178"/>
                    <a:pt x="16389" y="21480"/>
                    <a:pt x="16389" y="21480"/>
                  </a:cubicBezTo>
                  <a:cubicBezTo>
                    <a:pt x="16464" y="21480"/>
                    <a:pt x="16538" y="20423"/>
                    <a:pt x="16538" y="20272"/>
                  </a:cubicBezTo>
                  <a:cubicBezTo>
                    <a:pt x="16538" y="19818"/>
                    <a:pt x="16464" y="19516"/>
                    <a:pt x="16389" y="18912"/>
                  </a:cubicBezTo>
                  <a:cubicBezTo>
                    <a:pt x="16239" y="18459"/>
                    <a:pt x="16239" y="18006"/>
                    <a:pt x="16165" y="17553"/>
                  </a:cubicBezTo>
                  <a:cubicBezTo>
                    <a:pt x="16015" y="17251"/>
                    <a:pt x="15940" y="16646"/>
                    <a:pt x="16015" y="16193"/>
                  </a:cubicBezTo>
                  <a:cubicBezTo>
                    <a:pt x="16090" y="15740"/>
                    <a:pt x="16239" y="15438"/>
                    <a:pt x="16464" y="15136"/>
                  </a:cubicBezTo>
                  <a:cubicBezTo>
                    <a:pt x="16538" y="14985"/>
                    <a:pt x="16613" y="14985"/>
                    <a:pt x="16688" y="14834"/>
                  </a:cubicBezTo>
                  <a:cubicBezTo>
                    <a:pt x="16763" y="14683"/>
                    <a:pt x="16837" y="14381"/>
                    <a:pt x="16912" y="14381"/>
                  </a:cubicBezTo>
                  <a:cubicBezTo>
                    <a:pt x="17062" y="14079"/>
                    <a:pt x="17286" y="14079"/>
                    <a:pt x="17435" y="13777"/>
                  </a:cubicBezTo>
                  <a:cubicBezTo>
                    <a:pt x="17510" y="13625"/>
                    <a:pt x="17585" y="13323"/>
                    <a:pt x="17734" y="13323"/>
                  </a:cubicBezTo>
                  <a:cubicBezTo>
                    <a:pt x="17734" y="13323"/>
                    <a:pt x="18033" y="13323"/>
                    <a:pt x="17958" y="13021"/>
                  </a:cubicBezTo>
                  <a:cubicBezTo>
                    <a:pt x="17958" y="13021"/>
                    <a:pt x="17734" y="13172"/>
                    <a:pt x="17734" y="13172"/>
                  </a:cubicBezTo>
                  <a:cubicBezTo>
                    <a:pt x="17734" y="13021"/>
                    <a:pt x="17884" y="13172"/>
                    <a:pt x="17809" y="12870"/>
                  </a:cubicBezTo>
                  <a:cubicBezTo>
                    <a:pt x="17809" y="12870"/>
                    <a:pt x="17734" y="12719"/>
                    <a:pt x="17809" y="12719"/>
                  </a:cubicBezTo>
                  <a:cubicBezTo>
                    <a:pt x="17809" y="12568"/>
                    <a:pt x="17809" y="12719"/>
                    <a:pt x="17884" y="12568"/>
                  </a:cubicBezTo>
                  <a:cubicBezTo>
                    <a:pt x="17809" y="12719"/>
                    <a:pt x="17958" y="12870"/>
                    <a:pt x="17958" y="12719"/>
                  </a:cubicBezTo>
                  <a:cubicBezTo>
                    <a:pt x="18033" y="12719"/>
                    <a:pt x="18257" y="12417"/>
                    <a:pt x="18183" y="12266"/>
                  </a:cubicBezTo>
                  <a:cubicBezTo>
                    <a:pt x="18183" y="12417"/>
                    <a:pt x="17734" y="12266"/>
                    <a:pt x="17809" y="12115"/>
                  </a:cubicBezTo>
                  <a:cubicBezTo>
                    <a:pt x="17809" y="11964"/>
                    <a:pt x="17884" y="12266"/>
                    <a:pt x="17958" y="12115"/>
                  </a:cubicBezTo>
                  <a:cubicBezTo>
                    <a:pt x="17958" y="12115"/>
                    <a:pt x="18108" y="11964"/>
                    <a:pt x="18108" y="11964"/>
                  </a:cubicBezTo>
                  <a:cubicBezTo>
                    <a:pt x="18108" y="11964"/>
                    <a:pt x="18033" y="11813"/>
                    <a:pt x="18033" y="11662"/>
                  </a:cubicBezTo>
                  <a:cubicBezTo>
                    <a:pt x="18108" y="11511"/>
                    <a:pt x="18108" y="11360"/>
                    <a:pt x="17958" y="11360"/>
                  </a:cubicBezTo>
                  <a:cubicBezTo>
                    <a:pt x="17958" y="11360"/>
                    <a:pt x="17659" y="11058"/>
                    <a:pt x="17659" y="11058"/>
                  </a:cubicBezTo>
                  <a:cubicBezTo>
                    <a:pt x="17734" y="10907"/>
                    <a:pt x="17809" y="11058"/>
                    <a:pt x="17884" y="11058"/>
                  </a:cubicBezTo>
                  <a:cubicBezTo>
                    <a:pt x="17958" y="10907"/>
                    <a:pt x="17809" y="10604"/>
                    <a:pt x="17734" y="10604"/>
                  </a:cubicBezTo>
                  <a:cubicBezTo>
                    <a:pt x="17659" y="10453"/>
                    <a:pt x="17585" y="10302"/>
                    <a:pt x="17585" y="10151"/>
                  </a:cubicBezTo>
                  <a:cubicBezTo>
                    <a:pt x="17510" y="10000"/>
                    <a:pt x="17734" y="9698"/>
                    <a:pt x="17659" y="9547"/>
                  </a:cubicBezTo>
                  <a:cubicBezTo>
                    <a:pt x="17734" y="9698"/>
                    <a:pt x="17659" y="9849"/>
                    <a:pt x="17659" y="10000"/>
                  </a:cubicBezTo>
                  <a:cubicBezTo>
                    <a:pt x="17659" y="10000"/>
                    <a:pt x="17809" y="10302"/>
                    <a:pt x="17809" y="10302"/>
                  </a:cubicBezTo>
                  <a:cubicBezTo>
                    <a:pt x="17958" y="10000"/>
                    <a:pt x="17809" y="9245"/>
                    <a:pt x="18033" y="9094"/>
                  </a:cubicBezTo>
                  <a:cubicBezTo>
                    <a:pt x="17958" y="9094"/>
                    <a:pt x="17958" y="9849"/>
                    <a:pt x="18033" y="10000"/>
                  </a:cubicBezTo>
                  <a:cubicBezTo>
                    <a:pt x="18033" y="10302"/>
                    <a:pt x="18183" y="10302"/>
                    <a:pt x="18183" y="10604"/>
                  </a:cubicBezTo>
                  <a:cubicBezTo>
                    <a:pt x="18183" y="10756"/>
                    <a:pt x="17958" y="11058"/>
                    <a:pt x="18033" y="11209"/>
                  </a:cubicBezTo>
                  <a:cubicBezTo>
                    <a:pt x="18033" y="11209"/>
                    <a:pt x="18482" y="10302"/>
                    <a:pt x="18407" y="10000"/>
                  </a:cubicBezTo>
                  <a:cubicBezTo>
                    <a:pt x="18407" y="9698"/>
                    <a:pt x="18257" y="9547"/>
                    <a:pt x="18257" y="9245"/>
                  </a:cubicBezTo>
                  <a:cubicBezTo>
                    <a:pt x="18183" y="9094"/>
                    <a:pt x="18257" y="8641"/>
                    <a:pt x="18407" y="8792"/>
                  </a:cubicBezTo>
                  <a:cubicBezTo>
                    <a:pt x="18332" y="8641"/>
                    <a:pt x="18257" y="9094"/>
                    <a:pt x="18332" y="9245"/>
                  </a:cubicBezTo>
                  <a:cubicBezTo>
                    <a:pt x="18482" y="9547"/>
                    <a:pt x="18482" y="9698"/>
                    <a:pt x="18631" y="9245"/>
                  </a:cubicBezTo>
                  <a:cubicBezTo>
                    <a:pt x="18706" y="9094"/>
                    <a:pt x="18855" y="8641"/>
                    <a:pt x="18781" y="8339"/>
                  </a:cubicBezTo>
                  <a:cubicBezTo>
                    <a:pt x="18781" y="8339"/>
                    <a:pt x="18706" y="8188"/>
                    <a:pt x="18781" y="8037"/>
                  </a:cubicBezTo>
                  <a:cubicBezTo>
                    <a:pt x="18781" y="8037"/>
                    <a:pt x="18855" y="7735"/>
                    <a:pt x="18855" y="7735"/>
                  </a:cubicBezTo>
                  <a:cubicBezTo>
                    <a:pt x="18855" y="7735"/>
                    <a:pt x="18855" y="8037"/>
                    <a:pt x="18855" y="8037"/>
                  </a:cubicBezTo>
                  <a:cubicBezTo>
                    <a:pt x="18855" y="8037"/>
                    <a:pt x="19229" y="7583"/>
                    <a:pt x="19379" y="7583"/>
                  </a:cubicBezTo>
                  <a:cubicBezTo>
                    <a:pt x="19453" y="7432"/>
                    <a:pt x="19603" y="7583"/>
                    <a:pt x="19677" y="7583"/>
                  </a:cubicBezTo>
                  <a:cubicBezTo>
                    <a:pt x="19827" y="7432"/>
                    <a:pt x="19752" y="7281"/>
                    <a:pt x="19752" y="7130"/>
                  </a:cubicBezTo>
                  <a:cubicBezTo>
                    <a:pt x="19827" y="7130"/>
                    <a:pt x="19827" y="7432"/>
                    <a:pt x="19902" y="7432"/>
                  </a:cubicBezTo>
                  <a:cubicBezTo>
                    <a:pt x="19902" y="7432"/>
                    <a:pt x="20051" y="7281"/>
                    <a:pt x="20051" y="7281"/>
                  </a:cubicBezTo>
                  <a:cubicBezTo>
                    <a:pt x="20201" y="7583"/>
                    <a:pt x="20500" y="6828"/>
                    <a:pt x="20275" y="6828"/>
                  </a:cubicBezTo>
                  <a:cubicBezTo>
                    <a:pt x="20275" y="6828"/>
                    <a:pt x="20275" y="7130"/>
                    <a:pt x="20201" y="7130"/>
                  </a:cubicBezTo>
                  <a:cubicBezTo>
                    <a:pt x="20126" y="7130"/>
                    <a:pt x="19976" y="6526"/>
                    <a:pt x="19976" y="6526"/>
                  </a:cubicBezTo>
                  <a:cubicBezTo>
                    <a:pt x="20051" y="6375"/>
                    <a:pt x="19976" y="6224"/>
                    <a:pt x="20051" y="6073"/>
                  </a:cubicBezTo>
                  <a:cubicBezTo>
                    <a:pt x="20126" y="5771"/>
                    <a:pt x="20201" y="5469"/>
                    <a:pt x="20275" y="5318"/>
                  </a:cubicBezTo>
                  <a:cubicBezTo>
                    <a:pt x="20350" y="5318"/>
                    <a:pt x="20425" y="5167"/>
                    <a:pt x="20425" y="5167"/>
                  </a:cubicBezTo>
                  <a:cubicBezTo>
                    <a:pt x="20574" y="5318"/>
                    <a:pt x="20649" y="4865"/>
                    <a:pt x="20724" y="4714"/>
                  </a:cubicBezTo>
                  <a:cubicBezTo>
                    <a:pt x="20724" y="4714"/>
                    <a:pt x="20873" y="4865"/>
                    <a:pt x="20948" y="4714"/>
                  </a:cubicBezTo>
                  <a:cubicBezTo>
                    <a:pt x="21098" y="4563"/>
                    <a:pt x="21247" y="4563"/>
                    <a:pt x="21322" y="4411"/>
                  </a:cubicBezTo>
                  <a:cubicBezTo>
                    <a:pt x="21397" y="4411"/>
                    <a:pt x="21546" y="4260"/>
                    <a:pt x="21471" y="4109"/>
                  </a:cubicBezTo>
                  <a:cubicBezTo>
                    <a:pt x="21322" y="3807"/>
                    <a:pt x="21322" y="3656"/>
                    <a:pt x="21247" y="3505"/>
                  </a:cubicBezTo>
                  <a:cubicBezTo>
                    <a:pt x="20948" y="3354"/>
                    <a:pt x="21397" y="1995"/>
                    <a:pt x="20948" y="1995"/>
                  </a:cubicBezTo>
                  <a:cubicBezTo>
                    <a:pt x="20873" y="1844"/>
                    <a:pt x="20799" y="2146"/>
                    <a:pt x="20724" y="1995"/>
                  </a:cubicBezTo>
                  <a:cubicBezTo>
                    <a:pt x="20649" y="1844"/>
                    <a:pt x="20649" y="1693"/>
                    <a:pt x="20574" y="1844"/>
                  </a:cubicBezTo>
                  <a:cubicBezTo>
                    <a:pt x="20500" y="1995"/>
                    <a:pt x="20425" y="2297"/>
                    <a:pt x="20350" y="2448"/>
                  </a:cubicBezTo>
                  <a:cubicBezTo>
                    <a:pt x="20275" y="2599"/>
                    <a:pt x="20275" y="2901"/>
                    <a:pt x="20201" y="3052"/>
                  </a:cubicBezTo>
                  <a:cubicBezTo>
                    <a:pt x="20201" y="3354"/>
                    <a:pt x="20126" y="3807"/>
                    <a:pt x="19976" y="3807"/>
                  </a:cubicBezTo>
                  <a:cubicBezTo>
                    <a:pt x="19827" y="3807"/>
                    <a:pt x="19827" y="4109"/>
                    <a:pt x="19677" y="4109"/>
                  </a:cubicBezTo>
                  <a:cubicBezTo>
                    <a:pt x="19304" y="4109"/>
                    <a:pt x="18930" y="4109"/>
                    <a:pt x="18556" y="4109"/>
                  </a:cubicBezTo>
                  <a:cubicBezTo>
                    <a:pt x="18407" y="4109"/>
                    <a:pt x="18407" y="4109"/>
                    <a:pt x="18332" y="4260"/>
                  </a:cubicBezTo>
                  <a:cubicBezTo>
                    <a:pt x="18257" y="4563"/>
                    <a:pt x="17958" y="4865"/>
                    <a:pt x="17958" y="5016"/>
                  </a:cubicBezTo>
                  <a:cubicBezTo>
                    <a:pt x="18033" y="5469"/>
                    <a:pt x="17809" y="5771"/>
                    <a:pt x="17659" y="5771"/>
                  </a:cubicBezTo>
                  <a:cubicBezTo>
                    <a:pt x="17510" y="5771"/>
                    <a:pt x="17435" y="5620"/>
                    <a:pt x="17286" y="5620"/>
                  </a:cubicBezTo>
                  <a:cubicBezTo>
                    <a:pt x="17136" y="5620"/>
                    <a:pt x="16987" y="5771"/>
                    <a:pt x="16912" y="5771"/>
                  </a:cubicBezTo>
                  <a:cubicBezTo>
                    <a:pt x="16912" y="5771"/>
                    <a:pt x="16912" y="6224"/>
                    <a:pt x="16987" y="6224"/>
                  </a:cubicBezTo>
                  <a:cubicBezTo>
                    <a:pt x="16912" y="6375"/>
                    <a:pt x="16837" y="6526"/>
                    <a:pt x="16688" y="6677"/>
                  </a:cubicBezTo>
                  <a:cubicBezTo>
                    <a:pt x="16538" y="6828"/>
                    <a:pt x="16314" y="7130"/>
                    <a:pt x="16090" y="7281"/>
                  </a:cubicBezTo>
                  <a:cubicBezTo>
                    <a:pt x="15866" y="7432"/>
                    <a:pt x="15642" y="7432"/>
                    <a:pt x="15417" y="7281"/>
                  </a:cubicBezTo>
                  <a:cubicBezTo>
                    <a:pt x="15343" y="7130"/>
                    <a:pt x="15268" y="6979"/>
                    <a:pt x="15343" y="6828"/>
                  </a:cubicBezTo>
                  <a:cubicBezTo>
                    <a:pt x="15343" y="6828"/>
                    <a:pt x="15417" y="6526"/>
                    <a:pt x="15492" y="6526"/>
                  </a:cubicBezTo>
                  <a:cubicBezTo>
                    <a:pt x="15492" y="6526"/>
                    <a:pt x="15492" y="6677"/>
                    <a:pt x="15492" y="6828"/>
                  </a:cubicBezTo>
                  <a:cubicBezTo>
                    <a:pt x="15642" y="6224"/>
                    <a:pt x="15716" y="5771"/>
                    <a:pt x="15567" y="5167"/>
                  </a:cubicBezTo>
                  <a:cubicBezTo>
                    <a:pt x="15492" y="5016"/>
                    <a:pt x="15343" y="5318"/>
                    <a:pt x="15268" y="5318"/>
                  </a:cubicBezTo>
                  <a:cubicBezTo>
                    <a:pt x="15193" y="5469"/>
                    <a:pt x="15193" y="5318"/>
                    <a:pt x="15118" y="5318"/>
                  </a:cubicBezTo>
                  <a:cubicBezTo>
                    <a:pt x="15044" y="5167"/>
                    <a:pt x="15193" y="5016"/>
                    <a:pt x="15193" y="5016"/>
                  </a:cubicBezTo>
                  <a:cubicBezTo>
                    <a:pt x="15492" y="4411"/>
                    <a:pt x="15268" y="3807"/>
                    <a:pt x="14969" y="3656"/>
                  </a:cubicBezTo>
                  <a:cubicBezTo>
                    <a:pt x="14745" y="3505"/>
                    <a:pt x="14745" y="3656"/>
                    <a:pt x="14595" y="3807"/>
                  </a:cubicBezTo>
                  <a:cubicBezTo>
                    <a:pt x="14595" y="3958"/>
                    <a:pt x="14595" y="3958"/>
                    <a:pt x="14595" y="4109"/>
                  </a:cubicBezTo>
                  <a:cubicBezTo>
                    <a:pt x="14595" y="4260"/>
                    <a:pt x="14446" y="4109"/>
                    <a:pt x="14371" y="4109"/>
                  </a:cubicBezTo>
                  <a:cubicBezTo>
                    <a:pt x="14296" y="4109"/>
                    <a:pt x="14147" y="5318"/>
                    <a:pt x="14147" y="5469"/>
                  </a:cubicBezTo>
                  <a:cubicBezTo>
                    <a:pt x="14221" y="6224"/>
                    <a:pt x="14296" y="6677"/>
                    <a:pt x="13997" y="6979"/>
                  </a:cubicBezTo>
                  <a:cubicBezTo>
                    <a:pt x="13997" y="7130"/>
                    <a:pt x="13773" y="7281"/>
                    <a:pt x="13773" y="7130"/>
                  </a:cubicBezTo>
                  <a:cubicBezTo>
                    <a:pt x="13773" y="6828"/>
                    <a:pt x="13698" y="6526"/>
                    <a:pt x="13698" y="6224"/>
                  </a:cubicBezTo>
                  <a:cubicBezTo>
                    <a:pt x="13698" y="6073"/>
                    <a:pt x="13848" y="4411"/>
                    <a:pt x="13848" y="4411"/>
                  </a:cubicBezTo>
                  <a:cubicBezTo>
                    <a:pt x="13773" y="4411"/>
                    <a:pt x="13624" y="4714"/>
                    <a:pt x="13624" y="4563"/>
                  </a:cubicBezTo>
                  <a:cubicBezTo>
                    <a:pt x="13624" y="4411"/>
                    <a:pt x="13848" y="3807"/>
                    <a:pt x="13922" y="3656"/>
                  </a:cubicBezTo>
                  <a:cubicBezTo>
                    <a:pt x="13997" y="3354"/>
                    <a:pt x="14221" y="3354"/>
                    <a:pt x="14371" y="3203"/>
                  </a:cubicBezTo>
                  <a:cubicBezTo>
                    <a:pt x="14595" y="3203"/>
                    <a:pt x="14819" y="3354"/>
                    <a:pt x="15044" y="3354"/>
                  </a:cubicBezTo>
                  <a:cubicBezTo>
                    <a:pt x="15268" y="3354"/>
                    <a:pt x="14969" y="2901"/>
                    <a:pt x="14819" y="2901"/>
                  </a:cubicBezTo>
                  <a:cubicBezTo>
                    <a:pt x="14670" y="2901"/>
                    <a:pt x="14819" y="2448"/>
                    <a:pt x="14595" y="2448"/>
                  </a:cubicBezTo>
                  <a:cubicBezTo>
                    <a:pt x="14446" y="2599"/>
                    <a:pt x="14296" y="2750"/>
                    <a:pt x="14072" y="2750"/>
                  </a:cubicBezTo>
                  <a:cubicBezTo>
                    <a:pt x="13922" y="2750"/>
                    <a:pt x="13773" y="2448"/>
                    <a:pt x="13624" y="2297"/>
                  </a:cubicBezTo>
                  <a:cubicBezTo>
                    <a:pt x="13624" y="2297"/>
                    <a:pt x="13399" y="2297"/>
                    <a:pt x="13474" y="2146"/>
                  </a:cubicBezTo>
                  <a:cubicBezTo>
                    <a:pt x="13549" y="2146"/>
                    <a:pt x="13698" y="1995"/>
                    <a:pt x="13698" y="1844"/>
                  </a:cubicBezTo>
                  <a:cubicBezTo>
                    <a:pt x="13698" y="1844"/>
                    <a:pt x="13100" y="2297"/>
                    <a:pt x="13026" y="2297"/>
                  </a:cubicBezTo>
                  <a:cubicBezTo>
                    <a:pt x="12951" y="2448"/>
                    <a:pt x="12876" y="2599"/>
                    <a:pt x="12801" y="2599"/>
                  </a:cubicBezTo>
                  <a:cubicBezTo>
                    <a:pt x="12652" y="2599"/>
                    <a:pt x="12652" y="2297"/>
                    <a:pt x="12502" y="2297"/>
                  </a:cubicBezTo>
                  <a:cubicBezTo>
                    <a:pt x="12428" y="2297"/>
                    <a:pt x="12054" y="2599"/>
                    <a:pt x="12278" y="2146"/>
                  </a:cubicBezTo>
                  <a:cubicBezTo>
                    <a:pt x="12502" y="1844"/>
                    <a:pt x="12727" y="1542"/>
                    <a:pt x="12951" y="1239"/>
                  </a:cubicBezTo>
                  <a:cubicBezTo>
                    <a:pt x="12801" y="1239"/>
                    <a:pt x="12652" y="937"/>
                    <a:pt x="12502" y="1239"/>
                  </a:cubicBezTo>
                  <a:cubicBezTo>
                    <a:pt x="12278" y="1390"/>
                    <a:pt x="12203" y="1088"/>
                    <a:pt x="11979" y="937"/>
                  </a:cubicBezTo>
                  <a:cubicBezTo>
                    <a:pt x="11904" y="937"/>
                    <a:pt x="11830" y="786"/>
                    <a:pt x="11755" y="635"/>
                  </a:cubicBezTo>
                  <a:cubicBezTo>
                    <a:pt x="11606" y="635"/>
                    <a:pt x="11531" y="786"/>
                    <a:pt x="11381" y="786"/>
                  </a:cubicBezTo>
                  <a:cubicBezTo>
                    <a:pt x="11307" y="635"/>
                    <a:pt x="11157" y="635"/>
                    <a:pt x="11157" y="333"/>
                  </a:cubicBezTo>
                  <a:cubicBezTo>
                    <a:pt x="11157" y="333"/>
                    <a:pt x="11008" y="-120"/>
                    <a:pt x="11008" y="31"/>
                  </a:cubicBezTo>
                  <a:cubicBezTo>
                    <a:pt x="10933" y="31"/>
                    <a:pt x="11008" y="484"/>
                    <a:pt x="10933" y="484"/>
                  </a:cubicBezTo>
                  <a:cubicBezTo>
                    <a:pt x="10858" y="484"/>
                    <a:pt x="10783" y="484"/>
                    <a:pt x="10783" y="484"/>
                  </a:cubicBezTo>
                  <a:cubicBezTo>
                    <a:pt x="10559" y="484"/>
                    <a:pt x="10335" y="484"/>
                    <a:pt x="10111" y="484"/>
                  </a:cubicBezTo>
                  <a:cubicBezTo>
                    <a:pt x="9289" y="484"/>
                    <a:pt x="8541" y="484"/>
                    <a:pt x="7794" y="484"/>
                  </a:cubicBezTo>
                  <a:cubicBezTo>
                    <a:pt x="5925" y="484"/>
                    <a:pt x="4057" y="484"/>
                    <a:pt x="2188" y="484"/>
                  </a:cubicBezTo>
                  <a:cubicBezTo>
                    <a:pt x="1740" y="484"/>
                    <a:pt x="1217" y="484"/>
                    <a:pt x="768" y="484"/>
                  </a:cubicBezTo>
                  <a:cubicBezTo>
                    <a:pt x="843" y="635"/>
                    <a:pt x="992" y="1844"/>
                    <a:pt x="768" y="1995"/>
                  </a:cubicBezTo>
                  <a:cubicBezTo>
                    <a:pt x="619" y="1995"/>
                    <a:pt x="544" y="1995"/>
                    <a:pt x="693" y="1693"/>
                  </a:cubicBezTo>
                  <a:cubicBezTo>
                    <a:pt x="843" y="1239"/>
                    <a:pt x="619" y="1239"/>
                    <a:pt x="469" y="1239"/>
                  </a:cubicBezTo>
                  <a:cubicBezTo>
                    <a:pt x="320" y="1239"/>
                    <a:pt x="95" y="937"/>
                    <a:pt x="21" y="937"/>
                  </a:cubicBezTo>
                  <a:cubicBezTo>
                    <a:pt x="-54" y="1088"/>
                    <a:pt x="95" y="1693"/>
                    <a:pt x="95" y="1693"/>
                  </a:cubicBezTo>
                  <a:cubicBezTo>
                    <a:pt x="170" y="2146"/>
                    <a:pt x="245" y="2297"/>
                    <a:pt x="245" y="2599"/>
                  </a:cubicBezTo>
                  <a:cubicBezTo>
                    <a:pt x="245" y="2750"/>
                    <a:pt x="469" y="3052"/>
                    <a:pt x="544" y="3052"/>
                  </a:cubicBezTo>
                  <a:cubicBezTo>
                    <a:pt x="469" y="3052"/>
                    <a:pt x="394" y="3052"/>
                    <a:pt x="320" y="3203"/>
                  </a:cubicBezTo>
                  <a:cubicBezTo>
                    <a:pt x="245" y="3354"/>
                    <a:pt x="320" y="3505"/>
                    <a:pt x="320" y="3656"/>
                  </a:cubicBezTo>
                  <a:cubicBezTo>
                    <a:pt x="320" y="4109"/>
                    <a:pt x="320" y="4411"/>
                    <a:pt x="245" y="4714"/>
                  </a:cubicBezTo>
                  <a:cubicBezTo>
                    <a:pt x="245" y="5167"/>
                    <a:pt x="170" y="5469"/>
                    <a:pt x="95" y="5922"/>
                  </a:cubicBezTo>
                  <a:cubicBezTo>
                    <a:pt x="21" y="6375"/>
                    <a:pt x="170" y="6828"/>
                    <a:pt x="245" y="7281"/>
                  </a:cubicBezTo>
                  <a:cubicBezTo>
                    <a:pt x="245" y="7735"/>
                    <a:pt x="170" y="8037"/>
                    <a:pt x="170" y="8339"/>
                  </a:cubicBezTo>
                  <a:cubicBezTo>
                    <a:pt x="170" y="8490"/>
                    <a:pt x="245" y="8641"/>
                    <a:pt x="245" y="8792"/>
                  </a:cubicBezTo>
                  <a:cubicBezTo>
                    <a:pt x="320" y="8943"/>
                    <a:pt x="320" y="9245"/>
                    <a:pt x="320" y="9396"/>
                  </a:cubicBezTo>
                  <a:cubicBezTo>
                    <a:pt x="394" y="9849"/>
                    <a:pt x="619" y="10000"/>
                    <a:pt x="693" y="10453"/>
                  </a:cubicBezTo>
                  <a:cubicBezTo>
                    <a:pt x="768" y="10756"/>
                    <a:pt x="768" y="10604"/>
                    <a:pt x="843" y="10453"/>
                  </a:cubicBezTo>
                  <a:cubicBezTo>
                    <a:pt x="843" y="10453"/>
                    <a:pt x="918" y="10907"/>
                    <a:pt x="918" y="10907"/>
                  </a:cubicBezTo>
                  <a:cubicBezTo>
                    <a:pt x="918" y="10907"/>
                    <a:pt x="843" y="10756"/>
                    <a:pt x="843" y="10907"/>
                  </a:cubicBezTo>
                  <a:cubicBezTo>
                    <a:pt x="843" y="11058"/>
                    <a:pt x="843" y="11209"/>
                    <a:pt x="918" y="11360"/>
                  </a:cubicBezTo>
                  <a:cubicBezTo>
                    <a:pt x="992" y="11360"/>
                    <a:pt x="992" y="11360"/>
                    <a:pt x="1067" y="11511"/>
                  </a:cubicBezTo>
                  <a:cubicBezTo>
                    <a:pt x="1142" y="11662"/>
                    <a:pt x="992" y="11813"/>
                    <a:pt x="1067" y="11964"/>
                  </a:cubicBezTo>
                  <a:cubicBezTo>
                    <a:pt x="1217" y="12417"/>
                    <a:pt x="1516" y="12719"/>
                    <a:pt x="1516" y="13172"/>
                  </a:cubicBezTo>
                  <a:cubicBezTo>
                    <a:pt x="1590" y="13474"/>
                    <a:pt x="1665" y="13474"/>
                    <a:pt x="1815" y="13625"/>
                  </a:cubicBezTo>
                  <a:cubicBezTo>
                    <a:pt x="1964" y="13777"/>
                    <a:pt x="2113" y="13928"/>
                    <a:pt x="2263" y="13928"/>
                  </a:cubicBezTo>
                  <a:cubicBezTo>
                    <a:pt x="2412" y="13928"/>
                    <a:pt x="2562" y="14230"/>
                    <a:pt x="2637" y="14381"/>
                  </a:cubicBezTo>
                  <a:cubicBezTo>
                    <a:pt x="2637" y="14532"/>
                    <a:pt x="2936" y="15136"/>
                    <a:pt x="2861" y="15287"/>
                  </a:cubicBezTo>
                  <a:cubicBezTo>
                    <a:pt x="3160" y="15136"/>
                    <a:pt x="3534" y="14985"/>
                    <a:pt x="3833" y="15136"/>
                  </a:cubicBezTo>
                  <a:cubicBezTo>
                    <a:pt x="4281" y="15438"/>
                    <a:pt x="4655" y="15891"/>
                    <a:pt x="5028" y="16193"/>
                  </a:cubicBezTo>
                  <a:close/>
                </a:path>
              </a:pathLst>
            </a:custGeom>
            <a:solidFill>
              <a:srgbClr val="47D39C"/>
            </a:solidFill>
            <a:ln w="12700" cap="flat">
              <a:solidFill>
                <a:srgbClr val="FFFFFF"/>
              </a:solidFill>
              <a:prstDash val="solid"/>
              <a:round/>
            </a:ln>
            <a:effectLst/>
            <a:extLst>
              <a:ext uri="{C572A759-6A51-4108-AA02-DFA0A04FC94B}">
                <ma14:wrappingTextBoxFlag xmlns:ma14="http://schemas.microsoft.com/office/mac/drawingml/2011/main" val="1"/>
              </a:ext>
            </a:extLst>
          </p:spPr>
          <p:txBody>
            <a:bodyPr wrap="square" lIns="91439" tIns="91439" rIns="91439" bIns="91439" numCol="1" anchor="t">
              <a:noAutofit/>
            </a:bodyPr>
            <a:lstStyle>
              <a:lvl1pPr algn="l" defTabSz="914400">
                <a:defRPr b="1" sz="2500">
                  <a:solidFill>
                    <a:srgbClr val="0A0A0A"/>
                  </a:solidFill>
                  <a:latin typeface="Calibri"/>
                  <a:ea typeface="Calibri"/>
                  <a:cs typeface="Calibri"/>
                  <a:sym typeface="Calibri"/>
                </a:defRPr>
              </a:lvl1pPr>
            </a:lstStyle>
            <a:p>
              <a:pPr/>
              <a:r>
                <a:t>Cambia color</a:t>
              </a:r>
            </a:p>
          </p:txBody>
        </p:sp>
        <p:sp>
          <p:nvSpPr>
            <p:cNvPr id="5469" name="Shape 5469"/>
            <p:cNvSpPr/>
            <p:nvPr/>
          </p:nvSpPr>
          <p:spPr>
            <a:xfrm>
              <a:off x="1254816" y="1188208"/>
              <a:ext cx="3970861" cy="2048310"/>
            </a:xfrm>
            <a:custGeom>
              <a:avLst/>
              <a:gdLst/>
              <a:ahLst/>
              <a:cxnLst>
                <a:cxn ang="0">
                  <a:pos x="wd2" y="hd2"/>
                </a:cxn>
                <a:cxn ang="5400000">
                  <a:pos x="wd2" y="hd2"/>
                </a:cxn>
                <a:cxn ang="10800000">
                  <a:pos x="wd2" y="hd2"/>
                </a:cxn>
                <a:cxn ang="16200000">
                  <a:pos x="wd2" y="hd2"/>
                </a:cxn>
              </a:cxnLst>
              <a:rect l="0" t="0" r="r" b="b"/>
              <a:pathLst>
                <a:path w="21523" h="21600" fill="norm" stroke="1" extrusionOk="0">
                  <a:moveTo>
                    <a:pt x="11584" y="17162"/>
                  </a:moveTo>
                  <a:cubicBezTo>
                    <a:pt x="11584" y="17162"/>
                    <a:pt x="11584" y="17063"/>
                    <a:pt x="11584" y="17063"/>
                  </a:cubicBezTo>
                  <a:cubicBezTo>
                    <a:pt x="11584" y="17063"/>
                    <a:pt x="11736" y="17458"/>
                    <a:pt x="11736" y="17458"/>
                  </a:cubicBezTo>
                  <a:cubicBezTo>
                    <a:pt x="11837" y="17458"/>
                    <a:pt x="11888" y="17556"/>
                    <a:pt x="11938" y="17556"/>
                  </a:cubicBezTo>
                  <a:cubicBezTo>
                    <a:pt x="12039" y="17556"/>
                    <a:pt x="12039" y="17458"/>
                    <a:pt x="12090" y="17556"/>
                  </a:cubicBezTo>
                  <a:cubicBezTo>
                    <a:pt x="12242" y="17655"/>
                    <a:pt x="12343" y="17753"/>
                    <a:pt x="12444" y="17852"/>
                  </a:cubicBezTo>
                  <a:cubicBezTo>
                    <a:pt x="12495" y="17951"/>
                    <a:pt x="12545" y="17852"/>
                    <a:pt x="12596" y="17852"/>
                  </a:cubicBezTo>
                  <a:cubicBezTo>
                    <a:pt x="12646" y="17753"/>
                    <a:pt x="12697" y="17753"/>
                    <a:pt x="12748" y="17753"/>
                  </a:cubicBezTo>
                  <a:cubicBezTo>
                    <a:pt x="12798" y="17753"/>
                    <a:pt x="12849" y="17852"/>
                    <a:pt x="12899" y="17852"/>
                  </a:cubicBezTo>
                  <a:cubicBezTo>
                    <a:pt x="13000" y="17852"/>
                    <a:pt x="13051" y="17753"/>
                    <a:pt x="13102" y="17655"/>
                  </a:cubicBezTo>
                  <a:cubicBezTo>
                    <a:pt x="13152" y="17556"/>
                    <a:pt x="13304" y="17260"/>
                    <a:pt x="13355" y="17260"/>
                  </a:cubicBezTo>
                  <a:cubicBezTo>
                    <a:pt x="13355" y="17260"/>
                    <a:pt x="13405" y="17359"/>
                    <a:pt x="13405" y="17359"/>
                  </a:cubicBezTo>
                  <a:cubicBezTo>
                    <a:pt x="13506" y="17359"/>
                    <a:pt x="13557" y="17359"/>
                    <a:pt x="13607" y="17359"/>
                  </a:cubicBezTo>
                  <a:cubicBezTo>
                    <a:pt x="13810" y="17359"/>
                    <a:pt x="13759" y="17655"/>
                    <a:pt x="13860" y="17852"/>
                  </a:cubicBezTo>
                  <a:cubicBezTo>
                    <a:pt x="13911" y="17951"/>
                    <a:pt x="14113" y="17852"/>
                    <a:pt x="14113" y="18049"/>
                  </a:cubicBezTo>
                  <a:cubicBezTo>
                    <a:pt x="14113" y="18247"/>
                    <a:pt x="14164" y="18444"/>
                    <a:pt x="14215" y="18641"/>
                  </a:cubicBezTo>
                  <a:cubicBezTo>
                    <a:pt x="14215" y="19134"/>
                    <a:pt x="14670" y="19036"/>
                    <a:pt x="14822" y="19134"/>
                  </a:cubicBezTo>
                  <a:cubicBezTo>
                    <a:pt x="14923" y="19134"/>
                    <a:pt x="15074" y="19134"/>
                    <a:pt x="15125" y="19233"/>
                  </a:cubicBezTo>
                  <a:cubicBezTo>
                    <a:pt x="15176" y="19332"/>
                    <a:pt x="15429" y="19825"/>
                    <a:pt x="15378" y="19825"/>
                  </a:cubicBezTo>
                  <a:cubicBezTo>
                    <a:pt x="15277" y="20022"/>
                    <a:pt x="15277" y="20022"/>
                    <a:pt x="15176" y="19923"/>
                  </a:cubicBezTo>
                  <a:cubicBezTo>
                    <a:pt x="15125" y="19825"/>
                    <a:pt x="14923" y="19627"/>
                    <a:pt x="14923" y="19627"/>
                  </a:cubicBezTo>
                  <a:cubicBezTo>
                    <a:pt x="14923" y="19726"/>
                    <a:pt x="15074" y="19825"/>
                    <a:pt x="15024" y="20022"/>
                  </a:cubicBezTo>
                  <a:cubicBezTo>
                    <a:pt x="14973" y="20121"/>
                    <a:pt x="14923" y="20318"/>
                    <a:pt x="14923" y="20416"/>
                  </a:cubicBezTo>
                  <a:cubicBezTo>
                    <a:pt x="14923" y="20614"/>
                    <a:pt x="14923" y="20712"/>
                    <a:pt x="14872" y="20811"/>
                  </a:cubicBezTo>
                  <a:cubicBezTo>
                    <a:pt x="14872" y="20910"/>
                    <a:pt x="14720" y="21008"/>
                    <a:pt x="14720" y="21008"/>
                  </a:cubicBezTo>
                  <a:cubicBezTo>
                    <a:pt x="14670" y="21107"/>
                    <a:pt x="14518" y="21600"/>
                    <a:pt x="14720" y="21600"/>
                  </a:cubicBezTo>
                  <a:cubicBezTo>
                    <a:pt x="14771" y="21600"/>
                    <a:pt x="14872" y="21403"/>
                    <a:pt x="14973" y="21205"/>
                  </a:cubicBezTo>
                  <a:cubicBezTo>
                    <a:pt x="15074" y="21107"/>
                    <a:pt x="15125" y="21304"/>
                    <a:pt x="15226" y="21205"/>
                  </a:cubicBezTo>
                  <a:cubicBezTo>
                    <a:pt x="15378" y="21205"/>
                    <a:pt x="15429" y="21008"/>
                    <a:pt x="15580" y="21008"/>
                  </a:cubicBezTo>
                  <a:cubicBezTo>
                    <a:pt x="15580" y="20811"/>
                    <a:pt x="15580" y="20910"/>
                    <a:pt x="15479" y="20811"/>
                  </a:cubicBezTo>
                  <a:cubicBezTo>
                    <a:pt x="15429" y="20811"/>
                    <a:pt x="15429" y="20712"/>
                    <a:pt x="15479" y="20712"/>
                  </a:cubicBezTo>
                  <a:cubicBezTo>
                    <a:pt x="15530" y="20515"/>
                    <a:pt x="15580" y="20416"/>
                    <a:pt x="15732" y="20416"/>
                  </a:cubicBezTo>
                  <a:cubicBezTo>
                    <a:pt x="15783" y="20416"/>
                    <a:pt x="15934" y="20219"/>
                    <a:pt x="16036" y="20318"/>
                  </a:cubicBezTo>
                  <a:cubicBezTo>
                    <a:pt x="16137" y="20416"/>
                    <a:pt x="16187" y="20022"/>
                    <a:pt x="16289" y="20318"/>
                  </a:cubicBezTo>
                  <a:cubicBezTo>
                    <a:pt x="16390" y="20121"/>
                    <a:pt x="16440" y="20022"/>
                    <a:pt x="16541" y="19825"/>
                  </a:cubicBezTo>
                  <a:cubicBezTo>
                    <a:pt x="16643" y="19726"/>
                    <a:pt x="16693" y="19726"/>
                    <a:pt x="16794" y="19726"/>
                  </a:cubicBezTo>
                  <a:cubicBezTo>
                    <a:pt x="16946" y="19726"/>
                    <a:pt x="17148" y="19726"/>
                    <a:pt x="17300" y="19726"/>
                  </a:cubicBezTo>
                  <a:cubicBezTo>
                    <a:pt x="17452" y="19726"/>
                    <a:pt x="17503" y="19825"/>
                    <a:pt x="17553" y="19627"/>
                  </a:cubicBezTo>
                  <a:cubicBezTo>
                    <a:pt x="17604" y="19529"/>
                    <a:pt x="17654" y="19627"/>
                    <a:pt x="17705" y="19529"/>
                  </a:cubicBezTo>
                  <a:cubicBezTo>
                    <a:pt x="17756" y="19332"/>
                    <a:pt x="17806" y="19233"/>
                    <a:pt x="17806" y="19036"/>
                  </a:cubicBezTo>
                  <a:cubicBezTo>
                    <a:pt x="17857" y="18838"/>
                    <a:pt x="17857" y="18740"/>
                    <a:pt x="17907" y="18542"/>
                  </a:cubicBezTo>
                  <a:cubicBezTo>
                    <a:pt x="17958" y="18444"/>
                    <a:pt x="18008" y="18345"/>
                    <a:pt x="18059" y="18247"/>
                  </a:cubicBezTo>
                  <a:cubicBezTo>
                    <a:pt x="18110" y="18148"/>
                    <a:pt x="18160" y="18444"/>
                    <a:pt x="18261" y="18345"/>
                  </a:cubicBezTo>
                  <a:cubicBezTo>
                    <a:pt x="18363" y="18148"/>
                    <a:pt x="18464" y="18444"/>
                    <a:pt x="18464" y="18641"/>
                  </a:cubicBezTo>
                  <a:cubicBezTo>
                    <a:pt x="18464" y="18740"/>
                    <a:pt x="18413" y="19332"/>
                    <a:pt x="18514" y="19332"/>
                  </a:cubicBezTo>
                  <a:cubicBezTo>
                    <a:pt x="18565" y="19430"/>
                    <a:pt x="18615" y="19627"/>
                    <a:pt x="18666" y="19825"/>
                  </a:cubicBezTo>
                  <a:cubicBezTo>
                    <a:pt x="18717" y="19627"/>
                    <a:pt x="19273" y="19332"/>
                    <a:pt x="19273" y="19332"/>
                  </a:cubicBezTo>
                  <a:cubicBezTo>
                    <a:pt x="19273" y="19233"/>
                    <a:pt x="19222" y="19233"/>
                    <a:pt x="19222" y="19134"/>
                  </a:cubicBezTo>
                  <a:cubicBezTo>
                    <a:pt x="19222" y="19134"/>
                    <a:pt x="19324" y="19332"/>
                    <a:pt x="19324" y="19332"/>
                  </a:cubicBezTo>
                  <a:cubicBezTo>
                    <a:pt x="19324" y="19430"/>
                    <a:pt x="19222" y="19430"/>
                    <a:pt x="19222" y="19430"/>
                  </a:cubicBezTo>
                  <a:cubicBezTo>
                    <a:pt x="19222" y="19430"/>
                    <a:pt x="19526" y="19529"/>
                    <a:pt x="19526" y="19529"/>
                  </a:cubicBezTo>
                  <a:cubicBezTo>
                    <a:pt x="19526" y="19529"/>
                    <a:pt x="19526" y="19529"/>
                    <a:pt x="19526" y="19529"/>
                  </a:cubicBezTo>
                  <a:cubicBezTo>
                    <a:pt x="19526" y="19529"/>
                    <a:pt x="19526" y="19627"/>
                    <a:pt x="19526" y="19627"/>
                  </a:cubicBezTo>
                  <a:cubicBezTo>
                    <a:pt x="19475" y="19627"/>
                    <a:pt x="19425" y="19627"/>
                    <a:pt x="19374" y="19726"/>
                  </a:cubicBezTo>
                  <a:cubicBezTo>
                    <a:pt x="19374" y="19825"/>
                    <a:pt x="19324" y="19529"/>
                    <a:pt x="19324" y="19529"/>
                  </a:cubicBezTo>
                  <a:cubicBezTo>
                    <a:pt x="19273" y="19529"/>
                    <a:pt x="19273" y="19627"/>
                    <a:pt x="19273" y="19627"/>
                  </a:cubicBezTo>
                  <a:cubicBezTo>
                    <a:pt x="19273" y="19627"/>
                    <a:pt x="19273" y="19529"/>
                    <a:pt x="19222" y="19627"/>
                  </a:cubicBezTo>
                  <a:cubicBezTo>
                    <a:pt x="19172" y="19726"/>
                    <a:pt x="19121" y="19726"/>
                    <a:pt x="19071" y="19825"/>
                  </a:cubicBezTo>
                  <a:cubicBezTo>
                    <a:pt x="18970" y="19923"/>
                    <a:pt x="18767" y="20219"/>
                    <a:pt x="18868" y="20515"/>
                  </a:cubicBezTo>
                  <a:cubicBezTo>
                    <a:pt x="19020" y="20712"/>
                    <a:pt x="19121" y="20515"/>
                    <a:pt x="19172" y="20416"/>
                  </a:cubicBezTo>
                  <a:cubicBezTo>
                    <a:pt x="19222" y="20318"/>
                    <a:pt x="19425" y="20022"/>
                    <a:pt x="19425" y="19923"/>
                  </a:cubicBezTo>
                  <a:cubicBezTo>
                    <a:pt x="19425" y="20022"/>
                    <a:pt x="19526" y="20121"/>
                    <a:pt x="19577" y="20022"/>
                  </a:cubicBezTo>
                  <a:cubicBezTo>
                    <a:pt x="19577" y="19923"/>
                    <a:pt x="19728" y="19825"/>
                    <a:pt x="19779" y="19825"/>
                  </a:cubicBezTo>
                  <a:cubicBezTo>
                    <a:pt x="19880" y="19726"/>
                    <a:pt x="19981" y="19627"/>
                    <a:pt x="20082" y="19627"/>
                  </a:cubicBezTo>
                  <a:cubicBezTo>
                    <a:pt x="20133" y="19627"/>
                    <a:pt x="20133" y="19627"/>
                    <a:pt x="20133" y="19529"/>
                  </a:cubicBezTo>
                  <a:cubicBezTo>
                    <a:pt x="20082" y="19430"/>
                    <a:pt x="20133" y="19430"/>
                    <a:pt x="20133" y="19430"/>
                  </a:cubicBezTo>
                  <a:cubicBezTo>
                    <a:pt x="20133" y="19332"/>
                    <a:pt x="20032" y="19430"/>
                    <a:pt x="19981" y="19332"/>
                  </a:cubicBezTo>
                  <a:cubicBezTo>
                    <a:pt x="19931" y="19332"/>
                    <a:pt x="19981" y="19134"/>
                    <a:pt x="19880" y="19332"/>
                  </a:cubicBezTo>
                  <a:cubicBezTo>
                    <a:pt x="19779" y="19430"/>
                    <a:pt x="19577" y="19332"/>
                    <a:pt x="19475" y="19233"/>
                  </a:cubicBezTo>
                  <a:cubicBezTo>
                    <a:pt x="19425" y="19233"/>
                    <a:pt x="19475" y="19036"/>
                    <a:pt x="19425" y="19036"/>
                  </a:cubicBezTo>
                  <a:cubicBezTo>
                    <a:pt x="19425" y="19036"/>
                    <a:pt x="19324" y="19036"/>
                    <a:pt x="19273" y="18937"/>
                  </a:cubicBezTo>
                  <a:cubicBezTo>
                    <a:pt x="19222" y="18937"/>
                    <a:pt x="19222" y="18641"/>
                    <a:pt x="19222" y="18542"/>
                  </a:cubicBezTo>
                  <a:cubicBezTo>
                    <a:pt x="19222" y="18444"/>
                    <a:pt x="19121" y="18542"/>
                    <a:pt x="19071" y="18444"/>
                  </a:cubicBezTo>
                  <a:cubicBezTo>
                    <a:pt x="19071" y="18444"/>
                    <a:pt x="19172" y="18247"/>
                    <a:pt x="19172" y="18247"/>
                  </a:cubicBezTo>
                  <a:cubicBezTo>
                    <a:pt x="19222" y="18148"/>
                    <a:pt x="19222" y="17852"/>
                    <a:pt x="19121" y="17852"/>
                  </a:cubicBezTo>
                  <a:cubicBezTo>
                    <a:pt x="19121" y="17852"/>
                    <a:pt x="19020" y="18247"/>
                    <a:pt x="18970" y="18049"/>
                  </a:cubicBezTo>
                  <a:cubicBezTo>
                    <a:pt x="18970" y="17852"/>
                    <a:pt x="18919" y="17951"/>
                    <a:pt x="18868" y="17852"/>
                  </a:cubicBezTo>
                  <a:cubicBezTo>
                    <a:pt x="18868" y="17753"/>
                    <a:pt x="19020" y="17852"/>
                    <a:pt x="19020" y="17852"/>
                  </a:cubicBezTo>
                  <a:cubicBezTo>
                    <a:pt x="19121" y="17852"/>
                    <a:pt x="19172" y="17753"/>
                    <a:pt x="19222" y="17753"/>
                  </a:cubicBezTo>
                  <a:cubicBezTo>
                    <a:pt x="19273" y="17655"/>
                    <a:pt x="19324" y="17655"/>
                    <a:pt x="19374" y="17655"/>
                  </a:cubicBezTo>
                  <a:cubicBezTo>
                    <a:pt x="19425" y="17556"/>
                    <a:pt x="19324" y="17359"/>
                    <a:pt x="19324" y="17359"/>
                  </a:cubicBezTo>
                  <a:cubicBezTo>
                    <a:pt x="19324" y="17359"/>
                    <a:pt x="19374" y="17359"/>
                    <a:pt x="19374" y="17359"/>
                  </a:cubicBezTo>
                  <a:cubicBezTo>
                    <a:pt x="19374" y="17359"/>
                    <a:pt x="19172" y="17162"/>
                    <a:pt x="19172" y="17162"/>
                  </a:cubicBezTo>
                  <a:cubicBezTo>
                    <a:pt x="19071" y="17063"/>
                    <a:pt x="18970" y="17063"/>
                    <a:pt x="18868" y="17162"/>
                  </a:cubicBezTo>
                  <a:cubicBezTo>
                    <a:pt x="18666" y="17260"/>
                    <a:pt x="18514" y="17359"/>
                    <a:pt x="18363" y="17556"/>
                  </a:cubicBezTo>
                  <a:cubicBezTo>
                    <a:pt x="18211" y="17655"/>
                    <a:pt x="18110" y="17852"/>
                    <a:pt x="17958" y="18049"/>
                  </a:cubicBezTo>
                  <a:cubicBezTo>
                    <a:pt x="17907" y="18148"/>
                    <a:pt x="17857" y="18247"/>
                    <a:pt x="17806" y="18444"/>
                  </a:cubicBezTo>
                  <a:cubicBezTo>
                    <a:pt x="17806" y="18444"/>
                    <a:pt x="17604" y="18641"/>
                    <a:pt x="17604" y="18641"/>
                  </a:cubicBezTo>
                  <a:cubicBezTo>
                    <a:pt x="17604" y="18542"/>
                    <a:pt x="17857" y="18148"/>
                    <a:pt x="17907" y="18049"/>
                  </a:cubicBezTo>
                  <a:cubicBezTo>
                    <a:pt x="17907" y="17951"/>
                    <a:pt x="17958" y="17852"/>
                    <a:pt x="17907" y="17753"/>
                  </a:cubicBezTo>
                  <a:cubicBezTo>
                    <a:pt x="17857" y="17753"/>
                    <a:pt x="17756" y="17655"/>
                    <a:pt x="17705" y="17655"/>
                  </a:cubicBezTo>
                  <a:cubicBezTo>
                    <a:pt x="17756" y="17655"/>
                    <a:pt x="17857" y="17753"/>
                    <a:pt x="17907" y="17753"/>
                  </a:cubicBezTo>
                  <a:cubicBezTo>
                    <a:pt x="18008" y="17852"/>
                    <a:pt x="18110" y="17556"/>
                    <a:pt x="18160" y="17458"/>
                  </a:cubicBezTo>
                  <a:cubicBezTo>
                    <a:pt x="18211" y="17359"/>
                    <a:pt x="18261" y="17162"/>
                    <a:pt x="18363" y="17063"/>
                  </a:cubicBezTo>
                  <a:cubicBezTo>
                    <a:pt x="18464" y="17063"/>
                    <a:pt x="18565" y="17162"/>
                    <a:pt x="18615" y="16964"/>
                  </a:cubicBezTo>
                  <a:cubicBezTo>
                    <a:pt x="18666" y="16570"/>
                    <a:pt x="18767" y="16471"/>
                    <a:pt x="18970" y="16471"/>
                  </a:cubicBezTo>
                  <a:cubicBezTo>
                    <a:pt x="19172" y="16471"/>
                    <a:pt x="19374" y="16471"/>
                    <a:pt x="19577" y="16471"/>
                  </a:cubicBezTo>
                  <a:cubicBezTo>
                    <a:pt x="19931" y="16471"/>
                    <a:pt x="20437" y="16668"/>
                    <a:pt x="20689" y="16077"/>
                  </a:cubicBezTo>
                  <a:cubicBezTo>
                    <a:pt x="20791" y="15879"/>
                    <a:pt x="20841" y="15781"/>
                    <a:pt x="20942" y="15781"/>
                  </a:cubicBezTo>
                  <a:cubicBezTo>
                    <a:pt x="21044" y="15781"/>
                    <a:pt x="21145" y="15781"/>
                    <a:pt x="21296" y="15584"/>
                  </a:cubicBezTo>
                  <a:cubicBezTo>
                    <a:pt x="21347" y="15584"/>
                    <a:pt x="21499" y="15386"/>
                    <a:pt x="21499" y="15288"/>
                  </a:cubicBezTo>
                  <a:cubicBezTo>
                    <a:pt x="21600" y="14992"/>
                    <a:pt x="21347" y="15090"/>
                    <a:pt x="21347" y="14992"/>
                  </a:cubicBezTo>
                  <a:cubicBezTo>
                    <a:pt x="21347" y="14893"/>
                    <a:pt x="21448" y="14893"/>
                    <a:pt x="21448" y="14893"/>
                  </a:cubicBezTo>
                  <a:cubicBezTo>
                    <a:pt x="21499" y="14795"/>
                    <a:pt x="21448" y="14696"/>
                    <a:pt x="21448" y="14597"/>
                  </a:cubicBezTo>
                  <a:cubicBezTo>
                    <a:pt x="21448" y="14597"/>
                    <a:pt x="21499" y="14499"/>
                    <a:pt x="21499" y="14499"/>
                  </a:cubicBezTo>
                  <a:cubicBezTo>
                    <a:pt x="21499" y="14400"/>
                    <a:pt x="21398" y="14301"/>
                    <a:pt x="21398" y="14301"/>
                  </a:cubicBezTo>
                  <a:cubicBezTo>
                    <a:pt x="21347" y="14203"/>
                    <a:pt x="21296" y="14203"/>
                    <a:pt x="21296" y="14104"/>
                  </a:cubicBezTo>
                  <a:cubicBezTo>
                    <a:pt x="21246" y="14104"/>
                    <a:pt x="21145" y="14400"/>
                    <a:pt x="21094" y="14203"/>
                  </a:cubicBezTo>
                  <a:cubicBezTo>
                    <a:pt x="21094" y="14203"/>
                    <a:pt x="21195" y="14104"/>
                    <a:pt x="21145" y="14104"/>
                  </a:cubicBezTo>
                  <a:cubicBezTo>
                    <a:pt x="21145" y="14005"/>
                    <a:pt x="21094" y="13907"/>
                    <a:pt x="21044" y="13907"/>
                  </a:cubicBezTo>
                  <a:cubicBezTo>
                    <a:pt x="20993" y="13808"/>
                    <a:pt x="20791" y="13907"/>
                    <a:pt x="20740" y="14005"/>
                  </a:cubicBezTo>
                  <a:cubicBezTo>
                    <a:pt x="20689" y="14203"/>
                    <a:pt x="20538" y="14301"/>
                    <a:pt x="20437" y="14400"/>
                  </a:cubicBezTo>
                  <a:cubicBezTo>
                    <a:pt x="20386" y="14400"/>
                    <a:pt x="20234" y="14203"/>
                    <a:pt x="20234" y="14104"/>
                  </a:cubicBezTo>
                  <a:cubicBezTo>
                    <a:pt x="20234" y="14005"/>
                    <a:pt x="20386" y="14301"/>
                    <a:pt x="20386" y="14301"/>
                  </a:cubicBezTo>
                  <a:cubicBezTo>
                    <a:pt x="20437" y="14301"/>
                    <a:pt x="20639" y="14005"/>
                    <a:pt x="20639" y="14005"/>
                  </a:cubicBezTo>
                  <a:cubicBezTo>
                    <a:pt x="20639" y="14005"/>
                    <a:pt x="20538" y="13907"/>
                    <a:pt x="20538" y="13907"/>
                  </a:cubicBezTo>
                  <a:cubicBezTo>
                    <a:pt x="20689" y="13808"/>
                    <a:pt x="20841" y="13808"/>
                    <a:pt x="20993" y="13710"/>
                  </a:cubicBezTo>
                  <a:cubicBezTo>
                    <a:pt x="20993" y="13710"/>
                    <a:pt x="21094" y="13611"/>
                    <a:pt x="21044" y="13512"/>
                  </a:cubicBezTo>
                  <a:cubicBezTo>
                    <a:pt x="21044" y="13512"/>
                    <a:pt x="20942" y="13315"/>
                    <a:pt x="20942" y="13315"/>
                  </a:cubicBezTo>
                  <a:cubicBezTo>
                    <a:pt x="20841" y="13414"/>
                    <a:pt x="20740" y="13414"/>
                    <a:pt x="20689" y="13216"/>
                  </a:cubicBezTo>
                  <a:cubicBezTo>
                    <a:pt x="20639" y="13216"/>
                    <a:pt x="20437" y="13512"/>
                    <a:pt x="20437" y="13414"/>
                  </a:cubicBezTo>
                  <a:cubicBezTo>
                    <a:pt x="20437" y="13414"/>
                    <a:pt x="20588" y="13118"/>
                    <a:pt x="20437" y="13216"/>
                  </a:cubicBezTo>
                  <a:cubicBezTo>
                    <a:pt x="20437" y="13216"/>
                    <a:pt x="20234" y="13315"/>
                    <a:pt x="20234" y="13315"/>
                  </a:cubicBezTo>
                  <a:cubicBezTo>
                    <a:pt x="20285" y="13118"/>
                    <a:pt x="20437" y="13118"/>
                    <a:pt x="20335" y="12822"/>
                  </a:cubicBezTo>
                  <a:cubicBezTo>
                    <a:pt x="20335" y="12822"/>
                    <a:pt x="20133" y="12625"/>
                    <a:pt x="20133" y="12625"/>
                  </a:cubicBezTo>
                  <a:cubicBezTo>
                    <a:pt x="20032" y="12625"/>
                    <a:pt x="20032" y="12427"/>
                    <a:pt x="19931" y="12427"/>
                  </a:cubicBezTo>
                  <a:cubicBezTo>
                    <a:pt x="19981" y="12427"/>
                    <a:pt x="19830" y="12033"/>
                    <a:pt x="19830" y="12033"/>
                  </a:cubicBezTo>
                  <a:cubicBezTo>
                    <a:pt x="19830" y="12033"/>
                    <a:pt x="19880" y="12132"/>
                    <a:pt x="19931" y="12132"/>
                  </a:cubicBezTo>
                  <a:cubicBezTo>
                    <a:pt x="19981" y="12230"/>
                    <a:pt x="19981" y="12033"/>
                    <a:pt x="20032" y="12033"/>
                  </a:cubicBezTo>
                  <a:cubicBezTo>
                    <a:pt x="20234" y="11934"/>
                    <a:pt x="19880" y="11638"/>
                    <a:pt x="19830" y="11540"/>
                  </a:cubicBezTo>
                  <a:cubicBezTo>
                    <a:pt x="19830" y="11638"/>
                    <a:pt x="19931" y="11441"/>
                    <a:pt x="19931" y="11441"/>
                  </a:cubicBezTo>
                  <a:cubicBezTo>
                    <a:pt x="19981" y="11342"/>
                    <a:pt x="19880" y="11342"/>
                    <a:pt x="19830" y="11244"/>
                  </a:cubicBezTo>
                  <a:cubicBezTo>
                    <a:pt x="19830" y="11244"/>
                    <a:pt x="19779" y="11145"/>
                    <a:pt x="19728" y="11145"/>
                  </a:cubicBezTo>
                  <a:cubicBezTo>
                    <a:pt x="19728" y="11145"/>
                    <a:pt x="19627" y="11145"/>
                    <a:pt x="19627" y="11145"/>
                  </a:cubicBezTo>
                  <a:cubicBezTo>
                    <a:pt x="19678" y="11047"/>
                    <a:pt x="19779" y="11145"/>
                    <a:pt x="19728" y="10849"/>
                  </a:cubicBezTo>
                  <a:cubicBezTo>
                    <a:pt x="19678" y="10849"/>
                    <a:pt x="19526" y="10948"/>
                    <a:pt x="19526" y="10948"/>
                  </a:cubicBezTo>
                  <a:cubicBezTo>
                    <a:pt x="19526" y="10849"/>
                    <a:pt x="19678" y="10849"/>
                    <a:pt x="19627" y="10652"/>
                  </a:cubicBezTo>
                  <a:cubicBezTo>
                    <a:pt x="19627" y="10553"/>
                    <a:pt x="19627" y="10455"/>
                    <a:pt x="19577" y="10356"/>
                  </a:cubicBezTo>
                  <a:cubicBezTo>
                    <a:pt x="19577" y="10356"/>
                    <a:pt x="19526" y="10455"/>
                    <a:pt x="19526" y="10356"/>
                  </a:cubicBezTo>
                  <a:cubicBezTo>
                    <a:pt x="19526" y="10455"/>
                    <a:pt x="19425" y="10060"/>
                    <a:pt x="19425" y="10060"/>
                  </a:cubicBezTo>
                  <a:cubicBezTo>
                    <a:pt x="19374" y="9863"/>
                    <a:pt x="19324" y="9764"/>
                    <a:pt x="19324" y="9666"/>
                  </a:cubicBezTo>
                  <a:cubicBezTo>
                    <a:pt x="19273" y="9468"/>
                    <a:pt x="19273" y="9271"/>
                    <a:pt x="19172" y="9567"/>
                  </a:cubicBezTo>
                  <a:cubicBezTo>
                    <a:pt x="19172" y="9567"/>
                    <a:pt x="19121" y="9962"/>
                    <a:pt x="19172" y="9863"/>
                  </a:cubicBezTo>
                  <a:cubicBezTo>
                    <a:pt x="18970" y="9962"/>
                    <a:pt x="19071" y="9962"/>
                    <a:pt x="19121" y="10258"/>
                  </a:cubicBezTo>
                  <a:cubicBezTo>
                    <a:pt x="19121" y="10159"/>
                    <a:pt x="19071" y="10159"/>
                    <a:pt x="19071" y="10258"/>
                  </a:cubicBezTo>
                  <a:cubicBezTo>
                    <a:pt x="19020" y="10258"/>
                    <a:pt x="19020" y="10258"/>
                    <a:pt x="18970" y="10356"/>
                  </a:cubicBezTo>
                  <a:cubicBezTo>
                    <a:pt x="18970" y="10356"/>
                    <a:pt x="19071" y="10455"/>
                    <a:pt x="19071" y="10455"/>
                  </a:cubicBezTo>
                  <a:cubicBezTo>
                    <a:pt x="19020" y="10553"/>
                    <a:pt x="18919" y="10455"/>
                    <a:pt x="18919" y="10553"/>
                  </a:cubicBezTo>
                  <a:cubicBezTo>
                    <a:pt x="18868" y="10652"/>
                    <a:pt x="18970" y="10849"/>
                    <a:pt x="18868" y="10948"/>
                  </a:cubicBezTo>
                  <a:cubicBezTo>
                    <a:pt x="18919" y="10948"/>
                    <a:pt x="18818" y="10553"/>
                    <a:pt x="18717" y="10751"/>
                  </a:cubicBezTo>
                  <a:cubicBezTo>
                    <a:pt x="18717" y="10849"/>
                    <a:pt x="18514" y="11145"/>
                    <a:pt x="18514" y="11145"/>
                  </a:cubicBezTo>
                  <a:cubicBezTo>
                    <a:pt x="18464" y="11145"/>
                    <a:pt x="18464" y="11047"/>
                    <a:pt x="18464" y="10948"/>
                  </a:cubicBezTo>
                  <a:cubicBezTo>
                    <a:pt x="18413" y="10948"/>
                    <a:pt x="18413" y="11047"/>
                    <a:pt x="18413" y="11047"/>
                  </a:cubicBezTo>
                  <a:cubicBezTo>
                    <a:pt x="18363" y="10948"/>
                    <a:pt x="18413" y="10948"/>
                    <a:pt x="18413" y="10849"/>
                  </a:cubicBezTo>
                  <a:cubicBezTo>
                    <a:pt x="18413" y="10948"/>
                    <a:pt x="18059" y="11441"/>
                    <a:pt x="18059" y="11342"/>
                  </a:cubicBezTo>
                  <a:cubicBezTo>
                    <a:pt x="18008" y="11244"/>
                    <a:pt x="18211" y="11145"/>
                    <a:pt x="18261" y="11145"/>
                  </a:cubicBezTo>
                  <a:cubicBezTo>
                    <a:pt x="18363" y="10948"/>
                    <a:pt x="18363" y="10849"/>
                    <a:pt x="18312" y="10652"/>
                  </a:cubicBezTo>
                  <a:cubicBezTo>
                    <a:pt x="18261" y="10553"/>
                    <a:pt x="18110" y="10553"/>
                    <a:pt x="18059" y="10553"/>
                  </a:cubicBezTo>
                  <a:cubicBezTo>
                    <a:pt x="18008" y="10553"/>
                    <a:pt x="18008" y="10652"/>
                    <a:pt x="18008" y="10652"/>
                  </a:cubicBezTo>
                  <a:cubicBezTo>
                    <a:pt x="17958" y="10849"/>
                    <a:pt x="17857" y="10652"/>
                    <a:pt x="17806" y="10652"/>
                  </a:cubicBezTo>
                  <a:cubicBezTo>
                    <a:pt x="17857" y="10652"/>
                    <a:pt x="17958" y="10455"/>
                    <a:pt x="17958" y="10455"/>
                  </a:cubicBezTo>
                  <a:cubicBezTo>
                    <a:pt x="17958" y="10455"/>
                    <a:pt x="18008" y="10553"/>
                    <a:pt x="18008" y="10553"/>
                  </a:cubicBezTo>
                  <a:cubicBezTo>
                    <a:pt x="17958" y="10553"/>
                    <a:pt x="18059" y="10356"/>
                    <a:pt x="18059" y="10356"/>
                  </a:cubicBezTo>
                  <a:cubicBezTo>
                    <a:pt x="18110" y="10159"/>
                    <a:pt x="18008" y="10258"/>
                    <a:pt x="17958" y="10159"/>
                  </a:cubicBezTo>
                  <a:cubicBezTo>
                    <a:pt x="17958" y="10159"/>
                    <a:pt x="18008" y="9666"/>
                    <a:pt x="17907" y="9764"/>
                  </a:cubicBezTo>
                  <a:cubicBezTo>
                    <a:pt x="17958" y="9666"/>
                    <a:pt x="18008" y="9666"/>
                    <a:pt x="17958" y="9468"/>
                  </a:cubicBezTo>
                  <a:cubicBezTo>
                    <a:pt x="17857" y="9370"/>
                    <a:pt x="18059" y="9271"/>
                    <a:pt x="18008" y="9074"/>
                  </a:cubicBezTo>
                  <a:cubicBezTo>
                    <a:pt x="18008" y="8975"/>
                    <a:pt x="17907" y="9173"/>
                    <a:pt x="17857" y="9074"/>
                  </a:cubicBezTo>
                  <a:cubicBezTo>
                    <a:pt x="17806" y="8975"/>
                    <a:pt x="17705" y="8975"/>
                    <a:pt x="17654" y="8975"/>
                  </a:cubicBezTo>
                  <a:cubicBezTo>
                    <a:pt x="17553" y="8877"/>
                    <a:pt x="17503" y="8877"/>
                    <a:pt x="17452" y="8679"/>
                  </a:cubicBezTo>
                  <a:cubicBezTo>
                    <a:pt x="17452" y="8482"/>
                    <a:pt x="17300" y="8581"/>
                    <a:pt x="17300" y="8384"/>
                  </a:cubicBezTo>
                  <a:cubicBezTo>
                    <a:pt x="17300" y="8285"/>
                    <a:pt x="17199" y="8384"/>
                    <a:pt x="17199" y="8384"/>
                  </a:cubicBezTo>
                  <a:cubicBezTo>
                    <a:pt x="17250" y="8186"/>
                    <a:pt x="17148" y="8186"/>
                    <a:pt x="17098" y="8088"/>
                  </a:cubicBezTo>
                  <a:cubicBezTo>
                    <a:pt x="16997" y="7989"/>
                    <a:pt x="16997" y="7890"/>
                    <a:pt x="16896" y="7989"/>
                  </a:cubicBezTo>
                  <a:cubicBezTo>
                    <a:pt x="16794" y="8088"/>
                    <a:pt x="16744" y="8186"/>
                    <a:pt x="16643" y="8088"/>
                  </a:cubicBezTo>
                  <a:cubicBezTo>
                    <a:pt x="16541" y="7989"/>
                    <a:pt x="16491" y="8186"/>
                    <a:pt x="16390" y="8088"/>
                  </a:cubicBezTo>
                  <a:cubicBezTo>
                    <a:pt x="16289" y="7890"/>
                    <a:pt x="16187" y="7890"/>
                    <a:pt x="16086" y="7890"/>
                  </a:cubicBezTo>
                  <a:cubicBezTo>
                    <a:pt x="15985" y="7890"/>
                    <a:pt x="15884" y="7890"/>
                    <a:pt x="15833" y="8088"/>
                  </a:cubicBezTo>
                  <a:cubicBezTo>
                    <a:pt x="15783" y="8285"/>
                    <a:pt x="15934" y="8384"/>
                    <a:pt x="15934" y="8482"/>
                  </a:cubicBezTo>
                  <a:cubicBezTo>
                    <a:pt x="15985" y="8581"/>
                    <a:pt x="15934" y="8877"/>
                    <a:pt x="15884" y="8975"/>
                  </a:cubicBezTo>
                  <a:cubicBezTo>
                    <a:pt x="15884" y="9074"/>
                    <a:pt x="15884" y="8975"/>
                    <a:pt x="15833" y="9074"/>
                  </a:cubicBezTo>
                  <a:cubicBezTo>
                    <a:pt x="15833" y="9074"/>
                    <a:pt x="15934" y="9271"/>
                    <a:pt x="15934" y="9271"/>
                  </a:cubicBezTo>
                  <a:cubicBezTo>
                    <a:pt x="15934" y="9468"/>
                    <a:pt x="15985" y="9666"/>
                    <a:pt x="15985" y="9764"/>
                  </a:cubicBezTo>
                  <a:cubicBezTo>
                    <a:pt x="15985" y="9863"/>
                    <a:pt x="15985" y="9863"/>
                    <a:pt x="15985" y="9962"/>
                  </a:cubicBezTo>
                  <a:cubicBezTo>
                    <a:pt x="15985" y="10060"/>
                    <a:pt x="15934" y="9962"/>
                    <a:pt x="15934" y="9962"/>
                  </a:cubicBezTo>
                  <a:cubicBezTo>
                    <a:pt x="15884" y="10060"/>
                    <a:pt x="15884" y="10258"/>
                    <a:pt x="15884" y="10258"/>
                  </a:cubicBezTo>
                  <a:cubicBezTo>
                    <a:pt x="15833" y="10356"/>
                    <a:pt x="15783" y="10455"/>
                    <a:pt x="15783" y="10553"/>
                  </a:cubicBezTo>
                  <a:cubicBezTo>
                    <a:pt x="15732" y="10751"/>
                    <a:pt x="15732" y="10751"/>
                    <a:pt x="15783" y="10849"/>
                  </a:cubicBezTo>
                  <a:cubicBezTo>
                    <a:pt x="15934" y="11047"/>
                    <a:pt x="16086" y="11244"/>
                    <a:pt x="16187" y="11441"/>
                  </a:cubicBezTo>
                  <a:cubicBezTo>
                    <a:pt x="16238" y="11737"/>
                    <a:pt x="16289" y="12230"/>
                    <a:pt x="16238" y="12526"/>
                  </a:cubicBezTo>
                  <a:cubicBezTo>
                    <a:pt x="16137" y="12921"/>
                    <a:pt x="15833" y="13118"/>
                    <a:pt x="15681" y="13315"/>
                  </a:cubicBezTo>
                  <a:cubicBezTo>
                    <a:pt x="15631" y="13414"/>
                    <a:pt x="15580" y="13414"/>
                    <a:pt x="15530" y="13512"/>
                  </a:cubicBezTo>
                  <a:cubicBezTo>
                    <a:pt x="15378" y="13611"/>
                    <a:pt x="15580" y="13907"/>
                    <a:pt x="15580" y="14104"/>
                  </a:cubicBezTo>
                  <a:cubicBezTo>
                    <a:pt x="15580" y="14104"/>
                    <a:pt x="15631" y="14301"/>
                    <a:pt x="15631" y="14400"/>
                  </a:cubicBezTo>
                  <a:cubicBezTo>
                    <a:pt x="15631" y="14597"/>
                    <a:pt x="15631" y="14696"/>
                    <a:pt x="15681" y="14893"/>
                  </a:cubicBezTo>
                  <a:cubicBezTo>
                    <a:pt x="15732" y="15090"/>
                    <a:pt x="15732" y="15189"/>
                    <a:pt x="15631" y="15386"/>
                  </a:cubicBezTo>
                  <a:cubicBezTo>
                    <a:pt x="15631" y="15386"/>
                    <a:pt x="15681" y="15781"/>
                    <a:pt x="15631" y="15879"/>
                  </a:cubicBezTo>
                  <a:cubicBezTo>
                    <a:pt x="15580" y="15879"/>
                    <a:pt x="15530" y="15485"/>
                    <a:pt x="15479" y="15682"/>
                  </a:cubicBezTo>
                  <a:cubicBezTo>
                    <a:pt x="15429" y="15879"/>
                    <a:pt x="15530" y="16175"/>
                    <a:pt x="15530" y="16175"/>
                  </a:cubicBezTo>
                  <a:cubicBezTo>
                    <a:pt x="15530" y="16077"/>
                    <a:pt x="15226" y="15584"/>
                    <a:pt x="15074" y="15879"/>
                  </a:cubicBezTo>
                  <a:cubicBezTo>
                    <a:pt x="15125" y="15781"/>
                    <a:pt x="15277" y="15682"/>
                    <a:pt x="15176" y="15485"/>
                  </a:cubicBezTo>
                  <a:cubicBezTo>
                    <a:pt x="15125" y="15386"/>
                    <a:pt x="15074" y="15288"/>
                    <a:pt x="15024" y="15288"/>
                  </a:cubicBezTo>
                  <a:cubicBezTo>
                    <a:pt x="15024" y="15189"/>
                    <a:pt x="14923" y="15189"/>
                    <a:pt x="14872" y="15189"/>
                  </a:cubicBezTo>
                  <a:cubicBezTo>
                    <a:pt x="14872" y="15090"/>
                    <a:pt x="14923" y="15090"/>
                    <a:pt x="14872" y="14893"/>
                  </a:cubicBezTo>
                  <a:cubicBezTo>
                    <a:pt x="14822" y="14795"/>
                    <a:pt x="14771" y="14597"/>
                    <a:pt x="14822" y="14400"/>
                  </a:cubicBezTo>
                  <a:cubicBezTo>
                    <a:pt x="14872" y="14104"/>
                    <a:pt x="14720" y="14005"/>
                    <a:pt x="14720" y="13808"/>
                  </a:cubicBezTo>
                  <a:cubicBezTo>
                    <a:pt x="14720" y="13611"/>
                    <a:pt x="14822" y="13512"/>
                    <a:pt x="14771" y="13315"/>
                  </a:cubicBezTo>
                  <a:cubicBezTo>
                    <a:pt x="14670" y="13118"/>
                    <a:pt x="14467" y="13118"/>
                    <a:pt x="14316" y="13118"/>
                  </a:cubicBezTo>
                  <a:cubicBezTo>
                    <a:pt x="14265" y="13118"/>
                    <a:pt x="14215" y="13118"/>
                    <a:pt x="14113" y="13118"/>
                  </a:cubicBezTo>
                  <a:cubicBezTo>
                    <a:pt x="14113" y="13118"/>
                    <a:pt x="14012" y="13315"/>
                    <a:pt x="14012" y="13315"/>
                  </a:cubicBezTo>
                  <a:cubicBezTo>
                    <a:pt x="14012" y="13216"/>
                    <a:pt x="14063" y="13216"/>
                    <a:pt x="14012" y="13118"/>
                  </a:cubicBezTo>
                  <a:cubicBezTo>
                    <a:pt x="14012" y="13019"/>
                    <a:pt x="13962" y="12921"/>
                    <a:pt x="13911" y="12921"/>
                  </a:cubicBezTo>
                  <a:cubicBezTo>
                    <a:pt x="13810" y="12822"/>
                    <a:pt x="13709" y="12822"/>
                    <a:pt x="13607" y="12723"/>
                  </a:cubicBezTo>
                  <a:cubicBezTo>
                    <a:pt x="13456" y="12625"/>
                    <a:pt x="13355" y="12329"/>
                    <a:pt x="13203" y="12132"/>
                  </a:cubicBezTo>
                  <a:cubicBezTo>
                    <a:pt x="13102" y="12033"/>
                    <a:pt x="13000" y="11934"/>
                    <a:pt x="12950" y="11934"/>
                  </a:cubicBezTo>
                  <a:cubicBezTo>
                    <a:pt x="12849" y="11934"/>
                    <a:pt x="12748" y="11737"/>
                    <a:pt x="12646" y="11737"/>
                  </a:cubicBezTo>
                  <a:cubicBezTo>
                    <a:pt x="12596" y="11737"/>
                    <a:pt x="12141" y="11934"/>
                    <a:pt x="12141" y="11934"/>
                  </a:cubicBezTo>
                  <a:cubicBezTo>
                    <a:pt x="12141" y="11836"/>
                    <a:pt x="12191" y="11836"/>
                    <a:pt x="12242" y="11737"/>
                  </a:cubicBezTo>
                  <a:cubicBezTo>
                    <a:pt x="12242" y="11638"/>
                    <a:pt x="12191" y="11540"/>
                    <a:pt x="12191" y="11540"/>
                  </a:cubicBezTo>
                  <a:cubicBezTo>
                    <a:pt x="12141" y="11244"/>
                    <a:pt x="12090" y="11047"/>
                    <a:pt x="12039" y="10849"/>
                  </a:cubicBezTo>
                  <a:cubicBezTo>
                    <a:pt x="11989" y="10652"/>
                    <a:pt x="11938" y="10652"/>
                    <a:pt x="11837" y="10652"/>
                  </a:cubicBezTo>
                  <a:cubicBezTo>
                    <a:pt x="11685" y="10652"/>
                    <a:pt x="11635" y="10652"/>
                    <a:pt x="11635" y="10356"/>
                  </a:cubicBezTo>
                  <a:cubicBezTo>
                    <a:pt x="11685" y="10159"/>
                    <a:pt x="11635" y="9863"/>
                    <a:pt x="11635" y="9666"/>
                  </a:cubicBezTo>
                  <a:cubicBezTo>
                    <a:pt x="11685" y="9370"/>
                    <a:pt x="11786" y="9173"/>
                    <a:pt x="11837" y="8877"/>
                  </a:cubicBezTo>
                  <a:cubicBezTo>
                    <a:pt x="11888" y="8679"/>
                    <a:pt x="11888" y="8581"/>
                    <a:pt x="11989" y="8482"/>
                  </a:cubicBezTo>
                  <a:cubicBezTo>
                    <a:pt x="12039" y="8482"/>
                    <a:pt x="11989" y="8384"/>
                    <a:pt x="11989" y="8285"/>
                  </a:cubicBezTo>
                  <a:cubicBezTo>
                    <a:pt x="12039" y="8285"/>
                    <a:pt x="12141" y="8088"/>
                    <a:pt x="12141" y="8088"/>
                  </a:cubicBezTo>
                  <a:cubicBezTo>
                    <a:pt x="12141" y="8088"/>
                    <a:pt x="12141" y="8088"/>
                    <a:pt x="12090" y="7989"/>
                  </a:cubicBezTo>
                  <a:cubicBezTo>
                    <a:pt x="12090" y="7989"/>
                    <a:pt x="12141" y="7989"/>
                    <a:pt x="12141" y="7989"/>
                  </a:cubicBezTo>
                  <a:cubicBezTo>
                    <a:pt x="12141" y="7792"/>
                    <a:pt x="12242" y="7890"/>
                    <a:pt x="12292" y="7890"/>
                  </a:cubicBezTo>
                  <a:cubicBezTo>
                    <a:pt x="12343" y="7890"/>
                    <a:pt x="12343" y="7792"/>
                    <a:pt x="12343" y="7792"/>
                  </a:cubicBezTo>
                  <a:cubicBezTo>
                    <a:pt x="12393" y="7595"/>
                    <a:pt x="12292" y="7693"/>
                    <a:pt x="12242" y="7595"/>
                  </a:cubicBezTo>
                  <a:cubicBezTo>
                    <a:pt x="12242" y="7595"/>
                    <a:pt x="12343" y="7595"/>
                    <a:pt x="12343" y="7595"/>
                  </a:cubicBezTo>
                  <a:cubicBezTo>
                    <a:pt x="12393" y="7496"/>
                    <a:pt x="12444" y="7595"/>
                    <a:pt x="12444" y="7595"/>
                  </a:cubicBezTo>
                  <a:cubicBezTo>
                    <a:pt x="12545" y="7792"/>
                    <a:pt x="12545" y="7595"/>
                    <a:pt x="12646" y="7496"/>
                  </a:cubicBezTo>
                  <a:cubicBezTo>
                    <a:pt x="12748" y="7299"/>
                    <a:pt x="12545" y="7101"/>
                    <a:pt x="12444" y="7003"/>
                  </a:cubicBezTo>
                  <a:cubicBezTo>
                    <a:pt x="12393" y="7003"/>
                    <a:pt x="12191" y="7101"/>
                    <a:pt x="12191" y="7101"/>
                  </a:cubicBezTo>
                  <a:cubicBezTo>
                    <a:pt x="12141" y="6904"/>
                    <a:pt x="12292" y="6904"/>
                    <a:pt x="12141" y="6805"/>
                  </a:cubicBezTo>
                  <a:cubicBezTo>
                    <a:pt x="12090" y="6805"/>
                    <a:pt x="11837" y="6805"/>
                    <a:pt x="11837" y="6707"/>
                  </a:cubicBezTo>
                  <a:cubicBezTo>
                    <a:pt x="11837" y="6608"/>
                    <a:pt x="11938" y="6608"/>
                    <a:pt x="11938" y="6608"/>
                  </a:cubicBezTo>
                  <a:cubicBezTo>
                    <a:pt x="11989" y="6510"/>
                    <a:pt x="11989" y="6608"/>
                    <a:pt x="12039" y="6608"/>
                  </a:cubicBezTo>
                  <a:cubicBezTo>
                    <a:pt x="11989" y="6707"/>
                    <a:pt x="12141" y="6707"/>
                    <a:pt x="12141" y="6707"/>
                  </a:cubicBezTo>
                  <a:cubicBezTo>
                    <a:pt x="12242" y="6707"/>
                    <a:pt x="12393" y="6904"/>
                    <a:pt x="12444" y="6904"/>
                  </a:cubicBezTo>
                  <a:cubicBezTo>
                    <a:pt x="12495" y="6904"/>
                    <a:pt x="12545" y="7003"/>
                    <a:pt x="12596" y="7003"/>
                  </a:cubicBezTo>
                  <a:cubicBezTo>
                    <a:pt x="12697" y="7101"/>
                    <a:pt x="12646" y="7003"/>
                    <a:pt x="12697" y="7003"/>
                  </a:cubicBezTo>
                  <a:cubicBezTo>
                    <a:pt x="12748" y="7003"/>
                    <a:pt x="12899" y="7003"/>
                    <a:pt x="12849" y="6904"/>
                  </a:cubicBezTo>
                  <a:cubicBezTo>
                    <a:pt x="12798" y="6805"/>
                    <a:pt x="12849" y="6608"/>
                    <a:pt x="12899" y="6510"/>
                  </a:cubicBezTo>
                  <a:cubicBezTo>
                    <a:pt x="12899" y="6608"/>
                    <a:pt x="13051" y="6707"/>
                    <a:pt x="13051" y="6707"/>
                  </a:cubicBezTo>
                  <a:cubicBezTo>
                    <a:pt x="13152" y="6707"/>
                    <a:pt x="13203" y="6707"/>
                    <a:pt x="13304" y="6608"/>
                  </a:cubicBezTo>
                  <a:cubicBezTo>
                    <a:pt x="13355" y="6510"/>
                    <a:pt x="13405" y="6312"/>
                    <a:pt x="13456" y="6214"/>
                  </a:cubicBezTo>
                  <a:cubicBezTo>
                    <a:pt x="13506" y="6115"/>
                    <a:pt x="13607" y="6016"/>
                    <a:pt x="13557" y="5819"/>
                  </a:cubicBezTo>
                  <a:cubicBezTo>
                    <a:pt x="13506" y="5622"/>
                    <a:pt x="13355" y="5721"/>
                    <a:pt x="13304" y="5721"/>
                  </a:cubicBezTo>
                  <a:cubicBezTo>
                    <a:pt x="13152" y="5721"/>
                    <a:pt x="13051" y="5622"/>
                    <a:pt x="12950" y="5523"/>
                  </a:cubicBezTo>
                  <a:cubicBezTo>
                    <a:pt x="12899" y="5425"/>
                    <a:pt x="12849" y="5326"/>
                    <a:pt x="12748" y="5227"/>
                  </a:cubicBezTo>
                  <a:cubicBezTo>
                    <a:pt x="12748" y="5227"/>
                    <a:pt x="12495" y="5227"/>
                    <a:pt x="12495" y="5227"/>
                  </a:cubicBezTo>
                  <a:cubicBezTo>
                    <a:pt x="12495" y="5129"/>
                    <a:pt x="12748" y="5227"/>
                    <a:pt x="12798" y="5227"/>
                  </a:cubicBezTo>
                  <a:cubicBezTo>
                    <a:pt x="12899" y="5227"/>
                    <a:pt x="12899" y="5129"/>
                    <a:pt x="13000" y="5227"/>
                  </a:cubicBezTo>
                  <a:cubicBezTo>
                    <a:pt x="13203" y="5425"/>
                    <a:pt x="13405" y="5819"/>
                    <a:pt x="13607" y="5523"/>
                  </a:cubicBezTo>
                  <a:cubicBezTo>
                    <a:pt x="13709" y="5326"/>
                    <a:pt x="13759" y="5227"/>
                    <a:pt x="13810" y="5030"/>
                  </a:cubicBezTo>
                  <a:cubicBezTo>
                    <a:pt x="13860" y="4932"/>
                    <a:pt x="13557" y="4833"/>
                    <a:pt x="13709" y="4636"/>
                  </a:cubicBezTo>
                  <a:cubicBezTo>
                    <a:pt x="13759" y="4636"/>
                    <a:pt x="13911" y="4636"/>
                    <a:pt x="13962" y="4734"/>
                  </a:cubicBezTo>
                  <a:cubicBezTo>
                    <a:pt x="14113" y="4734"/>
                    <a:pt x="14113" y="4932"/>
                    <a:pt x="14265" y="4734"/>
                  </a:cubicBezTo>
                  <a:cubicBezTo>
                    <a:pt x="14265" y="4734"/>
                    <a:pt x="14417" y="4833"/>
                    <a:pt x="14366" y="4636"/>
                  </a:cubicBezTo>
                  <a:cubicBezTo>
                    <a:pt x="14316" y="4537"/>
                    <a:pt x="14113" y="4340"/>
                    <a:pt x="14063" y="4340"/>
                  </a:cubicBezTo>
                  <a:cubicBezTo>
                    <a:pt x="14164" y="4241"/>
                    <a:pt x="14265" y="4438"/>
                    <a:pt x="14366" y="4438"/>
                  </a:cubicBezTo>
                  <a:cubicBezTo>
                    <a:pt x="14417" y="4438"/>
                    <a:pt x="14518" y="4932"/>
                    <a:pt x="14619" y="4833"/>
                  </a:cubicBezTo>
                  <a:cubicBezTo>
                    <a:pt x="14619" y="4833"/>
                    <a:pt x="14569" y="4734"/>
                    <a:pt x="14569" y="4734"/>
                  </a:cubicBezTo>
                  <a:cubicBezTo>
                    <a:pt x="14619" y="4636"/>
                    <a:pt x="14670" y="4636"/>
                    <a:pt x="14771" y="4537"/>
                  </a:cubicBezTo>
                  <a:cubicBezTo>
                    <a:pt x="14822" y="4438"/>
                    <a:pt x="14973" y="4142"/>
                    <a:pt x="15024" y="4044"/>
                  </a:cubicBezTo>
                  <a:cubicBezTo>
                    <a:pt x="15024" y="3748"/>
                    <a:pt x="14923" y="3748"/>
                    <a:pt x="14822" y="3551"/>
                  </a:cubicBezTo>
                  <a:cubicBezTo>
                    <a:pt x="14822" y="3551"/>
                    <a:pt x="14670" y="2959"/>
                    <a:pt x="14670" y="3058"/>
                  </a:cubicBezTo>
                  <a:cubicBezTo>
                    <a:pt x="14720" y="2959"/>
                    <a:pt x="14923" y="2959"/>
                    <a:pt x="14973" y="2959"/>
                  </a:cubicBezTo>
                  <a:cubicBezTo>
                    <a:pt x="15125" y="2860"/>
                    <a:pt x="14872" y="2762"/>
                    <a:pt x="14872" y="2663"/>
                  </a:cubicBezTo>
                  <a:cubicBezTo>
                    <a:pt x="14822" y="2564"/>
                    <a:pt x="15024" y="2564"/>
                    <a:pt x="15024" y="2466"/>
                  </a:cubicBezTo>
                  <a:cubicBezTo>
                    <a:pt x="15024" y="2466"/>
                    <a:pt x="14518" y="2071"/>
                    <a:pt x="14518" y="2071"/>
                  </a:cubicBezTo>
                  <a:cubicBezTo>
                    <a:pt x="14569" y="2071"/>
                    <a:pt x="14670" y="1973"/>
                    <a:pt x="14720" y="1973"/>
                  </a:cubicBezTo>
                  <a:cubicBezTo>
                    <a:pt x="14569" y="1973"/>
                    <a:pt x="14417" y="1874"/>
                    <a:pt x="14265" y="1874"/>
                  </a:cubicBezTo>
                  <a:cubicBezTo>
                    <a:pt x="14164" y="1874"/>
                    <a:pt x="14012" y="1973"/>
                    <a:pt x="13962" y="1874"/>
                  </a:cubicBezTo>
                  <a:cubicBezTo>
                    <a:pt x="14063" y="1973"/>
                    <a:pt x="13911" y="2071"/>
                    <a:pt x="13962" y="2268"/>
                  </a:cubicBezTo>
                  <a:cubicBezTo>
                    <a:pt x="14012" y="2367"/>
                    <a:pt x="14164" y="2466"/>
                    <a:pt x="14164" y="2564"/>
                  </a:cubicBezTo>
                  <a:cubicBezTo>
                    <a:pt x="14164" y="2564"/>
                    <a:pt x="14063" y="2663"/>
                    <a:pt x="14063" y="2663"/>
                  </a:cubicBezTo>
                  <a:cubicBezTo>
                    <a:pt x="14063" y="2663"/>
                    <a:pt x="14164" y="2762"/>
                    <a:pt x="14113" y="2762"/>
                  </a:cubicBezTo>
                  <a:cubicBezTo>
                    <a:pt x="14012" y="2860"/>
                    <a:pt x="13962" y="2663"/>
                    <a:pt x="13911" y="3058"/>
                  </a:cubicBezTo>
                  <a:cubicBezTo>
                    <a:pt x="13860" y="3255"/>
                    <a:pt x="13860" y="3452"/>
                    <a:pt x="13810" y="3649"/>
                  </a:cubicBezTo>
                  <a:cubicBezTo>
                    <a:pt x="13759" y="3649"/>
                    <a:pt x="13709" y="3748"/>
                    <a:pt x="13709" y="3847"/>
                  </a:cubicBezTo>
                  <a:cubicBezTo>
                    <a:pt x="13709" y="3945"/>
                    <a:pt x="13658" y="3945"/>
                    <a:pt x="13658" y="4044"/>
                  </a:cubicBezTo>
                  <a:cubicBezTo>
                    <a:pt x="13506" y="4142"/>
                    <a:pt x="13557" y="4241"/>
                    <a:pt x="13456" y="3945"/>
                  </a:cubicBezTo>
                  <a:cubicBezTo>
                    <a:pt x="13405" y="3847"/>
                    <a:pt x="13253" y="3649"/>
                    <a:pt x="13253" y="3452"/>
                  </a:cubicBezTo>
                  <a:cubicBezTo>
                    <a:pt x="13253" y="3452"/>
                    <a:pt x="13253" y="3156"/>
                    <a:pt x="13304" y="3156"/>
                  </a:cubicBezTo>
                  <a:cubicBezTo>
                    <a:pt x="13304" y="3156"/>
                    <a:pt x="13405" y="3255"/>
                    <a:pt x="13405" y="3058"/>
                  </a:cubicBezTo>
                  <a:cubicBezTo>
                    <a:pt x="13355" y="2860"/>
                    <a:pt x="13355" y="2762"/>
                    <a:pt x="13253" y="2564"/>
                  </a:cubicBezTo>
                  <a:cubicBezTo>
                    <a:pt x="13152" y="2466"/>
                    <a:pt x="13051" y="2268"/>
                    <a:pt x="12950" y="2466"/>
                  </a:cubicBezTo>
                  <a:cubicBezTo>
                    <a:pt x="12899" y="2564"/>
                    <a:pt x="12899" y="2762"/>
                    <a:pt x="12899" y="2959"/>
                  </a:cubicBezTo>
                  <a:cubicBezTo>
                    <a:pt x="12899" y="3058"/>
                    <a:pt x="12697" y="3058"/>
                    <a:pt x="12697" y="2959"/>
                  </a:cubicBezTo>
                  <a:cubicBezTo>
                    <a:pt x="12697" y="2860"/>
                    <a:pt x="12697" y="2564"/>
                    <a:pt x="12646" y="2466"/>
                  </a:cubicBezTo>
                  <a:cubicBezTo>
                    <a:pt x="12444" y="2170"/>
                    <a:pt x="12697" y="2466"/>
                    <a:pt x="12697" y="2367"/>
                  </a:cubicBezTo>
                  <a:cubicBezTo>
                    <a:pt x="12748" y="2367"/>
                    <a:pt x="12798" y="2268"/>
                    <a:pt x="12748" y="2268"/>
                  </a:cubicBezTo>
                  <a:cubicBezTo>
                    <a:pt x="12748" y="2170"/>
                    <a:pt x="12697" y="2071"/>
                    <a:pt x="12646" y="2170"/>
                  </a:cubicBezTo>
                  <a:cubicBezTo>
                    <a:pt x="12596" y="2268"/>
                    <a:pt x="12596" y="2071"/>
                    <a:pt x="12545" y="2071"/>
                  </a:cubicBezTo>
                  <a:cubicBezTo>
                    <a:pt x="12495" y="1973"/>
                    <a:pt x="12444" y="2170"/>
                    <a:pt x="12393" y="2071"/>
                  </a:cubicBezTo>
                  <a:cubicBezTo>
                    <a:pt x="12292" y="1973"/>
                    <a:pt x="12242" y="2071"/>
                    <a:pt x="12292" y="1775"/>
                  </a:cubicBezTo>
                  <a:cubicBezTo>
                    <a:pt x="12292" y="1775"/>
                    <a:pt x="12292" y="1775"/>
                    <a:pt x="12343" y="1775"/>
                  </a:cubicBezTo>
                  <a:cubicBezTo>
                    <a:pt x="12343" y="1677"/>
                    <a:pt x="12343" y="1677"/>
                    <a:pt x="12343" y="1578"/>
                  </a:cubicBezTo>
                  <a:cubicBezTo>
                    <a:pt x="12393" y="1578"/>
                    <a:pt x="12393" y="1578"/>
                    <a:pt x="12444" y="1578"/>
                  </a:cubicBezTo>
                  <a:cubicBezTo>
                    <a:pt x="12393" y="1578"/>
                    <a:pt x="12343" y="1282"/>
                    <a:pt x="12343" y="1282"/>
                  </a:cubicBezTo>
                  <a:cubicBezTo>
                    <a:pt x="12292" y="1085"/>
                    <a:pt x="12191" y="1085"/>
                    <a:pt x="12191" y="986"/>
                  </a:cubicBezTo>
                  <a:cubicBezTo>
                    <a:pt x="12090" y="888"/>
                    <a:pt x="12141" y="888"/>
                    <a:pt x="12090" y="690"/>
                  </a:cubicBezTo>
                  <a:cubicBezTo>
                    <a:pt x="12090" y="493"/>
                    <a:pt x="11989" y="395"/>
                    <a:pt x="11989" y="296"/>
                  </a:cubicBezTo>
                  <a:cubicBezTo>
                    <a:pt x="11938" y="99"/>
                    <a:pt x="11837" y="99"/>
                    <a:pt x="11736" y="99"/>
                  </a:cubicBezTo>
                  <a:cubicBezTo>
                    <a:pt x="11685" y="99"/>
                    <a:pt x="11736" y="0"/>
                    <a:pt x="11635" y="0"/>
                  </a:cubicBezTo>
                  <a:cubicBezTo>
                    <a:pt x="11584" y="0"/>
                    <a:pt x="11533" y="0"/>
                    <a:pt x="11533" y="197"/>
                  </a:cubicBezTo>
                  <a:cubicBezTo>
                    <a:pt x="11533" y="197"/>
                    <a:pt x="11382" y="296"/>
                    <a:pt x="11382" y="296"/>
                  </a:cubicBezTo>
                  <a:cubicBezTo>
                    <a:pt x="11432" y="296"/>
                    <a:pt x="11533" y="296"/>
                    <a:pt x="11533" y="395"/>
                  </a:cubicBezTo>
                  <a:cubicBezTo>
                    <a:pt x="11533" y="395"/>
                    <a:pt x="11432" y="493"/>
                    <a:pt x="11432" y="493"/>
                  </a:cubicBezTo>
                  <a:cubicBezTo>
                    <a:pt x="11382" y="592"/>
                    <a:pt x="11331" y="395"/>
                    <a:pt x="11281" y="592"/>
                  </a:cubicBezTo>
                  <a:cubicBezTo>
                    <a:pt x="11230" y="592"/>
                    <a:pt x="11179" y="888"/>
                    <a:pt x="11179" y="986"/>
                  </a:cubicBezTo>
                  <a:cubicBezTo>
                    <a:pt x="11230" y="986"/>
                    <a:pt x="11331" y="986"/>
                    <a:pt x="11382" y="1085"/>
                  </a:cubicBezTo>
                  <a:cubicBezTo>
                    <a:pt x="11331" y="986"/>
                    <a:pt x="11230" y="1381"/>
                    <a:pt x="11230" y="1479"/>
                  </a:cubicBezTo>
                  <a:cubicBezTo>
                    <a:pt x="11230" y="1578"/>
                    <a:pt x="11331" y="1775"/>
                    <a:pt x="11382" y="1874"/>
                  </a:cubicBezTo>
                  <a:cubicBezTo>
                    <a:pt x="11432" y="1874"/>
                    <a:pt x="11533" y="2071"/>
                    <a:pt x="11584" y="2071"/>
                  </a:cubicBezTo>
                  <a:cubicBezTo>
                    <a:pt x="11685" y="1973"/>
                    <a:pt x="11685" y="1973"/>
                    <a:pt x="11736" y="2071"/>
                  </a:cubicBezTo>
                  <a:cubicBezTo>
                    <a:pt x="11786" y="2071"/>
                    <a:pt x="11888" y="2268"/>
                    <a:pt x="11888" y="2268"/>
                  </a:cubicBezTo>
                  <a:cubicBezTo>
                    <a:pt x="11837" y="2367"/>
                    <a:pt x="11786" y="2170"/>
                    <a:pt x="11786" y="2367"/>
                  </a:cubicBezTo>
                  <a:cubicBezTo>
                    <a:pt x="11786" y="2564"/>
                    <a:pt x="11736" y="2564"/>
                    <a:pt x="11736" y="2663"/>
                  </a:cubicBezTo>
                  <a:cubicBezTo>
                    <a:pt x="11685" y="2860"/>
                    <a:pt x="11786" y="2860"/>
                    <a:pt x="11837" y="2762"/>
                  </a:cubicBezTo>
                  <a:cubicBezTo>
                    <a:pt x="11837" y="2762"/>
                    <a:pt x="11938" y="2466"/>
                    <a:pt x="11938" y="2564"/>
                  </a:cubicBezTo>
                  <a:cubicBezTo>
                    <a:pt x="11989" y="2663"/>
                    <a:pt x="11938" y="2860"/>
                    <a:pt x="11938" y="2959"/>
                  </a:cubicBezTo>
                  <a:cubicBezTo>
                    <a:pt x="11888" y="3058"/>
                    <a:pt x="11837" y="3058"/>
                    <a:pt x="11786" y="3058"/>
                  </a:cubicBezTo>
                  <a:cubicBezTo>
                    <a:pt x="11786" y="3156"/>
                    <a:pt x="11786" y="3255"/>
                    <a:pt x="11736" y="3353"/>
                  </a:cubicBezTo>
                  <a:cubicBezTo>
                    <a:pt x="11685" y="3353"/>
                    <a:pt x="11584" y="3353"/>
                    <a:pt x="11533" y="3452"/>
                  </a:cubicBezTo>
                  <a:cubicBezTo>
                    <a:pt x="11483" y="3452"/>
                    <a:pt x="11432" y="3649"/>
                    <a:pt x="11432" y="3649"/>
                  </a:cubicBezTo>
                  <a:cubicBezTo>
                    <a:pt x="11483" y="3748"/>
                    <a:pt x="11533" y="3847"/>
                    <a:pt x="11533" y="4044"/>
                  </a:cubicBezTo>
                  <a:cubicBezTo>
                    <a:pt x="11533" y="4142"/>
                    <a:pt x="11483" y="4044"/>
                    <a:pt x="11432" y="3945"/>
                  </a:cubicBezTo>
                  <a:cubicBezTo>
                    <a:pt x="11432" y="3945"/>
                    <a:pt x="11382" y="3945"/>
                    <a:pt x="11382" y="4044"/>
                  </a:cubicBezTo>
                  <a:cubicBezTo>
                    <a:pt x="11331" y="4044"/>
                    <a:pt x="11230" y="3945"/>
                    <a:pt x="11230" y="3847"/>
                  </a:cubicBezTo>
                  <a:cubicBezTo>
                    <a:pt x="11230" y="3748"/>
                    <a:pt x="11331" y="3452"/>
                    <a:pt x="11331" y="3353"/>
                  </a:cubicBezTo>
                  <a:cubicBezTo>
                    <a:pt x="11382" y="3156"/>
                    <a:pt x="11230" y="3353"/>
                    <a:pt x="11230" y="3353"/>
                  </a:cubicBezTo>
                  <a:cubicBezTo>
                    <a:pt x="11179" y="3353"/>
                    <a:pt x="11028" y="3156"/>
                    <a:pt x="10977" y="3058"/>
                  </a:cubicBezTo>
                  <a:cubicBezTo>
                    <a:pt x="10876" y="2959"/>
                    <a:pt x="10926" y="3156"/>
                    <a:pt x="10825" y="3156"/>
                  </a:cubicBezTo>
                  <a:cubicBezTo>
                    <a:pt x="10775" y="3156"/>
                    <a:pt x="10623" y="3058"/>
                    <a:pt x="10724" y="3255"/>
                  </a:cubicBezTo>
                  <a:cubicBezTo>
                    <a:pt x="10775" y="3353"/>
                    <a:pt x="10775" y="3452"/>
                    <a:pt x="10876" y="3452"/>
                  </a:cubicBezTo>
                  <a:cubicBezTo>
                    <a:pt x="10926" y="3452"/>
                    <a:pt x="11028" y="3452"/>
                    <a:pt x="11028" y="3649"/>
                  </a:cubicBezTo>
                  <a:cubicBezTo>
                    <a:pt x="11129" y="4044"/>
                    <a:pt x="10825" y="3551"/>
                    <a:pt x="10775" y="3452"/>
                  </a:cubicBezTo>
                  <a:cubicBezTo>
                    <a:pt x="10674" y="3452"/>
                    <a:pt x="10674" y="3649"/>
                    <a:pt x="10572" y="3649"/>
                  </a:cubicBezTo>
                  <a:cubicBezTo>
                    <a:pt x="10471" y="3649"/>
                    <a:pt x="10421" y="3551"/>
                    <a:pt x="10319" y="3551"/>
                  </a:cubicBezTo>
                  <a:cubicBezTo>
                    <a:pt x="10117" y="3649"/>
                    <a:pt x="9965" y="3649"/>
                    <a:pt x="9763" y="3649"/>
                  </a:cubicBezTo>
                  <a:cubicBezTo>
                    <a:pt x="9611" y="3551"/>
                    <a:pt x="9409" y="3353"/>
                    <a:pt x="9207" y="3255"/>
                  </a:cubicBezTo>
                  <a:cubicBezTo>
                    <a:pt x="9156" y="3255"/>
                    <a:pt x="9055" y="3255"/>
                    <a:pt x="9004" y="3156"/>
                  </a:cubicBezTo>
                  <a:cubicBezTo>
                    <a:pt x="8954" y="2959"/>
                    <a:pt x="8954" y="2762"/>
                    <a:pt x="8903" y="2762"/>
                  </a:cubicBezTo>
                  <a:cubicBezTo>
                    <a:pt x="8802" y="2663"/>
                    <a:pt x="8701" y="2762"/>
                    <a:pt x="8650" y="2762"/>
                  </a:cubicBezTo>
                  <a:cubicBezTo>
                    <a:pt x="8498" y="2860"/>
                    <a:pt x="8397" y="2860"/>
                    <a:pt x="8296" y="2860"/>
                  </a:cubicBezTo>
                  <a:cubicBezTo>
                    <a:pt x="8245" y="2959"/>
                    <a:pt x="8144" y="3058"/>
                    <a:pt x="8144" y="3156"/>
                  </a:cubicBezTo>
                  <a:cubicBezTo>
                    <a:pt x="8144" y="3156"/>
                    <a:pt x="8347" y="3353"/>
                    <a:pt x="8397" y="3353"/>
                  </a:cubicBezTo>
                  <a:cubicBezTo>
                    <a:pt x="8397" y="3353"/>
                    <a:pt x="8347" y="3058"/>
                    <a:pt x="8448" y="3156"/>
                  </a:cubicBezTo>
                  <a:cubicBezTo>
                    <a:pt x="8498" y="3156"/>
                    <a:pt x="8498" y="3255"/>
                    <a:pt x="8549" y="3156"/>
                  </a:cubicBezTo>
                  <a:cubicBezTo>
                    <a:pt x="8600" y="3156"/>
                    <a:pt x="8903" y="2762"/>
                    <a:pt x="8903" y="2959"/>
                  </a:cubicBezTo>
                  <a:cubicBezTo>
                    <a:pt x="8903" y="3058"/>
                    <a:pt x="8751" y="3156"/>
                    <a:pt x="8701" y="3255"/>
                  </a:cubicBezTo>
                  <a:cubicBezTo>
                    <a:pt x="8650" y="3353"/>
                    <a:pt x="8549" y="3353"/>
                    <a:pt x="8448" y="3353"/>
                  </a:cubicBezTo>
                  <a:cubicBezTo>
                    <a:pt x="8397" y="3452"/>
                    <a:pt x="8245" y="3649"/>
                    <a:pt x="8347" y="3748"/>
                  </a:cubicBezTo>
                  <a:cubicBezTo>
                    <a:pt x="8448" y="3748"/>
                    <a:pt x="8448" y="3847"/>
                    <a:pt x="8397" y="4044"/>
                  </a:cubicBezTo>
                  <a:cubicBezTo>
                    <a:pt x="8397" y="4142"/>
                    <a:pt x="8498" y="4142"/>
                    <a:pt x="8498" y="4241"/>
                  </a:cubicBezTo>
                  <a:cubicBezTo>
                    <a:pt x="8549" y="4340"/>
                    <a:pt x="8549" y="4537"/>
                    <a:pt x="8448" y="4340"/>
                  </a:cubicBezTo>
                  <a:cubicBezTo>
                    <a:pt x="8347" y="4142"/>
                    <a:pt x="8448" y="4537"/>
                    <a:pt x="8397" y="4438"/>
                  </a:cubicBezTo>
                  <a:cubicBezTo>
                    <a:pt x="8347" y="4438"/>
                    <a:pt x="8245" y="4142"/>
                    <a:pt x="8195" y="4241"/>
                  </a:cubicBezTo>
                  <a:cubicBezTo>
                    <a:pt x="8296" y="4142"/>
                    <a:pt x="8448" y="4241"/>
                    <a:pt x="8296" y="4044"/>
                  </a:cubicBezTo>
                  <a:cubicBezTo>
                    <a:pt x="8347" y="4044"/>
                    <a:pt x="8397" y="3945"/>
                    <a:pt x="8296" y="3847"/>
                  </a:cubicBezTo>
                  <a:cubicBezTo>
                    <a:pt x="8397" y="3945"/>
                    <a:pt x="8144" y="3945"/>
                    <a:pt x="8195" y="3945"/>
                  </a:cubicBezTo>
                  <a:cubicBezTo>
                    <a:pt x="8195" y="3847"/>
                    <a:pt x="8195" y="3847"/>
                    <a:pt x="8245" y="3847"/>
                  </a:cubicBezTo>
                  <a:cubicBezTo>
                    <a:pt x="8245" y="3748"/>
                    <a:pt x="8094" y="3945"/>
                    <a:pt x="8094" y="3945"/>
                  </a:cubicBezTo>
                  <a:cubicBezTo>
                    <a:pt x="8043" y="3945"/>
                    <a:pt x="8094" y="3748"/>
                    <a:pt x="8043" y="3649"/>
                  </a:cubicBezTo>
                  <a:cubicBezTo>
                    <a:pt x="8043" y="3649"/>
                    <a:pt x="7942" y="3649"/>
                    <a:pt x="7942" y="3649"/>
                  </a:cubicBezTo>
                  <a:cubicBezTo>
                    <a:pt x="7841" y="3649"/>
                    <a:pt x="7841" y="3353"/>
                    <a:pt x="7740" y="3452"/>
                  </a:cubicBezTo>
                  <a:cubicBezTo>
                    <a:pt x="7638" y="3649"/>
                    <a:pt x="7588" y="3649"/>
                    <a:pt x="7436" y="3649"/>
                  </a:cubicBezTo>
                  <a:cubicBezTo>
                    <a:pt x="7234" y="3649"/>
                    <a:pt x="7082" y="3649"/>
                    <a:pt x="6880" y="3649"/>
                  </a:cubicBezTo>
                  <a:cubicBezTo>
                    <a:pt x="6829" y="3649"/>
                    <a:pt x="6475" y="3649"/>
                    <a:pt x="6475" y="3551"/>
                  </a:cubicBezTo>
                  <a:cubicBezTo>
                    <a:pt x="6424" y="3551"/>
                    <a:pt x="6576" y="3353"/>
                    <a:pt x="6627" y="3255"/>
                  </a:cubicBezTo>
                  <a:cubicBezTo>
                    <a:pt x="6677" y="3156"/>
                    <a:pt x="6728" y="3255"/>
                    <a:pt x="6829" y="3255"/>
                  </a:cubicBezTo>
                  <a:cubicBezTo>
                    <a:pt x="6880" y="3156"/>
                    <a:pt x="6728" y="2959"/>
                    <a:pt x="6728" y="2959"/>
                  </a:cubicBezTo>
                  <a:cubicBezTo>
                    <a:pt x="6627" y="2762"/>
                    <a:pt x="6576" y="2762"/>
                    <a:pt x="6475" y="2663"/>
                  </a:cubicBezTo>
                  <a:cubicBezTo>
                    <a:pt x="6424" y="2663"/>
                    <a:pt x="6374" y="2564"/>
                    <a:pt x="6323" y="2663"/>
                  </a:cubicBezTo>
                  <a:cubicBezTo>
                    <a:pt x="6273" y="2762"/>
                    <a:pt x="6222" y="2860"/>
                    <a:pt x="6171" y="2762"/>
                  </a:cubicBezTo>
                  <a:cubicBezTo>
                    <a:pt x="6020" y="2564"/>
                    <a:pt x="5868" y="2564"/>
                    <a:pt x="5716" y="2466"/>
                  </a:cubicBezTo>
                  <a:cubicBezTo>
                    <a:pt x="5514" y="2367"/>
                    <a:pt x="5362" y="2367"/>
                    <a:pt x="5160" y="2170"/>
                  </a:cubicBezTo>
                  <a:cubicBezTo>
                    <a:pt x="5008" y="1973"/>
                    <a:pt x="4907" y="1874"/>
                    <a:pt x="4704" y="1874"/>
                  </a:cubicBezTo>
                  <a:cubicBezTo>
                    <a:pt x="4654" y="1874"/>
                    <a:pt x="4603" y="1874"/>
                    <a:pt x="4553" y="1973"/>
                  </a:cubicBezTo>
                  <a:cubicBezTo>
                    <a:pt x="4502" y="2071"/>
                    <a:pt x="4452" y="2268"/>
                    <a:pt x="4401" y="2268"/>
                  </a:cubicBezTo>
                  <a:cubicBezTo>
                    <a:pt x="4350" y="2268"/>
                    <a:pt x="4199" y="2367"/>
                    <a:pt x="4199" y="2268"/>
                  </a:cubicBezTo>
                  <a:cubicBezTo>
                    <a:pt x="4199" y="2170"/>
                    <a:pt x="4300" y="2071"/>
                    <a:pt x="4300" y="1973"/>
                  </a:cubicBezTo>
                  <a:cubicBezTo>
                    <a:pt x="4300" y="1973"/>
                    <a:pt x="4148" y="2071"/>
                    <a:pt x="4148" y="1973"/>
                  </a:cubicBezTo>
                  <a:cubicBezTo>
                    <a:pt x="4199" y="1874"/>
                    <a:pt x="4199" y="1775"/>
                    <a:pt x="4148" y="1677"/>
                  </a:cubicBezTo>
                  <a:cubicBezTo>
                    <a:pt x="4148" y="1479"/>
                    <a:pt x="3946" y="1677"/>
                    <a:pt x="3946" y="1775"/>
                  </a:cubicBezTo>
                  <a:cubicBezTo>
                    <a:pt x="3946" y="1775"/>
                    <a:pt x="4047" y="1677"/>
                    <a:pt x="4047" y="1775"/>
                  </a:cubicBezTo>
                  <a:cubicBezTo>
                    <a:pt x="4097" y="1775"/>
                    <a:pt x="3895" y="1973"/>
                    <a:pt x="4047" y="1973"/>
                  </a:cubicBezTo>
                  <a:cubicBezTo>
                    <a:pt x="3996" y="1973"/>
                    <a:pt x="3946" y="1973"/>
                    <a:pt x="3946" y="2170"/>
                  </a:cubicBezTo>
                  <a:cubicBezTo>
                    <a:pt x="3946" y="2268"/>
                    <a:pt x="3895" y="2367"/>
                    <a:pt x="3844" y="2268"/>
                  </a:cubicBezTo>
                  <a:cubicBezTo>
                    <a:pt x="3693" y="2170"/>
                    <a:pt x="3642" y="2071"/>
                    <a:pt x="3592" y="1775"/>
                  </a:cubicBezTo>
                  <a:cubicBezTo>
                    <a:pt x="3541" y="1578"/>
                    <a:pt x="3440" y="1479"/>
                    <a:pt x="3339" y="1282"/>
                  </a:cubicBezTo>
                  <a:cubicBezTo>
                    <a:pt x="3288" y="1282"/>
                    <a:pt x="3237" y="1085"/>
                    <a:pt x="3187" y="1184"/>
                  </a:cubicBezTo>
                  <a:cubicBezTo>
                    <a:pt x="3187" y="1381"/>
                    <a:pt x="3339" y="1479"/>
                    <a:pt x="3389" y="1578"/>
                  </a:cubicBezTo>
                  <a:cubicBezTo>
                    <a:pt x="3389" y="1479"/>
                    <a:pt x="3187" y="1578"/>
                    <a:pt x="3187" y="1677"/>
                  </a:cubicBezTo>
                  <a:cubicBezTo>
                    <a:pt x="3136" y="1775"/>
                    <a:pt x="3187" y="1775"/>
                    <a:pt x="3136" y="1874"/>
                  </a:cubicBezTo>
                  <a:cubicBezTo>
                    <a:pt x="3086" y="1874"/>
                    <a:pt x="3035" y="2071"/>
                    <a:pt x="2985" y="1973"/>
                  </a:cubicBezTo>
                  <a:cubicBezTo>
                    <a:pt x="2985" y="1973"/>
                    <a:pt x="2985" y="1874"/>
                    <a:pt x="2985" y="1874"/>
                  </a:cubicBezTo>
                  <a:cubicBezTo>
                    <a:pt x="2985" y="1775"/>
                    <a:pt x="2732" y="1973"/>
                    <a:pt x="2732" y="2071"/>
                  </a:cubicBezTo>
                  <a:cubicBezTo>
                    <a:pt x="2681" y="2170"/>
                    <a:pt x="2630" y="2268"/>
                    <a:pt x="2529" y="2367"/>
                  </a:cubicBezTo>
                  <a:cubicBezTo>
                    <a:pt x="2479" y="2466"/>
                    <a:pt x="2529" y="2170"/>
                    <a:pt x="2479" y="2170"/>
                  </a:cubicBezTo>
                  <a:cubicBezTo>
                    <a:pt x="2428" y="2170"/>
                    <a:pt x="2378" y="2268"/>
                    <a:pt x="2327" y="2268"/>
                  </a:cubicBezTo>
                  <a:cubicBezTo>
                    <a:pt x="2276" y="2268"/>
                    <a:pt x="2276" y="2466"/>
                    <a:pt x="2226" y="2466"/>
                  </a:cubicBezTo>
                  <a:cubicBezTo>
                    <a:pt x="2175" y="2466"/>
                    <a:pt x="2023" y="2663"/>
                    <a:pt x="2074" y="2663"/>
                  </a:cubicBezTo>
                  <a:cubicBezTo>
                    <a:pt x="2074" y="2762"/>
                    <a:pt x="2175" y="2762"/>
                    <a:pt x="2023" y="2860"/>
                  </a:cubicBezTo>
                  <a:cubicBezTo>
                    <a:pt x="2023" y="2860"/>
                    <a:pt x="1872" y="2860"/>
                    <a:pt x="1872" y="2762"/>
                  </a:cubicBezTo>
                  <a:cubicBezTo>
                    <a:pt x="1872" y="2663"/>
                    <a:pt x="2023" y="2564"/>
                    <a:pt x="2023" y="2564"/>
                  </a:cubicBezTo>
                  <a:cubicBezTo>
                    <a:pt x="2074" y="2367"/>
                    <a:pt x="2175" y="2268"/>
                    <a:pt x="2226" y="2170"/>
                  </a:cubicBezTo>
                  <a:cubicBezTo>
                    <a:pt x="2327" y="2071"/>
                    <a:pt x="2378" y="2071"/>
                    <a:pt x="2479" y="2170"/>
                  </a:cubicBezTo>
                  <a:cubicBezTo>
                    <a:pt x="2428" y="2170"/>
                    <a:pt x="2833" y="1775"/>
                    <a:pt x="2833" y="1775"/>
                  </a:cubicBezTo>
                  <a:cubicBezTo>
                    <a:pt x="2934" y="1677"/>
                    <a:pt x="2883" y="1578"/>
                    <a:pt x="2833" y="1578"/>
                  </a:cubicBezTo>
                  <a:cubicBezTo>
                    <a:pt x="2732" y="1578"/>
                    <a:pt x="2630" y="1578"/>
                    <a:pt x="2529" y="1677"/>
                  </a:cubicBezTo>
                  <a:cubicBezTo>
                    <a:pt x="2479" y="1677"/>
                    <a:pt x="2479" y="1874"/>
                    <a:pt x="2378" y="1874"/>
                  </a:cubicBezTo>
                  <a:cubicBezTo>
                    <a:pt x="2327" y="1874"/>
                    <a:pt x="2226" y="1973"/>
                    <a:pt x="2175" y="1973"/>
                  </a:cubicBezTo>
                  <a:cubicBezTo>
                    <a:pt x="2074" y="1973"/>
                    <a:pt x="1821" y="2466"/>
                    <a:pt x="1770" y="2367"/>
                  </a:cubicBezTo>
                  <a:cubicBezTo>
                    <a:pt x="1720" y="2367"/>
                    <a:pt x="1821" y="2268"/>
                    <a:pt x="1821" y="2170"/>
                  </a:cubicBezTo>
                  <a:cubicBezTo>
                    <a:pt x="1821" y="2170"/>
                    <a:pt x="1669" y="2071"/>
                    <a:pt x="1669" y="2071"/>
                  </a:cubicBezTo>
                  <a:cubicBezTo>
                    <a:pt x="1669" y="2071"/>
                    <a:pt x="1518" y="2268"/>
                    <a:pt x="1467" y="2268"/>
                  </a:cubicBezTo>
                  <a:cubicBezTo>
                    <a:pt x="1416" y="2268"/>
                    <a:pt x="1315" y="2367"/>
                    <a:pt x="1265" y="2466"/>
                  </a:cubicBezTo>
                  <a:cubicBezTo>
                    <a:pt x="1214" y="2466"/>
                    <a:pt x="1315" y="2564"/>
                    <a:pt x="1315" y="2564"/>
                  </a:cubicBezTo>
                  <a:cubicBezTo>
                    <a:pt x="1366" y="2564"/>
                    <a:pt x="1315" y="2663"/>
                    <a:pt x="1315" y="2663"/>
                  </a:cubicBezTo>
                  <a:cubicBezTo>
                    <a:pt x="1315" y="2762"/>
                    <a:pt x="1518" y="2663"/>
                    <a:pt x="1518" y="2663"/>
                  </a:cubicBezTo>
                  <a:cubicBezTo>
                    <a:pt x="1568" y="2564"/>
                    <a:pt x="1669" y="2466"/>
                    <a:pt x="1720" y="2367"/>
                  </a:cubicBezTo>
                  <a:cubicBezTo>
                    <a:pt x="1467" y="2564"/>
                    <a:pt x="1720" y="2663"/>
                    <a:pt x="1669" y="2860"/>
                  </a:cubicBezTo>
                  <a:cubicBezTo>
                    <a:pt x="1669" y="2860"/>
                    <a:pt x="1619" y="2762"/>
                    <a:pt x="1619" y="2762"/>
                  </a:cubicBezTo>
                  <a:cubicBezTo>
                    <a:pt x="1518" y="2663"/>
                    <a:pt x="1467" y="2762"/>
                    <a:pt x="1416" y="2860"/>
                  </a:cubicBezTo>
                  <a:cubicBezTo>
                    <a:pt x="1366" y="2860"/>
                    <a:pt x="1163" y="2762"/>
                    <a:pt x="1062" y="2762"/>
                  </a:cubicBezTo>
                  <a:cubicBezTo>
                    <a:pt x="961" y="2762"/>
                    <a:pt x="809" y="2564"/>
                    <a:pt x="708" y="2466"/>
                  </a:cubicBezTo>
                  <a:cubicBezTo>
                    <a:pt x="658" y="2466"/>
                    <a:pt x="607" y="2367"/>
                    <a:pt x="556" y="2367"/>
                  </a:cubicBezTo>
                  <a:cubicBezTo>
                    <a:pt x="506" y="2268"/>
                    <a:pt x="455" y="2071"/>
                    <a:pt x="506" y="2071"/>
                  </a:cubicBezTo>
                  <a:cubicBezTo>
                    <a:pt x="455" y="2071"/>
                    <a:pt x="354" y="2071"/>
                    <a:pt x="304" y="2170"/>
                  </a:cubicBezTo>
                  <a:cubicBezTo>
                    <a:pt x="202" y="2170"/>
                    <a:pt x="101" y="2170"/>
                    <a:pt x="0" y="2071"/>
                  </a:cubicBezTo>
                  <a:cubicBezTo>
                    <a:pt x="0" y="4044"/>
                    <a:pt x="0" y="6016"/>
                    <a:pt x="0" y="7890"/>
                  </a:cubicBezTo>
                  <a:cubicBezTo>
                    <a:pt x="0" y="8384"/>
                    <a:pt x="0" y="8778"/>
                    <a:pt x="0" y="9271"/>
                  </a:cubicBezTo>
                  <a:cubicBezTo>
                    <a:pt x="0" y="9370"/>
                    <a:pt x="0" y="9468"/>
                    <a:pt x="0" y="9567"/>
                  </a:cubicBezTo>
                  <a:cubicBezTo>
                    <a:pt x="0" y="9764"/>
                    <a:pt x="101" y="9567"/>
                    <a:pt x="152" y="9567"/>
                  </a:cubicBezTo>
                  <a:cubicBezTo>
                    <a:pt x="253" y="9666"/>
                    <a:pt x="253" y="9567"/>
                    <a:pt x="354" y="9567"/>
                  </a:cubicBezTo>
                  <a:cubicBezTo>
                    <a:pt x="455" y="9567"/>
                    <a:pt x="455" y="9666"/>
                    <a:pt x="506" y="9764"/>
                  </a:cubicBezTo>
                  <a:cubicBezTo>
                    <a:pt x="556" y="9962"/>
                    <a:pt x="809" y="10553"/>
                    <a:pt x="911" y="10553"/>
                  </a:cubicBezTo>
                  <a:cubicBezTo>
                    <a:pt x="961" y="10553"/>
                    <a:pt x="1062" y="10455"/>
                    <a:pt x="1113" y="10356"/>
                  </a:cubicBezTo>
                  <a:cubicBezTo>
                    <a:pt x="1163" y="10258"/>
                    <a:pt x="1113" y="10159"/>
                    <a:pt x="1163" y="10060"/>
                  </a:cubicBezTo>
                  <a:cubicBezTo>
                    <a:pt x="1214" y="10060"/>
                    <a:pt x="1416" y="9962"/>
                    <a:pt x="1416" y="10060"/>
                  </a:cubicBezTo>
                  <a:cubicBezTo>
                    <a:pt x="1518" y="10258"/>
                    <a:pt x="1619" y="10356"/>
                    <a:pt x="1669" y="10553"/>
                  </a:cubicBezTo>
                  <a:cubicBezTo>
                    <a:pt x="1770" y="10751"/>
                    <a:pt x="1872" y="10849"/>
                    <a:pt x="1922" y="11047"/>
                  </a:cubicBezTo>
                  <a:cubicBezTo>
                    <a:pt x="1973" y="11145"/>
                    <a:pt x="1973" y="11244"/>
                    <a:pt x="2023" y="11441"/>
                  </a:cubicBezTo>
                  <a:cubicBezTo>
                    <a:pt x="2125" y="11638"/>
                    <a:pt x="2175" y="12033"/>
                    <a:pt x="2327" y="12230"/>
                  </a:cubicBezTo>
                  <a:cubicBezTo>
                    <a:pt x="2428" y="12427"/>
                    <a:pt x="2630" y="12526"/>
                    <a:pt x="2732" y="12625"/>
                  </a:cubicBezTo>
                  <a:cubicBezTo>
                    <a:pt x="2833" y="12723"/>
                    <a:pt x="2681" y="12822"/>
                    <a:pt x="2732" y="13019"/>
                  </a:cubicBezTo>
                  <a:cubicBezTo>
                    <a:pt x="2782" y="13019"/>
                    <a:pt x="2833" y="13019"/>
                    <a:pt x="2833" y="13118"/>
                  </a:cubicBezTo>
                  <a:cubicBezTo>
                    <a:pt x="2833" y="13118"/>
                    <a:pt x="2782" y="13414"/>
                    <a:pt x="2833" y="13315"/>
                  </a:cubicBezTo>
                  <a:cubicBezTo>
                    <a:pt x="2782" y="13414"/>
                    <a:pt x="2681" y="13414"/>
                    <a:pt x="2681" y="13611"/>
                  </a:cubicBezTo>
                  <a:cubicBezTo>
                    <a:pt x="2630" y="13710"/>
                    <a:pt x="2782" y="13907"/>
                    <a:pt x="2833" y="13907"/>
                  </a:cubicBezTo>
                  <a:cubicBezTo>
                    <a:pt x="2833" y="13907"/>
                    <a:pt x="2732" y="14104"/>
                    <a:pt x="2732" y="14104"/>
                  </a:cubicBezTo>
                  <a:cubicBezTo>
                    <a:pt x="2732" y="14104"/>
                    <a:pt x="2681" y="14005"/>
                    <a:pt x="2681" y="13907"/>
                  </a:cubicBezTo>
                  <a:cubicBezTo>
                    <a:pt x="2630" y="13907"/>
                    <a:pt x="2681" y="14104"/>
                    <a:pt x="2681" y="14104"/>
                  </a:cubicBezTo>
                  <a:cubicBezTo>
                    <a:pt x="2732" y="14203"/>
                    <a:pt x="2681" y="14301"/>
                    <a:pt x="2732" y="14400"/>
                  </a:cubicBezTo>
                  <a:cubicBezTo>
                    <a:pt x="2782" y="14597"/>
                    <a:pt x="2782" y="14597"/>
                    <a:pt x="2883" y="14499"/>
                  </a:cubicBezTo>
                  <a:cubicBezTo>
                    <a:pt x="2883" y="14499"/>
                    <a:pt x="2934" y="14499"/>
                    <a:pt x="2934" y="14499"/>
                  </a:cubicBezTo>
                  <a:cubicBezTo>
                    <a:pt x="2985" y="14499"/>
                    <a:pt x="2985" y="14301"/>
                    <a:pt x="2985" y="14301"/>
                  </a:cubicBezTo>
                  <a:cubicBezTo>
                    <a:pt x="2985" y="14301"/>
                    <a:pt x="3035" y="14499"/>
                    <a:pt x="3086" y="14499"/>
                  </a:cubicBezTo>
                  <a:cubicBezTo>
                    <a:pt x="3086" y="14499"/>
                    <a:pt x="3035" y="14696"/>
                    <a:pt x="3035" y="14795"/>
                  </a:cubicBezTo>
                  <a:cubicBezTo>
                    <a:pt x="2985" y="14893"/>
                    <a:pt x="2985" y="14992"/>
                    <a:pt x="3086" y="14893"/>
                  </a:cubicBezTo>
                  <a:cubicBezTo>
                    <a:pt x="3086" y="14795"/>
                    <a:pt x="3136" y="14795"/>
                    <a:pt x="3136" y="14795"/>
                  </a:cubicBezTo>
                  <a:cubicBezTo>
                    <a:pt x="3187" y="14795"/>
                    <a:pt x="3187" y="14696"/>
                    <a:pt x="3187" y="14696"/>
                  </a:cubicBezTo>
                  <a:cubicBezTo>
                    <a:pt x="3288" y="14597"/>
                    <a:pt x="3237" y="14893"/>
                    <a:pt x="3237" y="14992"/>
                  </a:cubicBezTo>
                  <a:cubicBezTo>
                    <a:pt x="3237" y="15090"/>
                    <a:pt x="3288" y="15189"/>
                    <a:pt x="3339" y="15189"/>
                  </a:cubicBezTo>
                  <a:cubicBezTo>
                    <a:pt x="3389" y="15189"/>
                    <a:pt x="3440" y="14992"/>
                    <a:pt x="3490" y="14992"/>
                  </a:cubicBezTo>
                  <a:cubicBezTo>
                    <a:pt x="3490" y="14992"/>
                    <a:pt x="3440" y="15090"/>
                    <a:pt x="3440" y="15090"/>
                  </a:cubicBezTo>
                  <a:cubicBezTo>
                    <a:pt x="3440" y="15090"/>
                    <a:pt x="3541" y="15189"/>
                    <a:pt x="3541" y="15189"/>
                  </a:cubicBezTo>
                  <a:cubicBezTo>
                    <a:pt x="3541" y="15189"/>
                    <a:pt x="3187" y="15386"/>
                    <a:pt x="3339" y="15584"/>
                  </a:cubicBezTo>
                  <a:cubicBezTo>
                    <a:pt x="3339" y="15584"/>
                    <a:pt x="3642" y="15485"/>
                    <a:pt x="3592" y="15584"/>
                  </a:cubicBezTo>
                  <a:cubicBezTo>
                    <a:pt x="3592" y="15584"/>
                    <a:pt x="3339" y="15584"/>
                    <a:pt x="3389" y="15781"/>
                  </a:cubicBezTo>
                  <a:cubicBezTo>
                    <a:pt x="3389" y="15781"/>
                    <a:pt x="3490" y="15781"/>
                    <a:pt x="3490" y="15781"/>
                  </a:cubicBezTo>
                  <a:cubicBezTo>
                    <a:pt x="3440" y="15879"/>
                    <a:pt x="3339" y="15879"/>
                    <a:pt x="3389" y="15978"/>
                  </a:cubicBezTo>
                  <a:cubicBezTo>
                    <a:pt x="3490" y="16077"/>
                    <a:pt x="3592" y="16077"/>
                    <a:pt x="3642" y="16077"/>
                  </a:cubicBezTo>
                  <a:cubicBezTo>
                    <a:pt x="3743" y="16077"/>
                    <a:pt x="3693" y="16175"/>
                    <a:pt x="3743" y="16175"/>
                  </a:cubicBezTo>
                  <a:cubicBezTo>
                    <a:pt x="3844" y="16274"/>
                    <a:pt x="3844" y="15978"/>
                    <a:pt x="3895" y="15978"/>
                  </a:cubicBezTo>
                  <a:cubicBezTo>
                    <a:pt x="3946" y="15978"/>
                    <a:pt x="3895" y="16175"/>
                    <a:pt x="3895" y="16175"/>
                  </a:cubicBezTo>
                  <a:cubicBezTo>
                    <a:pt x="3844" y="16274"/>
                    <a:pt x="3844" y="16274"/>
                    <a:pt x="3895" y="16373"/>
                  </a:cubicBezTo>
                  <a:cubicBezTo>
                    <a:pt x="4047" y="16570"/>
                    <a:pt x="4097" y="16077"/>
                    <a:pt x="4097" y="16077"/>
                  </a:cubicBezTo>
                  <a:cubicBezTo>
                    <a:pt x="4097" y="16077"/>
                    <a:pt x="4097" y="16373"/>
                    <a:pt x="4047" y="16373"/>
                  </a:cubicBezTo>
                  <a:cubicBezTo>
                    <a:pt x="4047" y="16471"/>
                    <a:pt x="4148" y="16373"/>
                    <a:pt x="4199" y="16373"/>
                  </a:cubicBezTo>
                  <a:cubicBezTo>
                    <a:pt x="4148" y="16570"/>
                    <a:pt x="4097" y="16668"/>
                    <a:pt x="4199" y="16767"/>
                  </a:cubicBezTo>
                  <a:cubicBezTo>
                    <a:pt x="4300" y="16866"/>
                    <a:pt x="4350" y="16570"/>
                    <a:pt x="4350" y="16570"/>
                  </a:cubicBezTo>
                  <a:cubicBezTo>
                    <a:pt x="4350" y="16570"/>
                    <a:pt x="4350" y="16668"/>
                    <a:pt x="4350" y="16767"/>
                  </a:cubicBezTo>
                  <a:cubicBezTo>
                    <a:pt x="4401" y="16964"/>
                    <a:pt x="4350" y="16866"/>
                    <a:pt x="4300" y="16866"/>
                  </a:cubicBezTo>
                  <a:cubicBezTo>
                    <a:pt x="4249" y="16964"/>
                    <a:pt x="4553" y="17063"/>
                    <a:pt x="4502" y="16866"/>
                  </a:cubicBezTo>
                  <a:cubicBezTo>
                    <a:pt x="4603" y="17162"/>
                    <a:pt x="4553" y="17359"/>
                    <a:pt x="4755" y="17359"/>
                  </a:cubicBezTo>
                  <a:cubicBezTo>
                    <a:pt x="4907" y="17359"/>
                    <a:pt x="5008" y="17359"/>
                    <a:pt x="5160" y="17359"/>
                  </a:cubicBezTo>
                  <a:cubicBezTo>
                    <a:pt x="5716" y="17359"/>
                    <a:pt x="6222" y="17359"/>
                    <a:pt x="6728" y="17359"/>
                  </a:cubicBezTo>
                  <a:cubicBezTo>
                    <a:pt x="7993" y="17359"/>
                    <a:pt x="9257" y="17359"/>
                    <a:pt x="10522" y="17359"/>
                  </a:cubicBezTo>
                  <a:cubicBezTo>
                    <a:pt x="10775" y="17359"/>
                    <a:pt x="11028" y="17359"/>
                    <a:pt x="11281" y="17359"/>
                  </a:cubicBezTo>
                  <a:cubicBezTo>
                    <a:pt x="11331" y="17359"/>
                    <a:pt x="11584" y="17458"/>
                    <a:pt x="11584" y="17162"/>
                  </a:cubicBezTo>
                  <a:close/>
                  <a:moveTo>
                    <a:pt x="5666" y="5326"/>
                  </a:moveTo>
                  <a:cubicBezTo>
                    <a:pt x="5564" y="5326"/>
                    <a:pt x="5463" y="5227"/>
                    <a:pt x="5362" y="5326"/>
                  </a:cubicBezTo>
                  <a:cubicBezTo>
                    <a:pt x="5261" y="5622"/>
                    <a:pt x="5463" y="5523"/>
                    <a:pt x="5463" y="5622"/>
                  </a:cubicBezTo>
                  <a:cubicBezTo>
                    <a:pt x="5463" y="5523"/>
                    <a:pt x="5059" y="5918"/>
                    <a:pt x="5059" y="5918"/>
                  </a:cubicBezTo>
                  <a:cubicBezTo>
                    <a:pt x="4957" y="5819"/>
                    <a:pt x="5413" y="5227"/>
                    <a:pt x="5008" y="5523"/>
                  </a:cubicBezTo>
                  <a:cubicBezTo>
                    <a:pt x="4957" y="5523"/>
                    <a:pt x="4907" y="5622"/>
                    <a:pt x="4907" y="5622"/>
                  </a:cubicBezTo>
                  <a:cubicBezTo>
                    <a:pt x="4856" y="5721"/>
                    <a:pt x="4907" y="5819"/>
                    <a:pt x="4856" y="5918"/>
                  </a:cubicBezTo>
                  <a:cubicBezTo>
                    <a:pt x="4806" y="5918"/>
                    <a:pt x="4452" y="5819"/>
                    <a:pt x="4452" y="5819"/>
                  </a:cubicBezTo>
                  <a:cubicBezTo>
                    <a:pt x="4452" y="5721"/>
                    <a:pt x="4603" y="5819"/>
                    <a:pt x="4603" y="5721"/>
                  </a:cubicBezTo>
                  <a:cubicBezTo>
                    <a:pt x="4654" y="5622"/>
                    <a:pt x="4603" y="5622"/>
                    <a:pt x="4654" y="5523"/>
                  </a:cubicBezTo>
                  <a:cubicBezTo>
                    <a:pt x="4654" y="5425"/>
                    <a:pt x="4755" y="5326"/>
                    <a:pt x="4755" y="5326"/>
                  </a:cubicBezTo>
                  <a:cubicBezTo>
                    <a:pt x="4755" y="5227"/>
                    <a:pt x="4603" y="5129"/>
                    <a:pt x="4755" y="5129"/>
                  </a:cubicBezTo>
                  <a:cubicBezTo>
                    <a:pt x="4755" y="5129"/>
                    <a:pt x="4957" y="5227"/>
                    <a:pt x="4957" y="5129"/>
                  </a:cubicBezTo>
                  <a:cubicBezTo>
                    <a:pt x="4957" y="5030"/>
                    <a:pt x="4704" y="4932"/>
                    <a:pt x="4654" y="4932"/>
                  </a:cubicBezTo>
                  <a:cubicBezTo>
                    <a:pt x="4603" y="4932"/>
                    <a:pt x="4502" y="5030"/>
                    <a:pt x="4401" y="5030"/>
                  </a:cubicBezTo>
                  <a:cubicBezTo>
                    <a:pt x="4350" y="5030"/>
                    <a:pt x="4249" y="4932"/>
                    <a:pt x="4148" y="5030"/>
                  </a:cubicBezTo>
                  <a:cubicBezTo>
                    <a:pt x="4097" y="5030"/>
                    <a:pt x="3996" y="5227"/>
                    <a:pt x="4047" y="5030"/>
                  </a:cubicBezTo>
                  <a:cubicBezTo>
                    <a:pt x="4097" y="4833"/>
                    <a:pt x="4199" y="4932"/>
                    <a:pt x="4249" y="4833"/>
                  </a:cubicBezTo>
                  <a:cubicBezTo>
                    <a:pt x="4350" y="4833"/>
                    <a:pt x="4502" y="4734"/>
                    <a:pt x="4603" y="4636"/>
                  </a:cubicBezTo>
                  <a:cubicBezTo>
                    <a:pt x="4806" y="4537"/>
                    <a:pt x="5008" y="4537"/>
                    <a:pt x="5160" y="4340"/>
                  </a:cubicBezTo>
                  <a:cubicBezTo>
                    <a:pt x="5261" y="4340"/>
                    <a:pt x="5413" y="4241"/>
                    <a:pt x="5463" y="4438"/>
                  </a:cubicBezTo>
                  <a:cubicBezTo>
                    <a:pt x="5514" y="4537"/>
                    <a:pt x="5311" y="4636"/>
                    <a:pt x="5261" y="4734"/>
                  </a:cubicBezTo>
                  <a:cubicBezTo>
                    <a:pt x="5160" y="4833"/>
                    <a:pt x="5564" y="4833"/>
                    <a:pt x="5615" y="4833"/>
                  </a:cubicBezTo>
                  <a:cubicBezTo>
                    <a:pt x="5615" y="4833"/>
                    <a:pt x="5716" y="4833"/>
                    <a:pt x="5716" y="4833"/>
                  </a:cubicBezTo>
                  <a:cubicBezTo>
                    <a:pt x="5767" y="4734"/>
                    <a:pt x="5868" y="4537"/>
                    <a:pt x="5919" y="4636"/>
                  </a:cubicBezTo>
                  <a:cubicBezTo>
                    <a:pt x="5969" y="4734"/>
                    <a:pt x="5716" y="5326"/>
                    <a:pt x="5666" y="5326"/>
                  </a:cubicBezTo>
                  <a:cubicBezTo>
                    <a:pt x="5564" y="5326"/>
                    <a:pt x="5767" y="5326"/>
                    <a:pt x="5666" y="5326"/>
                  </a:cubicBezTo>
                  <a:close/>
                  <a:moveTo>
                    <a:pt x="7942" y="7693"/>
                  </a:moveTo>
                  <a:cubicBezTo>
                    <a:pt x="7942" y="7693"/>
                    <a:pt x="7689" y="7693"/>
                    <a:pt x="7740" y="7693"/>
                  </a:cubicBezTo>
                  <a:cubicBezTo>
                    <a:pt x="7740" y="7792"/>
                    <a:pt x="7841" y="7693"/>
                    <a:pt x="7841" y="7792"/>
                  </a:cubicBezTo>
                  <a:cubicBezTo>
                    <a:pt x="7841" y="7890"/>
                    <a:pt x="7638" y="7989"/>
                    <a:pt x="7588" y="7989"/>
                  </a:cubicBezTo>
                  <a:cubicBezTo>
                    <a:pt x="7487" y="7989"/>
                    <a:pt x="7436" y="8186"/>
                    <a:pt x="7335" y="8285"/>
                  </a:cubicBezTo>
                  <a:cubicBezTo>
                    <a:pt x="7335" y="8285"/>
                    <a:pt x="7133" y="8285"/>
                    <a:pt x="7183" y="8384"/>
                  </a:cubicBezTo>
                  <a:cubicBezTo>
                    <a:pt x="7183" y="8482"/>
                    <a:pt x="7335" y="8482"/>
                    <a:pt x="7183" y="8679"/>
                  </a:cubicBezTo>
                  <a:cubicBezTo>
                    <a:pt x="7133" y="8679"/>
                    <a:pt x="6930" y="8679"/>
                    <a:pt x="6930" y="8778"/>
                  </a:cubicBezTo>
                  <a:cubicBezTo>
                    <a:pt x="6880" y="8778"/>
                    <a:pt x="6930" y="8877"/>
                    <a:pt x="6930" y="8877"/>
                  </a:cubicBezTo>
                  <a:cubicBezTo>
                    <a:pt x="6930" y="9074"/>
                    <a:pt x="6829" y="9074"/>
                    <a:pt x="6778" y="9074"/>
                  </a:cubicBezTo>
                  <a:cubicBezTo>
                    <a:pt x="6627" y="9173"/>
                    <a:pt x="6475" y="9173"/>
                    <a:pt x="6323" y="9173"/>
                  </a:cubicBezTo>
                  <a:cubicBezTo>
                    <a:pt x="6323" y="9173"/>
                    <a:pt x="6070" y="8877"/>
                    <a:pt x="6070" y="8877"/>
                  </a:cubicBezTo>
                  <a:cubicBezTo>
                    <a:pt x="6171" y="8778"/>
                    <a:pt x="6323" y="8877"/>
                    <a:pt x="6374" y="8778"/>
                  </a:cubicBezTo>
                  <a:cubicBezTo>
                    <a:pt x="6424" y="8778"/>
                    <a:pt x="6374" y="8581"/>
                    <a:pt x="6424" y="8581"/>
                  </a:cubicBezTo>
                  <a:cubicBezTo>
                    <a:pt x="6475" y="8384"/>
                    <a:pt x="6576" y="8482"/>
                    <a:pt x="6627" y="8384"/>
                  </a:cubicBezTo>
                  <a:cubicBezTo>
                    <a:pt x="6677" y="8384"/>
                    <a:pt x="6576" y="8186"/>
                    <a:pt x="6576" y="8186"/>
                  </a:cubicBezTo>
                  <a:cubicBezTo>
                    <a:pt x="6475" y="8088"/>
                    <a:pt x="6475" y="8088"/>
                    <a:pt x="6475" y="7989"/>
                  </a:cubicBezTo>
                  <a:cubicBezTo>
                    <a:pt x="6475" y="7792"/>
                    <a:pt x="6374" y="7890"/>
                    <a:pt x="6374" y="7792"/>
                  </a:cubicBezTo>
                  <a:cubicBezTo>
                    <a:pt x="6323" y="7693"/>
                    <a:pt x="6475" y="7792"/>
                    <a:pt x="6475" y="7792"/>
                  </a:cubicBezTo>
                  <a:cubicBezTo>
                    <a:pt x="6627" y="7890"/>
                    <a:pt x="6778" y="7989"/>
                    <a:pt x="6880" y="8088"/>
                  </a:cubicBezTo>
                  <a:cubicBezTo>
                    <a:pt x="6981" y="8285"/>
                    <a:pt x="7183" y="8186"/>
                    <a:pt x="7284" y="8088"/>
                  </a:cubicBezTo>
                  <a:cubicBezTo>
                    <a:pt x="7436" y="7989"/>
                    <a:pt x="7487" y="7693"/>
                    <a:pt x="7689" y="7595"/>
                  </a:cubicBezTo>
                  <a:cubicBezTo>
                    <a:pt x="7740" y="7496"/>
                    <a:pt x="7841" y="7496"/>
                    <a:pt x="7942" y="7595"/>
                  </a:cubicBezTo>
                  <a:cubicBezTo>
                    <a:pt x="7942" y="7595"/>
                    <a:pt x="8094" y="7693"/>
                    <a:pt x="8094" y="7693"/>
                  </a:cubicBezTo>
                  <a:cubicBezTo>
                    <a:pt x="8094" y="7693"/>
                    <a:pt x="7993" y="7693"/>
                    <a:pt x="7942" y="7693"/>
                  </a:cubicBezTo>
                  <a:close/>
                  <a:moveTo>
                    <a:pt x="11230" y="16274"/>
                  </a:moveTo>
                  <a:cubicBezTo>
                    <a:pt x="11179" y="16471"/>
                    <a:pt x="11078" y="16077"/>
                    <a:pt x="11078" y="15978"/>
                  </a:cubicBezTo>
                  <a:cubicBezTo>
                    <a:pt x="11078" y="15781"/>
                    <a:pt x="11179" y="15682"/>
                    <a:pt x="11179" y="15485"/>
                  </a:cubicBezTo>
                  <a:cubicBezTo>
                    <a:pt x="11129" y="15386"/>
                    <a:pt x="11078" y="15682"/>
                    <a:pt x="11028" y="15584"/>
                  </a:cubicBezTo>
                  <a:cubicBezTo>
                    <a:pt x="11028" y="15485"/>
                    <a:pt x="11028" y="15189"/>
                    <a:pt x="10926" y="15189"/>
                  </a:cubicBezTo>
                  <a:cubicBezTo>
                    <a:pt x="10926" y="15189"/>
                    <a:pt x="10926" y="15386"/>
                    <a:pt x="10876" y="15386"/>
                  </a:cubicBezTo>
                  <a:cubicBezTo>
                    <a:pt x="10825" y="15288"/>
                    <a:pt x="10825" y="15189"/>
                    <a:pt x="10775" y="15090"/>
                  </a:cubicBezTo>
                  <a:cubicBezTo>
                    <a:pt x="10724" y="14992"/>
                    <a:pt x="10674" y="14893"/>
                    <a:pt x="10623" y="14795"/>
                  </a:cubicBezTo>
                  <a:cubicBezTo>
                    <a:pt x="10572" y="14696"/>
                    <a:pt x="10724" y="14696"/>
                    <a:pt x="10724" y="14597"/>
                  </a:cubicBezTo>
                  <a:cubicBezTo>
                    <a:pt x="10674" y="14499"/>
                    <a:pt x="10572" y="14597"/>
                    <a:pt x="10572" y="14499"/>
                  </a:cubicBezTo>
                  <a:cubicBezTo>
                    <a:pt x="10572" y="14400"/>
                    <a:pt x="10623" y="14104"/>
                    <a:pt x="10623" y="14005"/>
                  </a:cubicBezTo>
                  <a:cubicBezTo>
                    <a:pt x="10724" y="13808"/>
                    <a:pt x="10977" y="14499"/>
                    <a:pt x="10977" y="14597"/>
                  </a:cubicBezTo>
                  <a:cubicBezTo>
                    <a:pt x="11028" y="14795"/>
                    <a:pt x="11078" y="14893"/>
                    <a:pt x="11078" y="15090"/>
                  </a:cubicBezTo>
                  <a:cubicBezTo>
                    <a:pt x="11129" y="15288"/>
                    <a:pt x="11129" y="15189"/>
                    <a:pt x="11179" y="15386"/>
                  </a:cubicBezTo>
                  <a:cubicBezTo>
                    <a:pt x="11179" y="15485"/>
                    <a:pt x="11230" y="15584"/>
                    <a:pt x="11230" y="15682"/>
                  </a:cubicBezTo>
                  <a:cubicBezTo>
                    <a:pt x="11281" y="15879"/>
                    <a:pt x="11230" y="16077"/>
                    <a:pt x="11230" y="16274"/>
                  </a:cubicBezTo>
                  <a:cubicBezTo>
                    <a:pt x="11179" y="16373"/>
                    <a:pt x="11230" y="16175"/>
                    <a:pt x="11230" y="1627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0" name="Shape 5470"/>
            <p:cNvSpPr/>
            <p:nvPr/>
          </p:nvSpPr>
          <p:spPr>
            <a:xfrm>
              <a:off x="13483914" y="5746724"/>
              <a:ext cx="79852" cy="68179"/>
            </a:xfrm>
            <a:custGeom>
              <a:avLst/>
              <a:gdLst/>
              <a:ahLst/>
              <a:cxnLst>
                <a:cxn ang="0">
                  <a:pos x="wd2" y="hd2"/>
                </a:cxn>
                <a:cxn ang="5400000">
                  <a:pos x="wd2" y="hd2"/>
                </a:cxn>
                <a:cxn ang="10800000">
                  <a:pos x="wd2" y="hd2"/>
                </a:cxn>
                <a:cxn ang="16200000">
                  <a:pos x="wd2" y="hd2"/>
                </a:cxn>
              </a:cxnLst>
              <a:rect l="0" t="0" r="r" b="b"/>
              <a:pathLst>
                <a:path w="18048" h="17780" fill="norm" stroke="1" extrusionOk="0">
                  <a:moveTo>
                    <a:pt x="15888" y="0"/>
                  </a:moveTo>
                  <a:cubicBezTo>
                    <a:pt x="11568" y="2400"/>
                    <a:pt x="-3552" y="9600"/>
                    <a:pt x="768" y="16800"/>
                  </a:cubicBezTo>
                  <a:cubicBezTo>
                    <a:pt x="5088" y="21600"/>
                    <a:pt x="15888" y="7200"/>
                    <a:pt x="18048" y="7200"/>
                  </a:cubicBezTo>
                  <a:cubicBezTo>
                    <a:pt x="18048" y="4800"/>
                    <a:pt x="15888" y="2400"/>
                    <a:pt x="15888"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1" name="Shape 5471"/>
            <p:cNvSpPr/>
            <p:nvPr/>
          </p:nvSpPr>
          <p:spPr>
            <a:xfrm>
              <a:off x="13552921" y="5727611"/>
              <a:ext cx="104517" cy="39192"/>
            </a:xfrm>
            <a:custGeom>
              <a:avLst/>
              <a:gdLst/>
              <a:ahLst/>
              <a:cxnLst>
                <a:cxn ang="0">
                  <a:pos x="wd2" y="hd2"/>
                </a:cxn>
                <a:cxn ang="5400000">
                  <a:pos x="wd2" y="hd2"/>
                </a:cxn>
                <a:cxn ang="10800000">
                  <a:pos x="wd2" y="hd2"/>
                </a:cxn>
                <a:cxn ang="16200000">
                  <a:pos x="wd2" y="hd2"/>
                </a:cxn>
              </a:cxnLst>
              <a:rect l="0" t="0" r="r" b="b"/>
              <a:pathLst>
                <a:path w="18650" h="18982" fill="norm" stroke="1" extrusionOk="0">
                  <a:moveTo>
                    <a:pt x="18463" y="0"/>
                  </a:moveTo>
                  <a:cubicBezTo>
                    <a:pt x="20125" y="0"/>
                    <a:pt x="10156" y="0"/>
                    <a:pt x="10156" y="0"/>
                  </a:cubicBezTo>
                  <a:cubicBezTo>
                    <a:pt x="8494" y="0"/>
                    <a:pt x="-1475" y="4320"/>
                    <a:pt x="187" y="8640"/>
                  </a:cubicBezTo>
                  <a:cubicBezTo>
                    <a:pt x="3510" y="21600"/>
                    <a:pt x="1848" y="21600"/>
                    <a:pt x="6833" y="12960"/>
                  </a:cubicBezTo>
                  <a:cubicBezTo>
                    <a:pt x="11817" y="8640"/>
                    <a:pt x="15140" y="8640"/>
                    <a:pt x="18463"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2" name="Shape 5472"/>
            <p:cNvSpPr/>
            <p:nvPr/>
          </p:nvSpPr>
          <p:spPr>
            <a:xfrm>
              <a:off x="8396811" y="2694970"/>
              <a:ext cx="278932" cy="159280"/>
            </a:xfrm>
            <a:custGeom>
              <a:avLst/>
              <a:gdLst/>
              <a:ahLst/>
              <a:cxnLst>
                <a:cxn ang="0">
                  <a:pos x="wd2" y="hd2"/>
                </a:cxn>
                <a:cxn ang="5400000">
                  <a:pos x="wd2" y="hd2"/>
                </a:cxn>
                <a:cxn ang="10800000">
                  <a:pos x="wd2" y="hd2"/>
                </a:cxn>
                <a:cxn ang="16200000">
                  <a:pos x="wd2" y="hd2"/>
                </a:cxn>
              </a:cxnLst>
              <a:rect l="0" t="0" r="r" b="b"/>
              <a:pathLst>
                <a:path w="20784" h="21600" fill="norm" stroke="1" extrusionOk="0">
                  <a:moveTo>
                    <a:pt x="6968" y="21600"/>
                  </a:moveTo>
                  <a:cubicBezTo>
                    <a:pt x="8361" y="21600"/>
                    <a:pt x="7665" y="17788"/>
                    <a:pt x="9058" y="17788"/>
                  </a:cubicBezTo>
                  <a:cubicBezTo>
                    <a:pt x="10452" y="17788"/>
                    <a:pt x="11148" y="20329"/>
                    <a:pt x="12542" y="20329"/>
                  </a:cubicBezTo>
                  <a:cubicBezTo>
                    <a:pt x="13239" y="20329"/>
                    <a:pt x="13935" y="20329"/>
                    <a:pt x="14632" y="20329"/>
                  </a:cubicBezTo>
                  <a:cubicBezTo>
                    <a:pt x="15329" y="20329"/>
                    <a:pt x="16026" y="19059"/>
                    <a:pt x="16026" y="19059"/>
                  </a:cubicBezTo>
                  <a:cubicBezTo>
                    <a:pt x="18116" y="17788"/>
                    <a:pt x="18813" y="16518"/>
                    <a:pt x="20206" y="13976"/>
                  </a:cubicBezTo>
                  <a:cubicBezTo>
                    <a:pt x="21600" y="11435"/>
                    <a:pt x="20206" y="10165"/>
                    <a:pt x="18813" y="8894"/>
                  </a:cubicBezTo>
                  <a:cubicBezTo>
                    <a:pt x="17419" y="7624"/>
                    <a:pt x="15329" y="3812"/>
                    <a:pt x="14632" y="6353"/>
                  </a:cubicBezTo>
                  <a:cubicBezTo>
                    <a:pt x="13239" y="10165"/>
                    <a:pt x="12542" y="5082"/>
                    <a:pt x="11845" y="3812"/>
                  </a:cubicBezTo>
                  <a:cubicBezTo>
                    <a:pt x="11148" y="2541"/>
                    <a:pt x="9058" y="3812"/>
                    <a:pt x="9058" y="0"/>
                  </a:cubicBezTo>
                  <a:cubicBezTo>
                    <a:pt x="9058" y="1271"/>
                    <a:pt x="8361" y="3812"/>
                    <a:pt x="7665" y="2541"/>
                  </a:cubicBezTo>
                  <a:cubicBezTo>
                    <a:pt x="6271" y="0"/>
                    <a:pt x="6271" y="0"/>
                    <a:pt x="5574" y="2541"/>
                  </a:cubicBezTo>
                  <a:cubicBezTo>
                    <a:pt x="4877" y="3812"/>
                    <a:pt x="0" y="6353"/>
                    <a:pt x="0" y="7624"/>
                  </a:cubicBezTo>
                  <a:cubicBezTo>
                    <a:pt x="0" y="7624"/>
                    <a:pt x="697" y="11435"/>
                    <a:pt x="1394" y="12706"/>
                  </a:cubicBezTo>
                  <a:cubicBezTo>
                    <a:pt x="1394" y="13976"/>
                    <a:pt x="2090" y="15247"/>
                    <a:pt x="2787" y="16518"/>
                  </a:cubicBezTo>
                  <a:cubicBezTo>
                    <a:pt x="4181" y="17788"/>
                    <a:pt x="5574" y="21600"/>
                    <a:pt x="6968"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3" name="Shape 5473"/>
            <p:cNvSpPr/>
            <p:nvPr/>
          </p:nvSpPr>
          <p:spPr>
            <a:xfrm>
              <a:off x="8266203" y="2825578"/>
              <a:ext cx="342011" cy="149722"/>
            </a:xfrm>
            <a:custGeom>
              <a:avLst/>
              <a:gdLst/>
              <a:ahLst/>
              <a:cxnLst>
                <a:cxn ang="0">
                  <a:pos x="wd2" y="hd2"/>
                </a:cxn>
                <a:cxn ang="5400000">
                  <a:pos x="wd2" y="hd2"/>
                </a:cxn>
                <a:cxn ang="10800000">
                  <a:pos x="wd2" y="hd2"/>
                </a:cxn>
                <a:cxn ang="16200000">
                  <a:pos x="wd2" y="hd2"/>
                </a:cxn>
              </a:cxnLst>
              <a:rect l="0" t="0" r="r" b="b"/>
              <a:pathLst>
                <a:path w="21276" h="21600" fill="norm" stroke="1" extrusionOk="0">
                  <a:moveTo>
                    <a:pt x="18681" y="2700"/>
                  </a:moveTo>
                  <a:cubicBezTo>
                    <a:pt x="17514" y="2700"/>
                    <a:pt x="16346" y="0"/>
                    <a:pt x="15762" y="0"/>
                  </a:cubicBezTo>
                  <a:cubicBezTo>
                    <a:pt x="14595" y="0"/>
                    <a:pt x="15178" y="4050"/>
                    <a:pt x="14011" y="4050"/>
                  </a:cubicBezTo>
                  <a:cubicBezTo>
                    <a:pt x="12843" y="4050"/>
                    <a:pt x="12843" y="2700"/>
                    <a:pt x="11676" y="4050"/>
                  </a:cubicBezTo>
                  <a:cubicBezTo>
                    <a:pt x="11676" y="4050"/>
                    <a:pt x="9341" y="8100"/>
                    <a:pt x="9924" y="9450"/>
                  </a:cubicBezTo>
                  <a:cubicBezTo>
                    <a:pt x="9924" y="10800"/>
                    <a:pt x="11092" y="13500"/>
                    <a:pt x="9341" y="12150"/>
                  </a:cubicBezTo>
                  <a:cubicBezTo>
                    <a:pt x="8757" y="12150"/>
                    <a:pt x="8173" y="10800"/>
                    <a:pt x="7589" y="12150"/>
                  </a:cubicBezTo>
                  <a:cubicBezTo>
                    <a:pt x="7005" y="12150"/>
                    <a:pt x="5838" y="13500"/>
                    <a:pt x="5254" y="13500"/>
                  </a:cubicBezTo>
                  <a:cubicBezTo>
                    <a:pt x="4086" y="13500"/>
                    <a:pt x="3503" y="10800"/>
                    <a:pt x="2919" y="14850"/>
                  </a:cubicBezTo>
                  <a:cubicBezTo>
                    <a:pt x="2919" y="14850"/>
                    <a:pt x="584" y="12150"/>
                    <a:pt x="0" y="12150"/>
                  </a:cubicBezTo>
                  <a:cubicBezTo>
                    <a:pt x="0" y="14850"/>
                    <a:pt x="584" y="16200"/>
                    <a:pt x="2335" y="17550"/>
                  </a:cubicBezTo>
                  <a:cubicBezTo>
                    <a:pt x="2919" y="17550"/>
                    <a:pt x="2919" y="17550"/>
                    <a:pt x="3503" y="17550"/>
                  </a:cubicBezTo>
                  <a:cubicBezTo>
                    <a:pt x="4086" y="17550"/>
                    <a:pt x="4086" y="20250"/>
                    <a:pt x="4670" y="18900"/>
                  </a:cubicBezTo>
                  <a:cubicBezTo>
                    <a:pt x="5838" y="17550"/>
                    <a:pt x="5838" y="17550"/>
                    <a:pt x="7005" y="17550"/>
                  </a:cubicBezTo>
                  <a:cubicBezTo>
                    <a:pt x="8173" y="17550"/>
                    <a:pt x="7589" y="18900"/>
                    <a:pt x="8757" y="20250"/>
                  </a:cubicBezTo>
                  <a:cubicBezTo>
                    <a:pt x="9924" y="21600"/>
                    <a:pt x="11676" y="21600"/>
                    <a:pt x="12843" y="21600"/>
                  </a:cubicBezTo>
                  <a:cubicBezTo>
                    <a:pt x="14595" y="21600"/>
                    <a:pt x="15178" y="18900"/>
                    <a:pt x="16930" y="18900"/>
                  </a:cubicBezTo>
                  <a:cubicBezTo>
                    <a:pt x="18097" y="18900"/>
                    <a:pt x="19265" y="17550"/>
                    <a:pt x="19265" y="16200"/>
                  </a:cubicBezTo>
                  <a:cubicBezTo>
                    <a:pt x="19849" y="14850"/>
                    <a:pt x="19849" y="13500"/>
                    <a:pt x="19849" y="12150"/>
                  </a:cubicBezTo>
                  <a:cubicBezTo>
                    <a:pt x="19849" y="9450"/>
                    <a:pt x="20432" y="12150"/>
                    <a:pt x="21016" y="10800"/>
                  </a:cubicBezTo>
                  <a:cubicBezTo>
                    <a:pt x="21600" y="8100"/>
                    <a:pt x="21016" y="4050"/>
                    <a:pt x="21016" y="2700"/>
                  </a:cubicBezTo>
                  <a:cubicBezTo>
                    <a:pt x="19849" y="2700"/>
                    <a:pt x="19265" y="2700"/>
                    <a:pt x="18681" y="27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4" name="Shape 5474"/>
            <p:cNvSpPr/>
            <p:nvPr/>
          </p:nvSpPr>
          <p:spPr>
            <a:xfrm>
              <a:off x="8145151" y="2942284"/>
              <a:ext cx="519600" cy="510846"/>
            </a:xfrm>
            <a:custGeom>
              <a:avLst/>
              <a:gdLst/>
              <a:ahLst/>
              <a:cxnLst>
                <a:cxn ang="0">
                  <a:pos x="wd2" y="hd2"/>
                </a:cxn>
                <a:cxn ang="5400000">
                  <a:pos x="wd2" y="hd2"/>
                </a:cxn>
                <a:cxn ang="10800000">
                  <a:pos x="wd2" y="hd2"/>
                </a:cxn>
                <a:cxn ang="16200000">
                  <a:pos x="wd2" y="hd2"/>
                </a:cxn>
              </a:cxnLst>
              <a:rect l="0" t="0" r="r" b="b"/>
              <a:pathLst>
                <a:path w="21097" h="21382" fill="norm" stroke="1" extrusionOk="0">
                  <a:moveTo>
                    <a:pt x="14021" y="3709"/>
                  </a:moveTo>
                  <a:cubicBezTo>
                    <a:pt x="14400" y="3317"/>
                    <a:pt x="15158" y="3709"/>
                    <a:pt x="15537" y="3317"/>
                  </a:cubicBezTo>
                  <a:cubicBezTo>
                    <a:pt x="16295" y="2924"/>
                    <a:pt x="15916" y="2531"/>
                    <a:pt x="16295" y="2138"/>
                  </a:cubicBezTo>
                  <a:cubicBezTo>
                    <a:pt x="16295" y="1746"/>
                    <a:pt x="16674" y="1353"/>
                    <a:pt x="17053" y="1353"/>
                  </a:cubicBezTo>
                  <a:cubicBezTo>
                    <a:pt x="17432" y="960"/>
                    <a:pt x="17053" y="960"/>
                    <a:pt x="17053" y="175"/>
                  </a:cubicBezTo>
                  <a:cubicBezTo>
                    <a:pt x="16674" y="567"/>
                    <a:pt x="16295" y="567"/>
                    <a:pt x="15537" y="567"/>
                  </a:cubicBezTo>
                  <a:cubicBezTo>
                    <a:pt x="14779" y="567"/>
                    <a:pt x="14021" y="1746"/>
                    <a:pt x="13642" y="1353"/>
                  </a:cubicBezTo>
                  <a:cubicBezTo>
                    <a:pt x="12505" y="960"/>
                    <a:pt x="10611" y="1353"/>
                    <a:pt x="10232" y="175"/>
                  </a:cubicBezTo>
                  <a:cubicBezTo>
                    <a:pt x="9853" y="-218"/>
                    <a:pt x="8716" y="175"/>
                    <a:pt x="8337" y="175"/>
                  </a:cubicBezTo>
                  <a:cubicBezTo>
                    <a:pt x="7579" y="960"/>
                    <a:pt x="7579" y="175"/>
                    <a:pt x="7200" y="175"/>
                  </a:cubicBezTo>
                  <a:cubicBezTo>
                    <a:pt x="6821" y="175"/>
                    <a:pt x="6821" y="960"/>
                    <a:pt x="6821" y="960"/>
                  </a:cubicBezTo>
                  <a:cubicBezTo>
                    <a:pt x="6821" y="960"/>
                    <a:pt x="6442" y="1353"/>
                    <a:pt x="6442" y="1353"/>
                  </a:cubicBezTo>
                  <a:cubicBezTo>
                    <a:pt x="6442" y="1746"/>
                    <a:pt x="6063" y="1746"/>
                    <a:pt x="5684" y="1746"/>
                  </a:cubicBezTo>
                  <a:cubicBezTo>
                    <a:pt x="5684" y="1746"/>
                    <a:pt x="5305" y="1746"/>
                    <a:pt x="4926" y="1746"/>
                  </a:cubicBezTo>
                  <a:cubicBezTo>
                    <a:pt x="4926" y="1746"/>
                    <a:pt x="4926" y="1746"/>
                    <a:pt x="4547" y="1353"/>
                  </a:cubicBezTo>
                  <a:cubicBezTo>
                    <a:pt x="4547" y="1353"/>
                    <a:pt x="4168" y="2531"/>
                    <a:pt x="4168" y="2924"/>
                  </a:cubicBezTo>
                  <a:cubicBezTo>
                    <a:pt x="4168" y="3317"/>
                    <a:pt x="3411" y="2138"/>
                    <a:pt x="3411" y="1746"/>
                  </a:cubicBezTo>
                  <a:cubicBezTo>
                    <a:pt x="2653" y="1353"/>
                    <a:pt x="2274" y="2531"/>
                    <a:pt x="1895" y="2531"/>
                  </a:cubicBezTo>
                  <a:cubicBezTo>
                    <a:pt x="1137" y="2531"/>
                    <a:pt x="379" y="2531"/>
                    <a:pt x="0" y="2531"/>
                  </a:cubicBezTo>
                  <a:cubicBezTo>
                    <a:pt x="0" y="2924"/>
                    <a:pt x="379" y="3317"/>
                    <a:pt x="379" y="3709"/>
                  </a:cubicBezTo>
                  <a:cubicBezTo>
                    <a:pt x="379" y="4495"/>
                    <a:pt x="0" y="4495"/>
                    <a:pt x="0" y="5280"/>
                  </a:cubicBezTo>
                  <a:cubicBezTo>
                    <a:pt x="0" y="5673"/>
                    <a:pt x="0" y="6851"/>
                    <a:pt x="758" y="6851"/>
                  </a:cubicBezTo>
                  <a:cubicBezTo>
                    <a:pt x="1137" y="7244"/>
                    <a:pt x="1516" y="6851"/>
                    <a:pt x="1516" y="8029"/>
                  </a:cubicBezTo>
                  <a:cubicBezTo>
                    <a:pt x="2274" y="7637"/>
                    <a:pt x="3789" y="6066"/>
                    <a:pt x="4547" y="6458"/>
                  </a:cubicBezTo>
                  <a:cubicBezTo>
                    <a:pt x="4926" y="6851"/>
                    <a:pt x="5305" y="7244"/>
                    <a:pt x="5684" y="7244"/>
                  </a:cubicBezTo>
                  <a:cubicBezTo>
                    <a:pt x="6063" y="7244"/>
                    <a:pt x="6442" y="8029"/>
                    <a:pt x="6442" y="8422"/>
                  </a:cubicBezTo>
                  <a:cubicBezTo>
                    <a:pt x="6821" y="8815"/>
                    <a:pt x="6821" y="9207"/>
                    <a:pt x="6821" y="9600"/>
                  </a:cubicBezTo>
                  <a:cubicBezTo>
                    <a:pt x="7200" y="9993"/>
                    <a:pt x="7579" y="10386"/>
                    <a:pt x="7958" y="10778"/>
                  </a:cubicBezTo>
                  <a:cubicBezTo>
                    <a:pt x="8716" y="11171"/>
                    <a:pt x="9474" y="11957"/>
                    <a:pt x="10611" y="12742"/>
                  </a:cubicBezTo>
                  <a:cubicBezTo>
                    <a:pt x="11368" y="13527"/>
                    <a:pt x="11747" y="13527"/>
                    <a:pt x="12505" y="13920"/>
                  </a:cubicBezTo>
                  <a:cubicBezTo>
                    <a:pt x="13642" y="14706"/>
                    <a:pt x="14400" y="15884"/>
                    <a:pt x="15916" y="16277"/>
                  </a:cubicBezTo>
                  <a:cubicBezTo>
                    <a:pt x="16674" y="16669"/>
                    <a:pt x="16674" y="17847"/>
                    <a:pt x="17053" y="18633"/>
                  </a:cubicBezTo>
                  <a:cubicBezTo>
                    <a:pt x="17053" y="19418"/>
                    <a:pt x="15916" y="20204"/>
                    <a:pt x="16295" y="21382"/>
                  </a:cubicBezTo>
                  <a:cubicBezTo>
                    <a:pt x="16295" y="20989"/>
                    <a:pt x="18568" y="19026"/>
                    <a:pt x="18568" y="18633"/>
                  </a:cubicBezTo>
                  <a:cubicBezTo>
                    <a:pt x="18947" y="18240"/>
                    <a:pt x="17811" y="17455"/>
                    <a:pt x="17811" y="17455"/>
                  </a:cubicBezTo>
                  <a:cubicBezTo>
                    <a:pt x="17053" y="16669"/>
                    <a:pt x="18568" y="15098"/>
                    <a:pt x="18947" y="15491"/>
                  </a:cubicBezTo>
                  <a:cubicBezTo>
                    <a:pt x="19326" y="15884"/>
                    <a:pt x="19705" y="15884"/>
                    <a:pt x="20084" y="15884"/>
                  </a:cubicBezTo>
                  <a:cubicBezTo>
                    <a:pt x="20463" y="16277"/>
                    <a:pt x="20463" y="16669"/>
                    <a:pt x="20842" y="17062"/>
                  </a:cubicBezTo>
                  <a:cubicBezTo>
                    <a:pt x="21600" y="17062"/>
                    <a:pt x="20463" y="15491"/>
                    <a:pt x="20084" y="15098"/>
                  </a:cubicBezTo>
                  <a:cubicBezTo>
                    <a:pt x="19326" y="14313"/>
                    <a:pt x="17811" y="14313"/>
                    <a:pt x="16674" y="13527"/>
                  </a:cubicBezTo>
                  <a:cubicBezTo>
                    <a:pt x="16295" y="13135"/>
                    <a:pt x="17432" y="12349"/>
                    <a:pt x="16674" y="12349"/>
                  </a:cubicBezTo>
                  <a:cubicBezTo>
                    <a:pt x="16295" y="11957"/>
                    <a:pt x="15537" y="12349"/>
                    <a:pt x="14779" y="11957"/>
                  </a:cubicBezTo>
                  <a:cubicBezTo>
                    <a:pt x="14021" y="11564"/>
                    <a:pt x="13642" y="10778"/>
                    <a:pt x="13263" y="9993"/>
                  </a:cubicBezTo>
                  <a:cubicBezTo>
                    <a:pt x="12884" y="9207"/>
                    <a:pt x="12884" y="8422"/>
                    <a:pt x="12126" y="8029"/>
                  </a:cubicBezTo>
                  <a:cubicBezTo>
                    <a:pt x="11747" y="7637"/>
                    <a:pt x="10232" y="7244"/>
                    <a:pt x="10232" y="6458"/>
                  </a:cubicBezTo>
                  <a:cubicBezTo>
                    <a:pt x="10232" y="6066"/>
                    <a:pt x="10232" y="5673"/>
                    <a:pt x="10232" y="5673"/>
                  </a:cubicBezTo>
                  <a:cubicBezTo>
                    <a:pt x="10611" y="4887"/>
                    <a:pt x="10611" y="4887"/>
                    <a:pt x="10611" y="4495"/>
                  </a:cubicBezTo>
                  <a:cubicBezTo>
                    <a:pt x="10232" y="3317"/>
                    <a:pt x="11368" y="3709"/>
                    <a:pt x="11368" y="3317"/>
                  </a:cubicBezTo>
                  <a:cubicBezTo>
                    <a:pt x="11747" y="2924"/>
                    <a:pt x="12126" y="2924"/>
                    <a:pt x="12126" y="2924"/>
                  </a:cubicBezTo>
                  <a:cubicBezTo>
                    <a:pt x="12884" y="2924"/>
                    <a:pt x="12884" y="3317"/>
                    <a:pt x="12884" y="3709"/>
                  </a:cubicBezTo>
                  <a:cubicBezTo>
                    <a:pt x="13263" y="3709"/>
                    <a:pt x="13642" y="3709"/>
                    <a:pt x="14021" y="3709"/>
                  </a:cubicBezTo>
                  <a:cubicBezTo>
                    <a:pt x="14021" y="3317"/>
                    <a:pt x="13642" y="3709"/>
                    <a:pt x="14021" y="370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5" name="Shape 5475"/>
            <p:cNvSpPr/>
            <p:nvPr/>
          </p:nvSpPr>
          <p:spPr>
            <a:xfrm>
              <a:off x="8459327" y="2965741"/>
              <a:ext cx="246480" cy="235732"/>
            </a:xfrm>
            <a:custGeom>
              <a:avLst/>
              <a:gdLst/>
              <a:ahLst/>
              <a:cxnLst>
                <a:cxn ang="0">
                  <a:pos x="wd2" y="hd2"/>
                </a:cxn>
                <a:cxn ang="5400000">
                  <a:pos x="wd2" y="hd2"/>
                </a:cxn>
                <a:cxn ang="10800000">
                  <a:pos x="wd2" y="hd2"/>
                </a:cxn>
                <a:cxn ang="16200000">
                  <a:pos x="wd2" y="hd2"/>
                </a:cxn>
              </a:cxnLst>
              <a:rect l="0" t="0" r="r" b="b"/>
              <a:pathLst>
                <a:path w="21156" h="21600" fill="norm" stroke="1" extrusionOk="0">
                  <a:moveTo>
                    <a:pt x="9156" y="8640"/>
                  </a:moveTo>
                  <a:cubicBezTo>
                    <a:pt x="11556" y="8640"/>
                    <a:pt x="13956" y="6912"/>
                    <a:pt x="16356" y="7776"/>
                  </a:cubicBezTo>
                  <a:cubicBezTo>
                    <a:pt x="17956" y="7776"/>
                    <a:pt x="19556" y="8640"/>
                    <a:pt x="21156" y="9504"/>
                  </a:cubicBezTo>
                  <a:cubicBezTo>
                    <a:pt x="20356" y="7776"/>
                    <a:pt x="20356" y="6048"/>
                    <a:pt x="19556" y="3456"/>
                  </a:cubicBezTo>
                  <a:cubicBezTo>
                    <a:pt x="17156" y="5184"/>
                    <a:pt x="14756" y="3456"/>
                    <a:pt x="13156" y="2592"/>
                  </a:cubicBezTo>
                  <a:cubicBezTo>
                    <a:pt x="11556" y="1728"/>
                    <a:pt x="10756" y="1728"/>
                    <a:pt x="9956" y="0"/>
                  </a:cubicBezTo>
                  <a:cubicBezTo>
                    <a:pt x="9956" y="0"/>
                    <a:pt x="8356" y="864"/>
                    <a:pt x="8356" y="1728"/>
                  </a:cubicBezTo>
                  <a:cubicBezTo>
                    <a:pt x="6756" y="2592"/>
                    <a:pt x="7556" y="6912"/>
                    <a:pt x="4356" y="6048"/>
                  </a:cubicBezTo>
                  <a:cubicBezTo>
                    <a:pt x="2756" y="5184"/>
                    <a:pt x="1156" y="6048"/>
                    <a:pt x="356" y="6048"/>
                  </a:cubicBezTo>
                  <a:cubicBezTo>
                    <a:pt x="-444" y="6912"/>
                    <a:pt x="356" y="9504"/>
                    <a:pt x="356" y="9504"/>
                  </a:cubicBezTo>
                  <a:cubicBezTo>
                    <a:pt x="356" y="9504"/>
                    <a:pt x="1956" y="8640"/>
                    <a:pt x="1956" y="8640"/>
                  </a:cubicBezTo>
                  <a:cubicBezTo>
                    <a:pt x="2756" y="8640"/>
                    <a:pt x="2756" y="10368"/>
                    <a:pt x="2756" y="11232"/>
                  </a:cubicBezTo>
                  <a:cubicBezTo>
                    <a:pt x="2756" y="9504"/>
                    <a:pt x="3556" y="6912"/>
                    <a:pt x="4356" y="8640"/>
                  </a:cubicBezTo>
                  <a:cubicBezTo>
                    <a:pt x="5156" y="11232"/>
                    <a:pt x="6756" y="12960"/>
                    <a:pt x="8356" y="14688"/>
                  </a:cubicBezTo>
                  <a:cubicBezTo>
                    <a:pt x="10756" y="17280"/>
                    <a:pt x="14756" y="19008"/>
                    <a:pt x="17956" y="21600"/>
                  </a:cubicBezTo>
                  <a:cubicBezTo>
                    <a:pt x="17956" y="19872"/>
                    <a:pt x="17956" y="19872"/>
                    <a:pt x="16356" y="19008"/>
                  </a:cubicBezTo>
                  <a:cubicBezTo>
                    <a:pt x="14756" y="18144"/>
                    <a:pt x="13156" y="17280"/>
                    <a:pt x="12356" y="16416"/>
                  </a:cubicBezTo>
                  <a:cubicBezTo>
                    <a:pt x="10756" y="14688"/>
                    <a:pt x="6756" y="8640"/>
                    <a:pt x="9156" y="86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6" name="Shape 5476"/>
            <p:cNvSpPr/>
            <p:nvPr/>
          </p:nvSpPr>
          <p:spPr>
            <a:xfrm>
              <a:off x="7603415" y="2697304"/>
              <a:ext cx="600501" cy="520320"/>
            </a:xfrm>
            <a:custGeom>
              <a:avLst/>
              <a:gdLst/>
              <a:ahLst/>
              <a:cxnLst>
                <a:cxn ang="0">
                  <a:pos x="wd2" y="hd2"/>
                </a:cxn>
                <a:cxn ang="5400000">
                  <a:pos x="wd2" y="hd2"/>
                </a:cxn>
                <a:cxn ang="10800000">
                  <a:pos x="wd2" y="hd2"/>
                </a:cxn>
                <a:cxn ang="16200000">
                  <a:pos x="wd2" y="hd2"/>
                </a:cxn>
              </a:cxnLst>
              <a:rect l="0" t="0" r="r" b="b"/>
              <a:pathLst>
                <a:path w="20988" h="21126" fill="norm" stroke="1" extrusionOk="0">
                  <a:moveTo>
                    <a:pt x="18982" y="11652"/>
                  </a:moveTo>
                  <a:cubicBezTo>
                    <a:pt x="18655" y="10894"/>
                    <a:pt x="17673" y="12410"/>
                    <a:pt x="18000" y="11273"/>
                  </a:cubicBezTo>
                  <a:cubicBezTo>
                    <a:pt x="18000" y="10894"/>
                    <a:pt x="18982" y="9000"/>
                    <a:pt x="19309" y="9000"/>
                  </a:cubicBezTo>
                  <a:cubicBezTo>
                    <a:pt x="19637" y="8621"/>
                    <a:pt x="19964" y="9379"/>
                    <a:pt x="20291" y="8621"/>
                  </a:cubicBezTo>
                  <a:cubicBezTo>
                    <a:pt x="20618" y="7484"/>
                    <a:pt x="20291" y="6726"/>
                    <a:pt x="20946" y="5589"/>
                  </a:cubicBezTo>
                  <a:cubicBezTo>
                    <a:pt x="21273" y="4831"/>
                    <a:pt x="19637" y="4831"/>
                    <a:pt x="19309" y="4831"/>
                  </a:cubicBezTo>
                  <a:cubicBezTo>
                    <a:pt x="18655" y="4831"/>
                    <a:pt x="18328" y="4452"/>
                    <a:pt x="18328" y="4073"/>
                  </a:cubicBezTo>
                  <a:cubicBezTo>
                    <a:pt x="18000" y="4073"/>
                    <a:pt x="17673" y="4073"/>
                    <a:pt x="17673" y="4073"/>
                  </a:cubicBezTo>
                  <a:cubicBezTo>
                    <a:pt x="17018" y="4073"/>
                    <a:pt x="15382" y="3316"/>
                    <a:pt x="15382" y="2558"/>
                  </a:cubicBezTo>
                  <a:cubicBezTo>
                    <a:pt x="15055" y="3694"/>
                    <a:pt x="14073" y="1800"/>
                    <a:pt x="13746" y="1800"/>
                  </a:cubicBezTo>
                  <a:cubicBezTo>
                    <a:pt x="13091" y="1421"/>
                    <a:pt x="12437" y="1042"/>
                    <a:pt x="12109" y="284"/>
                  </a:cubicBezTo>
                  <a:cubicBezTo>
                    <a:pt x="11782" y="-95"/>
                    <a:pt x="11128" y="-95"/>
                    <a:pt x="10800" y="284"/>
                  </a:cubicBezTo>
                  <a:cubicBezTo>
                    <a:pt x="10473" y="663"/>
                    <a:pt x="10146" y="1421"/>
                    <a:pt x="10473" y="1800"/>
                  </a:cubicBezTo>
                  <a:cubicBezTo>
                    <a:pt x="10473" y="2179"/>
                    <a:pt x="9818" y="2558"/>
                    <a:pt x="9491" y="2937"/>
                  </a:cubicBezTo>
                  <a:cubicBezTo>
                    <a:pt x="9164" y="2937"/>
                    <a:pt x="8509" y="2937"/>
                    <a:pt x="8182" y="3694"/>
                  </a:cubicBezTo>
                  <a:cubicBezTo>
                    <a:pt x="8182" y="4073"/>
                    <a:pt x="7855" y="4452"/>
                    <a:pt x="7528" y="4452"/>
                  </a:cubicBezTo>
                  <a:cubicBezTo>
                    <a:pt x="6873" y="4452"/>
                    <a:pt x="6546" y="4452"/>
                    <a:pt x="6218" y="4073"/>
                  </a:cubicBezTo>
                  <a:cubicBezTo>
                    <a:pt x="5564" y="4073"/>
                    <a:pt x="5564" y="3694"/>
                    <a:pt x="4909" y="3694"/>
                  </a:cubicBezTo>
                  <a:cubicBezTo>
                    <a:pt x="4255" y="3316"/>
                    <a:pt x="6218" y="5968"/>
                    <a:pt x="4909" y="5968"/>
                  </a:cubicBezTo>
                  <a:cubicBezTo>
                    <a:pt x="3928" y="5968"/>
                    <a:pt x="3273" y="6347"/>
                    <a:pt x="2618" y="5589"/>
                  </a:cubicBezTo>
                  <a:cubicBezTo>
                    <a:pt x="2291" y="5210"/>
                    <a:pt x="0" y="5968"/>
                    <a:pt x="0" y="6347"/>
                  </a:cubicBezTo>
                  <a:cubicBezTo>
                    <a:pt x="0" y="6726"/>
                    <a:pt x="982" y="6726"/>
                    <a:pt x="328" y="7105"/>
                  </a:cubicBezTo>
                  <a:cubicBezTo>
                    <a:pt x="-327" y="7484"/>
                    <a:pt x="655" y="7863"/>
                    <a:pt x="982" y="7863"/>
                  </a:cubicBezTo>
                  <a:cubicBezTo>
                    <a:pt x="1637" y="8242"/>
                    <a:pt x="4582" y="8621"/>
                    <a:pt x="4582" y="9379"/>
                  </a:cubicBezTo>
                  <a:cubicBezTo>
                    <a:pt x="4582" y="9758"/>
                    <a:pt x="3928" y="9758"/>
                    <a:pt x="4255" y="10516"/>
                  </a:cubicBezTo>
                  <a:cubicBezTo>
                    <a:pt x="4909" y="11273"/>
                    <a:pt x="5237" y="11273"/>
                    <a:pt x="5891" y="11652"/>
                  </a:cubicBezTo>
                  <a:cubicBezTo>
                    <a:pt x="6546" y="12031"/>
                    <a:pt x="5564" y="12789"/>
                    <a:pt x="6218" y="13168"/>
                  </a:cubicBezTo>
                  <a:cubicBezTo>
                    <a:pt x="6218" y="13168"/>
                    <a:pt x="6873" y="14305"/>
                    <a:pt x="6873" y="14305"/>
                  </a:cubicBezTo>
                  <a:cubicBezTo>
                    <a:pt x="6546" y="14684"/>
                    <a:pt x="6218" y="13547"/>
                    <a:pt x="5891" y="13547"/>
                  </a:cubicBezTo>
                  <a:cubicBezTo>
                    <a:pt x="5564" y="13547"/>
                    <a:pt x="5891" y="18094"/>
                    <a:pt x="4909" y="18473"/>
                  </a:cubicBezTo>
                  <a:cubicBezTo>
                    <a:pt x="5891" y="19231"/>
                    <a:pt x="7200" y="20368"/>
                    <a:pt x="8509" y="19989"/>
                  </a:cubicBezTo>
                  <a:cubicBezTo>
                    <a:pt x="8837" y="19989"/>
                    <a:pt x="9164" y="19610"/>
                    <a:pt x="9491" y="19989"/>
                  </a:cubicBezTo>
                  <a:cubicBezTo>
                    <a:pt x="9818" y="19989"/>
                    <a:pt x="10146" y="20368"/>
                    <a:pt x="10473" y="20747"/>
                  </a:cubicBezTo>
                  <a:cubicBezTo>
                    <a:pt x="11128" y="21126"/>
                    <a:pt x="13091" y="21505"/>
                    <a:pt x="12764" y="20368"/>
                  </a:cubicBezTo>
                  <a:cubicBezTo>
                    <a:pt x="12437" y="18473"/>
                    <a:pt x="14073" y="17716"/>
                    <a:pt x="15055" y="18094"/>
                  </a:cubicBezTo>
                  <a:cubicBezTo>
                    <a:pt x="16364" y="18473"/>
                    <a:pt x="17018" y="19610"/>
                    <a:pt x="18328" y="18852"/>
                  </a:cubicBezTo>
                  <a:cubicBezTo>
                    <a:pt x="18982" y="18473"/>
                    <a:pt x="19309" y="18094"/>
                    <a:pt x="19964" y="17716"/>
                  </a:cubicBezTo>
                  <a:cubicBezTo>
                    <a:pt x="19964" y="17716"/>
                    <a:pt x="20618" y="16958"/>
                    <a:pt x="19964" y="16958"/>
                  </a:cubicBezTo>
                  <a:cubicBezTo>
                    <a:pt x="19309" y="16579"/>
                    <a:pt x="18655" y="15063"/>
                    <a:pt x="18982" y="14305"/>
                  </a:cubicBezTo>
                  <a:cubicBezTo>
                    <a:pt x="19637" y="13547"/>
                    <a:pt x="19309" y="13547"/>
                    <a:pt x="18982" y="12789"/>
                  </a:cubicBezTo>
                  <a:cubicBezTo>
                    <a:pt x="18982" y="12410"/>
                    <a:pt x="18982" y="12031"/>
                    <a:pt x="18982" y="11652"/>
                  </a:cubicBezTo>
                  <a:cubicBezTo>
                    <a:pt x="18655" y="11273"/>
                    <a:pt x="18982" y="12031"/>
                    <a:pt x="18982" y="11652"/>
                  </a:cubicBezTo>
                  <a:close/>
                </a:path>
              </a:pathLst>
            </a:custGeom>
            <a:solidFill>
              <a:srgbClr val="D8D8D8"/>
            </a:solidFill>
            <a:ln w="12700"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7" name="Shape 5477"/>
            <p:cNvSpPr/>
            <p:nvPr/>
          </p:nvSpPr>
          <p:spPr>
            <a:xfrm>
              <a:off x="8113771" y="2907223"/>
              <a:ext cx="200214" cy="105077"/>
            </a:xfrm>
            <a:custGeom>
              <a:avLst/>
              <a:gdLst/>
              <a:ahLst/>
              <a:cxnLst>
                <a:cxn ang="0">
                  <a:pos x="wd2" y="hd2"/>
                </a:cxn>
                <a:cxn ang="5400000">
                  <a:pos x="wd2" y="hd2"/>
                </a:cxn>
                <a:cxn ang="10800000">
                  <a:pos x="wd2" y="hd2"/>
                </a:cxn>
                <a:cxn ang="16200000">
                  <a:pos x="wd2" y="hd2"/>
                </a:cxn>
              </a:cxnLst>
              <a:rect l="0" t="0" r="r" b="b"/>
              <a:pathLst>
                <a:path w="20886" h="16193" fill="norm" stroke="1" extrusionOk="0">
                  <a:moveTo>
                    <a:pt x="15977" y="640"/>
                  </a:moveTo>
                  <a:cubicBezTo>
                    <a:pt x="13031" y="-800"/>
                    <a:pt x="11068" y="640"/>
                    <a:pt x="8122" y="640"/>
                  </a:cubicBezTo>
                  <a:cubicBezTo>
                    <a:pt x="6159" y="640"/>
                    <a:pt x="8122" y="640"/>
                    <a:pt x="7141" y="2080"/>
                  </a:cubicBezTo>
                  <a:cubicBezTo>
                    <a:pt x="6159" y="2080"/>
                    <a:pt x="4195" y="2080"/>
                    <a:pt x="4195" y="2080"/>
                  </a:cubicBezTo>
                  <a:cubicBezTo>
                    <a:pt x="3213" y="2080"/>
                    <a:pt x="2231" y="6400"/>
                    <a:pt x="2231" y="6400"/>
                  </a:cubicBezTo>
                  <a:cubicBezTo>
                    <a:pt x="1250" y="7840"/>
                    <a:pt x="-714" y="13600"/>
                    <a:pt x="268" y="12160"/>
                  </a:cubicBezTo>
                  <a:cubicBezTo>
                    <a:pt x="2231" y="12160"/>
                    <a:pt x="2231" y="10720"/>
                    <a:pt x="3213" y="13600"/>
                  </a:cubicBezTo>
                  <a:cubicBezTo>
                    <a:pt x="3213" y="16480"/>
                    <a:pt x="4195" y="15040"/>
                    <a:pt x="6159" y="15040"/>
                  </a:cubicBezTo>
                  <a:cubicBezTo>
                    <a:pt x="7141" y="15040"/>
                    <a:pt x="9104" y="15040"/>
                    <a:pt x="10086" y="13600"/>
                  </a:cubicBezTo>
                  <a:cubicBezTo>
                    <a:pt x="11068" y="10720"/>
                    <a:pt x="12050" y="12160"/>
                    <a:pt x="12050" y="13600"/>
                  </a:cubicBezTo>
                  <a:cubicBezTo>
                    <a:pt x="14995" y="20800"/>
                    <a:pt x="14013" y="10720"/>
                    <a:pt x="14995" y="10720"/>
                  </a:cubicBezTo>
                  <a:cubicBezTo>
                    <a:pt x="15977" y="10720"/>
                    <a:pt x="15977" y="12160"/>
                    <a:pt x="16959" y="12160"/>
                  </a:cubicBezTo>
                  <a:cubicBezTo>
                    <a:pt x="17941" y="12160"/>
                    <a:pt x="18922" y="12160"/>
                    <a:pt x="19904" y="10720"/>
                  </a:cubicBezTo>
                  <a:cubicBezTo>
                    <a:pt x="20886" y="9280"/>
                    <a:pt x="20886" y="9280"/>
                    <a:pt x="20886" y="6400"/>
                  </a:cubicBezTo>
                  <a:cubicBezTo>
                    <a:pt x="20886" y="6400"/>
                    <a:pt x="17941" y="4960"/>
                    <a:pt x="16959" y="4960"/>
                  </a:cubicBezTo>
                  <a:cubicBezTo>
                    <a:pt x="15977" y="3520"/>
                    <a:pt x="15977" y="2080"/>
                    <a:pt x="15977" y="6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8" name="Shape 5478"/>
            <p:cNvSpPr/>
            <p:nvPr/>
          </p:nvSpPr>
          <p:spPr>
            <a:xfrm>
              <a:off x="7947737" y="2675857"/>
              <a:ext cx="170967" cy="121050"/>
            </a:xfrm>
            <a:custGeom>
              <a:avLst/>
              <a:gdLst/>
              <a:ahLst/>
              <a:cxnLst>
                <a:cxn ang="0">
                  <a:pos x="wd2" y="hd2"/>
                </a:cxn>
                <a:cxn ang="5400000">
                  <a:pos x="wd2" y="hd2"/>
                </a:cxn>
                <a:cxn ang="10800000">
                  <a:pos x="wd2" y="hd2"/>
                </a:cxn>
                <a:cxn ang="16200000">
                  <a:pos x="wd2" y="hd2"/>
                </a:cxn>
              </a:cxnLst>
              <a:rect l="0" t="0" r="r" b="b"/>
              <a:pathLst>
                <a:path w="19004" h="21600" fill="norm" stroke="1" extrusionOk="0">
                  <a:moveTo>
                    <a:pt x="17763" y="14954"/>
                  </a:moveTo>
                  <a:cubicBezTo>
                    <a:pt x="16734" y="14954"/>
                    <a:pt x="19820" y="11631"/>
                    <a:pt x="18791" y="9969"/>
                  </a:cubicBezTo>
                  <a:cubicBezTo>
                    <a:pt x="18791" y="8308"/>
                    <a:pt x="17763" y="4985"/>
                    <a:pt x="16734" y="4985"/>
                  </a:cubicBezTo>
                  <a:cubicBezTo>
                    <a:pt x="15706" y="3323"/>
                    <a:pt x="13649" y="0"/>
                    <a:pt x="11591" y="0"/>
                  </a:cubicBezTo>
                  <a:cubicBezTo>
                    <a:pt x="9534" y="0"/>
                    <a:pt x="8506" y="1662"/>
                    <a:pt x="6449" y="1662"/>
                  </a:cubicBezTo>
                  <a:cubicBezTo>
                    <a:pt x="4391" y="1662"/>
                    <a:pt x="3363" y="0"/>
                    <a:pt x="1306" y="1662"/>
                  </a:cubicBezTo>
                  <a:cubicBezTo>
                    <a:pt x="-1780" y="4985"/>
                    <a:pt x="1306" y="8308"/>
                    <a:pt x="3363" y="9969"/>
                  </a:cubicBezTo>
                  <a:cubicBezTo>
                    <a:pt x="5420" y="11631"/>
                    <a:pt x="6449" y="11631"/>
                    <a:pt x="8506" y="14954"/>
                  </a:cubicBezTo>
                  <a:cubicBezTo>
                    <a:pt x="8506" y="16615"/>
                    <a:pt x="10563" y="16615"/>
                    <a:pt x="10563" y="14954"/>
                  </a:cubicBezTo>
                  <a:cubicBezTo>
                    <a:pt x="10563" y="16615"/>
                    <a:pt x="15706" y="21600"/>
                    <a:pt x="16734" y="21600"/>
                  </a:cubicBezTo>
                  <a:cubicBezTo>
                    <a:pt x="16734" y="18277"/>
                    <a:pt x="16734" y="16615"/>
                    <a:pt x="17763" y="14954"/>
                  </a:cubicBezTo>
                  <a:cubicBezTo>
                    <a:pt x="17763" y="14954"/>
                    <a:pt x="15706" y="16615"/>
                    <a:pt x="17763" y="1495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79" name="Shape 5479"/>
            <p:cNvSpPr/>
            <p:nvPr/>
          </p:nvSpPr>
          <p:spPr>
            <a:xfrm>
              <a:off x="8099759" y="2761867"/>
              <a:ext cx="26282" cy="35043"/>
            </a:xfrm>
            <a:custGeom>
              <a:avLst/>
              <a:gdLst/>
              <a:ahLst/>
              <a:cxnLst>
                <a:cxn ang="0">
                  <a:pos x="wd2" y="hd2"/>
                </a:cxn>
                <a:cxn ang="5400000">
                  <a:pos x="wd2" y="hd2"/>
                </a:cxn>
                <a:cxn ang="10800000">
                  <a:pos x="wd2" y="hd2"/>
                </a:cxn>
                <a:cxn ang="16200000">
                  <a:pos x="wd2" y="hd2"/>
                </a:cxn>
              </a:cxnLst>
              <a:rect l="0" t="0" r="r" b="b"/>
              <a:pathLst>
                <a:path w="16200" h="21600" fill="norm" stroke="1" extrusionOk="0">
                  <a:moveTo>
                    <a:pt x="5400" y="0"/>
                  </a:moveTo>
                  <a:cubicBezTo>
                    <a:pt x="0" y="0"/>
                    <a:pt x="0" y="10800"/>
                    <a:pt x="0" y="16200"/>
                  </a:cubicBezTo>
                  <a:cubicBezTo>
                    <a:pt x="0" y="21600"/>
                    <a:pt x="10800" y="21600"/>
                    <a:pt x="16200" y="21600"/>
                  </a:cubicBezTo>
                  <a:cubicBezTo>
                    <a:pt x="16200" y="10800"/>
                    <a:pt x="16200" y="5400"/>
                    <a:pt x="5400" y="0"/>
                  </a:cubicBezTo>
                  <a:cubicBezTo>
                    <a:pt x="-5400" y="5400"/>
                    <a:pt x="10800" y="5400"/>
                    <a:pt x="540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0" name="Shape 5480"/>
            <p:cNvSpPr/>
            <p:nvPr/>
          </p:nvSpPr>
          <p:spPr>
            <a:xfrm>
              <a:off x="7976319" y="2545249"/>
              <a:ext cx="187952" cy="1688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16800"/>
                  </a:moveTo>
                  <a:cubicBezTo>
                    <a:pt x="7560" y="14400"/>
                    <a:pt x="14040" y="19200"/>
                    <a:pt x="15120" y="21600"/>
                  </a:cubicBezTo>
                  <a:cubicBezTo>
                    <a:pt x="16200" y="19200"/>
                    <a:pt x="16200" y="16800"/>
                    <a:pt x="15120" y="15600"/>
                  </a:cubicBezTo>
                  <a:cubicBezTo>
                    <a:pt x="14040" y="10800"/>
                    <a:pt x="16200" y="13200"/>
                    <a:pt x="18360" y="13200"/>
                  </a:cubicBezTo>
                  <a:cubicBezTo>
                    <a:pt x="20520" y="12000"/>
                    <a:pt x="20520" y="9600"/>
                    <a:pt x="19440" y="7200"/>
                  </a:cubicBezTo>
                  <a:cubicBezTo>
                    <a:pt x="19440" y="7200"/>
                    <a:pt x="21600" y="6000"/>
                    <a:pt x="21600" y="6000"/>
                  </a:cubicBezTo>
                  <a:cubicBezTo>
                    <a:pt x="21600" y="3600"/>
                    <a:pt x="21600" y="2400"/>
                    <a:pt x="20520" y="0"/>
                  </a:cubicBezTo>
                  <a:cubicBezTo>
                    <a:pt x="20520" y="0"/>
                    <a:pt x="16200" y="1200"/>
                    <a:pt x="16200" y="1200"/>
                  </a:cubicBezTo>
                  <a:cubicBezTo>
                    <a:pt x="14040" y="1200"/>
                    <a:pt x="12960" y="1200"/>
                    <a:pt x="10800" y="3600"/>
                  </a:cubicBezTo>
                  <a:cubicBezTo>
                    <a:pt x="10800" y="3600"/>
                    <a:pt x="14040" y="6000"/>
                    <a:pt x="12960" y="7200"/>
                  </a:cubicBezTo>
                  <a:cubicBezTo>
                    <a:pt x="10800" y="9600"/>
                    <a:pt x="9720" y="4800"/>
                    <a:pt x="10800" y="4800"/>
                  </a:cubicBezTo>
                  <a:cubicBezTo>
                    <a:pt x="10800" y="4800"/>
                    <a:pt x="7560" y="6000"/>
                    <a:pt x="7560" y="7200"/>
                  </a:cubicBezTo>
                  <a:cubicBezTo>
                    <a:pt x="7560" y="8400"/>
                    <a:pt x="6480" y="8400"/>
                    <a:pt x="5400" y="9600"/>
                  </a:cubicBezTo>
                  <a:cubicBezTo>
                    <a:pt x="5400" y="10800"/>
                    <a:pt x="3240" y="14400"/>
                    <a:pt x="5400" y="14400"/>
                  </a:cubicBezTo>
                  <a:cubicBezTo>
                    <a:pt x="5400" y="14400"/>
                    <a:pt x="4320" y="14400"/>
                    <a:pt x="3240" y="14400"/>
                  </a:cubicBezTo>
                  <a:cubicBezTo>
                    <a:pt x="3240" y="14400"/>
                    <a:pt x="4320" y="14400"/>
                    <a:pt x="4320" y="14400"/>
                  </a:cubicBezTo>
                  <a:cubicBezTo>
                    <a:pt x="4320" y="14400"/>
                    <a:pt x="3240" y="14400"/>
                    <a:pt x="3240" y="14400"/>
                  </a:cubicBezTo>
                  <a:cubicBezTo>
                    <a:pt x="2160" y="15600"/>
                    <a:pt x="4320" y="16800"/>
                    <a:pt x="4320" y="16800"/>
                  </a:cubicBezTo>
                  <a:cubicBezTo>
                    <a:pt x="4320" y="15600"/>
                    <a:pt x="2160" y="15600"/>
                    <a:pt x="2160" y="15600"/>
                  </a:cubicBezTo>
                  <a:cubicBezTo>
                    <a:pt x="2160" y="15600"/>
                    <a:pt x="3240" y="16800"/>
                    <a:pt x="3240" y="16800"/>
                  </a:cubicBezTo>
                  <a:cubicBezTo>
                    <a:pt x="3240" y="16800"/>
                    <a:pt x="2160" y="15600"/>
                    <a:pt x="1080" y="16800"/>
                  </a:cubicBezTo>
                  <a:cubicBezTo>
                    <a:pt x="1080" y="16800"/>
                    <a:pt x="2160" y="18000"/>
                    <a:pt x="2160" y="18000"/>
                  </a:cubicBezTo>
                  <a:cubicBezTo>
                    <a:pt x="2160" y="16800"/>
                    <a:pt x="1080" y="16800"/>
                    <a:pt x="0" y="18000"/>
                  </a:cubicBezTo>
                  <a:cubicBezTo>
                    <a:pt x="1080" y="18000"/>
                    <a:pt x="4320" y="19200"/>
                    <a:pt x="5400" y="16800"/>
                  </a:cubicBezTo>
                  <a:cubicBezTo>
                    <a:pt x="5400" y="16800"/>
                    <a:pt x="5400" y="18000"/>
                    <a:pt x="5400" y="16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1" name="Shape 5481"/>
            <p:cNvSpPr/>
            <p:nvPr/>
          </p:nvSpPr>
          <p:spPr>
            <a:xfrm>
              <a:off x="8202490" y="2270149"/>
              <a:ext cx="140164" cy="194773"/>
            </a:xfrm>
            <a:custGeom>
              <a:avLst/>
              <a:gdLst/>
              <a:ahLst/>
              <a:cxnLst>
                <a:cxn ang="0">
                  <a:pos x="wd2" y="hd2"/>
                </a:cxn>
                <a:cxn ang="5400000">
                  <a:pos x="wd2" y="hd2"/>
                </a:cxn>
                <a:cxn ang="10800000">
                  <a:pos x="wd2" y="hd2"/>
                </a:cxn>
                <a:cxn ang="16200000">
                  <a:pos x="wd2" y="hd2"/>
                </a:cxn>
              </a:cxnLst>
              <a:rect l="0" t="0" r="r" b="b"/>
              <a:pathLst>
                <a:path w="21600" h="20318" fill="norm" stroke="1" extrusionOk="0">
                  <a:moveTo>
                    <a:pt x="14400" y="20073"/>
                  </a:moveTo>
                  <a:cubicBezTo>
                    <a:pt x="14400" y="19091"/>
                    <a:pt x="8640" y="17128"/>
                    <a:pt x="11520" y="16146"/>
                  </a:cubicBezTo>
                  <a:cubicBezTo>
                    <a:pt x="12960" y="15164"/>
                    <a:pt x="12960" y="12219"/>
                    <a:pt x="15840" y="11237"/>
                  </a:cubicBezTo>
                  <a:cubicBezTo>
                    <a:pt x="15840" y="11237"/>
                    <a:pt x="15840" y="12219"/>
                    <a:pt x="15840" y="12219"/>
                  </a:cubicBezTo>
                  <a:cubicBezTo>
                    <a:pt x="17280" y="12219"/>
                    <a:pt x="21600" y="10255"/>
                    <a:pt x="21600" y="9273"/>
                  </a:cubicBezTo>
                  <a:cubicBezTo>
                    <a:pt x="21600" y="8291"/>
                    <a:pt x="15840" y="8291"/>
                    <a:pt x="15840" y="6328"/>
                  </a:cubicBezTo>
                  <a:cubicBezTo>
                    <a:pt x="15840" y="5346"/>
                    <a:pt x="14400" y="5346"/>
                    <a:pt x="14400" y="4364"/>
                  </a:cubicBezTo>
                  <a:cubicBezTo>
                    <a:pt x="14400" y="3382"/>
                    <a:pt x="17280" y="4364"/>
                    <a:pt x="17280" y="3382"/>
                  </a:cubicBezTo>
                  <a:cubicBezTo>
                    <a:pt x="17280" y="2400"/>
                    <a:pt x="17280" y="1419"/>
                    <a:pt x="17280" y="437"/>
                  </a:cubicBezTo>
                  <a:cubicBezTo>
                    <a:pt x="17280" y="-545"/>
                    <a:pt x="17280" y="437"/>
                    <a:pt x="15840" y="437"/>
                  </a:cubicBezTo>
                  <a:cubicBezTo>
                    <a:pt x="11520" y="437"/>
                    <a:pt x="12960" y="1419"/>
                    <a:pt x="10080" y="3382"/>
                  </a:cubicBezTo>
                  <a:cubicBezTo>
                    <a:pt x="8640" y="4364"/>
                    <a:pt x="4320" y="2400"/>
                    <a:pt x="2880" y="4364"/>
                  </a:cubicBezTo>
                  <a:cubicBezTo>
                    <a:pt x="0" y="6328"/>
                    <a:pt x="4320" y="6328"/>
                    <a:pt x="5760" y="5346"/>
                  </a:cubicBezTo>
                  <a:cubicBezTo>
                    <a:pt x="7200" y="4364"/>
                    <a:pt x="10080" y="5346"/>
                    <a:pt x="8640" y="7310"/>
                  </a:cubicBezTo>
                  <a:cubicBezTo>
                    <a:pt x="8640" y="6328"/>
                    <a:pt x="5760" y="5346"/>
                    <a:pt x="5760" y="7310"/>
                  </a:cubicBezTo>
                  <a:cubicBezTo>
                    <a:pt x="4320" y="7310"/>
                    <a:pt x="2880" y="8291"/>
                    <a:pt x="2880" y="7310"/>
                  </a:cubicBezTo>
                  <a:cubicBezTo>
                    <a:pt x="2880" y="8291"/>
                    <a:pt x="0" y="6328"/>
                    <a:pt x="0" y="8291"/>
                  </a:cubicBezTo>
                  <a:cubicBezTo>
                    <a:pt x="0" y="10255"/>
                    <a:pt x="0" y="11237"/>
                    <a:pt x="0" y="13200"/>
                  </a:cubicBezTo>
                  <a:cubicBezTo>
                    <a:pt x="1440" y="14182"/>
                    <a:pt x="2880" y="14182"/>
                    <a:pt x="2880" y="15164"/>
                  </a:cubicBezTo>
                  <a:cubicBezTo>
                    <a:pt x="4320" y="17128"/>
                    <a:pt x="1440" y="18110"/>
                    <a:pt x="2880" y="19091"/>
                  </a:cubicBezTo>
                  <a:cubicBezTo>
                    <a:pt x="5760" y="21055"/>
                    <a:pt x="11520" y="20073"/>
                    <a:pt x="14400" y="2007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2" name="Shape 5482"/>
            <p:cNvSpPr/>
            <p:nvPr/>
          </p:nvSpPr>
          <p:spPr>
            <a:xfrm>
              <a:off x="8107907" y="2452871"/>
              <a:ext cx="407637" cy="476793"/>
            </a:xfrm>
            <a:custGeom>
              <a:avLst/>
              <a:gdLst/>
              <a:ahLst/>
              <a:cxnLst>
                <a:cxn ang="0">
                  <a:pos x="wd2" y="hd2"/>
                </a:cxn>
                <a:cxn ang="5400000">
                  <a:pos x="wd2" y="hd2"/>
                </a:cxn>
                <a:cxn ang="10800000">
                  <a:pos x="wd2" y="hd2"/>
                </a:cxn>
                <a:cxn ang="16200000">
                  <a:pos x="wd2" y="hd2"/>
                </a:cxn>
              </a:cxnLst>
              <a:rect l="0" t="0" r="r" b="b"/>
              <a:pathLst>
                <a:path w="21099" h="21269" fill="norm" stroke="1" extrusionOk="0">
                  <a:moveTo>
                    <a:pt x="20739" y="9969"/>
                  </a:moveTo>
                  <a:cubicBezTo>
                    <a:pt x="20259" y="9138"/>
                    <a:pt x="20259" y="8308"/>
                    <a:pt x="20259" y="7477"/>
                  </a:cubicBezTo>
                  <a:cubicBezTo>
                    <a:pt x="19779" y="6646"/>
                    <a:pt x="19299" y="6231"/>
                    <a:pt x="19779" y="4985"/>
                  </a:cubicBezTo>
                  <a:cubicBezTo>
                    <a:pt x="20259" y="4154"/>
                    <a:pt x="19779" y="3323"/>
                    <a:pt x="19299" y="2908"/>
                  </a:cubicBezTo>
                  <a:cubicBezTo>
                    <a:pt x="18819" y="2492"/>
                    <a:pt x="17859" y="2077"/>
                    <a:pt x="17859" y="1662"/>
                  </a:cubicBezTo>
                  <a:cubicBezTo>
                    <a:pt x="17859" y="1662"/>
                    <a:pt x="18339" y="1246"/>
                    <a:pt x="17859" y="831"/>
                  </a:cubicBezTo>
                  <a:cubicBezTo>
                    <a:pt x="17379" y="831"/>
                    <a:pt x="17379" y="2077"/>
                    <a:pt x="17379" y="2077"/>
                  </a:cubicBezTo>
                  <a:cubicBezTo>
                    <a:pt x="16419" y="2077"/>
                    <a:pt x="16419" y="1662"/>
                    <a:pt x="15459" y="1662"/>
                  </a:cubicBezTo>
                  <a:cubicBezTo>
                    <a:pt x="14499" y="2077"/>
                    <a:pt x="13059" y="2908"/>
                    <a:pt x="11619" y="2908"/>
                  </a:cubicBezTo>
                  <a:cubicBezTo>
                    <a:pt x="11139" y="2492"/>
                    <a:pt x="12099" y="2077"/>
                    <a:pt x="12099" y="1662"/>
                  </a:cubicBezTo>
                  <a:cubicBezTo>
                    <a:pt x="11139" y="1662"/>
                    <a:pt x="10659" y="2077"/>
                    <a:pt x="9699" y="1662"/>
                  </a:cubicBezTo>
                  <a:cubicBezTo>
                    <a:pt x="9219" y="1246"/>
                    <a:pt x="10659" y="415"/>
                    <a:pt x="9219" y="415"/>
                  </a:cubicBezTo>
                  <a:cubicBezTo>
                    <a:pt x="8259" y="415"/>
                    <a:pt x="7299" y="415"/>
                    <a:pt x="5859" y="0"/>
                  </a:cubicBezTo>
                  <a:cubicBezTo>
                    <a:pt x="6339" y="415"/>
                    <a:pt x="6819" y="415"/>
                    <a:pt x="6819" y="1246"/>
                  </a:cubicBezTo>
                  <a:cubicBezTo>
                    <a:pt x="6339" y="1662"/>
                    <a:pt x="6339" y="1662"/>
                    <a:pt x="6819" y="2492"/>
                  </a:cubicBezTo>
                  <a:cubicBezTo>
                    <a:pt x="6819" y="3323"/>
                    <a:pt x="6819" y="2908"/>
                    <a:pt x="7779" y="2908"/>
                  </a:cubicBezTo>
                  <a:cubicBezTo>
                    <a:pt x="8259" y="2908"/>
                    <a:pt x="8739" y="3323"/>
                    <a:pt x="9219" y="3738"/>
                  </a:cubicBezTo>
                  <a:cubicBezTo>
                    <a:pt x="8739" y="3323"/>
                    <a:pt x="7299" y="3323"/>
                    <a:pt x="6819" y="3323"/>
                  </a:cubicBezTo>
                  <a:cubicBezTo>
                    <a:pt x="6819" y="3323"/>
                    <a:pt x="6339" y="3323"/>
                    <a:pt x="6339" y="3323"/>
                  </a:cubicBezTo>
                  <a:cubicBezTo>
                    <a:pt x="5859" y="3738"/>
                    <a:pt x="6339" y="4154"/>
                    <a:pt x="5859" y="4154"/>
                  </a:cubicBezTo>
                  <a:cubicBezTo>
                    <a:pt x="4899" y="4569"/>
                    <a:pt x="2979" y="2492"/>
                    <a:pt x="2499" y="4154"/>
                  </a:cubicBezTo>
                  <a:cubicBezTo>
                    <a:pt x="2979" y="4985"/>
                    <a:pt x="3459" y="5815"/>
                    <a:pt x="2499" y="6231"/>
                  </a:cubicBezTo>
                  <a:cubicBezTo>
                    <a:pt x="2019" y="7062"/>
                    <a:pt x="2019" y="6231"/>
                    <a:pt x="2499" y="7062"/>
                  </a:cubicBezTo>
                  <a:cubicBezTo>
                    <a:pt x="2499" y="9138"/>
                    <a:pt x="-381" y="8308"/>
                    <a:pt x="99" y="9138"/>
                  </a:cubicBezTo>
                  <a:cubicBezTo>
                    <a:pt x="99" y="9554"/>
                    <a:pt x="579" y="9969"/>
                    <a:pt x="579" y="10800"/>
                  </a:cubicBezTo>
                  <a:cubicBezTo>
                    <a:pt x="579" y="11631"/>
                    <a:pt x="99" y="11631"/>
                    <a:pt x="579" y="12462"/>
                  </a:cubicBezTo>
                  <a:cubicBezTo>
                    <a:pt x="1059" y="12877"/>
                    <a:pt x="-381" y="13708"/>
                    <a:pt x="99" y="13708"/>
                  </a:cubicBezTo>
                  <a:cubicBezTo>
                    <a:pt x="1059" y="14123"/>
                    <a:pt x="579" y="14954"/>
                    <a:pt x="1059" y="15369"/>
                  </a:cubicBezTo>
                  <a:cubicBezTo>
                    <a:pt x="1539" y="16615"/>
                    <a:pt x="3459" y="16200"/>
                    <a:pt x="4899" y="16615"/>
                  </a:cubicBezTo>
                  <a:cubicBezTo>
                    <a:pt x="4899" y="16615"/>
                    <a:pt x="3939" y="19938"/>
                    <a:pt x="3939" y="20354"/>
                  </a:cubicBezTo>
                  <a:cubicBezTo>
                    <a:pt x="5859" y="20354"/>
                    <a:pt x="6819" y="19938"/>
                    <a:pt x="8739" y="20354"/>
                  </a:cubicBezTo>
                  <a:cubicBezTo>
                    <a:pt x="8739" y="20354"/>
                    <a:pt x="10659" y="21600"/>
                    <a:pt x="10659" y="21185"/>
                  </a:cubicBezTo>
                  <a:cubicBezTo>
                    <a:pt x="11139" y="20354"/>
                    <a:pt x="11619" y="20354"/>
                    <a:pt x="12099" y="20769"/>
                  </a:cubicBezTo>
                  <a:cubicBezTo>
                    <a:pt x="12579" y="21185"/>
                    <a:pt x="14979" y="19938"/>
                    <a:pt x="15459" y="20354"/>
                  </a:cubicBezTo>
                  <a:cubicBezTo>
                    <a:pt x="15459" y="20354"/>
                    <a:pt x="17379" y="20769"/>
                    <a:pt x="16899" y="20354"/>
                  </a:cubicBezTo>
                  <a:cubicBezTo>
                    <a:pt x="16419" y="19108"/>
                    <a:pt x="15939" y="19108"/>
                    <a:pt x="16899" y="18692"/>
                  </a:cubicBezTo>
                  <a:cubicBezTo>
                    <a:pt x="17859" y="17862"/>
                    <a:pt x="17859" y="17862"/>
                    <a:pt x="18819" y="17862"/>
                  </a:cubicBezTo>
                  <a:cubicBezTo>
                    <a:pt x="19299" y="17446"/>
                    <a:pt x="16899" y="15785"/>
                    <a:pt x="16419" y="15369"/>
                  </a:cubicBezTo>
                  <a:cubicBezTo>
                    <a:pt x="15939" y="15369"/>
                    <a:pt x="14499" y="13292"/>
                    <a:pt x="14979" y="12877"/>
                  </a:cubicBezTo>
                  <a:cubicBezTo>
                    <a:pt x="16899" y="12462"/>
                    <a:pt x="17859" y="12046"/>
                    <a:pt x="19299" y="10800"/>
                  </a:cubicBezTo>
                  <a:cubicBezTo>
                    <a:pt x="19779" y="10385"/>
                    <a:pt x="20259" y="12046"/>
                    <a:pt x="20739" y="11631"/>
                  </a:cubicBezTo>
                  <a:cubicBezTo>
                    <a:pt x="21219" y="11215"/>
                    <a:pt x="21219" y="10385"/>
                    <a:pt x="20739" y="9969"/>
                  </a:cubicBezTo>
                  <a:cubicBezTo>
                    <a:pt x="20739" y="9554"/>
                    <a:pt x="20739" y="9969"/>
                    <a:pt x="20739" y="996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3" name="Shape 5483"/>
            <p:cNvSpPr/>
            <p:nvPr/>
          </p:nvSpPr>
          <p:spPr>
            <a:xfrm>
              <a:off x="8836417" y="2610841"/>
              <a:ext cx="823994" cy="474596"/>
            </a:xfrm>
            <a:custGeom>
              <a:avLst/>
              <a:gdLst/>
              <a:ahLst/>
              <a:cxnLst>
                <a:cxn ang="0">
                  <a:pos x="wd2" y="hd2"/>
                </a:cxn>
                <a:cxn ang="5400000">
                  <a:pos x="wd2" y="hd2"/>
                </a:cxn>
                <a:cxn ang="10800000">
                  <a:pos x="wd2" y="hd2"/>
                </a:cxn>
                <a:cxn ang="16200000">
                  <a:pos x="wd2" y="hd2"/>
                </a:cxn>
              </a:cxnLst>
              <a:rect l="0" t="0" r="r" b="b"/>
              <a:pathLst>
                <a:path w="21407" h="20762" fill="norm" stroke="1" extrusionOk="0">
                  <a:moveTo>
                    <a:pt x="0" y="10643"/>
                  </a:moveTo>
                  <a:cubicBezTo>
                    <a:pt x="0" y="11865"/>
                    <a:pt x="1699" y="11865"/>
                    <a:pt x="2184" y="11865"/>
                  </a:cubicBezTo>
                  <a:cubicBezTo>
                    <a:pt x="2670" y="11865"/>
                    <a:pt x="3155" y="12681"/>
                    <a:pt x="3883" y="12273"/>
                  </a:cubicBezTo>
                  <a:cubicBezTo>
                    <a:pt x="4126" y="11458"/>
                    <a:pt x="4854" y="11050"/>
                    <a:pt x="5339" y="11050"/>
                  </a:cubicBezTo>
                  <a:cubicBezTo>
                    <a:pt x="6067" y="10235"/>
                    <a:pt x="7524" y="11050"/>
                    <a:pt x="8009" y="11865"/>
                  </a:cubicBezTo>
                  <a:cubicBezTo>
                    <a:pt x="8737" y="13496"/>
                    <a:pt x="8980" y="15126"/>
                    <a:pt x="9708" y="16348"/>
                  </a:cubicBezTo>
                  <a:cubicBezTo>
                    <a:pt x="10193" y="15941"/>
                    <a:pt x="10193" y="15533"/>
                    <a:pt x="10679" y="15126"/>
                  </a:cubicBezTo>
                  <a:cubicBezTo>
                    <a:pt x="11164" y="15126"/>
                    <a:pt x="11164" y="15941"/>
                    <a:pt x="11407" y="16348"/>
                  </a:cubicBezTo>
                  <a:cubicBezTo>
                    <a:pt x="11649" y="16756"/>
                    <a:pt x="13834" y="17164"/>
                    <a:pt x="13834" y="16756"/>
                  </a:cubicBezTo>
                  <a:cubicBezTo>
                    <a:pt x="13834" y="17164"/>
                    <a:pt x="12378" y="17979"/>
                    <a:pt x="12378" y="18386"/>
                  </a:cubicBezTo>
                  <a:cubicBezTo>
                    <a:pt x="12620" y="18794"/>
                    <a:pt x="13591" y="18386"/>
                    <a:pt x="13348" y="19609"/>
                  </a:cubicBezTo>
                  <a:cubicBezTo>
                    <a:pt x="13106" y="20424"/>
                    <a:pt x="13834" y="21239"/>
                    <a:pt x="14319" y="20424"/>
                  </a:cubicBezTo>
                  <a:cubicBezTo>
                    <a:pt x="14804" y="20016"/>
                    <a:pt x="15533" y="19201"/>
                    <a:pt x="16261" y="19201"/>
                  </a:cubicBezTo>
                  <a:cubicBezTo>
                    <a:pt x="16989" y="19201"/>
                    <a:pt x="17231" y="19201"/>
                    <a:pt x="17474" y="18386"/>
                  </a:cubicBezTo>
                  <a:cubicBezTo>
                    <a:pt x="17474" y="18386"/>
                    <a:pt x="16746" y="18386"/>
                    <a:pt x="16503" y="18386"/>
                  </a:cubicBezTo>
                  <a:cubicBezTo>
                    <a:pt x="16018" y="18386"/>
                    <a:pt x="15533" y="18794"/>
                    <a:pt x="15290" y="17571"/>
                  </a:cubicBezTo>
                  <a:cubicBezTo>
                    <a:pt x="14562" y="15941"/>
                    <a:pt x="16989" y="15126"/>
                    <a:pt x="17474" y="15126"/>
                  </a:cubicBezTo>
                  <a:cubicBezTo>
                    <a:pt x="17960" y="14718"/>
                    <a:pt x="18445" y="14311"/>
                    <a:pt x="18930" y="13903"/>
                  </a:cubicBezTo>
                  <a:cubicBezTo>
                    <a:pt x="19173" y="13088"/>
                    <a:pt x="19658" y="12273"/>
                    <a:pt x="20387" y="12273"/>
                  </a:cubicBezTo>
                  <a:cubicBezTo>
                    <a:pt x="20629" y="12273"/>
                    <a:pt x="21115" y="12273"/>
                    <a:pt x="21115" y="11050"/>
                  </a:cubicBezTo>
                  <a:cubicBezTo>
                    <a:pt x="21115" y="10643"/>
                    <a:pt x="20872" y="10643"/>
                    <a:pt x="20872" y="10235"/>
                  </a:cubicBezTo>
                  <a:cubicBezTo>
                    <a:pt x="20872" y="9828"/>
                    <a:pt x="21357" y="9828"/>
                    <a:pt x="21357" y="9828"/>
                  </a:cubicBezTo>
                  <a:cubicBezTo>
                    <a:pt x="21357" y="9828"/>
                    <a:pt x="20872" y="9420"/>
                    <a:pt x="20872" y="9420"/>
                  </a:cubicBezTo>
                  <a:cubicBezTo>
                    <a:pt x="20872" y="9013"/>
                    <a:pt x="21600" y="9013"/>
                    <a:pt x="21357" y="8197"/>
                  </a:cubicBezTo>
                  <a:cubicBezTo>
                    <a:pt x="21357" y="8197"/>
                    <a:pt x="20872" y="7790"/>
                    <a:pt x="20629" y="7382"/>
                  </a:cubicBezTo>
                  <a:cubicBezTo>
                    <a:pt x="20387" y="6975"/>
                    <a:pt x="20144" y="7790"/>
                    <a:pt x="19901" y="6975"/>
                  </a:cubicBezTo>
                  <a:cubicBezTo>
                    <a:pt x="19658" y="6567"/>
                    <a:pt x="19416" y="6567"/>
                    <a:pt x="18930" y="6975"/>
                  </a:cubicBezTo>
                  <a:cubicBezTo>
                    <a:pt x="18688" y="6975"/>
                    <a:pt x="18445" y="5752"/>
                    <a:pt x="18202" y="5752"/>
                  </a:cubicBezTo>
                  <a:cubicBezTo>
                    <a:pt x="17960" y="5345"/>
                    <a:pt x="17717" y="6160"/>
                    <a:pt x="17474" y="6567"/>
                  </a:cubicBezTo>
                  <a:cubicBezTo>
                    <a:pt x="17231" y="6567"/>
                    <a:pt x="16989" y="5345"/>
                    <a:pt x="16746" y="5345"/>
                  </a:cubicBezTo>
                  <a:cubicBezTo>
                    <a:pt x="16503" y="5345"/>
                    <a:pt x="15775" y="5752"/>
                    <a:pt x="15775" y="5345"/>
                  </a:cubicBezTo>
                  <a:cubicBezTo>
                    <a:pt x="15775" y="4937"/>
                    <a:pt x="15775" y="4122"/>
                    <a:pt x="15533" y="3714"/>
                  </a:cubicBezTo>
                  <a:cubicBezTo>
                    <a:pt x="15290" y="3307"/>
                    <a:pt x="14804" y="3714"/>
                    <a:pt x="14562" y="3307"/>
                  </a:cubicBezTo>
                  <a:cubicBezTo>
                    <a:pt x="14319" y="2899"/>
                    <a:pt x="14076" y="2084"/>
                    <a:pt x="14562" y="1677"/>
                  </a:cubicBezTo>
                  <a:cubicBezTo>
                    <a:pt x="14804" y="1677"/>
                    <a:pt x="14319" y="454"/>
                    <a:pt x="14076" y="454"/>
                  </a:cubicBezTo>
                  <a:cubicBezTo>
                    <a:pt x="13834" y="47"/>
                    <a:pt x="13106" y="454"/>
                    <a:pt x="12863" y="47"/>
                  </a:cubicBezTo>
                  <a:cubicBezTo>
                    <a:pt x="12135" y="-361"/>
                    <a:pt x="12135" y="2084"/>
                    <a:pt x="11407" y="454"/>
                  </a:cubicBezTo>
                  <a:cubicBezTo>
                    <a:pt x="11164" y="454"/>
                    <a:pt x="10679" y="862"/>
                    <a:pt x="10436" y="862"/>
                  </a:cubicBezTo>
                  <a:cubicBezTo>
                    <a:pt x="9951" y="1269"/>
                    <a:pt x="10193" y="3307"/>
                    <a:pt x="9951" y="3307"/>
                  </a:cubicBezTo>
                  <a:cubicBezTo>
                    <a:pt x="9708" y="3307"/>
                    <a:pt x="9465" y="2492"/>
                    <a:pt x="9222" y="2492"/>
                  </a:cubicBezTo>
                  <a:cubicBezTo>
                    <a:pt x="9222" y="2492"/>
                    <a:pt x="8980" y="2899"/>
                    <a:pt x="8737" y="2899"/>
                  </a:cubicBezTo>
                  <a:cubicBezTo>
                    <a:pt x="8494" y="2899"/>
                    <a:pt x="8252" y="2492"/>
                    <a:pt x="8252" y="2084"/>
                  </a:cubicBezTo>
                  <a:cubicBezTo>
                    <a:pt x="8252" y="1677"/>
                    <a:pt x="7766" y="2492"/>
                    <a:pt x="7524" y="2492"/>
                  </a:cubicBezTo>
                  <a:cubicBezTo>
                    <a:pt x="7281" y="2492"/>
                    <a:pt x="7281" y="2084"/>
                    <a:pt x="7038" y="2084"/>
                  </a:cubicBezTo>
                  <a:cubicBezTo>
                    <a:pt x="6796" y="2084"/>
                    <a:pt x="6796" y="2492"/>
                    <a:pt x="6796" y="2899"/>
                  </a:cubicBezTo>
                  <a:cubicBezTo>
                    <a:pt x="6796" y="2899"/>
                    <a:pt x="5097" y="1677"/>
                    <a:pt x="5097" y="1677"/>
                  </a:cubicBezTo>
                  <a:cubicBezTo>
                    <a:pt x="4369" y="1269"/>
                    <a:pt x="3640" y="1269"/>
                    <a:pt x="2912" y="1269"/>
                  </a:cubicBezTo>
                  <a:cubicBezTo>
                    <a:pt x="2427" y="1269"/>
                    <a:pt x="2184" y="2084"/>
                    <a:pt x="1456" y="2084"/>
                  </a:cubicBezTo>
                  <a:cubicBezTo>
                    <a:pt x="1456" y="3307"/>
                    <a:pt x="2184" y="3307"/>
                    <a:pt x="2184" y="4122"/>
                  </a:cubicBezTo>
                  <a:cubicBezTo>
                    <a:pt x="2184" y="4530"/>
                    <a:pt x="2427" y="4937"/>
                    <a:pt x="2427" y="5345"/>
                  </a:cubicBezTo>
                  <a:cubicBezTo>
                    <a:pt x="2184" y="5752"/>
                    <a:pt x="1456" y="5752"/>
                    <a:pt x="1213" y="6160"/>
                  </a:cubicBezTo>
                  <a:cubicBezTo>
                    <a:pt x="485" y="6975"/>
                    <a:pt x="728" y="7790"/>
                    <a:pt x="485" y="9013"/>
                  </a:cubicBezTo>
                  <a:cubicBezTo>
                    <a:pt x="485" y="9828"/>
                    <a:pt x="243" y="10235"/>
                    <a:pt x="0" y="1064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4" name="Shape 5484"/>
            <p:cNvSpPr/>
            <p:nvPr/>
          </p:nvSpPr>
          <p:spPr>
            <a:xfrm>
              <a:off x="8595528" y="2787351"/>
              <a:ext cx="260003" cy="108872"/>
            </a:xfrm>
            <a:custGeom>
              <a:avLst/>
              <a:gdLst/>
              <a:ahLst/>
              <a:cxnLst>
                <a:cxn ang="0">
                  <a:pos x="wd2" y="hd2"/>
                </a:cxn>
                <a:cxn ang="5400000">
                  <a:pos x="wd2" y="hd2"/>
                </a:cxn>
                <a:cxn ang="10800000">
                  <a:pos x="wd2" y="hd2"/>
                </a:cxn>
                <a:cxn ang="16200000">
                  <a:pos x="wd2" y="hd2"/>
                </a:cxn>
              </a:cxnLst>
              <a:rect l="0" t="0" r="r" b="b"/>
              <a:pathLst>
                <a:path w="20034" h="20506" fill="norm" stroke="1" extrusionOk="0">
                  <a:moveTo>
                    <a:pt x="20034" y="7200"/>
                  </a:moveTo>
                  <a:cubicBezTo>
                    <a:pt x="17874" y="3600"/>
                    <a:pt x="17154" y="0"/>
                    <a:pt x="14274" y="0"/>
                  </a:cubicBezTo>
                  <a:cubicBezTo>
                    <a:pt x="12834" y="0"/>
                    <a:pt x="12114" y="0"/>
                    <a:pt x="10674" y="0"/>
                  </a:cubicBezTo>
                  <a:cubicBezTo>
                    <a:pt x="9234" y="0"/>
                    <a:pt x="9234" y="1800"/>
                    <a:pt x="8514" y="1800"/>
                  </a:cubicBezTo>
                  <a:cubicBezTo>
                    <a:pt x="7794" y="1800"/>
                    <a:pt x="7074" y="0"/>
                    <a:pt x="6354" y="0"/>
                  </a:cubicBezTo>
                  <a:cubicBezTo>
                    <a:pt x="5634" y="1800"/>
                    <a:pt x="4914" y="3600"/>
                    <a:pt x="4194" y="5400"/>
                  </a:cubicBezTo>
                  <a:cubicBezTo>
                    <a:pt x="2754" y="9000"/>
                    <a:pt x="-1566" y="7200"/>
                    <a:pt x="594" y="16200"/>
                  </a:cubicBezTo>
                  <a:cubicBezTo>
                    <a:pt x="1314" y="19800"/>
                    <a:pt x="4194" y="21600"/>
                    <a:pt x="6354" y="19800"/>
                  </a:cubicBezTo>
                  <a:cubicBezTo>
                    <a:pt x="7074" y="19800"/>
                    <a:pt x="7074" y="16200"/>
                    <a:pt x="7794" y="16200"/>
                  </a:cubicBezTo>
                  <a:cubicBezTo>
                    <a:pt x="9234" y="16200"/>
                    <a:pt x="10674" y="16200"/>
                    <a:pt x="11394" y="16200"/>
                  </a:cubicBezTo>
                  <a:cubicBezTo>
                    <a:pt x="12114" y="16200"/>
                    <a:pt x="12114" y="12600"/>
                    <a:pt x="12114" y="10800"/>
                  </a:cubicBezTo>
                  <a:cubicBezTo>
                    <a:pt x="12834" y="9000"/>
                    <a:pt x="14994" y="12600"/>
                    <a:pt x="15714" y="12600"/>
                  </a:cubicBezTo>
                  <a:cubicBezTo>
                    <a:pt x="16434" y="12600"/>
                    <a:pt x="17874" y="12600"/>
                    <a:pt x="18594" y="12600"/>
                  </a:cubicBezTo>
                  <a:cubicBezTo>
                    <a:pt x="19314" y="12600"/>
                    <a:pt x="19314" y="9000"/>
                    <a:pt x="20034" y="7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5" name="Shape 5485"/>
            <p:cNvSpPr/>
            <p:nvPr/>
          </p:nvSpPr>
          <p:spPr>
            <a:xfrm>
              <a:off x="8887407" y="2366859"/>
              <a:ext cx="427887" cy="314693"/>
            </a:xfrm>
            <a:custGeom>
              <a:avLst/>
              <a:gdLst/>
              <a:ahLst/>
              <a:cxnLst>
                <a:cxn ang="0">
                  <a:pos x="wd2" y="hd2"/>
                </a:cxn>
                <a:cxn ang="5400000">
                  <a:pos x="wd2" y="hd2"/>
                </a:cxn>
                <a:cxn ang="10800000">
                  <a:pos x="wd2" y="hd2"/>
                </a:cxn>
                <a:cxn ang="16200000">
                  <a:pos x="wd2" y="hd2"/>
                </a:cxn>
              </a:cxnLst>
              <a:rect l="0" t="0" r="r" b="b"/>
              <a:pathLst>
                <a:path w="21024" h="20716" fill="norm" stroke="1" extrusionOk="0">
                  <a:moveTo>
                    <a:pt x="4897" y="17897"/>
                  </a:moveTo>
                  <a:cubicBezTo>
                    <a:pt x="6276" y="17897"/>
                    <a:pt x="7195" y="18514"/>
                    <a:pt x="8114" y="18514"/>
                  </a:cubicBezTo>
                  <a:cubicBezTo>
                    <a:pt x="8114" y="18514"/>
                    <a:pt x="10412" y="20366"/>
                    <a:pt x="10412" y="20366"/>
                  </a:cubicBezTo>
                  <a:cubicBezTo>
                    <a:pt x="10412" y="19749"/>
                    <a:pt x="10872" y="17897"/>
                    <a:pt x="11331" y="19131"/>
                  </a:cubicBezTo>
                  <a:cubicBezTo>
                    <a:pt x="12251" y="20983"/>
                    <a:pt x="12710" y="17897"/>
                    <a:pt x="13170" y="19749"/>
                  </a:cubicBezTo>
                  <a:cubicBezTo>
                    <a:pt x="13629" y="20983"/>
                    <a:pt x="14548" y="19749"/>
                    <a:pt x="15008" y="19749"/>
                  </a:cubicBezTo>
                  <a:cubicBezTo>
                    <a:pt x="15468" y="19131"/>
                    <a:pt x="16387" y="21600"/>
                    <a:pt x="16387" y="20366"/>
                  </a:cubicBezTo>
                  <a:cubicBezTo>
                    <a:pt x="16846" y="19131"/>
                    <a:pt x="16387" y="17897"/>
                    <a:pt x="17306" y="17280"/>
                  </a:cubicBezTo>
                  <a:cubicBezTo>
                    <a:pt x="17765" y="17280"/>
                    <a:pt x="18685" y="16663"/>
                    <a:pt x="19144" y="16663"/>
                  </a:cubicBezTo>
                  <a:cubicBezTo>
                    <a:pt x="18685" y="16046"/>
                    <a:pt x="18225" y="14811"/>
                    <a:pt x="18225" y="13577"/>
                  </a:cubicBezTo>
                  <a:cubicBezTo>
                    <a:pt x="18225" y="12343"/>
                    <a:pt x="19144" y="13577"/>
                    <a:pt x="20063" y="12960"/>
                  </a:cubicBezTo>
                  <a:cubicBezTo>
                    <a:pt x="20982" y="12960"/>
                    <a:pt x="21442" y="11726"/>
                    <a:pt x="20523" y="10491"/>
                  </a:cubicBezTo>
                  <a:cubicBezTo>
                    <a:pt x="20063" y="9874"/>
                    <a:pt x="19604" y="10491"/>
                    <a:pt x="19144" y="9257"/>
                  </a:cubicBezTo>
                  <a:cubicBezTo>
                    <a:pt x="18685" y="8640"/>
                    <a:pt x="18225" y="8023"/>
                    <a:pt x="17765" y="6789"/>
                  </a:cubicBezTo>
                  <a:cubicBezTo>
                    <a:pt x="17306" y="6171"/>
                    <a:pt x="17306" y="4937"/>
                    <a:pt x="17306" y="3703"/>
                  </a:cubicBezTo>
                  <a:cubicBezTo>
                    <a:pt x="17765" y="2469"/>
                    <a:pt x="16387" y="1234"/>
                    <a:pt x="15927" y="1234"/>
                  </a:cubicBezTo>
                  <a:cubicBezTo>
                    <a:pt x="15468" y="617"/>
                    <a:pt x="15468" y="1234"/>
                    <a:pt x="15008" y="1234"/>
                  </a:cubicBezTo>
                  <a:cubicBezTo>
                    <a:pt x="14089" y="1851"/>
                    <a:pt x="14089" y="1234"/>
                    <a:pt x="13629" y="617"/>
                  </a:cubicBezTo>
                  <a:cubicBezTo>
                    <a:pt x="13170" y="0"/>
                    <a:pt x="13170" y="1234"/>
                    <a:pt x="12710" y="1234"/>
                  </a:cubicBezTo>
                  <a:cubicBezTo>
                    <a:pt x="12251" y="1234"/>
                    <a:pt x="11331" y="0"/>
                    <a:pt x="11331" y="0"/>
                  </a:cubicBezTo>
                  <a:cubicBezTo>
                    <a:pt x="10412" y="0"/>
                    <a:pt x="10412" y="1234"/>
                    <a:pt x="9953" y="1234"/>
                  </a:cubicBezTo>
                  <a:cubicBezTo>
                    <a:pt x="9033" y="1851"/>
                    <a:pt x="8574" y="1851"/>
                    <a:pt x="7655" y="1851"/>
                  </a:cubicBezTo>
                  <a:cubicBezTo>
                    <a:pt x="7195" y="2469"/>
                    <a:pt x="7655" y="3703"/>
                    <a:pt x="7655" y="3703"/>
                  </a:cubicBezTo>
                  <a:cubicBezTo>
                    <a:pt x="7195" y="4937"/>
                    <a:pt x="5816" y="4320"/>
                    <a:pt x="5816" y="5554"/>
                  </a:cubicBezTo>
                  <a:cubicBezTo>
                    <a:pt x="5357" y="6171"/>
                    <a:pt x="5357" y="6789"/>
                    <a:pt x="5357" y="8023"/>
                  </a:cubicBezTo>
                  <a:cubicBezTo>
                    <a:pt x="5357" y="8640"/>
                    <a:pt x="3978" y="8640"/>
                    <a:pt x="3519" y="8640"/>
                  </a:cubicBezTo>
                  <a:cubicBezTo>
                    <a:pt x="2140" y="9257"/>
                    <a:pt x="1680" y="9874"/>
                    <a:pt x="302" y="9874"/>
                  </a:cubicBezTo>
                  <a:cubicBezTo>
                    <a:pt x="761" y="11726"/>
                    <a:pt x="2140" y="12960"/>
                    <a:pt x="761" y="14811"/>
                  </a:cubicBezTo>
                  <a:cubicBezTo>
                    <a:pt x="-158" y="15429"/>
                    <a:pt x="-158" y="16046"/>
                    <a:pt x="302" y="16663"/>
                  </a:cubicBezTo>
                  <a:cubicBezTo>
                    <a:pt x="1221" y="17280"/>
                    <a:pt x="302" y="18514"/>
                    <a:pt x="302" y="19131"/>
                  </a:cubicBezTo>
                  <a:cubicBezTo>
                    <a:pt x="1221" y="19131"/>
                    <a:pt x="1680" y="19131"/>
                    <a:pt x="2140" y="18514"/>
                  </a:cubicBezTo>
                  <a:cubicBezTo>
                    <a:pt x="3059" y="17897"/>
                    <a:pt x="4438" y="17897"/>
                    <a:pt x="4897" y="1789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6" name="Shape 5486"/>
            <p:cNvSpPr/>
            <p:nvPr/>
          </p:nvSpPr>
          <p:spPr>
            <a:xfrm>
              <a:off x="8782261" y="2352961"/>
              <a:ext cx="262277" cy="166499"/>
            </a:xfrm>
            <a:custGeom>
              <a:avLst/>
              <a:gdLst/>
              <a:ahLst/>
              <a:cxnLst>
                <a:cxn ang="0">
                  <a:pos x="wd2" y="hd2"/>
                </a:cxn>
                <a:cxn ang="5400000">
                  <a:pos x="wd2" y="hd2"/>
                </a:cxn>
                <a:cxn ang="10800000">
                  <a:pos x="wd2" y="hd2"/>
                </a:cxn>
                <a:cxn ang="16200000">
                  <a:pos x="wd2" y="hd2"/>
                </a:cxn>
              </a:cxnLst>
              <a:rect l="0" t="0" r="r" b="b"/>
              <a:pathLst>
                <a:path w="20922" h="20160" fill="norm" stroke="1" extrusionOk="0">
                  <a:moveTo>
                    <a:pt x="11917" y="19831"/>
                  </a:moveTo>
                  <a:cubicBezTo>
                    <a:pt x="13407" y="17557"/>
                    <a:pt x="15641" y="17557"/>
                    <a:pt x="17131" y="16421"/>
                  </a:cubicBezTo>
                  <a:cubicBezTo>
                    <a:pt x="17131" y="15284"/>
                    <a:pt x="17131" y="14147"/>
                    <a:pt x="17131" y="13010"/>
                  </a:cubicBezTo>
                  <a:cubicBezTo>
                    <a:pt x="17876" y="10736"/>
                    <a:pt x="18621" y="10736"/>
                    <a:pt x="20110" y="9600"/>
                  </a:cubicBezTo>
                  <a:cubicBezTo>
                    <a:pt x="21600" y="8463"/>
                    <a:pt x="20855" y="5052"/>
                    <a:pt x="19366" y="3915"/>
                  </a:cubicBezTo>
                  <a:cubicBezTo>
                    <a:pt x="17876" y="2779"/>
                    <a:pt x="16386" y="1642"/>
                    <a:pt x="14152" y="505"/>
                  </a:cubicBezTo>
                  <a:cubicBezTo>
                    <a:pt x="12662" y="-632"/>
                    <a:pt x="9683" y="505"/>
                    <a:pt x="7448" y="505"/>
                  </a:cubicBezTo>
                  <a:cubicBezTo>
                    <a:pt x="5959" y="505"/>
                    <a:pt x="0" y="-632"/>
                    <a:pt x="0" y="3915"/>
                  </a:cubicBezTo>
                  <a:cubicBezTo>
                    <a:pt x="0" y="3915"/>
                    <a:pt x="745" y="5052"/>
                    <a:pt x="745" y="6189"/>
                  </a:cubicBezTo>
                  <a:cubicBezTo>
                    <a:pt x="1490" y="7326"/>
                    <a:pt x="745" y="8463"/>
                    <a:pt x="1490" y="9600"/>
                  </a:cubicBezTo>
                  <a:cubicBezTo>
                    <a:pt x="2234" y="9600"/>
                    <a:pt x="2979" y="11873"/>
                    <a:pt x="3724" y="10736"/>
                  </a:cubicBezTo>
                  <a:cubicBezTo>
                    <a:pt x="5214" y="10736"/>
                    <a:pt x="6703" y="9600"/>
                    <a:pt x="6703" y="11873"/>
                  </a:cubicBezTo>
                  <a:cubicBezTo>
                    <a:pt x="6703" y="13010"/>
                    <a:pt x="6703" y="15284"/>
                    <a:pt x="5959" y="16421"/>
                  </a:cubicBezTo>
                  <a:cubicBezTo>
                    <a:pt x="8193" y="16421"/>
                    <a:pt x="8193" y="16421"/>
                    <a:pt x="8938" y="19831"/>
                  </a:cubicBezTo>
                  <a:cubicBezTo>
                    <a:pt x="9683" y="19831"/>
                    <a:pt x="11917" y="19831"/>
                    <a:pt x="11917" y="19831"/>
                  </a:cubicBezTo>
                  <a:cubicBezTo>
                    <a:pt x="12662" y="18694"/>
                    <a:pt x="11172" y="20968"/>
                    <a:pt x="11917" y="1983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7" name="Shape 5487"/>
            <p:cNvSpPr/>
            <p:nvPr/>
          </p:nvSpPr>
          <p:spPr>
            <a:xfrm>
              <a:off x="8782261" y="2241951"/>
              <a:ext cx="334486" cy="156315"/>
            </a:xfrm>
            <a:custGeom>
              <a:avLst/>
              <a:gdLst/>
              <a:ahLst/>
              <a:cxnLst>
                <a:cxn ang="0">
                  <a:pos x="wd2" y="hd2"/>
                </a:cxn>
                <a:cxn ang="5400000">
                  <a:pos x="wd2" y="hd2"/>
                </a:cxn>
                <a:cxn ang="10800000">
                  <a:pos x="wd2" y="hd2"/>
                </a:cxn>
                <a:cxn ang="16200000">
                  <a:pos x="wd2" y="hd2"/>
                </a:cxn>
              </a:cxnLst>
              <a:rect l="0" t="0" r="r" b="b"/>
              <a:pathLst>
                <a:path w="21600" h="19998" fill="norm" stroke="1" extrusionOk="0">
                  <a:moveTo>
                    <a:pt x="6600" y="14871"/>
                  </a:moveTo>
                  <a:cubicBezTo>
                    <a:pt x="8400" y="14871"/>
                    <a:pt x="9600" y="13671"/>
                    <a:pt x="11400" y="13671"/>
                  </a:cubicBezTo>
                  <a:cubicBezTo>
                    <a:pt x="12000" y="13671"/>
                    <a:pt x="14400" y="16071"/>
                    <a:pt x="15000" y="17271"/>
                  </a:cubicBezTo>
                  <a:cubicBezTo>
                    <a:pt x="15600" y="18471"/>
                    <a:pt x="16200" y="20871"/>
                    <a:pt x="17400" y="19671"/>
                  </a:cubicBezTo>
                  <a:cubicBezTo>
                    <a:pt x="18000" y="19671"/>
                    <a:pt x="18600" y="18471"/>
                    <a:pt x="19800" y="18471"/>
                  </a:cubicBezTo>
                  <a:cubicBezTo>
                    <a:pt x="20400" y="18471"/>
                    <a:pt x="20400" y="16071"/>
                    <a:pt x="21600" y="16071"/>
                  </a:cubicBezTo>
                  <a:cubicBezTo>
                    <a:pt x="21000" y="13671"/>
                    <a:pt x="19800" y="10071"/>
                    <a:pt x="20400" y="8871"/>
                  </a:cubicBezTo>
                  <a:cubicBezTo>
                    <a:pt x="21000" y="6471"/>
                    <a:pt x="19200" y="4071"/>
                    <a:pt x="18600" y="4071"/>
                  </a:cubicBezTo>
                  <a:cubicBezTo>
                    <a:pt x="17400" y="2871"/>
                    <a:pt x="16200" y="5271"/>
                    <a:pt x="15000" y="2871"/>
                  </a:cubicBezTo>
                  <a:cubicBezTo>
                    <a:pt x="13200" y="471"/>
                    <a:pt x="12600" y="-729"/>
                    <a:pt x="10800" y="471"/>
                  </a:cubicBezTo>
                  <a:cubicBezTo>
                    <a:pt x="9600" y="1671"/>
                    <a:pt x="10200" y="2871"/>
                    <a:pt x="10200" y="5271"/>
                  </a:cubicBezTo>
                  <a:cubicBezTo>
                    <a:pt x="9600" y="6471"/>
                    <a:pt x="9600" y="7671"/>
                    <a:pt x="9000" y="7671"/>
                  </a:cubicBezTo>
                  <a:cubicBezTo>
                    <a:pt x="7200" y="10071"/>
                    <a:pt x="6000" y="5271"/>
                    <a:pt x="4800" y="4071"/>
                  </a:cubicBezTo>
                  <a:cubicBezTo>
                    <a:pt x="1800" y="-729"/>
                    <a:pt x="0" y="12471"/>
                    <a:pt x="0" y="17271"/>
                  </a:cubicBezTo>
                  <a:cubicBezTo>
                    <a:pt x="2400" y="14871"/>
                    <a:pt x="4200" y="14871"/>
                    <a:pt x="6600" y="148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8" name="Shape 5488"/>
            <p:cNvSpPr/>
            <p:nvPr/>
          </p:nvSpPr>
          <p:spPr>
            <a:xfrm>
              <a:off x="8884197" y="2134315"/>
              <a:ext cx="222991" cy="1401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21600"/>
                  </a:moveTo>
                  <a:cubicBezTo>
                    <a:pt x="15300" y="21600"/>
                    <a:pt x="17100" y="21600"/>
                    <a:pt x="18000" y="21600"/>
                  </a:cubicBezTo>
                  <a:cubicBezTo>
                    <a:pt x="18000" y="20160"/>
                    <a:pt x="19800" y="20160"/>
                    <a:pt x="19800" y="18720"/>
                  </a:cubicBezTo>
                  <a:cubicBezTo>
                    <a:pt x="19800" y="17280"/>
                    <a:pt x="19800" y="15840"/>
                    <a:pt x="19800" y="14400"/>
                  </a:cubicBezTo>
                  <a:cubicBezTo>
                    <a:pt x="18900" y="11520"/>
                    <a:pt x="18000" y="10080"/>
                    <a:pt x="18900" y="7200"/>
                  </a:cubicBezTo>
                  <a:cubicBezTo>
                    <a:pt x="20700" y="5760"/>
                    <a:pt x="21600" y="2880"/>
                    <a:pt x="21600" y="0"/>
                  </a:cubicBezTo>
                  <a:cubicBezTo>
                    <a:pt x="19800" y="4320"/>
                    <a:pt x="13500" y="0"/>
                    <a:pt x="10800" y="0"/>
                  </a:cubicBezTo>
                  <a:cubicBezTo>
                    <a:pt x="9000" y="0"/>
                    <a:pt x="7200" y="0"/>
                    <a:pt x="5400" y="1440"/>
                  </a:cubicBezTo>
                  <a:cubicBezTo>
                    <a:pt x="4500" y="1440"/>
                    <a:pt x="0" y="7200"/>
                    <a:pt x="0" y="7200"/>
                  </a:cubicBezTo>
                  <a:cubicBezTo>
                    <a:pt x="0" y="8640"/>
                    <a:pt x="2700" y="7200"/>
                    <a:pt x="1800" y="8640"/>
                  </a:cubicBezTo>
                  <a:cubicBezTo>
                    <a:pt x="1800" y="10080"/>
                    <a:pt x="1800" y="10080"/>
                    <a:pt x="1800" y="11520"/>
                  </a:cubicBezTo>
                  <a:cubicBezTo>
                    <a:pt x="2700" y="14400"/>
                    <a:pt x="6300" y="12960"/>
                    <a:pt x="6300" y="12960"/>
                  </a:cubicBezTo>
                  <a:cubicBezTo>
                    <a:pt x="6300" y="14400"/>
                    <a:pt x="5400" y="17280"/>
                    <a:pt x="5400" y="18720"/>
                  </a:cubicBezTo>
                  <a:cubicBezTo>
                    <a:pt x="6300" y="17280"/>
                    <a:pt x="8100" y="15840"/>
                    <a:pt x="9900" y="17280"/>
                  </a:cubicBezTo>
                  <a:cubicBezTo>
                    <a:pt x="11700" y="18720"/>
                    <a:pt x="12600" y="21600"/>
                    <a:pt x="1440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89" name="Shape 5489"/>
            <p:cNvSpPr/>
            <p:nvPr/>
          </p:nvSpPr>
          <p:spPr>
            <a:xfrm>
              <a:off x="8715367" y="2424200"/>
              <a:ext cx="149722" cy="65129"/>
            </a:xfrm>
            <a:custGeom>
              <a:avLst/>
              <a:gdLst/>
              <a:ahLst/>
              <a:cxnLst>
                <a:cxn ang="0">
                  <a:pos x="wd2" y="hd2"/>
                </a:cxn>
                <a:cxn ang="5400000">
                  <a:pos x="wd2" y="hd2"/>
                </a:cxn>
                <a:cxn ang="10800000">
                  <a:pos x="wd2" y="hd2"/>
                </a:cxn>
                <a:cxn ang="16200000">
                  <a:pos x="wd2" y="hd2"/>
                </a:cxn>
              </a:cxnLst>
              <a:rect l="0" t="0" r="r" b="b"/>
              <a:pathLst>
                <a:path w="21600" h="19200" fill="norm" stroke="1" extrusionOk="0">
                  <a:moveTo>
                    <a:pt x="21600" y="10800"/>
                  </a:moveTo>
                  <a:cubicBezTo>
                    <a:pt x="21600" y="2700"/>
                    <a:pt x="18900" y="5400"/>
                    <a:pt x="16200" y="5400"/>
                  </a:cubicBezTo>
                  <a:cubicBezTo>
                    <a:pt x="14850" y="8100"/>
                    <a:pt x="13500" y="2700"/>
                    <a:pt x="10800" y="0"/>
                  </a:cubicBezTo>
                  <a:cubicBezTo>
                    <a:pt x="10800" y="2700"/>
                    <a:pt x="10800" y="5400"/>
                    <a:pt x="9450" y="8100"/>
                  </a:cubicBezTo>
                  <a:cubicBezTo>
                    <a:pt x="8100" y="8100"/>
                    <a:pt x="9450" y="2700"/>
                    <a:pt x="6750" y="5400"/>
                  </a:cubicBezTo>
                  <a:cubicBezTo>
                    <a:pt x="5400" y="5400"/>
                    <a:pt x="2700" y="5400"/>
                    <a:pt x="2700" y="8100"/>
                  </a:cubicBezTo>
                  <a:cubicBezTo>
                    <a:pt x="1350" y="13500"/>
                    <a:pt x="2700" y="16200"/>
                    <a:pt x="0" y="13500"/>
                  </a:cubicBezTo>
                  <a:cubicBezTo>
                    <a:pt x="0" y="13500"/>
                    <a:pt x="0" y="13500"/>
                    <a:pt x="0" y="16200"/>
                  </a:cubicBezTo>
                  <a:cubicBezTo>
                    <a:pt x="0" y="16200"/>
                    <a:pt x="1350" y="16200"/>
                    <a:pt x="2700" y="16200"/>
                  </a:cubicBezTo>
                  <a:cubicBezTo>
                    <a:pt x="5400" y="18900"/>
                    <a:pt x="8100" y="18900"/>
                    <a:pt x="10800" y="18900"/>
                  </a:cubicBezTo>
                  <a:cubicBezTo>
                    <a:pt x="13500" y="18900"/>
                    <a:pt x="21600" y="21600"/>
                    <a:pt x="21600" y="10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0" name="Shape 5490"/>
            <p:cNvSpPr/>
            <p:nvPr/>
          </p:nvSpPr>
          <p:spPr>
            <a:xfrm>
              <a:off x="8482818" y="2454241"/>
              <a:ext cx="445977" cy="372609"/>
            </a:xfrm>
            <a:custGeom>
              <a:avLst/>
              <a:gdLst/>
              <a:ahLst/>
              <a:cxnLst>
                <a:cxn ang="0">
                  <a:pos x="wd2" y="hd2"/>
                </a:cxn>
                <a:cxn ang="5400000">
                  <a:pos x="wd2" y="hd2"/>
                </a:cxn>
                <a:cxn ang="10800000">
                  <a:pos x="wd2" y="hd2"/>
                </a:cxn>
                <a:cxn ang="16200000">
                  <a:pos x="wd2" y="hd2"/>
                </a:cxn>
              </a:cxnLst>
              <a:rect l="0" t="0" r="r" b="b"/>
              <a:pathLst>
                <a:path w="21600" h="20541" fill="norm" stroke="1" extrusionOk="0">
                  <a:moveTo>
                    <a:pt x="450" y="5568"/>
                  </a:moveTo>
                  <a:cubicBezTo>
                    <a:pt x="450" y="6083"/>
                    <a:pt x="0" y="7111"/>
                    <a:pt x="0" y="7626"/>
                  </a:cubicBezTo>
                  <a:cubicBezTo>
                    <a:pt x="450" y="8140"/>
                    <a:pt x="900" y="9168"/>
                    <a:pt x="900" y="9683"/>
                  </a:cubicBezTo>
                  <a:cubicBezTo>
                    <a:pt x="900" y="10711"/>
                    <a:pt x="1350" y="12254"/>
                    <a:pt x="1800" y="13283"/>
                  </a:cubicBezTo>
                  <a:cubicBezTo>
                    <a:pt x="2250" y="14826"/>
                    <a:pt x="3600" y="14311"/>
                    <a:pt x="4050" y="15340"/>
                  </a:cubicBezTo>
                  <a:cubicBezTo>
                    <a:pt x="4050" y="15340"/>
                    <a:pt x="4050" y="16368"/>
                    <a:pt x="4500" y="16368"/>
                  </a:cubicBezTo>
                  <a:cubicBezTo>
                    <a:pt x="4950" y="16883"/>
                    <a:pt x="5400" y="15854"/>
                    <a:pt x="5850" y="15854"/>
                  </a:cubicBezTo>
                  <a:cubicBezTo>
                    <a:pt x="6750" y="15340"/>
                    <a:pt x="8550" y="17397"/>
                    <a:pt x="9450" y="17911"/>
                  </a:cubicBezTo>
                  <a:cubicBezTo>
                    <a:pt x="9900" y="18426"/>
                    <a:pt x="10350" y="19454"/>
                    <a:pt x="11250" y="18426"/>
                  </a:cubicBezTo>
                  <a:cubicBezTo>
                    <a:pt x="11700" y="17911"/>
                    <a:pt x="13950" y="18426"/>
                    <a:pt x="14850" y="18426"/>
                  </a:cubicBezTo>
                  <a:cubicBezTo>
                    <a:pt x="16200" y="18426"/>
                    <a:pt x="16650" y="19454"/>
                    <a:pt x="17550" y="20483"/>
                  </a:cubicBezTo>
                  <a:cubicBezTo>
                    <a:pt x="18000" y="20997"/>
                    <a:pt x="18000" y="17911"/>
                    <a:pt x="18450" y="17397"/>
                  </a:cubicBezTo>
                  <a:cubicBezTo>
                    <a:pt x="18900" y="16883"/>
                    <a:pt x="19350" y="16368"/>
                    <a:pt x="19800" y="15854"/>
                  </a:cubicBezTo>
                  <a:cubicBezTo>
                    <a:pt x="20250" y="15854"/>
                    <a:pt x="21600" y="15854"/>
                    <a:pt x="21600" y="15340"/>
                  </a:cubicBezTo>
                  <a:cubicBezTo>
                    <a:pt x="21150" y="13797"/>
                    <a:pt x="21150" y="13283"/>
                    <a:pt x="20250" y="12768"/>
                  </a:cubicBezTo>
                  <a:cubicBezTo>
                    <a:pt x="19350" y="11740"/>
                    <a:pt x="20700" y="10197"/>
                    <a:pt x="19800" y="9168"/>
                  </a:cubicBezTo>
                  <a:cubicBezTo>
                    <a:pt x="18900" y="8654"/>
                    <a:pt x="21150" y="6597"/>
                    <a:pt x="20700" y="5568"/>
                  </a:cubicBezTo>
                  <a:cubicBezTo>
                    <a:pt x="20250" y="4540"/>
                    <a:pt x="19800" y="4026"/>
                    <a:pt x="19800" y="2997"/>
                  </a:cubicBezTo>
                  <a:cubicBezTo>
                    <a:pt x="19800" y="2483"/>
                    <a:pt x="19800" y="1968"/>
                    <a:pt x="18900" y="1968"/>
                  </a:cubicBezTo>
                  <a:cubicBezTo>
                    <a:pt x="16650" y="940"/>
                    <a:pt x="13500" y="2483"/>
                    <a:pt x="11250" y="1454"/>
                  </a:cubicBezTo>
                  <a:cubicBezTo>
                    <a:pt x="11250" y="2997"/>
                    <a:pt x="9450" y="426"/>
                    <a:pt x="9000" y="426"/>
                  </a:cubicBezTo>
                  <a:cubicBezTo>
                    <a:pt x="7650" y="-603"/>
                    <a:pt x="6750" y="426"/>
                    <a:pt x="5850" y="1454"/>
                  </a:cubicBezTo>
                  <a:cubicBezTo>
                    <a:pt x="4500" y="1968"/>
                    <a:pt x="3600" y="2483"/>
                    <a:pt x="2700" y="2483"/>
                  </a:cubicBezTo>
                  <a:cubicBezTo>
                    <a:pt x="2250" y="2997"/>
                    <a:pt x="1350" y="2997"/>
                    <a:pt x="900" y="2997"/>
                  </a:cubicBezTo>
                  <a:cubicBezTo>
                    <a:pt x="450" y="3511"/>
                    <a:pt x="1350" y="4026"/>
                    <a:pt x="450" y="4026"/>
                  </a:cubicBezTo>
                  <a:cubicBezTo>
                    <a:pt x="450" y="4540"/>
                    <a:pt x="450" y="5054"/>
                    <a:pt x="450" y="5568"/>
                  </a:cubicBezTo>
                  <a:cubicBezTo>
                    <a:pt x="450" y="6597"/>
                    <a:pt x="450" y="5568"/>
                    <a:pt x="450" y="556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1" name="Shape 5491"/>
            <p:cNvSpPr/>
            <p:nvPr/>
          </p:nvSpPr>
          <p:spPr>
            <a:xfrm>
              <a:off x="8753589" y="2854250"/>
              <a:ext cx="430051" cy="2803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43" y="9360"/>
                  </a:moveTo>
                  <a:cubicBezTo>
                    <a:pt x="18313" y="7200"/>
                    <a:pt x="16904" y="5760"/>
                    <a:pt x="16435" y="4320"/>
                  </a:cubicBezTo>
                  <a:cubicBezTo>
                    <a:pt x="15496" y="3600"/>
                    <a:pt x="15026" y="1440"/>
                    <a:pt x="15026" y="0"/>
                  </a:cubicBezTo>
                  <a:cubicBezTo>
                    <a:pt x="13617" y="720"/>
                    <a:pt x="12209" y="2880"/>
                    <a:pt x="10330" y="2880"/>
                  </a:cubicBezTo>
                  <a:cubicBezTo>
                    <a:pt x="9861" y="2880"/>
                    <a:pt x="8922" y="2160"/>
                    <a:pt x="8452" y="2160"/>
                  </a:cubicBezTo>
                  <a:cubicBezTo>
                    <a:pt x="7513" y="2160"/>
                    <a:pt x="6574" y="2160"/>
                    <a:pt x="5635" y="2160"/>
                  </a:cubicBezTo>
                  <a:cubicBezTo>
                    <a:pt x="5635" y="2160"/>
                    <a:pt x="4226" y="4320"/>
                    <a:pt x="3757" y="4320"/>
                  </a:cubicBezTo>
                  <a:cubicBezTo>
                    <a:pt x="3287" y="6480"/>
                    <a:pt x="2348" y="7920"/>
                    <a:pt x="1878" y="10080"/>
                  </a:cubicBezTo>
                  <a:cubicBezTo>
                    <a:pt x="1409" y="10080"/>
                    <a:pt x="470" y="10080"/>
                    <a:pt x="0" y="10800"/>
                  </a:cubicBezTo>
                  <a:cubicBezTo>
                    <a:pt x="0" y="11520"/>
                    <a:pt x="1409" y="12240"/>
                    <a:pt x="1409" y="12960"/>
                  </a:cubicBezTo>
                  <a:cubicBezTo>
                    <a:pt x="1409" y="14400"/>
                    <a:pt x="1878" y="14400"/>
                    <a:pt x="2348" y="15840"/>
                  </a:cubicBezTo>
                  <a:cubicBezTo>
                    <a:pt x="2348" y="17280"/>
                    <a:pt x="2817" y="17280"/>
                    <a:pt x="3757" y="17280"/>
                  </a:cubicBezTo>
                  <a:cubicBezTo>
                    <a:pt x="4226" y="17280"/>
                    <a:pt x="5165" y="17280"/>
                    <a:pt x="5165" y="18000"/>
                  </a:cubicBezTo>
                  <a:cubicBezTo>
                    <a:pt x="5165" y="18720"/>
                    <a:pt x="5165" y="19440"/>
                    <a:pt x="5165" y="20160"/>
                  </a:cubicBezTo>
                  <a:cubicBezTo>
                    <a:pt x="6104" y="21600"/>
                    <a:pt x="8452" y="21600"/>
                    <a:pt x="9861" y="21600"/>
                  </a:cubicBezTo>
                  <a:cubicBezTo>
                    <a:pt x="11270" y="21600"/>
                    <a:pt x="12209" y="21600"/>
                    <a:pt x="13148" y="20160"/>
                  </a:cubicBezTo>
                  <a:cubicBezTo>
                    <a:pt x="15026" y="18720"/>
                    <a:pt x="16904" y="20160"/>
                    <a:pt x="18783" y="21600"/>
                  </a:cubicBezTo>
                  <a:cubicBezTo>
                    <a:pt x="18783" y="20160"/>
                    <a:pt x="18783" y="18000"/>
                    <a:pt x="19252" y="16560"/>
                  </a:cubicBezTo>
                  <a:cubicBezTo>
                    <a:pt x="19722" y="15840"/>
                    <a:pt x="21130" y="17280"/>
                    <a:pt x="21600" y="14400"/>
                  </a:cubicBezTo>
                  <a:cubicBezTo>
                    <a:pt x="20191" y="12960"/>
                    <a:pt x="19722" y="14400"/>
                    <a:pt x="18313" y="14400"/>
                  </a:cubicBezTo>
                  <a:cubicBezTo>
                    <a:pt x="17374" y="13680"/>
                    <a:pt x="17374" y="10080"/>
                    <a:pt x="17843" y="9360"/>
                  </a:cubicBezTo>
                  <a:cubicBezTo>
                    <a:pt x="18313" y="7920"/>
                    <a:pt x="17374" y="10800"/>
                    <a:pt x="17843" y="93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2" name="Shape 5492"/>
            <p:cNvSpPr/>
            <p:nvPr/>
          </p:nvSpPr>
          <p:spPr>
            <a:xfrm>
              <a:off x="9053032" y="2852171"/>
              <a:ext cx="140790" cy="180472"/>
            </a:xfrm>
            <a:custGeom>
              <a:avLst/>
              <a:gdLst/>
              <a:ahLst/>
              <a:cxnLst>
                <a:cxn ang="0">
                  <a:pos x="wd2" y="hd2"/>
                </a:cxn>
                <a:cxn ang="5400000">
                  <a:pos x="wd2" y="hd2"/>
                </a:cxn>
                <a:cxn ang="10800000">
                  <a:pos x="wd2" y="hd2"/>
                </a:cxn>
                <a:cxn ang="16200000">
                  <a:pos x="wd2" y="hd2"/>
                </a:cxn>
              </a:cxnLst>
              <a:rect l="0" t="0" r="r" b="b"/>
              <a:pathLst>
                <a:path w="19482" h="20740" fill="norm" stroke="1" extrusionOk="0">
                  <a:moveTo>
                    <a:pt x="17788" y="9940"/>
                  </a:moveTo>
                  <a:cubicBezTo>
                    <a:pt x="15247" y="7780"/>
                    <a:pt x="13976" y="3460"/>
                    <a:pt x="11435" y="2380"/>
                  </a:cubicBezTo>
                  <a:cubicBezTo>
                    <a:pt x="10165" y="2380"/>
                    <a:pt x="0" y="-860"/>
                    <a:pt x="0" y="220"/>
                  </a:cubicBezTo>
                  <a:cubicBezTo>
                    <a:pt x="1271" y="4540"/>
                    <a:pt x="3812" y="6700"/>
                    <a:pt x="6353" y="9940"/>
                  </a:cubicBezTo>
                  <a:cubicBezTo>
                    <a:pt x="8894" y="13180"/>
                    <a:pt x="5082" y="17500"/>
                    <a:pt x="8894" y="20740"/>
                  </a:cubicBezTo>
                  <a:cubicBezTo>
                    <a:pt x="10165" y="19660"/>
                    <a:pt x="11435" y="16420"/>
                    <a:pt x="12706" y="14260"/>
                  </a:cubicBezTo>
                  <a:cubicBezTo>
                    <a:pt x="15247" y="13180"/>
                    <a:pt x="16518" y="14260"/>
                    <a:pt x="17788" y="14260"/>
                  </a:cubicBezTo>
                  <a:cubicBezTo>
                    <a:pt x="21600" y="14260"/>
                    <a:pt x="17788" y="9940"/>
                    <a:pt x="17788" y="9940"/>
                  </a:cubicBezTo>
                  <a:cubicBezTo>
                    <a:pt x="16518" y="8860"/>
                    <a:pt x="17788" y="9940"/>
                    <a:pt x="17788" y="99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3" name="Shape 5493"/>
            <p:cNvSpPr/>
            <p:nvPr/>
          </p:nvSpPr>
          <p:spPr>
            <a:xfrm>
              <a:off x="9116743" y="2956184"/>
              <a:ext cx="92381" cy="86010"/>
            </a:xfrm>
            <a:custGeom>
              <a:avLst/>
              <a:gdLst/>
              <a:ahLst/>
              <a:cxnLst>
                <a:cxn ang="0">
                  <a:pos x="wd2" y="hd2"/>
                </a:cxn>
                <a:cxn ang="5400000">
                  <a:pos x="wd2" y="hd2"/>
                </a:cxn>
                <a:cxn ang="10800000">
                  <a:pos x="wd2" y="hd2"/>
                </a:cxn>
                <a:cxn ang="16200000">
                  <a:pos x="wd2" y="hd2"/>
                </a:cxn>
              </a:cxnLst>
              <a:rect l="0" t="0" r="r" b="b"/>
              <a:pathLst>
                <a:path w="21600" h="19440" fill="norm" stroke="1" extrusionOk="0">
                  <a:moveTo>
                    <a:pt x="15120" y="17280"/>
                  </a:moveTo>
                  <a:cubicBezTo>
                    <a:pt x="12960" y="15120"/>
                    <a:pt x="12960" y="15120"/>
                    <a:pt x="15120" y="12960"/>
                  </a:cubicBezTo>
                  <a:cubicBezTo>
                    <a:pt x="17280" y="10800"/>
                    <a:pt x="19440" y="8640"/>
                    <a:pt x="21600" y="6480"/>
                  </a:cubicBezTo>
                  <a:cubicBezTo>
                    <a:pt x="21600" y="6480"/>
                    <a:pt x="17280" y="2160"/>
                    <a:pt x="17280" y="0"/>
                  </a:cubicBezTo>
                  <a:cubicBezTo>
                    <a:pt x="17280" y="8640"/>
                    <a:pt x="6480" y="-2160"/>
                    <a:pt x="6480" y="6480"/>
                  </a:cubicBezTo>
                  <a:cubicBezTo>
                    <a:pt x="6480" y="10800"/>
                    <a:pt x="2160" y="15120"/>
                    <a:pt x="0" y="17280"/>
                  </a:cubicBezTo>
                  <a:cubicBezTo>
                    <a:pt x="0" y="19440"/>
                    <a:pt x="4320" y="17280"/>
                    <a:pt x="6480" y="17280"/>
                  </a:cubicBezTo>
                  <a:cubicBezTo>
                    <a:pt x="10800" y="17280"/>
                    <a:pt x="12960" y="17280"/>
                    <a:pt x="15120" y="19440"/>
                  </a:cubicBezTo>
                  <a:cubicBezTo>
                    <a:pt x="15120" y="19440"/>
                    <a:pt x="15120" y="17280"/>
                    <a:pt x="15120" y="17280"/>
                  </a:cubicBezTo>
                  <a:cubicBezTo>
                    <a:pt x="12960" y="15120"/>
                    <a:pt x="15120" y="17280"/>
                    <a:pt x="15120" y="17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4" name="Shape 5494"/>
            <p:cNvSpPr/>
            <p:nvPr/>
          </p:nvSpPr>
          <p:spPr>
            <a:xfrm>
              <a:off x="8844326" y="3096348"/>
              <a:ext cx="275617" cy="171634"/>
            </a:xfrm>
            <a:custGeom>
              <a:avLst/>
              <a:gdLst/>
              <a:ahLst/>
              <a:cxnLst>
                <a:cxn ang="0">
                  <a:pos x="wd2" y="hd2"/>
                </a:cxn>
                <a:cxn ang="5400000">
                  <a:pos x="wd2" y="hd2"/>
                </a:cxn>
                <a:cxn ang="10800000">
                  <a:pos x="wd2" y="hd2"/>
                </a:cxn>
                <a:cxn ang="16200000">
                  <a:pos x="wd2" y="hd2"/>
                </a:cxn>
              </a:cxnLst>
              <a:rect l="0" t="0" r="r" b="b"/>
              <a:pathLst>
                <a:path w="19881" h="20781" fill="norm" stroke="1" extrusionOk="0">
                  <a:moveTo>
                    <a:pt x="10904" y="4547"/>
                  </a:moveTo>
                  <a:cubicBezTo>
                    <a:pt x="8204" y="4547"/>
                    <a:pt x="1454" y="6821"/>
                    <a:pt x="779" y="0"/>
                  </a:cubicBezTo>
                  <a:cubicBezTo>
                    <a:pt x="104" y="2274"/>
                    <a:pt x="-571" y="4547"/>
                    <a:pt x="779" y="5684"/>
                  </a:cubicBezTo>
                  <a:cubicBezTo>
                    <a:pt x="1454" y="6821"/>
                    <a:pt x="2129" y="7958"/>
                    <a:pt x="1454" y="9095"/>
                  </a:cubicBezTo>
                  <a:cubicBezTo>
                    <a:pt x="779" y="10232"/>
                    <a:pt x="104" y="10232"/>
                    <a:pt x="104" y="12505"/>
                  </a:cubicBezTo>
                  <a:cubicBezTo>
                    <a:pt x="779" y="14779"/>
                    <a:pt x="1454" y="15916"/>
                    <a:pt x="1454" y="19326"/>
                  </a:cubicBezTo>
                  <a:cubicBezTo>
                    <a:pt x="2804" y="19326"/>
                    <a:pt x="4154" y="19326"/>
                    <a:pt x="5504" y="19326"/>
                  </a:cubicBezTo>
                  <a:cubicBezTo>
                    <a:pt x="6854" y="19326"/>
                    <a:pt x="8879" y="21600"/>
                    <a:pt x="10229" y="20463"/>
                  </a:cubicBezTo>
                  <a:cubicBezTo>
                    <a:pt x="11579" y="20463"/>
                    <a:pt x="12929" y="18189"/>
                    <a:pt x="13604" y="17053"/>
                  </a:cubicBezTo>
                  <a:cubicBezTo>
                    <a:pt x="14954" y="14779"/>
                    <a:pt x="16304" y="15916"/>
                    <a:pt x="18329" y="15916"/>
                  </a:cubicBezTo>
                  <a:cubicBezTo>
                    <a:pt x="17654" y="13642"/>
                    <a:pt x="17654" y="12505"/>
                    <a:pt x="18329" y="9095"/>
                  </a:cubicBezTo>
                  <a:cubicBezTo>
                    <a:pt x="19004" y="6821"/>
                    <a:pt x="21029" y="4547"/>
                    <a:pt x="19004" y="3411"/>
                  </a:cubicBezTo>
                  <a:cubicBezTo>
                    <a:pt x="17654" y="2274"/>
                    <a:pt x="15629" y="1137"/>
                    <a:pt x="13604" y="2274"/>
                  </a:cubicBezTo>
                  <a:cubicBezTo>
                    <a:pt x="12254" y="2274"/>
                    <a:pt x="11579" y="4547"/>
                    <a:pt x="10904" y="454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5" name="Shape 5495"/>
            <p:cNvSpPr/>
            <p:nvPr/>
          </p:nvSpPr>
          <p:spPr>
            <a:xfrm>
              <a:off x="8555102" y="3051751"/>
              <a:ext cx="154564" cy="140164"/>
            </a:xfrm>
            <a:custGeom>
              <a:avLst/>
              <a:gdLst/>
              <a:ahLst/>
              <a:cxnLst>
                <a:cxn ang="0">
                  <a:pos x="wd2" y="hd2"/>
                </a:cxn>
                <a:cxn ang="5400000">
                  <a:pos x="wd2" y="hd2"/>
                </a:cxn>
                <a:cxn ang="10800000">
                  <a:pos x="wd2" y="hd2"/>
                </a:cxn>
                <a:cxn ang="16200000">
                  <a:pos x="wd2" y="hd2"/>
                </a:cxn>
              </a:cxnLst>
              <a:rect l="0" t="0" r="r" b="b"/>
              <a:pathLst>
                <a:path w="19774" h="21600" fill="norm" stroke="1" extrusionOk="0">
                  <a:moveTo>
                    <a:pt x="10903" y="0"/>
                  </a:moveTo>
                  <a:cubicBezTo>
                    <a:pt x="8503" y="0"/>
                    <a:pt x="-1097" y="0"/>
                    <a:pt x="103" y="2880"/>
                  </a:cubicBezTo>
                  <a:cubicBezTo>
                    <a:pt x="103" y="4320"/>
                    <a:pt x="2503" y="10080"/>
                    <a:pt x="3703" y="11520"/>
                  </a:cubicBezTo>
                  <a:cubicBezTo>
                    <a:pt x="6103" y="15840"/>
                    <a:pt x="10903" y="18720"/>
                    <a:pt x="14503" y="21600"/>
                  </a:cubicBezTo>
                  <a:cubicBezTo>
                    <a:pt x="14503" y="18720"/>
                    <a:pt x="14503" y="15840"/>
                    <a:pt x="16903" y="14400"/>
                  </a:cubicBezTo>
                  <a:cubicBezTo>
                    <a:pt x="19303" y="12960"/>
                    <a:pt x="20503" y="11520"/>
                    <a:pt x="19303" y="8640"/>
                  </a:cubicBezTo>
                  <a:cubicBezTo>
                    <a:pt x="19303" y="5760"/>
                    <a:pt x="19303" y="4320"/>
                    <a:pt x="18103" y="2880"/>
                  </a:cubicBezTo>
                  <a:cubicBezTo>
                    <a:pt x="15703" y="1440"/>
                    <a:pt x="13303" y="0"/>
                    <a:pt x="10903"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6" name="Shape 5496"/>
            <p:cNvSpPr/>
            <p:nvPr/>
          </p:nvSpPr>
          <p:spPr>
            <a:xfrm>
              <a:off x="8667580" y="2991751"/>
              <a:ext cx="201547" cy="244762"/>
            </a:xfrm>
            <a:custGeom>
              <a:avLst/>
              <a:gdLst/>
              <a:ahLst/>
              <a:cxnLst>
                <a:cxn ang="0">
                  <a:pos x="wd2" y="hd2"/>
                </a:cxn>
                <a:cxn ang="5400000">
                  <a:pos x="wd2" y="hd2"/>
                </a:cxn>
                <a:cxn ang="10800000">
                  <a:pos x="wd2" y="hd2"/>
                </a:cxn>
                <a:cxn ang="16200000">
                  <a:pos x="wd2" y="hd2"/>
                </a:cxn>
              </a:cxnLst>
              <a:rect l="0" t="0" r="r" b="b"/>
              <a:pathLst>
                <a:path w="21025" h="21008" fill="norm" stroke="1" extrusionOk="0">
                  <a:moveTo>
                    <a:pt x="20618" y="14608"/>
                  </a:moveTo>
                  <a:cubicBezTo>
                    <a:pt x="21600" y="13808"/>
                    <a:pt x="20618" y="13808"/>
                    <a:pt x="19636" y="13008"/>
                  </a:cubicBezTo>
                  <a:cubicBezTo>
                    <a:pt x="18655" y="12208"/>
                    <a:pt x="18655" y="11408"/>
                    <a:pt x="18655" y="9808"/>
                  </a:cubicBezTo>
                  <a:cubicBezTo>
                    <a:pt x="20618" y="7408"/>
                    <a:pt x="17673" y="7408"/>
                    <a:pt x="14727" y="7408"/>
                  </a:cubicBezTo>
                  <a:cubicBezTo>
                    <a:pt x="13745" y="7408"/>
                    <a:pt x="13745" y="6608"/>
                    <a:pt x="13745" y="5808"/>
                  </a:cubicBezTo>
                  <a:cubicBezTo>
                    <a:pt x="12764" y="4208"/>
                    <a:pt x="11782" y="5008"/>
                    <a:pt x="11782" y="3408"/>
                  </a:cubicBezTo>
                  <a:cubicBezTo>
                    <a:pt x="10800" y="1008"/>
                    <a:pt x="8836" y="-592"/>
                    <a:pt x="4909" y="208"/>
                  </a:cubicBezTo>
                  <a:cubicBezTo>
                    <a:pt x="1964" y="1008"/>
                    <a:pt x="1964" y="1008"/>
                    <a:pt x="1964" y="2608"/>
                  </a:cubicBezTo>
                  <a:cubicBezTo>
                    <a:pt x="2945" y="5008"/>
                    <a:pt x="3927" y="7408"/>
                    <a:pt x="3927" y="10608"/>
                  </a:cubicBezTo>
                  <a:cubicBezTo>
                    <a:pt x="4909" y="13008"/>
                    <a:pt x="1964" y="12208"/>
                    <a:pt x="982" y="14608"/>
                  </a:cubicBezTo>
                  <a:cubicBezTo>
                    <a:pt x="0" y="15408"/>
                    <a:pt x="0" y="17008"/>
                    <a:pt x="0" y="17808"/>
                  </a:cubicBezTo>
                  <a:cubicBezTo>
                    <a:pt x="0" y="19408"/>
                    <a:pt x="2945" y="20208"/>
                    <a:pt x="3927" y="21008"/>
                  </a:cubicBezTo>
                  <a:cubicBezTo>
                    <a:pt x="3927" y="20208"/>
                    <a:pt x="3927" y="17808"/>
                    <a:pt x="5891" y="17808"/>
                  </a:cubicBezTo>
                  <a:cubicBezTo>
                    <a:pt x="7855" y="17808"/>
                    <a:pt x="8836" y="18608"/>
                    <a:pt x="9818" y="20208"/>
                  </a:cubicBezTo>
                  <a:cubicBezTo>
                    <a:pt x="10800" y="20208"/>
                    <a:pt x="17673" y="18608"/>
                    <a:pt x="19636" y="18608"/>
                  </a:cubicBezTo>
                  <a:cubicBezTo>
                    <a:pt x="17673" y="17008"/>
                    <a:pt x="19636" y="16208"/>
                    <a:pt x="20618" y="14608"/>
                  </a:cubicBezTo>
                  <a:cubicBezTo>
                    <a:pt x="21600" y="13808"/>
                    <a:pt x="19636" y="15408"/>
                    <a:pt x="20618" y="1460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7" name="Shape 5497"/>
            <p:cNvSpPr/>
            <p:nvPr/>
          </p:nvSpPr>
          <p:spPr>
            <a:xfrm>
              <a:off x="8571712" y="2843018"/>
              <a:ext cx="298168" cy="170512"/>
            </a:xfrm>
            <a:custGeom>
              <a:avLst/>
              <a:gdLst/>
              <a:ahLst/>
              <a:cxnLst>
                <a:cxn ang="0">
                  <a:pos x="wd2" y="hd2"/>
                </a:cxn>
                <a:cxn ang="5400000">
                  <a:pos x="wd2" y="hd2"/>
                </a:cxn>
                <a:cxn ang="10800000">
                  <a:pos x="wd2" y="hd2"/>
                </a:cxn>
                <a:cxn ang="16200000">
                  <a:pos x="wd2" y="hd2"/>
                </a:cxn>
              </a:cxnLst>
              <a:rect l="0" t="0" r="r" b="b"/>
              <a:pathLst>
                <a:path w="19629" h="20646" fill="norm" stroke="1" extrusionOk="0">
                  <a:moveTo>
                    <a:pt x="17485" y="2457"/>
                  </a:moveTo>
                  <a:cubicBezTo>
                    <a:pt x="17485" y="1320"/>
                    <a:pt x="14400" y="1320"/>
                    <a:pt x="13782" y="183"/>
                  </a:cubicBezTo>
                  <a:cubicBezTo>
                    <a:pt x="11314" y="-954"/>
                    <a:pt x="12548" y="3593"/>
                    <a:pt x="10697" y="3593"/>
                  </a:cubicBezTo>
                  <a:cubicBezTo>
                    <a:pt x="10080" y="2457"/>
                    <a:pt x="9462" y="3593"/>
                    <a:pt x="8228" y="3593"/>
                  </a:cubicBezTo>
                  <a:cubicBezTo>
                    <a:pt x="7611" y="3593"/>
                    <a:pt x="7611" y="5867"/>
                    <a:pt x="6994" y="5867"/>
                  </a:cubicBezTo>
                  <a:cubicBezTo>
                    <a:pt x="4525" y="8141"/>
                    <a:pt x="3291" y="5867"/>
                    <a:pt x="2057" y="3593"/>
                  </a:cubicBezTo>
                  <a:cubicBezTo>
                    <a:pt x="2057" y="4730"/>
                    <a:pt x="2057" y="5867"/>
                    <a:pt x="2057" y="7004"/>
                  </a:cubicBezTo>
                  <a:cubicBezTo>
                    <a:pt x="1440" y="8141"/>
                    <a:pt x="822" y="5867"/>
                    <a:pt x="822" y="8141"/>
                  </a:cubicBezTo>
                  <a:cubicBezTo>
                    <a:pt x="822" y="11551"/>
                    <a:pt x="-1029" y="13825"/>
                    <a:pt x="822" y="16099"/>
                  </a:cubicBezTo>
                  <a:cubicBezTo>
                    <a:pt x="2057" y="18372"/>
                    <a:pt x="3908" y="20646"/>
                    <a:pt x="5760" y="20646"/>
                  </a:cubicBezTo>
                  <a:cubicBezTo>
                    <a:pt x="8228" y="20646"/>
                    <a:pt x="9462" y="17235"/>
                    <a:pt x="11931" y="18372"/>
                  </a:cubicBezTo>
                  <a:cubicBezTo>
                    <a:pt x="11931" y="17235"/>
                    <a:pt x="13782" y="17235"/>
                    <a:pt x="14400" y="16099"/>
                  </a:cubicBezTo>
                  <a:cubicBezTo>
                    <a:pt x="15017" y="13825"/>
                    <a:pt x="15634" y="11551"/>
                    <a:pt x="16868" y="9278"/>
                  </a:cubicBezTo>
                  <a:cubicBezTo>
                    <a:pt x="17485" y="7004"/>
                    <a:pt x="18102" y="7004"/>
                    <a:pt x="19337" y="5867"/>
                  </a:cubicBezTo>
                  <a:cubicBezTo>
                    <a:pt x="20571" y="3593"/>
                    <a:pt x="17485" y="3593"/>
                    <a:pt x="17485" y="2457"/>
                  </a:cubicBezTo>
                  <a:cubicBezTo>
                    <a:pt x="17485" y="2457"/>
                    <a:pt x="17485" y="3593"/>
                    <a:pt x="17485" y="245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8" name="Shape 5498"/>
            <p:cNvSpPr/>
            <p:nvPr/>
          </p:nvSpPr>
          <p:spPr>
            <a:xfrm>
              <a:off x="8748707" y="3236514"/>
              <a:ext cx="285213" cy="291004"/>
            </a:xfrm>
            <a:custGeom>
              <a:avLst/>
              <a:gdLst/>
              <a:ahLst/>
              <a:cxnLst>
                <a:cxn ang="0">
                  <a:pos x="wd2" y="hd2"/>
                </a:cxn>
                <a:cxn ang="5400000">
                  <a:pos x="wd2" y="hd2"/>
                </a:cxn>
                <a:cxn ang="10800000">
                  <a:pos x="wd2" y="hd2"/>
                </a:cxn>
                <a:cxn ang="16200000">
                  <a:pos x="wd2" y="hd2"/>
                </a:cxn>
              </a:cxnLst>
              <a:rect l="0" t="0" r="r" b="b"/>
              <a:pathLst>
                <a:path w="21252" h="20991" fill="norm" stroke="1" extrusionOk="0">
                  <a:moveTo>
                    <a:pt x="21252" y="0"/>
                  </a:moveTo>
                  <a:cubicBezTo>
                    <a:pt x="19162" y="1350"/>
                    <a:pt x="18465" y="2700"/>
                    <a:pt x="15678" y="2025"/>
                  </a:cubicBezTo>
                  <a:cubicBezTo>
                    <a:pt x="14284" y="1350"/>
                    <a:pt x="10104" y="675"/>
                    <a:pt x="8710" y="1350"/>
                  </a:cubicBezTo>
                  <a:cubicBezTo>
                    <a:pt x="8710" y="3375"/>
                    <a:pt x="6620" y="2025"/>
                    <a:pt x="5923" y="2700"/>
                  </a:cubicBezTo>
                  <a:cubicBezTo>
                    <a:pt x="5226" y="3375"/>
                    <a:pt x="4529" y="3375"/>
                    <a:pt x="3833" y="3375"/>
                  </a:cubicBezTo>
                  <a:cubicBezTo>
                    <a:pt x="2439" y="4050"/>
                    <a:pt x="2439" y="4725"/>
                    <a:pt x="2439" y="5400"/>
                  </a:cubicBezTo>
                  <a:cubicBezTo>
                    <a:pt x="1742" y="6075"/>
                    <a:pt x="1742" y="6750"/>
                    <a:pt x="1046" y="7425"/>
                  </a:cubicBezTo>
                  <a:cubicBezTo>
                    <a:pt x="-348" y="8775"/>
                    <a:pt x="-348" y="8775"/>
                    <a:pt x="1046" y="10125"/>
                  </a:cubicBezTo>
                  <a:cubicBezTo>
                    <a:pt x="1742" y="10800"/>
                    <a:pt x="2439" y="10800"/>
                    <a:pt x="2439" y="11475"/>
                  </a:cubicBezTo>
                  <a:cubicBezTo>
                    <a:pt x="2439" y="12825"/>
                    <a:pt x="2439" y="13500"/>
                    <a:pt x="3136" y="14850"/>
                  </a:cubicBezTo>
                  <a:cubicBezTo>
                    <a:pt x="3136" y="15525"/>
                    <a:pt x="3136" y="16200"/>
                    <a:pt x="3833" y="16875"/>
                  </a:cubicBezTo>
                  <a:cubicBezTo>
                    <a:pt x="5226" y="17550"/>
                    <a:pt x="3833" y="18225"/>
                    <a:pt x="4529" y="18900"/>
                  </a:cubicBezTo>
                  <a:cubicBezTo>
                    <a:pt x="4529" y="20250"/>
                    <a:pt x="5226" y="19575"/>
                    <a:pt x="5226" y="19575"/>
                  </a:cubicBezTo>
                  <a:cubicBezTo>
                    <a:pt x="6620" y="19575"/>
                    <a:pt x="6620" y="20250"/>
                    <a:pt x="6620" y="20925"/>
                  </a:cubicBezTo>
                  <a:cubicBezTo>
                    <a:pt x="7317" y="20925"/>
                    <a:pt x="8013" y="20250"/>
                    <a:pt x="8013" y="20250"/>
                  </a:cubicBezTo>
                  <a:cubicBezTo>
                    <a:pt x="8710" y="19575"/>
                    <a:pt x="8710" y="20925"/>
                    <a:pt x="8710" y="20925"/>
                  </a:cubicBezTo>
                  <a:cubicBezTo>
                    <a:pt x="9407" y="21600"/>
                    <a:pt x="8710" y="16875"/>
                    <a:pt x="8710" y="17550"/>
                  </a:cubicBezTo>
                  <a:cubicBezTo>
                    <a:pt x="8710" y="16875"/>
                    <a:pt x="10800" y="17550"/>
                    <a:pt x="11497" y="17550"/>
                  </a:cubicBezTo>
                  <a:cubicBezTo>
                    <a:pt x="11497" y="16875"/>
                    <a:pt x="9407" y="16200"/>
                    <a:pt x="9407" y="15525"/>
                  </a:cubicBezTo>
                  <a:cubicBezTo>
                    <a:pt x="10104" y="14175"/>
                    <a:pt x="11497" y="15525"/>
                    <a:pt x="11497" y="16200"/>
                  </a:cubicBezTo>
                  <a:cubicBezTo>
                    <a:pt x="12891" y="16875"/>
                    <a:pt x="12194" y="15525"/>
                    <a:pt x="12194" y="14850"/>
                  </a:cubicBezTo>
                  <a:cubicBezTo>
                    <a:pt x="12194" y="14175"/>
                    <a:pt x="14284" y="15525"/>
                    <a:pt x="14284" y="15525"/>
                  </a:cubicBezTo>
                  <a:cubicBezTo>
                    <a:pt x="14284" y="14850"/>
                    <a:pt x="12891" y="12825"/>
                    <a:pt x="12891" y="12825"/>
                  </a:cubicBezTo>
                  <a:cubicBezTo>
                    <a:pt x="12194" y="12150"/>
                    <a:pt x="10800" y="12150"/>
                    <a:pt x="10104" y="11475"/>
                  </a:cubicBezTo>
                  <a:cubicBezTo>
                    <a:pt x="10104" y="11475"/>
                    <a:pt x="10104" y="10125"/>
                    <a:pt x="10104" y="10800"/>
                  </a:cubicBezTo>
                  <a:cubicBezTo>
                    <a:pt x="9407" y="9450"/>
                    <a:pt x="7317" y="8100"/>
                    <a:pt x="7317" y="6750"/>
                  </a:cubicBezTo>
                  <a:cubicBezTo>
                    <a:pt x="8013" y="4050"/>
                    <a:pt x="10104" y="6750"/>
                    <a:pt x="10800" y="7425"/>
                  </a:cubicBezTo>
                  <a:cubicBezTo>
                    <a:pt x="10800" y="7425"/>
                    <a:pt x="10800" y="6750"/>
                    <a:pt x="10800" y="6750"/>
                  </a:cubicBezTo>
                  <a:cubicBezTo>
                    <a:pt x="11497" y="6075"/>
                    <a:pt x="12194" y="6750"/>
                    <a:pt x="12194" y="7425"/>
                  </a:cubicBezTo>
                  <a:cubicBezTo>
                    <a:pt x="12194" y="7425"/>
                    <a:pt x="11497" y="6075"/>
                    <a:pt x="11497" y="6075"/>
                  </a:cubicBezTo>
                  <a:cubicBezTo>
                    <a:pt x="12194" y="6075"/>
                    <a:pt x="13587" y="6750"/>
                    <a:pt x="14284" y="6750"/>
                  </a:cubicBezTo>
                  <a:cubicBezTo>
                    <a:pt x="14284" y="6075"/>
                    <a:pt x="11497" y="6075"/>
                    <a:pt x="11497" y="4725"/>
                  </a:cubicBezTo>
                  <a:cubicBezTo>
                    <a:pt x="11497" y="4725"/>
                    <a:pt x="14284" y="3375"/>
                    <a:pt x="14981" y="3375"/>
                  </a:cubicBezTo>
                  <a:cubicBezTo>
                    <a:pt x="14981" y="3375"/>
                    <a:pt x="14284" y="4725"/>
                    <a:pt x="14284" y="4725"/>
                  </a:cubicBezTo>
                  <a:cubicBezTo>
                    <a:pt x="14284" y="4725"/>
                    <a:pt x="16375" y="3375"/>
                    <a:pt x="17071" y="3375"/>
                  </a:cubicBezTo>
                  <a:cubicBezTo>
                    <a:pt x="17768" y="3375"/>
                    <a:pt x="18465" y="4050"/>
                    <a:pt x="19858" y="4725"/>
                  </a:cubicBezTo>
                  <a:cubicBezTo>
                    <a:pt x="20555" y="3375"/>
                    <a:pt x="21252" y="1350"/>
                    <a:pt x="21252"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499" name="Shape 5499"/>
            <p:cNvSpPr/>
            <p:nvPr/>
          </p:nvSpPr>
          <p:spPr>
            <a:xfrm>
              <a:off x="9011977" y="3224994"/>
              <a:ext cx="133436" cy="85661"/>
            </a:xfrm>
            <a:custGeom>
              <a:avLst/>
              <a:gdLst/>
              <a:ahLst/>
              <a:cxnLst>
                <a:cxn ang="0">
                  <a:pos x="wd2" y="hd2"/>
                </a:cxn>
                <a:cxn ang="5400000">
                  <a:pos x="wd2" y="hd2"/>
                </a:cxn>
                <a:cxn ang="10800000">
                  <a:pos x="wd2" y="hd2"/>
                </a:cxn>
                <a:cxn ang="16200000">
                  <a:pos x="wd2" y="hd2"/>
                </a:cxn>
              </a:cxnLst>
              <a:rect l="0" t="0" r="r" b="b"/>
              <a:pathLst>
                <a:path w="20563" h="20029" fill="norm" stroke="1" extrusionOk="0">
                  <a:moveTo>
                    <a:pt x="20563" y="11929"/>
                  </a:moveTo>
                  <a:cubicBezTo>
                    <a:pt x="17683" y="7609"/>
                    <a:pt x="13363" y="7609"/>
                    <a:pt x="13363" y="1129"/>
                  </a:cubicBezTo>
                  <a:cubicBezTo>
                    <a:pt x="6163" y="-1031"/>
                    <a:pt x="4723" y="-1031"/>
                    <a:pt x="1843" y="9769"/>
                  </a:cubicBezTo>
                  <a:cubicBezTo>
                    <a:pt x="1843" y="11929"/>
                    <a:pt x="-1037" y="18409"/>
                    <a:pt x="403" y="18409"/>
                  </a:cubicBezTo>
                  <a:cubicBezTo>
                    <a:pt x="3283" y="20569"/>
                    <a:pt x="6163" y="20569"/>
                    <a:pt x="7603" y="18409"/>
                  </a:cubicBezTo>
                  <a:cubicBezTo>
                    <a:pt x="10483" y="16249"/>
                    <a:pt x="11923" y="14089"/>
                    <a:pt x="14803" y="14089"/>
                  </a:cubicBezTo>
                  <a:cubicBezTo>
                    <a:pt x="14803" y="14089"/>
                    <a:pt x="20563" y="14089"/>
                    <a:pt x="20563" y="11929"/>
                  </a:cubicBezTo>
                  <a:cubicBezTo>
                    <a:pt x="19123" y="11929"/>
                    <a:pt x="20563" y="14089"/>
                    <a:pt x="20563" y="119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0" name="Shape 5500"/>
            <p:cNvSpPr/>
            <p:nvPr/>
          </p:nvSpPr>
          <p:spPr>
            <a:xfrm>
              <a:off x="8705809" y="3200385"/>
              <a:ext cx="72296" cy="160370"/>
            </a:xfrm>
            <a:custGeom>
              <a:avLst/>
              <a:gdLst/>
              <a:ahLst/>
              <a:cxnLst>
                <a:cxn ang="0">
                  <a:pos x="wd2" y="hd2"/>
                </a:cxn>
                <a:cxn ang="5400000">
                  <a:pos x="wd2" y="hd2"/>
                </a:cxn>
                <a:cxn ang="10800000">
                  <a:pos x="wd2" y="hd2"/>
                </a:cxn>
                <a:cxn ang="16200000">
                  <a:pos x="wd2" y="hd2"/>
                </a:cxn>
              </a:cxnLst>
              <a:rect l="0" t="0" r="r" b="b"/>
              <a:pathLst>
                <a:path w="18854" h="20517" fill="norm" stroke="1" extrusionOk="0">
                  <a:moveTo>
                    <a:pt x="14400" y="18117"/>
                  </a:moveTo>
                  <a:cubicBezTo>
                    <a:pt x="16800" y="15717"/>
                    <a:pt x="21600" y="13317"/>
                    <a:pt x="16800" y="12117"/>
                  </a:cubicBezTo>
                  <a:cubicBezTo>
                    <a:pt x="14400" y="10917"/>
                    <a:pt x="12000" y="8517"/>
                    <a:pt x="14400" y="6117"/>
                  </a:cubicBezTo>
                  <a:cubicBezTo>
                    <a:pt x="14400" y="6117"/>
                    <a:pt x="16800" y="3717"/>
                    <a:pt x="16800" y="3717"/>
                  </a:cubicBezTo>
                  <a:cubicBezTo>
                    <a:pt x="14400" y="2517"/>
                    <a:pt x="9600" y="117"/>
                    <a:pt x="7200" y="117"/>
                  </a:cubicBezTo>
                  <a:cubicBezTo>
                    <a:pt x="0" y="-1083"/>
                    <a:pt x="0" y="7317"/>
                    <a:pt x="0" y="9717"/>
                  </a:cubicBezTo>
                  <a:cubicBezTo>
                    <a:pt x="0" y="14517"/>
                    <a:pt x="4800" y="16917"/>
                    <a:pt x="9600" y="20517"/>
                  </a:cubicBezTo>
                  <a:cubicBezTo>
                    <a:pt x="12000" y="19317"/>
                    <a:pt x="14400" y="18117"/>
                    <a:pt x="14400" y="18117"/>
                  </a:cubicBezTo>
                  <a:cubicBezTo>
                    <a:pt x="16800" y="15717"/>
                    <a:pt x="14400" y="18117"/>
                    <a:pt x="14400" y="1811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1" name="Shape 5501"/>
            <p:cNvSpPr/>
            <p:nvPr/>
          </p:nvSpPr>
          <p:spPr>
            <a:xfrm>
              <a:off x="8759233" y="3211030"/>
              <a:ext cx="102865" cy="82828"/>
            </a:xfrm>
            <a:custGeom>
              <a:avLst/>
              <a:gdLst/>
              <a:ahLst/>
              <a:cxnLst>
                <a:cxn ang="0">
                  <a:pos x="wd2" y="hd2"/>
                </a:cxn>
                <a:cxn ang="5400000">
                  <a:pos x="wd2" y="hd2"/>
                </a:cxn>
                <a:cxn ang="10800000">
                  <a:pos x="wd2" y="hd2"/>
                </a:cxn>
                <a:cxn ang="16200000">
                  <a:pos x="wd2" y="hd2"/>
                </a:cxn>
              </a:cxnLst>
              <a:rect l="0" t="0" r="r" b="b"/>
              <a:pathLst>
                <a:path w="18355" h="21600" fill="norm" stroke="1" extrusionOk="0">
                  <a:moveTo>
                    <a:pt x="17270" y="0"/>
                  </a:moveTo>
                  <a:cubicBezTo>
                    <a:pt x="13947" y="0"/>
                    <a:pt x="2316" y="0"/>
                    <a:pt x="2316" y="4800"/>
                  </a:cubicBezTo>
                  <a:cubicBezTo>
                    <a:pt x="-1007" y="9600"/>
                    <a:pt x="-1007" y="19200"/>
                    <a:pt x="3978" y="21600"/>
                  </a:cubicBezTo>
                  <a:cubicBezTo>
                    <a:pt x="5639" y="19200"/>
                    <a:pt x="8962" y="21600"/>
                    <a:pt x="10624" y="19200"/>
                  </a:cubicBezTo>
                  <a:cubicBezTo>
                    <a:pt x="12285" y="19200"/>
                    <a:pt x="13947" y="14400"/>
                    <a:pt x="15608" y="16800"/>
                  </a:cubicBezTo>
                  <a:cubicBezTo>
                    <a:pt x="20593" y="21600"/>
                    <a:pt x="17270" y="2400"/>
                    <a:pt x="17270"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2" name="Shape 5502"/>
            <p:cNvSpPr/>
            <p:nvPr/>
          </p:nvSpPr>
          <p:spPr>
            <a:xfrm>
              <a:off x="9816721" y="3265181"/>
              <a:ext cx="141010" cy="139015"/>
            </a:xfrm>
            <a:custGeom>
              <a:avLst/>
              <a:gdLst/>
              <a:ahLst/>
              <a:cxnLst>
                <a:cxn ang="0">
                  <a:pos x="wd2" y="hd2"/>
                </a:cxn>
                <a:cxn ang="5400000">
                  <a:pos x="wd2" y="hd2"/>
                </a:cxn>
                <a:cxn ang="10800000">
                  <a:pos x="wd2" y="hd2"/>
                </a:cxn>
                <a:cxn ang="16200000">
                  <a:pos x="wd2" y="hd2"/>
                </a:cxn>
              </a:cxnLst>
              <a:rect l="0" t="0" r="r" b="b"/>
              <a:pathLst>
                <a:path w="17073" h="20055" fill="norm" stroke="1" extrusionOk="0">
                  <a:moveTo>
                    <a:pt x="17073" y="18900"/>
                  </a:moveTo>
                  <a:cubicBezTo>
                    <a:pt x="17073" y="16200"/>
                    <a:pt x="17073" y="14850"/>
                    <a:pt x="14799" y="13500"/>
                  </a:cubicBezTo>
                  <a:cubicBezTo>
                    <a:pt x="12526" y="12150"/>
                    <a:pt x="14799" y="10800"/>
                    <a:pt x="13662" y="9450"/>
                  </a:cubicBezTo>
                  <a:cubicBezTo>
                    <a:pt x="12526" y="6750"/>
                    <a:pt x="11389" y="8100"/>
                    <a:pt x="11389" y="4050"/>
                  </a:cubicBezTo>
                  <a:cubicBezTo>
                    <a:pt x="11389" y="4050"/>
                    <a:pt x="7978" y="1350"/>
                    <a:pt x="9115" y="0"/>
                  </a:cubicBezTo>
                  <a:cubicBezTo>
                    <a:pt x="5705" y="0"/>
                    <a:pt x="-4527" y="1350"/>
                    <a:pt x="2294" y="8100"/>
                  </a:cubicBezTo>
                  <a:cubicBezTo>
                    <a:pt x="3431" y="9450"/>
                    <a:pt x="4568" y="10800"/>
                    <a:pt x="5705" y="12150"/>
                  </a:cubicBezTo>
                  <a:cubicBezTo>
                    <a:pt x="6841" y="13500"/>
                    <a:pt x="7978" y="13500"/>
                    <a:pt x="9115" y="14850"/>
                  </a:cubicBezTo>
                  <a:cubicBezTo>
                    <a:pt x="11389" y="14850"/>
                    <a:pt x="13662" y="14850"/>
                    <a:pt x="13662" y="17550"/>
                  </a:cubicBezTo>
                  <a:cubicBezTo>
                    <a:pt x="14799" y="18900"/>
                    <a:pt x="15936" y="21600"/>
                    <a:pt x="17073" y="18900"/>
                  </a:cubicBezTo>
                  <a:cubicBezTo>
                    <a:pt x="17073" y="17550"/>
                    <a:pt x="15936" y="20250"/>
                    <a:pt x="17073" y="189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3" name="Shape 5503"/>
            <p:cNvSpPr/>
            <p:nvPr/>
          </p:nvSpPr>
          <p:spPr>
            <a:xfrm>
              <a:off x="9846233" y="3359452"/>
              <a:ext cx="900556" cy="765827"/>
            </a:xfrm>
            <a:custGeom>
              <a:avLst/>
              <a:gdLst/>
              <a:ahLst/>
              <a:cxnLst>
                <a:cxn ang="0">
                  <a:pos x="wd2" y="hd2"/>
                </a:cxn>
                <a:cxn ang="5400000">
                  <a:pos x="wd2" y="hd2"/>
                </a:cxn>
                <a:cxn ang="10800000">
                  <a:pos x="wd2" y="hd2"/>
                </a:cxn>
                <a:cxn ang="16200000">
                  <a:pos x="wd2" y="hd2"/>
                </a:cxn>
              </a:cxnLst>
              <a:rect l="0" t="0" r="r" b="b"/>
              <a:pathLst>
                <a:path w="21056" h="21109" fill="norm" stroke="1" extrusionOk="0">
                  <a:moveTo>
                    <a:pt x="20727" y="18280"/>
                  </a:moveTo>
                  <a:cubicBezTo>
                    <a:pt x="20291" y="18023"/>
                    <a:pt x="20509" y="17509"/>
                    <a:pt x="20291" y="16995"/>
                  </a:cubicBezTo>
                  <a:cubicBezTo>
                    <a:pt x="20291" y="16738"/>
                    <a:pt x="19855" y="16480"/>
                    <a:pt x="19636" y="16223"/>
                  </a:cubicBezTo>
                  <a:cubicBezTo>
                    <a:pt x="19200" y="15966"/>
                    <a:pt x="18982" y="15452"/>
                    <a:pt x="18764" y="14938"/>
                  </a:cubicBezTo>
                  <a:cubicBezTo>
                    <a:pt x="18327" y="14423"/>
                    <a:pt x="18545" y="14423"/>
                    <a:pt x="18982" y="13652"/>
                  </a:cubicBezTo>
                  <a:cubicBezTo>
                    <a:pt x="19200" y="13395"/>
                    <a:pt x="19636" y="12880"/>
                    <a:pt x="19418" y="12366"/>
                  </a:cubicBezTo>
                  <a:cubicBezTo>
                    <a:pt x="19200" y="12109"/>
                    <a:pt x="18545" y="12109"/>
                    <a:pt x="18327" y="12109"/>
                  </a:cubicBezTo>
                  <a:cubicBezTo>
                    <a:pt x="18109" y="11852"/>
                    <a:pt x="18327" y="11338"/>
                    <a:pt x="18327" y="11338"/>
                  </a:cubicBezTo>
                  <a:cubicBezTo>
                    <a:pt x="18109" y="10823"/>
                    <a:pt x="18109" y="10052"/>
                    <a:pt x="18327" y="9795"/>
                  </a:cubicBezTo>
                  <a:cubicBezTo>
                    <a:pt x="18764" y="9280"/>
                    <a:pt x="18109" y="9023"/>
                    <a:pt x="17891" y="8766"/>
                  </a:cubicBezTo>
                  <a:cubicBezTo>
                    <a:pt x="17891" y="8509"/>
                    <a:pt x="18327" y="7738"/>
                    <a:pt x="18545" y="7480"/>
                  </a:cubicBezTo>
                  <a:cubicBezTo>
                    <a:pt x="18545" y="7223"/>
                    <a:pt x="18982" y="4652"/>
                    <a:pt x="18764" y="4652"/>
                  </a:cubicBezTo>
                  <a:cubicBezTo>
                    <a:pt x="18109" y="4652"/>
                    <a:pt x="17891" y="4652"/>
                    <a:pt x="17236" y="4138"/>
                  </a:cubicBezTo>
                  <a:cubicBezTo>
                    <a:pt x="17018" y="3880"/>
                    <a:pt x="16800" y="3623"/>
                    <a:pt x="16582" y="3366"/>
                  </a:cubicBezTo>
                  <a:cubicBezTo>
                    <a:pt x="16364" y="3109"/>
                    <a:pt x="15709" y="3109"/>
                    <a:pt x="15491" y="2852"/>
                  </a:cubicBezTo>
                  <a:cubicBezTo>
                    <a:pt x="15055" y="2852"/>
                    <a:pt x="14836" y="2852"/>
                    <a:pt x="14400" y="2595"/>
                  </a:cubicBezTo>
                  <a:cubicBezTo>
                    <a:pt x="14182" y="2080"/>
                    <a:pt x="13745" y="2338"/>
                    <a:pt x="13309" y="2338"/>
                  </a:cubicBezTo>
                  <a:cubicBezTo>
                    <a:pt x="13091" y="2595"/>
                    <a:pt x="12655" y="2338"/>
                    <a:pt x="12436" y="2595"/>
                  </a:cubicBezTo>
                  <a:cubicBezTo>
                    <a:pt x="12000" y="2595"/>
                    <a:pt x="11782" y="3109"/>
                    <a:pt x="11564" y="3366"/>
                  </a:cubicBezTo>
                  <a:cubicBezTo>
                    <a:pt x="11345" y="3623"/>
                    <a:pt x="10691" y="3366"/>
                    <a:pt x="10691" y="3880"/>
                  </a:cubicBezTo>
                  <a:cubicBezTo>
                    <a:pt x="10691" y="4395"/>
                    <a:pt x="10473" y="4395"/>
                    <a:pt x="10036" y="4652"/>
                  </a:cubicBezTo>
                  <a:cubicBezTo>
                    <a:pt x="8945" y="4909"/>
                    <a:pt x="8073" y="4909"/>
                    <a:pt x="7200" y="4138"/>
                  </a:cubicBezTo>
                  <a:cubicBezTo>
                    <a:pt x="6982" y="3880"/>
                    <a:pt x="6764" y="3623"/>
                    <a:pt x="6545" y="3623"/>
                  </a:cubicBezTo>
                  <a:cubicBezTo>
                    <a:pt x="6109" y="3109"/>
                    <a:pt x="5891" y="3366"/>
                    <a:pt x="5455" y="3366"/>
                  </a:cubicBezTo>
                  <a:cubicBezTo>
                    <a:pt x="5236" y="3109"/>
                    <a:pt x="5236" y="2338"/>
                    <a:pt x="5236" y="2080"/>
                  </a:cubicBezTo>
                  <a:cubicBezTo>
                    <a:pt x="4582" y="1823"/>
                    <a:pt x="4364" y="1566"/>
                    <a:pt x="4364" y="795"/>
                  </a:cubicBezTo>
                  <a:cubicBezTo>
                    <a:pt x="4364" y="-491"/>
                    <a:pt x="3491" y="280"/>
                    <a:pt x="3055" y="795"/>
                  </a:cubicBezTo>
                  <a:cubicBezTo>
                    <a:pt x="2836" y="1052"/>
                    <a:pt x="2618" y="1309"/>
                    <a:pt x="2400" y="1309"/>
                  </a:cubicBezTo>
                  <a:cubicBezTo>
                    <a:pt x="1964" y="1052"/>
                    <a:pt x="1309" y="1052"/>
                    <a:pt x="1091" y="538"/>
                  </a:cubicBezTo>
                  <a:cubicBezTo>
                    <a:pt x="655" y="23"/>
                    <a:pt x="655" y="-234"/>
                    <a:pt x="218" y="280"/>
                  </a:cubicBezTo>
                  <a:cubicBezTo>
                    <a:pt x="218" y="538"/>
                    <a:pt x="0" y="538"/>
                    <a:pt x="0" y="795"/>
                  </a:cubicBezTo>
                  <a:cubicBezTo>
                    <a:pt x="0" y="1052"/>
                    <a:pt x="0" y="1309"/>
                    <a:pt x="218" y="1566"/>
                  </a:cubicBezTo>
                  <a:cubicBezTo>
                    <a:pt x="218" y="1566"/>
                    <a:pt x="436" y="2080"/>
                    <a:pt x="218" y="2080"/>
                  </a:cubicBezTo>
                  <a:cubicBezTo>
                    <a:pt x="218" y="2338"/>
                    <a:pt x="0" y="2338"/>
                    <a:pt x="218" y="2595"/>
                  </a:cubicBezTo>
                  <a:cubicBezTo>
                    <a:pt x="218" y="2852"/>
                    <a:pt x="655" y="2852"/>
                    <a:pt x="655" y="3109"/>
                  </a:cubicBezTo>
                  <a:cubicBezTo>
                    <a:pt x="655" y="3366"/>
                    <a:pt x="436" y="3623"/>
                    <a:pt x="655" y="3623"/>
                  </a:cubicBezTo>
                  <a:cubicBezTo>
                    <a:pt x="873" y="4138"/>
                    <a:pt x="873" y="4395"/>
                    <a:pt x="1091" y="4909"/>
                  </a:cubicBezTo>
                  <a:cubicBezTo>
                    <a:pt x="1309" y="5166"/>
                    <a:pt x="1309" y="5423"/>
                    <a:pt x="1745" y="5680"/>
                  </a:cubicBezTo>
                  <a:cubicBezTo>
                    <a:pt x="1745" y="5680"/>
                    <a:pt x="2182" y="5938"/>
                    <a:pt x="2182" y="5938"/>
                  </a:cubicBezTo>
                  <a:cubicBezTo>
                    <a:pt x="2400" y="6966"/>
                    <a:pt x="436" y="7995"/>
                    <a:pt x="1745" y="9023"/>
                  </a:cubicBezTo>
                  <a:cubicBezTo>
                    <a:pt x="2182" y="9280"/>
                    <a:pt x="2182" y="9795"/>
                    <a:pt x="2618" y="10052"/>
                  </a:cubicBezTo>
                  <a:cubicBezTo>
                    <a:pt x="3055" y="10566"/>
                    <a:pt x="3491" y="10823"/>
                    <a:pt x="3927" y="11595"/>
                  </a:cubicBezTo>
                  <a:cubicBezTo>
                    <a:pt x="3927" y="11852"/>
                    <a:pt x="3709" y="12109"/>
                    <a:pt x="3709" y="12366"/>
                  </a:cubicBezTo>
                  <a:cubicBezTo>
                    <a:pt x="3927" y="12623"/>
                    <a:pt x="4364" y="12623"/>
                    <a:pt x="4145" y="12880"/>
                  </a:cubicBezTo>
                  <a:cubicBezTo>
                    <a:pt x="4145" y="13652"/>
                    <a:pt x="4582" y="13909"/>
                    <a:pt x="4800" y="14423"/>
                  </a:cubicBezTo>
                  <a:cubicBezTo>
                    <a:pt x="5236" y="14166"/>
                    <a:pt x="5018" y="13909"/>
                    <a:pt x="5236" y="13652"/>
                  </a:cubicBezTo>
                  <a:cubicBezTo>
                    <a:pt x="5236" y="13652"/>
                    <a:pt x="5455" y="13909"/>
                    <a:pt x="5455" y="13909"/>
                  </a:cubicBezTo>
                  <a:cubicBezTo>
                    <a:pt x="5891" y="13909"/>
                    <a:pt x="5455" y="13909"/>
                    <a:pt x="5673" y="14166"/>
                  </a:cubicBezTo>
                  <a:cubicBezTo>
                    <a:pt x="5891" y="14423"/>
                    <a:pt x="6109" y="13652"/>
                    <a:pt x="6545" y="14166"/>
                  </a:cubicBezTo>
                  <a:cubicBezTo>
                    <a:pt x="6982" y="14938"/>
                    <a:pt x="7200" y="15709"/>
                    <a:pt x="7636" y="16480"/>
                  </a:cubicBezTo>
                  <a:cubicBezTo>
                    <a:pt x="8073" y="17252"/>
                    <a:pt x="9164" y="18023"/>
                    <a:pt x="10036" y="18538"/>
                  </a:cubicBezTo>
                  <a:cubicBezTo>
                    <a:pt x="10473" y="18795"/>
                    <a:pt x="10909" y="18795"/>
                    <a:pt x="11345" y="19052"/>
                  </a:cubicBezTo>
                  <a:cubicBezTo>
                    <a:pt x="11564" y="19052"/>
                    <a:pt x="12218" y="18795"/>
                    <a:pt x="12218" y="18795"/>
                  </a:cubicBezTo>
                  <a:cubicBezTo>
                    <a:pt x="12218" y="18795"/>
                    <a:pt x="12218" y="19052"/>
                    <a:pt x="12218" y="19052"/>
                  </a:cubicBezTo>
                  <a:cubicBezTo>
                    <a:pt x="12436" y="19052"/>
                    <a:pt x="13091" y="18538"/>
                    <a:pt x="13309" y="18280"/>
                  </a:cubicBezTo>
                  <a:cubicBezTo>
                    <a:pt x="13309" y="18280"/>
                    <a:pt x="13091" y="18280"/>
                    <a:pt x="13091" y="18280"/>
                  </a:cubicBezTo>
                  <a:cubicBezTo>
                    <a:pt x="13091" y="18023"/>
                    <a:pt x="13527" y="18280"/>
                    <a:pt x="13527" y="18280"/>
                  </a:cubicBezTo>
                  <a:cubicBezTo>
                    <a:pt x="13964" y="18538"/>
                    <a:pt x="13964" y="18795"/>
                    <a:pt x="14182" y="19309"/>
                  </a:cubicBezTo>
                  <a:cubicBezTo>
                    <a:pt x="14400" y="20080"/>
                    <a:pt x="14618" y="20080"/>
                    <a:pt x="15055" y="20338"/>
                  </a:cubicBezTo>
                  <a:cubicBezTo>
                    <a:pt x="16364" y="20595"/>
                    <a:pt x="17891" y="20852"/>
                    <a:pt x="19200" y="21109"/>
                  </a:cubicBezTo>
                  <a:cubicBezTo>
                    <a:pt x="19200" y="20080"/>
                    <a:pt x="19418" y="19823"/>
                    <a:pt x="20073" y="19309"/>
                  </a:cubicBezTo>
                  <a:cubicBezTo>
                    <a:pt x="20509" y="19052"/>
                    <a:pt x="21600" y="18795"/>
                    <a:pt x="20727" y="18280"/>
                  </a:cubicBezTo>
                  <a:cubicBezTo>
                    <a:pt x="20509" y="18023"/>
                    <a:pt x="21164" y="18538"/>
                    <a:pt x="20727" y="182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4" name="Shape 5504"/>
            <p:cNvSpPr/>
            <p:nvPr/>
          </p:nvSpPr>
          <p:spPr>
            <a:xfrm>
              <a:off x="9865347" y="3351193"/>
              <a:ext cx="73270" cy="541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00" y="3600"/>
                  </a:moveTo>
                  <a:cubicBezTo>
                    <a:pt x="5400" y="3600"/>
                    <a:pt x="5400" y="10800"/>
                    <a:pt x="8100" y="14400"/>
                  </a:cubicBezTo>
                  <a:cubicBezTo>
                    <a:pt x="13500" y="14400"/>
                    <a:pt x="16200" y="18000"/>
                    <a:pt x="21600" y="21600"/>
                  </a:cubicBezTo>
                  <a:cubicBezTo>
                    <a:pt x="18900" y="7200"/>
                    <a:pt x="8100" y="3600"/>
                    <a:pt x="0" y="0"/>
                  </a:cubicBezTo>
                  <a:cubicBezTo>
                    <a:pt x="0" y="3600"/>
                    <a:pt x="0" y="3600"/>
                    <a:pt x="2700" y="3600"/>
                  </a:cubicBezTo>
                  <a:cubicBezTo>
                    <a:pt x="5400" y="3600"/>
                    <a:pt x="0" y="3600"/>
                    <a:pt x="2700" y="3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5" name="Shape 5505"/>
            <p:cNvSpPr/>
            <p:nvPr/>
          </p:nvSpPr>
          <p:spPr>
            <a:xfrm>
              <a:off x="9648727" y="3137467"/>
              <a:ext cx="320002" cy="156389"/>
            </a:xfrm>
            <a:custGeom>
              <a:avLst/>
              <a:gdLst/>
              <a:ahLst/>
              <a:cxnLst>
                <a:cxn ang="0">
                  <a:pos x="wd2" y="hd2"/>
                </a:cxn>
                <a:cxn ang="5400000">
                  <a:pos x="wd2" y="hd2"/>
                </a:cxn>
                <a:cxn ang="10800000">
                  <a:pos x="wd2" y="hd2"/>
                </a:cxn>
                <a:cxn ang="16200000">
                  <a:pos x="wd2" y="hd2"/>
                </a:cxn>
              </a:cxnLst>
              <a:rect l="0" t="0" r="r" b="b"/>
              <a:pathLst>
                <a:path w="21066" h="20007" fill="norm" stroke="1" extrusionOk="0">
                  <a:moveTo>
                    <a:pt x="16046" y="16407"/>
                  </a:moveTo>
                  <a:cubicBezTo>
                    <a:pt x="16663" y="15207"/>
                    <a:pt x="17897" y="17607"/>
                    <a:pt x="18514" y="18807"/>
                  </a:cubicBezTo>
                  <a:cubicBezTo>
                    <a:pt x="18514" y="18807"/>
                    <a:pt x="20983" y="18807"/>
                    <a:pt x="20983" y="18807"/>
                  </a:cubicBezTo>
                  <a:cubicBezTo>
                    <a:pt x="21600" y="17607"/>
                    <a:pt x="18514" y="12807"/>
                    <a:pt x="20366" y="12807"/>
                  </a:cubicBezTo>
                  <a:cubicBezTo>
                    <a:pt x="19749" y="11607"/>
                    <a:pt x="18514" y="11607"/>
                    <a:pt x="18514" y="10407"/>
                  </a:cubicBezTo>
                  <a:cubicBezTo>
                    <a:pt x="18514" y="8007"/>
                    <a:pt x="17897" y="6807"/>
                    <a:pt x="16663" y="6807"/>
                  </a:cubicBezTo>
                  <a:cubicBezTo>
                    <a:pt x="14811" y="6807"/>
                    <a:pt x="13577" y="8007"/>
                    <a:pt x="11726" y="5607"/>
                  </a:cubicBezTo>
                  <a:cubicBezTo>
                    <a:pt x="9874" y="4407"/>
                    <a:pt x="8023" y="4407"/>
                    <a:pt x="5554" y="3207"/>
                  </a:cubicBezTo>
                  <a:cubicBezTo>
                    <a:pt x="3703" y="2007"/>
                    <a:pt x="2469" y="-1593"/>
                    <a:pt x="0" y="807"/>
                  </a:cubicBezTo>
                  <a:cubicBezTo>
                    <a:pt x="1851" y="5607"/>
                    <a:pt x="6789" y="6807"/>
                    <a:pt x="4937" y="15207"/>
                  </a:cubicBezTo>
                  <a:cubicBezTo>
                    <a:pt x="6789" y="15207"/>
                    <a:pt x="11109" y="15207"/>
                    <a:pt x="11109" y="20007"/>
                  </a:cubicBezTo>
                  <a:cubicBezTo>
                    <a:pt x="11109" y="16407"/>
                    <a:pt x="14811" y="16407"/>
                    <a:pt x="16046" y="16407"/>
                  </a:cubicBezTo>
                  <a:cubicBezTo>
                    <a:pt x="16663" y="15207"/>
                    <a:pt x="11726" y="16407"/>
                    <a:pt x="16046" y="1640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6" name="Shape 5506"/>
            <p:cNvSpPr/>
            <p:nvPr/>
          </p:nvSpPr>
          <p:spPr>
            <a:xfrm>
              <a:off x="9895617" y="3236514"/>
              <a:ext cx="216056" cy="197507"/>
            </a:xfrm>
            <a:custGeom>
              <a:avLst/>
              <a:gdLst/>
              <a:ahLst/>
              <a:cxnLst>
                <a:cxn ang="0">
                  <a:pos x="wd2" y="hd2"/>
                </a:cxn>
                <a:cxn ang="5400000">
                  <a:pos x="wd2" y="hd2"/>
                </a:cxn>
                <a:cxn ang="10800000">
                  <a:pos x="wd2" y="hd2"/>
                </a:cxn>
                <a:cxn ang="16200000">
                  <a:pos x="wd2" y="hd2"/>
                </a:cxn>
              </a:cxnLst>
              <a:rect l="0" t="0" r="r" b="b"/>
              <a:pathLst>
                <a:path w="18544" h="21600" fill="norm" stroke="1" extrusionOk="0">
                  <a:moveTo>
                    <a:pt x="4622" y="2057"/>
                  </a:moveTo>
                  <a:cubicBezTo>
                    <a:pt x="4622" y="2057"/>
                    <a:pt x="7022" y="4114"/>
                    <a:pt x="6222" y="5143"/>
                  </a:cubicBezTo>
                  <a:cubicBezTo>
                    <a:pt x="6222" y="5143"/>
                    <a:pt x="3822" y="5143"/>
                    <a:pt x="3822" y="5143"/>
                  </a:cubicBezTo>
                  <a:cubicBezTo>
                    <a:pt x="2222" y="5143"/>
                    <a:pt x="2222" y="3086"/>
                    <a:pt x="1422" y="3086"/>
                  </a:cubicBezTo>
                  <a:cubicBezTo>
                    <a:pt x="-1778" y="2057"/>
                    <a:pt x="1422" y="6171"/>
                    <a:pt x="1422" y="7200"/>
                  </a:cubicBezTo>
                  <a:cubicBezTo>
                    <a:pt x="1422" y="10286"/>
                    <a:pt x="3822" y="8229"/>
                    <a:pt x="3022" y="11314"/>
                  </a:cubicBezTo>
                  <a:cubicBezTo>
                    <a:pt x="2222" y="13371"/>
                    <a:pt x="3822" y="13371"/>
                    <a:pt x="4622" y="14400"/>
                  </a:cubicBezTo>
                  <a:cubicBezTo>
                    <a:pt x="5422" y="14400"/>
                    <a:pt x="5422" y="16457"/>
                    <a:pt x="5422" y="17486"/>
                  </a:cubicBezTo>
                  <a:cubicBezTo>
                    <a:pt x="6222" y="16457"/>
                    <a:pt x="9422" y="14400"/>
                    <a:pt x="11022" y="13371"/>
                  </a:cubicBezTo>
                  <a:cubicBezTo>
                    <a:pt x="11822" y="13371"/>
                    <a:pt x="11822" y="15429"/>
                    <a:pt x="11822" y="16457"/>
                  </a:cubicBezTo>
                  <a:cubicBezTo>
                    <a:pt x="11822" y="19543"/>
                    <a:pt x="12622" y="20571"/>
                    <a:pt x="15022" y="21600"/>
                  </a:cubicBezTo>
                  <a:cubicBezTo>
                    <a:pt x="15022" y="20571"/>
                    <a:pt x="15022" y="18514"/>
                    <a:pt x="15022" y="18514"/>
                  </a:cubicBezTo>
                  <a:cubicBezTo>
                    <a:pt x="15822" y="17486"/>
                    <a:pt x="16622" y="17486"/>
                    <a:pt x="16622" y="16457"/>
                  </a:cubicBezTo>
                  <a:cubicBezTo>
                    <a:pt x="17422" y="14400"/>
                    <a:pt x="17422" y="12343"/>
                    <a:pt x="18222" y="11314"/>
                  </a:cubicBezTo>
                  <a:cubicBezTo>
                    <a:pt x="19822" y="8229"/>
                    <a:pt x="15022" y="2057"/>
                    <a:pt x="13422" y="1029"/>
                  </a:cubicBezTo>
                  <a:cubicBezTo>
                    <a:pt x="11822" y="4114"/>
                    <a:pt x="10222" y="4114"/>
                    <a:pt x="7822" y="2057"/>
                  </a:cubicBezTo>
                  <a:cubicBezTo>
                    <a:pt x="7822" y="1029"/>
                    <a:pt x="6222" y="0"/>
                    <a:pt x="5422" y="0"/>
                  </a:cubicBezTo>
                  <a:cubicBezTo>
                    <a:pt x="4622" y="0"/>
                    <a:pt x="4622" y="1029"/>
                    <a:pt x="4622" y="2057"/>
                  </a:cubicBezTo>
                  <a:cubicBezTo>
                    <a:pt x="5422" y="3086"/>
                    <a:pt x="3822" y="0"/>
                    <a:pt x="4622" y="205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7" name="Shape 5507"/>
            <p:cNvSpPr/>
            <p:nvPr/>
          </p:nvSpPr>
          <p:spPr>
            <a:xfrm>
              <a:off x="9957727" y="3865445"/>
              <a:ext cx="82826" cy="84631"/>
            </a:xfrm>
            <a:custGeom>
              <a:avLst/>
              <a:gdLst/>
              <a:ahLst/>
              <a:cxnLst>
                <a:cxn ang="0">
                  <a:pos x="wd2" y="hd2"/>
                </a:cxn>
                <a:cxn ang="5400000">
                  <a:pos x="wd2" y="hd2"/>
                </a:cxn>
                <a:cxn ang="10800000">
                  <a:pos x="wd2" y="hd2"/>
                </a:cxn>
                <a:cxn ang="16200000">
                  <a:pos x="wd2" y="hd2"/>
                </a:cxn>
              </a:cxnLst>
              <a:rect l="0" t="0" r="r" b="b"/>
              <a:pathLst>
                <a:path w="21600" h="19128" fill="norm" stroke="1" extrusionOk="0">
                  <a:moveTo>
                    <a:pt x="7200" y="1848"/>
                  </a:moveTo>
                  <a:cubicBezTo>
                    <a:pt x="2400" y="4008"/>
                    <a:pt x="0" y="8328"/>
                    <a:pt x="0" y="12648"/>
                  </a:cubicBezTo>
                  <a:cubicBezTo>
                    <a:pt x="2400" y="12648"/>
                    <a:pt x="9600" y="12648"/>
                    <a:pt x="9600" y="14808"/>
                  </a:cubicBezTo>
                  <a:cubicBezTo>
                    <a:pt x="14400" y="19128"/>
                    <a:pt x="16800" y="19128"/>
                    <a:pt x="21600" y="19128"/>
                  </a:cubicBezTo>
                  <a:cubicBezTo>
                    <a:pt x="21600" y="19128"/>
                    <a:pt x="16800" y="8328"/>
                    <a:pt x="16800" y="8328"/>
                  </a:cubicBezTo>
                  <a:cubicBezTo>
                    <a:pt x="19200" y="8328"/>
                    <a:pt x="21600" y="8328"/>
                    <a:pt x="19200" y="4008"/>
                  </a:cubicBezTo>
                  <a:cubicBezTo>
                    <a:pt x="14400" y="1848"/>
                    <a:pt x="12000" y="-2472"/>
                    <a:pt x="7200" y="1848"/>
                  </a:cubicBezTo>
                  <a:cubicBezTo>
                    <a:pt x="2400" y="6168"/>
                    <a:pt x="9600" y="-312"/>
                    <a:pt x="7200" y="184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8" name="Shape 5508"/>
            <p:cNvSpPr/>
            <p:nvPr/>
          </p:nvSpPr>
          <p:spPr>
            <a:xfrm>
              <a:off x="9449565" y="3500912"/>
              <a:ext cx="310662" cy="251658"/>
            </a:xfrm>
            <a:custGeom>
              <a:avLst/>
              <a:gdLst/>
              <a:ahLst/>
              <a:cxnLst>
                <a:cxn ang="0">
                  <a:pos x="wd2" y="hd2"/>
                </a:cxn>
                <a:cxn ang="5400000">
                  <a:pos x="wd2" y="hd2"/>
                </a:cxn>
                <a:cxn ang="10800000">
                  <a:pos x="wd2" y="hd2"/>
                </a:cxn>
                <a:cxn ang="16200000">
                  <a:pos x="wd2" y="hd2"/>
                </a:cxn>
              </a:cxnLst>
              <a:rect l="0" t="0" r="r" b="b"/>
              <a:pathLst>
                <a:path w="20652" h="21600" fill="norm" stroke="1" extrusionOk="0">
                  <a:moveTo>
                    <a:pt x="16949" y="8000"/>
                  </a:moveTo>
                  <a:cubicBezTo>
                    <a:pt x="17566" y="7200"/>
                    <a:pt x="18183" y="6400"/>
                    <a:pt x="17566" y="5600"/>
                  </a:cubicBezTo>
                  <a:cubicBezTo>
                    <a:pt x="16949" y="4800"/>
                    <a:pt x="16332" y="4800"/>
                    <a:pt x="16949" y="4000"/>
                  </a:cubicBezTo>
                  <a:cubicBezTo>
                    <a:pt x="18183" y="2400"/>
                    <a:pt x="20652" y="2400"/>
                    <a:pt x="20652" y="0"/>
                  </a:cubicBezTo>
                  <a:cubicBezTo>
                    <a:pt x="18801" y="0"/>
                    <a:pt x="16332" y="0"/>
                    <a:pt x="14481" y="800"/>
                  </a:cubicBezTo>
                  <a:cubicBezTo>
                    <a:pt x="13246" y="800"/>
                    <a:pt x="12012" y="1600"/>
                    <a:pt x="10778" y="1600"/>
                  </a:cubicBezTo>
                  <a:cubicBezTo>
                    <a:pt x="8926" y="1600"/>
                    <a:pt x="8309" y="800"/>
                    <a:pt x="7075" y="1600"/>
                  </a:cubicBezTo>
                  <a:cubicBezTo>
                    <a:pt x="5841" y="2400"/>
                    <a:pt x="5223" y="2400"/>
                    <a:pt x="3989" y="1600"/>
                  </a:cubicBezTo>
                  <a:cubicBezTo>
                    <a:pt x="2755" y="0"/>
                    <a:pt x="3372" y="3200"/>
                    <a:pt x="3372" y="3200"/>
                  </a:cubicBezTo>
                  <a:cubicBezTo>
                    <a:pt x="2755" y="4000"/>
                    <a:pt x="2755" y="4800"/>
                    <a:pt x="2755" y="4800"/>
                  </a:cubicBezTo>
                  <a:cubicBezTo>
                    <a:pt x="2138" y="6400"/>
                    <a:pt x="1521" y="4800"/>
                    <a:pt x="903" y="4800"/>
                  </a:cubicBezTo>
                  <a:cubicBezTo>
                    <a:pt x="286" y="5600"/>
                    <a:pt x="903" y="7200"/>
                    <a:pt x="903" y="8000"/>
                  </a:cubicBezTo>
                  <a:cubicBezTo>
                    <a:pt x="903" y="8800"/>
                    <a:pt x="286" y="10400"/>
                    <a:pt x="1521" y="11200"/>
                  </a:cubicBezTo>
                  <a:cubicBezTo>
                    <a:pt x="4606" y="13600"/>
                    <a:pt x="2138" y="15200"/>
                    <a:pt x="286" y="17600"/>
                  </a:cubicBezTo>
                  <a:cubicBezTo>
                    <a:pt x="-948" y="19200"/>
                    <a:pt x="2138" y="21600"/>
                    <a:pt x="3372" y="21600"/>
                  </a:cubicBezTo>
                  <a:cubicBezTo>
                    <a:pt x="4606" y="21600"/>
                    <a:pt x="5841" y="20000"/>
                    <a:pt x="7075" y="19200"/>
                  </a:cubicBezTo>
                  <a:cubicBezTo>
                    <a:pt x="8926" y="17600"/>
                    <a:pt x="10778" y="16800"/>
                    <a:pt x="12629" y="15200"/>
                  </a:cubicBezTo>
                  <a:cubicBezTo>
                    <a:pt x="13863" y="14400"/>
                    <a:pt x="15098" y="13600"/>
                    <a:pt x="16332" y="12000"/>
                  </a:cubicBezTo>
                  <a:cubicBezTo>
                    <a:pt x="16949" y="10400"/>
                    <a:pt x="16332" y="8800"/>
                    <a:pt x="16949" y="8000"/>
                  </a:cubicBezTo>
                  <a:cubicBezTo>
                    <a:pt x="17566" y="6400"/>
                    <a:pt x="16949" y="8800"/>
                    <a:pt x="16949" y="80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09" name="Shape 5509"/>
            <p:cNvSpPr/>
            <p:nvPr/>
          </p:nvSpPr>
          <p:spPr>
            <a:xfrm>
              <a:off x="9593415" y="3488816"/>
              <a:ext cx="456693" cy="432591"/>
            </a:xfrm>
            <a:custGeom>
              <a:avLst/>
              <a:gdLst/>
              <a:ahLst/>
              <a:cxnLst>
                <a:cxn ang="0">
                  <a:pos x="wd2" y="hd2"/>
                </a:cxn>
                <a:cxn ang="5400000">
                  <a:pos x="wd2" y="hd2"/>
                </a:cxn>
                <a:cxn ang="10800000">
                  <a:pos x="wd2" y="hd2"/>
                </a:cxn>
                <a:cxn ang="16200000">
                  <a:pos x="wd2" y="hd2"/>
                </a:cxn>
              </a:cxnLst>
              <a:rect l="0" t="0" r="r" b="b"/>
              <a:pathLst>
                <a:path w="21210" h="21255" fill="norm" stroke="1" extrusionOk="0">
                  <a:moveTo>
                    <a:pt x="19914" y="16200"/>
                  </a:moveTo>
                  <a:cubicBezTo>
                    <a:pt x="19914" y="16200"/>
                    <a:pt x="19050" y="15740"/>
                    <a:pt x="19050" y="15281"/>
                  </a:cubicBezTo>
                  <a:cubicBezTo>
                    <a:pt x="19050" y="14821"/>
                    <a:pt x="19482" y="14821"/>
                    <a:pt x="19482" y="14361"/>
                  </a:cubicBezTo>
                  <a:cubicBezTo>
                    <a:pt x="19050" y="13442"/>
                    <a:pt x="18186" y="12983"/>
                    <a:pt x="17322" y="12064"/>
                  </a:cubicBezTo>
                  <a:cubicBezTo>
                    <a:pt x="16890" y="12064"/>
                    <a:pt x="16026" y="11604"/>
                    <a:pt x="16026" y="11144"/>
                  </a:cubicBezTo>
                  <a:cubicBezTo>
                    <a:pt x="15594" y="10225"/>
                    <a:pt x="14730" y="9306"/>
                    <a:pt x="14730" y="7927"/>
                  </a:cubicBezTo>
                  <a:cubicBezTo>
                    <a:pt x="14298" y="7008"/>
                    <a:pt x="16890" y="5170"/>
                    <a:pt x="16026" y="4251"/>
                  </a:cubicBezTo>
                  <a:cubicBezTo>
                    <a:pt x="15162" y="3791"/>
                    <a:pt x="14730" y="3332"/>
                    <a:pt x="14298" y="2412"/>
                  </a:cubicBezTo>
                  <a:cubicBezTo>
                    <a:pt x="13866" y="1953"/>
                    <a:pt x="13866" y="1034"/>
                    <a:pt x="13434" y="574"/>
                  </a:cubicBezTo>
                  <a:cubicBezTo>
                    <a:pt x="13002" y="574"/>
                    <a:pt x="13002" y="1034"/>
                    <a:pt x="12570" y="1034"/>
                  </a:cubicBezTo>
                  <a:cubicBezTo>
                    <a:pt x="11706" y="1034"/>
                    <a:pt x="12138" y="115"/>
                    <a:pt x="11706" y="115"/>
                  </a:cubicBezTo>
                  <a:cubicBezTo>
                    <a:pt x="11274" y="115"/>
                    <a:pt x="10410" y="574"/>
                    <a:pt x="10410" y="574"/>
                  </a:cubicBezTo>
                  <a:cubicBezTo>
                    <a:pt x="9546" y="-345"/>
                    <a:pt x="9114" y="115"/>
                    <a:pt x="8250" y="115"/>
                  </a:cubicBezTo>
                  <a:cubicBezTo>
                    <a:pt x="7386" y="574"/>
                    <a:pt x="7818" y="1034"/>
                    <a:pt x="7386" y="1493"/>
                  </a:cubicBezTo>
                  <a:cubicBezTo>
                    <a:pt x="6522" y="1953"/>
                    <a:pt x="5658" y="1953"/>
                    <a:pt x="5226" y="2872"/>
                  </a:cubicBezTo>
                  <a:cubicBezTo>
                    <a:pt x="4794" y="3791"/>
                    <a:pt x="5658" y="3332"/>
                    <a:pt x="5658" y="4251"/>
                  </a:cubicBezTo>
                  <a:cubicBezTo>
                    <a:pt x="5658" y="4710"/>
                    <a:pt x="5226" y="4710"/>
                    <a:pt x="5226" y="5629"/>
                  </a:cubicBezTo>
                  <a:cubicBezTo>
                    <a:pt x="5226" y="7008"/>
                    <a:pt x="4794" y="7468"/>
                    <a:pt x="3498" y="8387"/>
                  </a:cubicBezTo>
                  <a:cubicBezTo>
                    <a:pt x="2634" y="8846"/>
                    <a:pt x="-390" y="10225"/>
                    <a:pt x="42" y="11144"/>
                  </a:cubicBezTo>
                  <a:cubicBezTo>
                    <a:pt x="474" y="11604"/>
                    <a:pt x="474" y="12983"/>
                    <a:pt x="906" y="13442"/>
                  </a:cubicBezTo>
                  <a:cubicBezTo>
                    <a:pt x="1338" y="13902"/>
                    <a:pt x="3066" y="13902"/>
                    <a:pt x="3498" y="13902"/>
                  </a:cubicBezTo>
                  <a:cubicBezTo>
                    <a:pt x="4794" y="14361"/>
                    <a:pt x="6090" y="15281"/>
                    <a:pt x="7386" y="16200"/>
                  </a:cubicBezTo>
                  <a:cubicBezTo>
                    <a:pt x="9114" y="17578"/>
                    <a:pt x="10410" y="18957"/>
                    <a:pt x="12138" y="20336"/>
                  </a:cubicBezTo>
                  <a:cubicBezTo>
                    <a:pt x="13434" y="21255"/>
                    <a:pt x="14730" y="21255"/>
                    <a:pt x="16026" y="21255"/>
                  </a:cubicBezTo>
                  <a:cubicBezTo>
                    <a:pt x="17322" y="21255"/>
                    <a:pt x="17322" y="19876"/>
                    <a:pt x="18186" y="18957"/>
                  </a:cubicBezTo>
                  <a:cubicBezTo>
                    <a:pt x="19050" y="18038"/>
                    <a:pt x="20778" y="19876"/>
                    <a:pt x="21210" y="19417"/>
                  </a:cubicBezTo>
                  <a:cubicBezTo>
                    <a:pt x="20778" y="18957"/>
                    <a:pt x="20346" y="18498"/>
                    <a:pt x="19914" y="17578"/>
                  </a:cubicBezTo>
                  <a:cubicBezTo>
                    <a:pt x="19914" y="17119"/>
                    <a:pt x="20346" y="16659"/>
                    <a:pt x="19914" y="16200"/>
                  </a:cubicBezTo>
                  <a:cubicBezTo>
                    <a:pt x="19482" y="15740"/>
                    <a:pt x="20346" y="16659"/>
                    <a:pt x="19914"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0" name="Shape 5510"/>
            <p:cNvSpPr/>
            <p:nvPr/>
          </p:nvSpPr>
          <p:spPr>
            <a:xfrm>
              <a:off x="9008887" y="3226959"/>
              <a:ext cx="865606" cy="337668"/>
            </a:xfrm>
            <a:custGeom>
              <a:avLst/>
              <a:gdLst/>
              <a:ahLst/>
              <a:cxnLst>
                <a:cxn ang="0">
                  <a:pos x="wd2" y="hd2"/>
                </a:cxn>
                <a:cxn ang="5400000">
                  <a:pos x="wd2" y="hd2"/>
                </a:cxn>
                <a:cxn ang="10800000">
                  <a:pos x="wd2" y="hd2"/>
                </a:cxn>
                <a:cxn ang="16200000">
                  <a:pos x="wd2" y="hd2"/>
                </a:cxn>
              </a:cxnLst>
              <a:rect l="0" t="0" r="r" b="b"/>
              <a:pathLst>
                <a:path w="21113" h="21600" fill="norm" stroke="1" extrusionOk="0">
                  <a:moveTo>
                    <a:pt x="11501" y="21600"/>
                  </a:moveTo>
                  <a:cubicBezTo>
                    <a:pt x="11729" y="21000"/>
                    <a:pt x="11956" y="19800"/>
                    <a:pt x="11956" y="19800"/>
                  </a:cubicBezTo>
                  <a:cubicBezTo>
                    <a:pt x="11729" y="18600"/>
                    <a:pt x="11956" y="18000"/>
                    <a:pt x="12183" y="18600"/>
                  </a:cubicBezTo>
                  <a:cubicBezTo>
                    <a:pt x="12638" y="19200"/>
                    <a:pt x="12865" y="18600"/>
                    <a:pt x="13320" y="18600"/>
                  </a:cubicBezTo>
                  <a:cubicBezTo>
                    <a:pt x="13775" y="18000"/>
                    <a:pt x="13775" y="18000"/>
                    <a:pt x="14230" y="18600"/>
                  </a:cubicBezTo>
                  <a:cubicBezTo>
                    <a:pt x="15139" y="18600"/>
                    <a:pt x="15821" y="17400"/>
                    <a:pt x="16731" y="17400"/>
                  </a:cubicBezTo>
                  <a:cubicBezTo>
                    <a:pt x="17413" y="17400"/>
                    <a:pt x="18322" y="17400"/>
                    <a:pt x="19004" y="16800"/>
                  </a:cubicBezTo>
                  <a:cubicBezTo>
                    <a:pt x="19459" y="16200"/>
                    <a:pt x="19459" y="17400"/>
                    <a:pt x="20141" y="16800"/>
                  </a:cubicBezTo>
                  <a:cubicBezTo>
                    <a:pt x="20596" y="16200"/>
                    <a:pt x="20369" y="17400"/>
                    <a:pt x="20596" y="18000"/>
                  </a:cubicBezTo>
                  <a:cubicBezTo>
                    <a:pt x="20823" y="18600"/>
                    <a:pt x="21278" y="17400"/>
                    <a:pt x="21051" y="16800"/>
                  </a:cubicBezTo>
                  <a:cubicBezTo>
                    <a:pt x="20823" y="16200"/>
                    <a:pt x="21278" y="15000"/>
                    <a:pt x="20596" y="14400"/>
                  </a:cubicBezTo>
                  <a:cubicBezTo>
                    <a:pt x="20369" y="13800"/>
                    <a:pt x="20823" y="13800"/>
                    <a:pt x="20596" y="13200"/>
                  </a:cubicBezTo>
                  <a:cubicBezTo>
                    <a:pt x="20596" y="12000"/>
                    <a:pt x="20369" y="11400"/>
                    <a:pt x="20369" y="10200"/>
                  </a:cubicBezTo>
                  <a:cubicBezTo>
                    <a:pt x="20369" y="9600"/>
                    <a:pt x="20823" y="8400"/>
                    <a:pt x="20823" y="8400"/>
                  </a:cubicBezTo>
                  <a:cubicBezTo>
                    <a:pt x="20596" y="7200"/>
                    <a:pt x="20141" y="6600"/>
                    <a:pt x="19914" y="4800"/>
                  </a:cubicBezTo>
                  <a:cubicBezTo>
                    <a:pt x="19459" y="3000"/>
                    <a:pt x="19459" y="2400"/>
                    <a:pt x="18550" y="1800"/>
                  </a:cubicBezTo>
                  <a:cubicBezTo>
                    <a:pt x="18322" y="1800"/>
                    <a:pt x="18095" y="1800"/>
                    <a:pt x="17867" y="1800"/>
                  </a:cubicBezTo>
                  <a:cubicBezTo>
                    <a:pt x="17413" y="1200"/>
                    <a:pt x="17640" y="1800"/>
                    <a:pt x="17413" y="1800"/>
                  </a:cubicBezTo>
                  <a:cubicBezTo>
                    <a:pt x="16958" y="3000"/>
                    <a:pt x="16503" y="3000"/>
                    <a:pt x="16276" y="3600"/>
                  </a:cubicBezTo>
                  <a:cubicBezTo>
                    <a:pt x="15594" y="4200"/>
                    <a:pt x="14684" y="3600"/>
                    <a:pt x="14002" y="3600"/>
                  </a:cubicBezTo>
                  <a:cubicBezTo>
                    <a:pt x="13547" y="3600"/>
                    <a:pt x="13093" y="3600"/>
                    <a:pt x="12865" y="3600"/>
                  </a:cubicBezTo>
                  <a:cubicBezTo>
                    <a:pt x="12411" y="3000"/>
                    <a:pt x="12411" y="2400"/>
                    <a:pt x="11956" y="2400"/>
                  </a:cubicBezTo>
                  <a:cubicBezTo>
                    <a:pt x="11501" y="2400"/>
                    <a:pt x="11274" y="1800"/>
                    <a:pt x="11046" y="1200"/>
                  </a:cubicBezTo>
                  <a:cubicBezTo>
                    <a:pt x="10819" y="1200"/>
                    <a:pt x="9910" y="0"/>
                    <a:pt x="10137" y="0"/>
                  </a:cubicBezTo>
                  <a:cubicBezTo>
                    <a:pt x="9682" y="600"/>
                    <a:pt x="8545" y="0"/>
                    <a:pt x="8091" y="0"/>
                  </a:cubicBezTo>
                  <a:cubicBezTo>
                    <a:pt x="7409" y="0"/>
                    <a:pt x="6726" y="1800"/>
                    <a:pt x="6272" y="2400"/>
                  </a:cubicBezTo>
                  <a:cubicBezTo>
                    <a:pt x="5590" y="3600"/>
                    <a:pt x="4453" y="2400"/>
                    <a:pt x="3771" y="3000"/>
                  </a:cubicBezTo>
                  <a:cubicBezTo>
                    <a:pt x="3543" y="3000"/>
                    <a:pt x="3316" y="3000"/>
                    <a:pt x="3316" y="3600"/>
                  </a:cubicBezTo>
                  <a:cubicBezTo>
                    <a:pt x="3316" y="3600"/>
                    <a:pt x="3771" y="3600"/>
                    <a:pt x="3771" y="4200"/>
                  </a:cubicBezTo>
                  <a:cubicBezTo>
                    <a:pt x="3771" y="4200"/>
                    <a:pt x="3089" y="4200"/>
                    <a:pt x="3089" y="4800"/>
                  </a:cubicBezTo>
                  <a:cubicBezTo>
                    <a:pt x="3089" y="5400"/>
                    <a:pt x="3089" y="5400"/>
                    <a:pt x="2634" y="5400"/>
                  </a:cubicBezTo>
                  <a:cubicBezTo>
                    <a:pt x="1952" y="5400"/>
                    <a:pt x="1270" y="5400"/>
                    <a:pt x="587" y="5400"/>
                  </a:cubicBezTo>
                  <a:cubicBezTo>
                    <a:pt x="133" y="5400"/>
                    <a:pt x="360" y="6000"/>
                    <a:pt x="360" y="6600"/>
                  </a:cubicBezTo>
                  <a:cubicBezTo>
                    <a:pt x="133" y="7800"/>
                    <a:pt x="-322" y="8400"/>
                    <a:pt x="360" y="9000"/>
                  </a:cubicBezTo>
                  <a:cubicBezTo>
                    <a:pt x="360" y="9000"/>
                    <a:pt x="815" y="8400"/>
                    <a:pt x="815" y="8400"/>
                  </a:cubicBezTo>
                  <a:cubicBezTo>
                    <a:pt x="815" y="9000"/>
                    <a:pt x="360" y="10200"/>
                    <a:pt x="360" y="10200"/>
                  </a:cubicBezTo>
                  <a:cubicBezTo>
                    <a:pt x="587" y="10800"/>
                    <a:pt x="587" y="10200"/>
                    <a:pt x="815" y="10200"/>
                  </a:cubicBezTo>
                  <a:cubicBezTo>
                    <a:pt x="815" y="10200"/>
                    <a:pt x="815" y="11400"/>
                    <a:pt x="815" y="11400"/>
                  </a:cubicBezTo>
                  <a:cubicBezTo>
                    <a:pt x="1270" y="13200"/>
                    <a:pt x="587" y="12000"/>
                    <a:pt x="360" y="12000"/>
                  </a:cubicBezTo>
                  <a:cubicBezTo>
                    <a:pt x="360" y="12000"/>
                    <a:pt x="133" y="13800"/>
                    <a:pt x="587" y="13200"/>
                  </a:cubicBezTo>
                  <a:cubicBezTo>
                    <a:pt x="1042" y="13200"/>
                    <a:pt x="587" y="14400"/>
                    <a:pt x="587" y="15000"/>
                  </a:cubicBezTo>
                  <a:cubicBezTo>
                    <a:pt x="587" y="15600"/>
                    <a:pt x="1270" y="15600"/>
                    <a:pt x="1497" y="16200"/>
                  </a:cubicBezTo>
                  <a:cubicBezTo>
                    <a:pt x="1724" y="16800"/>
                    <a:pt x="1270" y="18000"/>
                    <a:pt x="1270" y="18000"/>
                  </a:cubicBezTo>
                  <a:cubicBezTo>
                    <a:pt x="1497" y="18000"/>
                    <a:pt x="1724" y="16800"/>
                    <a:pt x="1952" y="18000"/>
                  </a:cubicBezTo>
                  <a:cubicBezTo>
                    <a:pt x="1952" y="18600"/>
                    <a:pt x="1497" y="18600"/>
                    <a:pt x="1497" y="18600"/>
                  </a:cubicBezTo>
                  <a:cubicBezTo>
                    <a:pt x="1497" y="18600"/>
                    <a:pt x="1952" y="18600"/>
                    <a:pt x="1952" y="18600"/>
                  </a:cubicBezTo>
                  <a:cubicBezTo>
                    <a:pt x="2179" y="19200"/>
                    <a:pt x="1952" y="19800"/>
                    <a:pt x="1724" y="20400"/>
                  </a:cubicBezTo>
                  <a:cubicBezTo>
                    <a:pt x="1724" y="21000"/>
                    <a:pt x="2179" y="21600"/>
                    <a:pt x="2179" y="21000"/>
                  </a:cubicBezTo>
                  <a:cubicBezTo>
                    <a:pt x="2406" y="20400"/>
                    <a:pt x="2179" y="19200"/>
                    <a:pt x="2406" y="18600"/>
                  </a:cubicBezTo>
                  <a:cubicBezTo>
                    <a:pt x="2634" y="18000"/>
                    <a:pt x="3089" y="19200"/>
                    <a:pt x="3316" y="19200"/>
                  </a:cubicBezTo>
                  <a:cubicBezTo>
                    <a:pt x="3771" y="19800"/>
                    <a:pt x="4225" y="21000"/>
                    <a:pt x="4680" y="19800"/>
                  </a:cubicBezTo>
                  <a:cubicBezTo>
                    <a:pt x="5362" y="19200"/>
                    <a:pt x="4907" y="17400"/>
                    <a:pt x="5817" y="18600"/>
                  </a:cubicBezTo>
                  <a:cubicBezTo>
                    <a:pt x="6272" y="19800"/>
                    <a:pt x="6954" y="21000"/>
                    <a:pt x="7636" y="21000"/>
                  </a:cubicBezTo>
                  <a:cubicBezTo>
                    <a:pt x="8091" y="20400"/>
                    <a:pt x="8773" y="19800"/>
                    <a:pt x="9227" y="19200"/>
                  </a:cubicBezTo>
                  <a:cubicBezTo>
                    <a:pt x="9455" y="18600"/>
                    <a:pt x="9455" y="18000"/>
                    <a:pt x="9682" y="18000"/>
                  </a:cubicBezTo>
                  <a:cubicBezTo>
                    <a:pt x="10137" y="18600"/>
                    <a:pt x="10364" y="19200"/>
                    <a:pt x="10592" y="18600"/>
                  </a:cubicBezTo>
                  <a:cubicBezTo>
                    <a:pt x="11274" y="18000"/>
                    <a:pt x="11274" y="18600"/>
                    <a:pt x="11046" y="19800"/>
                  </a:cubicBezTo>
                  <a:cubicBezTo>
                    <a:pt x="11046" y="20400"/>
                    <a:pt x="11501" y="20400"/>
                    <a:pt x="11046" y="21000"/>
                  </a:cubicBezTo>
                  <a:cubicBezTo>
                    <a:pt x="11274" y="21600"/>
                    <a:pt x="11274" y="21600"/>
                    <a:pt x="11501" y="21600"/>
                  </a:cubicBezTo>
                  <a:cubicBezTo>
                    <a:pt x="11729" y="21000"/>
                    <a:pt x="11274" y="21600"/>
                    <a:pt x="11501" y="21600"/>
                  </a:cubicBezTo>
                  <a:close/>
                </a:path>
              </a:pathLst>
            </a:custGeom>
            <a:solidFill>
              <a:srgbClr val="D8D8D8"/>
            </a:solidFill>
            <a:ln w="12700"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1" name="Shape 5511"/>
            <p:cNvSpPr/>
            <p:nvPr/>
          </p:nvSpPr>
          <p:spPr>
            <a:xfrm>
              <a:off x="9402748" y="3764471"/>
              <a:ext cx="975470" cy="784490"/>
            </a:xfrm>
            <a:custGeom>
              <a:avLst/>
              <a:gdLst/>
              <a:ahLst/>
              <a:cxnLst>
                <a:cxn ang="0">
                  <a:pos x="wd2" y="hd2"/>
                </a:cxn>
                <a:cxn ang="5400000">
                  <a:pos x="wd2" y="hd2"/>
                </a:cxn>
                <a:cxn ang="10800000">
                  <a:pos x="wd2" y="hd2"/>
                </a:cxn>
                <a:cxn ang="16200000">
                  <a:pos x="wd2" y="hd2"/>
                </a:cxn>
              </a:cxnLst>
              <a:rect l="0" t="0" r="r" b="b"/>
              <a:pathLst>
                <a:path w="21475" h="21536" fill="norm" stroke="1" extrusionOk="0">
                  <a:moveTo>
                    <a:pt x="13246" y="5079"/>
                  </a:moveTo>
                  <a:cubicBezTo>
                    <a:pt x="13041" y="4307"/>
                    <a:pt x="13041" y="4307"/>
                    <a:pt x="12424" y="4307"/>
                  </a:cubicBezTo>
                  <a:cubicBezTo>
                    <a:pt x="11806" y="4307"/>
                    <a:pt x="11189" y="4307"/>
                    <a:pt x="10572" y="4307"/>
                  </a:cubicBezTo>
                  <a:cubicBezTo>
                    <a:pt x="10161" y="4307"/>
                    <a:pt x="9955" y="3793"/>
                    <a:pt x="9749" y="3793"/>
                  </a:cubicBezTo>
                  <a:cubicBezTo>
                    <a:pt x="9132" y="3022"/>
                    <a:pt x="8515" y="2507"/>
                    <a:pt x="8104" y="1993"/>
                  </a:cubicBezTo>
                  <a:cubicBezTo>
                    <a:pt x="7281" y="1222"/>
                    <a:pt x="6458" y="450"/>
                    <a:pt x="5429" y="193"/>
                  </a:cubicBezTo>
                  <a:cubicBezTo>
                    <a:pt x="5018" y="-64"/>
                    <a:pt x="4812" y="-64"/>
                    <a:pt x="4195" y="193"/>
                  </a:cubicBezTo>
                  <a:cubicBezTo>
                    <a:pt x="3784" y="193"/>
                    <a:pt x="3166" y="450"/>
                    <a:pt x="2549" y="707"/>
                  </a:cubicBezTo>
                  <a:cubicBezTo>
                    <a:pt x="2755" y="1222"/>
                    <a:pt x="3372" y="1736"/>
                    <a:pt x="3372" y="2250"/>
                  </a:cubicBezTo>
                  <a:cubicBezTo>
                    <a:pt x="3372" y="2765"/>
                    <a:pt x="2755" y="3022"/>
                    <a:pt x="2549" y="3022"/>
                  </a:cubicBezTo>
                  <a:cubicBezTo>
                    <a:pt x="2344" y="3279"/>
                    <a:pt x="2138" y="3022"/>
                    <a:pt x="1932" y="3022"/>
                  </a:cubicBezTo>
                  <a:cubicBezTo>
                    <a:pt x="1726" y="3279"/>
                    <a:pt x="1726" y="3536"/>
                    <a:pt x="1726" y="3536"/>
                  </a:cubicBezTo>
                  <a:cubicBezTo>
                    <a:pt x="1315" y="4307"/>
                    <a:pt x="492" y="3793"/>
                    <a:pt x="286" y="3536"/>
                  </a:cubicBezTo>
                  <a:cubicBezTo>
                    <a:pt x="81" y="4050"/>
                    <a:pt x="81" y="4307"/>
                    <a:pt x="81" y="4822"/>
                  </a:cubicBezTo>
                  <a:cubicBezTo>
                    <a:pt x="-125" y="5593"/>
                    <a:pt x="81" y="5336"/>
                    <a:pt x="492" y="5593"/>
                  </a:cubicBezTo>
                  <a:cubicBezTo>
                    <a:pt x="904" y="6107"/>
                    <a:pt x="1315" y="7136"/>
                    <a:pt x="1521" y="7907"/>
                  </a:cubicBezTo>
                  <a:cubicBezTo>
                    <a:pt x="1932" y="8422"/>
                    <a:pt x="2138" y="8936"/>
                    <a:pt x="2344" y="9707"/>
                  </a:cubicBezTo>
                  <a:cubicBezTo>
                    <a:pt x="2549" y="10222"/>
                    <a:pt x="2755" y="10479"/>
                    <a:pt x="2961" y="10736"/>
                  </a:cubicBezTo>
                  <a:cubicBezTo>
                    <a:pt x="3372" y="11250"/>
                    <a:pt x="3784" y="11250"/>
                    <a:pt x="3989" y="11765"/>
                  </a:cubicBezTo>
                  <a:cubicBezTo>
                    <a:pt x="4195" y="12279"/>
                    <a:pt x="4401" y="12793"/>
                    <a:pt x="4401" y="13565"/>
                  </a:cubicBezTo>
                  <a:cubicBezTo>
                    <a:pt x="4606" y="14079"/>
                    <a:pt x="4401" y="14593"/>
                    <a:pt x="4606" y="15107"/>
                  </a:cubicBezTo>
                  <a:cubicBezTo>
                    <a:pt x="5018" y="16136"/>
                    <a:pt x="5841" y="16393"/>
                    <a:pt x="6252" y="17165"/>
                  </a:cubicBezTo>
                  <a:cubicBezTo>
                    <a:pt x="6664" y="17936"/>
                    <a:pt x="6869" y="18965"/>
                    <a:pt x="7281" y="19479"/>
                  </a:cubicBezTo>
                  <a:cubicBezTo>
                    <a:pt x="7486" y="19993"/>
                    <a:pt x="7898" y="20507"/>
                    <a:pt x="8104" y="20765"/>
                  </a:cubicBezTo>
                  <a:cubicBezTo>
                    <a:pt x="8104" y="21022"/>
                    <a:pt x="8104" y="21536"/>
                    <a:pt x="8309" y="21536"/>
                  </a:cubicBezTo>
                  <a:cubicBezTo>
                    <a:pt x="8721" y="21536"/>
                    <a:pt x="8515" y="21022"/>
                    <a:pt x="8721" y="20765"/>
                  </a:cubicBezTo>
                  <a:cubicBezTo>
                    <a:pt x="8721" y="19993"/>
                    <a:pt x="9749" y="20250"/>
                    <a:pt x="10161" y="20250"/>
                  </a:cubicBezTo>
                  <a:cubicBezTo>
                    <a:pt x="10778" y="20250"/>
                    <a:pt x="11806" y="19993"/>
                    <a:pt x="12218" y="20507"/>
                  </a:cubicBezTo>
                  <a:cubicBezTo>
                    <a:pt x="12835" y="20765"/>
                    <a:pt x="13041" y="20250"/>
                    <a:pt x="13452" y="19736"/>
                  </a:cubicBezTo>
                  <a:cubicBezTo>
                    <a:pt x="14069" y="18707"/>
                    <a:pt x="14686" y="18707"/>
                    <a:pt x="15509" y="18450"/>
                  </a:cubicBezTo>
                  <a:cubicBezTo>
                    <a:pt x="16744" y="18450"/>
                    <a:pt x="17978" y="17936"/>
                    <a:pt x="19212" y="17422"/>
                  </a:cubicBezTo>
                  <a:cubicBezTo>
                    <a:pt x="19624" y="17165"/>
                    <a:pt x="20241" y="16907"/>
                    <a:pt x="20858" y="16907"/>
                  </a:cubicBezTo>
                  <a:cubicBezTo>
                    <a:pt x="21064" y="16650"/>
                    <a:pt x="21064" y="16136"/>
                    <a:pt x="21269" y="15622"/>
                  </a:cubicBezTo>
                  <a:cubicBezTo>
                    <a:pt x="21269" y="15365"/>
                    <a:pt x="21475" y="14850"/>
                    <a:pt x="21475" y="14336"/>
                  </a:cubicBezTo>
                  <a:cubicBezTo>
                    <a:pt x="21475" y="14079"/>
                    <a:pt x="21269" y="13307"/>
                    <a:pt x="21064" y="13050"/>
                  </a:cubicBezTo>
                  <a:cubicBezTo>
                    <a:pt x="20446" y="13050"/>
                    <a:pt x="19624" y="13050"/>
                    <a:pt x="19006" y="12793"/>
                  </a:cubicBezTo>
                  <a:cubicBezTo>
                    <a:pt x="18389" y="12793"/>
                    <a:pt x="18389" y="12536"/>
                    <a:pt x="17978" y="12022"/>
                  </a:cubicBezTo>
                  <a:cubicBezTo>
                    <a:pt x="17566" y="10993"/>
                    <a:pt x="16949" y="10736"/>
                    <a:pt x="16538" y="9965"/>
                  </a:cubicBezTo>
                  <a:cubicBezTo>
                    <a:pt x="16332" y="9965"/>
                    <a:pt x="15921" y="8936"/>
                    <a:pt x="15715" y="8679"/>
                  </a:cubicBezTo>
                  <a:cubicBezTo>
                    <a:pt x="15509" y="8165"/>
                    <a:pt x="16538" y="7907"/>
                    <a:pt x="15715" y="7393"/>
                  </a:cubicBezTo>
                  <a:cubicBezTo>
                    <a:pt x="15509" y="7393"/>
                    <a:pt x="15304" y="6879"/>
                    <a:pt x="15098" y="6879"/>
                  </a:cubicBezTo>
                  <a:cubicBezTo>
                    <a:pt x="14686" y="6879"/>
                    <a:pt x="14481" y="6107"/>
                    <a:pt x="14275" y="5593"/>
                  </a:cubicBezTo>
                  <a:cubicBezTo>
                    <a:pt x="14069" y="4822"/>
                    <a:pt x="14069" y="5079"/>
                    <a:pt x="13246" y="507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2" name="Shape 5512"/>
            <p:cNvSpPr/>
            <p:nvPr/>
          </p:nvSpPr>
          <p:spPr>
            <a:xfrm>
              <a:off x="9416183" y="3704786"/>
              <a:ext cx="194320" cy="2070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43" y="21600"/>
                  </a:moveTo>
                  <a:cubicBezTo>
                    <a:pt x="7200" y="21600"/>
                    <a:pt x="7200" y="18655"/>
                    <a:pt x="8229" y="18655"/>
                  </a:cubicBezTo>
                  <a:cubicBezTo>
                    <a:pt x="9257" y="16691"/>
                    <a:pt x="11314" y="17673"/>
                    <a:pt x="12343" y="17673"/>
                  </a:cubicBezTo>
                  <a:cubicBezTo>
                    <a:pt x="13371" y="16691"/>
                    <a:pt x="16457" y="15709"/>
                    <a:pt x="15429" y="14727"/>
                  </a:cubicBezTo>
                  <a:cubicBezTo>
                    <a:pt x="14400" y="12764"/>
                    <a:pt x="13371" y="10800"/>
                    <a:pt x="11314" y="8836"/>
                  </a:cubicBezTo>
                  <a:cubicBezTo>
                    <a:pt x="15429" y="7855"/>
                    <a:pt x="18514" y="6873"/>
                    <a:pt x="21600" y="5891"/>
                  </a:cubicBezTo>
                  <a:cubicBezTo>
                    <a:pt x="21600" y="3927"/>
                    <a:pt x="20571" y="1964"/>
                    <a:pt x="19543" y="0"/>
                  </a:cubicBezTo>
                  <a:cubicBezTo>
                    <a:pt x="16457" y="982"/>
                    <a:pt x="12343" y="4909"/>
                    <a:pt x="9257" y="4909"/>
                  </a:cubicBezTo>
                  <a:cubicBezTo>
                    <a:pt x="7200" y="4909"/>
                    <a:pt x="4114" y="2945"/>
                    <a:pt x="4114" y="982"/>
                  </a:cubicBezTo>
                  <a:cubicBezTo>
                    <a:pt x="3086" y="4909"/>
                    <a:pt x="3086" y="7855"/>
                    <a:pt x="3086" y="10800"/>
                  </a:cubicBezTo>
                  <a:cubicBezTo>
                    <a:pt x="2057" y="12764"/>
                    <a:pt x="0" y="15709"/>
                    <a:pt x="0" y="17673"/>
                  </a:cubicBezTo>
                  <a:cubicBezTo>
                    <a:pt x="0" y="19636"/>
                    <a:pt x="0" y="19636"/>
                    <a:pt x="1029" y="20618"/>
                  </a:cubicBezTo>
                  <a:cubicBezTo>
                    <a:pt x="3086" y="20618"/>
                    <a:pt x="4114" y="21600"/>
                    <a:pt x="5143"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3" name="Shape 5513"/>
            <p:cNvSpPr/>
            <p:nvPr/>
          </p:nvSpPr>
          <p:spPr>
            <a:xfrm>
              <a:off x="9425741" y="3631522"/>
              <a:ext cx="65955" cy="77715"/>
            </a:xfrm>
            <a:custGeom>
              <a:avLst/>
              <a:gdLst/>
              <a:ahLst/>
              <a:cxnLst>
                <a:cxn ang="0">
                  <a:pos x="wd2" y="hd2"/>
                </a:cxn>
                <a:cxn ang="5400000">
                  <a:pos x="wd2" y="hd2"/>
                </a:cxn>
                <a:cxn ang="10800000">
                  <a:pos x="wd2" y="hd2"/>
                </a:cxn>
                <a:cxn ang="16200000">
                  <a:pos x="wd2" y="hd2"/>
                </a:cxn>
              </a:cxnLst>
              <a:rect l="0" t="0" r="r" b="b"/>
              <a:pathLst>
                <a:path w="19443" h="20267" fill="norm" stroke="1" extrusionOk="0">
                  <a:moveTo>
                    <a:pt x="18900" y="4800"/>
                  </a:moveTo>
                  <a:cubicBezTo>
                    <a:pt x="18900" y="2400"/>
                    <a:pt x="13500" y="0"/>
                    <a:pt x="10800" y="0"/>
                  </a:cubicBezTo>
                  <a:cubicBezTo>
                    <a:pt x="8100" y="2400"/>
                    <a:pt x="8100" y="2400"/>
                    <a:pt x="5400" y="4800"/>
                  </a:cubicBezTo>
                  <a:cubicBezTo>
                    <a:pt x="5400" y="9600"/>
                    <a:pt x="2700" y="14400"/>
                    <a:pt x="0" y="19200"/>
                  </a:cubicBezTo>
                  <a:cubicBezTo>
                    <a:pt x="5400" y="19200"/>
                    <a:pt x="5400" y="21600"/>
                    <a:pt x="10800" y="19200"/>
                  </a:cubicBezTo>
                  <a:cubicBezTo>
                    <a:pt x="13500" y="16800"/>
                    <a:pt x="21600" y="9600"/>
                    <a:pt x="18900" y="4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4" name="Shape 5514"/>
            <p:cNvSpPr/>
            <p:nvPr/>
          </p:nvSpPr>
          <p:spPr>
            <a:xfrm>
              <a:off x="9416183" y="3743016"/>
              <a:ext cx="28673" cy="668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9257"/>
                  </a:moveTo>
                  <a:cubicBezTo>
                    <a:pt x="0" y="15429"/>
                    <a:pt x="7200" y="18514"/>
                    <a:pt x="21600" y="21600"/>
                  </a:cubicBezTo>
                  <a:cubicBezTo>
                    <a:pt x="21600" y="15429"/>
                    <a:pt x="21600" y="9257"/>
                    <a:pt x="21600" y="3086"/>
                  </a:cubicBezTo>
                  <a:cubicBezTo>
                    <a:pt x="21600" y="0"/>
                    <a:pt x="21600" y="0"/>
                    <a:pt x="14400" y="0"/>
                  </a:cubicBezTo>
                  <a:cubicBezTo>
                    <a:pt x="0" y="0"/>
                    <a:pt x="0" y="6171"/>
                    <a:pt x="0" y="925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5" name="Shape 5515"/>
            <p:cNvSpPr/>
            <p:nvPr/>
          </p:nvSpPr>
          <p:spPr>
            <a:xfrm>
              <a:off x="9377958" y="3704786"/>
              <a:ext cx="73174" cy="245290"/>
            </a:xfrm>
            <a:custGeom>
              <a:avLst/>
              <a:gdLst/>
              <a:ahLst/>
              <a:cxnLst>
                <a:cxn ang="0">
                  <a:pos x="wd2" y="hd2"/>
                </a:cxn>
                <a:cxn ang="5400000">
                  <a:pos x="wd2" y="hd2"/>
                </a:cxn>
                <a:cxn ang="10800000">
                  <a:pos x="wd2" y="hd2"/>
                </a:cxn>
                <a:cxn ang="16200000">
                  <a:pos x="wd2" y="hd2"/>
                </a:cxn>
              </a:cxnLst>
              <a:rect l="0" t="0" r="r" b="b"/>
              <a:pathLst>
                <a:path w="20674" h="21600" fill="norm" stroke="1" extrusionOk="0">
                  <a:moveTo>
                    <a:pt x="10800" y="14123"/>
                  </a:moveTo>
                  <a:cubicBezTo>
                    <a:pt x="10800" y="13292"/>
                    <a:pt x="13500" y="12462"/>
                    <a:pt x="16200" y="10800"/>
                  </a:cubicBezTo>
                  <a:cubicBezTo>
                    <a:pt x="18900" y="9138"/>
                    <a:pt x="16200" y="9969"/>
                    <a:pt x="13500" y="8308"/>
                  </a:cubicBezTo>
                  <a:cubicBezTo>
                    <a:pt x="8100" y="6646"/>
                    <a:pt x="10800" y="2492"/>
                    <a:pt x="18900" y="3323"/>
                  </a:cubicBezTo>
                  <a:cubicBezTo>
                    <a:pt x="21600" y="831"/>
                    <a:pt x="21600" y="831"/>
                    <a:pt x="16200" y="0"/>
                  </a:cubicBezTo>
                  <a:cubicBezTo>
                    <a:pt x="10800" y="0"/>
                    <a:pt x="8100" y="4154"/>
                    <a:pt x="5400" y="5815"/>
                  </a:cubicBezTo>
                  <a:cubicBezTo>
                    <a:pt x="2700" y="6646"/>
                    <a:pt x="0" y="7477"/>
                    <a:pt x="0" y="9138"/>
                  </a:cubicBezTo>
                  <a:cubicBezTo>
                    <a:pt x="0" y="9969"/>
                    <a:pt x="2700" y="11631"/>
                    <a:pt x="2700" y="13292"/>
                  </a:cubicBezTo>
                  <a:cubicBezTo>
                    <a:pt x="2700" y="15785"/>
                    <a:pt x="5400" y="18277"/>
                    <a:pt x="5400" y="21600"/>
                  </a:cubicBezTo>
                  <a:cubicBezTo>
                    <a:pt x="5400" y="20769"/>
                    <a:pt x="5400" y="20769"/>
                    <a:pt x="5400" y="20769"/>
                  </a:cubicBezTo>
                  <a:cubicBezTo>
                    <a:pt x="8100" y="19108"/>
                    <a:pt x="8100" y="16615"/>
                    <a:pt x="10800" y="14123"/>
                  </a:cubicBezTo>
                  <a:cubicBezTo>
                    <a:pt x="10800" y="13292"/>
                    <a:pt x="10800" y="14954"/>
                    <a:pt x="10800" y="1412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6" name="Shape 5516"/>
            <p:cNvSpPr/>
            <p:nvPr/>
          </p:nvSpPr>
          <p:spPr>
            <a:xfrm>
              <a:off x="10152043" y="4071125"/>
              <a:ext cx="34912" cy="73270"/>
            </a:xfrm>
            <a:custGeom>
              <a:avLst/>
              <a:gdLst/>
              <a:ahLst/>
              <a:cxnLst>
                <a:cxn ang="0">
                  <a:pos x="wd2" y="hd2"/>
                </a:cxn>
                <a:cxn ang="5400000">
                  <a:pos x="wd2" y="hd2"/>
                </a:cxn>
                <a:cxn ang="10800000">
                  <a:pos x="wd2" y="hd2"/>
                </a:cxn>
                <a:cxn ang="16200000">
                  <a:pos x="wd2" y="hd2"/>
                </a:cxn>
              </a:cxnLst>
              <a:rect l="0" t="0" r="r" b="b"/>
              <a:pathLst>
                <a:path w="15781" h="21600" fill="norm" stroke="1" extrusionOk="0">
                  <a:moveTo>
                    <a:pt x="12960" y="21600"/>
                  </a:moveTo>
                  <a:cubicBezTo>
                    <a:pt x="12960" y="18900"/>
                    <a:pt x="21600" y="0"/>
                    <a:pt x="8640" y="0"/>
                  </a:cubicBezTo>
                  <a:cubicBezTo>
                    <a:pt x="4320" y="2700"/>
                    <a:pt x="0" y="8100"/>
                    <a:pt x="0" y="10800"/>
                  </a:cubicBezTo>
                  <a:cubicBezTo>
                    <a:pt x="0" y="16200"/>
                    <a:pt x="4320" y="18900"/>
                    <a:pt x="12960" y="21600"/>
                  </a:cubicBezTo>
                  <a:cubicBezTo>
                    <a:pt x="12960" y="21600"/>
                    <a:pt x="8640" y="21600"/>
                    <a:pt x="12960"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7" name="Shape 5517"/>
            <p:cNvSpPr/>
            <p:nvPr/>
          </p:nvSpPr>
          <p:spPr>
            <a:xfrm>
              <a:off x="9772126" y="4418352"/>
              <a:ext cx="486457" cy="307531"/>
            </a:xfrm>
            <a:custGeom>
              <a:avLst/>
              <a:gdLst/>
              <a:ahLst/>
              <a:cxnLst>
                <a:cxn ang="0">
                  <a:pos x="wd2" y="hd2"/>
                </a:cxn>
                <a:cxn ang="5400000">
                  <a:pos x="wd2" y="hd2"/>
                </a:cxn>
                <a:cxn ang="10800000">
                  <a:pos x="wd2" y="hd2"/>
                </a:cxn>
                <a:cxn ang="16200000">
                  <a:pos x="wd2" y="hd2"/>
                </a:cxn>
              </a:cxnLst>
              <a:rect l="0" t="0" r="r" b="b"/>
              <a:pathLst>
                <a:path w="21144" h="21063" fill="norm" stroke="1" extrusionOk="0">
                  <a:moveTo>
                    <a:pt x="19053" y="0"/>
                  </a:moveTo>
                  <a:cubicBezTo>
                    <a:pt x="17830" y="635"/>
                    <a:pt x="16607" y="1271"/>
                    <a:pt x="15385" y="1271"/>
                  </a:cubicBezTo>
                  <a:cubicBezTo>
                    <a:pt x="14162" y="1906"/>
                    <a:pt x="12532" y="1271"/>
                    <a:pt x="11309" y="2541"/>
                  </a:cubicBezTo>
                  <a:cubicBezTo>
                    <a:pt x="10494" y="3812"/>
                    <a:pt x="10087" y="5082"/>
                    <a:pt x="9272" y="6353"/>
                  </a:cubicBezTo>
                  <a:cubicBezTo>
                    <a:pt x="8864" y="6988"/>
                    <a:pt x="7641" y="5718"/>
                    <a:pt x="6826" y="5718"/>
                  </a:cubicBezTo>
                  <a:cubicBezTo>
                    <a:pt x="5604" y="5718"/>
                    <a:pt x="4789" y="5718"/>
                    <a:pt x="3566" y="5718"/>
                  </a:cubicBezTo>
                  <a:cubicBezTo>
                    <a:pt x="2343" y="5718"/>
                    <a:pt x="1121" y="5082"/>
                    <a:pt x="1121" y="7624"/>
                  </a:cubicBezTo>
                  <a:cubicBezTo>
                    <a:pt x="713" y="8894"/>
                    <a:pt x="306" y="8259"/>
                    <a:pt x="306" y="9529"/>
                  </a:cubicBezTo>
                  <a:cubicBezTo>
                    <a:pt x="-102" y="10800"/>
                    <a:pt x="-102" y="12071"/>
                    <a:pt x="306" y="13341"/>
                  </a:cubicBezTo>
                  <a:cubicBezTo>
                    <a:pt x="306" y="14612"/>
                    <a:pt x="713" y="16518"/>
                    <a:pt x="1121" y="17788"/>
                  </a:cubicBezTo>
                  <a:cubicBezTo>
                    <a:pt x="1121" y="18424"/>
                    <a:pt x="1121" y="19694"/>
                    <a:pt x="1528" y="20329"/>
                  </a:cubicBezTo>
                  <a:cubicBezTo>
                    <a:pt x="1936" y="21600"/>
                    <a:pt x="3973" y="20965"/>
                    <a:pt x="4789" y="20329"/>
                  </a:cubicBezTo>
                  <a:cubicBezTo>
                    <a:pt x="5196" y="19694"/>
                    <a:pt x="5604" y="19059"/>
                    <a:pt x="6419" y="18424"/>
                  </a:cubicBezTo>
                  <a:cubicBezTo>
                    <a:pt x="6826" y="18424"/>
                    <a:pt x="7641" y="18424"/>
                    <a:pt x="8456" y="18424"/>
                  </a:cubicBezTo>
                  <a:cubicBezTo>
                    <a:pt x="8864" y="17788"/>
                    <a:pt x="9272" y="17153"/>
                    <a:pt x="9679" y="16518"/>
                  </a:cubicBezTo>
                  <a:cubicBezTo>
                    <a:pt x="10902" y="15882"/>
                    <a:pt x="11717" y="15882"/>
                    <a:pt x="12940" y="15247"/>
                  </a:cubicBezTo>
                  <a:cubicBezTo>
                    <a:pt x="14162" y="14612"/>
                    <a:pt x="15385" y="13976"/>
                    <a:pt x="16607" y="13341"/>
                  </a:cubicBezTo>
                  <a:cubicBezTo>
                    <a:pt x="17423" y="12706"/>
                    <a:pt x="19053" y="12071"/>
                    <a:pt x="19053" y="10800"/>
                  </a:cubicBezTo>
                  <a:cubicBezTo>
                    <a:pt x="19460" y="8894"/>
                    <a:pt x="21498" y="8894"/>
                    <a:pt x="21090" y="7624"/>
                  </a:cubicBezTo>
                  <a:cubicBezTo>
                    <a:pt x="20275" y="5082"/>
                    <a:pt x="19868" y="2541"/>
                    <a:pt x="19053"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8" name="Shape 5518"/>
            <p:cNvSpPr/>
            <p:nvPr/>
          </p:nvSpPr>
          <p:spPr>
            <a:xfrm>
              <a:off x="10209384" y="4071125"/>
              <a:ext cx="369891" cy="458720"/>
            </a:xfrm>
            <a:custGeom>
              <a:avLst/>
              <a:gdLst/>
              <a:ahLst/>
              <a:cxnLst>
                <a:cxn ang="0">
                  <a:pos x="wd2" y="hd2"/>
                </a:cxn>
                <a:cxn ang="5400000">
                  <a:pos x="wd2" y="hd2"/>
                </a:cxn>
                <a:cxn ang="10800000">
                  <a:pos x="wd2" y="hd2"/>
                </a:cxn>
                <a:cxn ang="16200000">
                  <a:pos x="wd2" y="hd2"/>
                </a:cxn>
              </a:cxnLst>
              <a:rect l="0" t="0" r="r" b="b"/>
              <a:pathLst>
                <a:path w="20901" h="21600" fill="norm" stroke="1" extrusionOk="0">
                  <a:moveTo>
                    <a:pt x="20546" y="8376"/>
                  </a:moveTo>
                  <a:cubicBezTo>
                    <a:pt x="18966" y="8376"/>
                    <a:pt x="18439" y="7053"/>
                    <a:pt x="17912" y="6171"/>
                  </a:cubicBezTo>
                  <a:cubicBezTo>
                    <a:pt x="17385" y="5731"/>
                    <a:pt x="15278" y="5731"/>
                    <a:pt x="14751" y="5290"/>
                  </a:cubicBezTo>
                  <a:cubicBezTo>
                    <a:pt x="13171" y="4849"/>
                    <a:pt x="12644" y="3967"/>
                    <a:pt x="11590" y="2645"/>
                  </a:cubicBezTo>
                  <a:cubicBezTo>
                    <a:pt x="11590" y="2204"/>
                    <a:pt x="11063" y="1763"/>
                    <a:pt x="11063" y="1322"/>
                  </a:cubicBezTo>
                  <a:cubicBezTo>
                    <a:pt x="11063" y="1322"/>
                    <a:pt x="11590" y="0"/>
                    <a:pt x="11590" y="0"/>
                  </a:cubicBezTo>
                  <a:cubicBezTo>
                    <a:pt x="11063" y="0"/>
                    <a:pt x="9483" y="1763"/>
                    <a:pt x="8956" y="2204"/>
                  </a:cubicBezTo>
                  <a:cubicBezTo>
                    <a:pt x="7902" y="3086"/>
                    <a:pt x="6849" y="4408"/>
                    <a:pt x="5268" y="4408"/>
                  </a:cubicBezTo>
                  <a:cubicBezTo>
                    <a:pt x="4215" y="4849"/>
                    <a:pt x="3688" y="4408"/>
                    <a:pt x="2634" y="4408"/>
                  </a:cubicBezTo>
                  <a:cubicBezTo>
                    <a:pt x="1580" y="4849"/>
                    <a:pt x="527" y="5731"/>
                    <a:pt x="0" y="4849"/>
                  </a:cubicBezTo>
                  <a:cubicBezTo>
                    <a:pt x="527" y="6171"/>
                    <a:pt x="1054" y="7494"/>
                    <a:pt x="2634" y="7494"/>
                  </a:cubicBezTo>
                  <a:cubicBezTo>
                    <a:pt x="3688" y="7494"/>
                    <a:pt x="7902" y="7494"/>
                    <a:pt x="8429" y="8376"/>
                  </a:cubicBezTo>
                  <a:cubicBezTo>
                    <a:pt x="10010" y="10139"/>
                    <a:pt x="8956" y="11902"/>
                    <a:pt x="8429" y="14106"/>
                  </a:cubicBezTo>
                  <a:cubicBezTo>
                    <a:pt x="7902" y="14547"/>
                    <a:pt x="5795" y="14988"/>
                    <a:pt x="5795" y="14988"/>
                  </a:cubicBezTo>
                  <a:cubicBezTo>
                    <a:pt x="3688" y="15429"/>
                    <a:pt x="1580" y="15869"/>
                    <a:pt x="0" y="16310"/>
                  </a:cubicBezTo>
                  <a:cubicBezTo>
                    <a:pt x="1054" y="18073"/>
                    <a:pt x="2107" y="19837"/>
                    <a:pt x="2634" y="21600"/>
                  </a:cubicBezTo>
                  <a:cubicBezTo>
                    <a:pt x="4215" y="21159"/>
                    <a:pt x="5795" y="21159"/>
                    <a:pt x="7376" y="21159"/>
                  </a:cubicBezTo>
                  <a:cubicBezTo>
                    <a:pt x="9483" y="20718"/>
                    <a:pt x="7902" y="20278"/>
                    <a:pt x="8956" y="19396"/>
                  </a:cubicBezTo>
                  <a:cubicBezTo>
                    <a:pt x="10010" y="18955"/>
                    <a:pt x="11590" y="19396"/>
                    <a:pt x="12117" y="18514"/>
                  </a:cubicBezTo>
                  <a:cubicBezTo>
                    <a:pt x="13171" y="17633"/>
                    <a:pt x="13171" y="17192"/>
                    <a:pt x="14751" y="16751"/>
                  </a:cubicBezTo>
                  <a:cubicBezTo>
                    <a:pt x="15805" y="16310"/>
                    <a:pt x="15278" y="14988"/>
                    <a:pt x="15278" y="14106"/>
                  </a:cubicBezTo>
                  <a:cubicBezTo>
                    <a:pt x="14751" y="13224"/>
                    <a:pt x="15805" y="13224"/>
                    <a:pt x="16859" y="13224"/>
                  </a:cubicBezTo>
                  <a:cubicBezTo>
                    <a:pt x="18439" y="12784"/>
                    <a:pt x="18439" y="11461"/>
                    <a:pt x="19493" y="10580"/>
                  </a:cubicBezTo>
                  <a:cubicBezTo>
                    <a:pt x="20020" y="10139"/>
                    <a:pt x="21600" y="8816"/>
                    <a:pt x="20546" y="8376"/>
                  </a:cubicBezTo>
                  <a:cubicBezTo>
                    <a:pt x="20020" y="8376"/>
                    <a:pt x="21073" y="8816"/>
                    <a:pt x="20546" y="837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19" name="Shape 5519"/>
            <p:cNvSpPr/>
            <p:nvPr/>
          </p:nvSpPr>
          <p:spPr>
            <a:xfrm>
              <a:off x="11030367" y="3172803"/>
              <a:ext cx="504206" cy="217829"/>
            </a:xfrm>
            <a:custGeom>
              <a:avLst/>
              <a:gdLst/>
              <a:ahLst/>
              <a:cxnLst>
                <a:cxn ang="0">
                  <a:pos x="wd2" y="hd2"/>
                </a:cxn>
                <a:cxn ang="5400000">
                  <a:pos x="wd2" y="hd2"/>
                </a:cxn>
                <a:cxn ang="10800000">
                  <a:pos x="wd2" y="hd2"/>
                </a:cxn>
                <a:cxn ang="16200000">
                  <a:pos x="wd2" y="hd2"/>
                </a:cxn>
              </a:cxnLst>
              <a:rect l="0" t="0" r="r" b="b"/>
              <a:pathLst>
                <a:path w="21235" h="21100" fill="norm" stroke="1" extrusionOk="0">
                  <a:moveTo>
                    <a:pt x="21235" y="4500"/>
                  </a:moveTo>
                  <a:cubicBezTo>
                    <a:pt x="20057" y="4500"/>
                    <a:pt x="19271" y="2700"/>
                    <a:pt x="18093" y="2700"/>
                  </a:cubicBezTo>
                  <a:cubicBezTo>
                    <a:pt x="16915" y="1800"/>
                    <a:pt x="15344" y="1800"/>
                    <a:pt x="13773" y="1800"/>
                  </a:cubicBezTo>
                  <a:cubicBezTo>
                    <a:pt x="12595" y="1800"/>
                    <a:pt x="11417" y="1800"/>
                    <a:pt x="10239" y="0"/>
                  </a:cubicBezTo>
                  <a:cubicBezTo>
                    <a:pt x="9453" y="0"/>
                    <a:pt x="8668" y="0"/>
                    <a:pt x="8275" y="1800"/>
                  </a:cubicBezTo>
                  <a:cubicBezTo>
                    <a:pt x="8275" y="3600"/>
                    <a:pt x="7882" y="4500"/>
                    <a:pt x="7097" y="3600"/>
                  </a:cubicBezTo>
                  <a:cubicBezTo>
                    <a:pt x="6311" y="2700"/>
                    <a:pt x="4348" y="900"/>
                    <a:pt x="3955" y="4500"/>
                  </a:cubicBezTo>
                  <a:cubicBezTo>
                    <a:pt x="3562" y="5400"/>
                    <a:pt x="3955" y="5400"/>
                    <a:pt x="3170" y="6300"/>
                  </a:cubicBezTo>
                  <a:cubicBezTo>
                    <a:pt x="2777" y="7200"/>
                    <a:pt x="1991" y="9000"/>
                    <a:pt x="2777" y="9900"/>
                  </a:cubicBezTo>
                  <a:cubicBezTo>
                    <a:pt x="3170" y="10800"/>
                    <a:pt x="4348" y="11700"/>
                    <a:pt x="4348" y="10800"/>
                  </a:cubicBezTo>
                  <a:cubicBezTo>
                    <a:pt x="4740" y="9000"/>
                    <a:pt x="5133" y="9900"/>
                    <a:pt x="5526" y="10800"/>
                  </a:cubicBezTo>
                  <a:cubicBezTo>
                    <a:pt x="5919" y="11700"/>
                    <a:pt x="7490" y="12600"/>
                    <a:pt x="7097" y="13500"/>
                  </a:cubicBezTo>
                  <a:cubicBezTo>
                    <a:pt x="7097" y="14400"/>
                    <a:pt x="5919" y="14400"/>
                    <a:pt x="5526" y="15300"/>
                  </a:cubicBezTo>
                  <a:cubicBezTo>
                    <a:pt x="5133" y="16200"/>
                    <a:pt x="4740" y="17100"/>
                    <a:pt x="3955" y="15300"/>
                  </a:cubicBezTo>
                  <a:cubicBezTo>
                    <a:pt x="3562" y="14400"/>
                    <a:pt x="3562" y="17100"/>
                    <a:pt x="3562" y="18000"/>
                  </a:cubicBezTo>
                  <a:cubicBezTo>
                    <a:pt x="1991" y="19800"/>
                    <a:pt x="1206" y="13500"/>
                    <a:pt x="28" y="18000"/>
                  </a:cubicBezTo>
                  <a:cubicBezTo>
                    <a:pt x="-365" y="18900"/>
                    <a:pt x="3562" y="20700"/>
                    <a:pt x="3955" y="19800"/>
                  </a:cubicBezTo>
                  <a:cubicBezTo>
                    <a:pt x="4348" y="18900"/>
                    <a:pt x="5133" y="19800"/>
                    <a:pt x="5526" y="20700"/>
                  </a:cubicBezTo>
                  <a:cubicBezTo>
                    <a:pt x="5919" y="20700"/>
                    <a:pt x="7097" y="21600"/>
                    <a:pt x="7882" y="20700"/>
                  </a:cubicBezTo>
                  <a:cubicBezTo>
                    <a:pt x="8275" y="19800"/>
                    <a:pt x="9060" y="20700"/>
                    <a:pt x="9453" y="18000"/>
                  </a:cubicBezTo>
                  <a:cubicBezTo>
                    <a:pt x="9453" y="17100"/>
                    <a:pt x="10239" y="16200"/>
                    <a:pt x="10631" y="15300"/>
                  </a:cubicBezTo>
                  <a:cubicBezTo>
                    <a:pt x="11024" y="14400"/>
                    <a:pt x="12595" y="14400"/>
                    <a:pt x="12595" y="14400"/>
                  </a:cubicBezTo>
                  <a:cubicBezTo>
                    <a:pt x="12988" y="16200"/>
                    <a:pt x="13380" y="14400"/>
                    <a:pt x="14166" y="14400"/>
                  </a:cubicBezTo>
                  <a:cubicBezTo>
                    <a:pt x="14559" y="14400"/>
                    <a:pt x="14951" y="11700"/>
                    <a:pt x="15344" y="11700"/>
                  </a:cubicBezTo>
                  <a:cubicBezTo>
                    <a:pt x="15737" y="10800"/>
                    <a:pt x="16522" y="11700"/>
                    <a:pt x="16915" y="10800"/>
                  </a:cubicBezTo>
                  <a:cubicBezTo>
                    <a:pt x="18486" y="9900"/>
                    <a:pt x="19271" y="8100"/>
                    <a:pt x="20842" y="6300"/>
                  </a:cubicBezTo>
                  <a:cubicBezTo>
                    <a:pt x="21235" y="6300"/>
                    <a:pt x="21235" y="6300"/>
                    <a:pt x="21235" y="45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0" name="Shape 5520"/>
            <p:cNvSpPr/>
            <p:nvPr/>
          </p:nvSpPr>
          <p:spPr>
            <a:xfrm>
              <a:off x="10402523" y="3032640"/>
              <a:ext cx="797673" cy="487389"/>
            </a:xfrm>
            <a:custGeom>
              <a:avLst/>
              <a:gdLst/>
              <a:ahLst/>
              <a:cxnLst>
                <a:cxn ang="0">
                  <a:pos x="wd2" y="hd2"/>
                </a:cxn>
                <a:cxn ang="5400000">
                  <a:pos x="wd2" y="hd2"/>
                </a:cxn>
                <a:cxn ang="10800000">
                  <a:pos x="wd2" y="hd2"/>
                </a:cxn>
                <a:cxn ang="16200000">
                  <a:pos x="wd2" y="hd2"/>
                </a:cxn>
              </a:cxnLst>
              <a:rect l="0" t="0" r="r" b="b"/>
              <a:pathLst>
                <a:path w="20723" h="21600" fill="norm" stroke="1" extrusionOk="0">
                  <a:moveTo>
                    <a:pt x="18795" y="13292"/>
                  </a:moveTo>
                  <a:cubicBezTo>
                    <a:pt x="19038" y="13708"/>
                    <a:pt x="19038" y="14123"/>
                    <a:pt x="19523" y="13708"/>
                  </a:cubicBezTo>
                  <a:cubicBezTo>
                    <a:pt x="19766" y="13708"/>
                    <a:pt x="20009" y="12877"/>
                    <a:pt x="20252" y="12877"/>
                  </a:cubicBezTo>
                  <a:cubicBezTo>
                    <a:pt x="21465" y="12462"/>
                    <a:pt x="20009" y="11631"/>
                    <a:pt x="19523" y="10800"/>
                  </a:cubicBezTo>
                  <a:cubicBezTo>
                    <a:pt x="19281" y="10385"/>
                    <a:pt x="19281" y="10800"/>
                    <a:pt x="19038" y="11215"/>
                  </a:cubicBezTo>
                  <a:cubicBezTo>
                    <a:pt x="19038" y="11631"/>
                    <a:pt x="18310" y="11215"/>
                    <a:pt x="18067" y="11215"/>
                  </a:cubicBezTo>
                  <a:cubicBezTo>
                    <a:pt x="17096" y="10385"/>
                    <a:pt x="18553" y="9138"/>
                    <a:pt x="18795" y="8723"/>
                  </a:cubicBezTo>
                  <a:cubicBezTo>
                    <a:pt x="18795" y="8723"/>
                    <a:pt x="17825" y="9138"/>
                    <a:pt x="17825" y="9138"/>
                  </a:cubicBezTo>
                  <a:cubicBezTo>
                    <a:pt x="17339" y="9554"/>
                    <a:pt x="16854" y="9554"/>
                    <a:pt x="16368" y="10385"/>
                  </a:cubicBezTo>
                  <a:cubicBezTo>
                    <a:pt x="16126" y="10800"/>
                    <a:pt x="15883" y="11631"/>
                    <a:pt x="15640" y="12046"/>
                  </a:cubicBezTo>
                  <a:cubicBezTo>
                    <a:pt x="15398" y="13292"/>
                    <a:pt x="15155" y="12462"/>
                    <a:pt x="14912" y="11631"/>
                  </a:cubicBezTo>
                  <a:cubicBezTo>
                    <a:pt x="14669" y="10800"/>
                    <a:pt x="14184" y="11215"/>
                    <a:pt x="13699" y="11215"/>
                  </a:cubicBezTo>
                  <a:cubicBezTo>
                    <a:pt x="13213" y="11215"/>
                    <a:pt x="12971" y="9969"/>
                    <a:pt x="12728" y="9554"/>
                  </a:cubicBezTo>
                  <a:cubicBezTo>
                    <a:pt x="12243" y="8723"/>
                    <a:pt x="12971" y="7892"/>
                    <a:pt x="12485" y="7062"/>
                  </a:cubicBezTo>
                  <a:cubicBezTo>
                    <a:pt x="12243" y="6646"/>
                    <a:pt x="12000" y="5815"/>
                    <a:pt x="11757" y="5400"/>
                  </a:cubicBezTo>
                  <a:cubicBezTo>
                    <a:pt x="11514" y="4985"/>
                    <a:pt x="11029" y="4569"/>
                    <a:pt x="10786" y="4985"/>
                  </a:cubicBezTo>
                  <a:cubicBezTo>
                    <a:pt x="10301" y="5400"/>
                    <a:pt x="9816" y="4985"/>
                    <a:pt x="9087" y="4985"/>
                  </a:cubicBezTo>
                  <a:cubicBezTo>
                    <a:pt x="8602" y="4985"/>
                    <a:pt x="7874" y="5400"/>
                    <a:pt x="7389" y="4985"/>
                  </a:cubicBezTo>
                  <a:cubicBezTo>
                    <a:pt x="7146" y="4569"/>
                    <a:pt x="6661" y="3738"/>
                    <a:pt x="6418" y="3323"/>
                  </a:cubicBezTo>
                  <a:cubicBezTo>
                    <a:pt x="5932" y="2492"/>
                    <a:pt x="5690" y="2492"/>
                    <a:pt x="5447" y="3323"/>
                  </a:cubicBezTo>
                  <a:cubicBezTo>
                    <a:pt x="5204" y="3738"/>
                    <a:pt x="4962" y="4154"/>
                    <a:pt x="4476" y="4154"/>
                  </a:cubicBezTo>
                  <a:cubicBezTo>
                    <a:pt x="3748" y="4154"/>
                    <a:pt x="3748" y="3323"/>
                    <a:pt x="3991" y="2492"/>
                  </a:cubicBezTo>
                  <a:cubicBezTo>
                    <a:pt x="4234" y="1246"/>
                    <a:pt x="4234" y="1246"/>
                    <a:pt x="3505" y="415"/>
                  </a:cubicBezTo>
                  <a:cubicBezTo>
                    <a:pt x="3505" y="831"/>
                    <a:pt x="3505" y="1662"/>
                    <a:pt x="3505" y="2077"/>
                  </a:cubicBezTo>
                  <a:cubicBezTo>
                    <a:pt x="3505" y="2908"/>
                    <a:pt x="3748" y="3323"/>
                    <a:pt x="3263" y="3323"/>
                  </a:cubicBezTo>
                  <a:cubicBezTo>
                    <a:pt x="2777" y="2908"/>
                    <a:pt x="2777" y="1662"/>
                    <a:pt x="3020" y="1246"/>
                  </a:cubicBezTo>
                  <a:cubicBezTo>
                    <a:pt x="3020" y="1246"/>
                    <a:pt x="3505" y="0"/>
                    <a:pt x="3263" y="0"/>
                  </a:cubicBezTo>
                  <a:cubicBezTo>
                    <a:pt x="2049" y="415"/>
                    <a:pt x="1078" y="831"/>
                    <a:pt x="108" y="1662"/>
                  </a:cubicBezTo>
                  <a:cubicBezTo>
                    <a:pt x="-135" y="1662"/>
                    <a:pt x="108" y="5815"/>
                    <a:pt x="108" y="6231"/>
                  </a:cubicBezTo>
                  <a:cubicBezTo>
                    <a:pt x="108" y="7477"/>
                    <a:pt x="108" y="8723"/>
                    <a:pt x="108" y="9554"/>
                  </a:cubicBezTo>
                  <a:cubicBezTo>
                    <a:pt x="108" y="10385"/>
                    <a:pt x="-135" y="10800"/>
                    <a:pt x="350" y="10800"/>
                  </a:cubicBezTo>
                  <a:cubicBezTo>
                    <a:pt x="593" y="10800"/>
                    <a:pt x="836" y="10800"/>
                    <a:pt x="1321" y="10800"/>
                  </a:cubicBezTo>
                  <a:cubicBezTo>
                    <a:pt x="1807" y="10800"/>
                    <a:pt x="1078" y="9969"/>
                    <a:pt x="1321" y="9554"/>
                  </a:cubicBezTo>
                  <a:cubicBezTo>
                    <a:pt x="1564" y="8723"/>
                    <a:pt x="2049" y="9138"/>
                    <a:pt x="2292" y="8308"/>
                  </a:cubicBezTo>
                  <a:cubicBezTo>
                    <a:pt x="2777" y="7892"/>
                    <a:pt x="2777" y="7892"/>
                    <a:pt x="3020" y="7477"/>
                  </a:cubicBezTo>
                  <a:cubicBezTo>
                    <a:pt x="3505" y="7062"/>
                    <a:pt x="3748" y="7477"/>
                    <a:pt x="3991" y="7892"/>
                  </a:cubicBezTo>
                  <a:cubicBezTo>
                    <a:pt x="4234" y="8308"/>
                    <a:pt x="4962" y="8308"/>
                    <a:pt x="4962" y="8308"/>
                  </a:cubicBezTo>
                  <a:cubicBezTo>
                    <a:pt x="5204" y="9138"/>
                    <a:pt x="4962" y="9554"/>
                    <a:pt x="4962" y="9969"/>
                  </a:cubicBezTo>
                  <a:cubicBezTo>
                    <a:pt x="5204" y="11215"/>
                    <a:pt x="5932" y="11215"/>
                    <a:pt x="6175" y="11215"/>
                  </a:cubicBezTo>
                  <a:cubicBezTo>
                    <a:pt x="7389" y="11215"/>
                    <a:pt x="7389" y="12462"/>
                    <a:pt x="7874" y="14123"/>
                  </a:cubicBezTo>
                  <a:cubicBezTo>
                    <a:pt x="8117" y="14538"/>
                    <a:pt x="8602" y="14954"/>
                    <a:pt x="9087" y="15369"/>
                  </a:cubicBezTo>
                  <a:cubicBezTo>
                    <a:pt x="9330" y="15369"/>
                    <a:pt x="9573" y="15785"/>
                    <a:pt x="9816" y="16200"/>
                  </a:cubicBezTo>
                  <a:cubicBezTo>
                    <a:pt x="10544" y="17031"/>
                    <a:pt x="11272" y="18277"/>
                    <a:pt x="12000" y="18692"/>
                  </a:cubicBezTo>
                  <a:cubicBezTo>
                    <a:pt x="12971" y="19108"/>
                    <a:pt x="12971" y="19108"/>
                    <a:pt x="12971" y="20354"/>
                  </a:cubicBezTo>
                  <a:cubicBezTo>
                    <a:pt x="13456" y="20354"/>
                    <a:pt x="14184" y="21185"/>
                    <a:pt x="14669" y="21600"/>
                  </a:cubicBezTo>
                  <a:cubicBezTo>
                    <a:pt x="14669" y="20354"/>
                    <a:pt x="14427" y="20354"/>
                    <a:pt x="15155" y="19523"/>
                  </a:cubicBezTo>
                  <a:cubicBezTo>
                    <a:pt x="15398" y="18692"/>
                    <a:pt x="14912" y="18277"/>
                    <a:pt x="14912" y="17446"/>
                  </a:cubicBezTo>
                  <a:cubicBezTo>
                    <a:pt x="15155" y="16200"/>
                    <a:pt x="14427" y="16615"/>
                    <a:pt x="14184" y="15785"/>
                  </a:cubicBezTo>
                  <a:cubicBezTo>
                    <a:pt x="13941" y="14954"/>
                    <a:pt x="15155" y="15369"/>
                    <a:pt x="15398" y="14954"/>
                  </a:cubicBezTo>
                  <a:cubicBezTo>
                    <a:pt x="16126" y="14538"/>
                    <a:pt x="15398" y="13292"/>
                    <a:pt x="15883" y="13708"/>
                  </a:cubicBezTo>
                  <a:cubicBezTo>
                    <a:pt x="16854" y="13708"/>
                    <a:pt x="15883" y="12462"/>
                    <a:pt x="16368" y="12462"/>
                  </a:cubicBezTo>
                  <a:cubicBezTo>
                    <a:pt x="16611" y="12046"/>
                    <a:pt x="16854" y="12877"/>
                    <a:pt x="17096" y="12462"/>
                  </a:cubicBezTo>
                  <a:cubicBezTo>
                    <a:pt x="17339" y="12462"/>
                    <a:pt x="17582" y="12046"/>
                    <a:pt x="17825" y="12046"/>
                  </a:cubicBezTo>
                  <a:cubicBezTo>
                    <a:pt x="18310" y="12046"/>
                    <a:pt x="17825" y="13708"/>
                    <a:pt x="17825" y="14123"/>
                  </a:cubicBezTo>
                  <a:cubicBezTo>
                    <a:pt x="18067" y="14123"/>
                    <a:pt x="18553" y="12877"/>
                    <a:pt x="18553" y="14123"/>
                  </a:cubicBezTo>
                  <a:cubicBezTo>
                    <a:pt x="18553" y="14123"/>
                    <a:pt x="18553" y="13292"/>
                    <a:pt x="18795" y="13292"/>
                  </a:cubicBezTo>
                  <a:cubicBezTo>
                    <a:pt x="19038" y="13292"/>
                    <a:pt x="18553" y="13292"/>
                    <a:pt x="18795" y="1329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1" name="Shape 5521"/>
            <p:cNvSpPr/>
            <p:nvPr/>
          </p:nvSpPr>
          <p:spPr>
            <a:xfrm>
              <a:off x="10645815" y="3574181"/>
              <a:ext cx="2541" cy="9559"/>
            </a:xfrm>
            <a:prstGeom prst="ellipse">
              <a:avLst/>
            </a:prstGeom>
            <a:no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2" name="Shape 5522"/>
            <p:cNvSpPr/>
            <p:nvPr/>
          </p:nvSpPr>
          <p:spPr>
            <a:xfrm>
              <a:off x="10237616" y="3201472"/>
              <a:ext cx="663029" cy="401379"/>
            </a:xfrm>
            <a:custGeom>
              <a:avLst/>
              <a:gdLst/>
              <a:ahLst/>
              <a:cxnLst>
                <a:cxn ang="0">
                  <a:pos x="wd2" y="hd2"/>
                </a:cxn>
                <a:cxn ang="5400000">
                  <a:pos x="wd2" y="hd2"/>
                </a:cxn>
                <a:cxn ang="10800000">
                  <a:pos x="wd2" y="hd2"/>
                </a:cxn>
                <a:cxn ang="16200000">
                  <a:pos x="wd2" y="hd2"/>
                </a:cxn>
              </a:cxnLst>
              <a:rect l="0" t="0" r="r" b="b"/>
              <a:pathLst>
                <a:path w="21008" h="21600" fill="norm" stroke="1" extrusionOk="0">
                  <a:moveTo>
                    <a:pt x="21008" y="14065"/>
                  </a:moveTo>
                  <a:cubicBezTo>
                    <a:pt x="20712" y="13563"/>
                    <a:pt x="20416" y="13563"/>
                    <a:pt x="19824" y="13563"/>
                  </a:cubicBezTo>
                  <a:cubicBezTo>
                    <a:pt x="19529" y="13060"/>
                    <a:pt x="18937" y="12558"/>
                    <a:pt x="18641" y="12056"/>
                  </a:cubicBezTo>
                  <a:cubicBezTo>
                    <a:pt x="18049" y="11553"/>
                    <a:pt x="17161" y="11051"/>
                    <a:pt x="16570" y="10047"/>
                  </a:cubicBezTo>
                  <a:cubicBezTo>
                    <a:pt x="16274" y="9042"/>
                    <a:pt x="15386" y="9042"/>
                    <a:pt x="14794" y="8037"/>
                  </a:cubicBezTo>
                  <a:cubicBezTo>
                    <a:pt x="14498" y="6530"/>
                    <a:pt x="14203" y="4521"/>
                    <a:pt x="13315" y="4521"/>
                  </a:cubicBezTo>
                  <a:cubicBezTo>
                    <a:pt x="12427" y="4521"/>
                    <a:pt x="11244" y="4521"/>
                    <a:pt x="11244" y="2512"/>
                  </a:cubicBezTo>
                  <a:cubicBezTo>
                    <a:pt x="11244" y="2009"/>
                    <a:pt x="11540" y="1005"/>
                    <a:pt x="11244" y="1005"/>
                  </a:cubicBezTo>
                  <a:cubicBezTo>
                    <a:pt x="10948" y="502"/>
                    <a:pt x="10652" y="1005"/>
                    <a:pt x="10060" y="502"/>
                  </a:cubicBezTo>
                  <a:cubicBezTo>
                    <a:pt x="10060" y="502"/>
                    <a:pt x="9764" y="0"/>
                    <a:pt x="9468" y="0"/>
                  </a:cubicBezTo>
                  <a:cubicBezTo>
                    <a:pt x="9172" y="0"/>
                    <a:pt x="8876" y="502"/>
                    <a:pt x="8581" y="502"/>
                  </a:cubicBezTo>
                  <a:cubicBezTo>
                    <a:pt x="8285" y="0"/>
                    <a:pt x="7989" y="1507"/>
                    <a:pt x="7693" y="1507"/>
                  </a:cubicBezTo>
                  <a:cubicBezTo>
                    <a:pt x="7397" y="1507"/>
                    <a:pt x="6509" y="2009"/>
                    <a:pt x="6805" y="3014"/>
                  </a:cubicBezTo>
                  <a:cubicBezTo>
                    <a:pt x="7101" y="4521"/>
                    <a:pt x="6805" y="4019"/>
                    <a:pt x="5918" y="4019"/>
                  </a:cubicBezTo>
                  <a:cubicBezTo>
                    <a:pt x="5622" y="4019"/>
                    <a:pt x="4734" y="4019"/>
                    <a:pt x="4438" y="4019"/>
                  </a:cubicBezTo>
                  <a:cubicBezTo>
                    <a:pt x="3846" y="3014"/>
                    <a:pt x="3550" y="2009"/>
                    <a:pt x="2959" y="1005"/>
                  </a:cubicBezTo>
                  <a:cubicBezTo>
                    <a:pt x="2071" y="0"/>
                    <a:pt x="887" y="1507"/>
                    <a:pt x="0" y="2512"/>
                  </a:cubicBezTo>
                  <a:cubicBezTo>
                    <a:pt x="296" y="3014"/>
                    <a:pt x="1183" y="5023"/>
                    <a:pt x="887" y="6028"/>
                  </a:cubicBezTo>
                  <a:cubicBezTo>
                    <a:pt x="-592" y="7535"/>
                    <a:pt x="1183" y="7535"/>
                    <a:pt x="1775" y="8540"/>
                  </a:cubicBezTo>
                  <a:cubicBezTo>
                    <a:pt x="1775" y="8540"/>
                    <a:pt x="1775" y="9544"/>
                    <a:pt x="1775" y="9544"/>
                  </a:cubicBezTo>
                  <a:cubicBezTo>
                    <a:pt x="1479" y="10047"/>
                    <a:pt x="2071" y="11051"/>
                    <a:pt x="2367" y="11051"/>
                  </a:cubicBezTo>
                  <a:cubicBezTo>
                    <a:pt x="2367" y="11553"/>
                    <a:pt x="2071" y="12056"/>
                    <a:pt x="2071" y="13060"/>
                  </a:cubicBezTo>
                  <a:cubicBezTo>
                    <a:pt x="2071" y="13563"/>
                    <a:pt x="2071" y="14567"/>
                    <a:pt x="2071" y="15572"/>
                  </a:cubicBezTo>
                  <a:cubicBezTo>
                    <a:pt x="2663" y="15572"/>
                    <a:pt x="2959" y="15572"/>
                    <a:pt x="3550" y="14567"/>
                  </a:cubicBezTo>
                  <a:cubicBezTo>
                    <a:pt x="3846" y="14065"/>
                    <a:pt x="4142" y="13563"/>
                    <a:pt x="4438" y="13060"/>
                  </a:cubicBezTo>
                  <a:cubicBezTo>
                    <a:pt x="5622" y="13060"/>
                    <a:pt x="6509" y="12558"/>
                    <a:pt x="7397" y="13563"/>
                  </a:cubicBezTo>
                  <a:cubicBezTo>
                    <a:pt x="7989" y="15070"/>
                    <a:pt x="9764" y="14065"/>
                    <a:pt x="10356" y="15572"/>
                  </a:cubicBezTo>
                  <a:cubicBezTo>
                    <a:pt x="10948" y="17079"/>
                    <a:pt x="11540" y="17581"/>
                    <a:pt x="12723" y="17581"/>
                  </a:cubicBezTo>
                  <a:cubicBezTo>
                    <a:pt x="13019" y="17581"/>
                    <a:pt x="13019" y="17581"/>
                    <a:pt x="13019" y="18586"/>
                  </a:cubicBezTo>
                  <a:cubicBezTo>
                    <a:pt x="13019" y="20093"/>
                    <a:pt x="13019" y="20093"/>
                    <a:pt x="13611" y="21098"/>
                  </a:cubicBezTo>
                  <a:cubicBezTo>
                    <a:pt x="14203" y="21098"/>
                    <a:pt x="14498" y="21600"/>
                    <a:pt x="15090" y="21600"/>
                  </a:cubicBezTo>
                  <a:cubicBezTo>
                    <a:pt x="15978" y="21600"/>
                    <a:pt x="15978" y="21098"/>
                    <a:pt x="16274" y="20093"/>
                  </a:cubicBezTo>
                  <a:cubicBezTo>
                    <a:pt x="16570" y="19088"/>
                    <a:pt x="17161" y="19591"/>
                    <a:pt x="17753" y="19088"/>
                  </a:cubicBezTo>
                  <a:cubicBezTo>
                    <a:pt x="18345" y="18586"/>
                    <a:pt x="18345" y="17581"/>
                    <a:pt x="18641" y="16577"/>
                  </a:cubicBezTo>
                  <a:cubicBezTo>
                    <a:pt x="18641" y="15572"/>
                    <a:pt x="19529" y="16577"/>
                    <a:pt x="19824" y="15572"/>
                  </a:cubicBezTo>
                  <a:cubicBezTo>
                    <a:pt x="19824" y="14567"/>
                    <a:pt x="20712" y="15572"/>
                    <a:pt x="21008" y="15572"/>
                  </a:cubicBezTo>
                  <a:cubicBezTo>
                    <a:pt x="21008" y="15070"/>
                    <a:pt x="21008" y="14567"/>
                    <a:pt x="21008" y="1406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3" name="Shape 5523"/>
            <p:cNvSpPr/>
            <p:nvPr/>
          </p:nvSpPr>
          <p:spPr>
            <a:xfrm>
              <a:off x="10946967" y="3300564"/>
              <a:ext cx="357907" cy="229093"/>
            </a:xfrm>
            <a:custGeom>
              <a:avLst/>
              <a:gdLst/>
              <a:ahLst/>
              <a:cxnLst>
                <a:cxn ang="0">
                  <a:pos x="wd2" y="hd2"/>
                </a:cxn>
                <a:cxn ang="5400000">
                  <a:pos x="wd2" y="hd2"/>
                </a:cxn>
                <a:cxn ang="10800000">
                  <a:pos x="wd2" y="hd2"/>
                </a:cxn>
                <a:cxn ang="16200000">
                  <a:pos x="wd2" y="hd2"/>
                </a:cxn>
              </a:cxnLst>
              <a:rect l="0" t="0" r="r" b="b"/>
              <a:pathLst>
                <a:path w="20742" h="19663" fill="norm" stroke="1" extrusionOk="0">
                  <a:moveTo>
                    <a:pt x="15731" y="7424"/>
                  </a:moveTo>
                  <a:cubicBezTo>
                    <a:pt x="14651" y="8224"/>
                    <a:pt x="14111" y="7424"/>
                    <a:pt x="13031" y="7424"/>
                  </a:cubicBezTo>
                  <a:cubicBezTo>
                    <a:pt x="11951" y="7424"/>
                    <a:pt x="11411" y="5824"/>
                    <a:pt x="10871" y="5824"/>
                  </a:cubicBezTo>
                  <a:cubicBezTo>
                    <a:pt x="10331" y="5824"/>
                    <a:pt x="10331" y="6624"/>
                    <a:pt x="9791" y="6624"/>
                  </a:cubicBezTo>
                  <a:cubicBezTo>
                    <a:pt x="9791" y="7424"/>
                    <a:pt x="9251" y="6624"/>
                    <a:pt x="8711" y="6624"/>
                  </a:cubicBezTo>
                  <a:cubicBezTo>
                    <a:pt x="7631" y="6624"/>
                    <a:pt x="6011" y="6624"/>
                    <a:pt x="4931" y="5824"/>
                  </a:cubicBezTo>
                  <a:cubicBezTo>
                    <a:pt x="4391" y="5024"/>
                    <a:pt x="6011" y="3424"/>
                    <a:pt x="6011" y="3424"/>
                  </a:cubicBezTo>
                  <a:cubicBezTo>
                    <a:pt x="7091" y="2624"/>
                    <a:pt x="7631" y="5024"/>
                    <a:pt x="8171" y="5024"/>
                  </a:cubicBezTo>
                  <a:cubicBezTo>
                    <a:pt x="9251" y="5024"/>
                    <a:pt x="9791" y="4224"/>
                    <a:pt x="9791" y="3424"/>
                  </a:cubicBezTo>
                  <a:cubicBezTo>
                    <a:pt x="9251" y="2624"/>
                    <a:pt x="8711" y="4224"/>
                    <a:pt x="8171" y="4224"/>
                  </a:cubicBezTo>
                  <a:cubicBezTo>
                    <a:pt x="7631" y="3424"/>
                    <a:pt x="8711" y="1024"/>
                    <a:pt x="8171" y="224"/>
                  </a:cubicBezTo>
                  <a:cubicBezTo>
                    <a:pt x="8171" y="-576"/>
                    <a:pt x="7091" y="1024"/>
                    <a:pt x="7091" y="1024"/>
                  </a:cubicBezTo>
                  <a:cubicBezTo>
                    <a:pt x="6011" y="1824"/>
                    <a:pt x="5471" y="224"/>
                    <a:pt x="4931" y="1024"/>
                  </a:cubicBezTo>
                  <a:cubicBezTo>
                    <a:pt x="3851" y="1024"/>
                    <a:pt x="6011" y="3424"/>
                    <a:pt x="3851" y="3424"/>
                  </a:cubicBezTo>
                  <a:cubicBezTo>
                    <a:pt x="2771" y="2624"/>
                    <a:pt x="4391" y="5824"/>
                    <a:pt x="2771" y="5824"/>
                  </a:cubicBezTo>
                  <a:cubicBezTo>
                    <a:pt x="2231" y="6624"/>
                    <a:pt x="-469" y="5824"/>
                    <a:pt x="71" y="7424"/>
                  </a:cubicBezTo>
                  <a:cubicBezTo>
                    <a:pt x="611" y="9824"/>
                    <a:pt x="2231" y="8224"/>
                    <a:pt x="1691" y="10624"/>
                  </a:cubicBezTo>
                  <a:cubicBezTo>
                    <a:pt x="1691" y="13024"/>
                    <a:pt x="3311" y="13024"/>
                    <a:pt x="1691" y="14624"/>
                  </a:cubicBezTo>
                  <a:cubicBezTo>
                    <a:pt x="1151" y="15424"/>
                    <a:pt x="71" y="18624"/>
                    <a:pt x="1691" y="18624"/>
                  </a:cubicBezTo>
                  <a:cubicBezTo>
                    <a:pt x="2771" y="18624"/>
                    <a:pt x="3851" y="16224"/>
                    <a:pt x="4391" y="17024"/>
                  </a:cubicBezTo>
                  <a:cubicBezTo>
                    <a:pt x="6011" y="19424"/>
                    <a:pt x="4391" y="15424"/>
                    <a:pt x="6011" y="15424"/>
                  </a:cubicBezTo>
                  <a:cubicBezTo>
                    <a:pt x="7091" y="15424"/>
                    <a:pt x="7631" y="14624"/>
                    <a:pt x="8711" y="13024"/>
                  </a:cubicBezTo>
                  <a:cubicBezTo>
                    <a:pt x="9251" y="10624"/>
                    <a:pt x="9791" y="11424"/>
                    <a:pt x="10331" y="13024"/>
                  </a:cubicBezTo>
                  <a:cubicBezTo>
                    <a:pt x="10871" y="13824"/>
                    <a:pt x="11411" y="14624"/>
                    <a:pt x="11411" y="16224"/>
                  </a:cubicBezTo>
                  <a:cubicBezTo>
                    <a:pt x="11411" y="17024"/>
                    <a:pt x="10871" y="17824"/>
                    <a:pt x="10871" y="18624"/>
                  </a:cubicBezTo>
                  <a:cubicBezTo>
                    <a:pt x="11411" y="21024"/>
                    <a:pt x="13571" y="18624"/>
                    <a:pt x="14111" y="17824"/>
                  </a:cubicBezTo>
                  <a:cubicBezTo>
                    <a:pt x="14651" y="17024"/>
                    <a:pt x="16271" y="15424"/>
                    <a:pt x="16811" y="16224"/>
                  </a:cubicBezTo>
                  <a:cubicBezTo>
                    <a:pt x="17891" y="17824"/>
                    <a:pt x="18971" y="15424"/>
                    <a:pt x="20591" y="16224"/>
                  </a:cubicBezTo>
                  <a:cubicBezTo>
                    <a:pt x="21131" y="15424"/>
                    <a:pt x="20051" y="13824"/>
                    <a:pt x="20051" y="13824"/>
                  </a:cubicBezTo>
                  <a:cubicBezTo>
                    <a:pt x="19511" y="12224"/>
                    <a:pt x="20051" y="10624"/>
                    <a:pt x="18971" y="10624"/>
                  </a:cubicBezTo>
                  <a:cubicBezTo>
                    <a:pt x="17351" y="11424"/>
                    <a:pt x="16271" y="9024"/>
                    <a:pt x="16811" y="6624"/>
                  </a:cubicBezTo>
                  <a:cubicBezTo>
                    <a:pt x="16811" y="6624"/>
                    <a:pt x="16271" y="6624"/>
                    <a:pt x="15731" y="7424"/>
                  </a:cubicBezTo>
                  <a:cubicBezTo>
                    <a:pt x="15191" y="7424"/>
                    <a:pt x="16271" y="6624"/>
                    <a:pt x="15731" y="742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4" name="Shape 5524"/>
            <p:cNvSpPr/>
            <p:nvPr/>
          </p:nvSpPr>
          <p:spPr>
            <a:xfrm>
              <a:off x="10639435" y="3510470"/>
              <a:ext cx="774091" cy="684471"/>
            </a:xfrm>
            <a:custGeom>
              <a:avLst/>
              <a:gdLst/>
              <a:ahLst/>
              <a:cxnLst>
                <a:cxn ang="0">
                  <a:pos x="wd2" y="hd2"/>
                </a:cxn>
                <a:cxn ang="5400000">
                  <a:pos x="wd2" y="hd2"/>
                </a:cxn>
                <a:cxn ang="10800000">
                  <a:pos x="wd2" y="hd2"/>
                </a:cxn>
                <a:cxn ang="16200000">
                  <a:pos x="wd2" y="hd2"/>
                </a:cxn>
              </a:cxnLst>
              <a:rect l="0" t="0" r="r" b="b"/>
              <a:pathLst>
                <a:path w="21600" h="21388" fill="norm" stroke="1" extrusionOk="0">
                  <a:moveTo>
                    <a:pt x="2082" y="14886"/>
                  </a:moveTo>
                  <a:cubicBezTo>
                    <a:pt x="2082" y="15178"/>
                    <a:pt x="2082" y="15470"/>
                    <a:pt x="2342" y="15762"/>
                  </a:cubicBezTo>
                  <a:cubicBezTo>
                    <a:pt x="2602" y="16054"/>
                    <a:pt x="2863" y="16346"/>
                    <a:pt x="2863" y="16638"/>
                  </a:cubicBezTo>
                  <a:cubicBezTo>
                    <a:pt x="2863" y="16930"/>
                    <a:pt x="1561" y="17514"/>
                    <a:pt x="1301" y="17805"/>
                  </a:cubicBezTo>
                  <a:cubicBezTo>
                    <a:pt x="1041" y="17805"/>
                    <a:pt x="781" y="18097"/>
                    <a:pt x="781" y="18681"/>
                  </a:cubicBezTo>
                  <a:cubicBezTo>
                    <a:pt x="781" y="19265"/>
                    <a:pt x="781" y="19265"/>
                    <a:pt x="1561" y="19265"/>
                  </a:cubicBezTo>
                  <a:cubicBezTo>
                    <a:pt x="2082" y="18973"/>
                    <a:pt x="2863" y="18973"/>
                    <a:pt x="3383" y="18681"/>
                  </a:cubicBezTo>
                  <a:cubicBezTo>
                    <a:pt x="3904" y="18681"/>
                    <a:pt x="4424" y="18681"/>
                    <a:pt x="4945" y="18973"/>
                  </a:cubicBezTo>
                  <a:cubicBezTo>
                    <a:pt x="5205" y="18973"/>
                    <a:pt x="5725" y="18973"/>
                    <a:pt x="5986" y="18973"/>
                  </a:cubicBezTo>
                  <a:cubicBezTo>
                    <a:pt x="6506" y="18973"/>
                    <a:pt x="6766" y="18681"/>
                    <a:pt x="7287" y="18681"/>
                  </a:cubicBezTo>
                  <a:cubicBezTo>
                    <a:pt x="7547" y="18681"/>
                    <a:pt x="7547" y="19265"/>
                    <a:pt x="7547" y="19557"/>
                  </a:cubicBezTo>
                  <a:cubicBezTo>
                    <a:pt x="7807" y="19849"/>
                    <a:pt x="8067" y="19849"/>
                    <a:pt x="8328" y="20141"/>
                  </a:cubicBezTo>
                  <a:cubicBezTo>
                    <a:pt x="8328" y="20432"/>
                    <a:pt x="8588" y="21016"/>
                    <a:pt x="8588" y="21308"/>
                  </a:cubicBezTo>
                  <a:cubicBezTo>
                    <a:pt x="9108" y="21600"/>
                    <a:pt x="8848" y="21016"/>
                    <a:pt x="8848" y="20724"/>
                  </a:cubicBezTo>
                  <a:cubicBezTo>
                    <a:pt x="9108" y="20724"/>
                    <a:pt x="9369" y="21308"/>
                    <a:pt x="9369" y="21308"/>
                  </a:cubicBezTo>
                  <a:cubicBezTo>
                    <a:pt x="9889" y="21016"/>
                    <a:pt x="10410" y="20432"/>
                    <a:pt x="11190" y="20724"/>
                  </a:cubicBezTo>
                  <a:cubicBezTo>
                    <a:pt x="11451" y="20724"/>
                    <a:pt x="11711" y="20724"/>
                    <a:pt x="11971" y="20432"/>
                  </a:cubicBezTo>
                  <a:cubicBezTo>
                    <a:pt x="12231" y="20432"/>
                    <a:pt x="12752" y="20432"/>
                    <a:pt x="13012" y="20432"/>
                  </a:cubicBezTo>
                  <a:cubicBezTo>
                    <a:pt x="13272" y="20141"/>
                    <a:pt x="12752" y="18681"/>
                    <a:pt x="12492" y="18681"/>
                  </a:cubicBezTo>
                  <a:cubicBezTo>
                    <a:pt x="12231" y="18389"/>
                    <a:pt x="11971" y="18389"/>
                    <a:pt x="11971" y="17805"/>
                  </a:cubicBezTo>
                  <a:cubicBezTo>
                    <a:pt x="11971" y="17222"/>
                    <a:pt x="11711" y="16930"/>
                    <a:pt x="11451" y="16638"/>
                  </a:cubicBezTo>
                  <a:cubicBezTo>
                    <a:pt x="10670" y="16346"/>
                    <a:pt x="11711" y="15762"/>
                    <a:pt x="11971" y="15178"/>
                  </a:cubicBezTo>
                  <a:cubicBezTo>
                    <a:pt x="12231" y="15178"/>
                    <a:pt x="12231" y="14886"/>
                    <a:pt x="12752" y="15178"/>
                  </a:cubicBezTo>
                  <a:cubicBezTo>
                    <a:pt x="13272" y="15762"/>
                    <a:pt x="13012" y="15178"/>
                    <a:pt x="13533" y="15178"/>
                  </a:cubicBezTo>
                  <a:cubicBezTo>
                    <a:pt x="14573" y="14886"/>
                    <a:pt x="14313" y="14011"/>
                    <a:pt x="14834" y="13427"/>
                  </a:cubicBezTo>
                  <a:cubicBezTo>
                    <a:pt x="15094" y="13135"/>
                    <a:pt x="15614" y="13135"/>
                    <a:pt x="15614" y="12843"/>
                  </a:cubicBezTo>
                  <a:cubicBezTo>
                    <a:pt x="15875" y="12551"/>
                    <a:pt x="16135" y="12259"/>
                    <a:pt x="16135" y="11968"/>
                  </a:cubicBezTo>
                  <a:cubicBezTo>
                    <a:pt x="16135" y="11676"/>
                    <a:pt x="16655" y="11384"/>
                    <a:pt x="16916" y="11384"/>
                  </a:cubicBezTo>
                  <a:cubicBezTo>
                    <a:pt x="17176" y="11384"/>
                    <a:pt x="17176" y="10800"/>
                    <a:pt x="17176" y="10800"/>
                  </a:cubicBezTo>
                  <a:cubicBezTo>
                    <a:pt x="17176" y="9924"/>
                    <a:pt x="18217" y="10508"/>
                    <a:pt x="17957" y="9632"/>
                  </a:cubicBezTo>
                  <a:cubicBezTo>
                    <a:pt x="17957" y="8757"/>
                    <a:pt x="17696" y="8465"/>
                    <a:pt x="18477" y="7881"/>
                  </a:cubicBezTo>
                  <a:cubicBezTo>
                    <a:pt x="18737" y="7881"/>
                    <a:pt x="17436" y="7005"/>
                    <a:pt x="17176" y="6714"/>
                  </a:cubicBezTo>
                  <a:cubicBezTo>
                    <a:pt x="16916" y="6130"/>
                    <a:pt x="17176" y="5254"/>
                    <a:pt x="16916" y="4670"/>
                  </a:cubicBezTo>
                  <a:cubicBezTo>
                    <a:pt x="16916" y="3795"/>
                    <a:pt x="17696" y="3795"/>
                    <a:pt x="18217" y="4086"/>
                  </a:cubicBezTo>
                  <a:cubicBezTo>
                    <a:pt x="18477" y="4086"/>
                    <a:pt x="18998" y="4378"/>
                    <a:pt x="19258" y="4378"/>
                  </a:cubicBezTo>
                  <a:cubicBezTo>
                    <a:pt x="19778" y="4378"/>
                    <a:pt x="19778" y="4086"/>
                    <a:pt x="20039" y="3795"/>
                  </a:cubicBezTo>
                  <a:cubicBezTo>
                    <a:pt x="20819" y="3795"/>
                    <a:pt x="21080" y="3795"/>
                    <a:pt x="21600" y="2919"/>
                  </a:cubicBezTo>
                  <a:cubicBezTo>
                    <a:pt x="20819" y="2627"/>
                    <a:pt x="20039" y="2335"/>
                    <a:pt x="19778" y="1751"/>
                  </a:cubicBezTo>
                  <a:cubicBezTo>
                    <a:pt x="19518" y="1459"/>
                    <a:pt x="19518" y="876"/>
                    <a:pt x="19258" y="584"/>
                  </a:cubicBezTo>
                  <a:cubicBezTo>
                    <a:pt x="18998" y="292"/>
                    <a:pt x="18737" y="292"/>
                    <a:pt x="18477" y="0"/>
                  </a:cubicBezTo>
                  <a:cubicBezTo>
                    <a:pt x="17957" y="0"/>
                    <a:pt x="17176" y="292"/>
                    <a:pt x="16916" y="292"/>
                  </a:cubicBezTo>
                  <a:cubicBezTo>
                    <a:pt x="15875" y="0"/>
                    <a:pt x="15354" y="584"/>
                    <a:pt x="14573" y="1168"/>
                  </a:cubicBezTo>
                  <a:cubicBezTo>
                    <a:pt x="13793" y="1459"/>
                    <a:pt x="13272" y="1459"/>
                    <a:pt x="13793" y="2335"/>
                  </a:cubicBezTo>
                  <a:cubicBezTo>
                    <a:pt x="14313" y="2919"/>
                    <a:pt x="13793" y="3503"/>
                    <a:pt x="13272" y="3795"/>
                  </a:cubicBezTo>
                  <a:cubicBezTo>
                    <a:pt x="12752" y="4378"/>
                    <a:pt x="13533" y="5546"/>
                    <a:pt x="12492" y="5254"/>
                  </a:cubicBezTo>
                  <a:cubicBezTo>
                    <a:pt x="11190" y="5254"/>
                    <a:pt x="12231" y="5546"/>
                    <a:pt x="12231" y="6130"/>
                  </a:cubicBezTo>
                  <a:cubicBezTo>
                    <a:pt x="12492" y="6422"/>
                    <a:pt x="11451" y="6714"/>
                    <a:pt x="11190" y="7005"/>
                  </a:cubicBezTo>
                  <a:cubicBezTo>
                    <a:pt x="10930" y="7589"/>
                    <a:pt x="10930" y="8757"/>
                    <a:pt x="10670" y="8757"/>
                  </a:cubicBezTo>
                  <a:cubicBezTo>
                    <a:pt x="10410" y="9049"/>
                    <a:pt x="10149" y="8757"/>
                    <a:pt x="9889" y="8757"/>
                  </a:cubicBezTo>
                  <a:cubicBezTo>
                    <a:pt x="9369" y="8757"/>
                    <a:pt x="9108" y="9049"/>
                    <a:pt x="8848" y="9341"/>
                  </a:cubicBezTo>
                  <a:cubicBezTo>
                    <a:pt x="8328" y="9632"/>
                    <a:pt x="8067" y="9341"/>
                    <a:pt x="7807" y="9632"/>
                  </a:cubicBezTo>
                  <a:cubicBezTo>
                    <a:pt x="7287" y="9924"/>
                    <a:pt x="7287" y="10216"/>
                    <a:pt x="7027" y="10800"/>
                  </a:cubicBezTo>
                  <a:cubicBezTo>
                    <a:pt x="7027" y="11676"/>
                    <a:pt x="6506" y="11968"/>
                    <a:pt x="5725" y="12259"/>
                  </a:cubicBezTo>
                  <a:cubicBezTo>
                    <a:pt x="4945" y="12551"/>
                    <a:pt x="4164" y="12551"/>
                    <a:pt x="3383" y="12551"/>
                  </a:cubicBezTo>
                  <a:cubicBezTo>
                    <a:pt x="2082" y="12551"/>
                    <a:pt x="1041" y="12259"/>
                    <a:pt x="0" y="11676"/>
                  </a:cubicBezTo>
                  <a:cubicBezTo>
                    <a:pt x="260" y="12259"/>
                    <a:pt x="520" y="12843"/>
                    <a:pt x="781" y="13427"/>
                  </a:cubicBezTo>
                  <a:cubicBezTo>
                    <a:pt x="1041" y="13719"/>
                    <a:pt x="2082" y="14011"/>
                    <a:pt x="2082" y="1488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5" name="Shape 5525"/>
            <p:cNvSpPr/>
            <p:nvPr/>
          </p:nvSpPr>
          <p:spPr>
            <a:xfrm>
              <a:off x="10614945" y="3432331"/>
              <a:ext cx="687085" cy="477353"/>
            </a:xfrm>
            <a:custGeom>
              <a:avLst/>
              <a:gdLst/>
              <a:ahLst/>
              <a:cxnLst>
                <a:cxn ang="0">
                  <a:pos x="wd2" y="hd2"/>
                </a:cxn>
                <a:cxn ang="5400000">
                  <a:pos x="wd2" y="hd2"/>
                </a:cxn>
                <a:cxn ang="10800000">
                  <a:pos x="wd2" y="hd2"/>
                </a:cxn>
                <a:cxn ang="16200000">
                  <a:pos x="wd2" y="hd2"/>
                </a:cxn>
              </a:cxnLst>
              <a:rect l="0" t="0" r="r" b="b"/>
              <a:pathLst>
                <a:path w="21177" h="20748" fill="norm" stroke="1" extrusionOk="0">
                  <a:moveTo>
                    <a:pt x="20313" y="2511"/>
                  </a:moveTo>
                  <a:cubicBezTo>
                    <a:pt x="20025" y="2511"/>
                    <a:pt x="19737" y="3326"/>
                    <a:pt x="19449" y="2918"/>
                  </a:cubicBezTo>
                  <a:cubicBezTo>
                    <a:pt x="19161" y="2918"/>
                    <a:pt x="19161" y="2103"/>
                    <a:pt x="18873" y="2511"/>
                  </a:cubicBezTo>
                  <a:cubicBezTo>
                    <a:pt x="18297" y="2511"/>
                    <a:pt x="17721" y="3326"/>
                    <a:pt x="17433" y="3733"/>
                  </a:cubicBezTo>
                  <a:cubicBezTo>
                    <a:pt x="17145" y="3733"/>
                    <a:pt x="16569" y="4549"/>
                    <a:pt x="15993" y="4141"/>
                  </a:cubicBezTo>
                  <a:cubicBezTo>
                    <a:pt x="15705" y="3733"/>
                    <a:pt x="16569" y="2103"/>
                    <a:pt x="15993" y="1288"/>
                  </a:cubicBezTo>
                  <a:cubicBezTo>
                    <a:pt x="15993" y="1288"/>
                    <a:pt x="15417" y="-342"/>
                    <a:pt x="15129" y="66"/>
                  </a:cubicBezTo>
                  <a:cubicBezTo>
                    <a:pt x="14841" y="881"/>
                    <a:pt x="14553" y="1696"/>
                    <a:pt x="13977" y="2103"/>
                  </a:cubicBezTo>
                  <a:cubicBezTo>
                    <a:pt x="13401" y="2511"/>
                    <a:pt x="13113" y="2103"/>
                    <a:pt x="13113" y="2918"/>
                  </a:cubicBezTo>
                  <a:cubicBezTo>
                    <a:pt x="12825" y="4141"/>
                    <a:pt x="12537" y="2511"/>
                    <a:pt x="12249" y="2918"/>
                  </a:cubicBezTo>
                  <a:cubicBezTo>
                    <a:pt x="11673" y="3326"/>
                    <a:pt x="11385" y="3733"/>
                    <a:pt x="10809" y="3733"/>
                  </a:cubicBezTo>
                  <a:cubicBezTo>
                    <a:pt x="10233" y="3326"/>
                    <a:pt x="9657" y="2918"/>
                    <a:pt x="9369" y="2511"/>
                  </a:cubicBezTo>
                  <a:cubicBezTo>
                    <a:pt x="9081" y="2511"/>
                    <a:pt x="7641" y="2103"/>
                    <a:pt x="7641" y="2103"/>
                  </a:cubicBezTo>
                  <a:cubicBezTo>
                    <a:pt x="7353" y="2511"/>
                    <a:pt x="7641" y="2918"/>
                    <a:pt x="7353" y="2918"/>
                  </a:cubicBezTo>
                  <a:cubicBezTo>
                    <a:pt x="7065" y="2918"/>
                    <a:pt x="6489" y="2918"/>
                    <a:pt x="6489" y="3326"/>
                  </a:cubicBezTo>
                  <a:cubicBezTo>
                    <a:pt x="6201" y="4141"/>
                    <a:pt x="6201" y="4956"/>
                    <a:pt x="5625" y="5364"/>
                  </a:cubicBezTo>
                  <a:cubicBezTo>
                    <a:pt x="4761" y="6179"/>
                    <a:pt x="4473" y="5771"/>
                    <a:pt x="3897" y="6586"/>
                  </a:cubicBezTo>
                  <a:cubicBezTo>
                    <a:pt x="3609" y="7401"/>
                    <a:pt x="3033" y="7401"/>
                    <a:pt x="2745" y="7401"/>
                  </a:cubicBezTo>
                  <a:cubicBezTo>
                    <a:pt x="2457" y="6994"/>
                    <a:pt x="1017" y="6586"/>
                    <a:pt x="1017" y="6179"/>
                  </a:cubicBezTo>
                  <a:cubicBezTo>
                    <a:pt x="1017" y="7401"/>
                    <a:pt x="1017" y="8216"/>
                    <a:pt x="729" y="9032"/>
                  </a:cubicBezTo>
                  <a:cubicBezTo>
                    <a:pt x="153" y="9847"/>
                    <a:pt x="-423" y="10662"/>
                    <a:pt x="441" y="11477"/>
                  </a:cubicBezTo>
                  <a:cubicBezTo>
                    <a:pt x="729" y="11884"/>
                    <a:pt x="153" y="12292"/>
                    <a:pt x="153" y="13107"/>
                  </a:cubicBezTo>
                  <a:cubicBezTo>
                    <a:pt x="153" y="13515"/>
                    <a:pt x="153" y="14330"/>
                    <a:pt x="441" y="14737"/>
                  </a:cubicBezTo>
                  <a:cubicBezTo>
                    <a:pt x="441" y="15552"/>
                    <a:pt x="153" y="15960"/>
                    <a:pt x="729" y="15960"/>
                  </a:cubicBezTo>
                  <a:cubicBezTo>
                    <a:pt x="1593" y="16367"/>
                    <a:pt x="1881" y="15960"/>
                    <a:pt x="1881" y="17183"/>
                  </a:cubicBezTo>
                  <a:cubicBezTo>
                    <a:pt x="1881" y="17998"/>
                    <a:pt x="1017" y="19220"/>
                    <a:pt x="729" y="19628"/>
                  </a:cubicBezTo>
                  <a:cubicBezTo>
                    <a:pt x="3033" y="21258"/>
                    <a:pt x="5625" y="20850"/>
                    <a:pt x="7929" y="20035"/>
                  </a:cubicBezTo>
                  <a:cubicBezTo>
                    <a:pt x="8793" y="19628"/>
                    <a:pt x="8505" y="17998"/>
                    <a:pt x="8793" y="17183"/>
                  </a:cubicBezTo>
                  <a:cubicBezTo>
                    <a:pt x="9081" y="16367"/>
                    <a:pt x="10233" y="16775"/>
                    <a:pt x="10809" y="15960"/>
                  </a:cubicBezTo>
                  <a:cubicBezTo>
                    <a:pt x="11097" y="15960"/>
                    <a:pt x="11385" y="15552"/>
                    <a:pt x="11961" y="15552"/>
                  </a:cubicBezTo>
                  <a:cubicBezTo>
                    <a:pt x="11961" y="15552"/>
                    <a:pt x="12537" y="15960"/>
                    <a:pt x="12537" y="15552"/>
                  </a:cubicBezTo>
                  <a:cubicBezTo>
                    <a:pt x="12825" y="14737"/>
                    <a:pt x="12825" y="13922"/>
                    <a:pt x="13113" y="13107"/>
                  </a:cubicBezTo>
                  <a:cubicBezTo>
                    <a:pt x="13401" y="12700"/>
                    <a:pt x="14553" y="12292"/>
                    <a:pt x="14265" y="11884"/>
                  </a:cubicBezTo>
                  <a:cubicBezTo>
                    <a:pt x="14265" y="11477"/>
                    <a:pt x="13113" y="10662"/>
                    <a:pt x="14265" y="10662"/>
                  </a:cubicBezTo>
                  <a:cubicBezTo>
                    <a:pt x="14553" y="10662"/>
                    <a:pt x="15129" y="11069"/>
                    <a:pt x="15417" y="10254"/>
                  </a:cubicBezTo>
                  <a:cubicBezTo>
                    <a:pt x="15417" y="9847"/>
                    <a:pt x="15129" y="9439"/>
                    <a:pt x="15417" y="9032"/>
                  </a:cubicBezTo>
                  <a:cubicBezTo>
                    <a:pt x="15417" y="8216"/>
                    <a:pt x="16281" y="8216"/>
                    <a:pt x="16281" y="7401"/>
                  </a:cubicBezTo>
                  <a:cubicBezTo>
                    <a:pt x="16281" y="6586"/>
                    <a:pt x="15417" y="6179"/>
                    <a:pt x="15705" y="5364"/>
                  </a:cubicBezTo>
                  <a:cubicBezTo>
                    <a:pt x="16281" y="4956"/>
                    <a:pt x="17145" y="4549"/>
                    <a:pt x="17721" y="4141"/>
                  </a:cubicBezTo>
                  <a:cubicBezTo>
                    <a:pt x="18297" y="3326"/>
                    <a:pt x="19161" y="3733"/>
                    <a:pt x="19737" y="3733"/>
                  </a:cubicBezTo>
                  <a:cubicBezTo>
                    <a:pt x="20025" y="3733"/>
                    <a:pt x="20601" y="3733"/>
                    <a:pt x="20889" y="3326"/>
                  </a:cubicBezTo>
                  <a:cubicBezTo>
                    <a:pt x="20889" y="3326"/>
                    <a:pt x="21177" y="2918"/>
                    <a:pt x="21177" y="2511"/>
                  </a:cubicBezTo>
                  <a:cubicBezTo>
                    <a:pt x="20889" y="2511"/>
                    <a:pt x="20601" y="2511"/>
                    <a:pt x="20313" y="2511"/>
                  </a:cubicBezTo>
                  <a:cubicBezTo>
                    <a:pt x="20025" y="2918"/>
                    <a:pt x="20601" y="2511"/>
                    <a:pt x="20313" y="251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6" name="Shape 5526"/>
            <p:cNvSpPr/>
            <p:nvPr/>
          </p:nvSpPr>
          <p:spPr>
            <a:xfrm>
              <a:off x="10543675" y="3029963"/>
              <a:ext cx="19306" cy="31347"/>
            </a:xfrm>
            <a:custGeom>
              <a:avLst/>
              <a:gdLst/>
              <a:ahLst/>
              <a:cxnLst>
                <a:cxn ang="0">
                  <a:pos x="wd2" y="hd2"/>
                </a:cxn>
                <a:cxn ang="5400000">
                  <a:pos x="wd2" y="hd2"/>
                </a:cxn>
                <a:cxn ang="10800000">
                  <a:pos x="wd2" y="hd2"/>
                </a:cxn>
                <a:cxn ang="16200000">
                  <a:pos x="wd2" y="hd2"/>
                </a:cxn>
              </a:cxnLst>
              <a:rect l="0" t="0" r="r" b="b"/>
              <a:pathLst>
                <a:path w="16362" h="17712" fill="norm" stroke="1" extrusionOk="0">
                  <a:moveTo>
                    <a:pt x="16362" y="6912"/>
                  </a:moveTo>
                  <a:cubicBezTo>
                    <a:pt x="9162" y="6912"/>
                    <a:pt x="1962" y="-3888"/>
                    <a:pt x="1962" y="1512"/>
                  </a:cubicBezTo>
                  <a:cubicBezTo>
                    <a:pt x="-5238" y="6912"/>
                    <a:pt x="9162" y="12312"/>
                    <a:pt x="16362" y="17712"/>
                  </a:cubicBezTo>
                  <a:cubicBezTo>
                    <a:pt x="16362" y="12312"/>
                    <a:pt x="16362" y="6912"/>
                    <a:pt x="16362" y="6912"/>
                  </a:cubicBezTo>
                  <a:cubicBezTo>
                    <a:pt x="9162" y="1512"/>
                    <a:pt x="16362" y="6912"/>
                    <a:pt x="16362" y="691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7" name="Shape 5527"/>
            <p:cNvSpPr/>
            <p:nvPr/>
          </p:nvSpPr>
          <p:spPr>
            <a:xfrm>
              <a:off x="9960561" y="2433758"/>
              <a:ext cx="1883010" cy="884558"/>
            </a:xfrm>
            <a:custGeom>
              <a:avLst/>
              <a:gdLst/>
              <a:ahLst/>
              <a:cxnLst>
                <a:cxn ang="0">
                  <a:pos x="wd2" y="hd2"/>
                </a:cxn>
                <a:cxn ang="5400000">
                  <a:pos x="wd2" y="hd2"/>
                </a:cxn>
                <a:cxn ang="10800000">
                  <a:pos x="wd2" y="hd2"/>
                </a:cxn>
                <a:cxn ang="16200000">
                  <a:pos x="wd2" y="hd2"/>
                </a:cxn>
              </a:cxnLst>
              <a:rect l="0" t="0" r="r" b="b"/>
              <a:pathLst>
                <a:path w="21459" h="21045" fill="norm" stroke="1" extrusionOk="0">
                  <a:moveTo>
                    <a:pt x="21246" y="8685"/>
                  </a:moveTo>
                  <a:cubicBezTo>
                    <a:pt x="21246" y="8462"/>
                    <a:pt x="20821" y="8685"/>
                    <a:pt x="20821" y="8685"/>
                  </a:cubicBezTo>
                  <a:cubicBezTo>
                    <a:pt x="20608" y="8685"/>
                    <a:pt x="20501" y="8462"/>
                    <a:pt x="20501" y="8239"/>
                  </a:cubicBezTo>
                  <a:cubicBezTo>
                    <a:pt x="20395" y="7794"/>
                    <a:pt x="20182" y="7794"/>
                    <a:pt x="20182" y="7571"/>
                  </a:cubicBezTo>
                  <a:cubicBezTo>
                    <a:pt x="20076" y="7348"/>
                    <a:pt x="19969" y="6680"/>
                    <a:pt x="19650" y="6680"/>
                  </a:cubicBezTo>
                  <a:cubicBezTo>
                    <a:pt x="19331" y="6680"/>
                    <a:pt x="19012" y="7348"/>
                    <a:pt x="18692" y="6903"/>
                  </a:cubicBezTo>
                  <a:cubicBezTo>
                    <a:pt x="18586" y="6680"/>
                    <a:pt x="18480" y="6458"/>
                    <a:pt x="18373" y="6235"/>
                  </a:cubicBezTo>
                  <a:cubicBezTo>
                    <a:pt x="18267" y="6235"/>
                    <a:pt x="18054" y="6903"/>
                    <a:pt x="17948" y="6903"/>
                  </a:cubicBezTo>
                  <a:cubicBezTo>
                    <a:pt x="17841" y="7126"/>
                    <a:pt x="17203" y="4676"/>
                    <a:pt x="17203" y="4231"/>
                  </a:cubicBezTo>
                  <a:cubicBezTo>
                    <a:pt x="16990" y="3786"/>
                    <a:pt x="16884" y="3118"/>
                    <a:pt x="16564" y="2895"/>
                  </a:cubicBezTo>
                  <a:cubicBezTo>
                    <a:pt x="16458" y="2672"/>
                    <a:pt x="16352" y="2449"/>
                    <a:pt x="16245" y="2449"/>
                  </a:cubicBezTo>
                  <a:cubicBezTo>
                    <a:pt x="16032" y="2227"/>
                    <a:pt x="16245" y="1781"/>
                    <a:pt x="16245" y="1559"/>
                  </a:cubicBezTo>
                  <a:cubicBezTo>
                    <a:pt x="16245" y="1336"/>
                    <a:pt x="15500" y="2227"/>
                    <a:pt x="15394" y="2449"/>
                  </a:cubicBezTo>
                  <a:cubicBezTo>
                    <a:pt x="15288" y="2449"/>
                    <a:pt x="14436" y="3118"/>
                    <a:pt x="14436" y="2895"/>
                  </a:cubicBezTo>
                  <a:cubicBezTo>
                    <a:pt x="14436" y="2449"/>
                    <a:pt x="14649" y="2227"/>
                    <a:pt x="14436" y="2227"/>
                  </a:cubicBezTo>
                  <a:cubicBezTo>
                    <a:pt x="14330" y="2004"/>
                    <a:pt x="14224" y="1781"/>
                    <a:pt x="14117" y="2004"/>
                  </a:cubicBezTo>
                  <a:cubicBezTo>
                    <a:pt x="14117" y="2004"/>
                    <a:pt x="14117" y="2227"/>
                    <a:pt x="14011" y="2004"/>
                  </a:cubicBezTo>
                  <a:cubicBezTo>
                    <a:pt x="13798" y="1781"/>
                    <a:pt x="13904" y="1559"/>
                    <a:pt x="13585" y="1781"/>
                  </a:cubicBezTo>
                  <a:cubicBezTo>
                    <a:pt x="13266" y="2227"/>
                    <a:pt x="13266" y="1559"/>
                    <a:pt x="13266" y="1113"/>
                  </a:cubicBezTo>
                  <a:cubicBezTo>
                    <a:pt x="13372" y="223"/>
                    <a:pt x="12734" y="0"/>
                    <a:pt x="12415" y="0"/>
                  </a:cubicBezTo>
                  <a:cubicBezTo>
                    <a:pt x="12202" y="0"/>
                    <a:pt x="11989" y="223"/>
                    <a:pt x="11776" y="445"/>
                  </a:cubicBezTo>
                  <a:cubicBezTo>
                    <a:pt x="11563" y="668"/>
                    <a:pt x="11351" y="891"/>
                    <a:pt x="11031" y="891"/>
                  </a:cubicBezTo>
                  <a:cubicBezTo>
                    <a:pt x="10180" y="1336"/>
                    <a:pt x="9329" y="2004"/>
                    <a:pt x="8478" y="2004"/>
                  </a:cubicBezTo>
                  <a:cubicBezTo>
                    <a:pt x="8265" y="2004"/>
                    <a:pt x="8052" y="2004"/>
                    <a:pt x="7946" y="2227"/>
                  </a:cubicBezTo>
                  <a:cubicBezTo>
                    <a:pt x="7839" y="2449"/>
                    <a:pt x="8052" y="3118"/>
                    <a:pt x="8265" y="3118"/>
                  </a:cubicBezTo>
                  <a:cubicBezTo>
                    <a:pt x="8691" y="3786"/>
                    <a:pt x="7946" y="3563"/>
                    <a:pt x="7733" y="3786"/>
                  </a:cubicBezTo>
                  <a:cubicBezTo>
                    <a:pt x="7520" y="4008"/>
                    <a:pt x="7839" y="4231"/>
                    <a:pt x="7839" y="4454"/>
                  </a:cubicBezTo>
                  <a:cubicBezTo>
                    <a:pt x="7839" y="4899"/>
                    <a:pt x="7414" y="4899"/>
                    <a:pt x="7414" y="5122"/>
                  </a:cubicBezTo>
                  <a:cubicBezTo>
                    <a:pt x="7414" y="5790"/>
                    <a:pt x="8265" y="5567"/>
                    <a:pt x="8159" y="6458"/>
                  </a:cubicBezTo>
                  <a:cubicBezTo>
                    <a:pt x="8052" y="6680"/>
                    <a:pt x="7946" y="6903"/>
                    <a:pt x="7733" y="6903"/>
                  </a:cubicBezTo>
                  <a:cubicBezTo>
                    <a:pt x="7626" y="6903"/>
                    <a:pt x="7307" y="6903"/>
                    <a:pt x="7201" y="6903"/>
                  </a:cubicBezTo>
                  <a:cubicBezTo>
                    <a:pt x="6988" y="7126"/>
                    <a:pt x="7094" y="7348"/>
                    <a:pt x="6882" y="7126"/>
                  </a:cubicBezTo>
                  <a:cubicBezTo>
                    <a:pt x="6669" y="6903"/>
                    <a:pt x="6456" y="6458"/>
                    <a:pt x="6243" y="6458"/>
                  </a:cubicBezTo>
                  <a:cubicBezTo>
                    <a:pt x="6137" y="6235"/>
                    <a:pt x="5924" y="6680"/>
                    <a:pt x="5818" y="6680"/>
                  </a:cubicBezTo>
                  <a:cubicBezTo>
                    <a:pt x="5605" y="6458"/>
                    <a:pt x="5498" y="6458"/>
                    <a:pt x="5286" y="6680"/>
                  </a:cubicBezTo>
                  <a:cubicBezTo>
                    <a:pt x="5179" y="6903"/>
                    <a:pt x="5073" y="7348"/>
                    <a:pt x="4966" y="7126"/>
                  </a:cubicBezTo>
                  <a:cubicBezTo>
                    <a:pt x="4860" y="7126"/>
                    <a:pt x="4541" y="6458"/>
                    <a:pt x="4434" y="6680"/>
                  </a:cubicBezTo>
                  <a:cubicBezTo>
                    <a:pt x="4328" y="6680"/>
                    <a:pt x="4328" y="7348"/>
                    <a:pt x="4222" y="6903"/>
                  </a:cubicBezTo>
                  <a:cubicBezTo>
                    <a:pt x="4115" y="6458"/>
                    <a:pt x="4009" y="6235"/>
                    <a:pt x="3796" y="6012"/>
                  </a:cubicBezTo>
                  <a:cubicBezTo>
                    <a:pt x="3583" y="5790"/>
                    <a:pt x="3370" y="5790"/>
                    <a:pt x="3264" y="5567"/>
                  </a:cubicBezTo>
                  <a:cubicBezTo>
                    <a:pt x="2945" y="5344"/>
                    <a:pt x="2945" y="5790"/>
                    <a:pt x="2732" y="5790"/>
                  </a:cubicBezTo>
                  <a:cubicBezTo>
                    <a:pt x="2519" y="6012"/>
                    <a:pt x="2413" y="5344"/>
                    <a:pt x="2200" y="5567"/>
                  </a:cubicBezTo>
                  <a:cubicBezTo>
                    <a:pt x="2093" y="5790"/>
                    <a:pt x="2093" y="6012"/>
                    <a:pt x="1987" y="6012"/>
                  </a:cubicBezTo>
                  <a:cubicBezTo>
                    <a:pt x="1881" y="6235"/>
                    <a:pt x="1668" y="6235"/>
                    <a:pt x="1561" y="6235"/>
                  </a:cubicBezTo>
                  <a:cubicBezTo>
                    <a:pt x="1455" y="6458"/>
                    <a:pt x="1242" y="6903"/>
                    <a:pt x="1242" y="7126"/>
                  </a:cubicBezTo>
                  <a:cubicBezTo>
                    <a:pt x="1136" y="7348"/>
                    <a:pt x="1349" y="8016"/>
                    <a:pt x="1136" y="8016"/>
                  </a:cubicBezTo>
                  <a:cubicBezTo>
                    <a:pt x="923" y="8239"/>
                    <a:pt x="604" y="6903"/>
                    <a:pt x="497" y="7571"/>
                  </a:cubicBezTo>
                  <a:cubicBezTo>
                    <a:pt x="391" y="8016"/>
                    <a:pt x="285" y="8016"/>
                    <a:pt x="178" y="8462"/>
                  </a:cubicBezTo>
                  <a:cubicBezTo>
                    <a:pt x="72" y="8907"/>
                    <a:pt x="497" y="8907"/>
                    <a:pt x="285" y="9353"/>
                  </a:cubicBezTo>
                  <a:cubicBezTo>
                    <a:pt x="178" y="9575"/>
                    <a:pt x="-141" y="10021"/>
                    <a:pt x="72" y="10243"/>
                  </a:cubicBezTo>
                  <a:cubicBezTo>
                    <a:pt x="178" y="10243"/>
                    <a:pt x="285" y="10466"/>
                    <a:pt x="285" y="10466"/>
                  </a:cubicBezTo>
                  <a:cubicBezTo>
                    <a:pt x="391" y="10689"/>
                    <a:pt x="285" y="10911"/>
                    <a:pt x="391" y="11134"/>
                  </a:cubicBezTo>
                  <a:cubicBezTo>
                    <a:pt x="604" y="11357"/>
                    <a:pt x="817" y="10911"/>
                    <a:pt x="1029" y="11357"/>
                  </a:cubicBezTo>
                  <a:cubicBezTo>
                    <a:pt x="1136" y="11579"/>
                    <a:pt x="1349" y="12247"/>
                    <a:pt x="1349" y="12693"/>
                  </a:cubicBezTo>
                  <a:cubicBezTo>
                    <a:pt x="1242" y="12693"/>
                    <a:pt x="923" y="12470"/>
                    <a:pt x="1242" y="12915"/>
                  </a:cubicBezTo>
                  <a:cubicBezTo>
                    <a:pt x="1349" y="13138"/>
                    <a:pt x="1349" y="13361"/>
                    <a:pt x="1561" y="12915"/>
                  </a:cubicBezTo>
                  <a:cubicBezTo>
                    <a:pt x="1561" y="12693"/>
                    <a:pt x="1561" y="12693"/>
                    <a:pt x="1668" y="12693"/>
                  </a:cubicBezTo>
                  <a:cubicBezTo>
                    <a:pt x="2200" y="12693"/>
                    <a:pt x="2413" y="12025"/>
                    <a:pt x="2945" y="12470"/>
                  </a:cubicBezTo>
                  <a:cubicBezTo>
                    <a:pt x="3158" y="12693"/>
                    <a:pt x="3370" y="12025"/>
                    <a:pt x="3477" y="12470"/>
                  </a:cubicBezTo>
                  <a:cubicBezTo>
                    <a:pt x="3583" y="12693"/>
                    <a:pt x="3796" y="13584"/>
                    <a:pt x="3690" y="14029"/>
                  </a:cubicBezTo>
                  <a:cubicBezTo>
                    <a:pt x="3583" y="14029"/>
                    <a:pt x="3370" y="14252"/>
                    <a:pt x="3583" y="14252"/>
                  </a:cubicBezTo>
                  <a:cubicBezTo>
                    <a:pt x="3583" y="14474"/>
                    <a:pt x="3583" y="14474"/>
                    <a:pt x="3583" y="14474"/>
                  </a:cubicBezTo>
                  <a:cubicBezTo>
                    <a:pt x="3477" y="14697"/>
                    <a:pt x="3370" y="14697"/>
                    <a:pt x="3370" y="14697"/>
                  </a:cubicBezTo>
                  <a:cubicBezTo>
                    <a:pt x="3051" y="14697"/>
                    <a:pt x="2200" y="14252"/>
                    <a:pt x="2413" y="15365"/>
                  </a:cubicBezTo>
                  <a:cubicBezTo>
                    <a:pt x="2519" y="15810"/>
                    <a:pt x="2413" y="15810"/>
                    <a:pt x="2200" y="15588"/>
                  </a:cubicBezTo>
                  <a:cubicBezTo>
                    <a:pt x="1987" y="15365"/>
                    <a:pt x="2093" y="15810"/>
                    <a:pt x="2200" y="16033"/>
                  </a:cubicBezTo>
                  <a:cubicBezTo>
                    <a:pt x="2413" y="16033"/>
                    <a:pt x="2413" y="16701"/>
                    <a:pt x="2519" y="16924"/>
                  </a:cubicBezTo>
                  <a:cubicBezTo>
                    <a:pt x="2732" y="17146"/>
                    <a:pt x="2413" y="17592"/>
                    <a:pt x="2732" y="17592"/>
                  </a:cubicBezTo>
                  <a:cubicBezTo>
                    <a:pt x="2838" y="17592"/>
                    <a:pt x="3051" y="18037"/>
                    <a:pt x="3158" y="18260"/>
                  </a:cubicBezTo>
                  <a:cubicBezTo>
                    <a:pt x="3477" y="18260"/>
                    <a:pt x="3158" y="18928"/>
                    <a:pt x="3158" y="19373"/>
                  </a:cubicBezTo>
                  <a:cubicBezTo>
                    <a:pt x="3477" y="18928"/>
                    <a:pt x="3902" y="18260"/>
                    <a:pt x="4328" y="18928"/>
                  </a:cubicBezTo>
                  <a:cubicBezTo>
                    <a:pt x="4541" y="19373"/>
                    <a:pt x="4647" y="20041"/>
                    <a:pt x="4966" y="20041"/>
                  </a:cubicBezTo>
                  <a:cubicBezTo>
                    <a:pt x="5179" y="20041"/>
                    <a:pt x="5073" y="19596"/>
                    <a:pt x="5073" y="19373"/>
                  </a:cubicBezTo>
                  <a:cubicBezTo>
                    <a:pt x="5073" y="18705"/>
                    <a:pt x="5073" y="18037"/>
                    <a:pt x="5073" y="17369"/>
                  </a:cubicBezTo>
                  <a:cubicBezTo>
                    <a:pt x="5073" y="16924"/>
                    <a:pt x="4966" y="15142"/>
                    <a:pt x="5179" y="15142"/>
                  </a:cubicBezTo>
                  <a:cubicBezTo>
                    <a:pt x="5392" y="14920"/>
                    <a:pt x="5711" y="14697"/>
                    <a:pt x="5924" y="14474"/>
                  </a:cubicBezTo>
                  <a:cubicBezTo>
                    <a:pt x="6137" y="14474"/>
                    <a:pt x="6350" y="14252"/>
                    <a:pt x="6456" y="14252"/>
                  </a:cubicBezTo>
                  <a:cubicBezTo>
                    <a:pt x="6562" y="14029"/>
                    <a:pt x="6456" y="13584"/>
                    <a:pt x="6669" y="13806"/>
                  </a:cubicBezTo>
                  <a:cubicBezTo>
                    <a:pt x="6775" y="13806"/>
                    <a:pt x="7094" y="14252"/>
                    <a:pt x="7094" y="13806"/>
                  </a:cubicBezTo>
                  <a:cubicBezTo>
                    <a:pt x="7094" y="13584"/>
                    <a:pt x="7307" y="13361"/>
                    <a:pt x="7414" y="13806"/>
                  </a:cubicBezTo>
                  <a:cubicBezTo>
                    <a:pt x="7520" y="14029"/>
                    <a:pt x="7414" y="14252"/>
                    <a:pt x="7520" y="14697"/>
                  </a:cubicBezTo>
                  <a:cubicBezTo>
                    <a:pt x="7520" y="14920"/>
                    <a:pt x="7626" y="15365"/>
                    <a:pt x="7520" y="15588"/>
                  </a:cubicBezTo>
                  <a:cubicBezTo>
                    <a:pt x="7626" y="15810"/>
                    <a:pt x="7733" y="15810"/>
                    <a:pt x="7839" y="16033"/>
                  </a:cubicBezTo>
                  <a:cubicBezTo>
                    <a:pt x="8159" y="16701"/>
                    <a:pt x="8371" y="17146"/>
                    <a:pt x="8797" y="16924"/>
                  </a:cubicBezTo>
                  <a:cubicBezTo>
                    <a:pt x="9010" y="16924"/>
                    <a:pt x="9223" y="17146"/>
                    <a:pt x="9435" y="17146"/>
                  </a:cubicBezTo>
                  <a:cubicBezTo>
                    <a:pt x="9648" y="17146"/>
                    <a:pt x="9755" y="16701"/>
                    <a:pt x="9967" y="16701"/>
                  </a:cubicBezTo>
                  <a:cubicBezTo>
                    <a:pt x="10180" y="16924"/>
                    <a:pt x="10393" y="17592"/>
                    <a:pt x="10499" y="18037"/>
                  </a:cubicBezTo>
                  <a:cubicBezTo>
                    <a:pt x="10606" y="18260"/>
                    <a:pt x="10499" y="18482"/>
                    <a:pt x="10499" y="18928"/>
                  </a:cubicBezTo>
                  <a:cubicBezTo>
                    <a:pt x="10499" y="19373"/>
                    <a:pt x="10819" y="19596"/>
                    <a:pt x="10819" y="20041"/>
                  </a:cubicBezTo>
                  <a:cubicBezTo>
                    <a:pt x="10819" y="20264"/>
                    <a:pt x="11138" y="20264"/>
                    <a:pt x="11244" y="20264"/>
                  </a:cubicBezTo>
                  <a:cubicBezTo>
                    <a:pt x="11457" y="20264"/>
                    <a:pt x="11457" y="20264"/>
                    <a:pt x="11563" y="20709"/>
                  </a:cubicBezTo>
                  <a:cubicBezTo>
                    <a:pt x="11776" y="21600"/>
                    <a:pt x="11989" y="20487"/>
                    <a:pt x="12202" y="20041"/>
                  </a:cubicBezTo>
                  <a:cubicBezTo>
                    <a:pt x="12308" y="19373"/>
                    <a:pt x="12734" y="19373"/>
                    <a:pt x="12947" y="18928"/>
                  </a:cubicBezTo>
                  <a:cubicBezTo>
                    <a:pt x="13159" y="18928"/>
                    <a:pt x="13159" y="18928"/>
                    <a:pt x="13266" y="18705"/>
                  </a:cubicBezTo>
                  <a:cubicBezTo>
                    <a:pt x="13372" y="18037"/>
                    <a:pt x="13479" y="18260"/>
                    <a:pt x="13692" y="18260"/>
                  </a:cubicBezTo>
                  <a:cubicBezTo>
                    <a:pt x="13904" y="18260"/>
                    <a:pt x="14330" y="18928"/>
                    <a:pt x="14436" y="18482"/>
                  </a:cubicBezTo>
                  <a:cubicBezTo>
                    <a:pt x="14436" y="18037"/>
                    <a:pt x="14436" y="17814"/>
                    <a:pt x="14649" y="17592"/>
                  </a:cubicBezTo>
                  <a:cubicBezTo>
                    <a:pt x="14862" y="17369"/>
                    <a:pt x="15075" y="17814"/>
                    <a:pt x="15288" y="17814"/>
                  </a:cubicBezTo>
                  <a:cubicBezTo>
                    <a:pt x="15500" y="18037"/>
                    <a:pt x="15926" y="18037"/>
                    <a:pt x="16139" y="18037"/>
                  </a:cubicBezTo>
                  <a:cubicBezTo>
                    <a:pt x="16777" y="18037"/>
                    <a:pt x="17309" y="18482"/>
                    <a:pt x="17948" y="18705"/>
                  </a:cubicBezTo>
                  <a:cubicBezTo>
                    <a:pt x="17841" y="18260"/>
                    <a:pt x="18054" y="18037"/>
                    <a:pt x="18267" y="17592"/>
                  </a:cubicBezTo>
                  <a:cubicBezTo>
                    <a:pt x="18373" y="17369"/>
                    <a:pt x="18267" y="17369"/>
                    <a:pt x="18160" y="16924"/>
                  </a:cubicBezTo>
                  <a:cubicBezTo>
                    <a:pt x="18054" y="16701"/>
                    <a:pt x="18054" y="16256"/>
                    <a:pt x="18054" y="15810"/>
                  </a:cubicBezTo>
                  <a:cubicBezTo>
                    <a:pt x="17948" y="15810"/>
                    <a:pt x="17948" y="14920"/>
                    <a:pt x="17841" y="15142"/>
                  </a:cubicBezTo>
                  <a:cubicBezTo>
                    <a:pt x="17948" y="14920"/>
                    <a:pt x="18267" y="14920"/>
                    <a:pt x="18480" y="14697"/>
                  </a:cubicBezTo>
                  <a:cubicBezTo>
                    <a:pt x="18799" y="14697"/>
                    <a:pt x="19012" y="15142"/>
                    <a:pt x="19225" y="14697"/>
                  </a:cubicBezTo>
                  <a:cubicBezTo>
                    <a:pt x="19331" y="14697"/>
                    <a:pt x="19118" y="14474"/>
                    <a:pt x="19118" y="14252"/>
                  </a:cubicBezTo>
                  <a:cubicBezTo>
                    <a:pt x="19012" y="14029"/>
                    <a:pt x="19118" y="13584"/>
                    <a:pt x="19225" y="13361"/>
                  </a:cubicBezTo>
                  <a:cubicBezTo>
                    <a:pt x="19331" y="13138"/>
                    <a:pt x="19437" y="11802"/>
                    <a:pt x="19544" y="12025"/>
                  </a:cubicBezTo>
                  <a:cubicBezTo>
                    <a:pt x="19757" y="12247"/>
                    <a:pt x="19863" y="12470"/>
                    <a:pt x="20076" y="12470"/>
                  </a:cubicBezTo>
                  <a:cubicBezTo>
                    <a:pt x="20182" y="12247"/>
                    <a:pt x="20289" y="12693"/>
                    <a:pt x="20395" y="12470"/>
                  </a:cubicBezTo>
                  <a:cubicBezTo>
                    <a:pt x="20501" y="12470"/>
                    <a:pt x="20714" y="12247"/>
                    <a:pt x="20821" y="12025"/>
                  </a:cubicBezTo>
                  <a:cubicBezTo>
                    <a:pt x="20927" y="11802"/>
                    <a:pt x="20714" y="11357"/>
                    <a:pt x="20714" y="10911"/>
                  </a:cubicBezTo>
                  <a:cubicBezTo>
                    <a:pt x="20821" y="10243"/>
                    <a:pt x="21140" y="10466"/>
                    <a:pt x="21353" y="9798"/>
                  </a:cubicBezTo>
                  <a:cubicBezTo>
                    <a:pt x="21353" y="9575"/>
                    <a:pt x="21353" y="9575"/>
                    <a:pt x="21459" y="9353"/>
                  </a:cubicBezTo>
                  <a:cubicBezTo>
                    <a:pt x="21459" y="9130"/>
                    <a:pt x="21353" y="8907"/>
                    <a:pt x="21246" y="8685"/>
                  </a:cubicBezTo>
                  <a:cubicBezTo>
                    <a:pt x="21246" y="8462"/>
                    <a:pt x="21353" y="8685"/>
                    <a:pt x="21246" y="8685"/>
                  </a:cubicBezTo>
                  <a:close/>
                  <a:moveTo>
                    <a:pt x="15607" y="12915"/>
                  </a:moveTo>
                  <a:cubicBezTo>
                    <a:pt x="15394" y="12915"/>
                    <a:pt x="15075" y="13584"/>
                    <a:pt x="14968" y="13806"/>
                  </a:cubicBezTo>
                  <a:cubicBezTo>
                    <a:pt x="14862" y="13806"/>
                    <a:pt x="14756" y="14252"/>
                    <a:pt x="14756" y="14474"/>
                  </a:cubicBezTo>
                  <a:cubicBezTo>
                    <a:pt x="14756" y="14697"/>
                    <a:pt x="14862" y="14920"/>
                    <a:pt x="14862" y="14920"/>
                  </a:cubicBezTo>
                  <a:cubicBezTo>
                    <a:pt x="14756" y="15142"/>
                    <a:pt x="14543" y="14252"/>
                    <a:pt x="14543" y="14029"/>
                  </a:cubicBezTo>
                  <a:cubicBezTo>
                    <a:pt x="14543" y="13584"/>
                    <a:pt x="14649" y="13361"/>
                    <a:pt x="14862" y="13138"/>
                  </a:cubicBezTo>
                  <a:cubicBezTo>
                    <a:pt x="15075" y="12915"/>
                    <a:pt x="15288" y="12693"/>
                    <a:pt x="15500" y="12693"/>
                  </a:cubicBezTo>
                  <a:cubicBezTo>
                    <a:pt x="15500" y="12693"/>
                    <a:pt x="16032" y="12915"/>
                    <a:pt x="16032" y="12915"/>
                  </a:cubicBezTo>
                  <a:cubicBezTo>
                    <a:pt x="15926" y="13138"/>
                    <a:pt x="15607" y="12915"/>
                    <a:pt x="15607" y="12915"/>
                  </a:cubicBezTo>
                  <a:cubicBezTo>
                    <a:pt x="15394" y="12915"/>
                    <a:pt x="15713" y="12915"/>
                    <a:pt x="15607" y="12915"/>
                  </a:cubicBezTo>
                  <a:close/>
                  <a:moveTo>
                    <a:pt x="17416" y="13138"/>
                  </a:moveTo>
                  <a:cubicBezTo>
                    <a:pt x="17309" y="13584"/>
                    <a:pt x="16564" y="13361"/>
                    <a:pt x="16458" y="12915"/>
                  </a:cubicBezTo>
                  <a:cubicBezTo>
                    <a:pt x="16458" y="12915"/>
                    <a:pt x="16884" y="12915"/>
                    <a:pt x="16884" y="12915"/>
                  </a:cubicBezTo>
                  <a:cubicBezTo>
                    <a:pt x="17096" y="12915"/>
                    <a:pt x="17203" y="12915"/>
                    <a:pt x="17416" y="12693"/>
                  </a:cubicBezTo>
                  <a:cubicBezTo>
                    <a:pt x="17416" y="12693"/>
                    <a:pt x="17416" y="13138"/>
                    <a:pt x="17416" y="13138"/>
                  </a:cubicBezTo>
                  <a:cubicBezTo>
                    <a:pt x="17309" y="13361"/>
                    <a:pt x="17416" y="12915"/>
                    <a:pt x="17416" y="1313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8" name="Shape 5528"/>
            <p:cNvSpPr/>
            <p:nvPr/>
          </p:nvSpPr>
          <p:spPr>
            <a:xfrm>
              <a:off x="10973916" y="3573608"/>
              <a:ext cx="1296986" cy="1369828"/>
            </a:xfrm>
            <a:custGeom>
              <a:avLst/>
              <a:gdLst/>
              <a:ahLst/>
              <a:cxnLst>
                <a:cxn ang="0">
                  <a:pos x="wd2" y="hd2"/>
                </a:cxn>
                <a:cxn ang="5400000">
                  <a:pos x="wd2" y="hd2"/>
                </a:cxn>
                <a:cxn ang="10800000">
                  <a:pos x="wd2" y="hd2"/>
                </a:cxn>
                <a:cxn ang="16200000">
                  <a:pos x="wd2" y="hd2"/>
                </a:cxn>
              </a:cxnLst>
              <a:rect l="0" t="0" r="r" b="b"/>
              <a:pathLst>
                <a:path w="21397" h="21206" fill="norm" stroke="1" extrusionOk="0">
                  <a:moveTo>
                    <a:pt x="18051" y="10878"/>
                  </a:moveTo>
                  <a:cubicBezTo>
                    <a:pt x="18669" y="11023"/>
                    <a:pt x="18360" y="10444"/>
                    <a:pt x="18514" y="10154"/>
                  </a:cubicBezTo>
                  <a:cubicBezTo>
                    <a:pt x="18514" y="9864"/>
                    <a:pt x="18669" y="9574"/>
                    <a:pt x="18669" y="9429"/>
                  </a:cubicBezTo>
                  <a:cubicBezTo>
                    <a:pt x="18823" y="9284"/>
                    <a:pt x="19131" y="9574"/>
                    <a:pt x="19286" y="9284"/>
                  </a:cubicBezTo>
                  <a:cubicBezTo>
                    <a:pt x="19440" y="8994"/>
                    <a:pt x="19440" y="8704"/>
                    <a:pt x="19440" y="8414"/>
                  </a:cubicBezTo>
                  <a:cubicBezTo>
                    <a:pt x="19594" y="8124"/>
                    <a:pt x="19903" y="7979"/>
                    <a:pt x="19903" y="7689"/>
                  </a:cubicBezTo>
                  <a:cubicBezTo>
                    <a:pt x="19903" y="7399"/>
                    <a:pt x="20366" y="7109"/>
                    <a:pt x="20520" y="6964"/>
                  </a:cubicBezTo>
                  <a:cubicBezTo>
                    <a:pt x="20983" y="6529"/>
                    <a:pt x="20829" y="6964"/>
                    <a:pt x="21137" y="7109"/>
                  </a:cubicBezTo>
                  <a:cubicBezTo>
                    <a:pt x="21137" y="7109"/>
                    <a:pt x="21137" y="6529"/>
                    <a:pt x="21137" y="6529"/>
                  </a:cubicBezTo>
                  <a:cubicBezTo>
                    <a:pt x="21137" y="6384"/>
                    <a:pt x="21600" y="6384"/>
                    <a:pt x="21291" y="6095"/>
                  </a:cubicBezTo>
                  <a:cubicBezTo>
                    <a:pt x="21137" y="6095"/>
                    <a:pt x="20829" y="6095"/>
                    <a:pt x="20674" y="6095"/>
                  </a:cubicBezTo>
                  <a:cubicBezTo>
                    <a:pt x="20674" y="5950"/>
                    <a:pt x="20829" y="5805"/>
                    <a:pt x="20829" y="5805"/>
                  </a:cubicBezTo>
                  <a:cubicBezTo>
                    <a:pt x="20983" y="5660"/>
                    <a:pt x="20829" y="5515"/>
                    <a:pt x="20674" y="5370"/>
                  </a:cubicBezTo>
                  <a:cubicBezTo>
                    <a:pt x="20520" y="5225"/>
                    <a:pt x="20520" y="5225"/>
                    <a:pt x="20366" y="5370"/>
                  </a:cubicBezTo>
                  <a:cubicBezTo>
                    <a:pt x="20057" y="5515"/>
                    <a:pt x="19903" y="5370"/>
                    <a:pt x="19594" y="5225"/>
                  </a:cubicBezTo>
                  <a:cubicBezTo>
                    <a:pt x="19440" y="5225"/>
                    <a:pt x="19131" y="5515"/>
                    <a:pt x="19131" y="5660"/>
                  </a:cubicBezTo>
                  <a:cubicBezTo>
                    <a:pt x="18977" y="5805"/>
                    <a:pt x="18823" y="5660"/>
                    <a:pt x="18669" y="5805"/>
                  </a:cubicBezTo>
                  <a:cubicBezTo>
                    <a:pt x="18514" y="5805"/>
                    <a:pt x="18360" y="5950"/>
                    <a:pt x="18360" y="6095"/>
                  </a:cubicBezTo>
                  <a:cubicBezTo>
                    <a:pt x="18051" y="6384"/>
                    <a:pt x="17897" y="6529"/>
                    <a:pt x="17589" y="6384"/>
                  </a:cubicBezTo>
                  <a:cubicBezTo>
                    <a:pt x="17434" y="6529"/>
                    <a:pt x="17589" y="6819"/>
                    <a:pt x="17743" y="6964"/>
                  </a:cubicBezTo>
                  <a:cubicBezTo>
                    <a:pt x="18051" y="7544"/>
                    <a:pt x="16663" y="7109"/>
                    <a:pt x="16354" y="7254"/>
                  </a:cubicBezTo>
                  <a:cubicBezTo>
                    <a:pt x="16200" y="7399"/>
                    <a:pt x="15737" y="7254"/>
                    <a:pt x="15583" y="7109"/>
                  </a:cubicBezTo>
                  <a:cubicBezTo>
                    <a:pt x="15429" y="6964"/>
                    <a:pt x="15583" y="6674"/>
                    <a:pt x="15583" y="6674"/>
                  </a:cubicBezTo>
                  <a:cubicBezTo>
                    <a:pt x="15583" y="6674"/>
                    <a:pt x="15583" y="6240"/>
                    <a:pt x="15429" y="6384"/>
                  </a:cubicBezTo>
                  <a:cubicBezTo>
                    <a:pt x="15120" y="6384"/>
                    <a:pt x="14811" y="6384"/>
                    <a:pt x="14811" y="6819"/>
                  </a:cubicBezTo>
                  <a:cubicBezTo>
                    <a:pt x="14966" y="6964"/>
                    <a:pt x="15120" y="7399"/>
                    <a:pt x="14966" y="7399"/>
                  </a:cubicBezTo>
                  <a:cubicBezTo>
                    <a:pt x="14657" y="7399"/>
                    <a:pt x="14503" y="7689"/>
                    <a:pt x="14194" y="7399"/>
                  </a:cubicBezTo>
                  <a:cubicBezTo>
                    <a:pt x="14040" y="7109"/>
                    <a:pt x="13886" y="7544"/>
                    <a:pt x="13731" y="7399"/>
                  </a:cubicBezTo>
                  <a:cubicBezTo>
                    <a:pt x="13269" y="7254"/>
                    <a:pt x="13114" y="7254"/>
                    <a:pt x="12651" y="7109"/>
                  </a:cubicBezTo>
                  <a:cubicBezTo>
                    <a:pt x="12343" y="6964"/>
                    <a:pt x="12189" y="6674"/>
                    <a:pt x="11880" y="6674"/>
                  </a:cubicBezTo>
                  <a:cubicBezTo>
                    <a:pt x="11417" y="6819"/>
                    <a:pt x="11417" y="6674"/>
                    <a:pt x="11109" y="6529"/>
                  </a:cubicBezTo>
                  <a:cubicBezTo>
                    <a:pt x="10800" y="6384"/>
                    <a:pt x="10491" y="6529"/>
                    <a:pt x="10337" y="6384"/>
                  </a:cubicBezTo>
                  <a:cubicBezTo>
                    <a:pt x="10029" y="6095"/>
                    <a:pt x="9720" y="5950"/>
                    <a:pt x="9566" y="5805"/>
                  </a:cubicBezTo>
                  <a:cubicBezTo>
                    <a:pt x="9257" y="5660"/>
                    <a:pt x="9103" y="5660"/>
                    <a:pt x="9257" y="5370"/>
                  </a:cubicBezTo>
                  <a:cubicBezTo>
                    <a:pt x="9411" y="5225"/>
                    <a:pt x="9257" y="4935"/>
                    <a:pt x="9566" y="4790"/>
                  </a:cubicBezTo>
                  <a:cubicBezTo>
                    <a:pt x="9874" y="4645"/>
                    <a:pt x="10029" y="4790"/>
                    <a:pt x="9720" y="4500"/>
                  </a:cubicBezTo>
                  <a:cubicBezTo>
                    <a:pt x="9411" y="4355"/>
                    <a:pt x="9103" y="4065"/>
                    <a:pt x="8794" y="3920"/>
                  </a:cubicBezTo>
                  <a:cubicBezTo>
                    <a:pt x="8640" y="3920"/>
                    <a:pt x="8486" y="3630"/>
                    <a:pt x="8177" y="3630"/>
                  </a:cubicBezTo>
                  <a:cubicBezTo>
                    <a:pt x="8177" y="3630"/>
                    <a:pt x="8177" y="3195"/>
                    <a:pt x="8023" y="3050"/>
                  </a:cubicBezTo>
                  <a:cubicBezTo>
                    <a:pt x="7251" y="2325"/>
                    <a:pt x="8794" y="3195"/>
                    <a:pt x="8794" y="2615"/>
                  </a:cubicBezTo>
                  <a:cubicBezTo>
                    <a:pt x="8794" y="2325"/>
                    <a:pt x="8640" y="2325"/>
                    <a:pt x="8331" y="2035"/>
                  </a:cubicBezTo>
                  <a:cubicBezTo>
                    <a:pt x="8177" y="1891"/>
                    <a:pt x="8177" y="1746"/>
                    <a:pt x="8486" y="1601"/>
                  </a:cubicBezTo>
                  <a:cubicBezTo>
                    <a:pt x="8794" y="1601"/>
                    <a:pt x="8640" y="1166"/>
                    <a:pt x="8949" y="1021"/>
                  </a:cubicBezTo>
                  <a:cubicBezTo>
                    <a:pt x="9103" y="876"/>
                    <a:pt x="9411" y="731"/>
                    <a:pt x="9257" y="441"/>
                  </a:cubicBezTo>
                  <a:cubicBezTo>
                    <a:pt x="8949" y="6"/>
                    <a:pt x="8177" y="-139"/>
                    <a:pt x="7714" y="151"/>
                  </a:cubicBezTo>
                  <a:cubicBezTo>
                    <a:pt x="7560" y="296"/>
                    <a:pt x="7560" y="296"/>
                    <a:pt x="7251" y="441"/>
                  </a:cubicBezTo>
                  <a:cubicBezTo>
                    <a:pt x="7097" y="441"/>
                    <a:pt x="7097" y="731"/>
                    <a:pt x="6943" y="876"/>
                  </a:cubicBezTo>
                  <a:cubicBezTo>
                    <a:pt x="6634" y="1021"/>
                    <a:pt x="6326" y="876"/>
                    <a:pt x="6171" y="1021"/>
                  </a:cubicBezTo>
                  <a:cubicBezTo>
                    <a:pt x="6017" y="1166"/>
                    <a:pt x="5709" y="1166"/>
                    <a:pt x="5400" y="1021"/>
                  </a:cubicBezTo>
                  <a:cubicBezTo>
                    <a:pt x="5091" y="1021"/>
                    <a:pt x="4937" y="876"/>
                    <a:pt x="4629" y="1021"/>
                  </a:cubicBezTo>
                  <a:cubicBezTo>
                    <a:pt x="4320" y="1021"/>
                    <a:pt x="4474" y="1456"/>
                    <a:pt x="4629" y="1601"/>
                  </a:cubicBezTo>
                  <a:cubicBezTo>
                    <a:pt x="4629" y="1891"/>
                    <a:pt x="4629" y="2180"/>
                    <a:pt x="4629" y="2325"/>
                  </a:cubicBezTo>
                  <a:cubicBezTo>
                    <a:pt x="4783" y="2615"/>
                    <a:pt x="5091" y="2615"/>
                    <a:pt x="5400" y="2760"/>
                  </a:cubicBezTo>
                  <a:cubicBezTo>
                    <a:pt x="5554" y="3050"/>
                    <a:pt x="5246" y="3050"/>
                    <a:pt x="5091" y="3050"/>
                  </a:cubicBezTo>
                  <a:cubicBezTo>
                    <a:pt x="4937" y="3340"/>
                    <a:pt x="5091" y="3630"/>
                    <a:pt x="5091" y="3920"/>
                  </a:cubicBezTo>
                  <a:cubicBezTo>
                    <a:pt x="5091" y="4065"/>
                    <a:pt x="4783" y="4065"/>
                    <a:pt x="4783" y="4065"/>
                  </a:cubicBezTo>
                  <a:cubicBezTo>
                    <a:pt x="4474" y="4210"/>
                    <a:pt x="4783" y="4645"/>
                    <a:pt x="4474" y="4645"/>
                  </a:cubicBezTo>
                  <a:cubicBezTo>
                    <a:pt x="4166" y="4790"/>
                    <a:pt x="4011" y="4935"/>
                    <a:pt x="4011" y="5080"/>
                  </a:cubicBezTo>
                  <a:cubicBezTo>
                    <a:pt x="3857" y="5370"/>
                    <a:pt x="3703" y="5370"/>
                    <a:pt x="3394" y="5515"/>
                  </a:cubicBezTo>
                  <a:cubicBezTo>
                    <a:pt x="3086" y="5660"/>
                    <a:pt x="3086" y="6095"/>
                    <a:pt x="2931" y="6240"/>
                  </a:cubicBezTo>
                  <a:cubicBezTo>
                    <a:pt x="2777" y="6529"/>
                    <a:pt x="2469" y="6384"/>
                    <a:pt x="2314" y="6674"/>
                  </a:cubicBezTo>
                  <a:cubicBezTo>
                    <a:pt x="2006" y="6819"/>
                    <a:pt x="1851" y="6240"/>
                    <a:pt x="1697" y="6529"/>
                  </a:cubicBezTo>
                  <a:cubicBezTo>
                    <a:pt x="1543" y="6674"/>
                    <a:pt x="926" y="6964"/>
                    <a:pt x="1080" y="7109"/>
                  </a:cubicBezTo>
                  <a:cubicBezTo>
                    <a:pt x="1080" y="7399"/>
                    <a:pt x="1543" y="7399"/>
                    <a:pt x="1543" y="7689"/>
                  </a:cubicBezTo>
                  <a:cubicBezTo>
                    <a:pt x="1389" y="8124"/>
                    <a:pt x="1697" y="8124"/>
                    <a:pt x="2006" y="8269"/>
                  </a:cubicBezTo>
                  <a:cubicBezTo>
                    <a:pt x="2006" y="8559"/>
                    <a:pt x="2160" y="8849"/>
                    <a:pt x="2160" y="9139"/>
                  </a:cubicBezTo>
                  <a:cubicBezTo>
                    <a:pt x="2160" y="9139"/>
                    <a:pt x="1697" y="9139"/>
                    <a:pt x="1543" y="9139"/>
                  </a:cubicBezTo>
                  <a:cubicBezTo>
                    <a:pt x="1389" y="9139"/>
                    <a:pt x="1234" y="9284"/>
                    <a:pt x="1080" y="9284"/>
                  </a:cubicBezTo>
                  <a:cubicBezTo>
                    <a:pt x="1080" y="9284"/>
                    <a:pt x="926" y="9139"/>
                    <a:pt x="771" y="9139"/>
                  </a:cubicBezTo>
                  <a:cubicBezTo>
                    <a:pt x="617" y="9139"/>
                    <a:pt x="0" y="9429"/>
                    <a:pt x="0" y="9574"/>
                  </a:cubicBezTo>
                  <a:cubicBezTo>
                    <a:pt x="309" y="9864"/>
                    <a:pt x="463" y="10009"/>
                    <a:pt x="771" y="10299"/>
                  </a:cubicBezTo>
                  <a:cubicBezTo>
                    <a:pt x="771" y="10299"/>
                    <a:pt x="1697" y="10299"/>
                    <a:pt x="1697" y="10299"/>
                  </a:cubicBezTo>
                  <a:cubicBezTo>
                    <a:pt x="1697" y="10444"/>
                    <a:pt x="1389" y="10589"/>
                    <a:pt x="1234" y="10589"/>
                  </a:cubicBezTo>
                  <a:cubicBezTo>
                    <a:pt x="1080" y="10733"/>
                    <a:pt x="617" y="10444"/>
                    <a:pt x="617" y="10733"/>
                  </a:cubicBezTo>
                  <a:cubicBezTo>
                    <a:pt x="617" y="11023"/>
                    <a:pt x="1389" y="11458"/>
                    <a:pt x="1697" y="11748"/>
                  </a:cubicBezTo>
                  <a:cubicBezTo>
                    <a:pt x="1851" y="11893"/>
                    <a:pt x="2006" y="11893"/>
                    <a:pt x="2314" y="11893"/>
                  </a:cubicBezTo>
                  <a:cubicBezTo>
                    <a:pt x="2623" y="11748"/>
                    <a:pt x="3086" y="11603"/>
                    <a:pt x="3240" y="11313"/>
                  </a:cubicBezTo>
                  <a:cubicBezTo>
                    <a:pt x="3240" y="11313"/>
                    <a:pt x="3086" y="11168"/>
                    <a:pt x="2931" y="11168"/>
                  </a:cubicBezTo>
                  <a:cubicBezTo>
                    <a:pt x="2931" y="11023"/>
                    <a:pt x="3086" y="11023"/>
                    <a:pt x="3086" y="11023"/>
                  </a:cubicBezTo>
                  <a:cubicBezTo>
                    <a:pt x="3240" y="10878"/>
                    <a:pt x="3086" y="10733"/>
                    <a:pt x="3240" y="10733"/>
                  </a:cubicBezTo>
                  <a:cubicBezTo>
                    <a:pt x="3240" y="10733"/>
                    <a:pt x="3549" y="10733"/>
                    <a:pt x="3549" y="10733"/>
                  </a:cubicBezTo>
                  <a:cubicBezTo>
                    <a:pt x="3549" y="10878"/>
                    <a:pt x="3240" y="10878"/>
                    <a:pt x="3394" y="11023"/>
                  </a:cubicBezTo>
                  <a:cubicBezTo>
                    <a:pt x="3394" y="11023"/>
                    <a:pt x="3549" y="11023"/>
                    <a:pt x="3549" y="11023"/>
                  </a:cubicBezTo>
                  <a:cubicBezTo>
                    <a:pt x="3549" y="11168"/>
                    <a:pt x="3394" y="11168"/>
                    <a:pt x="3394" y="11168"/>
                  </a:cubicBezTo>
                  <a:cubicBezTo>
                    <a:pt x="3240" y="11168"/>
                    <a:pt x="3549" y="11168"/>
                    <a:pt x="3549" y="11168"/>
                  </a:cubicBezTo>
                  <a:cubicBezTo>
                    <a:pt x="3549" y="11313"/>
                    <a:pt x="3394" y="11313"/>
                    <a:pt x="3394" y="11458"/>
                  </a:cubicBezTo>
                  <a:cubicBezTo>
                    <a:pt x="3240" y="11458"/>
                    <a:pt x="3549" y="11603"/>
                    <a:pt x="3703" y="11748"/>
                  </a:cubicBezTo>
                  <a:cubicBezTo>
                    <a:pt x="3857" y="11893"/>
                    <a:pt x="3549" y="12183"/>
                    <a:pt x="3394" y="12473"/>
                  </a:cubicBezTo>
                  <a:cubicBezTo>
                    <a:pt x="3394" y="12618"/>
                    <a:pt x="3549" y="12763"/>
                    <a:pt x="3703" y="12908"/>
                  </a:cubicBezTo>
                  <a:cubicBezTo>
                    <a:pt x="3703" y="13198"/>
                    <a:pt x="3703" y="13343"/>
                    <a:pt x="3703" y="13633"/>
                  </a:cubicBezTo>
                  <a:cubicBezTo>
                    <a:pt x="3703" y="13923"/>
                    <a:pt x="3549" y="14358"/>
                    <a:pt x="3549" y="14503"/>
                  </a:cubicBezTo>
                  <a:cubicBezTo>
                    <a:pt x="3549" y="14503"/>
                    <a:pt x="3703" y="14213"/>
                    <a:pt x="3703" y="14213"/>
                  </a:cubicBezTo>
                  <a:cubicBezTo>
                    <a:pt x="3857" y="14358"/>
                    <a:pt x="4011" y="15227"/>
                    <a:pt x="4011" y="15372"/>
                  </a:cubicBezTo>
                  <a:cubicBezTo>
                    <a:pt x="4166" y="15662"/>
                    <a:pt x="4474" y="16097"/>
                    <a:pt x="4629" y="16532"/>
                  </a:cubicBezTo>
                  <a:cubicBezTo>
                    <a:pt x="4783" y="16967"/>
                    <a:pt x="4783" y="17402"/>
                    <a:pt x="4937" y="17837"/>
                  </a:cubicBezTo>
                  <a:cubicBezTo>
                    <a:pt x="5246" y="18417"/>
                    <a:pt x="5709" y="18852"/>
                    <a:pt x="6017" y="19287"/>
                  </a:cubicBezTo>
                  <a:cubicBezTo>
                    <a:pt x="6171" y="19721"/>
                    <a:pt x="6171" y="20156"/>
                    <a:pt x="6326" y="20591"/>
                  </a:cubicBezTo>
                  <a:cubicBezTo>
                    <a:pt x="6634" y="21026"/>
                    <a:pt x="6943" y="21461"/>
                    <a:pt x="7406" y="21026"/>
                  </a:cubicBezTo>
                  <a:cubicBezTo>
                    <a:pt x="7714" y="20881"/>
                    <a:pt x="7714" y="20736"/>
                    <a:pt x="7714" y="20591"/>
                  </a:cubicBezTo>
                  <a:cubicBezTo>
                    <a:pt x="7714" y="20301"/>
                    <a:pt x="8023" y="20156"/>
                    <a:pt x="8177" y="20011"/>
                  </a:cubicBezTo>
                  <a:cubicBezTo>
                    <a:pt x="8331" y="19866"/>
                    <a:pt x="8640" y="19866"/>
                    <a:pt x="8794" y="19721"/>
                  </a:cubicBezTo>
                  <a:cubicBezTo>
                    <a:pt x="8949" y="19576"/>
                    <a:pt x="8794" y="19142"/>
                    <a:pt x="8794" y="18997"/>
                  </a:cubicBezTo>
                  <a:cubicBezTo>
                    <a:pt x="8640" y="18417"/>
                    <a:pt x="9411" y="17982"/>
                    <a:pt x="9257" y="17547"/>
                  </a:cubicBezTo>
                  <a:cubicBezTo>
                    <a:pt x="9103" y="17112"/>
                    <a:pt x="8949" y="16677"/>
                    <a:pt x="8949" y="16242"/>
                  </a:cubicBezTo>
                  <a:cubicBezTo>
                    <a:pt x="8949" y="15662"/>
                    <a:pt x="9566" y="15517"/>
                    <a:pt x="10029" y="15372"/>
                  </a:cubicBezTo>
                  <a:cubicBezTo>
                    <a:pt x="10183" y="15227"/>
                    <a:pt x="10646" y="15227"/>
                    <a:pt x="10646" y="15082"/>
                  </a:cubicBezTo>
                  <a:cubicBezTo>
                    <a:pt x="10800" y="14793"/>
                    <a:pt x="10954" y="14648"/>
                    <a:pt x="11109" y="14503"/>
                  </a:cubicBezTo>
                  <a:cubicBezTo>
                    <a:pt x="11571" y="14068"/>
                    <a:pt x="12034" y="13633"/>
                    <a:pt x="12497" y="13343"/>
                  </a:cubicBezTo>
                  <a:cubicBezTo>
                    <a:pt x="12651" y="13198"/>
                    <a:pt x="12806" y="12908"/>
                    <a:pt x="12960" y="12763"/>
                  </a:cubicBezTo>
                  <a:cubicBezTo>
                    <a:pt x="13114" y="12618"/>
                    <a:pt x="13423" y="12618"/>
                    <a:pt x="13577" y="12473"/>
                  </a:cubicBezTo>
                  <a:cubicBezTo>
                    <a:pt x="13731" y="12328"/>
                    <a:pt x="13886" y="12183"/>
                    <a:pt x="14040" y="12038"/>
                  </a:cubicBezTo>
                  <a:cubicBezTo>
                    <a:pt x="14194" y="11893"/>
                    <a:pt x="13886" y="11748"/>
                    <a:pt x="13886" y="11603"/>
                  </a:cubicBezTo>
                  <a:cubicBezTo>
                    <a:pt x="14040" y="11313"/>
                    <a:pt x="14503" y="11313"/>
                    <a:pt x="14657" y="11168"/>
                  </a:cubicBezTo>
                  <a:cubicBezTo>
                    <a:pt x="14811" y="11168"/>
                    <a:pt x="15120" y="10733"/>
                    <a:pt x="15120" y="10589"/>
                  </a:cubicBezTo>
                  <a:cubicBezTo>
                    <a:pt x="15120" y="10878"/>
                    <a:pt x="14811" y="10878"/>
                    <a:pt x="14966" y="11168"/>
                  </a:cubicBezTo>
                  <a:cubicBezTo>
                    <a:pt x="15274" y="11313"/>
                    <a:pt x="15429" y="10878"/>
                    <a:pt x="15429" y="10878"/>
                  </a:cubicBezTo>
                  <a:cubicBezTo>
                    <a:pt x="15583" y="11023"/>
                    <a:pt x="15429" y="11168"/>
                    <a:pt x="15583" y="11168"/>
                  </a:cubicBezTo>
                  <a:cubicBezTo>
                    <a:pt x="15737" y="10733"/>
                    <a:pt x="15583" y="10299"/>
                    <a:pt x="15274" y="9864"/>
                  </a:cubicBezTo>
                  <a:cubicBezTo>
                    <a:pt x="15120" y="9574"/>
                    <a:pt x="14811" y="9284"/>
                    <a:pt x="14966" y="8849"/>
                  </a:cubicBezTo>
                  <a:cubicBezTo>
                    <a:pt x="15120" y="8414"/>
                    <a:pt x="15891" y="8704"/>
                    <a:pt x="15429" y="8269"/>
                  </a:cubicBezTo>
                  <a:cubicBezTo>
                    <a:pt x="15274" y="8124"/>
                    <a:pt x="14966" y="7979"/>
                    <a:pt x="15120" y="7689"/>
                  </a:cubicBezTo>
                  <a:cubicBezTo>
                    <a:pt x="15274" y="7544"/>
                    <a:pt x="15429" y="7689"/>
                    <a:pt x="15737" y="7834"/>
                  </a:cubicBezTo>
                  <a:cubicBezTo>
                    <a:pt x="15891" y="7979"/>
                    <a:pt x="16046" y="7834"/>
                    <a:pt x="16046" y="8124"/>
                  </a:cubicBezTo>
                  <a:cubicBezTo>
                    <a:pt x="16046" y="8269"/>
                    <a:pt x="16046" y="8414"/>
                    <a:pt x="16354" y="8559"/>
                  </a:cubicBezTo>
                  <a:cubicBezTo>
                    <a:pt x="16509" y="8559"/>
                    <a:pt x="16817" y="8559"/>
                    <a:pt x="16971" y="8559"/>
                  </a:cubicBezTo>
                  <a:cubicBezTo>
                    <a:pt x="17126" y="8559"/>
                    <a:pt x="17434" y="8704"/>
                    <a:pt x="17589" y="8559"/>
                  </a:cubicBezTo>
                  <a:cubicBezTo>
                    <a:pt x="18360" y="8414"/>
                    <a:pt x="17743" y="9284"/>
                    <a:pt x="17434" y="9429"/>
                  </a:cubicBezTo>
                  <a:cubicBezTo>
                    <a:pt x="16971" y="9429"/>
                    <a:pt x="17280" y="10009"/>
                    <a:pt x="17280" y="10154"/>
                  </a:cubicBezTo>
                  <a:cubicBezTo>
                    <a:pt x="17434" y="10154"/>
                    <a:pt x="17743" y="9574"/>
                    <a:pt x="17743" y="9719"/>
                  </a:cubicBezTo>
                  <a:cubicBezTo>
                    <a:pt x="17743" y="10154"/>
                    <a:pt x="18051" y="10589"/>
                    <a:pt x="18051" y="1087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29" name="Shape 5529"/>
            <p:cNvSpPr/>
            <p:nvPr/>
          </p:nvSpPr>
          <p:spPr>
            <a:xfrm>
              <a:off x="12050630" y="3962206"/>
              <a:ext cx="382266" cy="905309"/>
            </a:xfrm>
            <a:custGeom>
              <a:avLst/>
              <a:gdLst/>
              <a:ahLst/>
              <a:cxnLst>
                <a:cxn ang="0">
                  <a:pos x="wd2" y="hd2"/>
                </a:cxn>
                <a:cxn ang="5400000">
                  <a:pos x="wd2" y="hd2"/>
                </a:cxn>
                <a:cxn ang="10800000">
                  <a:pos x="wd2" y="hd2"/>
                </a:cxn>
                <a:cxn ang="16200000">
                  <a:pos x="wd2" y="hd2"/>
                </a:cxn>
              </a:cxnLst>
              <a:rect l="0" t="0" r="r" b="b"/>
              <a:pathLst>
                <a:path w="21600" h="21314" fill="norm" stroke="1" extrusionOk="0">
                  <a:moveTo>
                    <a:pt x="20546" y="8090"/>
                  </a:moveTo>
                  <a:cubicBezTo>
                    <a:pt x="20020" y="8090"/>
                    <a:pt x="19493" y="8310"/>
                    <a:pt x="19493" y="7869"/>
                  </a:cubicBezTo>
                  <a:cubicBezTo>
                    <a:pt x="19493" y="7869"/>
                    <a:pt x="19493" y="7649"/>
                    <a:pt x="19493" y="7649"/>
                  </a:cubicBezTo>
                  <a:cubicBezTo>
                    <a:pt x="19493" y="7428"/>
                    <a:pt x="17912" y="7428"/>
                    <a:pt x="17912" y="7428"/>
                  </a:cubicBezTo>
                  <a:cubicBezTo>
                    <a:pt x="17385" y="7208"/>
                    <a:pt x="17912" y="6767"/>
                    <a:pt x="17912" y="6547"/>
                  </a:cubicBezTo>
                  <a:cubicBezTo>
                    <a:pt x="18439" y="6106"/>
                    <a:pt x="16859" y="6326"/>
                    <a:pt x="16332" y="6106"/>
                  </a:cubicBezTo>
                  <a:cubicBezTo>
                    <a:pt x="16332" y="5885"/>
                    <a:pt x="15805" y="5885"/>
                    <a:pt x="15805" y="5665"/>
                  </a:cubicBezTo>
                  <a:cubicBezTo>
                    <a:pt x="15805" y="5445"/>
                    <a:pt x="16859" y="5224"/>
                    <a:pt x="16859" y="5224"/>
                  </a:cubicBezTo>
                  <a:cubicBezTo>
                    <a:pt x="16332" y="4783"/>
                    <a:pt x="13171" y="5445"/>
                    <a:pt x="12644" y="5224"/>
                  </a:cubicBezTo>
                  <a:cubicBezTo>
                    <a:pt x="12644" y="5224"/>
                    <a:pt x="13171" y="4783"/>
                    <a:pt x="13171" y="4563"/>
                  </a:cubicBezTo>
                  <a:cubicBezTo>
                    <a:pt x="12644" y="4343"/>
                    <a:pt x="14224" y="3902"/>
                    <a:pt x="14224" y="3681"/>
                  </a:cubicBezTo>
                  <a:cubicBezTo>
                    <a:pt x="15278" y="3020"/>
                    <a:pt x="16332" y="2579"/>
                    <a:pt x="15805" y="1918"/>
                  </a:cubicBezTo>
                  <a:cubicBezTo>
                    <a:pt x="15805" y="1698"/>
                    <a:pt x="16332" y="1477"/>
                    <a:pt x="16332" y="1257"/>
                  </a:cubicBezTo>
                  <a:cubicBezTo>
                    <a:pt x="16332" y="816"/>
                    <a:pt x="15278" y="1257"/>
                    <a:pt x="14751" y="1036"/>
                  </a:cubicBezTo>
                  <a:cubicBezTo>
                    <a:pt x="14751" y="596"/>
                    <a:pt x="14224" y="375"/>
                    <a:pt x="14224" y="155"/>
                  </a:cubicBezTo>
                  <a:cubicBezTo>
                    <a:pt x="13171" y="-286"/>
                    <a:pt x="13171" y="375"/>
                    <a:pt x="12117" y="155"/>
                  </a:cubicBezTo>
                  <a:cubicBezTo>
                    <a:pt x="12644" y="596"/>
                    <a:pt x="11590" y="596"/>
                    <a:pt x="11590" y="816"/>
                  </a:cubicBezTo>
                  <a:cubicBezTo>
                    <a:pt x="11590" y="816"/>
                    <a:pt x="11590" y="1698"/>
                    <a:pt x="11590" y="1698"/>
                  </a:cubicBezTo>
                  <a:cubicBezTo>
                    <a:pt x="11063" y="1698"/>
                    <a:pt x="11063" y="1257"/>
                    <a:pt x="11063" y="1257"/>
                  </a:cubicBezTo>
                  <a:cubicBezTo>
                    <a:pt x="10010" y="1257"/>
                    <a:pt x="9483" y="1477"/>
                    <a:pt x="9483" y="1698"/>
                  </a:cubicBezTo>
                  <a:cubicBezTo>
                    <a:pt x="8956" y="1918"/>
                    <a:pt x="7902" y="1918"/>
                    <a:pt x="7376" y="2138"/>
                  </a:cubicBezTo>
                  <a:cubicBezTo>
                    <a:pt x="6849" y="2359"/>
                    <a:pt x="7376" y="2800"/>
                    <a:pt x="6849" y="3020"/>
                  </a:cubicBezTo>
                  <a:cubicBezTo>
                    <a:pt x="6849" y="3241"/>
                    <a:pt x="6322" y="3461"/>
                    <a:pt x="5795" y="3681"/>
                  </a:cubicBezTo>
                  <a:cubicBezTo>
                    <a:pt x="5795" y="3902"/>
                    <a:pt x="5795" y="4122"/>
                    <a:pt x="5795" y="4343"/>
                  </a:cubicBezTo>
                  <a:cubicBezTo>
                    <a:pt x="5795" y="4783"/>
                    <a:pt x="5268" y="5224"/>
                    <a:pt x="4741" y="5224"/>
                  </a:cubicBezTo>
                  <a:cubicBezTo>
                    <a:pt x="4215" y="5224"/>
                    <a:pt x="3688" y="5224"/>
                    <a:pt x="3161" y="5224"/>
                  </a:cubicBezTo>
                  <a:cubicBezTo>
                    <a:pt x="2634" y="5665"/>
                    <a:pt x="3161" y="7428"/>
                    <a:pt x="2107" y="7428"/>
                  </a:cubicBezTo>
                  <a:cubicBezTo>
                    <a:pt x="2107" y="7428"/>
                    <a:pt x="1054" y="7428"/>
                    <a:pt x="1054" y="7428"/>
                  </a:cubicBezTo>
                  <a:cubicBezTo>
                    <a:pt x="1054" y="7649"/>
                    <a:pt x="1054" y="7869"/>
                    <a:pt x="1054" y="7869"/>
                  </a:cubicBezTo>
                  <a:cubicBezTo>
                    <a:pt x="1054" y="8090"/>
                    <a:pt x="527" y="8310"/>
                    <a:pt x="0" y="8530"/>
                  </a:cubicBezTo>
                  <a:cubicBezTo>
                    <a:pt x="0" y="8751"/>
                    <a:pt x="2107" y="9853"/>
                    <a:pt x="2634" y="10073"/>
                  </a:cubicBezTo>
                  <a:cubicBezTo>
                    <a:pt x="2634" y="10073"/>
                    <a:pt x="2107" y="9412"/>
                    <a:pt x="2107" y="9412"/>
                  </a:cubicBezTo>
                  <a:cubicBezTo>
                    <a:pt x="2107" y="9412"/>
                    <a:pt x="3688" y="10294"/>
                    <a:pt x="3688" y="10294"/>
                  </a:cubicBezTo>
                  <a:cubicBezTo>
                    <a:pt x="4215" y="10734"/>
                    <a:pt x="3161" y="10734"/>
                    <a:pt x="3688" y="11175"/>
                  </a:cubicBezTo>
                  <a:cubicBezTo>
                    <a:pt x="3161" y="10955"/>
                    <a:pt x="4215" y="10955"/>
                    <a:pt x="4741" y="11175"/>
                  </a:cubicBezTo>
                  <a:cubicBezTo>
                    <a:pt x="5268" y="11616"/>
                    <a:pt x="5795" y="12057"/>
                    <a:pt x="5795" y="12498"/>
                  </a:cubicBezTo>
                  <a:cubicBezTo>
                    <a:pt x="5795" y="12498"/>
                    <a:pt x="5268" y="14481"/>
                    <a:pt x="5268" y="14481"/>
                  </a:cubicBezTo>
                  <a:cubicBezTo>
                    <a:pt x="5795" y="14481"/>
                    <a:pt x="5795" y="13820"/>
                    <a:pt x="5795" y="13820"/>
                  </a:cubicBezTo>
                  <a:cubicBezTo>
                    <a:pt x="5795" y="13820"/>
                    <a:pt x="5795" y="14481"/>
                    <a:pt x="5795" y="14481"/>
                  </a:cubicBezTo>
                  <a:cubicBezTo>
                    <a:pt x="5795" y="14481"/>
                    <a:pt x="6322" y="14261"/>
                    <a:pt x="6322" y="14261"/>
                  </a:cubicBezTo>
                  <a:cubicBezTo>
                    <a:pt x="6322" y="14261"/>
                    <a:pt x="6322" y="14702"/>
                    <a:pt x="6322" y="14702"/>
                  </a:cubicBezTo>
                  <a:cubicBezTo>
                    <a:pt x="6849" y="14702"/>
                    <a:pt x="6849" y="14261"/>
                    <a:pt x="7376" y="14261"/>
                  </a:cubicBezTo>
                  <a:cubicBezTo>
                    <a:pt x="7376" y="14261"/>
                    <a:pt x="7376" y="14481"/>
                    <a:pt x="7376" y="14481"/>
                  </a:cubicBezTo>
                  <a:cubicBezTo>
                    <a:pt x="7376" y="14481"/>
                    <a:pt x="8956" y="14261"/>
                    <a:pt x="8956" y="14041"/>
                  </a:cubicBezTo>
                  <a:cubicBezTo>
                    <a:pt x="9483" y="14041"/>
                    <a:pt x="12117" y="13379"/>
                    <a:pt x="11063" y="13159"/>
                  </a:cubicBezTo>
                  <a:cubicBezTo>
                    <a:pt x="11590" y="13159"/>
                    <a:pt x="11063" y="13600"/>
                    <a:pt x="11590" y="13820"/>
                  </a:cubicBezTo>
                  <a:cubicBezTo>
                    <a:pt x="12117" y="13820"/>
                    <a:pt x="12644" y="13820"/>
                    <a:pt x="12644" y="14041"/>
                  </a:cubicBezTo>
                  <a:cubicBezTo>
                    <a:pt x="13171" y="14481"/>
                    <a:pt x="13171" y="15143"/>
                    <a:pt x="13171" y="15583"/>
                  </a:cubicBezTo>
                  <a:cubicBezTo>
                    <a:pt x="13698" y="16245"/>
                    <a:pt x="13698" y="16685"/>
                    <a:pt x="14751" y="17126"/>
                  </a:cubicBezTo>
                  <a:cubicBezTo>
                    <a:pt x="14751" y="17126"/>
                    <a:pt x="15278" y="17347"/>
                    <a:pt x="15278" y="17347"/>
                  </a:cubicBezTo>
                  <a:cubicBezTo>
                    <a:pt x="15278" y="17787"/>
                    <a:pt x="15805" y="17787"/>
                    <a:pt x="15805" y="17787"/>
                  </a:cubicBezTo>
                  <a:cubicBezTo>
                    <a:pt x="16332" y="18008"/>
                    <a:pt x="15278" y="18449"/>
                    <a:pt x="15805" y="18449"/>
                  </a:cubicBezTo>
                  <a:cubicBezTo>
                    <a:pt x="15805" y="18449"/>
                    <a:pt x="15805" y="18449"/>
                    <a:pt x="16332" y="18449"/>
                  </a:cubicBezTo>
                  <a:cubicBezTo>
                    <a:pt x="16332" y="18669"/>
                    <a:pt x="15278" y="18890"/>
                    <a:pt x="15278" y="19110"/>
                  </a:cubicBezTo>
                  <a:cubicBezTo>
                    <a:pt x="15278" y="19551"/>
                    <a:pt x="15805" y="19110"/>
                    <a:pt x="16332" y="19330"/>
                  </a:cubicBezTo>
                  <a:cubicBezTo>
                    <a:pt x="16332" y="19330"/>
                    <a:pt x="15278" y="21094"/>
                    <a:pt x="15278" y="21314"/>
                  </a:cubicBezTo>
                  <a:cubicBezTo>
                    <a:pt x="16332" y="20873"/>
                    <a:pt x="16859" y="19992"/>
                    <a:pt x="17385" y="19551"/>
                  </a:cubicBezTo>
                  <a:cubicBezTo>
                    <a:pt x="17912" y="19110"/>
                    <a:pt x="18439" y="18890"/>
                    <a:pt x="17912" y="18449"/>
                  </a:cubicBezTo>
                  <a:cubicBezTo>
                    <a:pt x="17385" y="18008"/>
                    <a:pt x="17385" y="17787"/>
                    <a:pt x="17385" y="17347"/>
                  </a:cubicBezTo>
                  <a:cubicBezTo>
                    <a:pt x="16859" y="16906"/>
                    <a:pt x="14224" y="16024"/>
                    <a:pt x="14751" y="15363"/>
                  </a:cubicBezTo>
                  <a:cubicBezTo>
                    <a:pt x="14751" y="15363"/>
                    <a:pt x="15805" y="15143"/>
                    <a:pt x="15805" y="14922"/>
                  </a:cubicBezTo>
                  <a:cubicBezTo>
                    <a:pt x="15278" y="14481"/>
                    <a:pt x="15805" y="14481"/>
                    <a:pt x="15805" y="14041"/>
                  </a:cubicBezTo>
                  <a:cubicBezTo>
                    <a:pt x="16332" y="13379"/>
                    <a:pt x="14224" y="12938"/>
                    <a:pt x="13698" y="12498"/>
                  </a:cubicBezTo>
                  <a:cubicBezTo>
                    <a:pt x="12117" y="12057"/>
                    <a:pt x="13171" y="11175"/>
                    <a:pt x="13698" y="10514"/>
                  </a:cubicBezTo>
                  <a:cubicBezTo>
                    <a:pt x="13698" y="10073"/>
                    <a:pt x="14224" y="10073"/>
                    <a:pt x="15278" y="10073"/>
                  </a:cubicBezTo>
                  <a:cubicBezTo>
                    <a:pt x="16332" y="10073"/>
                    <a:pt x="17385" y="9632"/>
                    <a:pt x="17912" y="9412"/>
                  </a:cubicBezTo>
                  <a:cubicBezTo>
                    <a:pt x="18966" y="9192"/>
                    <a:pt x="19493" y="9412"/>
                    <a:pt x="20546" y="8971"/>
                  </a:cubicBezTo>
                  <a:cubicBezTo>
                    <a:pt x="21073" y="8530"/>
                    <a:pt x="21600" y="8310"/>
                    <a:pt x="21600" y="8090"/>
                  </a:cubicBezTo>
                  <a:cubicBezTo>
                    <a:pt x="21600" y="8090"/>
                    <a:pt x="21073" y="8090"/>
                    <a:pt x="20546" y="809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0" name="Shape 5530"/>
            <p:cNvSpPr/>
            <p:nvPr/>
          </p:nvSpPr>
          <p:spPr>
            <a:xfrm>
              <a:off x="11878990" y="4067032"/>
              <a:ext cx="190804" cy="255751"/>
            </a:xfrm>
            <a:custGeom>
              <a:avLst/>
              <a:gdLst/>
              <a:ahLst/>
              <a:cxnLst>
                <a:cxn ang="0">
                  <a:pos x="wd2" y="hd2"/>
                </a:cxn>
                <a:cxn ang="5400000">
                  <a:pos x="wd2" y="hd2"/>
                </a:cxn>
                <a:cxn ang="10800000">
                  <a:pos x="wd2" y="hd2"/>
                </a:cxn>
                <a:cxn ang="16200000">
                  <a:pos x="wd2" y="hd2"/>
                </a:cxn>
              </a:cxnLst>
              <a:rect l="0" t="0" r="r" b="b"/>
              <a:pathLst>
                <a:path w="19310" h="21148" fill="norm" stroke="1" extrusionOk="0">
                  <a:moveTo>
                    <a:pt x="19039" y="19605"/>
                  </a:moveTo>
                  <a:cubicBezTo>
                    <a:pt x="19978" y="18062"/>
                    <a:pt x="18100" y="14205"/>
                    <a:pt x="18100" y="12662"/>
                  </a:cubicBezTo>
                  <a:cubicBezTo>
                    <a:pt x="18100" y="12662"/>
                    <a:pt x="17160" y="9577"/>
                    <a:pt x="16221" y="11891"/>
                  </a:cubicBezTo>
                  <a:cubicBezTo>
                    <a:pt x="16221" y="11891"/>
                    <a:pt x="15282" y="12662"/>
                    <a:pt x="14343" y="13434"/>
                  </a:cubicBezTo>
                  <a:cubicBezTo>
                    <a:pt x="14343" y="12662"/>
                    <a:pt x="12465" y="9577"/>
                    <a:pt x="15282" y="9577"/>
                  </a:cubicBezTo>
                  <a:cubicBezTo>
                    <a:pt x="17160" y="8805"/>
                    <a:pt x="20917" y="4177"/>
                    <a:pt x="16221" y="4948"/>
                  </a:cubicBezTo>
                  <a:cubicBezTo>
                    <a:pt x="15282" y="5719"/>
                    <a:pt x="13404" y="4948"/>
                    <a:pt x="12465" y="4948"/>
                  </a:cubicBezTo>
                  <a:cubicBezTo>
                    <a:pt x="11526" y="4948"/>
                    <a:pt x="9647" y="4948"/>
                    <a:pt x="8708" y="4948"/>
                  </a:cubicBezTo>
                  <a:cubicBezTo>
                    <a:pt x="6830" y="4177"/>
                    <a:pt x="6830" y="3405"/>
                    <a:pt x="6830" y="2634"/>
                  </a:cubicBezTo>
                  <a:cubicBezTo>
                    <a:pt x="6830" y="1091"/>
                    <a:pt x="5891" y="1862"/>
                    <a:pt x="4952" y="1091"/>
                  </a:cubicBezTo>
                  <a:cubicBezTo>
                    <a:pt x="3074" y="319"/>
                    <a:pt x="2134" y="-452"/>
                    <a:pt x="1195" y="319"/>
                  </a:cubicBezTo>
                  <a:cubicBezTo>
                    <a:pt x="256" y="1862"/>
                    <a:pt x="2134" y="2634"/>
                    <a:pt x="3074" y="3405"/>
                  </a:cubicBezTo>
                  <a:cubicBezTo>
                    <a:pt x="5891" y="5719"/>
                    <a:pt x="1195" y="4177"/>
                    <a:pt x="256" y="6491"/>
                  </a:cubicBezTo>
                  <a:cubicBezTo>
                    <a:pt x="-683" y="8805"/>
                    <a:pt x="1195" y="10348"/>
                    <a:pt x="2134" y="11891"/>
                  </a:cubicBezTo>
                  <a:cubicBezTo>
                    <a:pt x="4013" y="14205"/>
                    <a:pt x="4952" y="16519"/>
                    <a:pt x="4013" y="18834"/>
                  </a:cubicBezTo>
                  <a:cubicBezTo>
                    <a:pt x="4952" y="19605"/>
                    <a:pt x="4952" y="17291"/>
                    <a:pt x="4952" y="16519"/>
                  </a:cubicBezTo>
                  <a:cubicBezTo>
                    <a:pt x="4952" y="17291"/>
                    <a:pt x="4952" y="18062"/>
                    <a:pt x="5891" y="18062"/>
                  </a:cubicBezTo>
                  <a:cubicBezTo>
                    <a:pt x="5891" y="18062"/>
                    <a:pt x="5891" y="17291"/>
                    <a:pt x="5891" y="17291"/>
                  </a:cubicBezTo>
                  <a:cubicBezTo>
                    <a:pt x="6830" y="19605"/>
                    <a:pt x="6830" y="17291"/>
                    <a:pt x="6830" y="15748"/>
                  </a:cubicBezTo>
                  <a:cubicBezTo>
                    <a:pt x="6830" y="16519"/>
                    <a:pt x="10587" y="18834"/>
                    <a:pt x="11526" y="16519"/>
                  </a:cubicBezTo>
                  <a:cubicBezTo>
                    <a:pt x="11526" y="15748"/>
                    <a:pt x="10587" y="11891"/>
                    <a:pt x="9647" y="11891"/>
                  </a:cubicBezTo>
                  <a:cubicBezTo>
                    <a:pt x="10587" y="11891"/>
                    <a:pt x="11526" y="13434"/>
                    <a:pt x="11526" y="14205"/>
                  </a:cubicBezTo>
                  <a:cubicBezTo>
                    <a:pt x="12465" y="14977"/>
                    <a:pt x="15282" y="13434"/>
                    <a:pt x="15282" y="14977"/>
                  </a:cubicBezTo>
                  <a:cubicBezTo>
                    <a:pt x="15282" y="15748"/>
                    <a:pt x="16221" y="14977"/>
                    <a:pt x="16221" y="16519"/>
                  </a:cubicBezTo>
                  <a:cubicBezTo>
                    <a:pt x="16221" y="18062"/>
                    <a:pt x="16221" y="19605"/>
                    <a:pt x="17160" y="21148"/>
                  </a:cubicBezTo>
                  <a:cubicBezTo>
                    <a:pt x="18100" y="20377"/>
                    <a:pt x="18100" y="20377"/>
                    <a:pt x="19039" y="19605"/>
                  </a:cubicBezTo>
                  <a:cubicBezTo>
                    <a:pt x="19978" y="18834"/>
                    <a:pt x="18100" y="20377"/>
                    <a:pt x="19039" y="1960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1" name="Shape 5531"/>
            <p:cNvSpPr/>
            <p:nvPr/>
          </p:nvSpPr>
          <p:spPr>
            <a:xfrm>
              <a:off x="12273618" y="4355609"/>
              <a:ext cx="385037" cy="710585"/>
            </a:xfrm>
            <a:custGeom>
              <a:avLst/>
              <a:gdLst/>
              <a:ahLst/>
              <a:cxnLst>
                <a:cxn ang="0">
                  <a:pos x="wd2" y="hd2"/>
                </a:cxn>
                <a:cxn ang="5400000">
                  <a:pos x="wd2" y="hd2"/>
                </a:cxn>
                <a:cxn ang="10800000">
                  <a:pos x="wd2" y="hd2"/>
                </a:cxn>
                <a:cxn ang="16200000">
                  <a:pos x="wd2" y="hd2"/>
                </a:cxn>
              </a:cxnLst>
              <a:rect l="0" t="0" r="r" b="b"/>
              <a:pathLst>
                <a:path w="21226" h="21319" fill="norm" stroke="1" extrusionOk="0">
                  <a:moveTo>
                    <a:pt x="20571" y="8291"/>
                  </a:moveTo>
                  <a:cubicBezTo>
                    <a:pt x="21086" y="8291"/>
                    <a:pt x="20571" y="7730"/>
                    <a:pt x="21086" y="7449"/>
                  </a:cubicBezTo>
                  <a:cubicBezTo>
                    <a:pt x="21600" y="7169"/>
                    <a:pt x="20571" y="6607"/>
                    <a:pt x="20057" y="6607"/>
                  </a:cubicBezTo>
                  <a:cubicBezTo>
                    <a:pt x="19543" y="6327"/>
                    <a:pt x="18514" y="6046"/>
                    <a:pt x="18514" y="5485"/>
                  </a:cubicBezTo>
                  <a:cubicBezTo>
                    <a:pt x="18514" y="4924"/>
                    <a:pt x="19029" y="4644"/>
                    <a:pt x="18000" y="4083"/>
                  </a:cubicBezTo>
                  <a:cubicBezTo>
                    <a:pt x="17486" y="3802"/>
                    <a:pt x="16457" y="3241"/>
                    <a:pt x="15429" y="3241"/>
                  </a:cubicBezTo>
                  <a:cubicBezTo>
                    <a:pt x="14400" y="3241"/>
                    <a:pt x="13886" y="3802"/>
                    <a:pt x="12857" y="3802"/>
                  </a:cubicBezTo>
                  <a:cubicBezTo>
                    <a:pt x="11829" y="3522"/>
                    <a:pt x="11829" y="3522"/>
                    <a:pt x="10800" y="3802"/>
                  </a:cubicBezTo>
                  <a:cubicBezTo>
                    <a:pt x="10800" y="3802"/>
                    <a:pt x="9257" y="4644"/>
                    <a:pt x="8743" y="4363"/>
                  </a:cubicBezTo>
                  <a:cubicBezTo>
                    <a:pt x="8743" y="4083"/>
                    <a:pt x="10286" y="3522"/>
                    <a:pt x="9771" y="3241"/>
                  </a:cubicBezTo>
                  <a:cubicBezTo>
                    <a:pt x="8743" y="2961"/>
                    <a:pt x="9771" y="2680"/>
                    <a:pt x="9771" y="2400"/>
                  </a:cubicBezTo>
                  <a:cubicBezTo>
                    <a:pt x="9771" y="2119"/>
                    <a:pt x="9771" y="1278"/>
                    <a:pt x="9257" y="1278"/>
                  </a:cubicBezTo>
                  <a:cubicBezTo>
                    <a:pt x="8229" y="1558"/>
                    <a:pt x="7200" y="1558"/>
                    <a:pt x="7714" y="997"/>
                  </a:cubicBezTo>
                  <a:cubicBezTo>
                    <a:pt x="8229" y="-125"/>
                    <a:pt x="5657" y="-125"/>
                    <a:pt x="4629" y="156"/>
                  </a:cubicBezTo>
                  <a:cubicBezTo>
                    <a:pt x="4114" y="717"/>
                    <a:pt x="3086" y="997"/>
                    <a:pt x="2057" y="997"/>
                  </a:cubicBezTo>
                  <a:cubicBezTo>
                    <a:pt x="1029" y="997"/>
                    <a:pt x="514" y="1839"/>
                    <a:pt x="514" y="2119"/>
                  </a:cubicBezTo>
                  <a:cubicBezTo>
                    <a:pt x="514" y="2680"/>
                    <a:pt x="0" y="2961"/>
                    <a:pt x="0" y="3522"/>
                  </a:cubicBezTo>
                  <a:cubicBezTo>
                    <a:pt x="0" y="4083"/>
                    <a:pt x="514" y="4083"/>
                    <a:pt x="1543" y="4363"/>
                  </a:cubicBezTo>
                  <a:cubicBezTo>
                    <a:pt x="2057" y="4924"/>
                    <a:pt x="2571" y="5205"/>
                    <a:pt x="3086" y="5485"/>
                  </a:cubicBezTo>
                  <a:cubicBezTo>
                    <a:pt x="3600" y="6046"/>
                    <a:pt x="2571" y="6327"/>
                    <a:pt x="2571" y="6607"/>
                  </a:cubicBezTo>
                  <a:cubicBezTo>
                    <a:pt x="2571" y="6888"/>
                    <a:pt x="3086" y="7169"/>
                    <a:pt x="2571" y="7449"/>
                  </a:cubicBezTo>
                  <a:cubicBezTo>
                    <a:pt x="2571" y="7449"/>
                    <a:pt x="2057" y="7449"/>
                    <a:pt x="2057" y="7730"/>
                  </a:cubicBezTo>
                  <a:cubicBezTo>
                    <a:pt x="1543" y="8010"/>
                    <a:pt x="2571" y="8852"/>
                    <a:pt x="3086" y="9132"/>
                  </a:cubicBezTo>
                  <a:cubicBezTo>
                    <a:pt x="3600" y="9413"/>
                    <a:pt x="4114" y="9693"/>
                    <a:pt x="4629" y="10254"/>
                  </a:cubicBezTo>
                  <a:cubicBezTo>
                    <a:pt x="4629" y="10815"/>
                    <a:pt x="4629" y="11096"/>
                    <a:pt x="5143" y="11657"/>
                  </a:cubicBezTo>
                  <a:cubicBezTo>
                    <a:pt x="5657" y="12779"/>
                    <a:pt x="4114" y="13620"/>
                    <a:pt x="3086" y="14462"/>
                  </a:cubicBezTo>
                  <a:cubicBezTo>
                    <a:pt x="3086" y="14743"/>
                    <a:pt x="2571" y="15023"/>
                    <a:pt x="2571" y="15304"/>
                  </a:cubicBezTo>
                  <a:cubicBezTo>
                    <a:pt x="2057" y="15584"/>
                    <a:pt x="2057" y="15865"/>
                    <a:pt x="2057" y="16145"/>
                  </a:cubicBezTo>
                  <a:cubicBezTo>
                    <a:pt x="2057" y="16426"/>
                    <a:pt x="1543" y="17267"/>
                    <a:pt x="2571" y="17267"/>
                  </a:cubicBezTo>
                  <a:cubicBezTo>
                    <a:pt x="4114" y="17828"/>
                    <a:pt x="4629" y="18670"/>
                    <a:pt x="5657" y="19231"/>
                  </a:cubicBezTo>
                  <a:cubicBezTo>
                    <a:pt x="6171" y="19511"/>
                    <a:pt x="6171" y="19792"/>
                    <a:pt x="6686" y="20072"/>
                  </a:cubicBezTo>
                  <a:cubicBezTo>
                    <a:pt x="7200" y="20072"/>
                    <a:pt x="7714" y="20072"/>
                    <a:pt x="8229" y="20072"/>
                  </a:cubicBezTo>
                  <a:cubicBezTo>
                    <a:pt x="8743" y="20353"/>
                    <a:pt x="9257" y="20353"/>
                    <a:pt x="9257" y="20633"/>
                  </a:cubicBezTo>
                  <a:cubicBezTo>
                    <a:pt x="9257" y="20914"/>
                    <a:pt x="9257" y="21194"/>
                    <a:pt x="9771" y="21194"/>
                  </a:cubicBezTo>
                  <a:cubicBezTo>
                    <a:pt x="9771" y="21475"/>
                    <a:pt x="10286" y="21194"/>
                    <a:pt x="10800" y="21194"/>
                  </a:cubicBezTo>
                  <a:cubicBezTo>
                    <a:pt x="11314" y="21194"/>
                    <a:pt x="11829" y="20633"/>
                    <a:pt x="11829" y="20633"/>
                  </a:cubicBezTo>
                  <a:cubicBezTo>
                    <a:pt x="10800" y="19792"/>
                    <a:pt x="10286" y="19511"/>
                    <a:pt x="8229" y="19231"/>
                  </a:cubicBezTo>
                  <a:cubicBezTo>
                    <a:pt x="7714" y="19231"/>
                    <a:pt x="7200" y="18950"/>
                    <a:pt x="6686" y="18670"/>
                  </a:cubicBezTo>
                  <a:cubicBezTo>
                    <a:pt x="6686" y="18109"/>
                    <a:pt x="7200" y="18670"/>
                    <a:pt x="7714" y="18670"/>
                  </a:cubicBezTo>
                  <a:cubicBezTo>
                    <a:pt x="7200" y="18670"/>
                    <a:pt x="6171" y="16987"/>
                    <a:pt x="6171" y="16706"/>
                  </a:cubicBezTo>
                  <a:cubicBezTo>
                    <a:pt x="6171" y="16426"/>
                    <a:pt x="6171" y="16426"/>
                    <a:pt x="5657" y="16145"/>
                  </a:cubicBezTo>
                  <a:cubicBezTo>
                    <a:pt x="5143" y="16145"/>
                    <a:pt x="4629" y="15865"/>
                    <a:pt x="4629" y="15584"/>
                  </a:cubicBezTo>
                  <a:cubicBezTo>
                    <a:pt x="4114" y="14743"/>
                    <a:pt x="5143" y="13901"/>
                    <a:pt x="5657" y="13340"/>
                  </a:cubicBezTo>
                  <a:cubicBezTo>
                    <a:pt x="5657" y="12779"/>
                    <a:pt x="6686" y="12218"/>
                    <a:pt x="6686" y="11937"/>
                  </a:cubicBezTo>
                  <a:cubicBezTo>
                    <a:pt x="6686" y="11376"/>
                    <a:pt x="6171" y="10254"/>
                    <a:pt x="7200" y="9974"/>
                  </a:cubicBezTo>
                  <a:cubicBezTo>
                    <a:pt x="8743" y="9974"/>
                    <a:pt x="8743" y="10254"/>
                    <a:pt x="8743" y="11096"/>
                  </a:cubicBezTo>
                  <a:cubicBezTo>
                    <a:pt x="8229" y="11657"/>
                    <a:pt x="10286" y="11376"/>
                    <a:pt x="11314" y="11376"/>
                  </a:cubicBezTo>
                  <a:cubicBezTo>
                    <a:pt x="11829" y="11376"/>
                    <a:pt x="13371" y="11937"/>
                    <a:pt x="13886" y="12218"/>
                  </a:cubicBezTo>
                  <a:cubicBezTo>
                    <a:pt x="13886" y="11657"/>
                    <a:pt x="12857" y="11376"/>
                    <a:pt x="12343" y="10535"/>
                  </a:cubicBezTo>
                  <a:cubicBezTo>
                    <a:pt x="12343" y="9974"/>
                    <a:pt x="13371" y="9693"/>
                    <a:pt x="14400" y="9132"/>
                  </a:cubicBezTo>
                  <a:cubicBezTo>
                    <a:pt x="14914" y="8852"/>
                    <a:pt x="16457" y="8852"/>
                    <a:pt x="17486" y="8852"/>
                  </a:cubicBezTo>
                  <a:cubicBezTo>
                    <a:pt x="18514" y="8852"/>
                    <a:pt x="19029" y="8852"/>
                    <a:pt x="19543" y="9132"/>
                  </a:cubicBezTo>
                  <a:cubicBezTo>
                    <a:pt x="20571" y="9132"/>
                    <a:pt x="20057" y="8852"/>
                    <a:pt x="20571" y="8291"/>
                  </a:cubicBezTo>
                  <a:cubicBezTo>
                    <a:pt x="21086" y="8291"/>
                    <a:pt x="20571" y="8571"/>
                    <a:pt x="20571" y="829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2" name="Shape 5532"/>
            <p:cNvSpPr/>
            <p:nvPr/>
          </p:nvSpPr>
          <p:spPr>
            <a:xfrm>
              <a:off x="12487050" y="4214971"/>
              <a:ext cx="350103" cy="708403"/>
            </a:xfrm>
            <a:custGeom>
              <a:avLst/>
              <a:gdLst/>
              <a:ahLst/>
              <a:cxnLst>
                <a:cxn ang="0">
                  <a:pos x="wd2" y="hd2"/>
                </a:cxn>
                <a:cxn ang="5400000">
                  <a:pos x="wd2" y="hd2"/>
                </a:cxn>
                <a:cxn ang="10800000">
                  <a:pos x="wd2" y="hd2"/>
                </a:cxn>
                <a:cxn ang="16200000">
                  <a:pos x="wd2" y="hd2"/>
                </a:cxn>
              </a:cxnLst>
              <a:rect l="0" t="0" r="r" b="b"/>
              <a:pathLst>
                <a:path w="21196" h="20976" fill="norm" stroke="1" extrusionOk="0">
                  <a:moveTo>
                    <a:pt x="21032" y="14839"/>
                  </a:moveTo>
                  <a:cubicBezTo>
                    <a:pt x="20463" y="14562"/>
                    <a:pt x="20463" y="14008"/>
                    <a:pt x="20463" y="13177"/>
                  </a:cubicBezTo>
                  <a:cubicBezTo>
                    <a:pt x="19895" y="12346"/>
                    <a:pt x="19326" y="11793"/>
                    <a:pt x="18189" y="10962"/>
                  </a:cubicBezTo>
                  <a:cubicBezTo>
                    <a:pt x="17621" y="10408"/>
                    <a:pt x="17053" y="10131"/>
                    <a:pt x="15916" y="9854"/>
                  </a:cubicBezTo>
                  <a:cubicBezTo>
                    <a:pt x="14779" y="9300"/>
                    <a:pt x="13074" y="9023"/>
                    <a:pt x="12505" y="8193"/>
                  </a:cubicBezTo>
                  <a:cubicBezTo>
                    <a:pt x="12505" y="7639"/>
                    <a:pt x="11368" y="7362"/>
                    <a:pt x="10232" y="6808"/>
                  </a:cubicBezTo>
                  <a:cubicBezTo>
                    <a:pt x="9663" y="6531"/>
                    <a:pt x="10232" y="5423"/>
                    <a:pt x="10800" y="5146"/>
                  </a:cubicBezTo>
                  <a:cubicBezTo>
                    <a:pt x="11937" y="4870"/>
                    <a:pt x="13074" y="4316"/>
                    <a:pt x="13074" y="3762"/>
                  </a:cubicBezTo>
                  <a:cubicBezTo>
                    <a:pt x="13642" y="3485"/>
                    <a:pt x="15916" y="2931"/>
                    <a:pt x="16484" y="2654"/>
                  </a:cubicBezTo>
                  <a:cubicBezTo>
                    <a:pt x="15347" y="2377"/>
                    <a:pt x="14211" y="2100"/>
                    <a:pt x="13074" y="1546"/>
                  </a:cubicBezTo>
                  <a:cubicBezTo>
                    <a:pt x="11937" y="1270"/>
                    <a:pt x="13642" y="1270"/>
                    <a:pt x="13642" y="716"/>
                  </a:cubicBezTo>
                  <a:cubicBezTo>
                    <a:pt x="13642" y="716"/>
                    <a:pt x="10800" y="439"/>
                    <a:pt x="10800" y="439"/>
                  </a:cubicBezTo>
                  <a:cubicBezTo>
                    <a:pt x="9663" y="162"/>
                    <a:pt x="8526" y="-392"/>
                    <a:pt x="7958" y="439"/>
                  </a:cubicBezTo>
                  <a:cubicBezTo>
                    <a:pt x="7389" y="716"/>
                    <a:pt x="6821" y="716"/>
                    <a:pt x="6253" y="993"/>
                  </a:cubicBezTo>
                  <a:cubicBezTo>
                    <a:pt x="5116" y="1823"/>
                    <a:pt x="5116" y="716"/>
                    <a:pt x="4547" y="993"/>
                  </a:cubicBezTo>
                  <a:cubicBezTo>
                    <a:pt x="3411" y="1270"/>
                    <a:pt x="3411" y="993"/>
                    <a:pt x="2842" y="993"/>
                  </a:cubicBezTo>
                  <a:cubicBezTo>
                    <a:pt x="2274" y="1270"/>
                    <a:pt x="1705" y="1270"/>
                    <a:pt x="1705" y="993"/>
                  </a:cubicBezTo>
                  <a:cubicBezTo>
                    <a:pt x="1705" y="716"/>
                    <a:pt x="568" y="1270"/>
                    <a:pt x="0" y="1270"/>
                  </a:cubicBezTo>
                  <a:cubicBezTo>
                    <a:pt x="0" y="1546"/>
                    <a:pt x="1705" y="2100"/>
                    <a:pt x="2274" y="2100"/>
                  </a:cubicBezTo>
                  <a:cubicBezTo>
                    <a:pt x="2842" y="2654"/>
                    <a:pt x="2274" y="2931"/>
                    <a:pt x="2842" y="3208"/>
                  </a:cubicBezTo>
                  <a:cubicBezTo>
                    <a:pt x="2842" y="3762"/>
                    <a:pt x="4547" y="3762"/>
                    <a:pt x="5116" y="3485"/>
                  </a:cubicBezTo>
                  <a:cubicBezTo>
                    <a:pt x="6253" y="3208"/>
                    <a:pt x="6821" y="4039"/>
                    <a:pt x="6821" y="4316"/>
                  </a:cubicBezTo>
                  <a:cubicBezTo>
                    <a:pt x="7389" y="4870"/>
                    <a:pt x="8526" y="4870"/>
                    <a:pt x="7389" y="5423"/>
                  </a:cubicBezTo>
                  <a:cubicBezTo>
                    <a:pt x="6253" y="5700"/>
                    <a:pt x="5684" y="4870"/>
                    <a:pt x="5684" y="5700"/>
                  </a:cubicBezTo>
                  <a:cubicBezTo>
                    <a:pt x="5684" y="6254"/>
                    <a:pt x="7389" y="6254"/>
                    <a:pt x="7958" y="6531"/>
                  </a:cubicBezTo>
                  <a:cubicBezTo>
                    <a:pt x="9095" y="7085"/>
                    <a:pt x="9663" y="7639"/>
                    <a:pt x="10800" y="8193"/>
                  </a:cubicBezTo>
                  <a:cubicBezTo>
                    <a:pt x="11368" y="8746"/>
                    <a:pt x="12505" y="8746"/>
                    <a:pt x="13074" y="9300"/>
                  </a:cubicBezTo>
                  <a:cubicBezTo>
                    <a:pt x="13642" y="9854"/>
                    <a:pt x="13642" y="10131"/>
                    <a:pt x="14779" y="10408"/>
                  </a:cubicBezTo>
                  <a:cubicBezTo>
                    <a:pt x="15347" y="10685"/>
                    <a:pt x="14779" y="11239"/>
                    <a:pt x="15916" y="11516"/>
                  </a:cubicBezTo>
                  <a:cubicBezTo>
                    <a:pt x="16484" y="11793"/>
                    <a:pt x="15916" y="12623"/>
                    <a:pt x="15347" y="12900"/>
                  </a:cubicBezTo>
                  <a:cubicBezTo>
                    <a:pt x="14779" y="13177"/>
                    <a:pt x="15347" y="13731"/>
                    <a:pt x="15916" y="14008"/>
                  </a:cubicBezTo>
                  <a:cubicBezTo>
                    <a:pt x="15916" y="14562"/>
                    <a:pt x="15916" y="14839"/>
                    <a:pt x="15916" y="15393"/>
                  </a:cubicBezTo>
                  <a:cubicBezTo>
                    <a:pt x="14779" y="15946"/>
                    <a:pt x="14779" y="15946"/>
                    <a:pt x="13074" y="16223"/>
                  </a:cubicBezTo>
                  <a:cubicBezTo>
                    <a:pt x="11937" y="16223"/>
                    <a:pt x="13642" y="17054"/>
                    <a:pt x="11368" y="16777"/>
                  </a:cubicBezTo>
                  <a:cubicBezTo>
                    <a:pt x="10232" y="16777"/>
                    <a:pt x="11368" y="17331"/>
                    <a:pt x="11368" y="17608"/>
                  </a:cubicBezTo>
                  <a:cubicBezTo>
                    <a:pt x="11937" y="18162"/>
                    <a:pt x="10800" y="17885"/>
                    <a:pt x="10232" y="17885"/>
                  </a:cubicBezTo>
                  <a:cubicBezTo>
                    <a:pt x="9095" y="17885"/>
                    <a:pt x="8526" y="17885"/>
                    <a:pt x="7958" y="18162"/>
                  </a:cubicBezTo>
                  <a:cubicBezTo>
                    <a:pt x="6253" y="18716"/>
                    <a:pt x="7389" y="18716"/>
                    <a:pt x="8526" y="18993"/>
                  </a:cubicBezTo>
                  <a:cubicBezTo>
                    <a:pt x="9095" y="18993"/>
                    <a:pt x="7958" y="19823"/>
                    <a:pt x="7958" y="20100"/>
                  </a:cubicBezTo>
                  <a:cubicBezTo>
                    <a:pt x="7389" y="20100"/>
                    <a:pt x="7389" y="21208"/>
                    <a:pt x="7958" y="20931"/>
                  </a:cubicBezTo>
                  <a:cubicBezTo>
                    <a:pt x="9095" y="20654"/>
                    <a:pt x="9663" y="20377"/>
                    <a:pt x="10232" y="20377"/>
                  </a:cubicBezTo>
                  <a:cubicBezTo>
                    <a:pt x="12505" y="20100"/>
                    <a:pt x="11368" y="19823"/>
                    <a:pt x="10800" y="19270"/>
                  </a:cubicBezTo>
                  <a:cubicBezTo>
                    <a:pt x="11368" y="19270"/>
                    <a:pt x="11937" y="19823"/>
                    <a:pt x="12505" y="19546"/>
                  </a:cubicBezTo>
                  <a:cubicBezTo>
                    <a:pt x="13074" y="19270"/>
                    <a:pt x="11937" y="18993"/>
                    <a:pt x="11937" y="18993"/>
                  </a:cubicBezTo>
                  <a:cubicBezTo>
                    <a:pt x="11937" y="18716"/>
                    <a:pt x="13074" y="19270"/>
                    <a:pt x="13074" y="19270"/>
                  </a:cubicBezTo>
                  <a:cubicBezTo>
                    <a:pt x="12505" y="19270"/>
                    <a:pt x="13074" y="18162"/>
                    <a:pt x="13642" y="18162"/>
                  </a:cubicBezTo>
                  <a:cubicBezTo>
                    <a:pt x="13642" y="17885"/>
                    <a:pt x="14779" y="18439"/>
                    <a:pt x="14779" y="18439"/>
                  </a:cubicBezTo>
                  <a:cubicBezTo>
                    <a:pt x="15916" y="18439"/>
                    <a:pt x="16484" y="18162"/>
                    <a:pt x="17053" y="17885"/>
                  </a:cubicBezTo>
                  <a:cubicBezTo>
                    <a:pt x="17621" y="17608"/>
                    <a:pt x="20463" y="17054"/>
                    <a:pt x="20463" y="16500"/>
                  </a:cubicBezTo>
                  <a:cubicBezTo>
                    <a:pt x="20463" y="16223"/>
                    <a:pt x="19895" y="15946"/>
                    <a:pt x="20463" y="15393"/>
                  </a:cubicBezTo>
                  <a:cubicBezTo>
                    <a:pt x="20463" y="15116"/>
                    <a:pt x="21600" y="15393"/>
                    <a:pt x="21032" y="14839"/>
                  </a:cubicBezTo>
                  <a:cubicBezTo>
                    <a:pt x="20463" y="14562"/>
                    <a:pt x="21600" y="15116"/>
                    <a:pt x="21032" y="1483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3" name="Shape 5533"/>
            <p:cNvSpPr/>
            <p:nvPr/>
          </p:nvSpPr>
          <p:spPr>
            <a:xfrm>
              <a:off x="12404225" y="4259073"/>
              <a:ext cx="344041" cy="410111"/>
            </a:xfrm>
            <a:custGeom>
              <a:avLst/>
              <a:gdLst/>
              <a:ahLst/>
              <a:cxnLst>
                <a:cxn ang="0">
                  <a:pos x="wd2" y="hd2"/>
                </a:cxn>
                <a:cxn ang="5400000">
                  <a:pos x="wd2" y="hd2"/>
                </a:cxn>
                <a:cxn ang="10800000">
                  <a:pos x="wd2" y="hd2"/>
                </a:cxn>
                <a:cxn ang="16200000">
                  <a:pos x="wd2" y="hd2"/>
                </a:cxn>
              </a:cxnLst>
              <a:rect l="0" t="0" r="r" b="b"/>
              <a:pathLst>
                <a:path w="21600" h="21067" fill="norm" stroke="1" extrusionOk="0">
                  <a:moveTo>
                    <a:pt x="21600" y="18240"/>
                  </a:moveTo>
                  <a:cubicBezTo>
                    <a:pt x="21600" y="17760"/>
                    <a:pt x="21016" y="17760"/>
                    <a:pt x="20432" y="16800"/>
                  </a:cubicBezTo>
                  <a:cubicBezTo>
                    <a:pt x="20432" y="15840"/>
                    <a:pt x="19849" y="16320"/>
                    <a:pt x="19265" y="15360"/>
                  </a:cubicBezTo>
                  <a:cubicBezTo>
                    <a:pt x="18681" y="14400"/>
                    <a:pt x="18681" y="13920"/>
                    <a:pt x="17514" y="13440"/>
                  </a:cubicBezTo>
                  <a:cubicBezTo>
                    <a:pt x="16346" y="12480"/>
                    <a:pt x="15762" y="11520"/>
                    <a:pt x="15178" y="10560"/>
                  </a:cubicBezTo>
                  <a:cubicBezTo>
                    <a:pt x="14595" y="10080"/>
                    <a:pt x="13427" y="9120"/>
                    <a:pt x="12843" y="8640"/>
                  </a:cubicBezTo>
                  <a:cubicBezTo>
                    <a:pt x="11676" y="8160"/>
                    <a:pt x="11092" y="8640"/>
                    <a:pt x="11092" y="7200"/>
                  </a:cubicBezTo>
                  <a:cubicBezTo>
                    <a:pt x="11092" y="6720"/>
                    <a:pt x="12259" y="7680"/>
                    <a:pt x="12843" y="6720"/>
                  </a:cubicBezTo>
                  <a:cubicBezTo>
                    <a:pt x="14011" y="6240"/>
                    <a:pt x="12843" y="5760"/>
                    <a:pt x="12259" y="4800"/>
                  </a:cubicBezTo>
                  <a:cubicBezTo>
                    <a:pt x="11092" y="2400"/>
                    <a:pt x="9341" y="5280"/>
                    <a:pt x="8173" y="3840"/>
                  </a:cubicBezTo>
                  <a:cubicBezTo>
                    <a:pt x="7589" y="3360"/>
                    <a:pt x="8173" y="2400"/>
                    <a:pt x="7589" y="1920"/>
                  </a:cubicBezTo>
                  <a:cubicBezTo>
                    <a:pt x="7005" y="1440"/>
                    <a:pt x="5838" y="960"/>
                    <a:pt x="5254" y="0"/>
                  </a:cubicBezTo>
                  <a:cubicBezTo>
                    <a:pt x="5254" y="0"/>
                    <a:pt x="4086" y="0"/>
                    <a:pt x="4086" y="0"/>
                  </a:cubicBezTo>
                  <a:cubicBezTo>
                    <a:pt x="3503" y="480"/>
                    <a:pt x="4670" y="1440"/>
                    <a:pt x="4670" y="1920"/>
                  </a:cubicBezTo>
                  <a:cubicBezTo>
                    <a:pt x="4670" y="2400"/>
                    <a:pt x="5254" y="3360"/>
                    <a:pt x="4670" y="3360"/>
                  </a:cubicBezTo>
                  <a:cubicBezTo>
                    <a:pt x="3503" y="3360"/>
                    <a:pt x="3503" y="2400"/>
                    <a:pt x="2335" y="2400"/>
                  </a:cubicBezTo>
                  <a:cubicBezTo>
                    <a:pt x="1751" y="1920"/>
                    <a:pt x="0" y="4800"/>
                    <a:pt x="0" y="4800"/>
                  </a:cubicBezTo>
                  <a:cubicBezTo>
                    <a:pt x="584" y="6240"/>
                    <a:pt x="0" y="8160"/>
                    <a:pt x="2335" y="7200"/>
                  </a:cubicBezTo>
                  <a:cubicBezTo>
                    <a:pt x="3503" y="6720"/>
                    <a:pt x="2335" y="10560"/>
                    <a:pt x="2335" y="10560"/>
                  </a:cubicBezTo>
                  <a:cubicBezTo>
                    <a:pt x="3503" y="11040"/>
                    <a:pt x="2335" y="11520"/>
                    <a:pt x="1751" y="12480"/>
                  </a:cubicBezTo>
                  <a:cubicBezTo>
                    <a:pt x="1751" y="12960"/>
                    <a:pt x="3503" y="12000"/>
                    <a:pt x="4086" y="12000"/>
                  </a:cubicBezTo>
                  <a:cubicBezTo>
                    <a:pt x="4086" y="11520"/>
                    <a:pt x="5254" y="11040"/>
                    <a:pt x="5838" y="11040"/>
                  </a:cubicBezTo>
                  <a:cubicBezTo>
                    <a:pt x="7005" y="11520"/>
                    <a:pt x="7589" y="11520"/>
                    <a:pt x="8757" y="10560"/>
                  </a:cubicBezTo>
                  <a:cubicBezTo>
                    <a:pt x="9924" y="10080"/>
                    <a:pt x="14011" y="12000"/>
                    <a:pt x="13427" y="13440"/>
                  </a:cubicBezTo>
                  <a:cubicBezTo>
                    <a:pt x="12259" y="15360"/>
                    <a:pt x="14595" y="15840"/>
                    <a:pt x="15762" y="17280"/>
                  </a:cubicBezTo>
                  <a:cubicBezTo>
                    <a:pt x="15762" y="17760"/>
                    <a:pt x="15762" y="18240"/>
                    <a:pt x="15762" y="18720"/>
                  </a:cubicBezTo>
                  <a:cubicBezTo>
                    <a:pt x="15762" y="19200"/>
                    <a:pt x="15178" y="20160"/>
                    <a:pt x="14595" y="20640"/>
                  </a:cubicBezTo>
                  <a:cubicBezTo>
                    <a:pt x="15178" y="20640"/>
                    <a:pt x="16930" y="21600"/>
                    <a:pt x="16930" y="20640"/>
                  </a:cubicBezTo>
                  <a:cubicBezTo>
                    <a:pt x="16930" y="20160"/>
                    <a:pt x="18097" y="19680"/>
                    <a:pt x="18681" y="20160"/>
                  </a:cubicBezTo>
                  <a:cubicBezTo>
                    <a:pt x="19265" y="20640"/>
                    <a:pt x="19849" y="20640"/>
                    <a:pt x="20432" y="20160"/>
                  </a:cubicBezTo>
                  <a:cubicBezTo>
                    <a:pt x="21600" y="20160"/>
                    <a:pt x="21600" y="19200"/>
                    <a:pt x="21600" y="182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4" name="Shape 5534"/>
            <p:cNvSpPr/>
            <p:nvPr/>
          </p:nvSpPr>
          <p:spPr>
            <a:xfrm>
              <a:off x="13879131" y="5399497"/>
              <a:ext cx="420493" cy="3567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484"/>
                  </a:moveTo>
                  <a:cubicBezTo>
                    <a:pt x="21600" y="15916"/>
                    <a:pt x="21120" y="15347"/>
                    <a:pt x="21600" y="14779"/>
                  </a:cubicBezTo>
                  <a:cubicBezTo>
                    <a:pt x="21600" y="14211"/>
                    <a:pt x="21600" y="14211"/>
                    <a:pt x="21600" y="13642"/>
                  </a:cubicBezTo>
                  <a:cubicBezTo>
                    <a:pt x="21600" y="11937"/>
                    <a:pt x="21600" y="10232"/>
                    <a:pt x="21600" y="8526"/>
                  </a:cubicBezTo>
                  <a:cubicBezTo>
                    <a:pt x="21600" y="6821"/>
                    <a:pt x="21600" y="5116"/>
                    <a:pt x="21600" y="3411"/>
                  </a:cubicBezTo>
                  <a:cubicBezTo>
                    <a:pt x="21600" y="3411"/>
                    <a:pt x="17280" y="1705"/>
                    <a:pt x="16800" y="1705"/>
                  </a:cubicBezTo>
                  <a:cubicBezTo>
                    <a:pt x="15840" y="1137"/>
                    <a:pt x="15360" y="568"/>
                    <a:pt x="14400" y="0"/>
                  </a:cubicBezTo>
                  <a:cubicBezTo>
                    <a:pt x="12960" y="0"/>
                    <a:pt x="12960" y="1137"/>
                    <a:pt x="12480" y="1705"/>
                  </a:cubicBezTo>
                  <a:cubicBezTo>
                    <a:pt x="12480" y="2274"/>
                    <a:pt x="11040" y="2274"/>
                    <a:pt x="10560" y="2842"/>
                  </a:cubicBezTo>
                  <a:cubicBezTo>
                    <a:pt x="10080" y="3979"/>
                    <a:pt x="9600" y="5116"/>
                    <a:pt x="8640" y="5684"/>
                  </a:cubicBezTo>
                  <a:cubicBezTo>
                    <a:pt x="7680" y="6253"/>
                    <a:pt x="6720" y="5684"/>
                    <a:pt x="6720" y="4547"/>
                  </a:cubicBezTo>
                  <a:cubicBezTo>
                    <a:pt x="6240" y="3411"/>
                    <a:pt x="5760" y="3411"/>
                    <a:pt x="5280" y="2842"/>
                  </a:cubicBezTo>
                  <a:cubicBezTo>
                    <a:pt x="5280" y="1705"/>
                    <a:pt x="4800" y="2842"/>
                    <a:pt x="4320" y="3411"/>
                  </a:cubicBezTo>
                  <a:cubicBezTo>
                    <a:pt x="3840" y="3411"/>
                    <a:pt x="3360" y="2842"/>
                    <a:pt x="3360" y="2842"/>
                  </a:cubicBezTo>
                  <a:cubicBezTo>
                    <a:pt x="2880" y="2842"/>
                    <a:pt x="2400" y="3411"/>
                    <a:pt x="1920" y="3411"/>
                  </a:cubicBezTo>
                  <a:cubicBezTo>
                    <a:pt x="1920" y="3979"/>
                    <a:pt x="0" y="3411"/>
                    <a:pt x="0" y="3979"/>
                  </a:cubicBezTo>
                  <a:cubicBezTo>
                    <a:pt x="0" y="4547"/>
                    <a:pt x="960" y="4547"/>
                    <a:pt x="1440" y="4547"/>
                  </a:cubicBezTo>
                  <a:cubicBezTo>
                    <a:pt x="1920" y="5116"/>
                    <a:pt x="1920" y="5684"/>
                    <a:pt x="1920" y="6253"/>
                  </a:cubicBezTo>
                  <a:cubicBezTo>
                    <a:pt x="1920" y="7389"/>
                    <a:pt x="3360" y="7389"/>
                    <a:pt x="3360" y="7958"/>
                  </a:cubicBezTo>
                  <a:cubicBezTo>
                    <a:pt x="3360" y="6821"/>
                    <a:pt x="3360" y="5116"/>
                    <a:pt x="4320" y="4547"/>
                  </a:cubicBezTo>
                  <a:cubicBezTo>
                    <a:pt x="3360" y="5116"/>
                    <a:pt x="3840" y="6253"/>
                    <a:pt x="4800" y="6821"/>
                  </a:cubicBezTo>
                  <a:cubicBezTo>
                    <a:pt x="5760" y="7389"/>
                    <a:pt x="6240" y="7389"/>
                    <a:pt x="7200" y="6821"/>
                  </a:cubicBezTo>
                  <a:cubicBezTo>
                    <a:pt x="5760" y="7389"/>
                    <a:pt x="8160" y="8526"/>
                    <a:pt x="8640" y="8526"/>
                  </a:cubicBezTo>
                  <a:cubicBezTo>
                    <a:pt x="10080" y="9095"/>
                    <a:pt x="11520" y="10232"/>
                    <a:pt x="12960" y="10800"/>
                  </a:cubicBezTo>
                  <a:cubicBezTo>
                    <a:pt x="13920" y="11368"/>
                    <a:pt x="14880" y="11937"/>
                    <a:pt x="15360" y="12505"/>
                  </a:cubicBezTo>
                  <a:cubicBezTo>
                    <a:pt x="15360" y="13642"/>
                    <a:pt x="15840" y="14211"/>
                    <a:pt x="16320" y="14779"/>
                  </a:cubicBezTo>
                  <a:cubicBezTo>
                    <a:pt x="16320" y="14779"/>
                    <a:pt x="17280" y="15347"/>
                    <a:pt x="17280" y="15347"/>
                  </a:cubicBezTo>
                  <a:cubicBezTo>
                    <a:pt x="17280" y="15347"/>
                    <a:pt x="16320" y="15916"/>
                    <a:pt x="16320" y="15916"/>
                  </a:cubicBezTo>
                  <a:cubicBezTo>
                    <a:pt x="16320" y="15916"/>
                    <a:pt x="17280" y="15916"/>
                    <a:pt x="17280" y="16484"/>
                  </a:cubicBezTo>
                  <a:cubicBezTo>
                    <a:pt x="17280" y="15916"/>
                    <a:pt x="16800" y="16484"/>
                    <a:pt x="16800" y="17053"/>
                  </a:cubicBezTo>
                  <a:cubicBezTo>
                    <a:pt x="16320" y="17621"/>
                    <a:pt x="15840" y="17053"/>
                    <a:pt x="15360" y="17621"/>
                  </a:cubicBezTo>
                  <a:cubicBezTo>
                    <a:pt x="14880" y="17621"/>
                    <a:pt x="13440" y="19326"/>
                    <a:pt x="13920" y="19326"/>
                  </a:cubicBezTo>
                  <a:cubicBezTo>
                    <a:pt x="14400" y="19895"/>
                    <a:pt x="15360" y="19895"/>
                    <a:pt x="16320" y="19895"/>
                  </a:cubicBezTo>
                  <a:cubicBezTo>
                    <a:pt x="16320" y="19326"/>
                    <a:pt x="16800" y="17053"/>
                    <a:pt x="17280" y="17621"/>
                  </a:cubicBezTo>
                  <a:cubicBezTo>
                    <a:pt x="17280" y="18189"/>
                    <a:pt x="15840" y="18758"/>
                    <a:pt x="17280" y="18758"/>
                  </a:cubicBezTo>
                  <a:cubicBezTo>
                    <a:pt x="18240" y="19326"/>
                    <a:pt x="18720" y="19326"/>
                    <a:pt x="19200" y="18189"/>
                  </a:cubicBezTo>
                  <a:cubicBezTo>
                    <a:pt x="18720" y="19326"/>
                    <a:pt x="21120" y="21032"/>
                    <a:pt x="21600" y="21600"/>
                  </a:cubicBezTo>
                  <a:cubicBezTo>
                    <a:pt x="21600" y="19895"/>
                    <a:pt x="21600" y="18189"/>
                    <a:pt x="21600" y="1648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5" name="Shape 5535"/>
            <p:cNvSpPr/>
            <p:nvPr/>
          </p:nvSpPr>
          <p:spPr>
            <a:xfrm>
              <a:off x="14295273" y="5456840"/>
              <a:ext cx="465964" cy="377086"/>
            </a:xfrm>
            <a:custGeom>
              <a:avLst/>
              <a:gdLst/>
              <a:ahLst/>
              <a:cxnLst>
                <a:cxn ang="0">
                  <a:pos x="wd2" y="hd2"/>
                </a:cxn>
                <a:cxn ang="5400000">
                  <a:pos x="wd2" y="hd2"/>
                </a:cxn>
                <a:cxn ang="10800000">
                  <a:pos x="wd2" y="hd2"/>
                </a:cxn>
                <a:cxn ang="16200000">
                  <a:pos x="wd2" y="hd2"/>
                </a:cxn>
              </a:cxnLst>
              <a:rect l="0" t="0" r="r" b="b"/>
              <a:pathLst>
                <a:path w="21063" h="21307" fill="norm" stroke="1" extrusionOk="0">
                  <a:moveTo>
                    <a:pt x="20941" y="20546"/>
                  </a:moveTo>
                  <a:cubicBezTo>
                    <a:pt x="20094" y="20020"/>
                    <a:pt x="19247" y="20020"/>
                    <a:pt x="18824" y="19493"/>
                  </a:cubicBezTo>
                  <a:cubicBezTo>
                    <a:pt x="18400" y="18966"/>
                    <a:pt x="19247" y="18439"/>
                    <a:pt x="19671" y="18966"/>
                  </a:cubicBezTo>
                  <a:cubicBezTo>
                    <a:pt x="18824" y="18439"/>
                    <a:pt x="17553" y="18966"/>
                    <a:pt x="17553" y="17912"/>
                  </a:cubicBezTo>
                  <a:cubicBezTo>
                    <a:pt x="17553" y="16859"/>
                    <a:pt x="16283" y="16859"/>
                    <a:pt x="15859" y="15805"/>
                  </a:cubicBezTo>
                  <a:cubicBezTo>
                    <a:pt x="15436" y="15278"/>
                    <a:pt x="15859" y="15278"/>
                    <a:pt x="15436" y="14751"/>
                  </a:cubicBezTo>
                  <a:cubicBezTo>
                    <a:pt x="15012" y="14224"/>
                    <a:pt x="14589" y="14224"/>
                    <a:pt x="14165" y="13698"/>
                  </a:cubicBezTo>
                  <a:cubicBezTo>
                    <a:pt x="14165" y="13698"/>
                    <a:pt x="12471" y="11063"/>
                    <a:pt x="12047" y="11063"/>
                  </a:cubicBezTo>
                  <a:cubicBezTo>
                    <a:pt x="12471" y="10537"/>
                    <a:pt x="13741" y="11063"/>
                    <a:pt x="14165" y="11063"/>
                  </a:cubicBezTo>
                  <a:cubicBezTo>
                    <a:pt x="15012" y="11063"/>
                    <a:pt x="14589" y="10537"/>
                    <a:pt x="14165" y="9483"/>
                  </a:cubicBezTo>
                  <a:cubicBezTo>
                    <a:pt x="14165" y="8956"/>
                    <a:pt x="13318" y="8956"/>
                    <a:pt x="12894" y="8956"/>
                  </a:cubicBezTo>
                  <a:cubicBezTo>
                    <a:pt x="11624" y="7902"/>
                    <a:pt x="10777" y="7376"/>
                    <a:pt x="10353" y="6322"/>
                  </a:cubicBezTo>
                  <a:cubicBezTo>
                    <a:pt x="9930" y="5268"/>
                    <a:pt x="8659" y="4215"/>
                    <a:pt x="7812" y="3688"/>
                  </a:cubicBezTo>
                  <a:cubicBezTo>
                    <a:pt x="7389" y="3161"/>
                    <a:pt x="6965" y="3161"/>
                    <a:pt x="6541" y="3161"/>
                  </a:cubicBezTo>
                  <a:cubicBezTo>
                    <a:pt x="6118" y="3161"/>
                    <a:pt x="5694" y="2107"/>
                    <a:pt x="5271" y="2107"/>
                  </a:cubicBezTo>
                  <a:cubicBezTo>
                    <a:pt x="4847" y="1580"/>
                    <a:pt x="4000" y="1580"/>
                    <a:pt x="3153" y="1054"/>
                  </a:cubicBezTo>
                  <a:cubicBezTo>
                    <a:pt x="2306" y="1054"/>
                    <a:pt x="1459" y="0"/>
                    <a:pt x="189" y="0"/>
                  </a:cubicBezTo>
                  <a:cubicBezTo>
                    <a:pt x="189" y="1580"/>
                    <a:pt x="189" y="3688"/>
                    <a:pt x="189" y="5268"/>
                  </a:cubicBezTo>
                  <a:cubicBezTo>
                    <a:pt x="189" y="6849"/>
                    <a:pt x="612" y="8956"/>
                    <a:pt x="189" y="10537"/>
                  </a:cubicBezTo>
                  <a:cubicBezTo>
                    <a:pt x="-235" y="11063"/>
                    <a:pt x="189" y="12117"/>
                    <a:pt x="189" y="13171"/>
                  </a:cubicBezTo>
                  <a:cubicBezTo>
                    <a:pt x="189" y="14224"/>
                    <a:pt x="189" y="14751"/>
                    <a:pt x="189" y="15805"/>
                  </a:cubicBezTo>
                  <a:cubicBezTo>
                    <a:pt x="189" y="17385"/>
                    <a:pt x="612" y="17385"/>
                    <a:pt x="1459" y="17385"/>
                  </a:cubicBezTo>
                  <a:cubicBezTo>
                    <a:pt x="2730" y="17385"/>
                    <a:pt x="4000" y="17385"/>
                    <a:pt x="5271" y="16332"/>
                  </a:cubicBezTo>
                  <a:cubicBezTo>
                    <a:pt x="5694" y="16332"/>
                    <a:pt x="3577" y="14751"/>
                    <a:pt x="3577" y="14751"/>
                  </a:cubicBezTo>
                  <a:cubicBezTo>
                    <a:pt x="4000" y="14751"/>
                    <a:pt x="5694" y="16332"/>
                    <a:pt x="5694" y="15805"/>
                  </a:cubicBezTo>
                  <a:cubicBezTo>
                    <a:pt x="5694" y="15278"/>
                    <a:pt x="5271" y="14751"/>
                    <a:pt x="5271" y="13698"/>
                  </a:cubicBezTo>
                  <a:cubicBezTo>
                    <a:pt x="5271" y="13698"/>
                    <a:pt x="6541" y="14751"/>
                    <a:pt x="6118" y="14224"/>
                  </a:cubicBezTo>
                  <a:cubicBezTo>
                    <a:pt x="6118" y="13171"/>
                    <a:pt x="6965" y="13171"/>
                    <a:pt x="7389" y="13171"/>
                  </a:cubicBezTo>
                  <a:cubicBezTo>
                    <a:pt x="7812" y="13171"/>
                    <a:pt x="10777" y="14751"/>
                    <a:pt x="10777" y="14224"/>
                  </a:cubicBezTo>
                  <a:cubicBezTo>
                    <a:pt x="10777" y="15278"/>
                    <a:pt x="12471" y="16332"/>
                    <a:pt x="12894" y="17385"/>
                  </a:cubicBezTo>
                  <a:cubicBezTo>
                    <a:pt x="13318" y="18439"/>
                    <a:pt x="14165" y="20020"/>
                    <a:pt x="15012" y="20020"/>
                  </a:cubicBezTo>
                  <a:cubicBezTo>
                    <a:pt x="16283" y="20020"/>
                    <a:pt x="17553" y="20546"/>
                    <a:pt x="18824" y="21073"/>
                  </a:cubicBezTo>
                  <a:cubicBezTo>
                    <a:pt x="19247" y="21073"/>
                    <a:pt x="20094" y="21600"/>
                    <a:pt x="20094" y="21073"/>
                  </a:cubicBezTo>
                  <a:cubicBezTo>
                    <a:pt x="20094" y="20546"/>
                    <a:pt x="21365" y="20546"/>
                    <a:pt x="20941" y="20546"/>
                  </a:cubicBezTo>
                  <a:cubicBezTo>
                    <a:pt x="20518" y="20020"/>
                    <a:pt x="21365" y="20546"/>
                    <a:pt x="20941" y="2054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6" name="Shape 5536"/>
            <p:cNvSpPr/>
            <p:nvPr/>
          </p:nvSpPr>
          <p:spPr>
            <a:xfrm>
              <a:off x="12805604" y="5125968"/>
              <a:ext cx="465399" cy="392974"/>
            </a:xfrm>
            <a:custGeom>
              <a:avLst/>
              <a:gdLst/>
              <a:ahLst/>
              <a:cxnLst>
                <a:cxn ang="0">
                  <a:pos x="wd2" y="hd2"/>
                </a:cxn>
                <a:cxn ang="5400000">
                  <a:pos x="wd2" y="hd2"/>
                </a:cxn>
                <a:cxn ang="10800000">
                  <a:pos x="wd2" y="hd2"/>
                </a:cxn>
                <a:cxn ang="16200000">
                  <a:pos x="wd2" y="hd2"/>
                </a:cxn>
              </a:cxnLst>
              <a:rect l="0" t="0" r="r" b="b"/>
              <a:pathLst>
                <a:path w="21038" h="20186" fill="norm" stroke="1" extrusionOk="0">
                  <a:moveTo>
                    <a:pt x="13976" y="1560"/>
                  </a:moveTo>
                  <a:cubicBezTo>
                    <a:pt x="13553" y="3000"/>
                    <a:pt x="13129" y="3960"/>
                    <a:pt x="12282" y="5400"/>
                  </a:cubicBezTo>
                  <a:cubicBezTo>
                    <a:pt x="11859" y="7320"/>
                    <a:pt x="9741" y="7320"/>
                    <a:pt x="8471" y="6840"/>
                  </a:cubicBezTo>
                  <a:cubicBezTo>
                    <a:pt x="7624" y="6360"/>
                    <a:pt x="6776" y="7320"/>
                    <a:pt x="6353" y="7800"/>
                  </a:cubicBezTo>
                  <a:cubicBezTo>
                    <a:pt x="5929" y="8280"/>
                    <a:pt x="4659" y="7800"/>
                    <a:pt x="4235" y="8280"/>
                  </a:cubicBezTo>
                  <a:cubicBezTo>
                    <a:pt x="3388" y="8760"/>
                    <a:pt x="3388" y="8760"/>
                    <a:pt x="2965" y="7800"/>
                  </a:cubicBezTo>
                  <a:cubicBezTo>
                    <a:pt x="2118" y="7320"/>
                    <a:pt x="1694" y="6840"/>
                    <a:pt x="1271" y="5880"/>
                  </a:cubicBezTo>
                  <a:cubicBezTo>
                    <a:pt x="847" y="5400"/>
                    <a:pt x="0" y="8280"/>
                    <a:pt x="0" y="8760"/>
                  </a:cubicBezTo>
                  <a:cubicBezTo>
                    <a:pt x="0" y="10200"/>
                    <a:pt x="1271" y="11640"/>
                    <a:pt x="1694" y="13080"/>
                  </a:cubicBezTo>
                  <a:cubicBezTo>
                    <a:pt x="2541" y="14520"/>
                    <a:pt x="2118" y="15960"/>
                    <a:pt x="3388" y="16920"/>
                  </a:cubicBezTo>
                  <a:cubicBezTo>
                    <a:pt x="4235" y="17400"/>
                    <a:pt x="5082" y="17880"/>
                    <a:pt x="5506" y="17880"/>
                  </a:cubicBezTo>
                  <a:cubicBezTo>
                    <a:pt x="6776" y="17400"/>
                    <a:pt x="5506" y="18360"/>
                    <a:pt x="5929" y="18840"/>
                  </a:cubicBezTo>
                  <a:cubicBezTo>
                    <a:pt x="6353" y="18840"/>
                    <a:pt x="7624" y="18840"/>
                    <a:pt x="8047" y="18840"/>
                  </a:cubicBezTo>
                  <a:cubicBezTo>
                    <a:pt x="8471" y="18360"/>
                    <a:pt x="8471" y="17400"/>
                    <a:pt x="8894" y="17880"/>
                  </a:cubicBezTo>
                  <a:cubicBezTo>
                    <a:pt x="9318" y="18360"/>
                    <a:pt x="10165" y="18840"/>
                    <a:pt x="10588" y="18360"/>
                  </a:cubicBezTo>
                  <a:cubicBezTo>
                    <a:pt x="11012" y="18360"/>
                    <a:pt x="11859" y="17880"/>
                    <a:pt x="11859" y="18360"/>
                  </a:cubicBezTo>
                  <a:cubicBezTo>
                    <a:pt x="12282" y="19800"/>
                    <a:pt x="11435" y="20760"/>
                    <a:pt x="13129" y="19800"/>
                  </a:cubicBezTo>
                  <a:cubicBezTo>
                    <a:pt x="13553" y="19800"/>
                    <a:pt x="13976" y="19320"/>
                    <a:pt x="14400" y="19320"/>
                  </a:cubicBezTo>
                  <a:cubicBezTo>
                    <a:pt x="14824" y="19320"/>
                    <a:pt x="15247" y="19800"/>
                    <a:pt x="15247" y="19800"/>
                  </a:cubicBezTo>
                  <a:cubicBezTo>
                    <a:pt x="15671" y="18840"/>
                    <a:pt x="14824" y="17880"/>
                    <a:pt x="15671" y="16920"/>
                  </a:cubicBezTo>
                  <a:cubicBezTo>
                    <a:pt x="16094" y="16440"/>
                    <a:pt x="15671" y="15960"/>
                    <a:pt x="15671" y="15000"/>
                  </a:cubicBezTo>
                  <a:cubicBezTo>
                    <a:pt x="15671" y="14520"/>
                    <a:pt x="16094" y="14040"/>
                    <a:pt x="16518" y="13560"/>
                  </a:cubicBezTo>
                  <a:cubicBezTo>
                    <a:pt x="17365" y="12600"/>
                    <a:pt x="18212" y="12120"/>
                    <a:pt x="17788" y="10680"/>
                  </a:cubicBezTo>
                  <a:cubicBezTo>
                    <a:pt x="17788" y="9720"/>
                    <a:pt x="19059" y="7800"/>
                    <a:pt x="19906" y="8280"/>
                  </a:cubicBezTo>
                  <a:cubicBezTo>
                    <a:pt x="20329" y="8760"/>
                    <a:pt x="21600" y="8280"/>
                    <a:pt x="20753" y="7800"/>
                  </a:cubicBezTo>
                  <a:cubicBezTo>
                    <a:pt x="20329" y="6840"/>
                    <a:pt x="19059" y="6360"/>
                    <a:pt x="19059" y="5400"/>
                  </a:cubicBezTo>
                  <a:cubicBezTo>
                    <a:pt x="19059" y="4440"/>
                    <a:pt x="18212" y="3480"/>
                    <a:pt x="17788" y="2520"/>
                  </a:cubicBezTo>
                  <a:cubicBezTo>
                    <a:pt x="17365" y="1080"/>
                    <a:pt x="18635" y="2520"/>
                    <a:pt x="18635" y="2040"/>
                  </a:cubicBezTo>
                  <a:cubicBezTo>
                    <a:pt x="19059" y="1560"/>
                    <a:pt x="17365" y="1080"/>
                    <a:pt x="18635" y="600"/>
                  </a:cubicBezTo>
                  <a:cubicBezTo>
                    <a:pt x="16941" y="120"/>
                    <a:pt x="14400" y="-840"/>
                    <a:pt x="13976" y="1560"/>
                  </a:cubicBezTo>
                  <a:cubicBezTo>
                    <a:pt x="13553" y="2520"/>
                    <a:pt x="14400" y="600"/>
                    <a:pt x="13976" y="15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7" name="Shape 5537"/>
            <p:cNvSpPr/>
            <p:nvPr/>
          </p:nvSpPr>
          <p:spPr>
            <a:xfrm>
              <a:off x="12834273" y="5006028"/>
              <a:ext cx="449738" cy="291534"/>
            </a:xfrm>
            <a:custGeom>
              <a:avLst/>
              <a:gdLst/>
              <a:ahLst/>
              <a:cxnLst>
                <a:cxn ang="0">
                  <a:pos x="wd2" y="hd2"/>
                </a:cxn>
                <a:cxn ang="5400000">
                  <a:pos x="wd2" y="hd2"/>
                </a:cxn>
                <a:cxn ang="10800000">
                  <a:pos x="wd2" y="hd2"/>
                </a:cxn>
                <a:cxn ang="16200000">
                  <a:pos x="wd2" y="hd2"/>
                </a:cxn>
              </a:cxnLst>
              <a:rect l="0" t="0" r="r" b="b"/>
              <a:pathLst>
                <a:path w="21177" h="21029" fill="norm" stroke="1" extrusionOk="0">
                  <a:moveTo>
                    <a:pt x="19837" y="6179"/>
                  </a:moveTo>
                  <a:cubicBezTo>
                    <a:pt x="21159" y="6179"/>
                    <a:pt x="21600" y="5504"/>
                    <a:pt x="20718" y="4829"/>
                  </a:cubicBezTo>
                  <a:cubicBezTo>
                    <a:pt x="19837" y="4154"/>
                    <a:pt x="19837" y="3479"/>
                    <a:pt x="18955" y="4154"/>
                  </a:cubicBezTo>
                  <a:cubicBezTo>
                    <a:pt x="18514" y="4829"/>
                    <a:pt x="18955" y="4154"/>
                    <a:pt x="18514" y="3479"/>
                  </a:cubicBezTo>
                  <a:cubicBezTo>
                    <a:pt x="18514" y="3479"/>
                    <a:pt x="18073" y="3479"/>
                    <a:pt x="18073" y="3479"/>
                  </a:cubicBezTo>
                  <a:cubicBezTo>
                    <a:pt x="18073" y="3479"/>
                    <a:pt x="18073" y="2129"/>
                    <a:pt x="18073" y="2129"/>
                  </a:cubicBezTo>
                  <a:cubicBezTo>
                    <a:pt x="17633" y="1454"/>
                    <a:pt x="17192" y="779"/>
                    <a:pt x="17192" y="779"/>
                  </a:cubicBezTo>
                  <a:cubicBezTo>
                    <a:pt x="16310" y="-571"/>
                    <a:pt x="16751" y="104"/>
                    <a:pt x="16310" y="779"/>
                  </a:cubicBezTo>
                  <a:cubicBezTo>
                    <a:pt x="15869" y="1454"/>
                    <a:pt x="15869" y="104"/>
                    <a:pt x="15869" y="104"/>
                  </a:cubicBezTo>
                  <a:cubicBezTo>
                    <a:pt x="15429" y="104"/>
                    <a:pt x="14106" y="2804"/>
                    <a:pt x="14106" y="3479"/>
                  </a:cubicBezTo>
                  <a:cubicBezTo>
                    <a:pt x="13665" y="3479"/>
                    <a:pt x="13224" y="4154"/>
                    <a:pt x="13224" y="4829"/>
                  </a:cubicBezTo>
                  <a:cubicBezTo>
                    <a:pt x="12784" y="4829"/>
                    <a:pt x="12784" y="5504"/>
                    <a:pt x="12784" y="5504"/>
                  </a:cubicBezTo>
                  <a:cubicBezTo>
                    <a:pt x="12784" y="6179"/>
                    <a:pt x="12784" y="6179"/>
                    <a:pt x="12784" y="6179"/>
                  </a:cubicBezTo>
                  <a:cubicBezTo>
                    <a:pt x="12784" y="6854"/>
                    <a:pt x="11461" y="6854"/>
                    <a:pt x="11020" y="7529"/>
                  </a:cubicBezTo>
                  <a:cubicBezTo>
                    <a:pt x="9698" y="7529"/>
                    <a:pt x="10139" y="8879"/>
                    <a:pt x="11020" y="9554"/>
                  </a:cubicBezTo>
                  <a:cubicBezTo>
                    <a:pt x="11902" y="10904"/>
                    <a:pt x="11461" y="9554"/>
                    <a:pt x="11902" y="8879"/>
                  </a:cubicBezTo>
                  <a:cubicBezTo>
                    <a:pt x="11902" y="8204"/>
                    <a:pt x="12784" y="8204"/>
                    <a:pt x="12784" y="8204"/>
                  </a:cubicBezTo>
                  <a:cubicBezTo>
                    <a:pt x="12784" y="8204"/>
                    <a:pt x="12343" y="7529"/>
                    <a:pt x="12343" y="6854"/>
                  </a:cubicBezTo>
                  <a:cubicBezTo>
                    <a:pt x="12343" y="7529"/>
                    <a:pt x="12784" y="8204"/>
                    <a:pt x="12784" y="8204"/>
                  </a:cubicBezTo>
                  <a:cubicBezTo>
                    <a:pt x="12784" y="8204"/>
                    <a:pt x="11902" y="8204"/>
                    <a:pt x="11461" y="8879"/>
                  </a:cubicBezTo>
                  <a:cubicBezTo>
                    <a:pt x="11461" y="10904"/>
                    <a:pt x="10580" y="8879"/>
                    <a:pt x="10139" y="8204"/>
                  </a:cubicBezTo>
                  <a:cubicBezTo>
                    <a:pt x="8816" y="10229"/>
                    <a:pt x="7935" y="12254"/>
                    <a:pt x="6171" y="12929"/>
                  </a:cubicBezTo>
                  <a:cubicBezTo>
                    <a:pt x="5290" y="13604"/>
                    <a:pt x="4408" y="13604"/>
                    <a:pt x="3967" y="14954"/>
                  </a:cubicBezTo>
                  <a:cubicBezTo>
                    <a:pt x="3527" y="15629"/>
                    <a:pt x="3527" y="16304"/>
                    <a:pt x="3086" y="16979"/>
                  </a:cubicBezTo>
                  <a:cubicBezTo>
                    <a:pt x="3086" y="17654"/>
                    <a:pt x="3967" y="18329"/>
                    <a:pt x="3967" y="18329"/>
                  </a:cubicBezTo>
                  <a:cubicBezTo>
                    <a:pt x="3527" y="19004"/>
                    <a:pt x="441" y="16979"/>
                    <a:pt x="0" y="16979"/>
                  </a:cubicBezTo>
                  <a:cubicBezTo>
                    <a:pt x="441" y="18329"/>
                    <a:pt x="1322" y="20354"/>
                    <a:pt x="2204" y="21029"/>
                  </a:cubicBezTo>
                  <a:cubicBezTo>
                    <a:pt x="2645" y="21029"/>
                    <a:pt x="3086" y="20354"/>
                    <a:pt x="3086" y="20354"/>
                  </a:cubicBezTo>
                  <a:cubicBezTo>
                    <a:pt x="3967" y="19679"/>
                    <a:pt x="5290" y="20354"/>
                    <a:pt x="5290" y="19679"/>
                  </a:cubicBezTo>
                  <a:cubicBezTo>
                    <a:pt x="6612" y="17654"/>
                    <a:pt x="7494" y="18329"/>
                    <a:pt x="8816" y="19004"/>
                  </a:cubicBezTo>
                  <a:cubicBezTo>
                    <a:pt x="10139" y="19004"/>
                    <a:pt x="11461" y="17654"/>
                    <a:pt x="11902" y="15629"/>
                  </a:cubicBezTo>
                  <a:cubicBezTo>
                    <a:pt x="12343" y="14279"/>
                    <a:pt x="12784" y="12929"/>
                    <a:pt x="13224" y="11579"/>
                  </a:cubicBezTo>
                  <a:cubicBezTo>
                    <a:pt x="13224" y="9554"/>
                    <a:pt x="13665" y="8879"/>
                    <a:pt x="14988" y="8879"/>
                  </a:cubicBezTo>
                  <a:cubicBezTo>
                    <a:pt x="16310" y="8879"/>
                    <a:pt x="17633" y="9554"/>
                    <a:pt x="18955" y="8879"/>
                  </a:cubicBezTo>
                  <a:cubicBezTo>
                    <a:pt x="20718" y="8204"/>
                    <a:pt x="17633" y="6179"/>
                    <a:pt x="19837" y="617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8" name="Shape 5538"/>
            <p:cNvSpPr/>
            <p:nvPr/>
          </p:nvSpPr>
          <p:spPr>
            <a:xfrm>
              <a:off x="11914542" y="3966351"/>
              <a:ext cx="137768" cy="80250"/>
            </a:xfrm>
            <a:custGeom>
              <a:avLst/>
              <a:gdLst/>
              <a:ahLst/>
              <a:cxnLst>
                <a:cxn ang="0">
                  <a:pos x="wd2" y="hd2"/>
                </a:cxn>
                <a:cxn ang="5400000">
                  <a:pos x="wd2" y="hd2"/>
                </a:cxn>
                <a:cxn ang="10800000">
                  <a:pos x="wd2" y="hd2"/>
                </a:cxn>
                <a:cxn ang="16200000">
                  <a:pos x="wd2" y="hd2"/>
                </a:cxn>
              </a:cxnLst>
              <a:rect l="0" t="0" r="r" b="b"/>
              <a:pathLst>
                <a:path w="18683" h="18763" fill="norm" stroke="1" extrusionOk="0">
                  <a:moveTo>
                    <a:pt x="692" y="15709"/>
                  </a:moveTo>
                  <a:cubicBezTo>
                    <a:pt x="1963" y="17869"/>
                    <a:pt x="5775" y="20029"/>
                    <a:pt x="7045" y="17869"/>
                  </a:cubicBezTo>
                  <a:cubicBezTo>
                    <a:pt x="9586" y="15709"/>
                    <a:pt x="10857" y="20029"/>
                    <a:pt x="13398" y="17869"/>
                  </a:cubicBezTo>
                  <a:cubicBezTo>
                    <a:pt x="14669" y="17869"/>
                    <a:pt x="19751" y="17869"/>
                    <a:pt x="18480" y="15709"/>
                  </a:cubicBezTo>
                  <a:cubicBezTo>
                    <a:pt x="17210" y="11389"/>
                    <a:pt x="15939" y="9229"/>
                    <a:pt x="17210" y="4909"/>
                  </a:cubicBezTo>
                  <a:cubicBezTo>
                    <a:pt x="14669" y="2749"/>
                    <a:pt x="12127" y="7069"/>
                    <a:pt x="10857" y="4909"/>
                  </a:cubicBezTo>
                  <a:cubicBezTo>
                    <a:pt x="9586" y="2749"/>
                    <a:pt x="7045" y="-1571"/>
                    <a:pt x="5775" y="589"/>
                  </a:cubicBezTo>
                  <a:cubicBezTo>
                    <a:pt x="3233" y="4909"/>
                    <a:pt x="-1849" y="11389"/>
                    <a:pt x="692" y="15709"/>
                  </a:cubicBezTo>
                  <a:cubicBezTo>
                    <a:pt x="1963" y="17869"/>
                    <a:pt x="-578" y="13549"/>
                    <a:pt x="692" y="1570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39" name="Shape 5539"/>
            <p:cNvSpPr/>
            <p:nvPr/>
          </p:nvSpPr>
          <p:spPr>
            <a:xfrm>
              <a:off x="11534571" y="3854510"/>
              <a:ext cx="347224" cy="209765"/>
            </a:xfrm>
            <a:custGeom>
              <a:avLst/>
              <a:gdLst/>
              <a:ahLst/>
              <a:cxnLst>
                <a:cxn ang="0">
                  <a:pos x="wd2" y="hd2"/>
                </a:cxn>
                <a:cxn ang="5400000">
                  <a:pos x="wd2" y="hd2"/>
                </a:cxn>
                <a:cxn ang="10800000">
                  <a:pos x="wd2" y="hd2"/>
                </a:cxn>
                <a:cxn ang="16200000">
                  <a:pos x="wd2" y="hd2"/>
                </a:cxn>
              </a:cxnLst>
              <a:rect l="0" t="0" r="r" b="b"/>
              <a:pathLst>
                <a:path w="21600" h="20917" fill="norm" stroke="1" extrusionOk="0">
                  <a:moveTo>
                    <a:pt x="584" y="2817"/>
                  </a:moveTo>
                  <a:cubicBezTo>
                    <a:pt x="0" y="3757"/>
                    <a:pt x="0" y="7513"/>
                    <a:pt x="0" y="8452"/>
                  </a:cubicBezTo>
                  <a:cubicBezTo>
                    <a:pt x="584" y="9391"/>
                    <a:pt x="2335" y="10330"/>
                    <a:pt x="2919" y="12209"/>
                  </a:cubicBezTo>
                  <a:cubicBezTo>
                    <a:pt x="3503" y="12209"/>
                    <a:pt x="4086" y="13148"/>
                    <a:pt x="4086" y="13148"/>
                  </a:cubicBezTo>
                  <a:cubicBezTo>
                    <a:pt x="5254" y="14087"/>
                    <a:pt x="5838" y="13148"/>
                    <a:pt x="7005" y="14087"/>
                  </a:cubicBezTo>
                  <a:cubicBezTo>
                    <a:pt x="7589" y="14087"/>
                    <a:pt x="8173" y="15026"/>
                    <a:pt x="8757" y="15026"/>
                  </a:cubicBezTo>
                  <a:cubicBezTo>
                    <a:pt x="9341" y="15026"/>
                    <a:pt x="10508" y="15026"/>
                    <a:pt x="11092" y="15026"/>
                  </a:cubicBezTo>
                  <a:cubicBezTo>
                    <a:pt x="11676" y="15965"/>
                    <a:pt x="12259" y="16904"/>
                    <a:pt x="12843" y="17843"/>
                  </a:cubicBezTo>
                  <a:cubicBezTo>
                    <a:pt x="13427" y="17843"/>
                    <a:pt x="14595" y="17843"/>
                    <a:pt x="15178" y="18783"/>
                  </a:cubicBezTo>
                  <a:cubicBezTo>
                    <a:pt x="15762" y="18783"/>
                    <a:pt x="16346" y="20661"/>
                    <a:pt x="16930" y="20661"/>
                  </a:cubicBezTo>
                  <a:cubicBezTo>
                    <a:pt x="17514" y="20661"/>
                    <a:pt x="18097" y="18783"/>
                    <a:pt x="18681" y="18783"/>
                  </a:cubicBezTo>
                  <a:cubicBezTo>
                    <a:pt x="19265" y="19722"/>
                    <a:pt x="19265" y="21600"/>
                    <a:pt x="20432" y="20661"/>
                  </a:cubicBezTo>
                  <a:cubicBezTo>
                    <a:pt x="20432" y="20661"/>
                    <a:pt x="21600" y="19722"/>
                    <a:pt x="21600" y="19722"/>
                  </a:cubicBezTo>
                  <a:cubicBezTo>
                    <a:pt x="21600" y="18783"/>
                    <a:pt x="21600" y="17843"/>
                    <a:pt x="21600" y="16904"/>
                  </a:cubicBezTo>
                  <a:cubicBezTo>
                    <a:pt x="21016" y="15965"/>
                    <a:pt x="21600" y="15026"/>
                    <a:pt x="21600" y="13148"/>
                  </a:cubicBezTo>
                  <a:cubicBezTo>
                    <a:pt x="20432" y="13148"/>
                    <a:pt x="19849" y="14087"/>
                    <a:pt x="18681" y="13148"/>
                  </a:cubicBezTo>
                  <a:cubicBezTo>
                    <a:pt x="18681" y="13148"/>
                    <a:pt x="18097" y="12209"/>
                    <a:pt x="18097" y="12209"/>
                  </a:cubicBezTo>
                  <a:cubicBezTo>
                    <a:pt x="17514" y="12209"/>
                    <a:pt x="16930" y="13148"/>
                    <a:pt x="16346" y="12209"/>
                  </a:cubicBezTo>
                  <a:cubicBezTo>
                    <a:pt x="16346" y="12209"/>
                    <a:pt x="15762" y="11270"/>
                    <a:pt x="15178" y="11270"/>
                  </a:cubicBezTo>
                  <a:cubicBezTo>
                    <a:pt x="14595" y="11270"/>
                    <a:pt x="14011" y="13148"/>
                    <a:pt x="14011" y="11270"/>
                  </a:cubicBezTo>
                  <a:cubicBezTo>
                    <a:pt x="12843" y="9391"/>
                    <a:pt x="12259" y="10330"/>
                    <a:pt x="11676" y="9391"/>
                  </a:cubicBezTo>
                  <a:cubicBezTo>
                    <a:pt x="11092" y="8452"/>
                    <a:pt x="11092" y="7513"/>
                    <a:pt x="10508" y="7513"/>
                  </a:cubicBezTo>
                  <a:cubicBezTo>
                    <a:pt x="9924" y="6574"/>
                    <a:pt x="9341" y="6574"/>
                    <a:pt x="9341" y="6574"/>
                  </a:cubicBezTo>
                  <a:cubicBezTo>
                    <a:pt x="8173" y="5635"/>
                    <a:pt x="6422" y="3757"/>
                    <a:pt x="5838" y="1878"/>
                  </a:cubicBezTo>
                  <a:cubicBezTo>
                    <a:pt x="5838" y="939"/>
                    <a:pt x="5254" y="0"/>
                    <a:pt x="4670" y="0"/>
                  </a:cubicBezTo>
                  <a:cubicBezTo>
                    <a:pt x="3503" y="0"/>
                    <a:pt x="3503" y="939"/>
                    <a:pt x="2919" y="1878"/>
                  </a:cubicBezTo>
                  <a:cubicBezTo>
                    <a:pt x="2919" y="2817"/>
                    <a:pt x="2335" y="1878"/>
                    <a:pt x="2335" y="1878"/>
                  </a:cubicBezTo>
                  <a:cubicBezTo>
                    <a:pt x="1751" y="2817"/>
                    <a:pt x="1168" y="2817"/>
                    <a:pt x="584" y="2817"/>
                  </a:cubicBezTo>
                  <a:cubicBezTo>
                    <a:pt x="0" y="3757"/>
                    <a:pt x="1168" y="2817"/>
                    <a:pt x="584" y="281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0" name="Shape 5540"/>
            <p:cNvSpPr/>
            <p:nvPr/>
          </p:nvSpPr>
          <p:spPr>
            <a:xfrm>
              <a:off x="12496606" y="4648119"/>
              <a:ext cx="253817" cy="209835"/>
            </a:xfrm>
            <a:custGeom>
              <a:avLst/>
              <a:gdLst/>
              <a:ahLst/>
              <a:cxnLst>
                <a:cxn ang="0">
                  <a:pos x="wd2" y="hd2"/>
                </a:cxn>
                <a:cxn ang="5400000">
                  <a:pos x="wd2" y="hd2"/>
                </a:cxn>
                <a:cxn ang="10800000">
                  <a:pos x="wd2" y="hd2"/>
                </a:cxn>
                <a:cxn ang="16200000">
                  <a:pos x="wd2" y="hd2"/>
                </a:cxn>
              </a:cxnLst>
              <a:rect l="0" t="0" r="r" b="b"/>
              <a:pathLst>
                <a:path w="20988" h="20924" fill="norm" stroke="1" extrusionOk="0">
                  <a:moveTo>
                    <a:pt x="10800" y="17167"/>
                  </a:moveTo>
                  <a:cubicBezTo>
                    <a:pt x="10800" y="16228"/>
                    <a:pt x="15429" y="18107"/>
                    <a:pt x="14657" y="16228"/>
                  </a:cubicBezTo>
                  <a:cubicBezTo>
                    <a:pt x="14657" y="16228"/>
                    <a:pt x="13886" y="13411"/>
                    <a:pt x="14657" y="13411"/>
                  </a:cubicBezTo>
                  <a:cubicBezTo>
                    <a:pt x="15429" y="13411"/>
                    <a:pt x="16200" y="14350"/>
                    <a:pt x="16200" y="12472"/>
                  </a:cubicBezTo>
                  <a:cubicBezTo>
                    <a:pt x="16200" y="10594"/>
                    <a:pt x="17743" y="11533"/>
                    <a:pt x="18514" y="10594"/>
                  </a:cubicBezTo>
                  <a:cubicBezTo>
                    <a:pt x="20057" y="10594"/>
                    <a:pt x="20057" y="8715"/>
                    <a:pt x="20829" y="7776"/>
                  </a:cubicBezTo>
                  <a:cubicBezTo>
                    <a:pt x="21600" y="5898"/>
                    <a:pt x="19286" y="1202"/>
                    <a:pt x="20057" y="263"/>
                  </a:cubicBezTo>
                  <a:cubicBezTo>
                    <a:pt x="18514" y="1202"/>
                    <a:pt x="18514" y="1202"/>
                    <a:pt x="16971" y="263"/>
                  </a:cubicBezTo>
                  <a:cubicBezTo>
                    <a:pt x="16200" y="-676"/>
                    <a:pt x="14657" y="1202"/>
                    <a:pt x="14657" y="1202"/>
                  </a:cubicBezTo>
                  <a:cubicBezTo>
                    <a:pt x="14657" y="3081"/>
                    <a:pt x="13114" y="1202"/>
                    <a:pt x="13114" y="1202"/>
                  </a:cubicBezTo>
                  <a:cubicBezTo>
                    <a:pt x="10029" y="263"/>
                    <a:pt x="4629" y="-676"/>
                    <a:pt x="2314" y="2141"/>
                  </a:cubicBezTo>
                  <a:cubicBezTo>
                    <a:pt x="1543" y="3081"/>
                    <a:pt x="0" y="4020"/>
                    <a:pt x="0" y="5898"/>
                  </a:cubicBezTo>
                  <a:cubicBezTo>
                    <a:pt x="0" y="6837"/>
                    <a:pt x="771" y="7776"/>
                    <a:pt x="771" y="8715"/>
                  </a:cubicBezTo>
                  <a:cubicBezTo>
                    <a:pt x="2314" y="9654"/>
                    <a:pt x="2314" y="11533"/>
                    <a:pt x="2314" y="12472"/>
                  </a:cubicBezTo>
                  <a:cubicBezTo>
                    <a:pt x="3086" y="14350"/>
                    <a:pt x="3086" y="15289"/>
                    <a:pt x="3857" y="16228"/>
                  </a:cubicBezTo>
                  <a:cubicBezTo>
                    <a:pt x="3857" y="17167"/>
                    <a:pt x="4629" y="16228"/>
                    <a:pt x="4629" y="17167"/>
                  </a:cubicBezTo>
                  <a:cubicBezTo>
                    <a:pt x="5400" y="17167"/>
                    <a:pt x="4629" y="18107"/>
                    <a:pt x="5400" y="19046"/>
                  </a:cubicBezTo>
                  <a:cubicBezTo>
                    <a:pt x="6943" y="19046"/>
                    <a:pt x="6171" y="19985"/>
                    <a:pt x="6171" y="20924"/>
                  </a:cubicBezTo>
                  <a:cubicBezTo>
                    <a:pt x="6171" y="19985"/>
                    <a:pt x="10800" y="18107"/>
                    <a:pt x="10800" y="17167"/>
                  </a:cubicBezTo>
                  <a:cubicBezTo>
                    <a:pt x="10800" y="17167"/>
                    <a:pt x="10800" y="18107"/>
                    <a:pt x="10800" y="1716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1" name="Shape 5541"/>
            <p:cNvSpPr/>
            <p:nvPr/>
          </p:nvSpPr>
          <p:spPr>
            <a:xfrm>
              <a:off x="12394667" y="5023603"/>
              <a:ext cx="197649" cy="245290"/>
            </a:xfrm>
            <a:custGeom>
              <a:avLst/>
              <a:gdLst/>
              <a:ahLst/>
              <a:cxnLst>
                <a:cxn ang="0">
                  <a:pos x="wd2" y="hd2"/>
                </a:cxn>
                <a:cxn ang="5400000">
                  <a:pos x="wd2" y="hd2"/>
                </a:cxn>
                <a:cxn ang="10800000">
                  <a:pos x="wd2" y="hd2"/>
                </a:cxn>
                <a:cxn ang="16200000">
                  <a:pos x="wd2" y="hd2"/>
                </a:cxn>
              </a:cxnLst>
              <a:rect l="0" t="0" r="r" b="b"/>
              <a:pathLst>
                <a:path w="20618" h="21600" fill="norm" stroke="1" extrusionOk="0">
                  <a:moveTo>
                    <a:pt x="9818" y="2492"/>
                  </a:moveTo>
                  <a:cubicBezTo>
                    <a:pt x="8836" y="2492"/>
                    <a:pt x="7855" y="3323"/>
                    <a:pt x="6873" y="3323"/>
                  </a:cubicBezTo>
                  <a:cubicBezTo>
                    <a:pt x="6873" y="2492"/>
                    <a:pt x="5891" y="3323"/>
                    <a:pt x="5891" y="3323"/>
                  </a:cubicBezTo>
                  <a:cubicBezTo>
                    <a:pt x="4909" y="3323"/>
                    <a:pt x="4909" y="1662"/>
                    <a:pt x="4909" y="831"/>
                  </a:cubicBezTo>
                  <a:cubicBezTo>
                    <a:pt x="3927" y="0"/>
                    <a:pt x="1964" y="0"/>
                    <a:pt x="0" y="0"/>
                  </a:cubicBezTo>
                  <a:cubicBezTo>
                    <a:pt x="982" y="831"/>
                    <a:pt x="982" y="3323"/>
                    <a:pt x="982" y="4985"/>
                  </a:cubicBezTo>
                  <a:cubicBezTo>
                    <a:pt x="1964" y="6646"/>
                    <a:pt x="2945" y="9138"/>
                    <a:pt x="3927" y="11631"/>
                  </a:cubicBezTo>
                  <a:cubicBezTo>
                    <a:pt x="5891" y="13292"/>
                    <a:pt x="6873" y="15785"/>
                    <a:pt x="8836" y="17446"/>
                  </a:cubicBezTo>
                  <a:cubicBezTo>
                    <a:pt x="11782" y="18277"/>
                    <a:pt x="14727" y="21600"/>
                    <a:pt x="18655" y="21600"/>
                  </a:cubicBezTo>
                  <a:cubicBezTo>
                    <a:pt x="21600" y="21600"/>
                    <a:pt x="20618" y="20769"/>
                    <a:pt x="19636" y="19108"/>
                  </a:cubicBezTo>
                  <a:cubicBezTo>
                    <a:pt x="17673" y="16615"/>
                    <a:pt x="15709" y="14954"/>
                    <a:pt x="15709" y="11631"/>
                  </a:cubicBezTo>
                  <a:cubicBezTo>
                    <a:pt x="15709" y="9138"/>
                    <a:pt x="17673" y="7477"/>
                    <a:pt x="15709" y="4985"/>
                  </a:cubicBezTo>
                  <a:cubicBezTo>
                    <a:pt x="14727" y="4154"/>
                    <a:pt x="10800" y="0"/>
                    <a:pt x="9818" y="2492"/>
                  </a:cubicBezTo>
                  <a:cubicBezTo>
                    <a:pt x="8836" y="3323"/>
                    <a:pt x="9818" y="1662"/>
                    <a:pt x="9818" y="249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2" name="Shape 5542"/>
            <p:cNvSpPr/>
            <p:nvPr/>
          </p:nvSpPr>
          <p:spPr>
            <a:xfrm>
              <a:off x="11236214" y="2550938"/>
              <a:ext cx="2782271" cy="1819630"/>
            </a:xfrm>
            <a:custGeom>
              <a:avLst/>
              <a:gdLst/>
              <a:ahLst/>
              <a:cxnLst>
                <a:cxn ang="0">
                  <a:pos x="wd2" y="hd2"/>
                </a:cxn>
                <a:cxn ang="5400000">
                  <a:pos x="wd2" y="hd2"/>
                </a:cxn>
                <a:cxn ang="10800000">
                  <a:pos x="wd2" y="hd2"/>
                </a:cxn>
                <a:cxn ang="16200000">
                  <a:pos x="wd2" y="hd2"/>
                </a:cxn>
              </a:cxnLst>
              <a:rect l="0" t="0" r="r" b="b"/>
              <a:pathLst>
                <a:path w="21462" h="21533" fill="norm" stroke="1" extrusionOk="0">
                  <a:moveTo>
                    <a:pt x="21398" y="4031"/>
                  </a:moveTo>
                  <a:cubicBezTo>
                    <a:pt x="21398" y="3810"/>
                    <a:pt x="21110" y="3921"/>
                    <a:pt x="21038" y="4031"/>
                  </a:cubicBezTo>
                  <a:cubicBezTo>
                    <a:pt x="20894" y="4031"/>
                    <a:pt x="20822" y="4142"/>
                    <a:pt x="20678" y="4253"/>
                  </a:cubicBezTo>
                  <a:cubicBezTo>
                    <a:pt x="20534" y="4364"/>
                    <a:pt x="20030" y="4364"/>
                    <a:pt x="20030" y="4031"/>
                  </a:cubicBezTo>
                  <a:cubicBezTo>
                    <a:pt x="19886" y="3588"/>
                    <a:pt x="19814" y="3367"/>
                    <a:pt x="19526" y="3145"/>
                  </a:cubicBezTo>
                  <a:cubicBezTo>
                    <a:pt x="19310" y="3035"/>
                    <a:pt x="18878" y="3035"/>
                    <a:pt x="18806" y="2591"/>
                  </a:cubicBezTo>
                  <a:cubicBezTo>
                    <a:pt x="18734" y="1927"/>
                    <a:pt x="18590" y="1151"/>
                    <a:pt x="18302" y="598"/>
                  </a:cubicBezTo>
                  <a:cubicBezTo>
                    <a:pt x="18086" y="265"/>
                    <a:pt x="17798" y="265"/>
                    <a:pt x="17510" y="44"/>
                  </a:cubicBezTo>
                  <a:cubicBezTo>
                    <a:pt x="17222" y="-67"/>
                    <a:pt x="16718" y="44"/>
                    <a:pt x="16430" y="265"/>
                  </a:cubicBezTo>
                  <a:cubicBezTo>
                    <a:pt x="16358" y="376"/>
                    <a:pt x="16214" y="487"/>
                    <a:pt x="16142" y="598"/>
                  </a:cubicBezTo>
                  <a:cubicBezTo>
                    <a:pt x="16142" y="708"/>
                    <a:pt x="16358" y="708"/>
                    <a:pt x="16358" y="819"/>
                  </a:cubicBezTo>
                  <a:cubicBezTo>
                    <a:pt x="16430" y="1262"/>
                    <a:pt x="16070" y="1595"/>
                    <a:pt x="15998" y="1927"/>
                  </a:cubicBezTo>
                  <a:cubicBezTo>
                    <a:pt x="15926" y="2038"/>
                    <a:pt x="15926" y="2148"/>
                    <a:pt x="15926" y="2259"/>
                  </a:cubicBezTo>
                  <a:cubicBezTo>
                    <a:pt x="15926" y="2370"/>
                    <a:pt x="15926" y="2370"/>
                    <a:pt x="15926" y="2481"/>
                  </a:cubicBezTo>
                  <a:cubicBezTo>
                    <a:pt x="15926" y="2702"/>
                    <a:pt x="15710" y="2702"/>
                    <a:pt x="15566" y="2813"/>
                  </a:cubicBezTo>
                  <a:cubicBezTo>
                    <a:pt x="15494" y="2813"/>
                    <a:pt x="15422" y="2924"/>
                    <a:pt x="15350" y="2924"/>
                  </a:cubicBezTo>
                  <a:cubicBezTo>
                    <a:pt x="15278" y="2924"/>
                    <a:pt x="14918" y="2702"/>
                    <a:pt x="14918" y="2702"/>
                  </a:cubicBezTo>
                  <a:cubicBezTo>
                    <a:pt x="14846" y="2924"/>
                    <a:pt x="14774" y="3256"/>
                    <a:pt x="14702" y="3478"/>
                  </a:cubicBezTo>
                  <a:cubicBezTo>
                    <a:pt x="14702" y="3588"/>
                    <a:pt x="14630" y="3699"/>
                    <a:pt x="14630" y="3810"/>
                  </a:cubicBezTo>
                  <a:cubicBezTo>
                    <a:pt x="14630" y="3810"/>
                    <a:pt x="14486" y="4475"/>
                    <a:pt x="14702" y="4253"/>
                  </a:cubicBezTo>
                  <a:cubicBezTo>
                    <a:pt x="14774" y="4142"/>
                    <a:pt x="14774" y="4142"/>
                    <a:pt x="14918" y="4142"/>
                  </a:cubicBezTo>
                  <a:cubicBezTo>
                    <a:pt x="14990" y="4142"/>
                    <a:pt x="15134" y="4364"/>
                    <a:pt x="15206" y="4253"/>
                  </a:cubicBezTo>
                  <a:cubicBezTo>
                    <a:pt x="15494" y="3921"/>
                    <a:pt x="15710" y="4142"/>
                    <a:pt x="15926" y="4585"/>
                  </a:cubicBezTo>
                  <a:cubicBezTo>
                    <a:pt x="15998" y="4696"/>
                    <a:pt x="16142" y="4918"/>
                    <a:pt x="16070" y="5028"/>
                  </a:cubicBezTo>
                  <a:cubicBezTo>
                    <a:pt x="16070" y="5028"/>
                    <a:pt x="15782" y="4918"/>
                    <a:pt x="15710" y="4918"/>
                  </a:cubicBezTo>
                  <a:cubicBezTo>
                    <a:pt x="15494" y="5028"/>
                    <a:pt x="15206" y="5028"/>
                    <a:pt x="14990" y="5139"/>
                  </a:cubicBezTo>
                  <a:cubicBezTo>
                    <a:pt x="14774" y="5250"/>
                    <a:pt x="14774" y="5915"/>
                    <a:pt x="14486" y="5915"/>
                  </a:cubicBezTo>
                  <a:cubicBezTo>
                    <a:pt x="14342" y="5915"/>
                    <a:pt x="14198" y="5804"/>
                    <a:pt x="14126" y="6025"/>
                  </a:cubicBezTo>
                  <a:cubicBezTo>
                    <a:pt x="14054" y="6136"/>
                    <a:pt x="13910" y="6358"/>
                    <a:pt x="13766" y="6358"/>
                  </a:cubicBezTo>
                  <a:cubicBezTo>
                    <a:pt x="13550" y="6247"/>
                    <a:pt x="13118" y="5804"/>
                    <a:pt x="13046" y="6468"/>
                  </a:cubicBezTo>
                  <a:cubicBezTo>
                    <a:pt x="13046" y="6690"/>
                    <a:pt x="13190" y="6801"/>
                    <a:pt x="13190" y="6911"/>
                  </a:cubicBezTo>
                  <a:cubicBezTo>
                    <a:pt x="13190" y="7133"/>
                    <a:pt x="12974" y="7133"/>
                    <a:pt x="12902" y="7244"/>
                  </a:cubicBezTo>
                  <a:cubicBezTo>
                    <a:pt x="12686" y="7576"/>
                    <a:pt x="12614" y="7908"/>
                    <a:pt x="12326" y="7908"/>
                  </a:cubicBezTo>
                  <a:cubicBezTo>
                    <a:pt x="11966" y="7908"/>
                    <a:pt x="11606" y="7908"/>
                    <a:pt x="11246" y="8019"/>
                  </a:cubicBezTo>
                  <a:cubicBezTo>
                    <a:pt x="11102" y="8130"/>
                    <a:pt x="10814" y="8573"/>
                    <a:pt x="10742" y="8462"/>
                  </a:cubicBezTo>
                  <a:cubicBezTo>
                    <a:pt x="10598" y="8462"/>
                    <a:pt x="10526" y="8241"/>
                    <a:pt x="10454" y="8241"/>
                  </a:cubicBezTo>
                  <a:cubicBezTo>
                    <a:pt x="10310" y="8241"/>
                    <a:pt x="10238" y="8241"/>
                    <a:pt x="10094" y="8241"/>
                  </a:cubicBezTo>
                  <a:cubicBezTo>
                    <a:pt x="9950" y="8130"/>
                    <a:pt x="9806" y="8130"/>
                    <a:pt x="9662" y="7908"/>
                  </a:cubicBezTo>
                  <a:cubicBezTo>
                    <a:pt x="9518" y="7798"/>
                    <a:pt x="9446" y="7798"/>
                    <a:pt x="9374" y="7687"/>
                  </a:cubicBezTo>
                  <a:cubicBezTo>
                    <a:pt x="9086" y="7687"/>
                    <a:pt x="8942" y="7687"/>
                    <a:pt x="8654" y="7687"/>
                  </a:cubicBezTo>
                  <a:cubicBezTo>
                    <a:pt x="8438" y="7687"/>
                    <a:pt x="8078" y="7798"/>
                    <a:pt x="7790" y="7687"/>
                  </a:cubicBezTo>
                  <a:cubicBezTo>
                    <a:pt x="7718" y="7687"/>
                    <a:pt x="7646" y="7465"/>
                    <a:pt x="7646" y="7355"/>
                  </a:cubicBezTo>
                  <a:cubicBezTo>
                    <a:pt x="7502" y="7133"/>
                    <a:pt x="7430" y="6911"/>
                    <a:pt x="7286" y="6690"/>
                  </a:cubicBezTo>
                  <a:cubicBezTo>
                    <a:pt x="7070" y="6468"/>
                    <a:pt x="6926" y="6136"/>
                    <a:pt x="6710" y="6136"/>
                  </a:cubicBezTo>
                  <a:cubicBezTo>
                    <a:pt x="6566" y="6136"/>
                    <a:pt x="5774" y="6136"/>
                    <a:pt x="5918" y="5693"/>
                  </a:cubicBezTo>
                  <a:cubicBezTo>
                    <a:pt x="6062" y="5250"/>
                    <a:pt x="5990" y="4475"/>
                    <a:pt x="5630" y="4142"/>
                  </a:cubicBezTo>
                  <a:cubicBezTo>
                    <a:pt x="5342" y="3810"/>
                    <a:pt x="4982" y="3810"/>
                    <a:pt x="4910" y="3145"/>
                  </a:cubicBezTo>
                  <a:cubicBezTo>
                    <a:pt x="4838" y="3256"/>
                    <a:pt x="4766" y="3145"/>
                    <a:pt x="4694" y="3256"/>
                  </a:cubicBezTo>
                  <a:cubicBezTo>
                    <a:pt x="4622" y="3367"/>
                    <a:pt x="4622" y="3367"/>
                    <a:pt x="4622" y="3478"/>
                  </a:cubicBezTo>
                  <a:cubicBezTo>
                    <a:pt x="4478" y="3810"/>
                    <a:pt x="4262" y="3699"/>
                    <a:pt x="4190" y="4031"/>
                  </a:cubicBezTo>
                  <a:cubicBezTo>
                    <a:pt x="4190" y="4253"/>
                    <a:pt x="4334" y="4475"/>
                    <a:pt x="4262" y="4585"/>
                  </a:cubicBezTo>
                  <a:cubicBezTo>
                    <a:pt x="4190" y="4696"/>
                    <a:pt x="4046" y="4807"/>
                    <a:pt x="3974" y="4807"/>
                  </a:cubicBezTo>
                  <a:cubicBezTo>
                    <a:pt x="3902" y="4918"/>
                    <a:pt x="3830" y="4696"/>
                    <a:pt x="3758" y="4807"/>
                  </a:cubicBezTo>
                  <a:cubicBezTo>
                    <a:pt x="3614" y="4807"/>
                    <a:pt x="3542" y="4696"/>
                    <a:pt x="3398" y="4585"/>
                  </a:cubicBezTo>
                  <a:cubicBezTo>
                    <a:pt x="3326" y="4475"/>
                    <a:pt x="3254" y="5028"/>
                    <a:pt x="3182" y="5139"/>
                  </a:cubicBezTo>
                  <a:cubicBezTo>
                    <a:pt x="3182" y="5250"/>
                    <a:pt x="3110" y="5471"/>
                    <a:pt x="3110" y="5582"/>
                  </a:cubicBezTo>
                  <a:cubicBezTo>
                    <a:pt x="3110" y="5804"/>
                    <a:pt x="3182" y="5804"/>
                    <a:pt x="3182" y="5915"/>
                  </a:cubicBezTo>
                  <a:cubicBezTo>
                    <a:pt x="3182" y="6136"/>
                    <a:pt x="2750" y="5915"/>
                    <a:pt x="2750" y="5915"/>
                  </a:cubicBezTo>
                  <a:cubicBezTo>
                    <a:pt x="2606" y="6025"/>
                    <a:pt x="2318" y="6025"/>
                    <a:pt x="2246" y="6136"/>
                  </a:cubicBezTo>
                  <a:cubicBezTo>
                    <a:pt x="2318" y="6025"/>
                    <a:pt x="2390" y="6801"/>
                    <a:pt x="2390" y="6911"/>
                  </a:cubicBezTo>
                  <a:cubicBezTo>
                    <a:pt x="2462" y="7022"/>
                    <a:pt x="2534" y="7133"/>
                    <a:pt x="2606" y="7244"/>
                  </a:cubicBezTo>
                  <a:cubicBezTo>
                    <a:pt x="2606" y="7355"/>
                    <a:pt x="2390" y="7576"/>
                    <a:pt x="2318" y="7687"/>
                  </a:cubicBezTo>
                  <a:cubicBezTo>
                    <a:pt x="2246" y="7798"/>
                    <a:pt x="2318" y="8130"/>
                    <a:pt x="2246" y="8130"/>
                  </a:cubicBezTo>
                  <a:cubicBezTo>
                    <a:pt x="2174" y="8241"/>
                    <a:pt x="2030" y="8241"/>
                    <a:pt x="1958" y="8351"/>
                  </a:cubicBezTo>
                  <a:cubicBezTo>
                    <a:pt x="1814" y="8462"/>
                    <a:pt x="1742" y="8573"/>
                    <a:pt x="1670" y="8684"/>
                  </a:cubicBezTo>
                  <a:cubicBezTo>
                    <a:pt x="1526" y="8684"/>
                    <a:pt x="1454" y="8684"/>
                    <a:pt x="1310" y="8795"/>
                  </a:cubicBezTo>
                  <a:cubicBezTo>
                    <a:pt x="1166" y="8795"/>
                    <a:pt x="1094" y="8905"/>
                    <a:pt x="1022" y="9127"/>
                  </a:cubicBezTo>
                  <a:cubicBezTo>
                    <a:pt x="1022" y="9127"/>
                    <a:pt x="734" y="9238"/>
                    <a:pt x="734" y="9238"/>
                  </a:cubicBezTo>
                  <a:cubicBezTo>
                    <a:pt x="734" y="9238"/>
                    <a:pt x="734" y="9127"/>
                    <a:pt x="734" y="9127"/>
                  </a:cubicBezTo>
                  <a:cubicBezTo>
                    <a:pt x="662" y="9127"/>
                    <a:pt x="590" y="9127"/>
                    <a:pt x="446" y="9127"/>
                  </a:cubicBezTo>
                  <a:cubicBezTo>
                    <a:pt x="374" y="9127"/>
                    <a:pt x="158" y="9348"/>
                    <a:pt x="158" y="9459"/>
                  </a:cubicBezTo>
                  <a:cubicBezTo>
                    <a:pt x="86" y="9681"/>
                    <a:pt x="14" y="9902"/>
                    <a:pt x="14" y="10013"/>
                  </a:cubicBezTo>
                  <a:cubicBezTo>
                    <a:pt x="-58" y="10235"/>
                    <a:pt x="158" y="10456"/>
                    <a:pt x="230" y="10456"/>
                  </a:cubicBezTo>
                  <a:cubicBezTo>
                    <a:pt x="446" y="10456"/>
                    <a:pt x="374" y="10456"/>
                    <a:pt x="446" y="10788"/>
                  </a:cubicBezTo>
                  <a:cubicBezTo>
                    <a:pt x="446" y="10899"/>
                    <a:pt x="518" y="10899"/>
                    <a:pt x="518" y="11121"/>
                  </a:cubicBezTo>
                  <a:cubicBezTo>
                    <a:pt x="518" y="11121"/>
                    <a:pt x="446" y="11342"/>
                    <a:pt x="446" y="11342"/>
                  </a:cubicBezTo>
                  <a:cubicBezTo>
                    <a:pt x="590" y="11453"/>
                    <a:pt x="662" y="11453"/>
                    <a:pt x="734" y="11564"/>
                  </a:cubicBezTo>
                  <a:cubicBezTo>
                    <a:pt x="878" y="11785"/>
                    <a:pt x="806" y="12007"/>
                    <a:pt x="950" y="12118"/>
                  </a:cubicBezTo>
                  <a:cubicBezTo>
                    <a:pt x="1094" y="12228"/>
                    <a:pt x="1238" y="12339"/>
                    <a:pt x="1382" y="12450"/>
                  </a:cubicBezTo>
                  <a:cubicBezTo>
                    <a:pt x="1454" y="12450"/>
                    <a:pt x="1526" y="12339"/>
                    <a:pt x="1598" y="12228"/>
                  </a:cubicBezTo>
                  <a:cubicBezTo>
                    <a:pt x="1814" y="12007"/>
                    <a:pt x="2174" y="12118"/>
                    <a:pt x="2318" y="12450"/>
                  </a:cubicBezTo>
                  <a:cubicBezTo>
                    <a:pt x="2390" y="12671"/>
                    <a:pt x="2246" y="12782"/>
                    <a:pt x="2174" y="12893"/>
                  </a:cubicBezTo>
                  <a:cubicBezTo>
                    <a:pt x="2102" y="13004"/>
                    <a:pt x="2102" y="13004"/>
                    <a:pt x="2102" y="13115"/>
                  </a:cubicBezTo>
                  <a:cubicBezTo>
                    <a:pt x="2030" y="13336"/>
                    <a:pt x="1958" y="13336"/>
                    <a:pt x="1886" y="13336"/>
                  </a:cubicBezTo>
                  <a:cubicBezTo>
                    <a:pt x="1670" y="13558"/>
                    <a:pt x="2246" y="13890"/>
                    <a:pt x="2030" y="14111"/>
                  </a:cubicBezTo>
                  <a:cubicBezTo>
                    <a:pt x="1958" y="14333"/>
                    <a:pt x="1886" y="14222"/>
                    <a:pt x="1742" y="14222"/>
                  </a:cubicBezTo>
                  <a:cubicBezTo>
                    <a:pt x="1454" y="14111"/>
                    <a:pt x="1814" y="14555"/>
                    <a:pt x="1814" y="14555"/>
                  </a:cubicBezTo>
                  <a:cubicBezTo>
                    <a:pt x="1814" y="14776"/>
                    <a:pt x="1742" y="14887"/>
                    <a:pt x="1886" y="14887"/>
                  </a:cubicBezTo>
                  <a:cubicBezTo>
                    <a:pt x="2030" y="14998"/>
                    <a:pt x="2030" y="15108"/>
                    <a:pt x="2174" y="15219"/>
                  </a:cubicBezTo>
                  <a:cubicBezTo>
                    <a:pt x="2318" y="15219"/>
                    <a:pt x="2390" y="15441"/>
                    <a:pt x="2534" y="15551"/>
                  </a:cubicBezTo>
                  <a:cubicBezTo>
                    <a:pt x="2534" y="15551"/>
                    <a:pt x="2606" y="15662"/>
                    <a:pt x="2678" y="15662"/>
                  </a:cubicBezTo>
                  <a:cubicBezTo>
                    <a:pt x="2750" y="15662"/>
                    <a:pt x="2678" y="15441"/>
                    <a:pt x="2822" y="15441"/>
                  </a:cubicBezTo>
                  <a:cubicBezTo>
                    <a:pt x="3110" y="15441"/>
                    <a:pt x="3254" y="16216"/>
                    <a:pt x="3542" y="16216"/>
                  </a:cubicBezTo>
                  <a:cubicBezTo>
                    <a:pt x="3686" y="16216"/>
                    <a:pt x="3686" y="16548"/>
                    <a:pt x="3830" y="16548"/>
                  </a:cubicBezTo>
                  <a:cubicBezTo>
                    <a:pt x="3974" y="16659"/>
                    <a:pt x="4046" y="16881"/>
                    <a:pt x="4118" y="16881"/>
                  </a:cubicBezTo>
                  <a:cubicBezTo>
                    <a:pt x="4262" y="16659"/>
                    <a:pt x="4262" y="16991"/>
                    <a:pt x="4406" y="16991"/>
                  </a:cubicBezTo>
                  <a:cubicBezTo>
                    <a:pt x="4478" y="16991"/>
                    <a:pt x="4478" y="16881"/>
                    <a:pt x="4550" y="16881"/>
                  </a:cubicBezTo>
                  <a:cubicBezTo>
                    <a:pt x="4622" y="16881"/>
                    <a:pt x="4622" y="16991"/>
                    <a:pt x="4694" y="17102"/>
                  </a:cubicBezTo>
                  <a:cubicBezTo>
                    <a:pt x="4838" y="17102"/>
                    <a:pt x="4982" y="17102"/>
                    <a:pt x="5126" y="16991"/>
                  </a:cubicBezTo>
                  <a:cubicBezTo>
                    <a:pt x="5342" y="16881"/>
                    <a:pt x="5198" y="17102"/>
                    <a:pt x="5270" y="17213"/>
                  </a:cubicBezTo>
                  <a:cubicBezTo>
                    <a:pt x="5270" y="17213"/>
                    <a:pt x="5414" y="16881"/>
                    <a:pt x="5486" y="16881"/>
                  </a:cubicBezTo>
                  <a:cubicBezTo>
                    <a:pt x="5558" y="16770"/>
                    <a:pt x="5702" y="16770"/>
                    <a:pt x="5774" y="16881"/>
                  </a:cubicBezTo>
                  <a:cubicBezTo>
                    <a:pt x="5918" y="17102"/>
                    <a:pt x="6062" y="16881"/>
                    <a:pt x="6206" y="16991"/>
                  </a:cubicBezTo>
                  <a:cubicBezTo>
                    <a:pt x="6350" y="17102"/>
                    <a:pt x="6494" y="16881"/>
                    <a:pt x="6566" y="16659"/>
                  </a:cubicBezTo>
                  <a:cubicBezTo>
                    <a:pt x="6638" y="16659"/>
                    <a:pt x="6638" y="16548"/>
                    <a:pt x="6710" y="16548"/>
                  </a:cubicBezTo>
                  <a:cubicBezTo>
                    <a:pt x="6782" y="16438"/>
                    <a:pt x="6854" y="16548"/>
                    <a:pt x="6926" y="16438"/>
                  </a:cubicBezTo>
                  <a:cubicBezTo>
                    <a:pt x="6998" y="16327"/>
                    <a:pt x="7070" y="16105"/>
                    <a:pt x="7214" y="16216"/>
                  </a:cubicBezTo>
                  <a:cubicBezTo>
                    <a:pt x="7358" y="16327"/>
                    <a:pt x="7358" y="16327"/>
                    <a:pt x="7574" y="16105"/>
                  </a:cubicBezTo>
                  <a:cubicBezTo>
                    <a:pt x="7646" y="15995"/>
                    <a:pt x="7790" y="16327"/>
                    <a:pt x="7790" y="16438"/>
                  </a:cubicBezTo>
                  <a:cubicBezTo>
                    <a:pt x="7718" y="16659"/>
                    <a:pt x="7574" y="16770"/>
                    <a:pt x="7718" y="16770"/>
                  </a:cubicBezTo>
                  <a:cubicBezTo>
                    <a:pt x="7934" y="16770"/>
                    <a:pt x="7934" y="16770"/>
                    <a:pt x="8150" y="16659"/>
                  </a:cubicBezTo>
                  <a:cubicBezTo>
                    <a:pt x="8222" y="16659"/>
                    <a:pt x="8294" y="16991"/>
                    <a:pt x="8294" y="17102"/>
                  </a:cubicBezTo>
                  <a:cubicBezTo>
                    <a:pt x="8294" y="17102"/>
                    <a:pt x="8294" y="17324"/>
                    <a:pt x="8366" y="17213"/>
                  </a:cubicBezTo>
                  <a:cubicBezTo>
                    <a:pt x="8366" y="17213"/>
                    <a:pt x="8510" y="17213"/>
                    <a:pt x="8510" y="17324"/>
                  </a:cubicBezTo>
                  <a:cubicBezTo>
                    <a:pt x="8510" y="17435"/>
                    <a:pt x="8366" y="17545"/>
                    <a:pt x="8438" y="17656"/>
                  </a:cubicBezTo>
                  <a:cubicBezTo>
                    <a:pt x="8510" y="17878"/>
                    <a:pt x="8438" y="18210"/>
                    <a:pt x="8366" y="18321"/>
                  </a:cubicBezTo>
                  <a:cubicBezTo>
                    <a:pt x="8294" y="18542"/>
                    <a:pt x="8150" y="18653"/>
                    <a:pt x="8078" y="18764"/>
                  </a:cubicBezTo>
                  <a:cubicBezTo>
                    <a:pt x="8078" y="18875"/>
                    <a:pt x="8078" y="19428"/>
                    <a:pt x="8006" y="19318"/>
                  </a:cubicBezTo>
                  <a:cubicBezTo>
                    <a:pt x="8078" y="19428"/>
                    <a:pt x="8510" y="19096"/>
                    <a:pt x="8582" y="19318"/>
                  </a:cubicBezTo>
                  <a:cubicBezTo>
                    <a:pt x="8582" y="19318"/>
                    <a:pt x="8438" y="19428"/>
                    <a:pt x="8510" y="19650"/>
                  </a:cubicBezTo>
                  <a:cubicBezTo>
                    <a:pt x="8582" y="19871"/>
                    <a:pt x="8798" y="19871"/>
                    <a:pt x="8726" y="19982"/>
                  </a:cubicBezTo>
                  <a:cubicBezTo>
                    <a:pt x="8726" y="20093"/>
                    <a:pt x="8654" y="20315"/>
                    <a:pt x="8654" y="20425"/>
                  </a:cubicBezTo>
                  <a:cubicBezTo>
                    <a:pt x="8726" y="20536"/>
                    <a:pt x="8942" y="20425"/>
                    <a:pt x="8942" y="20536"/>
                  </a:cubicBezTo>
                  <a:cubicBezTo>
                    <a:pt x="8942" y="20536"/>
                    <a:pt x="8942" y="20647"/>
                    <a:pt x="8942" y="20647"/>
                  </a:cubicBezTo>
                  <a:cubicBezTo>
                    <a:pt x="8942" y="20868"/>
                    <a:pt x="9014" y="20758"/>
                    <a:pt x="9086" y="20758"/>
                  </a:cubicBezTo>
                  <a:cubicBezTo>
                    <a:pt x="9158" y="20758"/>
                    <a:pt x="9230" y="20647"/>
                    <a:pt x="9302" y="20758"/>
                  </a:cubicBezTo>
                  <a:cubicBezTo>
                    <a:pt x="9374" y="20758"/>
                    <a:pt x="9446" y="20868"/>
                    <a:pt x="9518" y="20979"/>
                  </a:cubicBezTo>
                  <a:cubicBezTo>
                    <a:pt x="9662" y="21090"/>
                    <a:pt x="9590" y="20647"/>
                    <a:pt x="9590" y="20536"/>
                  </a:cubicBezTo>
                  <a:cubicBezTo>
                    <a:pt x="9446" y="20093"/>
                    <a:pt x="9590" y="20315"/>
                    <a:pt x="9734" y="20093"/>
                  </a:cubicBezTo>
                  <a:cubicBezTo>
                    <a:pt x="9878" y="19982"/>
                    <a:pt x="9806" y="20093"/>
                    <a:pt x="9950" y="20204"/>
                  </a:cubicBezTo>
                  <a:cubicBezTo>
                    <a:pt x="9950" y="20204"/>
                    <a:pt x="10094" y="20093"/>
                    <a:pt x="10094" y="20093"/>
                  </a:cubicBezTo>
                  <a:cubicBezTo>
                    <a:pt x="10094" y="20204"/>
                    <a:pt x="10238" y="19982"/>
                    <a:pt x="10238" y="20093"/>
                  </a:cubicBezTo>
                  <a:cubicBezTo>
                    <a:pt x="10310" y="20204"/>
                    <a:pt x="10310" y="20315"/>
                    <a:pt x="10454" y="20093"/>
                  </a:cubicBezTo>
                  <a:cubicBezTo>
                    <a:pt x="10526" y="19982"/>
                    <a:pt x="10526" y="20093"/>
                    <a:pt x="10598" y="19982"/>
                  </a:cubicBezTo>
                  <a:cubicBezTo>
                    <a:pt x="10670" y="19871"/>
                    <a:pt x="10670" y="19650"/>
                    <a:pt x="10814" y="19650"/>
                  </a:cubicBezTo>
                  <a:cubicBezTo>
                    <a:pt x="10886" y="19650"/>
                    <a:pt x="10958" y="19871"/>
                    <a:pt x="11102" y="19871"/>
                  </a:cubicBezTo>
                  <a:cubicBezTo>
                    <a:pt x="11102" y="19871"/>
                    <a:pt x="11390" y="19982"/>
                    <a:pt x="11390" y="19982"/>
                  </a:cubicBezTo>
                  <a:cubicBezTo>
                    <a:pt x="11390" y="20093"/>
                    <a:pt x="11246" y="20204"/>
                    <a:pt x="11246" y="20315"/>
                  </a:cubicBezTo>
                  <a:cubicBezTo>
                    <a:pt x="11318" y="20425"/>
                    <a:pt x="11462" y="20536"/>
                    <a:pt x="11534" y="20647"/>
                  </a:cubicBezTo>
                  <a:cubicBezTo>
                    <a:pt x="11678" y="20758"/>
                    <a:pt x="11966" y="20868"/>
                    <a:pt x="12038" y="20536"/>
                  </a:cubicBezTo>
                  <a:cubicBezTo>
                    <a:pt x="12038" y="20536"/>
                    <a:pt x="12182" y="20758"/>
                    <a:pt x="12182" y="20758"/>
                  </a:cubicBezTo>
                  <a:cubicBezTo>
                    <a:pt x="12254" y="20868"/>
                    <a:pt x="12326" y="20647"/>
                    <a:pt x="12470" y="20758"/>
                  </a:cubicBezTo>
                  <a:cubicBezTo>
                    <a:pt x="12542" y="20868"/>
                    <a:pt x="12398" y="20979"/>
                    <a:pt x="12398" y="21090"/>
                  </a:cubicBezTo>
                  <a:cubicBezTo>
                    <a:pt x="12398" y="21201"/>
                    <a:pt x="12542" y="21422"/>
                    <a:pt x="12542" y="21533"/>
                  </a:cubicBezTo>
                  <a:cubicBezTo>
                    <a:pt x="12614" y="21533"/>
                    <a:pt x="12686" y="21422"/>
                    <a:pt x="12758" y="21422"/>
                  </a:cubicBezTo>
                  <a:cubicBezTo>
                    <a:pt x="12758" y="21311"/>
                    <a:pt x="12542" y="21201"/>
                    <a:pt x="12614" y="21090"/>
                  </a:cubicBezTo>
                  <a:cubicBezTo>
                    <a:pt x="12758" y="20758"/>
                    <a:pt x="12902" y="20758"/>
                    <a:pt x="13118" y="20647"/>
                  </a:cubicBezTo>
                  <a:cubicBezTo>
                    <a:pt x="13262" y="20536"/>
                    <a:pt x="13406" y="20536"/>
                    <a:pt x="13550" y="20536"/>
                  </a:cubicBezTo>
                  <a:cubicBezTo>
                    <a:pt x="13622" y="20536"/>
                    <a:pt x="13622" y="20315"/>
                    <a:pt x="13694" y="20315"/>
                  </a:cubicBezTo>
                  <a:cubicBezTo>
                    <a:pt x="13838" y="20315"/>
                    <a:pt x="13766" y="20204"/>
                    <a:pt x="13766" y="20093"/>
                  </a:cubicBezTo>
                  <a:cubicBezTo>
                    <a:pt x="13766" y="20204"/>
                    <a:pt x="14054" y="20093"/>
                    <a:pt x="14054" y="20093"/>
                  </a:cubicBezTo>
                  <a:cubicBezTo>
                    <a:pt x="14198" y="19982"/>
                    <a:pt x="14342" y="20093"/>
                    <a:pt x="14486" y="20093"/>
                  </a:cubicBezTo>
                  <a:cubicBezTo>
                    <a:pt x="14630" y="20093"/>
                    <a:pt x="14702" y="19982"/>
                    <a:pt x="14846" y="19871"/>
                  </a:cubicBezTo>
                  <a:cubicBezTo>
                    <a:pt x="14918" y="19871"/>
                    <a:pt x="14918" y="19539"/>
                    <a:pt x="14990" y="19539"/>
                  </a:cubicBezTo>
                  <a:cubicBezTo>
                    <a:pt x="15134" y="19539"/>
                    <a:pt x="15206" y="19428"/>
                    <a:pt x="15278" y="19318"/>
                  </a:cubicBezTo>
                  <a:cubicBezTo>
                    <a:pt x="15350" y="19318"/>
                    <a:pt x="15422" y="19207"/>
                    <a:pt x="15422" y="19096"/>
                  </a:cubicBezTo>
                  <a:cubicBezTo>
                    <a:pt x="15350" y="19096"/>
                    <a:pt x="15638" y="18985"/>
                    <a:pt x="15638" y="18985"/>
                  </a:cubicBezTo>
                  <a:cubicBezTo>
                    <a:pt x="15710" y="18875"/>
                    <a:pt x="15782" y="18653"/>
                    <a:pt x="15854" y="18542"/>
                  </a:cubicBezTo>
                  <a:cubicBezTo>
                    <a:pt x="15926" y="18431"/>
                    <a:pt x="15926" y="18431"/>
                    <a:pt x="15926" y="18321"/>
                  </a:cubicBezTo>
                  <a:cubicBezTo>
                    <a:pt x="15998" y="18099"/>
                    <a:pt x="15854" y="18210"/>
                    <a:pt x="15854" y="18099"/>
                  </a:cubicBezTo>
                  <a:cubicBezTo>
                    <a:pt x="15854" y="18099"/>
                    <a:pt x="16214" y="18099"/>
                    <a:pt x="15998" y="17878"/>
                  </a:cubicBezTo>
                  <a:cubicBezTo>
                    <a:pt x="15926" y="17767"/>
                    <a:pt x="15998" y="17767"/>
                    <a:pt x="16070" y="17767"/>
                  </a:cubicBezTo>
                  <a:cubicBezTo>
                    <a:pt x="16142" y="17767"/>
                    <a:pt x="16142" y="17656"/>
                    <a:pt x="16214" y="17545"/>
                  </a:cubicBezTo>
                  <a:cubicBezTo>
                    <a:pt x="16286" y="17435"/>
                    <a:pt x="16286" y="17324"/>
                    <a:pt x="16358" y="17213"/>
                  </a:cubicBezTo>
                  <a:cubicBezTo>
                    <a:pt x="16358" y="17213"/>
                    <a:pt x="16358" y="16991"/>
                    <a:pt x="16358" y="16991"/>
                  </a:cubicBezTo>
                  <a:cubicBezTo>
                    <a:pt x="16430" y="16881"/>
                    <a:pt x="16502" y="16881"/>
                    <a:pt x="16574" y="16770"/>
                  </a:cubicBezTo>
                  <a:cubicBezTo>
                    <a:pt x="16646" y="16659"/>
                    <a:pt x="16574" y="16548"/>
                    <a:pt x="16574" y="16548"/>
                  </a:cubicBezTo>
                  <a:cubicBezTo>
                    <a:pt x="16574" y="16438"/>
                    <a:pt x="16646" y="16438"/>
                    <a:pt x="16646" y="16438"/>
                  </a:cubicBezTo>
                  <a:cubicBezTo>
                    <a:pt x="16718" y="16438"/>
                    <a:pt x="16646" y="16216"/>
                    <a:pt x="16646" y="16216"/>
                  </a:cubicBezTo>
                  <a:cubicBezTo>
                    <a:pt x="16646" y="16216"/>
                    <a:pt x="16790" y="16327"/>
                    <a:pt x="16790" y="16216"/>
                  </a:cubicBezTo>
                  <a:cubicBezTo>
                    <a:pt x="16934" y="16105"/>
                    <a:pt x="16790" y="16105"/>
                    <a:pt x="16718" y="15995"/>
                  </a:cubicBezTo>
                  <a:cubicBezTo>
                    <a:pt x="16718" y="15995"/>
                    <a:pt x="16934" y="15773"/>
                    <a:pt x="16934" y="15773"/>
                  </a:cubicBezTo>
                  <a:cubicBezTo>
                    <a:pt x="16862" y="15995"/>
                    <a:pt x="16646" y="15662"/>
                    <a:pt x="16574" y="15551"/>
                  </a:cubicBezTo>
                  <a:cubicBezTo>
                    <a:pt x="16574" y="15551"/>
                    <a:pt x="16502" y="15662"/>
                    <a:pt x="16430" y="15662"/>
                  </a:cubicBezTo>
                  <a:cubicBezTo>
                    <a:pt x="16358" y="15773"/>
                    <a:pt x="16286" y="15551"/>
                    <a:pt x="16214" y="15662"/>
                  </a:cubicBezTo>
                  <a:cubicBezTo>
                    <a:pt x="16358" y="15551"/>
                    <a:pt x="16502" y="15441"/>
                    <a:pt x="16574" y="15330"/>
                  </a:cubicBezTo>
                  <a:cubicBezTo>
                    <a:pt x="16646" y="15219"/>
                    <a:pt x="16862" y="15219"/>
                    <a:pt x="16718" y="14998"/>
                  </a:cubicBezTo>
                  <a:cubicBezTo>
                    <a:pt x="16574" y="14887"/>
                    <a:pt x="16502" y="14776"/>
                    <a:pt x="16358" y="14555"/>
                  </a:cubicBezTo>
                  <a:cubicBezTo>
                    <a:pt x="16358" y="14444"/>
                    <a:pt x="15998" y="14665"/>
                    <a:pt x="15998" y="14333"/>
                  </a:cubicBezTo>
                  <a:cubicBezTo>
                    <a:pt x="15998" y="14555"/>
                    <a:pt x="16358" y="14555"/>
                    <a:pt x="16430" y="14555"/>
                  </a:cubicBezTo>
                  <a:cubicBezTo>
                    <a:pt x="16502" y="14555"/>
                    <a:pt x="16718" y="14887"/>
                    <a:pt x="16790" y="14665"/>
                  </a:cubicBezTo>
                  <a:cubicBezTo>
                    <a:pt x="16862" y="14444"/>
                    <a:pt x="16430" y="14222"/>
                    <a:pt x="16430" y="14001"/>
                  </a:cubicBezTo>
                  <a:cubicBezTo>
                    <a:pt x="16358" y="13779"/>
                    <a:pt x="16358" y="13336"/>
                    <a:pt x="16214" y="13225"/>
                  </a:cubicBezTo>
                  <a:cubicBezTo>
                    <a:pt x="16142" y="13004"/>
                    <a:pt x="15710" y="13004"/>
                    <a:pt x="15854" y="12671"/>
                  </a:cubicBezTo>
                  <a:cubicBezTo>
                    <a:pt x="15926" y="12450"/>
                    <a:pt x="15998" y="12339"/>
                    <a:pt x="16070" y="12228"/>
                  </a:cubicBezTo>
                  <a:cubicBezTo>
                    <a:pt x="16214" y="12007"/>
                    <a:pt x="16070" y="12118"/>
                    <a:pt x="16142" y="12007"/>
                  </a:cubicBezTo>
                  <a:cubicBezTo>
                    <a:pt x="16142" y="11896"/>
                    <a:pt x="16358" y="12007"/>
                    <a:pt x="16358" y="12007"/>
                  </a:cubicBezTo>
                  <a:cubicBezTo>
                    <a:pt x="16430" y="11896"/>
                    <a:pt x="16286" y="11785"/>
                    <a:pt x="16430" y="11675"/>
                  </a:cubicBezTo>
                  <a:cubicBezTo>
                    <a:pt x="16574" y="11675"/>
                    <a:pt x="16646" y="11564"/>
                    <a:pt x="16718" y="11453"/>
                  </a:cubicBezTo>
                  <a:cubicBezTo>
                    <a:pt x="16790" y="11453"/>
                    <a:pt x="16862" y="11453"/>
                    <a:pt x="16862" y="11453"/>
                  </a:cubicBezTo>
                  <a:cubicBezTo>
                    <a:pt x="16934" y="11453"/>
                    <a:pt x="16862" y="11564"/>
                    <a:pt x="16934" y="11564"/>
                  </a:cubicBezTo>
                  <a:cubicBezTo>
                    <a:pt x="17006" y="11675"/>
                    <a:pt x="17078" y="11342"/>
                    <a:pt x="17078" y="11231"/>
                  </a:cubicBezTo>
                  <a:cubicBezTo>
                    <a:pt x="16934" y="11010"/>
                    <a:pt x="16790" y="11121"/>
                    <a:pt x="16718" y="11121"/>
                  </a:cubicBezTo>
                  <a:cubicBezTo>
                    <a:pt x="16574" y="11121"/>
                    <a:pt x="16502" y="10899"/>
                    <a:pt x="16358" y="11010"/>
                  </a:cubicBezTo>
                  <a:cubicBezTo>
                    <a:pt x="16286" y="11010"/>
                    <a:pt x="16214" y="11231"/>
                    <a:pt x="16070" y="11231"/>
                  </a:cubicBezTo>
                  <a:cubicBezTo>
                    <a:pt x="15998" y="11342"/>
                    <a:pt x="15854" y="11342"/>
                    <a:pt x="15782" y="11231"/>
                  </a:cubicBezTo>
                  <a:cubicBezTo>
                    <a:pt x="15710" y="11121"/>
                    <a:pt x="15854" y="10899"/>
                    <a:pt x="15782" y="10788"/>
                  </a:cubicBezTo>
                  <a:cubicBezTo>
                    <a:pt x="15638" y="10678"/>
                    <a:pt x="15062" y="10678"/>
                    <a:pt x="15278" y="10124"/>
                  </a:cubicBezTo>
                  <a:cubicBezTo>
                    <a:pt x="15350" y="10013"/>
                    <a:pt x="15422" y="10124"/>
                    <a:pt x="15566" y="10124"/>
                  </a:cubicBezTo>
                  <a:cubicBezTo>
                    <a:pt x="15638" y="10124"/>
                    <a:pt x="15782" y="10013"/>
                    <a:pt x="15854" y="9902"/>
                  </a:cubicBezTo>
                  <a:cubicBezTo>
                    <a:pt x="15998" y="9570"/>
                    <a:pt x="16214" y="9348"/>
                    <a:pt x="16430" y="9127"/>
                  </a:cubicBezTo>
                  <a:cubicBezTo>
                    <a:pt x="16502" y="8905"/>
                    <a:pt x="16574" y="8905"/>
                    <a:pt x="16718" y="8905"/>
                  </a:cubicBezTo>
                  <a:cubicBezTo>
                    <a:pt x="16718" y="9016"/>
                    <a:pt x="16934" y="9016"/>
                    <a:pt x="16934" y="9127"/>
                  </a:cubicBezTo>
                  <a:cubicBezTo>
                    <a:pt x="16862" y="9238"/>
                    <a:pt x="16862" y="9459"/>
                    <a:pt x="16790" y="9570"/>
                  </a:cubicBezTo>
                  <a:cubicBezTo>
                    <a:pt x="16718" y="9570"/>
                    <a:pt x="16574" y="9681"/>
                    <a:pt x="16574" y="9791"/>
                  </a:cubicBezTo>
                  <a:cubicBezTo>
                    <a:pt x="16574" y="9902"/>
                    <a:pt x="16790" y="9902"/>
                    <a:pt x="16790" y="9902"/>
                  </a:cubicBezTo>
                  <a:cubicBezTo>
                    <a:pt x="16790" y="9902"/>
                    <a:pt x="16502" y="10235"/>
                    <a:pt x="16574" y="10235"/>
                  </a:cubicBezTo>
                  <a:cubicBezTo>
                    <a:pt x="16646" y="10345"/>
                    <a:pt x="17006" y="9791"/>
                    <a:pt x="17078" y="9791"/>
                  </a:cubicBezTo>
                  <a:cubicBezTo>
                    <a:pt x="17222" y="9681"/>
                    <a:pt x="17366" y="9570"/>
                    <a:pt x="17510" y="9570"/>
                  </a:cubicBezTo>
                  <a:cubicBezTo>
                    <a:pt x="17654" y="9570"/>
                    <a:pt x="17654" y="9570"/>
                    <a:pt x="17726" y="9348"/>
                  </a:cubicBezTo>
                  <a:cubicBezTo>
                    <a:pt x="17870" y="9238"/>
                    <a:pt x="18086" y="9127"/>
                    <a:pt x="18230" y="8905"/>
                  </a:cubicBezTo>
                  <a:cubicBezTo>
                    <a:pt x="18302" y="8795"/>
                    <a:pt x="18446" y="8462"/>
                    <a:pt x="18590" y="8462"/>
                  </a:cubicBezTo>
                  <a:cubicBezTo>
                    <a:pt x="18662" y="8351"/>
                    <a:pt x="19094" y="8795"/>
                    <a:pt x="19094" y="8462"/>
                  </a:cubicBezTo>
                  <a:cubicBezTo>
                    <a:pt x="19094" y="8351"/>
                    <a:pt x="19022" y="8241"/>
                    <a:pt x="19094" y="8130"/>
                  </a:cubicBezTo>
                  <a:cubicBezTo>
                    <a:pt x="19166" y="8130"/>
                    <a:pt x="19238" y="8130"/>
                    <a:pt x="19310" y="8130"/>
                  </a:cubicBezTo>
                  <a:cubicBezTo>
                    <a:pt x="19454" y="8130"/>
                    <a:pt x="19382" y="8019"/>
                    <a:pt x="19454" y="7908"/>
                  </a:cubicBezTo>
                  <a:cubicBezTo>
                    <a:pt x="19598" y="7798"/>
                    <a:pt x="19670" y="7908"/>
                    <a:pt x="19670" y="7687"/>
                  </a:cubicBezTo>
                  <a:cubicBezTo>
                    <a:pt x="19670" y="7355"/>
                    <a:pt x="19886" y="7687"/>
                    <a:pt x="19958" y="7798"/>
                  </a:cubicBezTo>
                  <a:cubicBezTo>
                    <a:pt x="19958" y="7576"/>
                    <a:pt x="20174" y="7576"/>
                    <a:pt x="20174" y="7355"/>
                  </a:cubicBezTo>
                  <a:cubicBezTo>
                    <a:pt x="20174" y="7133"/>
                    <a:pt x="20246" y="6801"/>
                    <a:pt x="20174" y="6579"/>
                  </a:cubicBezTo>
                  <a:cubicBezTo>
                    <a:pt x="20030" y="6247"/>
                    <a:pt x="20102" y="6358"/>
                    <a:pt x="20246" y="6136"/>
                  </a:cubicBezTo>
                  <a:cubicBezTo>
                    <a:pt x="20390" y="6025"/>
                    <a:pt x="20462" y="5915"/>
                    <a:pt x="20606" y="6025"/>
                  </a:cubicBezTo>
                  <a:cubicBezTo>
                    <a:pt x="20822" y="6136"/>
                    <a:pt x="20822" y="6136"/>
                    <a:pt x="20894" y="5804"/>
                  </a:cubicBezTo>
                  <a:cubicBezTo>
                    <a:pt x="20966" y="5582"/>
                    <a:pt x="21110" y="5471"/>
                    <a:pt x="21182" y="5139"/>
                  </a:cubicBezTo>
                  <a:cubicBezTo>
                    <a:pt x="21182" y="4918"/>
                    <a:pt x="21254" y="4696"/>
                    <a:pt x="21398" y="4475"/>
                  </a:cubicBezTo>
                  <a:cubicBezTo>
                    <a:pt x="21542" y="4253"/>
                    <a:pt x="21398" y="4253"/>
                    <a:pt x="21398" y="4031"/>
                  </a:cubicBezTo>
                  <a:close/>
                </a:path>
              </a:pathLst>
            </a:custGeom>
            <a:solidFill>
              <a:srgbClr val="DCDEE0"/>
            </a:solidFill>
            <a:ln w="12700"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3" name="Shape 5543"/>
            <p:cNvSpPr/>
            <p:nvPr/>
          </p:nvSpPr>
          <p:spPr>
            <a:xfrm>
              <a:off x="11872239" y="2645089"/>
              <a:ext cx="1445119" cy="622222"/>
            </a:xfrm>
            <a:custGeom>
              <a:avLst/>
              <a:gdLst/>
              <a:ahLst/>
              <a:cxnLst>
                <a:cxn ang="0">
                  <a:pos x="wd2" y="hd2"/>
                </a:cxn>
                <a:cxn ang="5400000">
                  <a:pos x="wd2" y="hd2"/>
                </a:cxn>
                <a:cxn ang="10800000">
                  <a:pos x="wd2" y="hd2"/>
                </a:cxn>
                <a:cxn ang="16200000">
                  <a:pos x="wd2" y="hd2"/>
                </a:cxn>
              </a:cxnLst>
              <a:rect l="0" t="0" r="r" b="b"/>
              <a:pathLst>
                <a:path w="21302" h="21095" fill="norm" stroke="1" extrusionOk="0">
                  <a:moveTo>
                    <a:pt x="0" y="5782"/>
                  </a:moveTo>
                  <a:cubicBezTo>
                    <a:pt x="138" y="7053"/>
                    <a:pt x="413" y="7688"/>
                    <a:pt x="963" y="8006"/>
                  </a:cubicBezTo>
                  <a:cubicBezTo>
                    <a:pt x="1238" y="8323"/>
                    <a:pt x="1376" y="8641"/>
                    <a:pt x="1651" y="8959"/>
                  </a:cubicBezTo>
                  <a:cubicBezTo>
                    <a:pt x="1789" y="9594"/>
                    <a:pt x="1926" y="10547"/>
                    <a:pt x="2064" y="11182"/>
                  </a:cubicBezTo>
                  <a:cubicBezTo>
                    <a:pt x="2201" y="11500"/>
                    <a:pt x="2064" y="11500"/>
                    <a:pt x="2064" y="11818"/>
                  </a:cubicBezTo>
                  <a:cubicBezTo>
                    <a:pt x="1926" y="11818"/>
                    <a:pt x="2064" y="12135"/>
                    <a:pt x="2064" y="12453"/>
                  </a:cubicBezTo>
                  <a:cubicBezTo>
                    <a:pt x="1926" y="13406"/>
                    <a:pt x="1789" y="13406"/>
                    <a:pt x="2201" y="14041"/>
                  </a:cubicBezTo>
                  <a:cubicBezTo>
                    <a:pt x="2752" y="14359"/>
                    <a:pt x="3302" y="14041"/>
                    <a:pt x="3852" y="14676"/>
                  </a:cubicBezTo>
                  <a:cubicBezTo>
                    <a:pt x="4127" y="15312"/>
                    <a:pt x="4678" y="16265"/>
                    <a:pt x="4953" y="16900"/>
                  </a:cubicBezTo>
                  <a:cubicBezTo>
                    <a:pt x="5090" y="17218"/>
                    <a:pt x="5228" y="17853"/>
                    <a:pt x="5366" y="18488"/>
                  </a:cubicBezTo>
                  <a:cubicBezTo>
                    <a:pt x="5503" y="19123"/>
                    <a:pt x="5916" y="18806"/>
                    <a:pt x="6054" y="18806"/>
                  </a:cubicBezTo>
                  <a:cubicBezTo>
                    <a:pt x="6604" y="18806"/>
                    <a:pt x="7154" y="18806"/>
                    <a:pt x="7704" y="18806"/>
                  </a:cubicBezTo>
                  <a:cubicBezTo>
                    <a:pt x="7980" y="18806"/>
                    <a:pt x="8530" y="18806"/>
                    <a:pt x="8805" y="19123"/>
                  </a:cubicBezTo>
                  <a:cubicBezTo>
                    <a:pt x="9080" y="19441"/>
                    <a:pt x="9218" y="20076"/>
                    <a:pt x="9493" y="20076"/>
                  </a:cubicBezTo>
                  <a:cubicBezTo>
                    <a:pt x="9768" y="20394"/>
                    <a:pt x="10181" y="20712"/>
                    <a:pt x="10456" y="20712"/>
                  </a:cubicBezTo>
                  <a:cubicBezTo>
                    <a:pt x="10731" y="20394"/>
                    <a:pt x="11006" y="21347"/>
                    <a:pt x="11144" y="21029"/>
                  </a:cubicBezTo>
                  <a:cubicBezTo>
                    <a:pt x="11694" y="20394"/>
                    <a:pt x="12107" y="19759"/>
                    <a:pt x="12795" y="19441"/>
                  </a:cubicBezTo>
                  <a:cubicBezTo>
                    <a:pt x="13345" y="19441"/>
                    <a:pt x="14171" y="19759"/>
                    <a:pt x="14583" y="19123"/>
                  </a:cubicBezTo>
                  <a:cubicBezTo>
                    <a:pt x="14996" y="18488"/>
                    <a:pt x="15134" y="17535"/>
                    <a:pt x="15546" y="17218"/>
                  </a:cubicBezTo>
                  <a:cubicBezTo>
                    <a:pt x="15959" y="16900"/>
                    <a:pt x="15959" y="16582"/>
                    <a:pt x="15684" y="15947"/>
                  </a:cubicBezTo>
                  <a:cubicBezTo>
                    <a:pt x="15546" y="15629"/>
                    <a:pt x="15546" y="14994"/>
                    <a:pt x="15822" y="14676"/>
                  </a:cubicBezTo>
                  <a:cubicBezTo>
                    <a:pt x="16234" y="13723"/>
                    <a:pt x="16785" y="15629"/>
                    <a:pt x="17335" y="14359"/>
                  </a:cubicBezTo>
                  <a:cubicBezTo>
                    <a:pt x="17473" y="14041"/>
                    <a:pt x="17610" y="13723"/>
                    <a:pt x="17885" y="13723"/>
                  </a:cubicBezTo>
                  <a:cubicBezTo>
                    <a:pt x="18298" y="13406"/>
                    <a:pt x="18436" y="13723"/>
                    <a:pt x="18848" y="13088"/>
                  </a:cubicBezTo>
                  <a:cubicBezTo>
                    <a:pt x="18986" y="12771"/>
                    <a:pt x="18986" y="11818"/>
                    <a:pt x="19124" y="11818"/>
                  </a:cubicBezTo>
                  <a:cubicBezTo>
                    <a:pt x="19399" y="11500"/>
                    <a:pt x="19536" y="11500"/>
                    <a:pt x="19674" y="11500"/>
                  </a:cubicBezTo>
                  <a:cubicBezTo>
                    <a:pt x="20224" y="11182"/>
                    <a:pt x="20637" y="10865"/>
                    <a:pt x="21187" y="11182"/>
                  </a:cubicBezTo>
                  <a:cubicBezTo>
                    <a:pt x="21600" y="11182"/>
                    <a:pt x="20775" y="8959"/>
                    <a:pt x="20637" y="8959"/>
                  </a:cubicBezTo>
                  <a:cubicBezTo>
                    <a:pt x="20499" y="8641"/>
                    <a:pt x="20224" y="8323"/>
                    <a:pt x="19949" y="8641"/>
                  </a:cubicBezTo>
                  <a:cubicBezTo>
                    <a:pt x="19674" y="8641"/>
                    <a:pt x="19674" y="9276"/>
                    <a:pt x="19399" y="8959"/>
                  </a:cubicBezTo>
                  <a:cubicBezTo>
                    <a:pt x="19261" y="8641"/>
                    <a:pt x="18848" y="8323"/>
                    <a:pt x="18711" y="8641"/>
                  </a:cubicBezTo>
                  <a:cubicBezTo>
                    <a:pt x="18573" y="9276"/>
                    <a:pt x="18436" y="8959"/>
                    <a:pt x="18436" y="8323"/>
                  </a:cubicBezTo>
                  <a:cubicBezTo>
                    <a:pt x="18436" y="7688"/>
                    <a:pt x="18848" y="6418"/>
                    <a:pt x="18848" y="5782"/>
                  </a:cubicBezTo>
                  <a:cubicBezTo>
                    <a:pt x="18986" y="5147"/>
                    <a:pt x="19399" y="4194"/>
                    <a:pt x="18848" y="4194"/>
                  </a:cubicBezTo>
                  <a:cubicBezTo>
                    <a:pt x="18436" y="4194"/>
                    <a:pt x="18436" y="4512"/>
                    <a:pt x="18023" y="4194"/>
                  </a:cubicBezTo>
                  <a:cubicBezTo>
                    <a:pt x="17610" y="3876"/>
                    <a:pt x="17473" y="3876"/>
                    <a:pt x="17060" y="4512"/>
                  </a:cubicBezTo>
                  <a:cubicBezTo>
                    <a:pt x="16647" y="5147"/>
                    <a:pt x="16097" y="5465"/>
                    <a:pt x="15684" y="5782"/>
                  </a:cubicBezTo>
                  <a:cubicBezTo>
                    <a:pt x="14996" y="6100"/>
                    <a:pt x="14721" y="5782"/>
                    <a:pt x="14171" y="5782"/>
                  </a:cubicBezTo>
                  <a:cubicBezTo>
                    <a:pt x="13896" y="5465"/>
                    <a:pt x="13758" y="5465"/>
                    <a:pt x="13483" y="5147"/>
                  </a:cubicBezTo>
                  <a:cubicBezTo>
                    <a:pt x="13345" y="5147"/>
                    <a:pt x="13208" y="4512"/>
                    <a:pt x="12932" y="4512"/>
                  </a:cubicBezTo>
                  <a:cubicBezTo>
                    <a:pt x="12382" y="4194"/>
                    <a:pt x="12107" y="3559"/>
                    <a:pt x="11419" y="3241"/>
                  </a:cubicBezTo>
                  <a:cubicBezTo>
                    <a:pt x="11144" y="3241"/>
                    <a:pt x="10869" y="3559"/>
                    <a:pt x="10594" y="3876"/>
                  </a:cubicBezTo>
                  <a:cubicBezTo>
                    <a:pt x="10318" y="4194"/>
                    <a:pt x="10043" y="3876"/>
                    <a:pt x="9768" y="3559"/>
                  </a:cubicBezTo>
                  <a:cubicBezTo>
                    <a:pt x="9493" y="3241"/>
                    <a:pt x="9355" y="3241"/>
                    <a:pt x="9355" y="2288"/>
                  </a:cubicBezTo>
                  <a:cubicBezTo>
                    <a:pt x="9218" y="1653"/>
                    <a:pt x="9218" y="1653"/>
                    <a:pt x="8805" y="1335"/>
                  </a:cubicBezTo>
                  <a:cubicBezTo>
                    <a:pt x="8530" y="1018"/>
                    <a:pt x="8255" y="700"/>
                    <a:pt x="7980" y="700"/>
                  </a:cubicBezTo>
                  <a:cubicBezTo>
                    <a:pt x="7704" y="700"/>
                    <a:pt x="7292" y="-253"/>
                    <a:pt x="7154" y="65"/>
                  </a:cubicBezTo>
                  <a:cubicBezTo>
                    <a:pt x="6879" y="65"/>
                    <a:pt x="6329" y="1335"/>
                    <a:pt x="6191" y="1971"/>
                  </a:cubicBezTo>
                  <a:cubicBezTo>
                    <a:pt x="6191" y="2606"/>
                    <a:pt x="6604" y="3241"/>
                    <a:pt x="6466" y="3876"/>
                  </a:cubicBezTo>
                  <a:cubicBezTo>
                    <a:pt x="6329" y="4512"/>
                    <a:pt x="5916" y="5147"/>
                    <a:pt x="5641" y="4512"/>
                  </a:cubicBezTo>
                  <a:cubicBezTo>
                    <a:pt x="5366" y="4512"/>
                    <a:pt x="5228" y="4194"/>
                    <a:pt x="5090" y="4194"/>
                  </a:cubicBezTo>
                  <a:cubicBezTo>
                    <a:pt x="4953" y="4194"/>
                    <a:pt x="4815" y="4194"/>
                    <a:pt x="4678" y="4194"/>
                  </a:cubicBezTo>
                  <a:cubicBezTo>
                    <a:pt x="4265" y="3876"/>
                    <a:pt x="4265" y="3241"/>
                    <a:pt x="3852" y="2923"/>
                  </a:cubicBezTo>
                  <a:cubicBezTo>
                    <a:pt x="3577" y="2606"/>
                    <a:pt x="3164" y="2288"/>
                    <a:pt x="2889" y="2606"/>
                  </a:cubicBezTo>
                  <a:cubicBezTo>
                    <a:pt x="2476" y="2923"/>
                    <a:pt x="2201" y="3559"/>
                    <a:pt x="1789" y="3876"/>
                  </a:cubicBezTo>
                  <a:cubicBezTo>
                    <a:pt x="1513" y="4194"/>
                    <a:pt x="1238" y="4829"/>
                    <a:pt x="963" y="5147"/>
                  </a:cubicBezTo>
                  <a:cubicBezTo>
                    <a:pt x="550" y="5147"/>
                    <a:pt x="275" y="5782"/>
                    <a:pt x="0" y="578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4" name="Shape 5544"/>
            <p:cNvSpPr/>
            <p:nvPr/>
          </p:nvSpPr>
          <p:spPr>
            <a:xfrm>
              <a:off x="8342655" y="1421874"/>
              <a:ext cx="586141" cy="1002329"/>
            </a:xfrm>
            <a:custGeom>
              <a:avLst/>
              <a:gdLst/>
              <a:ahLst/>
              <a:cxnLst>
                <a:cxn ang="0">
                  <a:pos x="wd2" y="hd2"/>
                </a:cxn>
                <a:cxn ang="5400000">
                  <a:pos x="wd2" y="hd2"/>
                </a:cxn>
                <a:cxn ang="10800000">
                  <a:pos x="wd2" y="hd2"/>
                </a:cxn>
                <a:cxn ang="16200000">
                  <a:pos x="wd2" y="hd2"/>
                </a:cxn>
              </a:cxnLst>
              <a:rect l="0" t="0" r="r" b="b"/>
              <a:pathLst>
                <a:path w="21600" h="21440" fill="norm" stroke="1" extrusionOk="0">
                  <a:moveTo>
                    <a:pt x="20914" y="4840"/>
                  </a:moveTo>
                  <a:cubicBezTo>
                    <a:pt x="20571" y="4640"/>
                    <a:pt x="21257" y="4240"/>
                    <a:pt x="20914" y="3840"/>
                  </a:cubicBezTo>
                  <a:cubicBezTo>
                    <a:pt x="20571" y="3440"/>
                    <a:pt x="20914" y="3440"/>
                    <a:pt x="20914" y="3040"/>
                  </a:cubicBezTo>
                  <a:cubicBezTo>
                    <a:pt x="20914" y="2840"/>
                    <a:pt x="20571" y="2640"/>
                    <a:pt x="20571" y="2440"/>
                  </a:cubicBezTo>
                  <a:cubicBezTo>
                    <a:pt x="20229" y="2240"/>
                    <a:pt x="20571" y="2240"/>
                    <a:pt x="20571" y="2040"/>
                  </a:cubicBezTo>
                  <a:cubicBezTo>
                    <a:pt x="20229" y="1640"/>
                    <a:pt x="20229" y="1440"/>
                    <a:pt x="19543" y="1240"/>
                  </a:cubicBezTo>
                  <a:cubicBezTo>
                    <a:pt x="18857" y="1040"/>
                    <a:pt x="18171" y="1040"/>
                    <a:pt x="17486" y="840"/>
                  </a:cubicBezTo>
                  <a:cubicBezTo>
                    <a:pt x="16800" y="440"/>
                    <a:pt x="16114" y="-160"/>
                    <a:pt x="15086" y="40"/>
                  </a:cubicBezTo>
                  <a:cubicBezTo>
                    <a:pt x="14743" y="40"/>
                    <a:pt x="15086" y="640"/>
                    <a:pt x="15086" y="840"/>
                  </a:cubicBezTo>
                  <a:cubicBezTo>
                    <a:pt x="14743" y="1440"/>
                    <a:pt x="12686" y="1040"/>
                    <a:pt x="11657" y="840"/>
                  </a:cubicBezTo>
                  <a:cubicBezTo>
                    <a:pt x="11657" y="1240"/>
                    <a:pt x="11657" y="1440"/>
                    <a:pt x="11657" y="1840"/>
                  </a:cubicBezTo>
                  <a:cubicBezTo>
                    <a:pt x="11314" y="1840"/>
                    <a:pt x="10629" y="1640"/>
                    <a:pt x="9943" y="1840"/>
                  </a:cubicBezTo>
                  <a:cubicBezTo>
                    <a:pt x="9600" y="1840"/>
                    <a:pt x="9600" y="2040"/>
                    <a:pt x="9257" y="2240"/>
                  </a:cubicBezTo>
                  <a:cubicBezTo>
                    <a:pt x="9257" y="2440"/>
                    <a:pt x="8571" y="2640"/>
                    <a:pt x="8571" y="2840"/>
                  </a:cubicBezTo>
                  <a:cubicBezTo>
                    <a:pt x="8229" y="3040"/>
                    <a:pt x="8914" y="3440"/>
                    <a:pt x="8571" y="3440"/>
                  </a:cubicBezTo>
                  <a:cubicBezTo>
                    <a:pt x="8571" y="3640"/>
                    <a:pt x="8229" y="3640"/>
                    <a:pt x="8229" y="3840"/>
                  </a:cubicBezTo>
                  <a:cubicBezTo>
                    <a:pt x="7543" y="4040"/>
                    <a:pt x="6857" y="4440"/>
                    <a:pt x="6857" y="4840"/>
                  </a:cubicBezTo>
                  <a:cubicBezTo>
                    <a:pt x="6857" y="5240"/>
                    <a:pt x="6171" y="4840"/>
                    <a:pt x="5829" y="5240"/>
                  </a:cubicBezTo>
                  <a:cubicBezTo>
                    <a:pt x="5829" y="5640"/>
                    <a:pt x="5829" y="6040"/>
                    <a:pt x="5486" y="6440"/>
                  </a:cubicBezTo>
                  <a:cubicBezTo>
                    <a:pt x="5486" y="6840"/>
                    <a:pt x="4457" y="7040"/>
                    <a:pt x="4457" y="7440"/>
                  </a:cubicBezTo>
                  <a:cubicBezTo>
                    <a:pt x="4457" y="7640"/>
                    <a:pt x="5486" y="8040"/>
                    <a:pt x="5143" y="8240"/>
                  </a:cubicBezTo>
                  <a:cubicBezTo>
                    <a:pt x="4457" y="8640"/>
                    <a:pt x="3771" y="8440"/>
                    <a:pt x="3086" y="8640"/>
                  </a:cubicBezTo>
                  <a:cubicBezTo>
                    <a:pt x="2057" y="8840"/>
                    <a:pt x="1714" y="9440"/>
                    <a:pt x="1714" y="10040"/>
                  </a:cubicBezTo>
                  <a:cubicBezTo>
                    <a:pt x="2057" y="10440"/>
                    <a:pt x="2057" y="10840"/>
                    <a:pt x="2057" y="11240"/>
                  </a:cubicBezTo>
                  <a:cubicBezTo>
                    <a:pt x="2057" y="11840"/>
                    <a:pt x="1371" y="12040"/>
                    <a:pt x="2743" y="12440"/>
                  </a:cubicBezTo>
                  <a:cubicBezTo>
                    <a:pt x="3429" y="12840"/>
                    <a:pt x="3086" y="13040"/>
                    <a:pt x="2400" y="13240"/>
                  </a:cubicBezTo>
                  <a:cubicBezTo>
                    <a:pt x="2057" y="13440"/>
                    <a:pt x="2743" y="14240"/>
                    <a:pt x="2400" y="14640"/>
                  </a:cubicBezTo>
                  <a:cubicBezTo>
                    <a:pt x="2400" y="15040"/>
                    <a:pt x="1371" y="15040"/>
                    <a:pt x="1371" y="15440"/>
                  </a:cubicBezTo>
                  <a:cubicBezTo>
                    <a:pt x="1371" y="15640"/>
                    <a:pt x="1371" y="16440"/>
                    <a:pt x="1029" y="16440"/>
                  </a:cubicBezTo>
                  <a:cubicBezTo>
                    <a:pt x="1029" y="16440"/>
                    <a:pt x="343" y="16240"/>
                    <a:pt x="0" y="16240"/>
                  </a:cubicBezTo>
                  <a:cubicBezTo>
                    <a:pt x="0" y="17040"/>
                    <a:pt x="1371" y="17240"/>
                    <a:pt x="1371" y="17840"/>
                  </a:cubicBezTo>
                  <a:cubicBezTo>
                    <a:pt x="1029" y="18040"/>
                    <a:pt x="2057" y="19040"/>
                    <a:pt x="2400" y="19240"/>
                  </a:cubicBezTo>
                  <a:cubicBezTo>
                    <a:pt x="3086" y="19640"/>
                    <a:pt x="2743" y="19840"/>
                    <a:pt x="2743" y="20240"/>
                  </a:cubicBezTo>
                  <a:cubicBezTo>
                    <a:pt x="2743" y="20440"/>
                    <a:pt x="3429" y="20840"/>
                    <a:pt x="3429" y="21240"/>
                  </a:cubicBezTo>
                  <a:cubicBezTo>
                    <a:pt x="3086" y="21440"/>
                    <a:pt x="4457" y="21240"/>
                    <a:pt x="4800" y="21440"/>
                  </a:cubicBezTo>
                  <a:cubicBezTo>
                    <a:pt x="5486" y="21440"/>
                    <a:pt x="5143" y="21240"/>
                    <a:pt x="5143" y="20840"/>
                  </a:cubicBezTo>
                  <a:cubicBezTo>
                    <a:pt x="5143" y="19840"/>
                    <a:pt x="7886" y="20640"/>
                    <a:pt x="8229" y="20040"/>
                  </a:cubicBezTo>
                  <a:cubicBezTo>
                    <a:pt x="8571" y="19440"/>
                    <a:pt x="8914" y="18840"/>
                    <a:pt x="9257" y="18240"/>
                  </a:cubicBezTo>
                  <a:cubicBezTo>
                    <a:pt x="9257" y="17840"/>
                    <a:pt x="9257" y="17440"/>
                    <a:pt x="8914" y="17240"/>
                  </a:cubicBezTo>
                  <a:cubicBezTo>
                    <a:pt x="8571" y="16840"/>
                    <a:pt x="8914" y="16840"/>
                    <a:pt x="9600" y="16640"/>
                  </a:cubicBezTo>
                  <a:cubicBezTo>
                    <a:pt x="9943" y="16640"/>
                    <a:pt x="10971" y="16440"/>
                    <a:pt x="10971" y="16240"/>
                  </a:cubicBezTo>
                  <a:cubicBezTo>
                    <a:pt x="10971" y="16240"/>
                    <a:pt x="10971" y="16040"/>
                    <a:pt x="10971" y="16040"/>
                  </a:cubicBezTo>
                  <a:cubicBezTo>
                    <a:pt x="11314" y="16040"/>
                    <a:pt x="12000" y="16040"/>
                    <a:pt x="12000" y="15840"/>
                  </a:cubicBezTo>
                  <a:cubicBezTo>
                    <a:pt x="12000" y="15640"/>
                    <a:pt x="11657" y="15640"/>
                    <a:pt x="11657" y="15440"/>
                  </a:cubicBezTo>
                  <a:cubicBezTo>
                    <a:pt x="12000" y="15440"/>
                    <a:pt x="12343" y="15240"/>
                    <a:pt x="12343" y="15240"/>
                  </a:cubicBezTo>
                  <a:cubicBezTo>
                    <a:pt x="13029" y="14840"/>
                    <a:pt x="12686" y="14640"/>
                    <a:pt x="12000" y="14440"/>
                  </a:cubicBezTo>
                  <a:cubicBezTo>
                    <a:pt x="11314" y="14040"/>
                    <a:pt x="9943" y="13840"/>
                    <a:pt x="9943" y="13040"/>
                  </a:cubicBezTo>
                  <a:cubicBezTo>
                    <a:pt x="9943" y="12640"/>
                    <a:pt x="9943" y="12240"/>
                    <a:pt x="10286" y="11840"/>
                  </a:cubicBezTo>
                  <a:cubicBezTo>
                    <a:pt x="10629" y="11440"/>
                    <a:pt x="10629" y="11440"/>
                    <a:pt x="10286" y="11040"/>
                  </a:cubicBezTo>
                  <a:cubicBezTo>
                    <a:pt x="9943" y="11040"/>
                    <a:pt x="11314" y="10440"/>
                    <a:pt x="11314" y="10440"/>
                  </a:cubicBezTo>
                  <a:cubicBezTo>
                    <a:pt x="12000" y="10040"/>
                    <a:pt x="12343" y="9640"/>
                    <a:pt x="13371" y="9440"/>
                  </a:cubicBezTo>
                  <a:cubicBezTo>
                    <a:pt x="14400" y="9240"/>
                    <a:pt x="16114" y="8640"/>
                    <a:pt x="16800" y="8040"/>
                  </a:cubicBezTo>
                  <a:cubicBezTo>
                    <a:pt x="17486" y="7440"/>
                    <a:pt x="15771" y="7040"/>
                    <a:pt x="17143" y="6840"/>
                  </a:cubicBezTo>
                  <a:cubicBezTo>
                    <a:pt x="17829" y="6640"/>
                    <a:pt x="17486" y="6640"/>
                    <a:pt x="17143" y="6240"/>
                  </a:cubicBezTo>
                  <a:cubicBezTo>
                    <a:pt x="17143" y="6040"/>
                    <a:pt x="18171" y="5840"/>
                    <a:pt x="18514" y="5840"/>
                  </a:cubicBezTo>
                  <a:cubicBezTo>
                    <a:pt x="19200" y="5440"/>
                    <a:pt x="19543" y="5240"/>
                    <a:pt x="19886" y="5640"/>
                  </a:cubicBezTo>
                  <a:cubicBezTo>
                    <a:pt x="20229" y="5640"/>
                    <a:pt x="20571" y="5440"/>
                    <a:pt x="20571" y="5440"/>
                  </a:cubicBezTo>
                  <a:cubicBezTo>
                    <a:pt x="20914" y="5440"/>
                    <a:pt x="21257" y="5440"/>
                    <a:pt x="21600" y="5440"/>
                  </a:cubicBezTo>
                  <a:cubicBezTo>
                    <a:pt x="21600" y="5240"/>
                    <a:pt x="21257" y="5240"/>
                    <a:pt x="20914" y="4840"/>
                  </a:cubicBezTo>
                  <a:cubicBezTo>
                    <a:pt x="20571" y="4640"/>
                    <a:pt x="20914" y="5040"/>
                    <a:pt x="20914" y="484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5" name="Shape 5545"/>
            <p:cNvSpPr/>
            <p:nvPr/>
          </p:nvSpPr>
          <p:spPr>
            <a:xfrm>
              <a:off x="8772705" y="1337929"/>
              <a:ext cx="496688" cy="779350"/>
            </a:xfrm>
            <a:custGeom>
              <a:avLst/>
              <a:gdLst/>
              <a:ahLst/>
              <a:cxnLst>
                <a:cxn ang="0">
                  <a:pos x="wd2" y="hd2"/>
                </a:cxn>
                <a:cxn ang="5400000">
                  <a:pos x="wd2" y="hd2"/>
                </a:cxn>
                <a:cxn ang="10800000">
                  <a:pos x="wd2" y="hd2"/>
                </a:cxn>
                <a:cxn ang="16200000">
                  <a:pos x="wd2" y="hd2"/>
                </a:cxn>
              </a:cxnLst>
              <a:rect l="0" t="0" r="r" b="b"/>
              <a:pathLst>
                <a:path w="21315" h="21395" fill="norm" stroke="1" extrusionOk="0">
                  <a:moveTo>
                    <a:pt x="21200" y="15171"/>
                  </a:moveTo>
                  <a:cubicBezTo>
                    <a:pt x="20800" y="14657"/>
                    <a:pt x="19600" y="14400"/>
                    <a:pt x="18800" y="14143"/>
                  </a:cubicBezTo>
                  <a:cubicBezTo>
                    <a:pt x="17600" y="13629"/>
                    <a:pt x="19200" y="13629"/>
                    <a:pt x="19600" y="13114"/>
                  </a:cubicBezTo>
                  <a:cubicBezTo>
                    <a:pt x="19600" y="13114"/>
                    <a:pt x="18000" y="11571"/>
                    <a:pt x="17600" y="11314"/>
                  </a:cubicBezTo>
                  <a:cubicBezTo>
                    <a:pt x="17600" y="11314"/>
                    <a:pt x="18400" y="11057"/>
                    <a:pt x="18400" y="11057"/>
                  </a:cubicBezTo>
                  <a:cubicBezTo>
                    <a:pt x="18400" y="10800"/>
                    <a:pt x="17600" y="10029"/>
                    <a:pt x="17600" y="9771"/>
                  </a:cubicBezTo>
                  <a:cubicBezTo>
                    <a:pt x="17600" y="9514"/>
                    <a:pt x="18000" y="9514"/>
                    <a:pt x="18000" y="9257"/>
                  </a:cubicBezTo>
                  <a:cubicBezTo>
                    <a:pt x="18400" y="9000"/>
                    <a:pt x="17600" y="8486"/>
                    <a:pt x="17600" y="8229"/>
                  </a:cubicBezTo>
                  <a:cubicBezTo>
                    <a:pt x="16800" y="7714"/>
                    <a:pt x="16000" y="7200"/>
                    <a:pt x="16800" y="6686"/>
                  </a:cubicBezTo>
                  <a:cubicBezTo>
                    <a:pt x="17200" y="6429"/>
                    <a:pt x="18000" y="6171"/>
                    <a:pt x="18000" y="5914"/>
                  </a:cubicBezTo>
                  <a:cubicBezTo>
                    <a:pt x="18400" y="5400"/>
                    <a:pt x="17600" y="5143"/>
                    <a:pt x="17600" y="4886"/>
                  </a:cubicBezTo>
                  <a:cubicBezTo>
                    <a:pt x="17200" y="4629"/>
                    <a:pt x="14400" y="3857"/>
                    <a:pt x="15200" y="3343"/>
                  </a:cubicBezTo>
                  <a:cubicBezTo>
                    <a:pt x="15200" y="3343"/>
                    <a:pt x="16000" y="3086"/>
                    <a:pt x="16000" y="3086"/>
                  </a:cubicBezTo>
                  <a:cubicBezTo>
                    <a:pt x="16000" y="3086"/>
                    <a:pt x="14800" y="2571"/>
                    <a:pt x="15600" y="2571"/>
                  </a:cubicBezTo>
                  <a:cubicBezTo>
                    <a:pt x="16800" y="2571"/>
                    <a:pt x="17600" y="1286"/>
                    <a:pt x="16400" y="771"/>
                  </a:cubicBezTo>
                  <a:cubicBezTo>
                    <a:pt x="16000" y="514"/>
                    <a:pt x="15200" y="514"/>
                    <a:pt x="14800" y="257"/>
                  </a:cubicBezTo>
                  <a:cubicBezTo>
                    <a:pt x="14400" y="0"/>
                    <a:pt x="14000" y="0"/>
                    <a:pt x="13600" y="0"/>
                  </a:cubicBezTo>
                  <a:cubicBezTo>
                    <a:pt x="12800" y="257"/>
                    <a:pt x="12400" y="0"/>
                    <a:pt x="11600" y="257"/>
                  </a:cubicBezTo>
                  <a:cubicBezTo>
                    <a:pt x="11200" y="514"/>
                    <a:pt x="10400" y="1029"/>
                    <a:pt x="10000" y="1286"/>
                  </a:cubicBezTo>
                  <a:cubicBezTo>
                    <a:pt x="10000" y="1543"/>
                    <a:pt x="10000" y="2571"/>
                    <a:pt x="9600" y="2571"/>
                  </a:cubicBezTo>
                  <a:cubicBezTo>
                    <a:pt x="9200" y="2829"/>
                    <a:pt x="8800" y="3086"/>
                    <a:pt x="8400" y="3343"/>
                  </a:cubicBezTo>
                  <a:cubicBezTo>
                    <a:pt x="8000" y="3343"/>
                    <a:pt x="7200" y="2829"/>
                    <a:pt x="6800" y="2829"/>
                  </a:cubicBezTo>
                  <a:cubicBezTo>
                    <a:pt x="6400" y="2829"/>
                    <a:pt x="6000" y="3086"/>
                    <a:pt x="5600" y="3086"/>
                  </a:cubicBezTo>
                  <a:cubicBezTo>
                    <a:pt x="4400" y="3343"/>
                    <a:pt x="3600" y="3086"/>
                    <a:pt x="2800" y="2571"/>
                  </a:cubicBezTo>
                  <a:cubicBezTo>
                    <a:pt x="2800" y="2314"/>
                    <a:pt x="2000" y="1800"/>
                    <a:pt x="1600" y="1800"/>
                  </a:cubicBezTo>
                  <a:cubicBezTo>
                    <a:pt x="1200" y="1800"/>
                    <a:pt x="400" y="2314"/>
                    <a:pt x="0" y="2314"/>
                  </a:cubicBezTo>
                  <a:cubicBezTo>
                    <a:pt x="800" y="2829"/>
                    <a:pt x="2000" y="3343"/>
                    <a:pt x="3200" y="3600"/>
                  </a:cubicBezTo>
                  <a:cubicBezTo>
                    <a:pt x="3600" y="3600"/>
                    <a:pt x="4400" y="3857"/>
                    <a:pt x="4800" y="4114"/>
                  </a:cubicBezTo>
                  <a:cubicBezTo>
                    <a:pt x="5200" y="4371"/>
                    <a:pt x="5200" y="4629"/>
                    <a:pt x="5600" y="4886"/>
                  </a:cubicBezTo>
                  <a:cubicBezTo>
                    <a:pt x="5600" y="5143"/>
                    <a:pt x="5200" y="5143"/>
                    <a:pt x="5600" y="5400"/>
                  </a:cubicBezTo>
                  <a:cubicBezTo>
                    <a:pt x="5600" y="5657"/>
                    <a:pt x="6400" y="5914"/>
                    <a:pt x="6000" y="6171"/>
                  </a:cubicBezTo>
                  <a:cubicBezTo>
                    <a:pt x="6000" y="6429"/>
                    <a:pt x="5600" y="6686"/>
                    <a:pt x="6000" y="6943"/>
                  </a:cubicBezTo>
                  <a:cubicBezTo>
                    <a:pt x="6000" y="6943"/>
                    <a:pt x="6400" y="7457"/>
                    <a:pt x="6400" y="7457"/>
                  </a:cubicBezTo>
                  <a:cubicBezTo>
                    <a:pt x="6000" y="7714"/>
                    <a:pt x="6000" y="8229"/>
                    <a:pt x="6000" y="8486"/>
                  </a:cubicBezTo>
                  <a:cubicBezTo>
                    <a:pt x="6000" y="8486"/>
                    <a:pt x="6800" y="9257"/>
                    <a:pt x="6800" y="9257"/>
                  </a:cubicBezTo>
                  <a:cubicBezTo>
                    <a:pt x="7200" y="9514"/>
                    <a:pt x="8000" y="9771"/>
                    <a:pt x="8400" y="9771"/>
                  </a:cubicBezTo>
                  <a:cubicBezTo>
                    <a:pt x="8800" y="10029"/>
                    <a:pt x="8800" y="10286"/>
                    <a:pt x="8800" y="10543"/>
                  </a:cubicBezTo>
                  <a:cubicBezTo>
                    <a:pt x="8800" y="10800"/>
                    <a:pt x="9200" y="11057"/>
                    <a:pt x="9200" y="11314"/>
                  </a:cubicBezTo>
                  <a:cubicBezTo>
                    <a:pt x="9200" y="11571"/>
                    <a:pt x="8400" y="11314"/>
                    <a:pt x="8000" y="11314"/>
                  </a:cubicBezTo>
                  <a:cubicBezTo>
                    <a:pt x="7600" y="11314"/>
                    <a:pt x="6400" y="12343"/>
                    <a:pt x="6400" y="12600"/>
                  </a:cubicBezTo>
                  <a:cubicBezTo>
                    <a:pt x="6000" y="12857"/>
                    <a:pt x="5600" y="12857"/>
                    <a:pt x="5200" y="13114"/>
                  </a:cubicBezTo>
                  <a:cubicBezTo>
                    <a:pt x="4800" y="13371"/>
                    <a:pt x="4400" y="13629"/>
                    <a:pt x="4000" y="13886"/>
                  </a:cubicBezTo>
                  <a:cubicBezTo>
                    <a:pt x="3600" y="13886"/>
                    <a:pt x="1600" y="14914"/>
                    <a:pt x="1600" y="14657"/>
                  </a:cubicBezTo>
                  <a:cubicBezTo>
                    <a:pt x="1600" y="15171"/>
                    <a:pt x="800" y="15429"/>
                    <a:pt x="800" y="15943"/>
                  </a:cubicBezTo>
                  <a:cubicBezTo>
                    <a:pt x="1200" y="16457"/>
                    <a:pt x="800" y="17229"/>
                    <a:pt x="1600" y="17229"/>
                  </a:cubicBezTo>
                  <a:cubicBezTo>
                    <a:pt x="2000" y="17229"/>
                    <a:pt x="1600" y="18514"/>
                    <a:pt x="1600" y="18771"/>
                  </a:cubicBezTo>
                  <a:cubicBezTo>
                    <a:pt x="1600" y="19286"/>
                    <a:pt x="800" y="19800"/>
                    <a:pt x="1600" y="20057"/>
                  </a:cubicBezTo>
                  <a:cubicBezTo>
                    <a:pt x="1600" y="20057"/>
                    <a:pt x="3200" y="20314"/>
                    <a:pt x="2800" y="20571"/>
                  </a:cubicBezTo>
                  <a:cubicBezTo>
                    <a:pt x="2800" y="20571"/>
                    <a:pt x="2000" y="20829"/>
                    <a:pt x="2000" y="20829"/>
                  </a:cubicBezTo>
                  <a:cubicBezTo>
                    <a:pt x="2800" y="20829"/>
                    <a:pt x="2800" y="20314"/>
                    <a:pt x="3200" y="20314"/>
                  </a:cubicBezTo>
                  <a:cubicBezTo>
                    <a:pt x="4000" y="20057"/>
                    <a:pt x="3200" y="21343"/>
                    <a:pt x="3200" y="21343"/>
                  </a:cubicBezTo>
                  <a:cubicBezTo>
                    <a:pt x="3200" y="21343"/>
                    <a:pt x="4400" y="20571"/>
                    <a:pt x="4400" y="20571"/>
                  </a:cubicBezTo>
                  <a:cubicBezTo>
                    <a:pt x="4800" y="20314"/>
                    <a:pt x="4400" y="21343"/>
                    <a:pt x="4400" y="21343"/>
                  </a:cubicBezTo>
                  <a:cubicBezTo>
                    <a:pt x="5600" y="21600"/>
                    <a:pt x="8000" y="20829"/>
                    <a:pt x="9200" y="20571"/>
                  </a:cubicBezTo>
                  <a:cubicBezTo>
                    <a:pt x="10800" y="20314"/>
                    <a:pt x="12400" y="20314"/>
                    <a:pt x="14400" y="20057"/>
                  </a:cubicBezTo>
                  <a:cubicBezTo>
                    <a:pt x="15600" y="19029"/>
                    <a:pt x="17200" y="18257"/>
                    <a:pt x="18400" y="17486"/>
                  </a:cubicBezTo>
                  <a:cubicBezTo>
                    <a:pt x="19200" y="16971"/>
                    <a:pt x="21600" y="15943"/>
                    <a:pt x="21200" y="15171"/>
                  </a:cubicBezTo>
                  <a:cubicBezTo>
                    <a:pt x="20800" y="14657"/>
                    <a:pt x="21600" y="15943"/>
                    <a:pt x="21200" y="151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6" name="Shape 5546"/>
            <p:cNvSpPr/>
            <p:nvPr/>
          </p:nvSpPr>
          <p:spPr>
            <a:xfrm>
              <a:off x="8057956" y="1251023"/>
              <a:ext cx="1181941" cy="994787"/>
            </a:xfrm>
            <a:custGeom>
              <a:avLst/>
              <a:gdLst/>
              <a:ahLst/>
              <a:cxnLst>
                <a:cxn ang="0">
                  <a:pos x="wd2" y="hd2"/>
                </a:cxn>
                <a:cxn ang="5400000">
                  <a:pos x="wd2" y="hd2"/>
                </a:cxn>
                <a:cxn ang="10800000">
                  <a:pos x="wd2" y="hd2"/>
                </a:cxn>
                <a:cxn ang="16200000">
                  <a:pos x="wd2" y="hd2"/>
                </a:cxn>
              </a:cxnLst>
              <a:rect l="0" t="0" r="r" b="b"/>
              <a:pathLst>
                <a:path w="21371" h="21482" fill="norm" stroke="1" extrusionOk="0">
                  <a:moveTo>
                    <a:pt x="5644" y="20271"/>
                  </a:moveTo>
                  <a:cubicBezTo>
                    <a:pt x="5644" y="20271"/>
                    <a:pt x="5812" y="19665"/>
                    <a:pt x="5812" y="19463"/>
                  </a:cubicBezTo>
                  <a:cubicBezTo>
                    <a:pt x="5812" y="19060"/>
                    <a:pt x="5981" y="18858"/>
                    <a:pt x="6319" y="18656"/>
                  </a:cubicBezTo>
                  <a:cubicBezTo>
                    <a:pt x="6656" y="18252"/>
                    <a:pt x="6319" y="17646"/>
                    <a:pt x="6319" y="17445"/>
                  </a:cubicBezTo>
                  <a:cubicBezTo>
                    <a:pt x="6319" y="16839"/>
                    <a:pt x="6994" y="16839"/>
                    <a:pt x="6487" y="16435"/>
                  </a:cubicBezTo>
                  <a:cubicBezTo>
                    <a:pt x="6150" y="16032"/>
                    <a:pt x="5981" y="16032"/>
                    <a:pt x="6150" y="15426"/>
                  </a:cubicBezTo>
                  <a:cubicBezTo>
                    <a:pt x="6319" y="15022"/>
                    <a:pt x="6150" y="14618"/>
                    <a:pt x="6150" y="14215"/>
                  </a:cubicBezTo>
                  <a:cubicBezTo>
                    <a:pt x="5981" y="13609"/>
                    <a:pt x="5812" y="13003"/>
                    <a:pt x="6319" y="12600"/>
                  </a:cubicBezTo>
                  <a:cubicBezTo>
                    <a:pt x="6487" y="12398"/>
                    <a:pt x="6825" y="12398"/>
                    <a:pt x="6994" y="12196"/>
                  </a:cubicBezTo>
                  <a:cubicBezTo>
                    <a:pt x="7162" y="12196"/>
                    <a:pt x="7331" y="12398"/>
                    <a:pt x="7500" y="12196"/>
                  </a:cubicBezTo>
                  <a:cubicBezTo>
                    <a:pt x="7668" y="11792"/>
                    <a:pt x="7500" y="11590"/>
                    <a:pt x="7331" y="11389"/>
                  </a:cubicBezTo>
                  <a:cubicBezTo>
                    <a:pt x="7331" y="10985"/>
                    <a:pt x="7668" y="10783"/>
                    <a:pt x="7837" y="10379"/>
                  </a:cubicBezTo>
                  <a:cubicBezTo>
                    <a:pt x="7837" y="10177"/>
                    <a:pt x="8006" y="9572"/>
                    <a:pt x="8006" y="9168"/>
                  </a:cubicBezTo>
                  <a:cubicBezTo>
                    <a:pt x="8006" y="8764"/>
                    <a:pt x="8681" y="8764"/>
                    <a:pt x="8512" y="8562"/>
                  </a:cubicBezTo>
                  <a:cubicBezTo>
                    <a:pt x="8512" y="8159"/>
                    <a:pt x="8850" y="7957"/>
                    <a:pt x="9018" y="7553"/>
                  </a:cubicBezTo>
                  <a:cubicBezTo>
                    <a:pt x="9356" y="7149"/>
                    <a:pt x="9356" y="7351"/>
                    <a:pt x="9356" y="6746"/>
                  </a:cubicBezTo>
                  <a:cubicBezTo>
                    <a:pt x="9187" y="6544"/>
                    <a:pt x="9862" y="5534"/>
                    <a:pt x="10031" y="5534"/>
                  </a:cubicBezTo>
                  <a:cubicBezTo>
                    <a:pt x="10200" y="5332"/>
                    <a:pt x="10706" y="5534"/>
                    <a:pt x="10875" y="5534"/>
                  </a:cubicBezTo>
                  <a:cubicBezTo>
                    <a:pt x="10875" y="5131"/>
                    <a:pt x="10875" y="4929"/>
                    <a:pt x="10875" y="4525"/>
                  </a:cubicBezTo>
                  <a:cubicBezTo>
                    <a:pt x="11381" y="4727"/>
                    <a:pt x="11719" y="4727"/>
                    <a:pt x="12056" y="4929"/>
                  </a:cubicBezTo>
                  <a:cubicBezTo>
                    <a:pt x="12731" y="4929"/>
                    <a:pt x="12394" y="4121"/>
                    <a:pt x="12562" y="3718"/>
                  </a:cubicBezTo>
                  <a:cubicBezTo>
                    <a:pt x="12562" y="3718"/>
                    <a:pt x="12900" y="3718"/>
                    <a:pt x="13069" y="3718"/>
                  </a:cubicBezTo>
                  <a:cubicBezTo>
                    <a:pt x="13237" y="3516"/>
                    <a:pt x="13575" y="3112"/>
                    <a:pt x="13744" y="3516"/>
                  </a:cubicBezTo>
                  <a:cubicBezTo>
                    <a:pt x="14081" y="3718"/>
                    <a:pt x="14081" y="4121"/>
                    <a:pt x="14419" y="4323"/>
                  </a:cubicBezTo>
                  <a:cubicBezTo>
                    <a:pt x="14587" y="4323"/>
                    <a:pt x="14925" y="4323"/>
                    <a:pt x="15094" y="4323"/>
                  </a:cubicBezTo>
                  <a:cubicBezTo>
                    <a:pt x="15262" y="4323"/>
                    <a:pt x="15431" y="4121"/>
                    <a:pt x="15769" y="4121"/>
                  </a:cubicBezTo>
                  <a:cubicBezTo>
                    <a:pt x="15937" y="4121"/>
                    <a:pt x="16106" y="4525"/>
                    <a:pt x="16444" y="4525"/>
                  </a:cubicBezTo>
                  <a:cubicBezTo>
                    <a:pt x="16444" y="4323"/>
                    <a:pt x="17119" y="3919"/>
                    <a:pt x="17119" y="3919"/>
                  </a:cubicBezTo>
                  <a:cubicBezTo>
                    <a:pt x="17119" y="3314"/>
                    <a:pt x="17119" y="3112"/>
                    <a:pt x="17287" y="2708"/>
                  </a:cubicBezTo>
                  <a:cubicBezTo>
                    <a:pt x="17456" y="2506"/>
                    <a:pt x="17794" y="2103"/>
                    <a:pt x="17962" y="2103"/>
                  </a:cubicBezTo>
                  <a:cubicBezTo>
                    <a:pt x="18131" y="2103"/>
                    <a:pt x="18300" y="2103"/>
                    <a:pt x="18469" y="2103"/>
                  </a:cubicBezTo>
                  <a:cubicBezTo>
                    <a:pt x="18637" y="2103"/>
                    <a:pt x="18637" y="1901"/>
                    <a:pt x="18806" y="1901"/>
                  </a:cubicBezTo>
                  <a:cubicBezTo>
                    <a:pt x="18975" y="1901"/>
                    <a:pt x="19312" y="2304"/>
                    <a:pt x="19481" y="2304"/>
                  </a:cubicBezTo>
                  <a:cubicBezTo>
                    <a:pt x="19818" y="2506"/>
                    <a:pt x="19987" y="2708"/>
                    <a:pt x="19987" y="3314"/>
                  </a:cubicBezTo>
                  <a:cubicBezTo>
                    <a:pt x="20325" y="3314"/>
                    <a:pt x="21168" y="2708"/>
                    <a:pt x="20831" y="2304"/>
                  </a:cubicBezTo>
                  <a:cubicBezTo>
                    <a:pt x="21168" y="2506"/>
                    <a:pt x="20325" y="2506"/>
                    <a:pt x="20156" y="2506"/>
                  </a:cubicBezTo>
                  <a:cubicBezTo>
                    <a:pt x="21000" y="2304"/>
                    <a:pt x="19818" y="1699"/>
                    <a:pt x="19650" y="1901"/>
                  </a:cubicBezTo>
                  <a:cubicBezTo>
                    <a:pt x="19818" y="1699"/>
                    <a:pt x="19987" y="1901"/>
                    <a:pt x="19987" y="1901"/>
                  </a:cubicBezTo>
                  <a:cubicBezTo>
                    <a:pt x="20325" y="1901"/>
                    <a:pt x="20662" y="1901"/>
                    <a:pt x="20831" y="1699"/>
                  </a:cubicBezTo>
                  <a:cubicBezTo>
                    <a:pt x="21000" y="1699"/>
                    <a:pt x="21506" y="1295"/>
                    <a:pt x="21337" y="1093"/>
                  </a:cubicBezTo>
                  <a:cubicBezTo>
                    <a:pt x="21000" y="891"/>
                    <a:pt x="20494" y="689"/>
                    <a:pt x="19987" y="488"/>
                  </a:cubicBezTo>
                  <a:cubicBezTo>
                    <a:pt x="19818" y="286"/>
                    <a:pt x="19650" y="689"/>
                    <a:pt x="19481" y="891"/>
                  </a:cubicBezTo>
                  <a:cubicBezTo>
                    <a:pt x="19481" y="891"/>
                    <a:pt x="19144" y="1497"/>
                    <a:pt x="19144" y="1295"/>
                  </a:cubicBezTo>
                  <a:cubicBezTo>
                    <a:pt x="19144" y="1295"/>
                    <a:pt x="19144" y="1093"/>
                    <a:pt x="19144" y="891"/>
                  </a:cubicBezTo>
                  <a:cubicBezTo>
                    <a:pt x="19144" y="891"/>
                    <a:pt x="18806" y="891"/>
                    <a:pt x="18806" y="891"/>
                  </a:cubicBezTo>
                  <a:cubicBezTo>
                    <a:pt x="18975" y="689"/>
                    <a:pt x="19312" y="891"/>
                    <a:pt x="19312" y="689"/>
                  </a:cubicBezTo>
                  <a:cubicBezTo>
                    <a:pt x="19312" y="689"/>
                    <a:pt x="18806" y="689"/>
                    <a:pt x="18806" y="689"/>
                  </a:cubicBezTo>
                  <a:cubicBezTo>
                    <a:pt x="18806" y="488"/>
                    <a:pt x="19481" y="488"/>
                    <a:pt x="19481" y="286"/>
                  </a:cubicBezTo>
                  <a:cubicBezTo>
                    <a:pt x="19312" y="84"/>
                    <a:pt x="18300" y="-118"/>
                    <a:pt x="18469" y="286"/>
                  </a:cubicBezTo>
                  <a:cubicBezTo>
                    <a:pt x="18637" y="488"/>
                    <a:pt x="18637" y="488"/>
                    <a:pt x="18469" y="689"/>
                  </a:cubicBezTo>
                  <a:cubicBezTo>
                    <a:pt x="18300" y="891"/>
                    <a:pt x="17962" y="1295"/>
                    <a:pt x="17794" y="1295"/>
                  </a:cubicBezTo>
                  <a:cubicBezTo>
                    <a:pt x="17625" y="1295"/>
                    <a:pt x="17794" y="488"/>
                    <a:pt x="17794" y="488"/>
                  </a:cubicBezTo>
                  <a:cubicBezTo>
                    <a:pt x="17794" y="286"/>
                    <a:pt x="16950" y="1699"/>
                    <a:pt x="16781" y="1699"/>
                  </a:cubicBezTo>
                  <a:cubicBezTo>
                    <a:pt x="16275" y="1699"/>
                    <a:pt x="16781" y="891"/>
                    <a:pt x="16950" y="689"/>
                  </a:cubicBezTo>
                  <a:cubicBezTo>
                    <a:pt x="17119" y="689"/>
                    <a:pt x="17287" y="286"/>
                    <a:pt x="17287" y="286"/>
                  </a:cubicBezTo>
                  <a:cubicBezTo>
                    <a:pt x="17119" y="84"/>
                    <a:pt x="16781" y="-118"/>
                    <a:pt x="16781" y="84"/>
                  </a:cubicBezTo>
                  <a:cubicBezTo>
                    <a:pt x="16781" y="84"/>
                    <a:pt x="16950" y="286"/>
                    <a:pt x="16950" y="286"/>
                  </a:cubicBezTo>
                  <a:cubicBezTo>
                    <a:pt x="16950" y="286"/>
                    <a:pt x="16612" y="286"/>
                    <a:pt x="16444" y="286"/>
                  </a:cubicBezTo>
                  <a:cubicBezTo>
                    <a:pt x="16275" y="488"/>
                    <a:pt x="16444" y="286"/>
                    <a:pt x="16275" y="84"/>
                  </a:cubicBezTo>
                  <a:cubicBezTo>
                    <a:pt x="16275" y="84"/>
                    <a:pt x="15937" y="488"/>
                    <a:pt x="15937" y="488"/>
                  </a:cubicBezTo>
                  <a:cubicBezTo>
                    <a:pt x="15937" y="689"/>
                    <a:pt x="16275" y="891"/>
                    <a:pt x="16106" y="891"/>
                  </a:cubicBezTo>
                  <a:cubicBezTo>
                    <a:pt x="15937" y="891"/>
                    <a:pt x="15937" y="891"/>
                    <a:pt x="15937" y="891"/>
                  </a:cubicBezTo>
                  <a:cubicBezTo>
                    <a:pt x="15769" y="891"/>
                    <a:pt x="15769" y="1093"/>
                    <a:pt x="15769" y="1295"/>
                  </a:cubicBezTo>
                  <a:cubicBezTo>
                    <a:pt x="15937" y="891"/>
                    <a:pt x="15262" y="1093"/>
                    <a:pt x="15262" y="1093"/>
                  </a:cubicBezTo>
                  <a:cubicBezTo>
                    <a:pt x="15262" y="1093"/>
                    <a:pt x="15600" y="891"/>
                    <a:pt x="15600" y="689"/>
                  </a:cubicBezTo>
                  <a:cubicBezTo>
                    <a:pt x="15600" y="891"/>
                    <a:pt x="14925" y="1093"/>
                    <a:pt x="14756" y="1093"/>
                  </a:cubicBezTo>
                  <a:cubicBezTo>
                    <a:pt x="14587" y="1093"/>
                    <a:pt x="15262" y="1699"/>
                    <a:pt x="15262" y="1699"/>
                  </a:cubicBezTo>
                  <a:cubicBezTo>
                    <a:pt x="15262" y="1699"/>
                    <a:pt x="15094" y="2103"/>
                    <a:pt x="15094" y="2103"/>
                  </a:cubicBezTo>
                  <a:cubicBezTo>
                    <a:pt x="15094" y="2103"/>
                    <a:pt x="14587" y="1497"/>
                    <a:pt x="14587" y="1497"/>
                  </a:cubicBezTo>
                  <a:cubicBezTo>
                    <a:pt x="14587" y="1497"/>
                    <a:pt x="14250" y="2103"/>
                    <a:pt x="14250" y="1497"/>
                  </a:cubicBezTo>
                  <a:cubicBezTo>
                    <a:pt x="14081" y="1295"/>
                    <a:pt x="13575" y="1699"/>
                    <a:pt x="13406" y="1497"/>
                  </a:cubicBezTo>
                  <a:cubicBezTo>
                    <a:pt x="13575" y="1699"/>
                    <a:pt x="14081" y="1699"/>
                    <a:pt x="14081" y="1901"/>
                  </a:cubicBezTo>
                  <a:cubicBezTo>
                    <a:pt x="14081" y="1901"/>
                    <a:pt x="13912" y="1901"/>
                    <a:pt x="13912" y="2103"/>
                  </a:cubicBezTo>
                  <a:cubicBezTo>
                    <a:pt x="13912" y="2304"/>
                    <a:pt x="14081" y="2304"/>
                    <a:pt x="14081" y="2506"/>
                  </a:cubicBezTo>
                  <a:cubicBezTo>
                    <a:pt x="14081" y="2506"/>
                    <a:pt x="13575" y="2304"/>
                    <a:pt x="13575" y="2103"/>
                  </a:cubicBezTo>
                  <a:cubicBezTo>
                    <a:pt x="13406" y="2103"/>
                    <a:pt x="13406" y="2304"/>
                    <a:pt x="13406" y="2506"/>
                  </a:cubicBezTo>
                  <a:cubicBezTo>
                    <a:pt x="13237" y="2506"/>
                    <a:pt x="13237" y="2304"/>
                    <a:pt x="13237" y="2103"/>
                  </a:cubicBezTo>
                  <a:cubicBezTo>
                    <a:pt x="13237" y="2103"/>
                    <a:pt x="12900" y="2506"/>
                    <a:pt x="12900" y="2506"/>
                  </a:cubicBezTo>
                  <a:cubicBezTo>
                    <a:pt x="12731" y="2708"/>
                    <a:pt x="13069" y="2708"/>
                    <a:pt x="13069" y="2910"/>
                  </a:cubicBezTo>
                  <a:cubicBezTo>
                    <a:pt x="13069" y="2910"/>
                    <a:pt x="12731" y="2910"/>
                    <a:pt x="12731" y="2910"/>
                  </a:cubicBezTo>
                  <a:cubicBezTo>
                    <a:pt x="12562" y="2708"/>
                    <a:pt x="12731" y="2506"/>
                    <a:pt x="12731" y="2304"/>
                  </a:cubicBezTo>
                  <a:cubicBezTo>
                    <a:pt x="12731" y="2304"/>
                    <a:pt x="12225" y="2708"/>
                    <a:pt x="12225" y="2708"/>
                  </a:cubicBezTo>
                  <a:cubicBezTo>
                    <a:pt x="12225" y="2708"/>
                    <a:pt x="12225" y="2708"/>
                    <a:pt x="12394" y="2708"/>
                  </a:cubicBezTo>
                  <a:cubicBezTo>
                    <a:pt x="12225" y="2708"/>
                    <a:pt x="12056" y="3112"/>
                    <a:pt x="12056" y="3112"/>
                  </a:cubicBezTo>
                  <a:cubicBezTo>
                    <a:pt x="11887" y="2910"/>
                    <a:pt x="12225" y="2708"/>
                    <a:pt x="12056" y="2708"/>
                  </a:cubicBezTo>
                  <a:cubicBezTo>
                    <a:pt x="11887" y="2506"/>
                    <a:pt x="11719" y="2506"/>
                    <a:pt x="11719" y="2304"/>
                  </a:cubicBezTo>
                  <a:cubicBezTo>
                    <a:pt x="11719" y="2304"/>
                    <a:pt x="12056" y="2304"/>
                    <a:pt x="12056" y="2304"/>
                  </a:cubicBezTo>
                  <a:cubicBezTo>
                    <a:pt x="12056" y="2103"/>
                    <a:pt x="11550" y="1901"/>
                    <a:pt x="11381" y="1901"/>
                  </a:cubicBezTo>
                  <a:cubicBezTo>
                    <a:pt x="11381" y="2103"/>
                    <a:pt x="11550" y="2506"/>
                    <a:pt x="11550" y="2506"/>
                  </a:cubicBezTo>
                  <a:cubicBezTo>
                    <a:pt x="11550" y="2506"/>
                    <a:pt x="10875" y="2708"/>
                    <a:pt x="11044" y="2708"/>
                  </a:cubicBezTo>
                  <a:cubicBezTo>
                    <a:pt x="11044" y="2708"/>
                    <a:pt x="11381" y="2708"/>
                    <a:pt x="11381" y="2708"/>
                  </a:cubicBezTo>
                  <a:cubicBezTo>
                    <a:pt x="11381" y="2708"/>
                    <a:pt x="11212" y="2708"/>
                    <a:pt x="11212" y="2708"/>
                  </a:cubicBezTo>
                  <a:cubicBezTo>
                    <a:pt x="11381" y="3112"/>
                    <a:pt x="11719" y="2708"/>
                    <a:pt x="11550" y="2708"/>
                  </a:cubicBezTo>
                  <a:cubicBezTo>
                    <a:pt x="11719" y="2910"/>
                    <a:pt x="11550" y="3112"/>
                    <a:pt x="11550" y="3112"/>
                  </a:cubicBezTo>
                  <a:cubicBezTo>
                    <a:pt x="11550" y="3314"/>
                    <a:pt x="11212" y="2910"/>
                    <a:pt x="11212" y="2910"/>
                  </a:cubicBezTo>
                  <a:cubicBezTo>
                    <a:pt x="11044" y="2910"/>
                    <a:pt x="11044" y="2708"/>
                    <a:pt x="10875" y="2708"/>
                  </a:cubicBezTo>
                  <a:cubicBezTo>
                    <a:pt x="10875" y="2708"/>
                    <a:pt x="10706" y="3112"/>
                    <a:pt x="10537" y="2910"/>
                  </a:cubicBezTo>
                  <a:cubicBezTo>
                    <a:pt x="10537" y="2708"/>
                    <a:pt x="10031" y="3112"/>
                    <a:pt x="10031" y="3112"/>
                  </a:cubicBezTo>
                  <a:cubicBezTo>
                    <a:pt x="10031" y="3112"/>
                    <a:pt x="10031" y="3718"/>
                    <a:pt x="10031" y="3718"/>
                  </a:cubicBezTo>
                  <a:cubicBezTo>
                    <a:pt x="10031" y="3919"/>
                    <a:pt x="10200" y="3314"/>
                    <a:pt x="10368" y="3516"/>
                  </a:cubicBezTo>
                  <a:cubicBezTo>
                    <a:pt x="10368" y="3516"/>
                    <a:pt x="10706" y="3718"/>
                    <a:pt x="10706" y="3516"/>
                  </a:cubicBezTo>
                  <a:cubicBezTo>
                    <a:pt x="10706" y="3718"/>
                    <a:pt x="10537" y="3718"/>
                    <a:pt x="10537" y="3919"/>
                  </a:cubicBezTo>
                  <a:cubicBezTo>
                    <a:pt x="10368" y="3919"/>
                    <a:pt x="10537" y="4323"/>
                    <a:pt x="10368" y="4323"/>
                  </a:cubicBezTo>
                  <a:cubicBezTo>
                    <a:pt x="10368" y="4525"/>
                    <a:pt x="10200" y="4121"/>
                    <a:pt x="10200" y="4121"/>
                  </a:cubicBezTo>
                  <a:cubicBezTo>
                    <a:pt x="10031" y="4121"/>
                    <a:pt x="10031" y="4525"/>
                    <a:pt x="9862" y="4525"/>
                  </a:cubicBezTo>
                  <a:cubicBezTo>
                    <a:pt x="9862" y="4525"/>
                    <a:pt x="9862" y="4121"/>
                    <a:pt x="9862" y="4121"/>
                  </a:cubicBezTo>
                  <a:cubicBezTo>
                    <a:pt x="9693" y="4121"/>
                    <a:pt x="9693" y="4323"/>
                    <a:pt x="9525" y="4323"/>
                  </a:cubicBezTo>
                  <a:cubicBezTo>
                    <a:pt x="9525" y="4323"/>
                    <a:pt x="9525" y="3919"/>
                    <a:pt x="9525" y="3919"/>
                  </a:cubicBezTo>
                  <a:cubicBezTo>
                    <a:pt x="9525" y="3718"/>
                    <a:pt x="9356" y="4323"/>
                    <a:pt x="9187" y="4323"/>
                  </a:cubicBezTo>
                  <a:cubicBezTo>
                    <a:pt x="8850" y="4525"/>
                    <a:pt x="9356" y="3314"/>
                    <a:pt x="9356" y="3314"/>
                  </a:cubicBezTo>
                  <a:cubicBezTo>
                    <a:pt x="9187" y="3314"/>
                    <a:pt x="8850" y="3516"/>
                    <a:pt x="8850" y="3516"/>
                  </a:cubicBezTo>
                  <a:cubicBezTo>
                    <a:pt x="8681" y="3718"/>
                    <a:pt x="9018" y="3919"/>
                    <a:pt x="9018" y="3919"/>
                  </a:cubicBezTo>
                  <a:cubicBezTo>
                    <a:pt x="8850" y="3919"/>
                    <a:pt x="8850" y="3919"/>
                    <a:pt x="8681" y="3919"/>
                  </a:cubicBezTo>
                  <a:cubicBezTo>
                    <a:pt x="8681" y="3919"/>
                    <a:pt x="8681" y="4121"/>
                    <a:pt x="8512" y="4323"/>
                  </a:cubicBezTo>
                  <a:cubicBezTo>
                    <a:pt x="8681" y="4121"/>
                    <a:pt x="7837" y="4121"/>
                    <a:pt x="8175" y="4323"/>
                  </a:cubicBezTo>
                  <a:cubicBezTo>
                    <a:pt x="8175" y="4525"/>
                    <a:pt x="8512" y="4323"/>
                    <a:pt x="8512" y="4323"/>
                  </a:cubicBezTo>
                  <a:cubicBezTo>
                    <a:pt x="8512" y="4323"/>
                    <a:pt x="8343" y="4525"/>
                    <a:pt x="8512" y="4525"/>
                  </a:cubicBezTo>
                  <a:cubicBezTo>
                    <a:pt x="8512" y="4525"/>
                    <a:pt x="8681" y="4525"/>
                    <a:pt x="8681" y="4323"/>
                  </a:cubicBezTo>
                  <a:cubicBezTo>
                    <a:pt x="8681" y="4323"/>
                    <a:pt x="8681" y="4727"/>
                    <a:pt x="8512" y="4727"/>
                  </a:cubicBezTo>
                  <a:cubicBezTo>
                    <a:pt x="8343" y="4727"/>
                    <a:pt x="8343" y="4525"/>
                    <a:pt x="8175" y="4525"/>
                  </a:cubicBezTo>
                  <a:cubicBezTo>
                    <a:pt x="8006" y="4727"/>
                    <a:pt x="8006" y="5131"/>
                    <a:pt x="7837" y="5131"/>
                  </a:cubicBezTo>
                  <a:cubicBezTo>
                    <a:pt x="7837" y="5131"/>
                    <a:pt x="7331" y="5131"/>
                    <a:pt x="7331" y="5131"/>
                  </a:cubicBezTo>
                  <a:cubicBezTo>
                    <a:pt x="7331" y="5736"/>
                    <a:pt x="8512" y="4929"/>
                    <a:pt x="8512" y="4929"/>
                  </a:cubicBezTo>
                  <a:cubicBezTo>
                    <a:pt x="8681" y="4929"/>
                    <a:pt x="8850" y="4727"/>
                    <a:pt x="9018" y="4929"/>
                  </a:cubicBezTo>
                  <a:cubicBezTo>
                    <a:pt x="9356" y="4929"/>
                    <a:pt x="9187" y="4525"/>
                    <a:pt x="9018" y="4525"/>
                  </a:cubicBezTo>
                  <a:cubicBezTo>
                    <a:pt x="9187" y="4525"/>
                    <a:pt x="9187" y="4525"/>
                    <a:pt x="9187" y="4525"/>
                  </a:cubicBezTo>
                  <a:cubicBezTo>
                    <a:pt x="9356" y="4929"/>
                    <a:pt x="9525" y="4525"/>
                    <a:pt x="9693" y="4525"/>
                  </a:cubicBezTo>
                  <a:cubicBezTo>
                    <a:pt x="9525" y="4525"/>
                    <a:pt x="9525" y="4929"/>
                    <a:pt x="9356" y="4929"/>
                  </a:cubicBezTo>
                  <a:cubicBezTo>
                    <a:pt x="9525" y="4929"/>
                    <a:pt x="9693" y="4929"/>
                    <a:pt x="9693" y="4929"/>
                  </a:cubicBezTo>
                  <a:cubicBezTo>
                    <a:pt x="9693" y="4929"/>
                    <a:pt x="9356" y="5131"/>
                    <a:pt x="9356" y="5332"/>
                  </a:cubicBezTo>
                  <a:cubicBezTo>
                    <a:pt x="9356" y="5332"/>
                    <a:pt x="10200" y="4929"/>
                    <a:pt x="10200" y="5131"/>
                  </a:cubicBezTo>
                  <a:cubicBezTo>
                    <a:pt x="10031" y="5332"/>
                    <a:pt x="9525" y="5131"/>
                    <a:pt x="9525" y="5534"/>
                  </a:cubicBezTo>
                  <a:cubicBezTo>
                    <a:pt x="9356" y="6140"/>
                    <a:pt x="9018" y="5332"/>
                    <a:pt x="9018" y="5332"/>
                  </a:cubicBezTo>
                  <a:cubicBezTo>
                    <a:pt x="9018" y="5131"/>
                    <a:pt x="9018" y="5736"/>
                    <a:pt x="9018" y="5736"/>
                  </a:cubicBezTo>
                  <a:cubicBezTo>
                    <a:pt x="9018" y="5736"/>
                    <a:pt x="8850" y="5332"/>
                    <a:pt x="8681" y="5332"/>
                  </a:cubicBezTo>
                  <a:cubicBezTo>
                    <a:pt x="8512" y="5534"/>
                    <a:pt x="8175" y="5938"/>
                    <a:pt x="8175" y="6140"/>
                  </a:cubicBezTo>
                  <a:cubicBezTo>
                    <a:pt x="8175" y="6140"/>
                    <a:pt x="8512" y="5938"/>
                    <a:pt x="8512" y="5938"/>
                  </a:cubicBezTo>
                  <a:cubicBezTo>
                    <a:pt x="8512" y="6140"/>
                    <a:pt x="8850" y="5938"/>
                    <a:pt x="8850" y="6140"/>
                  </a:cubicBezTo>
                  <a:cubicBezTo>
                    <a:pt x="8850" y="5938"/>
                    <a:pt x="8343" y="6140"/>
                    <a:pt x="8343" y="6342"/>
                  </a:cubicBezTo>
                  <a:cubicBezTo>
                    <a:pt x="8512" y="6544"/>
                    <a:pt x="9018" y="6140"/>
                    <a:pt x="8850" y="6544"/>
                  </a:cubicBezTo>
                  <a:cubicBezTo>
                    <a:pt x="9018" y="6140"/>
                    <a:pt x="7837" y="6746"/>
                    <a:pt x="7837" y="6746"/>
                  </a:cubicBezTo>
                  <a:cubicBezTo>
                    <a:pt x="7837" y="6544"/>
                    <a:pt x="8850" y="6947"/>
                    <a:pt x="8681" y="6947"/>
                  </a:cubicBezTo>
                  <a:cubicBezTo>
                    <a:pt x="8512" y="7149"/>
                    <a:pt x="8343" y="6746"/>
                    <a:pt x="8175" y="6947"/>
                  </a:cubicBezTo>
                  <a:cubicBezTo>
                    <a:pt x="8175" y="6947"/>
                    <a:pt x="8175" y="6947"/>
                    <a:pt x="8175" y="6947"/>
                  </a:cubicBezTo>
                  <a:cubicBezTo>
                    <a:pt x="8175" y="7149"/>
                    <a:pt x="7668" y="6746"/>
                    <a:pt x="7500" y="7149"/>
                  </a:cubicBezTo>
                  <a:cubicBezTo>
                    <a:pt x="7500" y="7149"/>
                    <a:pt x="8006" y="7149"/>
                    <a:pt x="8006" y="7149"/>
                  </a:cubicBezTo>
                  <a:cubicBezTo>
                    <a:pt x="7668" y="7553"/>
                    <a:pt x="7331" y="7149"/>
                    <a:pt x="7500" y="7755"/>
                  </a:cubicBezTo>
                  <a:cubicBezTo>
                    <a:pt x="7500" y="7755"/>
                    <a:pt x="7162" y="7957"/>
                    <a:pt x="7162" y="7957"/>
                  </a:cubicBezTo>
                  <a:cubicBezTo>
                    <a:pt x="6994" y="8159"/>
                    <a:pt x="6994" y="8159"/>
                    <a:pt x="6994" y="8159"/>
                  </a:cubicBezTo>
                  <a:cubicBezTo>
                    <a:pt x="6994" y="8361"/>
                    <a:pt x="6825" y="8361"/>
                    <a:pt x="6825" y="8361"/>
                  </a:cubicBezTo>
                  <a:cubicBezTo>
                    <a:pt x="6825" y="8562"/>
                    <a:pt x="6994" y="8361"/>
                    <a:pt x="6994" y="8361"/>
                  </a:cubicBezTo>
                  <a:cubicBezTo>
                    <a:pt x="7162" y="8361"/>
                    <a:pt x="6994" y="8562"/>
                    <a:pt x="6994" y="8562"/>
                  </a:cubicBezTo>
                  <a:cubicBezTo>
                    <a:pt x="7162" y="8562"/>
                    <a:pt x="7500" y="8764"/>
                    <a:pt x="7668" y="8562"/>
                  </a:cubicBezTo>
                  <a:cubicBezTo>
                    <a:pt x="7331" y="8764"/>
                    <a:pt x="7331" y="8764"/>
                    <a:pt x="6994" y="8764"/>
                  </a:cubicBezTo>
                  <a:cubicBezTo>
                    <a:pt x="6825" y="8764"/>
                    <a:pt x="6319" y="8764"/>
                    <a:pt x="6319" y="8966"/>
                  </a:cubicBezTo>
                  <a:cubicBezTo>
                    <a:pt x="6319" y="8966"/>
                    <a:pt x="6487" y="8966"/>
                    <a:pt x="6487" y="8966"/>
                  </a:cubicBezTo>
                  <a:cubicBezTo>
                    <a:pt x="6487" y="8966"/>
                    <a:pt x="6319" y="9168"/>
                    <a:pt x="6319" y="9168"/>
                  </a:cubicBezTo>
                  <a:cubicBezTo>
                    <a:pt x="6319" y="9168"/>
                    <a:pt x="6656" y="8966"/>
                    <a:pt x="6656" y="9168"/>
                  </a:cubicBezTo>
                  <a:cubicBezTo>
                    <a:pt x="6656" y="9168"/>
                    <a:pt x="6319" y="9572"/>
                    <a:pt x="6319" y="9572"/>
                  </a:cubicBezTo>
                  <a:cubicBezTo>
                    <a:pt x="6319" y="9572"/>
                    <a:pt x="6487" y="9572"/>
                    <a:pt x="6487" y="9774"/>
                  </a:cubicBezTo>
                  <a:cubicBezTo>
                    <a:pt x="6487" y="9774"/>
                    <a:pt x="6150" y="9774"/>
                    <a:pt x="6150" y="9774"/>
                  </a:cubicBezTo>
                  <a:cubicBezTo>
                    <a:pt x="6150" y="9774"/>
                    <a:pt x="6487" y="9975"/>
                    <a:pt x="6487" y="9975"/>
                  </a:cubicBezTo>
                  <a:cubicBezTo>
                    <a:pt x="6319" y="9975"/>
                    <a:pt x="6150" y="9975"/>
                    <a:pt x="6150" y="9975"/>
                  </a:cubicBezTo>
                  <a:cubicBezTo>
                    <a:pt x="6150" y="10177"/>
                    <a:pt x="6319" y="10379"/>
                    <a:pt x="6487" y="10379"/>
                  </a:cubicBezTo>
                  <a:cubicBezTo>
                    <a:pt x="6150" y="10379"/>
                    <a:pt x="5812" y="10379"/>
                    <a:pt x="5644" y="10783"/>
                  </a:cubicBezTo>
                  <a:cubicBezTo>
                    <a:pt x="5644" y="10985"/>
                    <a:pt x="4968" y="10783"/>
                    <a:pt x="4968" y="10783"/>
                  </a:cubicBezTo>
                  <a:cubicBezTo>
                    <a:pt x="4968" y="11389"/>
                    <a:pt x="5981" y="10783"/>
                    <a:pt x="6150" y="10783"/>
                  </a:cubicBezTo>
                  <a:cubicBezTo>
                    <a:pt x="5981" y="10783"/>
                    <a:pt x="5812" y="11187"/>
                    <a:pt x="5812" y="11187"/>
                  </a:cubicBezTo>
                  <a:cubicBezTo>
                    <a:pt x="5306" y="11187"/>
                    <a:pt x="5644" y="11389"/>
                    <a:pt x="5475" y="11590"/>
                  </a:cubicBezTo>
                  <a:cubicBezTo>
                    <a:pt x="5306" y="11792"/>
                    <a:pt x="4968" y="11389"/>
                    <a:pt x="4800" y="11590"/>
                  </a:cubicBezTo>
                  <a:cubicBezTo>
                    <a:pt x="4800" y="11792"/>
                    <a:pt x="4293" y="12196"/>
                    <a:pt x="4293" y="12196"/>
                  </a:cubicBezTo>
                  <a:cubicBezTo>
                    <a:pt x="4293" y="12398"/>
                    <a:pt x="4462" y="12398"/>
                    <a:pt x="4462" y="12398"/>
                  </a:cubicBezTo>
                  <a:cubicBezTo>
                    <a:pt x="4462" y="12600"/>
                    <a:pt x="3956" y="12600"/>
                    <a:pt x="3956" y="12600"/>
                  </a:cubicBezTo>
                  <a:cubicBezTo>
                    <a:pt x="3956" y="12600"/>
                    <a:pt x="4125" y="12802"/>
                    <a:pt x="4125" y="13003"/>
                  </a:cubicBezTo>
                  <a:cubicBezTo>
                    <a:pt x="4125" y="13205"/>
                    <a:pt x="4462" y="13003"/>
                    <a:pt x="4631" y="13003"/>
                  </a:cubicBezTo>
                  <a:cubicBezTo>
                    <a:pt x="4800" y="12802"/>
                    <a:pt x="4968" y="13003"/>
                    <a:pt x="5137" y="12802"/>
                  </a:cubicBezTo>
                  <a:cubicBezTo>
                    <a:pt x="5137" y="12802"/>
                    <a:pt x="4968" y="12600"/>
                    <a:pt x="4968" y="12398"/>
                  </a:cubicBezTo>
                  <a:cubicBezTo>
                    <a:pt x="4968" y="12398"/>
                    <a:pt x="5306" y="12600"/>
                    <a:pt x="5475" y="12802"/>
                  </a:cubicBezTo>
                  <a:cubicBezTo>
                    <a:pt x="5475" y="12802"/>
                    <a:pt x="4968" y="13205"/>
                    <a:pt x="4968" y="13205"/>
                  </a:cubicBezTo>
                  <a:cubicBezTo>
                    <a:pt x="4800" y="13205"/>
                    <a:pt x="4631" y="13407"/>
                    <a:pt x="4631" y="13205"/>
                  </a:cubicBezTo>
                  <a:cubicBezTo>
                    <a:pt x="4462" y="13003"/>
                    <a:pt x="4293" y="13407"/>
                    <a:pt x="4125" y="13407"/>
                  </a:cubicBezTo>
                  <a:cubicBezTo>
                    <a:pt x="3956" y="13205"/>
                    <a:pt x="3956" y="12600"/>
                    <a:pt x="3787" y="13205"/>
                  </a:cubicBezTo>
                  <a:cubicBezTo>
                    <a:pt x="3450" y="14013"/>
                    <a:pt x="3281" y="13003"/>
                    <a:pt x="3450" y="13003"/>
                  </a:cubicBezTo>
                  <a:cubicBezTo>
                    <a:pt x="3112" y="13003"/>
                    <a:pt x="3450" y="13811"/>
                    <a:pt x="3112" y="13609"/>
                  </a:cubicBezTo>
                  <a:cubicBezTo>
                    <a:pt x="2437" y="13609"/>
                    <a:pt x="2943" y="14013"/>
                    <a:pt x="2775" y="14215"/>
                  </a:cubicBezTo>
                  <a:cubicBezTo>
                    <a:pt x="2606" y="14215"/>
                    <a:pt x="2606" y="13811"/>
                    <a:pt x="2606" y="13811"/>
                  </a:cubicBezTo>
                  <a:cubicBezTo>
                    <a:pt x="2268" y="13811"/>
                    <a:pt x="1931" y="14013"/>
                    <a:pt x="1762" y="14215"/>
                  </a:cubicBezTo>
                  <a:cubicBezTo>
                    <a:pt x="1762" y="14417"/>
                    <a:pt x="2437" y="14417"/>
                    <a:pt x="2606" y="14417"/>
                  </a:cubicBezTo>
                  <a:cubicBezTo>
                    <a:pt x="2606" y="14417"/>
                    <a:pt x="3112" y="14215"/>
                    <a:pt x="3112" y="14215"/>
                  </a:cubicBezTo>
                  <a:cubicBezTo>
                    <a:pt x="3281" y="14417"/>
                    <a:pt x="2437" y="14417"/>
                    <a:pt x="2437" y="14417"/>
                  </a:cubicBezTo>
                  <a:cubicBezTo>
                    <a:pt x="2268" y="14417"/>
                    <a:pt x="2268" y="14618"/>
                    <a:pt x="2100" y="14618"/>
                  </a:cubicBezTo>
                  <a:cubicBezTo>
                    <a:pt x="1931" y="14618"/>
                    <a:pt x="1762" y="14618"/>
                    <a:pt x="1593" y="14618"/>
                  </a:cubicBezTo>
                  <a:cubicBezTo>
                    <a:pt x="1256" y="14417"/>
                    <a:pt x="1087" y="14618"/>
                    <a:pt x="1425" y="14820"/>
                  </a:cubicBezTo>
                  <a:cubicBezTo>
                    <a:pt x="1593" y="14820"/>
                    <a:pt x="1931" y="14820"/>
                    <a:pt x="1931" y="15224"/>
                  </a:cubicBezTo>
                  <a:cubicBezTo>
                    <a:pt x="1931" y="15224"/>
                    <a:pt x="1762" y="15628"/>
                    <a:pt x="1762" y="15426"/>
                  </a:cubicBezTo>
                  <a:cubicBezTo>
                    <a:pt x="1593" y="15426"/>
                    <a:pt x="1931" y="15022"/>
                    <a:pt x="1593" y="14820"/>
                  </a:cubicBezTo>
                  <a:cubicBezTo>
                    <a:pt x="1087" y="14820"/>
                    <a:pt x="1425" y="15022"/>
                    <a:pt x="1256" y="15224"/>
                  </a:cubicBezTo>
                  <a:cubicBezTo>
                    <a:pt x="1256" y="15224"/>
                    <a:pt x="1256" y="14618"/>
                    <a:pt x="1087" y="14618"/>
                  </a:cubicBezTo>
                  <a:cubicBezTo>
                    <a:pt x="1087" y="14417"/>
                    <a:pt x="750" y="15628"/>
                    <a:pt x="918" y="15426"/>
                  </a:cubicBezTo>
                  <a:cubicBezTo>
                    <a:pt x="750" y="15426"/>
                    <a:pt x="750" y="15022"/>
                    <a:pt x="750" y="15022"/>
                  </a:cubicBezTo>
                  <a:cubicBezTo>
                    <a:pt x="581" y="15022"/>
                    <a:pt x="581" y="15426"/>
                    <a:pt x="581" y="15426"/>
                  </a:cubicBezTo>
                  <a:cubicBezTo>
                    <a:pt x="412" y="15628"/>
                    <a:pt x="75" y="15426"/>
                    <a:pt x="75" y="15628"/>
                  </a:cubicBezTo>
                  <a:cubicBezTo>
                    <a:pt x="75" y="15830"/>
                    <a:pt x="-94" y="16032"/>
                    <a:pt x="75" y="16032"/>
                  </a:cubicBezTo>
                  <a:cubicBezTo>
                    <a:pt x="243" y="16032"/>
                    <a:pt x="412" y="16032"/>
                    <a:pt x="581" y="16233"/>
                  </a:cubicBezTo>
                  <a:cubicBezTo>
                    <a:pt x="581" y="16233"/>
                    <a:pt x="-94" y="16435"/>
                    <a:pt x="75" y="16637"/>
                  </a:cubicBezTo>
                  <a:cubicBezTo>
                    <a:pt x="75" y="16839"/>
                    <a:pt x="412" y="16839"/>
                    <a:pt x="412" y="16839"/>
                  </a:cubicBezTo>
                  <a:cubicBezTo>
                    <a:pt x="412" y="16839"/>
                    <a:pt x="918" y="16637"/>
                    <a:pt x="918" y="16839"/>
                  </a:cubicBezTo>
                  <a:cubicBezTo>
                    <a:pt x="750" y="17041"/>
                    <a:pt x="243" y="16839"/>
                    <a:pt x="75" y="17243"/>
                  </a:cubicBezTo>
                  <a:cubicBezTo>
                    <a:pt x="-94" y="17445"/>
                    <a:pt x="918" y="17445"/>
                    <a:pt x="581" y="17848"/>
                  </a:cubicBezTo>
                  <a:cubicBezTo>
                    <a:pt x="581" y="17848"/>
                    <a:pt x="412" y="17445"/>
                    <a:pt x="243" y="17646"/>
                  </a:cubicBezTo>
                  <a:cubicBezTo>
                    <a:pt x="75" y="17848"/>
                    <a:pt x="75" y="18050"/>
                    <a:pt x="243" y="18252"/>
                  </a:cubicBezTo>
                  <a:cubicBezTo>
                    <a:pt x="412" y="18252"/>
                    <a:pt x="750" y="18454"/>
                    <a:pt x="918" y="18454"/>
                  </a:cubicBezTo>
                  <a:cubicBezTo>
                    <a:pt x="1087" y="18252"/>
                    <a:pt x="1256" y="17848"/>
                    <a:pt x="1425" y="18050"/>
                  </a:cubicBezTo>
                  <a:cubicBezTo>
                    <a:pt x="1256" y="18050"/>
                    <a:pt x="1087" y="18252"/>
                    <a:pt x="1087" y="18252"/>
                  </a:cubicBezTo>
                  <a:cubicBezTo>
                    <a:pt x="1087" y="18454"/>
                    <a:pt x="918" y="18454"/>
                    <a:pt x="750" y="18454"/>
                  </a:cubicBezTo>
                  <a:cubicBezTo>
                    <a:pt x="750" y="18454"/>
                    <a:pt x="1087" y="18656"/>
                    <a:pt x="1087" y="18858"/>
                  </a:cubicBezTo>
                  <a:cubicBezTo>
                    <a:pt x="1087" y="18858"/>
                    <a:pt x="581" y="18454"/>
                    <a:pt x="750" y="18858"/>
                  </a:cubicBezTo>
                  <a:cubicBezTo>
                    <a:pt x="750" y="19060"/>
                    <a:pt x="1256" y="19261"/>
                    <a:pt x="1256" y="19261"/>
                  </a:cubicBezTo>
                  <a:cubicBezTo>
                    <a:pt x="1256" y="19463"/>
                    <a:pt x="750" y="19060"/>
                    <a:pt x="581" y="19261"/>
                  </a:cubicBezTo>
                  <a:cubicBezTo>
                    <a:pt x="243" y="19261"/>
                    <a:pt x="581" y="18656"/>
                    <a:pt x="412" y="18656"/>
                  </a:cubicBezTo>
                  <a:cubicBezTo>
                    <a:pt x="412" y="18656"/>
                    <a:pt x="75" y="19060"/>
                    <a:pt x="243" y="19261"/>
                  </a:cubicBezTo>
                  <a:cubicBezTo>
                    <a:pt x="412" y="19261"/>
                    <a:pt x="243" y="19665"/>
                    <a:pt x="243" y="19665"/>
                  </a:cubicBezTo>
                  <a:cubicBezTo>
                    <a:pt x="412" y="19867"/>
                    <a:pt x="581" y="19463"/>
                    <a:pt x="750" y="19261"/>
                  </a:cubicBezTo>
                  <a:cubicBezTo>
                    <a:pt x="750" y="19261"/>
                    <a:pt x="750" y="19463"/>
                    <a:pt x="750" y="19463"/>
                  </a:cubicBezTo>
                  <a:cubicBezTo>
                    <a:pt x="918" y="19463"/>
                    <a:pt x="918" y="19261"/>
                    <a:pt x="1087" y="19261"/>
                  </a:cubicBezTo>
                  <a:cubicBezTo>
                    <a:pt x="1087" y="19261"/>
                    <a:pt x="1087" y="19665"/>
                    <a:pt x="918" y="19665"/>
                  </a:cubicBezTo>
                  <a:cubicBezTo>
                    <a:pt x="581" y="19867"/>
                    <a:pt x="1256" y="20271"/>
                    <a:pt x="1256" y="20069"/>
                  </a:cubicBezTo>
                  <a:cubicBezTo>
                    <a:pt x="1256" y="20473"/>
                    <a:pt x="75" y="20069"/>
                    <a:pt x="750" y="20675"/>
                  </a:cubicBezTo>
                  <a:cubicBezTo>
                    <a:pt x="1087" y="20876"/>
                    <a:pt x="1256" y="21078"/>
                    <a:pt x="1593" y="21078"/>
                  </a:cubicBezTo>
                  <a:cubicBezTo>
                    <a:pt x="1593" y="21078"/>
                    <a:pt x="2100" y="21482"/>
                    <a:pt x="2268" y="21482"/>
                  </a:cubicBezTo>
                  <a:cubicBezTo>
                    <a:pt x="2775" y="21482"/>
                    <a:pt x="3450" y="20876"/>
                    <a:pt x="3787" y="20473"/>
                  </a:cubicBezTo>
                  <a:cubicBezTo>
                    <a:pt x="3956" y="20069"/>
                    <a:pt x="4125" y="20069"/>
                    <a:pt x="4462" y="19867"/>
                  </a:cubicBezTo>
                  <a:cubicBezTo>
                    <a:pt x="4631" y="19665"/>
                    <a:pt x="4631" y="19060"/>
                    <a:pt x="4800" y="19060"/>
                  </a:cubicBezTo>
                  <a:cubicBezTo>
                    <a:pt x="4800" y="19060"/>
                    <a:pt x="4800" y="19665"/>
                    <a:pt x="4968" y="19665"/>
                  </a:cubicBezTo>
                  <a:cubicBezTo>
                    <a:pt x="5306" y="19867"/>
                    <a:pt x="5137" y="19867"/>
                    <a:pt x="5137" y="20069"/>
                  </a:cubicBezTo>
                  <a:cubicBezTo>
                    <a:pt x="5306" y="20069"/>
                    <a:pt x="5475" y="20069"/>
                    <a:pt x="5644" y="20271"/>
                  </a:cubicBezTo>
                  <a:cubicBezTo>
                    <a:pt x="5644" y="20473"/>
                    <a:pt x="5475" y="20069"/>
                    <a:pt x="5644" y="2027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7" name="Shape 5547"/>
            <p:cNvSpPr/>
            <p:nvPr/>
          </p:nvSpPr>
          <p:spPr>
            <a:xfrm>
              <a:off x="9074429" y="652143"/>
              <a:ext cx="7550861" cy="2617823"/>
            </a:xfrm>
            <a:custGeom>
              <a:avLst/>
              <a:gdLst/>
              <a:ahLst/>
              <a:cxnLst>
                <a:cxn ang="0">
                  <a:pos x="wd2" y="hd2"/>
                </a:cxn>
                <a:cxn ang="5400000">
                  <a:pos x="wd2" y="hd2"/>
                </a:cxn>
                <a:cxn ang="10800000">
                  <a:pos x="wd2" y="hd2"/>
                </a:cxn>
                <a:cxn ang="16200000">
                  <a:pos x="wd2" y="hd2"/>
                </a:cxn>
              </a:cxnLst>
              <a:rect l="0" t="0" r="r" b="b"/>
              <a:pathLst>
                <a:path w="21558" h="21438" fill="norm" stroke="1" extrusionOk="0">
                  <a:moveTo>
                    <a:pt x="21531" y="8457"/>
                  </a:moveTo>
                  <a:cubicBezTo>
                    <a:pt x="21477" y="8304"/>
                    <a:pt x="21397" y="8227"/>
                    <a:pt x="21344" y="8074"/>
                  </a:cubicBezTo>
                  <a:cubicBezTo>
                    <a:pt x="21317" y="7998"/>
                    <a:pt x="21291" y="7921"/>
                    <a:pt x="21237" y="7844"/>
                  </a:cubicBezTo>
                  <a:cubicBezTo>
                    <a:pt x="21211" y="7844"/>
                    <a:pt x="21157" y="7844"/>
                    <a:pt x="21131" y="7768"/>
                  </a:cubicBezTo>
                  <a:cubicBezTo>
                    <a:pt x="21131" y="7844"/>
                    <a:pt x="21157" y="7844"/>
                    <a:pt x="21157" y="7844"/>
                  </a:cubicBezTo>
                  <a:cubicBezTo>
                    <a:pt x="21184" y="7844"/>
                    <a:pt x="21104" y="7921"/>
                    <a:pt x="21077" y="7844"/>
                  </a:cubicBezTo>
                  <a:cubicBezTo>
                    <a:pt x="21077" y="7844"/>
                    <a:pt x="21104" y="7844"/>
                    <a:pt x="21104" y="7768"/>
                  </a:cubicBezTo>
                  <a:cubicBezTo>
                    <a:pt x="21077" y="7691"/>
                    <a:pt x="20944" y="7844"/>
                    <a:pt x="20917" y="7768"/>
                  </a:cubicBezTo>
                  <a:cubicBezTo>
                    <a:pt x="20971" y="7844"/>
                    <a:pt x="20971" y="7844"/>
                    <a:pt x="20971" y="8074"/>
                  </a:cubicBezTo>
                  <a:cubicBezTo>
                    <a:pt x="20944" y="8151"/>
                    <a:pt x="20997" y="8304"/>
                    <a:pt x="20997" y="8304"/>
                  </a:cubicBezTo>
                  <a:cubicBezTo>
                    <a:pt x="20971" y="8304"/>
                    <a:pt x="20971" y="8227"/>
                    <a:pt x="20971" y="8227"/>
                  </a:cubicBezTo>
                  <a:cubicBezTo>
                    <a:pt x="20944" y="8151"/>
                    <a:pt x="20944" y="8304"/>
                    <a:pt x="20917" y="8304"/>
                  </a:cubicBezTo>
                  <a:cubicBezTo>
                    <a:pt x="20917" y="8304"/>
                    <a:pt x="20864" y="7998"/>
                    <a:pt x="20864" y="7998"/>
                  </a:cubicBezTo>
                  <a:cubicBezTo>
                    <a:pt x="20864" y="7921"/>
                    <a:pt x="20864" y="7921"/>
                    <a:pt x="20864" y="7921"/>
                  </a:cubicBezTo>
                  <a:cubicBezTo>
                    <a:pt x="20864" y="7844"/>
                    <a:pt x="20837" y="7768"/>
                    <a:pt x="20864" y="7691"/>
                  </a:cubicBezTo>
                  <a:cubicBezTo>
                    <a:pt x="20891" y="7538"/>
                    <a:pt x="20837" y="7615"/>
                    <a:pt x="20811" y="7538"/>
                  </a:cubicBezTo>
                  <a:cubicBezTo>
                    <a:pt x="20811" y="7461"/>
                    <a:pt x="20757" y="7385"/>
                    <a:pt x="20731" y="7385"/>
                  </a:cubicBezTo>
                  <a:cubicBezTo>
                    <a:pt x="20544" y="7078"/>
                    <a:pt x="20384" y="6772"/>
                    <a:pt x="20197" y="6619"/>
                  </a:cubicBezTo>
                  <a:cubicBezTo>
                    <a:pt x="20144" y="6542"/>
                    <a:pt x="20117" y="6466"/>
                    <a:pt x="20091" y="6389"/>
                  </a:cubicBezTo>
                  <a:cubicBezTo>
                    <a:pt x="20064" y="6312"/>
                    <a:pt x="20011" y="6236"/>
                    <a:pt x="19957" y="6236"/>
                  </a:cubicBezTo>
                  <a:cubicBezTo>
                    <a:pt x="19877" y="6159"/>
                    <a:pt x="19797" y="6083"/>
                    <a:pt x="19691" y="5929"/>
                  </a:cubicBezTo>
                  <a:cubicBezTo>
                    <a:pt x="19611" y="5929"/>
                    <a:pt x="19504" y="5929"/>
                    <a:pt x="19451" y="5929"/>
                  </a:cubicBezTo>
                  <a:cubicBezTo>
                    <a:pt x="19397" y="5929"/>
                    <a:pt x="19371" y="5929"/>
                    <a:pt x="19344" y="5929"/>
                  </a:cubicBezTo>
                  <a:cubicBezTo>
                    <a:pt x="19344" y="5929"/>
                    <a:pt x="19317" y="5853"/>
                    <a:pt x="19317" y="5853"/>
                  </a:cubicBezTo>
                  <a:cubicBezTo>
                    <a:pt x="19291" y="5929"/>
                    <a:pt x="19291" y="6006"/>
                    <a:pt x="19264" y="5929"/>
                  </a:cubicBezTo>
                  <a:cubicBezTo>
                    <a:pt x="19184" y="5929"/>
                    <a:pt x="19104" y="5853"/>
                    <a:pt x="19024" y="5776"/>
                  </a:cubicBezTo>
                  <a:cubicBezTo>
                    <a:pt x="18997" y="5776"/>
                    <a:pt x="18917" y="5700"/>
                    <a:pt x="18917" y="5853"/>
                  </a:cubicBezTo>
                  <a:cubicBezTo>
                    <a:pt x="18891" y="6006"/>
                    <a:pt x="18864" y="6006"/>
                    <a:pt x="18917" y="6083"/>
                  </a:cubicBezTo>
                  <a:cubicBezTo>
                    <a:pt x="18971" y="6236"/>
                    <a:pt x="19024" y="6542"/>
                    <a:pt x="18891" y="6619"/>
                  </a:cubicBezTo>
                  <a:cubicBezTo>
                    <a:pt x="18864" y="6695"/>
                    <a:pt x="18784" y="6695"/>
                    <a:pt x="18757" y="6542"/>
                  </a:cubicBezTo>
                  <a:cubicBezTo>
                    <a:pt x="18731" y="6466"/>
                    <a:pt x="18731" y="6389"/>
                    <a:pt x="18651" y="6389"/>
                  </a:cubicBezTo>
                  <a:cubicBezTo>
                    <a:pt x="18571" y="6312"/>
                    <a:pt x="18624" y="6236"/>
                    <a:pt x="18597" y="6159"/>
                  </a:cubicBezTo>
                  <a:cubicBezTo>
                    <a:pt x="18597" y="6083"/>
                    <a:pt x="18517" y="6006"/>
                    <a:pt x="18491" y="6083"/>
                  </a:cubicBezTo>
                  <a:cubicBezTo>
                    <a:pt x="18411" y="6312"/>
                    <a:pt x="18277" y="6083"/>
                    <a:pt x="18171" y="6083"/>
                  </a:cubicBezTo>
                  <a:cubicBezTo>
                    <a:pt x="18064" y="6083"/>
                    <a:pt x="17957" y="6006"/>
                    <a:pt x="17851" y="6006"/>
                  </a:cubicBezTo>
                  <a:cubicBezTo>
                    <a:pt x="17797" y="6006"/>
                    <a:pt x="17771" y="6006"/>
                    <a:pt x="17717" y="6083"/>
                  </a:cubicBezTo>
                  <a:cubicBezTo>
                    <a:pt x="17664" y="6159"/>
                    <a:pt x="17691" y="6389"/>
                    <a:pt x="17691" y="6542"/>
                  </a:cubicBezTo>
                  <a:cubicBezTo>
                    <a:pt x="17691" y="6542"/>
                    <a:pt x="17691" y="6542"/>
                    <a:pt x="17691" y="6542"/>
                  </a:cubicBezTo>
                  <a:cubicBezTo>
                    <a:pt x="17664" y="6542"/>
                    <a:pt x="17637" y="6159"/>
                    <a:pt x="17611" y="6083"/>
                  </a:cubicBezTo>
                  <a:cubicBezTo>
                    <a:pt x="17584" y="6083"/>
                    <a:pt x="17477" y="6083"/>
                    <a:pt x="17451" y="5929"/>
                  </a:cubicBezTo>
                  <a:cubicBezTo>
                    <a:pt x="17451" y="5700"/>
                    <a:pt x="17557" y="5623"/>
                    <a:pt x="17451" y="5393"/>
                  </a:cubicBezTo>
                  <a:cubicBezTo>
                    <a:pt x="17397" y="5317"/>
                    <a:pt x="17344" y="5240"/>
                    <a:pt x="17264" y="5164"/>
                  </a:cubicBezTo>
                  <a:cubicBezTo>
                    <a:pt x="17104" y="5010"/>
                    <a:pt x="16917" y="5164"/>
                    <a:pt x="16757" y="5240"/>
                  </a:cubicBezTo>
                  <a:cubicBezTo>
                    <a:pt x="16677" y="5240"/>
                    <a:pt x="16597" y="5240"/>
                    <a:pt x="16491" y="5240"/>
                  </a:cubicBezTo>
                  <a:cubicBezTo>
                    <a:pt x="16464" y="5240"/>
                    <a:pt x="16464" y="5240"/>
                    <a:pt x="16437" y="5240"/>
                  </a:cubicBezTo>
                  <a:cubicBezTo>
                    <a:pt x="16384" y="5164"/>
                    <a:pt x="16437" y="5164"/>
                    <a:pt x="16464" y="5087"/>
                  </a:cubicBezTo>
                  <a:cubicBezTo>
                    <a:pt x="16464" y="5010"/>
                    <a:pt x="16331" y="4934"/>
                    <a:pt x="16331" y="4934"/>
                  </a:cubicBezTo>
                  <a:cubicBezTo>
                    <a:pt x="16304" y="4857"/>
                    <a:pt x="16197" y="4934"/>
                    <a:pt x="16171" y="4934"/>
                  </a:cubicBezTo>
                  <a:cubicBezTo>
                    <a:pt x="16171" y="4934"/>
                    <a:pt x="16277" y="4857"/>
                    <a:pt x="16251" y="4781"/>
                  </a:cubicBezTo>
                  <a:cubicBezTo>
                    <a:pt x="16224" y="4781"/>
                    <a:pt x="16197" y="4857"/>
                    <a:pt x="16171" y="4857"/>
                  </a:cubicBezTo>
                  <a:cubicBezTo>
                    <a:pt x="16144" y="4781"/>
                    <a:pt x="16091" y="4704"/>
                    <a:pt x="16091" y="4704"/>
                  </a:cubicBezTo>
                  <a:cubicBezTo>
                    <a:pt x="16064" y="4704"/>
                    <a:pt x="15984" y="4551"/>
                    <a:pt x="16037" y="4551"/>
                  </a:cubicBezTo>
                  <a:cubicBezTo>
                    <a:pt x="16064" y="4551"/>
                    <a:pt x="16117" y="4551"/>
                    <a:pt x="16144" y="4551"/>
                  </a:cubicBezTo>
                  <a:cubicBezTo>
                    <a:pt x="16224" y="4551"/>
                    <a:pt x="16117" y="4321"/>
                    <a:pt x="16091" y="4321"/>
                  </a:cubicBezTo>
                  <a:cubicBezTo>
                    <a:pt x="16037" y="4168"/>
                    <a:pt x="15904" y="4244"/>
                    <a:pt x="15824" y="4168"/>
                  </a:cubicBezTo>
                  <a:cubicBezTo>
                    <a:pt x="15771" y="4168"/>
                    <a:pt x="15744" y="4321"/>
                    <a:pt x="15691" y="4474"/>
                  </a:cubicBezTo>
                  <a:cubicBezTo>
                    <a:pt x="15691" y="4474"/>
                    <a:pt x="15504" y="4781"/>
                    <a:pt x="15504" y="4551"/>
                  </a:cubicBezTo>
                  <a:cubicBezTo>
                    <a:pt x="15531" y="4398"/>
                    <a:pt x="15557" y="4551"/>
                    <a:pt x="15611" y="4474"/>
                  </a:cubicBezTo>
                  <a:cubicBezTo>
                    <a:pt x="15611" y="4474"/>
                    <a:pt x="15584" y="4244"/>
                    <a:pt x="15557" y="4244"/>
                  </a:cubicBezTo>
                  <a:cubicBezTo>
                    <a:pt x="15557" y="4244"/>
                    <a:pt x="15397" y="4244"/>
                    <a:pt x="15397" y="4244"/>
                  </a:cubicBezTo>
                  <a:cubicBezTo>
                    <a:pt x="15424" y="4168"/>
                    <a:pt x="15477" y="4091"/>
                    <a:pt x="15531" y="4091"/>
                  </a:cubicBezTo>
                  <a:cubicBezTo>
                    <a:pt x="15557" y="4168"/>
                    <a:pt x="15744" y="4168"/>
                    <a:pt x="15744" y="4168"/>
                  </a:cubicBezTo>
                  <a:cubicBezTo>
                    <a:pt x="15744" y="4091"/>
                    <a:pt x="15584" y="4091"/>
                    <a:pt x="15557" y="4015"/>
                  </a:cubicBezTo>
                  <a:cubicBezTo>
                    <a:pt x="15504" y="4015"/>
                    <a:pt x="15451" y="4015"/>
                    <a:pt x="15397" y="4015"/>
                  </a:cubicBezTo>
                  <a:cubicBezTo>
                    <a:pt x="15291" y="3938"/>
                    <a:pt x="15184" y="3938"/>
                    <a:pt x="15077" y="3861"/>
                  </a:cubicBezTo>
                  <a:cubicBezTo>
                    <a:pt x="15051" y="3861"/>
                    <a:pt x="14944" y="3785"/>
                    <a:pt x="14944" y="3785"/>
                  </a:cubicBezTo>
                  <a:cubicBezTo>
                    <a:pt x="14944" y="3861"/>
                    <a:pt x="14971" y="3938"/>
                    <a:pt x="14944" y="3938"/>
                  </a:cubicBezTo>
                  <a:cubicBezTo>
                    <a:pt x="14917" y="4015"/>
                    <a:pt x="14891" y="4015"/>
                    <a:pt x="14864" y="4015"/>
                  </a:cubicBezTo>
                  <a:cubicBezTo>
                    <a:pt x="14837" y="4015"/>
                    <a:pt x="14704" y="4091"/>
                    <a:pt x="14731" y="4244"/>
                  </a:cubicBezTo>
                  <a:cubicBezTo>
                    <a:pt x="14757" y="4398"/>
                    <a:pt x="14811" y="4168"/>
                    <a:pt x="14837" y="4244"/>
                  </a:cubicBezTo>
                  <a:cubicBezTo>
                    <a:pt x="14837" y="4244"/>
                    <a:pt x="14757" y="4321"/>
                    <a:pt x="14784" y="4474"/>
                  </a:cubicBezTo>
                  <a:cubicBezTo>
                    <a:pt x="14811" y="4474"/>
                    <a:pt x="14784" y="4551"/>
                    <a:pt x="14784" y="4627"/>
                  </a:cubicBezTo>
                  <a:cubicBezTo>
                    <a:pt x="14811" y="4627"/>
                    <a:pt x="14837" y="4704"/>
                    <a:pt x="14837" y="4781"/>
                  </a:cubicBezTo>
                  <a:cubicBezTo>
                    <a:pt x="14837" y="4781"/>
                    <a:pt x="14731" y="4781"/>
                    <a:pt x="14704" y="4781"/>
                  </a:cubicBezTo>
                  <a:cubicBezTo>
                    <a:pt x="14651" y="4781"/>
                    <a:pt x="14704" y="4704"/>
                    <a:pt x="14704" y="4704"/>
                  </a:cubicBezTo>
                  <a:cubicBezTo>
                    <a:pt x="14677" y="4627"/>
                    <a:pt x="14597" y="4704"/>
                    <a:pt x="14597" y="4704"/>
                  </a:cubicBezTo>
                  <a:cubicBezTo>
                    <a:pt x="14544" y="4781"/>
                    <a:pt x="14491" y="4704"/>
                    <a:pt x="14464" y="4704"/>
                  </a:cubicBezTo>
                  <a:cubicBezTo>
                    <a:pt x="14437" y="4704"/>
                    <a:pt x="14544" y="4781"/>
                    <a:pt x="14544" y="4781"/>
                  </a:cubicBezTo>
                  <a:cubicBezTo>
                    <a:pt x="14624" y="4857"/>
                    <a:pt x="14544" y="5010"/>
                    <a:pt x="14517" y="4934"/>
                  </a:cubicBezTo>
                  <a:cubicBezTo>
                    <a:pt x="14491" y="4934"/>
                    <a:pt x="14491" y="4857"/>
                    <a:pt x="14491" y="4781"/>
                  </a:cubicBezTo>
                  <a:cubicBezTo>
                    <a:pt x="14464" y="4781"/>
                    <a:pt x="14437" y="4781"/>
                    <a:pt x="14411" y="4781"/>
                  </a:cubicBezTo>
                  <a:cubicBezTo>
                    <a:pt x="14357" y="4704"/>
                    <a:pt x="14304" y="4627"/>
                    <a:pt x="14224" y="4704"/>
                  </a:cubicBezTo>
                  <a:cubicBezTo>
                    <a:pt x="14144" y="4704"/>
                    <a:pt x="14091" y="4934"/>
                    <a:pt x="14011" y="4781"/>
                  </a:cubicBezTo>
                  <a:cubicBezTo>
                    <a:pt x="13957" y="4704"/>
                    <a:pt x="13904" y="4627"/>
                    <a:pt x="13877" y="4474"/>
                  </a:cubicBezTo>
                  <a:cubicBezTo>
                    <a:pt x="13851" y="4398"/>
                    <a:pt x="13797" y="4704"/>
                    <a:pt x="13771" y="4704"/>
                  </a:cubicBezTo>
                  <a:cubicBezTo>
                    <a:pt x="13744" y="4857"/>
                    <a:pt x="13717" y="5317"/>
                    <a:pt x="13637" y="5240"/>
                  </a:cubicBezTo>
                  <a:cubicBezTo>
                    <a:pt x="13584" y="5164"/>
                    <a:pt x="13531" y="5164"/>
                    <a:pt x="13477" y="5010"/>
                  </a:cubicBezTo>
                  <a:cubicBezTo>
                    <a:pt x="13451" y="4934"/>
                    <a:pt x="13397" y="4781"/>
                    <a:pt x="13371" y="4704"/>
                  </a:cubicBezTo>
                  <a:cubicBezTo>
                    <a:pt x="13344" y="4551"/>
                    <a:pt x="13291" y="4474"/>
                    <a:pt x="13264" y="4398"/>
                  </a:cubicBezTo>
                  <a:cubicBezTo>
                    <a:pt x="13211" y="4244"/>
                    <a:pt x="13317" y="4321"/>
                    <a:pt x="13344" y="4321"/>
                  </a:cubicBezTo>
                  <a:cubicBezTo>
                    <a:pt x="13371" y="4321"/>
                    <a:pt x="13424" y="4244"/>
                    <a:pt x="13424" y="4168"/>
                  </a:cubicBezTo>
                  <a:cubicBezTo>
                    <a:pt x="13424" y="4168"/>
                    <a:pt x="13291" y="3938"/>
                    <a:pt x="13291" y="3938"/>
                  </a:cubicBezTo>
                  <a:cubicBezTo>
                    <a:pt x="13291" y="3938"/>
                    <a:pt x="13371" y="3938"/>
                    <a:pt x="13371" y="3861"/>
                  </a:cubicBezTo>
                  <a:cubicBezTo>
                    <a:pt x="13344" y="3785"/>
                    <a:pt x="13291" y="3785"/>
                    <a:pt x="13291" y="3785"/>
                  </a:cubicBezTo>
                  <a:cubicBezTo>
                    <a:pt x="13291" y="3632"/>
                    <a:pt x="13424" y="3555"/>
                    <a:pt x="13291" y="3478"/>
                  </a:cubicBezTo>
                  <a:cubicBezTo>
                    <a:pt x="13264" y="3478"/>
                    <a:pt x="13237" y="3325"/>
                    <a:pt x="13184" y="3325"/>
                  </a:cubicBezTo>
                  <a:cubicBezTo>
                    <a:pt x="13157" y="3325"/>
                    <a:pt x="13104" y="3249"/>
                    <a:pt x="13077" y="3325"/>
                  </a:cubicBezTo>
                  <a:cubicBezTo>
                    <a:pt x="13051" y="3325"/>
                    <a:pt x="13051" y="3402"/>
                    <a:pt x="13024" y="3402"/>
                  </a:cubicBezTo>
                  <a:cubicBezTo>
                    <a:pt x="12997" y="3325"/>
                    <a:pt x="12997" y="3325"/>
                    <a:pt x="12971" y="3325"/>
                  </a:cubicBezTo>
                  <a:cubicBezTo>
                    <a:pt x="12944" y="3325"/>
                    <a:pt x="12891" y="3325"/>
                    <a:pt x="12864" y="3249"/>
                  </a:cubicBezTo>
                  <a:cubicBezTo>
                    <a:pt x="12837" y="3249"/>
                    <a:pt x="12811" y="3249"/>
                    <a:pt x="12784" y="3095"/>
                  </a:cubicBezTo>
                  <a:cubicBezTo>
                    <a:pt x="12757" y="3095"/>
                    <a:pt x="12784" y="3019"/>
                    <a:pt x="12731" y="3095"/>
                  </a:cubicBezTo>
                  <a:cubicBezTo>
                    <a:pt x="12731" y="3095"/>
                    <a:pt x="12704" y="3172"/>
                    <a:pt x="12677" y="3172"/>
                  </a:cubicBezTo>
                  <a:cubicBezTo>
                    <a:pt x="12651" y="3172"/>
                    <a:pt x="12651" y="3095"/>
                    <a:pt x="12624" y="3172"/>
                  </a:cubicBezTo>
                  <a:cubicBezTo>
                    <a:pt x="12624" y="3249"/>
                    <a:pt x="12597" y="3325"/>
                    <a:pt x="12597" y="3402"/>
                  </a:cubicBezTo>
                  <a:cubicBezTo>
                    <a:pt x="12597" y="3478"/>
                    <a:pt x="12651" y="3478"/>
                    <a:pt x="12624" y="3555"/>
                  </a:cubicBezTo>
                  <a:cubicBezTo>
                    <a:pt x="12597" y="3632"/>
                    <a:pt x="12624" y="3632"/>
                    <a:pt x="12597" y="3632"/>
                  </a:cubicBezTo>
                  <a:cubicBezTo>
                    <a:pt x="12571" y="3632"/>
                    <a:pt x="12517" y="3632"/>
                    <a:pt x="12491" y="3708"/>
                  </a:cubicBezTo>
                  <a:cubicBezTo>
                    <a:pt x="12517" y="3632"/>
                    <a:pt x="12597" y="3785"/>
                    <a:pt x="12597" y="3785"/>
                  </a:cubicBezTo>
                  <a:cubicBezTo>
                    <a:pt x="12571" y="3861"/>
                    <a:pt x="12491" y="3708"/>
                    <a:pt x="12437" y="3708"/>
                  </a:cubicBezTo>
                  <a:cubicBezTo>
                    <a:pt x="12384" y="3708"/>
                    <a:pt x="12304" y="3708"/>
                    <a:pt x="12224" y="3708"/>
                  </a:cubicBezTo>
                  <a:cubicBezTo>
                    <a:pt x="12197" y="3708"/>
                    <a:pt x="12197" y="3632"/>
                    <a:pt x="12171" y="3632"/>
                  </a:cubicBezTo>
                  <a:cubicBezTo>
                    <a:pt x="12144" y="3555"/>
                    <a:pt x="12064" y="3632"/>
                    <a:pt x="12037" y="3632"/>
                  </a:cubicBezTo>
                  <a:cubicBezTo>
                    <a:pt x="12011" y="3555"/>
                    <a:pt x="11957" y="3555"/>
                    <a:pt x="11931" y="3478"/>
                  </a:cubicBezTo>
                  <a:cubicBezTo>
                    <a:pt x="11931" y="3402"/>
                    <a:pt x="11984" y="3402"/>
                    <a:pt x="11984" y="3325"/>
                  </a:cubicBezTo>
                  <a:cubicBezTo>
                    <a:pt x="12011" y="3249"/>
                    <a:pt x="11771" y="3249"/>
                    <a:pt x="11744" y="3249"/>
                  </a:cubicBezTo>
                  <a:cubicBezTo>
                    <a:pt x="11611" y="3172"/>
                    <a:pt x="11504" y="3249"/>
                    <a:pt x="11371" y="3249"/>
                  </a:cubicBezTo>
                  <a:cubicBezTo>
                    <a:pt x="11291" y="3249"/>
                    <a:pt x="11317" y="3249"/>
                    <a:pt x="11344" y="3402"/>
                  </a:cubicBezTo>
                  <a:cubicBezTo>
                    <a:pt x="11344" y="3478"/>
                    <a:pt x="11291" y="3402"/>
                    <a:pt x="11291" y="3402"/>
                  </a:cubicBezTo>
                  <a:cubicBezTo>
                    <a:pt x="11237" y="3402"/>
                    <a:pt x="11264" y="3325"/>
                    <a:pt x="11264" y="3249"/>
                  </a:cubicBezTo>
                  <a:cubicBezTo>
                    <a:pt x="11264" y="3095"/>
                    <a:pt x="11237" y="2866"/>
                    <a:pt x="11184" y="3019"/>
                  </a:cubicBezTo>
                  <a:cubicBezTo>
                    <a:pt x="11184" y="3172"/>
                    <a:pt x="11077" y="3172"/>
                    <a:pt x="11024" y="3095"/>
                  </a:cubicBezTo>
                  <a:cubicBezTo>
                    <a:pt x="10997" y="3019"/>
                    <a:pt x="11051" y="2866"/>
                    <a:pt x="10944" y="2942"/>
                  </a:cubicBezTo>
                  <a:cubicBezTo>
                    <a:pt x="10917" y="2942"/>
                    <a:pt x="10891" y="2942"/>
                    <a:pt x="10864" y="2942"/>
                  </a:cubicBezTo>
                  <a:cubicBezTo>
                    <a:pt x="10837" y="2866"/>
                    <a:pt x="10811" y="2942"/>
                    <a:pt x="10757" y="3019"/>
                  </a:cubicBezTo>
                  <a:cubicBezTo>
                    <a:pt x="10704" y="3172"/>
                    <a:pt x="10837" y="3095"/>
                    <a:pt x="10837" y="3172"/>
                  </a:cubicBezTo>
                  <a:cubicBezTo>
                    <a:pt x="10837" y="3325"/>
                    <a:pt x="10731" y="3249"/>
                    <a:pt x="10704" y="3325"/>
                  </a:cubicBezTo>
                  <a:cubicBezTo>
                    <a:pt x="10677" y="3402"/>
                    <a:pt x="10624" y="3402"/>
                    <a:pt x="10571" y="3478"/>
                  </a:cubicBezTo>
                  <a:cubicBezTo>
                    <a:pt x="10517" y="3555"/>
                    <a:pt x="10464" y="3555"/>
                    <a:pt x="10384" y="3555"/>
                  </a:cubicBezTo>
                  <a:cubicBezTo>
                    <a:pt x="10331" y="3555"/>
                    <a:pt x="10331" y="3555"/>
                    <a:pt x="10304" y="3708"/>
                  </a:cubicBezTo>
                  <a:cubicBezTo>
                    <a:pt x="10277" y="3785"/>
                    <a:pt x="10171" y="3861"/>
                    <a:pt x="10144" y="3861"/>
                  </a:cubicBezTo>
                  <a:cubicBezTo>
                    <a:pt x="10144" y="3785"/>
                    <a:pt x="10197" y="3785"/>
                    <a:pt x="10197" y="3785"/>
                  </a:cubicBezTo>
                  <a:cubicBezTo>
                    <a:pt x="10251" y="3708"/>
                    <a:pt x="10251" y="3555"/>
                    <a:pt x="10277" y="3478"/>
                  </a:cubicBezTo>
                  <a:cubicBezTo>
                    <a:pt x="10304" y="3325"/>
                    <a:pt x="10331" y="3478"/>
                    <a:pt x="10357" y="3402"/>
                  </a:cubicBezTo>
                  <a:cubicBezTo>
                    <a:pt x="10384" y="3402"/>
                    <a:pt x="10384" y="3325"/>
                    <a:pt x="10411" y="3325"/>
                  </a:cubicBezTo>
                  <a:cubicBezTo>
                    <a:pt x="10491" y="3172"/>
                    <a:pt x="10597" y="3095"/>
                    <a:pt x="10677" y="2942"/>
                  </a:cubicBezTo>
                  <a:cubicBezTo>
                    <a:pt x="10731" y="2866"/>
                    <a:pt x="10784" y="2789"/>
                    <a:pt x="10837" y="2712"/>
                  </a:cubicBezTo>
                  <a:cubicBezTo>
                    <a:pt x="10944" y="2483"/>
                    <a:pt x="11077" y="2329"/>
                    <a:pt x="11184" y="2176"/>
                  </a:cubicBezTo>
                  <a:cubicBezTo>
                    <a:pt x="11264" y="2100"/>
                    <a:pt x="11344" y="1946"/>
                    <a:pt x="11264" y="1717"/>
                  </a:cubicBezTo>
                  <a:cubicBezTo>
                    <a:pt x="11237" y="1640"/>
                    <a:pt x="11237" y="1793"/>
                    <a:pt x="11211" y="1717"/>
                  </a:cubicBezTo>
                  <a:cubicBezTo>
                    <a:pt x="11184" y="1640"/>
                    <a:pt x="11157" y="1640"/>
                    <a:pt x="11131" y="1564"/>
                  </a:cubicBezTo>
                  <a:cubicBezTo>
                    <a:pt x="11131" y="1487"/>
                    <a:pt x="11264" y="1640"/>
                    <a:pt x="11264" y="1640"/>
                  </a:cubicBezTo>
                  <a:cubicBezTo>
                    <a:pt x="11291" y="1640"/>
                    <a:pt x="11371" y="1640"/>
                    <a:pt x="11317" y="1487"/>
                  </a:cubicBezTo>
                  <a:cubicBezTo>
                    <a:pt x="11291" y="1410"/>
                    <a:pt x="11291" y="1334"/>
                    <a:pt x="11264" y="1257"/>
                  </a:cubicBezTo>
                  <a:cubicBezTo>
                    <a:pt x="11237" y="1104"/>
                    <a:pt x="11211" y="1410"/>
                    <a:pt x="11184" y="1410"/>
                  </a:cubicBezTo>
                  <a:cubicBezTo>
                    <a:pt x="11184" y="1334"/>
                    <a:pt x="11184" y="1257"/>
                    <a:pt x="11184" y="1257"/>
                  </a:cubicBezTo>
                  <a:cubicBezTo>
                    <a:pt x="11184" y="1181"/>
                    <a:pt x="11184" y="1181"/>
                    <a:pt x="11157" y="1104"/>
                  </a:cubicBezTo>
                  <a:cubicBezTo>
                    <a:pt x="11157" y="1027"/>
                    <a:pt x="11104" y="951"/>
                    <a:pt x="11077" y="951"/>
                  </a:cubicBezTo>
                  <a:cubicBezTo>
                    <a:pt x="11024" y="874"/>
                    <a:pt x="10997" y="874"/>
                    <a:pt x="10944" y="798"/>
                  </a:cubicBezTo>
                  <a:cubicBezTo>
                    <a:pt x="10891" y="798"/>
                    <a:pt x="10891" y="798"/>
                    <a:pt x="10811" y="874"/>
                  </a:cubicBezTo>
                  <a:cubicBezTo>
                    <a:pt x="10757" y="874"/>
                    <a:pt x="10571" y="644"/>
                    <a:pt x="10544" y="874"/>
                  </a:cubicBezTo>
                  <a:cubicBezTo>
                    <a:pt x="10517" y="951"/>
                    <a:pt x="10357" y="1027"/>
                    <a:pt x="10331" y="951"/>
                  </a:cubicBezTo>
                  <a:cubicBezTo>
                    <a:pt x="10331" y="951"/>
                    <a:pt x="10491" y="644"/>
                    <a:pt x="10437" y="568"/>
                  </a:cubicBezTo>
                  <a:cubicBezTo>
                    <a:pt x="10437" y="568"/>
                    <a:pt x="10251" y="644"/>
                    <a:pt x="10224" y="568"/>
                  </a:cubicBezTo>
                  <a:cubicBezTo>
                    <a:pt x="10224" y="491"/>
                    <a:pt x="10277" y="491"/>
                    <a:pt x="10277" y="491"/>
                  </a:cubicBezTo>
                  <a:cubicBezTo>
                    <a:pt x="10277" y="415"/>
                    <a:pt x="10064" y="491"/>
                    <a:pt x="10064" y="491"/>
                  </a:cubicBezTo>
                  <a:cubicBezTo>
                    <a:pt x="10091" y="338"/>
                    <a:pt x="10197" y="415"/>
                    <a:pt x="10224" y="338"/>
                  </a:cubicBezTo>
                  <a:cubicBezTo>
                    <a:pt x="10251" y="261"/>
                    <a:pt x="10304" y="338"/>
                    <a:pt x="10277" y="261"/>
                  </a:cubicBezTo>
                  <a:cubicBezTo>
                    <a:pt x="10277" y="185"/>
                    <a:pt x="10277" y="108"/>
                    <a:pt x="10251" y="108"/>
                  </a:cubicBezTo>
                  <a:cubicBezTo>
                    <a:pt x="10171" y="108"/>
                    <a:pt x="10144" y="32"/>
                    <a:pt x="10064" y="32"/>
                  </a:cubicBezTo>
                  <a:cubicBezTo>
                    <a:pt x="10011" y="-45"/>
                    <a:pt x="9957" y="32"/>
                    <a:pt x="9904" y="108"/>
                  </a:cubicBezTo>
                  <a:cubicBezTo>
                    <a:pt x="9797" y="185"/>
                    <a:pt x="9691" y="415"/>
                    <a:pt x="9637" y="568"/>
                  </a:cubicBezTo>
                  <a:cubicBezTo>
                    <a:pt x="9611" y="644"/>
                    <a:pt x="9611" y="644"/>
                    <a:pt x="9637" y="721"/>
                  </a:cubicBezTo>
                  <a:cubicBezTo>
                    <a:pt x="9664" y="721"/>
                    <a:pt x="9637" y="798"/>
                    <a:pt x="9637" y="874"/>
                  </a:cubicBezTo>
                  <a:cubicBezTo>
                    <a:pt x="9637" y="1027"/>
                    <a:pt x="9744" y="951"/>
                    <a:pt x="9744" y="1027"/>
                  </a:cubicBezTo>
                  <a:cubicBezTo>
                    <a:pt x="9744" y="951"/>
                    <a:pt x="9611" y="1027"/>
                    <a:pt x="9584" y="1027"/>
                  </a:cubicBezTo>
                  <a:cubicBezTo>
                    <a:pt x="9557" y="1027"/>
                    <a:pt x="9397" y="951"/>
                    <a:pt x="9371" y="1027"/>
                  </a:cubicBezTo>
                  <a:cubicBezTo>
                    <a:pt x="9371" y="951"/>
                    <a:pt x="9451" y="1257"/>
                    <a:pt x="9451" y="1257"/>
                  </a:cubicBezTo>
                  <a:cubicBezTo>
                    <a:pt x="9477" y="1334"/>
                    <a:pt x="9344" y="1181"/>
                    <a:pt x="9317" y="1181"/>
                  </a:cubicBezTo>
                  <a:cubicBezTo>
                    <a:pt x="9291" y="1181"/>
                    <a:pt x="9237" y="1257"/>
                    <a:pt x="9184" y="1334"/>
                  </a:cubicBezTo>
                  <a:cubicBezTo>
                    <a:pt x="9184" y="1334"/>
                    <a:pt x="9184" y="1334"/>
                    <a:pt x="9157" y="1334"/>
                  </a:cubicBezTo>
                  <a:cubicBezTo>
                    <a:pt x="9104" y="1334"/>
                    <a:pt x="9157" y="1334"/>
                    <a:pt x="9131" y="1257"/>
                  </a:cubicBezTo>
                  <a:cubicBezTo>
                    <a:pt x="9131" y="1334"/>
                    <a:pt x="8997" y="1487"/>
                    <a:pt x="8997" y="1487"/>
                  </a:cubicBezTo>
                  <a:cubicBezTo>
                    <a:pt x="8997" y="1410"/>
                    <a:pt x="9051" y="1334"/>
                    <a:pt x="9051" y="1334"/>
                  </a:cubicBezTo>
                  <a:cubicBezTo>
                    <a:pt x="9051" y="1257"/>
                    <a:pt x="8917" y="1334"/>
                    <a:pt x="8891" y="1257"/>
                  </a:cubicBezTo>
                  <a:cubicBezTo>
                    <a:pt x="8891" y="1257"/>
                    <a:pt x="8944" y="1181"/>
                    <a:pt x="8944" y="1181"/>
                  </a:cubicBezTo>
                  <a:cubicBezTo>
                    <a:pt x="8917" y="1257"/>
                    <a:pt x="8784" y="1334"/>
                    <a:pt x="8731" y="1334"/>
                  </a:cubicBezTo>
                  <a:cubicBezTo>
                    <a:pt x="8597" y="1410"/>
                    <a:pt x="8757" y="1410"/>
                    <a:pt x="8784" y="1487"/>
                  </a:cubicBezTo>
                  <a:cubicBezTo>
                    <a:pt x="8757" y="1410"/>
                    <a:pt x="8624" y="1564"/>
                    <a:pt x="8597" y="1564"/>
                  </a:cubicBezTo>
                  <a:cubicBezTo>
                    <a:pt x="8571" y="1564"/>
                    <a:pt x="8544" y="1564"/>
                    <a:pt x="8517" y="1640"/>
                  </a:cubicBezTo>
                  <a:cubicBezTo>
                    <a:pt x="8491" y="1717"/>
                    <a:pt x="8437" y="1640"/>
                    <a:pt x="8384" y="1640"/>
                  </a:cubicBezTo>
                  <a:cubicBezTo>
                    <a:pt x="8357" y="1640"/>
                    <a:pt x="8331" y="1793"/>
                    <a:pt x="8277" y="1793"/>
                  </a:cubicBezTo>
                  <a:cubicBezTo>
                    <a:pt x="8224" y="1870"/>
                    <a:pt x="8197" y="1793"/>
                    <a:pt x="8171" y="1870"/>
                  </a:cubicBezTo>
                  <a:cubicBezTo>
                    <a:pt x="8144" y="1946"/>
                    <a:pt x="8117" y="2023"/>
                    <a:pt x="8091" y="2023"/>
                  </a:cubicBezTo>
                  <a:cubicBezTo>
                    <a:pt x="8037" y="2023"/>
                    <a:pt x="7984" y="2023"/>
                    <a:pt x="7957" y="2023"/>
                  </a:cubicBezTo>
                  <a:cubicBezTo>
                    <a:pt x="7957" y="2023"/>
                    <a:pt x="8037" y="2176"/>
                    <a:pt x="8037" y="2176"/>
                  </a:cubicBezTo>
                  <a:cubicBezTo>
                    <a:pt x="8011" y="2253"/>
                    <a:pt x="7851" y="2253"/>
                    <a:pt x="7851" y="2253"/>
                  </a:cubicBezTo>
                  <a:cubicBezTo>
                    <a:pt x="7851" y="2253"/>
                    <a:pt x="7957" y="2253"/>
                    <a:pt x="7957" y="2253"/>
                  </a:cubicBezTo>
                  <a:cubicBezTo>
                    <a:pt x="7957" y="2253"/>
                    <a:pt x="7904" y="2253"/>
                    <a:pt x="7877" y="2253"/>
                  </a:cubicBezTo>
                  <a:cubicBezTo>
                    <a:pt x="7904" y="2253"/>
                    <a:pt x="7957" y="2329"/>
                    <a:pt x="7957" y="2329"/>
                  </a:cubicBezTo>
                  <a:cubicBezTo>
                    <a:pt x="7931" y="2329"/>
                    <a:pt x="7931" y="2329"/>
                    <a:pt x="7904" y="2329"/>
                  </a:cubicBezTo>
                  <a:cubicBezTo>
                    <a:pt x="7931" y="2329"/>
                    <a:pt x="7904" y="2406"/>
                    <a:pt x="7904" y="2406"/>
                  </a:cubicBezTo>
                  <a:cubicBezTo>
                    <a:pt x="7904" y="2483"/>
                    <a:pt x="7824" y="2406"/>
                    <a:pt x="7824" y="2406"/>
                  </a:cubicBezTo>
                  <a:cubicBezTo>
                    <a:pt x="7824" y="2483"/>
                    <a:pt x="7877" y="2483"/>
                    <a:pt x="7877" y="2559"/>
                  </a:cubicBezTo>
                  <a:cubicBezTo>
                    <a:pt x="7904" y="2559"/>
                    <a:pt x="7851" y="2559"/>
                    <a:pt x="7851" y="2559"/>
                  </a:cubicBezTo>
                  <a:cubicBezTo>
                    <a:pt x="7851" y="2712"/>
                    <a:pt x="7957" y="2559"/>
                    <a:pt x="7931" y="2712"/>
                  </a:cubicBezTo>
                  <a:cubicBezTo>
                    <a:pt x="7877" y="2866"/>
                    <a:pt x="8011" y="2942"/>
                    <a:pt x="7931" y="3019"/>
                  </a:cubicBezTo>
                  <a:cubicBezTo>
                    <a:pt x="7877" y="3019"/>
                    <a:pt x="7824" y="3019"/>
                    <a:pt x="7771" y="3019"/>
                  </a:cubicBezTo>
                  <a:cubicBezTo>
                    <a:pt x="7744" y="3095"/>
                    <a:pt x="7744" y="3172"/>
                    <a:pt x="7691" y="3095"/>
                  </a:cubicBezTo>
                  <a:cubicBezTo>
                    <a:pt x="7664" y="3095"/>
                    <a:pt x="7637" y="3095"/>
                    <a:pt x="7611" y="3095"/>
                  </a:cubicBezTo>
                  <a:cubicBezTo>
                    <a:pt x="7504" y="3172"/>
                    <a:pt x="7397" y="3172"/>
                    <a:pt x="7291" y="3172"/>
                  </a:cubicBezTo>
                  <a:cubicBezTo>
                    <a:pt x="7237" y="3172"/>
                    <a:pt x="7184" y="3172"/>
                    <a:pt x="7157" y="3249"/>
                  </a:cubicBezTo>
                  <a:cubicBezTo>
                    <a:pt x="7131" y="3325"/>
                    <a:pt x="7104" y="3402"/>
                    <a:pt x="7104" y="3478"/>
                  </a:cubicBezTo>
                  <a:cubicBezTo>
                    <a:pt x="7104" y="3555"/>
                    <a:pt x="7157" y="3632"/>
                    <a:pt x="7157" y="3708"/>
                  </a:cubicBezTo>
                  <a:cubicBezTo>
                    <a:pt x="7131" y="3861"/>
                    <a:pt x="7131" y="3938"/>
                    <a:pt x="7157" y="4015"/>
                  </a:cubicBezTo>
                  <a:cubicBezTo>
                    <a:pt x="7211" y="4168"/>
                    <a:pt x="7291" y="4091"/>
                    <a:pt x="7344" y="4244"/>
                  </a:cubicBezTo>
                  <a:cubicBezTo>
                    <a:pt x="7344" y="4244"/>
                    <a:pt x="7397" y="4551"/>
                    <a:pt x="7397" y="4551"/>
                  </a:cubicBezTo>
                  <a:cubicBezTo>
                    <a:pt x="7291" y="4551"/>
                    <a:pt x="7264" y="4551"/>
                    <a:pt x="7184" y="4398"/>
                  </a:cubicBezTo>
                  <a:cubicBezTo>
                    <a:pt x="7104" y="4244"/>
                    <a:pt x="6971" y="4091"/>
                    <a:pt x="6864" y="4091"/>
                  </a:cubicBezTo>
                  <a:cubicBezTo>
                    <a:pt x="6811" y="4091"/>
                    <a:pt x="6837" y="4015"/>
                    <a:pt x="6784" y="3938"/>
                  </a:cubicBezTo>
                  <a:cubicBezTo>
                    <a:pt x="6757" y="3938"/>
                    <a:pt x="6651" y="3938"/>
                    <a:pt x="6651" y="4091"/>
                  </a:cubicBezTo>
                  <a:cubicBezTo>
                    <a:pt x="6651" y="4168"/>
                    <a:pt x="6757" y="4168"/>
                    <a:pt x="6757" y="4168"/>
                  </a:cubicBezTo>
                  <a:cubicBezTo>
                    <a:pt x="6757" y="4168"/>
                    <a:pt x="6677" y="4244"/>
                    <a:pt x="6704" y="4244"/>
                  </a:cubicBezTo>
                  <a:cubicBezTo>
                    <a:pt x="6757" y="4321"/>
                    <a:pt x="6784" y="4244"/>
                    <a:pt x="6811" y="4398"/>
                  </a:cubicBezTo>
                  <a:cubicBezTo>
                    <a:pt x="6811" y="4551"/>
                    <a:pt x="6731" y="4474"/>
                    <a:pt x="6704" y="4474"/>
                  </a:cubicBezTo>
                  <a:cubicBezTo>
                    <a:pt x="6651" y="4398"/>
                    <a:pt x="6624" y="4321"/>
                    <a:pt x="6571" y="4398"/>
                  </a:cubicBezTo>
                  <a:cubicBezTo>
                    <a:pt x="6517" y="4398"/>
                    <a:pt x="6544" y="4627"/>
                    <a:pt x="6571" y="4704"/>
                  </a:cubicBezTo>
                  <a:cubicBezTo>
                    <a:pt x="6597" y="4781"/>
                    <a:pt x="6651" y="4781"/>
                    <a:pt x="6677" y="4781"/>
                  </a:cubicBezTo>
                  <a:cubicBezTo>
                    <a:pt x="6731" y="4857"/>
                    <a:pt x="6784" y="4857"/>
                    <a:pt x="6811" y="4934"/>
                  </a:cubicBezTo>
                  <a:cubicBezTo>
                    <a:pt x="6837" y="5010"/>
                    <a:pt x="6837" y="5087"/>
                    <a:pt x="6837" y="5087"/>
                  </a:cubicBezTo>
                  <a:cubicBezTo>
                    <a:pt x="6864" y="5087"/>
                    <a:pt x="6891" y="5087"/>
                    <a:pt x="6917" y="5087"/>
                  </a:cubicBezTo>
                  <a:cubicBezTo>
                    <a:pt x="6917" y="5087"/>
                    <a:pt x="6837" y="5164"/>
                    <a:pt x="6837" y="5164"/>
                  </a:cubicBezTo>
                  <a:cubicBezTo>
                    <a:pt x="6784" y="5164"/>
                    <a:pt x="6784" y="5087"/>
                    <a:pt x="6757" y="5010"/>
                  </a:cubicBezTo>
                  <a:cubicBezTo>
                    <a:pt x="6704" y="4934"/>
                    <a:pt x="6624" y="4934"/>
                    <a:pt x="6544" y="4934"/>
                  </a:cubicBezTo>
                  <a:cubicBezTo>
                    <a:pt x="6517" y="4934"/>
                    <a:pt x="6384" y="4857"/>
                    <a:pt x="6437" y="4704"/>
                  </a:cubicBezTo>
                  <a:cubicBezTo>
                    <a:pt x="6464" y="4704"/>
                    <a:pt x="6437" y="4627"/>
                    <a:pt x="6437" y="4551"/>
                  </a:cubicBezTo>
                  <a:cubicBezTo>
                    <a:pt x="6411" y="4474"/>
                    <a:pt x="6437" y="4398"/>
                    <a:pt x="6437" y="4321"/>
                  </a:cubicBezTo>
                  <a:cubicBezTo>
                    <a:pt x="6464" y="4168"/>
                    <a:pt x="6491" y="3861"/>
                    <a:pt x="6437" y="3785"/>
                  </a:cubicBezTo>
                  <a:cubicBezTo>
                    <a:pt x="6331" y="3708"/>
                    <a:pt x="6411" y="4091"/>
                    <a:pt x="6384" y="4244"/>
                  </a:cubicBezTo>
                  <a:cubicBezTo>
                    <a:pt x="6331" y="4398"/>
                    <a:pt x="6251" y="4474"/>
                    <a:pt x="6197" y="4627"/>
                  </a:cubicBezTo>
                  <a:cubicBezTo>
                    <a:pt x="6117" y="4857"/>
                    <a:pt x="6144" y="4781"/>
                    <a:pt x="6197" y="4934"/>
                  </a:cubicBezTo>
                  <a:cubicBezTo>
                    <a:pt x="6224" y="5010"/>
                    <a:pt x="6304" y="5240"/>
                    <a:pt x="6304" y="5393"/>
                  </a:cubicBezTo>
                  <a:cubicBezTo>
                    <a:pt x="6304" y="5393"/>
                    <a:pt x="6277" y="5546"/>
                    <a:pt x="6251" y="5546"/>
                  </a:cubicBezTo>
                  <a:cubicBezTo>
                    <a:pt x="6224" y="5700"/>
                    <a:pt x="6197" y="5853"/>
                    <a:pt x="6197" y="6006"/>
                  </a:cubicBezTo>
                  <a:cubicBezTo>
                    <a:pt x="6197" y="6006"/>
                    <a:pt x="6224" y="6389"/>
                    <a:pt x="6251" y="6389"/>
                  </a:cubicBezTo>
                  <a:cubicBezTo>
                    <a:pt x="6304" y="6389"/>
                    <a:pt x="6357" y="6389"/>
                    <a:pt x="6411" y="6312"/>
                  </a:cubicBezTo>
                  <a:cubicBezTo>
                    <a:pt x="6464" y="6236"/>
                    <a:pt x="6544" y="6312"/>
                    <a:pt x="6597" y="6389"/>
                  </a:cubicBezTo>
                  <a:cubicBezTo>
                    <a:pt x="6677" y="6389"/>
                    <a:pt x="6731" y="6542"/>
                    <a:pt x="6757" y="6772"/>
                  </a:cubicBezTo>
                  <a:cubicBezTo>
                    <a:pt x="6784" y="6925"/>
                    <a:pt x="6677" y="7155"/>
                    <a:pt x="6731" y="7232"/>
                  </a:cubicBezTo>
                  <a:cubicBezTo>
                    <a:pt x="6731" y="7232"/>
                    <a:pt x="6891" y="7385"/>
                    <a:pt x="6891" y="7385"/>
                  </a:cubicBezTo>
                  <a:cubicBezTo>
                    <a:pt x="6891" y="7461"/>
                    <a:pt x="6704" y="7308"/>
                    <a:pt x="6677" y="7308"/>
                  </a:cubicBezTo>
                  <a:cubicBezTo>
                    <a:pt x="6677" y="7308"/>
                    <a:pt x="6651" y="7078"/>
                    <a:pt x="6651" y="7078"/>
                  </a:cubicBezTo>
                  <a:cubicBezTo>
                    <a:pt x="6677" y="6925"/>
                    <a:pt x="6704" y="6849"/>
                    <a:pt x="6651" y="6772"/>
                  </a:cubicBezTo>
                  <a:cubicBezTo>
                    <a:pt x="6597" y="6695"/>
                    <a:pt x="6624" y="6542"/>
                    <a:pt x="6571" y="6466"/>
                  </a:cubicBezTo>
                  <a:cubicBezTo>
                    <a:pt x="6517" y="6466"/>
                    <a:pt x="6464" y="6542"/>
                    <a:pt x="6411" y="6542"/>
                  </a:cubicBezTo>
                  <a:cubicBezTo>
                    <a:pt x="6411" y="6542"/>
                    <a:pt x="6304" y="6619"/>
                    <a:pt x="6304" y="6695"/>
                  </a:cubicBezTo>
                  <a:cubicBezTo>
                    <a:pt x="6331" y="6695"/>
                    <a:pt x="6357" y="6695"/>
                    <a:pt x="6331" y="6695"/>
                  </a:cubicBezTo>
                  <a:cubicBezTo>
                    <a:pt x="6331" y="6772"/>
                    <a:pt x="6277" y="6849"/>
                    <a:pt x="6304" y="6925"/>
                  </a:cubicBezTo>
                  <a:cubicBezTo>
                    <a:pt x="6411" y="7078"/>
                    <a:pt x="6331" y="7308"/>
                    <a:pt x="6277" y="7461"/>
                  </a:cubicBezTo>
                  <a:cubicBezTo>
                    <a:pt x="6251" y="7538"/>
                    <a:pt x="6224" y="7691"/>
                    <a:pt x="6224" y="7768"/>
                  </a:cubicBezTo>
                  <a:cubicBezTo>
                    <a:pt x="6197" y="7844"/>
                    <a:pt x="6144" y="7921"/>
                    <a:pt x="6091" y="7921"/>
                  </a:cubicBezTo>
                  <a:cubicBezTo>
                    <a:pt x="6064" y="7998"/>
                    <a:pt x="6037" y="7998"/>
                    <a:pt x="6037" y="8151"/>
                  </a:cubicBezTo>
                  <a:cubicBezTo>
                    <a:pt x="6011" y="8304"/>
                    <a:pt x="5957" y="8227"/>
                    <a:pt x="5931" y="8227"/>
                  </a:cubicBezTo>
                  <a:cubicBezTo>
                    <a:pt x="5851" y="8151"/>
                    <a:pt x="5797" y="8227"/>
                    <a:pt x="5744" y="8151"/>
                  </a:cubicBezTo>
                  <a:cubicBezTo>
                    <a:pt x="5717" y="8151"/>
                    <a:pt x="5691" y="8074"/>
                    <a:pt x="5664" y="8074"/>
                  </a:cubicBezTo>
                  <a:cubicBezTo>
                    <a:pt x="5611" y="8074"/>
                    <a:pt x="5611" y="7998"/>
                    <a:pt x="5584" y="7921"/>
                  </a:cubicBezTo>
                  <a:cubicBezTo>
                    <a:pt x="5584" y="7921"/>
                    <a:pt x="5637" y="7844"/>
                    <a:pt x="5637" y="7921"/>
                  </a:cubicBezTo>
                  <a:cubicBezTo>
                    <a:pt x="5664" y="8074"/>
                    <a:pt x="5717" y="8074"/>
                    <a:pt x="5717" y="7998"/>
                  </a:cubicBezTo>
                  <a:cubicBezTo>
                    <a:pt x="5744" y="7921"/>
                    <a:pt x="5877" y="8151"/>
                    <a:pt x="5931" y="7998"/>
                  </a:cubicBezTo>
                  <a:cubicBezTo>
                    <a:pt x="5931" y="7921"/>
                    <a:pt x="5877" y="7844"/>
                    <a:pt x="5931" y="7844"/>
                  </a:cubicBezTo>
                  <a:cubicBezTo>
                    <a:pt x="5957" y="7768"/>
                    <a:pt x="6011" y="7691"/>
                    <a:pt x="6037" y="7615"/>
                  </a:cubicBezTo>
                  <a:cubicBezTo>
                    <a:pt x="6064" y="7461"/>
                    <a:pt x="6037" y="7461"/>
                    <a:pt x="6117" y="7385"/>
                  </a:cubicBezTo>
                  <a:cubicBezTo>
                    <a:pt x="6197" y="7232"/>
                    <a:pt x="6091" y="7078"/>
                    <a:pt x="6144" y="6925"/>
                  </a:cubicBezTo>
                  <a:cubicBezTo>
                    <a:pt x="6197" y="6849"/>
                    <a:pt x="6197" y="6772"/>
                    <a:pt x="6144" y="6695"/>
                  </a:cubicBezTo>
                  <a:cubicBezTo>
                    <a:pt x="6117" y="6695"/>
                    <a:pt x="6091" y="6619"/>
                    <a:pt x="6064" y="6542"/>
                  </a:cubicBezTo>
                  <a:cubicBezTo>
                    <a:pt x="6037" y="6389"/>
                    <a:pt x="6064" y="6159"/>
                    <a:pt x="6064" y="6006"/>
                  </a:cubicBezTo>
                  <a:cubicBezTo>
                    <a:pt x="6064" y="5853"/>
                    <a:pt x="6037" y="5700"/>
                    <a:pt x="6064" y="5546"/>
                  </a:cubicBezTo>
                  <a:cubicBezTo>
                    <a:pt x="6064" y="5393"/>
                    <a:pt x="6117" y="5393"/>
                    <a:pt x="6117" y="5240"/>
                  </a:cubicBezTo>
                  <a:cubicBezTo>
                    <a:pt x="6091" y="5087"/>
                    <a:pt x="6037" y="5010"/>
                    <a:pt x="6011" y="4934"/>
                  </a:cubicBezTo>
                  <a:cubicBezTo>
                    <a:pt x="5984" y="4857"/>
                    <a:pt x="5957" y="4781"/>
                    <a:pt x="5984" y="4704"/>
                  </a:cubicBezTo>
                  <a:cubicBezTo>
                    <a:pt x="6037" y="4627"/>
                    <a:pt x="6037" y="4474"/>
                    <a:pt x="6064" y="4321"/>
                  </a:cubicBezTo>
                  <a:cubicBezTo>
                    <a:pt x="6091" y="4244"/>
                    <a:pt x="6117" y="4015"/>
                    <a:pt x="6091" y="3938"/>
                  </a:cubicBezTo>
                  <a:cubicBezTo>
                    <a:pt x="6091" y="3861"/>
                    <a:pt x="5984" y="3785"/>
                    <a:pt x="5931" y="3708"/>
                  </a:cubicBezTo>
                  <a:cubicBezTo>
                    <a:pt x="5877" y="3708"/>
                    <a:pt x="5824" y="3708"/>
                    <a:pt x="5771" y="3708"/>
                  </a:cubicBezTo>
                  <a:cubicBezTo>
                    <a:pt x="5744" y="3708"/>
                    <a:pt x="5664" y="3632"/>
                    <a:pt x="5637" y="3708"/>
                  </a:cubicBezTo>
                  <a:cubicBezTo>
                    <a:pt x="5557" y="3861"/>
                    <a:pt x="5557" y="4398"/>
                    <a:pt x="5477" y="4551"/>
                  </a:cubicBezTo>
                  <a:cubicBezTo>
                    <a:pt x="5424" y="4781"/>
                    <a:pt x="5264" y="4857"/>
                    <a:pt x="5264" y="5164"/>
                  </a:cubicBezTo>
                  <a:cubicBezTo>
                    <a:pt x="5264" y="5240"/>
                    <a:pt x="5344" y="5164"/>
                    <a:pt x="5344" y="5164"/>
                  </a:cubicBezTo>
                  <a:cubicBezTo>
                    <a:pt x="5371" y="5240"/>
                    <a:pt x="5344" y="5546"/>
                    <a:pt x="5344" y="5546"/>
                  </a:cubicBezTo>
                  <a:cubicBezTo>
                    <a:pt x="5317" y="5700"/>
                    <a:pt x="5371" y="5776"/>
                    <a:pt x="5291" y="5776"/>
                  </a:cubicBezTo>
                  <a:cubicBezTo>
                    <a:pt x="5291" y="5853"/>
                    <a:pt x="5264" y="5853"/>
                    <a:pt x="5264" y="5929"/>
                  </a:cubicBezTo>
                  <a:cubicBezTo>
                    <a:pt x="5291" y="6006"/>
                    <a:pt x="5317" y="6006"/>
                    <a:pt x="5344" y="6006"/>
                  </a:cubicBezTo>
                  <a:cubicBezTo>
                    <a:pt x="5371" y="6006"/>
                    <a:pt x="5477" y="6006"/>
                    <a:pt x="5477" y="6083"/>
                  </a:cubicBezTo>
                  <a:cubicBezTo>
                    <a:pt x="5477" y="6236"/>
                    <a:pt x="5477" y="6389"/>
                    <a:pt x="5531" y="6466"/>
                  </a:cubicBezTo>
                  <a:cubicBezTo>
                    <a:pt x="5584" y="6542"/>
                    <a:pt x="5637" y="6466"/>
                    <a:pt x="5584" y="6619"/>
                  </a:cubicBezTo>
                  <a:cubicBezTo>
                    <a:pt x="5557" y="6695"/>
                    <a:pt x="5557" y="6849"/>
                    <a:pt x="5531" y="6925"/>
                  </a:cubicBezTo>
                  <a:cubicBezTo>
                    <a:pt x="5504" y="7078"/>
                    <a:pt x="5371" y="6695"/>
                    <a:pt x="5344" y="6619"/>
                  </a:cubicBezTo>
                  <a:cubicBezTo>
                    <a:pt x="5264" y="6466"/>
                    <a:pt x="5157" y="6389"/>
                    <a:pt x="5077" y="6312"/>
                  </a:cubicBezTo>
                  <a:cubicBezTo>
                    <a:pt x="5024" y="6236"/>
                    <a:pt x="4997" y="6159"/>
                    <a:pt x="4944" y="6083"/>
                  </a:cubicBezTo>
                  <a:cubicBezTo>
                    <a:pt x="4917" y="6083"/>
                    <a:pt x="4864" y="6006"/>
                    <a:pt x="4837" y="6006"/>
                  </a:cubicBezTo>
                  <a:cubicBezTo>
                    <a:pt x="4757" y="6006"/>
                    <a:pt x="4677" y="5929"/>
                    <a:pt x="4597" y="5929"/>
                  </a:cubicBezTo>
                  <a:cubicBezTo>
                    <a:pt x="4491" y="5929"/>
                    <a:pt x="4384" y="5929"/>
                    <a:pt x="4464" y="6312"/>
                  </a:cubicBezTo>
                  <a:cubicBezTo>
                    <a:pt x="4517" y="6389"/>
                    <a:pt x="4491" y="6542"/>
                    <a:pt x="4437" y="6619"/>
                  </a:cubicBezTo>
                  <a:cubicBezTo>
                    <a:pt x="4411" y="6695"/>
                    <a:pt x="4331" y="6542"/>
                    <a:pt x="4357" y="6772"/>
                  </a:cubicBezTo>
                  <a:cubicBezTo>
                    <a:pt x="4384" y="6849"/>
                    <a:pt x="4171" y="6849"/>
                    <a:pt x="4277" y="6619"/>
                  </a:cubicBezTo>
                  <a:cubicBezTo>
                    <a:pt x="4304" y="6542"/>
                    <a:pt x="4224" y="6389"/>
                    <a:pt x="4197" y="6466"/>
                  </a:cubicBezTo>
                  <a:cubicBezTo>
                    <a:pt x="4144" y="6466"/>
                    <a:pt x="4091" y="6542"/>
                    <a:pt x="4064" y="6619"/>
                  </a:cubicBezTo>
                  <a:cubicBezTo>
                    <a:pt x="3984" y="6772"/>
                    <a:pt x="3904" y="6619"/>
                    <a:pt x="3824" y="6695"/>
                  </a:cubicBezTo>
                  <a:cubicBezTo>
                    <a:pt x="3744" y="6772"/>
                    <a:pt x="3691" y="6925"/>
                    <a:pt x="3637" y="6925"/>
                  </a:cubicBezTo>
                  <a:cubicBezTo>
                    <a:pt x="3611" y="6925"/>
                    <a:pt x="3451" y="6925"/>
                    <a:pt x="3477" y="6849"/>
                  </a:cubicBezTo>
                  <a:cubicBezTo>
                    <a:pt x="3531" y="6849"/>
                    <a:pt x="3531" y="6849"/>
                    <a:pt x="3531" y="6772"/>
                  </a:cubicBezTo>
                  <a:cubicBezTo>
                    <a:pt x="3531" y="6542"/>
                    <a:pt x="3584" y="6619"/>
                    <a:pt x="3584" y="6466"/>
                  </a:cubicBezTo>
                  <a:cubicBezTo>
                    <a:pt x="3611" y="6389"/>
                    <a:pt x="3424" y="6542"/>
                    <a:pt x="3424" y="6542"/>
                  </a:cubicBezTo>
                  <a:cubicBezTo>
                    <a:pt x="3397" y="6542"/>
                    <a:pt x="3371" y="6542"/>
                    <a:pt x="3371" y="6619"/>
                  </a:cubicBezTo>
                  <a:cubicBezTo>
                    <a:pt x="3371" y="6695"/>
                    <a:pt x="3371" y="6772"/>
                    <a:pt x="3371" y="6849"/>
                  </a:cubicBezTo>
                  <a:cubicBezTo>
                    <a:pt x="3344" y="6849"/>
                    <a:pt x="3291" y="6772"/>
                    <a:pt x="3264" y="6772"/>
                  </a:cubicBezTo>
                  <a:cubicBezTo>
                    <a:pt x="3211" y="6772"/>
                    <a:pt x="3131" y="6849"/>
                    <a:pt x="3077" y="6925"/>
                  </a:cubicBezTo>
                  <a:cubicBezTo>
                    <a:pt x="2997" y="7002"/>
                    <a:pt x="2917" y="7155"/>
                    <a:pt x="2837" y="7232"/>
                  </a:cubicBezTo>
                  <a:cubicBezTo>
                    <a:pt x="2784" y="7232"/>
                    <a:pt x="2757" y="7308"/>
                    <a:pt x="2731" y="7461"/>
                  </a:cubicBezTo>
                  <a:cubicBezTo>
                    <a:pt x="2731" y="7538"/>
                    <a:pt x="2731" y="7768"/>
                    <a:pt x="2677" y="7768"/>
                  </a:cubicBezTo>
                  <a:cubicBezTo>
                    <a:pt x="2624" y="7768"/>
                    <a:pt x="2571" y="7844"/>
                    <a:pt x="2517" y="7844"/>
                  </a:cubicBezTo>
                  <a:cubicBezTo>
                    <a:pt x="2491" y="7844"/>
                    <a:pt x="2464" y="7691"/>
                    <a:pt x="2437" y="7615"/>
                  </a:cubicBezTo>
                  <a:cubicBezTo>
                    <a:pt x="2384" y="7461"/>
                    <a:pt x="2304" y="7538"/>
                    <a:pt x="2357" y="7308"/>
                  </a:cubicBezTo>
                  <a:cubicBezTo>
                    <a:pt x="2384" y="7155"/>
                    <a:pt x="2464" y="7232"/>
                    <a:pt x="2491" y="7155"/>
                  </a:cubicBezTo>
                  <a:cubicBezTo>
                    <a:pt x="2544" y="7155"/>
                    <a:pt x="2597" y="7232"/>
                    <a:pt x="2571" y="7078"/>
                  </a:cubicBezTo>
                  <a:cubicBezTo>
                    <a:pt x="2544" y="7002"/>
                    <a:pt x="2517" y="6849"/>
                    <a:pt x="2491" y="6772"/>
                  </a:cubicBezTo>
                  <a:cubicBezTo>
                    <a:pt x="2437" y="6619"/>
                    <a:pt x="2357" y="6695"/>
                    <a:pt x="2304" y="6695"/>
                  </a:cubicBezTo>
                  <a:cubicBezTo>
                    <a:pt x="2277" y="6695"/>
                    <a:pt x="2117" y="6619"/>
                    <a:pt x="2117" y="6619"/>
                  </a:cubicBezTo>
                  <a:cubicBezTo>
                    <a:pt x="2117" y="6619"/>
                    <a:pt x="2197" y="6695"/>
                    <a:pt x="2197" y="6695"/>
                  </a:cubicBezTo>
                  <a:cubicBezTo>
                    <a:pt x="2224" y="6772"/>
                    <a:pt x="2224" y="6849"/>
                    <a:pt x="2224" y="6925"/>
                  </a:cubicBezTo>
                  <a:cubicBezTo>
                    <a:pt x="2224" y="7002"/>
                    <a:pt x="2224" y="7155"/>
                    <a:pt x="2224" y="7232"/>
                  </a:cubicBezTo>
                  <a:cubicBezTo>
                    <a:pt x="2197" y="7308"/>
                    <a:pt x="2171" y="7385"/>
                    <a:pt x="2171" y="7461"/>
                  </a:cubicBezTo>
                  <a:cubicBezTo>
                    <a:pt x="2197" y="7615"/>
                    <a:pt x="2304" y="7615"/>
                    <a:pt x="2277" y="7844"/>
                  </a:cubicBezTo>
                  <a:cubicBezTo>
                    <a:pt x="2251" y="7921"/>
                    <a:pt x="2224" y="8074"/>
                    <a:pt x="2224" y="8151"/>
                  </a:cubicBezTo>
                  <a:cubicBezTo>
                    <a:pt x="2224" y="8151"/>
                    <a:pt x="2224" y="8457"/>
                    <a:pt x="2224" y="8457"/>
                  </a:cubicBezTo>
                  <a:cubicBezTo>
                    <a:pt x="2224" y="8457"/>
                    <a:pt x="2197" y="8227"/>
                    <a:pt x="2197" y="8227"/>
                  </a:cubicBezTo>
                  <a:cubicBezTo>
                    <a:pt x="2171" y="8227"/>
                    <a:pt x="2144" y="8381"/>
                    <a:pt x="2117" y="8304"/>
                  </a:cubicBezTo>
                  <a:cubicBezTo>
                    <a:pt x="2117" y="8304"/>
                    <a:pt x="2171" y="8227"/>
                    <a:pt x="2171" y="8151"/>
                  </a:cubicBezTo>
                  <a:cubicBezTo>
                    <a:pt x="2144" y="8074"/>
                    <a:pt x="2091" y="8074"/>
                    <a:pt x="2064" y="8074"/>
                  </a:cubicBezTo>
                  <a:cubicBezTo>
                    <a:pt x="2037" y="8074"/>
                    <a:pt x="2011" y="7998"/>
                    <a:pt x="1984" y="8074"/>
                  </a:cubicBezTo>
                  <a:cubicBezTo>
                    <a:pt x="1931" y="8074"/>
                    <a:pt x="1904" y="8227"/>
                    <a:pt x="1851" y="8227"/>
                  </a:cubicBezTo>
                  <a:cubicBezTo>
                    <a:pt x="1797" y="8381"/>
                    <a:pt x="1771" y="8381"/>
                    <a:pt x="1717" y="8534"/>
                  </a:cubicBezTo>
                  <a:cubicBezTo>
                    <a:pt x="1664" y="8687"/>
                    <a:pt x="1611" y="8687"/>
                    <a:pt x="1691" y="8840"/>
                  </a:cubicBezTo>
                  <a:cubicBezTo>
                    <a:pt x="1717" y="8917"/>
                    <a:pt x="1771" y="9146"/>
                    <a:pt x="1744" y="9223"/>
                  </a:cubicBezTo>
                  <a:cubicBezTo>
                    <a:pt x="1717" y="9300"/>
                    <a:pt x="1557" y="9146"/>
                    <a:pt x="1531" y="9146"/>
                  </a:cubicBezTo>
                  <a:cubicBezTo>
                    <a:pt x="1504" y="9070"/>
                    <a:pt x="1424" y="9146"/>
                    <a:pt x="1397" y="9146"/>
                  </a:cubicBezTo>
                  <a:cubicBezTo>
                    <a:pt x="1424" y="9070"/>
                    <a:pt x="1291" y="8764"/>
                    <a:pt x="1264" y="8917"/>
                  </a:cubicBezTo>
                  <a:cubicBezTo>
                    <a:pt x="1131" y="9223"/>
                    <a:pt x="1424" y="9300"/>
                    <a:pt x="1424" y="9453"/>
                  </a:cubicBezTo>
                  <a:cubicBezTo>
                    <a:pt x="1397" y="9759"/>
                    <a:pt x="1317" y="9606"/>
                    <a:pt x="1237" y="9606"/>
                  </a:cubicBezTo>
                  <a:cubicBezTo>
                    <a:pt x="1157" y="9529"/>
                    <a:pt x="1131" y="9376"/>
                    <a:pt x="1051" y="9300"/>
                  </a:cubicBezTo>
                  <a:cubicBezTo>
                    <a:pt x="997" y="9223"/>
                    <a:pt x="997" y="9146"/>
                    <a:pt x="971" y="8993"/>
                  </a:cubicBezTo>
                  <a:cubicBezTo>
                    <a:pt x="971" y="8840"/>
                    <a:pt x="944" y="8840"/>
                    <a:pt x="917" y="8764"/>
                  </a:cubicBezTo>
                  <a:cubicBezTo>
                    <a:pt x="917" y="8687"/>
                    <a:pt x="997" y="8534"/>
                    <a:pt x="997" y="8534"/>
                  </a:cubicBezTo>
                  <a:cubicBezTo>
                    <a:pt x="1024" y="8304"/>
                    <a:pt x="891" y="8151"/>
                    <a:pt x="837" y="8151"/>
                  </a:cubicBezTo>
                  <a:cubicBezTo>
                    <a:pt x="784" y="8074"/>
                    <a:pt x="784" y="7921"/>
                    <a:pt x="731" y="7921"/>
                  </a:cubicBezTo>
                  <a:cubicBezTo>
                    <a:pt x="757" y="7844"/>
                    <a:pt x="624" y="7538"/>
                    <a:pt x="624" y="7538"/>
                  </a:cubicBezTo>
                  <a:cubicBezTo>
                    <a:pt x="677" y="7461"/>
                    <a:pt x="731" y="7691"/>
                    <a:pt x="757" y="7768"/>
                  </a:cubicBezTo>
                  <a:cubicBezTo>
                    <a:pt x="784" y="7844"/>
                    <a:pt x="811" y="7844"/>
                    <a:pt x="811" y="7768"/>
                  </a:cubicBezTo>
                  <a:cubicBezTo>
                    <a:pt x="837" y="7768"/>
                    <a:pt x="864" y="7844"/>
                    <a:pt x="864" y="7844"/>
                  </a:cubicBezTo>
                  <a:cubicBezTo>
                    <a:pt x="944" y="7921"/>
                    <a:pt x="997" y="7998"/>
                    <a:pt x="1077" y="7998"/>
                  </a:cubicBezTo>
                  <a:cubicBezTo>
                    <a:pt x="1131" y="8074"/>
                    <a:pt x="1211" y="8074"/>
                    <a:pt x="1291" y="8151"/>
                  </a:cubicBezTo>
                  <a:cubicBezTo>
                    <a:pt x="1424" y="8304"/>
                    <a:pt x="1531" y="8304"/>
                    <a:pt x="1664" y="8074"/>
                  </a:cubicBezTo>
                  <a:cubicBezTo>
                    <a:pt x="1717" y="7998"/>
                    <a:pt x="1744" y="7921"/>
                    <a:pt x="1797" y="7844"/>
                  </a:cubicBezTo>
                  <a:cubicBezTo>
                    <a:pt x="1877" y="7691"/>
                    <a:pt x="1824" y="7615"/>
                    <a:pt x="1824" y="7385"/>
                  </a:cubicBezTo>
                  <a:cubicBezTo>
                    <a:pt x="1824" y="7155"/>
                    <a:pt x="1637" y="7078"/>
                    <a:pt x="1584" y="6925"/>
                  </a:cubicBezTo>
                  <a:cubicBezTo>
                    <a:pt x="1504" y="6772"/>
                    <a:pt x="1397" y="6619"/>
                    <a:pt x="1317" y="6542"/>
                  </a:cubicBezTo>
                  <a:cubicBezTo>
                    <a:pt x="1237" y="6389"/>
                    <a:pt x="1131" y="6236"/>
                    <a:pt x="1051" y="6236"/>
                  </a:cubicBezTo>
                  <a:cubicBezTo>
                    <a:pt x="1024" y="6159"/>
                    <a:pt x="1024" y="6236"/>
                    <a:pt x="997" y="6236"/>
                  </a:cubicBezTo>
                  <a:cubicBezTo>
                    <a:pt x="971" y="6236"/>
                    <a:pt x="944" y="6159"/>
                    <a:pt x="917" y="6159"/>
                  </a:cubicBezTo>
                  <a:cubicBezTo>
                    <a:pt x="864" y="6083"/>
                    <a:pt x="811" y="6389"/>
                    <a:pt x="757" y="6389"/>
                  </a:cubicBezTo>
                  <a:cubicBezTo>
                    <a:pt x="757" y="6312"/>
                    <a:pt x="864" y="6083"/>
                    <a:pt x="757" y="6083"/>
                  </a:cubicBezTo>
                  <a:cubicBezTo>
                    <a:pt x="731" y="6083"/>
                    <a:pt x="624" y="5929"/>
                    <a:pt x="624" y="5929"/>
                  </a:cubicBezTo>
                  <a:cubicBezTo>
                    <a:pt x="651" y="5853"/>
                    <a:pt x="757" y="6083"/>
                    <a:pt x="757" y="5929"/>
                  </a:cubicBezTo>
                  <a:cubicBezTo>
                    <a:pt x="757" y="5853"/>
                    <a:pt x="651" y="5700"/>
                    <a:pt x="624" y="5700"/>
                  </a:cubicBezTo>
                  <a:cubicBezTo>
                    <a:pt x="597" y="5776"/>
                    <a:pt x="517" y="5929"/>
                    <a:pt x="517" y="5929"/>
                  </a:cubicBezTo>
                  <a:cubicBezTo>
                    <a:pt x="517" y="5853"/>
                    <a:pt x="517" y="5853"/>
                    <a:pt x="491" y="5776"/>
                  </a:cubicBezTo>
                  <a:cubicBezTo>
                    <a:pt x="437" y="5776"/>
                    <a:pt x="437" y="5853"/>
                    <a:pt x="411" y="5929"/>
                  </a:cubicBezTo>
                  <a:cubicBezTo>
                    <a:pt x="411" y="5929"/>
                    <a:pt x="411" y="5929"/>
                    <a:pt x="411" y="5853"/>
                  </a:cubicBezTo>
                  <a:cubicBezTo>
                    <a:pt x="384" y="5929"/>
                    <a:pt x="357" y="6083"/>
                    <a:pt x="331" y="6083"/>
                  </a:cubicBezTo>
                  <a:cubicBezTo>
                    <a:pt x="304" y="6159"/>
                    <a:pt x="251" y="6159"/>
                    <a:pt x="251" y="6159"/>
                  </a:cubicBezTo>
                  <a:cubicBezTo>
                    <a:pt x="224" y="6312"/>
                    <a:pt x="117" y="6312"/>
                    <a:pt x="144" y="6466"/>
                  </a:cubicBezTo>
                  <a:cubicBezTo>
                    <a:pt x="224" y="6619"/>
                    <a:pt x="117" y="6466"/>
                    <a:pt x="117" y="6695"/>
                  </a:cubicBezTo>
                  <a:cubicBezTo>
                    <a:pt x="117" y="6849"/>
                    <a:pt x="224" y="6925"/>
                    <a:pt x="251" y="7002"/>
                  </a:cubicBezTo>
                  <a:cubicBezTo>
                    <a:pt x="304" y="7078"/>
                    <a:pt x="357" y="7232"/>
                    <a:pt x="331" y="7385"/>
                  </a:cubicBezTo>
                  <a:cubicBezTo>
                    <a:pt x="304" y="7538"/>
                    <a:pt x="224" y="7615"/>
                    <a:pt x="224" y="7768"/>
                  </a:cubicBezTo>
                  <a:cubicBezTo>
                    <a:pt x="251" y="7921"/>
                    <a:pt x="304" y="8074"/>
                    <a:pt x="331" y="8227"/>
                  </a:cubicBezTo>
                  <a:cubicBezTo>
                    <a:pt x="357" y="8381"/>
                    <a:pt x="304" y="8381"/>
                    <a:pt x="304" y="8534"/>
                  </a:cubicBezTo>
                  <a:cubicBezTo>
                    <a:pt x="304" y="8687"/>
                    <a:pt x="384" y="8840"/>
                    <a:pt x="331" y="8917"/>
                  </a:cubicBezTo>
                  <a:cubicBezTo>
                    <a:pt x="277" y="8993"/>
                    <a:pt x="357" y="9223"/>
                    <a:pt x="357" y="9300"/>
                  </a:cubicBezTo>
                  <a:cubicBezTo>
                    <a:pt x="411" y="9453"/>
                    <a:pt x="464" y="9453"/>
                    <a:pt x="384" y="9606"/>
                  </a:cubicBezTo>
                  <a:cubicBezTo>
                    <a:pt x="331" y="9759"/>
                    <a:pt x="357" y="9759"/>
                    <a:pt x="384" y="9836"/>
                  </a:cubicBezTo>
                  <a:cubicBezTo>
                    <a:pt x="517" y="10066"/>
                    <a:pt x="597" y="10219"/>
                    <a:pt x="464" y="10525"/>
                  </a:cubicBezTo>
                  <a:cubicBezTo>
                    <a:pt x="331" y="10908"/>
                    <a:pt x="197" y="11215"/>
                    <a:pt x="91" y="11598"/>
                  </a:cubicBezTo>
                  <a:cubicBezTo>
                    <a:pt x="144" y="11598"/>
                    <a:pt x="144" y="11521"/>
                    <a:pt x="171" y="11598"/>
                  </a:cubicBezTo>
                  <a:cubicBezTo>
                    <a:pt x="197" y="11751"/>
                    <a:pt x="251" y="11751"/>
                    <a:pt x="277" y="11827"/>
                  </a:cubicBezTo>
                  <a:cubicBezTo>
                    <a:pt x="437" y="11981"/>
                    <a:pt x="224" y="11981"/>
                    <a:pt x="171" y="11981"/>
                  </a:cubicBezTo>
                  <a:cubicBezTo>
                    <a:pt x="117" y="11981"/>
                    <a:pt x="91" y="12057"/>
                    <a:pt x="91" y="12210"/>
                  </a:cubicBezTo>
                  <a:cubicBezTo>
                    <a:pt x="91" y="12364"/>
                    <a:pt x="37" y="12440"/>
                    <a:pt x="11" y="12593"/>
                  </a:cubicBezTo>
                  <a:cubicBezTo>
                    <a:pt x="-16" y="12670"/>
                    <a:pt x="11" y="12823"/>
                    <a:pt x="37" y="12976"/>
                  </a:cubicBezTo>
                  <a:cubicBezTo>
                    <a:pt x="37" y="13129"/>
                    <a:pt x="-16" y="13283"/>
                    <a:pt x="11" y="13359"/>
                  </a:cubicBezTo>
                  <a:cubicBezTo>
                    <a:pt x="64" y="13436"/>
                    <a:pt x="64" y="13436"/>
                    <a:pt x="64" y="13589"/>
                  </a:cubicBezTo>
                  <a:cubicBezTo>
                    <a:pt x="37" y="13742"/>
                    <a:pt x="91" y="13819"/>
                    <a:pt x="91" y="13972"/>
                  </a:cubicBezTo>
                  <a:cubicBezTo>
                    <a:pt x="91" y="14049"/>
                    <a:pt x="171" y="14202"/>
                    <a:pt x="197" y="14202"/>
                  </a:cubicBezTo>
                  <a:cubicBezTo>
                    <a:pt x="197" y="14202"/>
                    <a:pt x="224" y="14125"/>
                    <a:pt x="251" y="14125"/>
                  </a:cubicBezTo>
                  <a:cubicBezTo>
                    <a:pt x="277" y="14125"/>
                    <a:pt x="277" y="14278"/>
                    <a:pt x="304" y="14278"/>
                  </a:cubicBezTo>
                  <a:cubicBezTo>
                    <a:pt x="357" y="14202"/>
                    <a:pt x="357" y="14125"/>
                    <a:pt x="411" y="14278"/>
                  </a:cubicBezTo>
                  <a:cubicBezTo>
                    <a:pt x="464" y="14355"/>
                    <a:pt x="464" y="14355"/>
                    <a:pt x="464" y="14508"/>
                  </a:cubicBezTo>
                  <a:cubicBezTo>
                    <a:pt x="437" y="14891"/>
                    <a:pt x="544" y="15198"/>
                    <a:pt x="624" y="15351"/>
                  </a:cubicBezTo>
                  <a:cubicBezTo>
                    <a:pt x="677" y="15427"/>
                    <a:pt x="704" y="15504"/>
                    <a:pt x="651" y="15581"/>
                  </a:cubicBezTo>
                  <a:cubicBezTo>
                    <a:pt x="624" y="15734"/>
                    <a:pt x="597" y="15657"/>
                    <a:pt x="544" y="15657"/>
                  </a:cubicBezTo>
                  <a:cubicBezTo>
                    <a:pt x="491" y="15657"/>
                    <a:pt x="571" y="16346"/>
                    <a:pt x="624" y="16270"/>
                  </a:cubicBezTo>
                  <a:cubicBezTo>
                    <a:pt x="651" y="16193"/>
                    <a:pt x="677" y="15964"/>
                    <a:pt x="704" y="16040"/>
                  </a:cubicBezTo>
                  <a:cubicBezTo>
                    <a:pt x="731" y="16040"/>
                    <a:pt x="757" y="16117"/>
                    <a:pt x="811" y="16117"/>
                  </a:cubicBezTo>
                  <a:cubicBezTo>
                    <a:pt x="864" y="16117"/>
                    <a:pt x="917" y="16193"/>
                    <a:pt x="917" y="16346"/>
                  </a:cubicBezTo>
                  <a:cubicBezTo>
                    <a:pt x="917" y="16423"/>
                    <a:pt x="891" y="16423"/>
                    <a:pt x="891" y="16423"/>
                  </a:cubicBezTo>
                  <a:cubicBezTo>
                    <a:pt x="864" y="16500"/>
                    <a:pt x="891" y="16653"/>
                    <a:pt x="917" y="16653"/>
                  </a:cubicBezTo>
                  <a:cubicBezTo>
                    <a:pt x="944" y="16729"/>
                    <a:pt x="997" y="16653"/>
                    <a:pt x="1024" y="16729"/>
                  </a:cubicBezTo>
                  <a:cubicBezTo>
                    <a:pt x="1051" y="16806"/>
                    <a:pt x="1051" y="16959"/>
                    <a:pt x="1051" y="17036"/>
                  </a:cubicBezTo>
                  <a:cubicBezTo>
                    <a:pt x="1051" y="17112"/>
                    <a:pt x="1131" y="17036"/>
                    <a:pt x="1157" y="17036"/>
                  </a:cubicBezTo>
                  <a:cubicBezTo>
                    <a:pt x="1184" y="17112"/>
                    <a:pt x="1237" y="17342"/>
                    <a:pt x="1264" y="17189"/>
                  </a:cubicBezTo>
                  <a:cubicBezTo>
                    <a:pt x="1291" y="17036"/>
                    <a:pt x="1317" y="17112"/>
                    <a:pt x="1344" y="17189"/>
                  </a:cubicBezTo>
                  <a:cubicBezTo>
                    <a:pt x="1397" y="17342"/>
                    <a:pt x="1397" y="17266"/>
                    <a:pt x="1451" y="17266"/>
                  </a:cubicBezTo>
                  <a:cubicBezTo>
                    <a:pt x="1477" y="17266"/>
                    <a:pt x="1504" y="17495"/>
                    <a:pt x="1531" y="17419"/>
                  </a:cubicBezTo>
                  <a:cubicBezTo>
                    <a:pt x="1584" y="17342"/>
                    <a:pt x="1637" y="17495"/>
                    <a:pt x="1664" y="17572"/>
                  </a:cubicBezTo>
                  <a:cubicBezTo>
                    <a:pt x="1717" y="17649"/>
                    <a:pt x="1637" y="17725"/>
                    <a:pt x="1637" y="17725"/>
                  </a:cubicBezTo>
                  <a:cubicBezTo>
                    <a:pt x="1584" y="17802"/>
                    <a:pt x="1664" y="17878"/>
                    <a:pt x="1664" y="17878"/>
                  </a:cubicBezTo>
                  <a:cubicBezTo>
                    <a:pt x="1664" y="17878"/>
                    <a:pt x="1584" y="17878"/>
                    <a:pt x="1611" y="18032"/>
                  </a:cubicBezTo>
                  <a:cubicBezTo>
                    <a:pt x="1664" y="18108"/>
                    <a:pt x="1637" y="18185"/>
                    <a:pt x="1611" y="18261"/>
                  </a:cubicBezTo>
                  <a:cubicBezTo>
                    <a:pt x="1611" y="18338"/>
                    <a:pt x="1531" y="18338"/>
                    <a:pt x="1504" y="18338"/>
                  </a:cubicBezTo>
                  <a:cubicBezTo>
                    <a:pt x="1451" y="18338"/>
                    <a:pt x="1424" y="18491"/>
                    <a:pt x="1397" y="18644"/>
                  </a:cubicBezTo>
                  <a:cubicBezTo>
                    <a:pt x="1424" y="18644"/>
                    <a:pt x="1531" y="18644"/>
                    <a:pt x="1531" y="18721"/>
                  </a:cubicBezTo>
                  <a:cubicBezTo>
                    <a:pt x="1531" y="18798"/>
                    <a:pt x="1397" y="18874"/>
                    <a:pt x="1397" y="18951"/>
                  </a:cubicBezTo>
                  <a:cubicBezTo>
                    <a:pt x="1397" y="19027"/>
                    <a:pt x="1451" y="19027"/>
                    <a:pt x="1451" y="19181"/>
                  </a:cubicBezTo>
                  <a:cubicBezTo>
                    <a:pt x="1451" y="19181"/>
                    <a:pt x="1371" y="19257"/>
                    <a:pt x="1371" y="19257"/>
                  </a:cubicBezTo>
                  <a:cubicBezTo>
                    <a:pt x="1344" y="19334"/>
                    <a:pt x="1344" y="19410"/>
                    <a:pt x="1317" y="19487"/>
                  </a:cubicBezTo>
                  <a:cubicBezTo>
                    <a:pt x="1317" y="19564"/>
                    <a:pt x="1264" y="19487"/>
                    <a:pt x="1264" y="19640"/>
                  </a:cubicBezTo>
                  <a:cubicBezTo>
                    <a:pt x="1237" y="19717"/>
                    <a:pt x="1291" y="19870"/>
                    <a:pt x="1344" y="19870"/>
                  </a:cubicBezTo>
                  <a:cubicBezTo>
                    <a:pt x="1397" y="19946"/>
                    <a:pt x="1451" y="20023"/>
                    <a:pt x="1531" y="20176"/>
                  </a:cubicBezTo>
                  <a:cubicBezTo>
                    <a:pt x="1557" y="20253"/>
                    <a:pt x="1584" y="20329"/>
                    <a:pt x="1611" y="20329"/>
                  </a:cubicBezTo>
                  <a:cubicBezTo>
                    <a:pt x="1637" y="20483"/>
                    <a:pt x="1637" y="20406"/>
                    <a:pt x="1691" y="20329"/>
                  </a:cubicBezTo>
                  <a:cubicBezTo>
                    <a:pt x="1771" y="20329"/>
                    <a:pt x="1851" y="20559"/>
                    <a:pt x="1931" y="20559"/>
                  </a:cubicBezTo>
                  <a:cubicBezTo>
                    <a:pt x="2011" y="20559"/>
                    <a:pt x="2091" y="20712"/>
                    <a:pt x="2171" y="20789"/>
                  </a:cubicBezTo>
                  <a:cubicBezTo>
                    <a:pt x="2251" y="20866"/>
                    <a:pt x="2304" y="20789"/>
                    <a:pt x="2384" y="20789"/>
                  </a:cubicBezTo>
                  <a:cubicBezTo>
                    <a:pt x="2411" y="20866"/>
                    <a:pt x="2437" y="20942"/>
                    <a:pt x="2437" y="21019"/>
                  </a:cubicBezTo>
                  <a:cubicBezTo>
                    <a:pt x="2437" y="21095"/>
                    <a:pt x="2464" y="21095"/>
                    <a:pt x="2491" y="21095"/>
                  </a:cubicBezTo>
                  <a:cubicBezTo>
                    <a:pt x="2571" y="21172"/>
                    <a:pt x="2624" y="21555"/>
                    <a:pt x="2731" y="21402"/>
                  </a:cubicBezTo>
                  <a:cubicBezTo>
                    <a:pt x="2757" y="21325"/>
                    <a:pt x="2811" y="21249"/>
                    <a:pt x="2784" y="21172"/>
                  </a:cubicBezTo>
                  <a:cubicBezTo>
                    <a:pt x="2757" y="21095"/>
                    <a:pt x="2731" y="21019"/>
                    <a:pt x="2704" y="20942"/>
                  </a:cubicBezTo>
                  <a:cubicBezTo>
                    <a:pt x="2651" y="20789"/>
                    <a:pt x="2624" y="20636"/>
                    <a:pt x="2651" y="20406"/>
                  </a:cubicBezTo>
                  <a:cubicBezTo>
                    <a:pt x="2651" y="20253"/>
                    <a:pt x="2624" y="20100"/>
                    <a:pt x="2571" y="20023"/>
                  </a:cubicBezTo>
                  <a:cubicBezTo>
                    <a:pt x="2517" y="19946"/>
                    <a:pt x="2597" y="19793"/>
                    <a:pt x="2624" y="19717"/>
                  </a:cubicBezTo>
                  <a:cubicBezTo>
                    <a:pt x="2651" y="19564"/>
                    <a:pt x="2651" y="19410"/>
                    <a:pt x="2731" y="19410"/>
                  </a:cubicBezTo>
                  <a:cubicBezTo>
                    <a:pt x="2757" y="19410"/>
                    <a:pt x="2784" y="19334"/>
                    <a:pt x="2811" y="19257"/>
                  </a:cubicBezTo>
                  <a:cubicBezTo>
                    <a:pt x="2837" y="19181"/>
                    <a:pt x="2864" y="19181"/>
                    <a:pt x="2891" y="19104"/>
                  </a:cubicBezTo>
                  <a:cubicBezTo>
                    <a:pt x="2864" y="19104"/>
                    <a:pt x="2811" y="19027"/>
                    <a:pt x="2811" y="18951"/>
                  </a:cubicBezTo>
                  <a:cubicBezTo>
                    <a:pt x="2811" y="18874"/>
                    <a:pt x="2864" y="18951"/>
                    <a:pt x="2864" y="18951"/>
                  </a:cubicBezTo>
                  <a:cubicBezTo>
                    <a:pt x="2864" y="18874"/>
                    <a:pt x="2811" y="18644"/>
                    <a:pt x="2784" y="18568"/>
                  </a:cubicBezTo>
                  <a:cubicBezTo>
                    <a:pt x="2757" y="18415"/>
                    <a:pt x="2731" y="18415"/>
                    <a:pt x="2677" y="18415"/>
                  </a:cubicBezTo>
                  <a:cubicBezTo>
                    <a:pt x="2597" y="18415"/>
                    <a:pt x="2651" y="18261"/>
                    <a:pt x="2597" y="18185"/>
                  </a:cubicBezTo>
                  <a:cubicBezTo>
                    <a:pt x="2571" y="18108"/>
                    <a:pt x="2491" y="18108"/>
                    <a:pt x="2544" y="17955"/>
                  </a:cubicBezTo>
                  <a:cubicBezTo>
                    <a:pt x="2571" y="17802"/>
                    <a:pt x="2624" y="17725"/>
                    <a:pt x="2571" y="17649"/>
                  </a:cubicBezTo>
                  <a:cubicBezTo>
                    <a:pt x="2544" y="17495"/>
                    <a:pt x="2597" y="17419"/>
                    <a:pt x="2624" y="17342"/>
                  </a:cubicBezTo>
                  <a:cubicBezTo>
                    <a:pt x="2624" y="17266"/>
                    <a:pt x="2677" y="17036"/>
                    <a:pt x="2677" y="17112"/>
                  </a:cubicBezTo>
                  <a:cubicBezTo>
                    <a:pt x="2704" y="17189"/>
                    <a:pt x="2731" y="17342"/>
                    <a:pt x="2757" y="17419"/>
                  </a:cubicBezTo>
                  <a:cubicBezTo>
                    <a:pt x="2811" y="17419"/>
                    <a:pt x="2837" y="17342"/>
                    <a:pt x="2837" y="17266"/>
                  </a:cubicBezTo>
                  <a:cubicBezTo>
                    <a:pt x="2811" y="17112"/>
                    <a:pt x="2811" y="17036"/>
                    <a:pt x="2864" y="16959"/>
                  </a:cubicBezTo>
                  <a:cubicBezTo>
                    <a:pt x="2917" y="16883"/>
                    <a:pt x="2917" y="16729"/>
                    <a:pt x="2971" y="16729"/>
                  </a:cubicBezTo>
                  <a:cubicBezTo>
                    <a:pt x="3024" y="16653"/>
                    <a:pt x="3077" y="16423"/>
                    <a:pt x="3131" y="16500"/>
                  </a:cubicBezTo>
                  <a:cubicBezTo>
                    <a:pt x="3184" y="16500"/>
                    <a:pt x="3184" y="16653"/>
                    <a:pt x="3237" y="16500"/>
                  </a:cubicBezTo>
                  <a:cubicBezTo>
                    <a:pt x="3291" y="16423"/>
                    <a:pt x="3291" y="16500"/>
                    <a:pt x="3344" y="16576"/>
                  </a:cubicBezTo>
                  <a:cubicBezTo>
                    <a:pt x="3397" y="16576"/>
                    <a:pt x="3451" y="16576"/>
                    <a:pt x="3504" y="16653"/>
                  </a:cubicBezTo>
                  <a:cubicBezTo>
                    <a:pt x="3557" y="16729"/>
                    <a:pt x="3557" y="16883"/>
                    <a:pt x="3611" y="17036"/>
                  </a:cubicBezTo>
                  <a:cubicBezTo>
                    <a:pt x="3611" y="17036"/>
                    <a:pt x="3611" y="16806"/>
                    <a:pt x="3664" y="16883"/>
                  </a:cubicBezTo>
                  <a:cubicBezTo>
                    <a:pt x="3691" y="16883"/>
                    <a:pt x="3717" y="17036"/>
                    <a:pt x="3771" y="17036"/>
                  </a:cubicBezTo>
                  <a:cubicBezTo>
                    <a:pt x="3797" y="17112"/>
                    <a:pt x="3824" y="16959"/>
                    <a:pt x="3851" y="16883"/>
                  </a:cubicBezTo>
                  <a:cubicBezTo>
                    <a:pt x="3904" y="16729"/>
                    <a:pt x="3931" y="16883"/>
                    <a:pt x="3984" y="16883"/>
                  </a:cubicBezTo>
                  <a:cubicBezTo>
                    <a:pt x="4037" y="16883"/>
                    <a:pt x="4064" y="16729"/>
                    <a:pt x="4117" y="16806"/>
                  </a:cubicBezTo>
                  <a:cubicBezTo>
                    <a:pt x="4171" y="16883"/>
                    <a:pt x="4197" y="16959"/>
                    <a:pt x="4251" y="17036"/>
                  </a:cubicBezTo>
                  <a:cubicBezTo>
                    <a:pt x="4304" y="17112"/>
                    <a:pt x="4277" y="17036"/>
                    <a:pt x="4331" y="16959"/>
                  </a:cubicBezTo>
                  <a:cubicBezTo>
                    <a:pt x="4357" y="16883"/>
                    <a:pt x="4464" y="16959"/>
                    <a:pt x="4491" y="16959"/>
                  </a:cubicBezTo>
                  <a:cubicBezTo>
                    <a:pt x="4517" y="16959"/>
                    <a:pt x="4571" y="16806"/>
                    <a:pt x="4571" y="16729"/>
                  </a:cubicBezTo>
                  <a:cubicBezTo>
                    <a:pt x="4571" y="16576"/>
                    <a:pt x="4491" y="16576"/>
                    <a:pt x="4464" y="16500"/>
                  </a:cubicBezTo>
                  <a:cubicBezTo>
                    <a:pt x="4277" y="16270"/>
                    <a:pt x="4544" y="16346"/>
                    <a:pt x="4491" y="16040"/>
                  </a:cubicBezTo>
                  <a:cubicBezTo>
                    <a:pt x="4464" y="15964"/>
                    <a:pt x="4411" y="15964"/>
                    <a:pt x="4491" y="15887"/>
                  </a:cubicBezTo>
                  <a:cubicBezTo>
                    <a:pt x="4517" y="15810"/>
                    <a:pt x="4571" y="15887"/>
                    <a:pt x="4597" y="15810"/>
                  </a:cubicBezTo>
                  <a:cubicBezTo>
                    <a:pt x="4704" y="15810"/>
                    <a:pt x="4411" y="15427"/>
                    <a:pt x="4544" y="15274"/>
                  </a:cubicBezTo>
                  <a:cubicBezTo>
                    <a:pt x="4571" y="15274"/>
                    <a:pt x="4624" y="15274"/>
                    <a:pt x="4651" y="15274"/>
                  </a:cubicBezTo>
                  <a:cubicBezTo>
                    <a:pt x="4731" y="15274"/>
                    <a:pt x="4784" y="15274"/>
                    <a:pt x="4864" y="15198"/>
                  </a:cubicBezTo>
                  <a:cubicBezTo>
                    <a:pt x="4917" y="15121"/>
                    <a:pt x="4971" y="15121"/>
                    <a:pt x="5024" y="15121"/>
                  </a:cubicBezTo>
                  <a:cubicBezTo>
                    <a:pt x="5077" y="15044"/>
                    <a:pt x="5131" y="14968"/>
                    <a:pt x="5211" y="14968"/>
                  </a:cubicBezTo>
                  <a:cubicBezTo>
                    <a:pt x="5317" y="14891"/>
                    <a:pt x="5424" y="14815"/>
                    <a:pt x="5531" y="14661"/>
                  </a:cubicBezTo>
                  <a:cubicBezTo>
                    <a:pt x="5611" y="14508"/>
                    <a:pt x="5771" y="14508"/>
                    <a:pt x="5824" y="14815"/>
                  </a:cubicBezTo>
                  <a:cubicBezTo>
                    <a:pt x="5851" y="14968"/>
                    <a:pt x="5824" y="14968"/>
                    <a:pt x="5851" y="15121"/>
                  </a:cubicBezTo>
                  <a:cubicBezTo>
                    <a:pt x="5851" y="15351"/>
                    <a:pt x="5957" y="15121"/>
                    <a:pt x="6011" y="15198"/>
                  </a:cubicBezTo>
                  <a:cubicBezTo>
                    <a:pt x="6037" y="15198"/>
                    <a:pt x="6011" y="15274"/>
                    <a:pt x="6037" y="15274"/>
                  </a:cubicBezTo>
                  <a:cubicBezTo>
                    <a:pt x="6064" y="15351"/>
                    <a:pt x="6064" y="15274"/>
                    <a:pt x="6064" y="15274"/>
                  </a:cubicBezTo>
                  <a:cubicBezTo>
                    <a:pt x="6091" y="15198"/>
                    <a:pt x="6117" y="15274"/>
                    <a:pt x="6144" y="15351"/>
                  </a:cubicBezTo>
                  <a:cubicBezTo>
                    <a:pt x="6171" y="15351"/>
                    <a:pt x="6171" y="15351"/>
                    <a:pt x="6144" y="15427"/>
                  </a:cubicBezTo>
                  <a:cubicBezTo>
                    <a:pt x="6117" y="15657"/>
                    <a:pt x="6304" y="15504"/>
                    <a:pt x="6357" y="15427"/>
                  </a:cubicBezTo>
                  <a:cubicBezTo>
                    <a:pt x="6357" y="15427"/>
                    <a:pt x="6597" y="15044"/>
                    <a:pt x="6597" y="15121"/>
                  </a:cubicBezTo>
                  <a:cubicBezTo>
                    <a:pt x="6597" y="15198"/>
                    <a:pt x="6544" y="15351"/>
                    <a:pt x="6597" y="15427"/>
                  </a:cubicBezTo>
                  <a:cubicBezTo>
                    <a:pt x="6651" y="15427"/>
                    <a:pt x="6677" y="15504"/>
                    <a:pt x="6704" y="15581"/>
                  </a:cubicBezTo>
                  <a:cubicBezTo>
                    <a:pt x="6784" y="15810"/>
                    <a:pt x="6811" y="16040"/>
                    <a:pt x="6864" y="16270"/>
                  </a:cubicBezTo>
                  <a:cubicBezTo>
                    <a:pt x="6917" y="16500"/>
                    <a:pt x="6944" y="16729"/>
                    <a:pt x="6997" y="16883"/>
                  </a:cubicBezTo>
                  <a:cubicBezTo>
                    <a:pt x="7077" y="17112"/>
                    <a:pt x="7077" y="16576"/>
                    <a:pt x="7157" y="16806"/>
                  </a:cubicBezTo>
                  <a:cubicBezTo>
                    <a:pt x="7264" y="17112"/>
                    <a:pt x="7317" y="16959"/>
                    <a:pt x="7451" y="16883"/>
                  </a:cubicBezTo>
                  <a:cubicBezTo>
                    <a:pt x="7504" y="16806"/>
                    <a:pt x="7531" y="17036"/>
                    <a:pt x="7557" y="17112"/>
                  </a:cubicBezTo>
                  <a:cubicBezTo>
                    <a:pt x="7584" y="17266"/>
                    <a:pt x="7637" y="17266"/>
                    <a:pt x="7664" y="17419"/>
                  </a:cubicBezTo>
                  <a:cubicBezTo>
                    <a:pt x="7691" y="17572"/>
                    <a:pt x="7744" y="17572"/>
                    <a:pt x="7797" y="17572"/>
                  </a:cubicBezTo>
                  <a:cubicBezTo>
                    <a:pt x="7877" y="17495"/>
                    <a:pt x="7851" y="17572"/>
                    <a:pt x="7877" y="17649"/>
                  </a:cubicBezTo>
                  <a:cubicBezTo>
                    <a:pt x="7931" y="17955"/>
                    <a:pt x="8091" y="17572"/>
                    <a:pt x="8171" y="17572"/>
                  </a:cubicBezTo>
                  <a:cubicBezTo>
                    <a:pt x="8251" y="17495"/>
                    <a:pt x="8331" y="17266"/>
                    <a:pt x="8411" y="17189"/>
                  </a:cubicBezTo>
                  <a:cubicBezTo>
                    <a:pt x="8517" y="16959"/>
                    <a:pt x="8571" y="16959"/>
                    <a:pt x="8704" y="17036"/>
                  </a:cubicBezTo>
                  <a:cubicBezTo>
                    <a:pt x="8757" y="17036"/>
                    <a:pt x="8757" y="17112"/>
                    <a:pt x="8811" y="17266"/>
                  </a:cubicBezTo>
                  <a:cubicBezTo>
                    <a:pt x="8837" y="17342"/>
                    <a:pt x="8891" y="17342"/>
                    <a:pt x="8944" y="17342"/>
                  </a:cubicBezTo>
                  <a:cubicBezTo>
                    <a:pt x="8997" y="17342"/>
                    <a:pt x="9024" y="17419"/>
                    <a:pt x="9077" y="17419"/>
                  </a:cubicBezTo>
                  <a:cubicBezTo>
                    <a:pt x="9131" y="17572"/>
                    <a:pt x="9157" y="17419"/>
                    <a:pt x="9211" y="17342"/>
                  </a:cubicBezTo>
                  <a:cubicBezTo>
                    <a:pt x="9291" y="17112"/>
                    <a:pt x="9157" y="16959"/>
                    <a:pt x="9211" y="16729"/>
                  </a:cubicBezTo>
                  <a:cubicBezTo>
                    <a:pt x="9237" y="16576"/>
                    <a:pt x="9344" y="16270"/>
                    <a:pt x="9397" y="16346"/>
                  </a:cubicBezTo>
                  <a:cubicBezTo>
                    <a:pt x="9504" y="16500"/>
                    <a:pt x="9637" y="16500"/>
                    <a:pt x="9744" y="16653"/>
                  </a:cubicBezTo>
                  <a:cubicBezTo>
                    <a:pt x="9797" y="16729"/>
                    <a:pt x="9771" y="16883"/>
                    <a:pt x="9797" y="16959"/>
                  </a:cubicBezTo>
                  <a:cubicBezTo>
                    <a:pt x="9824" y="17189"/>
                    <a:pt x="9877" y="17189"/>
                    <a:pt x="9957" y="17266"/>
                  </a:cubicBezTo>
                  <a:cubicBezTo>
                    <a:pt x="10064" y="17342"/>
                    <a:pt x="10171" y="17112"/>
                    <a:pt x="10277" y="17189"/>
                  </a:cubicBezTo>
                  <a:cubicBezTo>
                    <a:pt x="10304" y="17189"/>
                    <a:pt x="10357" y="17189"/>
                    <a:pt x="10384" y="17266"/>
                  </a:cubicBezTo>
                  <a:cubicBezTo>
                    <a:pt x="10437" y="17342"/>
                    <a:pt x="10491" y="17342"/>
                    <a:pt x="10544" y="17495"/>
                  </a:cubicBezTo>
                  <a:cubicBezTo>
                    <a:pt x="10677" y="17802"/>
                    <a:pt x="10891" y="17802"/>
                    <a:pt x="11051" y="17649"/>
                  </a:cubicBezTo>
                  <a:cubicBezTo>
                    <a:pt x="11157" y="17572"/>
                    <a:pt x="11237" y="17419"/>
                    <a:pt x="11344" y="17342"/>
                  </a:cubicBezTo>
                  <a:cubicBezTo>
                    <a:pt x="11397" y="17189"/>
                    <a:pt x="11477" y="17342"/>
                    <a:pt x="11531" y="17342"/>
                  </a:cubicBezTo>
                  <a:cubicBezTo>
                    <a:pt x="11584" y="17419"/>
                    <a:pt x="11611" y="17266"/>
                    <a:pt x="11664" y="17342"/>
                  </a:cubicBezTo>
                  <a:cubicBezTo>
                    <a:pt x="11691" y="17419"/>
                    <a:pt x="11797" y="17649"/>
                    <a:pt x="11851" y="17572"/>
                  </a:cubicBezTo>
                  <a:cubicBezTo>
                    <a:pt x="11877" y="17572"/>
                    <a:pt x="11931" y="17495"/>
                    <a:pt x="11957" y="17419"/>
                  </a:cubicBezTo>
                  <a:cubicBezTo>
                    <a:pt x="12037" y="17342"/>
                    <a:pt x="12064" y="17342"/>
                    <a:pt x="12064" y="17189"/>
                  </a:cubicBezTo>
                  <a:cubicBezTo>
                    <a:pt x="12064" y="16883"/>
                    <a:pt x="12144" y="16576"/>
                    <a:pt x="12197" y="16423"/>
                  </a:cubicBezTo>
                  <a:cubicBezTo>
                    <a:pt x="12224" y="16346"/>
                    <a:pt x="12251" y="16193"/>
                    <a:pt x="12224" y="16117"/>
                  </a:cubicBezTo>
                  <a:cubicBezTo>
                    <a:pt x="12197" y="16040"/>
                    <a:pt x="12117" y="16040"/>
                    <a:pt x="12171" y="15887"/>
                  </a:cubicBezTo>
                  <a:cubicBezTo>
                    <a:pt x="12251" y="15657"/>
                    <a:pt x="12384" y="15657"/>
                    <a:pt x="12517" y="15581"/>
                  </a:cubicBezTo>
                  <a:cubicBezTo>
                    <a:pt x="12571" y="15581"/>
                    <a:pt x="12624" y="15581"/>
                    <a:pt x="12677" y="15657"/>
                  </a:cubicBezTo>
                  <a:cubicBezTo>
                    <a:pt x="12731" y="15734"/>
                    <a:pt x="12811" y="15734"/>
                    <a:pt x="12864" y="15810"/>
                  </a:cubicBezTo>
                  <a:cubicBezTo>
                    <a:pt x="12944" y="15887"/>
                    <a:pt x="12971" y="16193"/>
                    <a:pt x="13024" y="16423"/>
                  </a:cubicBezTo>
                  <a:cubicBezTo>
                    <a:pt x="13051" y="16653"/>
                    <a:pt x="13104" y="16883"/>
                    <a:pt x="13131" y="17112"/>
                  </a:cubicBezTo>
                  <a:cubicBezTo>
                    <a:pt x="13131" y="17189"/>
                    <a:pt x="13131" y="17342"/>
                    <a:pt x="13157" y="17495"/>
                  </a:cubicBezTo>
                  <a:cubicBezTo>
                    <a:pt x="13157" y="17572"/>
                    <a:pt x="13237" y="17572"/>
                    <a:pt x="13264" y="17572"/>
                  </a:cubicBezTo>
                  <a:cubicBezTo>
                    <a:pt x="13371" y="17649"/>
                    <a:pt x="13504" y="17802"/>
                    <a:pt x="13531" y="18108"/>
                  </a:cubicBezTo>
                  <a:cubicBezTo>
                    <a:pt x="13557" y="18338"/>
                    <a:pt x="13584" y="18491"/>
                    <a:pt x="13691" y="18491"/>
                  </a:cubicBezTo>
                  <a:cubicBezTo>
                    <a:pt x="13717" y="18491"/>
                    <a:pt x="13771" y="18491"/>
                    <a:pt x="13797" y="18491"/>
                  </a:cubicBezTo>
                  <a:cubicBezTo>
                    <a:pt x="13851" y="18491"/>
                    <a:pt x="13851" y="18338"/>
                    <a:pt x="13904" y="18338"/>
                  </a:cubicBezTo>
                  <a:cubicBezTo>
                    <a:pt x="13984" y="18338"/>
                    <a:pt x="14064" y="18108"/>
                    <a:pt x="14117" y="18415"/>
                  </a:cubicBezTo>
                  <a:cubicBezTo>
                    <a:pt x="14117" y="18568"/>
                    <a:pt x="14117" y="18568"/>
                    <a:pt x="14091" y="18644"/>
                  </a:cubicBezTo>
                  <a:cubicBezTo>
                    <a:pt x="14037" y="18798"/>
                    <a:pt x="14037" y="18874"/>
                    <a:pt x="14011" y="19027"/>
                  </a:cubicBezTo>
                  <a:cubicBezTo>
                    <a:pt x="13984" y="19257"/>
                    <a:pt x="13931" y="19487"/>
                    <a:pt x="13877" y="19717"/>
                  </a:cubicBezTo>
                  <a:cubicBezTo>
                    <a:pt x="13851" y="19870"/>
                    <a:pt x="13824" y="19793"/>
                    <a:pt x="13797" y="19717"/>
                  </a:cubicBezTo>
                  <a:cubicBezTo>
                    <a:pt x="13744" y="19640"/>
                    <a:pt x="13744" y="19717"/>
                    <a:pt x="13691" y="19793"/>
                  </a:cubicBezTo>
                  <a:cubicBezTo>
                    <a:pt x="13664" y="19793"/>
                    <a:pt x="13611" y="19870"/>
                    <a:pt x="13611" y="19870"/>
                  </a:cubicBezTo>
                  <a:cubicBezTo>
                    <a:pt x="13584" y="19946"/>
                    <a:pt x="13664" y="20253"/>
                    <a:pt x="13664" y="20406"/>
                  </a:cubicBezTo>
                  <a:cubicBezTo>
                    <a:pt x="13637" y="20483"/>
                    <a:pt x="13637" y="20636"/>
                    <a:pt x="13637" y="20712"/>
                  </a:cubicBezTo>
                  <a:cubicBezTo>
                    <a:pt x="13611" y="20866"/>
                    <a:pt x="13557" y="20789"/>
                    <a:pt x="13557" y="20942"/>
                  </a:cubicBezTo>
                  <a:cubicBezTo>
                    <a:pt x="13611" y="20866"/>
                    <a:pt x="13637" y="20942"/>
                    <a:pt x="13691" y="20789"/>
                  </a:cubicBezTo>
                  <a:cubicBezTo>
                    <a:pt x="13717" y="20636"/>
                    <a:pt x="13771" y="20789"/>
                    <a:pt x="13824" y="20789"/>
                  </a:cubicBezTo>
                  <a:cubicBezTo>
                    <a:pt x="13931" y="20942"/>
                    <a:pt x="14037" y="20789"/>
                    <a:pt x="14144" y="20559"/>
                  </a:cubicBezTo>
                  <a:cubicBezTo>
                    <a:pt x="14224" y="20329"/>
                    <a:pt x="14304" y="20023"/>
                    <a:pt x="14384" y="19793"/>
                  </a:cubicBezTo>
                  <a:cubicBezTo>
                    <a:pt x="14464" y="19487"/>
                    <a:pt x="14544" y="19181"/>
                    <a:pt x="14624" y="18874"/>
                  </a:cubicBezTo>
                  <a:cubicBezTo>
                    <a:pt x="14757" y="18338"/>
                    <a:pt x="14891" y="17955"/>
                    <a:pt x="14864" y="17266"/>
                  </a:cubicBezTo>
                  <a:cubicBezTo>
                    <a:pt x="14864" y="16959"/>
                    <a:pt x="14891" y="16806"/>
                    <a:pt x="14944" y="16576"/>
                  </a:cubicBezTo>
                  <a:cubicBezTo>
                    <a:pt x="14971" y="16423"/>
                    <a:pt x="14971" y="16346"/>
                    <a:pt x="14997" y="16193"/>
                  </a:cubicBezTo>
                  <a:cubicBezTo>
                    <a:pt x="14997" y="16193"/>
                    <a:pt x="14997" y="16117"/>
                    <a:pt x="14997" y="16040"/>
                  </a:cubicBezTo>
                  <a:cubicBezTo>
                    <a:pt x="14997" y="15964"/>
                    <a:pt x="14944" y="15887"/>
                    <a:pt x="14944" y="15810"/>
                  </a:cubicBezTo>
                  <a:cubicBezTo>
                    <a:pt x="14944" y="15810"/>
                    <a:pt x="14997" y="15887"/>
                    <a:pt x="14997" y="15810"/>
                  </a:cubicBezTo>
                  <a:cubicBezTo>
                    <a:pt x="14971" y="15734"/>
                    <a:pt x="14971" y="15657"/>
                    <a:pt x="14944" y="15657"/>
                  </a:cubicBezTo>
                  <a:cubicBezTo>
                    <a:pt x="14917" y="15581"/>
                    <a:pt x="14864" y="15351"/>
                    <a:pt x="14837" y="15274"/>
                  </a:cubicBezTo>
                  <a:cubicBezTo>
                    <a:pt x="14811" y="15274"/>
                    <a:pt x="14677" y="15121"/>
                    <a:pt x="14651" y="15198"/>
                  </a:cubicBezTo>
                  <a:cubicBezTo>
                    <a:pt x="14651" y="15274"/>
                    <a:pt x="14677" y="15351"/>
                    <a:pt x="14651" y="15351"/>
                  </a:cubicBezTo>
                  <a:cubicBezTo>
                    <a:pt x="14597" y="15351"/>
                    <a:pt x="14597" y="15504"/>
                    <a:pt x="14571" y="15504"/>
                  </a:cubicBezTo>
                  <a:cubicBezTo>
                    <a:pt x="14517" y="15657"/>
                    <a:pt x="14491" y="15427"/>
                    <a:pt x="14491" y="15351"/>
                  </a:cubicBezTo>
                  <a:cubicBezTo>
                    <a:pt x="14491" y="15198"/>
                    <a:pt x="14544" y="15121"/>
                    <a:pt x="14464" y="15198"/>
                  </a:cubicBezTo>
                  <a:cubicBezTo>
                    <a:pt x="14384" y="15274"/>
                    <a:pt x="14491" y="15427"/>
                    <a:pt x="14384" y="15427"/>
                  </a:cubicBezTo>
                  <a:cubicBezTo>
                    <a:pt x="14357" y="15427"/>
                    <a:pt x="14411" y="15044"/>
                    <a:pt x="14384" y="14968"/>
                  </a:cubicBezTo>
                  <a:cubicBezTo>
                    <a:pt x="14384" y="15044"/>
                    <a:pt x="14091" y="15044"/>
                    <a:pt x="14224" y="14815"/>
                  </a:cubicBezTo>
                  <a:cubicBezTo>
                    <a:pt x="14331" y="14585"/>
                    <a:pt x="14437" y="14355"/>
                    <a:pt x="14544" y="14125"/>
                  </a:cubicBezTo>
                  <a:cubicBezTo>
                    <a:pt x="14571" y="14049"/>
                    <a:pt x="14597" y="13895"/>
                    <a:pt x="14624" y="13819"/>
                  </a:cubicBezTo>
                  <a:cubicBezTo>
                    <a:pt x="14704" y="13666"/>
                    <a:pt x="14784" y="13512"/>
                    <a:pt x="14837" y="13359"/>
                  </a:cubicBezTo>
                  <a:cubicBezTo>
                    <a:pt x="14864" y="13283"/>
                    <a:pt x="14891" y="13129"/>
                    <a:pt x="14944" y="13053"/>
                  </a:cubicBezTo>
                  <a:cubicBezTo>
                    <a:pt x="14997" y="12900"/>
                    <a:pt x="15051" y="12746"/>
                    <a:pt x="15104" y="12593"/>
                  </a:cubicBezTo>
                  <a:cubicBezTo>
                    <a:pt x="15211" y="12364"/>
                    <a:pt x="15371" y="12364"/>
                    <a:pt x="15504" y="12364"/>
                  </a:cubicBezTo>
                  <a:cubicBezTo>
                    <a:pt x="15531" y="12364"/>
                    <a:pt x="15557" y="12364"/>
                    <a:pt x="15584" y="12364"/>
                  </a:cubicBezTo>
                  <a:cubicBezTo>
                    <a:pt x="15611" y="12440"/>
                    <a:pt x="15611" y="12517"/>
                    <a:pt x="15637" y="12517"/>
                  </a:cubicBezTo>
                  <a:cubicBezTo>
                    <a:pt x="15664" y="12440"/>
                    <a:pt x="15717" y="12440"/>
                    <a:pt x="15744" y="12364"/>
                  </a:cubicBezTo>
                  <a:cubicBezTo>
                    <a:pt x="15771" y="12364"/>
                    <a:pt x="15797" y="12440"/>
                    <a:pt x="15824" y="12440"/>
                  </a:cubicBezTo>
                  <a:cubicBezTo>
                    <a:pt x="15851" y="12440"/>
                    <a:pt x="15877" y="12440"/>
                    <a:pt x="15904" y="12440"/>
                  </a:cubicBezTo>
                  <a:cubicBezTo>
                    <a:pt x="15904" y="12364"/>
                    <a:pt x="15931" y="12440"/>
                    <a:pt x="15957" y="12440"/>
                  </a:cubicBezTo>
                  <a:cubicBezTo>
                    <a:pt x="16011" y="12440"/>
                    <a:pt x="16011" y="12210"/>
                    <a:pt x="16091" y="12210"/>
                  </a:cubicBezTo>
                  <a:cubicBezTo>
                    <a:pt x="16117" y="12210"/>
                    <a:pt x="16171" y="12210"/>
                    <a:pt x="16197" y="12210"/>
                  </a:cubicBezTo>
                  <a:cubicBezTo>
                    <a:pt x="16224" y="12287"/>
                    <a:pt x="16251" y="12364"/>
                    <a:pt x="16277" y="12364"/>
                  </a:cubicBezTo>
                  <a:cubicBezTo>
                    <a:pt x="16304" y="12440"/>
                    <a:pt x="16411" y="12287"/>
                    <a:pt x="16411" y="12517"/>
                  </a:cubicBezTo>
                  <a:cubicBezTo>
                    <a:pt x="16411" y="12517"/>
                    <a:pt x="16331" y="12517"/>
                    <a:pt x="16331" y="12593"/>
                  </a:cubicBezTo>
                  <a:cubicBezTo>
                    <a:pt x="16304" y="12746"/>
                    <a:pt x="16411" y="12670"/>
                    <a:pt x="16411" y="12670"/>
                  </a:cubicBezTo>
                  <a:cubicBezTo>
                    <a:pt x="16464" y="12670"/>
                    <a:pt x="16517" y="12670"/>
                    <a:pt x="16544" y="12670"/>
                  </a:cubicBezTo>
                  <a:cubicBezTo>
                    <a:pt x="16571" y="12593"/>
                    <a:pt x="16571" y="12593"/>
                    <a:pt x="16597" y="12517"/>
                  </a:cubicBezTo>
                  <a:cubicBezTo>
                    <a:pt x="16624" y="12517"/>
                    <a:pt x="16651" y="12593"/>
                    <a:pt x="16704" y="12593"/>
                  </a:cubicBezTo>
                  <a:cubicBezTo>
                    <a:pt x="16731" y="12593"/>
                    <a:pt x="16917" y="12440"/>
                    <a:pt x="16811" y="12364"/>
                  </a:cubicBezTo>
                  <a:cubicBezTo>
                    <a:pt x="16757" y="12364"/>
                    <a:pt x="16731" y="12440"/>
                    <a:pt x="16731" y="12210"/>
                  </a:cubicBezTo>
                  <a:cubicBezTo>
                    <a:pt x="16731" y="12134"/>
                    <a:pt x="16784" y="11904"/>
                    <a:pt x="16811" y="11827"/>
                  </a:cubicBezTo>
                  <a:cubicBezTo>
                    <a:pt x="16864" y="11751"/>
                    <a:pt x="16891" y="11674"/>
                    <a:pt x="16944" y="11521"/>
                  </a:cubicBezTo>
                  <a:cubicBezTo>
                    <a:pt x="16971" y="11444"/>
                    <a:pt x="17024" y="11444"/>
                    <a:pt x="17051" y="11291"/>
                  </a:cubicBezTo>
                  <a:cubicBezTo>
                    <a:pt x="17077" y="11138"/>
                    <a:pt x="17104" y="11061"/>
                    <a:pt x="17157" y="11061"/>
                  </a:cubicBezTo>
                  <a:cubicBezTo>
                    <a:pt x="17211" y="11061"/>
                    <a:pt x="17291" y="10985"/>
                    <a:pt x="17344" y="10985"/>
                  </a:cubicBezTo>
                  <a:cubicBezTo>
                    <a:pt x="17397" y="10985"/>
                    <a:pt x="17424" y="11138"/>
                    <a:pt x="17451" y="11138"/>
                  </a:cubicBezTo>
                  <a:cubicBezTo>
                    <a:pt x="17477" y="11061"/>
                    <a:pt x="17504" y="10908"/>
                    <a:pt x="17531" y="10985"/>
                  </a:cubicBezTo>
                  <a:cubicBezTo>
                    <a:pt x="17557" y="11061"/>
                    <a:pt x="17477" y="11291"/>
                    <a:pt x="17477" y="11368"/>
                  </a:cubicBezTo>
                  <a:cubicBezTo>
                    <a:pt x="17477" y="11521"/>
                    <a:pt x="17504" y="11368"/>
                    <a:pt x="17557" y="11444"/>
                  </a:cubicBezTo>
                  <a:cubicBezTo>
                    <a:pt x="17557" y="11444"/>
                    <a:pt x="17504" y="11598"/>
                    <a:pt x="17504" y="11674"/>
                  </a:cubicBezTo>
                  <a:cubicBezTo>
                    <a:pt x="17504" y="11751"/>
                    <a:pt x="17691" y="11368"/>
                    <a:pt x="17691" y="11368"/>
                  </a:cubicBezTo>
                  <a:cubicBezTo>
                    <a:pt x="17717" y="11291"/>
                    <a:pt x="17744" y="11215"/>
                    <a:pt x="17797" y="11138"/>
                  </a:cubicBezTo>
                  <a:cubicBezTo>
                    <a:pt x="17824" y="11061"/>
                    <a:pt x="17904" y="11215"/>
                    <a:pt x="17904" y="11061"/>
                  </a:cubicBezTo>
                  <a:cubicBezTo>
                    <a:pt x="17877" y="10908"/>
                    <a:pt x="17904" y="10602"/>
                    <a:pt x="17984" y="10602"/>
                  </a:cubicBezTo>
                  <a:cubicBezTo>
                    <a:pt x="18011" y="10525"/>
                    <a:pt x="18064" y="10449"/>
                    <a:pt x="18091" y="10525"/>
                  </a:cubicBezTo>
                  <a:cubicBezTo>
                    <a:pt x="18117" y="10525"/>
                    <a:pt x="18171" y="10678"/>
                    <a:pt x="18197" y="10602"/>
                  </a:cubicBezTo>
                  <a:cubicBezTo>
                    <a:pt x="18144" y="10678"/>
                    <a:pt x="18064" y="10602"/>
                    <a:pt x="18037" y="10832"/>
                  </a:cubicBezTo>
                  <a:cubicBezTo>
                    <a:pt x="18037" y="10908"/>
                    <a:pt x="18037" y="10985"/>
                    <a:pt x="18037" y="11061"/>
                  </a:cubicBezTo>
                  <a:cubicBezTo>
                    <a:pt x="18037" y="11138"/>
                    <a:pt x="17984" y="11138"/>
                    <a:pt x="18011" y="11215"/>
                  </a:cubicBezTo>
                  <a:cubicBezTo>
                    <a:pt x="18011" y="11291"/>
                    <a:pt x="18037" y="11291"/>
                    <a:pt x="18011" y="11368"/>
                  </a:cubicBezTo>
                  <a:cubicBezTo>
                    <a:pt x="17984" y="11368"/>
                    <a:pt x="17957" y="11444"/>
                    <a:pt x="17984" y="11521"/>
                  </a:cubicBezTo>
                  <a:cubicBezTo>
                    <a:pt x="17984" y="11521"/>
                    <a:pt x="17824" y="11674"/>
                    <a:pt x="17824" y="11751"/>
                  </a:cubicBezTo>
                  <a:cubicBezTo>
                    <a:pt x="17771" y="11827"/>
                    <a:pt x="17744" y="11981"/>
                    <a:pt x="17691" y="12057"/>
                  </a:cubicBezTo>
                  <a:cubicBezTo>
                    <a:pt x="17637" y="12210"/>
                    <a:pt x="17584" y="12287"/>
                    <a:pt x="17531" y="12440"/>
                  </a:cubicBezTo>
                  <a:cubicBezTo>
                    <a:pt x="17424" y="12670"/>
                    <a:pt x="17344" y="13206"/>
                    <a:pt x="17211" y="13206"/>
                  </a:cubicBezTo>
                  <a:cubicBezTo>
                    <a:pt x="17184" y="13206"/>
                    <a:pt x="17077" y="13283"/>
                    <a:pt x="17077" y="13359"/>
                  </a:cubicBezTo>
                  <a:cubicBezTo>
                    <a:pt x="17077" y="13589"/>
                    <a:pt x="17077" y="13666"/>
                    <a:pt x="16997" y="13819"/>
                  </a:cubicBezTo>
                  <a:cubicBezTo>
                    <a:pt x="16891" y="14049"/>
                    <a:pt x="16891" y="14508"/>
                    <a:pt x="16917" y="14891"/>
                  </a:cubicBezTo>
                  <a:cubicBezTo>
                    <a:pt x="16944" y="15274"/>
                    <a:pt x="16917" y="15734"/>
                    <a:pt x="16997" y="16040"/>
                  </a:cubicBezTo>
                  <a:cubicBezTo>
                    <a:pt x="17024" y="16193"/>
                    <a:pt x="17024" y="16423"/>
                    <a:pt x="17024" y="16576"/>
                  </a:cubicBezTo>
                  <a:cubicBezTo>
                    <a:pt x="17024" y="16576"/>
                    <a:pt x="17024" y="16729"/>
                    <a:pt x="17051" y="16729"/>
                  </a:cubicBezTo>
                  <a:cubicBezTo>
                    <a:pt x="17077" y="16729"/>
                    <a:pt x="17024" y="16959"/>
                    <a:pt x="17051" y="16959"/>
                  </a:cubicBezTo>
                  <a:cubicBezTo>
                    <a:pt x="17051" y="16959"/>
                    <a:pt x="17184" y="16653"/>
                    <a:pt x="17184" y="16576"/>
                  </a:cubicBezTo>
                  <a:cubicBezTo>
                    <a:pt x="17237" y="16423"/>
                    <a:pt x="17264" y="16270"/>
                    <a:pt x="17291" y="16040"/>
                  </a:cubicBezTo>
                  <a:cubicBezTo>
                    <a:pt x="17317" y="15887"/>
                    <a:pt x="17424" y="15734"/>
                    <a:pt x="17451" y="15734"/>
                  </a:cubicBezTo>
                  <a:cubicBezTo>
                    <a:pt x="17531" y="15887"/>
                    <a:pt x="17451" y="15427"/>
                    <a:pt x="17477" y="15351"/>
                  </a:cubicBezTo>
                  <a:cubicBezTo>
                    <a:pt x="17531" y="15121"/>
                    <a:pt x="17557" y="15044"/>
                    <a:pt x="17637" y="15044"/>
                  </a:cubicBezTo>
                  <a:cubicBezTo>
                    <a:pt x="17717" y="15044"/>
                    <a:pt x="17824" y="15044"/>
                    <a:pt x="17771" y="14815"/>
                  </a:cubicBezTo>
                  <a:cubicBezTo>
                    <a:pt x="17691" y="14585"/>
                    <a:pt x="17744" y="14355"/>
                    <a:pt x="17824" y="14202"/>
                  </a:cubicBezTo>
                  <a:cubicBezTo>
                    <a:pt x="17851" y="14125"/>
                    <a:pt x="17851" y="14278"/>
                    <a:pt x="17877" y="14278"/>
                  </a:cubicBezTo>
                  <a:cubicBezTo>
                    <a:pt x="17931" y="14278"/>
                    <a:pt x="17931" y="14049"/>
                    <a:pt x="17931" y="13972"/>
                  </a:cubicBezTo>
                  <a:cubicBezTo>
                    <a:pt x="17877" y="13819"/>
                    <a:pt x="17824" y="13742"/>
                    <a:pt x="17877" y="13512"/>
                  </a:cubicBezTo>
                  <a:cubicBezTo>
                    <a:pt x="17877" y="13512"/>
                    <a:pt x="17957" y="13436"/>
                    <a:pt x="17931" y="13359"/>
                  </a:cubicBezTo>
                  <a:cubicBezTo>
                    <a:pt x="17904" y="13359"/>
                    <a:pt x="17877" y="13206"/>
                    <a:pt x="17851" y="13206"/>
                  </a:cubicBezTo>
                  <a:cubicBezTo>
                    <a:pt x="17824" y="13206"/>
                    <a:pt x="17851" y="13283"/>
                    <a:pt x="17824" y="13283"/>
                  </a:cubicBezTo>
                  <a:cubicBezTo>
                    <a:pt x="17771" y="13283"/>
                    <a:pt x="17744" y="13206"/>
                    <a:pt x="17771" y="13053"/>
                  </a:cubicBezTo>
                  <a:cubicBezTo>
                    <a:pt x="17797" y="12900"/>
                    <a:pt x="17851" y="12823"/>
                    <a:pt x="17904" y="12593"/>
                  </a:cubicBezTo>
                  <a:cubicBezTo>
                    <a:pt x="17931" y="12440"/>
                    <a:pt x="17931" y="12210"/>
                    <a:pt x="18011" y="12057"/>
                  </a:cubicBezTo>
                  <a:cubicBezTo>
                    <a:pt x="18037" y="11981"/>
                    <a:pt x="18037" y="12134"/>
                    <a:pt x="18037" y="12134"/>
                  </a:cubicBezTo>
                  <a:cubicBezTo>
                    <a:pt x="18091" y="12134"/>
                    <a:pt x="18091" y="11981"/>
                    <a:pt x="18117" y="12057"/>
                  </a:cubicBezTo>
                  <a:cubicBezTo>
                    <a:pt x="18144" y="12057"/>
                    <a:pt x="18144" y="12134"/>
                    <a:pt x="18171" y="12057"/>
                  </a:cubicBezTo>
                  <a:cubicBezTo>
                    <a:pt x="18224" y="11981"/>
                    <a:pt x="18251" y="11904"/>
                    <a:pt x="18304" y="11827"/>
                  </a:cubicBezTo>
                  <a:cubicBezTo>
                    <a:pt x="18384" y="11751"/>
                    <a:pt x="18277" y="12057"/>
                    <a:pt x="18331" y="12134"/>
                  </a:cubicBezTo>
                  <a:cubicBezTo>
                    <a:pt x="18331" y="12210"/>
                    <a:pt x="18437" y="11904"/>
                    <a:pt x="18464" y="11904"/>
                  </a:cubicBezTo>
                  <a:cubicBezTo>
                    <a:pt x="18517" y="11827"/>
                    <a:pt x="18571" y="11751"/>
                    <a:pt x="18651" y="11751"/>
                  </a:cubicBezTo>
                  <a:cubicBezTo>
                    <a:pt x="18704" y="11751"/>
                    <a:pt x="18757" y="11751"/>
                    <a:pt x="18784" y="11904"/>
                  </a:cubicBezTo>
                  <a:cubicBezTo>
                    <a:pt x="18811" y="11904"/>
                    <a:pt x="18837" y="11981"/>
                    <a:pt x="18864" y="12057"/>
                  </a:cubicBezTo>
                  <a:cubicBezTo>
                    <a:pt x="18891" y="12134"/>
                    <a:pt x="18891" y="11904"/>
                    <a:pt x="18917" y="11904"/>
                  </a:cubicBezTo>
                  <a:cubicBezTo>
                    <a:pt x="19131" y="11368"/>
                    <a:pt x="19371" y="11138"/>
                    <a:pt x="19611" y="10832"/>
                  </a:cubicBezTo>
                  <a:cubicBezTo>
                    <a:pt x="19664" y="10755"/>
                    <a:pt x="19744" y="10678"/>
                    <a:pt x="19771" y="10525"/>
                  </a:cubicBezTo>
                  <a:cubicBezTo>
                    <a:pt x="19797" y="10372"/>
                    <a:pt x="19797" y="10602"/>
                    <a:pt x="19851" y="10602"/>
                  </a:cubicBezTo>
                  <a:cubicBezTo>
                    <a:pt x="19877" y="10602"/>
                    <a:pt x="19931" y="10602"/>
                    <a:pt x="19957" y="10602"/>
                  </a:cubicBezTo>
                  <a:cubicBezTo>
                    <a:pt x="19984" y="10678"/>
                    <a:pt x="20011" y="10755"/>
                    <a:pt x="20037" y="10755"/>
                  </a:cubicBezTo>
                  <a:cubicBezTo>
                    <a:pt x="20117" y="10755"/>
                    <a:pt x="20117" y="10449"/>
                    <a:pt x="20091" y="10295"/>
                  </a:cubicBezTo>
                  <a:cubicBezTo>
                    <a:pt x="20091" y="10219"/>
                    <a:pt x="19984" y="10066"/>
                    <a:pt x="20011" y="9989"/>
                  </a:cubicBezTo>
                  <a:cubicBezTo>
                    <a:pt x="20011" y="9912"/>
                    <a:pt x="19957" y="9529"/>
                    <a:pt x="19931" y="9606"/>
                  </a:cubicBezTo>
                  <a:cubicBezTo>
                    <a:pt x="19931" y="9683"/>
                    <a:pt x="19877" y="9529"/>
                    <a:pt x="19851" y="9529"/>
                  </a:cubicBezTo>
                  <a:cubicBezTo>
                    <a:pt x="19824" y="9453"/>
                    <a:pt x="19851" y="9376"/>
                    <a:pt x="19824" y="9300"/>
                  </a:cubicBezTo>
                  <a:cubicBezTo>
                    <a:pt x="19824" y="9223"/>
                    <a:pt x="19744" y="9300"/>
                    <a:pt x="19744" y="9300"/>
                  </a:cubicBezTo>
                  <a:cubicBezTo>
                    <a:pt x="19717" y="9376"/>
                    <a:pt x="19637" y="9300"/>
                    <a:pt x="19664" y="9223"/>
                  </a:cubicBezTo>
                  <a:cubicBezTo>
                    <a:pt x="19664" y="9146"/>
                    <a:pt x="19744" y="9223"/>
                    <a:pt x="19771" y="9223"/>
                  </a:cubicBezTo>
                  <a:cubicBezTo>
                    <a:pt x="19771" y="9146"/>
                    <a:pt x="19691" y="9146"/>
                    <a:pt x="19691" y="9146"/>
                  </a:cubicBezTo>
                  <a:cubicBezTo>
                    <a:pt x="19691" y="8917"/>
                    <a:pt x="19904" y="9300"/>
                    <a:pt x="19931" y="9300"/>
                  </a:cubicBezTo>
                  <a:cubicBezTo>
                    <a:pt x="19984" y="9376"/>
                    <a:pt x="20144" y="9223"/>
                    <a:pt x="20197" y="9070"/>
                  </a:cubicBezTo>
                  <a:cubicBezTo>
                    <a:pt x="20224" y="8993"/>
                    <a:pt x="20171" y="8993"/>
                    <a:pt x="20171" y="8917"/>
                  </a:cubicBezTo>
                  <a:cubicBezTo>
                    <a:pt x="20171" y="8917"/>
                    <a:pt x="20277" y="8917"/>
                    <a:pt x="20277" y="8764"/>
                  </a:cubicBezTo>
                  <a:cubicBezTo>
                    <a:pt x="20251" y="8687"/>
                    <a:pt x="20197" y="8610"/>
                    <a:pt x="20224" y="8534"/>
                  </a:cubicBezTo>
                  <a:cubicBezTo>
                    <a:pt x="20224" y="8457"/>
                    <a:pt x="20277" y="8304"/>
                    <a:pt x="20277" y="8304"/>
                  </a:cubicBezTo>
                  <a:cubicBezTo>
                    <a:pt x="20304" y="8304"/>
                    <a:pt x="20411" y="8381"/>
                    <a:pt x="20411" y="8304"/>
                  </a:cubicBezTo>
                  <a:cubicBezTo>
                    <a:pt x="20384" y="8381"/>
                    <a:pt x="20304" y="8457"/>
                    <a:pt x="20331" y="8534"/>
                  </a:cubicBezTo>
                  <a:cubicBezTo>
                    <a:pt x="20357" y="8610"/>
                    <a:pt x="20384" y="8687"/>
                    <a:pt x="20384" y="8687"/>
                  </a:cubicBezTo>
                  <a:cubicBezTo>
                    <a:pt x="20384" y="8764"/>
                    <a:pt x="20357" y="8840"/>
                    <a:pt x="20384" y="8840"/>
                  </a:cubicBezTo>
                  <a:cubicBezTo>
                    <a:pt x="20437" y="8840"/>
                    <a:pt x="20491" y="8764"/>
                    <a:pt x="20544" y="8764"/>
                  </a:cubicBezTo>
                  <a:cubicBezTo>
                    <a:pt x="20597" y="8764"/>
                    <a:pt x="20651" y="8764"/>
                    <a:pt x="20704" y="8840"/>
                  </a:cubicBezTo>
                  <a:cubicBezTo>
                    <a:pt x="20731" y="8917"/>
                    <a:pt x="20731" y="8917"/>
                    <a:pt x="20731" y="9070"/>
                  </a:cubicBezTo>
                  <a:cubicBezTo>
                    <a:pt x="20731" y="9146"/>
                    <a:pt x="20837" y="9223"/>
                    <a:pt x="20864" y="9223"/>
                  </a:cubicBezTo>
                  <a:cubicBezTo>
                    <a:pt x="20891" y="9300"/>
                    <a:pt x="21051" y="9606"/>
                    <a:pt x="21077" y="9453"/>
                  </a:cubicBezTo>
                  <a:cubicBezTo>
                    <a:pt x="21051" y="9683"/>
                    <a:pt x="21211" y="9453"/>
                    <a:pt x="21211" y="9453"/>
                  </a:cubicBezTo>
                  <a:cubicBezTo>
                    <a:pt x="21211" y="9376"/>
                    <a:pt x="21104" y="9376"/>
                    <a:pt x="21131" y="9300"/>
                  </a:cubicBezTo>
                  <a:cubicBezTo>
                    <a:pt x="21131" y="9146"/>
                    <a:pt x="21211" y="9300"/>
                    <a:pt x="21211" y="9300"/>
                  </a:cubicBezTo>
                  <a:cubicBezTo>
                    <a:pt x="21211" y="9146"/>
                    <a:pt x="21184" y="9300"/>
                    <a:pt x="21211" y="9070"/>
                  </a:cubicBezTo>
                  <a:cubicBezTo>
                    <a:pt x="21211" y="8993"/>
                    <a:pt x="21211" y="8917"/>
                    <a:pt x="21211" y="8840"/>
                  </a:cubicBezTo>
                  <a:cubicBezTo>
                    <a:pt x="21184" y="8764"/>
                    <a:pt x="21157" y="8764"/>
                    <a:pt x="21157" y="8687"/>
                  </a:cubicBezTo>
                  <a:cubicBezTo>
                    <a:pt x="21157" y="8687"/>
                    <a:pt x="21344" y="8840"/>
                    <a:pt x="21371" y="8764"/>
                  </a:cubicBezTo>
                  <a:cubicBezTo>
                    <a:pt x="21371" y="8764"/>
                    <a:pt x="21344" y="8687"/>
                    <a:pt x="21317" y="8687"/>
                  </a:cubicBezTo>
                  <a:cubicBezTo>
                    <a:pt x="21344" y="8687"/>
                    <a:pt x="21424" y="8764"/>
                    <a:pt x="21451" y="8687"/>
                  </a:cubicBezTo>
                  <a:cubicBezTo>
                    <a:pt x="21451" y="8610"/>
                    <a:pt x="21451" y="8534"/>
                    <a:pt x="21477" y="8457"/>
                  </a:cubicBezTo>
                  <a:cubicBezTo>
                    <a:pt x="21477" y="8457"/>
                    <a:pt x="21557" y="8457"/>
                    <a:pt x="21557" y="8457"/>
                  </a:cubicBezTo>
                  <a:cubicBezTo>
                    <a:pt x="21557" y="8457"/>
                    <a:pt x="21531" y="8457"/>
                    <a:pt x="21531" y="8457"/>
                  </a:cubicBezTo>
                  <a:cubicBezTo>
                    <a:pt x="21504" y="8381"/>
                    <a:pt x="21584" y="8457"/>
                    <a:pt x="21531" y="8457"/>
                  </a:cubicBezTo>
                  <a:close/>
                  <a:moveTo>
                    <a:pt x="10784" y="14661"/>
                  </a:moveTo>
                  <a:cubicBezTo>
                    <a:pt x="10757" y="14891"/>
                    <a:pt x="10757" y="15121"/>
                    <a:pt x="10731" y="15351"/>
                  </a:cubicBezTo>
                  <a:cubicBezTo>
                    <a:pt x="10704" y="15504"/>
                    <a:pt x="10624" y="15427"/>
                    <a:pt x="10624" y="15581"/>
                  </a:cubicBezTo>
                  <a:cubicBezTo>
                    <a:pt x="10624" y="15581"/>
                    <a:pt x="10677" y="15581"/>
                    <a:pt x="10704" y="15581"/>
                  </a:cubicBezTo>
                  <a:cubicBezTo>
                    <a:pt x="10704" y="15581"/>
                    <a:pt x="10464" y="16040"/>
                    <a:pt x="10437" y="16040"/>
                  </a:cubicBezTo>
                  <a:cubicBezTo>
                    <a:pt x="10411" y="16117"/>
                    <a:pt x="10384" y="16193"/>
                    <a:pt x="10331" y="16193"/>
                  </a:cubicBezTo>
                  <a:cubicBezTo>
                    <a:pt x="10304" y="16270"/>
                    <a:pt x="10277" y="16423"/>
                    <a:pt x="10251" y="16500"/>
                  </a:cubicBezTo>
                  <a:cubicBezTo>
                    <a:pt x="10224" y="16576"/>
                    <a:pt x="10037" y="16729"/>
                    <a:pt x="10011" y="16576"/>
                  </a:cubicBezTo>
                  <a:cubicBezTo>
                    <a:pt x="10011" y="16500"/>
                    <a:pt x="10197" y="16346"/>
                    <a:pt x="10224" y="16270"/>
                  </a:cubicBezTo>
                  <a:cubicBezTo>
                    <a:pt x="10304" y="16117"/>
                    <a:pt x="10384" y="15887"/>
                    <a:pt x="10464" y="15734"/>
                  </a:cubicBezTo>
                  <a:cubicBezTo>
                    <a:pt x="10517" y="15657"/>
                    <a:pt x="10517" y="15427"/>
                    <a:pt x="10571" y="15351"/>
                  </a:cubicBezTo>
                  <a:cubicBezTo>
                    <a:pt x="10624" y="15121"/>
                    <a:pt x="10677" y="14891"/>
                    <a:pt x="10704" y="14661"/>
                  </a:cubicBezTo>
                  <a:cubicBezTo>
                    <a:pt x="10704" y="14508"/>
                    <a:pt x="10704" y="14508"/>
                    <a:pt x="10757" y="14432"/>
                  </a:cubicBezTo>
                  <a:cubicBezTo>
                    <a:pt x="10811" y="14355"/>
                    <a:pt x="10784" y="14585"/>
                    <a:pt x="10784" y="14661"/>
                  </a:cubicBezTo>
                  <a:cubicBezTo>
                    <a:pt x="10757" y="14738"/>
                    <a:pt x="10784" y="14508"/>
                    <a:pt x="10784" y="14661"/>
                  </a:cubicBezTo>
                  <a:close/>
                </a:path>
              </a:pathLst>
            </a:custGeom>
            <a:solidFill>
              <a:srgbClr val="EE6E86"/>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8" name="Shape 5548"/>
            <p:cNvSpPr/>
            <p:nvPr/>
          </p:nvSpPr>
          <p:spPr>
            <a:xfrm>
              <a:off x="14332264" y="2507024"/>
              <a:ext cx="126637" cy="299444"/>
            </a:xfrm>
            <a:custGeom>
              <a:avLst/>
              <a:gdLst/>
              <a:ahLst/>
              <a:cxnLst>
                <a:cxn ang="0">
                  <a:pos x="wd2" y="hd2"/>
                </a:cxn>
                <a:cxn ang="5400000">
                  <a:pos x="wd2" y="hd2"/>
                </a:cxn>
                <a:cxn ang="10800000">
                  <a:pos x="wd2" y="hd2"/>
                </a:cxn>
                <a:cxn ang="16200000">
                  <a:pos x="wd2" y="hd2"/>
                </a:cxn>
              </a:cxnLst>
              <a:rect l="0" t="0" r="r" b="b"/>
              <a:pathLst>
                <a:path w="19515" h="21600" fill="norm" stroke="1" extrusionOk="0">
                  <a:moveTo>
                    <a:pt x="16635" y="17550"/>
                  </a:moveTo>
                  <a:cubicBezTo>
                    <a:pt x="16635" y="14850"/>
                    <a:pt x="10875" y="11475"/>
                    <a:pt x="12315" y="8775"/>
                  </a:cubicBezTo>
                  <a:cubicBezTo>
                    <a:pt x="13755" y="6750"/>
                    <a:pt x="12315" y="4725"/>
                    <a:pt x="10875" y="2700"/>
                  </a:cubicBezTo>
                  <a:cubicBezTo>
                    <a:pt x="10875" y="2025"/>
                    <a:pt x="10875" y="1350"/>
                    <a:pt x="10875" y="675"/>
                  </a:cubicBezTo>
                  <a:cubicBezTo>
                    <a:pt x="10875" y="0"/>
                    <a:pt x="6555" y="0"/>
                    <a:pt x="6555" y="0"/>
                  </a:cubicBezTo>
                  <a:cubicBezTo>
                    <a:pt x="6555" y="675"/>
                    <a:pt x="7995" y="1350"/>
                    <a:pt x="7995" y="2025"/>
                  </a:cubicBezTo>
                  <a:cubicBezTo>
                    <a:pt x="9435" y="2700"/>
                    <a:pt x="7995" y="3375"/>
                    <a:pt x="6555" y="3375"/>
                  </a:cubicBezTo>
                  <a:cubicBezTo>
                    <a:pt x="5115" y="4050"/>
                    <a:pt x="3675" y="3375"/>
                    <a:pt x="3675" y="4725"/>
                  </a:cubicBezTo>
                  <a:cubicBezTo>
                    <a:pt x="3675" y="5400"/>
                    <a:pt x="3675" y="5400"/>
                    <a:pt x="3675" y="6075"/>
                  </a:cubicBezTo>
                  <a:cubicBezTo>
                    <a:pt x="2235" y="7425"/>
                    <a:pt x="2235" y="8775"/>
                    <a:pt x="795" y="9450"/>
                  </a:cubicBezTo>
                  <a:cubicBezTo>
                    <a:pt x="-2085" y="10125"/>
                    <a:pt x="3675" y="12150"/>
                    <a:pt x="5115" y="13500"/>
                  </a:cubicBezTo>
                  <a:cubicBezTo>
                    <a:pt x="6555" y="14850"/>
                    <a:pt x="3675" y="21600"/>
                    <a:pt x="6555" y="21600"/>
                  </a:cubicBezTo>
                  <a:cubicBezTo>
                    <a:pt x="10875" y="21600"/>
                    <a:pt x="15195" y="21600"/>
                    <a:pt x="19515" y="21600"/>
                  </a:cubicBezTo>
                  <a:cubicBezTo>
                    <a:pt x="19515" y="20250"/>
                    <a:pt x="18075" y="18900"/>
                    <a:pt x="16635" y="17550"/>
                  </a:cubicBezTo>
                  <a:cubicBezTo>
                    <a:pt x="16635" y="16200"/>
                    <a:pt x="16635" y="18225"/>
                    <a:pt x="16635" y="1755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49" name="Shape 5549"/>
            <p:cNvSpPr/>
            <p:nvPr/>
          </p:nvSpPr>
          <p:spPr>
            <a:xfrm>
              <a:off x="14354134" y="2803970"/>
              <a:ext cx="133437" cy="209552"/>
            </a:xfrm>
            <a:custGeom>
              <a:avLst/>
              <a:gdLst/>
              <a:ahLst/>
              <a:cxnLst>
                <a:cxn ang="0">
                  <a:pos x="wd2" y="hd2"/>
                </a:cxn>
                <a:cxn ang="5400000">
                  <a:pos x="wd2" y="hd2"/>
                </a:cxn>
                <a:cxn ang="10800000">
                  <a:pos x="wd2" y="hd2"/>
                </a:cxn>
                <a:cxn ang="16200000">
                  <a:pos x="wd2" y="hd2"/>
                </a:cxn>
              </a:cxnLst>
              <a:rect l="0" t="0" r="r" b="b"/>
              <a:pathLst>
                <a:path w="20563" h="20896" fill="norm" stroke="1" extrusionOk="0">
                  <a:moveTo>
                    <a:pt x="16243" y="235"/>
                  </a:moveTo>
                  <a:cubicBezTo>
                    <a:pt x="14803" y="235"/>
                    <a:pt x="11923" y="235"/>
                    <a:pt x="9043" y="235"/>
                  </a:cubicBezTo>
                  <a:cubicBezTo>
                    <a:pt x="6163" y="235"/>
                    <a:pt x="3283" y="-704"/>
                    <a:pt x="1843" y="1174"/>
                  </a:cubicBezTo>
                  <a:cubicBezTo>
                    <a:pt x="1843" y="3053"/>
                    <a:pt x="403" y="3992"/>
                    <a:pt x="403" y="5870"/>
                  </a:cubicBezTo>
                  <a:cubicBezTo>
                    <a:pt x="403" y="6809"/>
                    <a:pt x="1843" y="7748"/>
                    <a:pt x="1843" y="9626"/>
                  </a:cubicBezTo>
                  <a:cubicBezTo>
                    <a:pt x="1843" y="10566"/>
                    <a:pt x="-1037" y="20896"/>
                    <a:pt x="403" y="20896"/>
                  </a:cubicBezTo>
                  <a:cubicBezTo>
                    <a:pt x="3283" y="19957"/>
                    <a:pt x="403" y="17139"/>
                    <a:pt x="4723" y="18079"/>
                  </a:cubicBezTo>
                  <a:cubicBezTo>
                    <a:pt x="6163" y="18079"/>
                    <a:pt x="9043" y="17139"/>
                    <a:pt x="9043" y="18079"/>
                  </a:cubicBezTo>
                  <a:cubicBezTo>
                    <a:pt x="10483" y="18079"/>
                    <a:pt x="10483" y="20896"/>
                    <a:pt x="11923" y="20896"/>
                  </a:cubicBezTo>
                  <a:cubicBezTo>
                    <a:pt x="11923" y="20896"/>
                    <a:pt x="11923" y="18079"/>
                    <a:pt x="11923" y="18079"/>
                  </a:cubicBezTo>
                  <a:cubicBezTo>
                    <a:pt x="11923" y="16200"/>
                    <a:pt x="9043" y="15261"/>
                    <a:pt x="7603" y="14322"/>
                  </a:cubicBezTo>
                  <a:cubicBezTo>
                    <a:pt x="6163" y="12444"/>
                    <a:pt x="1843" y="7748"/>
                    <a:pt x="4723" y="5870"/>
                  </a:cubicBezTo>
                  <a:cubicBezTo>
                    <a:pt x="9043" y="3992"/>
                    <a:pt x="7603" y="3053"/>
                    <a:pt x="11923" y="2113"/>
                  </a:cubicBezTo>
                  <a:cubicBezTo>
                    <a:pt x="14803" y="1174"/>
                    <a:pt x="19123" y="3053"/>
                    <a:pt x="20563" y="4931"/>
                  </a:cubicBezTo>
                  <a:cubicBezTo>
                    <a:pt x="19123" y="3053"/>
                    <a:pt x="17683" y="1174"/>
                    <a:pt x="16243" y="23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0" name="Shape 5550"/>
            <p:cNvSpPr/>
            <p:nvPr/>
          </p:nvSpPr>
          <p:spPr>
            <a:xfrm>
              <a:off x="13608361" y="3434018"/>
              <a:ext cx="190734" cy="228943"/>
            </a:xfrm>
            <a:custGeom>
              <a:avLst/>
              <a:gdLst/>
              <a:ahLst/>
              <a:cxnLst>
                <a:cxn ang="0">
                  <a:pos x="wd2" y="hd2"/>
                </a:cxn>
                <a:cxn ang="5400000">
                  <a:pos x="wd2" y="hd2"/>
                </a:cxn>
                <a:cxn ang="10800000">
                  <a:pos x="wd2" y="hd2"/>
                </a:cxn>
                <a:cxn ang="16200000">
                  <a:pos x="wd2" y="hd2"/>
                </a:cxn>
              </a:cxnLst>
              <a:rect l="0" t="0" r="r" b="b"/>
              <a:pathLst>
                <a:path w="20859" h="20978" fill="norm" stroke="1" extrusionOk="0">
                  <a:moveTo>
                    <a:pt x="5143" y="864"/>
                  </a:moveTo>
                  <a:cubicBezTo>
                    <a:pt x="3086" y="1728"/>
                    <a:pt x="2057" y="5184"/>
                    <a:pt x="4114" y="6048"/>
                  </a:cubicBezTo>
                  <a:cubicBezTo>
                    <a:pt x="7200" y="8640"/>
                    <a:pt x="2057" y="7776"/>
                    <a:pt x="1029" y="7776"/>
                  </a:cubicBezTo>
                  <a:cubicBezTo>
                    <a:pt x="1029" y="7776"/>
                    <a:pt x="3086" y="9504"/>
                    <a:pt x="3086" y="9504"/>
                  </a:cubicBezTo>
                  <a:cubicBezTo>
                    <a:pt x="3086" y="11232"/>
                    <a:pt x="3086" y="11232"/>
                    <a:pt x="2057" y="12096"/>
                  </a:cubicBezTo>
                  <a:cubicBezTo>
                    <a:pt x="2057" y="12096"/>
                    <a:pt x="3086" y="12960"/>
                    <a:pt x="3086" y="13824"/>
                  </a:cubicBezTo>
                  <a:cubicBezTo>
                    <a:pt x="2057" y="14688"/>
                    <a:pt x="1029" y="17280"/>
                    <a:pt x="1029" y="17280"/>
                  </a:cubicBezTo>
                  <a:cubicBezTo>
                    <a:pt x="1029" y="17280"/>
                    <a:pt x="3086" y="17280"/>
                    <a:pt x="3086" y="18144"/>
                  </a:cubicBezTo>
                  <a:cubicBezTo>
                    <a:pt x="3086" y="18144"/>
                    <a:pt x="0" y="19872"/>
                    <a:pt x="0" y="20736"/>
                  </a:cubicBezTo>
                  <a:cubicBezTo>
                    <a:pt x="0" y="20736"/>
                    <a:pt x="1029" y="19872"/>
                    <a:pt x="2057" y="19872"/>
                  </a:cubicBezTo>
                  <a:cubicBezTo>
                    <a:pt x="2057" y="19872"/>
                    <a:pt x="2057" y="21600"/>
                    <a:pt x="3086" y="20736"/>
                  </a:cubicBezTo>
                  <a:cubicBezTo>
                    <a:pt x="3086" y="19872"/>
                    <a:pt x="5143" y="19008"/>
                    <a:pt x="6171" y="19008"/>
                  </a:cubicBezTo>
                  <a:cubicBezTo>
                    <a:pt x="7200" y="18144"/>
                    <a:pt x="6171" y="21600"/>
                    <a:pt x="8229" y="19008"/>
                  </a:cubicBezTo>
                  <a:cubicBezTo>
                    <a:pt x="9257" y="17280"/>
                    <a:pt x="8229" y="18144"/>
                    <a:pt x="9257" y="19008"/>
                  </a:cubicBezTo>
                  <a:cubicBezTo>
                    <a:pt x="9257" y="19008"/>
                    <a:pt x="12343" y="18144"/>
                    <a:pt x="12343" y="18144"/>
                  </a:cubicBezTo>
                  <a:cubicBezTo>
                    <a:pt x="14400" y="18144"/>
                    <a:pt x="13371" y="17280"/>
                    <a:pt x="14400" y="17280"/>
                  </a:cubicBezTo>
                  <a:cubicBezTo>
                    <a:pt x="16457" y="17280"/>
                    <a:pt x="16457" y="16416"/>
                    <a:pt x="17486" y="15552"/>
                  </a:cubicBezTo>
                  <a:cubicBezTo>
                    <a:pt x="18514" y="13824"/>
                    <a:pt x="19543" y="16416"/>
                    <a:pt x="20571" y="17280"/>
                  </a:cubicBezTo>
                  <a:cubicBezTo>
                    <a:pt x="21600" y="17280"/>
                    <a:pt x="19543" y="13824"/>
                    <a:pt x="19543" y="13824"/>
                  </a:cubicBezTo>
                  <a:cubicBezTo>
                    <a:pt x="18514" y="12960"/>
                    <a:pt x="17486" y="12096"/>
                    <a:pt x="17486" y="10368"/>
                  </a:cubicBezTo>
                  <a:cubicBezTo>
                    <a:pt x="17486" y="6048"/>
                    <a:pt x="14400" y="3456"/>
                    <a:pt x="12343" y="0"/>
                  </a:cubicBezTo>
                  <a:cubicBezTo>
                    <a:pt x="10286" y="1728"/>
                    <a:pt x="8229" y="864"/>
                    <a:pt x="5143" y="864"/>
                  </a:cubicBezTo>
                  <a:cubicBezTo>
                    <a:pt x="5143" y="1728"/>
                    <a:pt x="6171" y="864"/>
                    <a:pt x="5143" y="86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1" name="Shape 5551"/>
            <p:cNvSpPr/>
            <p:nvPr/>
          </p:nvSpPr>
          <p:spPr>
            <a:xfrm>
              <a:off x="13525538" y="3189161"/>
              <a:ext cx="299444" cy="283085"/>
            </a:xfrm>
            <a:custGeom>
              <a:avLst/>
              <a:gdLst/>
              <a:ahLst/>
              <a:cxnLst>
                <a:cxn ang="0">
                  <a:pos x="wd2" y="hd2"/>
                </a:cxn>
                <a:cxn ang="5400000">
                  <a:pos x="wd2" y="hd2"/>
                </a:cxn>
                <a:cxn ang="10800000">
                  <a:pos x="wd2" y="hd2"/>
                </a:cxn>
                <a:cxn ang="16200000">
                  <a:pos x="wd2" y="hd2"/>
                </a:cxn>
              </a:cxnLst>
              <a:rect l="0" t="0" r="r" b="b"/>
              <a:pathLst>
                <a:path w="21600" h="21093" fill="norm" stroke="1" extrusionOk="0">
                  <a:moveTo>
                    <a:pt x="21600" y="1583"/>
                  </a:moveTo>
                  <a:cubicBezTo>
                    <a:pt x="20925" y="887"/>
                    <a:pt x="20250" y="-507"/>
                    <a:pt x="19575" y="190"/>
                  </a:cubicBezTo>
                  <a:cubicBezTo>
                    <a:pt x="18900" y="190"/>
                    <a:pt x="18900" y="1583"/>
                    <a:pt x="18225" y="2280"/>
                  </a:cubicBezTo>
                  <a:cubicBezTo>
                    <a:pt x="18225" y="2280"/>
                    <a:pt x="17550" y="1583"/>
                    <a:pt x="16875" y="2977"/>
                  </a:cubicBezTo>
                  <a:cubicBezTo>
                    <a:pt x="16200" y="3674"/>
                    <a:pt x="14850" y="3674"/>
                    <a:pt x="13500" y="3674"/>
                  </a:cubicBezTo>
                  <a:cubicBezTo>
                    <a:pt x="12150" y="4370"/>
                    <a:pt x="14850" y="5764"/>
                    <a:pt x="13500" y="6461"/>
                  </a:cubicBezTo>
                  <a:cubicBezTo>
                    <a:pt x="11475" y="7158"/>
                    <a:pt x="10800" y="5764"/>
                    <a:pt x="8775" y="5764"/>
                  </a:cubicBezTo>
                  <a:cubicBezTo>
                    <a:pt x="8100" y="5067"/>
                    <a:pt x="6750" y="7158"/>
                    <a:pt x="6750" y="7854"/>
                  </a:cubicBezTo>
                  <a:cubicBezTo>
                    <a:pt x="4725" y="9945"/>
                    <a:pt x="675" y="9945"/>
                    <a:pt x="0" y="12732"/>
                  </a:cubicBezTo>
                  <a:cubicBezTo>
                    <a:pt x="0" y="12732"/>
                    <a:pt x="4050" y="14125"/>
                    <a:pt x="4050" y="14125"/>
                  </a:cubicBezTo>
                  <a:cubicBezTo>
                    <a:pt x="4050" y="14822"/>
                    <a:pt x="3375" y="16216"/>
                    <a:pt x="3375" y="16216"/>
                  </a:cubicBezTo>
                  <a:cubicBezTo>
                    <a:pt x="3375" y="17609"/>
                    <a:pt x="4050" y="16912"/>
                    <a:pt x="4050" y="17609"/>
                  </a:cubicBezTo>
                  <a:cubicBezTo>
                    <a:pt x="4050" y="16912"/>
                    <a:pt x="1350" y="19003"/>
                    <a:pt x="2025" y="19699"/>
                  </a:cubicBezTo>
                  <a:cubicBezTo>
                    <a:pt x="2025" y="19699"/>
                    <a:pt x="3375" y="20396"/>
                    <a:pt x="3375" y="20396"/>
                  </a:cubicBezTo>
                  <a:cubicBezTo>
                    <a:pt x="4050" y="20396"/>
                    <a:pt x="3375" y="20396"/>
                    <a:pt x="3375" y="21093"/>
                  </a:cubicBezTo>
                  <a:cubicBezTo>
                    <a:pt x="3375" y="20396"/>
                    <a:pt x="6075" y="20396"/>
                    <a:pt x="6075" y="21093"/>
                  </a:cubicBezTo>
                  <a:cubicBezTo>
                    <a:pt x="6750" y="21093"/>
                    <a:pt x="7425" y="21093"/>
                    <a:pt x="8100" y="21093"/>
                  </a:cubicBezTo>
                  <a:cubicBezTo>
                    <a:pt x="8100" y="21093"/>
                    <a:pt x="8775" y="19699"/>
                    <a:pt x="9450" y="19003"/>
                  </a:cubicBezTo>
                  <a:cubicBezTo>
                    <a:pt x="11475" y="19003"/>
                    <a:pt x="12825" y="19699"/>
                    <a:pt x="14175" y="18306"/>
                  </a:cubicBezTo>
                  <a:cubicBezTo>
                    <a:pt x="14175" y="16912"/>
                    <a:pt x="10800" y="15519"/>
                    <a:pt x="10800" y="14822"/>
                  </a:cubicBezTo>
                  <a:cubicBezTo>
                    <a:pt x="11475" y="14125"/>
                    <a:pt x="12150" y="13428"/>
                    <a:pt x="13500" y="12732"/>
                  </a:cubicBezTo>
                  <a:cubicBezTo>
                    <a:pt x="14850" y="11338"/>
                    <a:pt x="16200" y="9945"/>
                    <a:pt x="18225" y="9248"/>
                  </a:cubicBezTo>
                  <a:cubicBezTo>
                    <a:pt x="19575" y="7854"/>
                    <a:pt x="17550" y="5764"/>
                    <a:pt x="18225" y="5067"/>
                  </a:cubicBezTo>
                  <a:cubicBezTo>
                    <a:pt x="19575" y="3674"/>
                    <a:pt x="20250" y="2280"/>
                    <a:pt x="21600" y="158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2" name="Shape 5552"/>
            <p:cNvSpPr/>
            <p:nvPr/>
          </p:nvSpPr>
          <p:spPr>
            <a:xfrm>
              <a:off x="7332839" y="2448478"/>
              <a:ext cx="210796" cy="227377"/>
            </a:xfrm>
            <a:custGeom>
              <a:avLst/>
              <a:gdLst/>
              <a:ahLst/>
              <a:cxnLst>
                <a:cxn ang="0">
                  <a:pos x="wd2" y="hd2"/>
                </a:cxn>
                <a:cxn ang="5400000">
                  <a:pos x="wd2" y="hd2"/>
                </a:cxn>
                <a:cxn ang="10800000">
                  <a:pos x="wd2" y="hd2"/>
                </a:cxn>
                <a:cxn ang="16200000">
                  <a:pos x="wd2" y="hd2"/>
                </a:cxn>
              </a:cxnLst>
              <a:rect l="0" t="0" r="r" b="b"/>
              <a:pathLst>
                <a:path w="20419" h="21120" fill="norm" stroke="1" extrusionOk="0">
                  <a:moveTo>
                    <a:pt x="18900" y="6432"/>
                  </a:moveTo>
                  <a:cubicBezTo>
                    <a:pt x="18000" y="6432"/>
                    <a:pt x="17100" y="3840"/>
                    <a:pt x="16200" y="3840"/>
                  </a:cubicBezTo>
                  <a:cubicBezTo>
                    <a:pt x="14400" y="4704"/>
                    <a:pt x="15300" y="5568"/>
                    <a:pt x="13500" y="4704"/>
                  </a:cubicBezTo>
                  <a:cubicBezTo>
                    <a:pt x="9900" y="3840"/>
                    <a:pt x="13500" y="2112"/>
                    <a:pt x="14400" y="384"/>
                  </a:cubicBezTo>
                  <a:cubicBezTo>
                    <a:pt x="12600" y="384"/>
                    <a:pt x="9900" y="-480"/>
                    <a:pt x="9000" y="384"/>
                  </a:cubicBezTo>
                  <a:cubicBezTo>
                    <a:pt x="9000" y="384"/>
                    <a:pt x="10800" y="384"/>
                    <a:pt x="9000" y="1248"/>
                  </a:cubicBezTo>
                  <a:cubicBezTo>
                    <a:pt x="9000" y="1248"/>
                    <a:pt x="7200" y="2112"/>
                    <a:pt x="8100" y="2112"/>
                  </a:cubicBezTo>
                  <a:cubicBezTo>
                    <a:pt x="8100" y="2976"/>
                    <a:pt x="9900" y="2112"/>
                    <a:pt x="9900" y="2976"/>
                  </a:cubicBezTo>
                  <a:cubicBezTo>
                    <a:pt x="10800" y="3840"/>
                    <a:pt x="8100" y="3840"/>
                    <a:pt x="8100" y="3840"/>
                  </a:cubicBezTo>
                  <a:cubicBezTo>
                    <a:pt x="6300" y="4704"/>
                    <a:pt x="2700" y="3840"/>
                    <a:pt x="1800" y="4704"/>
                  </a:cubicBezTo>
                  <a:cubicBezTo>
                    <a:pt x="1800" y="4704"/>
                    <a:pt x="2700" y="4704"/>
                    <a:pt x="2700" y="5568"/>
                  </a:cubicBezTo>
                  <a:cubicBezTo>
                    <a:pt x="2700" y="5568"/>
                    <a:pt x="900" y="5568"/>
                    <a:pt x="1800" y="6432"/>
                  </a:cubicBezTo>
                  <a:cubicBezTo>
                    <a:pt x="1800" y="6432"/>
                    <a:pt x="1800" y="6432"/>
                    <a:pt x="1800" y="6432"/>
                  </a:cubicBezTo>
                  <a:cubicBezTo>
                    <a:pt x="2700" y="6432"/>
                    <a:pt x="900" y="6432"/>
                    <a:pt x="900" y="6432"/>
                  </a:cubicBezTo>
                  <a:cubicBezTo>
                    <a:pt x="900" y="7296"/>
                    <a:pt x="4500" y="7296"/>
                    <a:pt x="2700" y="8160"/>
                  </a:cubicBezTo>
                  <a:cubicBezTo>
                    <a:pt x="0" y="9888"/>
                    <a:pt x="3600" y="10752"/>
                    <a:pt x="5400" y="10752"/>
                  </a:cubicBezTo>
                  <a:cubicBezTo>
                    <a:pt x="6300" y="10752"/>
                    <a:pt x="4500" y="13344"/>
                    <a:pt x="4500" y="14208"/>
                  </a:cubicBezTo>
                  <a:cubicBezTo>
                    <a:pt x="3600" y="14208"/>
                    <a:pt x="1800" y="17664"/>
                    <a:pt x="900" y="16800"/>
                  </a:cubicBezTo>
                  <a:cubicBezTo>
                    <a:pt x="900" y="16800"/>
                    <a:pt x="2700" y="16800"/>
                    <a:pt x="2700" y="16800"/>
                  </a:cubicBezTo>
                  <a:cubicBezTo>
                    <a:pt x="1800" y="17664"/>
                    <a:pt x="900" y="16800"/>
                    <a:pt x="0" y="18528"/>
                  </a:cubicBezTo>
                  <a:cubicBezTo>
                    <a:pt x="0" y="18528"/>
                    <a:pt x="2700" y="17664"/>
                    <a:pt x="2700" y="17664"/>
                  </a:cubicBezTo>
                  <a:cubicBezTo>
                    <a:pt x="2700" y="17664"/>
                    <a:pt x="1800" y="19392"/>
                    <a:pt x="1800" y="20256"/>
                  </a:cubicBezTo>
                  <a:cubicBezTo>
                    <a:pt x="1800" y="20256"/>
                    <a:pt x="3600" y="19392"/>
                    <a:pt x="3600" y="19392"/>
                  </a:cubicBezTo>
                  <a:cubicBezTo>
                    <a:pt x="3600" y="19392"/>
                    <a:pt x="3600" y="20256"/>
                    <a:pt x="3600" y="21120"/>
                  </a:cubicBezTo>
                  <a:cubicBezTo>
                    <a:pt x="4500" y="21120"/>
                    <a:pt x="6300" y="20256"/>
                    <a:pt x="7200" y="20256"/>
                  </a:cubicBezTo>
                  <a:cubicBezTo>
                    <a:pt x="9900" y="19392"/>
                    <a:pt x="12600" y="16800"/>
                    <a:pt x="15300" y="16800"/>
                  </a:cubicBezTo>
                  <a:cubicBezTo>
                    <a:pt x="18900" y="16800"/>
                    <a:pt x="18000" y="15936"/>
                    <a:pt x="19800" y="13344"/>
                  </a:cubicBezTo>
                  <a:cubicBezTo>
                    <a:pt x="21600" y="10752"/>
                    <a:pt x="18900" y="9024"/>
                    <a:pt x="18900" y="6432"/>
                  </a:cubicBezTo>
                  <a:cubicBezTo>
                    <a:pt x="18000" y="6432"/>
                    <a:pt x="18900" y="7296"/>
                    <a:pt x="18900" y="643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3" name="Shape 5553"/>
            <p:cNvSpPr/>
            <p:nvPr/>
          </p:nvSpPr>
          <p:spPr>
            <a:xfrm>
              <a:off x="7451804" y="2436928"/>
              <a:ext cx="113634" cy="75056"/>
            </a:xfrm>
            <a:custGeom>
              <a:avLst/>
              <a:gdLst/>
              <a:ahLst/>
              <a:cxnLst>
                <a:cxn ang="0">
                  <a:pos x="wd2" y="hd2"/>
                </a:cxn>
                <a:cxn ang="5400000">
                  <a:pos x="wd2" y="hd2"/>
                </a:cxn>
                <a:cxn ang="10800000">
                  <a:pos x="wd2" y="hd2"/>
                </a:cxn>
                <a:cxn ang="16200000">
                  <a:pos x="wd2" y="hd2"/>
                </a:cxn>
              </a:cxnLst>
              <a:rect l="0" t="0" r="r" b="b"/>
              <a:pathLst>
                <a:path w="16394" h="17549" fill="norm" stroke="1" extrusionOk="0">
                  <a:moveTo>
                    <a:pt x="272" y="12219"/>
                  </a:moveTo>
                  <a:cubicBezTo>
                    <a:pt x="-1078" y="14379"/>
                    <a:pt x="2972" y="16539"/>
                    <a:pt x="4322" y="16539"/>
                  </a:cubicBezTo>
                  <a:cubicBezTo>
                    <a:pt x="4322" y="16539"/>
                    <a:pt x="5672" y="14379"/>
                    <a:pt x="5672" y="14379"/>
                  </a:cubicBezTo>
                  <a:cubicBezTo>
                    <a:pt x="7022" y="12219"/>
                    <a:pt x="8372" y="14379"/>
                    <a:pt x="9722" y="16539"/>
                  </a:cubicBezTo>
                  <a:cubicBezTo>
                    <a:pt x="12422" y="20859"/>
                    <a:pt x="20522" y="10059"/>
                    <a:pt x="13772" y="7899"/>
                  </a:cubicBezTo>
                  <a:cubicBezTo>
                    <a:pt x="15122" y="7899"/>
                    <a:pt x="13772" y="3579"/>
                    <a:pt x="13772" y="3579"/>
                  </a:cubicBezTo>
                  <a:cubicBezTo>
                    <a:pt x="12422" y="-741"/>
                    <a:pt x="11072" y="-741"/>
                    <a:pt x="8372" y="1419"/>
                  </a:cubicBezTo>
                  <a:cubicBezTo>
                    <a:pt x="7022" y="1419"/>
                    <a:pt x="4322" y="1419"/>
                    <a:pt x="4322" y="3579"/>
                  </a:cubicBezTo>
                  <a:cubicBezTo>
                    <a:pt x="2972" y="5739"/>
                    <a:pt x="272" y="7899"/>
                    <a:pt x="272" y="12219"/>
                  </a:cubicBezTo>
                  <a:cubicBezTo>
                    <a:pt x="272" y="12219"/>
                    <a:pt x="272" y="10059"/>
                    <a:pt x="272" y="1221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4" name="Shape 5554"/>
            <p:cNvSpPr/>
            <p:nvPr/>
          </p:nvSpPr>
          <p:spPr>
            <a:xfrm>
              <a:off x="7398042" y="3134576"/>
              <a:ext cx="578276" cy="424574"/>
            </a:xfrm>
            <a:custGeom>
              <a:avLst/>
              <a:gdLst/>
              <a:ahLst/>
              <a:cxnLst>
                <a:cxn ang="0">
                  <a:pos x="wd2" y="hd2"/>
                </a:cxn>
                <a:cxn ang="5400000">
                  <a:pos x="wd2" y="hd2"/>
                </a:cxn>
                <a:cxn ang="10800000">
                  <a:pos x="wd2" y="hd2"/>
                </a:cxn>
                <a:cxn ang="16200000">
                  <a:pos x="wd2" y="hd2"/>
                </a:cxn>
              </a:cxnLst>
              <a:rect l="0" t="0" r="r" b="b"/>
              <a:pathLst>
                <a:path w="21310" h="21325" fill="norm" stroke="1" extrusionOk="0">
                  <a:moveTo>
                    <a:pt x="19596" y="3757"/>
                  </a:moveTo>
                  <a:cubicBezTo>
                    <a:pt x="18567" y="3757"/>
                    <a:pt x="18224" y="3287"/>
                    <a:pt x="17539" y="2817"/>
                  </a:cubicBezTo>
                  <a:cubicBezTo>
                    <a:pt x="17196" y="2348"/>
                    <a:pt x="16853" y="2817"/>
                    <a:pt x="16510" y="2817"/>
                  </a:cubicBezTo>
                  <a:cubicBezTo>
                    <a:pt x="16167" y="2817"/>
                    <a:pt x="15481" y="2817"/>
                    <a:pt x="15139" y="2817"/>
                  </a:cubicBezTo>
                  <a:cubicBezTo>
                    <a:pt x="14453" y="2348"/>
                    <a:pt x="13767" y="1878"/>
                    <a:pt x="13424" y="1878"/>
                  </a:cubicBezTo>
                  <a:cubicBezTo>
                    <a:pt x="13081" y="1409"/>
                    <a:pt x="13081" y="1409"/>
                    <a:pt x="12739" y="939"/>
                  </a:cubicBezTo>
                  <a:cubicBezTo>
                    <a:pt x="12396" y="1409"/>
                    <a:pt x="12053" y="939"/>
                    <a:pt x="11710" y="939"/>
                  </a:cubicBezTo>
                  <a:cubicBezTo>
                    <a:pt x="11024" y="470"/>
                    <a:pt x="10681" y="939"/>
                    <a:pt x="10339" y="939"/>
                  </a:cubicBezTo>
                  <a:cubicBezTo>
                    <a:pt x="9653" y="939"/>
                    <a:pt x="9310" y="939"/>
                    <a:pt x="8967" y="939"/>
                  </a:cubicBezTo>
                  <a:cubicBezTo>
                    <a:pt x="7939" y="939"/>
                    <a:pt x="6910" y="470"/>
                    <a:pt x="5539" y="470"/>
                  </a:cubicBezTo>
                  <a:cubicBezTo>
                    <a:pt x="4853" y="470"/>
                    <a:pt x="3481" y="0"/>
                    <a:pt x="2453" y="0"/>
                  </a:cubicBezTo>
                  <a:cubicBezTo>
                    <a:pt x="2110" y="470"/>
                    <a:pt x="1081" y="939"/>
                    <a:pt x="396" y="1409"/>
                  </a:cubicBezTo>
                  <a:cubicBezTo>
                    <a:pt x="-290" y="1878"/>
                    <a:pt x="53" y="2348"/>
                    <a:pt x="396" y="2817"/>
                  </a:cubicBezTo>
                  <a:cubicBezTo>
                    <a:pt x="396" y="3757"/>
                    <a:pt x="396" y="4226"/>
                    <a:pt x="396" y="5165"/>
                  </a:cubicBezTo>
                  <a:cubicBezTo>
                    <a:pt x="739" y="5165"/>
                    <a:pt x="1424" y="4696"/>
                    <a:pt x="1424" y="4696"/>
                  </a:cubicBezTo>
                  <a:cubicBezTo>
                    <a:pt x="1767" y="4696"/>
                    <a:pt x="1424" y="5635"/>
                    <a:pt x="2110" y="5635"/>
                  </a:cubicBezTo>
                  <a:cubicBezTo>
                    <a:pt x="2796" y="5635"/>
                    <a:pt x="3139" y="5165"/>
                    <a:pt x="3824" y="5165"/>
                  </a:cubicBezTo>
                  <a:cubicBezTo>
                    <a:pt x="4510" y="4696"/>
                    <a:pt x="5196" y="6104"/>
                    <a:pt x="4510" y="6574"/>
                  </a:cubicBezTo>
                  <a:cubicBezTo>
                    <a:pt x="3824" y="7513"/>
                    <a:pt x="4167" y="7983"/>
                    <a:pt x="4167" y="9391"/>
                  </a:cubicBezTo>
                  <a:cubicBezTo>
                    <a:pt x="3824" y="9861"/>
                    <a:pt x="4167" y="11270"/>
                    <a:pt x="3824" y="11739"/>
                  </a:cubicBezTo>
                  <a:cubicBezTo>
                    <a:pt x="2796" y="11739"/>
                    <a:pt x="3139" y="12209"/>
                    <a:pt x="3824" y="13148"/>
                  </a:cubicBezTo>
                  <a:cubicBezTo>
                    <a:pt x="4167" y="13617"/>
                    <a:pt x="3139" y="14557"/>
                    <a:pt x="3139" y="15496"/>
                  </a:cubicBezTo>
                  <a:cubicBezTo>
                    <a:pt x="3824" y="16435"/>
                    <a:pt x="3139" y="16904"/>
                    <a:pt x="3139" y="17843"/>
                  </a:cubicBezTo>
                  <a:cubicBezTo>
                    <a:pt x="4167" y="17374"/>
                    <a:pt x="4853" y="19722"/>
                    <a:pt x="5539" y="20661"/>
                  </a:cubicBezTo>
                  <a:cubicBezTo>
                    <a:pt x="5539" y="21130"/>
                    <a:pt x="6224" y="21600"/>
                    <a:pt x="6567" y="21130"/>
                  </a:cubicBezTo>
                  <a:cubicBezTo>
                    <a:pt x="6567" y="21130"/>
                    <a:pt x="6910" y="20661"/>
                    <a:pt x="6910" y="20191"/>
                  </a:cubicBezTo>
                  <a:cubicBezTo>
                    <a:pt x="7253" y="20191"/>
                    <a:pt x="7939" y="19722"/>
                    <a:pt x="7939" y="19722"/>
                  </a:cubicBezTo>
                  <a:cubicBezTo>
                    <a:pt x="9310" y="19252"/>
                    <a:pt x="10681" y="19722"/>
                    <a:pt x="12053" y="19252"/>
                  </a:cubicBezTo>
                  <a:cubicBezTo>
                    <a:pt x="12396" y="18783"/>
                    <a:pt x="12396" y="18313"/>
                    <a:pt x="13081" y="17843"/>
                  </a:cubicBezTo>
                  <a:cubicBezTo>
                    <a:pt x="13767" y="17374"/>
                    <a:pt x="14110" y="16904"/>
                    <a:pt x="14453" y="16435"/>
                  </a:cubicBezTo>
                  <a:cubicBezTo>
                    <a:pt x="14796" y="15026"/>
                    <a:pt x="15139" y="14557"/>
                    <a:pt x="15824" y="14087"/>
                  </a:cubicBezTo>
                  <a:cubicBezTo>
                    <a:pt x="16167" y="13617"/>
                    <a:pt x="15481" y="12678"/>
                    <a:pt x="15139" y="12209"/>
                  </a:cubicBezTo>
                  <a:cubicBezTo>
                    <a:pt x="15139" y="11739"/>
                    <a:pt x="15824" y="10330"/>
                    <a:pt x="16167" y="9861"/>
                  </a:cubicBezTo>
                  <a:cubicBezTo>
                    <a:pt x="16167" y="9861"/>
                    <a:pt x="16510" y="9391"/>
                    <a:pt x="16853" y="8922"/>
                  </a:cubicBezTo>
                  <a:cubicBezTo>
                    <a:pt x="16853" y="8922"/>
                    <a:pt x="16853" y="7983"/>
                    <a:pt x="17196" y="7983"/>
                  </a:cubicBezTo>
                  <a:cubicBezTo>
                    <a:pt x="18224" y="7043"/>
                    <a:pt x="19253" y="6574"/>
                    <a:pt x="20281" y="6104"/>
                  </a:cubicBezTo>
                  <a:cubicBezTo>
                    <a:pt x="20624" y="5635"/>
                    <a:pt x="21310" y="5165"/>
                    <a:pt x="21310" y="4226"/>
                  </a:cubicBezTo>
                  <a:cubicBezTo>
                    <a:pt x="20967" y="3287"/>
                    <a:pt x="20281" y="4226"/>
                    <a:pt x="19596" y="3757"/>
                  </a:cubicBezTo>
                  <a:cubicBezTo>
                    <a:pt x="18567" y="3757"/>
                    <a:pt x="20281" y="4226"/>
                    <a:pt x="19596" y="375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5" name="Shape 5555"/>
            <p:cNvSpPr/>
            <p:nvPr/>
          </p:nvSpPr>
          <p:spPr>
            <a:xfrm>
              <a:off x="7390177" y="3226959"/>
              <a:ext cx="138759" cy="283517"/>
            </a:xfrm>
            <a:custGeom>
              <a:avLst/>
              <a:gdLst/>
              <a:ahLst/>
              <a:cxnLst>
                <a:cxn ang="0">
                  <a:pos x="wd2" y="hd2"/>
                </a:cxn>
                <a:cxn ang="5400000">
                  <a:pos x="wd2" y="hd2"/>
                </a:cxn>
                <a:cxn ang="10800000">
                  <a:pos x="wd2" y="hd2"/>
                </a:cxn>
                <a:cxn ang="16200000">
                  <a:pos x="wd2" y="hd2"/>
                </a:cxn>
              </a:cxnLst>
              <a:rect l="0" t="0" r="r" b="b"/>
              <a:pathLst>
                <a:path w="20018" h="21600" fill="norm" stroke="1" extrusionOk="0">
                  <a:moveTo>
                    <a:pt x="14850" y="18000"/>
                  </a:moveTo>
                  <a:cubicBezTo>
                    <a:pt x="16200" y="16560"/>
                    <a:pt x="13500" y="15840"/>
                    <a:pt x="14850" y="15120"/>
                  </a:cubicBezTo>
                  <a:cubicBezTo>
                    <a:pt x="16200" y="12960"/>
                    <a:pt x="16200" y="12960"/>
                    <a:pt x="13500" y="11520"/>
                  </a:cubicBezTo>
                  <a:cubicBezTo>
                    <a:pt x="12150" y="10080"/>
                    <a:pt x="14850" y="10800"/>
                    <a:pt x="16200" y="10080"/>
                  </a:cubicBezTo>
                  <a:cubicBezTo>
                    <a:pt x="17550" y="9360"/>
                    <a:pt x="17550" y="7200"/>
                    <a:pt x="17550" y="6480"/>
                  </a:cubicBezTo>
                  <a:cubicBezTo>
                    <a:pt x="17550" y="4320"/>
                    <a:pt x="16200" y="4320"/>
                    <a:pt x="18900" y="2880"/>
                  </a:cubicBezTo>
                  <a:cubicBezTo>
                    <a:pt x="21600" y="2160"/>
                    <a:pt x="18900" y="0"/>
                    <a:pt x="16200" y="720"/>
                  </a:cubicBezTo>
                  <a:cubicBezTo>
                    <a:pt x="13500" y="720"/>
                    <a:pt x="12150" y="1440"/>
                    <a:pt x="9450" y="1440"/>
                  </a:cubicBezTo>
                  <a:cubicBezTo>
                    <a:pt x="6750" y="1440"/>
                    <a:pt x="8100" y="0"/>
                    <a:pt x="6750" y="0"/>
                  </a:cubicBezTo>
                  <a:cubicBezTo>
                    <a:pt x="8100" y="0"/>
                    <a:pt x="4050" y="0"/>
                    <a:pt x="5400" y="0"/>
                  </a:cubicBezTo>
                  <a:cubicBezTo>
                    <a:pt x="2700" y="720"/>
                    <a:pt x="4050" y="1440"/>
                    <a:pt x="4050" y="2880"/>
                  </a:cubicBezTo>
                  <a:cubicBezTo>
                    <a:pt x="4050" y="3600"/>
                    <a:pt x="4050" y="5040"/>
                    <a:pt x="4050" y="5760"/>
                  </a:cubicBezTo>
                  <a:cubicBezTo>
                    <a:pt x="2700" y="7200"/>
                    <a:pt x="2700" y="8640"/>
                    <a:pt x="2700" y="9360"/>
                  </a:cubicBezTo>
                  <a:cubicBezTo>
                    <a:pt x="1350" y="11520"/>
                    <a:pt x="0" y="12240"/>
                    <a:pt x="0" y="14400"/>
                  </a:cubicBezTo>
                  <a:cubicBezTo>
                    <a:pt x="1350" y="15120"/>
                    <a:pt x="2700" y="14400"/>
                    <a:pt x="2700" y="15840"/>
                  </a:cubicBezTo>
                  <a:cubicBezTo>
                    <a:pt x="4050" y="16560"/>
                    <a:pt x="2700" y="18720"/>
                    <a:pt x="2700" y="20160"/>
                  </a:cubicBezTo>
                  <a:cubicBezTo>
                    <a:pt x="2700" y="21600"/>
                    <a:pt x="5400" y="21600"/>
                    <a:pt x="8100" y="21600"/>
                  </a:cubicBezTo>
                  <a:cubicBezTo>
                    <a:pt x="13500" y="21600"/>
                    <a:pt x="12150" y="19440"/>
                    <a:pt x="14850" y="18000"/>
                  </a:cubicBezTo>
                  <a:cubicBezTo>
                    <a:pt x="16200" y="16560"/>
                    <a:pt x="13500" y="18720"/>
                    <a:pt x="14850" y="180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6" name="Shape 5556"/>
            <p:cNvSpPr/>
            <p:nvPr/>
          </p:nvSpPr>
          <p:spPr>
            <a:xfrm>
              <a:off x="9193195" y="5804591"/>
              <a:ext cx="485489" cy="806295"/>
            </a:xfrm>
            <a:custGeom>
              <a:avLst/>
              <a:gdLst/>
              <a:ahLst/>
              <a:cxnLst>
                <a:cxn ang="0">
                  <a:pos x="wd2" y="hd2"/>
                </a:cxn>
                <a:cxn ang="5400000">
                  <a:pos x="wd2" y="hd2"/>
                </a:cxn>
                <a:cxn ang="10800000">
                  <a:pos x="wd2" y="hd2"/>
                </a:cxn>
                <a:cxn ang="16200000">
                  <a:pos x="wd2" y="hd2"/>
                </a:cxn>
              </a:cxnLst>
              <a:rect l="0" t="0" r="r" b="b"/>
              <a:pathLst>
                <a:path w="21238" h="21109" fill="norm" stroke="1" extrusionOk="0">
                  <a:moveTo>
                    <a:pt x="21192" y="5298"/>
                  </a:moveTo>
                  <a:cubicBezTo>
                    <a:pt x="19970" y="3826"/>
                    <a:pt x="20377" y="1862"/>
                    <a:pt x="20377" y="389"/>
                  </a:cubicBezTo>
                  <a:cubicBezTo>
                    <a:pt x="20377" y="-347"/>
                    <a:pt x="19562" y="144"/>
                    <a:pt x="18747" y="389"/>
                  </a:cubicBezTo>
                  <a:cubicBezTo>
                    <a:pt x="18340" y="635"/>
                    <a:pt x="17525" y="1126"/>
                    <a:pt x="16709" y="1126"/>
                  </a:cubicBezTo>
                  <a:cubicBezTo>
                    <a:pt x="16302" y="1126"/>
                    <a:pt x="15487" y="880"/>
                    <a:pt x="15487" y="1371"/>
                  </a:cubicBezTo>
                  <a:cubicBezTo>
                    <a:pt x="14672" y="2108"/>
                    <a:pt x="13857" y="1371"/>
                    <a:pt x="13042" y="1371"/>
                  </a:cubicBezTo>
                  <a:cubicBezTo>
                    <a:pt x="12226" y="1371"/>
                    <a:pt x="12226" y="1862"/>
                    <a:pt x="11411" y="1371"/>
                  </a:cubicBezTo>
                  <a:cubicBezTo>
                    <a:pt x="11004" y="1371"/>
                    <a:pt x="9781" y="1371"/>
                    <a:pt x="9374" y="1371"/>
                  </a:cubicBezTo>
                  <a:cubicBezTo>
                    <a:pt x="8151" y="1371"/>
                    <a:pt x="8558" y="3580"/>
                    <a:pt x="9781" y="4071"/>
                  </a:cubicBezTo>
                  <a:cubicBezTo>
                    <a:pt x="9781" y="4071"/>
                    <a:pt x="9781" y="4562"/>
                    <a:pt x="10189" y="4562"/>
                  </a:cubicBezTo>
                  <a:cubicBezTo>
                    <a:pt x="10189" y="4808"/>
                    <a:pt x="10596" y="4808"/>
                    <a:pt x="11004" y="5053"/>
                  </a:cubicBezTo>
                  <a:cubicBezTo>
                    <a:pt x="11004" y="5544"/>
                    <a:pt x="11004" y="6280"/>
                    <a:pt x="11004" y="6526"/>
                  </a:cubicBezTo>
                  <a:cubicBezTo>
                    <a:pt x="11004" y="7017"/>
                    <a:pt x="11411" y="7262"/>
                    <a:pt x="10189" y="7262"/>
                  </a:cubicBezTo>
                  <a:cubicBezTo>
                    <a:pt x="9781" y="7262"/>
                    <a:pt x="9781" y="7998"/>
                    <a:pt x="9781" y="8244"/>
                  </a:cubicBezTo>
                  <a:cubicBezTo>
                    <a:pt x="9374" y="7998"/>
                    <a:pt x="8558" y="7508"/>
                    <a:pt x="8151" y="7262"/>
                  </a:cubicBezTo>
                  <a:cubicBezTo>
                    <a:pt x="7743" y="6771"/>
                    <a:pt x="8558" y="6280"/>
                    <a:pt x="8558" y="5789"/>
                  </a:cubicBezTo>
                  <a:cubicBezTo>
                    <a:pt x="8966" y="4562"/>
                    <a:pt x="7743" y="5544"/>
                    <a:pt x="6521" y="5053"/>
                  </a:cubicBezTo>
                  <a:cubicBezTo>
                    <a:pt x="6113" y="4808"/>
                    <a:pt x="6113" y="4317"/>
                    <a:pt x="5298" y="4562"/>
                  </a:cubicBezTo>
                  <a:cubicBezTo>
                    <a:pt x="3668" y="5053"/>
                    <a:pt x="2445" y="5298"/>
                    <a:pt x="815" y="5544"/>
                  </a:cubicBezTo>
                  <a:cubicBezTo>
                    <a:pt x="408" y="5789"/>
                    <a:pt x="0" y="5789"/>
                    <a:pt x="0" y="6035"/>
                  </a:cubicBezTo>
                  <a:cubicBezTo>
                    <a:pt x="0" y="6280"/>
                    <a:pt x="408" y="6771"/>
                    <a:pt x="408" y="7017"/>
                  </a:cubicBezTo>
                  <a:cubicBezTo>
                    <a:pt x="1630" y="7017"/>
                    <a:pt x="4891" y="7508"/>
                    <a:pt x="4891" y="8244"/>
                  </a:cubicBezTo>
                  <a:cubicBezTo>
                    <a:pt x="5298" y="8980"/>
                    <a:pt x="5298" y="9717"/>
                    <a:pt x="5298" y="10453"/>
                  </a:cubicBezTo>
                  <a:cubicBezTo>
                    <a:pt x="4891" y="10944"/>
                    <a:pt x="5706" y="11680"/>
                    <a:pt x="4891" y="12417"/>
                  </a:cubicBezTo>
                  <a:cubicBezTo>
                    <a:pt x="4075" y="13153"/>
                    <a:pt x="3260" y="14135"/>
                    <a:pt x="2445" y="14871"/>
                  </a:cubicBezTo>
                  <a:cubicBezTo>
                    <a:pt x="1630" y="15362"/>
                    <a:pt x="2445" y="16344"/>
                    <a:pt x="2445" y="16589"/>
                  </a:cubicBezTo>
                  <a:cubicBezTo>
                    <a:pt x="3260" y="17571"/>
                    <a:pt x="3260" y="18062"/>
                    <a:pt x="3260" y="18798"/>
                  </a:cubicBezTo>
                  <a:cubicBezTo>
                    <a:pt x="3260" y="19535"/>
                    <a:pt x="3260" y="20271"/>
                    <a:pt x="3668" y="21008"/>
                  </a:cubicBezTo>
                  <a:cubicBezTo>
                    <a:pt x="3668" y="21253"/>
                    <a:pt x="4891" y="21008"/>
                    <a:pt x="4891" y="20762"/>
                  </a:cubicBezTo>
                  <a:cubicBezTo>
                    <a:pt x="5298" y="20517"/>
                    <a:pt x="5298" y="20026"/>
                    <a:pt x="5298" y="20026"/>
                  </a:cubicBezTo>
                  <a:cubicBezTo>
                    <a:pt x="4891" y="20026"/>
                    <a:pt x="4483" y="20026"/>
                    <a:pt x="4483" y="20026"/>
                  </a:cubicBezTo>
                  <a:cubicBezTo>
                    <a:pt x="4483" y="19289"/>
                    <a:pt x="5706" y="18798"/>
                    <a:pt x="6521" y="18553"/>
                  </a:cubicBezTo>
                  <a:cubicBezTo>
                    <a:pt x="7743" y="18308"/>
                    <a:pt x="9374" y="18062"/>
                    <a:pt x="10189" y="17326"/>
                  </a:cubicBezTo>
                  <a:cubicBezTo>
                    <a:pt x="10189" y="17080"/>
                    <a:pt x="10189" y="15853"/>
                    <a:pt x="10189" y="15362"/>
                  </a:cubicBezTo>
                  <a:cubicBezTo>
                    <a:pt x="10189" y="14871"/>
                    <a:pt x="8558" y="11435"/>
                    <a:pt x="8558" y="11435"/>
                  </a:cubicBezTo>
                  <a:cubicBezTo>
                    <a:pt x="8966" y="11189"/>
                    <a:pt x="8966" y="11926"/>
                    <a:pt x="9781" y="11435"/>
                  </a:cubicBezTo>
                  <a:cubicBezTo>
                    <a:pt x="10596" y="10944"/>
                    <a:pt x="11004" y="10698"/>
                    <a:pt x="11819" y="10453"/>
                  </a:cubicBezTo>
                  <a:cubicBezTo>
                    <a:pt x="12634" y="10208"/>
                    <a:pt x="13042" y="8735"/>
                    <a:pt x="14264" y="8980"/>
                  </a:cubicBezTo>
                  <a:cubicBezTo>
                    <a:pt x="14672" y="8980"/>
                    <a:pt x="15487" y="8489"/>
                    <a:pt x="16302" y="8489"/>
                  </a:cubicBezTo>
                  <a:cubicBezTo>
                    <a:pt x="17117" y="8244"/>
                    <a:pt x="17932" y="7998"/>
                    <a:pt x="18747" y="7508"/>
                  </a:cubicBezTo>
                  <a:cubicBezTo>
                    <a:pt x="19155" y="7262"/>
                    <a:pt x="21600" y="5789"/>
                    <a:pt x="21192" y="5298"/>
                  </a:cubicBezTo>
                  <a:cubicBezTo>
                    <a:pt x="20785" y="5053"/>
                    <a:pt x="21192" y="5544"/>
                    <a:pt x="21192" y="529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7" name="Shape 5557"/>
            <p:cNvSpPr/>
            <p:nvPr/>
          </p:nvSpPr>
          <p:spPr>
            <a:xfrm>
              <a:off x="9312164" y="5765836"/>
              <a:ext cx="134773" cy="353598"/>
            </a:xfrm>
            <a:custGeom>
              <a:avLst/>
              <a:gdLst/>
              <a:ahLst/>
              <a:cxnLst>
                <a:cxn ang="0">
                  <a:pos x="wd2" y="hd2"/>
                </a:cxn>
                <a:cxn ang="5400000">
                  <a:pos x="wd2" y="hd2"/>
                </a:cxn>
                <a:cxn ang="10800000">
                  <a:pos x="wd2" y="hd2"/>
                </a:cxn>
                <a:cxn ang="16200000">
                  <a:pos x="wd2" y="hd2"/>
                </a:cxn>
              </a:cxnLst>
              <a:rect l="0" t="0" r="r" b="b"/>
              <a:pathLst>
                <a:path w="19443" h="21600" fill="norm" stroke="1" extrusionOk="0">
                  <a:moveTo>
                    <a:pt x="4322" y="14211"/>
                  </a:moveTo>
                  <a:cubicBezTo>
                    <a:pt x="7022" y="14779"/>
                    <a:pt x="11072" y="13642"/>
                    <a:pt x="11072" y="14779"/>
                  </a:cubicBezTo>
                  <a:cubicBezTo>
                    <a:pt x="12422" y="15916"/>
                    <a:pt x="11072" y="16484"/>
                    <a:pt x="9722" y="17621"/>
                  </a:cubicBezTo>
                  <a:cubicBezTo>
                    <a:pt x="7022" y="18758"/>
                    <a:pt x="12422" y="20463"/>
                    <a:pt x="15122" y="21600"/>
                  </a:cubicBezTo>
                  <a:cubicBezTo>
                    <a:pt x="16472" y="21032"/>
                    <a:pt x="15122" y="19895"/>
                    <a:pt x="15122" y="19326"/>
                  </a:cubicBezTo>
                  <a:cubicBezTo>
                    <a:pt x="16472" y="18758"/>
                    <a:pt x="20522" y="19895"/>
                    <a:pt x="19172" y="18758"/>
                  </a:cubicBezTo>
                  <a:cubicBezTo>
                    <a:pt x="19172" y="17621"/>
                    <a:pt x="19172" y="16484"/>
                    <a:pt x="19172" y="15347"/>
                  </a:cubicBezTo>
                  <a:cubicBezTo>
                    <a:pt x="17822" y="14211"/>
                    <a:pt x="16472" y="13642"/>
                    <a:pt x="15122" y="12505"/>
                  </a:cubicBezTo>
                  <a:cubicBezTo>
                    <a:pt x="13772" y="14211"/>
                    <a:pt x="9722" y="11937"/>
                    <a:pt x="9722" y="11368"/>
                  </a:cubicBezTo>
                  <a:cubicBezTo>
                    <a:pt x="9722" y="10232"/>
                    <a:pt x="9722" y="9663"/>
                    <a:pt x="9722" y="9095"/>
                  </a:cubicBezTo>
                  <a:cubicBezTo>
                    <a:pt x="9722" y="7958"/>
                    <a:pt x="9722" y="8526"/>
                    <a:pt x="8372" y="7958"/>
                  </a:cubicBezTo>
                  <a:cubicBezTo>
                    <a:pt x="7022" y="7958"/>
                    <a:pt x="9722" y="4547"/>
                    <a:pt x="9722" y="4547"/>
                  </a:cubicBezTo>
                  <a:cubicBezTo>
                    <a:pt x="9722" y="3411"/>
                    <a:pt x="8372" y="2842"/>
                    <a:pt x="8372" y="1705"/>
                  </a:cubicBezTo>
                  <a:cubicBezTo>
                    <a:pt x="7022" y="1137"/>
                    <a:pt x="5672" y="0"/>
                    <a:pt x="8372" y="568"/>
                  </a:cubicBezTo>
                  <a:cubicBezTo>
                    <a:pt x="7022" y="0"/>
                    <a:pt x="2972" y="0"/>
                    <a:pt x="1622" y="0"/>
                  </a:cubicBezTo>
                  <a:cubicBezTo>
                    <a:pt x="1622" y="568"/>
                    <a:pt x="7022" y="2842"/>
                    <a:pt x="4322" y="3411"/>
                  </a:cubicBezTo>
                  <a:cubicBezTo>
                    <a:pt x="272" y="3979"/>
                    <a:pt x="1622" y="6821"/>
                    <a:pt x="4322" y="7958"/>
                  </a:cubicBezTo>
                  <a:cubicBezTo>
                    <a:pt x="4322" y="8526"/>
                    <a:pt x="1622" y="8526"/>
                    <a:pt x="1622" y="9095"/>
                  </a:cubicBezTo>
                  <a:cubicBezTo>
                    <a:pt x="272" y="9095"/>
                    <a:pt x="272" y="10800"/>
                    <a:pt x="272" y="11368"/>
                  </a:cubicBezTo>
                  <a:cubicBezTo>
                    <a:pt x="-1078" y="12505"/>
                    <a:pt x="2972" y="13642"/>
                    <a:pt x="4322" y="14211"/>
                  </a:cubicBezTo>
                  <a:cubicBezTo>
                    <a:pt x="5672" y="14779"/>
                    <a:pt x="4322" y="13642"/>
                    <a:pt x="4322" y="1421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8" name="Shape 5558"/>
            <p:cNvSpPr/>
            <p:nvPr/>
          </p:nvSpPr>
          <p:spPr>
            <a:xfrm>
              <a:off x="8806036" y="5698939"/>
              <a:ext cx="540406" cy="468278"/>
            </a:xfrm>
            <a:custGeom>
              <a:avLst/>
              <a:gdLst/>
              <a:ahLst/>
              <a:cxnLst>
                <a:cxn ang="0">
                  <a:pos x="wd2" y="hd2"/>
                </a:cxn>
                <a:cxn ang="5400000">
                  <a:pos x="wd2" y="hd2"/>
                </a:cxn>
                <a:cxn ang="10800000">
                  <a:pos x="wd2" y="hd2"/>
                </a:cxn>
                <a:cxn ang="16200000">
                  <a:pos x="wd2" y="hd2"/>
                </a:cxn>
              </a:cxnLst>
              <a:rect l="0" t="0" r="r" b="b"/>
              <a:pathLst>
                <a:path w="20820" h="21600" fill="norm" stroke="1" extrusionOk="0">
                  <a:moveTo>
                    <a:pt x="19858" y="12960"/>
                  </a:moveTo>
                  <a:cubicBezTo>
                    <a:pt x="19138" y="11664"/>
                    <a:pt x="19858" y="11664"/>
                    <a:pt x="19498" y="10368"/>
                  </a:cubicBezTo>
                  <a:cubicBezTo>
                    <a:pt x="19498" y="9936"/>
                    <a:pt x="19858" y="9936"/>
                    <a:pt x="20218" y="9504"/>
                  </a:cubicBezTo>
                  <a:cubicBezTo>
                    <a:pt x="20578" y="9072"/>
                    <a:pt x="20218" y="8640"/>
                    <a:pt x="20218" y="8208"/>
                  </a:cubicBezTo>
                  <a:cubicBezTo>
                    <a:pt x="19858" y="7344"/>
                    <a:pt x="19858" y="6048"/>
                    <a:pt x="20578" y="5616"/>
                  </a:cubicBezTo>
                  <a:cubicBezTo>
                    <a:pt x="21298" y="5184"/>
                    <a:pt x="20218" y="3888"/>
                    <a:pt x="19858" y="3456"/>
                  </a:cubicBezTo>
                  <a:cubicBezTo>
                    <a:pt x="19498" y="2592"/>
                    <a:pt x="18778" y="2160"/>
                    <a:pt x="18058" y="2160"/>
                  </a:cubicBezTo>
                  <a:cubicBezTo>
                    <a:pt x="17698" y="1728"/>
                    <a:pt x="17338" y="1296"/>
                    <a:pt x="16978" y="1296"/>
                  </a:cubicBezTo>
                  <a:cubicBezTo>
                    <a:pt x="16618" y="864"/>
                    <a:pt x="16258" y="432"/>
                    <a:pt x="15898" y="0"/>
                  </a:cubicBezTo>
                  <a:cubicBezTo>
                    <a:pt x="15898" y="0"/>
                    <a:pt x="13738" y="432"/>
                    <a:pt x="13378" y="432"/>
                  </a:cubicBezTo>
                  <a:cubicBezTo>
                    <a:pt x="12658" y="432"/>
                    <a:pt x="12658" y="1296"/>
                    <a:pt x="11938" y="1728"/>
                  </a:cubicBezTo>
                  <a:cubicBezTo>
                    <a:pt x="11578" y="2592"/>
                    <a:pt x="11938" y="3888"/>
                    <a:pt x="12298" y="4320"/>
                  </a:cubicBezTo>
                  <a:cubicBezTo>
                    <a:pt x="12298" y="5616"/>
                    <a:pt x="11578" y="6048"/>
                    <a:pt x="11578" y="7344"/>
                  </a:cubicBezTo>
                  <a:cubicBezTo>
                    <a:pt x="11578" y="7776"/>
                    <a:pt x="12298" y="9072"/>
                    <a:pt x="13018" y="9072"/>
                  </a:cubicBezTo>
                  <a:cubicBezTo>
                    <a:pt x="13738" y="9072"/>
                    <a:pt x="14098" y="8640"/>
                    <a:pt x="14098" y="9936"/>
                  </a:cubicBezTo>
                  <a:cubicBezTo>
                    <a:pt x="14098" y="10800"/>
                    <a:pt x="14098" y="11232"/>
                    <a:pt x="13738" y="11232"/>
                  </a:cubicBezTo>
                  <a:cubicBezTo>
                    <a:pt x="13018" y="11664"/>
                    <a:pt x="12658" y="12096"/>
                    <a:pt x="12298" y="11232"/>
                  </a:cubicBezTo>
                  <a:cubicBezTo>
                    <a:pt x="11938" y="10368"/>
                    <a:pt x="11578" y="9504"/>
                    <a:pt x="10858" y="9504"/>
                  </a:cubicBezTo>
                  <a:cubicBezTo>
                    <a:pt x="10138" y="9072"/>
                    <a:pt x="9778" y="8208"/>
                    <a:pt x="9418" y="7344"/>
                  </a:cubicBezTo>
                  <a:cubicBezTo>
                    <a:pt x="8698" y="9072"/>
                    <a:pt x="7978" y="8208"/>
                    <a:pt x="6898" y="7776"/>
                  </a:cubicBezTo>
                  <a:cubicBezTo>
                    <a:pt x="6178" y="7776"/>
                    <a:pt x="6178" y="6912"/>
                    <a:pt x="5458" y="6912"/>
                  </a:cubicBezTo>
                  <a:cubicBezTo>
                    <a:pt x="5458" y="6912"/>
                    <a:pt x="5098" y="7344"/>
                    <a:pt x="4738" y="6912"/>
                  </a:cubicBezTo>
                  <a:cubicBezTo>
                    <a:pt x="4378" y="6912"/>
                    <a:pt x="4378" y="6048"/>
                    <a:pt x="3658" y="6048"/>
                  </a:cubicBezTo>
                  <a:cubicBezTo>
                    <a:pt x="3658" y="6912"/>
                    <a:pt x="3658" y="7776"/>
                    <a:pt x="3658" y="8640"/>
                  </a:cubicBezTo>
                  <a:cubicBezTo>
                    <a:pt x="3658" y="9504"/>
                    <a:pt x="4018" y="10368"/>
                    <a:pt x="3298" y="10368"/>
                  </a:cubicBezTo>
                  <a:cubicBezTo>
                    <a:pt x="2218" y="10368"/>
                    <a:pt x="1138" y="10368"/>
                    <a:pt x="418" y="10368"/>
                  </a:cubicBezTo>
                  <a:cubicBezTo>
                    <a:pt x="58" y="10368"/>
                    <a:pt x="58" y="12096"/>
                    <a:pt x="58" y="12528"/>
                  </a:cubicBezTo>
                  <a:cubicBezTo>
                    <a:pt x="58" y="14256"/>
                    <a:pt x="-302" y="17280"/>
                    <a:pt x="778" y="18576"/>
                  </a:cubicBezTo>
                  <a:cubicBezTo>
                    <a:pt x="1138" y="19008"/>
                    <a:pt x="2218" y="20736"/>
                    <a:pt x="2578" y="20736"/>
                  </a:cubicBezTo>
                  <a:cubicBezTo>
                    <a:pt x="3298" y="20304"/>
                    <a:pt x="6538" y="20304"/>
                    <a:pt x="5458" y="21600"/>
                  </a:cubicBezTo>
                  <a:cubicBezTo>
                    <a:pt x="6178" y="21600"/>
                    <a:pt x="5818" y="21600"/>
                    <a:pt x="6178" y="21600"/>
                  </a:cubicBezTo>
                  <a:cubicBezTo>
                    <a:pt x="6898" y="21168"/>
                    <a:pt x="7258" y="21600"/>
                    <a:pt x="7618" y="21600"/>
                  </a:cubicBezTo>
                  <a:cubicBezTo>
                    <a:pt x="8698" y="21600"/>
                    <a:pt x="9418" y="21600"/>
                    <a:pt x="9778" y="20304"/>
                  </a:cubicBezTo>
                  <a:cubicBezTo>
                    <a:pt x="10138" y="19872"/>
                    <a:pt x="10498" y="19440"/>
                    <a:pt x="10858" y="19008"/>
                  </a:cubicBezTo>
                  <a:cubicBezTo>
                    <a:pt x="11218" y="18576"/>
                    <a:pt x="11938" y="18576"/>
                    <a:pt x="12298" y="17712"/>
                  </a:cubicBezTo>
                  <a:cubicBezTo>
                    <a:pt x="12658" y="17280"/>
                    <a:pt x="12658" y="16848"/>
                    <a:pt x="13018" y="16416"/>
                  </a:cubicBezTo>
                  <a:cubicBezTo>
                    <a:pt x="13738" y="16416"/>
                    <a:pt x="14458" y="16416"/>
                    <a:pt x="15178" y="16416"/>
                  </a:cubicBezTo>
                  <a:cubicBezTo>
                    <a:pt x="14818" y="15984"/>
                    <a:pt x="14818" y="15120"/>
                    <a:pt x="14818" y="15120"/>
                  </a:cubicBezTo>
                  <a:cubicBezTo>
                    <a:pt x="15538" y="14688"/>
                    <a:pt x="15898" y="14688"/>
                    <a:pt x="16258" y="14256"/>
                  </a:cubicBezTo>
                  <a:cubicBezTo>
                    <a:pt x="17338" y="13824"/>
                    <a:pt x="18778" y="13392"/>
                    <a:pt x="19858" y="12960"/>
                  </a:cubicBezTo>
                  <a:cubicBezTo>
                    <a:pt x="19498" y="12528"/>
                    <a:pt x="19498" y="12960"/>
                    <a:pt x="19858" y="129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59" name="Shape 5559"/>
            <p:cNvSpPr/>
            <p:nvPr/>
          </p:nvSpPr>
          <p:spPr>
            <a:xfrm>
              <a:off x="8379166" y="6119431"/>
              <a:ext cx="574384" cy="586991"/>
            </a:xfrm>
            <a:custGeom>
              <a:avLst/>
              <a:gdLst/>
              <a:ahLst/>
              <a:cxnLst>
                <a:cxn ang="0">
                  <a:pos x="wd2" y="hd2"/>
                </a:cxn>
                <a:cxn ang="5400000">
                  <a:pos x="wd2" y="hd2"/>
                </a:cxn>
                <a:cxn ang="10800000">
                  <a:pos x="wd2" y="hd2"/>
                </a:cxn>
                <a:cxn ang="16200000">
                  <a:pos x="wd2" y="hd2"/>
                </a:cxn>
              </a:cxnLst>
              <a:rect l="0" t="0" r="r" b="b"/>
              <a:pathLst>
                <a:path w="20827" h="21514" fill="norm" stroke="1" extrusionOk="0">
                  <a:moveTo>
                    <a:pt x="10853" y="1714"/>
                  </a:moveTo>
                  <a:cubicBezTo>
                    <a:pt x="10516" y="1714"/>
                    <a:pt x="10178" y="686"/>
                    <a:pt x="10178" y="686"/>
                  </a:cubicBezTo>
                  <a:cubicBezTo>
                    <a:pt x="9841" y="686"/>
                    <a:pt x="9503" y="686"/>
                    <a:pt x="9166" y="686"/>
                  </a:cubicBezTo>
                  <a:cubicBezTo>
                    <a:pt x="8153" y="686"/>
                    <a:pt x="6803" y="686"/>
                    <a:pt x="5791" y="686"/>
                  </a:cubicBezTo>
                  <a:cubicBezTo>
                    <a:pt x="4778" y="686"/>
                    <a:pt x="4103" y="686"/>
                    <a:pt x="3091" y="686"/>
                  </a:cubicBezTo>
                  <a:cubicBezTo>
                    <a:pt x="2754" y="686"/>
                    <a:pt x="2754" y="0"/>
                    <a:pt x="2079" y="0"/>
                  </a:cubicBezTo>
                  <a:cubicBezTo>
                    <a:pt x="1741" y="0"/>
                    <a:pt x="1404" y="686"/>
                    <a:pt x="1066" y="686"/>
                  </a:cubicBezTo>
                  <a:cubicBezTo>
                    <a:pt x="729" y="686"/>
                    <a:pt x="391" y="686"/>
                    <a:pt x="54" y="686"/>
                  </a:cubicBezTo>
                  <a:cubicBezTo>
                    <a:pt x="-284" y="2400"/>
                    <a:pt x="1066" y="3086"/>
                    <a:pt x="1741" y="4800"/>
                  </a:cubicBezTo>
                  <a:cubicBezTo>
                    <a:pt x="2079" y="5486"/>
                    <a:pt x="2416" y="6514"/>
                    <a:pt x="2754" y="7200"/>
                  </a:cubicBezTo>
                  <a:cubicBezTo>
                    <a:pt x="3091" y="8229"/>
                    <a:pt x="3766" y="8914"/>
                    <a:pt x="4103" y="9943"/>
                  </a:cubicBezTo>
                  <a:cubicBezTo>
                    <a:pt x="4103" y="10286"/>
                    <a:pt x="4103" y="11314"/>
                    <a:pt x="4103" y="11657"/>
                  </a:cubicBezTo>
                  <a:cubicBezTo>
                    <a:pt x="4103" y="12686"/>
                    <a:pt x="4441" y="13371"/>
                    <a:pt x="4441" y="14400"/>
                  </a:cubicBezTo>
                  <a:cubicBezTo>
                    <a:pt x="4778" y="15429"/>
                    <a:pt x="4778" y="16457"/>
                    <a:pt x="5116" y="17486"/>
                  </a:cubicBezTo>
                  <a:cubicBezTo>
                    <a:pt x="5453" y="18857"/>
                    <a:pt x="6466" y="19886"/>
                    <a:pt x="7141" y="20914"/>
                  </a:cubicBezTo>
                  <a:cubicBezTo>
                    <a:pt x="8153" y="19886"/>
                    <a:pt x="8153" y="20571"/>
                    <a:pt x="9166" y="21257"/>
                  </a:cubicBezTo>
                  <a:cubicBezTo>
                    <a:pt x="9503" y="21600"/>
                    <a:pt x="10516" y="21600"/>
                    <a:pt x="10853" y="21257"/>
                  </a:cubicBezTo>
                  <a:cubicBezTo>
                    <a:pt x="11866" y="21257"/>
                    <a:pt x="12541" y="20914"/>
                    <a:pt x="12541" y="19886"/>
                  </a:cubicBezTo>
                  <a:cubicBezTo>
                    <a:pt x="12541" y="17829"/>
                    <a:pt x="12541" y="15771"/>
                    <a:pt x="12541" y="13714"/>
                  </a:cubicBezTo>
                  <a:cubicBezTo>
                    <a:pt x="12541" y="12343"/>
                    <a:pt x="12541" y="10971"/>
                    <a:pt x="12541" y="9600"/>
                  </a:cubicBezTo>
                  <a:cubicBezTo>
                    <a:pt x="12541" y="9257"/>
                    <a:pt x="12541" y="8914"/>
                    <a:pt x="12878" y="8914"/>
                  </a:cubicBezTo>
                  <a:cubicBezTo>
                    <a:pt x="12878" y="8914"/>
                    <a:pt x="14228" y="8914"/>
                    <a:pt x="14228" y="8914"/>
                  </a:cubicBezTo>
                  <a:cubicBezTo>
                    <a:pt x="14228" y="6857"/>
                    <a:pt x="14228" y="4457"/>
                    <a:pt x="14228" y="2400"/>
                  </a:cubicBezTo>
                  <a:cubicBezTo>
                    <a:pt x="15241" y="2743"/>
                    <a:pt x="15916" y="2057"/>
                    <a:pt x="16928" y="2057"/>
                  </a:cubicBezTo>
                  <a:cubicBezTo>
                    <a:pt x="16928" y="1714"/>
                    <a:pt x="17266" y="1714"/>
                    <a:pt x="17603" y="1714"/>
                  </a:cubicBezTo>
                  <a:cubicBezTo>
                    <a:pt x="17603" y="1714"/>
                    <a:pt x="18278" y="2743"/>
                    <a:pt x="18616" y="2743"/>
                  </a:cubicBezTo>
                  <a:cubicBezTo>
                    <a:pt x="18953" y="2400"/>
                    <a:pt x="18616" y="2057"/>
                    <a:pt x="19291" y="2057"/>
                  </a:cubicBezTo>
                  <a:cubicBezTo>
                    <a:pt x="19628" y="2057"/>
                    <a:pt x="19966" y="1714"/>
                    <a:pt x="20641" y="1714"/>
                  </a:cubicBezTo>
                  <a:cubicBezTo>
                    <a:pt x="21316" y="1371"/>
                    <a:pt x="19966" y="686"/>
                    <a:pt x="19628" y="686"/>
                  </a:cubicBezTo>
                  <a:cubicBezTo>
                    <a:pt x="17941" y="686"/>
                    <a:pt x="16591" y="1714"/>
                    <a:pt x="14903" y="1714"/>
                  </a:cubicBezTo>
                  <a:cubicBezTo>
                    <a:pt x="13553" y="1714"/>
                    <a:pt x="12203" y="1714"/>
                    <a:pt x="10853" y="171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0" name="Shape 5560"/>
            <p:cNvSpPr/>
            <p:nvPr/>
          </p:nvSpPr>
          <p:spPr>
            <a:xfrm>
              <a:off x="8392445" y="5067313"/>
              <a:ext cx="843014" cy="883289"/>
            </a:xfrm>
            <a:custGeom>
              <a:avLst/>
              <a:gdLst/>
              <a:ahLst/>
              <a:cxnLst>
                <a:cxn ang="0">
                  <a:pos x="wd2" y="hd2"/>
                </a:cxn>
                <a:cxn ang="5400000">
                  <a:pos x="wd2" y="hd2"/>
                </a:cxn>
                <a:cxn ang="10800000">
                  <a:pos x="wd2" y="hd2"/>
                </a:cxn>
                <a:cxn ang="16200000">
                  <a:pos x="wd2" y="hd2"/>
                </a:cxn>
              </a:cxnLst>
              <a:rect l="0" t="0" r="r" b="b"/>
              <a:pathLst>
                <a:path w="21409" h="21467" fill="norm" stroke="1" extrusionOk="0">
                  <a:moveTo>
                    <a:pt x="21231" y="3278"/>
                  </a:moveTo>
                  <a:cubicBezTo>
                    <a:pt x="20993" y="3050"/>
                    <a:pt x="20993" y="2595"/>
                    <a:pt x="20993" y="2141"/>
                  </a:cubicBezTo>
                  <a:cubicBezTo>
                    <a:pt x="20993" y="1913"/>
                    <a:pt x="20519" y="1686"/>
                    <a:pt x="20281" y="1459"/>
                  </a:cubicBezTo>
                  <a:cubicBezTo>
                    <a:pt x="20281" y="1231"/>
                    <a:pt x="19806" y="776"/>
                    <a:pt x="19569" y="776"/>
                  </a:cubicBezTo>
                  <a:cubicBezTo>
                    <a:pt x="19332" y="776"/>
                    <a:pt x="19332" y="1231"/>
                    <a:pt x="18857" y="1004"/>
                  </a:cubicBezTo>
                  <a:cubicBezTo>
                    <a:pt x="18382" y="776"/>
                    <a:pt x="18620" y="1004"/>
                    <a:pt x="18145" y="1231"/>
                  </a:cubicBezTo>
                  <a:cubicBezTo>
                    <a:pt x="18145" y="1231"/>
                    <a:pt x="17670" y="1004"/>
                    <a:pt x="17670" y="776"/>
                  </a:cubicBezTo>
                  <a:cubicBezTo>
                    <a:pt x="17433" y="549"/>
                    <a:pt x="17195" y="322"/>
                    <a:pt x="16958" y="94"/>
                  </a:cubicBezTo>
                  <a:cubicBezTo>
                    <a:pt x="16721" y="-133"/>
                    <a:pt x="16483" y="322"/>
                    <a:pt x="16246" y="322"/>
                  </a:cubicBezTo>
                  <a:cubicBezTo>
                    <a:pt x="16009" y="549"/>
                    <a:pt x="15534" y="322"/>
                    <a:pt x="15297" y="94"/>
                  </a:cubicBezTo>
                  <a:cubicBezTo>
                    <a:pt x="14822" y="-133"/>
                    <a:pt x="14822" y="94"/>
                    <a:pt x="14347" y="322"/>
                  </a:cubicBezTo>
                  <a:cubicBezTo>
                    <a:pt x="14110" y="549"/>
                    <a:pt x="13635" y="322"/>
                    <a:pt x="13398" y="322"/>
                  </a:cubicBezTo>
                  <a:cubicBezTo>
                    <a:pt x="13160" y="549"/>
                    <a:pt x="12448" y="549"/>
                    <a:pt x="12211" y="549"/>
                  </a:cubicBezTo>
                  <a:cubicBezTo>
                    <a:pt x="11499" y="94"/>
                    <a:pt x="11973" y="1231"/>
                    <a:pt x="11261" y="1231"/>
                  </a:cubicBezTo>
                  <a:cubicBezTo>
                    <a:pt x="10787" y="1459"/>
                    <a:pt x="9837" y="1231"/>
                    <a:pt x="9363" y="1004"/>
                  </a:cubicBezTo>
                  <a:cubicBezTo>
                    <a:pt x="8888" y="776"/>
                    <a:pt x="8650" y="322"/>
                    <a:pt x="8176" y="322"/>
                  </a:cubicBezTo>
                  <a:cubicBezTo>
                    <a:pt x="7938" y="94"/>
                    <a:pt x="7464" y="549"/>
                    <a:pt x="7226" y="776"/>
                  </a:cubicBezTo>
                  <a:cubicBezTo>
                    <a:pt x="6752" y="1231"/>
                    <a:pt x="7226" y="1913"/>
                    <a:pt x="6989" y="2595"/>
                  </a:cubicBezTo>
                  <a:cubicBezTo>
                    <a:pt x="6277" y="3732"/>
                    <a:pt x="6277" y="5096"/>
                    <a:pt x="5565" y="6006"/>
                  </a:cubicBezTo>
                  <a:cubicBezTo>
                    <a:pt x="5090" y="6688"/>
                    <a:pt x="4853" y="7143"/>
                    <a:pt x="4378" y="7825"/>
                  </a:cubicBezTo>
                  <a:cubicBezTo>
                    <a:pt x="4141" y="8280"/>
                    <a:pt x="4141" y="8734"/>
                    <a:pt x="4141" y="9189"/>
                  </a:cubicBezTo>
                  <a:cubicBezTo>
                    <a:pt x="4141" y="9871"/>
                    <a:pt x="4378" y="10326"/>
                    <a:pt x="3903" y="10781"/>
                  </a:cubicBezTo>
                  <a:cubicBezTo>
                    <a:pt x="3666" y="10781"/>
                    <a:pt x="2479" y="11463"/>
                    <a:pt x="2479" y="11463"/>
                  </a:cubicBezTo>
                  <a:cubicBezTo>
                    <a:pt x="2242" y="11463"/>
                    <a:pt x="2716" y="10781"/>
                    <a:pt x="2242" y="11008"/>
                  </a:cubicBezTo>
                  <a:cubicBezTo>
                    <a:pt x="1530" y="11463"/>
                    <a:pt x="1530" y="11918"/>
                    <a:pt x="1055" y="11235"/>
                  </a:cubicBezTo>
                  <a:cubicBezTo>
                    <a:pt x="817" y="11463"/>
                    <a:pt x="343" y="11918"/>
                    <a:pt x="343" y="12372"/>
                  </a:cubicBezTo>
                  <a:cubicBezTo>
                    <a:pt x="343" y="12372"/>
                    <a:pt x="343" y="12600"/>
                    <a:pt x="105" y="12600"/>
                  </a:cubicBezTo>
                  <a:cubicBezTo>
                    <a:pt x="-132" y="12827"/>
                    <a:pt x="105" y="13054"/>
                    <a:pt x="105" y="13282"/>
                  </a:cubicBezTo>
                  <a:cubicBezTo>
                    <a:pt x="1055" y="12600"/>
                    <a:pt x="1767" y="12827"/>
                    <a:pt x="2954" y="12827"/>
                  </a:cubicBezTo>
                  <a:cubicBezTo>
                    <a:pt x="3428" y="12827"/>
                    <a:pt x="3666" y="12827"/>
                    <a:pt x="4141" y="12827"/>
                  </a:cubicBezTo>
                  <a:cubicBezTo>
                    <a:pt x="4615" y="12827"/>
                    <a:pt x="4853" y="13509"/>
                    <a:pt x="5090" y="13964"/>
                  </a:cubicBezTo>
                  <a:cubicBezTo>
                    <a:pt x="5327" y="14419"/>
                    <a:pt x="5565" y="15101"/>
                    <a:pt x="6039" y="15328"/>
                  </a:cubicBezTo>
                  <a:cubicBezTo>
                    <a:pt x="6277" y="15555"/>
                    <a:pt x="7226" y="15328"/>
                    <a:pt x="7701" y="15101"/>
                  </a:cubicBezTo>
                  <a:cubicBezTo>
                    <a:pt x="7938" y="15101"/>
                    <a:pt x="7938" y="14419"/>
                    <a:pt x="8176" y="14191"/>
                  </a:cubicBezTo>
                  <a:cubicBezTo>
                    <a:pt x="8176" y="13736"/>
                    <a:pt x="8888" y="13964"/>
                    <a:pt x="9125" y="13964"/>
                  </a:cubicBezTo>
                  <a:cubicBezTo>
                    <a:pt x="9125" y="14419"/>
                    <a:pt x="9125" y="14419"/>
                    <a:pt x="9600" y="14419"/>
                  </a:cubicBezTo>
                  <a:cubicBezTo>
                    <a:pt x="9837" y="14419"/>
                    <a:pt x="10549" y="14191"/>
                    <a:pt x="10549" y="14646"/>
                  </a:cubicBezTo>
                  <a:cubicBezTo>
                    <a:pt x="10549" y="15101"/>
                    <a:pt x="10787" y="15328"/>
                    <a:pt x="10787" y="15783"/>
                  </a:cubicBezTo>
                  <a:cubicBezTo>
                    <a:pt x="10787" y="16010"/>
                    <a:pt x="10787" y="16238"/>
                    <a:pt x="10549" y="16692"/>
                  </a:cubicBezTo>
                  <a:cubicBezTo>
                    <a:pt x="10549" y="16920"/>
                    <a:pt x="10787" y="17374"/>
                    <a:pt x="11024" y="17602"/>
                  </a:cubicBezTo>
                  <a:cubicBezTo>
                    <a:pt x="11261" y="17829"/>
                    <a:pt x="11024" y="18284"/>
                    <a:pt x="11024" y="18511"/>
                  </a:cubicBezTo>
                  <a:cubicBezTo>
                    <a:pt x="11024" y="19193"/>
                    <a:pt x="12211" y="18511"/>
                    <a:pt x="12448" y="18511"/>
                  </a:cubicBezTo>
                  <a:cubicBezTo>
                    <a:pt x="12923" y="18511"/>
                    <a:pt x="13160" y="18511"/>
                    <a:pt x="13398" y="18739"/>
                  </a:cubicBezTo>
                  <a:cubicBezTo>
                    <a:pt x="13872" y="19193"/>
                    <a:pt x="13635" y="18966"/>
                    <a:pt x="14110" y="18966"/>
                  </a:cubicBezTo>
                  <a:cubicBezTo>
                    <a:pt x="14584" y="18966"/>
                    <a:pt x="14584" y="19193"/>
                    <a:pt x="14822" y="19421"/>
                  </a:cubicBezTo>
                  <a:cubicBezTo>
                    <a:pt x="15059" y="19421"/>
                    <a:pt x="15297" y="19648"/>
                    <a:pt x="15534" y="19648"/>
                  </a:cubicBezTo>
                  <a:cubicBezTo>
                    <a:pt x="16246" y="19875"/>
                    <a:pt x="16483" y="19875"/>
                    <a:pt x="16721" y="19193"/>
                  </a:cubicBezTo>
                  <a:cubicBezTo>
                    <a:pt x="16958" y="19875"/>
                    <a:pt x="17195" y="20103"/>
                    <a:pt x="17908" y="20330"/>
                  </a:cubicBezTo>
                  <a:cubicBezTo>
                    <a:pt x="18382" y="20558"/>
                    <a:pt x="18382" y="21240"/>
                    <a:pt x="18857" y="21467"/>
                  </a:cubicBezTo>
                  <a:cubicBezTo>
                    <a:pt x="18857" y="21467"/>
                    <a:pt x="19806" y="21240"/>
                    <a:pt x="19806" y="21240"/>
                  </a:cubicBezTo>
                  <a:cubicBezTo>
                    <a:pt x="19806" y="20785"/>
                    <a:pt x="20044" y="19875"/>
                    <a:pt x="19569" y="20103"/>
                  </a:cubicBezTo>
                  <a:cubicBezTo>
                    <a:pt x="18857" y="20330"/>
                    <a:pt x="18382" y="19875"/>
                    <a:pt x="18145" y="19193"/>
                  </a:cubicBezTo>
                  <a:cubicBezTo>
                    <a:pt x="18145" y="18739"/>
                    <a:pt x="18620" y="18056"/>
                    <a:pt x="18382" y="17374"/>
                  </a:cubicBezTo>
                  <a:cubicBezTo>
                    <a:pt x="18382" y="17147"/>
                    <a:pt x="18145" y="16692"/>
                    <a:pt x="18382" y="16465"/>
                  </a:cubicBezTo>
                  <a:cubicBezTo>
                    <a:pt x="18382" y="16465"/>
                    <a:pt x="18382" y="16238"/>
                    <a:pt x="18620" y="16238"/>
                  </a:cubicBezTo>
                  <a:cubicBezTo>
                    <a:pt x="18857" y="16238"/>
                    <a:pt x="18620" y="15783"/>
                    <a:pt x="18857" y="15783"/>
                  </a:cubicBezTo>
                  <a:cubicBezTo>
                    <a:pt x="19094" y="15328"/>
                    <a:pt x="20281" y="15328"/>
                    <a:pt x="20519" y="15328"/>
                  </a:cubicBezTo>
                  <a:cubicBezTo>
                    <a:pt x="20044" y="15101"/>
                    <a:pt x="20281" y="14419"/>
                    <a:pt x="19806" y="14191"/>
                  </a:cubicBezTo>
                  <a:cubicBezTo>
                    <a:pt x="19569" y="13964"/>
                    <a:pt x="19332" y="13736"/>
                    <a:pt x="19332" y="13509"/>
                  </a:cubicBezTo>
                  <a:cubicBezTo>
                    <a:pt x="19332" y="13054"/>
                    <a:pt x="19332" y="12600"/>
                    <a:pt x="19094" y="12372"/>
                  </a:cubicBezTo>
                  <a:cubicBezTo>
                    <a:pt x="19094" y="11918"/>
                    <a:pt x="18857" y="11690"/>
                    <a:pt x="18857" y="11235"/>
                  </a:cubicBezTo>
                  <a:cubicBezTo>
                    <a:pt x="18857" y="11008"/>
                    <a:pt x="18857" y="9871"/>
                    <a:pt x="19094" y="10099"/>
                  </a:cubicBezTo>
                  <a:cubicBezTo>
                    <a:pt x="18857" y="9189"/>
                    <a:pt x="18857" y="8734"/>
                    <a:pt x="19332" y="7825"/>
                  </a:cubicBezTo>
                  <a:cubicBezTo>
                    <a:pt x="19569" y="7143"/>
                    <a:pt x="19569" y="6915"/>
                    <a:pt x="19569" y="6233"/>
                  </a:cubicBezTo>
                  <a:cubicBezTo>
                    <a:pt x="19569" y="5551"/>
                    <a:pt x="20044" y="5096"/>
                    <a:pt x="20519" y="4642"/>
                  </a:cubicBezTo>
                  <a:cubicBezTo>
                    <a:pt x="20756" y="4414"/>
                    <a:pt x="20993" y="4187"/>
                    <a:pt x="21231" y="3960"/>
                  </a:cubicBezTo>
                  <a:cubicBezTo>
                    <a:pt x="21468" y="3732"/>
                    <a:pt x="21468" y="3732"/>
                    <a:pt x="21231" y="3278"/>
                  </a:cubicBezTo>
                  <a:cubicBezTo>
                    <a:pt x="20993" y="3278"/>
                    <a:pt x="21468" y="3505"/>
                    <a:pt x="21231" y="327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1" name="Shape 5561"/>
            <p:cNvSpPr/>
            <p:nvPr/>
          </p:nvSpPr>
          <p:spPr>
            <a:xfrm>
              <a:off x="8377695" y="5594463"/>
              <a:ext cx="525617" cy="574000"/>
            </a:xfrm>
            <a:custGeom>
              <a:avLst/>
              <a:gdLst/>
              <a:ahLst/>
              <a:cxnLst>
                <a:cxn ang="0">
                  <a:pos x="wd2" y="hd2"/>
                </a:cxn>
                <a:cxn ang="5400000">
                  <a:pos x="wd2" y="hd2"/>
                </a:cxn>
                <a:cxn ang="10800000">
                  <a:pos x="wd2" y="hd2"/>
                </a:cxn>
                <a:cxn ang="16200000">
                  <a:pos x="wd2" y="hd2"/>
                </a:cxn>
              </a:cxnLst>
              <a:rect l="0" t="0" r="r" b="b"/>
              <a:pathLst>
                <a:path w="21600" h="21038" fill="norm" stroke="1" extrusionOk="0">
                  <a:moveTo>
                    <a:pt x="19671" y="9000"/>
                  </a:moveTo>
                  <a:cubicBezTo>
                    <a:pt x="18900" y="9000"/>
                    <a:pt x="18514" y="9343"/>
                    <a:pt x="18514" y="8657"/>
                  </a:cubicBezTo>
                  <a:cubicBezTo>
                    <a:pt x="18514" y="7972"/>
                    <a:pt x="18514" y="7629"/>
                    <a:pt x="18129" y="6943"/>
                  </a:cubicBezTo>
                  <a:cubicBezTo>
                    <a:pt x="17357" y="5914"/>
                    <a:pt x="18514" y="4886"/>
                    <a:pt x="17743" y="3857"/>
                  </a:cubicBezTo>
                  <a:cubicBezTo>
                    <a:pt x="17743" y="3514"/>
                    <a:pt x="17743" y="2486"/>
                    <a:pt x="17743" y="2486"/>
                  </a:cubicBezTo>
                  <a:cubicBezTo>
                    <a:pt x="17743" y="2486"/>
                    <a:pt x="16586" y="2486"/>
                    <a:pt x="16586" y="2486"/>
                  </a:cubicBezTo>
                  <a:cubicBezTo>
                    <a:pt x="15429" y="2486"/>
                    <a:pt x="15429" y="2829"/>
                    <a:pt x="15429" y="1800"/>
                  </a:cubicBezTo>
                  <a:cubicBezTo>
                    <a:pt x="14271" y="1800"/>
                    <a:pt x="13886" y="1457"/>
                    <a:pt x="13500" y="2486"/>
                  </a:cubicBezTo>
                  <a:cubicBezTo>
                    <a:pt x="13500" y="2486"/>
                    <a:pt x="13500" y="3514"/>
                    <a:pt x="13114" y="3514"/>
                  </a:cubicBezTo>
                  <a:cubicBezTo>
                    <a:pt x="12729" y="3857"/>
                    <a:pt x="11957" y="3857"/>
                    <a:pt x="11186" y="3857"/>
                  </a:cubicBezTo>
                  <a:cubicBezTo>
                    <a:pt x="8486" y="4200"/>
                    <a:pt x="9257" y="86"/>
                    <a:pt x="6943" y="86"/>
                  </a:cubicBezTo>
                  <a:cubicBezTo>
                    <a:pt x="5014" y="86"/>
                    <a:pt x="2700" y="-257"/>
                    <a:pt x="1157" y="429"/>
                  </a:cubicBezTo>
                  <a:cubicBezTo>
                    <a:pt x="386" y="1114"/>
                    <a:pt x="2314" y="3172"/>
                    <a:pt x="2314" y="3857"/>
                  </a:cubicBezTo>
                  <a:cubicBezTo>
                    <a:pt x="2700" y="4200"/>
                    <a:pt x="2700" y="4886"/>
                    <a:pt x="2314" y="5229"/>
                  </a:cubicBezTo>
                  <a:cubicBezTo>
                    <a:pt x="1543" y="5572"/>
                    <a:pt x="2314" y="6257"/>
                    <a:pt x="2314" y="6600"/>
                  </a:cubicBezTo>
                  <a:cubicBezTo>
                    <a:pt x="3471" y="7972"/>
                    <a:pt x="4243" y="9686"/>
                    <a:pt x="3086" y="11057"/>
                  </a:cubicBezTo>
                  <a:cubicBezTo>
                    <a:pt x="2314" y="12086"/>
                    <a:pt x="1543" y="12772"/>
                    <a:pt x="1157" y="13800"/>
                  </a:cubicBezTo>
                  <a:cubicBezTo>
                    <a:pt x="771" y="14829"/>
                    <a:pt x="386" y="15857"/>
                    <a:pt x="0" y="16886"/>
                  </a:cubicBezTo>
                  <a:cubicBezTo>
                    <a:pt x="0" y="17572"/>
                    <a:pt x="0" y="18257"/>
                    <a:pt x="0" y="18600"/>
                  </a:cubicBezTo>
                  <a:cubicBezTo>
                    <a:pt x="0" y="18943"/>
                    <a:pt x="0" y="19629"/>
                    <a:pt x="0" y="19972"/>
                  </a:cubicBezTo>
                  <a:cubicBezTo>
                    <a:pt x="386" y="19972"/>
                    <a:pt x="771" y="19972"/>
                    <a:pt x="1157" y="19972"/>
                  </a:cubicBezTo>
                  <a:cubicBezTo>
                    <a:pt x="1929" y="19972"/>
                    <a:pt x="1929" y="18943"/>
                    <a:pt x="3086" y="19629"/>
                  </a:cubicBezTo>
                  <a:cubicBezTo>
                    <a:pt x="3086" y="19629"/>
                    <a:pt x="3471" y="19972"/>
                    <a:pt x="3471" y="19972"/>
                  </a:cubicBezTo>
                  <a:cubicBezTo>
                    <a:pt x="4629" y="19972"/>
                    <a:pt x="5400" y="19972"/>
                    <a:pt x="6171" y="19972"/>
                  </a:cubicBezTo>
                  <a:cubicBezTo>
                    <a:pt x="7329" y="19972"/>
                    <a:pt x="8486" y="19972"/>
                    <a:pt x="9643" y="19972"/>
                  </a:cubicBezTo>
                  <a:cubicBezTo>
                    <a:pt x="10029" y="19972"/>
                    <a:pt x="11186" y="19972"/>
                    <a:pt x="11571" y="19972"/>
                  </a:cubicBezTo>
                  <a:cubicBezTo>
                    <a:pt x="12343" y="21343"/>
                    <a:pt x="13886" y="21000"/>
                    <a:pt x="15043" y="21000"/>
                  </a:cubicBezTo>
                  <a:cubicBezTo>
                    <a:pt x="16971" y="21000"/>
                    <a:pt x="18514" y="20657"/>
                    <a:pt x="20443" y="20314"/>
                  </a:cubicBezTo>
                  <a:cubicBezTo>
                    <a:pt x="19286" y="19286"/>
                    <a:pt x="17743" y="18600"/>
                    <a:pt x="17743" y="17229"/>
                  </a:cubicBezTo>
                  <a:cubicBezTo>
                    <a:pt x="17743" y="15514"/>
                    <a:pt x="17743" y="13800"/>
                    <a:pt x="17743" y="12429"/>
                  </a:cubicBezTo>
                  <a:cubicBezTo>
                    <a:pt x="17743" y="12086"/>
                    <a:pt x="21600" y="12772"/>
                    <a:pt x="21600" y="11743"/>
                  </a:cubicBezTo>
                  <a:cubicBezTo>
                    <a:pt x="21600" y="11057"/>
                    <a:pt x="21600" y="10029"/>
                    <a:pt x="21600" y="9000"/>
                  </a:cubicBezTo>
                  <a:cubicBezTo>
                    <a:pt x="21600" y="7972"/>
                    <a:pt x="20443" y="9000"/>
                    <a:pt x="19671" y="90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2" name="Shape 5562"/>
            <p:cNvSpPr/>
            <p:nvPr/>
          </p:nvSpPr>
          <p:spPr>
            <a:xfrm>
              <a:off x="8720559" y="6166818"/>
              <a:ext cx="416351" cy="430449"/>
            </a:xfrm>
            <a:custGeom>
              <a:avLst/>
              <a:gdLst/>
              <a:ahLst/>
              <a:cxnLst>
                <a:cxn ang="0">
                  <a:pos x="wd2" y="hd2"/>
                </a:cxn>
                <a:cxn ang="5400000">
                  <a:pos x="wd2" y="hd2"/>
                </a:cxn>
                <a:cxn ang="10800000">
                  <a:pos x="wd2" y="hd2"/>
                </a:cxn>
                <a:cxn ang="16200000">
                  <a:pos x="wd2" y="hd2"/>
                </a:cxn>
              </a:cxnLst>
              <a:rect l="0" t="0" r="r" b="b"/>
              <a:pathLst>
                <a:path w="20912" h="20700" fill="norm" stroke="1" extrusionOk="0">
                  <a:moveTo>
                    <a:pt x="11478" y="0"/>
                  </a:moveTo>
                  <a:cubicBezTo>
                    <a:pt x="11009" y="450"/>
                    <a:pt x="10069" y="450"/>
                    <a:pt x="9600" y="450"/>
                  </a:cubicBezTo>
                  <a:cubicBezTo>
                    <a:pt x="8661" y="450"/>
                    <a:pt x="9130" y="1800"/>
                    <a:pt x="8191" y="900"/>
                  </a:cubicBezTo>
                  <a:cubicBezTo>
                    <a:pt x="6782" y="-900"/>
                    <a:pt x="4435" y="1350"/>
                    <a:pt x="2556" y="900"/>
                  </a:cubicBezTo>
                  <a:cubicBezTo>
                    <a:pt x="2556" y="3150"/>
                    <a:pt x="2556" y="5400"/>
                    <a:pt x="2556" y="7200"/>
                  </a:cubicBezTo>
                  <a:cubicBezTo>
                    <a:pt x="2556" y="7650"/>
                    <a:pt x="3026" y="9450"/>
                    <a:pt x="2556" y="9450"/>
                  </a:cubicBezTo>
                  <a:cubicBezTo>
                    <a:pt x="2087" y="9900"/>
                    <a:pt x="209" y="9000"/>
                    <a:pt x="209" y="9900"/>
                  </a:cubicBezTo>
                  <a:cubicBezTo>
                    <a:pt x="209" y="10800"/>
                    <a:pt x="209" y="12150"/>
                    <a:pt x="209" y="13050"/>
                  </a:cubicBezTo>
                  <a:cubicBezTo>
                    <a:pt x="209" y="13950"/>
                    <a:pt x="-261" y="15300"/>
                    <a:pt x="209" y="16200"/>
                  </a:cubicBezTo>
                  <a:cubicBezTo>
                    <a:pt x="2087" y="16650"/>
                    <a:pt x="2556" y="18900"/>
                    <a:pt x="1617" y="20250"/>
                  </a:cubicBezTo>
                  <a:cubicBezTo>
                    <a:pt x="1617" y="20700"/>
                    <a:pt x="3496" y="20700"/>
                    <a:pt x="3496" y="20700"/>
                  </a:cubicBezTo>
                  <a:cubicBezTo>
                    <a:pt x="4435" y="20700"/>
                    <a:pt x="4904" y="19800"/>
                    <a:pt x="5843" y="18900"/>
                  </a:cubicBezTo>
                  <a:cubicBezTo>
                    <a:pt x="6782" y="18000"/>
                    <a:pt x="6782" y="16650"/>
                    <a:pt x="8661" y="17550"/>
                  </a:cubicBezTo>
                  <a:cubicBezTo>
                    <a:pt x="10539" y="18450"/>
                    <a:pt x="12417" y="18900"/>
                    <a:pt x="13356" y="16650"/>
                  </a:cubicBezTo>
                  <a:cubicBezTo>
                    <a:pt x="13356" y="16200"/>
                    <a:pt x="13356" y="15750"/>
                    <a:pt x="14296" y="15750"/>
                  </a:cubicBezTo>
                  <a:cubicBezTo>
                    <a:pt x="15235" y="15750"/>
                    <a:pt x="15704" y="14850"/>
                    <a:pt x="15704" y="14400"/>
                  </a:cubicBezTo>
                  <a:cubicBezTo>
                    <a:pt x="16643" y="13050"/>
                    <a:pt x="18522" y="11700"/>
                    <a:pt x="19930" y="10800"/>
                  </a:cubicBezTo>
                  <a:cubicBezTo>
                    <a:pt x="20869" y="10350"/>
                    <a:pt x="21339" y="9900"/>
                    <a:pt x="20400" y="9000"/>
                  </a:cubicBezTo>
                  <a:cubicBezTo>
                    <a:pt x="19930" y="8550"/>
                    <a:pt x="18522" y="9000"/>
                    <a:pt x="18522" y="8550"/>
                  </a:cubicBezTo>
                  <a:cubicBezTo>
                    <a:pt x="18052" y="8100"/>
                    <a:pt x="17582" y="7650"/>
                    <a:pt x="17582" y="6750"/>
                  </a:cubicBezTo>
                  <a:cubicBezTo>
                    <a:pt x="17582" y="6750"/>
                    <a:pt x="18052" y="6300"/>
                    <a:pt x="18052" y="5850"/>
                  </a:cubicBezTo>
                  <a:cubicBezTo>
                    <a:pt x="17582" y="5850"/>
                    <a:pt x="17113" y="5850"/>
                    <a:pt x="16643" y="5400"/>
                  </a:cubicBezTo>
                  <a:cubicBezTo>
                    <a:pt x="16643" y="5400"/>
                    <a:pt x="17113" y="4950"/>
                    <a:pt x="16643" y="4950"/>
                  </a:cubicBezTo>
                  <a:cubicBezTo>
                    <a:pt x="16174" y="4950"/>
                    <a:pt x="16174" y="4500"/>
                    <a:pt x="15704" y="4500"/>
                  </a:cubicBezTo>
                  <a:cubicBezTo>
                    <a:pt x="14765" y="4050"/>
                    <a:pt x="14296" y="3600"/>
                    <a:pt x="13826" y="2250"/>
                  </a:cubicBezTo>
                  <a:cubicBezTo>
                    <a:pt x="13826" y="1800"/>
                    <a:pt x="12417" y="0"/>
                    <a:pt x="11478" y="0"/>
                  </a:cubicBezTo>
                  <a:cubicBezTo>
                    <a:pt x="11478" y="0"/>
                    <a:pt x="11948" y="0"/>
                    <a:pt x="11478"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3" name="Shape 5563"/>
            <p:cNvSpPr/>
            <p:nvPr/>
          </p:nvSpPr>
          <p:spPr>
            <a:xfrm>
              <a:off x="8961507" y="6055720"/>
              <a:ext cx="352741" cy="324927"/>
            </a:xfrm>
            <a:custGeom>
              <a:avLst/>
              <a:gdLst/>
              <a:ahLst/>
              <a:cxnLst>
                <a:cxn ang="0">
                  <a:pos x="wd2" y="hd2"/>
                </a:cxn>
                <a:cxn ang="5400000">
                  <a:pos x="wd2" y="hd2"/>
                </a:cxn>
                <a:cxn ang="10800000">
                  <a:pos x="wd2" y="hd2"/>
                </a:cxn>
                <a:cxn ang="16200000">
                  <a:pos x="wd2" y="hd2"/>
                </a:cxn>
              </a:cxnLst>
              <a:rect l="0" t="0" r="r" b="b"/>
              <a:pathLst>
                <a:path w="20798" h="21600" fill="norm" stroke="1" extrusionOk="0">
                  <a:moveTo>
                    <a:pt x="20798" y="13577"/>
                  </a:moveTo>
                  <a:cubicBezTo>
                    <a:pt x="20798" y="12960"/>
                    <a:pt x="20244" y="11726"/>
                    <a:pt x="20244" y="11109"/>
                  </a:cubicBezTo>
                  <a:cubicBezTo>
                    <a:pt x="20244" y="9874"/>
                    <a:pt x="20798" y="9257"/>
                    <a:pt x="20798" y="8640"/>
                  </a:cubicBezTo>
                  <a:cubicBezTo>
                    <a:pt x="20798" y="6789"/>
                    <a:pt x="20798" y="5554"/>
                    <a:pt x="20244" y="4320"/>
                  </a:cubicBezTo>
                  <a:cubicBezTo>
                    <a:pt x="20244" y="2469"/>
                    <a:pt x="15260" y="1234"/>
                    <a:pt x="14152" y="1234"/>
                  </a:cubicBezTo>
                  <a:cubicBezTo>
                    <a:pt x="14152" y="0"/>
                    <a:pt x="14152" y="0"/>
                    <a:pt x="12490" y="0"/>
                  </a:cubicBezTo>
                  <a:cubicBezTo>
                    <a:pt x="10829" y="0"/>
                    <a:pt x="10829" y="617"/>
                    <a:pt x="9721" y="1851"/>
                  </a:cubicBezTo>
                  <a:cubicBezTo>
                    <a:pt x="9167" y="3086"/>
                    <a:pt x="7506" y="3703"/>
                    <a:pt x="6398" y="4320"/>
                  </a:cubicBezTo>
                  <a:cubicBezTo>
                    <a:pt x="5844" y="5554"/>
                    <a:pt x="5290" y="7406"/>
                    <a:pt x="4183" y="7406"/>
                  </a:cubicBezTo>
                  <a:cubicBezTo>
                    <a:pt x="3075" y="7406"/>
                    <a:pt x="1967" y="6789"/>
                    <a:pt x="306" y="7406"/>
                  </a:cubicBezTo>
                  <a:cubicBezTo>
                    <a:pt x="-802" y="8023"/>
                    <a:pt x="1413" y="9257"/>
                    <a:pt x="1967" y="9874"/>
                  </a:cubicBezTo>
                  <a:cubicBezTo>
                    <a:pt x="2521" y="11109"/>
                    <a:pt x="2521" y="12343"/>
                    <a:pt x="3629" y="12960"/>
                  </a:cubicBezTo>
                  <a:cubicBezTo>
                    <a:pt x="4183" y="13577"/>
                    <a:pt x="4736" y="14194"/>
                    <a:pt x="5290" y="14194"/>
                  </a:cubicBezTo>
                  <a:cubicBezTo>
                    <a:pt x="5844" y="14194"/>
                    <a:pt x="5290" y="14811"/>
                    <a:pt x="5290" y="14811"/>
                  </a:cubicBezTo>
                  <a:cubicBezTo>
                    <a:pt x="5844" y="14811"/>
                    <a:pt x="6398" y="15429"/>
                    <a:pt x="6952" y="15429"/>
                  </a:cubicBezTo>
                  <a:cubicBezTo>
                    <a:pt x="6952" y="16046"/>
                    <a:pt x="6398" y="16663"/>
                    <a:pt x="6398" y="17280"/>
                  </a:cubicBezTo>
                  <a:cubicBezTo>
                    <a:pt x="6398" y="17897"/>
                    <a:pt x="6952" y="19131"/>
                    <a:pt x="7506" y="19131"/>
                  </a:cubicBezTo>
                  <a:cubicBezTo>
                    <a:pt x="9167" y="19131"/>
                    <a:pt x="9721" y="19131"/>
                    <a:pt x="10275" y="20983"/>
                  </a:cubicBezTo>
                  <a:cubicBezTo>
                    <a:pt x="10829" y="21600"/>
                    <a:pt x="11936" y="20983"/>
                    <a:pt x="13044" y="21600"/>
                  </a:cubicBezTo>
                  <a:cubicBezTo>
                    <a:pt x="13598" y="21600"/>
                    <a:pt x="13598" y="21600"/>
                    <a:pt x="14152" y="21600"/>
                  </a:cubicBezTo>
                  <a:cubicBezTo>
                    <a:pt x="16367" y="21600"/>
                    <a:pt x="16921" y="20983"/>
                    <a:pt x="18029" y="19131"/>
                  </a:cubicBezTo>
                  <a:cubicBezTo>
                    <a:pt x="18583" y="18514"/>
                    <a:pt x="19136" y="17280"/>
                    <a:pt x="19136" y="16663"/>
                  </a:cubicBezTo>
                  <a:cubicBezTo>
                    <a:pt x="19690" y="15429"/>
                    <a:pt x="20798" y="14811"/>
                    <a:pt x="20798" y="1357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4" name="Shape 5564"/>
            <p:cNvSpPr/>
            <p:nvPr/>
          </p:nvSpPr>
          <p:spPr>
            <a:xfrm>
              <a:off x="9215189" y="6548655"/>
              <a:ext cx="58787" cy="80041"/>
            </a:xfrm>
            <a:custGeom>
              <a:avLst/>
              <a:gdLst/>
              <a:ahLst/>
              <a:cxnLst>
                <a:cxn ang="0">
                  <a:pos x="wd2" y="hd2"/>
                </a:cxn>
                <a:cxn ang="5400000">
                  <a:pos x="wd2" y="hd2"/>
                </a:cxn>
                <a:cxn ang="10800000">
                  <a:pos x="wd2" y="hd2"/>
                </a:cxn>
                <a:cxn ang="16200000">
                  <a:pos x="wd2" y="hd2"/>
                </a:cxn>
              </a:cxnLst>
              <a:rect l="0" t="0" r="r" b="b"/>
              <a:pathLst>
                <a:path w="13745" h="16446" fill="norm" stroke="1" extrusionOk="0">
                  <a:moveTo>
                    <a:pt x="5657" y="170"/>
                  </a:moveTo>
                  <a:cubicBezTo>
                    <a:pt x="-5143" y="2133"/>
                    <a:pt x="1337" y="19806"/>
                    <a:pt x="9977" y="15879"/>
                  </a:cubicBezTo>
                  <a:cubicBezTo>
                    <a:pt x="16457" y="13915"/>
                    <a:pt x="14297" y="-1794"/>
                    <a:pt x="5657" y="170"/>
                  </a:cubicBezTo>
                  <a:cubicBezTo>
                    <a:pt x="1337" y="170"/>
                    <a:pt x="7817" y="170"/>
                    <a:pt x="5657" y="17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5" name="Shape 5565"/>
            <p:cNvSpPr/>
            <p:nvPr/>
          </p:nvSpPr>
          <p:spPr>
            <a:xfrm>
              <a:off x="8576348" y="6374307"/>
              <a:ext cx="728342" cy="635990"/>
            </a:xfrm>
            <a:custGeom>
              <a:avLst/>
              <a:gdLst/>
              <a:ahLst/>
              <a:cxnLst>
                <a:cxn ang="0">
                  <a:pos x="wd2" y="hd2"/>
                </a:cxn>
                <a:cxn ang="5400000">
                  <a:pos x="wd2" y="hd2"/>
                </a:cxn>
                <a:cxn ang="10800000">
                  <a:pos x="wd2" y="hd2"/>
                </a:cxn>
                <a:cxn ang="16200000">
                  <a:pos x="wd2" y="hd2"/>
                </a:cxn>
              </a:cxnLst>
              <a:rect l="0" t="0" r="r" b="b"/>
              <a:pathLst>
                <a:path w="21287" h="21243" fill="norm" stroke="1" extrusionOk="0">
                  <a:moveTo>
                    <a:pt x="19920" y="8345"/>
                  </a:moveTo>
                  <a:cubicBezTo>
                    <a:pt x="19100" y="8345"/>
                    <a:pt x="18279" y="7406"/>
                    <a:pt x="18553" y="6780"/>
                  </a:cubicBezTo>
                  <a:cubicBezTo>
                    <a:pt x="18553" y="6154"/>
                    <a:pt x="19100" y="5841"/>
                    <a:pt x="19373" y="5841"/>
                  </a:cubicBezTo>
                  <a:cubicBezTo>
                    <a:pt x="19646" y="5841"/>
                    <a:pt x="19920" y="6154"/>
                    <a:pt x="20193" y="6154"/>
                  </a:cubicBezTo>
                  <a:cubicBezTo>
                    <a:pt x="20193" y="5215"/>
                    <a:pt x="20467" y="4276"/>
                    <a:pt x="20193" y="3336"/>
                  </a:cubicBezTo>
                  <a:cubicBezTo>
                    <a:pt x="19920" y="3023"/>
                    <a:pt x="19646" y="2397"/>
                    <a:pt x="19646" y="2084"/>
                  </a:cubicBezTo>
                  <a:cubicBezTo>
                    <a:pt x="19373" y="1458"/>
                    <a:pt x="19373" y="832"/>
                    <a:pt x="19373" y="206"/>
                  </a:cubicBezTo>
                  <a:cubicBezTo>
                    <a:pt x="18826" y="519"/>
                    <a:pt x="18006" y="206"/>
                    <a:pt x="17733" y="206"/>
                  </a:cubicBezTo>
                  <a:cubicBezTo>
                    <a:pt x="16912" y="-107"/>
                    <a:pt x="16365" y="-107"/>
                    <a:pt x="16092" y="519"/>
                  </a:cubicBezTo>
                  <a:cubicBezTo>
                    <a:pt x="15545" y="832"/>
                    <a:pt x="14998" y="832"/>
                    <a:pt x="14725" y="1458"/>
                  </a:cubicBezTo>
                  <a:cubicBezTo>
                    <a:pt x="14452" y="1771"/>
                    <a:pt x="13905" y="2084"/>
                    <a:pt x="13631" y="2397"/>
                  </a:cubicBezTo>
                  <a:cubicBezTo>
                    <a:pt x="13358" y="2710"/>
                    <a:pt x="13358" y="3336"/>
                    <a:pt x="13084" y="3650"/>
                  </a:cubicBezTo>
                  <a:cubicBezTo>
                    <a:pt x="12811" y="4276"/>
                    <a:pt x="12264" y="3650"/>
                    <a:pt x="11991" y="4276"/>
                  </a:cubicBezTo>
                  <a:cubicBezTo>
                    <a:pt x="11717" y="4589"/>
                    <a:pt x="11991" y="4902"/>
                    <a:pt x="11717" y="5215"/>
                  </a:cubicBezTo>
                  <a:cubicBezTo>
                    <a:pt x="11171" y="6467"/>
                    <a:pt x="9803" y="5528"/>
                    <a:pt x="8983" y="5215"/>
                  </a:cubicBezTo>
                  <a:cubicBezTo>
                    <a:pt x="8163" y="4589"/>
                    <a:pt x="7890" y="5841"/>
                    <a:pt x="7343" y="6467"/>
                  </a:cubicBezTo>
                  <a:cubicBezTo>
                    <a:pt x="7069" y="6780"/>
                    <a:pt x="6796" y="7406"/>
                    <a:pt x="6249" y="7406"/>
                  </a:cubicBezTo>
                  <a:cubicBezTo>
                    <a:pt x="6249" y="7406"/>
                    <a:pt x="5155" y="7406"/>
                    <a:pt x="5155" y="7093"/>
                  </a:cubicBezTo>
                  <a:cubicBezTo>
                    <a:pt x="5702" y="6154"/>
                    <a:pt x="5429" y="4589"/>
                    <a:pt x="4335" y="4276"/>
                  </a:cubicBezTo>
                  <a:cubicBezTo>
                    <a:pt x="4335" y="5841"/>
                    <a:pt x="4335" y="7406"/>
                    <a:pt x="4335" y="8971"/>
                  </a:cubicBezTo>
                  <a:cubicBezTo>
                    <a:pt x="4335" y="8971"/>
                    <a:pt x="4609" y="9910"/>
                    <a:pt x="4335" y="10223"/>
                  </a:cubicBezTo>
                  <a:cubicBezTo>
                    <a:pt x="3515" y="10850"/>
                    <a:pt x="3241" y="11163"/>
                    <a:pt x="2148" y="10850"/>
                  </a:cubicBezTo>
                  <a:cubicBezTo>
                    <a:pt x="1874" y="10850"/>
                    <a:pt x="1601" y="10850"/>
                    <a:pt x="1328" y="10536"/>
                  </a:cubicBezTo>
                  <a:cubicBezTo>
                    <a:pt x="1054" y="9910"/>
                    <a:pt x="781" y="9597"/>
                    <a:pt x="234" y="10223"/>
                  </a:cubicBezTo>
                  <a:cubicBezTo>
                    <a:pt x="-313" y="10850"/>
                    <a:pt x="234" y="11789"/>
                    <a:pt x="507" y="12415"/>
                  </a:cubicBezTo>
                  <a:cubicBezTo>
                    <a:pt x="781" y="12728"/>
                    <a:pt x="1054" y="13354"/>
                    <a:pt x="1054" y="13980"/>
                  </a:cubicBezTo>
                  <a:cubicBezTo>
                    <a:pt x="1601" y="15232"/>
                    <a:pt x="2695" y="15858"/>
                    <a:pt x="2148" y="17423"/>
                  </a:cubicBezTo>
                  <a:cubicBezTo>
                    <a:pt x="1874" y="18050"/>
                    <a:pt x="1601" y="18050"/>
                    <a:pt x="1874" y="18676"/>
                  </a:cubicBezTo>
                  <a:cubicBezTo>
                    <a:pt x="2148" y="18989"/>
                    <a:pt x="2148" y="19302"/>
                    <a:pt x="2148" y="19302"/>
                  </a:cubicBezTo>
                  <a:cubicBezTo>
                    <a:pt x="2421" y="19615"/>
                    <a:pt x="2148" y="20241"/>
                    <a:pt x="2421" y="20554"/>
                  </a:cubicBezTo>
                  <a:cubicBezTo>
                    <a:pt x="2421" y="20554"/>
                    <a:pt x="2421" y="19928"/>
                    <a:pt x="2695" y="19928"/>
                  </a:cubicBezTo>
                  <a:cubicBezTo>
                    <a:pt x="2695" y="19928"/>
                    <a:pt x="3515" y="20867"/>
                    <a:pt x="3788" y="21180"/>
                  </a:cubicBezTo>
                  <a:cubicBezTo>
                    <a:pt x="4335" y="21493"/>
                    <a:pt x="4882" y="20554"/>
                    <a:pt x="5429" y="20554"/>
                  </a:cubicBezTo>
                  <a:cubicBezTo>
                    <a:pt x="5976" y="20241"/>
                    <a:pt x="6522" y="20867"/>
                    <a:pt x="6796" y="20241"/>
                  </a:cubicBezTo>
                  <a:cubicBezTo>
                    <a:pt x="7343" y="19928"/>
                    <a:pt x="7616" y="19928"/>
                    <a:pt x="8163" y="19928"/>
                  </a:cubicBezTo>
                  <a:cubicBezTo>
                    <a:pt x="8710" y="19928"/>
                    <a:pt x="9257" y="19928"/>
                    <a:pt x="10077" y="19928"/>
                  </a:cubicBezTo>
                  <a:cubicBezTo>
                    <a:pt x="10077" y="19928"/>
                    <a:pt x="10350" y="19928"/>
                    <a:pt x="10350" y="19928"/>
                  </a:cubicBezTo>
                  <a:cubicBezTo>
                    <a:pt x="10624" y="19928"/>
                    <a:pt x="10624" y="19615"/>
                    <a:pt x="10897" y="19615"/>
                  </a:cubicBezTo>
                  <a:cubicBezTo>
                    <a:pt x="10897" y="19615"/>
                    <a:pt x="10897" y="19302"/>
                    <a:pt x="11171" y="19302"/>
                  </a:cubicBezTo>
                  <a:cubicBezTo>
                    <a:pt x="11171" y="19615"/>
                    <a:pt x="11171" y="20241"/>
                    <a:pt x="11717" y="20241"/>
                  </a:cubicBezTo>
                  <a:cubicBezTo>
                    <a:pt x="11717" y="20241"/>
                    <a:pt x="11444" y="18989"/>
                    <a:pt x="12264" y="19302"/>
                  </a:cubicBezTo>
                  <a:cubicBezTo>
                    <a:pt x="13358" y="19615"/>
                    <a:pt x="14452" y="18363"/>
                    <a:pt x="15272" y="17423"/>
                  </a:cubicBezTo>
                  <a:cubicBezTo>
                    <a:pt x="16092" y="16797"/>
                    <a:pt x="16639" y="15858"/>
                    <a:pt x="17459" y="14919"/>
                  </a:cubicBezTo>
                  <a:cubicBezTo>
                    <a:pt x="18279" y="13980"/>
                    <a:pt x="18553" y="12728"/>
                    <a:pt x="19373" y="11476"/>
                  </a:cubicBezTo>
                  <a:cubicBezTo>
                    <a:pt x="19646" y="11163"/>
                    <a:pt x="20467" y="10850"/>
                    <a:pt x="20740" y="10223"/>
                  </a:cubicBezTo>
                  <a:cubicBezTo>
                    <a:pt x="21014" y="9597"/>
                    <a:pt x="21287" y="8345"/>
                    <a:pt x="21287" y="7719"/>
                  </a:cubicBezTo>
                  <a:cubicBezTo>
                    <a:pt x="21014" y="7719"/>
                    <a:pt x="20740" y="7719"/>
                    <a:pt x="20467" y="7719"/>
                  </a:cubicBezTo>
                  <a:cubicBezTo>
                    <a:pt x="20193" y="7719"/>
                    <a:pt x="20193" y="8345"/>
                    <a:pt x="19920" y="8345"/>
                  </a:cubicBezTo>
                  <a:close/>
                  <a:moveTo>
                    <a:pt x="16639" y="12102"/>
                  </a:moveTo>
                  <a:cubicBezTo>
                    <a:pt x="16365" y="12102"/>
                    <a:pt x="16365" y="12728"/>
                    <a:pt x="16365" y="12728"/>
                  </a:cubicBezTo>
                  <a:cubicBezTo>
                    <a:pt x="16092" y="13354"/>
                    <a:pt x="15545" y="13041"/>
                    <a:pt x="15272" y="13354"/>
                  </a:cubicBezTo>
                  <a:cubicBezTo>
                    <a:pt x="14998" y="13354"/>
                    <a:pt x="14998" y="13667"/>
                    <a:pt x="14725" y="13667"/>
                  </a:cubicBezTo>
                  <a:cubicBezTo>
                    <a:pt x="14178" y="13667"/>
                    <a:pt x="13905" y="13041"/>
                    <a:pt x="13905" y="12728"/>
                  </a:cubicBezTo>
                  <a:cubicBezTo>
                    <a:pt x="13631" y="12102"/>
                    <a:pt x="14452" y="11163"/>
                    <a:pt x="14998" y="10850"/>
                  </a:cubicBezTo>
                  <a:cubicBezTo>
                    <a:pt x="15272" y="10536"/>
                    <a:pt x="15819" y="10536"/>
                    <a:pt x="16092" y="10850"/>
                  </a:cubicBezTo>
                  <a:cubicBezTo>
                    <a:pt x="16365" y="11163"/>
                    <a:pt x="17186" y="11789"/>
                    <a:pt x="16639" y="12102"/>
                  </a:cubicBezTo>
                  <a:cubicBezTo>
                    <a:pt x="16365" y="12102"/>
                    <a:pt x="16912" y="11789"/>
                    <a:pt x="16639" y="12102"/>
                  </a:cubicBezTo>
                  <a:close/>
                </a:path>
              </a:pathLst>
            </a:custGeom>
            <a:solidFill>
              <a:srgbClr val="D8D8D8"/>
            </a:solidFill>
            <a:ln w="12700"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6" name="Shape 5566"/>
            <p:cNvSpPr/>
            <p:nvPr/>
          </p:nvSpPr>
          <p:spPr>
            <a:xfrm>
              <a:off x="9051945" y="6694138"/>
              <a:ext cx="99986" cy="88951"/>
            </a:xfrm>
            <a:custGeom>
              <a:avLst/>
              <a:gdLst/>
              <a:ahLst/>
              <a:cxnLst>
                <a:cxn ang="0">
                  <a:pos x="wd2" y="hd2"/>
                </a:cxn>
                <a:cxn ang="5400000">
                  <a:pos x="wd2" y="hd2"/>
                </a:cxn>
                <a:cxn ang="10800000">
                  <a:pos x="wd2" y="hd2"/>
                </a:cxn>
                <a:cxn ang="16200000">
                  <a:pos x="wd2" y="hd2"/>
                </a:cxn>
              </a:cxnLst>
              <a:rect l="0" t="0" r="r" b="b"/>
              <a:pathLst>
                <a:path w="17841" h="15465" fill="norm" stroke="1" extrusionOk="0">
                  <a:moveTo>
                    <a:pt x="16765" y="4203"/>
                  </a:moveTo>
                  <a:cubicBezTo>
                    <a:pt x="13442" y="880"/>
                    <a:pt x="6796" y="-2443"/>
                    <a:pt x="3473" y="2542"/>
                  </a:cubicBezTo>
                  <a:cubicBezTo>
                    <a:pt x="150" y="5865"/>
                    <a:pt x="-1512" y="9188"/>
                    <a:pt x="1811" y="12511"/>
                  </a:cubicBezTo>
                  <a:cubicBezTo>
                    <a:pt x="5134" y="19157"/>
                    <a:pt x="6796" y="12511"/>
                    <a:pt x="10119" y="12511"/>
                  </a:cubicBezTo>
                  <a:cubicBezTo>
                    <a:pt x="15103" y="12511"/>
                    <a:pt x="20088" y="5865"/>
                    <a:pt x="16765" y="4203"/>
                  </a:cubicBezTo>
                  <a:cubicBezTo>
                    <a:pt x="15103" y="2542"/>
                    <a:pt x="18426" y="4203"/>
                    <a:pt x="16765" y="420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7" name="Shape 5567"/>
            <p:cNvSpPr/>
            <p:nvPr/>
          </p:nvSpPr>
          <p:spPr>
            <a:xfrm>
              <a:off x="8387253" y="5527499"/>
              <a:ext cx="47783" cy="69501"/>
            </a:xfrm>
            <a:custGeom>
              <a:avLst/>
              <a:gdLst/>
              <a:ahLst/>
              <a:cxnLst>
                <a:cxn ang="0">
                  <a:pos x="wd2" y="hd2"/>
                </a:cxn>
                <a:cxn ang="5400000">
                  <a:pos x="wd2" y="hd2"/>
                </a:cxn>
                <a:cxn ang="10800000">
                  <a:pos x="wd2" y="hd2"/>
                </a:cxn>
                <a:cxn ang="16200000">
                  <a:pos x="wd2" y="hd2"/>
                </a:cxn>
              </a:cxnLst>
              <a:rect l="0" t="0" r="r" b="b"/>
              <a:pathLst>
                <a:path w="21600" h="19636" fill="norm" stroke="1" extrusionOk="0">
                  <a:moveTo>
                    <a:pt x="8640" y="11536"/>
                  </a:moveTo>
                  <a:cubicBezTo>
                    <a:pt x="8640" y="8836"/>
                    <a:pt x="17280" y="3436"/>
                    <a:pt x="21600" y="736"/>
                  </a:cubicBezTo>
                  <a:cubicBezTo>
                    <a:pt x="17280" y="-1964"/>
                    <a:pt x="8640" y="3436"/>
                    <a:pt x="4320" y="6136"/>
                  </a:cubicBezTo>
                  <a:cubicBezTo>
                    <a:pt x="0" y="8836"/>
                    <a:pt x="0" y="14236"/>
                    <a:pt x="0" y="19636"/>
                  </a:cubicBezTo>
                  <a:cubicBezTo>
                    <a:pt x="8640" y="16936"/>
                    <a:pt x="8640" y="14236"/>
                    <a:pt x="8640" y="1153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8" name="Shape 5568"/>
            <p:cNvSpPr/>
            <p:nvPr/>
          </p:nvSpPr>
          <p:spPr>
            <a:xfrm>
              <a:off x="8342653" y="5145012"/>
              <a:ext cx="324928" cy="413765"/>
            </a:xfrm>
            <a:custGeom>
              <a:avLst/>
              <a:gdLst/>
              <a:ahLst/>
              <a:cxnLst>
                <a:cxn ang="0">
                  <a:pos x="wd2" y="hd2"/>
                </a:cxn>
                <a:cxn ang="5400000">
                  <a:pos x="wd2" y="hd2"/>
                </a:cxn>
                <a:cxn ang="10800000">
                  <a:pos x="wd2" y="hd2"/>
                </a:cxn>
                <a:cxn ang="16200000">
                  <a:pos x="wd2" y="hd2"/>
                </a:cxn>
              </a:cxnLst>
              <a:rect l="0" t="0" r="r" b="b"/>
              <a:pathLst>
                <a:path w="21600" h="21254" fill="norm" stroke="1" extrusionOk="0">
                  <a:moveTo>
                    <a:pt x="6789" y="20774"/>
                  </a:moveTo>
                  <a:cubicBezTo>
                    <a:pt x="7406" y="20774"/>
                    <a:pt x="8640" y="19814"/>
                    <a:pt x="9257" y="19334"/>
                  </a:cubicBezTo>
                  <a:cubicBezTo>
                    <a:pt x="10491" y="18854"/>
                    <a:pt x="9257" y="20294"/>
                    <a:pt x="9874" y="20294"/>
                  </a:cubicBezTo>
                  <a:cubicBezTo>
                    <a:pt x="9874" y="20294"/>
                    <a:pt x="14194" y="18374"/>
                    <a:pt x="14194" y="17414"/>
                  </a:cubicBezTo>
                  <a:cubicBezTo>
                    <a:pt x="14194" y="15494"/>
                    <a:pt x="14194" y="13574"/>
                    <a:pt x="15429" y="12134"/>
                  </a:cubicBezTo>
                  <a:cubicBezTo>
                    <a:pt x="16663" y="10214"/>
                    <a:pt x="18514" y="8774"/>
                    <a:pt x="19131" y="7334"/>
                  </a:cubicBezTo>
                  <a:cubicBezTo>
                    <a:pt x="19749" y="5894"/>
                    <a:pt x="19749" y="4934"/>
                    <a:pt x="20366" y="3494"/>
                  </a:cubicBezTo>
                  <a:cubicBezTo>
                    <a:pt x="20366" y="2534"/>
                    <a:pt x="21600" y="1574"/>
                    <a:pt x="21600" y="614"/>
                  </a:cubicBezTo>
                  <a:cubicBezTo>
                    <a:pt x="20366" y="614"/>
                    <a:pt x="19131" y="-346"/>
                    <a:pt x="17897" y="134"/>
                  </a:cubicBezTo>
                  <a:cubicBezTo>
                    <a:pt x="17280" y="134"/>
                    <a:pt x="16046" y="134"/>
                    <a:pt x="16046" y="614"/>
                  </a:cubicBezTo>
                  <a:cubicBezTo>
                    <a:pt x="15429" y="1574"/>
                    <a:pt x="15429" y="2054"/>
                    <a:pt x="15429" y="2534"/>
                  </a:cubicBezTo>
                  <a:cubicBezTo>
                    <a:pt x="14811" y="3974"/>
                    <a:pt x="14194" y="4454"/>
                    <a:pt x="12343" y="4454"/>
                  </a:cubicBezTo>
                  <a:cubicBezTo>
                    <a:pt x="10491" y="3974"/>
                    <a:pt x="8023" y="3494"/>
                    <a:pt x="6171" y="3494"/>
                  </a:cubicBezTo>
                  <a:cubicBezTo>
                    <a:pt x="6171" y="4454"/>
                    <a:pt x="5554" y="6374"/>
                    <a:pt x="8023" y="5894"/>
                  </a:cubicBezTo>
                  <a:cubicBezTo>
                    <a:pt x="10491" y="4934"/>
                    <a:pt x="8640" y="7814"/>
                    <a:pt x="8640" y="8774"/>
                  </a:cubicBezTo>
                  <a:cubicBezTo>
                    <a:pt x="8640" y="9254"/>
                    <a:pt x="8640" y="9734"/>
                    <a:pt x="9257" y="10214"/>
                  </a:cubicBezTo>
                  <a:cubicBezTo>
                    <a:pt x="9874" y="10694"/>
                    <a:pt x="9874" y="11174"/>
                    <a:pt x="9874" y="11654"/>
                  </a:cubicBezTo>
                  <a:cubicBezTo>
                    <a:pt x="9874" y="12614"/>
                    <a:pt x="9874" y="14054"/>
                    <a:pt x="9257" y="15014"/>
                  </a:cubicBezTo>
                  <a:cubicBezTo>
                    <a:pt x="9257" y="15494"/>
                    <a:pt x="8023" y="14534"/>
                    <a:pt x="8023" y="14534"/>
                  </a:cubicBezTo>
                  <a:cubicBezTo>
                    <a:pt x="6789" y="14534"/>
                    <a:pt x="6789" y="15494"/>
                    <a:pt x="6171" y="15014"/>
                  </a:cubicBezTo>
                  <a:cubicBezTo>
                    <a:pt x="6171" y="14534"/>
                    <a:pt x="5554" y="14054"/>
                    <a:pt x="4937" y="13574"/>
                  </a:cubicBezTo>
                  <a:cubicBezTo>
                    <a:pt x="4320" y="13574"/>
                    <a:pt x="4320" y="14534"/>
                    <a:pt x="3703" y="15014"/>
                  </a:cubicBezTo>
                  <a:cubicBezTo>
                    <a:pt x="3703" y="15014"/>
                    <a:pt x="2469" y="15014"/>
                    <a:pt x="2469" y="15014"/>
                  </a:cubicBezTo>
                  <a:cubicBezTo>
                    <a:pt x="1234" y="15014"/>
                    <a:pt x="1851" y="15974"/>
                    <a:pt x="1851" y="16454"/>
                  </a:cubicBezTo>
                  <a:cubicBezTo>
                    <a:pt x="2469" y="17894"/>
                    <a:pt x="1851" y="17414"/>
                    <a:pt x="0" y="18374"/>
                  </a:cubicBezTo>
                  <a:cubicBezTo>
                    <a:pt x="1234" y="19334"/>
                    <a:pt x="2469" y="19814"/>
                    <a:pt x="3086" y="21254"/>
                  </a:cubicBezTo>
                  <a:cubicBezTo>
                    <a:pt x="3703" y="20774"/>
                    <a:pt x="4320" y="20294"/>
                    <a:pt x="4937" y="19814"/>
                  </a:cubicBezTo>
                  <a:cubicBezTo>
                    <a:pt x="6171" y="19334"/>
                    <a:pt x="6171" y="20294"/>
                    <a:pt x="6789" y="20774"/>
                  </a:cubicBezTo>
                  <a:cubicBezTo>
                    <a:pt x="7406" y="20774"/>
                    <a:pt x="6171" y="20294"/>
                    <a:pt x="6789" y="2077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69" name="Shape 5569"/>
            <p:cNvSpPr/>
            <p:nvPr/>
          </p:nvSpPr>
          <p:spPr>
            <a:xfrm>
              <a:off x="8496503" y="4800615"/>
              <a:ext cx="559011" cy="420492"/>
            </a:xfrm>
            <a:custGeom>
              <a:avLst/>
              <a:gdLst/>
              <a:ahLst/>
              <a:cxnLst>
                <a:cxn ang="0">
                  <a:pos x="wd2" y="hd2"/>
                </a:cxn>
                <a:cxn ang="5400000">
                  <a:pos x="wd2" y="hd2"/>
                </a:cxn>
                <a:cxn ang="10800000">
                  <a:pos x="wd2" y="hd2"/>
                </a:cxn>
                <a:cxn ang="16200000">
                  <a:pos x="wd2" y="hd2"/>
                </a:cxn>
              </a:cxnLst>
              <a:rect l="0" t="0" r="r" b="b"/>
              <a:pathLst>
                <a:path w="20270" h="21600" fill="norm" stroke="1" extrusionOk="0">
                  <a:moveTo>
                    <a:pt x="3554" y="17760"/>
                  </a:moveTo>
                  <a:cubicBezTo>
                    <a:pt x="3891" y="17760"/>
                    <a:pt x="4904" y="17280"/>
                    <a:pt x="5241" y="17760"/>
                  </a:cubicBezTo>
                  <a:cubicBezTo>
                    <a:pt x="5241" y="18240"/>
                    <a:pt x="6254" y="18240"/>
                    <a:pt x="6254" y="18240"/>
                  </a:cubicBezTo>
                  <a:cubicBezTo>
                    <a:pt x="6591" y="17280"/>
                    <a:pt x="6254" y="16320"/>
                    <a:pt x="6591" y="15840"/>
                  </a:cubicBezTo>
                  <a:cubicBezTo>
                    <a:pt x="6591" y="15360"/>
                    <a:pt x="7266" y="13920"/>
                    <a:pt x="7941" y="14400"/>
                  </a:cubicBezTo>
                  <a:cubicBezTo>
                    <a:pt x="8616" y="14400"/>
                    <a:pt x="8954" y="15360"/>
                    <a:pt x="9629" y="15840"/>
                  </a:cubicBezTo>
                  <a:cubicBezTo>
                    <a:pt x="10304" y="16320"/>
                    <a:pt x="10979" y="16320"/>
                    <a:pt x="11654" y="16320"/>
                  </a:cubicBezTo>
                  <a:cubicBezTo>
                    <a:pt x="11991" y="16320"/>
                    <a:pt x="12666" y="16800"/>
                    <a:pt x="12666" y="16320"/>
                  </a:cubicBezTo>
                  <a:cubicBezTo>
                    <a:pt x="13004" y="15840"/>
                    <a:pt x="13004" y="13920"/>
                    <a:pt x="13341" y="14400"/>
                  </a:cubicBezTo>
                  <a:cubicBezTo>
                    <a:pt x="14016" y="14880"/>
                    <a:pt x="14016" y="14880"/>
                    <a:pt x="14691" y="14880"/>
                  </a:cubicBezTo>
                  <a:cubicBezTo>
                    <a:pt x="15367" y="14400"/>
                    <a:pt x="15704" y="14880"/>
                    <a:pt x="16379" y="14880"/>
                  </a:cubicBezTo>
                  <a:cubicBezTo>
                    <a:pt x="17054" y="14880"/>
                    <a:pt x="17391" y="13440"/>
                    <a:pt x="18067" y="13920"/>
                  </a:cubicBezTo>
                  <a:cubicBezTo>
                    <a:pt x="18404" y="13920"/>
                    <a:pt x="19079" y="14880"/>
                    <a:pt x="19754" y="14400"/>
                  </a:cubicBezTo>
                  <a:cubicBezTo>
                    <a:pt x="21104" y="13440"/>
                    <a:pt x="19416" y="12480"/>
                    <a:pt x="19079" y="11520"/>
                  </a:cubicBezTo>
                  <a:cubicBezTo>
                    <a:pt x="18741" y="10560"/>
                    <a:pt x="18741" y="10080"/>
                    <a:pt x="18067" y="9600"/>
                  </a:cubicBezTo>
                  <a:cubicBezTo>
                    <a:pt x="17391" y="9120"/>
                    <a:pt x="17054" y="8640"/>
                    <a:pt x="16716" y="7680"/>
                  </a:cubicBezTo>
                  <a:cubicBezTo>
                    <a:pt x="16716" y="6720"/>
                    <a:pt x="16041" y="6720"/>
                    <a:pt x="15367" y="6240"/>
                  </a:cubicBezTo>
                  <a:cubicBezTo>
                    <a:pt x="15367" y="6240"/>
                    <a:pt x="15367" y="5760"/>
                    <a:pt x="15029" y="5760"/>
                  </a:cubicBezTo>
                  <a:cubicBezTo>
                    <a:pt x="15029" y="5760"/>
                    <a:pt x="14354" y="5760"/>
                    <a:pt x="14354" y="5760"/>
                  </a:cubicBezTo>
                  <a:cubicBezTo>
                    <a:pt x="14016" y="5280"/>
                    <a:pt x="14354" y="3360"/>
                    <a:pt x="14354" y="2880"/>
                  </a:cubicBezTo>
                  <a:cubicBezTo>
                    <a:pt x="14354" y="1920"/>
                    <a:pt x="13679" y="1440"/>
                    <a:pt x="13341" y="480"/>
                  </a:cubicBezTo>
                  <a:cubicBezTo>
                    <a:pt x="13341" y="480"/>
                    <a:pt x="13341" y="0"/>
                    <a:pt x="13341" y="0"/>
                  </a:cubicBezTo>
                  <a:cubicBezTo>
                    <a:pt x="13004" y="0"/>
                    <a:pt x="12666" y="0"/>
                    <a:pt x="12329" y="0"/>
                  </a:cubicBezTo>
                  <a:cubicBezTo>
                    <a:pt x="11654" y="480"/>
                    <a:pt x="11654" y="480"/>
                    <a:pt x="11316" y="1440"/>
                  </a:cubicBezTo>
                  <a:cubicBezTo>
                    <a:pt x="11316" y="2880"/>
                    <a:pt x="8954" y="4800"/>
                    <a:pt x="8279" y="4800"/>
                  </a:cubicBezTo>
                  <a:cubicBezTo>
                    <a:pt x="7941" y="4800"/>
                    <a:pt x="6591" y="4800"/>
                    <a:pt x="6929" y="5280"/>
                  </a:cubicBezTo>
                  <a:cubicBezTo>
                    <a:pt x="7266" y="6240"/>
                    <a:pt x="6254" y="7200"/>
                    <a:pt x="5916" y="7200"/>
                  </a:cubicBezTo>
                  <a:cubicBezTo>
                    <a:pt x="5241" y="7680"/>
                    <a:pt x="4566" y="8160"/>
                    <a:pt x="3891" y="8160"/>
                  </a:cubicBezTo>
                  <a:cubicBezTo>
                    <a:pt x="3216" y="8640"/>
                    <a:pt x="3216" y="7680"/>
                    <a:pt x="2541" y="8160"/>
                  </a:cubicBezTo>
                  <a:cubicBezTo>
                    <a:pt x="1866" y="8640"/>
                    <a:pt x="1529" y="8160"/>
                    <a:pt x="1529" y="8640"/>
                  </a:cubicBezTo>
                  <a:cubicBezTo>
                    <a:pt x="1191" y="9600"/>
                    <a:pt x="854" y="10560"/>
                    <a:pt x="516" y="11040"/>
                  </a:cubicBezTo>
                  <a:cubicBezTo>
                    <a:pt x="-496" y="12960"/>
                    <a:pt x="179" y="14400"/>
                    <a:pt x="854" y="16320"/>
                  </a:cubicBezTo>
                  <a:cubicBezTo>
                    <a:pt x="1191" y="17280"/>
                    <a:pt x="1191" y="17760"/>
                    <a:pt x="1529" y="18720"/>
                  </a:cubicBezTo>
                  <a:cubicBezTo>
                    <a:pt x="2204" y="19680"/>
                    <a:pt x="2541" y="20160"/>
                    <a:pt x="2541" y="21600"/>
                  </a:cubicBezTo>
                  <a:cubicBezTo>
                    <a:pt x="2541" y="21120"/>
                    <a:pt x="2879" y="17760"/>
                    <a:pt x="3554" y="177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0" name="Shape 5570"/>
            <p:cNvSpPr/>
            <p:nvPr/>
          </p:nvSpPr>
          <p:spPr>
            <a:xfrm>
              <a:off x="7834493" y="4201733"/>
              <a:ext cx="1078377" cy="767718"/>
            </a:xfrm>
            <a:custGeom>
              <a:avLst/>
              <a:gdLst/>
              <a:ahLst/>
              <a:cxnLst>
                <a:cxn ang="0">
                  <a:pos x="wd2" y="hd2"/>
                </a:cxn>
                <a:cxn ang="5400000">
                  <a:pos x="wd2" y="hd2"/>
                </a:cxn>
                <a:cxn ang="10800000">
                  <a:pos x="wd2" y="hd2"/>
                </a:cxn>
                <a:cxn ang="16200000">
                  <a:pos x="wd2" y="hd2"/>
                </a:cxn>
              </a:cxnLst>
              <a:rect l="0" t="0" r="r" b="b"/>
              <a:pathLst>
                <a:path w="21318" h="21600" fill="norm" stroke="1" extrusionOk="0">
                  <a:moveTo>
                    <a:pt x="14487" y="21337"/>
                  </a:moveTo>
                  <a:cubicBezTo>
                    <a:pt x="14672" y="21073"/>
                    <a:pt x="14856" y="21600"/>
                    <a:pt x="15041" y="21600"/>
                  </a:cubicBezTo>
                  <a:cubicBezTo>
                    <a:pt x="15410" y="21337"/>
                    <a:pt x="15780" y="21073"/>
                    <a:pt x="16149" y="20810"/>
                  </a:cubicBezTo>
                  <a:cubicBezTo>
                    <a:pt x="16333" y="20810"/>
                    <a:pt x="16887" y="20546"/>
                    <a:pt x="16887" y="20020"/>
                  </a:cubicBezTo>
                  <a:cubicBezTo>
                    <a:pt x="16887" y="19493"/>
                    <a:pt x="17072" y="19756"/>
                    <a:pt x="17441" y="19493"/>
                  </a:cubicBezTo>
                  <a:cubicBezTo>
                    <a:pt x="17995" y="19493"/>
                    <a:pt x="18733" y="18702"/>
                    <a:pt x="19103" y="17912"/>
                  </a:cubicBezTo>
                  <a:cubicBezTo>
                    <a:pt x="19287" y="17649"/>
                    <a:pt x="19287" y="17385"/>
                    <a:pt x="19472" y="17122"/>
                  </a:cubicBezTo>
                  <a:cubicBezTo>
                    <a:pt x="19656" y="16859"/>
                    <a:pt x="20026" y="16859"/>
                    <a:pt x="20395" y="16859"/>
                  </a:cubicBezTo>
                  <a:cubicBezTo>
                    <a:pt x="20395" y="16332"/>
                    <a:pt x="20026" y="16068"/>
                    <a:pt x="19841" y="15541"/>
                  </a:cubicBezTo>
                  <a:cubicBezTo>
                    <a:pt x="19841" y="15278"/>
                    <a:pt x="20026" y="14488"/>
                    <a:pt x="19472" y="14488"/>
                  </a:cubicBezTo>
                  <a:cubicBezTo>
                    <a:pt x="19287" y="14488"/>
                    <a:pt x="19841" y="13961"/>
                    <a:pt x="19656" y="13698"/>
                  </a:cubicBezTo>
                  <a:cubicBezTo>
                    <a:pt x="19656" y="12907"/>
                    <a:pt x="19841" y="12644"/>
                    <a:pt x="20026" y="12117"/>
                  </a:cubicBezTo>
                  <a:cubicBezTo>
                    <a:pt x="20026" y="11590"/>
                    <a:pt x="20395" y="11590"/>
                    <a:pt x="20395" y="11063"/>
                  </a:cubicBezTo>
                  <a:cubicBezTo>
                    <a:pt x="20395" y="10800"/>
                    <a:pt x="20580" y="10537"/>
                    <a:pt x="20764" y="10537"/>
                  </a:cubicBezTo>
                  <a:cubicBezTo>
                    <a:pt x="21318" y="10537"/>
                    <a:pt x="21318" y="10537"/>
                    <a:pt x="21318" y="10010"/>
                  </a:cubicBezTo>
                  <a:cubicBezTo>
                    <a:pt x="21318" y="8429"/>
                    <a:pt x="21318" y="7112"/>
                    <a:pt x="21318" y="5532"/>
                  </a:cubicBezTo>
                  <a:cubicBezTo>
                    <a:pt x="21318" y="5005"/>
                    <a:pt x="20580" y="4741"/>
                    <a:pt x="20210" y="4478"/>
                  </a:cubicBezTo>
                  <a:cubicBezTo>
                    <a:pt x="18364" y="3161"/>
                    <a:pt x="16518" y="1580"/>
                    <a:pt x="14672" y="263"/>
                  </a:cubicBezTo>
                  <a:cubicBezTo>
                    <a:pt x="14487" y="263"/>
                    <a:pt x="14487" y="0"/>
                    <a:pt x="14303" y="0"/>
                  </a:cubicBezTo>
                  <a:cubicBezTo>
                    <a:pt x="14118" y="263"/>
                    <a:pt x="13749" y="527"/>
                    <a:pt x="13564" y="527"/>
                  </a:cubicBezTo>
                  <a:cubicBezTo>
                    <a:pt x="13380" y="790"/>
                    <a:pt x="13010" y="1317"/>
                    <a:pt x="12826" y="1317"/>
                  </a:cubicBezTo>
                  <a:cubicBezTo>
                    <a:pt x="12641" y="1317"/>
                    <a:pt x="12456" y="790"/>
                    <a:pt x="12087" y="527"/>
                  </a:cubicBezTo>
                  <a:cubicBezTo>
                    <a:pt x="11903" y="263"/>
                    <a:pt x="11718" y="263"/>
                    <a:pt x="11533" y="263"/>
                  </a:cubicBezTo>
                  <a:cubicBezTo>
                    <a:pt x="11164" y="0"/>
                    <a:pt x="10980" y="0"/>
                    <a:pt x="10610" y="263"/>
                  </a:cubicBezTo>
                  <a:cubicBezTo>
                    <a:pt x="9318" y="1317"/>
                    <a:pt x="8026" y="2634"/>
                    <a:pt x="6733" y="3688"/>
                  </a:cubicBezTo>
                  <a:cubicBezTo>
                    <a:pt x="6180" y="4215"/>
                    <a:pt x="5626" y="4741"/>
                    <a:pt x="5072" y="5532"/>
                  </a:cubicBezTo>
                  <a:cubicBezTo>
                    <a:pt x="4887" y="5795"/>
                    <a:pt x="4703" y="5795"/>
                    <a:pt x="4518" y="5795"/>
                  </a:cubicBezTo>
                  <a:cubicBezTo>
                    <a:pt x="3964" y="5795"/>
                    <a:pt x="3780" y="5795"/>
                    <a:pt x="3780" y="6585"/>
                  </a:cubicBezTo>
                  <a:cubicBezTo>
                    <a:pt x="3780" y="7376"/>
                    <a:pt x="3780" y="8166"/>
                    <a:pt x="3780" y="8956"/>
                  </a:cubicBezTo>
                  <a:cubicBezTo>
                    <a:pt x="3780" y="9746"/>
                    <a:pt x="3595" y="10537"/>
                    <a:pt x="3226" y="11063"/>
                  </a:cubicBezTo>
                  <a:cubicBezTo>
                    <a:pt x="3041" y="11327"/>
                    <a:pt x="2487" y="11327"/>
                    <a:pt x="2303" y="11327"/>
                  </a:cubicBezTo>
                  <a:cubicBezTo>
                    <a:pt x="1933" y="11327"/>
                    <a:pt x="1564" y="11327"/>
                    <a:pt x="1195" y="11327"/>
                  </a:cubicBezTo>
                  <a:cubicBezTo>
                    <a:pt x="826" y="11327"/>
                    <a:pt x="456" y="11590"/>
                    <a:pt x="87" y="11590"/>
                  </a:cubicBezTo>
                  <a:cubicBezTo>
                    <a:pt x="-282" y="11590"/>
                    <a:pt x="641" y="13434"/>
                    <a:pt x="641" y="13434"/>
                  </a:cubicBezTo>
                  <a:cubicBezTo>
                    <a:pt x="826" y="14224"/>
                    <a:pt x="1010" y="14751"/>
                    <a:pt x="1564" y="15015"/>
                  </a:cubicBezTo>
                  <a:cubicBezTo>
                    <a:pt x="1564" y="15015"/>
                    <a:pt x="1749" y="14751"/>
                    <a:pt x="1749" y="14751"/>
                  </a:cubicBezTo>
                  <a:cubicBezTo>
                    <a:pt x="1933" y="15015"/>
                    <a:pt x="1933" y="15805"/>
                    <a:pt x="2303" y="15278"/>
                  </a:cubicBezTo>
                  <a:cubicBezTo>
                    <a:pt x="2672" y="14751"/>
                    <a:pt x="3041" y="16068"/>
                    <a:pt x="3226" y="16332"/>
                  </a:cubicBezTo>
                  <a:cubicBezTo>
                    <a:pt x="3226" y="16068"/>
                    <a:pt x="3410" y="15541"/>
                    <a:pt x="3410" y="15278"/>
                  </a:cubicBezTo>
                  <a:cubicBezTo>
                    <a:pt x="3410" y="15015"/>
                    <a:pt x="3595" y="14751"/>
                    <a:pt x="3595" y="14488"/>
                  </a:cubicBezTo>
                  <a:cubicBezTo>
                    <a:pt x="3780" y="13698"/>
                    <a:pt x="3780" y="13698"/>
                    <a:pt x="4333" y="13434"/>
                  </a:cubicBezTo>
                  <a:cubicBezTo>
                    <a:pt x="4518" y="13171"/>
                    <a:pt x="4703" y="13171"/>
                    <a:pt x="4887" y="13171"/>
                  </a:cubicBezTo>
                  <a:cubicBezTo>
                    <a:pt x="5072" y="12907"/>
                    <a:pt x="5256" y="13434"/>
                    <a:pt x="5441" y="13434"/>
                  </a:cubicBezTo>
                  <a:cubicBezTo>
                    <a:pt x="5810" y="13434"/>
                    <a:pt x="5995" y="13698"/>
                    <a:pt x="6180" y="13961"/>
                  </a:cubicBezTo>
                  <a:cubicBezTo>
                    <a:pt x="6364" y="14224"/>
                    <a:pt x="6549" y="14224"/>
                    <a:pt x="6918" y="14224"/>
                  </a:cubicBezTo>
                  <a:cubicBezTo>
                    <a:pt x="7472" y="13698"/>
                    <a:pt x="7656" y="14488"/>
                    <a:pt x="8210" y="14488"/>
                  </a:cubicBezTo>
                  <a:cubicBezTo>
                    <a:pt x="8764" y="14488"/>
                    <a:pt x="9318" y="13961"/>
                    <a:pt x="9872" y="13961"/>
                  </a:cubicBezTo>
                  <a:cubicBezTo>
                    <a:pt x="10241" y="13961"/>
                    <a:pt x="10980" y="14224"/>
                    <a:pt x="11533" y="13961"/>
                  </a:cubicBezTo>
                  <a:cubicBezTo>
                    <a:pt x="11718" y="13961"/>
                    <a:pt x="11903" y="13698"/>
                    <a:pt x="12087" y="13434"/>
                  </a:cubicBezTo>
                  <a:cubicBezTo>
                    <a:pt x="12456" y="13171"/>
                    <a:pt x="12272" y="12907"/>
                    <a:pt x="12272" y="12380"/>
                  </a:cubicBezTo>
                  <a:cubicBezTo>
                    <a:pt x="12272" y="11063"/>
                    <a:pt x="13195" y="10273"/>
                    <a:pt x="13933" y="9220"/>
                  </a:cubicBezTo>
                  <a:cubicBezTo>
                    <a:pt x="14118" y="8956"/>
                    <a:pt x="13933" y="8429"/>
                    <a:pt x="13933" y="8166"/>
                  </a:cubicBezTo>
                  <a:cubicBezTo>
                    <a:pt x="13933" y="7376"/>
                    <a:pt x="13933" y="6849"/>
                    <a:pt x="13933" y="6059"/>
                  </a:cubicBezTo>
                  <a:cubicBezTo>
                    <a:pt x="14118" y="5532"/>
                    <a:pt x="14303" y="4741"/>
                    <a:pt x="14303" y="4215"/>
                  </a:cubicBezTo>
                  <a:cubicBezTo>
                    <a:pt x="14118" y="3688"/>
                    <a:pt x="13933" y="3161"/>
                    <a:pt x="13749" y="2898"/>
                  </a:cubicBezTo>
                  <a:cubicBezTo>
                    <a:pt x="13380" y="2107"/>
                    <a:pt x="13564" y="1317"/>
                    <a:pt x="13564" y="527"/>
                  </a:cubicBezTo>
                  <a:cubicBezTo>
                    <a:pt x="13564" y="1317"/>
                    <a:pt x="13564" y="1844"/>
                    <a:pt x="13564" y="2371"/>
                  </a:cubicBezTo>
                  <a:cubicBezTo>
                    <a:pt x="13564" y="2898"/>
                    <a:pt x="14118" y="3688"/>
                    <a:pt x="14118" y="4215"/>
                  </a:cubicBezTo>
                  <a:cubicBezTo>
                    <a:pt x="14303" y="5005"/>
                    <a:pt x="13933" y="6059"/>
                    <a:pt x="13933" y="6849"/>
                  </a:cubicBezTo>
                  <a:cubicBezTo>
                    <a:pt x="13933" y="7376"/>
                    <a:pt x="14118" y="8429"/>
                    <a:pt x="13933" y="9220"/>
                  </a:cubicBezTo>
                  <a:cubicBezTo>
                    <a:pt x="13749" y="9746"/>
                    <a:pt x="13010" y="10273"/>
                    <a:pt x="12826" y="10800"/>
                  </a:cubicBezTo>
                  <a:cubicBezTo>
                    <a:pt x="12456" y="11063"/>
                    <a:pt x="12272" y="11590"/>
                    <a:pt x="12272" y="12117"/>
                  </a:cubicBezTo>
                  <a:cubicBezTo>
                    <a:pt x="12087" y="12907"/>
                    <a:pt x="12456" y="13171"/>
                    <a:pt x="12641" y="13961"/>
                  </a:cubicBezTo>
                  <a:cubicBezTo>
                    <a:pt x="12641" y="14224"/>
                    <a:pt x="12826" y="14224"/>
                    <a:pt x="13010" y="14488"/>
                  </a:cubicBezTo>
                  <a:cubicBezTo>
                    <a:pt x="13380" y="14751"/>
                    <a:pt x="13564" y="15015"/>
                    <a:pt x="13564" y="15541"/>
                  </a:cubicBezTo>
                  <a:cubicBezTo>
                    <a:pt x="13564" y="16068"/>
                    <a:pt x="13564" y="16595"/>
                    <a:pt x="13564" y="17122"/>
                  </a:cubicBezTo>
                  <a:cubicBezTo>
                    <a:pt x="13564" y="17385"/>
                    <a:pt x="13749" y="17912"/>
                    <a:pt x="13933" y="18439"/>
                  </a:cubicBezTo>
                  <a:cubicBezTo>
                    <a:pt x="13380" y="18439"/>
                    <a:pt x="12087" y="18439"/>
                    <a:pt x="13010" y="19493"/>
                  </a:cubicBezTo>
                  <a:cubicBezTo>
                    <a:pt x="13380" y="19756"/>
                    <a:pt x="13564" y="20020"/>
                    <a:pt x="13749" y="20546"/>
                  </a:cubicBezTo>
                  <a:cubicBezTo>
                    <a:pt x="13749" y="20810"/>
                    <a:pt x="13933" y="21073"/>
                    <a:pt x="13933" y="21337"/>
                  </a:cubicBezTo>
                  <a:cubicBezTo>
                    <a:pt x="13933" y="21600"/>
                    <a:pt x="14487" y="21337"/>
                    <a:pt x="14487" y="21337"/>
                  </a:cubicBezTo>
                  <a:cubicBezTo>
                    <a:pt x="14856" y="21073"/>
                    <a:pt x="14487" y="21337"/>
                    <a:pt x="14487" y="2133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1" name="Shape 5571"/>
            <p:cNvSpPr/>
            <p:nvPr/>
          </p:nvSpPr>
          <p:spPr>
            <a:xfrm>
              <a:off x="8814483" y="4220846"/>
              <a:ext cx="760978" cy="937817"/>
            </a:xfrm>
            <a:custGeom>
              <a:avLst/>
              <a:gdLst/>
              <a:ahLst/>
              <a:cxnLst>
                <a:cxn ang="0">
                  <a:pos x="wd2" y="hd2"/>
                </a:cxn>
                <a:cxn ang="5400000">
                  <a:pos x="wd2" y="hd2"/>
                </a:cxn>
                <a:cxn ang="10800000">
                  <a:pos x="wd2" y="hd2"/>
                </a:cxn>
                <a:cxn ang="16200000">
                  <a:pos x="wd2" y="hd2"/>
                </a:cxn>
              </a:cxnLst>
              <a:rect l="0" t="0" r="r" b="b"/>
              <a:pathLst>
                <a:path w="21410" h="21411" fill="norm" stroke="1" extrusionOk="0">
                  <a:moveTo>
                    <a:pt x="1390" y="8341"/>
                  </a:moveTo>
                  <a:cubicBezTo>
                    <a:pt x="1390" y="8341"/>
                    <a:pt x="1390" y="8554"/>
                    <a:pt x="1390" y="8768"/>
                  </a:cubicBezTo>
                  <a:cubicBezTo>
                    <a:pt x="1127" y="8982"/>
                    <a:pt x="864" y="8982"/>
                    <a:pt x="864" y="9196"/>
                  </a:cubicBezTo>
                  <a:cubicBezTo>
                    <a:pt x="864" y="9624"/>
                    <a:pt x="337" y="10051"/>
                    <a:pt x="337" y="10479"/>
                  </a:cubicBezTo>
                  <a:cubicBezTo>
                    <a:pt x="337" y="10693"/>
                    <a:pt x="600" y="10907"/>
                    <a:pt x="337" y="10907"/>
                  </a:cubicBezTo>
                  <a:cubicBezTo>
                    <a:pt x="337" y="11121"/>
                    <a:pt x="-190" y="11335"/>
                    <a:pt x="73" y="11335"/>
                  </a:cubicBezTo>
                  <a:cubicBezTo>
                    <a:pt x="864" y="11335"/>
                    <a:pt x="600" y="12190"/>
                    <a:pt x="864" y="12404"/>
                  </a:cubicBezTo>
                  <a:cubicBezTo>
                    <a:pt x="864" y="12618"/>
                    <a:pt x="1127" y="12618"/>
                    <a:pt x="1390" y="12832"/>
                  </a:cubicBezTo>
                  <a:cubicBezTo>
                    <a:pt x="1390" y="13046"/>
                    <a:pt x="1390" y="13259"/>
                    <a:pt x="1390" y="13473"/>
                  </a:cubicBezTo>
                  <a:cubicBezTo>
                    <a:pt x="1654" y="13901"/>
                    <a:pt x="2181" y="14115"/>
                    <a:pt x="2181" y="14543"/>
                  </a:cubicBezTo>
                  <a:cubicBezTo>
                    <a:pt x="2181" y="14756"/>
                    <a:pt x="1917" y="15826"/>
                    <a:pt x="2181" y="15826"/>
                  </a:cubicBezTo>
                  <a:cubicBezTo>
                    <a:pt x="2971" y="15826"/>
                    <a:pt x="3234" y="16040"/>
                    <a:pt x="3761" y="16253"/>
                  </a:cubicBezTo>
                  <a:cubicBezTo>
                    <a:pt x="4288" y="16467"/>
                    <a:pt x="4025" y="17109"/>
                    <a:pt x="4551" y="17323"/>
                  </a:cubicBezTo>
                  <a:cubicBezTo>
                    <a:pt x="4815" y="17537"/>
                    <a:pt x="5605" y="17537"/>
                    <a:pt x="5605" y="17964"/>
                  </a:cubicBezTo>
                  <a:cubicBezTo>
                    <a:pt x="5605" y="18392"/>
                    <a:pt x="6395" y="18606"/>
                    <a:pt x="6659" y="18820"/>
                  </a:cubicBezTo>
                  <a:cubicBezTo>
                    <a:pt x="6659" y="19034"/>
                    <a:pt x="6659" y="19248"/>
                    <a:pt x="6659" y="19461"/>
                  </a:cubicBezTo>
                  <a:cubicBezTo>
                    <a:pt x="6922" y="19461"/>
                    <a:pt x="7186" y="19675"/>
                    <a:pt x="7186" y="19675"/>
                  </a:cubicBezTo>
                  <a:cubicBezTo>
                    <a:pt x="7449" y="19889"/>
                    <a:pt x="7712" y="20317"/>
                    <a:pt x="8239" y="20531"/>
                  </a:cubicBezTo>
                  <a:cubicBezTo>
                    <a:pt x="8503" y="20745"/>
                    <a:pt x="8503" y="19889"/>
                    <a:pt x="9030" y="20317"/>
                  </a:cubicBezTo>
                  <a:cubicBezTo>
                    <a:pt x="9556" y="20531"/>
                    <a:pt x="9556" y="20103"/>
                    <a:pt x="10083" y="20103"/>
                  </a:cubicBezTo>
                  <a:cubicBezTo>
                    <a:pt x="10610" y="20317"/>
                    <a:pt x="10873" y="20958"/>
                    <a:pt x="11400" y="21386"/>
                  </a:cubicBezTo>
                  <a:cubicBezTo>
                    <a:pt x="11927" y="20317"/>
                    <a:pt x="12717" y="21600"/>
                    <a:pt x="13244" y="21386"/>
                  </a:cubicBezTo>
                  <a:cubicBezTo>
                    <a:pt x="13508" y="21172"/>
                    <a:pt x="13771" y="20958"/>
                    <a:pt x="14298" y="20958"/>
                  </a:cubicBezTo>
                  <a:cubicBezTo>
                    <a:pt x="14561" y="20958"/>
                    <a:pt x="15088" y="20958"/>
                    <a:pt x="15351" y="20745"/>
                  </a:cubicBezTo>
                  <a:cubicBezTo>
                    <a:pt x="15878" y="19889"/>
                    <a:pt x="16932" y="19461"/>
                    <a:pt x="17986" y="20103"/>
                  </a:cubicBezTo>
                  <a:cubicBezTo>
                    <a:pt x="17986" y="19889"/>
                    <a:pt x="17986" y="19675"/>
                    <a:pt x="17986" y="19461"/>
                  </a:cubicBezTo>
                  <a:cubicBezTo>
                    <a:pt x="17986" y="19248"/>
                    <a:pt x="17195" y="19248"/>
                    <a:pt x="17195" y="19248"/>
                  </a:cubicBezTo>
                  <a:cubicBezTo>
                    <a:pt x="16669" y="18820"/>
                    <a:pt x="16405" y="18178"/>
                    <a:pt x="15878" y="17750"/>
                  </a:cubicBezTo>
                  <a:cubicBezTo>
                    <a:pt x="15615" y="17537"/>
                    <a:pt x="15615" y="17323"/>
                    <a:pt x="15351" y="17109"/>
                  </a:cubicBezTo>
                  <a:cubicBezTo>
                    <a:pt x="15088" y="16895"/>
                    <a:pt x="14825" y="16895"/>
                    <a:pt x="14561" y="16681"/>
                  </a:cubicBezTo>
                  <a:cubicBezTo>
                    <a:pt x="13771" y="16040"/>
                    <a:pt x="15351" y="16040"/>
                    <a:pt x="15351" y="16040"/>
                  </a:cubicBezTo>
                  <a:cubicBezTo>
                    <a:pt x="15878" y="15826"/>
                    <a:pt x="15615" y="14756"/>
                    <a:pt x="15878" y="14329"/>
                  </a:cubicBezTo>
                  <a:cubicBezTo>
                    <a:pt x="15878" y="14115"/>
                    <a:pt x="15878" y="13687"/>
                    <a:pt x="16142" y="13687"/>
                  </a:cubicBezTo>
                  <a:cubicBezTo>
                    <a:pt x="16405" y="13473"/>
                    <a:pt x="16932" y="13473"/>
                    <a:pt x="16932" y="13259"/>
                  </a:cubicBezTo>
                  <a:cubicBezTo>
                    <a:pt x="16932" y="13046"/>
                    <a:pt x="16932" y="12832"/>
                    <a:pt x="16932" y="12404"/>
                  </a:cubicBezTo>
                  <a:cubicBezTo>
                    <a:pt x="16932" y="12190"/>
                    <a:pt x="17195" y="11976"/>
                    <a:pt x="17459" y="11762"/>
                  </a:cubicBezTo>
                  <a:cubicBezTo>
                    <a:pt x="17722" y="11335"/>
                    <a:pt x="18249" y="11549"/>
                    <a:pt x="18512" y="11121"/>
                  </a:cubicBezTo>
                  <a:cubicBezTo>
                    <a:pt x="18512" y="10693"/>
                    <a:pt x="18776" y="10265"/>
                    <a:pt x="18776" y="9624"/>
                  </a:cubicBezTo>
                  <a:cubicBezTo>
                    <a:pt x="18776" y="9410"/>
                    <a:pt x="18776" y="9196"/>
                    <a:pt x="18776" y="8982"/>
                  </a:cubicBezTo>
                  <a:cubicBezTo>
                    <a:pt x="18776" y="8554"/>
                    <a:pt x="19303" y="8127"/>
                    <a:pt x="19303" y="7913"/>
                  </a:cubicBezTo>
                  <a:cubicBezTo>
                    <a:pt x="19303" y="7057"/>
                    <a:pt x="19566" y="6416"/>
                    <a:pt x="20620" y="6202"/>
                  </a:cubicBezTo>
                  <a:cubicBezTo>
                    <a:pt x="20883" y="6202"/>
                    <a:pt x="21147" y="6202"/>
                    <a:pt x="21410" y="5774"/>
                  </a:cubicBezTo>
                  <a:cubicBezTo>
                    <a:pt x="21410" y="5560"/>
                    <a:pt x="20883" y="5133"/>
                    <a:pt x="20620" y="4919"/>
                  </a:cubicBezTo>
                  <a:cubicBezTo>
                    <a:pt x="20093" y="4491"/>
                    <a:pt x="19830" y="4063"/>
                    <a:pt x="19830" y="3636"/>
                  </a:cubicBezTo>
                  <a:cubicBezTo>
                    <a:pt x="19830" y="3422"/>
                    <a:pt x="19566" y="2352"/>
                    <a:pt x="19830" y="2352"/>
                  </a:cubicBezTo>
                  <a:cubicBezTo>
                    <a:pt x="20093" y="2139"/>
                    <a:pt x="19830" y="2139"/>
                    <a:pt x="19566" y="1925"/>
                  </a:cubicBezTo>
                  <a:cubicBezTo>
                    <a:pt x="19303" y="1711"/>
                    <a:pt x="19303" y="1497"/>
                    <a:pt x="19303" y="1069"/>
                  </a:cubicBezTo>
                  <a:cubicBezTo>
                    <a:pt x="18776" y="642"/>
                    <a:pt x="17986" y="428"/>
                    <a:pt x="17722" y="0"/>
                  </a:cubicBezTo>
                  <a:cubicBezTo>
                    <a:pt x="17459" y="0"/>
                    <a:pt x="16932" y="214"/>
                    <a:pt x="16669" y="428"/>
                  </a:cubicBezTo>
                  <a:cubicBezTo>
                    <a:pt x="16405" y="1069"/>
                    <a:pt x="15878" y="642"/>
                    <a:pt x="15615" y="1069"/>
                  </a:cubicBezTo>
                  <a:cubicBezTo>
                    <a:pt x="15351" y="1925"/>
                    <a:pt x="15088" y="1069"/>
                    <a:pt x="14561" y="1069"/>
                  </a:cubicBezTo>
                  <a:cubicBezTo>
                    <a:pt x="13508" y="1069"/>
                    <a:pt x="12717" y="1069"/>
                    <a:pt x="11927" y="1069"/>
                  </a:cubicBezTo>
                  <a:cubicBezTo>
                    <a:pt x="9556" y="1069"/>
                    <a:pt x="6922" y="1069"/>
                    <a:pt x="4288" y="1069"/>
                  </a:cubicBezTo>
                  <a:cubicBezTo>
                    <a:pt x="3761" y="1069"/>
                    <a:pt x="4025" y="2566"/>
                    <a:pt x="4025" y="2994"/>
                  </a:cubicBezTo>
                  <a:cubicBezTo>
                    <a:pt x="4025" y="3422"/>
                    <a:pt x="3761" y="3422"/>
                    <a:pt x="3234" y="3422"/>
                  </a:cubicBezTo>
                  <a:cubicBezTo>
                    <a:pt x="2444" y="3422"/>
                    <a:pt x="2708" y="3422"/>
                    <a:pt x="2708" y="3850"/>
                  </a:cubicBezTo>
                  <a:cubicBezTo>
                    <a:pt x="2708" y="4919"/>
                    <a:pt x="2708" y="5774"/>
                    <a:pt x="2708" y="6844"/>
                  </a:cubicBezTo>
                  <a:cubicBezTo>
                    <a:pt x="2708" y="7271"/>
                    <a:pt x="2708" y="7699"/>
                    <a:pt x="2708" y="7913"/>
                  </a:cubicBezTo>
                  <a:cubicBezTo>
                    <a:pt x="2708" y="8341"/>
                    <a:pt x="1654" y="8127"/>
                    <a:pt x="1390" y="834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2" name="Shape 5572"/>
            <p:cNvSpPr/>
            <p:nvPr/>
          </p:nvSpPr>
          <p:spPr>
            <a:xfrm>
              <a:off x="9479897" y="4462948"/>
              <a:ext cx="299443" cy="2707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 y="14152"/>
                  </a:moveTo>
                  <a:cubicBezTo>
                    <a:pt x="2700" y="14152"/>
                    <a:pt x="4050" y="15641"/>
                    <a:pt x="4725" y="14897"/>
                  </a:cubicBezTo>
                  <a:cubicBezTo>
                    <a:pt x="4725" y="14152"/>
                    <a:pt x="4050" y="12662"/>
                    <a:pt x="4725" y="12662"/>
                  </a:cubicBezTo>
                  <a:cubicBezTo>
                    <a:pt x="6075" y="12662"/>
                    <a:pt x="6075" y="14152"/>
                    <a:pt x="6750" y="14152"/>
                  </a:cubicBezTo>
                  <a:cubicBezTo>
                    <a:pt x="7425" y="14152"/>
                    <a:pt x="8100" y="13407"/>
                    <a:pt x="8100" y="13407"/>
                  </a:cubicBezTo>
                  <a:cubicBezTo>
                    <a:pt x="8775" y="12662"/>
                    <a:pt x="9450" y="13407"/>
                    <a:pt x="9450" y="13407"/>
                  </a:cubicBezTo>
                  <a:cubicBezTo>
                    <a:pt x="14850" y="13407"/>
                    <a:pt x="16875" y="17876"/>
                    <a:pt x="19575" y="21600"/>
                  </a:cubicBezTo>
                  <a:cubicBezTo>
                    <a:pt x="20250" y="21600"/>
                    <a:pt x="20925" y="20855"/>
                    <a:pt x="21600" y="20110"/>
                  </a:cubicBezTo>
                  <a:cubicBezTo>
                    <a:pt x="19575" y="18621"/>
                    <a:pt x="17550" y="16386"/>
                    <a:pt x="16200" y="14152"/>
                  </a:cubicBezTo>
                  <a:cubicBezTo>
                    <a:pt x="15525" y="12662"/>
                    <a:pt x="14175" y="12662"/>
                    <a:pt x="12825" y="11917"/>
                  </a:cubicBezTo>
                  <a:cubicBezTo>
                    <a:pt x="12150" y="11917"/>
                    <a:pt x="12150" y="10428"/>
                    <a:pt x="11475" y="10428"/>
                  </a:cubicBezTo>
                  <a:cubicBezTo>
                    <a:pt x="10800" y="10428"/>
                    <a:pt x="11475" y="11172"/>
                    <a:pt x="11475" y="11917"/>
                  </a:cubicBezTo>
                  <a:cubicBezTo>
                    <a:pt x="11475" y="11917"/>
                    <a:pt x="10800" y="10428"/>
                    <a:pt x="10800" y="10428"/>
                  </a:cubicBezTo>
                  <a:cubicBezTo>
                    <a:pt x="10125" y="8938"/>
                    <a:pt x="9450" y="8193"/>
                    <a:pt x="9450" y="6703"/>
                  </a:cubicBezTo>
                  <a:cubicBezTo>
                    <a:pt x="8775" y="4469"/>
                    <a:pt x="8775" y="2234"/>
                    <a:pt x="6750" y="0"/>
                  </a:cubicBezTo>
                  <a:cubicBezTo>
                    <a:pt x="6075" y="2979"/>
                    <a:pt x="2700" y="2979"/>
                    <a:pt x="1350" y="5214"/>
                  </a:cubicBezTo>
                  <a:cubicBezTo>
                    <a:pt x="675" y="6703"/>
                    <a:pt x="1350" y="8193"/>
                    <a:pt x="675" y="9683"/>
                  </a:cubicBezTo>
                  <a:cubicBezTo>
                    <a:pt x="0" y="11172"/>
                    <a:pt x="0" y="12662"/>
                    <a:pt x="0" y="14897"/>
                  </a:cubicBezTo>
                  <a:cubicBezTo>
                    <a:pt x="675" y="14152"/>
                    <a:pt x="1350" y="14152"/>
                    <a:pt x="2025" y="1415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3" name="Shape 5573"/>
            <p:cNvSpPr/>
            <p:nvPr/>
          </p:nvSpPr>
          <p:spPr>
            <a:xfrm>
              <a:off x="9327008" y="4623068"/>
              <a:ext cx="688059" cy="537121"/>
            </a:xfrm>
            <a:custGeom>
              <a:avLst/>
              <a:gdLst/>
              <a:ahLst/>
              <a:cxnLst>
                <a:cxn ang="0">
                  <a:pos x="wd2" y="hd2"/>
                </a:cxn>
                <a:cxn ang="5400000">
                  <a:pos x="wd2" y="hd2"/>
                </a:cxn>
                <a:cxn ang="10800000">
                  <a:pos x="wd2" y="hd2"/>
                </a:cxn>
                <a:cxn ang="16200000">
                  <a:pos x="wd2" y="hd2"/>
                </a:cxn>
              </a:cxnLst>
              <a:rect l="0" t="0" r="r" b="b"/>
              <a:pathLst>
                <a:path w="21500" h="20233" fill="norm" stroke="1" extrusionOk="0">
                  <a:moveTo>
                    <a:pt x="20332" y="12344"/>
                  </a:moveTo>
                  <a:cubicBezTo>
                    <a:pt x="18873" y="11636"/>
                    <a:pt x="17705" y="11281"/>
                    <a:pt x="16538" y="10573"/>
                  </a:cubicBezTo>
                  <a:cubicBezTo>
                    <a:pt x="15662" y="10219"/>
                    <a:pt x="15370" y="9865"/>
                    <a:pt x="14786" y="9157"/>
                  </a:cubicBezTo>
                  <a:cubicBezTo>
                    <a:pt x="14495" y="8803"/>
                    <a:pt x="14203" y="8095"/>
                    <a:pt x="13911" y="7386"/>
                  </a:cubicBezTo>
                  <a:cubicBezTo>
                    <a:pt x="13911" y="7032"/>
                    <a:pt x="14786" y="6324"/>
                    <a:pt x="14786" y="5970"/>
                  </a:cubicBezTo>
                  <a:cubicBezTo>
                    <a:pt x="14203" y="6324"/>
                    <a:pt x="13619" y="6678"/>
                    <a:pt x="13035" y="7032"/>
                  </a:cubicBezTo>
                  <a:cubicBezTo>
                    <a:pt x="12451" y="7032"/>
                    <a:pt x="12451" y="5616"/>
                    <a:pt x="12743" y="5262"/>
                  </a:cubicBezTo>
                  <a:cubicBezTo>
                    <a:pt x="13619" y="4199"/>
                    <a:pt x="13327" y="4199"/>
                    <a:pt x="12743" y="3137"/>
                  </a:cubicBezTo>
                  <a:cubicBezTo>
                    <a:pt x="12159" y="2429"/>
                    <a:pt x="11576" y="1013"/>
                    <a:pt x="10700" y="658"/>
                  </a:cubicBezTo>
                  <a:cubicBezTo>
                    <a:pt x="10116" y="658"/>
                    <a:pt x="8657" y="-50"/>
                    <a:pt x="8073" y="304"/>
                  </a:cubicBezTo>
                  <a:cubicBezTo>
                    <a:pt x="7489" y="1367"/>
                    <a:pt x="6905" y="-1112"/>
                    <a:pt x="6905" y="658"/>
                  </a:cubicBezTo>
                  <a:cubicBezTo>
                    <a:pt x="6905" y="1367"/>
                    <a:pt x="6322" y="1013"/>
                    <a:pt x="6030" y="658"/>
                  </a:cubicBezTo>
                  <a:cubicBezTo>
                    <a:pt x="5738" y="658"/>
                    <a:pt x="5446" y="658"/>
                    <a:pt x="5154" y="658"/>
                  </a:cubicBezTo>
                  <a:cubicBezTo>
                    <a:pt x="4570" y="1013"/>
                    <a:pt x="4862" y="1013"/>
                    <a:pt x="4862" y="1721"/>
                  </a:cubicBezTo>
                  <a:cubicBezTo>
                    <a:pt x="4862" y="2075"/>
                    <a:pt x="4570" y="3137"/>
                    <a:pt x="4278" y="3491"/>
                  </a:cubicBezTo>
                  <a:cubicBezTo>
                    <a:pt x="4278" y="3845"/>
                    <a:pt x="3403" y="3491"/>
                    <a:pt x="3403" y="3845"/>
                  </a:cubicBezTo>
                  <a:cubicBezTo>
                    <a:pt x="3403" y="4554"/>
                    <a:pt x="2819" y="4908"/>
                    <a:pt x="2819" y="5262"/>
                  </a:cubicBezTo>
                  <a:cubicBezTo>
                    <a:pt x="2819" y="5616"/>
                    <a:pt x="3111" y="6678"/>
                    <a:pt x="2819" y="7032"/>
                  </a:cubicBezTo>
                  <a:cubicBezTo>
                    <a:pt x="1068" y="7386"/>
                    <a:pt x="1651" y="9511"/>
                    <a:pt x="1359" y="10927"/>
                  </a:cubicBezTo>
                  <a:cubicBezTo>
                    <a:pt x="1068" y="11281"/>
                    <a:pt x="776" y="11281"/>
                    <a:pt x="192" y="11281"/>
                  </a:cubicBezTo>
                  <a:cubicBezTo>
                    <a:pt x="-100" y="11636"/>
                    <a:pt x="-100" y="12344"/>
                    <a:pt x="484" y="12344"/>
                  </a:cubicBezTo>
                  <a:cubicBezTo>
                    <a:pt x="1359" y="12698"/>
                    <a:pt x="2235" y="14822"/>
                    <a:pt x="2527" y="15531"/>
                  </a:cubicBezTo>
                  <a:cubicBezTo>
                    <a:pt x="2819" y="16239"/>
                    <a:pt x="3111" y="16239"/>
                    <a:pt x="3695" y="16593"/>
                  </a:cubicBezTo>
                  <a:cubicBezTo>
                    <a:pt x="3986" y="16947"/>
                    <a:pt x="3695" y="17655"/>
                    <a:pt x="3986" y="18009"/>
                  </a:cubicBezTo>
                  <a:cubicBezTo>
                    <a:pt x="4570" y="18718"/>
                    <a:pt x="5154" y="18009"/>
                    <a:pt x="5738" y="18363"/>
                  </a:cubicBezTo>
                  <a:cubicBezTo>
                    <a:pt x="6030" y="18718"/>
                    <a:pt x="6614" y="19426"/>
                    <a:pt x="7197" y="19780"/>
                  </a:cubicBezTo>
                  <a:cubicBezTo>
                    <a:pt x="7781" y="19780"/>
                    <a:pt x="8949" y="20488"/>
                    <a:pt x="9532" y="20134"/>
                  </a:cubicBezTo>
                  <a:cubicBezTo>
                    <a:pt x="10116" y="19426"/>
                    <a:pt x="10408" y="18718"/>
                    <a:pt x="11284" y="19072"/>
                  </a:cubicBezTo>
                  <a:cubicBezTo>
                    <a:pt x="12159" y="19426"/>
                    <a:pt x="13035" y="19072"/>
                    <a:pt x="13619" y="18718"/>
                  </a:cubicBezTo>
                  <a:cubicBezTo>
                    <a:pt x="14203" y="18009"/>
                    <a:pt x="14786" y="17655"/>
                    <a:pt x="15662" y="17655"/>
                  </a:cubicBezTo>
                  <a:cubicBezTo>
                    <a:pt x="15954" y="17655"/>
                    <a:pt x="17122" y="17655"/>
                    <a:pt x="17122" y="17655"/>
                  </a:cubicBezTo>
                  <a:cubicBezTo>
                    <a:pt x="18581" y="15885"/>
                    <a:pt x="20041" y="14114"/>
                    <a:pt x="21500" y="12344"/>
                  </a:cubicBezTo>
                  <a:cubicBezTo>
                    <a:pt x="21208" y="12344"/>
                    <a:pt x="20624" y="12344"/>
                    <a:pt x="20332" y="1234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4" name="Shape 5574"/>
            <p:cNvSpPr/>
            <p:nvPr/>
          </p:nvSpPr>
          <p:spPr>
            <a:xfrm>
              <a:off x="9358845" y="4762390"/>
              <a:ext cx="804858" cy="777273"/>
            </a:xfrm>
            <a:custGeom>
              <a:avLst/>
              <a:gdLst/>
              <a:ahLst/>
              <a:cxnLst>
                <a:cxn ang="0">
                  <a:pos x="wd2" y="hd2"/>
                </a:cxn>
                <a:cxn ang="5400000">
                  <a:pos x="wd2" y="hd2"/>
                </a:cxn>
                <a:cxn ang="10800000">
                  <a:pos x="wd2" y="hd2"/>
                </a:cxn>
                <a:cxn ang="16200000">
                  <a:pos x="wd2" y="hd2"/>
                </a:cxn>
              </a:cxnLst>
              <a:rect l="0" t="0" r="r" b="b"/>
              <a:pathLst>
                <a:path w="21402" h="21600" fill="norm" stroke="1" extrusionOk="0">
                  <a:moveTo>
                    <a:pt x="21352" y="260"/>
                  </a:moveTo>
                  <a:cubicBezTo>
                    <a:pt x="21600" y="0"/>
                    <a:pt x="20855" y="0"/>
                    <a:pt x="20607" y="0"/>
                  </a:cubicBezTo>
                  <a:cubicBezTo>
                    <a:pt x="20359" y="260"/>
                    <a:pt x="20110" y="520"/>
                    <a:pt x="19614" y="781"/>
                  </a:cubicBezTo>
                  <a:cubicBezTo>
                    <a:pt x="19117" y="781"/>
                    <a:pt x="18372" y="781"/>
                    <a:pt x="17628" y="781"/>
                  </a:cubicBezTo>
                  <a:cubicBezTo>
                    <a:pt x="17628" y="1041"/>
                    <a:pt x="17379" y="1041"/>
                    <a:pt x="17131" y="1041"/>
                  </a:cubicBezTo>
                  <a:cubicBezTo>
                    <a:pt x="16883" y="1041"/>
                    <a:pt x="16883" y="781"/>
                    <a:pt x="16883" y="781"/>
                  </a:cubicBezTo>
                  <a:cubicBezTo>
                    <a:pt x="16386" y="1041"/>
                    <a:pt x="16138" y="1561"/>
                    <a:pt x="15641" y="1561"/>
                  </a:cubicBezTo>
                  <a:cubicBezTo>
                    <a:pt x="15145" y="1561"/>
                    <a:pt x="15145" y="1301"/>
                    <a:pt x="14400" y="1301"/>
                  </a:cubicBezTo>
                  <a:cubicBezTo>
                    <a:pt x="14152" y="1561"/>
                    <a:pt x="13655" y="2082"/>
                    <a:pt x="13159" y="1822"/>
                  </a:cubicBezTo>
                  <a:cubicBezTo>
                    <a:pt x="12414" y="1561"/>
                    <a:pt x="12166" y="1301"/>
                    <a:pt x="11669" y="520"/>
                  </a:cubicBezTo>
                  <a:cubicBezTo>
                    <a:pt x="11669" y="781"/>
                    <a:pt x="10924" y="1301"/>
                    <a:pt x="10924" y="1561"/>
                  </a:cubicBezTo>
                  <a:cubicBezTo>
                    <a:pt x="11172" y="2082"/>
                    <a:pt x="11421" y="2602"/>
                    <a:pt x="11917" y="3123"/>
                  </a:cubicBezTo>
                  <a:cubicBezTo>
                    <a:pt x="12414" y="3643"/>
                    <a:pt x="13159" y="3904"/>
                    <a:pt x="13903" y="4164"/>
                  </a:cubicBezTo>
                  <a:cubicBezTo>
                    <a:pt x="15145" y="4684"/>
                    <a:pt x="16138" y="5205"/>
                    <a:pt x="17379" y="5205"/>
                  </a:cubicBezTo>
                  <a:cubicBezTo>
                    <a:pt x="16883" y="5725"/>
                    <a:pt x="16138" y="6506"/>
                    <a:pt x="15641" y="7027"/>
                  </a:cubicBezTo>
                  <a:cubicBezTo>
                    <a:pt x="15145" y="7547"/>
                    <a:pt x="14648" y="8067"/>
                    <a:pt x="14400" y="8588"/>
                  </a:cubicBezTo>
                  <a:cubicBezTo>
                    <a:pt x="14152" y="8588"/>
                    <a:pt x="13903" y="9108"/>
                    <a:pt x="13655" y="9108"/>
                  </a:cubicBezTo>
                  <a:cubicBezTo>
                    <a:pt x="13159" y="9369"/>
                    <a:pt x="12414" y="8848"/>
                    <a:pt x="11917" y="9108"/>
                  </a:cubicBezTo>
                  <a:cubicBezTo>
                    <a:pt x="11421" y="9108"/>
                    <a:pt x="10924" y="9629"/>
                    <a:pt x="10428" y="9889"/>
                  </a:cubicBezTo>
                  <a:cubicBezTo>
                    <a:pt x="9931" y="10149"/>
                    <a:pt x="9434" y="10410"/>
                    <a:pt x="8938" y="10149"/>
                  </a:cubicBezTo>
                  <a:cubicBezTo>
                    <a:pt x="8690" y="10149"/>
                    <a:pt x="8193" y="9889"/>
                    <a:pt x="7945" y="10149"/>
                  </a:cubicBezTo>
                  <a:cubicBezTo>
                    <a:pt x="7200" y="10670"/>
                    <a:pt x="7200" y="11190"/>
                    <a:pt x="6455" y="10930"/>
                  </a:cubicBezTo>
                  <a:cubicBezTo>
                    <a:pt x="5959" y="10670"/>
                    <a:pt x="5462" y="10670"/>
                    <a:pt x="5214" y="10670"/>
                  </a:cubicBezTo>
                  <a:cubicBezTo>
                    <a:pt x="4717" y="10410"/>
                    <a:pt x="4221" y="9889"/>
                    <a:pt x="3972" y="9629"/>
                  </a:cubicBezTo>
                  <a:cubicBezTo>
                    <a:pt x="3724" y="9629"/>
                    <a:pt x="2979" y="9889"/>
                    <a:pt x="2731" y="9629"/>
                  </a:cubicBezTo>
                  <a:cubicBezTo>
                    <a:pt x="2483" y="9369"/>
                    <a:pt x="1986" y="8848"/>
                    <a:pt x="1738" y="8848"/>
                  </a:cubicBezTo>
                  <a:cubicBezTo>
                    <a:pt x="745" y="9108"/>
                    <a:pt x="497" y="9369"/>
                    <a:pt x="0" y="10149"/>
                  </a:cubicBezTo>
                  <a:cubicBezTo>
                    <a:pt x="0" y="10410"/>
                    <a:pt x="745" y="10410"/>
                    <a:pt x="745" y="10670"/>
                  </a:cubicBezTo>
                  <a:cubicBezTo>
                    <a:pt x="745" y="11190"/>
                    <a:pt x="745" y="11451"/>
                    <a:pt x="993" y="11711"/>
                  </a:cubicBezTo>
                  <a:cubicBezTo>
                    <a:pt x="1490" y="12231"/>
                    <a:pt x="1241" y="13533"/>
                    <a:pt x="745" y="14053"/>
                  </a:cubicBezTo>
                  <a:cubicBezTo>
                    <a:pt x="497" y="14313"/>
                    <a:pt x="248" y="14573"/>
                    <a:pt x="0" y="15094"/>
                  </a:cubicBezTo>
                  <a:cubicBezTo>
                    <a:pt x="0" y="15875"/>
                    <a:pt x="497" y="15354"/>
                    <a:pt x="745" y="15614"/>
                  </a:cubicBezTo>
                  <a:cubicBezTo>
                    <a:pt x="745" y="15614"/>
                    <a:pt x="0" y="16655"/>
                    <a:pt x="248" y="16916"/>
                  </a:cubicBezTo>
                  <a:cubicBezTo>
                    <a:pt x="497" y="16916"/>
                    <a:pt x="745" y="17176"/>
                    <a:pt x="993" y="17176"/>
                  </a:cubicBezTo>
                  <a:cubicBezTo>
                    <a:pt x="1986" y="17957"/>
                    <a:pt x="2979" y="18477"/>
                    <a:pt x="3724" y="18998"/>
                  </a:cubicBezTo>
                  <a:cubicBezTo>
                    <a:pt x="4469" y="19258"/>
                    <a:pt x="4717" y="19258"/>
                    <a:pt x="4717" y="20039"/>
                  </a:cubicBezTo>
                  <a:cubicBezTo>
                    <a:pt x="4717" y="20559"/>
                    <a:pt x="6207" y="21340"/>
                    <a:pt x="6455" y="21600"/>
                  </a:cubicBezTo>
                  <a:cubicBezTo>
                    <a:pt x="6952" y="20819"/>
                    <a:pt x="7200" y="20299"/>
                    <a:pt x="7448" y="19778"/>
                  </a:cubicBezTo>
                  <a:cubicBezTo>
                    <a:pt x="7448" y="19258"/>
                    <a:pt x="7697" y="18737"/>
                    <a:pt x="8193" y="18737"/>
                  </a:cubicBezTo>
                  <a:cubicBezTo>
                    <a:pt x="8441" y="18477"/>
                    <a:pt x="8441" y="18217"/>
                    <a:pt x="8690" y="17957"/>
                  </a:cubicBezTo>
                  <a:cubicBezTo>
                    <a:pt x="9186" y="17696"/>
                    <a:pt x="9434" y="17436"/>
                    <a:pt x="9931" y="16916"/>
                  </a:cubicBezTo>
                  <a:cubicBezTo>
                    <a:pt x="11172" y="14834"/>
                    <a:pt x="12910" y="13793"/>
                    <a:pt x="14648" y="12492"/>
                  </a:cubicBezTo>
                  <a:cubicBezTo>
                    <a:pt x="16883" y="10930"/>
                    <a:pt x="18124" y="8588"/>
                    <a:pt x="19117" y="6246"/>
                  </a:cubicBezTo>
                  <a:cubicBezTo>
                    <a:pt x="19614" y="5205"/>
                    <a:pt x="20359" y="4684"/>
                    <a:pt x="20855" y="3643"/>
                  </a:cubicBezTo>
                  <a:cubicBezTo>
                    <a:pt x="21103" y="3123"/>
                    <a:pt x="21103" y="2342"/>
                    <a:pt x="21352" y="1822"/>
                  </a:cubicBezTo>
                  <a:cubicBezTo>
                    <a:pt x="21352" y="1561"/>
                    <a:pt x="21103" y="520"/>
                    <a:pt x="21352" y="260"/>
                  </a:cubicBezTo>
                  <a:cubicBezTo>
                    <a:pt x="21352" y="260"/>
                    <a:pt x="21352" y="260"/>
                    <a:pt x="21352" y="2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5" name="Shape 5575"/>
            <p:cNvSpPr/>
            <p:nvPr/>
          </p:nvSpPr>
          <p:spPr>
            <a:xfrm>
              <a:off x="9725183" y="4723409"/>
              <a:ext cx="75088" cy="88541"/>
            </a:xfrm>
            <a:custGeom>
              <a:avLst/>
              <a:gdLst/>
              <a:ahLst/>
              <a:cxnLst>
                <a:cxn ang="0">
                  <a:pos x="wd2" y="hd2"/>
                </a:cxn>
                <a:cxn ang="5400000">
                  <a:pos x="wd2" y="hd2"/>
                </a:cxn>
                <a:cxn ang="10800000">
                  <a:pos x="wd2" y="hd2"/>
                </a:cxn>
                <a:cxn ang="16200000">
                  <a:pos x="wd2" y="hd2"/>
                </a:cxn>
              </a:cxnLst>
              <a:rect l="0" t="0" r="r" b="b"/>
              <a:pathLst>
                <a:path w="19582" h="18761" fill="norm" stroke="1" extrusionOk="0">
                  <a:moveTo>
                    <a:pt x="7200" y="2737"/>
                  </a:moveTo>
                  <a:cubicBezTo>
                    <a:pt x="4800" y="4701"/>
                    <a:pt x="2400" y="6665"/>
                    <a:pt x="2400" y="8628"/>
                  </a:cubicBezTo>
                  <a:cubicBezTo>
                    <a:pt x="0" y="8628"/>
                    <a:pt x="0" y="16483"/>
                    <a:pt x="0" y="18446"/>
                  </a:cubicBezTo>
                  <a:cubicBezTo>
                    <a:pt x="4800" y="20410"/>
                    <a:pt x="16800" y="12555"/>
                    <a:pt x="19200" y="12555"/>
                  </a:cubicBezTo>
                  <a:cubicBezTo>
                    <a:pt x="19200" y="10592"/>
                    <a:pt x="12000" y="8628"/>
                    <a:pt x="9600" y="10592"/>
                  </a:cubicBezTo>
                  <a:cubicBezTo>
                    <a:pt x="12000" y="8628"/>
                    <a:pt x="21600" y="6665"/>
                    <a:pt x="19200" y="4701"/>
                  </a:cubicBezTo>
                  <a:cubicBezTo>
                    <a:pt x="16800" y="-1190"/>
                    <a:pt x="12000" y="-1190"/>
                    <a:pt x="7200" y="2737"/>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6" name="Shape 5576"/>
            <p:cNvSpPr/>
            <p:nvPr/>
          </p:nvSpPr>
          <p:spPr>
            <a:xfrm>
              <a:off x="9164528" y="5128729"/>
              <a:ext cx="242101" cy="255751"/>
            </a:xfrm>
            <a:custGeom>
              <a:avLst/>
              <a:gdLst/>
              <a:ahLst/>
              <a:cxnLst>
                <a:cxn ang="0">
                  <a:pos x="wd2" y="hd2"/>
                </a:cxn>
                <a:cxn ang="5400000">
                  <a:pos x="wd2" y="hd2"/>
                </a:cxn>
                <a:cxn ang="10800000">
                  <a:pos x="wd2" y="hd2"/>
                </a:cxn>
                <a:cxn ang="16200000">
                  <a:pos x="wd2" y="hd2"/>
                </a:cxn>
              </a:cxnLst>
              <a:rect l="0" t="0" r="r" b="b"/>
              <a:pathLst>
                <a:path w="21600" h="21148" fill="norm" stroke="1" extrusionOk="0">
                  <a:moveTo>
                    <a:pt x="18277" y="13886"/>
                  </a:moveTo>
                  <a:cubicBezTo>
                    <a:pt x="18277" y="12343"/>
                    <a:pt x="19938" y="11571"/>
                    <a:pt x="20769" y="10800"/>
                  </a:cubicBezTo>
                  <a:cubicBezTo>
                    <a:pt x="21600" y="10029"/>
                    <a:pt x="21600" y="7714"/>
                    <a:pt x="21600" y="6171"/>
                  </a:cubicBezTo>
                  <a:cubicBezTo>
                    <a:pt x="21600" y="4629"/>
                    <a:pt x="19938" y="3857"/>
                    <a:pt x="19938" y="2314"/>
                  </a:cubicBezTo>
                  <a:cubicBezTo>
                    <a:pt x="19938" y="771"/>
                    <a:pt x="18277" y="771"/>
                    <a:pt x="17446" y="0"/>
                  </a:cubicBezTo>
                  <a:cubicBezTo>
                    <a:pt x="16615" y="771"/>
                    <a:pt x="14954" y="0"/>
                    <a:pt x="13292" y="771"/>
                  </a:cubicBezTo>
                  <a:cubicBezTo>
                    <a:pt x="12462" y="1543"/>
                    <a:pt x="10800" y="3086"/>
                    <a:pt x="9969" y="2314"/>
                  </a:cubicBezTo>
                  <a:cubicBezTo>
                    <a:pt x="8308" y="771"/>
                    <a:pt x="5815" y="0"/>
                    <a:pt x="4985" y="1543"/>
                  </a:cubicBezTo>
                  <a:cubicBezTo>
                    <a:pt x="4154" y="3086"/>
                    <a:pt x="4985" y="5400"/>
                    <a:pt x="5815" y="6171"/>
                  </a:cubicBezTo>
                  <a:cubicBezTo>
                    <a:pt x="6646" y="7714"/>
                    <a:pt x="5815" y="7714"/>
                    <a:pt x="4985" y="9257"/>
                  </a:cubicBezTo>
                  <a:cubicBezTo>
                    <a:pt x="4154" y="10800"/>
                    <a:pt x="2492" y="11571"/>
                    <a:pt x="1662" y="12343"/>
                  </a:cubicBezTo>
                  <a:cubicBezTo>
                    <a:pt x="831" y="13886"/>
                    <a:pt x="0" y="14657"/>
                    <a:pt x="0" y="16971"/>
                  </a:cubicBezTo>
                  <a:cubicBezTo>
                    <a:pt x="0" y="17743"/>
                    <a:pt x="831" y="19286"/>
                    <a:pt x="0" y="20829"/>
                  </a:cubicBezTo>
                  <a:cubicBezTo>
                    <a:pt x="1662" y="21600"/>
                    <a:pt x="1662" y="20829"/>
                    <a:pt x="3323" y="20057"/>
                  </a:cubicBezTo>
                  <a:cubicBezTo>
                    <a:pt x="4985" y="19286"/>
                    <a:pt x="7477" y="19286"/>
                    <a:pt x="9138" y="19286"/>
                  </a:cubicBezTo>
                  <a:cubicBezTo>
                    <a:pt x="8308" y="16971"/>
                    <a:pt x="9969" y="16200"/>
                    <a:pt x="11631" y="15429"/>
                  </a:cubicBezTo>
                  <a:cubicBezTo>
                    <a:pt x="13292" y="14657"/>
                    <a:pt x="16615" y="13114"/>
                    <a:pt x="17446" y="15429"/>
                  </a:cubicBezTo>
                  <a:cubicBezTo>
                    <a:pt x="17446" y="14657"/>
                    <a:pt x="17446" y="13886"/>
                    <a:pt x="18277" y="13886"/>
                  </a:cubicBezTo>
                  <a:cubicBezTo>
                    <a:pt x="18277" y="12343"/>
                    <a:pt x="17446" y="13886"/>
                    <a:pt x="18277" y="1388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7" name="Shape 5577"/>
            <p:cNvSpPr/>
            <p:nvPr/>
          </p:nvSpPr>
          <p:spPr>
            <a:xfrm>
              <a:off x="9135857" y="5428169"/>
              <a:ext cx="84386" cy="92381"/>
            </a:xfrm>
            <a:custGeom>
              <a:avLst/>
              <a:gdLst/>
              <a:ahLst/>
              <a:cxnLst>
                <a:cxn ang="0">
                  <a:pos x="wd2" y="hd2"/>
                </a:cxn>
                <a:cxn ang="5400000">
                  <a:pos x="wd2" y="hd2"/>
                </a:cxn>
                <a:cxn ang="10800000">
                  <a:pos x="wd2" y="hd2"/>
                </a:cxn>
                <a:cxn ang="16200000">
                  <a:pos x="wd2" y="hd2"/>
                </a:cxn>
              </a:cxnLst>
              <a:rect l="0" t="0" r="r" b="b"/>
              <a:pathLst>
                <a:path w="19731" h="21600" fill="norm" stroke="1" extrusionOk="0">
                  <a:moveTo>
                    <a:pt x="2160" y="12960"/>
                  </a:moveTo>
                  <a:cubicBezTo>
                    <a:pt x="4320" y="15120"/>
                    <a:pt x="4320" y="19440"/>
                    <a:pt x="6480" y="21600"/>
                  </a:cubicBezTo>
                  <a:cubicBezTo>
                    <a:pt x="10800" y="19440"/>
                    <a:pt x="15120" y="15120"/>
                    <a:pt x="19440" y="10800"/>
                  </a:cubicBezTo>
                  <a:cubicBezTo>
                    <a:pt x="21600" y="6480"/>
                    <a:pt x="10800" y="8640"/>
                    <a:pt x="17280" y="0"/>
                  </a:cubicBezTo>
                  <a:cubicBezTo>
                    <a:pt x="15120" y="0"/>
                    <a:pt x="6480" y="0"/>
                    <a:pt x="8640" y="2160"/>
                  </a:cubicBezTo>
                  <a:cubicBezTo>
                    <a:pt x="10800" y="6480"/>
                    <a:pt x="2160" y="4320"/>
                    <a:pt x="0" y="2160"/>
                  </a:cubicBezTo>
                  <a:cubicBezTo>
                    <a:pt x="0" y="6480"/>
                    <a:pt x="2160" y="8640"/>
                    <a:pt x="2160" y="129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8" name="Shape 5578"/>
            <p:cNvSpPr/>
            <p:nvPr/>
          </p:nvSpPr>
          <p:spPr>
            <a:xfrm>
              <a:off x="9135857" y="5370830"/>
              <a:ext cx="86174" cy="77933"/>
            </a:xfrm>
            <a:custGeom>
              <a:avLst/>
              <a:gdLst/>
              <a:ahLst/>
              <a:cxnLst>
                <a:cxn ang="0">
                  <a:pos x="wd2" y="hd2"/>
                </a:cxn>
                <a:cxn ang="5400000">
                  <a:pos x="wd2" y="hd2"/>
                </a:cxn>
                <a:cxn ang="10800000">
                  <a:pos x="wd2" y="hd2"/>
                </a:cxn>
                <a:cxn ang="16200000">
                  <a:pos x="wd2" y="hd2"/>
                </a:cxn>
              </a:cxnLst>
              <a:rect l="0" t="0" r="r" b="b"/>
              <a:pathLst>
                <a:path w="18260" h="19571" fill="norm" stroke="1" extrusionOk="0">
                  <a:moveTo>
                    <a:pt x="5891" y="2400"/>
                  </a:moveTo>
                  <a:cubicBezTo>
                    <a:pt x="1964" y="4800"/>
                    <a:pt x="0" y="12000"/>
                    <a:pt x="0" y="16800"/>
                  </a:cubicBezTo>
                  <a:cubicBezTo>
                    <a:pt x="1964" y="19200"/>
                    <a:pt x="9818" y="21600"/>
                    <a:pt x="7855" y="16800"/>
                  </a:cubicBezTo>
                  <a:cubicBezTo>
                    <a:pt x="5891" y="14400"/>
                    <a:pt x="13745" y="14400"/>
                    <a:pt x="15709" y="14400"/>
                  </a:cubicBezTo>
                  <a:cubicBezTo>
                    <a:pt x="21600" y="12000"/>
                    <a:pt x="15709" y="2400"/>
                    <a:pt x="13745" y="0"/>
                  </a:cubicBezTo>
                  <a:cubicBezTo>
                    <a:pt x="9818" y="2400"/>
                    <a:pt x="9818" y="4800"/>
                    <a:pt x="5891" y="2400"/>
                  </a:cubicBezTo>
                  <a:cubicBezTo>
                    <a:pt x="3927" y="2400"/>
                    <a:pt x="7855" y="2400"/>
                    <a:pt x="5891" y="2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79" name="Shape 5579"/>
            <p:cNvSpPr/>
            <p:nvPr/>
          </p:nvSpPr>
          <p:spPr>
            <a:xfrm>
              <a:off x="9161960" y="5357252"/>
              <a:ext cx="496328" cy="514743"/>
            </a:xfrm>
            <a:custGeom>
              <a:avLst/>
              <a:gdLst/>
              <a:ahLst/>
              <a:cxnLst>
                <a:cxn ang="0">
                  <a:pos x="wd2" y="hd2"/>
                </a:cxn>
                <a:cxn ang="5400000">
                  <a:pos x="wd2" y="hd2"/>
                </a:cxn>
                <a:cxn ang="10800000">
                  <a:pos x="wd2" y="hd2"/>
                </a:cxn>
                <a:cxn ang="16200000">
                  <a:pos x="wd2" y="hd2"/>
                </a:cxn>
              </a:cxnLst>
              <a:rect l="0" t="0" r="r" b="b"/>
              <a:pathLst>
                <a:path w="21300" h="20411" fill="norm" stroke="1" extrusionOk="0">
                  <a:moveTo>
                    <a:pt x="16100" y="4243"/>
                  </a:moveTo>
                  <a:cubicBezTo>
                    <a:pt x="13700" y="2754"/>
                    <a:pt x="11300" y="1636"/>
                    <a:pt x="8900" y="519"/>
                  </a:cubicBezTo>
                  <a:cubicBezTo>
                    <a:pt x="8500" y="1264"/>
                    <a:pt x="7300" y="2009"/>
                    <a:pt x="6500" y="2009"/>
                  </a:cubicBezTo>
                  <a:cubicBezTo>
                    <a:pt x="6500" y="2009"/>
                    <a:pt x="8100" y="2381"/>
                    <a:pt x="8100" y="2754"/>
                  </a:cubicBezTo>
                  <a:cubicBezTo>
                    <a:pt x="7700" y="3126"/>
                    <a:pt x="6900" y="2754"/>
                    <a:pt x="6500" y="2754"/>
                  </a:cubicBezTo>
                  <a:cubicBezTo>
                    <a:pt x="5700" y="2381"/>
                    <a:pt x="5700" y="2754"/>
                    <a:pt x="4900" y="3126"/>
                  </a:cubicBezTo>
                  <a:cubicBezTo>
                    <a:pt x="4900" y="3126"/>
                    <a:pt x="4100" y="2754"/>
                    <a:pt x="4100" y="2381"/>
                  </a:cubicBezTo>
                  <a:cubicBezTo>
                    <a:pt x="3700" y="2009"/>
                    <a:pt x="4100" y="1264"/>
                    <a:pt x="4500" y="892"/>
                  </a:cubicBezTo>
                  <a:cubicBezTo>
                    <a:pt x="4900" y="-598"/>
                    <a:pt x="2500" y="147"/>
                    <a:pt x="1700" y="519"/>
                  </a:cubicBezTo>
                  <a:cubicBezTo>
                    <a:pt x="2100" y="892"/>
                    <a:pt x="2900" y="2009"/>
                    <a:pt x="2500" y="2381"/>
                  </a:cubicBezTo>
                  <a:cubicBezTo>
                    <a:pt x="2500" y="2754"/>
                    <a:pt x="900" y="3871"/>
                    <a:pt x="1700" y="3871"/>
                  </a:cubicBezTo>
                  <a:cubicBezTo>
                    <a:pt x="2900" y="4243"/>
                    <a:pt x="2500" y="4616"/>
                    <a:pt x="2100" y="5361"/>
                  </a:cubicBezTo>
                  <a:cubicBezTo>
                    <a:pt x="1700" y="5361"/>
                    <a:pt x="900" y="5733"/>
                    <a:pt x="500" y="6105"/>
                  </a:cubicBezTo>
                  <a:cubicBezTo>
                    <a:pt x="-300" y="6478"/>
                    <a:pt x="100" y="6478"/>
                    <a:pt x="100" y="7223"/>
                  </a:cubicBezTo>
                  <a:cubicBezTo>
                    <a:pt x="500" y="9085"/>
                    <a:pt x="1300" y="10202"/>
                    <a:pt x="1700" y="11692"/>
                  </a:cubicBezTo>
                  <a:cubicBezTo>
                    <a:pt x="1700" y="13554"/>
                    <a:pt x="3300" y="14299"/>
                    <a:pt x="4500" y="15043"/>
                  </a:cubicBezTo>
                  <a:cubicBezTo>
                    <a:pt x="4900" y="15416"/>
                    <a:pt x="5300" y="15416"/>
                    <a:pt x="5700" y="15416"/>
                  </a:cubicBezTo>
                  <a:cubicBezTo>
                    <a:pt x="6100" y="15416"/>
                    <a:pt x="6100" y="15788"/>
                    <a:pt x="6500" y="16161"/>
                  </a:cubicBezTo>
                  <a:cubicBezTo>
                    <a:pt x="7300" y="16161"/>
                    <a:pt x="8500" y="16161"/>
                    <a:pt x="9300" y="16905"/>
                  </a:cubicBezTo>
                  <a:cubicBezTo>
                    <a:pt x="9700" y="17278"/>
                    <a:pt x="9700" y="18395"/>
                    <a:pt x="9700" y="19140"/>
                  </a:cubicBezTo>
                  <a:cubicBezTo>
                    <a:pt x="10100" y="19512"/>
                    <a:pt x="9700" y="19885"/>
                    <a:pt x="10500" y="19885"/>
                  </a:cubicBezTo>
                  <a:cubicBezTo>
                    <a:pt x="10900" y="19885"/>
                    <a:pt x="11300" y="19885"/>
                    <a:pt x="11700" y="19885"/>
                  </a:cubicBezTo>
                  <a:cubicBezTo>
                    <a:pt x="12100" y="19885"/>
                    <a:pt x="12500" y="19885"/>
                    <a:pt x="12900" y="20257"/>
                  </a:cubicBezTo>
                  <a:cubicBezTo>
                    <a:pt x="13300" y="20630"/>
                    <a:pt x="13700" y="20257"/>
                    <a:pt x="14100" y="19885"/>
                  </a:cubicBezTo>
                  <a:cubicBezTo>
                    <a:pt x="14900" y="19512"/>
                    <a:pt x="15700" y="21002"/>
                    <a:pt x="16500" y="19885"/>
                  </a:cubicBezTo>
                  <a:cubicBezTo>
                    <a:pt x="16500" y="19140"/>
                    <a:pt x="17700" y="19512"/>
                    <a:pt x="18100" y="19512"/>
                  </a:cubicBezTo>
                  <a:cubicBezTo>
                    <a:pt x="19300" y="19140"/>
                    <a:pt x="20100" y="18395"/>
                    <a:pt x="21300" y="17650"/>
                  </a:cubicBezTo>
                  <a:cubicBezTo>
                    <a:pt x="19300" y="16533"/>
                    <a:pt x="19300" y="15043"/>
                    <a:pt x="19300" y="12809"/>
                  </a:cubicBezTo>
                  <a:cubicBezTo>
                    <a:pt x="18900" y="12436"/>
                    <a:pt x="19700" y="11692"/>
                    <a:pt x="19300" y="11319"/>
                  </a:cubicBezTo>
                  <a:cubicBezTo>
                    <a:pt x="18900" y="10947"/>
                    <a:pt x="18100" y="10574"/>
                    <a:pt x="18100" y="9830"/>
                  </a:cubicBezTo>
                  <a:cubicBezTo>
                    <a:pt x="18100" y="9457"/>
                    <a:pt x="18900" y="6850"/>
                    <a:pt x="18900" y="6850"/>
                  </a:cubicBezTo>
                  <a:cubicBezTo>
                    <a:pt x="18500" y="6850"/>
                    <a:pt x="18100" y="6478"/>
                    <a:pt x="17700" y="6105"/>
                  </a:cubicBezTo>
                  <a:cubicBezTo>
                    <a:pt x="17300" y="5733"/>
                    <a:pt x="16900" y="5733"/>
                    <a:pt x="16100" y="5361"/>
                  </a:cubicBezTo>
                  <a:cubicBezTo>
                    <a:pt x="16100" y="4988"/>
                    <a:pt x="16100" y="4616"/>
                    <a:pt x="16100" y="424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0" name="Shape 5580"/>
            <p:cNvSpPr/>
            <p:nvPr/>
          </p:nvSpPr>
          <p:spPr>
            <a:xfrm>
              <a:off x="8240719" y="5211551"/>
              <a:ext cx="249328" cy="289888"/>
            </a:xfrm>
            <a:custGeom>
              <a:avLst/>
              <a:gdLst/>
              <a:ahLst/>
              <a:cxnLst>
                <a:cxn ang="0">
                  <a:pos x="wd2" y="hd2"/>
                </a:cxn>
                <a:cxn ang="5400000">
                  <a:pos x="wd2" y="hd2"/>
                </a:cxn>
                <a:cxn ang="10800000">
                  <a:pos x="wd2" y="hd2"/>
                </a:cxn>
                <a:cxn ang="16200000">
                  <a:pos x="wd2" y="hd2"/>
                </a:cxn>
              </a:cxnLst>
              <a:rect l="0" t="0" r="r" b="b"/>
              <a:pathLst>
                <a:path w="21400" h="21600" fill="norm" stroke="1" extrusionOk="0">
                  <a:moveTo>
                    <a:pt x="12000" y="20206"/>
                  </a:moveTo>
                  <a:cubicBezTo>
                    <a:pt x="12000" y="19510"/>
                    <a:pt x="10400" y="16723"/>
                    <a:pt x="12000" y="16723"/>
                  </a:cubicBezTo>
                  <a:cubicBezTo>
                    <a:pt x="12000" y="16723"/>
                    <a:pt x="13600" y="16723"/>
                    <a:pt x="13600" y="16723"/>
                  </a:cubicBezTo>
                  <a:cubicBezTo>
                    <a:pt x="14400" y="16026"/>
                    <a:pt x="14400" y="14632"/>
                    <a:pt x="15200" y="14632"/>
                  </a:cubicBezTo>
                  <a:cubicBezTo>
                    <a:pt x="16000" y="15329"/>
                    <a:pt x="16800" y="16026"/>
                    <a:pt x="16800" y="16723"/>
                  </a:cubicBezTo>
                  <a:cubicBezTo>
                    <a:pt x="17600" y="17419"/>
                    <a:pt x="17600" y="16026"/>
                    <a:pt x="19200" y="16026"/>
                  </a:cubicBezTo>
                  <a:cubicBezTo>
                    <a:pt x="19200" y="16026"/>
                    <a:pt x="20800" y="17419"/>
                    <a:pt x="20800" y="16723"/>
                  </a:cubicBezTo>
                  <a:cubicBezTo>
                    <a:pt x="20800" y="16026"/>
                    <a:pt x="20800" y="15329"/>
                    <a:pt x="20800" y="14632"/>
                  </a:cubicBezTo>
                  <a:cubicBezTo>
                    <a:pt x="21600" y="13239"/>
                    <a:pt x="21600" y="11148"/>
                    <a:pt x="20800" y="9755"/>
                  </a:cubicBezTo>
                  <a:cubicBezTo>
                    <a:pt x="20000" y="9058"/>
                    <a:pt x="20000" y="8361"/>
                    <a:pt x="20000" y="7665"/>
                  </a:cubicBezTo>
                  <a:cubicBezTo>
                    <a:pt x="20000" y="6271"/>
                    <a:pt x="21600" y="5574"/>
                    <a:pt x="20800" y="4181"/>
                  </a:cubicBezTo>
                  <a:cubicBezTo>
                    <a:pt x="20000" y="2090"/>
                    <a:pt x="16800" y="4877"/>
                    <a:pt x="16800" y="2787"/>
                  </a:cubicBezTo>
                  <a:cubicBezTo>
                    <a:pt x="16800" y="1394"/>
                    <a:pt x="17600" y="0"/>
                    <a:pt x="15200" y="0"/>
                  </a:cubicBezTo>
                  <a:cubicBezTo>
                    <a:pt x="14400" y="0"/>
                    <a:pt x="12800" y="0"/>
                    <a:pt x="11200" y="0"/>
                  </a:cubicBezTo>
                  <a:cubicBezTo>
                    <a:pt x="8000" y="0"/>
                    <a:pt x="12000" y="4877"/>
                    <a:pt x="8800" y="4877"/>
                  </a:cubicBezTo>
                  <a:cubicBezTo>
                    <a:pt x="7200" y="4877"/>
                    <a:pt x="5600" y="4877"/>
                    <a:pt x="4000" y="4877"/>
                  </a:cubicBezTo>
                  <a:cubicBezTo>
                    <a:pt x="3200" y="4877"/>
                    <a:pt x="3200" y="4877"/>
                    <a:pt x="3200" y="4877"/>
                  </a:cubicBezTo>
                  <a:cubicBezTo>
                    <a:pt x="1600" y="6271"/>
                    <a:pt x="3200" y="6271"/>
                    <a:pt x="3200" y="6968"/>
                  </a:cubicBezTo>
                  <a:cubicBezTo>
                    <a:pt x="3200" y="8361"/>
                    <a:pt x="0" y="9755"/>
                    <a:pt x="0" y="11148"/>
                  </a:cubicBezTo>
                  <a:cubicBezTo>
                    <a:pt x="800" y="12542"/>
                    <a:pt x="2400" y="14632"/>
                    <a:pt x="3200" y="16026"/>
                  </a:cubicBezTo>
                  <a:cubicBezTo>
                    <a:pt x="4800" y="16723"/>
                    <a:pt x="5600" y="18116"/>
                    <a:pt x="7200" y="19510"/>
                  </a:cubicBezTo>
                  <a:cubicBezTo>
                    <a:pt x="8000" y="20206"/>
                    <a:pt x="8800" y="20903"/>
                    <a:pt x="8800" y="21600"/>
                  </a:cubicBezTo>
                  <a:cubicBezTo>
                    <a:pt x="9600" y="20903"/>
                    <a:pt x="11200" y="20903"/>
                    <a:pt x="12000" y="20206"/>
                  </a:cubicBezTo>
                  <a:cubicBezTo>
                    <a:pt x="12000" y="20206"/>
                    <a:pt x="11200" y="20903"/>
                    <a:pt x="12000" y="2020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1" name="Shape 5581"/>
            <p:cNvSpPr/>
            <p:nvPr/>
          </p:nvSpPr>
          <p:spPr>
            <a:xfrm>
              <a:off x="8256645" y="5211551"/>
              <a:ext cx="105125" cy="668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15429"/>
                    <a:pt x="21600" y="6171"/>
                    <a:pt x="21600" y="0"/>
                  </a:cubicBezTo>
                  <a:cubicBezTo>
                    <a:pt x="15709" y="0"/>
                    <a:pt x="11782" y="3086"/>
                    <a:pt x="5891" y="3086"/>
                  </a:cubicBezTo>
                  <a:cubicBezTo>
                    <a:pt x="7855" y="6171"/>
                    <a:pt x="1964" y="9257"/>
                    <a:pt x="0" y="12343"/>
                  </a:cubicBezTo>
                  <a:cubicBezTo>
                    <a:pt x="0" y="15429"/>
                    <a:pt x="3927" y="18514"/>
                    <a:pt x="3927" y="21600"/>
                  </a:cubicBezTo>
                  <a:lnTo>
                    <a:pt x="21600" y="21600"/>
                  </a:ln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2" name="Shape 5582"/>
            <p:cNvSpPr/>
            <p:nvPr/>
          </p:nvSpPr>
          <p:spPr>
            <a:xfrm>
              <a:off x="8228298" y="4708237"/>
              <a:ext cx="337346" cy="521617"/>
            </a:xfrm>
            <a:custGeom>
              <a:avLst/>
              <a:gdLst/>
              <a:ahLst/>
              <a:cxnLst>
                <a:cxn ang="0">
                  <a:pos x="wd2" y="hd2"/>
                </a:cxn>
                <a:cxn ang="5400000">
                  <a:pos x="wd2" y="hd2"/>
                </a:cxn>
                <a:cxn ang="10800000">
                  <a:pos x="wd2" y="hd2"/>
                </a:cxn>
                <a:cxn ang="16200000">
                  <a:pos x="wd2" y="hd2"/>
                </a:cxn>
              </a:cxnLst>
              <a:rect l="0" t="0" r="r" b="b"/>
              <a:pathLst>
                <a:path w="21180" h="21179" fill="norm" stroke="1" extrusionOk="0">
                  <a:moveTo>
                    <a:pt x="16510" y="20842"/>
                  </a:moveTo>
                  <a:cubicBezTo>
                    <a:pt x="18261" y="20842"/>
                    <a:pt x="20012" y="21600"/>
                    <a:pt x="21180" y="20842"/>
                  </a:cubicBezTo>
                  <a:cubicBezTo>
                    <a:pt x="21180" y="19326"/>
                    <a:pt x="20012" y="18947"/>
                    <a:pt x="18845" y="18189"/>
                  </a:cubicBezTo>
                  <a:cubicBezTo>
                    <a:pt x="18261" y="17811"/>
                    <a:pt x="18261" y="17432"/>
                    <a:pt x="18261" y="16674"/>
                  </a:cubicBezTo>
                  <a:cubicBezTo>
                    <a:pt x="17677" y="16295"/>
                    <a:pt x="17094" y="15916"/>
                    <a:pt x="17094" y="15158"/>
                  </a:cubicBezTo>
                  <a:cubicBezTo>
                    <a:pt x="16510" y="13642"/>
                    <a:pt x="17677" y="13263"/>
                    <a:pt x="18261" y="12126"/>
                  </a:cubicBezTo>
                  <a:cubicBezTo>
                    <a:pt x="18845" y="11368"/>
                    <a:pt x="19429" y="10989"/>
                    <a:pt x="19429" y="10232"/>
                  </a:cubicBezTo>
                  <a:cubicBezTo>
                    <a:pt x="18845" y="9474"/>
                    <a:pt x="18845" y="8716"/>
                    <a:pt x="17677" y="7958"/>
                  </a:cubicBezTo>
                  <a:cubicBezTo>
                    <a:pt x="17677" y="7958"/>
                    <a:pt x="14758" y="6821"/>
                    <a:pt x="15926" y="6063"/>
                  </a:cubicBezTo>
                  <a:cubicBezTo>
                    <a:pt x="16510" y="5684"/>
                    <a:pt x="18261" y="6063"/>
                    <a:pt x="19429" y="6063"/>
                  </a:cubicBezTo>
                  <a:cubicBezTo>
                    <a:pt x="18261" y="4547"/>
                    <a:pt x="18261" y="3789"/>
                    <a:pt x="18261" y="2274"/>
                  </a:cubicBezTo>
                  <a:cubicBezTo>
                    <a:pt x="18261" y="1895"/>
                    <a:pt x="18261" y="1137"/>
                    <a:pt x="17094" y="758"/>
                  </a:cubicBezTo>
                  <a:cubicBezTo>
                    <a:pt x="17094" y="379"/>
                    <a:pt x="15342" y="0"/>
                    <a:pt x="15342" y="0"/>
                  </a:cubicBezTo>
                  <a:cubicBezTo>
                    <a:pt x="15342" y="758"/>
                    <a:pt x="18845" y="2653"/>
                    <a:pt x="15926" y="3411"/>
                  </a:cubicBezTo>
                  <a:cubicBezTo>
                    <a:pt x="14175" y="4168"/>
                    <a:pt x="13591" y="5305"/>
                    <a:pt x="13007" y="6821"/>
                  </a:cubicBezTo>
                  <a:cubicBezTo>
                    <a:pt x="12423" y="7200"/>
                    <a:pt x="12423" y="8337"/>
                    <a:pt x="11839" y="8337"/>
                  </a:cubicBezTo>
                  <a:cubicBezTo>
                    <a:pt x="10672" y="8716"/>
                    <a:pt x="10672" y="9474"/>
                    <a:pt x="10088" y="10232"/>
                  </a:cubicBezTo>
                  <a:cubicBezTo>
                    <a:pt x="9504" y="10989"/>
                    <a:pt x="8921" y="11747"/>
                    <a:pt x="8337" y="12505"/>
                  </a:cubicBezTo>
                  <a:cubicBezTo>
                    <a:pt x="7169" y="13263"/>
                    <a:pt x="6585" y="11747"/>
                    <a:pt x="6002" y="11747"/>
                  </a:cubicBezTo>
                  <a:cubicBezTo>
                    <a:pt x="3083" y="11747"/>
                    <a:pt x="1331" y="13263"/>
                    <a:pt x="748" y="14779"/>
                  </a:cubicBezTo>
                  <a:cubicBezTo>
                    <a:pt x="748" y="15158"/>
                    <a:pt x="-420" y="15537"/>
                    <a:pt x="164" y="15916"/>
                  </a:cubicBezTo>
                  <a:cubicBezTo>
                    <a:pt x="748" y="16295"/>
                    <a:pt x="1331" y="16674"/>
                    <a:pt x="1915" y="17053"/>
                  </a:cubicBezTo>
                  <a:cubicBezTo>
                    <a:pt x="1915" y="17432"/>
                    <a:pt x="2499" y="16674"/>
                    <a:pt x="2499" y="17053"/>
                  </a:cubicBezTo>
                  <a:cubicBezTo>
                    <a:pt x="3083" y="17432"/>
                    <a:pt x="3666" y="17811"/>
                    <a:pt x="3666" y="18189"/>
                  </a:cubicBezTo>
                  <a:cubicBezTo>
                    <a:pt x="4250" y="18947"/>
                    <a:pt x="3666" y="20084"/>
                    <a:pt x="3666" y="20842"/>
                  </a:cubicBezTo>
                  <a:cubicBezTo>
                    <a:pt x="5418" y="20463"/>
                    <a:pt x="7169" y="20463"/>
                    <a:pt x="8921" y="20463"/>
                  </a:cubicBezTo>
                  <a:cubicBezTo>
                    <a:pt x="11256" y="20463"/>
                    <a:pt x="14175" y="20842"/>
                    <a:pt x="16510" y="2084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3" name="Shape 5583"/>
            <p:cNvSpPr/>
            <p:nvPr/>
          </p:nvSpPr>
          <p:spPr>
            <a:xfrm>
              <a:off x="7862067" y="4733721"/>
              <a:ext cx="133367" cy="289887"/>
            </a:xfrm>
            <a:custGeom>
              <a:avLst/>
              <a:gdLst/>
              <a:ahLst/>
              <a:cxnLst>
                <a:cxn ang="0">
                  <a:pos x="wd2" y="hd2"/>
                </a:cxn>
                <a:cxn ang="5400000">
                  <a:pos x="wd2" y="hd2"/>
                </a:cxn>
                <a:cxn ang="10800000">
                  <a:pos x="wd2" y="hd2"/>
                </a:cxn>
                <a:cxn ang="16200000">
                  <a:pos x="wd2" y="hd2"/>
                </a:cxn>
              </a:cxnLst>
              <a:rect l="0" t="0" r="r" b="b"/>
              <a:pathLst>
                <a:path w="20552" h="21600" fill="norm" stroke="1" extrusionOk="0">
                  <a:moveTo>
                    <a:pt x="14792" y="0"/>
                  </a:moveTo>
                  <a:cubicBezTo>
                    <a:pt x="11912" y="1394"/>
                    <a:pt x="13352" y="1394"/>
                    <a:pt x="11912" y="2787"/>
                  </a:cubicBezTo>
                  <a:cubicBezTo>
                    <a:pt x="10472" y="4181"/>
                    <a:pt x="7592" y="3484"/>
                    <a:pt x="4712" y="3484"/>
                  </a:cubicBezTo>
                  <a:cubicBezTo>
                    <a:pt x="4712" y="3484"/>
                    <a:pt x="1832" y="4877"/>
                    <a:pt x="392" y="5574"/>
                  </a:cubicBezTo>
                  <a:cubicBezTo>
                    <a:pt x="-1048" y="6271"/>
                    <a:pt x="1832" y="7665"/>
                    <a:pt x="3272" y="9058"/>
                  </a:cubicBezTo>
                  <a:cubicBezTo>
                    <a:pt x="9032" y="12542"/>
                    <a:pt x="4712" y="17419"/>
                    <a:pt x="7592" y="21600"/>
                  </a:cubicBezTo>
                  <a:cubicBezTo>
                    <a:pt x="9032" y="21600"/>
                    <a:pt x="11912" y="21600"/>
                    <a:pt x="14792" y="20903"/>
                  </a:cubicBezTo>
                  <a:cubicBezTo>
                    <a:pt x="16232" y="20903"/>
                    <a:pt x="16232" y="20206"/>
                    <a:pt x="14792" y="18813"/>
                  </a:cubicBezTo>
                  <a:cubicBezTo>
                    <a:pt x="14792" y="16723"/>
                    <a:pt x="14792" y="14632"/>
                    <a:pt x="14792" y="12542"/>
                  </a:cubicBezTo>
                  <a:cubicBezTo>
                    <a:pt x="14792" y="9755"/>
                    <a:pt x="19112" y="8361"/>
                    <a:pt x="20552" y="6271"/>
                  </a:cubicBezTo>
                  <a:cubicBezTo>
                    <a:pt x="20552" y="4181"/>
                    <a:pt x="20552" y="3484"/>
                    <a:pt x="19112" y="2090"/>
                  </a:cubicBezTo>
                  <a:cubicBezTo>
                    <a:pt x="19112" y="2090"/>
                    <a:pt x="14792" y="0"/>
                    <a:pt x="14792" y="0"/>
                  </a:cubicBezTo>
                  <a:cubicBezTo>
                    <a:pt x="13352" y="697"/>
                    <a:pt x="14792" y="0"/>
                    <a:pt x="14792"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4" name="Shape 5584"/>
            <p:cNvSpPr/>
            <p:nvPr/>
          </p:nvSpPr>
          <p:spPr>
            <a:xfrm>
              <a:off x="7956307" y="4667265"/>
              <a:ext cx="545629" cy="452011"/>
            </a:xfrm>
            <a:custGeom>
              <a:avLst/>
              <a:gdLst/>
              <a:ahLst/>
              <a:cxnLst>
                <a:cxn ang="0">
                  <a:pos x="wd2" y="hd2"/>
                </a:cxn>
                <a:cxn ang="5400000">
                  <a:pos x="wd2" y="hd2"/>
                </a:cxn>
                <a:cxn ang="10800000">
                  <a:pos x="wd2" y="hd2"/>
                </a:cxn>
                <a:cxn ang="16200000">
                  <a:pos x="wd2" y="hd2"/>
                </a:cxn>
              </a:cxnLst>
              <a:rect l="0" t="0" r="r" b="b"/>
              <a:pathLst>
                <a:path w="21386" h="20433" fill="norm" stroke="1" extrusionOk="0">
                  <a:moveTo>
                    <a:pt x="11135" y="17480"/>
                  </a:moveTo>
                  <a:cubicBezTo>
                    <a:pt x="11501" y="16633"/>
                    <a:pt x="12600" y="15363"/>
                    <a:pt x="13332" y="15363"/>
                  </a:cubicBezTo>
                  <a:cubicBezTo>
                    <a:pt x="13698" y="14939"/>
                    <a:pt x="14430" y="14939"/>
                    <a:pt x="14430" y="14939"/>
                  </a:cubicBezTo>
                  <a:cubicBezTo>
                    <a:pt x="14796" y="15363"/>
                    <a:pt x="15162" y="16210"/>
                    <a:pt x="15528" y="15786"/>
                  </a:cubicBezTo>
                  <a:cubicBezTo>
                    <a:pt x="16261" y="15363"/>
                    <a:pt x="16627" y="14092"/>
                    <a:pt x="16993" y="13245"/>
                  </a:cubicBezTo>
                  <a:cubicBezTo>
                    <a:pt x="16993" y="12821"/>
                    <a:pt x="17359" y="11974"/>
                    <a:pt x="17359" y="11551"/>
                  </a:cubicBezTo>
                  <a:cubicBezTo>
                    <a:pt x="17725" y="11127"/>
                    <a:pt x="18091" y="11551"/>
                    <a:pt x="18457" y="11127"/>
                  </a:cubicBezTo>
                  <a:cubicBezTo>
                    <a:pt x="18457" y="10280"/>
                    <a:pt x="19189" y="5621"/>
                    <a:pt x="20288" y="5621"/>
                  </a:cubicBezTo>
                  <a:cubicBezTo>
                    <a:pt x="21020" y="5621"/>
                    <a:pt x="21386" y="4774"/>
                    <a:pt x="21386" y="4351"/>
                  </a:cubicBezTo>
                  <a:cubicBezTo>
                    <a:pt x="21386" y="3504"/>
                    <a:pt x="20654" y="3504"/>
                    <a:pt x="20654" y="3080"/>
                  </a:cubicBezTo>
                  <a:cubicBezTo>
                    <a:pt x="20654" y="2657"/>
                    <a:pt x="20288" y="2657"/>
                    <a:pt x="20288" y="2233"/>
                  </a:cubicBezTo>
                  <a:cubicBezTo>
                    <a:pt x="19922" y="1386"/>
                    <a:pt x="19922" y="963"/>
                    <a:pt x="19555" y="116"/>
                  </a:cubicBezTo>
                  <a:cubicBezTo>
                    <a:pt x="19189" y="539"/>
                    <a:pt x="18091" y="1810"/>
                    <a:pt x="17359" y="1810"/>
                  </a:cubicBezTo>
                  <a:cubicBezTo>
                    <a:pt x="16261" y="1386"/>
                    <a:pt x="15528" y="1386"/>
                    <a:pt x="14430" y="1386"/>
                  </a:cubicBezTo>
                  <a:cubicBezTo>
                    <a:pt x="13332" y="1386"/>
                    <a:pt x="12600" y="2233"/>
                    <a:pt x="11501" y="2233"/>
                  </a:cubicBezTo>
                  <a:cubicBezTo>
                    <a:pt x="10769" y="2233"/>
                    <a:pt x="10037" y="963"/>
                    <a:pt x="9305" y="1386"/>
                  </a:cubicBezTo>
                  <a:cubicBezTo>
                    <a:pt x="7840" y="2233"/>
                    <a:pt x="7474" y="1810"/>
                    <a:pt x="6742" y="963"/>
                  </a:cubicBezTo>
                  <a:cubicBezTo>
                    <a:pt x="6376" y="539"/>
                    <a:pt x="5278" y="-308"/>
                    <a:pt x="4545" y="116"/>
                  </a:cubicBezTo>
                  <a:cubicBezTo>
                    <a:pt x="4179" y="116"/>
                    <a:pt x="3081" y="539"/>
                    <a:pt x="2715" y="963"/>
                  </a:cubicBezTo>
                  <a:cubicBezTo>
                    <a:pt x="2349" y="1386"/>
                    <a:pt x="2715" y="1810"/>
                    <a:pt x="2349" y="2233"/>
                  </a:cubicBezTo>
                  <a:cubicBezTo>
                    <a:pt x="2349" y="2657"/>
                    <a:pt x="1983" y="3504"/>
                    <a:pt x="1983" y="3927"/>
                  </a:cubicBezTo>
                  <a:cubicBezTo>
                    <a:pt x="1617" y="4774"/>
                    <a:pt x="1617" y="5621"/>
                    <a:pt x="1617" y="6468"/>
                  </a:cubicBezTo>
                  <a:cubicBezTo>
                    <a:pt x="1617" y="7739"/>
                    <a:pt x="518" y="8586"/>
                    <a:pt x="152" y="9857"/>
                  </a:cubicBezTo>
                  <a:cubicBezTo>
                    <a:pt x="-214" y="11127"/>
                    <a:pt x="152" y="14092"/>
                    <a:pt x="518" y="15786"/>
                  </a:cubicBezTo>
                  <a:cubicBezTo>
                    <a:pt x="518" y="16210"/>
                    <a:pt x="1250" y="15786"/>
                    <a:pt x="1617" y="15786"/>
                  </a:cubicBezTo>
                  <a:cubicBezTo>
                    <a:pt x="1983" y="15786"/>
                    <a:pt x="2715" y="16210"/>
                    <a:pt x="3081" y="16210"/>
                  </a:cubicBezTo>
                  <a:cubicBezTo>
                    <a:pt x="3447" y="16633"/>
                    <a:pt x="4911" y="17480"/>
                    <a:pt x="4911" y="17904"/>
                  </a:cubicBezTo>
                  <a:cubicBezTo>
                    <a:pt x="4911" y="18327"/>
                    <a:pt x="4911" y="18327"/>
                    <a:pt x="4911" y="18751"/>
                  </a:cubicBezTo>
                  <a:cubicBezTo>
                    <a:pt x="4911" y="19174"/>
                    <a:pt x="5278" y="19598"/>
                    <a:pt x="5644" y="20021"/>
                  </a:cubicBezTo>
                  <a:cubicBezTo>
                    <a:pt x="6376" y="21292"/>
                    <a:pt x="7474" y="19174"/>
                    <a:pt x="8206" y="19598"/>
                  </a:cubicBezTo>
                  <a:cubicBezTo>
                    <a:pt x="8206" y="19598"/>
                    <a:pt x="7840" y="20021"/>
                    <a:pt x="7840" y="20021"/>
                  </a:cubicBezTo>
                  <a:cubicBezTo>
                    <a:pt x="7840" y="19598"/>
                    <a:pt x="9671" y="19598"/>
                    <a:pt x="9671" y="19598"/>
                  </a:cubicBezTo>
                  <a:cubicBezTo>
                    <a:pt x="10403" y="19598"/>
                    <a:pt x="10403" y="18751"/>
                    <a:pt x="10769" y="19598"/>
                  </a:cubicBezTo>
                  <a:cubicBezTo>
                    <a:pt x="11135" y="18751"/>
                    <a:pt x="11135" y="18327"/>
                    <a:pt x="11135" y="17480"/>
                  </a:cubicBezTo>
                  <a:cubicBezTo>
                    <a:pt x="11501" y="17057"/>
                    <a:pt x="11135" y="17904"/>
                    <a:pt x="11135" y="1748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5" name="Shape 5585"/>
            <p:cNvSpPr/>
            <p:nvPr/>
          </p:nvSpPr>
          <p:spPr>
            <a:xfrm>
              <a:off x="7563966" y="4603108"/>
              <a:ext cx="379358" cy="280330"/>
            </a:xfrm>
            <a:custGeom>
              <a:avLst/>
              <a:gdLst/>
              <a:ahLst/>
              <a:cxnLst>
                <a:cxn ang="0">
                  <a:pos x="wd2" y="hd2"/>
                </a:cxn>
                <a:cxn ang="5400000">
                  <a:pos x="wd2" y="hd2"/>
                </a:cxn>
                <a:cxn ang="10800000">
                  <a:pos x="wd2" y="hd2"/>
                </a:cxn>
                <a:cxn ang="16200000">
                  <a:pos x="wd2" y="hd2"/>
                </a:cxn>
              </a:cxnLst>
              <a:rect l="0" t="0" r="r" b="b"/>
              <a:pathLst>
                <a:path w="20744" h="21600" fill="norm" stroke="1" extrusionOk="0">
                  <a:moveTo>
                    <a:pt x="17555" y="14400"/>
                  </a:moveTo>
                  <a:cubicBezTo>
                    <a:pt x="18584" y="12240"/>
                    <a:pt x="20126" y="14400"/>
                    <a:pt x="20641" y="12240"/>
                  </a:cubicBezTo>
                  <a:cubicBezTo>
                    <a:pt x="21155" y="11520"/>
                    <a:pt x="19612" y="9360"/>
                    <a:pt x="19098" y="9360"/>
                  </a:cubicBezTo>
                  <a:cubicBezTo>
                    <a:pt x="18584" y="10800"/>
                    <a:pt x="17041" y="7920"/>
                    <a:pt x="16526" y="7200"/>
                  </a:cubicBezTo>
                  <a:cubicBezTo>
                    <a:pt x="16526" y="6480"/>
                    <a:pt x="16526" y="5760"/>
                    <a:pt x="16012" y="5040"/>
                  </a:cubicBezTo>
                  <a:cubicBezTo>
                    <a:pt x="14984" y="3600"/>
                    <a:pt x="14984" y="2880"/>
                    <a:pt x="14984" y="720"/>
                  </a:cubicBezTo>
                  <a:cubicBezTo>
                    <a:pt x="14469" y="720"/>
                    <a:pt x="13441" y="0"/>
                    <a:pt x="12926" y="0"/>
                  </a:cubicBezTo>
                  <a:cubicBezTo>
                    <a:pt x="11898" y="720"/>
                    <a:pt x="11384" y="1440"/>
                    <a:pt x="10869" y="1440"/>
                  </a:cubicBezTo>
                  <a:cubicBezTo>
                    <a:pt x="10355" y="2160"/>
                    <a:pt x="9841" y="2880"/>
                    <a:pt x="9326" y="2880"/>
                  </a:cubicBezTo>
                  <a:cubicBezTo>
                    <a:pt x="8812" y="4320"/>
                    <a:pt x="8812" y="2880"/>
                    <a:pt x="8298" y="3600"/>
                  </a:cubicBezTo>
                  <a:cubicBezTo>
                    <a:pt x="7269" y="4320"/>
                    <a:pt x="6241" y="7920"/>
                    <a:pt x="5212" y="7200"/>
                  </a:cubicBezTo>
                  <a:cubicBezTo>
                    <a:pt x="4698" y="7200"/>
                    <a:pt x="4184" y="5760"/>
                    <a:pt x="4184" y="7200"/>
                  </a:cubicBezTo>
                  <a:cubicBezTo>
                    <a:pt x="3669" y="7920"/>
                    <a:pt x="3669" y="9360"/>
                    <a:pt x="3155" y="10080"/>
                  </a:cubicBezTo>
                  <a:cubicBezTo>
                    <a:pt x="3155" y="10800"/>
                    <a:pt x="3155" y="11520"/>
                    <a:pt x="2126" y="11520"/>
                  </a:cubicBezTo>
                  <a:cubicBezTo>
                    <a:pt x="2126" y="11520"/>
                    <a:pt x="69" y="12240"/>
                    <a:pt x="584" y="12960"/>
                  </a:cubicBezTo>
                  <a:cubicBezTo>
                    <a:pt x="2126" y="14400"/>
                    <a:pt x="-445" y="16560"/>
                    <a:pt x="69" y="17280"/>
                  </a:cubicBezTo>
                  <a:cubicBezTo>
                    <a:pt x="1098" y="18000"/>
                    <a:pt x="2126" y="21600"/>
                    <a:pt x="3669" y="20160"/>
                  </a:cubicBezTo>
                  <a:cubicBezTo>
                    <a:pt x="5212" y="18720"/>
                    <a:pt x="6241" y="19440"/>
                    <a:pt x="7784" y="21600"/>
                  </a:cubicBezTo>
                  <a:cubicBezTo>
                    <a:pt x="7269" y="19440"/>
                    <a:pt x="7269" y="17280"/>
                    <a:pt x="7269" y="15840"/>
                  </a:cubicBezTo>
                  <a:cubicBezTo>
                    <a:pt x="9326" y="15840"/>
                    <a:pt x="10869" y="15840"/>
                    <a:pt x="12926" y="15840"/>
                  </a:cubicBezTo>
                  <a:cubicBezTo>
                    <a:pt x="14469" y="15840"/>
                    <a:pt x="17041" y="16560"/>
                    <a:pt x="17555" y="14400"/>
                  </a:cubicBezTo>
                  <a:cubicBezTo>
                    <a:pt x="18069" y="12960"/>
                    <a:pt x="17555" y="14400"/>
                    <a:pt x="17555" y="14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6" name="Shape 5586"/>
            <p:cNvSpPr/>
            <p:nvPr/>
          </p:nvSpPr>
          <p:spPr>
            <a:xfrm>
              <a:off x="7830492" y="4810170"/>
              <a:ext cx="74738" cy="220669"/>
            </a:xfrm>
            <a:custGeom>
              <a:avLst/>
              <a:gdLst/>
              <a:ahLst/>
              <a:cxnLst>
                <a:cxn ang="0">
                  <a:pos x="wd2" y="hd2"/>
                </a:cxn>
                <a:cxn ang="5400000">
                  <a:pos x="wd2" y="hd2"/>
                </a:cxn>
                <a:cxn ang="10800000">
                  <a:pos x="wd2" y="hd2"/>
                </a:cxn>
                <a:cxn ang="16200000">
                  <a:pos x="wd2" y="hd2"/>
                </a:cxn>
              </a:cxnLst>
              <a:rect l="0" t="0" r="r" b="b"/>
              <a:pathLst>
                <a:path w="17475" h="21375" fill="norm" stroke="1" extrusionOk="0">
                  <a:moveTo>
                    <a:pt x="17040" y="9000"/>
                  </a:moveTo>
                  <a:cubicBezTo>
                    <a:pt x="17040" y="8100"/>
                    <a:pt x="17040" y="6300"/>
                    <a:pt x="14880" y="5400"/>
                  </a:cubicBezTo>
                  <a:cubicBezTo>
                    <a:pt x="12720" y="4500"/>
                    <a:pt x="6240" y="900"/>
                    <a:pt x="8400" y="0"/>
                  </a:cubicBezTo>
                  <a:cubicBezTo>
                    <a:pt x="6240" y="0"/>
                    <a:pt x="4080" y="0"/>
                    <a:pt x="1920" y="0"/>
                  </a:cubicBezTo>
                  <a:cubicBezTo>
                    <a:pt x="-2400" y="0"/>
                    <a:pt x="1920" y="1800"/>
                    <a:pt x="1920" y="2700"/>
                  </a:cubicBezTo>
                  <a:cubicBezTo>
                    <a:pt x="4080" y="4500"/>
                    <a:pt x="1920" y="6300"/>
                    <a:pt x="1920" y="8100"/>
                  </a:cubicBezTo>
                  <a:cubicBezTo>
                    <a:pt x="-240" y="10800"/>
                    <a:pt x="4080" y="10800"/>
                    <a:pt x="6240" y="13500"/>
                  </a:cubicBezTo>
                  <a:cubicBezTo>
                    <a:pt x="6240" y="15300"/>
                    <a:pt x="4080" y="17100"/>
                    <a:pt x="6240" y="18900"/>
                  </a:cubicBezTo>
                  <a:cubicBezTo>
                    <a:pt x="6240" y="19800"/>
                    <a:pt x="8400" y="20700"/>
                    <a:pt x="10560" y="20700"/>
                  </a:cubicBezTo>
                  <a:cubicBezTo>
                    <a:pt x="12720" y="21600"/>
                    <a:pt x="19200" y="21600"/>
                    <a:pt x="17040" y="20700"/>
                  </a:cubicBezTo>
                  <a:cubicBezTo>
                    <a:pt x="17040" y="17100"/>
                    <a:pt x="17040" y="13500"/>
                    <a:pt x="17040" y="9000"/>
                  </a:cubicBezTo>
                  <a:cubicBezTo>
                    <a:pt x="17040" y="6300"/>
                    <a:pt x="17040" y="11700"/>
                    <a:pt x="17040" y="90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7" name="Shape 5587"/>
            <p:cNvSpPr/>
            <p:nvPr/>
          </p:nvSpPr>
          <p:spPr>
            <a:xfrm>
              <a:off x="7431316" y="4826461"/>
              <a:ext cx="272269" cy="283155"/>
            </a:xfrm>
            <a:custGeom>
              <a:avLst/>
              <a:gdLst/>
              <a:ahLst/>
              <a:cxnLst>
                <a:cxn ang="0">
                  <a:pos x="wd2" y="hd2"/>
                </a:cxn>
                <a:cxn ang="5400000">
                  <a:pos x="wd2" y="hd2"/>
                </a:cxn>
                <a:cxn ang="10800000">
                  <a:pos x="wd2" y="hd2"/>
                </a:cxn>
                <a:cxn ang="16200000">
                  <a:pos x="wd2" y="hd2"/>
                </a:cxn>
              </a:cxnLst>
              <a:rect l="0" t="0" r="r" b="b"/>
              <a:pathLst>
                <a:path w="19851" h="21098" fill="norm" stroke="1" extrusionOk="0">
                  <a:moveTo>
                    <a:pt x="16641" y="2285"/>
                  </a:moveTo>
                  <a:cubicBezTo>
                    <a:pt x="15291" y="2285"/>
                    <a:pt x="14616" y="3679"/>
                    <a:pt x="13266" y="2982"/>
                  </a:cubicBezTo>
                  <a:cubicBezTo>
                    <a:pt x="11916" y="2982"/>
                    <a:pt x="10566" y="-502"/>
                    <a:pt x="9216" y="195"/>
                  </a:cubicBezTo>
                  <a:cubicBezTo>
                    <a:pt x="8541" y="892"/>
                    <a:pt x="7866" y="892"/>
                    <a:pt x="7866" y="195"/>
                  </a:cubicBezTo>
                  <a:cubicBezTo>
                    <a:pt x="7191" y="-502"/>
                    <a:pt x="6516" y="892"/>
                    <a:pt x="5841" y="892"/>
                  </a:cubicBezTo>
                  <a:cubicBezTo>
                    <a:pt x="4491" y="1588"/>
                    <a:pt x="3816" y="892"/>
                    <a:pt x="3141" y="892"/>
                  </a:cubicBezTo>
                  <a:cubicBezTo>
                    <a:pt x="2466" y="195"/>
                    <a:pt x="2466" y="1588"/>
                    <a:pt x="1791" y="1588"/>
                  </a:cubicBezTo>
                  <a:cubicBezTo>
                    <a:pt x="1116" y="1588"/>
                    <a:pt x="441" y="2982"/>
                    <a:pt x="1116" y="3679"/>
                  </a:cubicBezTo>
                  <a:cubicBezTo>
                    <a:pt x="1116" y="4375"/>
                    <a:pt x="2466" y="4375"/>
                    <a:pt x="2466" y="4375"/>
                  </a:cubicBezTo>
                  <a:cubicBezTo>
                    <a:pt x="2466" y="5072"/>
                    <a:pt x="1116" y="5769"/>
                    <a:pt x="1116" y="5769"/>
                  </a:cubicBezTo>
                  <a:cubicBezTo>
                    <a:pt x="1116" y="6466"/>
                    <a:pt x="2466" y="7163"/>
                    <a:pt x="2466" y="7859"/>
                  </a:cubicBezTo>
                  <a:cubicBezTo>
                    <a:pt x="2466" y="7859"/>
                    <a:pt x="1116" y="7163"/>
                    <a:pt x="1116" y="8556"/>
                  </a:cubicBezTo>
                  <a:cubicBezTo>
                    <a:pt x="1116" y="9253"/>
                    <a:pt x="1791" y="10646"/>
                    <a:pt x="441" y="10646"/>
                  </a:cubicBezTo>
                  <a:cubicBezTo>
                    <a:pt x="1116" y="11343"/>
                    <a:pt x="1116" y="12040"/>
                    <a:pt x="441" y="12737"/>
                  </a:cubicBezTo>
                  <a:cubicBezTo>
                    <a:pt x="441" y="14130"/>
                    <a:pt x="-909" y="14130"/>
                    <a:pt x="1116" y="15524"/>
                  </a:cubicBezTo>
                  <a:cubicBezTo>
                    <a:pt x="1791" y="15524"/>
                    <a:pt x="3141" y="16221"/>
                    <a:pt x="3816" y="17614"/>
                  </a:cubicBezTo>
                  <a:cubicBezTo>
                    <a:pt x="4491" y="18311"/>
                    <a:pt x="3816" y="19704"/>
                    <a:pt x="3816" y="21098"/>
                  </a:cubicBezTo>
                  <a:cubicBezTo>
                    <a:pt x="6516" y="20401"/>
                    <a:pt x="8541" y="19008"/>
                    <a:pt x="11916" y="19008"/>
                  </a:cubicBezTo>
                  <a:cubicBezTo>
                    <a:pt x="13266" y="18311"/>
                    <a:pt x="15291" y="19008"/>
                    <a:pt x="16641" y="19008"/>
                  </a:cubicBezTo>
                  <a:cubicBezTo>
                    <a:pt x="17991" y="19008"/>
                    <a:pt x="20016" y="19704"/>
                    <a:pt x="19341" y="17614"/>
                  </a:cubicBezTo>
                  <a:cubicBezTo>
                    <a:pt x="19341" y="16221"/>
                    <a:pt x="18666" y="15524"/>
                    <a:pt x="17991" y="14130"/>
                  </a:cubicBezTo>
                  <a:cubicBezTo>
                    <a:pt x="17991" y="12737"/>
                    <a:pt x="18666" y="11343"/>
                    <a:pt x="19341" y="9950"/>
                  </a:cubicBezTo>
                  <a:cubicBezTo>
                    <a:pt x="20016" y="7163"/>
                    <a:pt x="20691" y="2285"/>
                    <a:pt x="16641" y="228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8" name="Shape 5588"/>
            <p:cNvSpPr/>
            <p:nvPr/>
          </p:nvSpPr>
          <p:spPr>
            <a:xfrm>
              <a:off x="7678297" y="4810170"/>
              <a:ext cx="205645" cy="280330"/>
            </a:xfrm>
            <a:custGeom>
              <a:avLst/>
              <a:gdLst/>
              <a:ahLst/>
              <a:cxnLst>
                <a:cxn ang="0">
                  <a:pos x="wd2" y="hd2"/>
                </a:cxn>
                <a:cxn ang="5400000">
                  <a:pos x="wd2" y="hd2"/>
                </a:cxn>
                <a:cxn ang="10800000">
                  <a:pos x="wd2" y="hd2"/>
                </a:cxn>
                <a:cxn ang="16200000">
                  <a:pos x="wd2" y="hd2"/>
                </a:cxn>
              </a:cxnLst>
              <a:rect l="0" t="0" r="r" b="b"/>
              <a:pathLst>
                <a:path w="20812" h="21600" fill="norm" stroke="1" extrusionOk="0">
                  <a:moveTo>
                    <a:pt x="17055" y="9360"/>
                  </a:moveTo>
                  <a:cubicBezTo>
                    <a:pt x="15177" y="7920"/>
                    <a:pt x="16116" y="5760"/>
                    <a:pt x="16116" y="4320"/>
                  </a:cubicBezTo>
                  <a:cubicBezTo>
                    <a:pt x="17055" y="2880"/>
                    <a:pt x="14238" y="1440"/>
                    <a:pt x="15177" y="0"/>
                  </a:cubicBezTo>
                  <a:cubicBezTo>
                    <a:pt x="10482" y="0"/>
                    <a:pt x="6725" y="0"/>
                    <a:pt x="2029" y="0"/>
                  </a:cubicBezTo>
                  <a:cubicBezTo>
                    <a:pt x="2029" y="2160"/>
                    <a:pt x="2969" y="5040"/>
                    <a:pt x="2969" y="7920"/>
                  </a:cubicBezTo>
                  <a:cubicBezTo>
                    <a:pt x="2969" y="10800"/>
                    <a:pt x="-788" y="12960"/>
                    <a:pt x="151" y="15840"/>
                  </a:cubicBezTo>
                  <a:cubicBezTo>
                    <a:pt x="1090" y="18000"/>
                    <a:pt x="2969" y="18720"/>
                    <a:pt x="2029" y="21600"/>
                  </a:cubicBezTo>
                  <a:cubicBezTo>
                    <a:pt x="4847" y="21600"/>
                    <a:pt x="5786" y="21600"/>
                    <a:pt x="8603" y="20880"/>
                  </a:cubicBezTo>
                  <a:cubicBezTo>
                    <a:pt x="13299" y="20160"/>
                    <a:pt x="17055" y="18720"/>
                    <a:pt x="20812" y="17280"/>
                  </a:cubicBezTo>
                  <a:cubicBezTo>
                    <a:pt x="18934" y="16560"/>
                    <a:pt x="17995" y="15120"/>
                    <a:pt x="17995" y="13680"/>
                  </a:cubicBezTo>
                  <a:cubicBezTo>
                    <a:pt x="17995" y="12240"/>
                    <a:pt x="17995" y="10800"/>
                    <a:pt x="17055" y="9360"/>
                  </a:cubicBezTo>
                  <a:cubicBezTo>
                    <a:pt x="15177" y="7920"/>
                    <a:pt x="17995" y="10800"/>
                    <a:pt x="17055" y="936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89" name="Shape 5589"/>
            <p:cNvSpPr/>
            <p:nvPr/>
          </p:nvSpPr>
          <p:spPr>
            <a:xfrm>
              <a:off x="7209719" y="4853430"/>
              <a:ext cx="128920" cy="146316"/>
            </a:xfrm>
            <a:custGeom>
              <a:avLst/>
              <a:gdLst/>
              <a:ahLst/>
              <a:cxnLst>
                <a:cxn ang="0">
                  <a:pos x="wd2" y="hd2"/>
                </a:cxn>
                <a:cxn ang="5400000">
                  <a:pos x="wd2" y="hd2"/>
                </a:cxn>
                <a:cxn ang="10800000">
                  <a:pos x="wd2" y="hd2"/>
                </a:cxn>
                <a:cxn ang="16200000">
                  <a:pos x="wd2" y="hd2"/>
                </a:cxn>
              </a:cxnLst>
              <a:rect l="0" t="0" r="r" b="b"/>
              <a:pathLst>
                <a:path w="19867" h="18719" fill="norm" stroke="1" extrusionOk="0">
                  <a:moveTo>
                    <a:pt x="16126" y="14933"/>
                  </a:moveTo>
                  <a:cubicBezTo>
                    <a:pt x="20446" y="13733"/>
                    <a:pt x="20446" y="7733"/>
                    <a:pt x="19006" y="5333"/>
                  </a:cubicBezTo>
                  <a:cubicBezTo>
                    <a:pt x="16126" y="533"/>
                    <a:pt x="10366" y="-1867"/>
                    <a:pt x="6046" y="1733"/>
                  </a:cubicBezTo>
                  <a:cubicBezTo>
                    <a:pt x="3166" y="2933"/>
                    <a:pt x="-1154" y="5333"/>
                    <a:pt x="286" y="7733"/>
                  </a:cubicBezTo>
                  <a:cubicBezTo>
                    <a:pt x="1726" y="10133"/>
                    <a:pt x="1726" y="11333"/>
                    <a:pt x="4606" y="12533"/>
                  </a:cubicBezTo>
                  <a:cubicBezTo>
                    <a:pt x="6046" y="14933"/>
                    <a:pt x="6046" y="16133"/>
                    <a:pt x="8926" y="17333"/>
                  </a:cubicBezTo>
                  <a:cubicBezTo>
                    <a:pt x="10366" y="18533"/>
                    <a:pt x="11806" y="19733"/>
                    <a:pt x="13246" y="17333"/>
                  </a:cubicBezTo>
                  <a:cubicBezTo>
                    <a:pt x="13246" y="16133"/>
                    <a:pt x="14686" y="16133"/>
                    <a:pt x="16126" y="14933"/>
                  </a:cubicBezTo>
                  <a:cubicBezTo>
                    <a:pt x="19006" y="13733"/>
                    <a:pt x="14686" y="16133"/>
                    <a:pt x="16126" y="1493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0" name="Shape 5590"/>
            <p:cNvSpPr/>
            <p:nvPr/>
          </p:nvSpPr>
          <p:spPr>
            <a:xfrm>
              <a:off x="7285053" y="4920700"/>
              <a:ext cx="201832" cy="188916"/>
            </a:xfrm>
            <a:custGeom>
              <a:avLst/>
              <a:gdLst/>
              <a:ahLst/>
              <a:cxnLst>
                <a:cxn ang="0">
                  <a:pos x="wd2" y="hd2"/>
                </a:cxn>
                <a:cxn ang="5400000">
                  <a:pos x="wd2" y="hd2"/>
                </a:cxn>
                <a:cxn ang="10800000">
                  <a:pos x="wd2" y="hd2"/>
                </a:cxn>
                <a:cxn ang="16200000">
                  <a:pos x="wd2" y="hd2"/>
                </a:cxn>
              </a:cxnLst>
              <a:rect l="0" t="0" r="r" b="b"/>
              <a:pathLst>
                <a:path w="21055" h="20660" fill="norm" stroke="1" extrusionOk="0">
                  <a:moveTo>
                    <a:pt x="20618" y="16546"/>
                  </a:moveTo>
                  <a:cubicBezTo>
                    <a:pt x="21600" y="14489"/>
                    <a:pt x="19636" y="13460"/>
                    <a:pt x="18655" y="12431"/>
                  </a:cubicBezTo>
                  <a:cubicBezTo>
                    <a:pt x="17673" y="12431"/>
                    <a:pt x="13745" y="11403"/>
                    <a:pt x="15709" y="10374"/>
                  </a:cubicBezTo>
                  <a:cubicBezTo>
                    <a:pt x="16691" y="9346"/>
                    <a:pt x="16691" y="6260"/>
                    <a:pt x="15709" y="5231"/>
                  </a:cubicBezTo>
                  <a:cubicBezTo>
                    <a:pt x="14727" y="3174"/>
                    <a:pt x="13745" y="7289"/>
                    <a:pt x="12764" y="7289"/>
                  </a:cubicBezTo>
                  <a:cubicBezTo>
                    <a:pt x="9818" y="7289"/>
                    <a:pt x="10800" y="-940"/>
                    <a:pt x="8836" y="89"/>
                  </a:cubicBezTo>
                  <a:cubicBezTo>
                    <a:pt x="7855" y="1117"/>
                    <a:pt x="5891" y="2146"/>
                    <a:pt x="4909" y="3174"/>
                  </a:cubicBezTo>
                  <a:cubicBezTo>
                    <a:pt x="3927" y="5231"/>
                    <a:pt x="1964" y="6260"/>
                    <a:pt x="0" y="8317"/>
                  </a:cubicBezTo>
                  <a:cubicBezTo>
                    <a:pt x="4909" y="11403"/>
                    <a:pt x="7855" y="14489"/>
                    <a:pt x="11782" y="17574"/>
                  </a:cubicBezTo>
                  <a:cubicBezTo>
                    <a:pt x="13745" y="19631"/>
                    <a:pt x="15709" y="20660"/>
                    <a:pt x="18655" y="20660"/>
                  </a:cubicBezTo>
                  <a:cubicBezTo>
                    <a:pt x="21600" y="20660"/>
                    <a:pt x="19636" y="18603"/>
                    <a:pt x="20618" y="16546"/>
                  </a:cubicBezTo>
                  <a:cubicBezTo>
                    <a:pt x="21600" y="14489"/>
                    <a:pt x="20618" y="18603"/>
                    <a:pt x="20618" y="1654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1" name="Shape 5591"/>
            <p:cNvSpPr/>
            <p:nvPr/>
          </p:nvSpPr>
          <p:spPr>
            <a:xfrm>
              <a:off x="7138517" y="4726525"/>
              <a:ext cx="324928" cy="255453"/>
            </a:xfrm>
            <a:custGeom>
              <a:avLst/>
              <a:gdLst/>
              <a:ahLst/>
              <a:cxnLst>
                <a:cxn ang="0">
                  <a:pos x="wd2" y="hd2"/>
                </a:cxn>
                <a:cxn ang="5400000">
                  <a:pos x="wd2" y="hd2"/>
                </a:cxn>
                <a:cxn ang="10800000">
                  <a:pos x="wd2" y="hd2"/>
                </a:cxn>
                <a:cxn ang="16200000">
                  <a:pos x="wd2" y="hd2"/>
                </a:cxn>
              </a:cxnLst>
              <a:rect l="0" t="0" r="r" b="b"/>
              <a:pathLst>
                <a:path w="21600" h="20141" fill="norm" stroke="1" extrusionOk="0">
                  <a:moveTo>
                    <a:pt x="6171" y="11731"/>
                  </a:moveTo>
                  <a:cubicBezTo>
                    <a:pt x="8640" y="10242"/>
                    <a:pt x="11109" y="8752"/>
                    <a:pt x="12343" y="12476"/>
                  </a:cubicBezTo>
                  <a:cubicBezTo>
                    <a:pt x="13577" y="13966"/>
                    <a:pt x="12960" y="14711"/>
                    <a:pt x="12960" y="16945"/>
                  </a:cubicBezTo>
                  <a:cubicBezTo>
                    <a:pt x="13577" y="17690"/>
                    <a:pt x="14811" y="15455"/>
                    <a:pt x="15429" y="15455"/>
                  </a:cubicBezTo>
                  <a:cubicBezTo>
                    <a:pt x="16663" y="14711"/>
                    <a:pt x="16663" y="21414"/>
                    <a:pt x="17897" y="19924"/>
                  </a:cubicBezTo>
                  <a:cubicBezTo>
                    <a:pt x="18514" y="19924"/>
                    <a:pt x="18514" y="19180"/>
                    <a:pt x="19131" y="19180"/>
                  </a:cubicBezTo>
                  <a:cubicBezTo>
                    <a:pt x="19131" y="18435"/>
                    <a:pt x="20366" y="19180"/>
                    <a:pt x="20366" y="18435"/>
                  </a:cubicBezTo>
                  <a:cubicBezTo>
                    <a:pt x="20983" y="17690"/>
                    <a:pt x="20366" y="16945"/>
                    <a:pt x="20366" y="16945"/>
                  </a:cubicBezTo>
                  <a:cubicBezTo>
                    <a:pt x="20366" y="15455"/>
                    <a:pt x="21600" y="16200"/>
                    <a:pt x="21600" y="16200"/>
                  </a:cubicBezTo>
                  <a:cubicBezTo>
                    <a:pt x="21600" y="15455"/>
                    <a:pt x="19749" y="14711"/>
                    <a:pt x="20983" y="13966"/>
                  </a:cubicBezTo>
                  <a:cubicBezTo>
                    <a:pt x="21600" y="13221"/>
                    <a:pt x="21600" y="12476"/>
                    <a:pt x="20366" y="11731"/>
                  </a:cubicBezTo>
                  <a:cubicBezTo>
                    <a:pt x="19749" y="10986"/>
                    <a:pt x="20983" y="9497"/>
                    <a:pt x="20366" y="8752"/>
                  </a:cubicBezTo>
                  <a:cubicBezTo>
                    <a:pt x="19749" y="8007"/>
                    <a:pt x="20366" y="7262"/>
                    <a:pt x="19749" y="5773"/>
                  </a:cubicBezTo>
                  <a:cubicBezTo>
                    <a:pt x="19131" y="5028"/>
                    <a:pt x="17897" y="-186"/>
                    <a:pt x="16046" y="1304"/>
                  </a:cubicBezTo>
                  <a:cubicBezTo>
                    <a:pt x="16046" y="1304"/>
                    <a:pt x="15429" y="2048"/>
                    <a:pt x="14811" y="2048"/>
                  </a:cubicBezTo>
                  <a:cubicBezTo>
                    <a:pt x="14194" y="2048"/>
                    <a:pt x="14194" y="2048"/>
                    <a:pt x="13577" y="2048"/>
                  </a:cubicBezTo>
                  <a:cubicBezTo>
                    <a:pt x="12960" y="2793"/>
                    <a:pt x="12343" y="2048"/>
                    <a:pt x="11726" y="2048"/>
                  </a:cubicBezTo>
                  <a:cubicBezTo>
                    <a:pt x="11109" y="2048"/>
                    <a:pt x="11109" y="2793"/>
                    <a:pt x="11109" y="2048"/>
                  </a:cubicBezTo>
                  <a:cubicBezTo>
                    <a:pt x="9874" y="1304"/>
                    <a:pt x="10491" y="1304"/>
                    <a:pt x="9257" y="1304"/>
                  </a:cubicBezTo>
                  <a:cubicBezTo>
                    <a:pt x="7406" y="2048"/>
                    <a:pt x="7406" y="559"/>
                    <a:pt x="6171" y="559"/>
                  </a:cubicBezTo>
                  <a:cubicBezTo>
                    <a:pt x="4937" y="-186"/>
                    <a:pt x="3703" y="-186"/>
                    <a:pt x="3086" y="559"/>
                  </a:cubicBezTo>
                  <a:cubicBezTo>
                    <a:pt x="3086" y="1304"/>
                    <a:pt x="1851" y="2048"/>
                    <a:pt x="3086" y="2793"/>
                  </a:cubicBezTo>
                  <a:cubicBezTo>
                    <a:pt x="3703" y="3538"/>
                    <a:pt x="3086" y="4283"/>
                    <a:pt x="1851" y="4283"/>
                  </a:cubicBezTo>
                  <a:cubicBezTo>
                    <a:pt x="617" y="4283"/>
                    <a:pt x="0" y="4283"/>
                    <a:pt x="0" y="5773"/>
                  </a:cubicBezTo>
                  <a:cubicBezTo>
                    <a:pt x="617" y="7262"/>
                    <a:pt x="1234" y="8007"/>
                    <a:pt x="1851" y="9497"/>
                  </a:cubicBezTo>
                  <a:cubicBezTo>
                    <a:pt x="3086" y="10986"/>
                    <a:pt x="3703" y="11731"/>
                    <a:pt x="4937" y="13966"/>
                  </a:cubicBezTo>
                  <a:cubicBezTo>
                    <a:pt x="5554" y="13221"/>
                    <a:pt x="5554" y="12476"/>
                    <a:pt x="6171" y="11731"/>
                  </a:cubicBezTo>
                  <a:cubicBezTo>
                    <a:pt x="6789" y="11731"/>
                    <a:pt x="6171" y="12476"/>
                    <a:pt x="6171" y="1173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2" name="Shape 5592"/>
            <p:cNvSpPr/>
            <p:nvPr/>
          </p:nvSpPr>
          <p:spPr>
            <a:xfrm>
              <a:off x="7052510" y="4733721"/>
              <a:ext cx="135384" cy="66897"/>
            </a:xfrm>
            <a:custGeom>
              <a:avLst/>
              <a:gdLst/>
              <a:ahLst/>
              <a:cxnLst>
                <a:cxn ang="0">
                  <a:pos x="wd2" y="hd2"/>
                </a:cxn>
                <a:cxn ang="5400000">
                  <a:pos x="wd2" y="hd2"/>
                </a:cxn>
                <a:cxn ang="10800000">
                  <a:pos x="wd2" y="hd2"/>
                </a:cxn>
                <a:cxn ang="16200000">
                  <a:pos x="wd2" y="hd2"/>
                </a:cxn>
              </a:cxnLst>
              <a:rect l="0" t="0" r="r" b="b"/>
              <a:pathLst>
                <a:path w="19531" h="21600" fill="norm" stroke="1" extrusionOk="0">
                  <a:moveTo>
                    <a:pt x="13500" y="15429"/>
                  </a:moveTo>
                  <a:cubicBezTo>
                    <a:pt x="14850" y="15429"/>
                    <a:pt x="21600" y="15429"/>
                    <a:pt x="18900" y="9257"/>
                  </a:cubicBezTo>
                  <a:cubicBezTo>
                    <a:pt x="16200" y="6171"/>
                    <a:pt x="18900" y="3086"/>
                    <a:pt x="18900" y="0"/>
                  </a:cubicBezTo>
                  <a:cubicBezTo>
                    <a:pt x="16200" y="0"/>
                    <a:pt x="12150" y="0"/>
                    <a:pt x="9450" y="0"/>
                  </a:cubicBezTo>
                  <a:cubicBezTo>
                    <a:pt x="6750" y="0"/>
                    <a:pt x="6750" y="3086"/>
                    <a:pt x="5400" y="0"/>
                  </a:cubicBezTo>
                  <a:cubicBezTo>
                    <a:pt x="2700" y="0"/>
                    <a:pt x="2700" y="0"/>
                    <a:pt x="0" y="3086"/>
                  </a:cubicBezTo>
                  <a:cubicBezTo>
                    <a:pt x="1350" y="6171"/>
                    <a:pt x="1350" y="9257"/>
                    <a:pt x="4050" y="9257"/>
                  </a:cubicBezTo>
                  <a:cubicBezTo>
                    <a:pt x="5400" y="9257"/>
                    <a:pt x="9450" y="9257"/>
                    <a:pt x="9450" y="9257"/>
                  </a:cubicBezTo>
                  <a:cubicBezTo>
                    <a:pt x="6750" y="15429"/>
                    <a:pt x="9450" y="18514"/>
                    <a:pt x="12150" y="21600"/>
                  </a:cubicBezTo>
                  <a:cubicBezTo>
                    <a:pt x="12150" y="21600"/>
                    <a:pt x="12150" y="15429"/>
                    <a:pt x="13500" y="1542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3" name="Shape 5593"/>
            <p:cNvSpPr/>
            <p:nvPr/>
          </p:nvSpPr>
          <p:spPr>
            <a:xfrm>
              <a:off x="7042952" y="4677585"/>
              <a:ext cx="140164" cy="30650"/>
            </a:xfrm>
            <a:custGeom>
              <a:avLst/>
              <a:gdLst/>
              <a:ahLst/>
              <a:cxnLst>
                <a:cxn ang="0">
                  <a:pos x="wd2" y="hd2"/>
                </a:cxn>
                <a:cxn ang="5400000">
                  <a:pos x="wd2" y="hd2"/>
                </a:cxn>
                <a:cxn ang="10800000">
                  <a:pos x="wd2" y="hd2"/>
                </a:cxn>
                <a:cxn ang="16200000">
                  <a:pos x="wd2" y="hd2"/>
                </a:cxn>
              </a:cxnLst>
              <a:rect l="0" t="0" r="r" b="b"/>
              <a:pathLst>
                <a:path w="21600" h="17318" fill="norm" stroke="1" extrusionOk="0">
                  <a:moveTo>
                    <a:pt x="5760" y="17318"/>
                  </a:moveTo>
                  <a:cubicBezTo>
                    <a:pt x="8640" y="11918"/>
                    <a:pt x="10080" y="6518"/>
                    <a:pt x="12960" y="11918"/>
                  </a:cubicBezTo>
                  <a:cubicBezTo>
                    <a:pt x="14400" y="11918"/>
                    <a:pt x="20160" y="17318"/>
                    <a:pt x="21600" y="6518"/>
                  </a:cubicBezTo>
                  <a:cubicBezTo>
                    <a:pt x="21600" y="11918"/>
                    <a:pt x="12960" y="-4282"/>
                    <a:pt x="11520" y="1118"/>
                  </a:cubicBezTo>
                  <a:cubicBezTo>
                    <a:pt x="7200" y="6518"/>
                    <a:pt x="1440" y="-4282"/>
                    <a:pt x="0" y="17318"/>
                  </a:cubicBezTo>
                  <a:cubicBezTo>
                    <a:pt x="2880" y="17318"/>
                    <a:pt x="4320" y="17318"/>
                    <a:pt x="5760" y="17318"/>
                  </a:cubicBezTo>
                  <a:cubicBezTo>
                    <a:pt x="7200" y="17318"/>
                    <a:pt x="5760" y="17318"/>
                    <a:pt x="5760" y="1731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4" name="Shape 5594"/>
            <p:cNvSpPr/>
            <p:nvPr/>
          </p:nvSpPr>
          <p:spPr>
            <a:xfrm>
              <a:off x="7030635" y="4013787"/>
              <a:ext cx="553859" cy="615960"/>
            </a:xfrm>
            <a:custGeom>
              <a:avLst/>
              <a:gdLst/>
              <a:ahLst/>
              <a:cxnLst>
                <a:cxn ang="0">
                  <a:pos x="wd2" y="hd2"/>
                </a:cxn>
                <a:cxn ang="5400000">
                  <a:pos x="wd2" y="hd2"/>
                </a:cxn>
                <a:cxn ang="10800000">
                  <a:pos x="wd2" y="hd2"/>
                </a:cxn>
                <a:cxn ang="16200000">
                  <a:pos x="wd2" y="hd2"/>
                </a:cxn>
              </a:cxnLst>
              <a:rect l="0" t="0" r="r" b="b"/>
              <a:pathLst>
                <a:path w="21338" h="20883" fill="norm" stroke="1" extrusionOk="0">
                  <a:moveTo>
                    <a:pt x="1538" y="18106"/>
                  </a:moveTo>
                  <a:cubicBezTo>
                    <a:pt x="2258" y="18106"/>
                    <a:pt x="4418" y="17471"/>
                    <a:pt x="5138" y="18106"/>
                  </a:cubicBezTo>
                  <a:cubicBezTo>
                    <a:pt x="5498" y="18424"/>
                    <a:pt x="5858" y="18424"/>
                    <a:pt x="6218" y="18741"/>
                  </a:cubicBezTo>
                  <a:cubicBezTo>
                    <a:pt x="6578" y="19376"/>
                    <a:pt x="6938" y="19694"/>
                    <a:pt x="7298" y="20012"/>
                  </a:cubicBezTo>
                  <a:cubicBezTo>
                    <a:pt x="7658" y="20329"/>
                    <a:pt x="9098" y="21600"/>
                    <a:pt x="9458" y="20329"/>
                  </a:cubicBezTo>
                  <a:cubicBezTo>
                    <a:pt x="9818" y="18424"/>
                    <a:pt x="10538" y="20647"/>
                    <a:pt x="11258" y="20329"/>
                  </a:cubicBezTo>
                  <a:cubicBezTo>
                    <a:pt x="11618" y="19694"/>
                    <a:pt x="11618" y="19694"/>
                    <a:pt x="12338" y="19694"/>
                  </a:cubicBezTo>
                  <a:cubicBezTo>
                    <a:pt x="13058" y="19694"/>
                    <a:pt x="13418" y="19694"/>
                    <a:pt x="13778" y="19694"/>
                  </a:cubicBezTo>
                  <a:cubicBezTo>
                    <a:pt x="14498" y="19376"/>
                    <a:pt x="15218" y="19376"/>
                    <a:pt x="15578" y="19376"/>
                  </a:cubicBezTo>
                  <a:cubicBezTo>
                    <a:pt x="16658" y="19376"/>
                    <a:pt x="17738" y="19376"/>
                    <a:pt x="18818" y="19376"/>
                  </a:cubicBezTo>
                  <a:cubicBezTo>
                    <a:pt x="19178" y="19376"/>
                    <a:pt x="20258" y="19694"/>
                    <a:pt x="20618" y="19376"/>
                  </a:cubicBezTo>
                  <a:cubicBezTo>
                    <a:pt x="20978" y="19376"/>
                    <a:pt x="20618" y="17471"/>
                    <a:pt x="20618" y="17153"/>
                  </a:cubicBezTo>
                  <a:cubicBezTo>
                    <a:pt x="20258" y="15247"/>
                    <a:pt x="19898" y="13659"/>
                    <a:pt x="19898" y="12071"/>
                  </a:cubicBezTo>
                  <a:cubicBezTo>
                    <a:pt x="19538" y="9212"/>
                    <a:pt x="18818" y="6671"/>
                    <a:pt x="18458" y="3812"/>
                  </a:cubicBezTo>
                  <a:cubicBezTo>
                    <a:pt x="19538" y="3812"/>
                    <a:pt x="20618" y="3812"/>
                    <a:pt x="21338" y="3812"/>
                  </a:cubicBezTo>
                  <a:cubicBezTo>
                    <a:pt x="19178" y="2541"/>
                    <a:pt x="17018" y="1271"/>
                    <a:pt x="15218" y="0"/>
                  </a:cubicBezTo>
                  <a:cubicBezTo>
                    <a:pt x="15218" y="318"/>
                    <a:pt x="15218" y="2224"/>
                    <a:pt x="14858" y="2224"/>
                  </a:cubicBezTo>
                  <a:cubicBezTo>
                    <a:pt x="14498" y="2224"/>
                    <a:pt x="13778" y="2224"/>
                    <a:pt x="13058" y="2224"/>
                  </a:cubicBezTo>
                  <a:cubicBezTo>
                    <a:pt x="12338" y="2224"/>
                    <a:pt x="11258" y="2224"/>
                    <a:pt x="10178" y="2224"/>
                  </a:cubicBezTo>
                  <a:cubicBezTo>
                    <a:pt x="10178" y="2224"/>
                    <a:pt x="9098" y="2224"/>
                    <a:pt x="9098" y="2224"/>
                  </a:cubicBezTo>
                  <a:cubicBezTo>
                    <a:pt x="8738" y="2541"/>
                    <a:pt x="9098" y="3494"/>
                    <a:pt x="9098" y="3812"/>
                  </a:cubicBezTo>
                  <a:cubicBezTo>
                    <a:pt x="9098" y="4447"/>
                    <a:pt x="9098" y="5400"/>
                    <a:pt x="9098" y="6035"/>
                  </a:cubicBezTo>
                  <a:cubicBezTo>
                    <a:pt x="9098" y="6988"/>
                    <a:pt x="6938" y="6671"/>
                    <a:pt x="6938" y="7941"/>
                  </a:cubicBezTo>
                  <a:cubicBezTo>
                    <a:pt x="6938" y="8259"/>
                    <a:pt x="7298" y="9847"/>
                    <a:pt x="6938" y="10165"/>
                  </a:cubicBezTo>
                  <a:cubicBezTo>
                    <a:pt x="6938" y="10165"/>
                    <a:pt x="5858" y="10165"/>
                    <a:pt x="5498" y="10165"/>
                  </a:cubicBezTo>
                  <a:cubicBezTo>
                    <a:pt x="4058" y="10165"/>
                    <a:pt x="2258" y="10165"/>
                    <a:pt x="818" y="10165"/>
                  </a:cubicBezTo>
                  <a:cubicBezTo>
                    <a:pt x="458" y="10165"/>
                    <a:pt x="-262" y="9847"/>
                    <a:pt x="98" y="10482"/>
                  </a:cubicBezTo>
                  <a:cubicBezTo>
                    <a:pt x="458" y="10800"/>
                    <a:pt x="818" y="11118"/>
                    <a:pt x="1178" y="11435"/>
                  </a:cubicBezTo>
                  <a:cubicBezTo>
                    <a:pt x="1538" y="12071"/>
                    <a:pt x="1178" y="12706"/>
                    <a:pt x="818" y="13024"/>
                  </a:cubicBezTo>
                  <a:cubicBezTo>
                    <a:pt x="818" y="13976"/>
                    <a:pt x="1898" y="14294"/>
                    <a:pt x="1898" y="15247"/>
                  </a:cubicBezTo>
                  <a:cubicBezTo>
                    <a:pt x="2258" y="16200"/>
                    <a:pt x="1178" y="17471"/>
                    <a:pt x="818" y="18424"/>
                  </a:cubicBezTo>
                  <a:cubicBezTo>
                    <a:pt x="1178" y="18424"/>
                    <a:pt x="1178" y="18106"/>
                    <a:pt x="1538" y="18106"/>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5" name="Shape 5595"/>
            <p:cNvSpPr/>
            <p:nvPr/>
          </p:nvSpPr>
          <p:spPr>
            <a:xfrm>
              <a:off x="7031242" y="4544555"/>
              <a:ext cx="263368" cy="202844"/>
            </a:xfrm>
            <a:custGeom>
              <a:avLst/>
              <a:gdLst/>
              <a:ahLst/>
              <a:cxnLst>
                <a:cxn ang="0">
                  <a:pos x="wd2" y="hd2"/>
                </a:cxn>
                <a:cxn ang="5400000">
                  <a:pos x="wd2" y="hd2"/>
                </a:cxn>
                <a:cxn ang="10800000">
                  <a:pos x="wd2" y="hd2"/>
                </a:cxn>
                <a:cxn ang="16200000">
                  <a:pos x="wd2" y="hd2"/>
                </a:cxn>
              </a:cxnLst>
              <a:rect l="0" t="0" r="r" b="b"/>
              <a:pathLst>
                <a:path w="21009" h="20528" fill="norm" stroke="1" extrusionOk="0">
                  <a:moveTo>
                    <a:pt x="5368" y="20139"/>
                  </a:moveTo>
                  <a:cubicBezTo>
                    <a:pt x="6112" y="20139"/>
                    <a:pt x="6112" y="19200"/>
                    <a:pt x="6857" y="19200"/>
                  </a:cubicBezTo>
                  <a:cubicBezTo>
                    <a:pt x="8347" y="19200"/>
                    <a:pt x="9092" y="19200"/>
                    <a:pt x="10581" y="19200"/>
                  </a:cubicBezTo>
                  <a:cubicBezTo>
                    <a:pt x="12071" y="19200"/>
                    <a:pt x="14306" y="18261"/>
                    <a:pt x="16540" y="19200"/>
                  </a:cubicBezTo>
                  <a:cubicBezTo>
                    <a:pt x="17285" y="20139"/>
                    <a:pt x="18030" y="21078"/>
                    <a:pt x="19519" y="20139"/>
                  </a:cubicBezTo>
                  <a:cubicBezTo>
                    <a:pt x="21009" y="20139"/>
                    <a:pt x="21009" y="19200"/>
                    <a:pt x="21009" y="17321"/>
                  </a:cubicBezTo>
                  <a:cubicBezTo>
                    <a:pt x="21009" y="15443"/>
                    <a:pt x="18030" y="14504"/>
                    <a:pt x="18030" y="12626"/>
                  </a:cubicBezTo>
                  <a:cubicBezTo>
                    <a:pt x="18030" y="12626"/>
                    <a:pt x="18030" y="8869"/>
                    <a:pt x="18030" y="8869"/>
                  </a:cubicBezTo>
                  <a:cubicBezTo>
                    <a:pt x="17285" y="8869"/>
                    <a:pt x="14306" y="4174"/>
                    <a:pt x="13561" y="3235"/>
                  </a:cubicBezTo>
                  <a:cubicBezTo>
                    <a:pt x="11326" y="417"/>
                    <a:pt x="9092" y="-522"/>
                    <a:pt x="6112" y="417"/>
                  </a:cubicBezTo>
                  <a:cubicBezTo>
                    <a:pt x="5368" y="417"/>
                    <a:pt x="3133" y="-522"/>
                    <a:pt x="3133" y="417"/>
                  </a:cubicBezTo>
                  <a:cubicBezTo>
                    <a:pt x="2388" y="1356"/>
                    <a:pt x="899" y="3235"/>
                    <a:pt x="899" y="5113"/>
                  </a:cubicBezTo>
                  <a:cubicBezTo>
                    <a:pt x="1643" y="6991"/>
                    <a:pt x="1643" y="7930"/>
                    <a:pt x="154" y="8869"/>
                  </a:cubicBezTo>
                  <a:cubicBezTo>
                    <a:pt x="-591" y="8869"/>
                    <a:pt x="1643" y="10748"/>
                    <a:pt x="899" y="10748"/>
                  </a:cubicBezTo>
                  <a:cubicBezTo>
                    <a:pt x="2388" y="11687"/>
                    <a:pt x="899" y="11687"/>
                    <a:pt x="899" y="12626"/>
                  </a:cubicBezTo>
                  <a:cubicBezTo>
                    <a:pt x="899" y="12626"/>
                    <a:pt x="1643" y="13565"/>
                    <a:pt x="2388" y="13565"/>
                  </a:cubicBezTo>
                  <a:cubicBezTo>
                    <a:pt x="2388" y="14504"/>
                    <a:pt x="5368" y="13565"/>
                    <a:pt x="6112" y="13565"/>
                  </a:cubicBezTo>
                  <a:cubicBezTo>
                    <a:pt x="6857" y="13565"/>
                    <a:pt x="6857" y="12626"/>
                    <a:pt x="6857" y="12626"/>
                  </a:cubicBezTo>
                  <a:cubicBezTo>
                    <a:pt x="7602" y="12626"/>
                    <a:pt x="12071" y="15443"/>
                    <a:pt x="12071" y="14504"/>
                  </a:cubicBezTo>
                  <a:cubicBezTo>
                    <a:pt x="11326" y="16382"/>
                    <a:pt x="8347" y="15443"/>
                    <a:pt x="7602" y="15443"/>
                  </a:cubicBezTo>
                  <a:cubicBezTo>
                    <a:pt x="6112" y="14504"/>
                    <a:pt x="5368" y="16382"/>
                    <a:pt x="3878" y="16382"/>
                  </a:cubicBezTo>
                  <a:cubicBezTo>
                    <a:pt x="1643" y="16382"/>
                    <a:pt x="154" y="16382"/>
                    <a:pt x="1643" y="19200"/>
                  </a:cubicBezTo>
                  <a:cubicBezTo>
                    <a:pt x="1643" y="20139"/>
                    <a:pt x="2388" y="19200"/>
                    <a:pt x="3133" y="19200"/>
                  </a:cubicBezTo>
                  <a:cubicBezTo>
                    <a:pt x="3878" y="19200"/>
                    <a:pt x="4623" y="20139"/>
                    <a:pt x="5368" y="20139"/>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6" name="Shape 5596"/>
            <p:cNvSpPr/>
            <p:nvPr/>
          </p:nvSpPr>
          <p:spPr>
            <a:xfrm>
              <a:off x="7259570" y="4124104"/>
              <a:ext cx="767971" cy="721959"/>
            </a:xfrm>
            <a:custGeom>
              <a:avLst/>
              <a:gdLst/>
              <a:ahLst/>
              <a:cxnLst>
                <a:cxn ang="0">
                  <a:pos x="wd2" y="hd2"/>
                </a:cxn>
                <a:cxn ang="5400000">
                  <a:pos x="wd2" y="hd2"/>
                </a:cxn>
                <a:cxn ang="10800000">
                  <a:pos x="wd2" y="hd2"/>
                </a:cxn>
                <a:cxn ang="16200000">
                  <a:pos x="wd2" y="hd2"/>
                </a:cxn>
              </a:cxnLst>
              <a:rect l="0" t="0" r="r" b="b"/>
              <a:pathLst>
                <a:path w="21168" h="21377" fill="norm" stroke="1" extrusionOk="0">
                  <a:moveTo>
                    <a:pt x="6943" y="123"/>
                  </a:moveTo>
                  <a:cubicBezTo>
                    <a:pt x="7457" y="4277"/>
                    <a:pt x="7971" y="8431"/>
                    <a:pt x="8486" y="12308"/>
                  </a:cubicBezTo>
                  <a:cubicBezTo>
                    <a:pt x="8486" y="12861"/>
                    <a:pt x="9000" y="13692"/>
                    <a:pt x="8229" y="13692"/>
                  </a:cubicBezTo>
                  <a:cubicBezTo>
                    <a:pt x="7200" y="13692"/>
                    <a:pt x="5914" y="13692"/>
                    <a:pt x="4886" y="13692"/>
                  </a:cubicBezTo>
                  <a:cubicBezTo>
                    <a:pt x="4371" y="13692"/>
                    <a:pt x="4114" y="13692"/>
                    <a:pt x="3857" y="13692"/>
                  </a:cubicBezTo>
                  <a:cubicBezTo>
                    <a:pt x="3600" y="13692"/>
                    <a:pt x="3343" y="13969"/>
                    <a:pt x="3086" y="13969"/>
                  </a:cubicBezTo>
                  <a:cubicBezTo>
                    <a:pt x="2829" y="14246"/>
                    <a:pt x="2571" y="13969"/>
                    <a:pt x="2057" y="13969"/>
                  </a:cubicBezTo>
                  <a:cubicBezTo>
                    <a:pt x="1800" y="13969"/>
                    <a:pt x="1800" y="14523"/>
                    <a:pt x="1543" y="14246"/>
                  </a:cubicBezTo>
                  <a:cubicBezTo>
                    <a:pt x="1286" y="14246"/>
                    <a:pt x="1029" y="13692"/>
                    <a:pt x="771" y="13692"/>
                  </a:cubicBezTo>
                  <a:cubicBezTo>
                    <a:pt x="514" y="13692"/>
                    <a:pt x="514" y="15354"/>
                    <a:pt x="0" y="15077"/>
                  </a:cubicBezTo>
                  <a:cubicBezTo>
                    <a:pt x="0" y="15354"/>
                    <a:pt x="0" y="15908"/>
                    <a:pt x="0" y="16184"/>
                  </a:cubicBezTo>
                  <a:cubicBezTo>
                    <a:pt x="0" y="16738"/>
                    <a:pt x="514" y="16738"/>
                    <a:pt x="771" y="17292"/>
                  </a:cubicBezTo>
                  <a:cubicBezTo>
                    <a:pt x="1029" y="17569"/>
                    <a:pt x="771" y="18123"/>
                    <a:pt x="1029" y="18400"/>
                  </a:cubicBezTo>
                  <a:cubicBezTo>
                    <a:pt x="1286" y="18954"/>
                    <a:pt x="1543" y="18400"/>
                    <a:pt x="1800" y="18677"/>
                  </a:cubicBezTo>
                  <a:cubicBezTo>
                    <a:pt x="1800" y="18954"/>
                    <a:pt x="2571" y="18677"/>
                    <a:pt x="2829" y="18677"/>
                  </a:cubicBezTo>
                  <a:cubicBezTo>
                    <a:pt x="3086" y="18677"/>
                    <a:pt x="3600" y="18123"/>
                    <a:pt x="3857" y="18123"/>
                  </a:cubicBezTo>
                  <a:cubicBezTo>
                    <a:pt x="4371" y="18677"/>
                    <a:pt x="4629" y="20061"/>
                    <a:pt x="5143" y="20615"/>
                  </a:cubicBezTo>
                  <a:cubicBezTo>
                    <a:pt x="5143" y="20615"/>
                    <a:pt x="4886" y="21169"/>
                    <a:pt x="5143" y="21169"/>
                  </a:cubicBezTo>
                  <a:cubicBezTo>
                    <a:pt x="5400" y="21446"/>
                    <a:pt x="5657" y="20892"/>
                    <a:pt x="5914" y="21169"/>
                  </a:cubicBezTo>
                  <a:cubicBezTo>
                    <a:pt x="6171" y="21446"/>
                    <a:pt x="6686" y="21446"/>
                    <a:pt x="6943" y="21169"/>
                  </a:cubicBezTo>
                  <a:cubicBezTo>
                    <a:pt x="7457" y="20615"/>
                    <a:pt x="7457" y="21169"/>
                    <a:pt x="7714" y="21169"/>
                  </a:cubicBezTo>
                  <a:cubicBezTo>
                    <a:pt x="8486" y="21169"/>
                    <a:pt x="9000" y="20061"/>
                    <a:pt x="9000" y="19508"/>
                  </a:cubicBezTo>
                  <a:cubicBezTo>
                    <a:pt x="9000" y="19231"/>
                    <a:pt x="8486" y="19231"/>
                    <a:pt x="9000" y="18954"/>
                  </a:cubicBezTo>
                  <a:cubicBezTo>
                    <a:pt x="9257" y="18677"/>
                    <a:pt x="9771" y="18954"/>
                    <a:pt x="10029" y="18400"/>
                  </a:cubicBezTo>
                  <a:cubicBezTo>
                    <a:pt x="10029" y="18123"/>
                    <a:pt x="10286" y="17569"/>
                    <a:pt x="10286" y="17292"/>
                  </a:cubicBezTo>
                  <a:cubicBezTo>
                    <a:pt x="10543" y="16738"/>
                    <a:pt x="10543" y="16461"/>
                    <a:pt x="10800" y="17015"/>
                  </a:cubicBezTo>
                  <a:cubicBezTo>
                    <a:pt x="11571" y="17569"/>
                    <a:pt x="12086" y="15354"/>
                    <a:pt x="12600" y="15631"/>
                  </a:cubicBezTo>
                  <a:cubicBezTo>
                    <a:pt x="12857" y="15631"/>
                    <a:pt x="12857" y="15631"/>
                    <a:pt x="13114" y="15631"/>
                  </a:cubicBezTo>
                  <a:cubicBezTo>
                    <a:pt x="13114" y="15631"/>
                    <a:pt x="13371" y="15354"/>
                    <a:pt x="13371" y="15354"/>
                  </a:cubicBezTo>
                  <a:cubicBezTo>
                    <a:pt x="13629" y="15077"/>
                    <a:pt x="13886" y="15077"/>
                    <a:pt x="14143" y="14800"/>
                  </a:cubicBezTo>
                  <a:cubicBezTo>
                    <a:pt x="14914" y="13969"/>
                    <a:pt x="15686" y="14800"/>
                    <a:pt x="16714" y="14523"/>
                  </a:cubicBezTo>
                  <a:cubicBezTo>
                    <a:pt x="17229" y="14523"/>
                    <a:pt x="17486" y="14246"/>
                    <a:pt x="18000" y="14246"/>
                  </a:cubicBezTo>
                  <a:cubicBezTo>
                    <a:pt x="18771" y="14246"/>
                    <a:pt x="19543" y="14246"/>
                    <a:pt x="20057" y="13969"/>
                  </a:cubicBezTo>
                  <a:cubicBezTo>
                    <a:pt x="21600" y="13415"/>
                    <a:pt x="21086" y="9815"/>
                    <a:pt x="21086" y="8431"/>
                  </a:cubicBezTo>
                  <a:cubicBezTo>
                    <a:pt x="20829" y="8708"/>
                    <a:pt x="20057" y="9261"/>
                    <a:pt x="19800" y="8708"/>
                  </a:cubicBezTo>
                  <a:cubicBezTo>
                    <a:pt x="19543" y="8431"/>
                    <a:pt x="20057" y="7877"/>
                    <a:pt x="19800" y="7600"/>
                  </a:cubicBezTo>
                  <a:cubicBezTo>
                    <a:pt x="19543" y="7046"/>
                    <a:pt x="18514" y="7323"/>
                    <a:pt x="18000" y="7046"/>
                  </a:cubicBezTo>
                  <a:cubicBezTo>
                    <a:pt x="17486" y="7046"/>
                    <a:pt x="17229" y="6215"/>
                    <a:pt x="16971" y="5938"/>
                  </a:cubicBezTo>
                  <a:cubicBezTo>
                    <a:pt x="16971" y="5661"/>
                    <a:pt x="16714" y="5384"/>
                    <a:pt x="16200" y="5384"/>
                  </a:cubicBezTo>
                  <a:cubicBezTo>
                    <a:pt x="15686" y="4831"/>
                    <a:pt x="14914" y="4277"/>
                    <a:pt x="14400" y="3723"/>
                  </a:cubicBezTo>
                  <a:cubicBezTo>
                    <a:pt x="12857" y="2892"/>
                    <a:pt x="11314" y="1784"/>
                    <a:pt x="10029" y="677"/>
                  </a:cubicBezTo>
                  <a:cubicBezTo>
                    <a:pt x="9771" y="677"/>
                    <a:pt x="9257" y="123"/>
                    <a:pt x="9000" y="123"/>
                  </a:cubicBezTo>
                  <a:cubicBezTo>
                    <a:pt x="8486" y="-154"/>
                    <a:pt x="7714" y="123"/>
                    <a:pt x="6943" y="123"/>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7" name="Shape 5597"/>
            <p:cNvSpPr/>
            <p:nvPr/>
          </p:nvSpPr>
          <p:spPr>
            <a:xfrm>
              <a:off x="8945792" y="3781238"/>
              <a:ext cx="508619" cy="503318"/>
            </a:xfrm>
            <a:custGeom>
              <a:avLst/>
              <a:gdLst/>
              <a:ahLst/>
              <a:cxnLst>
                <a:cxn ang="0">
                  <a:pos x="wd2" y="hd2"/>
                </a:cxn>
                <a:cxn ang="5400000">
                  <a:pos x="wd2" y="hd2"/>
                </a:cxn>
                <a:cxn ang="10800000">
                  <a:pos x="wd2" y="hd2"/>
                </a:cxn>
                <a:cxn ang="16200000">
                  <a:pos x="wd2" y="hd2"/>
                </a:cxn>
              </a:cxnLst>
              <a:rect l="0" t="0" r="r" b="b"/>
              <a:pathLst>
                <a:path w="21289" h="21600" fill="norm" stroke="1" extrusionOk="0">
                  <a:moveTo>
                    <a:pt x="17362" y="21600"/>
                  </a:moveTo>
                  <a:cubicBezTo>
                    <a:pt x="17754" y="21600"/>
                    <a:pt x="17754" y="20400"/>
                    <a:pt x="18540" y="20400"/>
                  </a:cubicBezTo>
                  <a:cubicBezTo>
                    <a:pt x="19718" y="20400"/>
                    <a:pt x="18933" y="19600"/>
                    <a:pt x="19718" y="19200"/>
                  </a:cubicBezTo>
                  <a:cubicBezTo>
                    <a:pt x="20896" y="18800"/>
                    <a:pt x="20896" y="18800"/>
                    <a:pt x="20896" y="17600"/>
                  </a:cubicBezTo>
                  <a:cubicBezTo>
                    <a:pt x="20504" y="16800"/>
                    <a:pt x="20504" y="16800"/>
                    <a:pt x="21289" y="16800"/>
                  </a:cubicBezTo>
                  <a:cubicBezTo>
                    <a:pt x="20896" y="16800"/>
                    <a:pt x="19718" y="14800"/>
                    <a:pt x="19325" y="14400"/>
                  </a:cubicBezTo>
                  <a:cubicBezTo>
                    <a:pt x="18933" y="12800"/>
                    <a:pt x="18147" y="11200"/>
                    <a:pt x="17362" y="10000"/>
                  </a:cubicBezTo>
                  <a:cubicBezTo>
                    <a:pt x="16576" y="8800"/>
                    <a:pt x="16184" y="7200"/>
                    <a:pt x="15398" y="6400"/>
                  </a:cubicBezTo>
                  <a:cubicBezTo>
                    <a:pt x="15005" y="6000"/>
                    <a:pt x="14220" y="3600"/>
                    <a:pt x="14613" y="3200"/>
                  </a:cubicBezTo>
                  <a:cubicBezTo>
                    <a:pt x="14613" y="3200"/>
                    <a:pt x="17754" y="8800"/>
                    <a:pt x="18147" y="8800"/>
                  </a:cubicBezTo>
                  <a:cubicBezTo>
                    <a:pt x="18540" y="8800"/>
                    <a:pt x="18933" y="7600"/>
                    <a:pt x="18933" y="7600"/>
                  </a:cubicBezTo>
                  <a:cubicBezTo>
                    <a:pt x="18933" y="6800"/>
                    <a:pt x="18933" y="6000"/>
                    <a:pt x="18540" y="5600"/>
                  </a:cubicBezTo>
                  <a:cubicBezTo>
                    <a:pt x="18540" y="4000"/>
                    <a:pt x="18147" y="2400"/>
                    <a:pt x="18147" y="800"/>
                  </a:cubicBezTo>
                  <a:cubicBezTo>
                    <a:pt x="17362" y="1600"/>
                    <a:pt x="15398" y="1600"/>
                    <a:pt x="14613" y="800"/>
                  </a:cubicBezTo>
                  <a:cubicBezTo>
                    <a:pt x="13042" y="0"/>
                    <a:pt x="11078" y="400"/>
                    <a:pt x="9507" y="1200"/>
                  </a:cubicBezTo>
                  <a:cubicBezTo>
                    <a:pt x="8329" y="2000"/>
                    <a:pt x="7151" y="1600"/>
                    <a:pt x="5973" y="1200"/>
                  </a:cubicBezTo>
                  <a:cubicBezTo>
                    <a:pt x="4402" y="800"/>
                    <a:pt x="2831" y="800"/>
                    <a:pt x="1260" y="400"/>
                  </a:cubicBezTo>
                  <a:cubicBezTo>
                    <a:pt x="1260" y="400"/>
                    <a:pt x="867" y="0"/>
                    <a:pt x="867" y="0"/>
                  </a:cubicBezTo>
                  <a:cubicBezTo>
                    <a:pt x="474" y="400"/>
                    <a:pt x="474" y="800"/>
                    <a:pt x="82" y="1200"/>
                  </a:cubicBezTo>
                  <a:cubicBezTo>
                    <a:pt x="-311" y="1600"/>
                    <a:pt x="867" y="2000"/>
                    <a:pt x="474" y="2800"/>
                  </a:cubicBezTo>
                  <a:cubicBezTo>
                    <a:pt x="82" y="3200"/>
                    <a:pt x="82" y="3600"/>
                    <a:pt x="82" y="4400"/>
                  </a:cubicBezTo>
                  <a:cubicBezTo>
                    <a:pt x="474" y="4400"/>
                    <a:pt x="474" y="4800"/>
                    <a:pt x="474" y="5200"/>
                  </a:cubicBezTo>
                  <a:cubicBezTo>
                    <a:pt x="474" y="6800"/>
                    <a:pt x="474" y="8400"/>
                    <a:pt x="474" y="10000"/>
                  </a:cubicBezTo>
                  <a:cubicBezTo>
                    <a:pt x="474" y="11200"/>
                    <a:pt x="474" y="20800"/>
                    <a:pt x="474" y="20800"/>
                  </a:cubicBezTo>
                  <a:cubicBezTo>
                    <a:pt x="4794" y="20800"/>
                    <a:pt x="8722" y="20800"/>
                    <a:pt x="13042" y="20800"/>
                  </a:cubicBezTo>
                  <a:cubicBezTo>
                    <a:pt x="13827" y="20800"/>
                    <a:pt x="14613" y="20800"/>
                    <a:pt x="15398" y="20800"/>
                  </a:cubicBezTo>
                  <a:cubicBezTo>
                    <a:pt x="16184" y="20800"/>
                    <a:pt x="16576" y="21600"/>
                    <a:pt x="17362"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8" name="Shape 5598"/>
            <p:cNvSpPr/>
            <p:nvPr/>
          </p:nvSpPr>
          <p:spPr>
            <a:xfrm>
              <a:off x="8177045" y="3491357"/>
              <a:ext cx="184727" cy="363154"/>
            </a:xfrm>
            <a:custGeom>
              <a:avLst/>
              <a:gdLst/>
              <a:ahLst/>
              <a:cxnLst>
                <a:cxn ang="0">
                  <a:pos x="wd2" y="hd2"/>
                </a:cxn>
                <a:cxn ang="5400000">
                  <a:pos x="wd2" y="hd2"/>
                </a:cxn>
                <a:cxn ang="10800000">
                  <a:pos x="wd2" y="hd2"/>
                </a:cxn>
                <a:cxn ang="16200000">
                  <a:pos x="wd2" y="hd2"/>
                </a:cxn>
              </a:cxnLst>
              <a:rect l="0" t="0" r="r" b="b"/>
              <a:pathLst>
                <a:path w="21229" h="21600" fill="norm" stroke="1" extrusionOk="0">
                  <a:moveTo>
                    <a:pt x="14749" y="18831"/>
                  </a:moveTo>
                  <a:cubicBezTo>
                    <a:pt x="12589" y="17723"/>
                    <a:pt x="16909" y="16615"/>
                    <a:pt x="17989" y="16615"/>
                  </a:cubicBezTo>
                  <a:cubicBezTo>
                    <a:pt x="20149" y="16062"/>
                    <a:pt x="21229" y="15508"/>
                    <a:pt x="21229" y="14954"/>
                  </a:cubicBezTo>
                  <a:cubicBezTo>
                    <a:pt x="21229" y="14400"/>
                    <a:pt x="21229" y="13846"/>
                    <a:pt x="21229" y="13292"/>
                  </a:cubicBezTo>
                  <a:cubicBezTo>
                    <a:pt x="21229" y="12738"/>
                    <a:pt x="20149" y="12738"/>
                    <a:pt x="20149" y="12738"/>
                  </a:cubicBezTo>
                  <a:cubicBezTo>
                    <a:pt x="19069" y="12185"/>
                    <a:pt x="19069" y="11631"/>
                    <a:pt x="17989" y="11077"/>
                  </a:cubicBezTo>
                  <a:cubicBezTo>
                    <a:pt x="16909" y="11077"/>
                    <a:pt x="15829" y="11631"/>
                    <a:pt x="14749" y="11077"/>
                  </a:cubicBezTo>
                  <a:cubicBezTo>
                    <a:pt x="11509" y="9969"/>
                    <a:pt x="14749" y="9415"/>
                    <a:pt x="16909" y="8862"/>
                  </a:cubicBezTo>
                  <a:cubicBezTo>
                    <a:pt x="19069" y="8308"/>
                    <a:pt x="20149" y="6646"/>
                    <a:pt x="17989" y="5538"/>
                  </a:cubicBezTo>
                  <a:cubicBezTo>
                    <a:pt x="17989" y="4985"/>
                    <a:pt x="14749" y="3877"/>
                    <a:pt x="15829" y="3323"/>
                  </a:cubicBezTo>
                  <a:cubicBezTo>
                    <a:pt x="16909" y="2769"/>
                    <a:pt x="17989" y="2769"/>
                    <a:pt x="19069" y="2215"/>
                  </a:cubicBezTo>
                  <a:cubicBezTo>
                    <a:pt x="19069" y="2215"/>
                    <a:pt x="19069" y="554"/>
                    <a:pt x="19069" y="554"/>
                  </a:cubicBezTo>
                  <a:cubicBezTo>
                    <a:pt x="17989" y="554"/>
                    <a:pt x="16909" y="2215"/>
                    <a:pt x="15829" y="1662"/>
                  </a:cubicBezTo>
                  <a:cubicBezTo>
                    <a:pt x="15829" y="1662"/>
                    <a:pt x="14749" y="1108"/>
                    <a:pt x="14749" y="1108"/>
                  </a:cubicBezTo>
                  <a:cubicBezTo>
                    <a:pt x="13669" y="554"/>
                    <a:pt x="12589" y="0"/>
                    <a:pt x="11509" y="0"/>
                  </a:cubicBezTo>
                  <a:cubicBezTo>
                    <a:pt x="9349" y="554"/>
                    <a:pt x="6109" y="1108"/>
                    <a:pt x="5029" y="2215"/>
                  </a:cubicBezTo>
                  <a:cubicBezTo>
                    <a:pt x="2869" y="4431"/>
                    <a:pt x="5029" y="7754"/>
                    <a:pt x="1789" y="9415"/>
                  </a:cubicBezTo>
                  <a:cubicBezTo>
                    <a:pt x="-371" y="10523"/>
                    <a:pt x="-371" y="10523"/>
                    <a:pt x="709" y="11631"/>
                  </a:cubicBezTo>
                  <a:cubicBezTo>
                    <a:pt x="709" y="12738"/>
                    <a:pt x="3949" y="13292"/>
                    <a:pt x="3949" y="14400"/>
                  </a:cubicBezTo>
                  <a:cubicBezTo>
                    <a:pt x="5029" y="15508"/>
                    <a:pt x="8269" y="16062"/>
                    <a:pt x="8269" y="16615"/>
                  </a:cubicBezTo>
                  <a:cubicBezTo>
                    <a:pt x="9349" y="18277"/>
                    <a:pt x="10429" y="20492"/>
                    <a:pt x="10429" y="21600"/>
                  </a:cubicBezTo>
                  <a:cubicBezTo>
                    <a:pt x="12589" y="21600"/>
                    <a:pt x="16909" y="20492"/>
                    <a:pt x="14749" y="18831"/>
                  </a:cubicBezTo>
                  <a:cubicBezTo>
                    <a:pt x="13669" y="18277"/>
                    <a:pt x="15829" y="19385"/>
                    <a:pt x="14749" y="1883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599" name="Shape 5599"/>
            <p:cNvSpPr/>
            <p:nvPr/>
          </p:nvSpPr>
          <p:spPr>
            <a:xfrm>
              <a:off x="8264087" y="3704786"/>
              <a:ext cx="702941" cy="684896"/>
            </a:xfrm>
            <a:custGeom>
              <a:avLst/>
              <a:gdLst/>
              <a:ahLst/>
              <a:cxnLst>
                <a:cxn ang="0">
                  <a:pos x="wd2" y="hd2"/>
                </a:cxn>
                <a:cxn ang="5400000">
                  <a:pos x="wd2" y="hd2"/>
                </a:cxn>
                <a:cxn ang="10800000">
                  <a:pos x="wd2" y="hd2"/>
                </a:cxn>
                <a:cxn ang="16200000">
                  <a:pos x="wd2" y="hd2"/>
                </a:cxn>
              </a:cxnLst>
              <a:rect l="0" t="0" r="r" b="b"/>
              <a:pathLst>
                <a:path w="21374" h="21600" fill="norm" stroke="1" extrusionOk="0">
                  <a:moveTo>
                    <a:pt x="5742" y="16274"/>
                  </a:moveTo>
                  <a:cubicBezTo>
                    <a:pt x="5742" y="16570"/>
                    <a:pt x="6595" y="17162"/>
                    <a:pt x="6879" y="16866"/>
                  </a:cubicBezTo>
                  <a:cubicBezTo>
                    <a:pt x="7163" y="16570"/>
                    <a:pt x="7448" y="16570"/>
                    <a:pt x="7732" y="16274"/>
                  </a:cubicBezTo>
                  <a:cubicBezTo>
                    <a:pt x="8016" y="16274"/>
                    <a:pt x="8869" y="15682"/>
                    <a:pt x="9153" y="15682"/>
                  </a:cubicBezTo>
                  <a:cubicBezTo>
                    <a:pt x="10290" y="16274"/>
                    <a:pt x="11142" y="16866"/>
                    <a:pt x="12279" y="17458"/>
                  </a:cubicBezTo>
                  <a:cubicBezTo>
                    <a:pt x="14837" y="18937"/>
                    <a:pt x="17111" y="20416"/>
                    <a:pt x="19669" y="21600"/>
                  </a:cubicBezTo>
                  <a:cubicBezTo>
                    <a:pt x="19669" y="21008"/>
                    <a:pt x="19385" y="21008"/>
                    <a:pt x="19953" y="21008"/>
                  </a:cubicBezTo>
                  <a:cubicBezTo>
                    <a:pt x="19953" y="21008"/>
                    <a:pt x="21090" y="21008"/>
                    <a:pt x="21090" y="21008"/>
                  </a:cubicBezTo>
                  <a:cubicBezTo>
                    <a:pt x="21090" y="20416"/>
                    <a:pt x="21090" y="20121"/>
                    <a:pt x="21090" y="19529"/>
                  </a:cubicBezTo>
                  <a:cubicBezTo>
                    <a:pt x="21090" y="17458"/>
                    <a:pt x="21090" y="15386"/>
                    <a:pt x="21090" y="13019"/>
                  </a:cubicBezTo>
                  <a:cubicBezTo>
                    <a:pt x="21090" y="10948"/>
                    <a:pt x="21090" y="8877"/>
                    <a:pt x="21090" y="7101"/>
                  </a:cubicBezTo>
                  <a:cubicBezTo>
                    <a:pt x="21090" y="6510"/>
                    <a:pt x="21090" y="6214"/>
                    <a:pt x="21090" y="5918"/>
                  </a:cubicBezTo>
                  <a:cubicBezTo>
                    <a:pt x="20806" y="5622"/>
                    <a:pt x="20806" y="5326"/>
                    <a:pt x="20806" y="5030"/>
                  </a:cubicBezTo>
                  <a:cubicBezTo>
                    <a:pt x="20806" y="4734"/>
                    <a:pt x="21374" y="4438"/>
                    <a:pt x="21374" y="4142"/>
                  </a:cubicBezTo>
                  <a:cubicBezTo>
                    <a:pt x="21374" y="3847"/>
                    <a:pt x="20806" y="3551"/>
                    <a:pt x="20806" y="3255"/>
                  </a:cubicBezTo>
                  <a:cubicBezTo>
                    <a:pt x="20806" y="2959"/>
                    <a:pt x="21090" y="2663"/>
                    <a:pt x="21374" y="2367"/>
                  </a:cubicBezTo>
                  <a:cubicBezTo>
                    <a:pt x="20521" y="1775"/>
                    <a:pt x="19669" y="2071"/>
                    <a:pt x="18816" y="1479"/>
                  </a:cubicBezTo>
                  <a:cubicBezTo>
                    <a:pt x="18248" y="1184"/>
                    <a:pt x="17963" y="592"/>
                    <a:pt x="17111" y="592"/>
                  </a:cubicBezTo>
                  <a:cubicBezTo>
                    <a:pt x="15974" y="592"/>
                    <a:pt x="14837" y="888"/>
                    <a:pt x="14269" y="1775"/>
                  </a:cubicBezTo>
                  <a:cubicBezTo>
                    <a:pt x="13985" y="2071"/>
                    <a:pt x="13985" y="2367"/>
                    <a:pt x="14269" y="2663"/>
                  </a:cubicBezTo>
                  <a:cubicBezTo>
                    <a:pt x="14553" y="3255"/>
                    <a:pt x="14269" y="3551"/>
                    <a:pt x="13985" y="4142"/>
                  </a:cubicBezTo>
                  <a:cubicBezTo>
                    <a:pt x="13416" y="5030"/>
                    <a:pt x="12279" y="4438"/>
                    <a:pt x="11427" y="3847"/>
                  </a:cubicBezTo>
                  <a:cubicBezTo>
                    <a:pt x="10858" y="3847"/>
                    <a:pt x="10574" y="3551"/>
                    <a:pt x="10006" y="3551"/>
                  </a:cubicBezTo>
                  <a:cubicBezTo>
                    <a:pt x="9437" y="3255"/>
                    <a:pt x="8869" y="3551"/>
                    <a:pt x="8585" y="2959"/>
                  </a:cubicBezTo>
                  <a:cubicBezTo>
                    <a:pt x="8300" y="2663"/>
                    <a:pt x="8300" y="2071"/>
                    <a:pt x="8016" y="1775"/>
                  </a:cubicBezTo>
                  <a:cubicBezTo>
                    <a:pt x="7732" y="1184"/>
                    <a:pt x="6879" y="1184"/>
                    <a:pt x="6311" y="888"/>
                  </a:cubicBezTo>
                  <a:cubicBezTo>
                    <a:pt x="5742" y="592"/>
                    <a:pt x="5174" y="592"/>
                    <a:pt x="4606" y="592"/>
                  </a:cubicBezTo>
                  <a:cubicBezTo>
                    <a:pt x="4037" y="592"/>
                    <a:pt x="3753" y="296"/>
                    <a:pt x="2900" y="0"/>
                  </a:cubicBezTo>
                  <a:cubicBezTo>
                    <a:pt x="2900" y="296"/>
                    <a:pt x="2900" y="592"/>
                    <a:pt x="2900" y="1184"/>
                  </a:cubicBezTo>
                  <a:cubicBezTo>
                    <a:pt x="2900" y="1479"/>
                    <a:pt x="2900" y="1184"/>
                    <a:pt x="2332" y="1775"/>
                  </a:cubicBezTo>
                  <a:cubicBezTo>
                    <a:pt x="2048" y="2071"/>
                    <a:pt x="1763" y="2071"/>
                    <a:pt x="1195" y="2367"/>
                  </a:cubicBezTo>
                  <a:cubicBezTo>
                    <a:pt x="627" y="2959"/>
                    <a:pt x="1479" y="3551"/>
                    <a:pt x="1195" y="4142"/>
                  </a:cubicBezTo>
                  <a:cubicBezTo>
                    <a:pt x="911" y="4734"/>
                    <a:pt x="58" y="4734"/>
                    <a:pt x="58" y="5030"/>
                  </a:cubicBezTo>
                  <a:cubicBezTo>
                    <a:pt x="58" y="5622"/>
                    <a:pt x="342" y="5918"/>
                    <a:pt x="627" y="6214"/>
                  </a:cubicBezTo>
                  <a:cubicBezTo>
                    <a:pt x="627" y="6805"/>
                    <a:pt x="627" y="7397"/>
                    <a:pt x="627" y="7693"/>
                  </a:cubicBezTo>
                  <a:cubicBezTo>
                    <a:pt x="627" y="8285"/>
                    <a:pt x="911" y="8581"/>
                    <a:pt x="627" y="9173"/>
                  </a:cubicBezTo>
                  <a:cubicBezTo>
                    <a:pt x="627" y="9468"/>
                    <a:pt x="627" y="9764"/>
                    <a:pt x="627" y="10060"/>
                  </a:cubicBezTo>
                  <a:cubicBezTo>
                    <a:pt x="627" y="10356"/>
                    <a:pt x="911" y="10652"/>
                    <a:pt x="627" y="10948"/>
                  </a:cubicBezTo>
                  <a:cubicBezTo>
                    <a:pt x="627" y="11244"/>
                    <a:pt x="-226" y="11244"/>
                    <a:pt x="58" y="11836"/>
                  </a:cubicBezTo>
                  <a:cubicBezTo>
                    <a:pt x="627" y="12427"/>
                    <a:pt x="911" y="12723"/>
                    <a:pt x="911" y="13611"/>
                  </a:cubicBezTo>
                  <a:cubicBezTo>
                    <a:pt x="911" y="14203"/>
                    <a:pt x="1479" y="13907"/>
                    <a:pt x="1763" y="14203"/>
                  </a:cubicBezTo>
                  <a:cubicBezTo>
                    <a:pt x="2332" y="14203"/>
                    <a:pt x="2616" y="14203"/>
                    <a:pt x="2900" y="14499"/>
                  </a:cubicBezTo>
                  <a:cubicBezTo>
                    <a:pt x="3185" y="14795"/>
                    <a:pt x="3469" y="15386"/>
                    <a:pt x="3753" y="15682"/>
                  </a:cubicBezTo>
                  <a:cubicBezTo>
                    <a:pt x="4321" y="15978"/>
                    <a:pt x="5174" y="15682"/>
                    <a:pt x="5742" y="16274"/>
                  </a:cubicBezTo>
                  <a:cubicBezTo>
                    <a:pt x="6027" y="16570"/>
                    <a:pt x="5458" y="15978"/>
                    <a:pt x="5742" y="1627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0" name="Shape 5600"/>
            <p:cNvSpPr/>
            <p:nvPr/>
          </p:nvSpPr>
          <p:spPr>
            <a:xfrm>
              <a:off x="7033397" y="3994673"/>
              <a:ext cx="391823" cy="3185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771" y="21600"/>
                  </a:moveTo>
                  <a:cubicBezTo>
                    <a:pt x="9771" y="19694"/>
                    <a:pt x="9257" y="16518"/>
                    <a:pt x="10286" y="15882"/>
                  </a:cubicBezTo>
                  <a:cubicBezTo>
                    <a:pt x="10800" y="15247"/>
                    <a:pt x="11829" y="14612"/>
                    <a:pt x="12343" y="13976"/>
                  </a:cubicBezTo>
                  <a:cubicBezTo>
                    <a:pt x="12857" y="13976"/>
                    <a:pt x="12857" y="12706"/>
                    <a:pt x="12857" y="12706"/>
                  </a:cubicBezTo>
                  <a:cubicBezTo>
                    <a:pt x="12857" y="10165"/>
                    <a:pt x="12857" y="8259"/>
                    <a:pt x="12857" y="5718"/>
                  </a:cubicBezTo>
                  <a:cubicBezTo>
                    <a:pt x="12857" y="5718"/>
                    <a:pt x="15943" y="5718"/>
                    <a:pt x="16457" y="5718"/>
                  </a:cubicBezTo>
                  <a:cubicBezTo>
                    <a:pt x="18000" y="5718"/>
                    <a:pt x="19543" y="5718"/>
                    <a:pt x="21086" y="5718"/>
                  </a:cubicBezTo>
                  <a:cubicBezTo>
                    <a:pt x="21600" y="5718"/>
                    <a:pt x="21600" y="1906"/>
                    <a:pt x="21600" y="1271"/>
                  </a:cubicBezTo>
                  <a:cubicBezTo>
                    <a:pt x="21600" y="0"/>
                    <a:pt x="21600" y="0"/>
                    <a:pt x="20571" y="0"/>
                  </a:cubicBezTo>
                  <a:cubicBezTo>
                    <a:pt x="16971" y="0"/>
                    <a:pt x="13886" y="0"/>
                    <a:pt x="10286" y="0"/>
                  </a:cubicBezTo>
                  <a:cubicBezTo>
                    <a:pt x="9257" y="1271"/>
                    <a:pt x="8743" y="2541"/>
                    <a:pt x="7714" y="3812"/>
                  </a:cubicBezTo>
                  <a:cubicBezTo>
                    <a:pt x="5657" y="5718"/>
                    <a:pt x="5657" y="7624"/>
                    <a:pt x="5143" y="10800"/>
                  </a:cubicBezTo>
                  <a:cubicBezTo>
                    <a:pt x="5143" y="10800"/>
                    <a:pt x="4629" y="11435"/>
                    <a:pt x="4114" y="11435"/>
                  </a:cubicBezTo>
                  <a:cubicBezTo>
                    <a:pt x="3086" y="12706"/>
                    <a:pt x="2571" y="13976"/>
                    <a:pt x="2057" y="15882"/>
                  </a:cubicBezTo>
                  <a:cubicBezTo>
                    <a:pt x="1029" y="17788"/>
                    <a:pt x="0" y="19059"/>
                    <a:pt x="0" y="21600"/>
                  </a:cubicBezTo>
                  <a:cubicBezTo>
                    <a:pt x="3086" y="21600"/>
                    <a:pt x="6686" y="21600"/>
                    <a:pt x="9771"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1" name="Shape 5601"/>
            <p:cNvSpPr/>
            <p:nvPr/>
          </p:nvSpPr>
          <p:spPr>
            <a:xfrm>
              <a:off x="7221342" y="3570073"/>
              <a:ext cx="547201" cy="424601"/>
            </a:xfrm>
            <a:custGeom>
              <a:avLst/>
              <a:gdLst/>
              <a:ahLst/>
              <a:cxnLst>
                <a:cxn ang="0">
                  <a:pos x="wd2" y="hd2"/>
                </a:cxn>
                <a:cxn ang="5400000">
                  <a:pos x="wd2" y="hd2"/>
                </a:cxn>
                <a:cxn ang="10800000">
                  <a:pos x="wd2" y="hd2"/>
                </a:cxn>
                <a:cxn ang="16200000">
                  <a:pos x="wd2" y="hd2"/>
                </a:cxn>
              </a:cxnLst>
              <a:rect l="0" t="0" r="r" b="b"/>
              <a:pathLst>
                <a:path w="21082" h="20419" fill="norm" stroke="1" extrusionOk="0">
                  <a:moveTo>
                    <a:pt x="7920" y="20419"/>
                  </a:moveTo>
                  <a:cubicBezTo>
                    <a:pt x="7920" y="19069"/>
                    <a:pt x="7560" y="18169"/>
                    <a:pt x="8280" y="17269"/>
                  </a:cubicBezTo>
                  <a:cubicBezTo>
                    <a:pt x="9000" y="16819"/>
                    <a:pt x="10080" y="16369"/>
                    <a:pt x="10440" y="15469"/>
                  </a:cubicBezTo>
                  <a:cubicBezTo>
                    <a:pt x="10800" y="15469"/>
                    <a:pt x="11520" y="15469"/>
                    <a:pt x="11880" y="15469"/>
                  </a:cubicBezTo>
                  <a:cubicBezTo>
                    <a:pt x="12240" y="15019"/>
                    <a:pt x="12960" y="15019"/>
                    <a:pt x="13680" y="14569"/>
                  </a:cubicBezTo>
                  <a:cubicBezTo>
                    <a:pt x="14040" y="14119"/>
                    <a:pt x="14040" y="13669"/>
                    <a:pt x="14400" y="13219"/>
                  </a:cubicBezTo>
                  <a:cubicBezTo>
                    <a:pt x="14760" y="12769"/>
                    <a:pt x="15840" y="13219"/>
                    <a:pt x="16200" y="12769"/>
                  </a:cubicBezTo>
                  <a:cubicBezTo>
                    <a:pt x="16560" y="12319"/>
                    <a:pt x="16560" y="11869"/>
                    <a:pt x="16560" y="11419"/>
                  </a:cubicBezTo>
                  <a:cubicBezTo>
                    <a:pt x="16560" y="10519"/>
                    <a:pt x="17640" y="10519"/>
                    <a:pt x="18000" y="10069"/>
                  </a:cubicBezTo>
                  <a:cubicBezTo>
                    <a:pt x="18360" y="9619"/>
                    <a:pt x="18360" y="9169"/>
                    <a:pt x="19080" y="9169"/>
                  </a:cubicBezTo>
                  <a:cubicBezTo>
                    <a:pt x="19440" y="9169"/>
                    <a:pt x="20520" y="9619"/>
                    <a:pt x="20880" y="9619"/>
                  </a:cubicBezTo>
                  <a:cubicBezTo>
                    <a:pt x="21600" y="9169"/>
                    <a:pt x="20160" y="6469"/>
                    <a:pt x="20160" y="6019"/>
                  </a:cubicBezTo>
                  <a:cubicBezTo>
                    <a:pt x="20160" y="5119"/>
                    <a:pt x="20160" y="4219"/>
                    <a:pt x="20160" y="3319"/>
                  </a:cubicBezTo>
                  <a:cubicBezTo>
                    <a:pt x="19800" y="2869"/>
                    <a:pt x="19800" y="2419"/>
                    <a:pt x="19800" y="1969"/>
                  </a:cubicBezTo>
                  <a:cubicBezTo>
                    <a:pt x="19080" y="1969"/>
                    <a:pt x="18720" y="1519"/>
                    <a:pt x="18360" y="1519"/>
                  </a:cubicBezTo>
                  <a:cubicBezTo>
                    <a:pt x="18000" y="1069"/>
                    <a:pt x="17280" y="1519"/>
                    <a:pt x="16920" y="1519"/>
                  </a:cubicBezTo>
                  <a:cubicBezTo>
                    <a:pt x="16560" y="1069"/>
                    <a:pt x="15840" y="1519"/>
                    <a:pt x="15120" y="1519"/>
                  </a:cubicBezTo>
                  <a:cubicBezTo>
                    <a:pt x="14400" y="1519"/>
                    <a:pt x="12960" y="-1181"/>
                    <a:pt x="12600" y="619"/>
                  </a:cubicBezTo>
                  <a:cubicBezTo>
                    <a:pt x="12240" y="1969"/>
                    <a:pt x="11880" y="3319"/>
                    <a:pt x="10800" y="4669"/>
                  </a:cubicBezTo>
                  <a:cubicBezTo>
                    <a:pt x="9720" y="6019"/>
                    <a:pt x="8280" y="6019"/>
                    <a:pt x="7200" y="7369"/>
                  </a:cubicBezTo>
                  <a:cubicBezTo>
                    <a:pt x="6480" y="8269"/>
                    <a:pt x="6120" y="9619"/>
                    <a:pt x="5760" y="10969"/>
                  </a:cubicBezTo>
                  <a:cubicBezTo>
                    <a:pt x="5760" y="11869"/>
                    <a:pt x="6120" y="13219"/>
                    <a:pt x="5760" y="14569"/>
                  </a:cubicBezTo>
                  <a:cubicBezTo>
                    <a:pt x="5400" y="15019"/>
                    <a:pt x="5040" y="15919"/>
                    <a:pt x="5040" y="16369"/>
                  </a:cubicBezTo>
                  <a:cubicBezTo>
                    <a:pt x="4680" y="17269"/>
                    <a:pt x="3960" y="17269"/>
                    <a:pt x="3240" y="17719"/>
                  </a:cubicBezTo>
                  <a:cubicBezTo>
                    <a:pt x="2880" y="18169"/>
                    <a:pt x="2520" y="18619"/>
                    <a:pt x="1800" y="19069"/>
                  </a:cubicBezTo>
                  <a:cubicBezTo>
                    <a:pt x="1440" y="19519"/>
                    <a:pt x="720" y="19519"/>
                    <a:pt x="0" y="20419"/>
                  </a:cubicBezTo>
                  <a:lnTo>
                    <a:pt x="7920" y="20419"/>
                  </a:ln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2" name="Shape 5602"/>
            <p:cNvSpPr/>
            <p:nvPr/>
          </p:nvSpPr>
          <p:spPr>
            <a:xfrm>
              <a:off x="7425832" y="3500912"/>
              <a:ext cx="961424" cy="923810"/>
            </a:xfrm>
            <a:custGeom>
              <a:avLst/>
              <a:gdLst/>
              <a:ahLst/>
              <a:cxnLst>
                <a:cxn ang="0">
                  <a:pos x="wd2" y="hd2"/>
                </a:cxn>
                <a:cxn ang="5400000">
                  <a:pos x="wd2" y="hd2"/>
                </a:cxn>
                <a:cxn ang="10800000">
                  <a:pos x="wd2" y="hd2"/>
                </a:cxn>
                <a:cxn ang="16200000">
                  <a:pos x="wd2" y="hd2"/>
                </a:cxn>
              </a:cxnLst>
              <a:rect l="0" t="0" r="r" b="b"/>
              <a:pathLst>
                <a:path w="21444" h="21600" fill="norm" stroke="1" extrusionOk="0">
                  <a:moveTo>
                    <a:pt x="7113" y="4800"/>
                  </a:moveTo>
                  <a:cubicBezTo>
                    <a:pt x="7321" y="5018"/>
                    <a:pt x="8152" y="6327"/>
                    <a:pt x="7321" y="6327"/>
                  </a:cubicBezTo>
                  <a:cubicBezTo>
                    <a:pt x="7113" y="6109"/>
                    <a:pt x="6490" y="5891"/>
                    <a:pt x="6282" y="6109"/>
                  </a:cubicBezTo>
                  <a:cubicBezTo>
                    <a:pt x="6075" y="6327"/>
                    <a:pt x="6075" y="6327"/>
                    <a:pt x="5867" y="6545"/>
                  </a:cubicBezTo>
                  <a:cubicBezTo>
                    <a:pt x="5659" y="6764"/>
                    <a:pt x="5452" y="6764"/>
                    <a:pt x="5244" y="6764"/>
                  </a:cubicBezTo>
                  <a:cubicBezTo>
                    <a:pt x="4829" y="6982"/>
                    <a:pt x="5036" y="7418"/>
                    <a:pt x="4829" y="7636"/>
                  </a:cubicBezTo>
                  <a:cubicBezTo>
                    <a:pt x="4829" y="8073"/>
                    <a:pt x="4206" y="7855"/>
                    <a:pt x="3998" y="8073"/>
                  </a:cubicBezTo>
                  <a:cubicBezTo>
                    <a:pt x="3582" y="8073"/>
                    <a:pt x="3582" y="8509"/>
                    <a:pt x="3375" y="8727"/>
                  </a:cubicBezTo>
                  <a:cubicBezTo>
                    <a:pt x="2959" y="9164"/>
                    <a:pt x="2544" y="8945"/>
                    <a:pt x="2129" y="9164"/>
                  </a:cubicBezTo>
                  <a:cubicBezTo>
                    <a:pt x="1921" y="9164"/>
                    <a:pt x="1713" y="9164"/>
                    <a:pt x="1506" y="9382"/>
                  </a:cubicBezTo>
                  <a:cubicBezTo>
                    <a:pt x="1298" y="9382"/>
                    <a:pt x="882" y="9600"/>
                    <a:pt x="675" y="9818"/>
                  </a:cubicBezTo>
                  <a:cubicBezTo>
                    <a:pt x="-156" y="10255"/>
                    <a:pt x="52" y="10473"/>
                    <a:pt x="52" y="11345"/>
                  </a:cubicBezTo>
                  <a:cubicBezTo>
                    <a:pt x="52" y="12000"/>
                    <a:pt x="-156" y="12000"/>
                    <a:pt x="259" y="12218"/>
                  </a:cubicBezTo>
                  <a:cubicBezTo>
                    <a:pt x="467" y="12436"/>
                    <a:pt x="882" y="12655"/>
                    <a:pt x="1090" y="12873"/>
                  </a:cubicBezTo>
                  <a:cubicBezTo>
                    <a:pt x="3167" y="14400"/>
                    <a:pt x="5244" y="15709"/>
                    <a:pt x="7529" y="17236"/>
                  </a:cubicBezTo>
                  <a:cubicBezTo>
                    <a:pt x="8152" y="17673"/>
                    <a:pt x="8982" y="18327"/>
                    <a:pt x="9813" y="18764"/>
                  </a:cubicBezTo>
                  <a:cubicBezTo>
                    <a:pt x="9813" y="18982"/>
                    <a:pt x="10021" y="18982"/>
                    <a:pt x="10021" y="18982"/>
                  </a:cubicBezTo>
                  <a:cubicBezTo>
                    <a:pt x="10644" y="20073"/>
                    <a:pt x="11059" y="20073"/>
                    <a:pt x="11890" y="20291"/>
                  </a:cubicBezTo>
                  <a:cubicBezTo>
                    <a:pt x="12513" y="20509"/>
                    <a:pt x="11890" y="21382"/>
                    <a:pt x="12513" y="21600"/>
                  </a:cubicBezTo>
                  <a:cubicBezTo>
                    <a:pt x="12721" y="21600"/>
                    <a:pt x="13344" y="21382"/>
                    <a:pt x="13759" y="21164"/>
                  </a:cubicBezTo>
                  <a:cubicBezTo>
                    <a:pt x="13967" y="21164"/>
                    <a:pt x="14590" y="21164"/>
                    <a:pt x="14798" y="20945"/>
                  </a:cubicBezTo>
                  <a:cubicBezTo>
                    <a:pt x="15629" y="20291"/>
                    <a:pt x="16459" y="19636"/>
                    <a:pt x="17498" y="18982"/>
                  </a:cubicBezTo>
                  <a:cubicBezTo>
                    <a:pt x="18536" y="18327"/>
                    <a:pt x="19575" y="17455"/>
                    <a:pt x="20613" y="16800"/>
                  </a:cubicBezTo>
                  <a:cubicBezTo>
                    <a:pt x="20821" y="16800"/>
                    <a:pt x="21029" y="16582"/>
                    <a:pt x="21444" y="16364"/>
                  </a:cubicBezTo>
                  <a:cubicBezTo>
                    <a:pt x="21029" y="15491"/>
                    <a:pt x="20821" y="15273"/>
                    <a:pt x="19990" y="15055"/>
                  </a:cubicBezTo>
                  <a:cubicBezTo>
                    <a:pt x="19782" y="15055"/>
                    <a:pt x="19367" y="15055"/>
                    <a:pt x="19367" y="15055"/>
                  </a:cubicBezTo>
                  <a:cubicBezTo>
                    <a:pt x="19367" y="14400"/>
                    <a:pt x="19367" y="14182"/>
                    <a:pt x="18952" y="13745"/>
                  </a:cubicBezTo>
                  <a:cubicBezTo>
                    <a:pt x="18744" y="13309"/>
                    <a:pt x="18744" y="13309"/>
                    <a:pt x="18952" y="13091"/>
                  </a:cubicBezTo>
                  <a:cubicBezTo>
                    <a:pt x="19367" y="12655"/>
                    <a:pt x="19159" y="12436"/>
                    <a:pt x="19159" y="12000"/>
                  </a:cubicBezTo>
                  <a:cubicBezTo>
                    <a:pt x="19159" y="11564"/>
                    <a:pt x="19367" y="11345"/>
                    <a:pt x="19159" y="10909"/>
                  </a:cubicBezTo>
                  <a:cubicBezTo>
                    <a:pt x="19159" y="10691"/>
                    <a:pt x="19159" y="10473"/>
                    <a:pt x="19159" y="10036"/>
                  </a:cubicBezTo>
                  <a:cubicBezTo>
                    <a:pt x="19159" y="9818"/>
                    <a:pt x="19159" y="9382"/>
                    <a:pt x="18952" y="9164"/>
                  </a:cubicBezTo>
                  <a:cubicBezTo>
                    <a:pt x="18744" y="8945"/>
                    <a:pt x="18744" y="8509"/>
                    <a:pt x="18744" y="8073"/>
                  </a:cubicBezTo>
                  <a:cubicBezTo>
                    <a:pt x="18744" y="7418"/>
                    <a:pt x="18536" y="6545"/>
                    <a:pt x="17913" y="5891"/>
                  </a:cubicBezTo>
                  <a:cubicBezTo>
                    <a:pt x="17498" y="5455"/>
                    <a:pt x="17082" y="5018"/>
                    <a:pt x="16875" y="4364"/>
                  </a:cubicBezTo>
                  <a:cubicBezTo>
                    <a:pt x="16459" y="3491"/>
                    <a:pt x="17290" y="3709"/>
                    <a:pt x="17498" y="2836"/>
                  </a:cubicBezTo>
                  <a:cubicBezTo>
                    <a:pt x="17498" y="1964"/>
                    <a:pt x="17498" y="1309"/>
                    <a:pt x="17706" y="436"/>
                  </a:cubicBezTo>
                  <a:cubicBezTo>
                    <a:pt x="17498" y="436"/>
                    <a:pt x="17498" y="218"/>
                    <a:pt x="17290" y="218"/>
                  </a:cubicBezTo>
                  <a:cubicBezTo>
                    <a:pt x="16875" y="436"/>
                    <a:pt x="16875" y="0"/>
                    <a:pt x="16667" y="0"/>
                  </a:cubicBezTo>
                  <a:cubicBezTo>
                    <a:pt x="16459" y="0"/>
                    <a:pt x="16459" y="218"/>
                    <a:pt x="16252" y="218"/>
                  </a:cubicBezTo>
                  <a:cubicBezTo>
                    <a:pt x="15836" y="218"/>
                    <a:pt x="15836" y="0"/>
                    <a:pt x="15421" y="0"/>
                  </a:cubicBezTo>
                  <a:cubicBezTo>
                    <a:pt x="15213" y="218"/>
                    <a:pt x="15006" y="218"/>
                    <a:pt x="14798" y="436"/>
                  </a:cubicBezTo>
                  <a:cubicBezTo>
                    <a:pt x="14382" y="655"/>
                    <a:pt x="14382" y="436"/>
                    <a:pt x="13967" y="218"/>
                  </a:cubicBezTo>
                  <a:cubicBezTo>
                    <a:pt x="13552" y="218"/>
                    <a:pt x="12929" y="218"/>
                    <a:pt x="12513" y="436"/>
                  </a:cubicBezTo>
                  <a:cubicBezTo>
                    <a:pt x="11475" y="655"/>
                    <a:pt x="10436" y="655"/>
                    <a:pt x="9398" y="1091"/>
                  </a:cubicBezTo>
                  <a:cubicBezTo>
                    <a:pt x="9190" y="1309"/>
                    <a:pt x="8982" y="1527"/>
                    <a:pt x="8775" y="1527"/>
                  </a:cubicBezTo>
                  <a:cubicBezTo>
                    <a:pt x="8567" y="1745"/>
                    <a:pt x="8152" y="1745"/>
                    <a:pt x="7944" y="1745"/>
                  </a:cubicBezTo>
                  <a:cubicBezTo>
                    <a:pt x="7529" y="1964"/>
                    <a:pt x="7529" y="2618"/>
                    <a:pt x="6906" y="2618"/>
                  </a:cubicBezTo>
                  <a:cubicBezTo>
                    <a:pt x="7113" y="3273"/>
                    <a:pt x="7113" y="3927"/>
                    <a:pt x="7113" y="4800"/>
                  </a:cubicBezTo>
                  <a:cubicBezTo>
                    <a:pt x="7321" y="5018"/>
                    <a:pt x="7113" y="4364"/>
                    <a:pt x="7113" y="48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3" name="Shape 5603"/>
            <p:cNvSpPr/>
            <p:nvPr/>
          </p:nvSpPr>
          <p:spPr>
            <a:xfrm>
              <a:off x="4418064" y="0"/>
              <a:ext cx="2843217" cy="2124760"/>
            </a:xfrm>
            <a:custGeom>
              <a:avLst/>
              <a:gdLst/>
              <a:ahLst/>
              <a:cxnLst>
                <a:cxn ang="0">
                  <a:pos x="wd2" y="hd2"/>
                </a:cxn>
                <a:cxn ang="5400000">
                  <a:pos x="wd2" y="hd2"/>
                </a:cxn>
                <a:cxn ang="10800000">
                  <a:pos x="wd2" y="hd2"/>
                </a:cxn>
                <a:cxn ang="16200000">
                  <a:pos x="wd2" y="hd2"/>
                </a:cxn>
              </a:cxnLst>
              <a:rect l="0" t="0" r="r" b="b"/>
              <a:pathLst>
                <a:path w="21541" h="21600" fill="norm" stroke="1" extrusionOk="0">
                  <a:moveTo>
                    <a:pt x="2266" y="3521"/>
                  </a:moveTo>
                  <a:cubicBezTo>
                    <a:pt x="2195" y="3616"/>
                    <a:pt x="1841" y="3806"/>
                    <a:pt x="1912" y="3901"/>
                  </a:cubicBezTo>
                  <a:cubicBezTo>
                    <a:pt x="1983" y="3996"/>
                    <a:pt x="2125" y="3996"/>
                    <a:pt x="2266" y="4092"/>
                  </a:cubicBezTo>
                  <a:cubicBezTo>
                    <a:pt x="2408" y="4092"/>
                    <a:pt x="2550" y="4092"/>
                    <a:pt x="2762" y="4092"/>
                  </a:cubicBezTo>
                  <a:cubicBezTo>
                    <a:pt x="2762" y="4092"/>
                    <a:pt x="3116" y="3996"/>
                    <a:pt x="3187" y="3996"/>
                  </a:cubicBezTo>
                  <a:cubicBezTo>
                    <a:pt x="3116" y="3996"/>
                    <a:pt x="2974" y="4092"/>
                    <a:pt x="2904" y="4187"/>
                  </a:cubicBezTo>
                  <a:cubicBezTo>
                    <a:pt x="2833" y="4282"/>
                    <a:pt x="2762" y="4377"/>
                    <a:pt x="2833" y="4567"/>
                  </a:cubicBezTo>
                  <a:cubicBezTo>
                    <a:pt x="2974" y="4758"/>
                    <a:pt x="2550" y="5233"/>
                    <a:pt x="2337" y="5138"/>
                  </a:cubicBezTo>
                  <a:cubicBezTo>
                    <a:pt x="2266" y="5043"/>
                    <a:pt x="2125" y="5138"/>
                    <a:pt x="1983" y="5138"/>
                  </a:cubicBezTo>
                  <a:cubicBezTo>
                    <a:pt x="1912" y="5043"/>
                    <a:pt x="1770" y="5138"/>
                    <a:pt x="1700" y="5138"/>
                  </a:cubicBezTo>
                  <a:cubicBezTo>
                    <a:pt x="1629" y="5138"/>
                    <a:pt x="1487" y="5138"/>
                    <a:pt x="1416" y="5329"/>
                  </a:cubicBezTo>
                  <a:cubicBezTo>
                    <a:pt x="1346" y="5424"/>
                    <a:pt x="1275" y="5424"/>
                    <a:pt x="1133" y="5424"/>
                  </a:cubicBezTo>
                  <a:cubicBezTo>
                    <a:pt x="921" y="5519"/>
                    <a:pt x="708" y="5614"/>
                    <a:pt x="496" y="5614"/>
                  </a:cubicBezTo>
                  <a:cubicBezTo>
                    <a:pt x="425" y="5614"/>
                    <a:pt x="283" y="5519"/>
                    <a:pt x="283" y="5614"/>
                  </a:cubicBezTo>
                  <a:cubicBezTo>
                    <a:pt x="212" y="5709"/>
                    <a:pt x="0" y="5709"/>
                    <a:pt x="0" y="5900"/>
                  </a:cubicBezTo>
                  <a:cubicBezTo>
                    <a:pt x="0" y="5995"/>
                    <a:pt x="71" y="5900"/>
                    <a:pt x="71" y="5995"/>
                  </a:cubicBezTo>
                  <a:cubicBezTo>
                    <a:pt x="71" y="5995"/>
                    <a:pt x="0" y="6090"/>
                    <a:pt x="0" y="6090"/>
                  </a:cubicBezTo>
                  <a:cubicBezTo>
                    <a:pt x="0" y="6185"/>
                    <a:pt x="142" y="6375"/>
                    <a:pt x="212" y="6470"/>
                  </a:cubicBezTo>
                  <a:cubicBezTo>
                    <a:pt x="212" y="6470"/>
                    <a:pt x="283" y="6375"/>
                    <a:pt x="283" y="6375"/>
                  </a:cubicBezTo>
                  <a:cubicBezTo>
                    <a:pt x="354" y="6280"/>
                    <a:pt x="425" y="6375"/>
                    <a:pt x="496" y="6470"/>
                  </a:cubicBezTo>
                  <a:cubicBezTo>
                    <a:pt x="567" y="6470"/>
                    <a:pt x="921" y="6566"/>
                    <a:pt x="921" y="6375"/>
                  </a:cubicBezTo>
                  <a:cubicBezTo>
                    <a:pt x="921" y="6470"/>
                    <a:pt x="850" y="6470"/>
                    <a:pt x="921" y="6566"/>
                  </a:cubicBezTo>
                  <a:cubicBezTo>
                    <a:pt x="921" y="6661"/>
                    <a:pt x="1062" y="6756"/>
                    <a:pt x="1133" y="6756"/>
                  </a:cubicBezTo>
                  <a:cubicBezTo>
                    <a:pt x="1204" y="6851"/>
                    <a:pt x="1275" y="6851"/>
                    <a:pt x="1346" y="6851"/>
                  </a:cubicBezTo>
                  <a:cubicBezTo>
                    <a:pt x="1487" y="6851"/>
                    <a:pt x="1487" y="6661"/>
                    <a:pt x="1558" y="6756"/>
                  </a:cubicBezTo>
                  <a:cubicBezTo>
                    <a:pt x="1700" y="6756"/>
                    <a:pt x="1912" y="6756"/>
                    <a:pt x="1983" y="6756"/>
                  </a:cubicBezTo>
                  <a:cubicBezTo>
                    <a:pt x="2054" y="6756"/>
                    <a:pt x="2054" y="6661"/>
                    <a:pt x="2125" y="6566"/>
                  </a:cubicBezTo>
                  <a:cubicBezTo>
                    <a:pt x="2195" y="6566"/>
                    <a:pt x="2408" y="6756"/>
                    <a:pt x="2408" y="6851"/>
                  </a:cubicBezTo>
                  <a:cubicBezTo>
                    <a:pt x="2408" y="6946"/>
                    <a:pt x="1700" y="6851"/>
                    <a:pt x="1558" y="6946"/>
                  </a:cubicBezTo>
                  <a:cubicBezTo>
                    <a:pt x="1416" y="6946"/>
                    <a:pt x="1629" y="7041"/>
                    <a:pt x="1700" y="7041"/>
                  </a:cubicBezTo>
                  <a:cubicBezTo>
                    <a:pt x="1841" y="7137"/>
                    <a:pt x="1912" y="7041"/>
                    <a:pt x="2054" y="7137"/>
                  </a:cubicBezTo>
                  <a:cubicBezTo>
                    <a:pt x="1983" y="7041"/>
                    <a:pt x="1841" y="7137"/>
                    <a:pt x="1700" y="7137"/>
                  </a:cubicBezTo>
                  <a:cubicBezTo>
                    <a:pt x="1487" y="7137"/>
                    <a:pt x="1275" y="7041"/>
                    <a:pt x="1062" y="7041"/>
                  </a:cubicBezTo>
                  <a:cubicBezTo>
                    <a:pt x="921" y="7041"/>
                    <a:pt x="637" y="7041"/>
                    <a:pt x="637" y="7232"/>
                  </a:cubicBezTo>
                  <a:cubicBezTo>
                    <a:pt x="567" y="7327"/>
                    <a:pt x="779" y="7422"/>
                    <a:pt x="850" y="7422"/>
                  </a:cubicBezTo>
                  <a:cubicBezTo>
                    <a:pt x="921" y="7422"/>
                    <a:pt x="1062" y="7327"/>
                    <a:pt x="1062" y="7327"/>
                  </a:cubicBezTo>
                  <a:cubicBezTo>
                    <a:pt x="1133" y="7422"/>
                    <a:pt x="1062" y="7422"/>
                    <a:pt x="1062" y="7517"/>
                  </a:cubicBezTo>
                  <a:cubicBezTo>
                    <a:pt x="1133" y="7612"/>
                    <a:pt x="1275" y="7612"/>
                    <a:pt x="1346" y="7612"/>
                  </a:cubicBezTo>
                  <a:cubicBezTo>
                    <a:pt x="1487" y="7612"/>
                    <a:pt x="1629" y="7612"/>
                    <a:pt x="1770" y="7612"/>
                  </a:cubicBezTo>
                  <a:cubicBezTo>
                    <a:pt x="1770" y="7612"/>
                    <a:pt x="1487" y="7707"/>
                    <a:pt x="1416" y="7707"/>
                  </a:cubicBezTo>
                  <a:cubicBezTo>
                    <a:pt x="1133" y="7803"/>
                    <a:pt x="1346" y="7993"/>
                    <a:pt x="1487" y="8088"/>
                  </a:cubicBezTo>
                  <a:cubicBezTo>
                    <a:pt x="1629" y="8183"/>
                    <a:pt x="1770" y="8183"/>
                    <a:pt x="1912" y="8278"/>
                  </a:cubicBezTo>
                  <a:cubicBezTo>
                    <a:pt x="1912" y="8278"/>
                    <a:pt x="2195" y="8278"/>
                    <a:pt x="2195" y="8278"/>
                  </a:cubicBezTo>
                  <a:cubicBezTo>
                    <a:pt x="2195" y="8278"/>
                    <a:pt x="2054" y="8183"/>
                    <a:pt x="2054" y="8088"/>
                  </a:cubicBezTo>
                  <a:cubicBezTo>
                    <a:pt x="2054" y="7993"/>
                    <a:pt x="2195" y="8088"/>
                    <a:pt x="2195" y="8088"/>
                  </a:cubicBezTo>
                  <a:cubicBezTo>
                    <a:pt x="2266" y="8183"/>
                    <a:pt x="2337" y="8088"/>
                    <a:pt x="2408" y="7993"/>
                  </a:cubicBezTo>
                  <a:cubicBezTo>
                    <a:pt x="2408" y="7993"/>
                    <a:pt x="2479" y="7898"/>
                    <a:pt x="2550" y="7898"/>
                  </a:cubicBezTo>
                  <a:cubicBezTo>
                    <a:pt x="2620" y="7993"/>
                    <a:pt x="2550" y="8183"/>
                    <a:pt x="2550" y="8183"/>
                  </a:cubicBezTo>
                  <a:cubicBezTo>
                    <a:pt x="2620" y="8278"/>
                    <a:pt x="2833" y="8088"/>
                    <a:pt x="2904" y="8088"/>
                  </a:cubicBezTo>
                  <a:cubicBezTo>
                    <a:pt x="3045" y="7993"/>
                    <a:pt x="3045" y="7993"/>
                    <a:pt x="3116" y="8088"/>
                  </a:cubicBezTo>
                  <a:cubicBezTo>
                    <a:pt x="3187" y="8183"/>
                    <a:pt x="3258" y="7993"/>
                    <a:pt x="3329" y="7993"/>
                  </a:cubicBezTo>
                  <a:cubicBezTo>
                    <a:pt x="3399" y="7898"/>
                    <a:pt x="3541" y="7993"/>
                    <a:pt x="3612" y="7993"/>
                  </a:cubicBezTo>
                  <a:cubicBezTo>
                    <a:pt x="3824" y="7993"/>
                    <a:pt x="4108" y="8088"/>
                    <a:pt x="4320" y="8183"/>
                  </a:cubicBezTo>
                  <a:cubicBezTo>
                    <a:pt x="4462" y="8183"/>
                    <a:pt x="4603" y="8374"/>
                    <a:pt x="4745" y="8374"/>
                  </a:cubicBezTo>
                  <a:cubicBezTo>
                    <a:pt x="4887" y="8374"/>
                    <a:pt x="5028" y="8469"/>
                    <a:pt x="5099" y="8564"/>
                  </a:cubicBezTo>
                  <a:cubicBezTo>
                    <a:pt x="5241" y="8659"/>
                    <a:pt x="5170" y="8754"/>
                    <a:pt x="5170" y="8849"/>
                  </a:cubicBezTo>
                  <a:cubicBezTo>
                    <a:pt x="5170" y="8944"/>
                    <a:pt x="5311" y="9135"/>
                    <a:pt x="5382" y="9135"/>
                  </a:cubicBezTo>
                  <a:cubicBezTo>
                    <a:pt x="5453" y="9230"/>
                    <a:pt x="5595" y="9135"/>
                    <a:pt x="5666" y="9230"/>
                  </a:cubicBezTo>
                  <a:cubicBezTo>
                    <a:pt x="5666" y="9420"/>
                    <a:pt x="5807" y="9515"/>
                    <a:pt x="5878" y="9611"/>
                  </a:cubicBezTo>
                  <a:cubicBezTo>
                    <a:pt x="5949" y="9706"/>
                    <a:pt x="5878" y="9896"/>
                    <a:pt x="5949" y="9991"/>
                  </a:cubicBezTo>
                  <a:cubicBezTo>
                    <a:pt x="5949" y="10086"/>
                    <a:pt x="6090" y="10181"/>
                    <a:pt x="6090" y="10372"/>
                  </a:cubicBezTo>
                  <a:cubicBezTo>
                    <a:pt x="6090" y="10467"/>
                    <a:pt x="6020" y="10467"/>
                    <a:pt x="6090" y="10562"/>
                  </a:cubicBezTo>
                  <a:cubicBezTo>
                    <a:pt x="6090" y="10562"/>
                    <a:pt x="6161" y="10657"/>
                    <a:pt x="6161" y="10657"/>
                  </a:cubicBezTo>
                  <a:cubicBezTo>
                    <a:pt x="6161" y="10657"/>
                    <a:pt x="6161" y="10657"/>
                    <a:pt x="6161" y="10657"/>
                  </a:cubicBezTo>
                  <a:cubicBezTo>
                    <a:pt x="6232" y="10562"/>
                    <a:pt x="6374" y="10752"/>
                    <a:pt x="6303" y="10848"/>
                  </a:cubicBezTo>
                  <a:cubicBezTo>
                    <a:pt x="6232" y="10943"/>
                    <a:pt x="6232" y="10943"/>
                    <a:pt x="6232" y="11133"/>
                  </a:cubicBezTo>
                  <a:cubicBezTo>
                    <a:pt x="6232" y="11038"/>
                    <a:pt x="6374" y="10943"/>
                    <a:pt x="6445" y="11133"/>
                  </a:cubicBezTo>
                  <a:cubicBezTo>
                    <a:pt x="6445" y="11228"/>
                    <a:pt x="6445" y="11228"/>
                    <a:pt x="6445" y="11323"/>
                  </a:cubicBezTo>
                  <a:cubicBezTo>
                    <a:pt x="6445" y="11323"/>
                    <a:pt x="6445" y="11514"/>
                    <a:pt x="6445" y="11419"/>
                  </a:cubicBezTo>
                  <a:cubicBezTo>
                    <a:pt x="6445" y="11514"/>
                    <a:pt x="6586" y="11514"/>
                    <a:pt x="6586" y="11514"/>
                  </a:cubicBezTo>
                  <a:cubicBezTo>
                    <a:pt x="6515" y="11419"/>
                    <a:pt x="6303" y="11989"/>
                    <a:pt x="6374" y="11609"/>
                  </a:cubicBezTo>
                  <a:cubicBezTo>
                    <a:pt x="6374" y="11609"/>
                    <a:pt x="6232" y="11514"/>
                    <a:pt x="6232" y="11609"/>
                  </a:cubicBezTo>
                  <a:cubicBezTo>
                    <a:pt x="6232" y="11609"/>
                    <a:pt x="6303" y="11609"/>
                    <a:pt x="6303" y="11609"/>
                  </a:cubicBezTo>
                  <a:cubicBezTo>
                    <a:pt x="6303" y="11704"/>
                    <a:pt x="6090" y="11704"/>
                    <a:pt x="6161" y="11799"/>
                  </a:cubicBezTo>
                  <a:cubicBezTo>
                    <a:pt x="6161" y="11799"/>
                    <a:pt x="6374" y="11894"/>
                    <a:pt x="6303" y="11894"/>
                  </a:cubicBezTo>
                  <a:cubicBezTo>
                    <a:pt x="6161" y="12085"/>
                    <a:pt x="6445" y="12085"/>
                    <a:pt x="6515" y="11989"/>
                  </a:cubicBezTo>
                  <a:cubicBezTo>
                    <a:pt x="6445" y="12085"/>
                    <a:pt x="6374" y="12085"/>
                    <a:pt x="6232" y="12085"/>
                  </a:cubicBezTo>
                  <a:cubicBezTo>
                    <a:pt x="6232" y="12085"/>
                    <a:pt x="6090" y="12275"/>
                    <a:pt x="6090" y="12275"/>
                  </a:cubicBezTo>
                  <a:cubicBezTo>
                    <a:pt x="6090" y="12275"/>
                    <a:pt x="6161" y="12370"/>
                    <a:pt x="6161" y="12370"/>
                  </a:cubicBezTo>
                  <a:cubicBezTo>
                    <a:pt x="6303" y="12465"/>
                    <a:pt x="6232" y="12465"/>
                    <a:pt x="6303" y="12465"/>
                  </a:cubicBezTo>
                  <a:cubicBezTo>
                    <a:pt x="6374" y="12465"/>
                    <a:pt x="6657" y="12656"/>
                    <a:pt x="6728" y="12465"/>
                  </a:cubicBezTo>
                  <a:cubicBezTo>
                    <a:pt x="6728" y="12180"/>
                    <a:pt x="6870" y="12275"/>
                    <a:pt x="6940" y="12180"/>
                  </a:cubicBezTo>
                  <a:cubicBezTo>
                    <a:pt x="6940" y="12180"/>
                    <a:pt x="6799" y="11609"/>
                    <a:pt x="6799" y="11609"/>
                  </a:cubicBezTo>
                  <a:cubicBezTo>
                    <a:pt x="6799" y="11704"/>
                    <a:pt x="6940" y="11989"/>
                    <a:pt x="6940" y="11989"/>
                  </a:cubicBezTo>
                  <a:cubicBezTo>
                    <a:pt x="7011" y="12180"/>
                    <a:pt x="7082" y="11989"/>
                    <a:pt x="7153" y="11989"/>
                  </a:cubicBezTo>
                  <a:cubicBezTo>
                    <a:pt x="7153" y="11989"/>
                    <a:pt x="6940" y="12370"/>
                    <a:pt x="6940" y="12370"/>
                  </a:cubicBezTo>
                  <a:cubicBezTo>
                    <a:pt x="6940" y="12370"/>
                    <a:pt x="7224" y="12275"/>
                    <a:pt x="7224" y="12275"/>
                  </a:cubicBezTo>
                  <a:cubicBezTo>
                    <a:pt x="7294" y="12275"/>
                    <a:pt x="7365" y="12275"/>
                    <a:pt x="7365" y="12275"/>
                  </a:cubicBezTo>
                  <a:cubicBezTo>
                    <a:pt x="7436" y="12275"/>
                    <a:pt x="7507" y="12180"/>
                    <a:pt x="7578" y="12180"/>
                  </a:cubicBezTo>
                  <a:cubicBezTo>
                    <a:pt x="7578" y="12275"/>
                    <a:pt x="7507" y="12370"/>
                    <a:pt x="7436" y="12370"/>
                  </a:cubicBezTo>
                  <a:cubicBezTo>
                    <a:pt x="7365" y="12370"/>
                    <a:pt x="7224" y="12370"/>
                    <a:pt x="7153" y="12465"/>
                  </a:cubicBezTo>
                  <a:cubicBezTo>
                    <a:pt x="7082" y="12560"/>
                    <a:pt x="7294" y="12465"/>
                    <a:pt x="7294" y="12465"/>
                  </a:cubicBezTo>
                  <a:cubicBezTo>
                    <a:pt x="7436" y="12465"/>
                    <a:pt x="7578" y="12465"/>
                    <a:pt x="7719" y="12465"/>
                  </a:cubicBezTo>
                  <a:cubicBezTo>
                    <a:pt x="7649" y="12465"/>
                    <a:pt x="7365" y="12465"/>
                    <a:pt x="7365" y="12560"/>
                  </a:cubicBezTo>
                  <a:cubicBezTo>
                    <a:pt x="7365" y="12560"/>
                    <a:pt x="7507" y="12656"/>
                    <a:pt x="7507" y="12751"/>
                  </a:cubicBezTo>
                  <a:cubicBezTo>
                    <a:pt x="7507" y="12751"/>
                    <a:pt x="7507" y="12846"/>
                    <a:pt x="7507" y="12846"/>
                  </a:cubicBezTo>
                  <a:cubicBezTo>
                    <a:pt x="7507" y="12941"/>
                    <a:pt x="7436" y="12941"/>
                    <a:pt x="7507" y="13036"/>
                  </a:cubicBezTo>
                  <a:cubicBezTo>
                    <a:pt x="7507" y="13036"/>
                    <a:pt x="7649" y="12941"/>
                    <a:pt x="7719" y="12941"/>
                  </a:cubicBezTo>
                  <a:cubicBezTo>
                    <a:pt x="7790" y="12941"/>
                    <a:pt x="7719" y="12941"/>
                    <a:pt x="7790" y="13036"/>
                  </a:cubicBezTo>
                  <a:cubicBezTo>
                    <a:pt x="7861" y="13131"/>
                    <a:pt x="7861" y="13226"/>
                    <a:pt x="7932" y="13322"/>
                  </a:cubicBezTo>
                  <a:cubicBezTo>
                    <a:pt x="7932" y="13417"/>
                    <a:pt x="7719" y="13417"/>
                    <a:pt x="7719" y="13417"/>
                  </a:cubicBezTo>
                  <a:cubicBezTo>
                    <a:pt x="7436" y="13131"/>
                    <a:pt x="7011" y="12941"/>
                    <a:pt x="6728" y="13036"/>
                  </a:cubicBezTo>
                  <a:cubicBezTo>
                    <a:pt x="6445" y="13036"/>
                    <a:pt x="6799" y="13322"/>
                    <a:pt x="6940" y="13322"/>
                  </a:cubicBezTo>
                  <a:cubicBezTo>
                    <a:pt x="7153" y="13417"/>
                    <a:pt x="7294" y="13702"/>
                    <a:pt x="7507" y="13702"/>
                  </a:cubicBezTo>
                  <a:cubicBezTo>
                    <a:pt x="7578" y="13702"/>
                    <a:pt x="7649" y="13607"/>
                    <a:pt x="7790" y="13607"/>
                  </a:cubicBezTo>
                  <a:cubicBezTo>
                    <a:pt x="7790" y="13702"/>
                    <a:pt x="8003" y="13702"/>
                    <a:pt x="8003" y="13702"/>
                  </a:cubicBezTo>
                  <a:cubicBezTo>
                    <a:pt x="8073" y="13797"/>
                    <a:pt x="8003" y="13893"/>
                    <a:pt x="8003" y="13893"/>
                  </a:cubicBezTo>
                  <a:cubicBezTo>
                    <a:pt x="7790" y="13988"/>
                    <a:pt x="8073" y="14083"/>
                    <a:pt x="8003" y="14178"/>
                  </a:cubicBezTo>
                  <a:cubicBezTo>
                    <a:pt x="8003" y="14273"/>
                    <a:pt x="7861" y="14178"/>
                    <a:pt x="7861" y="14368"/>
                  </a:cubicBezTo>
                  <a:cubicBezTo>
                    <a:pt x="7861" y="14463"/>
                    <a:pt x="8003" y="14463"/>
                    <a:pt x="8003" y="14463"/>
                  </a:cubicBezTo>
                  <a:cubicBezTo>
                    <a:pt x="7932" y="14559"/>
                    <a:pt x="7790" y="14368"/>
                    <a:pt x="7790" y="14463"/>
                  </a:cubicBezTo>
                  <a:cubicBezTo>
                    <a:pt x="7719" y="14559"/>
                    <a:pt x="7719" y="14654"/>
                    <a:pt x="7719" y="14749"/>
                  </a:cubicBezTo>
                  <a:cubicBezTo>
                    <a:pt x="7719" y="14749"/>
                    <a:pt x="7861" y="14749"/>
                    <a:pt x="7861" y="14749"/>
                  </a:cubicBezTo>
                  <a:cubicBezTo>
                    <a:pt x="7861" y="14844"/>
                    <a:pt x="7719" y="14939"/>
                    <a:pt x="7649" y="14939"/>
                  </a:cubicBezTo>
                  <a:cubicBezTo>
                    <a:pt x="7578" y="14939"/>
                    <a:pt x="7507" y="14939"/>
                    <a:pt x="7436" y="14939"/>
                  </a:cubicBezTo>
                  <a:cubicBezTo>
                    <a:pt x="7365" y="14844"/>
                    <a:pt x="7294" y="14844"/>
                    <a:pt x="7224" y="14939"/>
                  </a:cubicBezTo>
                  <a:cubicBezTo>
                    <a:pt x="7153" y="15034"/>
                    <a:pt x="7153" y="14939"/>
                    <a:pt x="7082" y="15034"/>
                  </a:cubicBezTo>
                  <a:cubicBezTo>
                    <a:pt x="7082" y="15034"/>
                    <a:pt x="7294" y="15320"/>
                    <a:pt x="7365" y="15320"/>
                  </a:cubicBezTo>
                  <a:cubicBezTo>
                    <a:pt x="7365" y="15225"/>
                    <a:pt x="7365" y="15225"/>
                    <a:pt x="7294" y="15225"/>
                  </a:cubicBezTo>
                  <a:cubicBezTo>
                    <a:pt x="7294" y="15225"/>
                    <a:pt x="7507" y="15225"/>
                    <a:pt x="7507" y="15225"/>
                  </a:cubicBezTo>
                  <a:cubicBezTo>
                    <a:pt x="7507" y="15225"/>
                    <a:pt x="7861" y="15034"/>
                    <a:pt x="7861" y="15130"/>
                  </a:cubicBezTo>
                  <a:cubicBezTo>
                    <a:pt x="7790" y="15130"/>
                    <a:pt x="7719" y="15130"/>
                    <a:pt x="7649" y="15225"/>
                  </a:cubicBezTo>
                  <a:cubicBezTo>
                    <a:pt x="7719" y="15130"/>
                    <a:pt x="7861" y="15320"/>
                    <a:pt x="7790" y="15320"/>
                  </a:cubicBezTo>
                  <a:cubicBezTo>
                    <a:pt x="7861" y="15320"/>
                    <a:pt x="8073" y="15415"/>
                    <a:pt x="8144" y="15415"/>
                  </a:cubicBezTo>
                  <a:cubicBezTo>
                    <a:pt x="8073" y="15415"/>
                    <a:pt x="7932" y="15415"/>
                    <a:pt x="7932" y="15415"/>
                  </a:cubicBezTo>
                  <a:cubicBezTo>
                    <a:pt x="7932" y="15415"/>
                    <a:pt x="8215" y="15700"/>
                    <a:pt x="8215" y="15700"/>
                  </a:cubicBezTo>
                  <a:cubicBezTo>
                    <a:pt x="8003" y="15700"/>
                    <a:pt x="7861" y="15320"/>
                    <a:pt x="7649" y="15320"/>
                  </a:cubicBezTo>
                  <a:cubicBezTo>
                    <a:pt x="7507" y="15320"/>
                    <a:pt x="7153" y="15225"/>
                    <a:pt x="7082" y="15415"/>
                  </a:cubicBezTo>
                  <a:cubicBezTo>
                    <a:pt x="7082" y="15510"/>
                    <a:pt x="7011" y="15510"/>
                    <a:pt x="6940" y="15605"/>
                  </a:cubicBezTo>
                  <a:cubicBezTo>
                    <a:pt x="6870" y="15605"/>
                    <a:pt x="6870" y="15796"/>
                    <a:pt x="6940" y="15700"/>
                  </a:cubicBezTo>
                  <a:cubicBezTo>
                    <a:pt x="7082" y="15700"/>
                    <a:pt x="7224" y="15605"/>
                    <a:pt x="7294" y="15415"/>
                  </a:cubicBezTo>
                  <a:cubicBezTo>
                    <a:pt x="7294" y="15510"/>
                    <a:pt x="7436" y="15510"/>
                    <a:pt x="7436" y="15510"/>
                  </a:cubicBezTo>
                  <a:cubicBezTo>
                    <a:pt x="7507" y="15510"/>
                    <a:pt x="7649" y="15796"/>
                    <a:pt x="7649" y="15510"/>
                  </a:cubicBezTo>
                  <a:cubicBezTo>
                    <a:pt x="7649" y="15415"/>
                    <a:pt x="7790" y="15605"/>
                    <a:pt x="7790" y="15605"/>
                  </a:cubicBezTo>
                  <a:cubicBezTo>
                    <a:pt x="7790" y="15605"/>
                    <a:pt x="8073" y="15605"/>
                    <a:pt x="8003" y="15700"/>
                  </a:cubicBezTo>
                  <a:cubicBezTo>
                    <a:pt x="8003" y="15700"/>
                    <a:pt x="7932" y="15700"/>
                    <a:pt x="7932" y="15700"/>
                  </a:cubicBezTo>
                  <a:cubicBezTo>
                    <a:pt x="7932" y="15700"/>
                    <a:pt x="8073" y="15796"/>
                    <a:pt x="8073" y="15796"/>
                  </a:cubicBezTo>
                  <a:cubicBezTo>
                    <a:pt x="8003" y="15796"/>
                    <a:pt x="7861" y="15796"/>
                    <a:pt x="7790" y="15700"/>
                  </a:cubicBezTo>
                  <a:cubicBezTo>
                    <a:pt x="7719" y="15605"/>
                    <a:pt x="7719" y="15700"/>
                    <a:pt x="7719" y="15796"/>
                  </a:cubicBezTo>
                  <a:cubicBezTo>
                    <a:pt x="7719" y="15700"/>
                    <a:pt x="7294" y="15605"/>
                    <a:pt x="7224" y="15605"/>
                  </a:cubicBezTo>
                  <a:cubicBezTo>
                    <a:pt x="7153" y="15605"/>
                    <a:pt x="6728" y="15796"/>
                    <a:pt x="6799" y="15986"/>
                  </a:cubicBezTo>
                  <a:cubicBezTo>
                    <a:pt x="6870" y="16081"/>
                    <a:pt x="7294" y="15891"/>
                    <a:pt x="7365" y="15891"/>
                  </a:cubicBezTo>
                  <a:cubicBezTo>
                    <a:pt x="7436" y="15891"/>
                    <a:pt x="7578" y="15891"/>
                    <a:pt x="7649" y="15986"/>
                  </a:cubicBezTo>
                  <a:cubicBezTo>
                    <a:pt x="7649" y="15986"/>
                    <a:pt x="7932" y="16081"/>
                    <a:pt x="7932" y="16081"/>
                  </a:cubicBezTo>
                  <a:cubicBezTo>
                    <a:pt x="7932" y="16176"/>
                    <a:pt x="7578" y="15986"/>
                    <a:pt x="7578" y="15986"/>
                  </a:cubicBezTo>
                  <a:cubicBezTo>
                    <a:pt x="7436" y="15891"/>
                    <a:pt x="7224" y="15986"/>
                    <a:pt x="7082" y="15986"/>
                  </a:cubicBezTo>
                  <a:cubicBezTo>
                    <a:pt x="6586" y="16176"/>
                    <a:pt x="7153" y="16367"/>
                    <a:pt x="7294" y="16271"/>
                  </a:cubicBezTo>
                  <a:cubicBezTo>
                    <a:pt x="7224" y="16367"/>
                    <a:pt x="7153" y="16462"/>
                    <a:pt x="7011" y="16462"/>
                  </a:cubicBezTo>
                  <a:cubicBezTo>
                    <a:pt x="6799" y="16557"/>
                    <a:pt x="7153" y="16652"/>
                    <a:pt x="7153" y="16652"/>
                  </a:cubicBezTo>
                  <a:cubicBezTo>
                    <a:pt x="7153" y="16652"/>
                    <a:pt x="6870" y="16557"/>
                    <a:pt x="6870" y="16747"/>
                  </a:cubicBezTo>
                  <a:cubicBezTo>
                    <a:pt x="6870" y="17033"/>
                    <a:pt x="7011" y="16842"/>
                    <a:pt x="7153" y="16747"/>
                  </a:cubicBezTo>
                  <a:cubicBezTo>
                    <a:pt x="7294" y="16652"/>
                    <a:pt x="7436" y="16462"/>
                    <a:pt x="7578" y="16367"/>
                  </a:cubicBezTo>
                  <a:cubicBezTo>
                    <a:pt x="7649" y="16367"/>
                    <a:pt x="8073" y="16081"/>
                    <a:pt x="8073" y="16271"/>
                  </a:cubicBezTo>
                  <a:cubicBezTo>
                    <a:pt x="8073" y="16271"/>
                    <a:pt x="7861" y="16271"/>
                    <a:pt x="7861" y="16271"/>
                  </a:cubicBezTo>
                  <a:cubicBezTo>
                    <a:pt x="7861" y="16271"/>
                    <a:pt x="8003" y="16271"/>
                    <a:pt x="8073" y="16367"/>
                  </a:cubicBezTo>
                  <a:cubicBezTo>
                    <a:pt x="7861" y="16176"/>
                    <a:pt x="6940" y="16937"/>
                    <a:pt x="7011" y="17033"/>
                  </a:cubicBezTo>
                  <a:cubicBezTo>
                    <a:pt x="7011" y="17128"/>
                    <a:pt x="7436" y="16937"/>
                    <a:pt x="7507" y="16937"/>
                  </a:cubicBezTo>
                  <a:cubicBezTo>
                    <a:pt x="7507" y="16937"/>
                    <a:pt x="7224" y="17033"/>
                    <a:pt x="7153" y="17128"/>
                  </a:cubicBezTo>
                  <a:cubicBezTo>
                    <a:pt x="7153" y="17128"/>
                    <a:pt x="7294" y="17508"/>
                    <a:pt x="7365" y="17413"/>
                  </a:cubicBezTo>
                  <a:cubicBezTo>
                    <a:pt x="7436" y="17318"/>
                    <a:pt x="7507" y="17128"/>
                    <a:pt x="7578" y="17128"/>
                  </a:cubicBezTo>
                  <a:cubicBezTo>
                    <a:pt x="7649" y="17128"/>
                    <a:pt x="7932" y="17223"/>
                    <a:pt x="7932" y="17223"/>
                  </a:cubicBezTo>
                  <a:cubicBezTo>
                    <a:pt x="7932" y="17223"/>
                    <a:pt x="7649" y="17223"/>
                    <a:pt x="7649" y="17223"/>
                  </a:cubicBezTo>
                  <a:cubicBezTo>
                    <a:pt x="7507" y="17223"/>
                    <a:pt x="7436" y="17318"/>
                    <a:pt x="7365" y="17413"/>
                  </a:cubicBezTo>
                  <a:cubicBezTo>
                    <a:pt x="7365" y="17508"/>
                    <a:pt x="7365" y="17604"/>
                    <a:pt x="7365" y="17699"/>
                  </a:cubicBezTo>
                  <a:cubicBezTo>
                    <a:pt x="7436" y="17984"/>
                    <a:pt x="7436" y="17889"/>
                    <a:pt x="7578" y="17794"/>
                  </a:cubicBezTo>
                  <a:cubicBezTo>
                    <a:pt x="7507" y="17889"/>
                    <a:pt x="7436" y="18270"/>
                    <a:pt x="7507" y="18365"/>
                  </a:cubicBezTo>
                  <a:cubicBezTo>
                    <a:pt x="7507" y="18365"/>
                    <a:pt x="7719" y="17984"/>
                    <a:pt x="7790" y="17984"/>
                  </a:cubicBezTo>
                  <a:cubicBezTo>
                    <a:pt x="7790" y="18079"/>
                    <a:pt x="7719" y="18174"/>
                    <a:pt x="7790" y="18270"/>
                  </a:cubicBezTo>
                  <a:cubicBezTo>
                    <a:pt x="7790" y="18365"/>
                    <a:pt x="7861" y="18174"/>
                    <a:pt x="7932" y="18174"/>
                  </a:cubicBezTo>
                  <a:cubicBezTo>
                    <a:pt x="8073" y="17984"/>
                    <a:pt x="7790" y="17794"/>
                    <a:pt x="7790" y="17699"/>
                  </a:cubicBezTo>
                  <a:cubicBezTo>
                    <a:pt x="7790" y="17699"/>
                    <a:pt x="7932" y="17984"/>
                    <a:pt x="8003" y="17984"/>
                  </a:cubicBezTo>
                  <a:cubicBezTo>
                    <a:pt x="8073" y="18079"/>
                    <a:pt x="8073" y="17984"/>
                    <a:pt x="8144" y="17889"/>
                  </a:cubicBezTo>
                  <a:cubicBezTo>
                    <a:pt x="8073" y="17889"/>
                    <a:pt x="8286" y="18174"/>
                    <a:pt x="8215" y="18270"/>
                  </a:cubicBezTo>
                  <a:cubicBezTo>
                    <a:pt x="8286" y="18174"/>
                    <a:pt x="8073" y="17984"/>
                    <a:pt x="8073" y="18174"/>
                  </a:cubicBezTo>
                  <a:cubicBezTo>
                    <a:pt x="8073" y="18365"/>
                    <a:pt x="8215" y="18555"/>
                    <a:pt x="8073" y="18650"/>
                  </a:cubicBezTo>
                  <a:cubicBezTo>
                    <a:pt x="8073" y="18650"/>
                    <a:pt x="8073" y="18365"/>
                    <a:pt x="8073" y="18365"/>
                  </a:cubicBezTo>
                  <a:cubicBezTo>
                    <a:pt x="8073" y="18270"/>
                    <a:pt x="7932" y="18460"/>
                    <a:pt x="7861" y="18460"/>
                  </a:cubicBezTo>
                  <a:cubicBezTo>
                    <a:pt x="7790" y="18460"/>
                    <a:pt x="7719" y="18650"/>
                    <a:pt x="7719" y="18745"/>
                  </a:cubicBezTo>
                  <a:cubicBezTo>
                    <a:pt x="7649" y="18936"/>
                    <a:pt x="7861" y="18745"/>
                    <a:pt x="7861" y="18841"/>
                  </a:cubicBezTo>
                  <a:cubicBezTo>
                    <a:pt x="7932" y="18936"/>
                    <a:pt x="7790" y="19031"/>
                    <a:pt x="7790" y="19031"/>
                  </a:cubicBezTo>
                  <a:cubicBezTo>
                    <a:pt x="7790" y="19031"/>
                    <a:pt x="7932" y="18936"/>
                    <a:pt x="8003" y="19126"/>
                  </a:cubicBezTo>
                  <a:cubicBezTo>
                    <a:pt x="8003" y="19316"/>
                    <a:pt x="8144" y="19411"/>
                    <a:pt x="8144" y="19507"/>
                  </a:cubicBezTo>
                  <a:cubicBezTo>
                    <a:pt x="8073" y="19697"/>
                    <a:pt x="8144" y="19697"/>
                    <a:pt x="8286" y="19887"/>
                  </a:cubicBezTo>
                  <a:cubicBezTo>
                    <a:pt x="8357" y="19982"/>
                    <a:pt x="8428" y="20173"/>
                    <a:pt x="8498" y="19982"/>
                  </a:cubicBezTo>
                  <a:cubicBezTo>
                    <a:pt x="8498" y="19982"/>
                    <a:pt x="8569" y="20458"/>
                    <a:pt x="8640" y="20458"/>
                  </a:cubicBezTo>
                  <a:cubicBezTo>
                    <a:pt x="8711" y="20553"/>
                    <a:pt x="8640" y="20458"/>
                    <a:pt x="8711" y="20458"/>
                  </a:cubicBezTo>
                  <a:cubicBezTo>
                    <a:pt x="8782" y="20553"/>
                    <a:pt x="8852" y="20648"/>
                    <a:pt x="8923" y="20744"/>
                  </a:cubicBezTo>
                  <a:cubicBezTo>
                    <a:pt x="9065" y="20839"/>
                    <a:pt x="9207" y="20934"/>
                    <a:pt x="9348" y="20839"/>
                  </a:cubicBezTo>
                  <a:cubicBezTo>
                    <a:pt x="9419" y="20839"/>
                    <a:pt x="9631" y="20839"/>
                    <a:pt x="9631" y="20744"/>
                  </a:cubicBezTo>
                  <a:cubicBezTo>
                    <a:pt x="9631" y="20744"/>
                    <a:pt x="9631" y="21029"/>
                    <a:pt x="9631" y="21029"/>
                  </a:cubicBezTo>
                  <a:cubicBezTo>
                    <a:pt x="9631" y="21029"/>
                    <a:pt x="9773" y="20648"/>
                    <a:pt x="9773" y="20744"/>
                  </a:cubicBezTo>
                  <a:cubicBezTo>
                    <a:pt x="9844" y="20744"/>
                    <a:pt x="9773" y="20839"/>
                    <a:pt x="9773" y="20839"/>
                  </a:cubicBezTo>
                  <a:cubicBezTo>
                    <a:pt x="9773" y="20934"/>
                    <a:pt x="9844" y="20934"/>
                    <a:pt x="9844" y="20934"/>
                  </a:cubicBezTo>
                  <a:cubicBezTo>
                    <a:pt x="9844" y="20934"/>
                    <a:pt x="9631" y="21029"/>
                    <a:pt x="9702" y="21124"/>
                  </a:cubicBezTo>
                  <a:cubicBezTo>
                    <a:pt x="9773" y="21124"/>
                    <a:pt x="9773" y="21124"/>
                    <a:pt x="9844" y="21029"/>
                  </a:cubicBezTo>
                  <a:cubicBezTo>
                    <a:pt x="9915" y="21124"/>
                    <a:pt x="9844" y="21219"/>
                    <a:pt x="9844" y="21219"/>
                  </a:cubicBezTo>
                  <a:cubicBezTo>
                    <a:pt x="9844" y="21315"/>
                    <a:pt x="10056" y="21029"/>
                    <a:pt x="10056" y="21124"/>
                  </a:cubicBezTo>
                  <a:cubicBezTo>
                    <a:pt x="10056" y="21219"/>
                    <a:pt x="9915" y="21315"/>
                    <a:pt x="9915" y="21410"/>
                  </a:cubicBezTo>
                  <a:cubicBezTo>
                    <a:pt x="9915" y="21315"/>
                    <a:pt x="10127" y="21219"/>
                    <a:pt x="10056" y="21410"/>
                  </a:cubicBezTo>
                  <a:cubicBezTo>
                    <a:pt x="10056" y="21410"/>
                    <a:pt x="10056" y="21410"/>
                    <a:pt x="10056" y="21315"/>
                  </a:cubicBezTo>
                  <a:cubicBezTo>
                    <a:pt x="10056" y="21505"/>
                    <a:pt x="10269" y="21219"/>
                    <a:pt x="10269" y="21219"/>
                  </a:cubicBezTo>
                  <a:cubicBezTo>
                    <a:pt x="10340" y="21315"/>
                    <a:pt x="10269" y="21505"/>
                    <a:pt x="10269" y="21600"/>
                  </a:cubicBezTo>
                  <a:cubicBezTo>
                    <a:pt x="10198" y="21410"/>
                    <a:pt x="10835" y="21410"/>
                    <a:pt x="10410" y="21124"/>
                  </a:cubicBezTo>
                  <a:cubicBezTo>
                    <a:pt x="10481" y="21124"/>
                    <a:pt x="10835" y="21124"/>
                    <a:pt x="10623" y="21029"/>
                  </a:cubicBezTo>
                  <a:cubicBezTo>
                    <a:pt x="10410" y="20839"/>
                    <a:pt x="10694" y="20934"/>
                    <a:pt x="10765" y="20744"/>
                  </a:cubicBezTo>
                  <a:cubicBezTo>
                    <a:pt x="10765" y="20744"/>
                    <a:pt x="10552" y="20744"/>
                    <a:pt x="10552" y="20744"/>
                  </a:cubicBezTo>
                  <a:cubicBezTo>
                    <a:pt x="10623" y="20648"/>
                    <a:pt x="10694" y="20553"/>
                    <a:pt x="10765" y="20553"/>
                  </a:cubicBezTo>
                  <a:cubicBezTo>
                    <a:pt x="10906" y="20363"/>
                    <a:pt x="10694" y="20458"/>
                    <a:pt x="10694" y="20363"/>
                  </a:cubicBezTo>
                  <a:cubicBezTo>
                    <a:pt x="10694" y="20363"/>
                    <a:pt x="10906" y="20268"/>
                    <a:pt x="10906" y="20173"/>
                  </a:cubicBezTo>
                  <a:cubicBezTo>
                    <a:pt x="10906" y="20078"/>
                    <a:pt x="10906" y="19887"/>
                    <a:pt x="10835" y="19792"/>
                  </a:cubicBezTo>
                  <a:cubicBezTo>
                    <a:pt x="10765" y="19792"/>
                    <a:pt x="10906" y="19697"/>
                    <a:pt x="10835" y="19602"/>
                  </a:cubicBezTo>
                  <a:cubicBezTo>
                    <a:pt x="10835" y="19602"/>
                    <a:pt x="10694" y="19507"/>
                    <a:pt x="10694" y="19507"/>
                  </a:cubicBezTo>
                  <a:cubicBezTo>
                    <a:pt x="10694" y="19507"/>
                    <a:pt x="10977" y="19411"/>
                    <a:pt x="11048" y="19411"/>
                  </a:cubicBezTo>
                  <a:cubicBezTo>
                    <a:pt x="11260" y="19411"/>
                    <a:pt x="11048" y="19316"/>
                    <a:pt x="10977" y="19221"/>
                  </a:cubicBezTo>
                  <a:cubicBezTo>
                    <a:pt x="10977" y="19221"/>
                    <a:pt x="11331" y="19221"/>
                    <a:pt x="11331" y="19221"/>
                  </a:cubicBezTo>
                  <a:cubicBezTo>
                    <a:pt x="11260" y="19126"/>
                    <a:pt x="11119" y="19126"/>
                    <a:pt x="11048" y="19031"/>
                  </a:cubicBezTo>
                  <a:cubicBezTo>
                    <a:pt x="11048" y="19031"/>
                    <a:pt x="11331" y="19126"/>
                    <a:pt x="11331" y="19031"/>
                  </a:cubicBezTo>
                  <a:cubicBezTo>
                    <a:pt x="11402" y="19031"/>
                    <a:pt x="11331" y="19031"/>
                    <a:pt x="11331" y="18936"/>
                  </a:cubicBezTo>
                  <a:cubicBezTo>
                    <a:pt x="11402" y="18936"/>
                    <a:pt x="11402" y="18936"/>
                    <a:pt x="11402" y="18936"/>
                  </a:cubicBezTo>
                  <a:cubicBezTo>
                    <a:pt x="11473" y="18841"/>
                    <a:pt x="11190" y="18745"/>
                    <a:pt x="11190" y="18745"/>
                  </a:cubicBezTo>
                  <a:cubicBezTo>
                    <a:pt x="11190" y="18745"/>
                    <a:pt x="11544" y="18745"/>
                    <a:pt x="11473" y="18650"/>
                  </a:cubicBezTo>
                  <a:cubicBezTo>
                    <a:pt x="11473" y="18555"/>
                    <a:pt x="11544" y="18555"/>
                    <a:pt x="11402" y="18460"/>
                  </a:cubicBezTo>
                  <a:cubicBezTo>
                    <a:pt x="11402" y="18460"/>
                    <a:pt x="11190" y="18460"/>
                    <a:pt x="11190" y="18365"/>
                  </a:cubicBezTo>
                  <a:cubicBezTo>
                    <a:pt x="11190" y="18365"/>
                    <a:pt x="11544" y="18270"/>
                    <a:pt x="11544" y="18270"/>
                  </a:cubicBezTo>
                  <a:cubicBezTo>
                    <a:pt x="11685" y="18270"/>
                    <a:pt x="11614" y="17984"/>
                    <a:pt x="11473" y="17984"/>
                  </a:cubicBezTo>
                  <a:cubicBezTo>
                    <a:pt x="11402" y="17889"/>
                    <a:pt x="11190" y="17794"/>
                    <a:pt x="11402" y="17699"/>
                  </a:cubicBezTo>
                  <a:cubicBezTo>
                    <a:pt x="11544" y="17699"/>
                    <a:pt x="11756" y="17794"/>
                    <a:pt x="11827" y="17604"/>
                  </a:cubicBezTo>
                  <a:cubicBezTo>
                    <a:pt x="11827" y="17604"/>
                    <a:pt x="11685" y="17413"/>
                    <a:pt x="11685" y="17413"/>
                  </a:cubicBezTo>
                  <a:cubicBezTo>
                    <a:pt x="11685" y="17318"/>
                    <a:pt x="11827" y="17318"/>
                    <a:pt x="11827" y="17318"/>
                  </a:cubicBezTo>
                  <a:cubicBezTo>
                    <a:pt x="11898" y="17223"/>
                    <a:pt x="12039" y="17223"/>
                    <a:pt x="12181" y="17318"/>
                  </a:cubicBezTo>
                  <a:cubicBezTo>
                    <a:pt x="12181" y="17318"/>
                    <a:pt x="12323" y="17318"/>
                    <a:pt x="12323" y="17318"/>
                  </a:cubicBezTo>
                  <a:cubicBezTo>
                    <a:pt x="12393" y="17223"/>
                    <a:pt x="12252" y="17128"/>
                    <a:pt x="12252" y="17033"/>
                  </a:cubicBezTo>
                  <a:cubicBezTo>
                    <a:pt x="12323" y="16937"/>
                    <a:pt x="12535" y="16557"/>
                    <a:pt x="12677" y="16747"/>
                  </a:cubicBezTo>
                  <a:cubicBezTo>
                    <a:pt x="12606" y="16652"/>
                    <a:pt x="12393" y="17223"/>
                    <a:pt x="12464" y="17223"/>
                  </a:cubicBezTo>
                  <a:cubicBezTo>
                    <a:pt x="12535" y="17318"/>
                    <a:pt x="12677" y="17033"/>
                    <a:pt x="12818" y="17033"/>
                  </a:cubicBezTo>
                  <a:cubicBezTo>
                    <a:pt x="12818" y="17033"/>
                    <a:pt x="12960" y="17128"/>
                    <a:pt x="12960" y="17128"/>
                  </a:cubicBezTo>
                  <a:cubicBezTo>
                    <a:pt x="12960" y="17128"/>
                    <a:pt x="12960" y="16937"/>
                    <a:pt x="12960" y="16937"/>
                  </a:cubicBezTo>
                  <a:cubicBezTo>
                    <a:pt x="13172" y="17033"/>
                    <a:pt x="13172" y="16937"/>
                    <a:pt x="13243" y="16842"/>
                  </a:cubicBezTo>
                  <a:cubicBezTo>
                    <a:pt x="13314" y="16747"/>
                    <a:pt x="13385" y="16747"/>
                    <a:pt x="13456" y="16747"/>
                  </a:cubicBezTo>
                  <a:cubicBezTo>
                    <a:pt x="13597" y="16652"/>
                    <a:pt x="13597" y="16557"/>
                    <a:pt x="13668" y="16462"/>
                  </a:cubicBezTo>
                  <a:cubicBezTo>
                    <a:pt x="13739" y="16367"/>
                    <a:pt x="13881" y="16176"/>
                    <a:pt x="13951" y="15986"/>
                  </a:cubicBezTo>
                  <a:cubicBezTo>
                    <a:pt x="14093" y="15796"/>
                    <a:pt x="14093" y="15700"/>
                    <a:pt x="14235" y="15700"/>
                  </a:cubicBezTo>
                  <a:cubicBezTo>
                    <a:pt x="14306" y="15605"/>
                    <a:pt x="14518" y="15605"/>
                    <a:pt x="14518" y="15415"/>
                  </a:cubicBezTo>
                  <a:cubicBezTo>
                    <a:pt x="14447" y="15415"/>
                    <a:pt x="14376" y="14939"/>
                    <a:pt x="14376" y="14939"/>
                  </a:cubicBezTo>
                  <a:cubicBezTo>
                    <a:pt x="14447" y="14939"/>
                    <a:pt x="14660" y="15225"/>
                    <a:pt x="14730" y="15225"/>
                  </a:cubicBezTo>
                  <a:cubicBezTo>
                    <a:pt x="14801" y="15320"/>
                    <a:pt x="14872" y="15320"/>
                    <a:pt x="14943" y="15320"/>
                  </a:cubicBezTo>
                  <a:cubicBezTo>
                    <a:pt x="14943" y="15320"/>
                    <a:pt x="15085" y="15225"/>
                    <a:pt x="15085" y="15225"/>
                  </a:cubicBezTo>
                  <a:cubicBezTo>
                    <a:pt x="15155" y="15225"/>
                    <a:pt x="15226" y="15320"/>
                    <a:pt x="15297" y="15225"/>
                  </a:cubicBezTo>
                  <a:cubicBezTo>
                    <a:pt x="15297" y="15225"/>
                    <a:pt x="15155" y="15034"/>
                    <a:pt x="15368" y="15130"/>
                  </a:cubicBezTo>
                  <a:cubicBezTo>
                    <a:pt x="15510" y="15130"/>
                    <a:pt x="15651" y="15130"/>
                    <a:pt x="15793" y="15034"/>
                  </a:cubicBezTo>
                  <a:cubicBezTo>
                    <a:pt x="16147" y="14939"/>
                    <a:pt x="16430" y="14844"/>
                    <a:pt x="16784" y="14654"/>
                  </a:cubicBezTo>
                  <a:cubicBezTo>
                    <a:pt x="16855" y="14559"/>
                    <a:pt x="17988" y="13607"/>
                    <a:pt x="18059" y="13607"/>
                  </a:cubicBezTo>
                  <a:cubicBezTo>
                    <a:pt x="17988" y="13607"/>
                    <a:pt x="17492" y="13607"/>
                    <a:pt x="17422" y="13607"/>
                  </a:cubicBezTo>
                  <a:cubicBezTo>
                    <a:pt x="17280" y="13512"/>
                    <a:pt x="17138" y="13417"/>
                    <a:pt x="16997" y="13417"/>
                  </a:cubicBezTo>
                  <a:cubicBezTo>
                    <a:pt x="16855" y="13417"/>
                    <a:pt x="16713" y="13512"/>
                    <a:pt x="16643" y="13512"/>
                  </a:cubicBezTo>
                  <a:cubicBezTo>
                    <a:pt x="16501" y="13607"/>
                    <a:pt x="16501" y="13417"/>
                    <a:pt x="16430" y="13512"/>
                  </a:cubicBezTo>
                  <a:cubicBezTo>
                    <a:pt x="16359" y="13512"/>
                    <a:pt x="16289" y="13702"/>
                    <a:pt x="16218" y="13702"/>
                  </a:cubicBezTo>
                  <a:cubicBezTo>
                    <a:pt x="15934" y="13702"/>
                    <a:pt x="16430" y="13322"/>
                    <a:pt x="16501" y="13417"/>
                  </a:cubicBezTo>
                  <a:cubicBezTo>
                    <a:pt x="16430" y="13322"/>
                    <a:pt x="16218" y="13417"/>
                    <a:pt x="16147" y="13417"/>
                  </a:cubicBezTo>
                  <a:cubicBezTo>
                    <a:pt x="15934" y="13417"/>
                    <a:pt x="15793" y="13322"/>
                    <a:pt x="15651" y="13322"/>
                  </a:cubicBezTo>
                  <a:cubicBezTo>
                    <a:pt x="15722" y="13322"/>
                    <a:pt x="15934" y="13131"/>
                    <a:pt x="16005" y="13036"/>
                  </a:cubicBezTo>
                  <a:cubicBezTo>
                    <a:pt x="16005" y="12751"/>
                    <a:pt x="16147" y="12846"/>
                    <a:pt x="16218" y="12941"/>
                  </a:cubicBezTo>
                  <a:cubicBezTo>
                    <a:pt x="16359" y="12941"/>
                    <a:pt x="16926" y="12751"/>
                    <a:pt x="16997" y="12656"/>
                  </a:cubicBezTo>
                  <a:cubicBezTo>
                    <a:pt x="16997" y="12560"/>
                    <a:pt x="16643" y="12465"/>
                    <a:pt x="16572" y="12370"/>
                  </a:cubicBezTo>
                  <a:cubicBezTo>
                    <a:pt x="16643" y="12465"/>
                    <a:pt x="16926" y="12560"/>
                    <a:pt x="16997" y="12560"/>
                  </a:cubicBezTo>
                  <a:cubicBezTo>
                    <a:pt x="17068" y="12656"/>
                    <a:pt x="17351" y="12656"/>
                    <a:pt x="17351" y="12846"/>
                  </a:cubicBezTo>
                  <a:cubicBezTo>
                    <a:pt x="17280" y="13131"/>
                    <a:pt x="17422" y="13226"/>
                    <a:pt x="17563" y="13226"/>
                  </a:cubicBezTo>
                  <a:cubicBezTo>
                    <a:pt x="17563" y="13226"/>
                    <a:pt x="17988" y="13226"/>
                    <a:pt x="17917" y="13131"/>
                  </a:cubicBezTo>
                  <a:cubicBezTo>
                    <a:pt x="17917" y="13131"/>
                    <a:pt x="17917" y="13322"/>
                    <a:pt x="17988" y="13322"/>
                  </a:cubicBezTo>
                  <a:cubicBezTo>
                    <a:pt x="18130" y="13226"/>
                    <a:pt x="18201" y="12941"/>
                    <a:pt x="18201" y="12751"/>
                  </a:cubicBezTo>
                  <a:cubicBezTo>
                    <a:pt x="18201" y="12656"/>
                    <a:pt x="18201" y="12275"/>
                    <a:pt x="18059" y="12370"/>
                  </a:cubicBezTo>
                  <a:cubicBezTo>
                    <a:pt x="17917" y="12560"/>
                    <a:pt x="17988" y="12370"/>
                    <a:pt x="17917" y="12275"/>
                  </a:cubicBezTo>
                  <a:cubicBezTo>
                    <a:pt x="17776" y="12085"/>
                    <a:pt x="17563" y="11989"/>
                    <a:pt x="17351" y="11799"/>
                  </a:cubicBezTo>
                  <a:cubicBezTo>
                    <a:pt x="17280" y="11704"/>
                    <a:pt x="17209" y="11704"/>
                    <a:pt x="17138" y="11609"/>
                  </a:cubicBezTo>
                  <a:cubicBezTo>
                    <a:pt x="17138" y="11609"/>
                    <a:pt x="16855" y="11704"/>
                    <a:pt x="16855" y="11799"/>
                  </a:cubicBezTo>
                  <a:cubicBezTo>
                    <a:pt x="16855" y="11799"/>
                    <a:pt x="16926" y="11704"/>
                    <a:pt x="16855" y="11704"/>
                  </a:cubicBezTo>
                  <a:cubicBezTo>
                    <a:pt x="16855" y="11704"/>
                    <a:pt x="16784" y="11609"/>
                    <a:pt x="16784" y="11609"/>
                  </a:cubicBezTo>
                  <a:cubicBezTo>
                    <a:pt x="16784" y="11514"/>
                    <a:pt x="17068" y="11609"/>
                    <a:pt x="17068" y="11514"/>
                  </a:cubicBezTo>
                  <a:cubicBezTo>
                    <a:pt x="17068" y="11323"/>
                    <a:pt x="17068" y="11228"/>
                    <a:pt x="16855" y="11228"/>
                  </a:cubicBezTo>
                  <a:cubicBezTo>
                    <a:pt x="16713" y="11323"/>
                    <a:pt x="16643" y="11514"/>
                    <a:pt x="16501" y="11323"/>
                  </a:cubicBezTo>
                  <a:cubicBezTo>
                    <a:pt x="16501" y="11323"/>
                    <a:pt x="16218" y="11323"/>
                    <a:pt x="16218" y="11228"/>
                  </a:cubicBezTo>
                  <a:cubicBezTo>
                    <a:pt x="16218" y="11038"/>
                    <a:pt x="16572" y="11323"/>
                    <a:pt x="16572" y="11323"/>
                  </a:cubicBezTo>
                  <a:cubicBezTo>
                    <a:pt x="16643" y="11323"/>
                    <a:pt x="16997" y="11228"/>
                    <a:pt x="16997" y="11133"/>
                  </a:cubicBezTo>
                  <a:cubicBezTo>
                    <a:pt x="17068" y="11133"/>
                    <a:pt x="16713" y="10943"/>
                    <a:pt x="16643" y="10943"/>
                  </a:cubicBezTo>
                  <a:cubicBezTo>
                    <a:pt x="16501" y="10943"/>
                    <a:pt x="16289" y="10943"/>
                    <a:pt x="16147" y="11038"/>
                  </a:cubicBezTo>
                  <a:cubicBezTo>
                    <a:pt x="16218" y="11038"/>
                    <a:pt x="16501" y="10752"/>
                    <a:pt x="16501" y="10848"/>
                  </a:cubicBezTo>
                  <a:cubicBezTo>
                    <a:pt x="16501" y="10752"/>
                    <a:pt x="16218" y="10752"/>
                    <a:pt x="16218" y="10657"/>
                  </a:cubicBezTo>
                  <a:cubicBezTo>
                    <a:pt x="16430" y="10752"/>
                    <a:pt x="16643" y="10943"/>
                    <a:pt x="16855" y="10752"/>
                  </a:cubicBezTo>
                  <a:cubicBezTo>
                    <a:pt x="16855" y="10752"/>
                    <a:pt x="17068" y="10657"/>
                    <a:pt x="17068" y="10562"/>
                  </a:cubicBezTo>
                  <a:cubicBezTo>
                    <a:pt x="16997" y="10467"/>
                    <a:pt x="16855" y="10372"/>
                    <a:pt x="16855" y="10277"/>
                  </a:cubicBezTo>
                  <a:cubicBezTo>
                    <a:pt x="16855" y="10372"/>
                    <a:pt x="17068" y="10467"/>
                    <a:pt x="17138" y="10467"/>
                  </a:cubicBezTo>
                  <a:cubicBezTo>
                    <a:pt x="17280" y="10562"/>
                    <a:pt x="17209" y="10372"/>
                    <a:pt x="17351" y="10372"/>
                  </a:cubicBezTo>
                  <a:cubicBezTo>
                    <a:pt x="17422" y="10372"/>
                    <a:pt x="17988" y="10562"/>
                    <a:pt x="17988" y="10562"/>
                  </a:cubicBezTo>
                  <a:cubicBezTo>
                    <a:pt x="17917" y="10562"/>
                    <a:pt x="17422" y="10467"/>
                    <a:pt x="17422" y="10467"/>
                  </a:cubicBezTo>
                  <a:cubicBezTo>
                    <a:pt x="17563" y="10848"/>
                    <a:pt x="17988" y="10752"/>
                    <a:pt x="18201" y="10752"/>
                  </a:cubicBezTo>
                  <a:cubicBezTo>
                    <a:pt x="18271" y="10657"/>
                    <a:pt x="18484" y="10752"/>
                    <a:pt x="18555" y="10657"/>
                  </a:cubicBezTo>
                  <a:cubicBezTo>
                    <a:pt x="18767" y="10562"/>
                    <a:pt x="18696" y="10372"/>
                    <a:pt x="18555" y="10277"/>
                  </a:cubicBezTo>
                  <a:cubicBezTo>
                    <a:pt x="18484" y="10181"/>
                    <a:pt x="18271" y="10086"/>
                    <a:pt x="18201" y="10086"/>
                  </a:cubicBezTo>
                  <a:cubicBezTo>
                    <a:pt x="18130" y="10086"/>
                    <a:pt x="18201" y="10372"/>
                    <a:pt x="18201" y="10467"/>
                  </a:cubicBezTo>
                  <a:cubicBezTo>
                    <a:pt x="18130" y="10372"/>
                    <a:pt x="18130" y="10277"/>
                    <a:pt x="18059" y="10181"/>
                  </a:cubicBezTo>
                  <a:cubicBezTo>
                    <a:pt x="18059" y="10086"/>
                    <a:pt x="17988" y="10181"/>
                    <a:pt x="17917" y="10086"/>
                  </a:cubicBezTo>
                  <a:cubicBezTo>
                    <a:pt x="17988" y="10181"/>
                    <a:pt x="18130" y="9611"/>
                    <a:pt x="18130" y="9515"/>
                  </a:cubicBezTo>
                  <a:cubicBezTo>
                    <a:pt x="18130" y="9515"/>
                    <a:pt x="18201" y="9801"/>
                    <a:pt x="18201" y="9801"/>
                  </a:cubicBezTo>
                  <a:cubicBezTo>
                    <a:pt x="18201" y="9991"/>
                    <a:pt x="18201" y="10086"/>
                    <a:pt x="18271" y="10086"/>
                  </a:cubicBezTo>
                  <a:cubicBezTo>
                    <a:pt x="18484" y="10086"/>
                    <a:pt x="18626" y="9991"/>
                    <a:pt x="18767" y="9991"/>
                  </a:cubicBezTo>
                  <a:cubicBezTo>
                    <a:pt x="18838" y="9991"/>
                    <a:pt x="19263" y="9801"/>
                    <a:pt x="19121" y="9611"/>
                  </a:cubicBezTo>
                  <a:cubicBezTo>
                    <a:pt x="18980" y="9515"/>
                    <a:pt x="18909" y="9706"/>
                    <a:pt x="18838" y="9611"/>
                  </a:cubicBezTo>
                  <a:cubicBezTo>
                    <a:pt x="18838" y="9515"/>
                    <a:pt x="18838" y="9515"/>
                    <a:pt x="18838" y="9420"/>
                  </a:cubicBezTo>
                  <a:cubicBezTo>
                    <a:pt x="18909" y="9325"/>
                    <a:pt x="18838" y="9230"/>
                    <a:pt x="18767" y="9230"/>
                  </a:cubicBezTo>
                  <a:cubicBezTo>
                    <a:pt x="18767" y="9135"/>
                    <a:pt x="18555" y="9135"/>
                    <a:pt x="18484" y="9135"/>
                  </a:cubicBezTo>
                  <a:cubicBezTo>
                    <a:pt x="18342" y="9135"/>
                    <a:pt x="18271" y="9325"/>
                    <a:pt x="18130" y="9135"/>
                  </a:cubicBezTo>
                  <a:cubicBezTo>
                    <a:pt x="18413" y="9420"/>
                    <a:pt x="18555" y="8659"/>
                    <a:pt x="18838" y="9040"/>
                  </a:cubicBezTo>
                  <a:cubicBezTo>
                    <a:pt x="18909" y="9230"/>
                    <a:pt x="19050" y="8944"/>
                    <a:pt x="19050" y="8754"/>
                  </a:cubicBezTo>
                  <a:cubicBezTo>
                    <a:pt x="19050" y="8659"/>
                    <a:pt x="18838" y="8374"/>
                    <a:pt x="18838" y="8374"/>
                  </a:cubicBezTo>
                  <a:cubicBezTo>
                    <a:pt x="18838" y="8278"/>
                    <a:pt x="19050" y="8564"/>
                    <a:pt x="19050" y="8659"/>
                  </a:cubicBezTo>
                  <a:cubicBezTo>
                    <a:pt x="19050" y="8754"/>
                    <a:pt x="19192" y="8564"/>
                    <a:pt x="19121" y="8374"/>
                  </a:cubicBezTo>
                  <a:cubicBezTo>
                    <a:pt x="19050" y="8278"/>
                    <a:pt x="18909" y="8088"/>
                    <a:pt x="18838" y="7993"/>
                  </a:cubicBezTo>
                  <a:cubicBezTo>
                    <a:pt x="18696" y="7993"/>
                    <a:pt x="18484" y="8088"/>
                    <a:pt x="18342" y="7993"/>
                  </a:cubicBezTo>
                  <a:cubicBezTo>
                    <a:pt x="18271" y="7898"/>
                    <a:pt x="18271" y="7707"/>
                    <a:pt x="18130" y="7707"/>
                  </a:cubicBezTo>
                  <a:cubicBezTo>
                    <a:pt x="18130" y="7612"/>
                    <a:pt x="17847" y="7707"/>
                    <a:pt x="17917" y="7612"/>
                  </a:cubicBezTo>
                  <a:cubicBezTo>
                    <a:pt x="17988" y="7422"/>
                    <a:pt x="17988" y="7327"/>
                    <a:pt x="18130" y="7517"/>
                  </a:cubicBezTo>
                  <a:cubicBezTo>
                    <a:pt x="18271" y="7707"/>
                    <a:pt x="18413" y="7422"/>
                    <a:pt x="18555" y="7327"/>
                  </a:cubicBezTo>
                  <a:cubicBezTo>
                    <a:pt x="18767" y="7137"/>
                    <a:pt x="19192" y="7707"/>
                    <a:pt x="19405" y="7422"/>
                  </a:cubicBezTo>
                  <a:cubicBezTo>
                    <a:pt x="19475" y="7327"/>
                    <a:pt x="19475" y="6851"/>
                    <a:pt x="19263" y="6946"/>
                  </a:cubicBezTo>
                  <a:cubicBezTo>
                    <a:pt x="19192" y="6946"/>
                    <a:pt x="19121" y="7041"/>
                    <a:pt x="19050" y="6946"/>
                  </a:cubicBezTo>
                  <a:cubicBezTo>
                    <a:pt x="18909" y="6946"/>
                    <a:pt x="18767" y="6851"/>
                    <a:pt x="18626" y="6661"/>
                  </a:cubicBezTo>
                  <a:cubicBezTo>
                    <a:pt x="18413" y="6470"/>
                    <a:pt x="19192" y="6756"/>
                    <a:pt x="19192" y="6661"/>
                  </a:cubicBezTo>
                  <a:cubicBezTo>
                    <a:pt x="19121" y="6470"/>
                    <a:pt x="18767" y="6375"/>
                    <a:pt x="18626" y="6280"/>
                  </a:cubicBezTo>
                  <a:cubicBezTo>
                    <a:pt x="18413" y="6185"/>
                    <a:pt x="18413" y="6280"/>
                    <a:pt x="18342" y="6470"/>
                  </a:cubicBezTo>
                  <a:cubicBezTo>
                    <a:pt x="18342" y="6566"/>
                    <a:pt x="18201" y="6661"/>
                    <a:pt x="18130" y="6566"/>
                  </a:cubicBezTo>
                  <a:cubicBezTo>
                    <a:pt x="18059" y="6566"/>
                    <a:pt x="18271" y="6185"/>
                    <a:pt x="18271" y="6090"/>
                  </a:cubicBezTo>
                  <a:cubicBezTo>
                    <a:pt x="18271" y="5995"/>
                    <a:pt x="18342" y="5804"/>
                    <a:pt x="18413" y="5709"/>
                  </a:cubicBezTo>
                  <a:cubicBezTo>
                    <a:pt x="18413" y="5614"/>
                    <a:pt x="18413" y="5424"/>
                    <a:pt x="18484" y="5424"/>
                  </a:cubicBezTo>
                  <a:cubicBezTo>
                    <a:pt x="18555" y="5424"/>
                    <a:pt x="18696" y="5424"/>
                    <a:pt x="18767" y="5329"/>
                  </a:cubicBezTo>
                  <a:cubicBezTo>
                    <a:pt x="18767" y="5329"/>
                    <a:pt x="19121" y="4853"/>
                    <a:pt x="19121" y="4948"/>
                  </a:cubicBezTo>
                  <a:cubicBezTo>
                    <a:pt x="19121" y="4948"/>
                    <a:pt x="18980" y="4853"/>
                    <a:pt x="18980" y="4853"/>
                  </a:cubicBezTo>
                  <a:cubicBezTo>
                    <a:pt x="18980" y="4758"/>
                    <a:pt x="18980" y="4663"/>
                    <a:pt x="18980" y="4567"/>
                  </a:cubicBezTo>
                  <a:cubicBezTo>
                    <a:pt x="18980" y="4377"/>
                    <a:pt x="19050" y="4377"/>
                    <a:pt x="19192" y="4377"/>
                  </a:cubicBezTo>
                  <a:cubicBezTo>
                    <a:pt x="19334" y="4377"/>
                    <a:pt x="19900" y="4092"/>
                    <a:pt x="19546" y="4092"/>
                  </a:cubicBezTo>
                  <a:cubicBezTo>
                    <a:pt x="19334" y="4092"/>
                    <a:pt x="18980" y="3996"/>
                    <a:pt x="18838" y="4187"/>
                  </a:cubicBezTo>
                  <a:cubicBezTo>
                    <a:pt x="18767" y="4282"/>
                    <a:pt x="18767" y="4472"/>
                    <a:pt x="18626" y="4377"/>
                  </a:cubicBezTo>
                  <a:cubicBezTo>
                    <a:pt x="18484" y="4282"/>
                    <a:pt x="18626" y="4092"/>
                    <a:pt x="18696" y="3996"/>
                  </a:cubicBezTo>
                  <a:cubicBezTo>
                    <a:pt x="18838" y="3711"/>
                    <a:pt x="19121" y="3901"/>
                    <a:pt x="19334" y="3901"/>
                  </a:cubicBezTo>
                  <a:cubicBezTo>
                    <a:pt x="19617" y="3901"/>
                    <a:pt x="19900" y="3996"/>
                    <a:pt x="20042" y="3616"/>
                  </a:cubicBezTo>
                  <a:cubicBezTo>
                    <a:pt x="20113" y="3616"/>
                    <a:pt x="19830" y="3521"/>
                    <a:pt x="19830" y="3521"/>
                  </a:cubicBezTo>
                  <a:cubicBezTo>
                    <a:pt x="19688" y="3426"/>
                    <a:pt x="19546" y="3521"/>
                    <a:pt x="19405" y="3521"/>
                  </a:cubicBezTo>
                  <a:cubicBezTo>
                    <a:pt x="19263" y="3521"/>
                    <a:pt x="19192" y="3426"/>
                    <a:pt x="19050" y="3426"/>
                  </a:cubicBezTo>
                  <a:cubicBezTo>
                    <a:pt x="18980" y="3426"/>
                    <a:pt x="18838" y="3426"/>
                    <a:pt x="18767" y="3426"/>
                  </a:cubicBezTo>
                  <a:cubicBezTo>
                    <a:pt x="18838" y="3521"/>
                    <a:pt x="19050" y="3426"/>
                    <a:pt x="19192" y="3426"/>
                  </a:cubicBezTo>
                  <a:cubicBezTo>
                    <a:pt x="19405" y="3426"/>
                    <a:pt x="19546" y="3330"/>
                    <a:pt x="19759" y="3330"/>
                  </a:cubicBezTo>
                  <a:cubicBezTo>
                    <a:pt x="20042" y="3426"/>
                    <a:pt x="20184" y="3235"/>
                    <a:pt x="20396" y="3235"/>
                  </a:cubicBezTo>
                  <a:cubicBezTo>
                    <a:pt x="20467" y="3235"/>
                    <a:pt x="20609" y="3235"/>
                    <a:pt x="20609" y="3140"/>
                  </a:cubicBezTo>
                  <a:cubicBezTo>
                    <a:pt x="20609" y="3140"/>
                    <a:pt x="20467" y="2950"/>
                    <a:pt x="20538" y="2950"/>
                  </a:cubicBezTo>
                  <a:cubicBezTo>
                    <a:pt x="20892" y="2855"/>
                    <a:pt x="21246" y="2759"/>
                    <a:pt x="21529" y="2474"/>
                  </a:cubicBezTo>
                  <a:cubicBezTo>
                    <a:pt x="21600" y="2379"/>
                    <a:pt x="21317" y="2284"/>
                    <a:pt x="21317" y="2284"/>
                  </a:cubicBezTo>
                  <a:cubicBezTo>
                    <a:pt x="21104" y="2189"/>
                    <a:pt x="20892" y="2093"/>
                    <a:pt x="20750" y="2093"/>
                  </a:cubicBezTo>
                  <a:cubicBezTo>
                    <a:pt x="20325" y="1998"/>
                    <a:pt x="19971" y="1903"/>
                    <a:pt x="19617" y="2379"/>
                  </a:cubicBezTo>
                  <a:cubicBezTo>
                    <a:pt x="19475" y="2664"/>
                    <a:pt x="19334" y="2474"/>
                    <a:pt x="19050" y="2474"/>
                  </a:cubicBezTo>
                  <a:cubicBezTo>
                    <a:pt x="18980" y="2474"/>
                    <a:pt x="18696" y="2759"/>
                    <a:pt x="18767" y="2474"/>
                  </a:cubicBezTo>
                  <a:cubicBezTo>
                    <a:pt x="18767" y="2284"/>
                    <a:pt x="18413" y="2569"/>
                    <a:pt x="18342" y="2664"/>
                  </a:cubicBezTo>
                  <a:cubicBezTo>
                    <a:pt x="18201" y="2759"/>
                    <a:pt x="18059" y="2855"/>
                    <a:pt x="17917" y="2950"/>
                  </a:cubicBezTo>
                  <a:cubicBezTo>
                    <a:pt x="17847" y="2950"/>
                    <a:pt x="17280" y="3521"/>
                    <a:pt x="17280" y="3521"/>
                  </a:cubicBezTo>
                  <a:cubicBezTo>
                    <a:pt x="17138" y="3330"/>
                    <a:pt x="18696" y="2093"/>
                    <a:pt x="17776" y="1808"/>
                  </a:cubicBezTo>
                  <a:cubicBezTo>
                    <a:pt x="17422" y="1808"/>
                    <a:pt x="17492" y="2093"/>
                    <a:pt x="17209" y="2284"/>
                  </a:cubicBezTo>
                  <a:cubicBezTo>
                    <a:pt x="16997" y="2379"/>
                    <a:pt x="16855" y="2379"/>
                    <a:pt x="16643" y="2474"/>
                  </a:cubicBezTo>
                  <a:cubicBezTo>
                    <a:pt x="16572" y="2474"/>
                    <a:pt x="16218" y="2664"/>
                    <a:pt x="16147" y="2664"/>
                  </a:cubicBezTo>
                  <a:cubicBezTo>
                    <a:pt x="16005" y="2379"/>
                    <a:pt x="16501" y="2284"/>
                    <a:pt x="16643" y="2284"/>
                  </a:cubicBezTo>
                  <a:cubicBezTo>
                    <a:pt x="16643" y="2189"/>
                    <a:pt x="17068" y="2093"/>
                    <a:pt x="16855" y="1998"/>
                  </a:cubicBezTo>
                  <a:cubicBezTo>
                    <a:pt x="16643" y="1903"/>
                    <a:pt x="16430" y="1903"/>
                    <a:pt x="16218" y="1903"/>
                  </a:cubicBezTo>
                  <a:cubicBezTo>
                    <a:pt x="15651" y="1903"/>
                    <a:pt x="15085" y="1998"/>
                    <a:pt x="14518" y="2189"/>
                  </a:cubicBezTo>
                  <a:cubicBezTo>
                    <a:pt x="14518" y="2189"/>
                    <a:pt x="14306" y="2379"/>
                    <a:pt x="14235" y="2284"/>
                  </a:cubicBezTo>
                  <a:cubicBezTo>
                    <a:pt x="14235" y="2093"/>
                    <a:pt x="14164" y="2093"/>
                    <a:pt x="14306" y="2093"/>
                  </a:cubicBezTo>
                  <a:cubicBezTo>
                    <a:pt x="14589" y="1903"/>
                    <a:pt x="14872" y="1808"/>
                    <a:pt x="15155" y="1713"/>
                  </a:cubicBezTo>
                  <a:cubicBezTo>
                    <a:pt x="15651" y="1618"/>
                    <a:pt x="16218" y="1713"/>
                    <a:pt x="16784" y="1713"/>
                  </a:cubicBezTo>
                  <a:cubicBezTo>
                    <a:pt x="16926" y="1713"/>
                    <a:pt x="17068" y="1713"/>
                    <a:pt x="17209" y="1713"/>
                  </a:cubicBezTo>
                  <a:cubicBezTo>
                    <a:pt x="17492" y="1522"/>
                    <a:pt x="17847" y="1522"/>
                    <a:pt x="18130" y="1332"/>
                  </a:cubicBezTo>
                  <a:cubicBezTo>
                    <a:pt x="18271" y="1332"/>
                    <a:pt x="18342" y="1237"/>
                    <a:pt x="18130" y="1142"/>
                  </a:cubicBezTo>
                  <a:cubicBezTo>
                    <a:pt x="17988" y="1047"/>
                    <a:pt x="17705" y="952"/>
                    <a:pt x="17563" y="1047"/>
                  </a:cubicBezTo>
                  <a:cubicBezTo>
                    <a:pt x="17422" y="1047"/>
                    <a:pt x="17422" y="952"/>
                    <a:pt x="17280" y="856"/>
                  </a:cubicBezTo>
                  <a:cubicBezTo>
                    <a:pt x="17138" y="856"/>
                    <a:pt x="16997" y="1047"/>
                    <a:pt x="16855" y="1047"/>
                  </a:cubicBezTo>
                  <a:cubicBezTo>
                    <a:pt x="16855" y="1047"/>
                    <a:pt x="16997" y="761"/>
                    <a:pt x="17068" y="761"/>
                  </a:cubicBezTo>
                  <a:cubicBezTo>
                    <a:pt x="17138" y="571"/>
                    <a:pt x="16855" y="571"/>
                    <a:pt x="16784" y="571"/>
                  </a:cubicBezTo>
                  <a:cubicBezTo>
                    <a:pt x="16359" y="666"/>
                    <a:pt x="16005" y="666"/>
                    <a:pt x="15580" y="571"/>
                  </a:cubicBezTo>
                  <a:cubicBezTo>
                    <a:pt x="15226" y="571"/>
                    <a:pt x="14943" y="761"/>
                    <a:pt x="14589" y="761"/>
                  </a:cubicBezTo>
                  <a:cubicBezTo>
                    <a:pt x="14447" y="761"/>
                    <a:pt x="14235" y="761"/>
                    <a:pt x="14093" y="761"/>
                  </a:cubicBezTo>
                  <a:cubicBezTo>
                    <a:pt x="13951" y="856"/>
                    <a:pt x="13739" y="761"/>
                    <a:pt x="13668" y="856"/>
                  </a:cubicBezTo>
                  <a:cubicBezTo>
                    <a:pt x="13881" y="761"/>
                    <a:pt x="14093" y="761"/>
                    <a:pt x="14306" y="666"/>
                  </a:cubicBezTo>
                  <a:cubicBezTo>
                    <a:pt x="14660" y="666"/>
                    <a:pt x="14943" y="571"/>
                    <a:pt x="15226" y="571"/>
                  </a:cubicBezTo>
                  <a:cubicBezTo>
                    <a:pt x="15368" y="571"/>
                    <a:pt x="16784" y="571"/>
                    <a:pt x="16784" y="381"/>
                  </a:cubicBezTo>
                  <a:cubicBezTo>
                    <a:pt x="16713" y="381"/>
                    <a:pt x="16501" y="285"/>
                    <a:pt x="16430" y="190"/>
                  </a:cubicBezTo>
                  <a:cubicBezTo>
                    <a:pt x="16218" y="190"/>
                    <a:pt x="16076" y="190"/>
                    <a:pt x="15864" y="190"/>
                  </a:cubicBezTo>
                  <a:cubicBezTo>
                    <a:pt x="15580" y="190"/>
                    <a:pt x="15297" y="95"/>
                    <a:pt x="15085" y="0"/>
                  </a:cubicBezTo>
                  <a:cubicBezTo>
                    <a:pt x="14589" y="0"/>
                    <a:pt x="14164" y="0"/>
                    <a:pt x="13739" y="0"/>
                  </a:cubicBezTo>
                  <a:cubicBezTo>
                    <a:pt x="13527" y="95"/>
                    <a:pt x="13314" y="95"/>
                    <a:pt x="13102" y="95"/>
                  </a:cubicBezTo>
                  <a:cubicBezTo>
                    <a:pt x="13031" y="95"/>
                    <a:pt x="12960" y="285"/>
                    <a:pt x="12960" y="285"/>
                  </a:cubicBezTo>
                  <a:cubicBezTo>
                    <a:pt x="12818" y="285"/>
                    <a:pt x="12677" y="190"/>
                    <a:pt x="12535" y="190"/>
                  </a:cubicBezTo>
                  <a:cubicBezTo>
                    <a:pt x="12464" y="190"/>
                    <a:pt x="12393" y="285"/>
                    <a:pt x="12252" y="285"/>
                  </a:cubicBezTo>
                  <a:cubicBezTo>
                    <a:pt x="12110" y="285"/>
                    <a:pt x="12110" y="381"/>
                    <a:pt x="12252" y="381"/>
                  </a:cubicBezTo>
                  <a:cubicBezTo>
                    <a:pt x="12464" y="476"/>
                    <a:pt x="12677" y="476"/>
                    <a:pt x="12818" y="571"/>
                  </a:cubicBezTo>
                  <a:cubicBezTo>
                    <a:pt x="12748" y="476"/>
                    <a:pt x="12323" y="666"/>
                    <a:pt x="12252" y="761"/>
                  </a:cubicBezTo>
                  <a:cubicBezTo>
                    <a:pt x="12252" y="761"/>
                    <a:pt x="12039" y="761"/>
                    <a:pt x="12039" y="761"/>
                  </a:cubicBezTo>
                  <a:cubicBezTo>
                    <a:pt x="12039" y="761"/>
                    <a:pt x="12181" y="952"/>
                    <a:pt x="12181" y="952"/>
                  </a:cubicBezTo>
                  <a:cubicBezTo>
                    <a:pt x="12110" y="952"/>
                    <a:pt x="11969" y="856"/>
                    <a:pt x="11898" y="761"/>
                  </a:cubicBezTo>
                  <a:cubicBezTo>
                    <a:pt x="11827" y="666"/>
                    <a:pt x="11614" y="761"/>
                    <a:pt x="11544" y="761"/>
                  </a:cubicBezTo>
                  <a:cubicBezTo>
                    <a:pt x="11331" y="666"/>
                    <a:pt x="11119" y="571"/>
                    <a:pt x="10906" y="476"/>
                  </a:cubicBezTo>
                  <a:cubicBezTo>
                    <a:pt x="10765" y="381"/>
                    <a:pt x="10623" y="571"/>
                    <a:pt x="10410" y="571"/>
                  </a:cubicBezTo>
                  <a:cubicBezTo>
                    <a:pt x="10340" y="571"/>
                    <a:pt x="9915" y="476"/>
                    <a:pt x="9915" y="666"/>
                  </a:cubicBezTo>
                  <a:cubicBezTo>
                    <a:pt x="9844" y="666"/>
                    <a:pt x="10835" y="856"/>
                    <a:pt x="10977" y="952"/>
                  </a:cubicBezTo>
                  <a:cubicBezTo>
                    <a:pt x="11190" y="952"/>
                    <a:pt x="11402" y="952"/>
                    <a:pt x="11544" y="1047"/>
                  </a:cubicBezTo>
                  <a:cubicBezTo>
                    <a:pt x="11614" y="1047"/>
                    <a:pt x="11685" y="1047"/>
                    <a:pt x="11756" y="1142"/>
                  </a:cubicBezTo>
                  <a:cubicBezTo>
                    <a:pt x="11756" y="1142"/>
                    <a:pt x="11756" y="1427"/>
                    <a:pt x="11756" y="1427"/>
                  </a:cubicBezTo>
                  <a:cubicBezTo>
                    <a:pt x="11756" y="1522"/>
                    <a:pt x="11685" y="1332"/>
                    <a:pt x="11685" y="1237"/>
                  </a:cubicBezTo>
                  <a:cubicBezTo>
                    <a:pt x="11614" y="1142"/>
                    <a:pt x="11402" y="1142"/>
                    <a:pt x="11331" y="1047"/>
                  </a:cubicBezTo>
                  <a:cubicBezTo>
                    <a:pt x="11331" y="1047"/>
                    <a:pt x="11119" y="1047"/>
                    <a:pt x="11119" y="1047"/>
                  </a:cubicBezTo>
                  <a:cubicBezTo>
                    <a:pt x="11119" y="1142"/>
                    <a:pt x="11190" y="1332"/>
                    <a:pt x="11190" y="1332"/>
                  </a:cubicBezTo>
                  <a:cubicBezTo>
                    <a:pt x="11048" y="1332"/>
                    <a:pt x="10977" y="1047"/>
                    <a:pt x="10906" y="1047"/>
                  </a:cubicBezTo>
                  <a:cubicBezTo>
                    <a:pt x="10765" y="1047"/>
                    <a:pt x="10623" y="1047"/>
                    <a:pt x="10481" y="952"/>
                  </a:cubicBezTo>
                  <a:cubicBezTo>
                    <a:pt x="10410" y="952"/>
                    <a:pt x="9844" y="952"/>
                    <a:pt x="9844" y="952"/>
                  </a:cubicBezTo>
                  <a:cubicBezTo>
                    <a:pt x="9773" y="1142"/>
                    <a:pt x="10694" y="1618"/>
                    <a:pt x="10694" y="1618"/>
                  </a:cubicBezTo>
                  <a:cubicBezTo>
                    <a:pt x="10694" y="1713"/>
                    <a:pt x="10340" y="1618"/>
                    <a:pt x="10340" y="1618"/>
                  </a:cubicBezTo>
                  <a:cubicBezTo>
                    <a:pt x="10127" y="1618"/>
                    <a:pt x="10056" y="1522"/>
                    <a:pt x="10127" y="1808"/>
                  </a:cubicBezTo>
                  <a:cubicBezTo>
                    <a:pt x="10056" y="1808"/>
                    <a:pt x="9986" y="1713"/>
                    <a:pt x="9915" y="1618"/>
                  </a:cubicBezTo>
                  <a:cubicBezTo>
                    <a:pt x="9915" y="1522"/>
                    <a:pt x="10056" y="1618"/>
                    <a:pt x="10127" y="1522"/>
                  </a:cubicBezTo>
                  <a:cubicBezTo>
                    <a:pt x="10127" y="1522"/>
                    <a:pt x="9986" y="1332"/>
                    <a:pt x="9915" y="1332"/>
                  </a:cubicBezTo>
                  <a:cubicBezTo>
                    <a:pt x="9773" y="1237"/>
                    <a:pt x="9631" y="1142"/>
                    <a:pt x="9419" y="1142"/>
                  </a:cubicBezTo>
                  <a:cubicBezTo>
                    <a:pt x="9348" y="1142"/>
                    <a:pt x="9207" y="1047"/>
                    <a:pt x="9136" y="1142"/>
                  </a:cubicBezTo>
                  <a:cubicBezTo>
                    <a:pt x="9065" y="1142"/>
                    <a:pt x="9277" y="1427"/>
                    <a:pt x="9277" y="1427"/>
                  </a:cubicBezTo>
                  <a:cubicBezTo>
                    <a:pt x="9490" y="1618"/>
                    <a:pt x="9773" y="1618"/>
                    <a:pt x="10056" y="1903"/>
                  </a:cubicBezTo>
                  <a:cubicBezTo>
                    <a:pt x="10127" y="1903"/>
                    <a:pt x="10198" y="1998"/>
                    <a:pt x="10127" y="2093"/>
                  </a:cubicBezTo>
                  <a:cubicBezTo>
                    <a:pt x="9986" y="2284"/>
                    <a:pt x="9844" y="2093"/>
                    <a:pt x="9702" y="1998"/>
                  </a:cubicBezTo>
                  <a:cubicBezTo>
                    <a:pt x="9348" y="1713"/>
                    <a:pt x="8923" y="1522"/>
                    <a:pt x="8498" y="1427"/>
                  </a:cubicBezTo>
                  <a:cubicBezTo>
                    <a:pt x="8286" y="1332"/>
                    <a:pt x="8073" y="1237"/>
                    <a:pt x="7861" y="1332"/>
                  </a:cubicBezTo>
                  <a:cubicBezTo>
                    <a:pt x="7790" y="1332"/>
                    <a:pt x="8003" y="1618"/>
                    <a:pt x="8003" y="1713"/>
                  </a:cubicBezTo>
                  <a:cubicBezTo>
                    <a:pt x="8003" y="1713"/>
                    <a:pt x="8286" y="1998"/>
                    <a:pt x="8286" y="1998"/>
                  </a:cubicBezTo>
                  <a:cubicBezTo>
                    <a:pt x="8286" y="2093"/>
                    <a:pt x="7861" y="1998"/>
                    <a:pt x="7861" y="1998"/>
                  </a:cubicBezTo>
                  <a:cubicBezTo>
                    <a:pt x="7861" y="2189"/>
                    <a:pt x="8144" y="2093"/>
                    <a:pt x="8144" y="2284"/>
                  </a:cubicBezTo>
                  <a:cubicBezTo>
                    <a:pt x="8144" y="2284"/>
                    <a:pt x="7861" y="2189"/>
                    <a:pt x="7790" y="2093"/>
                  </a:cubicBezTo>
                  <a:cubicBezTo>
                    <a:pt x="7649" y="1998"/>
                    <a:pt x="7507" y="1998"/>
                    <a:pt x="7294" y="1903"/>
                  </a:cubicBezTo>
                  <a:cubicBezTo>
                    <a:pt x="7153" y="1808"/>
                    <a:pt x="7153" y="1903"/>
                    <a:pt x="7153" y="2093"/>
                  </a:cubicBezTo>
                  <a:cubicBezTo>
                    <a:pt x="7082" y="2189"/>
                    <a:pt x="7011" y="2189"/>
                    <a:pt x="6940" y="2189"/>
                  </a:cubicBezTo>
                  <a:cubicBezTo>
                    <a:pt x="6940" y="2284"/>
                    <a:pt x="6940" y="2474"/>
                    <a:pt x="6870" y="2474"/>
                  </a:cubicBezTo>
                  <a:cubicBezTo>
                    <a:pt x="6870" y="2569"/>
                    <a:pt x="6870" y="2284"/>
                    <a:pt x="6870" y="2189"/>
                  </a:cubicBezTo>
                  <a:cubicBezTo>
                    <a:pt x="6870" y="2093"/>
                    <a:pt x="6940" y="1998"/>
                    <a:pt x="6940" y="1903"/>
                  </a:cubicBezTo>
                  <a:cubicBezTo>
                    <a:pt x="6870" y="1522"/>
                    <a:pt x="6586" y="1522"/>
                    <a:pt x="6374" y="1522"/>
                  </a:cubicBezTo>
                  <a:cubicBezTo>
                    <a:pt x="6090" y="1618"/>
                    <a:pt x="5807" y="1713"/>
                    <a:pt x="5524" y="1713"/>
                  </a:cubicBezTo>
                  <a:cubicBezTo>
                    <a:pt x="5453" y="1808"/>
                    <a:pt x="5311" y="1808"/>
                    <a:pt x="5241" y="1808"/>
                  </a:cubicBezTo>
                  <a:cubicBezTo>
                    <a:pt x="5241" y="1808"/>
                    <a:pt x="4887" y="1903"/>
                    <a:pt x="4887" y="1903"/>
                  </a:cubicBezTo>
                  <a:cubicBezTo>
                    <a:pt x="4957" y="1998"/>
                    <a:pt x="5099" y="1998"/>
                    <a:pt x="5170" y="1998"/>
                  </a:cubicBezTo>
                  <a:cubicBezTo>
                    <a:pt x="5241" y="2093"/>
                    <a:pt x="5311" y="2189"/>
                    <a:pt x="5453" y="2284"/>
                  </a:cubicBezTo>
                  <a:cubicBezTo>
                    <a:pt x="5453" y="2284"/>
                    <a:pt x="5736" y="2569"/>
                    <a:pt x="5736" y="2569"/>
                  </a:cubicBezTo>
                  <a:cubicBezTo>
                    <a:pt x="5666" y="2569"/>
                    <a:pt x="5382" y="2379"/>
                    <a:pt x="5311" y="2379"/>
                  </a:cubicBezTo>
                  <a:cubicBezTo>
                    <a:pt x="5170" y="2284"/>
                    <a:pt x="5099" y="2093"/>
                    <a:pt x="4957" y="2093"/>
                  </a:cubicBezTo>
                  <a:cubicBezTo>
                    <a:pt x="4745" y="1998"/>
                    <a:pt x="4532" y="2093"/>
                    <a:pt x="4320" y="2093"/>
                  </a:cubicBezTo>
                  <a:cubicBezTo>
                    <a:pt x="4108" y="2189"/>
                    <a:pt x="4108" y="2093"/>
                    <a:pt x="4249" y="2379"/>
                  </a:cubicBezTo>
                  <a:cubicBezTo>
                    <a:pt x="4249" y="2474"/>
                    <a:pt x="4249" y="2759"/>
                    <a:pt x="4249" y="2855"/>
                  </a:cubicBezTo>
                  <a:cubicBezTo>
                    <a:pt x="4249" y="3045"/>
                    <a:pt x="3966" y="2855"/>
                    <a:pt x="3895" y="2855"/>
                  </a:cubicBezTo>
                  <a:cubicBezTo>
                    <a:pt x="3824" y="2855"/>
                    <a:pt x="3612" y="2664"/>
                    <a:pt x="3541" y="2855"/>
                  </a:cubicBezTo>
                  <a:cubicBezTo>
                    <a:pt x="3470" y="2950"/>
                    <a:pt x="3541" y="3235"/>
                    <a:pt x="3541" y="3235"/>
                  </a:cubicBezTo>
                  <a:cubicBezTo>
                    <a:pt x="3470" y="3330"/>
                    <a:pt x="3399" y="3140"/>
                    <a:pt x="3329" y="3045"/>
                  </a:cubicBezTo>
                  <a:cubicBezTo>
                    <a:pt x="3187" y="2950"/>
                    <a:pt x="3045" y="2950"/>
                    <a:pt x="2974" y="3045"/>
                  </a:cubicBezTo>
                  <a:cubicBezTo>
                    <a:pt x="2762" y="3235"/>
                    <a:pt x="2550" y="3426"/>
                    <a:pt x="2266" y="3521"/>
                  </a:cubicBezTo>
                  <a:cubicBezTo>
                    <a:pt x="2195" y="3616"/>
                    <a:pt x="2408" y="3521"/>
                    <a:pt x="2266" y="352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4" name="Shape 5604"/>
            <p:cNvSpPr/>
            <p:nvPr/>
          </p:nvSpPr>
          <p:spPr>
            <a:xfrm>
              <a:off x="5265855" y="1324125"/>
              <a:ext cx="142915" cy="87005"/>
            </a:xfrm>
            <a:custGeom>
              <a:avLst/>
              <a:gdLst/>
              <a:ahLst/>
              <a:cxnLst>
                <a:cxn ang="0">
                  <a:pos x="wd2" y="hd2"/>
                </a:cxn>
                <a:cxn ang="5400000">
                  <a:pos x="wd2" y="hd2"/>
                </a:cxn>
                <a:cxn ang="10800000">
                  <a:pos x="wd2" y="hd2"/>
                </a:cxn>
                <a:cxn ang="16200000">
                  <a:pos x="wd2" y="hd2"/>
                </a:cxn>
              </a:cxnLst>
              <a:rect l="0" t="0" r="r" b="b"/>
              <a:pathLst>
                <a:path w="20618" h="17877" fill="norm" stroke="1" extrusionOk="0">
                  <a:moveTo>
                    <a:pt x="20618" y="10691"/>
                  </a:moveTo>
                  <a:cubicBezTo>
                    <a:pt x="19268" y="8727"/>
                    <a:pt x="13868" y="4800"/>
                    <a:pt x="13868" y="4800"/>
                  </a:cubicBezTo>
                  <a:cubicBezTo>
                    <a:pt x="11168" y="2836"/>
                    <a:pt x="8468" y="873"/>
                    <a:pt x="5768" y="873"/>
                  </a:cubicBezTo>
                  <a:cubicBezTo>
                    <a:pt x="4418" y="873"/>
                    <a:pt x="1718" y="-1091"/>
                    <a:pt x="368" y="873"/>
                  </a:cubicBezTo>
                  <a:cubicBezTo>
                    <a:pt x="-982" y="2836"/>
                    <a:pt x="3068" y="4800"/>
                    <a:pt x="3068" y="4800"/>
                  </a:cubicBezTo>
                  <a:cubicBezTo>
                    <a:pt x="1718" y="4800"/>
                    <a:pt x="-982" y="10691"/>
                    <a:pt x="368" y="12654"/>
                  </a:cubicBezTo>
                  <a:cubicBezTo>
                    <a:pt x="1718" y="12654"/>
                    <a:pt x="4418" y="10691"/>
                    <a:pt x="5768" y="12654"/>
                  </a:cubicBezTo>
                  <a:cubicBezTo>
                    <a:pt x="8468" y="14618"/>
                    <a:pt x="5768" y="14618"/>
                    <a:pt x="5768" y="16582"/>
                  </a:cubicBezTo>
                  <a:cubicBezTo>
                    <a:pt x="5768" y="20509"/>
                    <a:pt x="20618" y="14618"/>
                    <a:pt x="20618" y="10691"/>
                  </a:cubicBezTo>
                  <a:cubicBezTo>
                    <a:pt x="19268" y="8727"/>
                    <a:pt x="20618" y="12654"/>
                    <a:pt x="20618" y="10691"/>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5" name="Shape 5605"/>
            <p:cNvSpPr/>
            <p:nvPr/>
          </p:nvSpPr>
          <p:spPr>
            <a:xfrm>
              <a:off x="5314911" y="1245546"/>
              <a:ext cx="22072" cy="19115"/>
            </a:xfrm>
            <a:custGeom>
              <a:avLst/>
              <a:gdLst/>
              <a:ahLst/>
              <a:cxnLst>
                <a:cxn ang="0">
                  <a:pos x="wd2" y="hd2"/>
                </a:cxn>
                <a:cxn ang="5400000">
                  <a:pos x="wd2" y="hd2"/>
                </a:cxn>
                <a:cxn ang="10800000">
                  <a:pos x="wd2" y="hd2"/>
                </a:cxn>
                <a:cxn ang="16200000">
                  <a:pos x="wd2" y="hd2"/>
                </a:cxn>
              </a:cxnLst>
              <a:rect l="0" t="0" r="r" b="b"/>
              <a:pathLst>
                <a:path w="12471" h="21600" fill="norm" stroke="1" extrusionOk="0">
                  <a:moveTo>
                    <a:pt x="6235" y="21600"/>
                  </a:moveTo>
                  <a:cubicBezTo>
                    <a:pt x="-4565" y="21600"/>
                    <a:pt x="835" y="0"/>
                    <a:pt x="6235" y="0"/>
                  </a:cubicBezTo>
                  <a:cubicBezTo>
                    <a:pt x="11635" y="0"/>
                    <a:pt x="17035" y="21600"/>
                    <a:pt x="6235"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6" name="Shape 5606"/>
            <p:cNvSpPr/>
            <p:nvPr/>
          </p:nvSpPr>
          <p:spPr>
            <a:xfrm>
              <a:off x="5346106" y="147796"/>
              <a:ext cx="86700" cy="44108"/>
            </a:xfrm>
            <a:custGeom>
              <a:avLst/>
              <a:gdLst/>
              <a:ahLst/>
              <a:cxnLst>
                <a:cxn ang="0">
                  <a:pos x="wd2" y="hd2"/>
                </a:cxn>
                <a:cxn ang="5400000">
                  <a:pos x="wd2" y="hd2"/>
                </a:cxn>
                <a:cxn ang="10800000">
                  <a:pos x="wd2" y="hd2"/>
                </a:cxn>
                <a:cxn ang="16200000">
                  <a:pos x="wd2" y="hd2"/>
                </a:cxn>
              </a:cxnLst>
              <a:rect l="0" t="0" r="r" b="b"/>
              <a:pathLst>
                <a:path w="18371" h="16616" fill="norm" stroke="1" extrusionOk="0">
                  <a:moveTo>
                    <a:pt x="15426" y="11525"/>
                  </a:moveTo>
                  <a:cubicBezTo>
                    <a:pt x="19353" y="15125"/>
                    <a:pt x="19353" y="18725"/>
                    <a:pt x="15426" y="15125"/>
                  </a:cubicBezTo>
                  <a:cubicBezTo>
                    <a:pt x="11498" y="15125"/>
                    <a:pt x="5608" y="11525"/>
                    <a:pt x="3644" y="11525"/>
                  </a:cubicBezTo>
                  <a:cubicBezTo>
                    <a:pt x="1680" y="7925"/>
                    <a:pt x="-2247" y="-2875"/>
                    <a:pt x="1680" y="725"/>
                  </a:cubicBezTo>
                  <a:cubicBezTo>
                    <a:pt x="5608" y="4325"/>
                    <a:pt x="11498" y="7925"/>
                    <a:pt x="15426" y="11525"/>
                  </a:cubicBezTo>
                  <a:cubicBezTo>
                    <a:pt x="19353" y="15125"/>
                    <a:pt x="11498" y="7925"/>
                    <a:pt x="15426" y="1152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7" name="Shape 5607"/>
            <p:cNvSpPr/>
            <p:nvPr/>
          </p:nvSpPr>
          <p:spPr>
            <a:xfrm>
              <a:off x="5650870" y="65451"/>
              <a:ext cx="76453" cy="28368"/>
            </a:xfrm>
            <a:custGeom>
              <a:avLst/>
              <a:gdLst/>
              <a:ahLst/>
              <a:cxnLst>
                <a:cxn ang="0">
                  <a:pos x="wd2" y="hd2"/>
                </a:cxn>
                <a:cxn ang="5400000">
                  <a:pos x="wd2" y="hd2"/>
                </a:cxn>
                <a:cxn ang="10800000">
                  <a:pos x="wd2" y="hd2"/>
                </a:cxn>
                <a:cxn ang="16200000">
                  <a:pos x="wd2" y="hd2"/>
                </a:cxn>
              </a:cxnLst>
              <a:rect l="0" t="0" r="r" b="b"/>
              <a:pathLst>
                <a:path w="21600" h="13739" fill="norm" stroke="1" extrusionOk="0">
                  <a:moveTo>
                    <a:pt x="21600" y="9030"/>
                  </a:moveTo>
                  <a:cubicBezTo>
                    <a:pt x="21600" y="17670"/>
                    <a:pt x="0" y="13350"/>
                    <a:pt x="0" y="4710"/>
                  </a:cubicBezTo>
                  <a:cubicBezTo>
                    <a:pt x="0" y="-3930"/>
                    <a:pt x="21600" y="390"/>
                    <a:pt x="21600" y="903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8" name="Shape 5608"/>
            <p:cNvSpPr/>
            <p:nvPr/>
          </p:nvSpPr>
          <p:spPr>
            <a:xfrm>
              <a:off x="6865780" y="178390"/>
              <a:ext cx="38978" cy="30205"/>
            </a:xfrm>
            <a:custGeom>
              <a:avLst/>
              <a:gdLst/>
              <a:ahLst/>
              <a:cxnLst>
                <a:cxn ang="0">
                  <a:pos x="wd2" y="hd2"/>
                </a:cxn>
                <a:cxn ang="5400000">
                  <a:pos x="wd2" y="hd2"/>
                </a:cxn>
                <a:cxn ang="10800000">
                  <a:pos x="wd2" y="hd2"/>
                </a:cxn>
                <a:cxn ang="16200000">
                  <a:pos x="wd2" y="hd2"/>
                </a:cxn>
              </a:cxnLst>
              <a:rect l="0" t="0" r="r" b="b"/>
              <a:pathLst>
                <a:path w="15546" h="17067" fill="norm" stroke="1" extrusionOk="0">
                  <a:moveTo>
                    <a:pt x="14973" y="16200"/>
                  </a:moveTo>
                  <a:cubicBezTo>
                    <a:pt x="11373" y="21600"/>
                    <a:pt x="-3027" y="0"/>
                    <a:pt x="573" y="0"/>
                  </a:cubicBezTo>
                  <a:cubicBezTo>
                    <a:pt x="4173" y="0"/>
                    <a:pt x="18573" y="10800"/>
                    <a:pt x="14973" y="16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09" name="Shape 5609"/>
            <p:cNvSpPr/>
            <p:nvPr/>
          </p:nvSpPr>
          <p:spPr>
            <a:xfrm>
              <a:off x="6942656" y="216614"/>
              <a:ext cx="29636" cy="9559"/>
            </a:xfrm>
            <a:custGeom>
              <a:avLst/>
              <a:gdLst/>
              <a:ahLst/>
              <a:cxnLst>
                <a:cxn ang="0">
                  <a:pos x="wd2" y="hd2"/>
                </a:cxn>
                <a:cxn ang="5400000">
                  <a:pos x="wd2" y="hd2"/>
                </a:cxn>
                <a:cxn ang="10800000">
                  <a:pos x="wd2" y="hd2"/>
                </a:cxn>
                <a:cxn ang="16200000">
                  <a:pos x="wd2" y="hd2"/>
                </a:cxn>
              </a:cxnLst>
              <a:rect l="0" t="0" r="r" b="b"/>
              <a:pathLst>
                <a:path w="13396" h="21600" fill="norm" stroke="1" extrusionOk="0">
                  <a:moveTo>
                    <a:pt x="12219" y="21600"/>
                  </a:moveTo>
                  <a:cubicBezTo>
                    <a:pt x="3579" y="21600"/>
                    <a:pt x="-5061" y="0"/>
                    <a:pt x="3579" y="0"/>
                  </a:cubicBezTo>
                  <a:cubicBezTo>
                    <a:pt x="7899" y="0"/>
                    <a:pt x="16539" y="21600"/>
                    <a:pt x="12219"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0" name="Shape 5610"/>
            <p:cNvSpPr/>
            <p:nvPr/>
          </p:nvSpPr>
          <p:spPr>
            <a:xfrm>
              <a:off x="6944145" y="748600"/>
              <a:ext cx="25544" cy="66898"/>
            </a:xfrm>
            <a:custGeom>
              <a:avLst/>
              <a:gdLst/>
              <a:ahLst/>
              <a:cxnLst>
                <a:cxn ang="0">
                  <a:pos x="wd2" y="hd2"/>
                </a:cxn>
                <a:cxn ang="5400000">
                  <a:pos x="wd2" y="hd2"/>
                </a:cxn>
                <a:cxn ang="10800000">
                  <a:pos x="wd2" y="hd2"/>
                </a:cxn>
                <a:cxn ang="16200000">
                  <a:pos x="wd2" y="hd2"/>
                </a:cxn>
              </a:cxnLst>
              <a:rect l="0" t="0" r="r" b="b"/>
              <a:pathLst>
                <a:path w="14433" h="21600" fill="norm" stroke="1" extrusionOk="0">
                  <a:moveTo>
                    <a:pt x="3633" y="0"/>
                  </a:moveTo>
                  <a:cubicBezTo>
                    <a:pt x="-7167" y="0"/>
                    <a:pt x="9033" y="21600"/>
                    <a:pt x="14433" y="21600"/>
                  </a:cubicBezTo>
                  <a:cubicBezTo>
                    <a:pt x="14433" y="21600"/>
                    <a:pt x="9033" y="0"/>
                    <a:pt x="3633"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1" name="Shape 5611"/>
            <p:cNvSpPr/>
            <p:nvPr/>
          </p:nvSpPr>
          <p:spPr>
            <a:xfrm>
              <a:off x="6952850" y="869650"/>
              <a:ext cx="46948" cy="38228"/>
            </a:xfrm>
            <a:custGeom>
              <a:avLst/>
              <a:gdLst/>
              <a:ahLst/>
              <a:cxnLst>
                <a:cxn ang="0">
                  <a:pos x="wd2" y="hd2"/>
                </a:cxn>
                <a:cxn ang="5400000">
                  <a:pos x="wd2" y="hd2"/>
                </a:cxn>
                <a:cxn ang="10800000">
                  <a:pos x="wd2" y="hd2"/>
                </a:cxn>
                <a:cxn ang="16200000">
                  <a:pos x="wd2" y="hd2"/>
                </a:cxn>
              </a:cxnLst>
              <a:rect l="0" t="0" r="r" b="b"/>
              <a:pathLst>
                <a:path w="15917" h="21600" fill="norm" stroke="1" extrusionOk="0">
                  <a:moveTo>
                    <a:pt x="2315" y="0"/>
                  </a:moveTo>
                  <a:cubicBezTo>
                    <a:pt x="-771" y="5400"/>
                    <a:pt x="-771" y="16200"/>
                    <a:pt x="2315" y="21600"/>
                  </a:cubicBezTo>
                  <a:cubicBezTo>
                    <a:pt x="5400" y="21600"/>
                    <a:pt x="8486" y="21600"/>
                    <a:pt x="14658" y="21600"/>
                  </a:cubicBezTo>
                  <a:cubicBezTo>
                    <a:pt x="20829" y="21600"/>
                    <a:pt x="2315" y="0"/>
                    <a:pt x="2315" y="0"/>
                  </a:cubicBezTo>
                  <a:cubicBezTo>
                    <a:pt x="-771" y="5400"/>
                    <a:pt x="2315" y="0"/>
                    <a:pt x="2315"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2" name="Shape 5612"/>
            <p:cNvSpPr/>
            <p:nvPr/>
          </p:nvSpPr>
          <p:spPr>
            <a:xfrm>
              <a:off x="6689356" y="1090569"/>
              <a:ext cx="118668" cy="78524"/>
            </a:xfrm>
            <a:custGeom>
              <a:avLst/>
              <a:gdLst/>
              <a:ahLst/>
              <a:cxnLst>
                <a:cxn ang="0">
                  <a:pos x="wd2" y="hd2"/>
                </a:cxn>
                <a:cxn ang="5400000">
                  <a:pos x="wd2" y="hd2"/>
                </a:cxn>
                <a:cxn ang="10800000">
                  <a:pos x="wd2" y="hd2"/>
                </a:cxn>
                <a:cxn ang="16200000">
                  <a:pos x="wd2" y="hd2"/>
                </a:cxn>
              </a:cxnLst>
              <a:rect l="0" t="0" r="r" b="b"/>
              <a:pathLst>
                <a:path w="16093" h="18360" fill="norm" stroke="1" extrusionOk="0">
                  <a:moveTo>
                    <a:pt x="0" y="5400"/>
                  </a:moveTo>
                  <a:cubicBezTo>
                    <a:pt x="1271" y="-3240"/>
                    <a:pt x="8894" y="1080"/>
                    <a:pt x="12706" y="1080"/>
                  </a:cubicBezTo>
                  <a:cubicBezTo>
                    <a:pt x="21600" y="3240"/>
                    <a:pt x="10165" y="5400"/>
                    <a:pt x="10165" y="5400"/>
                  </a:cubicBezTo>
                  <a:cubicBezTo>
                    <a:pt x="10165" y="9720"/>
                    <a:pt x="15247" y="7560"/>
                    <a:pt x="15247" y="11880"/>
                  </a:cubicBezTo>
                  <a:cubicBezTo>
                    <a:pt x="15247" y="11880"/>
                    <a:pt x="12706" y="9720"/>
                    <a:pt x="11435" y="11880"/>
                  </a:cubicBezTo>
                  <a:cubicBezTo>
                    <a:pt x="11435" y="11880"/>
                    <a:pt x="15247" y="18360"/>
                    <a:pt x="13976" y="18360"/>
                  </a:cubicBezTo>
                  <a:cubicBezTo>
                    <a:pt x="12706" y="18360"/>
                    <a:pt x="11435" y="16200"/>
                    <a:pt x="10165" y="16200"/>
                  </a:cubicBezTo>
                  <a:cubicBezTo>
                    <a:pt x="7624" y="14040"/>
                    <a:pt x="0" y="11880"/>
                    <a:pt x="0" y="5400"/>
                  </a:cubicBezTo>
                  <a:cubicBezTo>
                    <a:pt x="0" y="3240"/>
                    <a:pt x="0" y="11880"/>
                    <a:pt x="0" y="54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3" name="Shape 5613"/>
            <p:cNvSpPr/>
            <p:nvPr/>
          </p:nvSpPr>
          <p:spPr>
            <a:xfrm>
              <a:off x="6660690" y="1057601"/>
              <a:ext cx="76280" cy="16128"/>
            </a:xfrm>
            <a:custGeom>
              <a:avLst/>
              <a:gdLst/>
              <a:ahLst/>
              <a:cxnLst>
                <a:cxn ang="0">
                  <a:pos x="wd2" y="hd2"/>
                </a:cxn>
                <a:cxn ang="5400000">
                  <a:pos x="wd2" y="hd2"/>
                </a:cxn>
                <a:cxn ang="10800000">
                  <a:pos x="wd2" y="hd2"/>
                </a:cxn>
                <a:cxn ang="16200000">
                  <a:pos x="wd2" y="hd2"/>
                </a:cxn>
              </a:cxnLst>
              <a:rect l="0" t="0" r="r" b="b"/>
              <a:pathLst>
                <a:path w="19893" h="12150" fill="norm" stroke="1" extrusionOk="0">
                  <a:moveTo>
                    <a:pt x="19200" y="7200"/>
                  </a:moveTo>
                  <a:cubicBezTo>
                    <a:pt x="21600" y="7200"/>
                    <a:pt x="12000" y="0"/>
                    <a:pt x="12000" y="0"/>
                  </a:cubicBezTo>
                  <a:cubicBezTo>
                    <a:pt x="7200" y="0"/>
                    <a:pt x="2400" y="0"/>
                    <a:pt x="0" y="0"/>
                  </a:cubicBezTo>
                  <a:cubicBezTo>
                    <a:pt x="4800" y="0"/>
                    <a:pt x="14400" y="21600"/>
                    <a:pt x="19200" y="7200"/>
                  </a:cubicBezTo>
                  <a:cubicBezTo>
                    <a:pt x="21600" y="7200"/>
                    <a:pt x="16800" y="14400"/>
                    <a:pt x="19200" y="72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4" name="Shape 5614"/>
            <p:cNvSpPr/>
            <p:nvPr/>
          </p:nvSpPr>
          <p:spPr>
            <a:xfrm>
              <a:off x="6530082" y="1260434"/>
              <a:ext cx="118722" cy="50099"/>
            </a:xfrm>
            <a:custGeom>
              <a:avLst/>
              <a:gdLst/>
              <a:ahLst/>
              <a:cxnLst>
                <a:cxn ang="0">
                  <a:pos x="wd2" y="hd2"/>
                </a:cxn>
                <a:cxn ang="5400000">
                  <a:pos x="wd2" y="hd2"/>
                </a:cxn>
                <a:cxn ang="10800000">
                  <a:pos x="wd2" y="hd2"/>
                </a:cxn>
                <a:cxn ang="16200000">
                  <a:pos x="wd2" y="hd2"/>
                </a:cxn>
              </a:cxnLst>
              <a:rect l="0" t="0" r="r" b="b"/>
              <a:pathLst>
                <a:path w="21185" h="16985" fill="norm" stroke="1" extrusionOk="0">
                  <a:moveTo>
                    <a:pt x="19938" y="10535"/>
                  </a:moveTo>
                  <a:cubicBezTo>
                    <a:pt x="21600" y="7449"/>
                    <a:pt x="21600" y="4363"/>
                    <a:pt x="19938" y="1278"/>
                  </a:cubicBezTo>
                  <a:cubicBezTo>
                    <a:pt x="18277" y="-1808"/>
                    <a:pt x="13292" y="1278"/>
                    <a:pt x="11631" y="4363"/>
                  </a:cubicBezTo>
                  <a:cubicBezTo>
                    <a:pt x="9969" y="4363"/>
                    <a:pt x="6646" y="4363"/>
                    <a:pt x="4985" y="7449"/>
                  </a:cubicBezTo>
                  <a:cubicBezTo>
                    <a:pt x="4985" y="7449"/>
                    <a:pt x="0" y="13621"/>
                    <a:pt x="0" y="13621"/>
                  </a:cubicBezTo>
                  <a:cubicBezTo>
                    <a:pt x="4985" y="19792"/>
                    <a:pt x="16615" y="16706"/>
                    <a:pt x="19938" y="10535"/>
                  </a:cubicBezTo>
                  <a:cubicBezTo>
                    <a:pt x="21600" y="7449"/>
                    <a:pt x="14954" y="16706"/>
                    <a:pt x="19938" y="1053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5" name="Shape 5615"/>
            <p:cNvSpPr/>
            <p:nvPr/>
          </p:nvSpPr>
          <p:spPr>
            <a:xfrm>
              <a:off x="5435892" y="1356180"/>
              <a:ext cx="24909" cy="34595"/>
            </a:xfrm>
            <a:custGeom>
              <a:avLst/>
              <a:gdLst/>
              <a:ahLst/>
              <a:cxnLst>
                <a:cxn ang="0">
                  <a:pos x="wd2" y="hd2"/>
                </a:cxn>
                <a:cxn ang="5400000">
                  <a:pos x="wd2" y="hd2"/>
                </a:cxn>
                <a:cxn ang="10800000">
                  <a:pos x="wd2" y="hd2"/>
                </a:cxn>
                <a:cxn ang="16200000">
                  <a:pos x="wd2" y="hd2"/>
                </a:cxn>
              </a:cxnLst>
              <a:rect l="0" t="0" r="r" b="b"/>
              <a:pathLst>
                <a:path w="14074" h="13032" fill="norm" stroke="1" extrusionOk="0">
                  <a:moveTo>
                    <a:pt x="11674" y="3925"/>
                  </a:moveTo>
                  <a:cubicBezTo>
                    <a:pt x="6274" y="-3275"/>
                    <a:pt x="874" y="325"/>
                    <a:pt x="874" y="7525"/>
                  </a:cubicBezTo>
                  <a:cubicBezTo>
                    <a:pt x="-4526" y="18325"/>
                    <a:pt x="17074" y="11125"/>
                    <a:pt x="11674" y="3925"/>
                  </a:cubicBezTo>
                  <a:cubicBezTo>
                    <a:pt x="11674" y="3925"/>
                    <a:pt x="17074" y="7525"/>
                    <a:pt x="11674" y="3925"/>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6" name="Shape 5616"/>
            <p:cNvSpPr/>
            <p:nvPr/>
          </p:nvSpPr>
          <p:spPr>
            <a:xfrm>
              <a:off x="5352412" y="1233314"/>
              <a:ext cx="27689" cy="18475"/>
            </a:xfrm>
            <a:custGeom>
              <a:avLst/>
              <a:gdLst/>
              <a:ahLst/>
              <a:cxnLst>
                <a:cxn ang="0">
                  <a:pos x="wd2" y="hd2"/>
                </a:cxn>
                <a:cxn ang="5400000">
                  <a:pos x="wd2" y="hd2"/>
                </a:cxn>
                <a:cxn ang="10800000">
                  <a:pos x="wd2" y="hd2"/>
                </a:cxn>
                <a:cxn ang="16200000">
                  <a:pos x="wd2" y="hd2"/>
                </a:cxn>
              </a:cxnLst>
              <a:rect l="0" t="0" r="r" b="b"/>
              <a:pathLst>
                <a:path w="17067" h="10439" fill="norm" stroke="1" extrusionOk="0">
                  <a:moveTo>
                    <a:pt x="17067" y="6912"/>
                  </a:moveTo>
                  <a:cubicBezTo>
                    <a:pt x="11667" y="6912"/>
                    <a:pt x="867" y="-3888"/>
                    <a:pt x="867" y="1512"/>
                  </a:cubicBezTo>
                  <a:cubicBezTo>
                    <a:pt x="-4533" y="17712"/>
                    <a:pt x="17067" y="6912"/>
                    <a:pt x="17067" y="6912"/>
                  </a:cubicBezTo>
                  <a:cubicBezTo>
                    <a:pt x="11667" y="6912"/>
                    <a:pt x="17067" y="6912"/>
                    <a:pt x="17067" y="691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7" name="Shape 5617"/>
            <p:cNvSpPr/>
            <p:nvPr/>
          </p:nvSpPr>
          <p:spPr>
            <a:xfrm>
              <a:off x="6988798" y="633149"/>
              <a:ext cx="19115" cy="13516"/>
            </a:xfrm>
            <a:custGeom>
              <a:avLst/>
              <a:gdLst/>
              <a:ahLst/>
              <a:cxnLst>
                <a:cxn ang="0">
                  <a:pos x="wd2" y="hd2"/>
                </a:cxn>
                <a:cxn ang="5400000">
                  <a:pos x="wd2" y="hd2"/>
                </a:cxn>
                <a:cxn ang="10800000">
                  <a:pos x="wd2" y="hd2"/>
                </a:cxn>
                <a:cxn ang="16200000">
                  <a:pos x="wd2" y="hd2"/>
                </a:cxn>
              </a:cxnLst>
              <a:rect l="0" t="0" r="r" b="b"/>
              <a:pathLst>
                <a:path w="21600" h="15274" fill="norm" stroke="1" extrusionOk="0">
                  <a:moveTo>
                    <a:pt x="21600" y="4474"/>
                  </a:moveTo>
                  <a:cubicBezTo>
                    <a:pt x="21600" y="-6326"/>
                    <a:pt x="0" y="4474"/>
                    <a:pt x="0" y="15274"/>
                  </a:cubicBezTo>
                  <a:cubicBezTo>
                    <a:pt x="10800" y="15274"/>
                    <a:pt x="21600" y="15274"/>
                    <a:pt x="21600" y="4474"/>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8" name="Shape 5618"/>
            <p:cNvSpPr/>
            <p:nvPr/>
          </p:nvSpPr>
          <p:spPr>
            <a:xfrm>
              <a:off x="6917945" y="525612"/>
              <a:ext cx="17476" cy="11264"/>
            </a:xfrm>
            <a:custGeom>
              <a:avLst/>
              <a:gdLst/>
              <a:ahLst/>
              <a:cxnLst>
                <a:cxn ang="0">
                  <a:pos x="wd2" y="hd2"/>
                </a:cxn>
                <a:cxn ang="5400000">
                  <a:pos x="wd2" y="hd2"/>
                </a:cxn>
                <a:cxn ang="10800000">
                  <a:pos x="wd2" y="hd2"/>
                </a:cxn>
                <a:cxn ang="16200000">
                  <a:pos x="wd2" y="hd2"/>
                </a:cxn>
              </a:cxnLst>
              <a:rect l="0" t="0" r="r" b="b"/>
              <a:pathLst>
                <a:path w="13165" h="15274" fill="norm" stroke="1" extrusionOk="0">
                  <a:moveTo>
                    <a:pt x="10182" y="0"/>
                  </a:moveTo>
                  <a:cubicBezTo>
                    <a:pt x="2982" y="0"/>
                    <a:pt x="-4218" y="10800"/>
                    <a:pt x="2982" y="10800"/>
                  </a:cubicBezTo>
                  <a:cubicBezTo>
                    <a:pt x="10182" y="21600"/>
                    <a:pt x="17382" y="10800"/>
                    <a:pt x="10182" y="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19" name="Shape 5619"/>
            <p:cNvSpPr/>
            <p:nvPr/>
          </p:nvSpPr>
          <p:spPr>
            <a:xfrm>
              <a:off x="6994915" y="492984"/>
              <a:ext cx="13253" cy="16193"/>
            </a:xfrm>
            <a:custGeom>
              <a:avLst/>
              <a:gdLst/>
              <a:ahLst/>
              <a:cxnLst>
                <a:cxn ang="0">
                  <a:pos x="wd2" y="hd2"/>
                </a:cxn>
                <a:cxn ang="5400000">
                  <a:pos x="wd2" y="hd2"/>
                </a:cxn>
                <a:cxn ang="10800000">
                  <a:pos x="wd2" y="hd2"/>
                </a:cxn>
                <a:cxn ang="16200000">
                  <a:pos x="wd2" y="hd2"/>
                </a:cxn>
              </a:cxnLst>
              <a:rect l="0" t="0" r="r" b="b"/>
              <a:pathLst>
                <a:path w="11232" h="12198" fill="norm" stroke="1" extrusionOk="0">
                  <a:moveTo>
                    <a:pt x="9216" y="2982"/>
                  </a:moveTo>
                  <a:cubicBezTo>
                    <a:pt x="9216" y="-4218"/>
                    <a:pt x="-5184" y="2982"/>
                    <a:pt x="2016" y="10182"/>
                  </a:cubicBezTo>
                  <a:cubicBezTo>
                    <a:pt x="2016" y="17382"/>
                    <a:pt x="16416" y="2982"/>
                    <a:pt x="9216" y="2982"/>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20" name="Shape 5620"/>
            <p:cNvSpPr/>
            <p:nvPr/>
          </p:nvSpPr>
          <p:spPr>
            <a:xfrm>
              <a:off x="4445213" y="675333"/>
              <a:ext cx="39748" cy="6372"/>
            </a:xfrm>
            <a:custGeom>
              <a:avLst/>
              <a:gdLst/>
              <a:ahLst/>
              <a:cxnLst>
                <a:cxn ang="0">
                  <a:pos x="wd2" y="hd2"/>
                </a:cxn>
                <a:cxn ang="5400000">
                  <a:pos x="wd2" y="hd2"/>
                </a:cxn>
                <a:cxn ang="10800000">
                  <a:pos x="wd2" y="hd2"/>
                </a:cxn>
                <a:cxn ang="16200000">
                  <a:pos x="wd2" y="hd2"/>
                </a:cxn>
              </a:cxnLst>
              <a:rect l="0" t="0" r="r" b="b"/>
              <a:pathLst>
                <a:path w="17968" h="21600" fill="norm" stroke="1" extrusionOk="0">
                  <a:moveTo>
                    <a:pt x="17968" y="21600"/>
                  </a:moveTo>
                  <a:cubicBezTo>
                    <a:pt x="13648" y="0"/>
                    <a:pt x="-3632" y="0"/>
                    <a:pt x="688" y="0"/>
                  </a:cubicBezTo>
                  <a:cubicBezTo>
                    <a:pt x="5008" y="21600"/>
                    <a:pt x="17968" y="21600"/>
                    <a:pt x="17968"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21" name="Shape 5621"/>
            <p:cNvSpPr/>
            <p:nvPr/>
          </p:nvSpPr>
          <p:spPr>
            <a:xfrm>
              <a:off x="4502551" y="672158"/>
              <a:ext cx="41268" cy="2541"/>
            </a:xfrm>
            <a:prstGeom prst="ellipse">
              <a:avLst/>
            </a:prstGeom>
            <a:no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22" name="Shape 5622"/>
            <p:cNvSpPr/>
            <p:nvPr/>
          </p:nvSpPr>
          <p:spPr>
            <a:xfrm>
              <a:off x="5576743" y="82824"/>
              <a:ext cx="23935" cy="19115"/>
            </a:xfrm>
            <a:custGeom>
              <a:avLst/>
              <a:gdLst/>
              <a:ahLst/>
              <a:cxnLst>
                <a:cxn ang="0">
                  <a:pos x="wd2" y="hd2"/>
                </a:cxn>
                <a:cxn ang="5400000">
                  <a:pos x="wd2" y="hd2"/>
                </a:cxn>
                <a:cxn ang="10800000">
                  <a:pos x="wd2" y="hd2"/>
                </a:cxn>
                <a:cxn ang="16200000">
                  <a:pos x="wd2" y="hd2"/>
                </a:cxn>
              </a:cxnLst>
              <a:rect l="0" t="0" r="r" b="b"/>
              <a:pathLst>
                <a:path w="13524" h="21600" fill="norm" stroke="1" extrusionOk="0">
                  <a:moveTo>
                    <a:pt x="11287" y="21600"/>
                  </a:moveTo>
                  <a:cubicBezTo>
                    <a:pt x="487" y="21600"/>
                    <a:pt x="-4913" y="0"/>
                    <a:pt x="5887" y="0"/>
                  </a:cubicBezTo>
                  <a:cubicBezTo>
                    <a:pt x="11287" y="0"/>
                    <a:pt x="16687" y="21600"/>
                    <a:pt x="11287" y="21600"/>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5623" name="Shape 5623"/>
            <p:cNvSpPr/>
            <p:nvPr/>
          </p:nvSpPr>
          <p:spPr>
            <a:xfrm>
              <a:off x="1589289" y="2374681"/>
              <a:ext cx="86011" cy="97032"/>
            </a:xfrm>
            <a:custGeom>
              <a:avLst/>
              <a:gdLst/>
              <a:ahLst/>
              <a:cxnLst>
                <a:cxn ang="0">
                  <a:pos x="wd2" y="hd2"/>
                </a:cxn>
                <a:cxn ang="5400000">
                  <a:pos x="wd2" y="hd2"/>
                </a:cxn>
                <a:cxn ang="10800000">
                  <a:pos x="wd2" y="hd2"/>
                </a:cxn>
                <a:cxn ang="16200000">
                  <a:pos x="wd2" y="hd2"/>
                </a:cxn>
              </a:cxnLst>
              <a:rect l="0" t="0" r="r" b="b"/>
              <a:pathLst>
                <a:path w="21600" h="18798" fill="norm" stroke="1" extrusionOk="0">
                  <a:moveTo>
                    <a:pt x="21600" y="18278"/>
                  </a:moveTo>
                  <a:cubicBezTo>
                    <a:pt x="19200" y="12878"/>
                    <a:pt x="16800" y="5678"/>
                    <a:pt x="12000" y="2078"/>
                  </a:cubicBezTo>
                  <a:cubicBezTo>
                    <a:pt x="9600" y="278"/>
                    <a:pt x="7200" y="-1522"/>
                    <a:pt x="4800" y="2078"/>
                  </a:cubicBezTo>
                  <a:cubicBezTo>
                    <a:pt x="4800" y="2078"/>
                    <a:pt x="0" y="2078"/>
                    <a:pt x="0" y="3878"/>
                  </a:cubicBezTo>
                  <a:cubicBezTo>
                    <a:pt x="2400" y="5678"/>
                    <a:pt x="7200" y="3878"/>
                    <a:pt x="7200" y="7478"/>
                  </a:cubicBezTo>
                  <a:cubicBezTo>
                    <a:pt x="7200" y="9278"/>
                    <a:pt x="7200" y="9278"/>
                    <a:pt x="7200" y="11078"/>
                  </a:cubicBezTo>
                  <a:cubicBezTo>
                    <a:pt x="7200" y="12878"/>
                    <a:pt x="9600" y="11078"/>
                    <a:pt x="9600" y="11078"/>
                  </a:cubicBezTo>
                  <a:cubicBezTo>
                    <a:pt x="12000" y="12878"/>
                    <a:pt x="7200" y="12878"/>
                    <a:pt x="7200" y="12878"/>
                  </a:cubicBezTo>
                  <a:cubicBezTo>
                    <a:pt x="7200" y="14678"/>
                    <a:pt x="12000" y="18278"/>
                    <a:pt x="14400" y="18278"/>
                  </a:cubicBezTo>
                  <a:cubicBezTo>
                    <a:pt x="14400" y="18278"/>
                    <a:pt x="4800" y="11078"/>
                    <a:pt x="14400" y="14678"/>
                  </a:cubicBezTo>
                  <a:cubicBezTo>
                    <a:pt x="16800" y="14678"/>
                    <a:pt x="21600" y="20078"/>
                    <a:pt x="21600" y="18278"/>
                  </a:cubicBezTo>
                  <a:cubicBezTo>
                    <a:pt x="19200" y="16478"/>
                    <a:pt x="21600" y="20078"/>
                    <a:pt x="21600" y="18278"/>
                  </a:cubicBezTo>
                  <a:close/>
                </a:path>
              </a:pathLst>
            </a:custGeom>
            <a:solidFill>
              <a:srgbClr val="D8D8D8"/>
            </a:solidFill>
            <a:ln w="3175" cap="flat">
              <a:solidFill>
                <a:srgbClr val="FFFFFF"/>
              </a:solidFill>
              <a:prstDash val="solid"/>
              <a:roun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5625" name="Shape 5625"/>
          <p:cNvSpPr/>
          <p:nvPr/>
        </p:nvSpPr>
        <p:spPr>
          <a:xfrm>
            <a:off x="353841" y="681483"/>
            <a:ext cx="5529898"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Mapa editable</a:t>
            </a:r>
          </a:p>
          <a:p>
            <a:pPr algn="l" defTabSz="825500">
              <a:lnSpc>
                <a:spcPct val="90000"/>
              </a:lnSpc>
              <a:defRPr spc="-50" sz="2500">
                <a:latin typeface="Raleway SemiBold"/>
                <a:ea typeface="Raleway SemiBold"/>
                <a:cs typeface="Raleway SemiBold"/>
                <a:sym typeface="Raleway SemiBold"/>
              </a:defRPr>
            </a:pPr>
            <a:r>
              <a:t>Puedes cambiar el color de los países</a:t>
            </a:r>
          </a:p>
        </p:txBody>
      </p:sp>
      <p:sp>
        <p:nvSpPr>
          <p:cNvPr id="5626" name="Shape 5626"/>
          <p:cNvSpPr/>
          <p:nvPr/>
        </p:nvSpPr>
        <p:spPr>
          <a:xfrm>
            <a:off x="14712373" y="4302430"/>
            <a:ext cx="1693927" cy="11443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15758"/>
                </a:lnTo>
                <a:lnTo>
                  <a:pt x="12684" y="15758"/>
                </a:lnTo>
                <a:lnTo>
                  <a:pt x="10900" y="21600"/>
                </a:lnTo>
                <a:lnTo>
                  <a:pt x="8916" y="15758"/>
                </a:lnTo>
                <a:lnTo>
                  <a:pt x="0" y="15758"/>
                </a:lnTo>
                <a:lnTo>
                  <a:pt x="0" y="0"/>
                </a:lnTo>
                <a:close/>
              </a:path>
            </a:pathLst>
          </a:custGeom>
          <a:solidFill>
            <a:srgbClr val="2F5379"/>
          </a:solidFill>
          <a:ln w="12700">
            <a:miter lim="400000"/>
            <a:tailEnd type="triangle"/>
          </a:ln>
        </p:spPr>
        <p:txBody>
          <a:bodyPr tIns="91439" bIns="91439" anchor="ctr"/>
          <a:lstStyle/>
          <a:p>
            <a:pPr defTabSz="914400">
              <a:defRPr sz="3200">
                <a:solidFill>
                  <a:srgbClr val="FFFFFF"/>
                </a:solidFill>
                <a:latin typeface="Raleway Bold"/>
                <a:ea typeface="Raleway Bold"/>
                <a:cs typeface="Raleway Bold"/>
                <a:sym typeface="Raleway Bold"/>
              </a:defRPr>
            </a:pPr>
          </a:p>
        </p:txBody>
      </p:sp>
      <p:sp>
        <p:nvSpPr>
          <p:cNvPr id="5627" name="Shape 5627"/>
          <p:cNvSpPr/>
          <p:nvPr/>
        </p:nvSpPr>
        <p:spPr>
          <a:xfrm>
            <a:off x="14712373" y="4408254"/>
            <a:ext cx="1693927" cy="652781"/>
          </a:xfrm>
          <a:prstGeom prst="rect">
            <a:avLst/>
          </a:prstGeom>
          <a:ln w="12700">
            <a:miter lim="400000"/>
          </a:ln>
          <a:extLst>
            <a:ext uri="{C572A759-6A51-4108-AA02-DFA0A04FC94B}">
              <ma14:wrappingTextBoxFlag xmlns:ma14="http://schemas.microsoft.com/office/mac/drawingml/2011/main" val="1"/>
            </a:ext>
          </a:extLst>
        </p:spPr>
        <p:txBody>
          <a:bodyPr tIns="91439" bIns="91439" anchor="ctr">
            <a:spAutoFit/>
          </a:bodyPr>
          <a:lstStyle>
            <a:lvl1pPr defTabSz="914400">
              <a:defRPr sz="3200">
                <a:solidFill>
                  <a:srgbClr val="FFFFFF"/>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5628" name="Shape 5628"/>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5624"/>
                                        </p:tgtEl>
                                        <p:attrNameLst>
                                          <p:attrName>style.visibility</p:attrName>
                                        </p:attrNameLst>
                                      </p:cBhvr>
                                      <p:to>
                                        <p:strVal val="visible"/>
                                      </p:to>
                                    </p:set>
                                    <p:animEffect filter="dissolve" transition="in">
                                      <p:cBhvr>
                                        <p:cTn id="7" dur="2000"/>
                                        <p:tgtEl>
                                          <p:spTgt spid="56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624" grpId="1"/>
    </p:bldLst>
  </p:timing>
</p:sld>
</file>

<file path=ppt/slides/slide16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5630" name="Shape 563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5631" name="Shape 5631"/>
          <p:cNvSpPr/>
          <p:nvPr/>
        </p:nvSpPr>
        <p:spPr>
          <a:xfrm>
            <a:off x="353841" y="681483"/>
            <a:ext cx="5529898"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Mapa editable</a:t>
            </a:r>
          </a:p>
          <a:p>
            <a:pPr algn="l" defTabSz="825500">
              <a:lnSpc>
                <a:spcPct val="90000"/>
              </a:lnSpc>
              <a:defRPr spc="-50" sz="2500">
                <a:latin typeface="Raleway SemiBold"/>
                <a:ea typeface="Raleway SemiBold"/>
                <a:cs typeface="Raleway SemiBold"/>
                <a:sym typeface="Raleway SemiBold"/>
              </a:defRPr>
            </a:pPr>
            <a:r>
              <a:t>Puedes cambiar el color de los países</a:t>
            </a:r>
          </a:p>
        </p:txBody>
      </p:sp>
      <p:grpSp>
        <p:nvGrpSpPr>
          <p:cNvPr id="5664" name="Group 5664"/>
          <p:cNvGrpSpPr/>
          <p:nvPr/>
        </p:nvGrpSpPr>
        <p:grpSpPr>
          <a:xfrm>
            <a:off x="7574005" y="8058270"/>
            <a:ext cx="2132713" cy="2741973"/>
            <a:chOff x="3917" y="0"/>
            <a:chExt cx="2132712" cy="2741971"/>
          </a:xfrm>
        </p:grpSpPr>
        <p:sp>
          <p:nvSpPr>
            <p:cNvPr id="5632" name="Shape 5632"/>
            <p:cNvSpPr/>
            <p:nvPr/>
          </p:nvSpPr>
          <p:spPr>
            <a:xfrm>
              <a:off x="308590" y="0"/>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3" name="Shape 5633"/>
            <p:cNvSpPr/>
            <p:nvPr/>
          </p:nvSpPr>
          <p:spPr>
            <a:xfrm>
              <a:off x="613264" y="0"/>
              <a:ext cx="304673"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4" name="Shape 5634"/>
            <p:cNvSpPr/>
            <p:nvPr/>
          </p:nvSpPr>
          <p:spPr>
            <a:xfrm>
              <a:off x="917936" y="0"/>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5" name="Shape 5635"/>
            <p:cNvSpPr/>
            <p:nvPr/>
          </p:nvSpPr>
          <p:spPr>
            <a:xfrm>
              <a:off x="3917" y="304667"/>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6" name="Shape 5636"/>
            <p:cNvSpPr/>
            <p:nvPr/>
          </p:nvSpPr>
          <p:spPr>
            <a:xfrm>
              <a:off x="308590" y="304667"/>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7" name="Shape 5637"/>
            <p:cNvSpPr/>
            <p:nvPr/>
          </p:nvSpPr>
          <p:spPr>
            <a:xfrm>
              <a:off x="613264" y="304667"/>
              <a:ext cx="304673"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8" name="Shape 5638"/>
            <p:cNvSpPr/>
            <p:nvPr/>
          </p:nvSpPr>
          <p:spPr>
            <a:xfrm>
              <a:off x="917936" y="304667"/>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39" name="Shape 5639"/>
            <p:cNvSpPr/>
            <p:nvPr/>
          </p:nvSpPr>
          <p:spPr>
            <a:xfrm>
              <a:off x="1222609" y="304667"/>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0" name="Shape 5640"/>
            <p:cNvSpPr/>
            <p:nvPr/>
          </p:nvSpPr>
          <p:spPr>
            <a:xfrm>
              <a:off x="3917" y="609334"/>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1" name="Shape 5641"/>
            <p:cNvSpPr/>
            <p:nvPr/>
          </p:nvSpPr>
          <p:spPr>
            <a:xfrm>
              <a:off x="308590" y="609334"/>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2" name="Shape 5642"/>
            <p:cNvSpPr/>
            <p:nvPr/>
          </p:nvSpPr>
          <p:spPr>
            <a:xfrm>
              <a:off x="613264" y="609334"/>
              <a:ext cx="304673"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3" name="Shape 5643"/>
            <p:cNvSpPr/>
            <p:nvPr/>
          </p:nvSpPr>
          <p:spPr>
            <a:xfrm>
              <a:off x="917936" y="609334"/>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4" name="Shape 5644"/>
            <p:cNvSpPr/>
            <p:nvPr/>
          </p:nvSpPr>
          <p:spPr>
            <a:xfrm>
              <a:off x="1222609" y="609334"/>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5" name="Shape 5645"/>
            <p:cNvSpPr/>
            <p:nvPr/>
          </p:nvSpPr>
          <p:spPr>
            <a:xfrm>
              <a:off x="1527283" y="609334"/>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6" name="Shape 5646"/>
            <p:cNvSpPr/>
            <p:nvPr/>
          </p:nvSpPr>
          <p:spPr>
            <a:xfrm>
              <a:off x="1831956" y="609334"/>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7" name="Shape 5647"/>
            <p:cNvSpPr/>
            <p:nvPr/>
          </p:nvSpPr>
          <p:spPr>
            <a:xfrm>
              <a:off x="308590" y="914001"/>
              <a:ext cx="304675"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8" name="Shape 5648"/>
            <p:cNvSpPr/>
            <p:nvPr/>
          </p:nvSpPr>
          <p:spPr>
            <a:xfrm>
              <a:off x="613264" y="914001"/>
              <a:ext cx="304673"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49" name="Shape 5649"/>
            <p:cNvSpPr/>
            <p:nvPr/>
          </p:nvSpPr>
          <p:spPr>
            <a:xfrm>
              <a:off x="917936" y="914001"/>
              <a:ext cx="304674"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0" name="Shape 5650"/>
            <p:cNvSpPr/>
            <p:nvPr/>
          </p:nvSpPr>
          <p:spPr>
            <a:xfrm>
              <a:off x="1222609" y="914001"/>
              <a:ext cx="304675"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1" name="Shape 5651"/>
            <p:cNvSpPr/>
            <p:nvPr/>
          </p:nvSpPr>
          <p:spPr>
            <a:xfrm>
              <a:off x="1527283" y="914001"/>
              <a:ext cx="304674"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2" name="Shape 5652"/>
            <p:cNvSpPr/>
            <p:nvPr/>
          </p:nvSpPr>
          <p:spPr>
            <a:xfrm>
              <a:off x="613264" y="1218669"/>
              <a:ext cx="304673"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3" name="Shape 5653"/>
            <p:cNvSpPr/>
            <p:nvPr/>
          </p:nvSpPr>
          <p:spPr>
            <a:xfrm>
              <a:off x="917936" y="1218669"/>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4" name="Shape 5654"/>
            <p:cNvSpPr/>
            <p:nvPr/>
          </p:nvSpPr>
          <p:spPr>
            <a:xfrm>
              <a:off x="1222609" y="1218669"/>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5" name="Shape 5655"/>
            <p:cNvSpPr/>
            <p:nvPr/>
          </p:nvSpPr>
          <p:spPr>
            <a:xfrm>
              <a:off x="1527283" y="1218669"/>
              <a:ext cx="304674"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6" name="Shape 5656"/>
            <p:cNvSpPr/>
            <p:nvPr/>
          </p:nvSpPr>
          <p:spPr>
            <a:xfrm>
              <a:off x="613264" y="1523336"/>
              <a:ext cx="304673"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7" name="Shape 5657"/>
            <p:cNvSpPr/>
            <p:nvPr/>
          </p:nvSpPr>
          <p:spPr>
            <a:xfrm>
              <a:off x="917936" y="1523336"/>
              <a:ext cx="304674"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8" name="Shape 5658"/>
            <p:cNvSpPr/>
            <p:nvPr/>
          </p:nvSpPr>
          <p:spPr>
            <a:xfrm>
              <a:off x="1222609" y="1523336"/>
              <a:ext cx="304675"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59" name="Shape 5659"/>
            <p:cNvSpPr/>
            <p:nvPr/>
          </p:nvSpPr>
          <p:spPr>
            <a:xfrm>
              <a:off x="613264" y="1828003"/>
              <a:ext cx="304673"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0" name="Shape 5660"/>
            <p:cNvSpPr/>
            <p:nvPr/>
          </p:nvSpPr>
          <p:spPr>
            <a:xfrm>
              <a:off x="917936" y="1828003"/>
              <a:ext cx="304674" cy="304635"/>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1" name="Shape 5661"/>
            <p:cNvSpPr/>
            <p:nvPr/>
          </p:nvSpPr>
          <p:spPr>
            <a:xfrm>
              <a:off x="308590" y="2132671"/>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2" name="Shape 5662"/>
            <p:cNvSpPr/>
            <p:nvPr/>
          </p:nvSpPr>
          <p:spPr>
            <a:xfrm>
              <a:off x="613264" y="2132671"/>
              <a:ext cx="304673"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3" name="Shape 5663"/>
            <p:cNvSpPr/>
            <p:nvPr/>
          </p:nvSpPr>
          <p:spPr>
            <a:xfrm>
              <a:off x="308590" y="2437338"/>
              <a:ext cx="304675" cy="304634"/>
            </a:xfrm>
            <a:prstGeom prst="star7">
              <a:avLst>
                <a:gd name="adj" fmla="val 34601"/>
                <a:gd name="hf" fmla="val 102572"/>
                <a:gd name="vf" fmla="val 105210"/>
              </a:avLst>
            </a:prstGeom>
            <a:solidFill>
              <a:srgbClr val="217EC1"/>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grpSp>
      <p:grpSp>
        <p:nvGrpSpPr>
          <p:cNvPr id="5690" name="Group 5690"/>
          <p:cNvGrpSpPr/>
          <p:nvPr/>
        </p:nvGrpSpPr>
        <p:grpSpPr>
          <a:xfrm>
            <a:off x="15800179" y="8972274"/>
            <a:ext cx="2437386" cy="1827971"/>
            <a:chOff x="3917" y="0"/>
            <a:chExt cx="2437384" cy="1827970"/>
          </a:xfrm>
        </p:grpSpPr>
        <p:sp>
          <p:nvSpPr>
            <p:cNvPr id="5665" name="Shape 5665"/>
            <p:cNvSpPr/>
            <p:nvPr/>
          </p:nvSpPr>
          <p:spPr>
            <a:xfrm>
              <a:off x="613263" y="0"/>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6" name="Shape 5666"/>
            <p:cNvSpPr/>
            <p:nvPr/>
          </p:nvSpPr>
          <p:spPr>
            <a:xfrm>
              <a:off x="1222610" y="0"/>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7" name="Shape 5667"/>
            <p:cNvSpPr/>
            <p:nvPr/>
          </p:nvSpPr>
          <p:spPr>
            <a:xfrm>
              <a:off x="308590" y="304667"/>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8" name="Shape 5668"/>
            <p:cNvSpPr/>
            <p:nvPr/>
          </p:nvSpPr>
          <p:spPr>
            <a:xfrm>
              <a:off x="613263" y="304667"/>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69" name="Shape 5669"/>
            <p:cNvSpPr/>
            <p:nvPr/>
          </p:nvSpPr>
          <p:spPr>
            <a:xfrm>
              <a:off x="917936" y="304667"/>
              <a:ext cx="304675"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0" name="Shape 5670"/>
            <p:cNvSpPr/>
            <p:nvPr/>
          </p:nvSpPr>
          <p:spPr>
            <a:xfrm>
              <a:off x="1222610" y="304667"/>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1" name="Shape 5671"/>
            <p:cNvSpPr/>
            <p:nvPr/>
          </p:nvSpPr>
          <p:spPr>
            <a:xfrm>
              <a:off x="3917" y="609334"/>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2" name="Shape 5672"/>
            <p:cNvSpPr/>
            <p:nvPr/>
          </p:nvSpPr>
          <p:spPr>
            <a:xfrm>
              <a:off x="308590" y="609334"/>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3" name="Shape 5673"/>
            <p:cNvSpPr/>
            <p:nvPr/>
          </p:nvSpPr>
          <p:spPr>
            <a:xfrm>
              <a:off x="613263" y="609334"/>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4" name="Shape 5674"/>
            <p:cNvSpPr/>
            <p:nvPr/>
          </p:nvSpPr>
          <p:spPr>
            <a:xfrm>
              <a:off x="917936" y="609334"/>
              <a:ext cx="304675"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5" name="Shape 5675"/>
            <p:cNvSpPr/>
            <p:nvPr/>
          </p:nvSpPr>
          <p:spPr>
            <a:xfrm>
              <a:off x="1222610" y="609334"/>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6" name="Shape 5676"/>
            <p:cNvSpPr/>
            <p:nvPr/>
          </p:nvSpPr>
          <p:spPr>
            <a:xfrm>
              <a:off x="1527283" y="609334"/>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7" name="Shape 5677"/>
            <p:cNvSpPr/>
            <p:nvPr/>
          </p:nvSpPr>
          <p:spPr>
            <a:xfrm>
              <a:off x="3917" y="914001"/>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8" name="Shape 5678"/>
            <p:cNvSpPr/>
            <p:nvPr/>
          </p:nvSpPr>
          <p:spPr>
            <a:xfrm>
              <a:off x="308590" y="914001"/>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79" name="Shape 5679"/>
            <p:cNvSpPr/>
            <p:nvPr/>
          </p:nvSpPr>
          <p:spPr>
            <a:xfrm>
              <a:off x="613263" y="914001"/>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0" name="Shape 5680"/>
            <p:cNvSpPr/>
            <p:nvPr/>
          </p:nvSpPr>
          <p:spPr>
            <a:xfrm>
              <a:off x="917936" y="914001"/>
              <a:ext cx="304675"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1" name="Shape 5681"/>
            <p:cNvSpPr/>
            <p:nvPr/>
          </p:nvSpPr>
          <p:spPr>
            <a:xfrm>
              <a:off x="1222610" y="914001"/>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2" name="Shape 5682"/>
            <p:cNvSpPr/>
            <p:nvPr/>
          </p:nvSpPr>
          <p:spPr>
            <a:xfrm>
              <a:off x="1527283" y="914001"/>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3" name="Shape 5683"/>
            <p:cNvSpPr/>
            <p:nvPr/>
          </p:nvSpPr>
          <p:spPr>
            <a:xfrm>
              <a:off x="917936" y="1218669"/>
              <a:ext cx="304675"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4" name="Shape 5684"/>
            <p:cNvSpPr/>
            <p:nvPr/>
          </p:nvSpPr>
          <p:spPr>
            <a:xfrm>
              <a:off x="1222610" y="1218669"/>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5" name="Shape 5685"/>
            <p:cNvSpPr/>
            <p:nvPr/>
          </p:nvSpPr>
          <p:spPr>
            <a:xfrm>
              <a:off x="308590" y="1218669"/>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6" name="Shape 5686"/>
            <p:cNvSpPr/>
            <p:nvPr/>
          </p:nvSpPr>
          <p:spPr>
            <a:xfrm>
              <a:off x="1527283" y="1218669"/>
              <a:ext cx="304674" cy="304634"/>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7" name="Shape 5687"/>
            <p:cNvSpPr/>
            <p:nvPr/>
          </p:nvSpPr>
          <p:spPr>
            <a:xfrm>
              <a:off x="1831956" y="914001"/>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8" name="Shape 5688"/>
            <p:cNvSpPr/>
            <p:nvPr/>
          </p:nvSpPr>
          <p:spPr>
            <a:xfrm>
              <a:off x="1222610" y="1523336"/>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89" name="Shape 5689"/>
            <p:cNvSpPr/>
            <p:nvPr/>
          </p:nvSpPr>
          <p:spPr>
            <a:xfrm>
              <a:off x="2136629" y="1523336"/>
              <a:ext cx="304674" cy="304635"/>
            </a:xfrm>
            <a:prstGeom prst="star7">
              <a:avLst>
                <a:gd name="adj" fmla="val 34601"/>
                <a:gd name="hf" fmla="val 102572"/>
                <a:gd name="vf" fmla="val 105210"/>
              </a:avLst>
            </a:prstGeom>
            <a:solidFill>
              <a:srgbClr val="D9EFF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grpSp>
      <p:grpSp>
        <p:nvGrpSpPr>
          <p:cNvPr id="5742" name="Group 5742"/>
          <p:cNvGrpSpPr/>
          <p:nvPr/>
        </p:nvGrpSpPr>
        <p:grpSpPr>
          <a:xfrm>
            <a:off x="10620734" y="7144268"/>
            <a:ext cx="3046731" cy="3046641"/>
            <a:chOff x="3917" y="0"/>
            <a:chExt cx="3046730" cy="3046640"/>
          </a:xfrm>
        </p:grpSpPr>
        <p:sp>
          <p:nvSpPr>
            <p:cNvPr id="5691" name="Shape 5691"/>
            <p:cNvSpPr/>
            <p:nvPr/>
          </p:nvSpPr>
          <p:spPr>
            <a:xfrm>
              <a:off x="308590" y="0"/>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2" name="Shape 5692"/>
            <p:cNvSpPr/>
            <p:nvPr/>
          </p:nvSpPr>
          <p:spPr>
            <a:xfrm>
              <a:off x="613264" y="0"/>
              <a:ext cx="304673"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3" name="Shape 5693"/>
            <p:cNvSpPr/>
            <p:nvPr/>
          </p:nvSpPr>
          <p:spPr>
            <a:xfrm>
              <a:off x="917936" y="0"/>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4" name="Shape 5694"/>
            <p:cNvSpPr/>
            <p:nvPr/>
          </p:nvSpPr>
          <p:spPr>
            <a:xfrm>
              <a:off x="3917" y="304667"/>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5" name="Shape 5695"/>
            <p:cNvSpPr/>
            <p:nvPr/>
          </p:nvSpPr>
          <p:spPr>
            <a:xfrm>
              <a:off x="308590" y="304667"/>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6" name="Shape 5696"/>
            <p:cNvSpPr/>
            <p:nvPr/>
          </p:nvSpPr>
          <p:spPr>
            <a:xfrm>
              <a:off x="613264" y="304667"/>
              <a:ext cx="304673"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7" name="Shape 5697"/>
            <p:cNvSpPr/>
            <p:nvPr/>
          </p:nvSpPr>
          <p:spPr>
            <a:xfrm>
              <a:off x="917936" y="304667"/>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8" name="Shape 5698"/>
            <p:cNvSpPr/>
            <p:nvPr/>
          </p:nvSpPr>
          <p:spPr>
            <a:xfrm>
              <a:off x="1222609" y="304667"/>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699" name="Shape 5699"/>
            <p:cNvSpPr/>
            <p:nvPr/>
          </p:nvSpPr>
          <p:spPr>
            <a:xfrm>
              <a:off x="1527282" y="304667"/>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0" name="Shape 5700"/>
            <p:cNvSpPr/>
            <p:nvPr/>
          </p:nvSpPr>
          <p:spPr>
            <a:xfrm>
              <a:off x="1831956" y="304667"/>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1" name="Shape 5701"/>
            <p:cNvSpPr/>
            <p:nvPr/>
          </p:nvSpPr>
          <p:spPr>
            <a:xfrm>
              <a:off x="3917" y="609334"/>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2" name="Shape 5702"/>
            <p:cNvSpPr/>
            <p:nvPr/>
          </p:nvSpPr>
          <p:spPr>
            <a:xfrm>
              <a:off x="308590" y="609334"/>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3" name="Shape 5703"/>
            <p:cNvSpPr/>
            <p:nvPr/>
          </p:nvSpPr>
          <p:spPr>
            <a:xfrm>
              <a:off x="613264" y="609334"/>
              <a:ext cx="304673"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4" name="Shape 5704"/>
            <p:cNvSpPr/>
            <p:nvPr/>
          </p:nvSpPr>
          <p:spPr>
            <a:xfrm>
              <a:off x="917936" y="609334"/>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5" name="Shape 5705"/>
            <p:cNvSpPr/>
            <p:nvPr/>
          </p:nvSpPr>
          <p:spPr>
            <a:xfrm>
              <a:off x="1222609" y="609334"/>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6" name="Shape 5706"/>
            <p:cNvSpPr/>
            <p:nvPr/>
          </p:nvSpPr>
          <p:spPr>
            <a:xfrm>
              <a:off x="1527282" y="609334"/>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7" name="Shape 5707"/>
            <p:cNvSpPr/>
            <p:nvPr/>
          </p:nvSpPr>
          <p:spPr>
            <a:xfrm>
              <a:off x="1831956" y="609334"/>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8" name="Shape 5708"/>
            <p:cNvSpPr/>
            <p:nvPr/>
          </p:nvSpPr>
          <p:spPr>
            <a:xfrm>
              <a:off x="3917" y="914002"/>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09" name="Shape 5709"/>
            <p:cNvSpPr/>
            <p:nvPr/>
          </p:nvSpPr>
          <p:spPr>
            <a:xfrm>
              <a:off x="308590" y="914002"/>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0" name="Shape 5710"/>
            <p:cNvSpPr/>
            <p:nvPr/>
          </p:nvSpPr>
          <p:spPr>
            <a:xfrm>
              <a:off x="613264" y="914002"/>
              <a:ext cx="304673"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1" name="Shape 5711"/>
            <p:cNvSpPr/>
            <p:nvPr/>
          </p:nvSpPr>
          <p:spPr>
            <a:xfrm>
              <a:off x="917936" y="914002"/>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2" name="Shape 5712"/>
            <p:cNvSpPr/>
            <p:nvPr/>
          </p:nvSpPr>
          <p:spPr>
            <a:xfrm>
              <a:off x="1222609" y="914002"/>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3" name="Shape 5713"/>
            <p:cNvSpPr/>
            <p:nvPr/>
          </p:nvSpPr>
          <p:spPr>
            <a:xfrm>
              <a:off x="1527282" y="914002"/>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4" name="Shape 5714"/>
            <p:cNvSpPr/>
            <p:nvPr/>
          </p:nvSpPr>
          <p:spPr>
            <a:xfrm>
              <a:off x="1831956" y="914002"/>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5" name="Shape 5715"/>
            <p:cNvSpPr/>
            <p:nvPr/>
          </p:nvSpPr>
          <p:spPr>
            <a:xfrm>
              <a:off x="2136629" y="914002"/>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6" name="Shape 5716"/>
            <p:cNvSpPr/>
            <p:nvPr/>
          </p:nvSpPr>
          <p:spPr>
            <a:xfrm>
              <a:off x="2441302" y="914002"/>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7" name="Shape 5717"/>
            <p:cNvSpPr/>
            <p:nvPr/>
          </p:nvSpPr>
          <p:spPr>
            <a:xfrm>
              <a:off x="308590" y="1218669"/>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8" name="Shape 5718"/>
            <p:cNvSpPr/>
            <p:nvPr/>
          </p:nvSpPr>
          <p:spPr>
            <a:xfrm>
              <a:off x="613264" y="1218669"/>
              <a:ext cx="304673"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19" name="Shape 5719"/>
            <p:cNvSpPr/>
            <p:nvPr/>
          </p:nvSpPr>
          <p:spPr>
            <a:xfrm>
              <a:off x="917936" y="1218669"/>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0" name="Shape 5720"/>
            <p:cNvSpPr/>
            <p:nvPr/>
          </p:nvSpPr>
          <p:spPr>
            <a:xfrm>
              <a:off x="1222609" y="1218669"/>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1" name="Shape 5721"/>
            <p:cNvSpPr/>
            <p:nvPr/>
          </p:nvSpPr>
          <p:spPr>
            <a:xfrm>
              <a:off x="1527282" y="1218669"/>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2" name="Shape 5722"/>
            <p:cNvSpPr/>
            <p:nvPr/>
          </p:nvSpPr>
          <p:spPr>
            <a:xfrm>
              <a:off x="1831956" y="1218669"/>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3" name="Shape 5723"/>
            <p:cNvSpPr/>
            <p:nvPr/>
          </p:nvSpPr>
          <p:spPr>
            <a:xfrm>
              <a:off x="2136629" y="1218669"/>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4" name="Shape 5724"/>
            <p:cNvSpPr/>
            <p:nvPr/>
          </p:nvSpPr>
          <p:spPr>
            <a:xfrm>
              <a:off x="917936" y="1523337"/>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5" name="Shape 5725"/>
            <p:cNvSpPr/>
            <p:nvPr/>
          </p:nvSpPr>
          <p:spPr>
            <a:xfrm>
              <a:off x="1222609" y="1523370"/>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6" name="Shape 5726"/>
            <p:cNvSpPr/>
            <p:nvPr/>
          </p:nvSpPr>
          <p:spPr>
            <a:xfrm>
              <a:off x="1527282" y="1523337"/>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7" name="Shape 5727"/>
            <p:cNvSpPr/>
            <p:nvPr/>
          </p:nvSpPr>
          <p:spPr>
            <a:xfrm>
              <a:off x="1831956" y="1523337"/>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8" name="Shape 5728"/>
            <p:cNvSpPr/>
            <p:nvPr/>
          </p:nvSpPr>
          <p:spPr>
            <a:xfrm>
              <a:off x="2136629" y="1523337"/>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29" name="Shape 5729"/>
            <p:cNvSpPr/>
            <p:nvPr/>
          </p:nvSpPr>
          <p:spPr>
            <a:xfrm>
              <a:off x="1222609" y="1828038"/>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0" name="Shape 5730"/>
            <p:cNvSpPr/>
            <p:nvPr/>
          </p:nvSpPr>
          <p:spPr>
            <a:xfrm>
              <a:off x="1527282" y="1828004"/>
              <a:ext cx="304675"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1" name="Shape 5731"/>
            <p:cNvSpPr/>
            <p:nvPr/>
          </p:nvSpPr>
          <p:spPr>
            <a:xfrm>
              <a:off x="1831956" y="1828004"/>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2" name="Shape 5732"/>
            <p:cNvSpPr/>
            <p:nvPr/>
          </p:nvSpPr>
          <p:spPr>
            <a:xfrm>
              <a:off x="2136629" y="1828004"/>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3" name="Shape 5733"/>
            <p:cNvSpPr/>
            <p:nvPr/>
          </p:nvSpPr>
          <p:spPr>
            <a:xfrm>
              <a:off x="1222609" y="2132671"/>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4" name="Shape 5734"/>
            <p:cNvSpPr/>
            <p:nvPr/>
          </p:nvSpPr>
          <p:spPr>
            <a:xfrm>
              <a:off x="1527282" y="2132671"/>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5" name="Shape 5735"/>
            <p:cNvSpPr/>
            <p:nvPr/>
          </p:nvSpPr>
          <p:spPr>
            <a:xfrm>
              <a:off x="1831956" y="2132671"/>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6" name="Shape 5736"/>
            <p:cNvSpPr/>
            <p:nvPr/>
          </p:nvSpPr>
          <p:spPr>
            <a:xfrm>
              <a:off x="1222609" y="2437338"/>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7" name="Shape 5737"/>
            <p:cNvSpPr/>
            <p:nvPr/>
          </p:nvSpPr>
          <p:spPr>
            <a:xfrm>
              <a:off x="1527282" y="2437338"/>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8" name="Shape 5738"/>
            <p:cNvSpPr/>
            <p:nvPr/>
          </p:nvSpPr>
          <p:spPr>
            <a:xfrm>
              <a:off x="1831956" y="2437338"/>
              <a:ext cx="304674"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39" name="Shape 5739"/>
            <p:cNvSpPr/>
            <p:nvPr/>
          </p:nvSpPr>
          <p:spPr>
            <a:xfrm>
              <a:off x="1527282" y="2742006"/>
              <a:ext cx="304675" cy="304635"/>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0" name="Shape 5740"/>
            <p:cNvSpPr/>
            <p:nvPr/>
          </p:nvSpPr>
          <p:spPr>
            <a:xfrm>
              <a:off x="2745975" y="2132638"/>
              <a:ext cx="304673" cy="304633"/>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1" name="Shape 5741"/>
            <p:cNvSpPr/>
            <p:nvPr/>
          </p:nvSpPr>
          <p:spPr>
            <a:xfrm>
              <a:off x="2441302" y="2437305"/>
              <a:ext cx="304674" cy="304634"/>
            </a:xfrm>
            <a:prstGeom prst="star7">
              <a:avLst>
                <a:gd name="adj" fmla="val 34601"/>
                <a:gd name="hf" fmla="val 102572"/>
                <a:gd name="vf" fmla="val 105210"/>
              </a:avLst>
            </a:prstGeom>
            <a:solidFill>
              <a:srgbClr val="C7C7C7"/>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grpSp>
      <p:grpSp>
        <p:nvGrpSpPr>
          <p:cNvPr id="5848" name="Group 5848"/>
          <p:cNvGrpSpPr/>
          <p:nvPr/>
        </p:nvGrpSpPr>
        <p:grpSpPr>
          <a:xfrm>
            <a:off x="4527272" y="3792896"/>
            <a:ext cx="6093462" cy="4265342"/>
            <a:chOff x="3917" y="0"/>
            <a:chExt cx="6093460" cy="4265341"/>
          </a:xfrm>
        </p:grpSpPr>
        <p:sp>
          <p:nvSpPr>
            <p:cNvPr id="5743" name="Shape 5743"/>
            <p:cNvSpPr/>
            <p:nvPr/>
          </p:nvSpPr>
          <p:spPr>
            <a:xfrm>
              <a:off x="308590"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4" name="Shape 5744"/>
            <p:cNvSpPr/>
            <p:nvPr/>
          </p:nvSpPr>
          <p:spPr>
            <a:xfrm>
              <a:off x="613263"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5" name="Shape 5745"/>
            <p:cNvSpPr/>
            <p:nvPr/>
          </p:nvSpPr>
          <p:spPr>
            <a:xfrm>
              <a:off x="917936"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6" name="Shape 5746"/>
            <p:cNvSpPr/>
            <p:nvPr/>
          </p:nvSpPr>
          <p:spPr>
            <a:xfrm>
              <a:off x="1222609"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7" name="Shape 5747"/>
            <p:cNvSpPr/>
            <p:nvPr/>
          </p:nvSpPr>
          <p:spPr>
            <a:xfrm>
              <a:off x="1527282" y="1218703"/>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8" name="Shape 5748"/>
            <p:cNvSpPr/>
            <p:nvPr/>
          </p:nvSpPr>
          <p:spPr>
            <a:xfrm>
              <a:off x="1831956" y="1218703"/>
              <a:ext cx="304673"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49" name="Shape 5749"/>
            <p:cNvSpPr/>
            <p:nvPr/>
          </p:nvSpPr>
          <p:spPr>
            <a:xfrm>
              <a:off x="2136628"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0" name="Shape 5750"/>
            <p:cNvSpPr/>
            <p:nvPr/>
          </p:nvSpPr>
          <p:spPr>
            <a:xfrm>
              <a:off x="2441301" y="1218703"/>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1" name="Shape 5751"/>
            <p:cNvSpPr/>
            <p:nvPr/>
          </p:nvSpPr>
          <p:spPr>
            <a:xfrm>
              <a:off x="2745974" y="1218703"/>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2" name="Shape 5752"/>
            <p:cNvSpPr/>
            <p:nvPr/>
          </p:nvSpPr>
          <p:spPr>
            <a:xfrm>
              <a:off x="3050648"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3" name="Shape 5753"/>
            <p:cNvSpPr/>
            <p:nvPr/>
          </p:nvSpPr>
          <p:spPr>
            <a:xfrm>
              <a:off x="3659994"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4" name="Shape 5754"/>
            <p:cNvSpPr/>
            <p:nvPr/>
          </p:nvSpPr>
          <p:spPr>
            <a:xfrm>
              <a:off x="3964666" y="1218703"/>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5" name="Shape 5755"/>
            <p:cNvSpPr/>
            <p:nvPr/>
          </p:nvSpPr>
          <p:spPr>
            <a:xfrm>
              <a:off x="4878686"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6" name="Shape 5756"/>
            <p:cNvSpPr/>
            <p:nvPr/>
          </p:nvSpPr>
          <p:spPr>
            <a:xfrm>
              <a:off x="5183359"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7" name="Shape 5757"/>
            <p:cNvSpPr/>
            <p:nvPr/>
          </p:nvSpPr>
          <p:spPr>
            <a:xfrm>
              <a:off x="308590"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8" name="Shape 5758"/>
            <p:cNvSpPr/>
            <p:nvPr/>
          </p:nvSpPr>
          <p:spPr>
            <a:xfrm>
              <a:off x="613263"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59" name="Shape 5759"/>
            <p:cNvSpPr/>
            <p:nvPr/>
          </p:nvSpPr>
          <p:spPr>
            <a:xfrm>
              <a:off x="917936"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0" name="Shape 5760"/>
            <p:cNvSpPr/>
            <p:nvPr/>
          </p:nvSpPr>
          <p:spPr>
            <a:xfrm>
              <a:off x="1222609"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1" name="Shape 5761"/>
            <p:cNvSpPr/>
            <p:nvPr/>
          </p:nvSpPr>
          <p:spPr>
            <a:xfrm>
              <a:off x="1527282" y="1523370"/>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2" name="Shape 5762"/>
            <p:cNvSpPr/>
            <p:nvPr/>
          </p:nvSpPr>
          <p:spPr>
            <a:xfrm>
              <a:off x="1831956" y="1523370"/>
              <a:ext cx="304673"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3" name="Shape 5763"/>
            <p:cNvSpPr/>
            <p:nvPr/>
          </p:nvSpPr>
          <p:spPr>
            <a:xfrm>
              <a:off x="2136628"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4" name="Shape 5764"/>
            <p:cNvSpPr/>
            <p:nvPr/>
          </p:nvSpPr>
          <p:spPr>
            <a:xfrm>
              <a:off x="2441301" y="1523370"/>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5" name="Shape 5765"/>
            <p:cNvSpPr/>
            <p:nvPr/>
          </p:nvSpPr>
          <p:spPr>
            <a:xfrm>
              <a:off x="2745974" y="1523370"/>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6" name="Shape 5766"/>
            <p:cNvSpPr/>
            <p:nvPr/>
          </p:nvSpPr>
          <p:spPr>
            <a:xfrm>
              <a:off x="3050648"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7" name="Shape 5767"/>
            <p:cNvSpPr/>
            <p:nvPr/>
          </p:nvSpPr>
          <p:spPr>
            <a:xfrm>
              <a:off x="4878686" y="152337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8" name="Shape 5768"/>
            <p:cNvSpPr/>
            <p:nvPr/>
          </p:nvSpPr>
          <p:spPr>
            <a:xfrm>
              <a:off x="1222609" y="182803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69" name="Shape 5769"/>
            <p:cNvSpPr/>
            <p:nvPr/>
          </p:nvSpPr>
          <p:spPr>
            <a:xfrm>
              <a:off x="1527282" y="1828037"/>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0" name="Shape 5770"/>
            <p:cNvSpPr/>
            <p:nvPr/>
          </p:nvSpPr>
          <p:spPr>
            <a:xfrm>
              <a:off x="1831956" y="1828037"/>
              <a:ext cx="304673"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1" name="Shape 5771"/>
            <p:cNvSpPr/>
            <p:nvPr/>
          </p:nvSpPr>
          <p:spPr>
            <a:xfrm>
              <a:off x="2136628" y="182803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2" name="Shape 5772"/>
            <p:cNvSpPr/>
            <p:nvPr/>
          </p:nvSpPr>
          <p:spPr>
            <a:xfrm>
              <a:off x="2441301" y="1828037"/>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3" name="Shape 5773"/>
            <p:cNvSpPr/>
            <p:nvPr/>
          </p:nvSpPr>
          <p:spPr>
            <a:xfrm>
              <a:off x="2745974" y="1828037"/>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4" name="Shape 5774"/>
            <p:cNvSpPr/>
            <p:nvPr/>
          </p:nvSpPr>
          <p:spPr>
            <a:xfrm>
              <a:off x="3659994" y="182803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5" name="Shape 5775"/>
            <p:cNvSpPr/>
            <p:nvPr/>
          </p:nvSpPr>
          <p:spPr>
            <a:xfrm>
              <a:off x="3964666" y="1828037"/>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6" name="Shape 5776"/>
            <p:cNvSpPr/>
            <p:nvPr/>
          </p:nvSpPr>
          <p:spPr>
            <a:xfrm>
              <a:off x="3917" y="182803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7" name="Shape 5777"/>
            <p:cNvSpPr/>
            <p:nvPr/>
          </p:nvSpPr>
          <p:spPr>
            <a:xfrm>
              <a:off x="1222609" y="2132704"/>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8" name="Shape 5778"/>
            <p:cNvSpPr/>
            <p:nvPr/>
          </p:nvSpPr>
          <p:spPr>
            <a:xfrm>
              <a:off x="1527282" y="2132704"/>
              <a:ext cx="304675"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79" name="Shape 5779"/>
            <p:cNvSpPr/>
            <p:nvPr/>
          </p:nvSpPr>
          <p:spPr>
            <a:xfrm>
              <a:off x="1831956" y="2132704"/>
              <a:ext cx="304673"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0" name="Shape 5780"/>
            <p:cNvSpPr/>
            <p:nvPr/>
          </p:nvSpPr>
          <p:spPr>
            <a:xfrm>
              <a:off x="2136628" y="2132704"/>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1" name="Shape 5781"/>
            <p:cNvSpPr/>
            <p:nvPr/>
          </p:nvSpPr>
          <p:spPr>
            <a:xfrm>
              <a:off x="2441301" y="2132704"/>
              <a:ext cx="304675"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2" name="Shape 5782"/>
            <p:cNvSpPr/>
            <p:nvPr/>
          </p:nvSpPr>
          <p:spPr>
            <a:xfrm>
              <a:off x="2745974" y="2132704"/>
              <a:ext cx="304675"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3" name="Shape 5783"/>
            <p:cNvSpPr/>
            <p:nvPr/>
          </p:nvSpPr>
          <p:spPr>
            <a:xfrm>
              <a:off x="3050648" y="2132704"/>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4" name="Shape 5784"/>
            <p:cNvSpPr/>
            <p:nvPr/>
          </p:nvSpPr>
          <p:spPr>
            <a:xfrm>
              <a:off x="3659994" y="2132704"/>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5" name="Shape 5785"/>
            <p:cNvSpPr/>
            <p:nvPr/>
          </p:nvSpPr>
          <p:spPr>
            <a:xfrm>
              <a:off x="3964666" y="2132704"/>
              <a:ext cx="304675"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6" name="Shape 5786"/>
            <p:cNvSpPr/>
            <p:nvPr/>
          </p:nvSpPr>
          <p:spPr>
            <a:xfrm>
              <a:off x="4269340" y="2132704"/>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7" name="Shape 5787"/>
            <p:cNvSpPr/>
            <p:nvPr/>
          </p:nvSpPr>
          <p:spPr>
            <a:xfrm>
              <a:off x="1527282" y="2437372"/>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8" name="Shape 5788"/>
            <p:cNvSpPr/>
            <p:nvPr/>
          </p:nvSpPr>
          <p:spPr>
            <a:xfrm>
              <a:off x="1831956" y="2437372"/>
              <a:ext cx="304673"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89" name="Shape 5789"/>
            <p:cNvSpPr/>
            <p:nvPr/>
          </p:nvSpPr>
          <p:spPr>
            <a:xfrm>
              <a:off x="2136628" y="2437372"/>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0" name="Shape 5790"/>
            <p:cNvSpPr/>
            <p:nvPr/>
          </p:nvSpPr>
          <p:spPr>
            <a:xfrm>
              <a:off x="2441301" y="2437372"/>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1" name="Shape 5791"/>
            <p:cNvSpPr/>
            <p:nvPr/>
          </p:nvSpPr>
          <p:spPr>
            <a:xfrm>
              <a:off x="2745974" y="2437372"/>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2" name="Shape 5792"/>
            <p:cNvSpPr/>
            <p:nvPr/>
          </p:nvSpPr>
          <p:spPr>
            <a:xfrm>
              <a:off x="3050648" y="2437372"/>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3" name="Shape 5793"/>
            <p:cNvSpPr/>
            <p:nvPr/>
          </p:nvSpPr>
          <p:spPr>
            <a:xfrm>
              <a:off x="3355321" y="2437372"/>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4" name="Shape 5794"/>
            <p:cNvSpPr/>
            <p:nvPr/>
          </p:nvSpPr>
          <p:spPr>
            <a:xfrm>
              <a:off x="3659994" y="2437372"/>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5" name="Shape 5795"/>
            <p:cNvSpPr/>
            <p:nvPr/>
          </p:nvSpPr>
          <p:spPr>
            <a:xfrm>
              <a:off x="3964666" y="2437372"/>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6" name="Shape 5796"/>
            <p:cNvSpPr/>
            <p:nvPr/>
          </p:nvSpPr>
          <p:spPr>
            <a:xfrm>
              <a:off x="1527282" y="2742039"/>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7" name="Shape 5797"/>
            <p:cNvSpPr/>
            <p:nvPr/>
          </p:nvSpPr>
          <p:spPr>
            <a:xfrm>
              <a:off x="1831956" y="2742039"/>
              <a:ext cx="304673"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8" name="Shape 5798"/>
            <p:cNvSpPr/>
            <p:nvPr/>
          </p:nvSpPr>
          <p:spPr>
            <a:xfrm>
              <a:off x="2136628" y="2742039"/>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799" name="Shape 5799"/>
            <p:cNvSpPr/>
            <p:nvPr/>
          </p:nvSpPr>
          <p:spPr>
            <a:xfrm>
              <a:off x="2441301" y="2742039"/>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0" name="Shape 5800"/>
            <p:cNvSpPr/>
            <p:nvPr/>
          </p:nvSpPr>
          <p:spPr>
            <a:xfrm>
              <a:off x="2745974" y="2742039"/>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1" name="Shape 5801"/>
            <p:cNvSpPr/>
            <p:nvPr/>
          </p:nvSpPr>
          <p:spPr>
            <a:xfrm>
              <a:off x="3050648" y="2742039"/>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2" name="Shape 5802"/>
            <p:cNvSpPr/>
            <p:nvPr/>
          </p:nvSpPr>
          <p:spPr>
            <a:xfrm>
              <a:off x="3355321" y="2742039"/>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3" name="Shape 5803"/>
            <p:cNvSpPr/>
            <p:nvPr/>
          </p:nvSpPr>
          <p:spPr>
            <a:xfrm>
              <a:off x="3659994" y="2742039"/>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4" name="Shape 5804"/>
            <p:cNvSpPr/>
            <p:nvPr/>
          </p:nvSpPr>
          <p:spPr>
            <a:xfrm>
              <a:off x="1831956" y="3046707"/>
              <a:ext cx="304673"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5" name="Shape 5805"/>
            <p:cNvSpPr/>
            <p:nvPr/>
          </p:nvSpPr>
          <p:spPr>
            <a:xfrm>
              <a:off x="2136628" y="304670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6" name="Shape 5806"/>
            <p:cNvSpPr/>
            <p:nvPr/>
          </p:nvSpPr>
          <p:spPr>
            <a:xfrm>
              <a:off x="2441301" y="3046707"/>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7" name="Shape 5807"/>
            <p:cNvSpPr/>
            <p:nvPr/>
          </p:nvSpPr>
          <p:spPr>
            <a:xfrm>
              <a:off x="2745974" y="3046707"/>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8" name="Shape 5808"/>
            <p:cNvSpPr/>
            <p:nvPr/>
          </p:nvSpPr>
          <p:spPr>
            <a:xfrm>
              <a:off x="3050648" y="304670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09" name="Shape 5809"/>
            <p:cNvSpPr/>
            <p:nvPr/>
          </p:nvSpPr>
          <p:spPr>
            <a:xfrm>
              <a:off x="3355321" y="3046707"/>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0" name="Shape 5810"/>
            <p:cNvSpPr/>
            <p:nvPr/>
          </p:nvSpPr>
          <p:spPr>
            <a:xfrm>
              <a:off x="2136628" y="3351373"/>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1" name="Shape 5811"/>
            <p:cNvSpPr/>
            <p:nvPr/>
          </p:nvSpPr>
          <p:spPr>
            <a:xfrm>
              <a:off x="2441301" y="3351373"/>
              <a:ext cx="304675"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2" name="Shape 5812"/>
            <p:cNvSpPr/>
            <p:nvPr/>
          </p:nvSpPr>
          <p:spPr>
            <a:xfrm>
              <a:off x="3355321" y="3351373"/>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3" name="Shape 5813"/>
            <p:cNvSpPr/>
            <p:nvPr/>
          </p:nvSpPr>
          <p:spPr>
            <a:xfrm>
              <a:off x="2441301" y="3656041"/>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4" name="Shape 5814"/>
            <p:cNvSpPr/>
            <p:nvPr/>
          </p:nvSpPr>
          <p:spPr>
            <a:xfrm>
              <a:off x="2745974" y="3656041"/>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5" name="Shape 5815"/>
            <p:cNvSpPr/>
            <p:nvPr/>
          </p:nvSpPr>
          <p:spPr>
            <a:xfrm>
              <a:off x="2745974" y="3960708"/>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6" name="Shape 5816"/>
            <p:cNvSpPr/>
            <p:nvPr/>
          </p:nvSpPr>
          <p:spPr>
            <a:xfrm>
              <a:off x="3050648" y="396070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7" name="Shape 5817"/>
            <p:cNvSpPr/>
            <p:nvPr/>
          </p:nvSpPr>
          <p:spPr>
            <a:xfrm>
              <a:off x="1831956" y="914035"/>
              <a:ext cx="304673"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8" name="Shape 5818"/>
            <p:cNvSpPr/>
            <p:nvPr/>
          </p:nvSpPr>
          <p:spPr>
            <a:xfrm>
              <a:off x="2136628" y="914035"/>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19" name="Shape 5819"/>
            <p:cNvSpPr/>
            <p:nvPr/>
          </p:nvSpPr>
          <p:spPr>
            <a:xfrm>
              <a:off x="2441301" y="914035"/>
              <a:ext cx="304675"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0" name="Shape 5820"/>
            <p:cNvSpPr/>
            <p:nvPr/>
          </p:nvSpPr>
          <p:spPr>
            <a:xfrm>
              <a:off x="3355321" y="914035"/>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1" name="Shape 5821"/>
            <p:cNvSpPr/>
            <p:nvPr/>
          </p:nvSpPr>
          <p:spPr>
            <a:xfrm>
              <a:off x="3659994" y="914035"/>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2" name="Shape 5822"/>
            <p:cNvSpPr/>
            <p:nvPr/>
          </p:nvSpPr>
          <p:spPr>
            <a:xfrm>
              <a:off x="4574013" y="914035"/>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3" name="Shape 5823"/>
            <p:cNvSpPr/>
            <p:nvPr/>
          </p:nvSpPr>
          <p:spPr>
            <a:xfrm>
              <a:off x="4878686" y="914035"/>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4" name="Shape 5824"/>
            <p:cNvSpPr/>
            <p:nvPr/>
          </p:nvSpPr>
          <p:spPr>
            <a:xfrm>
              <a:off x="5183359" y="914035"/>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5" name="Shape 5825"/>
            <p:cNvSpPr/>
            <p:nvPr/>
          </p:nvSpPr>
          <p:spPr>
            <a:xfrm>
              <a:off x="3050648" y="60936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6" name="Shape 5826"/>
            <p:cNvSpPr/>
            <p:nvPr/>
          </p:nvSpPr>
          <p:spPr>
            <a:xfrm>
              <a:off x="3964666" y="609368"/>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7" name="Shape 5827"/>
            <p:cNvSpPr/>
            <p:nvPr/>
          </p:nvSpPr>
          <p:spPr>
            <a:xfrm>
              <a:off x="4269340" y="60936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8" name="Shape 5828"/>
            <p:cNvSpPr/>
            <p:nvPr/>
          </p:nvSpPr>
          <p:spPr>
            <a:xfrm>
              <a:off x="4574013" y="60936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29" name="Shape 5829"/>
            <p:cNvSpPr/>
            <p:nvPr/>
          </p:nvSpPr>
          <p:spPr>
            <a:xfrm>
              <a:off x="4878686" y="60936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0" name="Shape 5830"/>
            <p:cNvSpPr/>
            <p:nvPr/>
          </p:nvSpPr>
          <p:spPr>
            <a:xfrm>
              <a:off x="5183359" y="60936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1" name="Shape 5831"/>
            <p:cNvSpPr/>
            <p:nvPr/>
          </p:nvSpPr>
          <p:spPr>
            <a:xfrm>
              <a:off x="5488032" y="609368"/>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2" name="Shape 5832"/>
            <p:cNvSpPr/>
            <p:nvPr/>
          </p:nvSpPr>
          <p:spPr>
            <a:xfrm>
              <a:off x="3050648"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3" name="Shape 5833"/>
            <p:cNvSpPr/>
            <p:nvPr/>
          </p:nvSpPr>
          <p:spPr>
            <a:xfrm>
              <a:off x="3355321"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4" name="Shape 5834"/>
            <p:cNvSpPr/>
            <p:nvPr/>
          </p:nvSpPr>
          <p:spPr>
            <a:xfrm>
              <a:off x="3659994"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5" name="Shape 5835"/>
            <p:cNvSpPr/>
            <p:nvPr/>
          </p:nvSpPr>
          <p:spPr>
            <a:xfrm>
              <a:off x="4269340"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6" name="Shape 5836"/>
            <p:cNvSpPr/>
            <p:nvPr/>
          </p:nvSpPr>
          <p:spPr>
            <a:xfrm>
              <a:off x="4574013"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7" name="Shape 5837"/>
            <p:cNvSpPr/>
            <p:nvPr/>
          </p:nvSpPr>
          <p:spPr>
            <a:xfrm>
              <a:off x="4878686"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8" name="Shape 5838"/>
            <p:cNvSpPr/>
            <p:nvPr/>
          </p:nvSpPr>
          <p:spPr>
            <a:xfrm>
              <a:off x="5183359"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39" name="Shape 5839"/>
            <p:cNvSpPr/>
            <p:nvPr/>
          </p:nvSpPr>
          <p:spPr>
            <a:xfrm>
              <a:off x="5488032"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0" name="Shape 5840"/>
            <p:cNvSpPr/>
            <p:nvPr/>
          </p:nvSpPr>
          <p:spPr>
            <a:xfrm>
              <a:off x="5792705" y="304701"/>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1" name="Shape 5841"/>
            <p:cNvSpPr/>
            <p:nvPr/>
          </p:nvSpPr>
          <p:spPr>
            <a:xfrm>
              <a:off x="4878686" y="33"/>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2" name="Shape 5842"/>
            <p:cNvSpPr/>
            <p:nvPr/>
          </p:nvSpPr>
          <p:spPr>
            <a:xfrm>
              <a:off x="5183359" y="33"/>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3" name="Shape 5843"/>
            <p:cNvSpPr/>
            <p:nvPr/>
          </p:nvSpPr>
          <p:spPr>
            <a:xfrm>
              <a:off x="5488032" y="33"/>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4" name="Shape 5844"/>
            <p:cNvSpPr/>
            <p:nvPr/>
          </p:nvSpPr>
          <p:spPr>
            <a:xfrm>
              <a:off x="3917" y="1218703"/>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5" name="Shape 5845"/>
            <p:cNvSpPr/>
            <p:nvPr/>
          </p:nvSpPr>
          <p:spPr>
            <a:xfrm>
              <a:off x="308590" y="905498"/>
              <a:ext cx="304674" cy="304635"/>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6" name="Shape 5846"/>
            <p:cNvSpPr/>
            <p:nvPr/>
          </p:nvSpPr>
          <p:spPr>
            <a:xfrm>
              <a:off x="3050648" y="0"/>
              <a:ext cx="304674"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47" name="Shape 5847"/>
            <p:cNvSpPr/>
            <p:nvPr/>
          </p:nvSpPr>
          <p:spPr>
            <a:xfrm>
              <a:off x="2745974" y="304701"/>
              <a:ext cx="304675" cy="304634"/>
            </a:xfrm>
            <a:prstGeom prst="star7">
              <a:avLst>
                <a:gd name="adj" fmla="val 34601"/>
                <a:gd name="hf" fmla="val 102572"/>
                <a:gd name="vf" fmla="val 105210"/>
              </a:avLst>
            </a:prstGeom>
            <a:solidFill>
              <a:srgbClr val="16527E"/>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grpSp>
      <p:grpSp>
        <p:nvGrpSpPr>
          <p:cNvPr id="5885" name="Group 5885"/>
          <p:cNvGrpSpPr/>
          <p:nvPr/>
        </p:nvGrpSpPr>
        <p:grpSpPr>
          <a:xfrm>
            <a:off x="10617390" y="4393762"/>
            <a:ext cx="2745404" cy="2750475"/>
            <a:chOff x="3917" y="0"/>
            <a:chExt cx="2745402" cy="2750473"/>
          </a:xfrm>
        </p:grpSpPr>
        <p:sp>
          <p:nvSpPr>
            <p:cNvPr id="5849" name="Shape 5849"/>
            <p:cNvSpPr/>
            <p:nvPr/>
          </p:nvSpPr>
          <p:spPr>
            <a:xfrm>
              <a:off x="1225954" y="617837"/>
              <a:ext cx="304675"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0" name="Shape 5850"/>
            <p:cNvSpPr/>
            <p:nvPr/>
          </p:nvSpPr>
          <p:spPr>
            <a:xfrm>
              <a:off x="1530628" y="617837"/>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1" name="Shape 5851"/>
            <p:cNvSpPr/>
            <p:nvPr/>
          </p:nvSpPr>
          <p:spPr>
            <a:xfrm>
              <a:off x="1835301" y="617837"/>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2" name="Shape 5852"/>
            <p:cNvSpPr/>
            <p:nvPr/>
          </p:nvSpPr>
          <p:spPr>
            <a:xfrm>
              <a:off x="2139974" y="617837"/>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3" name="Shape 5853"/>
            <p:cNvSpPr/>
            <p:nvPr/>
          </p:nvSpPr>
          <p:spPr>
            <a:xfrm>
              <a:off x="1225954" y="922504"/>
              <a:ext cx="304675"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4" name="Shape 5854"/>
            <p:cNvSpPr/>
            <p:nvPr/>
          </p:nvSpPr>
          <p:spPr>
            <a:xfrm>
              <a:off x="1530628" y="922504"/>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5" name="Shape 5855"/>
            <p:cNvSpPr/>
            <p:nvPr/>
          </p:nvSpPr>
          <p:spPr>
            <a:xfrm>
              <a:off x="2139974" y="922504"/>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6" name="Shape 5856"/>
            <p:cNvSpPr/>
            <p:nvPr/>
          </p:nvSpPr>
          <p:spPr>
            <a:xfrm>
              <a:off x="616608" y="1227171"/>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7" name="Shape 5857"/>
            <p:cNvSpPr/>
            <p:nvPr/>
          </p:nvSpPr>
          <p:spPr>
            <a:xfrm>
              <a:off x="1835301" y="1227171"/>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8" name="Shape 5858"/>
            <p:cNvSpPr/>
            <p:nvPr/>
          </p:nvSpPr>
          <p:spPr>
            <a:xfrm>
              <a:off x="2139974" y="1227171"/>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59" name="Shape 5859"/>
            <p:cNvSpPr/>
            <p:nvPr/>
          </p:nvSpPr>
          <p:spPr>
            <a:xfrm>
              <a:off x="2444647" y="1227171"/>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0" name="Shape 5860"/>
            <p:cNvSpPr/>
            <p:nvPr/>
          </p:nvSpPr>
          <p:spPr>
            <a:xfrm>
              <a:off x="921281" y="1531838"/>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1" name="Shape 5861"/>
            <p:cNvSpPr/>
            <p:nvPr/>
          </p:nvSpPr>
          <p:spPr>
            <a:xfrm>
              <a:off x="1225954" y="1531838"/>
              <a:ext cx="304675"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2" name="Shape 5862"/>
            <p:cNvSpPr/>
            <p:nvPr/>
          </p:nvSpPr>
          <p:spPr>
            <a:xfrm>
              <a:off x="1530628" y="1531838"/>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3" name="Shape 5863"/>
            <p:cNvSpPr/>
            <p:nvPr/>
          </p:nvSpPr>
          <p:spPr>
            <a:xfrm>
              <a:off x="1835301" y="1531838"/>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4" name="Shape 5864"/>
            <p:cNvSpPr/>
            <p:nvPr/>
          </p:nvSpPr>
          <p:spPr>
            <a:xfrm>
              <a:off x="2139974" y="1531838"/>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5" name="Shape 5865"/>
            <p:cNvSpPr/>
            <p:nvPr/>
          </p:nvSpPr>
          <p:spPr>
            <a:xfrm>
              <a:off x="2444647" y="1531838"/>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6" name="Shape 5866"/>
            <p:cNvSpPr/>
            <p:nvPr/>
          </p:nvSpPr>
          <p:spPr>
            <a:xfrm>
              <a:off x="311935"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7" name="Shape 5867"/>
            <p:cNvSpPr/>
            <p:nvPr/>
          </p:nvSpPr>
          <p:spPr>
            <a:xfrm>
              <a:off x="616608"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8" name="Shape 5868"/>
            <p:cNvSpPr/>
            <p:nvPr/>
          </p:nvSpPr>
          <p:spPr>
            <a:xfrm>
              <a:off x="921281"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69" name="Shape 5869"/>
            <p:cNvSpPr/>
            <p:nvPr/>
          </p:nvSpPr>
          <p:spPr>
            <a:xfrm>
              <a:off x="1225954" y="1836506"/>
              <a:ext cx="304675"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0" name="Shape 5870"/>
            <p:cNvSpPr/>
            <p:nvPr/>
          </p:nvSpPr>
          <p:spPr>
            <a:xfrm>
              <a:off x="1530628"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1" name="Shape 5871"/>
            <p:cNvSpPr/>
            <p:nvPr/>
          </p:nvSpPr>
          <p:spPr>
            <a:xfrm>
              <a:off x="1835301"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2" name="Shape 5872"/>
            <p:cNvSpPr/>
            <p:nvPr/>
          </p:nvSpPr>
          <p:spPr>
            <a:xfrm>
              <a:off x="2139974"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3" name="Shape 5873"/>
            <p:cNvSpPr/>
            <p:nvPr/>
          </p:nvSpPr>
          <p:spPr>
            <a:xfrm>
              <a:off x="2444647"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4" name="Shape 5874"/>
            <p:cNvSpPr/>
            <p:nvPr/>
          </p:nvSpPr>
          <p:spPr>
            <a:xfrm>
              <a:off x="311935" y="2141173"/>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5" name="Shape 5875"/>
            <p:cNvSpPr/>
            <p:nvPr/>
          </p:nvSpPr>
          <p:spPr>
            <a:xfrm>
              <a:off x="616608" y="2141173"/>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6" name="Shape 5876"/>
            <p:cNvSpPr/>
            <p:nvPr/>
          </p:nvSpPr>
          <p:spPr>
            <a:xfrm>
              <a:off x="1225954" y="2141173"/>
              <a:ext cx="304675"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7" name="Shape 5877"/>
            <p:cNvSpPr/>
            <p:nvPr/>
          </p:nvSpPr>
          <p:spPr>
            <a:xfrm>
              <a:off x="1835301" y="2141173"/>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8" name="Shape 5878"/>
            <p:cNvSpPr/>
            <p:nvPr/>
          </p:nvSpPr>
          <p:spPr>
            <a:xfrm>
              <a:off x="1530628" y="2445841"/>
              <a:ext cx="304674" cy="304633"/>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79" name="Shape 5879"/>
            <p:cNvSpPr/>
            <p:nvPr/>
          </p:nvSpPr>
          <p:spPr>
            <a:xfrm>
              <a:off x="1530628" y="313169"/>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0" name="Shape 5880"/>
            <p:cNvSpPr/>
            <p:nvPr/>
          </p:nvSpPr>
          <p:spPr>
            <a:xfrm>
              <a:off x="1835301" y="313169"/>
              <a:ext cx="304674"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1" name="Shape 5881"/>
            <p:cNvSpPr/>
            <p:nvPr/>
          </p:nvSpPr>
          <p:spPr>
            <a:xfrm>
              <a:off x="3917" y="1836506"/>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2" name="Shape 5882"/>
            <p:cNvSpPr/>
            <p:nvPr/>
          </p:nvSpPr>
          <p:spPr>
            <a:xfrm>
              <a:off x="1835301" y="0"/>
              <a:ext cx="304674" cy="304634"/>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3" name="Shape 5883"/>
            <p:cNvSpPr/>
            <p:nvPr/>
          </p:nvSpPr>
          <p:spPr>
            <a:xfrm>
              <a:off x="308590" y="1531838"/>
              <a:ext cx="304675"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4" name="Shape 5884"/>
            <p:cNvSpPr/>
            <p:nvPr/>
          </p:nvSpPr>
          <p:spPr>
            <a:xfrm>
              <a:off x="613264" y="1531838"/>
              <a:ext cx="304673" cy="304635"/>
            </a:xfrm>
            <a:prstGeom prst="star7">
              <a:avLst>
                <a:gd name="adj" fmla="val 34601"/>
                <a:gd name="hf" fmla="val 102572"/>
                <a:gd name="vf" fmla="val 105210"/>
              </a:avLst>
            </a:prstGeom>
            <a:solidFill>
              <a:srgbClr val="8ACDF0"/>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grpSp>
      <p:grpSp>
        <p:nvGrpSpPr>
          <p:cNvPr id="6040" name="Group 6040"/>
          <p:cNvGrpSpPr/>
          <p:nvPr/>
        </p:nvGrpSpPr>
        <p:grpSpPr>
          <a:xfrm>
            <a:off x="12753447" y="3792930"/>
            <a:ext cx="6093462" cy="5179310"/>
            <a:chOff x="3917" y="0"/>
            <a:chExt cx="6093460" cy="5179309"/>
          </a:xfrm>
        </p:grpSpPr>
        <p:sp>
          <p:nvSpPr>
            <p:cNvPr id="5886" name="Shape 5886"/>
            <p:cNvSpPr/>
            <p:nvPr/>
          </p:nvSpPr>
          <p:spPr>
            <a:xfrm>
              <a:off x="917936"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7" name="Shape 5887"/>
            <p:cNvSpPr/>
            <p:nvPr/>
          </p:nvSpPr>
          <p:spPr>
            <a:xfrm>
              <a:off x="1222609" y="1218669"/>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8" name="Shape 5888"/>
            <p:cNvSpPr/>
            <p:nvPr/>
          </p:nvSpPr>
          <p:spPr>
            <a:xfrm>
              <a:off x="1527283"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89" name="Shape 5889"/>
            <p:cNvSpPr/>
            <p:nvPr/>
          </p:nvSpPr>
          <p:spPr>
            <a:xfrm>
              <a:off x="1831956"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0" name="Shape 5890"/>
            <p:cNvSpPr/>
            <p:nvPr/>
          </p:nvSpPr>
          <p:spPr>
            <a:xfrm>
              <a:off x="2136629"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1" name="Shape 5891"/>
            <p:cNvSpPr/>
            <p:nvPr/>
          </p:nvSpPr>
          <p:spPr>
            <a:xfrm>
              <a:off x="2441302"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2" name="Shape 5892"/>
            <p:cNvSpPr/>
            <p:nvPr/>
          </p:nvSpPr>
          <p:spPr>
            <a:xfrm>
              <a:off x="2745975" y="1218669"/>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3" name="Shape 5893"/>
            <p:cNvSpPr/>
            <p:nvPr/>
          </p:nvSpPr>
          <p:spPr>
            <a:xfrm>
              <a:off x="3050647"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4" name="Shape 5894"/>
            <p:cNvSpPr/>
            <p:nvPr/>
          </p:nvSpPr>
          <p:spPr>
            <a:xfrm>
              <a:off x="3355320"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5" name="Shape 5895"/>
            <p:cNvSpPr/>
            <p:nvPr/>
          </p:nvSpPr>
          <p:spPr>
            <a:xfrm>
              <a:off x="3659993" y="1218669"/>
              <a:ext cx="304676"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6" name="Shape 5896"/>
            <p:cNvSpPr/>
            <p:nvPr/>
          </p:nvSpPr>
          <p:spPr>
            <a:xfrm>
              <a:off x="3964666" y="1218669"/>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7" name="Shape 5897"/>
            <p:cNvSpPr/>
            <p:nvPr/>
          </p:nvSpPr>
          <p:spPr>
            <a:xfrm>
              <a:off x="4269340"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8" name="Shape 5898"/>
            <p:cNvSpPr/>
            <p:nvPr/>
          </p:nvSpPr>
          <p:spPr>
            <a:xfrm>
              <a:off x="4574013"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899" name="Shape 5899"/>
            <p:cNvSpPr/>
            <p:nvPr/>
          </p:nvSpPr>
          <p:spPr>
            <a:xfrm>
              <a:off x="4878686" y="121866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0" name="Shape 5900"/>
            <p:cNvSpPr/>
            <p:nvPr/>
          </p:nvSpPr>
          <p:spPr>
            <a:xfrm>
              <a:off x="5183359" y="1218702"/>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1" name="Shape 5901"/>
            <p:cNvSpPr/>
            <p:nvPr/>
          </p:nvSpPr>
          <p:spPr>
            <a:xfrm>
              <a:off x="5488032" y="1218702"/>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2" name="Shape 5902"/>
            <p:cNvSpPr/>
            <p:nvPr/>
          </p:nvSpPr>
          <p:spPr>
            <a:xfrm>
              <a:off x="308590"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3" name="Shape 5903"/>
            <p:cNvSpPr/>
            <p:nvPr/>
          </p:nvSpPr>
          <p:spPr>
            <a:xfrm>
              <a:off x="613263"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4" name="Shape 5904"/>
            <p:cNvSpPr/>
            <p:nvPr/>
          </p:nvSpPr>
          <p:spPr>
            <a:xfrm>
              <a:off x="917936"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5" name="Shape 5905"/>
            <p:cNvSpPr/>
            <p:nvPr/>
          </p:nvSpPr>
          <p:spPr>
            <a:xfrm>
              <a:off x="1222609" y="1523336"/>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6" name="Shape 5906"/>
            <p:cNvSpPr/>
            <p:nvPr/>
          </p:nvSpPr>
          <p:spPr>
            <a:xfrm>
              <a:off x="1527283"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7" name="Shape 5907"/>
            <p:cNvSpPr/>
            <p:nvPr/>
          </p:nvSpPr>
          <p:spPr>
            <a:xfrm>
              <a:off x="1831956"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8" name="Shape 5908"/>
            <p:cNvSpPr/>
            <p:nvPr/>
          </p:nvSpPr>
          <p:spPr>
            <a:xfrm>
              <a:off x="2136629"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09" name="Shape 5909"/>
            <p:cNvSpPr/>
            <p:nvPr/>
          </p:nvSpPr>
          <p:spPr>
            <a:xfrm>
              <a:off x="2441302"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0" name="Shape 5910"/>
            <p:cNvSpPr/>
            <p:nvPr/>
          </p:nvSpPr>
          <p:spPr>
            <a:xfrm>
              <a:off x="2745975" y="1523336"/>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1" name="Shape 5911"/>
            <p:cNvSpPr/>
            <p:nvPr/>
          </p:nvSpPr>
          <p:spPr>
            <a:xfrm>
              <a:off x="3050647"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2" name="Shape 5912"/>
            <p:cNvSpPr/>
            <p:nvPr/>
          </p:nvSpPr>
          <p:spPr>
            <a:xfrm>
              <a:off x="3355320"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3" name="Shape 5913"/>
            <p:cNvSpPr/>
            <p:nvPr/>
          </p:nvSpPr>
          <p:spPr>
            <a:xfrm>
              <a:off x="3659993" y="1523336"/>
              <a:ext cx="304676"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4" name="Shape 5914"/>
            <p:cNvSpPr/>
            <p:nvPr/>
          </p:nvSpPr>
          <p:spPr>
            <a:xfrm>
              <a:off x="3964666" y="1523336"/>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5" name="Shape 5915"/>
            <p:cNvSpPr/>
            <p:nvPr/>
          </p:nvSpPr>
          <p:spPr>
            <a:xfrm>
              <a:off x="4269340"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6" name="Shape 5916"/>
            <p:cNvSpPr/>
            <p:nvPr/>
          </p:nvSpPr>
          <p:spPr>
            <a:xfrm>
              <a:off x="4574013"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7" name="Shape 5917"/>
            <p:cNvSpPr/>
            <p:nvPr/>
          </p:nvSpPr>
          <p:spPr>
            <a:xfrm>
              <a:off x="4878686" y="152333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8" name="Shape 5918"/>
            <p:cNvSpPr/>
            <p:nvPr/>
          </p:nvSpPr>
          <p:spPr>
            <a:xfrm>
              <a:off x="5183359" y="1523369"/>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19" name="Shape 5919"/>
            <p:cNvSpPr/>
            <p:nvPr/>
          </p:nvSpPr>
          <p:spPr>
            <a:xfrm>
              <a:off x="5488032" y="1523369"/>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0" name="Shape 5920"/>
            <p:cNvSpPr/>
            <p:nvPr/>
          </p:nvSpPr>
          <p:spPr>
            <a:xfrm>
              <a:off x="5792705" y="1523369"/>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1" name="Shape 5921"/>
            <p:cNvSpPr/>
            <p:nvPr/>
          </p:nvSpPr>
          <p:spPr>
            <a:xfrm>
              <a:off x="613263"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2" name="Shape 5922"/>
            <p:cNvSpPr/>
            <p:nvPr/>
          </p:nvSpPr>
          <p:spPr>
            <a:xfrm>
              <a:off x="917936"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3" name="Shape 5923"/>
            <p:cNvSpPr/>
            <p:nvPr/>
          </p:nvSpPr>
          <p:spPr>
            <a:xfrm>
              <a:off x="1222609" y="1828003"/>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4" name="Shape 5924"/>
            <p:cNvSpPr/>
            <p:nvPr/>
          </p:nvSpPr>
          <p:spPr>
            <a:xfrm>
              <a:off x="1527283"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5" name="Shape 5925"/>
            <p:cNvSpPr/>
            <p:nvPr/>
          </p:nvSpPr>
          <p:spPr>
            <a:xfrm>
              <a:off x="1831956"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6" name="Shape 5926"/>
            <p:cNvSpPr/>
            <p:nvPr/>
          </p:nvSpPr>
          <p:spPr>
            <a:xfrm>
              <a:off x="2136629"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7" name="Shape 5927"/>
            <p:cNvSpPr/>
            <p:nvPr/>
          </p:nvSpPr>
          <p:spPr>
            <a:xfrm>
              <a:off x="2441302"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8" name="Shape 5928"/>
            <p:cNvSpPr/>
            <p:nvPr/>
          </p:nvSpPr>
          <p:spPr>
            <a:xfrm>
              <a:off x="2745975" y="1828003"/>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29" name="Shape 5929"/>
            <p:cNvSpPr/>
            <p:nvPr/>
          </p:nvSpPr>
          <p:spPr>
            <a:xfrm>
              <a:off x="3050647"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0" name="Shape 5930"/>
            <p:cNvSpPr/>
            <p:nvPr/>
          </p:nvSpPr>
          <p:spPr>
            <a:xfrm>
              <a:off x="3355320"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1" name="Shape 5931"/>
            <p:cNvSpPr/>
            <p:nvPr/>
          </p:nvSpPr>
          <p:spPr>
            <a:xfrm>
              <a:off x="3659993" y="1828003"/>
              <a:ext cx="304676"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2" name="Shape 5932"/>
            <p:cNvSpPr/>
            <p:nvPr/>
          </p:nvSpPr>
          <p:spPr>
            <a:xfrm>
              <a:off x="3964666" y="1828003"/>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3" name="Shape 5933"/>
            <p:cNvSpPr/>
            <p:nvPr/>
          </p:nvSpPr>
          <p:spPr>
            <a:xfrm>
              <a:off x="4269340"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4" name="Shape 5934"/>
            <p:cNvSpPr/>
            <p:nvPr/>
          </p:nvSpPr>
          <p:spPr>
            <a:xfrm>
              <a:off x="4574013"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5" name="Shape 5935"/>
            <p:cNvSpPr/>
            <p:nvPr/>
          </p:nvSpPr>
          <p:spPr>
            <a:xfrm>
              <a:off x="5183359" y="1828003"/>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6" name="Shape 5936"/>
            <p:cNvSpPr/>
            <p:nvPr/>
          </p:nvSpPr>
          <p:spPr>
            <a:xfrm>
              <a:off x="613263"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7" name="Shape 5937"/>
            <p:cNvSpPr/>
            <p:nvPr/>
          </p:nvSpPr>
          <p:spPr>
            <a:xfrm>
              <a:off x="917936"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8" name="Shape 5938"/>
            <p:cNvSpPr/>
            <p:nvPr/>
          </p:nvSpPr>
          <p:spPr>
            <a:xfrm>
              <a:off x="1222609" y="2132704"/>
              <a:ext cx="304675"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39" name="Shape 5939"/>
            <p:cNvSpPr/>
            <p:nvPr/>
          </p:nvSpPr>
          <p:spPr>
            <a:xfrm>
              <a:off x="1527283"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0" name="Shape 5940"/>
            <p:cNvSpPr/>
            <p:nvPr/>
          </p:nvSpPr>
          <p:spPr>
            <a:xfrm>
              <a:off x="1831956"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1" name="Shape 5941"/>
            <p:cNvSpPr/>
            <p:nvPr/>
          </p:nvSpPr>
          <p:spPr>
            <a:xfrm>
              <a:off x="2136629"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2" name="Shape 5942"/>
            <p:cNvSpPr/>
            <p:nvPr/>
          </p:nvSpPr>
          <p:spPr>
            <a:xfrm>
              <a:off x="2441302"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3" name="Shape 5943"/>
            <p:cNvSpPr/>
            <p:nvPr/>
          </p:nvSpPr>
          <p:spPr>
            <a:xfrm>
              <a:off x="2745975" y="2132670"/>
              <a:ext cx="304673"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4" name="Shape 5944"/>
            <p:cNvSpPr/>
            <p:nvPr/>
          </p:nvSpPr>
          <p:spPr>
            <a:xfrm>
              <a:off x="3050647"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5" name="Shape 5945"/>
            <p:cNvSpPr/>
            <p:nvPr/>
          </p:nvSpPr>
          <p:spPr>
            <a:xfrm>
              <a:off x="3355320"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6" name="Shape 5946"/>
            <p:cNvSpPr/>
            <p:nvPr/>
          </p:nvSpPr>
          <p:spPr>
            <a:xfrm>
              <a:off x="3659993" y="2132670"/>
              <a:ext cx="304676"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7" name="Shape 5947"/>
            <p:cNvSpPr/>
            <p:nvPr/>
          </p:nvSpPr>
          <p:spPr>
            <a:xfrm>
              <a:off x="3964666" y="2132670"/>
              <a:ext cx="304675"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8" name="Shape 5948"/>
            <p:cNvSpPr/>
            <p:nvPr/>
          </p:nvSpPr>
          <p:spPr>
            <a:xfrm>
              <a:off x="4269340"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49" name="Shape 5949"/>
            <p:cNvSpPr/>
            <p:nvPr/>
          </p:nvSpPr>
          <p:spPr>
            <a:xfrm>
              <a:off x="5183359" y="2132670"/>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0" name="Shape 5950"/>
            <p:cNvSpPr/>
            <p:nvPr/>
          </p:nvSpPr>
          <p:spPr>
            <a:xfrm>
              <a:off x="613263"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1" name="Shape 5951"/>
            <p:cNvSpPr/>
            <p:nvPr/>
          </p:nvSpPr>
          <p:spPr>
            <a:xfrm>
              <a:off x="917936"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2" name="Shape 5952"/>
            <p:cNvSpPr/>
            <p:nvPr/>
          </p:nvSpPr>
          <p:spPr>
            <a:xfrm>
              <a:off x="1222609" y="2437372"/>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3" name="Shape 5953"/>
            <p:cNvSpPr/>
            <p:nvPr/>
          </p:nvSpPr>
          <p:spPr>
            <a:xfrm>
              <a:off x="1527283"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4" name="Shape 5954"/>
            <p:cNvSpPr/>
            <p:nvPr/>
          </p:nvSpPr>
          <p:spPr>
            <a:xfrm>
              <a:off x="1831956"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5" name="Shape 5955"/>
            <p:cNvSpPr/>
            <p:nvPr/>
          </p:nvSpPr>
          <p:spPr>
            <a:xfrm>
              <a:off x="2136629"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6" name="Shape 5956"/>
            <p:cNvSpPr/>
            <p:nvPr/>
          </p:nvSpPr>
          <p:spPr>
            <a:xfrm>
              <a:off x="2441302"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7" name="Shape 5957"/>
            <p:cNvSpPr/>
            <p:nvPr/>
          </p:nvSpPr>
          <p:spPr>
            <a:xfrm>
              <a:off x="2745975" y="2437338"/>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8" name="Shape 5958"/>
            <p:cNvSpPr/>
            <p:nvPr/>
          </p:nvSpPr>
          <p:spPr>
            <a:xfrm>
              <a:off x="3050647"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59" name="Shape 5959"/>
            <p:cNvSpPr/>
            <p:nvPr/>
          </p:nvSpPr>
          <p:spPr>
            <a:xfrm>
              <a:off x="3355320"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0" name="Shape 5960"/>
            <p:cNvSpPr/>
            <p:nvPr/>
          </p:nvSpPr>
          <p:spPr>
            <a:xfrm>
              <a:off x="3659993" y="2437338"/>
              <a:ext cx="304676"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1" name="Shape 5961"/>
            <p:cNvSpPr/>
            <p:nvPr/>
          </p:nvSpPr>
          <p:spPr>
            <a:xfrm>
              <a:off x="3964666" y="2437338"/>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2" name="Shape 5962"/>
            <p:cNvSpPr/>
            <p:nvPr/>
          </p:nvSpPr>
          <p:spPr>
            <a:xfrm>
              <a:off x="4878686" y="2437338"/>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3" name="Shape 5963"/>
            <p:cNvSpPr/>
            <p:nvPr/>
          </p:nvSpPr>
          <p:spPr>
            <a:xfrm>
              <a:off x="613263"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4" name="Shape 5964"/>
            <p:cNvSpPr/>
            <p:nvPr/>
          </p:nvSpPr>
          <p:spPr>
            <a:xfrm>
              <a:off x="917936"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5" name="Shape 5965"/>
            <p:cNvSpPr/>
            <p:nvPr/>
          </p:nvSpPr>
          <p:spPr>
            <a:xfrm>
              <a:off x="1222609" y="2742005"/>
              <a:ext cx="304675"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6" name="Shape 5966"/>
            <p:cNvSpPr/>
            <p:nvPr/>
          </p:nvSpPr>
          <p:spPr>
            <a:xfrm>
              <a:off x="1527283"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7" name="Shape 5967"/>
            <p:cNvSpPr/>
            <p:nvPr/>
          </p:nvSpPr>
          <p:spPr>
            <a:xfrm>
              <a:off x="1831956"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8" name="Shape 5968"/>
            <p:cNvSpPr/>
            <p:nvPr/>
          </p:nvSpPr>
          <p:spPr>
            <a:xfrm>
              <a:off x="2136629"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69" name="Shape 5969"/>
            <p:cNvSpPr/>
            <p:nvPr/>
          </p:nvSpPr>
          <p:spPr>
            <a:xfrm>
              <a:off x="2441302"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0" name="Shape 5970"/>
            <p:cNvSpPr/>
            <p:nvPr/>
          </p:nvSpPr>
          <p:spPr>
            <a:xfrm>
              <a:off x="2745975" y="2742005"/>
              <a:ext cx="304673"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1" name="Shape 5971"/>
            <p:cNvSpPr/>
            <p:nvPr/>
          </p:nvSpPr>
          <p:spPr>
            <a:xfrm>
              <a:off x="3050647"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2" name="Shape 5972"/>
            <p:cNvSpPr/>
            <p:nvPr/>
          </p:nvSpPr>
          <p:spPr>
            <a:xfrm>
              <a:off x="3355320" y="2742005"/>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3" name="Shape 5973"/>
            <p:cNvSpPr/>
            <p:nvPr/>
          </p:nvSpPr>
          <p:spPr>
            <a:xfrm>
              <a:off x="3659993" y="2742005"/>
              <a:ext cx="304676"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4" name="Shape 5974"/>
            <p:cNvSpPr/>
            <p:nvPr/>
          </p:nvSpPr>
          <p:spPr>
            <a:xfrm>
              <a:off x="3917"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5" name="Shape 5975"/>
            <p:cNvSpPr/>
            <p:nvPr/>
          </p:nvSpPr>
          <p:spPr>
            <a:xfrm>
              <a:off x="308590"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6" name="Shape 5976"/>
            <p:cNvSpPr/>
            <p:nvPr/>
          </p:nvSpPr>
          <p:spPr>
            <a:xfrm>
              <a:off x="613263"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7" name="Shape 5977"/>
            <p:cNvSpPr/>
            <p:nvPr/>
          </p:nvSpPr>
          <p:spPr>
            <a:xfrm>
              <a:off x="917936"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8" name="Shape 5978"/>
            <p:cNvSpPr/>
            <p:nvPr/>
          </p:nvSpPr>
          <p:spPr>
            <a:xfrm>
              <a:off x="1222609" y="3046672"/>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79" name="Shape 5979"/>
            <p:cNvSpPr/>
            <p:nvPr/>
          </p:nvSpPr>
          <p:spPr>
            <a:xfrm>
              <a:off x="1527283"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0" name="Shape 5980"/>
            <p:cNvSpPr/>
            <p:nvPr/>
          </p:nvSpPr>
          <p:spPr>
            <a:xfrm>
              <a:off x="1831956"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1" name="Shape 5981"/>
            <p:cNvSpPr/>
            <p:nvPr/>
          </p:nvSpPr>
          <p:spPr>
            <a:xfrm>
              <a:off x="2136629"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2" name="Shape 5982"/>
            <p:cNvSpPr/>
            <p:nvPr/>
          </p:nvSpPr>
          <p:spPr>
            <a:xfrm>
              <a:off x="2441302"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3" name="Shape 5983"/>
            <p:cNvSpPr/>
            <p:nvPr/>
          </p:nvSpPr>
          <p:spPr>
            <a:xfrm>
              <a:off x="2745975" y="3046672"/>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4" name="Shape 5984"/>
            <p:cNvSpPr/>
            <p:nvPr/>
          </p:nvSpPr>
          <p:spPr>
            <a:xfrm>
              <a:off x="3050647"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5" name="Shape 5985"/>
            <p:cNvSpPr/>
            <p:nvPr/>
          </p:nvSpPr>
          <p:spPr>
            <a:xfrm>
              <a:off x="3355320" y="3046672"/>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6" name="Shape 5986"/>
            <p:cNvSpPr/>
            <p:nvPr/>
          </p:nvSpPr>
          <p:spPr>
            <a:xfrm>
              <a:off x="3917"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7" name="Shape 5987"/>
            <p:cNvSpPr/>
            <p:nvPr/>
          </p:nvSpPr>
          <p:spPr>
            <a:xfrm>
              <a:off x="308590"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8" name="Shape 5988"/>
            <p:cNvSpPr/>
            <p:nvPr/>
          </p:nvSpPr>
          <p:spPr>
            <a:xfrm>
              <a:off x="917936"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89" name="Shape 5989"/>
            <p:cNvSpPr/>
            <p:nvPr/>
          </p:nvSpPr>
          <p:spPr>
            <a:xfrm>
              <a:off x="1222609" y="3351340"/>
              <a:ext cx="304675"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0" name="Shape 5990"/>
            <p:cNvSpPr/>
            <p:nvPr/>
          </p:nvSpPr>
          <p:spPr>
            <a:xfrm>
              <a:off x="1527283"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1" name="Shape 5991"/>
            <p:cNvSpPr/>
            <p:nvPr/>
          </p:nvSpPr>
          <p:spPr>
            <a:xfrm>
              <a:off x="1831956"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2" name="Shape 5992"/>
            <p:cNvSpPr/>
            <p:nvPr/>
          </p:nvSpPr>
          <p:spPr>
            <a:xfrm>
              <a:off x="2136629"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3" name="Shape 5993"/>
            <p:cNvSpPr/>
            <p:nvPr/>
          </p:nvSpPr>
          <p:spPr>
            <a:xfrm>
              <a:off x="2441302"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4" name="Shape 5994"/>
            <p:cNvSpPr/>
            <p:nvPr/>
          </p:nvSpPr>
          <p:spPr>
            <a:xfrm>
              <a:off x="2745975" y="3351340"/>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5" name="Shape 5995"/>
            <p:cNvSpPr/>
            <p:nvPr/>
          </p:nvSpPr>
          <p:spPr>
            <a:xfrm>
              <a:off x="3050647"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6" name="Shape 5996"/>
            <p:cNvSpPr/>
            <p:nvPr/>
          </p:nvSpPr>
          <p:spPr>
            <a:xfrm>
              <a:off x="3355320" y="335134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7" name="Shape 5997"/>
            <p:cNvSpPr/>
            <p:nvPr/>
          </p:nvSpPr>
          <p:spPr>
            <a:xfrm>
              <a:off x="308590"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8" name="Shape 5998"/>
            <p:cNvSpPr/>
            <p:nvPr/>
          </p:nvSpPr>
          <p:spPr>
            <a:xfrm>
              <a:off x="613263"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5999" name="Shape 5999"/>
            <p:cNvSpPr/>
            <p:nvPr/>
          </p:nvSpPr>
          <p:spPr>
            <a:xfrm>
              <a:off x="1527283"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0" name="Shape 6000"/>
            <p:cNvSpPr/>
            <p:nvPr/>
          </p:nvSpPr>
          <p:spPr>
            <a:xfrm>
              <a:off x="1831956"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1" name="Shape 6001"/>
            <p:cNvSpPr/>
            <p:nvPr/>
          </p:nvSpPr>
          <p:spPr>
            <a:xfrm>
              <a:off x="2136629"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2" name="Shape 6002"/>
            <p:cNvSpPr/>
            <p:nvPr/>
          </p:nvSpPr>
          <p:spPr>
            <a:xfrm>
              <a:off x="2441302"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3" name="Shape 6003"/>
            <p:cNvSpPr/>
            <p:nvPr/>
          </p:nvSpPr>
          <p:spPr>
            <a:xfrm>
              <a:off x="2745975" y="3656007"/>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4" name="Shape 6004"/>
            <p:cNvSpPr/>
            <p:nvPr/>
          </p:nvSpPr>
          <p:spPr>
            <a:xfrm>
              <a:off x="3050647" y="365600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5" name="Shape 6005"/>
            <p:cNvSpPr/>
            <p:nvPr/>
          </p:nvSpPr>
          <p:spPr>
            <a:xfrm>
              <a:off x="1527283" y="3960674"/>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6" name="Shape 6006"/>
            <p:cNvSpPr/>
            <p:nvPr/>
          </p:nvSpPr>
          <p:spPr>
            <a:xfrm>
              <a:off x="1831956" y="3960674"/>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7" name="Shape 6007"/>
            <p:cNvSpPr/>
            <p:nvPr/>
          </p:nvSpPr>
          <p:spPr>
            <a:xfrm>
              <a:off x="2745975" y="3960674"/>
              <a:ext cx="304673"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8" name="Shape 6008"/>
            <p:cNvSpPr/>
            <p:nvPr/>
          </p:nvSpPr>
          <p:spPr>
            <a:xfrm>
              <a:off x="3050647" y="3960674"/>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09" name="Shape 6009"/>
            <p:cNvSpPr/>
            <p:nvPr/>
          </p:nvSpPr>
          <p:spPr>
            <a:xfrm>
              <a:off x="1831956" y="426534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0" name="Shape 6010"/>
            <p:cNvSpPr/>
            <p:nvPr/>
          </p:nvSpPr>
          <p:spPr>
            <a:xfrm>
              <a:off x="2745975" y="4265341"/>
              <a:ext cx="304673"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1" name="Shape 6011"/>
            <p:cNvSpPr/>
            <p:nvPr/>
          </p:nvSpPr>
          <p:spPr>
            <a:xfrm>
              <a:off x="3050647" y="457000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2" name="Shape 6012"/>
            <p:cNvSpPr/>
            <p:nvPr/>
          </p:nvSpPr>
          <p:spPr>
            <a:xfrm>
              <a:off x="3355320" y="457000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3" name="Shape 6013"/>
            <p:cNvSpPr/>
            <p:nvPr/>
          </p:nvSpPr>
          <p:spPr>
            <a:xfrm>
              <a:off x="1222609" y="914001"/>
              <a:ext cx="304675"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4" name="Shape 6014"/>
            <p:cNvSpPr/>
            <p:nvPr/>
          </p:nvSpPr>
          <p:spPr>
            <a:xfrm>
              <a:off x="1527283"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5" name="Shape 6015"/>
            <p:cNvSpPr/>
            <p:nvPr/>
          </p:nvSpPr>
          <p:spPr>
            <a:xfrm>
              <a:off x="1831956"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6" name="Shape 6016"/>
            <p:cNvSpPr/>
            <p:nvPr/>
          </p:nvSpPr>
          <p:spPr>
            <a:xfrm>
              <a:off x="2136629"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7" name="Shape 6017"/>
            <p:cNvSpPr/>
            <p:nvPr/>
          </p:nvSpPr>
          <p:spPr>
            <a:xfrm>
              <a:off x="2441302"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8" name="Shape 6018"/>
            <p:cNvSpPr/>
            <p:nvPr/>
          </p:nvSpPr>
          <p:spPr>
            <a:xfrm>
              <a:off x="2745975" y="914001"/>
              <a:ext cx="304673"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19" name="Shape 6019"/>
            <p:cNvSpPr/>
            <p:nvPr/>
          </p:nvSpPr>
          <p:spPr>
            <a:xfrm>
              <a:off x="3050647"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0" name="Shape 6020"/>
            <p:cNvSpPr/>
            <p:nvPr/>
          </p:nvSpPr>
          <p:spPr>
            <a:xfrm>
              <a:off x="3355320"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1" name="Shape 6021"/>
            <p:cNvSpPr/>
            <p:nvPr/>
          </p:nvSpPr>
          <p:spPr>
            <a:xfrm>
              <a:off x="3659993" y="914001"/>
              <a:ext cx="304676"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2" name="Shape 6022"/>
            <p:cNvSpPr/>
            <p:nvPr/>
          </p:nvSpPr>
          <p:spPr>
            <a:xfrm>
              <a:off x="3964666" y="914001"/>
              <a:ext cx="304675"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3" name="Shape 6023"/>
            <p:cNvSpPr/>
            <p:nvPr/>
          </p:nvSpPr>
          <p:spPr>
            <a:xfrm>
              <a:off x="4269340"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4" name="Shape 6024"/>
            <p:cNvSpPr/>
            <p:nvPr/>
          </p:nvSpPr>
          <p:spPr>
            <a:xfrm>
              <a:off x="4574013"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5" name="Shape 6025"/>
            <p:cNvSpPr/>
            <p:nvPr/>
          </p:nvSpPr>
          <p:spPr>
            <a:xfrm>
              <a:off x="4878686" y="91400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6" name="Shape 6026"/>
            <p:cNvSpPr/>
            <p:nvPr/>
          </p:nvSpPr>
          <p:spPr>
            <a:xfrm>
              <a:off x="1527283" y="609334"/>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7" name="Shape 6027"/>
            <p:cNvSpPr/>
            <p:nvPr/>
          </p:nvSpPr>
          <p:spPr>
            <a:xfrm>
              <a:off x="1831956" y="609334"/>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8" name="Shape 6028"/>
            <p:cNvSpPr/>
            <p:nvPr/>
          </p:nvSpPr>
          <p:spPr>
            <a:xfrm>
              <a:off x="2136629" y="609334"/>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29" name="Shape 6029"/>
            <p:cNvSpPr/>
            <p:nvPr/>
          </p:nvSpPr>
          <p:spPr>
            <a:xfrm>
              <a:off x="2441302" y="609334"/>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0" name="Shape 6030"/>
            <p:cNvSpPr/>
            <p:nvPr/>
          </p:nvSpPr>
          <p:spPr>
            <a:xfrm>
              <a:off x="2745975" y="609334"/>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1" name="Shape 6031"/>
            <p:cNvSpPr/>
            <p:nvPr/>
          </p:nvSpPr>
          <p:spPr>
            <a:xfrm>
              <a:off x="3050647" y="609334"/>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2" name="Shape 6032"/>
            <p:cNvSpPr/>
            <p:nvPr/>
          </p:nvSpPr>
          <p:spPr>
            <a:xfrm>
              <a:off x="3355320" y="609334"/>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3" name="Shape 6033"/>
            <p:cNvSpPr/>
            <p:nvPr/>
          </p:nvSpPr>
          <p:spPr>
            <a:xfrm>
              <a:off x="2441302" y="304667"/>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4" name="Shape 6034"/>
            <p:cNvSpPr/>
            <p:nvPr/>
          </p:nvSpPr>
          <p:spPr>
            <a:xfrm>
              <a:off x="2745975" y="304667"/>
              <a:ext cx="304673"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5" name="Shape 6035"/>
            <p:cNvSpPr/>
            <p:nvPr/>
          </p:nvSpPr>
          <p:spPr>
            <a:xfrm>
              <a:off x="2136629" y="0"/>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6" name="Shape 6036"/>
            <p:cNvSpPr/>
            <p:nvPr/>
          </p:nvSpPr>
          <p:spPr>
            <a:xfrm>
              <a:off x="3050647" y="4874676"/>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7" name="Shape 6037"/>
            <p:cNvSpPr/>
            <p:nvPr/>
          </p:nvSpPr>
          <p:spPr>
            <a:xfrm>
              <a:off x="3970912" y="457000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8" name="Shape 6038"/>
            <p:cNvSpPr/>
            <p:nvPr/>
          </p:nvSpPr>
          <p:spPr>
            <a:xfrm>
              <a:off x="4269340" y="4570009"/>
              <a:ext cx="304674" cy="304634"/>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sp>
          <p:nvSpPr>
            <p:cNvPr id="6039" name="Shape 6039"/>
            <p:cNvSpPr/>
            <p:nvPr/>
          </p:nvSpPr>
          <p:spPr>
            <a:xfrm>
              <a:off x="3970912" y="4265341"/>
              <a:ext cx="304674" cy="304635"/>
            </a:xfrm>
            <a:prstGeom prst="star7">
              <a:avLst>
                <a:gd name="adj" fmla="val 34601"/>
                <a:gd name="hf" fmla="val 102572"/>
                <a:gd name="vf" fmla="val 105210"/>
              </a:avLst>
            </a:prstGeom>
            <a:solidFill>
              <a:srgbClr val="3CABE9"/>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5848"/>
                                        </p:tgtEl>
                                        <p:attrNameLst>
                                          <p:attrName>style.visibility</p:attrName>
                                        </p:attrNameLst>
                                      </p:cBhvr>
                                      <p:to>
                                        <p:strVal val="visible"/>
                                      </p:to>
                                    </p:set>
                                    <p:anim calcmode="lin" valueType="num">
                                      <p:cBhvr>
                                        <p:cTn id="7" dur="500" fill="hold"/>
                                        <p:tgtEl>
                                          <p:spTgt spid="5848"/>
                                        </p:tgtEl>
                                        <p:attrNameLst>
                                          <p:attrName>ppt_w</p:attrName>
                                        </p:attrNameLst>
                                      </p:cBhvr>
                                      <p:tavLst>
                                        <p:tav tm="0">
                                          <p:val>
                                            <p:fltVal val="0"/>
                                          </p:val>
                                        </p:tav>
                                        <p:tav tm="100000">
                                          <p:val>
                                            <p:strVal val="#ppt_w"/>
                                          </p:val>
                                        </p:tav>
                                      </p:tavLst>
                                    </p:anim>
                                    <p:anim calcmode="lin" valueType="num">
                                      <p:cBhvr>
                                        <p:cTn id="8" dur="500" fill="hold"/>
                                        <p:tgtEl>
                                          <p:spTgt spid="5848"/>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5664"/>
                                        </p:tgtEl>
                                        <p:attrNameLst>
                                          <p:attrName>style.visibility</p:attrName>
                                        </p:attrNameLst>
                                      </p:cBhvr>
                                      <p:to>
                                        <p:strVal val="visible"/>
                                      </p:to>
                                    </p:set>
                                    <p:anim calcmode="lin" valueType="num">
                                      <p:cBhvr>
                                        <p:cTn id="12" dur="500" fill="hold"/>
                                        <p:tgtEl>
                                          <p:spTgt spid="5664"/>
                                        </p:tgtEl>
                                        <p:attrNameLst>
                                          <p:attrName>ppt_w</p:attrName>
                                        </p:attrNameLst>
                                      </p:cBhvr>
                                      <p:tavLst>
                                        <p:tav tm="0">
                                          <p:val>
                                            <p:fltVal val="0"/>
                                          </p:val>
                                        </p:tav>
                                        <p:tav tm="100000">
                                          <p:val>
                                            <p:strVal val="#ppt_w"/>
                                          </p:val>
                                        </p:tav>
                                      </p:tavLst>
                                    </p:anim>
                                    <p:anim calcmode="lin" valueType="num">
                                      <p:cBhvr>
                                        <p:cTn id="13" dur="500" fill="hold"/>
                                        <p:tgtEl>
                                          <p:spTgt spid="5664"/>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5742"/>
                                        </p:tgtEl>
                                        <p:attrNameLst>
                                          <p:attrName>style.visibility</p:attrName>
                                        </p:attrNameLst>
                                      </p:cBhvr>
                                      <p:to>
                                        <p:strVal val="visible"/>
                                      </p:to>
                                    </p:set>
                                    <p:anim calcmode="lin" valueType="num">
                                      <p:cBhvr>
                                        <p:cTn id="17" dur="500" fill="hold"/>
                                        <p:tgtEl>
                                          <p:spTgt spid="5742"/>
                                        </p:tgtEl>
                                        <p:attrNameLst>
                                          <p:attrName>ppt_w</p:attrName>
                                        </p:attrNameLst>
                                      </p:cBhvr>
                                      <p:tavLst>
                                        <p:tav tm="0">
                                          <p:val>
                                            <p:fltVal val="0"/>
                                          </p:val>
                                        </p:tav>
                                        <p:tav tm="100000">
                                          <p:val>
                                            <p:strVal val="#ppt_w"/>
                                          </p:val>
                                        </p:tav>
                                      </p:tavLst>
                                    </p:anim>
                                    <p:anim calcmode="lin" valueType="num">
                                      <p:cBhvr>
                                        <p:cTn id="18" dur="500" fill="hold"/>
                                        <p:tgtEl>
                                          <p:spTgt spid="5742"/>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5885"/>
                                        </p:tgtEl>
                                        <p:attrNameLst>
                                          <p:attrName>style.visibility</p:attrName>
                                        </p:attrNameLst>
                                      </p:cBhvr>
                                      <p:to>
                                        <p:strVal val="visible"/>
                                      </p:to>
                                    </p:set>
                                    <p:anim calcmode="lin" valueType="num">
                                      <p:cBhvr>
                                        <p:cTn id="22" dur="500" fill="hold"/>
                                        <p:tgtEl>
                                          <p:spTgt spid="5885"/>
                                        </p:tgtEl>
                                        <p:attrNameLst>
                                          <p:attrName>ppt_w</p:attrName>
                                        </p:attrNameLst>
                                      </p:cBhvr>
                                      <p:tavLst>
                                        <p:tav tm="0">
                                          <p:val>
                                            <p:fltVal val="0"/>
                                          </p:val>
                                        </p:tav>
                                        <p:tav tm="100000">
                                          <p:val>
                                            <p:strVal val="#ppt_w"/>
                                          </p:val>
                                        </p:tav>
                                      </p:tavLst>
                                    </p:anim>
                                    <p:anim calcmode="lin" valueType="num">
                                      <p:cBhvr>
                                        <p:cTn id="23" dur="500" fill="hold"/>
                                        <p:tgtEl>
                                          <p:spTgt spid="5885"/>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6040"/>
                                        </p:tgtEl>
                                        <p:attrNameLst>
                                          <p:attrName>style.visibility</p:attrName>
                                        </p:attrNameLst>
                                      </p:cBhvr>
                                      <p:to>
                                        <p:strVal val="visible"/>
                                      </p:to>
                                    </p:set>
                                    <p:anim calcmode="lin" valueType="num">
                                      <p:cBhvr>
                                        <p:cTn id="27" dur="500" fill="hold"/>
                                        <p:tgtEl>
                                          <p:spTgt spid="6040"/>
                                        </p:tgtEl>
                                        <p:attrNameLst>
                                          <p:attrName>ppt_w</p:attrName>
                                        </p:attrNameLst>
                                      </p:cBhvr>
                                      <p:tavLst>
                                        <p:tav tm="0">
                                          <p:val>
                                            <p:fltVal val="0"/>
                                          </p:val>
                                        </p:tav>
                                        <p:tav tm="100000">
                                          <p:val>
                                            <p:strVal val="#ppt_w"/>
                                          </p:val>
                                        </p:tav>
                                      </p:tavLst>
                                    </p:anim>
                                    <p:anim calcmode="lin" valueType="num">
                                      <p:cBhvr>
                                        <p:cTn id="28" dur="500" fill="hold"/>
                                        <p:tgtEl>
                                          <p:spTgt spid="6040"/>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5690"/>
                                        </p:tgtEl>
                                        <p:attrNameLst>
                                          <p:attrName>style.visibility</p:attrName>
                                        </p:attrNameLst>
                                      </p:cBhvr>
                                      <p:to>
                                        <p:strVal val="visible"/>
                                      </p:to>
                                    </p:set>
                                    <p:anim calcmode="lin" valueType="num">
                                      <p:cBhvr>
                                        <p:cTn id="32" dur="500" fill="hold"/>
                                        <p:tgtEl>
                                          <p:spTgt spid="5690"/>
                                        </p:tgtEl>
                                        <p:attrNameLst>
                                          <p:attrName>ppt_w</p:attrName>
                                        </p:attrNameLst>
                                      </p:cBhvr>
                                      <p:tavLst>
                                        <p:tav tm="0">
                                          <p:val>
                                            <p:fltVal val="0"/>
                                          </p:val>
                                        </p:tav>
                                        <p:tav tm="100000">
                                          <p:val>
                                            <p:strVal val="#ppt_w"/>
                                          </p:val>
                                        </p:tav>
                                      </p:tavLst>
                                    </p:anim>
                                    <p:anim calcmode="lin" valueType="num">
                                      <p:cBhvr>
                                        <p:cTn id="33" dur="500" fill="hold"/>
                                        <p:tgtEl>
                                          <p:spTgt spid="569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5885" grpId="4"/>
      <p:bldP build="whole" bldLvl="1" animBg="1" rev="0" advAuto="0" spid="6040" grpId="5"/>
      <p:bldP build="whole" bldLvl="1" animBg="1" rev="0" advAuto="0" spid="5848" grpId="1"/>
      <p:bldP build="whole" bldLvl="1" animBg="1" rev="0" advAuto="0" spid="5742" grpId="3"/>
      <p:bldP build="whole" bldLvl="1" animBg="1" rev="0" advAuto="0" spid="5690" grpId="6"/>
      <p:bldP build="whole" bldLvl="1" animBg="1" rev="0" advAuto="0" spid="5664" grpId="2"/>
    </p:bldLst>
  </p:timing>
</p:sld>
</file>

<file path=ppt/slides/slide16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042" name="Shape 6042"/>
          <p:cNvSpPr/>
          <p:nvPr/>
        </p:nvSpPr>
        <p:spPr>
          <a:xfrm>
            <a:off x="353841" y="681483"/>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grpSp>
        <p:nvGrpSpPr>
          <p:cNvPr id="6083" name="Group 6083"/>
          <p:cNvGrpSpPr/>
          <p:nvPr/>
        </p:nvGrpSpPr>
        <p:grpSpPr>
          <a:xfrm>
            <a:off x="1317426" y="5835345"/>
            <a:ext cx="21233805" cy="7524293"/>
            <a:chOff x="0" y="0"/>
            <a:chExt cx="21233803" cy="7524292"/>
          </a:xfrm>
        </p:grpSpPr>
        <p:grpSp>
          <p:nvGrpSpPr>
            <p:cNvPr id="6052" name="Group 6052"/>
            <p:cNvGrpSpPr/>
            <p:nvPr/>
          </p:nvGrpSpPr>
          <p:grpSpPr>
            <a:xfrm>
              <a:off x="-1" y="-1"/>
              <a:ext cx="3600289" cy="7524294"/>
              <a:chOff x="0" y="0"/>
              <a:chExt cx="3600287" cy="7524292"/>
            </a:xfrm>
          </p:grpSpPr>
          <p:sp>
            <p:nvSpPr>
              <p:cNvPr id="6043" name="Shape 6043"/>
              <p:cNvSpPr/>
              <p:nvPr/>
            </p:nvSpPr>
            <p:spPr>
              <a:xfrm>
                <a:off x="1544231" y="3469050"/>
                <a:ext cx="494331" cy="507453"/>
              </a:xfrm>
              <a:prstGeom prst="rect">
                <a:avLst/>
              </a:pr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44" name="Shape 6044"/>
              <p:cNvSpPr/>
              <p:nvPr/>
            </p:nvSpPr>
            <p:spPr>
              <a:xfrm>
                <a:off x="1784835" y="5848826"/>
                <a:ext cx="1277380" cy="1154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0"/>
                      <a:pt x="19944" y="5483"/>
                      <a:pt x="11289" y="12295"/>
                    </a:cubicBezTo>
                    <a:cubicBezTo>
                      <a:pt x="11289" y="21600"/>
                      <a:pt x="11289" y="21600"/>
                      <a:pt x="11289" y="21600"/>
                    </a:cubicBezTo>
                    <a:cubicBezTo>
                      <a:pt x="0" y="21600"/>
                      <a:pt x="0" y="21600"/>
                      <a:pt x="0" y="21600"/>
                    </a:cubicBezTo>
                    <a:cubicBezTo>
                      <a:pt x="0" y="5566"/>
                      <a:pt x="0" y="5566"/>
                      <a:pt x="0" y="5566"/>
                    </a:cubicBezTo>
                    <a:lnTo>
                      <a:pt x="21600" y="0"/>
                    </a:ln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45" name="Shape 6045"/>
              <p:cNvSpPr/>
              <p:nvPr/>
            </p:nvSpPr>
            <p:spPr>
              <a:xfrm>
                <a:off x="1290505" y="3906509"/>
                <a:ext cx="1019281" cy="2178546"/>
              </a:xfrm>
              <a:prstGeom prst="rect">
                <a:avLst/>
              </a:pr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46" name="Shape 6046"/>
              <p:cNvSpPr/>
              <p:nvPr/>
            </p:nvSpPr>
            <p:spPr>
              <a:xfrm>
                <a:off x="984283" y="6964345"/>
                <a:ext cx="1614226" cy="559948"/>
              </a:xfrm>
              <a:prstGeom prst="rect">
                <a:avLst/>
              </a:pr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47" name="Shape 6047"/>
              <p:cNvSpPr/>
              <p:nvPr/>
            </p:nvSpPr>
            <p:spPr>
              <a:xfrm>
                <a:off x="1824204" y="6964345"/>
                <a:ext cx="774305" cy="559948"/>
              </a:xfrm>
              <a:prstGeom prst="rect">
                <a:avLst/>
              </a:pr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48" name="Shape 6048"/>
              <p:cNvSpPr/>
              <p:nvPr/>
            </p:nvSpPr>
            <p:spPr>
              <a:xfrm>
                <a:off x="1787002" y="3908786"/>
                <a:ext cx="1301947" cy="842405"/>
              </a:xfrm>
              <a:custGeom>
                <a:avLst/>
                <a:gdLst/>
                <a:ahLst/>
                <a:cxnLst>
                  <a:cxn ang="0">
                    <a:pos x="wd2" y="hd2"/>
                  </a:cxn>
                  <a:cxn ang="5400000">
                    <a:pos x="wd2" y="hd2"/>
                  </a:cxn>
                  <a:cxn ang="10800000">
                    <a:pos x="wd2" y="hd2"/>
                  </a:cxn>
                  <a:cxn ang="16200000">
                    <a:pos x="wd2" y="hd2"/>
                  </a:cxn>
                </a:cxnLst>
                <a:rect l="0" t="0" r="r" b="b"/>
                <a:pathLst>
                  <a:path w="20604" h="20094" fill="norm" stroke="1" extrusionOk="0">
                    <a:moveTo>
                      <a:pt x="5180" y="19751"/>
                    </a:moveTo>
                    <a:cubicBezTo>
                      <a:pt x="18126" y="11239"/>
                      <a:pt x="18126" y="11239"/>
                      <a:pt x="18126" y="11239"/>
                    </a:cubicBezTo>
                    <a:cubicBezTo>
                      <a:pt x="20096" y="10175"/>
                      <a:pt x="21081" y="6876"/>
                      <a:pt x="20377" y="3790"/>
                    </a:cubicBezTo>
                    <a:cubicBezTo>
                      <a:pt x="19603" y="811"/>
                      <a:pt x="17422" y="-785"/>
                      <a:pt x="15382" y="385"/>
                    </a:cubicBezTo>
                    <a:cubicBezTo>
                      <a:pt x="2506" y="8898"/>
                      <a:pt x="2506" y="8898"/>
                      <a:pt x="2506" y="8898"/>
                    </a:cubicBezTo>
                    <a:cubicBezTo>
                      <a:pt x="536" y="9962"/>
                      <a:pt x="-519" y="13260"/>
                      <a:pt x="255" y="16346"/>
                    </a:cubicBezTo>
                    <a:cubicBezTo>
                      <a:pt x="959" y="19325"/>
                      <a:pt x="3210" y="20815"/>
                      <a:pt x="5180" y="1975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49" name="Shape 6049"/>
              <p:cNvSpPr/>
              <p:nvPr/>
            </p:nvSpPr>
            <p:spPr>
              <a:xfrm>
                <a:off x="1817086" y="4426587"/>
                <a:ext cx="1317336" cy="1888696"/>
              </a:xfrm>
              <a:custGeom>
                <a:avLst/>
                <a:gdLst/>
                <a:ahLst/>
                <a:cxnLst>
                  <a:cxn ang="0">
                    <a:pos x="wd2" y="hd2"/>
                  </a:cxn>
                  <a:cxn ang="5400000">
                    <a:pos x="wd2" y="hd2"/>
                  </a:cxn>
                  <a:cxn ang="10800000">
                    <a:pos x="wd2" y="hd2"/>
                  </a:cxn>
                  <a:cxn ang="16200000">
                    <a:pos x="wd2" y="hd2"/>
                  </a:cxn>
                </a:cxnLst>
                <a:rect l="0" t="0" r="r" b="b"/>
                <a:pathLst>
                  <a:path w="20584" h="20909" fill="norm" stroke="1" extrusionOk="0">
                    <a:moveTo>
                      <a:pt x="15470" y="11721"/>
                    </a:moveTo>
                    <a:cubicBezTo>
                      <a:pt x="18110" y="10933"/>
                      <a:pt x="18110" y="10933"/>
                      <a:pt x="18110" y="10933"/>
                    </a:cubicBezTo>
                    <a:cubicBezTo>
                      <a:pt x="20054" y="10441"/>
                      <a:pt x="21096" y="8867"/>
                      <a:pt x="20332" y="7489"/>
                    </a:cubicBezTo>
                    <a:cubicBezTo>
                      <a:pt x="19707" y="6210"/>
                      <a:pt x="17762" y="5521"/>
                      <a:pt x="15956" y="5816"/>
                    </a:cubicBezTo>
                    <a:cubicBezTo>
                      <a:pt x="17901" y="5226"/>
                      <a:pt x="17901" y="5226"/>
                      <a:pt x="17901" y="5226"/>
                    </a:cubicBezTo>
                    <a:cubicBezTo>
                      <a:pt x="19846" y="4685"/>
                      <a:pt x="20818" y="3159"/>
                      <a:pt x="20124" y="1733"/>
                    </a:cubicBezTo>
                    <a:cubicBezTo>
                      <a:pt x="19360" y="355"/>
                      <a:pt x="17207" y="-334"/>
                      <a:pt x="15262" y="158"/>
                    </a:cubicBezTo>
                    <a:cubicBezTo>
                      <a:pt x="2482" y="4094"/>
                      <a:pt x="2482" y="4094"/>
                      <a:pt x="2482" y="4094"/>
                    </a:cubicBezTo>
                    <a:cubicBezTo>
                      <a:pt x="468" y="4586"/>
                      <a:pt x="-504" y="6161"/>
                      <a:pt x="260" y="7538"/>
                    </a:cubicBezTo>
                    <a:cubicBezTo>
                      <a:pt x="955" y="8818"/>
                      <a:pt x="2830" y="9507"/>
                      <a:pt x="4636" y="9211"/>
                    </a:cubicBezTo>
                    <a:cubicBezTo>
                      <a:pt x="2691" y="9802"/>
                      <a:pt x="2691" y="9802"/>
                      <a:pt x="2691" y="9802"/>
                    </a:cubicBezTo>
                    <a:cubicBezTo>
                      <a:pt x="746" y="10343"/>
                      <a:pt x="-226" y="11868"/>
                      <a:pt x="468" y="13246"/>
                    </a:cubicBezTo>
                    <a:cubicBezTo>
                      <a:pt x="1232" y="14624"/>
                      <a:pt x="3316" y="15362"/>
                      <a:pt x="5261" y="14870"/>
                    </a:cubicBezTo>
                    <a:cubicBezTo>
                      <a:pt x="2482" y="15706"/>
                      <a:pt x="2482" y="15706"/>
                      <a:pt x="2482" y="15706"/>
                    </a:cubicBezTo>
                    <a:cubicBezTo>
                      <a:pt x="468" y="16247"/>
                      <a:pt x="-504" y="17773"/>
                      <a:pt x="260" y="19150"/>
                    </a:cubicBezTo>
                    <a:cubicBezTo>
                      <a:pt x="955" y="20577"/>
                      <a:pt x="3177" y="21266"/>
                      <a:pt x="5122" y="20725"/>
                    </a:cubicBezTo>
                    <a:cubicBezTo>
                      <a:pt x="17901" y="16838"/>
                      <a:pt x="17901" y="16838"/>
                      <a:pt x="17901" y="16838"/>
                    </a:cubicBezTo>
                    <a:cubicBezTo>
                      <a:pt x="19846" y="16346"/>
                      <a:pt x="20818" y="14771"/>
                      <a:pt x="20124" y="13394"/>
                    </a:cubicBezTo>
                    <a:cubicBezTo>
                      <a:pt x="19429" y="12065"/>
                      <a:pt x="17346" y="11327"/>
                      <a:pt x="15470" y="1172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0" name="Shape 6050"/>
              <p:cNvSpPr/>
              <p:nvPr/>
            </p:nvSpPr>
            <p:spPr>
              <a:xfrm>
                <a:off x="-1" y="0"/>
                <a:ext cx="3600289" cy="3587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7" y="1604"/>
                    </a:moveTo>
                    <a:cubicBezTo>
                      <a:pt x="5740" y="1604"/>
                      <a:pt x="1602" y="5721"/>
                      <a:pt x="1602" y="10800"/>
                    </a:cubicBezTo>
                    <a:cubicBezTo>
                      <a:pt x="1602" y="15852"/>
                      <a:pt x="5740" y="19996"/>
                      <a:pt x="10787" y="19996"/>
                    </a:cubicBezTo>
                    <a:cubicBezTo>
                      <a:pt x="15860" y="19996"/>
                      <a:pt x="19971" y="15852"/>
                      <a:pt x="19971" y="10800"/>
                    </a:cubicBezTo>
                    <a:cubicBezTo>
                      <a:pt x="19971" y="5721"/>
                      <a:pt x="15860" y="1604"/>
                      <a:pt x="10787" y="1604"/>
                    </a:cubicBezTo>
                    <a:close/>
                    <a:moveTo>
                      <a:pt x="10787" y="21600"/>
                    </a:moveTo>
                    <a:cubicBezTo>
                      <a:pt x="4833" y="21600"/>
                      <a:pt x="0" y="16761"/>
                      <a:pt x="0" y="10800"/>
                    </a:cubicBezTo>
                    <a:cubicBezTo>
                      <a:pt x="0" y="4839"/>
                      <a:pt x="4833" y="0"/>
                      <a:pt x="10787" y="0"/>
                    </a:cubicBezTo>
                    <a:cubicBezTo>
                      <a:pt x="16741" y="0"/>
                      <a:pt x="21600" y="4839"/>
                      <a:pt x="21600" y="10800"/>
                    </a:cubicBezTo>
                    <a:cubicBezTo>
                      <a:pt x="21600" y="16761"/>
                      <a:pt x="16741" y="21600"/>
                      <a:pt x="10787" y="21600"/>
                    </a:cubicBezTo>
                    <a:close/>
                  </a:path>
                </a:pathLst>
              </a:cu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1" name="Shape 6051"/>
              <p:cNvSpPr/>
              <p:nvPr/>
            </p:nvSpPr>
            <p:spPr>
              <a:xfrm>
                <a:off x="678062" y="4435425"/>
                <a:ext cx="1761574" cy="2568293"/>
              </a:xfrm>
              <a:custGeom>
                <a:avLst/>
                <a:gdLst/>
                <a:ahLst/>
                <a:cxnLst>
                  <a:cxn ang="0">
                    <a:pos x="wd2" y="hd2"/>
                  </a:cxn>
                  <a:cxn ang="5400000">
                    <a:pos x="wd2" y="hd2"/>
                  </a:cxn>
                  <a:cxn ang="10800000">
                    <a:pos x="wd2" y="hd2"/>
                  </a:cxn>
                  <a:cxn ang="16200000">
                    <a:pos x="wd2" y="hd2"/>
                  </a:cxn>
                </a:cxnLst>
                <a:rect l="0" t="0" r="r" b="b"/>
                <a:pathLst>
                  <a:path w="21215" h="21494" fill="norm" stroke="1" extrusionOk="0">
                    <a:moveTo>
                      <a:pt x="19510" y="1753"/>
                    </a:moveTo>
                    <a:cubicBezTo>
                      <a:pt x="14364" y="154"/>
                      <a:pt x="14364" y="154"/>
                      <a:pt x="14364" y="154"/>
                    </a:cubicBezTo>
                    <a:cubicBezTo>
                      <a:pt x="13614" y="-106"/>
                      <a:pt x="11416" y="43"/>
                      <a:pt x="11041" y="43"/>
                    </a:cubicBezTo>
                    <a:cubicBezTo>
                      <a:pt x="5628" y="43"/>
                      <a:pt x="5628" y="43"/>
                      <a:pt x="5628" y="43"/>
                    </a:cubicBezTo>
                    <a:cubicBezTo>
                      <a:pt x="3377" y="43"/>
                      <a:pt x="3377" y="43"/>
                      <a:pt x="3377" y="43"/>
                    </a:cubicBezTo>
                    <a:cubicBezTo>
                      <a:pt x="1662" y="43"/>
                      <a:pt x="0" y="898"/>
                      <a:pt x="0" y="2125"/>
                    </a:cubicBezTo>
                    <a:cubicBezTo>
                      <a:pt x="0" y="3723"/>
                      <a:pt x="0" y="3723"/>
                      <a:pt x="0" y="3723"/>
                    </a:cubicBezTo>
                    <a:cubicBezTo>
                      <a:pt x="0" y="14951"/>
                      <a:pt x="0" y="14951"/>
                      <a:pt x="0" y="14951"/>
                    </a:cubicBezTo>
                    <a:cubicBezTo>
                      <a:pt x="0" y="16958"/>
                      <a:pt x="2251" y="18594"/>
                      <a:pt x="4985" y="18780"/>
                    </a:cubicBezTo>
                    <a:cubicBezTo>
                      <a:pt x="4985" y="21494"/>
                      <a:pt x="4985" y="21494"/>
                      <a:pt x="4985" y="21494"/>
                    </a:cubicBezTo>
                    <a:cubicBezTo>
                      <a:pt x="13828" y="21494"/>
                      <a:pt x="13828" y="21494"/>
                      <a:pt x="13828" y="21494"/>
                    </a:cubicBezTo>
                    <a:cubicBezTo>
                      <a:pt x="13828" y="16549"/>
                      <a:pt x="13828" y="16549"/>
                      <a:pt x="13828" y="16549"/>
                    </a:cubicBezTo>
                    <a:cubicBezTo>
                      <a:pt x="13828" y="15323"/>
                      <a:pt x="13828" y="15323"/>
                      <a:pt x="13828" y="15323"/>
                    </a:cubicBezTo>
                    <a:cubicBezTo>
                      <a:pt x="13828" y="8370"/>
                      <a:pt x="7557" y="4021"/>
                      <a:pt x="7557" y="4021"/>
                    </a:cubicBezTo>
                    <a:cubicBezTo>
                      <a:pt x="7557" y="4021"/>
                      <a:pt x="11416" y="4021"/>
                      <a:pt x="12703" y="4095"/>
                    </a:cubicBezTo>
                    <a:cubicBezTo>
                      <a:pt x="13989" y="4207"/>
                      <a:pt x="17098" y="5433"/>
                      <a:pt x="17098" y="5433"/>
                    </a:cubicBezTo>
                    <a:cubicBezTo>
                      <a:pt x="18545" y="5917"/>
                      <a:pt x="20314" y="5471"/>
                      <a:pt x="20957" y="4430"/>
                    </a:cubicBezTo>
                    <a:cubicBezTo>
                      <a:pt x="21600" y="3426"/>
                      <a:pt x="21010" y="2199"/>
                      <a:pt x="19510" y="1753"/>
                    </a:cubicBezTo>
                    <a:close/>
                  </a:path>
                </a:pathLst>
              </a:custGeom>
              <a:solidFill>
                <a:srgbClr val="FBBB9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6062" name="Group 6062"/>
            <p:cNvGrpSpPr/>
            <p:nvPr/>
          </p:nvGrpSpPr>
          <p:grpSpPr>
            <a:xfrm>
              <a:off x="5982023" y="-1"/>
              <a:ext cx="3600289" cy="7524294"/>
              <a:chOff x="0" y="0"/>
              <a:chExt cx="3600287" cy="7524292"/>
            </a:xfrm>
          </p:grpSpPr>
          <p:sp>
            <p:nvSpPr>
              <p:cNvPr id="6053" name="Shape 6053"/>
              <p:cNvSpPr/>
              <p:nvPr/>
            </p:nvSpPr>
            <p:spPr>
              <a:xfrm>
                <a:off x="1544231" y="3469050"/>
                <a:ext cx="494331" cy="507453"/>
              </a:xfrm>
              <a:prstGeom prst="rect">
                <a:avLst/>
              </a:pr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4" name="Shape 6054"/>
              <p:cNvSpPr/>
              <p:nvPr/>
            </p:nvSpPr>
            <p:spPr>
              <a:xfrm>
                <a:off x="1784835" y="5848826"/>
                <a:ext cx="1277380" cy="1154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0"/>
                      <a:pt x="19944" y="5483"/>
                      <a:pt x="11289" y="12295"/>
                    </a:cubicBezTo>
                    <a:cubicBezTo>
                      <a:pt x="11289" y="21600"/>
                      <a:pt x="11289" y="21600"/>
                      <a:pt x="11289" y="21600"/>
                    </a:cubicBezTo>
                    <a:cubicBezTo>
                      <a:pt x="0" y="21600"/>
                      <a:pt x="0" y="21600"/>
                      <a:pt x="0" y="21600"/>
                    </a:cubicBezTo>
                    <a:cubicBezTo>
                      <a:pt x="0" y="5566"/>
                      <a:pt x="0" y="5566"/>
                      <a:pt x="0" y="5566"/>
                    </a:cubicBezTo>
                    <a:lnTo>
                      <a:pt x="21600" y="0"/>
                    </a:ln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5" name="Shape 6055"/>
              <p:cNvSpPr/>
              <p:nvPr/>
            </p:nvSpPr>
            <p:spPr>
              <a:xfrm>
                <a:off x="1290505" y="3906509"/>
                <a:ext cx="1019281" cy="2178546"/>
              </a:xfrm>
              <a:prstGeom prst="rect">
                <a:avLst/>
              </a:pr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6" name="Shape 6056"/>
              <p:cNvSpPr/>
              <p:nvPr/>
            </p:nvSpPr>
            <p:spPr>
              <a:xfrm>
                <a:off x="984283" y="6964345"/>
                <a:ext cx="1614226" cy="559948"/>
              </a:xfrm>
              <a:prstGeom prst="rect">
                <a:avLst/>
              </a:pr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7" name="Shape 6057"/>
              <p:cNvSpPr/>
              <p:nvPr/>
            </p:nvSpPr>
            <p:spPr>
              <a:xfrm>
                <a:off x="1824204" y="6964345"/>
                <a:ext cx="774305" cy="559948"/>
              </a:xfrm>
              <a:prstGeom prst="rect">
                <a:avLst/>
              </a:pr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8" name="Shape 6058"/>
              <p:cNvSpPr/>
              <p:nvPr/>
            </p:nvSpPr>
            <p:spPr>
              <a:xfrm>
                <a:off x="1787002" y="3908786"/>
                <a:ext cx="1301947" cy="842405"/>
              </a:xfrm>
              <a:custGeom>
                <a:avLst/>
                <a:gdLst/>
                <a:ahLst/>
                <a:cxnLst>
                  <a:cxn ang="0">
                    <a:pos x="wd2" y="hd2"/>
                  </a:cxn>
                  <a:cxn ang="5400000">
                    <a:pos x="wd2" y="hd2"/>
                  </a:cxn>
                  <a:cxn ang="10800000">
                    <a:pos x="wd2" y="hd2"/>
                  </a:cxn>
                  <a:cxn ang="16200000">
                    <a:pos x="wd2" y="hd2"/>
                  </a:cxn>
                </a:cxnLst>
                <a:rect l="0" t="0" r="r" b="b"/>
                <a:pathLst>
                  <a:path w="20604" h="20094" fill="norm" stroke="1" extrusionOk="0">
                    <a:moveTo>
                      <a:pt x="5180" y="19751"/>
                    </a:moveTo>
                    <a:cubicBezTo>
                      <a:pt x="18126" y="11239"/>
                      <a:pt x="18126" y="11239"/>
                      <a:pt x="18126" y="11239"/>
                    </a:cubicBezTo>
                    <a:cubicBezTo>
                      <a:pt x="20096" y="10175"/>
                      <a:pt x="21081" y="6876"/>
                      <a:pt x="20377" y="3790"/>
                    </a:cubicBezTo>
                    <a:cubicBezTo>
                      <a:pt x="19603" y="811"/>
                      <a:pt x="17422" y="-785"/>
                      <a:pt x="15382" y="385"/>
                    </a:cubicBezTo>
                    <a:cubicBezTo>
                      <a:pt x="2506" y="8898"/>
                      <a:pt x="2506" y="8898"/>
                      <a:pt x="2506" y="8898"/>
                    </a:cubicBezTo>
                    <a:cubicBezTo>
                      <a:pt x="536" y="9962"/>
                      <a:pt x="-519" y="13260"/>
                      <a:pt x="255" y="16346"/>
                    </a:cubicBezTo>
                    <a:cubicBezTo>
                      <a:pt x="959" y="19325"/>
                      <a:pt x="3210" y="20815"/>
                      <a:pt x="5180" y="1975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59" name="Shape 6059"/>
              <p:cNvSpPr/>
              <p:nvPr/>
            </p:nvSpPr>
            <p:spPr>
              <a:xfrm>
                <a:off x="1817086" y="4426587"/>
                <a:ext cx="1317336" cy="1888696"/>
              </a:xfrm>
              <a:custGeom>
                <a:avLst/>
                <a:gdLst/>
                <a:ahLst/>
                <a:cxnLst>
                  <a:cxn ang="0">
                    <a:pos x="wd2" y="hd2"/>
                  </a:cxn>
                  <a:cxn ang="5400000">
                    <a:pos x="wd2" y="hd2"/>
                  </a:cxn>
                  <a:cxn ang="10800000">
                    <a:pos x="wd2" y="hd2"/>
                  </a:cxn>
                  <a:cxn ang="16200000">
                    <a:pos x="wd2" y="hd2"/>
                  </a:cxn>
                </a:cxnLst>
                <a:rect l="0" t="0" r="r" b="b"/>
                <a:pathLst>
                  <a:path w="20584" h="20909" fill="norm" stroke="1" extrusionOk="0">
                    <a:moveTo>
                      <a:pt x="15470" y="11721"/>
                    </a:moveTo>
                    <a:cubicBezTo>
                      <a:pt x="18110" y="10933"/>
                      <a:pt x="18110" y="10933"/>
                      <a:pt x="18110" y="10933"/>
                    </a:cubicBezTo>
                    <a:cubicBezTo>
                      <a:pt x="20054" y="10441"/>
                      <a:pt x="21096" y="8867"/>
                      <a:pt x="20332" y="7489"/>
                    </a:cubicBezTo>
                    <a:cubicBezTo>
                      <a:pt x="19707" y="6210"/>
                      <a:pt x="17762" y="5521"/>
                      <a:pt x="15956" y="5816"/>
                    </a:cubicBezTo>
                    <a:cubicBezTo>
                      <a:pt x="17901" y="5226"/>
                      <a:pt x="17901" y="5226"/>
                      <a:pt x="17901" y="5226"/>
                    </a:cubicBezTo>
                    <a:cubicBezTo>
                      <a:pt x="19846" y="4685"/>
                      <a:pt x="20818" y="3159"/>
                      <a:pt x="20124" y="1733"/>
                    </a:cubicBezTo>
                    <a:cubicBezTo>
                      <a:pt x="19360" y="355"/>
                      <a:pt x="17207" y="-334"/>
                      <a:pt x="15262" y="158"/>
                    </a:cubicBezTo>
                    <a:cubicBezTo>
                      <a:pt x="2482" y="4094"/>
                      <a:pt x="2482" y="4094"/>
                      <a:pt x="2482" y="4094"/>
                    </a:cubicBezTo>
                    <a:cubicBezTo>
                      <a:pt x="468" y="4586"/>
                      <a:pt x="-504" y="6161"/>
                      <a:pt x="260" y="7538"/>
                    </a:cubicBezTo>
                    <a:cubicBezTo>
                      <a:pt x="955" y="8818"/>
                      <a:pt x="2830" y="9507"/>
                      <a:pt x="4636" y="9211"/>
                    </a:cubicBezTo>
                    <a:cubicBezTo>
                      <a:pt x="2691" y="9802"/>
                      <a:pt x="2691" y="9802"/>
                      <a:pt x="2691" y="9802"/>
                    </a:cubicBezTo>
                    <a:cubicBezTo>
                      <a:pt x="746" y="10343"/>
                      <a:pt x="-226" y="11868"/>
                      <a:pt x="468" y="13246"/>
                    </a:cubicBezTo>
                    <a:cubicBezTo>
                      <a:pt x="1232" y="14624"/>
                      <a:pt x="3316" y="15362"/>
                      <a:pt x="5261" y="14870"/>
                    </a:cubicBezTo>
                    <a:cubicBezTo>
                      <a:pt x="2482" y="15706"/>
                      <a:pt x="2482" y="15706"/>
                      <a:pt x="2482" y="15706"/>
                    </a:cubicBezTo>
                    <a:cubicBezTo>
                      <a:pt x="468" y="16247"/>
                      <a:pt x="-504" y="17773"/>
                      <a:pt x="260" y="19150"/>
                    </a:cubicBezTo>
                    <a:cubicBezTo>
                      <a:pt x="955" y="20577"/>
                      <a:pt x="3177" y="21266"/>
                      <a:pt x="5122" y="20725"/>
                    </a:cubicBezTo>
                    <a:cubicBezTo>
                      <a:pt x="17901" y="16838"/>
                      <a:pt x="17901" y="16838"/>
                      <a:pt x="17901" y="16838"/>
                    </a:cubicBezTo>
                    <a:cubicBezTo>
                      <a:pt x="19846" y="16346"/>
                      <a:pt x="20818" y="14771"/>
                      <a:pt x="20124" y="13394"/>
                    </a:cubicBezTo>
                    <a:cubicBezTo>
                      <a:pt x="19429" y="12065"/>
                      <a:pt x="17346" y="11327"/>
                      <a:pt x="15470" y="1172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0" name="Shape 6060"/>
              <p:cNvSpPr/>
              <p:nvPr/>
            </p:nvSpPr>
            <p:spPr>
              <a:xfrm>
                <a:off x="-1" y="0"/>
                <a:ext cx="3600289" cy="3587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7" y="1604"/>
                    </a:moveTo>
                    <a:cubicBezTo>
                      <a:pt x="5740" y="1604"/>
                      <a:pt x="1602" y="5721"/>
                      <a:pt x="1602" y="10800"/>
                    </a:cubicBezTo>
                    <a:cubicBezTo>
                      <a:pt x="1602" y="15852"/>
                      <a:pt x="5740" y="19996"/>
                      <a:pt x="10787" y="19996"/>
                    </a:cubicBezTo>
                    <a:cubicBezTo>
                      <a:pt x="15860" y="19996"/>
                      <a:pt x="19971" y="15852"/>
                      <a:pt x="19971" y="10800"/>
                    </a:cubicBezTo>
                    <a:cubicBezTo>
                      <a:pt x="19971" y="5721"/>
                      <a:pt x="15860" y="1604"/>
                      <a:pt x="10787" y="1604"/>
                    </a:cubicBezTo>
                    <a:close/>
                    <a:moveTo>
                      <a:pt x="10787" y="21600"/>
                    </a:moveTo>
                    <a:cubicBezTo>
                      <a:pt x="4833" y="21600"/>
                      <a:pt x="0" y="16761"/>
                      <a:pt x="0" y="10800"/>
                    </a:cubicBezTo>
                    <a:cubicBezTo>
                      <a:pt x="0" y="4839"/>
                      <a:pt x="4833" y="0"/>
                      <a:pt x="10787" y="0"/>
                    </a:cubicBezTo>
                    <a:cubicBezTo>
                      <a:pt x="16741" y="0"/>
                      <a:pt x="21600" y="4839"/>
                      <a:pt x="21600" y="10800"/>
                    </a:cubicBezTo>
                    <a:cubicBezTo>
                      <a:pt x="21600" y="16761"/>
                      <a:pt x="16741" y="21600"/>
                      <a:pt x="10787" y="21600"/>
                    </a:cubicBezTo>
                    <a:close/>
                  </a:path>
                </a:pathLst>
              </a:cu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1" name="Shape 6061"/>
              <p:cNvSpPr/>
              <p:nvPr/>
            </p:nvSpPr>
            <p:spPr>
              <a:xfrm>
                <a:off x="678062" y="4435425"/>
                <a:ext cx="1761574" cy="2568293"/>
              </a:xfrm>
              <a:custGeom>
                <a:avLst/>
                <a:gdLst/>
                <a:ahLst/>
                <a:cxnLst>
                  <a:cxn ang="0">
                    <a:pos x="wd2" y="hd2"/>
                  </a:cxn>
                  <a:cxn ang="5400000">
                    <a:pos x="wd2" y="hd2"/>
                  </a:cxn>
                  <a:cxn ang="10800000">
                    <a:pos x="wd2" y="hd2"/>
                  </a:cxn>
                  <a:cxn ang="16200000">
                    <a:pos x="wd2" y="hd2"/>
                  </a:cxn>
                </a:cxnLst>
                <a:rect l="0" t="0" r="r" b="b"/>
                <a:pathLst>
                  <a:path w="21215" h="21494" fill="norm" stroke="1" extrusionOk="0">
                    <a:moveTo>
                      <a:pt x="19510" y="1753"/>
                    </a:moveTo>
                    <a:cubicBezTo>
                      <a:pt x="14364" y="154"/>
                      <a:pt x="14364" y="154"/>
                      <a:pt x="14364" y="154"/>
                    </a:cubicBezTo>
                    <a:cubicBezTo>
                      <a:pt x="13614" y="-106"/>
                      <a:pt x="11416" y="43"/>
                      <a:pt x="11041" y="43"/>
                    </a:cubicBezTo>
                    <a:cubicBezTo>
                      <a:pt x="5628" y="43"/>
                      <a:pt x="5628" y="43"/>
                      <a:pt x="5628" y="43"/>
                    </a:cubicBezTo>
                    <a:cubicBezTo>
                      <a:pt x="3377" y="43"/>
                      <a:pt x="3377" y="43"/>
                      <a:pt x="3377" y="43"/>
                    </a:cubicBezTo>
                    <a:cubicBezTo>
                      <a:pt x="1662" y="43"/>
                      <a:pt x="0" y="898"/>
                      <a:pt x="0" y="2125"/>
                    </a:cubicBezTo>
                    <a:cubicBezTo>
                      <a:pt x="0" y="3723"/>
                      <a:pt x="0" y="3723"/>
                      <a:pt x="0" y="3723"/>
                    </a:cubicBezTo>
                    <a:cubicBezTo>
                      <a:pt x="0" y="14951"/>
                      <a:pt x="0" y="14951"/>
                      <a:pt x="0" y="14951"/>
                    </a:cubicBezTo>
                    <a:cubicBezTo>
                      <a:pt x="0" y="16958"/>
                      <a:pt x="2251" y="18594"/>
                      <a:pt x="4985" y="18780"/>
                    </a:cubicBezTo>
                    <a:cubicBezTo>
                      <a:pt x="4985" y="21494"/>
                      <a:pt x="4985" y="21494"/>
                      <a:pt x="4985" y="21494"/>
                    </a:cubicBezTo>
                    <a:cubicBezTo>
                      <a:pt x="13828" y="21494"/>
                      <a:pt x="13828" y="21494"/>
                      <a:pt x="13828" y="21494"/>
                    </a:cubicBezTo>
                    <a:cubicBezTo>
                      <a:pt x="13828" y="16549"/>
                      <a:pt x="13828" y="16549"/>
                      <a:pt x="13828" y="16549"/>
                    </a:cubicBezTo>
                    <a:cubicBezTo>
                      <a:pt x="13828" y="15323"/>
                      <a:pt x="13828" y="15323"/>
                      <a:pt x="13828" y="15323"/>
                    </a:cubicBezTo>
                    <a:cubicBezTo>
                      <a:pt x="13828" y="8370"/>
                      <a:pt x="7557" y="4021"/>
                      <a:pt x="7557" y="4021"/>
                    </a:cubicBezTo>
                    <a:cubicBezTo>
                      <a:pt x="7557" y="4021"/>
                      <a:pt x="11416" y="4021"/>
                      <a:pt x="12703" y="4095"/>
                    </a:cubicBezTo>
                    <a:cubicBezTo>
                      <a:pt x="13989" y="4207"/>
                      <a:pt x="17098" y="5433"/>
                      <a:pt x="17098" y="5433"/>
                    </a:cubicBezTo>
                    <a:cubicBezTo>
                      <a:pt x="18545" y="5917"/>
                      <a:pt x="20314" y="5471"/>
                      <a:pt x="20957" y="4430"/>
                    </a:cubicBezTo>
                    <a:cubicBezTo>
                      <a:pt x="21600" y="3426"/>
                      <a:pt x="21010" y="2199"/>
                      <a:pt x="19510" y="1753"/>
                    </a:cubicBezTo>
                    <a:close/>
                  </a:path>
                </a:pathLst>
              </a:custGeom>
              <a:solidFill>
                <a:srgbClr val="FBBB9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6072" name="Group 6072"/>
            <p:cNvGrpSpPr/>
            <p:nvPr/>
          </p:nvGrpSpPr>
          <p:grpSpPr>
            <a:xfrm>
              <a:off x="17633515" y="-1"/>
              <a:ext cx="3600289" cy="7524294"/>
              <a:chOff x="0" y="0"/>
              <a:chExt cx="3600287" cy="7524292"/>
            </a:xfrm>
          </p:grpSpPr>
          <p:sp>
            <p:nvSpPr>
              <p:cNvPr id="6063" name="Shape 6063"/>
              <p:cNvSpPr/>
              <p:nvPr/>
            </p:nvSpPr>
            <p:spPr>
              <a:xfrm>
                <a:off x="1544231" y="3469050"/>
                <a:ext cx="494331" cy="507453"/>
              </a:xfrm>
              <a:prstGeom prst="rect">
                <a:avLst/>
              </a:pr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4" name="Shape 6064"/>
              <p:cNvSpPr/>
              <p:nvPr/>
            </p:nvSpPr>
            <p:spPr>
              <a:xfrm>
                <a:off x="1784835" y="5848826"/>
                <a:ext cx="1277380" cy="1154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0"/>
                      <a:pt x="19944" y="5483"/>
                      <a:pt x="11289" y="12295"/>
                    </a:cubicBezTo>
                    <a:cubicBezTo>
                      <a:pt x="11289" y="21600"/>
                      <a:pt x="11289" y="21600"/>
                      <a:pt x="11289" y="21600"/>
                    </a:cubicBezTo>
                    <a:cubicBezTo>
                      <a:pt x="0" y="21600"/>
                      <a:pt x="0" y="21600"/>
                      <a:pt x="0" y="21600"/>
                    </a:cubicBezTo>
                    <a:cubicBezTo>
                      <a:pt x="0" y="5566"/>
                      <a:pt x="0" y="5566"/>
                      <a:pt x="0" y="5566"/>
                    </a:cubicBezTo>
                    <a:lnTo>
                      <a:pt x="21600" y="0"/>
                    </a:ln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5" name="Shape 6065"/>
              <p:cNvSpPr/>
              <p:nvPr/>
            </p:nvSpPr>
            <p:spPr>
              <a:xfrm>
                <a:off x="1290505" y="3906509"/>
                <a:ext cx="1019281" cy="2178546"/>
              </a:xfrm>
              <a:prstGeom prst="rect">
                <a:avLst/>
              </a:pr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6" name="Shape 6066"/>
              <p:cNvSpPr/>
              <p:nvPr/>
            </p:nvSpPr>
            <p:spPr>
              <a:xfrm>
                <a:off x="984283" y="6964345"/>
                <a:ext cx="1614226" cy="559948"/>
              </a:xfrm>
              <a:prstGeom prst="rect">
                <a:avLst/>
              </a:prstGeom>
              <a:solidFill>
                <a:srgbClr val="ECD35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7" name="Shape 6067"/>
              <p:cNvSpPr/>
              <p:nvPr/>
            </p:nvSpPr>
            <p:spPr>
              <a:xfrm>
                <a:off x="1824204" y="6964345"/>
                <a:ext cx="774305" cy="559948"/>
              </a:xfrm>
              <a:prstGeom prst="rect">
                <a:avLst/>
              </a:pr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8" name="Shape 6068"/>
              <p:cNvSpPr/>
              <p:nvPr/>
            </p:nvSpPr>
            <p:spPr>
              <a:xfrm>
                <a:off x="1787002" y="3908786"/>
                <a:ext cx="1301947" cy="842405"/>
              </a:xfrm>
              <a:custGeom>
                <a:avLst/>
                <a:gdLst/>
                <a:ahLst/>
                <a:cxnLst>
                  <a:cxn ang="0">
                    <a:pos x="wd2" y="hd2"/>
                  </a:cxn>
                  <a:cxn ang="5400000">
                    <a:pos x="wd2" y="hd2"/>
                  </a:cxn>
                  <a:cxn ang="10800000">
                    <a:pos x="wd2" y="hd2"/>
                  </a:cxn>
                  <a:cxn ang="16200000">
                    <a:pos x="wd2" y="hd2"/>
                  </a:cxn>
                </a:cxnLst>
                <a:rect l="0" t="0" r="r" b="b"/>
                <a:pathLst>
                  <a:path w="20604" h="20094" fill="norm" stroke="1" extrusionOk="0">
                    <a:moveTo>
                      <a:pt x="5180" y="19751"/>
                    </a:moveTo>
                    <a:cubicBezTo>
                      <a:pt x="18126" y="11239"/>
                      <a:pt x="18126" y="11239"/>
                      <a:pt x="18126" y="11239"/>
                    </a:cubicBezTo>
                    <a:cubicBezTo>
                      <a:pt x="20096" y="10175"/>
                      <a:pt x="21081" y="6876"/>
                      <a:pt x="20377" y="3790"/>
                    </a:cubicBezTo>
                    <a:cubicBezTo>
                      <a:pt x="19603" y="811"/>
                      <a:pt x="17422" y="-785"/>
                      <a:pt x="15382" y="385"/>
                    </a:cubicBezTo>
                    <a:cubicBezTo>
                      <a:pt x="2506" y="8898"/>
                      <a:pt x="2506" y="8898"/>
                      <a:pt x="2506" y="8898"/>
                    </a:cubicBezTo>
                    <a:cubicBezTo>
                      <a:pt x="536" y="9962"/>
                      <a:pt x="-519" y="13260"/>
                      <a:pt x="255" y="16346"/>
                    </a:cubicBezTo>
                    <a:cubicBezTo>
                      <a:pt x="959" y="19325"/>
                      <a:pt x="3210" y="20815"/>
                      <a:pt x="5180" y="1975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69" name="Shape 6069"/>
              <p:cNvSpPr/>
              <p:nvPr/>
            </p:nvSpPr>
            <p:spPr>
              <a:xfrm>
                <a:off x="1817086" y="4426587"/>
                <a:ext cx="1317336" cy="1888696"/>
              </a:xfrm>
              <a:custGeom>
                <a:avLst/>
                <a:gdLst/>
                <a:ahLst/>
                <a:cxnLst>
                  <a:cxn ang="0">
                    <a:pos x="wd2" y="hd2"/>
                  </a:cxn>
                  <a:cxn ang="5400000">
                    <a:pos x="wd2" y="hd2"/>
                  </a:cxn>
                  <a:cxn ang="10800000">
                    <a:pos x="wd2" y="hd2"/>
                  </a:cxn>
                  <a:cxn ang="16200000">
                    <a:pos x="wd2" y="hd2"/>
                  </a:cxn>
                </a:cxnLst>
                <a:rect l="0" t="0" r="r" b="b"/>
                <a:pathLst>
                  <a:path w="20584" h="20909" fill="norm" stroke="1" extrusionOk="0">
                    <a:moveTo>
                      <a:pt x="15470" y="11721"/>
                    </a:moveTo>
                    <a:cubicBezTo>
                      <a:pt x="18110" y="10933"/>
                      <a:pt x="18110" y="10933"/>
                      <a:pt x="18110" y="10933"/>
                    </a:cubicBezTo>
                    <a:cubicBezTo>
                      <a:pt x="20054" y="10441"/>
                      <a:pt x="21096" y="8867"/>
                      <a:pt x="20332" y="7489"/>
                    </a:cubicBezTo>
                    <a:cubicBezTo>
                      <a:pt x="19707" y="6210"/>
                      <a:pt x="17762" y="5521"/>
                      <a:pt x="15956" y="5816"/>
                    </a:cubicBezTo>
                    <a:cubicBezTo>
                      <a:pt x="17901" y="5226"/>
                      <a:pt x="17901" y="5226"/>
                      <a:pt x="17901" y="5226"/>
                    </a:cubicBezTo>
                    <a:cubicBezTo>
                      <a:pt x="19846" y="4685"/>
                      <a:pt x="20818" y="3159"/>
                      <a:pt x="20124" y="1733"/>
                    </a:cubicBezTo>
                    <a:cubicBezTo>
                      <a:pt x="19360" y="355"/>
                      <a:pt x="17207" y="-334"/>
                      <a:pt x="15262" y="158"/>
                    </a:cubicBezTo>
                    <a:cubicBezTo>
                      <a:pt x="2482" y="4094"/>
                      <a:pt x="2482" y="4094"/>
                      <a:pt x="2482" y="4094"/>
                    </a:cubicBezTo>
                    <a:cubicBezTo>
                      <a:pt x="468" y="4586"/>
                      <a:pt x="-504" y="6161"/>
                      <a:pt x="260" y="7538"/>
                    </a:cubicBezTo>
                    <a:cubicBezTo>
                      <a:pt x="955" y="8818"/>
                      <a:pt x="2830" y="9507"/>
                      <a:pt x="4636" y="9211"/>
                    </a:cubicBezTo>
                    <a:cubicBezTo>
                      <a:pt x="2691" y="9802"/>
                      <a:pt x="2691" y="9802"/>
                      <a:pt x="2691" y="9802"/>
                    </a:cubicBezTo>
                    <a:cubicBezTo>
                      <a:pt x="746" y="10343"/>
                      <a:pt x="-226" y="11868"/>
                      <a:pt x="468" y="13246"/>
                    </a:cubicBezTo>
                    <a:cubicBezTo>
                      <a:pt x="1232" y="14624"/>
                      <a:pt x="3316" y="15362"/>
                      <a:pt x="5261" y="14870"/>
                    </a:cubicBezTo>
                    <a:cubicBezTo>
                      <a:pt x="2482" y="15706"/>
                      <a:pt x="2482" y="15706"/>
                      <a:pt x="2482" y="15706"/>
                    </a:cubicBezTo>
                    <a:cubicBezTo>
                      <a:pt x="468" y="16247"/>
                      <a:pt x="-504" y="17773"/>
                      <a:pt x="260" y="19150"/>
                    </a:cubicBezTo>
                    <a:cubicBezTo>
                      <a:pt x="955" y="20577"/>
                      <a:pt x="3177" y="21266"/>
                      <a:pt x="5122" y="20725"/>
                    </a:cubicBezTo>
                    <a:cubicBezTo>
                      <a:pt x="17901" y="16838"/>
                      <a:pt x="17901" y="16838"/>
                      <a:pt x="17901" y="16838"/>
                    </a:cubicBezTo>
                    <a:cubicBezTo>
                      <a:pt x="19846" y="16346"/>
                      <a:pt x="20818" y="14771"/>
                      <a:pt x="20124" y="13394"/>
                    </a:cubicBezTo>
                    <a:cubicBezTo>
                      <a:pt x="19429" y="12065"/>
                      <a:pt x="17346" y="11327"/>
                      <a:pt x="15470" y="1172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0" name="Shape 6070"/>
              <p:cNvSpPr/>
              <p:nvPr/>
            </p:nvSpPr>
            <p:spPr>
              <a:xfrm>
                <a:off x="-1" y="0"/>
                <a:ext cx="3600289" cy="3587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7" y="1604"/>
                    </a:moveTo>
                    <a:cubicBezTo>
                      <a:pt x="5740" y="1604"/>
                      <a:pt x="1602" y="5721"/>
                      <a:pt x="1602" y="10800"/>
                    </a:cubicBezTo>
                    <a:cubicBezTo>
                      <a:pt x="1602" y="15852"/>
                      <a:pt x="5740" y="19996"/>
                      <a:pt x="10787" y="19996"/>
                    </a:cubicBezTo>
                    <a:cubicBezTo>
                      <a:pt x="15860" y="19996"/>
                      <a:pt x="19971" y="15852"/>
                      <a:pt x="19971" y="10800"/>
                    </a:cubicBezTo>
                    <a:cubicBezTo>
                      <a:pt x="19971" y="5721"/>
                      <a:pt x="15860" y="1604"/>
                      <a:pt x="10787" y="1604"/>
                    </a:cubicBezTo>
                    <a:close/>
                    <a:moveTo>
                      <a:pt x="10787" y="21600"/>
                    </a:moveTo>
                    <a:cubicBezTo>
                      <a:pt x="4833" y="21600"/>
                      <a:pt x="0" y="16761"/>
                      <a:pt x="0" y="10800"/>
                    </a:cubicBezTo>
                    <a:cubicBezTo>
                      <a:pt x="0" y="4839"/>
                      <a:pt x="4833" y="0"/>
                      <a:pt x="10787" y="0"/>
                    </a:cubicBezTo>
                    <a:cubicBezTo>
                      <a:pt x="16741" y="0"/>
                      <a:pt x="21600" y="4839"/>
                      <a:pt x="21600" y="10800"/>
                    </a:cubicBezTo>
                    <a:cubicBezTo>
                      <a:pt x="21600" y="16761"/>
                      <a:pt x="16741" y="21600"/>
                      <a:pt x="10787" y="21600"/>
                    </a:cubicBezTo>
                    <a:close/>
                  </a:path>
                </a:pathLst>
              </a:cu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1" name="Shape 6071"/>
              <p:cNvSpPr/>
              <p:nvPr/>
            </p:nvSpPr>
            <p:spPr>
              <a:xfrm>
                <a:off x="678062" y="4435425"/>
                <a:ext cx="1761574" cy="2568293"/>
              </a:xfrm>
              <a:custGeom>
                <a:avLst/>
                <a:gdLst/>
                <a:ahLst/>
                <a:cxnLst>
                  <a:cxn ang="0">
                    <a:pos x="wd2" y="hd2"/>
                  </a:cxn>
                  <a:cxn ang="5400000">
                    <a:pos x="wd2" y="hd2"/>
                  </a:cxn>
                  <a:cxn ang="10800000">
                    <a:pos x="wd2" y="hd2"/>
                  </a:cxn>
                  <a:cxn ang="16200000">
                    <a:pos x="wd2" y="hd2"/>
                  </a:cxn>
                </a:cxnLst>
                <a:rect l="0" t="0" r="r" b="b"/>
                <a:pathLst>
                  <a:path w="21215" h="21494" fill="norm" stroke="1" extrusionOk="0">
                    <a:moveTo>
                      <a:pt x="19510" y="1753"/>
                    </a:moveTo>
                    <a:cubicBezTo>
                      <a:pt x="14364" y="154"/>
                      <a:pt x="14364" y="154"/>
                      <a:pt x="14364" y="154"/>
                    </a:cubicBezTo>
                    <a:cubicBezTo>
                      <a:pt x="13614" y="-106"/>
                      <a:pt x="11416" y="43"/>
                      <a:pt x="11041" y="43"/>
                    </a:cubicBezTo>
                    <a:cubicBezTo>
                      <a:pt x="5628" y="43"/>
                      <a:pt x="5628" y="43"/>
                      <a:pt x="5628" y="43"/>
                    </a:cubicBezTo>
                    <a:cubicBezTo>
                      <a:pt x="3377" y="43"/>
                      <a:pt x="3377" y="43"/>
                      <a:pt x="3377" y="43"/>
                    </a:cubicBezTo>
                    <a:cubicBezTo>
                      <a:pt x="1662" y="43"/>
                      <a:pt x="0" y="898"/>
                      <a:pt x="0" y="2125"/>
                    </a:cubicBezTo>
                    <a:cubicBezTo>
                      <a:pt x="0" y="3723"/>
                      <a:pt x="0" y="3723"/>
                      <a:pt x="0" y="3723"/>
                    </a:cubicBezTo>
                    <a:cubicBezTo>
                      <a:pt x="0" y="14951"/>
                      <a:pt x="0" y="14951"/>
                      <a:pt x="0" y="14951"/>
                    </a:cubicBezTo>
                    <a:cubicBezTo>
                      <a:pt x="0" y="16958"/>
                      <a:pt x="2251" y="18594"/>
                      <a:pt x="4985" y="18780"/>
                    </a:cubicBezTo>
                    <a:cubicBezTo>
                      <a:pt x="4985" y="21494"/>
                      <a:pt x="4985" y="21494"/>
                      <a:pt x="4985" y="21494"/>
                    </a:cubicBezTo>
                    <a:cubicBezTo>
                      <a:pt x="13828" y="21494"/>
                      <a:pt x="13828" y="21494"/>
                      <a:pt x="13828" y="21494"/>
                    </a:cubicBezTo>
                    <a:cubicBezTo>
                      <a:pt x="13828" y="16549"/>
                      <a:pt x="13828" y="16549"/>
                      <a:pt x="13828" y="16549"/>
                    </a:cubicBezTo>
                    <a:cubicBezTo>
                      <a:pt x="13828" y="15323"/>
                      <a:pt x="13828" y="15323"/>
                      <a:pt x="13828" y="15323"/>
                    </a:cubicBezTo>
                    <a:cubicBezTo>
                      <a:pt x="13828" y="8370"/>
                      <a:pt x="7557" y="4021"/>
                      <a:pt x="7557" y="4021"/>
                    </a:cubicBezTo>
                    <a:cubicBezTo>
                      <a:pt x="7557" y="4021"/>
                      <a:pt x="11416" y="4021"/>
                      <a:pt x="12703" y="4095"/>
                    </a:cubicBezTo>
                    <a:cubicBezTo>
                      <a:pt x="13989" y="4207"/>
                      <a:pt x="17098" y="5433"/>
                      <a:pt x="17098" y="5433"/>
                    </a:cubicBezTo>
                    <a:cubicBezTo>
                      <a:pt x="18545" y="5917"/>
                      <a:pt x="20314" y="5471"/>
                      <a:pt x="20957" y="4430"/>
                    </a:cubicBezTo>
                    <a:cubicBezTo>
                      <a:pt x="21600" y="3426"/>
                      <a:pt x="21010" y="2199"/>
                      <a:pt x="19510" y="1753"/>
                    </a:cubicBezTo>
                    <a:close/>
                  </a:path>
                </a:pathLst>
              </a:custGeom>
              <a:solidFill>
                <a:srgbClr val="FBBB9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6082" name="Group 6082"/>
            <p:cNvGrpSpPr/>
            <p:nvPr/>
          </p:nvGrpSpPr>
          <p:grpSpPr>
            <a:xfrm>
              <a:off x="11651490" y="-1"/>
              <a:ext cx="3600289" cy="7524294"/>
              <a:chOff x="0" y="0"/>
              <a:chExt cx="3600287" cy="7524292"/>
            </a:xfrm>
          </p:grpSpPr>
          <p:sp>
            <p:nvSpPr>
              <p:cNvPr id="6073" name="Shape 6073"/>
              <p:cNvSpPr/>
              <p:nvPr/>
            </p:nvSpPr>
            <p:spPr>
              <a:xfrm>
                <a:off x="1544231" y="3469050"/>
                <a:ext cx="494331" cy="507453"/>
              </a:xfrm>
              <a:prstGeom prst="rect">
                <a:avLst/>
              </a:pr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4" name="Shape 6074"/>
              <p:cNvSpPr/>
              <p:nvPr/>
            </p:nvSpPr>
            <p:spPr>
              <a:xfrm>
                <a:off x="1784835" y="5848826"/>
                <a:ext cx="1277380" cy="1154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0"/>
                      <a:pt x="19944" y="5483"/>
                      <a:pt x="11289" y="12295"/>
                    </a:cubicBezTo>
                    <a:cubicBezTo>
                      <a:pt x="11289" y="21600"/>
                      <a:pt x="11289" y="21600"/>
                      <a:pt x="11289" y="21600"/>
                    </a:cubicBezTo>
                    <a:cubicBezTo>
                      <a:pt x="0" y="21600"/>
                      <a:pt x="0" y="21600"/>
                      <a:pt x="0" y="21600"/>
                    </a:cubicBezTo>
                    <a:cubicBezTo>
                      <a:pt x="0" y="5566"/>
                      <a:pt x="0" y="5566"/>
                      <a:pt x="0" y="5566"/>
                    </a:cubicBezTo>
                    <a:lnTo>
                      <a:pt x="21600" y="0"/>
                    </a:ln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5" name="Shape 6075"/>
              <p:cNvSpPr/>
              <p:nvPr/>
            </p:nvSpPr>
            <p:spPr>
              <a:xfrm>
                <a:off x="1290505" y="3906509"/>
                <a:ext cx="1019281" cy="2178546"/>
              </a:xfrm>
              <a:prstGeom prst="rect">
                <a:avLst/>
              </a:prstGeom>
              <a:solidFill>
                <a:srgbClr val="B9D53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6" name="Shape 6076"/>
              <p:cNvSpPr/>
              <p:nvPr/>
            </p:nvSpPr>
            <p:spPr>
              <a:xfrm>
                <a:off x="984283" y="6964345"/>
                <a:ext cx="1614226" cy="559948"/>
              </a:xfrm>
              <a:prstGeom prst="rect">
                <a:avLst/>
              </a:prstGeom>
              <a:solidFill>
                <a:srgbClr val="92D05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7" name="Shape 6077"/>
              <p:cNvSpPr/>
              <p:nvPr/>
            </p:nvSpPr>
            <p:spPr>
              <a:xfrm>
                <a:off x="1824204" y="6964345"/>
                <a:ext cx="774305" cy="559948"/>
              </a:xfrm>
              <a:prstGeom prst="rect">
                <a:avLst/>
              </a:prstGeom>
              <a:solidFill>
                <a:srgbClr val="B9D53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8" name="Shape 6078"/>
              <p:cNvSpPr/>
              <p:nvPr/>
            </p:nvSpPr>
            <p:spPr>
              <a:xfrm>
                <a:off x="1787002" y="3908786"/>
                <a:ext cx="1301947" cy="842405"/>
              </a:xfrm>
              <a:custGeom>
                <a:avLst/>
                <a:gdLst/>
                <a:ahLst/>
                <a:cxnLst>
                  <a:cxn ang="0">
                    <a:pos x="wd2" y="hd2"/>
                  </a:cxn>
                  <a:cxn ang="5400000">
                    <a:pos x="wd2" y="hd2"/>
                  </a:cxn>
                  <a:cxn ang="10800000">
                    <a:pos x="wd2" y="hd2"/>
                  </a:cxn>
                  <a:cxn ang="16200000">
                    <a:pos x="wd2" y="hd2"/>
                  </a:cxn>
                </a:cxnLst>
                <a:rect l="0" t="0" r="r" b="b"/>
                <a:pathLst>
                  <a:path w="20604" h="20094" fill="norm" stroke="1" extrusionOk="0">
                    <a:moveTo>
                      <a:pt x="5180" y="19751"/>
                    </a:moveTo>
                    <a:cubicBezTo>
                      <a:pt x="18126" y="11239"/>
                      <a:pt x="18126" y="11239"/>
                      <a:pt x="18126" y="11239"/>
                    </a:cubicBezTo>
                    <a:cubicBezTo>
                      <a:pt x="20096" y="10175"/>
                      <a:pt x="21081" y="6876"/>
                      <a:pt x="20377" y="3790"/>
                    </a:cubicBezTo>
                    <a:cubicBezTo>
                      <a:pt x="19603" y="811"/>
                      <a:pt x="17422" y="-785"/>
                      <a:pt x="15382" y="385"/>
                    </a:cubicBezTo>
                    <a:cubicBezTo>
                      <a:pt x="2506" y="8898"/>
                      <a:pt x="2506" y="8898"/>
                      <a:pt x="2506" y="8898"/>
                    </a:cubicBezTo>
                    <a:cubicBezTo>
                      <a:pt x="536" y="9962"/>
                      <a:pt x="-519" y="13260"/>
                      <a:pt x="255" y="16346"/>
                    </a:cubicBezTo>
                    <a:cubicBezTo>
                      <a:pt x="959" y="19325"/>
                      <a:pt x="3210" y="20815"/>
                      <a:pt x="5180" y="1975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79" name="Shape 6079"/>
              <p:cNvSpPr/>
              <p:nvPr/>
            </p:nvSpPr>
            <p:spPr>
              <a:xfrm>
                <a:off x="1817086" y="4426587"/>
                <a:ext cx="1317336" cy="1888696"/>
              </a:xfrm>
              <a:custGeom>
                <a:avLst/>
                <a:gdLst/>
                <a:ahLst/>
                <a:cxnLst>
                  <a:cxn ang="0">
                    <a:pos x="wd2" y="hd2"/>
                  </a:cxn>
                  <a:cxn ang="5400000">
                    <a:pos x="wd2" y="hd2"/>
                  </a:cxn>
                  <a:cxn ang="10800000">
                    <a:pos x="wd2" y="hd2"/>
                  </a:cxn>
                  <a:cxn ang="16200000">
                    <a:pos x="wd2" y="hd2"/>
                  </a:cxn>
                </a:cxnLst>
                <a:rect l="0" t="0" r="r" b="b"/>
                <a:pathLst>
                  <a:path w="20584" h="20909" fill="norm" stroke="1" extrusionOk="0">
                    <a:moveTo>
                      <a:pt x="15470" y="11721"/>
                    </a:moveTo>
                    <a:cubicBezTo>
                      <a:pt x="18110" y="10933"/>
                      <a:pt x="18110" y="10933"/>
                      <a:pt x="18110" y="10933"/>
                    </a:cubicBezTo>
                    <a:cubicBezTo>
                      <a:pt x="20054" y="10441"/>
                      <a:pt x="21096" y="8867"/>
                      <a:pt x="20332" y="7489"/>
                    </a:cubicBezTo>
                    <a:cubicBezTo>
                      <a:pt x="19707" y="6210"/>
                      <a:pt x="17762" y="5521"/>
                      <a:pt x="15956" y="5816"/>
                    </a:cubicBezTo>
                    <a:cubicBezTo>
                      <a:pt x="17901" y="5226"/>
                      <a:pt x="17901" y="5226"/>
                      <a:pt x="17901" y="5226"/>
                    </a:cubicBezTo>
                    <a:cubicBezTo>
                      <a:pt x="19846" y="4685"/>
                      <a:pt x="20818" y="3159"/>
                      <a:pt x="20124" y="1733"/>
                    </a:cubicBezTo>
                    <a:cubicBezTo>
                      <a:pt x="19360" y="355"/>
                      <a:pt x="17207" y="-334"/>
                      <a:pt x="15262" y="158"/>
                    </a:cubicBezTo>
                    <a:cubicBezTo>
                      <a:pt x="2482" y="4094"/>
                      <a:pt x="2482" y="4094"/>
                      <a:pt x="2482" y="4094"/>
                    </a:cubicBezTo>
                    <a:cubicBezTo>
                      <a:pt x="468" y="4586"/>
                      <a:pt x="-504" y="6161"/>
                      <a:pt x="260" y="7538"/>
                    </a:cubicBezTo>
                    <a:cubicBezTo>
                      <a:pt x="955" y="8818"/>
                      <a:pt x="2830" y="9507"/>
                      <a:pt x="4636" y="9211"/>
                    </a:cubicBezTo>
                    <a:cubicBezTo>
                      <a:pt x="2691" y="9802"/>
                      <a:pt x="2691" y="9802"/>
                      <a:pt x="2691" y="9802"/>
                    </a:cubicBezTo>
                    <a:cubicBezTo>
                      <a:pt x="746" y="10343"/>
                      <a:pt x="-226" y="11868"/>
                      <a:pt x="468" y="13246"/>
                    </a:cubicBezTo>
                    <a:cubicBezTo>
                      <a:pt x="1232" y="14624"/>
                      <a:pt x="3316" y="15362"/>
                      <a:pt x="5261" y="14870"/>
                    </a:cubicBezTo>
                    <a:cubicBezTo>
                      <a:pt x="2482" y="15706"/>
                      <a:pt x="2482" y="15706"/>
                      <a:pt x="2482" y="15706"/>
                    </a:cubicBezTo>
                    <a:cubicBezTo>
                      <a:pt x="468" y="16247"/>
                      <a:pt x="-504" y="17773"/>
                      <a:pt x="260" y="19150"/>
                    </a:cubicBezTo>
                    <a:cubicBezTo>
                      <a:pt x="955" y="20577"/>
                      <a:pt x="3177" y="21266"/>
                      <a:pt x="5122" y="20725"/>
                    </a:cubicBezTo>
                    <a:cubicBezTo>
                      <a:pt x="17901" y="16838"/>
                      <a:pt x="17901" y="16838"/>
                      <a:pt x="17901" y="16838"/>
                    </a:cubicBezTo>
                    <a:cubicBezTo>
                      <a:pt x="19846" y="16346"/>
                      <a:pt x="20818" y="14771"/>
                      <a:pt x="20124" y="13394"/>
                    </a:cubicBezTo>
                    <a:cubicBezTo>
                      <a:pt x="19429" y="12065"/>
                      <a:pt x="17346" y="11327"/>
                      <a:pt x="15470" y="11721"/>
                    </a:cubicBezTo>
                    <a:close/>
                  </a:path>
                </a:pathLst>
              </a:custGeom>
              <a:solidFill>
                <a:srgbClr val="F89D7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80" name="Shape 6080"/>
              <p:cNvSpPr/>
              <p:nvPr/>
            </p:nvSpPr>
            <p:spPr>
              <a:xfrm>
                <a:off x="-1" y="0"/>
                <a:ext cx="3600289" cy="3587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7" y="1604"/>
                    </a:moveTo>
                    <a:cubicBezTo>
                      <a:pt x="5740" y="1604"/>
                      <a:pt x="1602" y="5721"/>
                      <a:pt x="1602" y="10800"/>
                    </a:cubicBezTo>
                    <a:cubicBezTo>
                      <a:pt x="1602" y="15852"/>
                      <a:pt x="5740" y="19996"/>
                      <a:pt x="10787" y="19996"/>
                    </a:cubicBezTo>
                    <a:cubicBezTo>
                      <a:pt x="15860" y="19996"/>
                      <a:pt x="19971" y="15852"/>
                      <a:pt x="19971" y="10800"/>
                    </a:cubicBezTo>
                    <a:cubicBezTo>
                      <a:pt x="19971" y="5721"/>
                      <a:pt x="15860" y="1604"/>
                      <a:pt x="10787" y="1604"/>
                    </a:cubicBezTo>
                    <a:close/>
                    <a:moveTo>
                      <a:pt x="10787" y="21600"/>
                    </a:moveTo>
                    <a:cubicBezTo>
                      <a:pt x="4833" y="21600"/>
                      <a:pt x="0" y="16761"/>
                      <a:pt x="0" y="10800"/>
                    </a:cubicBezTo>
                    <a:cubicBezTo>
                      <a:pt x="0" y="4839"/>
                      <a:pt x="4833" y="0"/>
                      <a:pt x="10787" y="0"/>
                    </a:cubicBezTo>
                    <a:cubicBezTo>
                      <a:pt x="16741" y="0"/>
                      <a:pt x="21600" y="4839"/>
                      <a:pt x="21600" y="10800"/>
                    </a:cubicBezTo>
                    <a:cubicBezTo>
                      <a:pt x="21600" y="16761"/>
                      <a:pt x="16741" y="21600"/>
                      <a:pt x="10787" y="21600"/>
                    </a:cubicBezTo>
                    <a:close/>
                  </a:path>
                </a:pathLst>
              </a:custGeom>
              <a:solidFill>
                <a:srgbClr val="2F313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6081" name="Shape 6081"/>
              <p:cNvSpPr/>
              <p:nvPr/>
            </p:nvSpPr>
            <p:spPr>
              <a:xfrm>
                <a:off x="678062" y="4435425"/>
                <a:ext cx="1761574" cy="2568293"/>
              </a:xfrm>
              <a:custGeom>
                <a:avLst/>
                <a:gdLst/>
                <a:ahLst/>
                <a:cxnLst>
                  <a:cxn ang="0">
                    <a:pos x="wd2" y="hd2"/>
                  </a:cxn>
                  <a:cxn ang="5400000">
                    <a:pos x="wd2" y="hd2"/>
                  </a:cxn>
                  <a:cxn ang="10800000">
                    <a:pos x="wd2" y="hd2"/>
                  </a:cxn>
                  <a:cxn ang="16200000">
                    <a:pos x="wd2" y="hd2"/>
                  </a:cxn>
                </a:cxnLst>
                <a:rect l="0" t="0" r="r" b="b"/>
                <a:pathLst>
                  <a:path w="21215" h="21494" fill="norm" stroke="1" extrusionOk="0">
                    <a:moveTo>
                      <a:pt x="19510" y="1753"/>
                    </a:moveTo>
                    <a:cubicBezTo>
                      <a:pt x="14364" y="154"/>
                      <a:pt x="14364" y="154"/>
                      <a:pt x="14364" y="154"/>
                    </a:cubicBezTo>
                    <a:cubicBezTo>
                      <a:pt x="13614" y="-106"/>
                      <a:pt x="11416" y="43"/>
                      <a:pt x="11041" y="43"/>
                    </a:cubicBezTo>
                    <a:cubicBezTo>
                      <a:pt x="5628" y="43"/>
                      <a:pt x="5628" y="43"/>
                      <a:pt x="5628" y="43"/>
                    </a:cubicBezTo>
                    <a:cubicBezTo>
                      <a:pt x="3377" y="43"/>
                      <a:pt x="3377" y="43"/>
                      <a:pt x="3377" y="43"/>
                    </a:cubicBezTo>
                    <a:cubicBezTo>
                      <a:pt x="1662" y="43"/>
                      <a:pt x="0" y="898"/>
                      <a:pt x="0" y="2125"/>
                    </a:cubicBezTo>
                    <a:cubicBezTo>
                      <a:pt x="0" y="3723"/>
                      <a:pt x="0" y="3723"/>
                      <a:pt x="0" y="3723"/>
                    </a:cubicBezTo>
                    <a:cubicBezTo>
                      <a:pt x="0" y="14951"/>
                      <a:pt x="0" y="14951"/>
                      <a:pt x="0" y="14951"/>
                    </a:cubicBezTo>
                    <a:cubicBezTo>
                      <a:pt x="0" y="16958"/>
                      <a:pt x="2251" y="18594"/>
                      <a:pt x="4985" y="18780"/>
                    </a:cubicBezTo>
                    <a:cubicBezTo>
                      <a:pt x="4985" y="21494"/>
                      <a:pt x="4985" y="21494"/>
                      <a:pt x="4985" y="21494"/>
                    </a:cubicBezTo>
                    <a:cubicBezTo>
                      <a:pt x="13828" y="21494"/>
                      <a:pt x="13828" y="21494"/>
                      <a:pt x="13828" y="21494"/>
                    </a:cubicBezTo>
                    <a:cubicBezTo>
                      <a:pt x="13828" y="16549"/>
                      <a:pt x="13828" y="16549"/>
                      <a:pt x="13828" y="16549"/>
                    </a:cubicBezTo>
                    <a:cubicBezTo>
                      <a:pt x="13828" y="15323"/>
                      <a:pt x="13828" y="15323"/>
                      <a:pt x="13828" y="15323"/>
                    </a:cubicBezTo>
                    <a:cubicBezTo>
                      <a:pt x="13828" y="8370"/>
                      <a:pt x="7557" y="4021"/>
                      <a:pt x="7557" y="4021"/>
                    </a:cubicBezTo>
                    <a:cubicBezTo>
                      <a:pt x="7557" y="4021"/>
                      <a:pt x="11416" y="4021"/>
                      <a:pt x="12703" y="4095"/>
                    </a:cubicBezTo>
                    <a:cubicBezTo>
                      <a:pt x="13989" y="4207"/>
                      <a:pt x="17098" y="5433"/>
                      <a:pt x="17098" y="5433"/>
                    </a:cubicBezTo>
                    <a:cubicBezTo>
                      <a:pt x="18545" y="5917"/>
                      <a:pt x="20314" y="5471"/>
                      <a:pt x="20957" y="4430"/>
                    </a:cubicBezTo>
                    <a:cubicBezTo>
                      <a:pt x="21600" y="3426"/>
                      <a:pt x="21010" y="2199"/>
                      <a:pt x="19510" y="1753"/>
                    </a:cubicBezTo>
                    <a:close/>
                  </a:path>
                </a:pathLst>
              </a:custGeom>
              <a:solidFill>
                <a:srgbClr val="FBBB9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sp>
        <p:nvSpPr>
          <p:cNvPr id="6084" name="Shape 6084"/>
          <p:cNvSpPr/>
          <p:nvPr/>
        </p:nvSpPr>
        <p:spPr>
          <a:xfrm>
            <a:off x="1109418" y="4695143"/>
            <a:ext cx="3720440"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6085" name="Shape 6085"/>
          <p:cNvSpPr/>
          <p:nvPr/>
        </p:nvSpPr>
        <p:spPr>
          <a:xfrm>
            <a:off x="7169858" y="4695143"/>
            <a:ext cx="372044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6086" name="Shape 6086"/>
          <p:cNvSpPr/>
          <p:nvPr/>
        </p:nvSpPr>
        <p:spPr>
          <a:xfrm>
            <a:off x="12988997" y="4695143"/>
            <a:ext cx="372044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6087" name="Shape 6087"/>
          <p:cNvSpPr/>
          <p:nvPr/>
        </p:nvSpPr>
        <p:spPr>
          <a:xfrm>
            <a:off x="19049438" y="4695143"/>
            <a:ext cx="3720441" cy="6527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200">
                <a:solidFill>
                  <a:srgbClr val="0A0A0A"/>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Texto</a:t>
            </a:r>
          </a:p>
        </p:txBody>
      </p:sp>
      <p:sp>
        <p:nvSpPr>
          <p:cNvPr id="6088" name="Shape 6088"/>
          <p:cNvSpPr/>
          <p:nvPr/>
        </p:nvSpPr>
        <p:spPr>
          <a:xfrm>
            <a:off x="8205169" y="6747071"/>
            <a:ext cx="1649817" cy="1712752"/>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500">
                <a:solidFill>
                  <a:srgbClr val="FFFFFF"/>
                </a:solidFill>
                <a:latin typeface="Raleway Heavy"/>
                <a:ea typeface="Raleway Heavy"/>
                <a:cs typeface="Raleway Heavy"/>
                <a:sym typeface="Raleway Heavy"/>
              </a:defRPr>
            </a:lvl1pPr>
          </a:lstStyle>
          <a:p>
            <a:pPr/>
            <a:r>
              <a:t>icono</a:t>
            </a:r>
          </a:p>
        </p:txBody>
      </p:sp>
      <p:sp>
        <p:nvSpPr>
          <p:cNvPr id="6089" name="Shape 6089"/>
          <p:cNvSpPr/>
          <p:nvPr/>
        </p:nvSpPr>
        <p:spPr>
          <a:xfrm>
            <a:off x="2144729" y="6747071"/>
            <a:ext cx="1649817" cy="1712752"/>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500">
                <a:solidFill>
                  <a:srgbClr val="FFFFFF"/>
                </a:solidFill>
                <a:latin typeface="Raleway Heavy"/>
                <a:ea typeface="Raleway Heavy"/>
                <a:cs typeface="Raleway Heavy"/>
                <a:sym typeface="Raleway Heavy"/>
              </a:defRPr>
            </a:lvl1pPr>
          </a:lstStyle>
          <a:p>
            <a:pPr/>
            <a:r>
              <a:t>icono</a:t>
            </a:r>
          </a:p>
        </p:txBody>
      </p:sp>
      <p:sp>
        <p:nvSpPr>
          <p:cNvPr id="6090" name="Shape 6090"/>
          <p:cNvSpPr/>
          <p:nvPr/>
        </p:nvSpPr>
        <p:spPr>
          <a:xfrm>
            <a:off x="14024309" y="6747071"/>
            <a:ext cx="1649818" cy="1712752"/>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500">
                <a:solidFill>
                  <a:srgbClr val="FFFFFF"/>
                </a:solidFill>
                <a:latin typeface="Raleway Heavy"/>
                <a:ea typeface="Raleway Heavy"/>
                <a:cs typeface="Raleway Heavy"/>
                <a:sym typeface="Raleway Heavy"/>
              </a:defRPr>
            </a:lvl1pPr>
          </a:lstStyle>
          <a:p>
            <a:pPr/>
            <a:r>
              <a:t>icono</a:t>
            </a:r>
          </a:p>
        </p:txBody>
      </p:sp>
      <p:sp>
        <p:nvSpPr>
          <p:cNvPr id="6091" name="Shape 6091"/>
          <p:cNvSpPr/>
          <p:nvPr/>
        </p:nvSpPr>
        <p:spPr>
          <a:xfrm>
            <a:off x="19843449" y="6747071"/>
            <a:ext cx="1649817" cy="1712752"/>
          </a:xfrm>
          <a:prstGeom prst="rect">
            <a:avLst/>
          </a:prstGeom>
          <a:solidFill>
            <a:srgbClr val="2F5379"/>
          </a:solidFill>
          <a:ln w="12700">
            <a:miter lim="400000"/>
          </a:ln>
          <a:extLst>
            <a:ext uri="{C572A759-6A51-4108-AA02-DFA0A04FC94B}">
              <ma14:wrappingTextBoxFlag xmlns:ma14="http://schemas.microsoft.com/office/mac/drawingml/2011/main" val="1"/>
            </a:ext>
          </a:extLst>
        </p:spPr>
        <p:txBody>
          <a:bodyPr lIns="71437" tIns="71437" rIns="71437" bIns="71437" anchor="ctr"/>
          <a:lstStyle>
            <a:lvl1pPr>
              <a:defRPr sz="2500">
                <a:solidFill>
                  <a:srgbClr val="FFFFFF"/>
                </a:solidFill>
                <a:latin typeface="Raleway Heavy"/>
                <a:ea typeface="Raleway Heavy"/>
                <a:cs typeface="Raleway Heavy"/>
                <a:sym typeface="Raleway Heavy"/>
              </a:defRPr>
            </a:lvl1pPr>
          </a:lstStyle>
          <a:p>
            <a:pPr/>
            <a:r>
              <a:t>icono</a:t>
            </a:r>
          </a:p>
        </p:txBody>
      </p:sp>
      <p:sp>
        <p:nvSpPr>
          <p:cNvPr id="6092" name="Shape 609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6084"/>
                                        </p:tgtEl>
                                        <p:attrNameLst>
                                          <p:attrName>style.visibility</p:attrName>
                                        </p:attrNameLst>
                                      </p:cBhvr>
                                      <p:to>
                                        <p:strVal val="visible"/>
                                      </p:to>
                                    </p:set>
                                    <p:animEffect filter="dissolve" transition="in">
                                      <p:cBhvr>
                                        <p:cTn id="7" dur="500"/>
                                        <p:tgtEl>
                                          <p:spTgt spid="6084"/>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6085"/>
                                        </p:tgtEl>
                                        <p:attrNameLst>
                                          <p:attrName>style.visibility</p:attrName>
                                        </p:attrNameLst>
                                      </p:cBhvr>
                                      <p:to>
                                        <p:strVal val="visible"/>
                                      </p:to>
                                    </p:set>
                                    <p:animEffect filter="dissolve" transition="in">
                                      <p:cBhvr>
                                        <p:cTn id="11" dur="500"/>
                                        <p:tgtEl>
                                          <p:spTgt spid="6085"/>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6086"/>
                                        </p:tgtEl>
                                        <p:attrNameLst>
                                          <p:attrName>style.visibility</p:attrName>
                                        </p:attrNameLst>
                                      </p:cBhvr>
                                      <p:to>
                                        <p:strVal val="visible"/>
                                      </p:to>
                                    </p:set>
                                    <p:animEffect filter="dissolve" transition="in">
                                      <p:cBhvr>
                                        <p:cTn id="15" dur="500"/>
                                        <p:tgtEl>
                                          <p:spTgt spid="6086"/>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6087"/>
                                        </p:tgtEl>
                                        <p:attrNameLst>
                                          <p:attrName>style.visibility</p:attrName>
                                        </p:attrNameLst>
                                      </p:cBhvr>
                                      <p:to>
                                        <p:strVal val="visible"/>
                                      </p:to>
                                    </p:set>
                                    <p:animEffect filter="dissolve" transition="in">
                                      <p:cBhvr>
                                        <p:cTn id="19" dur="500"/>
                                        <p:tgtEl>
                                          <p:spTgt spid="60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084" grpId="1"/>
      <p:bldP build="whole" bldLvl="1" animBg="1" rev="0" advAuto="0" spid="6085" grpId="2"/>
      <p:bldP build="whole" bldLvl="1" animBg="1" rev="0" advAuto="0" spid="6086" grpId="3"/>
      <p:bldP build="whole" bldLvl="1" animBg="1" rev="0" advAuto="0" spid="6087" grpId="4"/>
    </p:bldLst>
  </p:timing>
</p:sld>
</file>

<file path=ppt/slides/slide16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094" name="Shape 6094"/>
          <p:cNvSpPr/>
          <p:nvPr/>
        </p:nvSpPr>
        <p:spPr>
          <a:xfrm>
            <a:off x="353841" y="681483"/>
            <a:ext cx="617918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 NO editable</a:t>
            </a:r>
          </a:p>
          <a:p>
            <a:pPr algn="l" defTabSz="825500">
              <a:lnSpc>
                <a:spcPct val="90000"/>
              </a:lnSpc>
              <a:defRPr spc="-50" sz="2500">
                <a:latin typeface="Raleway SemiBold"/>
                <a:ea typeface="Raleway SemiBold"/>
                <a:cs typeface="Raleway SemiBold"/>
                <a:sym typeface="Raleway SemiBold"/>
              </a:defRPr>
            </a:pPr>
            <a:r>
              <a:t>Sólo puedes cambiar colores y texto</a:t>
            </a:r>
          </a:p>
        </p:txBody>
      </p:sp>
      <p:sp>
        <p:nvSpPr>
          <p:cNvPr id="6095" name="Shape 609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6096" name="Shape 6096"/>
          <p:cNvSpPr/>
          <p:nvPr/>
        </p:nvSpPr>
        <p:spPr>
          <a:xfrm>
            <a:off x="16689387" y="4988157"/>
            <a:ext cx="1388353" cy="1388171"/>
          </a:xfrm>
          <a:prstGeom prst="ellipse">
            <a:avLst/>
          </a:prstGeom>
          <a:solidFill>
            <a:srgbClr val="16527E"/>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b="1" sz="2500">
                <a:solidFill>
                  <a:srgbClr val="FFFFFF"/>
                </a:solidFill>
                <a:latin typeface="Helvetica"/>
                <a:ea typeface="Helvetica"/>
                <a:cs typeface="Helvetica"/>
                <a:sym typeface="Helvetica"/>
              </a:defRPr>
            </a:lvl1pPr>
          </a:lstStyle>
          <a:p>
            <a:pPr/>
            <a:r>
              <a:t>icono</a:t>
            </a:r>
          </a:p>
        </p:txBody>
      </p:sp>
      <p:sp>
        <p:nvSpPr>
          <p:cNvPr id="6097" name="Shape 6097"/>
          <p:cNvSpPr/>
          <p:nvPr/>
        </p:nvSpPr>
        <p:spPr>
          <a:xfrm>
            <a:off x="16723675" y="7603429"/>
            <a:ext cx="1388353" cy="1388171"/>
          </a:xfrm>
          <a:prstGeom prst="ellipse">
            <a:avLst/>
          </a:prstGeom>
          <a:solidFill>
            <a:srgbClr val="397ECA"/>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6098" name="Shape 6098"/>
          <p:cNvSpPr/>
          <p:nvPr/>
        </p:nvSpPr>
        <p:spPr>
          <a:xfrm>
            <a:off x="6127639" y="5026292"/>
            <a:ext cx="1388353" cy="1388171"/>
          </a:xfrm>
          <a:prstGeom prst="ellipse">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b="1" sz="2500">
                <a:solidFill>
                  <a:srgbClr val="FFFFFF"/>
                </a:solidFill>
                <a:latin typeface="Helvetica"/>
                <a:ea typeface="Helvetica"/>
                <a:cs typeface="Helvetica"/>
                <a:sym typeface="Helvetica"/>
              </a:defRPr>
            </a:lvl1pPr>
          </a:lstStyle>
          <a:p>
            <a:pPr/>
            <a:r>
              <a:t>icono</a:t>
            </a:r>
          </a:p>
        </p:txBody>
      </p:sp>
      <p:sp>
        <p:nvSpPr>
          <p:cNvPr id="6099" name="Shape 6099"/>
          <p:cNvSpPr/>
          <p:nvPr/>
        </p:nvSpPr>
        <p:spPr>
          <a:xfrm>
            <a:off x="6161928" y="7641565"/>
            <a:ext cx="1388353" cy="1388171"/>
          </a:xfrm>
          <a:prstGeom prst="ellipse">
            <a:avLst/>
          </a:prstGeom>
          <a:solidFill>
            <a:srgbClr val="029FDC"/>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6100" name="Shape 6100"/>
          <p:cNvSpPr/>
          <p:nvPr/>
        </p:nvSpPr>
        <p:spPr>
          <a:xfrm>
            <a:off x="18164984" y="4468116"/>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l" defTabSz="1218984">
              <a:defRPr sz="3800">
                <a:solidFill>
                  <a:srgbClr val="53585F"/>
                </a:solidFill>
                <a:latin typeface="Raleway SemiBold"/>
                <a:ea typeface="Raleway SemiBold"/>
                <a:cs typeface="Raleway SemiBold"/>
                <a:sym typeface="Raleway SemiBold"/>
              </a:defRPr>
            </a:pPr>
            <a:r>
              <a:t>Título</a:t>
            </a:r>
          </a:p>
          <a:p>
            <a:pPr algn="l"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01" name="Shape 6101"/>
          <p:cNvSpPr/>
          <p:nvPr/>
        </p:nvSpPr>
        <p:spPr>
          <a:xfrm>
            <a:off x="18164984" y="7299324"/>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l" defTabSz="1218984">
              <a:defRPr sz="3800">
                <a:solidFill>
                  <a:srgbClr val="53585F"/>
                </a:solidFill>
                <a:latin typeface="Raleway SemiBold"/>
                <a:ea typeface="Raleway SemiBold"/>
                <a:cs typeface="Raleway SemiBold"/>
                <a:sym typeface="Raleway SemiBold"/>
              </a:defRPr>
            </a:pPr>
            <a:r>
              <a:t>Título</a:t>
            </a:r>
          </a:p>
          <a:p>
            <a:pPr algn="l"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02" name="Shape 6102"/>
          <p:cNvSpPr/>
          <p:nvPr/>
        </p:nvSpPr>
        <p:spPr>
          <a:xfrm>
            <a:off x="130984" y="7312024"/>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r" defTabSz="1218984">
              <a:defRPr sz="3800">
                <a:solidFill>
                  <a:srgbClr val="53585F"/>
                </a:solidFill>
                <a:latin typeface="Raleway SemiBold"/>
                <a:ea typeface="Raleway SemiBold"/>
                <a:cs typeface="Raleway SemiBold"/>
                <a:sym typeface="Raleway SemiBold"/>
              </a:defRPr>
            </a:pPr>
            <a:r>
              <a:t>Título</a:t>
            </a:r>
          </a:p>
          <a:p>
            <a:pPr algn="r"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03" name="Shape 6103"/>
          <p:cNvSpPr/>
          <p:nvPr/>
        </p:nvSpPr>
        <p:spPr>
          <a:xfrm>
            <a:off x="130984" y="4684051"/>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r" defTabSz="1218984">
              <a:defRPr sz="3800">
                <a:solidFill>
                  <a:srgbClr val="53585F"/>
                </a:solidFill>
                <a:latin typeface="Raleway SemiBold"/>
                <a:ea typeface="Raleway SemiBold"/>
                <a:cs typeface="Raleway SemiBold"/>
                <a:sym typeface="Raleway SemiBold"/>
              </a:defRPr>
            </a:pPr>
            <a:r>
              <a:t>Título</a:t>
            </a:r>
          </a:p>
          <a:p>
            <a:pPr algn="r"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04" name="Shape 6104"/>
          <p:cNvSpPr/>
          <p:nvPr/>
        </p:nvSpPr>
        <p:spPr>
          <a:xfrm>
            <a:off x="6355008" y="8073712"/>
            <a:ext cx="100219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2500">
                <a:solidFill>
                  <a:srgbClr val="FFFFFF"/>
                </a:solidFill>
                <a:latin typeface="Helvetica"/>
                <a:ea typeface="Helvetica"/>
                <a:cs typeface="Helvetica"/>
                <a:sym typeface="Helvetica"/>
              </a:defRPr>
            </a:lvl1pPr>
          </a:lstStyle>
          <a:p>
            <a:pPr/>
            <a:r>
              <a:t>icono</a:t>
            </a:r>
          </a:p>
        </p:txBody>
      </p:sp>
      <p:sp>
        <p:nvSpPr>
          <p:cNvPr id="6105" name="Shape 6105"/>
          <p:cNvSpPr/>
          <p:nvPr/>
        </p:nvSpPr>
        <p:spPr>
          <a:xfrm>
            <a:off x="16916756" y="8035576"/>
            <a:ext cx="100219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2500">
                <a:solidFill>
                  <a:srgbClr val="FFFFFF"/>
                </a:solidFill>
                <a:latin typeface="Helvetica"/>
                <a:ea typeface="Helvetica"/>
                <a:cs typeface="Helvetica"/>
                <a:sym typeface="Helvetica"/>
              </a:defRPr>
            </a:lvl1pPr>
          </a:lstStyle>
          <a:p>
            <a:pPr/>
            <a:r>
              <a:t>icono</a:t>
            </a:r>
          </a:p>
        </p:txBody>
      </p:sp>
      <p:sp>
        <p:nvSpPr>
          <p:cNvPr id="6106" name="Shape 6106"/>
          <p:cNvSpPr/>
          <p:nvPr/>
        </p:nvSpPr>
        <p:spPr>
          <a:xfrm>
            <a:off x="8668963" y="3509376"/>
            <a:ext cx="6701874" cy="6697248"/>
          </a:xfrm>
          <a:prstGeom prst="ellipse">
            <a:avLst/>
          </a:prstGeom>
          <a:solidFill>
            <a:srgbClr val="16527E"/>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grpSp>
        <p:nvGrpSpPr>
          <p:cNvPr id="6109" name="Group 6109"/>
          <p:cNvGrpSpPr/>
          <p:nvPr/>
        </p:nvGrpSpPr>
        <p:grpSpPr>
          <a:xfrm>
            <a:off x="9374424" y="4920104"/>
            <a:ext cx="5290951" cy="5286513"/>
            <a:chOff x="0" y="0"/>
            <a:chExt cx="5290949" cy="5286512"/>
          </a:xfrm>
        </p:grpSpPr>
        <p:sp>
          <p:nvSpPr>
            <p:cNvPr id="6107" name="Shape 6107"/>
            <p:cNvSpPr/>
            <p:nvPr/>
          </p:nvSpPr>
          <p:spPr>
            <a:xfrm>
              <a:off x="0" y="0"/>
              <a:ext cx="5290951" cy="5286513"/>
            </a:xfrm>
            <a:prstGeom prst="ellipse">
              <a:avLst/>
            </a:prstGeom>
            <a:solidFill>
              <a:srgbClr val="397ECA"/>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Helvetica"/>
                  <a:ea typeface="Helvetica"/>
                  <a:cs typeface="Helvetica"/>
                  <a:sym typeface="Helvetica"/>
                </a:defRPr>
              </a:pPr>
            </a:p>
          </p:txBody>
        </p:sp>
        <p:sp>
          <p:nvSpPr>
            <p:cNvPr id="6108" name="Shape 6108"/>
            <p:cNvSpPr/>
            <p:nvPr/>
          </p:nvSpPr>
          <p:spPr>
            <a:xfrm>
              <a:off x="1677200" y="504092"/>
              <a:ext cx="1888326" cy="566417"/>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60957" tIns="60957" rIns="60957" bIns="60957" numCol="1" anchor="t">
              <a:spAutoFit/>
            </a:bodyPr>
            <a:lstStyle>
              <a:lvl1pPr defTabSz="1219261">
                <a:spcBef>
                  <a:spcPts val="1100"/>
                </a:spcBef>
                <a:defRPr sz="3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TEXTO</a:t>
              </a:r>
            </a:p>
          </p:txBody>
        </p:sp>
      </p:grpSp>
      <p:grpSp>
        <p:nvGrpSpPr>
          <p:cNvPr id="6112" name="Group 6112"/>
          <p:cNvGrpSpPr/>
          <p:nvPr/>
        </p:nvGrpSpPr>
        <p:grpSpPr>
          <a:xfrm>
            <a:off x="10335050" y="6799846"/>
            <a:ext cx="3369701" cy="3369261"/>
            <a:chOff x="0" y="0"/>
            <a:chExt cx="3369700" cy="3369260"/>
          </a:xfrm>
        </p:grpSpPr>
        <p:sp>
          <p:nvSpPr>
            <p:cNvPr id="6110" name="Shape 6110"/>
            <p:cNvSpPr/>
            <p:nvPr/>
          </p:nvSpPr>
          <p:spPr>
            <a:xfrm>
              <a:off x="-1" y="-1"/>
              <a:ext cx="3369702" cy="3369262"/>
            </a:xfrm>
            <a:prstGeom prst="ellipse">
              <a:avLst/>
            </a:prstGeom>
            <a:solidFill>
              <a:srgbClr val="029FDC"/>
            </a:solidFill>
            <a:ln w="12700" cap="flat">
              <a:noFill/>
              <a:miter lim="400000"/>
            </a:ln>
            <a:effectLst/>
          </p:spPr>
          <p:txBody>
            <a:bodyPr wrap="square" lIns="45719" tIns="45719" rIns="45719" bIns="45719" numCol="1" anchor="ctr">
              <a:noAutofit/>
            </a:bodyPr>
            <a:lstStyle/>
            <a:p>
              <a:pPr defTabSz="1219261">
                <a:defRPr sz="4800">
                  <a:solidFill>
                    <a:srgbClr val="FFFFFF"/>
                  </a:solidFill>
                  <a:latin typeface="Helvetica"/>
                  <a:ea typeface="Helvetica"/>
                  <a:cs typeface="Helvetica"/>
                  <a:sym typeface="Helvetica"/>
                </a:defRPr>
              </a:pPr>
            </a:p>
          </p:txBody>
        </p:sp>
        <p:sp>
          <p:nvSpPr>
            <p:cNvPr id="6111" name="Shape 6111"/>
            <p:cNvSpPr/>
            <p:nvPr/>
          </p:nvSpPr>
          <p:spPr>
            <a:xfrm>
              <a:off x="739614" y="443955"/>
              <a:ext cx="1888327" cy="566417"/>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60957" tIns="60957" rIns="60957" bIns="60957" numCol="1" anchor="t">
              <a:spAutoFit/>
            </a:bodyPr>
            <a:lstStyle>
              <a:lvl1pPr defTabSz="1219261">
                <a:spcBef>
                  <a:spcPts val="1100"/>
                </a:spcBef>
                <a:defRPr sz="3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TEXTO</a:t>
              </a:r>
            </a:p>
          </p:txBody>
        </p:sp>
      </p:grpSp>
      <p:grpSp>
        <p:nvGrpSpPr>
          <p:cNvPr id="6115" name="Group 6115"/>
          <p:cNvGrpSpPr/>
          <p:nvPr/>
        </p:nvGrpSpPr>
        <p:grpSpPr>
          <a:xfrm>
            <a:off x="11081661" y="8371915"/>
            <a:ext cx="1888327" cy="1759671"/>
            <a:chOff x="0" y="0"/>
            <a:chExt cx="1888326" cy="1759670"/>
          </a:xfrm>
        </p:grpSpPr>
        <p:sp>
          <p:nvSpPr>
            <p:cNvPr id="6113" name="Shape 6113"/>
            <p:cNvSpPr/>
            <p:nvPr/>
          </p:nvSpPr>
          <p:spPr>
            <a:xfrm>
              <a:off x="60157" y="-1"/>
              <a:ext cx="1756145" cy="1759672"/>
            </a:xfrm>
            <a:prstGeom prst="ellipse">
              <a:avLst/>
            </a:prstGeom>
            <a:solidFill>
              <a:srgbClr val="66B3E0"/>
            </a:solidFill>
            <a:ln w="12700" cap="flat">
              <a:noFill/>
              <a:miter lim="400000"/>
            </a:ln>
            <a:effectLst/>
          </p:spPr>
          <p:txBody>
            <a:bodyPr wrap="square" lIns="45719" tIns="45719" rIns="45719" bIns="45719" numCol="1" anchor="ctr">
              <a:noAutofit/>
            </a:bodyPr>
            <a:lstStyle/>
            <a:p>
              <a:pPr defTabSz="1219261">
                <a:defRPr sz="4800">
                  <a:solidFill>
                    <a:srgbClr val="B4E1F4"/>
                  </a:solidFill>
                  <a:latin typeface="Helvetica"/>
                  <a:ea typeface="Helvetica"/>
                  <a:cs typeface="Helvetica"/>
                  <a:sym typeface="Helvetica"/>
                </a:defRPr>
              </a:pPr>
            </a:p>
          </p:txBody>
        </p:sp>
        <p:sp>
          <p:nvSpPr>
            <p:cNvPr id="6114" name="Shape 6114"/>
            <p:cNvSpPr/>
            <p:nvPr/>
          </p:nvSpPr>
          <p:spPr>
            <a:xfrm>
              <a:off x="-1" y="360979"/>
              <a:ext cx="1888328" cy="566417"/>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60957" tIns="60957" rIns="60957" bIns="60957" numCol="1" anchor="t">
              <a:spAutoFit/>
            </a:bodyPr>
            <a:lstStyle>
              <a:lvl1pPr defTabSz="1219261">
                <a:spcBef>
                  <a:spcPts val="1100"/>
                </a:spcBef>
                <a:defRPr sz="3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TEXTO</a:t>
              </a:r>
            </a:p>
          </p:txBody>
        </p:sp>
      </p:grpSp>
      <p:sp>
        <p:nvSpPr>
          <p:cNvPr id="6116" name="Shape 6116"/>
          <p:cNvSpPr/>
          <p:nvPr/>
        </p:nvSpPr>
        <p:spPr>
          <a:xfrm>
            <a:off x="11095633" y="3697022"/>
            <a:ext cx="1888327" cy="6883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lvl1pPr defTabSz="1219261">
              <a:spcBef>
                <a:spcPts val="1100"/>
              </a:spcBef>
              <a:defRPr sz="3000">
                <a:solidFill>
                  <a:srgbClr val="FFFFFF"/>
                </a:solidFill>
                <a:latin typeface="Raleway SemiBold"/>
                <a:ea typeface="Raleway SemiBold"/>
                <a:cs typeface="Raleway SemiBold"/>
                <a:sym typeface="Raleway SemiBold"/>
              </a:defRPr>
            </a:lvl1pPr>
          </a:lstStyle>
          <a:p>
            <a:pPr>
              <a:defRPr>
                <a:solidFill>
                  <a:srgbClr val="000000"/>
                </a:solidFill>
              </a:defRPr>
            </a:pPr>
            <a:r>
              <a:rPr>
                <a:solidFill>
                  <a:srgbClr val="FFFFFF"/>
                </a:solidFill>
              </a:rP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6100"/>
                                        </p:tgtEl>
                                        <p:attrNameLst>
                                          <p:attrName>style.visibility</p:attrName>
                                        </p:attrNameLst>
                                      </p:cBhvr>
                                      <p:to>
                                        <p:strVal val="visible"/>
                                      </p:to>
                                    </p:set>
                                    <p:anim calcmode="lin" valueType="num">
                                      <p:cBhvr>
                                        <p:cTn id="7" dur="500" fill="hold"/>
                                        <p:tgtEl>
                                          <p:spTgt spid="6100"/>
                                        </p:tgtEl>
                                        <p:attrNameLst>
                                          <p:attrName>ppt_w</p:attrName>
                                        </p:attrNameLst>
                                      </p:cBhvr>
                                      <p:tavLst>
                                        <p:tav tm="0">
                                          <p:val>
                                            <p:fltVal val="0"/>
                                          </p:val>
                                        </p:tav>
                                        <p:tav tm="100000">
                                          <p:val>
                                            <p:strVal val="#ppt_w"/>
                                          </p:val>
                                        </p:tav>
                                      </p:tavLst>
                                    </p:anim>
                                    <p:anim calcmode="lin" valueType="num">
                                      <p:cBhvr>
                                        <p:cTn id="8" dur="500" fill="hold"/>
                                        <p:tgtEl>
                                          <p:spTgt spid="6100"/>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6101"/>
                                        </p:tgtEl>
                                        <p:attrNameLst>
                                          <p:attrName>style.visibility</p:attrName>
                                        </p:attrNameLst>
                                      </p:cBhvr>
                                      <p:to>
                                        <p:strVal val="visible"/>
                                      </p:to>
                                    </p:set>
                                    <p:anim calcmode="lin" valueType="num">
                                      <p:cBhvr>
                                        <p:cTn id="12" dur="500" fill="hold"/>
                                        <p:tgtEl>
                                          <p:spTgt spid="6101"/>
                                        </p:tgtEl>
                                        <p:attrNameLst>
                                          <p:attrName>ppt_w</p:attrName>
                                        </p:attrNameLst>
                                      </p:cBhvr>
                                      <p:tavLst>
                                        <p:tav tm="0">
                                          <p:val>
                                            <p:fltVal val="0"/>
                                          </p:val>
                                        </p:tav>
                                        <p:tav tm="100000">
                                          <p:val>
                                            <p:strVal val="#ppt_w"/>
                                          </p:val>
                                        </p:tav>
                                      </p:tavLst>
                                    </p:anim>
                                    <p:anim calcmode="lin" valueType="num">
                                      <p:cBhvr>
                                        <p:cTn id="13" dur="500" fill="hold"/>
                                        <p:tgtEl>
                                          <p:spTgt spid="6101"/>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6102"/>
                                        </p:tgtEl>
                                        <p:attrNameLst>
                                          <p:attrName>style.visibility</p:attrName>
                                        </p:attrNameLst>
                                      </p:cBhvr>
                                      <p:to>
                                        <p:strVal val="visible"/>
                                      </p:to>
                                    </p:set>
                                    <p:anim calcmode="lin" valueType="num">
                                      <p:cBhvr>
                                        <p:cTn id="17" dur="500" fill="hold"/>
                                        <p:tgtEl>
                                          <p:spTgt spid="6102"/>
                                        </p:tgtEl>
                                        <p:attrNameLst>
                                          <p:attrName>ppt_w</p:attrName>
                                        </p:attrNameLst>
                                      </p:cBhvr>
                                      <p:tavLst>
                                        <p:tav tm="0">
                                          <p:val>
                                            <p:fltVal val="0"/>
                                          </p:val>
                                        </p:tav>
                                        <p:tav tm="100000">
                                          <p:val>
                                            <p:strVal val="#ppt_w"/>
                                          </p:val>
                                        </p:tav>
                                      </p:tavLst>
                                    </p:anim>
                                    <p:anim calcmode="lin" valueType="num">
                                      <p:cBhvr>
                                        <p:cTn id="18" dur="500" fill="hold"/>
                                        <p:tgtEl>
                                          <p:spTgt spid="6102"/>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6103"/>
                                        </p:tgtEl>
                                        <p:attrNameLst>
                                          <p:attrName>style.visibility</p:attrName>
                                        </p:attrNameLst>
                                      </p:cBhvr>
                                      <p:to>
                                        <p:strVal val="visible"/>
                                      </p:to>
                                    </p:set>
                                    <p:anim calcmode="lin" valueType="num">
                                      <p:cBhvr>
                                        <p:cTn id="22" dur="500" fill="hold"/>
                                        <p:tgtEl>
                                          <p:spTgt spid="6103"/>
                                        </p:tgtEl>
                                        <p:attrNameLst>
                                          <p:attrName>ppt_w</p:attrName>
                                        </p:attrNameLst>
                                      </p:cBhvr>
                                      <p:tavLst>
                                        <p:tav tm="0">
                                          <p:val>
                                            <p:fltVal val="0"/>
                                          </p:val>
                                        </p:tav>
                                        <p:tav tm="100000">
                                          <p:val>
                                            <p:strVal val="#ppt_w"/>
                                          </p:val>
                                        </p:tav>
                                      </p:tavLst>
                                    </p:anim>
                                    <p:anim calcmode="lin" valueType="num">
                                      <p:cBhvr>
                                        <p:cTn id="23" dur="500" fill="hold"/>
                                        <p:tgtEl>
                                          <p:spTgt spid="6103"/>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6115"/>
                                        </p:tgtEl>
                                        <p:attrNameLst>
                                          <p:attrName>style.visibility</p:attrName>
                                        </p:attrNameLst>
                                      </p:cBhvr>
                                      <p:to>
                                        <p:strVal val="visible"/>
                                      </p:to>
                                    </p:set>
                                    <p:anim calcmode="lin" valueType="num">
                                      <p:cBhvr>
                                        <p:cTn id="27" dur="500" fill="hold"/>
                                        <p:tgtEl>
                                          <p:spTgt spid="6115"/>
                                        </p:tgtEl>
                                        <p:attrNameLst>
                                          <p:attrName>ppt_w</p:attrName>
                                        </p:attrNameLst>
                                      </p:cBhvr>
                                      <p:tavLst>
                                        <p:tav tm="0">
                                          <p:val>
                                            <p:fltVal val="0"/>
                                          </p:val>
                                        </p:tav>
                                        <p:tav tm="100000">
                                          <p:val>
                                            <p:strVal val="#ppt_w"/>
                                          </p:val>
                                        </p:tav>
                                      </p:tavLst>
                                    </p:anim>
                                    <p:anim calcmode="lin" valueType="num">
                                      <p:cBhvr>
                                        <p:cTn id="28" dur="500" fill="hold"/>
                                        <p:tgtEl>
                                          <p:spTgt spid="6115"/>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6112"/>
                                        </p:tgtEl>
                                        <p:attrNameLst>
                                          <p:attrName>style.visibility</p:attrName>
                                        </p:attrNameLst>
                                      </p:cBhvr>
                                      <p:to>
                                        <p:strVal val="visible"/>
                                      </p:to>
                                    </p:set>
                                    <p:anim calcmode="lin" valueType="num">
                                      <p:cBhvr>
                                        <p:cTn id="32" dur="500" fill="hold"/>
                                        <p:tgtEl>
                                          <p:spTgt spid="6112"/>
                                        </p:tgtEl>
                                        <p:attrNameLst>
                                          <p:attrName>ppt_w</p:attrName>
                                        </p:attrNameLst>
                                      </p:cBhvr>
                                      <p:tavLst>
                                        <p:tav tm="0">
                                          <p:val>
                                            <p:fltVal val="0"/>
                                          </p:val>
                                        </p:tav>
                                        <p:tav tm="100000">
                                          <p:val>
                                            <p:strVal val="#ppt_w"/>
                                          </p:val>
                                        </p:tav>
                                      </p:tavLst>
                                    </p:anim>
                                    <p:anim calcmode="lin" valueType="num">
                                      <p:cBhvr>
                                        <p:cTn id="33" dur="500" fill="hold"/>
                                        <p:tgtEl>
                                          <p:spTgt spid="6112"/>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Class="entr" nodeType="afterEffect" presetSubtype="16" presetID="23" grpId="7" fill="hold">
                                  <p:stCondLst>
                                    <p:cond delay="0"/>
                                  </p:stCondLst>
                                  <p:iterate type="el" backwards="0">
                                    <p:tmAbs val="0"/>
                                  </p:iterate>
                                  <p:childTnLst>
                                    <p:set>
                                      <p:cBhvr>
                                        <p:cTn id="36" fill="hold"/>
                                        <p:tgtEl>
                                          <p:spTgt spid="6109"/>
                                        </p:tgtEl>
                                        <p:attrNameLst>
                                          <p:attrName>style.visibility</p:attrName>
                                        </p:attrNameLst>
                                      </p:cBhvr>
                                      <p:to>
                                        <p:strVal val="visible"/>
                                      </p:to>
                                    </p:set>
                                    <p:anim calcmode="lin" valueType="num">
                                      <p:cBhvr>
                                        <p:cTn id="37" dur="500" fill="hold"/>
                                        <p:tgtEl>
                                          <p:spTgt spid="6109"/>
                                        </p:tgtEl>
                                        <p:attrNameLst>
                                          <p:attrName>ppt_w</p:attrName>
                                        </p:attrNameLst>
                                      </p:cBhvr>
                                      <p:tavLst>
                                        <p:tav tm="0">
                                          <p:val>
                                            <p:fltVal val="0"/>
                                          </p:val>
                                        </p:tav>
                                        <p:tav tm="100000">
                                          <p:val>
                                            <p:strVal val="#ppt_w"/>
                                          </p:val>
                                        </p:tav>
                                      </p:tavLst>
                                    </p:anim>
                                    <p:anim calcmode="lin" valueType="num">
                                      <p:cBhvr>
                                        <p:cTn id="38" dur="500" fill="hold"/>
                                        <p:tgtEl>
                                          <p:spTgt spid="6109"/>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Class="entr" nodeType="afterEffect" presetSubtype="16" presetID="23" grpId="8" fill="hold">
                                  <p:stCondLst>
                                    <p:cond delay="0"/>
                                  </p:stCondLst>
                                  <p:iterate type="el" backwards="0">
                                    <p:tmAbs val="0"/>
                                  </p:iterate>
                                  <p:childTnLst>
                                    <p:set>
                                      <p:cBhvr>
                                        <p:cTn id="41" fill="hold"/>
                                        <p:tgtEl>
                                          <p:spTgt spid="6106"/>
                                        </p:tgtEl>
                                        <p:attrNameLst>
                                          <p:attrName>style.visibility</p:attrName>
                                        </p:attrNameLst>
                                      </p:cBhvr>
                                      <p:to>
                                        <p:strVal val="visible"/>
                                      </p:to>
                                    </p:set>
                                    <p:anim calcmode="lin" valueType="num">
                                      <p:cBhvr>
                                        <p:cTn id="42" dur="500" fill="hold"/>
                                        <p:tgtEl>
                                          <p:spTgt spid="6106"/>
                                        </p:tgtEl>
                                        <p:attrNameLst>
                                          <p:attrName>ppt_w</p:attrName>
                                        </p:attrNameLst>
                                      </p:cBhvr>
                                      <p:tavLst>
                                        <p:tav tm="0">
                                          <p:val>
                                            <p:fltVal val="0"/>
                                          </p:val>
                                        </p:tav>
                                        <p:tav tm="100000">
                                          <p:val>
                                            <p:strVal val="#ppt_w"/>
                                          </p:val>
                                        </p:tav>
                                      </p:tavLst>
                                    </p:anim>
                                    <p:anim calcmode="lin" valueType="num">
                                      <p:cBhvr>
                                        <p:cTn id="43" dur="500" fill="hold"/>
                                        <p:tgtEl>
                                          <p:spTgt spid="6106"/>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Class="entr" nodeType="afterEffect" presetID="9" grpId="9" fill="hold">
                                  <p:stCondLst>
                                    <p:cond delay="0"/>
                                  </p:stCondLst>
                                  <p:iterate type="el" backwards="0">
                                    <p:tmAbs val="0"/>
                                  </p:iterate>
                                  <p:childTnLst>
                                    <p:set>
                                      <p:cBhvr>
                                        <p:cTn id="46" fill="hold"/>
                                        <p:tgtEl>
                                          <p:spTgt spid="6116"/>
                                        </p:tgtEl>
                                        <p:attrNameLst>
                                          <p:attrName>style.visibility</p:attrName>
                                        </p:attrNameLst>
                                      </p:cBhvr>
                                      <p:to>
                                        <p:strVal val="visible"/>
                                      </p:to>
                                    </p:set>
                                    <p:animEffect filter="dissolve" transition="in">
                                      <p:cBhvr>
                                        <p:cTn id="47" dur="500"/>
                                        <p:tgtEl>
                                          <p:spTgt spid="61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115" grpId="5"/>
      <p:bldP build="whole" bldLvl="1" animBg="1" rev="0" advAuto="0" spid="6103" grpId="4"/>
      <p:bldP build="whole" bldLvl="1" animBg="1" rev="0" advAuto="0" spid="6101" grpId="2"/>
      <p:bldP build="whole" bldLvl="1" animBg="1" rev="0" advAuto="0" spid="6116" grpId="9"/>
      <p:bldP build="whole" bldLvl="1" animBg="1" rev="0" advAuto="0" spid="6112" grpId="6"/>
      <p:bldP build="whole" bldLvl="1" animBg="1" rev="0" advAuto="0" spid="6102" grpId="3"/>
      <p:bldP build="whole" bldLvl="1" animBg="1" rev="0" advAuto="0" spid="6109" grpId="7"/>
      <p:bldP build="whole" bldLvl="1" animBg="1" rev="0" advAuto="0" spid="6106" grpId="8"/>
      <p:bldP build="whole" bldLvl="1" animBg="1" rev="0" advAuto="0" spid="6100" grpId="1"/>
    </p:bldLst>
  </p:timing>
</p:sld>
</file>

<file path=ppt/slides/slide16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18" name="Shape 6118"/>
          <p:cNvSpPr/>
          <p:nvPr/>
        </p:nvSpPr>
        <p:spPr>
          <a:xfrm>
            <a:off x="353841" y="681483"/>
            <a:ext cx="63836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Gráficas editables</a:t>
            </a:r>
          </a:p>
          <a:p>
            <a:pPr algn="l" defTabSz="825500">
              <a:lnSpc>
                <a:spcPct val="90000"/>
              </a:lnSpc>
              <a:defRPr spc="-50" sz="2500">
                <a:latin typeface="Raleway SemiBold"/>
                <a:ea typeface="Raleway SemiBold"/>
                <a:cs typeface="Raleway SemiBold"/>
                <a:sym typeface="Raleway SemiBold"/>
              </a:defRPr>
            </a:pPr>
            <a:r>
              <a:t>Puedes cambiar el color de todo y los datos</a:t>
            </a:r>
          </a:p>
        </p:txBody>
      </p:sp>
      <p:sp>
        <p:nvSpPr>
          <p:cNvPr id="6119" name="Shape 6119"/>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6120" name="Chart 6120"/>
          <p:cNvGraphicFramePr/>
          <p:nvPr/>
        </p:nvGraphicFramePr>
        <p:xfrm>
          <a:off x="952500" y="3624680"/>
          <a:ext cx="12435781" cy="7277101"/>
        </p:xfrm>
        <a:graphic xmlns:a="http://schemas.openxmlformats.org/drawingml/2006/main">
          <a:graphicData uri="http://schemas.openxmlformats.org/drawingml/2006/chart">
            <c:chart xmlns:c="http://schemas.openxmlformats.org/drawingml/2006/chart" r:id="rId2"/>
          </a:graphicData>
        </a:graphic>
      </p:graphicFrame>
      <p:sp>
        <p:nvSpPr>
          <p:cNvPr id="6121" name="Shape 6121"/>
          <p:cNvSpPr/>
          <p:nvPr/>
        </p:nvSpPr>
        <p:spPr>
          <a:xfrm>
            <a:off x="15080710" y="4815871"/>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6122" name="Shape 6122"/>
          <p:cNvSpPr/>
          <p:nvPr/>
        </p:nvSpPr>
        <p:spPr>
          <a:xfrm>
            <a:off x="15080710" y="5529547"/>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123" name="Shape 6123"/>
          <p:cNvSpPr/>
          <p:nvPr/>
        </p:nvSpPr>
        <p:spPr>
          <a:xfrm>
            <a:off x="15080710" y="550827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6124" name="Shape 6124"/>
          <p:cNvSpPr/>
          <p:nvPr/>
        </p:nvSpPr>
        <p:spPr>
          <a:xfrm>
            <a:off x="15080710" y="6479571"/>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6125" name="Shape 6125"/>
          <p:cNvSpPr/>
          <p:nvPr/>
        </p:nvSpPr>
        <p:spPr>
          <a:xfrm>
            <a:off x="15080710" y="7193247"/>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126" name="Shape 6126"/>
          <p:cNvSpPr/>
          <p:nvPr/>
        </p:nvSpPr>
        <p:spPr>
          <a:xfrm>
            <a:off x="15080710" y="717197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
        <p:nvSpPr>
          <p:cNvPr id="6127" name="Shape 6127"/>
          <p:cNvSpPr/>
          <p:nvPr/>
        </p:nvSpPr>
        <p:spPr>
          <a:xfrm>
            <a:off x="15080710" y="8143271"/>
            <a:ext cx="1249376" cy="6527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200">
                <a:solidFill>
                  <a:srgbClr val="0A0A0A"/>
                </a:solidFill>
                <a:latin typeface="Raleway Bold"/>
                <a:ea typeface="Raleway Bold"/>
                <a:cs typeface="Raleway Bold"/>
                <a:sym typeface="Raleway Bold"/>
              </a:defRPr>
            </a:lvl1pPr>
          </a:lstStyle>
          <a:p>
            <a:pPr>
              <a:defRPr sz="3600">
                <a:latin typeface="Calibri"/>
                <a:ea typeface="Calibri"/>
                <a:cs typeface="Calibri"/>
                <a:sym typeface="Calibri"/>
              </a:defRPr>
            </a:pPr>
            <a:r>
              <a:rPr sz="3200">
                <a:latin typeface="Raleway Bold"/>
                <a:ea typeface="Raleway Bold"/>
                <a:cs typeface="Raleway Bold"/>
                <a:sym typeface="Raleway Bold"/>
              </a:rPr>
              <a:t>Texto</a:t>
            </a:r>
          </a:p>
        </p:txBody>
      </p:sp>
      <p:sp>
        <p:nvSpPr>
          <p:cNvPr id="6128" name="Shape 6128"/>
          <p:cNvSpPr/>
          <p:nvPr/>
        </p:nvSpPr>
        <p:spPr>
          <a:xfrm>
            <a:off x="15080710" y="8856947"/>
            <a:ext cx="5558911"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algn="l" defTabSz="914400">
              <a:defRPr sz="2800">
                <a:solidFill>
                  <a:srgbClr val="6C6C6C"/>
                </a:solidFill>
                <a:latin typeface="Calibri"/>
                <a:ea typeface="Calibri"/>
                <a:cs typeface="Calibri"/>
                <a:sym typeface="Calibri"/>
              </a:defRPr>
            </a:lvl1pPr>
          </a:lstStyle>
          <a:p>
            <a:pPr>
              <a:defRPr sz="3600">
                <a:solidFill>
                  <a:srgbClr val="0A0A0A"/>
                </a:solidFill>
              </a:defRPr>
            </a:pPr>
            <a:r>
              <a:rPr sz="2800">
                <a:solidFill>
                  <a:srgbClr val="6C6C6C"/>
                </a:solidFill>
              </a:rPr>
              <a:t>Descripción</a:t>
            </a:r>
          </a:p>
        </p:txBody>
      </p:sp>
      <p:sp>
        <p:nvSpPr>
          <p:cNvPr id="6129" name="Shape 6129"/>
          <p:cNvSpPr/>
          <p:nvPr/>
        </p:nvSpPr>
        <p:spPr>
          <a:xfrm>
            <a:off x="15080710" y="8835673"/>
            <a:ext cx="3096001" cy="1"/>
          </a:xfrm>
          <a:prstGeom prst="line">
            <a:avLst/>
          </a:prstGeom>
          <a:ln w="38100">
            <a:solidFill>
              <a:srgbClr val="2F5379"/>
            </a:solidFill>
            <a:miter/>
          </a:ln>
        </p:spPr>
        <p:txBody>
          <a:bodyPr tIns="91439" bIns="91439"/>
          <a:lstStyle/>
          <a:p>
            <a:pPr algn="l" defTabSz="457200">
              <a:defRPr sz="2400">
                <a:latin typeface="Helvetica"/>
                <a:ea typeface="Helvetica"/>
                <a:cs typeface="Helvetica"/>
                <a:sym typeface="Helvetica"/>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6121"/>
                                        </p:tgtEl>
                                        <p:attrNameLst>
                                          <p:attrName>style.visibility</p:attrName>
                                        </p:attrNameLst>
                                      </p:cBhvr>
                                      <p:to>
                                        <p:strVal val="visible"/>
                                      </p:to>
                                    </p:set>
                                    <p:animEffect filter="dissolve" transition="in">
                                      <p:cBhvr>
                                        <p:cTn id="7" dur="500"/>
                                        <p:tgtEl>
                                          <p:spTgt spid="6121"/>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6122"/>
                                        </p:tgtEl>
                                        <p:attrNameLst>
                                          <p:attrName>style.visibility</p:attrName>
                                        </p:attrNameLst>
                                      </p:cBhvr>
                                      <p:to>
                                        <p:strVal val="visible"/>
                                      </p:to>
                                    </p:set>
                                    <p:animEffect filter="dissolve" transition="in">
                                      <p:cBhvr>
                                        <p:cTn id="11" dur="500"/>
                                        <p:tgtEl>
                                          <p:spTgt spid="6122"/>
                                        </p:tgtEl>
                                      </p:cBhvr>
                                    </p:animEffect>
                                  </p:childTnLst>
                                </p:cTn>
                              </p:par>
                            </p:childTnLst>
                          </p:cTn>
                        </p:par>
                        <p:par>
                          <p:cTn id="12" fill="hold">
                            <p:stCondLst>
                              <p:cond delay="1000"/>
                            </p:stCondLst>
                            <p:childTnLst>
                              <p:par>
                                <p:cTn id="13" presetClass="entr" nodeType="afterEffect" presetSubtype="8" presetID="22" grpId="3" fill="hold">
                                  <p:stCondLst>
                                    <p:cond delay="0"/>
                                  </p:stCondLst>
                                  <p:iterate type="el" backwards="0">
                                    <p:tmAbs val="0"/>
                                  </p:iterate>
                                  <p:childTnLst>
                                    <p:set>
                                      <p:cBhvr>
                                        <p:cTn id="14" fill="hold"/>
                                        <p:tgtEl>
                                          <p:spTgt spid="6123"/>
                                        </p:tgtEl>
                                        <p:attrNameLst>
                                          <p:attrName>style.visibility</p:attrName>
                                        </p:attrNameLst>
                                      </p:cBhvr>
                                      <p:to>
                                        <p:strVal val="visible"/>
                                      </p:to>
                                    </p:set>
                                    <p:animEffect filter="wipe(left)" transition="in">
                                      <p:cBhvr>
                                        <p:cTn id="15" dur="500"/>
                                        <p:tgtEl>
                                          <p:spTgt spid="6123"/>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6124"/>
                                        </p:tgtEl>
                                        <p:attrNameLst>
                                          <p:attrName>style.visibility</p:attrName>
                                        </p:attrNameLst>
                                      </p:cBhvr>
                                      <p:to>
                                        <p:strVal val="visible"/>
                                      </p:to>
                                    </p:set>
                                    <p:animEffect filter="dissolve" transition="in">
                                      <p:cBhvr>
                                        <p:cTn id="19" dur="500"/>
                                        <p:tgtEl>
                                          <p:spTgt spid="6124"/>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6125"/>
                                        </p:tgtEl>
                                        <p:attrNameLst>
                                          <p:attrName>style.visibility</p:attrName>
                                        </p:attrNameLst>
                                      </p:cBhvr>
                                      <p:to>
                                        <p:strVal val="visible"/>
                                      </p:to>
                                    </p:set>
                                    <p:animEffect filter="dissolve" transition="in">
                                      <p:cBhvr>
                                        <p:cTn id="23" dur="500"/>
                                        <p:tgtEl>
                                          <p:spTgt spid="6125"/>
                                        </p:tgtEl>
                                      </p:cBhvr>
                                    </p:animEffect>
                                  </p:childTnLst>
                                </p:cTn>
                              </p:par>
                            </p:childTnLst>
                          </p:cTn>
                        </p:par>
                        <p:par>
                          <p:cTn id="24" fill="hold">
                            <p:stCondLst>
                              <p:cond delay="2500"/>
                            </p:stCondLst>
                            <p:childTnLst>
                              <p:par>
                                <p:cTn id="25" presetClass="entr" nodeType="afterEffect" presetSubtype="8" presetID="22" grpId="6" fill="hold">
                                  <p:stCondLst>
                                    <p:cond delay="0"/>
                                  </p:stCondLst>
                                  <p:iterate type="el" backwards="0">
                                    <p:tmAbs val="0"/>
                                  </p:iterate>
                                  <p:childTnLst>
                                    <p:set>
                                      <p:cBhvr>
                                        <p:cTn id="26" fill="hold"/>
                                        <p:tgtEl>
                                          <p:spTgt spid="6126"/>
                                        </p:tgtEl>
                                        <p:attrNameLst>
                                          <p:attrName>style.visibility</p:attrName>
                                        </p:attrNameLst>
                                      </p:cBhvr>
                                      <p:to>
                                        <p:strVal val="visible"/>
                                      </p:to>
                                    </p:set>
                                    <p:animEffect filter="wipe(left)" transition="in">
                                      <p:cBhvr>
                                        <p:cTn id="27" dur="500"/>
                                        <p:tgtEl>
                                          <p:spTgt spid="6126"/>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6127"/>
                                        </p:tgtEl>
                                        <p:attrNameLst>
                                          <p:attrName>style.visibility</p:attrName>
                                        </p:attrNameLst>
                                      </p:cBhvr>
                                      <p:to>
                                        <p:strVal val="visible"/>
                                      </p:to>
                                    </p:set>
                                    <p:animEffect filter="dissolve" transition="in">
                                      <p:cBhvr>
                                        <p:cTn id="31" dur="500"/>
                                        <p:tgtEl>
                                          <p:spTgt spid="6127"/>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6128"/>
                                        </p:tgtEl>
                                        <p:attrNameLst>
                                          <p:attrName>style.visibility</p:attrName>
                                        </p:attrNameLst>
                                      </p:cBhvr>
                                      <p:to>
                                        <p:strVal val="visible"/>
                                      </p:to>
                                    </p:set>
                                    <p:animEffect filter="dissolve" transition="in">
                                      <p:cBhvr>
                                        <p:cTn id="35" dur="500"/>
                                        <p:tgtEl>
                                          <p:spTgt spid="6128"/>
                                        </p:tgtEl>
                                      </p:cBhvr>
                                    </p:animEffect>
                                  </p:childTnLst>
                                </p:cTn>
                              </p:par>
                            </p:childTnLst>
                          </p:cTn>
                        </p:par>
                        <p:par>
                          <p:cTn id="36" fill="hold">
                            <p:stCondLst>
                              <p:cond delay="4000"/>
                            </p:stCondLst>
                            <p:childTnLst>
                              <p:par>
                                <p:cTn id="37" presetClass="entr" nodeType="afterEffect" presetSubtype="8" presetID="22" grpId="9" fill="hold">
                                  <p:stCondLst>
                                    <p:cond delay="0"/>
                                  </p:stCondLst>
                                  <p:iterate type="el" backwards="0">
                                    <p:tmAbs val="0"/>
                                  </p:iterate>
                                  <p:childTnLst>
                                    <p:set>
                                      <p:cBhvr>
                                        <p:cTn id="38" fill="hold"/>
                                        <p:tgtEl>
                                          <p:spTgt spid="6129"/>
                                        </p:tgtEl>
                                        <p:attrNameLst>
                                          <p:attrName>style.visibility</p:attrName>
                                        </p:attrNameLst>
                                      </p:cBhvr>
                                      <p:to>
                                        <p:strVal val="visible"/>
                                      </p:to>
                                    </p:set>
                                    <p:animEffect filter="wipe(left)" transition="in">
                                      <p:cBhvr>
                                        <p:cTn id="39" dur="500"/>
                                        <p:tgtEl>
                                          <p:spTgt spid="61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128" grpId="8"/>
      <p:bldP build="whole" bldLvl="1" animBg="1" rev="0" advAuto="0" spid="6127" grpId="7"/>
      <p:bldP build="whole" bldLvl="1" animBg="1" rev="0" advAuto="0" spid="6123" grpId="3"/>
      <p:bldP build="whole" bldLvl="1" animBg="1" rev="0" advAuto="0" spid="6122" grpId="2"/>
      <p:bldP build="whole" bldLvl="1" animBg="1" rev="0" advAuto="0" spid="6121" grpId="1"/>
      <p:bldP build="whole" bldLvl="1" animBg="1" rev="0" advAuto="0" spid="6124" grpId="4"/>
      <p:bldP build="whole" bldLvl="1" animBg="1" rev="0" advAuto="0" spid="6125" grpId="5"/>
      <p:bldP build="whole" bldLvl="1" animBg="1" rev="0" advAuto="0" spid="6129" grpId="9"/>
      <p:bldP build="whole" bldLvl="1" animBg="1" rev="0" advAuto="0" spid="6126" grpId="6"/>
    </p:bldLst>
  </p:timing>
</p:sld>
</file>

<file path=ppt/slides/slide16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31" name="Shape 6131"/>
          <p:cNvSpPr/>
          <p:nvPr/>
        </p:nvSpPr>
        <p:spPr>
          <a:xfrm>
            <a:off x="353841" y="681483"/>
            <a:ext cx="63836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Gráficas editables</a:t>
            </a:r>
          </a:p>
          <a:p>
            <a:pPr algn="l" defTabSz="825500">
              <a:lnSpc>
                <a:spcPct val="90000"/>
              </a:lnSpc>
              <a:defRPr spc="-50" sz="2500">
                <a:latin typeface="Raleway SemiBold"/>
                <a:ea typeface="Raleway SemiBold"/>
                <a:cs typeface="Raleway SemiBold"/>
                <a:sym typeface="Raleway SemiBold"/>
              </a:defRPr>
            </a:pPr>
            <a:r>
              <a:t>Puedes cambiar el color de todo y los datos</a:t>
            </a:r>
          </a:p>
        </p:txBody>
      </p:sp>
      <p:sp>
        <p:nvSpPr>
          <p:cNvPr id="6132" name="Shape 613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6133" name="Chart 6133"/>
          <p:cNvGraphicFramePr/>
          <p:nvPr/>
        </p:nvGraphicFramePr>
        <p:xfrm>
          <a:off x="1650454" y="2825750"/>
          <a:ext cx="21069846" cy="8870950"/>
        </p:xfrm>
        <a:graphic xmlns:a="http://schemas.openxmlformats.org/drawingml/2006/main">
          <a:graphicData uri="http://schemas.openxmlformats.org/drawingml/2006/chart">
            <c:chart xmlns:c="http://schemas.openxmlformats.org/drawingml/2006/chart" r:id="rId2"/>
          </a:graphicData>
        </a:graphic>
      </p:graphicFrame>
    </p:spTree>
  </p:cSld>
  <p:clrMapOvr>
    <a:masterClrMapping/>
  </p:clrMapOvr>
  <p:transition xmlns:p14="http://schemas.microsoft.com/office/powerpoint/2010/main" spd="med" advClick="1" p14:dur="1000"/>
</p:sld>
</file>

<file path=ppt/slides/slide16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35" name="Shape 6135"/>
          <p:cNvSpPr/>
          <p:nvPr/>
        </p:nvSpPr>
        <p:spPr>
          <a:xfrm>
            <a:off x="353841" y="681483"/>
            <a:ext cx="63836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Gráficas editables</a:t>
            </a:r>
          </a:p>
          <a:p>
            <a:pPr algn="l" defTabSz="825500">
              <a:lnSpc>
                <a:spcPct val="90000"/>
              </a:lnSpc>
              <a:defRPr spc="-50" sz="2500">
                <a:latin typeface="Raleway SemiBold"/>
                <a:ea typeface="Raleway SemiBold"/>
                <a:cs typeface="Raleway SemiBold"/>
                <a:sym typeface="Raleway SemiBold"/>
              </a:defRPr>
            </a:pPr>
            <a:r>
              <a:t>Puedes cambiar el color de todo y los datos</a:t>
            </a:r>
          </a:p>
        </p:txBody>
      </p:sp>
      <p:sp>
        <p:nvSpPr>
          <p:cNvPr id="6136" name="Shape 613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6137" name="Chart 6137"/>
          <p:cNvGraphicFramePr/>
          <p:nvPr/>
        </p:nvGraphicFramePr>
        <p:xfrm>
          <a:off x="8538815" y="3570336"/>
          <a:ext cx="6685059" cy="6685059"/>
        </p:xfrm>
        <a:graphic xmlns:a="http://schemas.openxmlformats.org/drawingml/2006/main">
          <a:graphicData uri="http://schemas.openxmlformats.org/drawingml/2006/chart">
            <c:chart xmlns:c="http://schemas.openxmlformats.org/drawingml/2006/chart" r:id="rId2"/>
          </a:graphicData>
        </a:graphic>
      </p:graphicFrame>
      <p:sp>
        <p:nvSpPr>
          <p:cNvPr id="6138" name="Shape 6138"/>
          <p:cNvSpPr/>
          <p:nvPr/>
        </p:nvSpPr>
        <p:spPr>
          <a:xfrm>
            <a:off x="16689387" y="4988157"/>
            <a:ext cx="1388353" cy="1388171"/>
          </a:xfrm>
          <a:prstGeom prst="ellipse">
            <a:avLst/>
          </a:prstGeom>
          <a:solidFill>
            <a:srgbClr val="16527E"/>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b="1" sz="2500">
                <a:solidFill>
                  <a:srgbClr val="FFFFFF"/>
                </a:solidFill>
                <a:latin typeface="Helvetica"/>
                <a:ea typeface="Helvetica"/>
                <a:cs typeface="Helvetica"/>
                <a:sym typeface="Helvetica"/>
              </a:defRPr>
            </a:lvl1pPr>
          </a:lstStyle>
          <a:p>
            <a:pPr/>
            <a:r>
              <a:t>icono</a:t>
            </a:r>
          </a:p>
        </p:txBody>
      </p:sp>
      <p:sp>
        <p:nvSpPr>
          <p:cNvPr id="6139" name="Shape 6139"/>
          <p:cNvSpPr/>
          <p:nvPr/>
        </p:nvSpPr>
        <p:spPr>
          <a:xfrm>
            <a:off x="16723675" y="7603429"/>
            <a:ext cx="1388353" cy="1388171"/>
          </a:xfrm>
          <a:prstGeom prst="ellipse">
            <a:avLst/>
          </a:prstGeom>
          <a:solidFill>
            <a:srgbClr val="397ECA"/>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6140" name="Shape 6140"/>
          <p:cNvSpPr/>
          <p:nvPr/>
        </p:nvSpPr>
        <p:spPr>
          <a:xfrm>
            <a:off x="6127639" y="5026292"/>
            <a:ext cx="1388353" cy="1388171"/>
          </a:xfrm>
          <a:prstGeom prst="ellipse">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1219261">
              <a:defRPr b="1" sz="2500">
                <a:solidFill>
                  <a:srgbClr val="FFFFFF"/>
                </a:solidFill>
                <a:latin typeface="Helvetica"/>
                <a:ea typeface="Helvetica"/>
                <a:cs typeface="Helvetica"/>
                <a:sym typeface="Helvetica"/>
              </a:defRPr>
            </a:lvl1pPr>
          </a:lstStyle>
          <a:p>
            <a:pPr/>
            <a:r>
              <a:t>icono</a:t>
            </a:r>
          </a:p>
        </p:txBody>
      </p:sp>
      <p:sp>
        <p:nvSpPr>
          <p:cNvPr id="6141" name="Shape 6141"/>
          <p:cNvSpPr/>
          <p:nvPr/>
        </p:nvSpPr>
        <p:spPr>
          <a:xfrm>
            <a:off x="6161928" y="7641565"/>
            <a:ext cx="1388353" cy="1388171"/>
          </a:xfrm>
          <a:prstGeom prst="ellipse">
            <a:avLst/>
          </a:prstGeom>
          <a:solidFill>
            <a:srgbClr val="029FDC"/>
          </a:solidFill>
          <a:ln w="12700">
            <a:miter lim="400000"/>
          </a:ln>
        </p:spPr>
        <p:txBody>
          <a:bodyPr lIns="45719" rIns="45719" anchor="ctr"/>
          <a:lstStyle/>
          <a:p>
            <a:pPr defTabSz="1219261">
              <a:defRPr sz="4800">
                <a:solidFill>
                  <a:srgbClr val="FFFFFF"/>
                </a:solidFill>
                <a:latin typeface="Helvetica"/>
                <a:ea typeface="Helvetica"/>
                <a:cs typeface="Helvetica"/>
                <a:sym typeface="Helvetica"/>
              </a:defRPr>
            </a:pPr>
          </a:p>
        </p:txBody>
      </p:sp>
      <p:sp>
        <p:nvSpPr>
          <p:cNvPr id="6142" name="Shape 6142"/>
          <p:cNvSpPr/>
          <p:nvPr/>
        </p:nvSpPr>
        <p:spPr>
          <a:xfrm>
            <a:off x="18164984" y="4468116"/>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l" defTabSz="1218984">
              <a:defRPr sz="3800">
                <a:solidFill>
                  <a:srgbClr val="53585F"/>
                </a:solidFill>
                <a:latin typeface="Raleway SemiBold"/>
                <a:ea typeface="Raleway SemiBold"/>
                <a:cs typeface="Raleway SemiBold"/>
                <a:sym typeface="Raleway SemiBold"/>
              </a:defRPr>
            </a:pPr>
            <a:r>
              <a:t>Título</a:t>
            </a:r>
          </a:p>
          <a:p>
            <a:pPr algn="l"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43" name="Shape 6143"/>
          <p:cNvSpPr/>
          <p:nvPr/>
        </p:nvSpPr>
        <p:spPr>
          <a:xfrm>
            <a:off x="18164984" y="7299324"/>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l" defTabSz="1218984">
              <a:defRPr sz="3800">
                <a:solidFill>
                  <a:srgbClr val="53585F"/>
                </a:solidFill>
                <a:latin typeface="Raleway SemiBold"/>
                <a:ea typeface="Raleway SemiBold"/>
                <a:cs typeface="Raleway SemiBold"/>
                <a:sym typeface="Raleway SemiBold"/>
              </a:defRPr>
            </a:pPr>
            <a:r>
              <a:t>Título</a:t>
            </a:r>
          </a:p>
          <a:p>
            <a:pPr algn="l"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44" name="Shape 6144"/>
          <p:cNvSpPr/>
          <p:nvPr/>
        </p:nvSpPr>
        <p:spPr>
          <a:xfrm>
            <a:off x="130984" y="7312024"/>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r" defTabSz="1218984">
              <a:defRPr sz="3800">
                <a:solidFill>
                  <a:srgbClr val="53585F"/>
                </a:solidFill>
                <a:latin typeface="Raleway SemiBold"/>
                <a:ea typeface="Raleway SemiBold"/>
                <a:cs typeface="Raleway SemiBold"/>
                <a:sym typeface="Raleway SemiBold"/>
              </a:defRPr>
            </a:pPr>
            <a:r>
              <a:t>Título</a:t>
            </a:r>
          </a:p>
          <a:p>
            <a:pPr algn="r"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45" name="Shape 6145"/>
          <p:cNvSpPr/>
          <p:nvPr/>
        </p:nvSpPr>
        <p:spPr>
          <a:xfrm>
            <a:off x="130984" y="4684051"/>
            <a:ext cx="5743833" cy="2072653"/>
          </a:xfrm>
          <a:prstGeom prst="rect">
            <a:avLst/>
          </a:prstGeom>
          <a:ln w="12700">
            <a:miter lim="400000"/>
          </a:ln>
          <a:extLst>
            <a:ext uri="{C572A759-6A51-4108-AA02-DFA0A04FC94B}">
              <ma14:wrappingTextBoxFlag xmlns:ma14="http://schemas.microsoft.com/office/mac/drawingml/2011/main" val="1"/>
            </a:ext>
          </a:extLst>
        </p:spPr>
        <p:txBody>
          <a:bodyPr lIns="121926" tIns="121926" rIns="121926" bIns="121926">
            <a:spAutoFit/>
          </a:bodyPr>
          <a:lstStyle/>
          <a:p>
            <a:pPr algn="r" defTabSz="1218984">
              <a:defRPr sz="3800">
                <a:solidFill>
                  <a:srgbClr val="53585F"/>
                </a:solidFill>
                <a:latin typeface="Raleway SemiBold"/>
                <a:ea typeface="Raleway SemiBold"/>
                <a:cs typeface="Raleway SemiBold"/>
                <a:sym typeface="Raleway SemiBold"/>
              </a:defRPr>
            </a:pPr>
            <a:r>
              <a:t>Título</a:t>
            </a:r>
          </a:p>
          <a:p>
            <a:pPr algn="r" defTabSz="1218984">
              <a:defRPr sz="4800">
                <a:solidFill>
                  <a:srgbClr val="53585F"/>
                </a:solidFill>
                <a:latin typeface="Raleway Regular"/>
                <a:ea typeface="Raleway Regular"/>
                <a:cs typeface="Raleway Regular"/>
                <a:sym typeface="Raleway Regular"/>
              </a:defRPr>
            </a:pPr>
            <a:r>
              <a:rPr sz="2800"/>
              <a:t>Jelly-o gingerbread oat cake pudding pastry biscuit tootsie roll. </a:t>
            </a:r>
          </a:p>
        </p:txBody>
      </p:sp>
      <p:sp>
        <p:nvSpPr>
          <p:cNvPr id="6146" name="Shape 6146"/>
          <p:cNvSpPr/>
          <p:nvPr/>
        </p:nvSpPr>
        <p:spPr>
          <a:xfrm>
            <a:off x="9283082" y="10558462"/>
            <a:ext cx="5192079"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algn="l" defTabSz="825500">
              <a:lnSpc>
                <a:spcPct val="90000"/>
              </a:lnSpc>
              <a:defRPr spc="-50" sz="2500">
                <a:latin typeface="Raleway SemiBold"/>
                <a:ea typeface="Raleway SemiBold"/>
                <a:cs typeface="Raleway SemiBold"/>
                <a:sym typeface="Raleway SemiBold"/>
              </a:defRPr>
            </a:lvl1pPr>
          </a:lstStyle>
          <a:p>
            <a:pPr/>
            <a:r>
              <a:t>Edita la gráfica haciendo doble clic</a:t>
            </a:r>
          </a:p>
        </p:txBody>
      </p:sp>
      <p:sp>
        <p:nvSpPr>
          <p:cNvPr id="6147" name="Shape 6147"/>
          <p:cNvSpPr/>
          <p:nvPr/>
        </p:nvSpPr>
        <p:spPr>
          <a:xfrm>
            <a:off x="6355008" y="8073712"/>
            <a:ext cx="100219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2500">
                <a:solidFill>
                  <a:srgbClr val="FFFFFF"/>
                </a:solidFill>
                <a:latin typeface="Helvetica"/>
                <a:ea typeface="Helvetica"/>
                <a:cs typeface="Helvetica"/>
                <a:sym typeface="Helvetica"/>
              </a:defRPr>
            </a:lvl1pPr>
          </a:lstStyle>
          <a:p>
            <a:pPr/>
            <a:r>
              <a:t>icono</a:t>
            </a:r>
          </a:p>
        </p:txBody>
      </p:sp>
      <p:sp>
        <p:nvSpPr>
          <p:cNvPr id="6148" name="Shape 6148"/>
          <p:cNvSpPr/>
          <p:nvPr/>
        </p:nvSpPr>
        <p:spPr>
          <a:xfrm>
            <a:off x="16916756" y="8035576"/>
            <a:ext cx="1002191"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1219261">
              <a:defRPr b="1" sz="2500">
                <a:solidFill>
                  <a:srgbClr val="FFFFFF"/>
                </a:solidFill>
                <a:latin typeface="Helvetica"/>
                <a:ea typeface="Helvetica"/>
                <a:cs typeface="Helvetica"/>
                <a:sym typeface="Helvetica"/>
              </a:defRPr>
            </a:lvl1pPr>
          </a:lstStyle>
          <a:p>
            <a:pPr/>
            <a:r>
              <a:t>icono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6137"/>
                                        </p:tgtEl>
                                        <p:attrNameLst>
                                          <p:attrName>style.visibility</p:attrName>
                                        </p:attrNameLst>
                                      </p:cBhvr>
                                      <p:to>
                                        <p:strVal val="visible"/>
                                      </p:to>
                                    </p:set>
                                    <p:animEffect filter="dissolve" transition="in">
                                      <p:cBhvr>
                                        <p:cTn id="7" dur="500"/>
                                        <p:tgtEl>
                                          <p:spTgt spid="6137"/>
                                        </p:tgtEl>
                                      </p:cBhvr>
                                    </p:animEffect>
                                  </p:childTnLst>
                                </p:cTn>
                              </p:par>
                            </p:childTnLst>
                          </p:cTn>
                        </p:par>
                        <p:par>
                          <p:cTn id="8" fill="hold">
                            <p:stCondLst>
                              <p:cond delay="500"/>
                            </p:stCondLst>
                            <p:childTnLst>
                              <p:par>
                                <p:cTn id="9" presetClass="entr" nodeType="afterEffect" presetSubtype="16" presetID="23" grpId="2" fill="hold">
                                  <p:stCondLst>
                                    <p:cond delay="0"/>
                                  </p:stCondLst>
                                  <p:iterate type="el" backwards="0">
                                    <p:tmAbs val="0"/>
                                  </p:iterate>
                                  <p:childTnLst>
                                    <p:set>
                                      <p:cBhvr>
                                        <p:cTn id="10" fill="hold"/>
                                        <p:tgtEl>
                                          <p:spTgt spid="6142"/>
                                        </p:tgtEl>
                                        <p:attrNameLst>
                                          <p:attrName>style.visibility</p:attrName>
                                        </p:attrNameLst>
                                      </p:cBhvr>
                                      <p:to>
                                        <p:strVal val="visible"/>
                                      </p:to>
                                    </p:set>
                                    <p:anim calcmode="lin" valueType="num">
                                      <p:cBhvr>
                                        <p:cTn id="11" dur="500" fill="hold"/>
                                        <p:tgtEl>
                                          <p:spTgt spid="6142"/>
                                        </p:tgtEl>
                                        <p:attrNameLst>
                                          <p:attrName>ppt_w</p:attrName>
                                        </p:attrNameLst>
                                      </p:cBhvr>
                                      <p:tavLst>
                                        <p:tav tm="0">
                                          <p:val>
                                            <p:fltVal val="0"/>
                                          </p:val>
                                        </p:tav>
                                        <p:tav tm="100000">
                                          <p:val>
                                            <p:strVal val="#ppt_w"/>
                                          </p:val>
                                        </p:tav>
                                      </p:tavLst>
                                    </p:anim>
                                    <p:anim calcmode="lin" valueType="num">
                                      <p:cBhvr>
                                        <p:cTn id="12" dur="500" fill="hold"/>
                                        <p:tgtEl>
                                          <p:spTgt spid="614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Class="entr" nodeType="afterEffect" presetSubtype="16" presetID="23" grpId="3" fill="hold">
                                  <p:stCondLst>
                                    <p:cond delay="0"/>
                                  </p:stCondLst>
                                  <p:iterate type="el" backwards="0">
                                    <p:tmAbs val="0"/>
                                  </p:iterate>
                                  <p:childTnLst>
                                    <p:set>
                                      <p:cBhvr>
                                        <p:cTn id="15" fill="hold"/>
                                        <p:tgtEl>
                                          <p:spTgt spid="6143"/>
                                        </p:tgtEl>
                                        <p:attrNameLst>
                                          <p:attrName>style.visibility</p:attrName>
                                        </p:attrNameLst>
                                      </p:cBhvr>
                                      <p:to>
                                        <p:strVal val="visible"/>
                                      </p:to>
                                    </p:set>
                                    <p:anim calcmode="lin" valueType="num">
                                      <p:cBhvr>
                                        <p:cTn id="16" dur="500" fill="hold"/>
                                        <p:tgtEl>
                                          <p:spTgt spid="6143"/>
                                        </p:tgtEl>
                                        <p:attrNameLst>
                                          <p:attrName>ppt_w</p:attrName>
                                        </p:attrNameLst>
                                      </p:cBhvr>
                                      <p:tavLst>
                                        <p:tav tm="0">
                                          <p:val>
                                            <p:fltVal val="0"/>
                                          </p:val>
                                        </p:tav>
                                        <p:tav tm="100000">
                                          <p:val>
                                            <p:strVal val="#ppt_w"/>
                                          </p:val>
                                        </p:tav>
                                      </p:tavLst>
                                    </p:anim>
                                    <p:anim calcmode="lin" valueType="num">
                                      <p:cBhvr>
                                        <p:cTn id="17" dur="500" fill="hold"/>
                                        <p:tgtEl>
                                          <p:spTgt spid="6143"/>
                                        </p:tgtEl>
                                        <p:attrNameLst>
                                          <p:attrName>ppt_h</p:attrName>
                                        </p:attrNameLst>
                                      </p:cBhvr>
                                      <p:tavLst>
                                        <p:tav tm="0">
                                          <p:val>
                                            <p:fltVal val="0"/>
                                          </p:val>
                                        </p:tav>
                                        <p:tav tm="100000">
                                          <p:val>
                                            <p:strVal val="#ppt_h"/>
                                          </p:val>
                                        </p:tav>
                                      </p:tavLst>
                                    </p:anim>
                                  </p:childTnLst>
                                </p:cTn>
                              </p:par>
                            </p:childTnLst>
                          </p:cTn>
                        </p:par>
                        <p:par>
                          <p:cTn id="18" fill="hold">
                            <p:stCondLst>
                              <p:cond delay="1500"/>
                            </p:stCondLst>
                            <p:childTnLst>
                              <p:par>
                                <p:cTn id="19" presetClass="entr" nodeType="afterEffect" presetSubtype="16" presetID="23" grpId="4" fill="hold">
                                  <p:stCondLst>
                                    <p:cond delay="0"/>
                                  </p:stCondLst>
                                  <p:iterate type="el" backwards="0">
                                    <p:tmAbs val="0"/>
                                  </p:iterate>
                                  <p:childTnLst>
                                    <p:set>
                                      <p:cBhvr>
                                        <p:cTn id="20" fill="hold"/>
                                        <p:tgtEl>
                                          <p:spTgt spid="6144"/>
                                        </p:tgtEl>
                                        <p:attrNameLst>
                                          <p:attrName>style.visibility</p:attrName>
                                        </p:attrNameLst>
                                      </p:cBhvr>
                                      <p:to>
                                        <p:strVal val="visible"/>
                                      </p:to>
                                    </p:set>
                                    <p:anim calcmode="lin" valueType="num">
                                      <p:cBhvr>
                                        <p:cTn id="21" dur="500" fill="hold"/>
                                        <p:tgtEl>
                                          <p:spTgt spid="6144"/>
                                        </p:tgtEl>
                                        <p:attrNameLst>
                                          <p:attrName>ppt_w</p:attrName>
                                        </p:attrNameLst>
                                      </p:cBhvr>
                                      <p:tavLst>
                                        <p:tav tm="0">
                                          <p:val>
                                            <p:fltVal val="0"/>
                                          </p:val>
                                        </p:tav>
                                        <p:tav tm="100000">
                                          <p:val>
                                            <p:strVal val="#ppt_w"/>
                                          </p:val>
                                        </p:tav>
                                      </p:tavLst>
                                    </p:anim>
                                    <p:anim calcmode="lin" valueType="num">
                                      <p:cBhvr>
                                        <p:cTn id="22" dur="500" fill="hold"/>
                                        <p:tgtEl>
                                          <p:spTgt spid="6144"/>
                                        </p:tgtEl>
                                        <p:attrNameLst>
                                          <p:attrName>ppt_h</p:attrName>
                                        </p:attrNameLst>
                                      </p:cBhvr>
                                      <p:tavLst>
                                        <p:tav tm="0">
                                          <p:val>
                                            <p:fltVal val="0"/>
                                          </p:val>
                                        </p:tav>
                                        <p:tav tm="100000">
                                          <p:val>
                                            <p:strVal val="#ppt_h"/>
                                          </p:val>
                                        </p:tav>
                                      </p:tavLst>
                                    </p:anim>
                                  </p:childTnLst>
                                </p:cTn>
                              </p:par>
                            </p:childTnLst>
                          </p:cTn>
                        </p:par>
                        <p:par>
                          <p:cTn id="23" fill="hold">
                            <p:stCondLst>
                              <p:cond delay="2000"/>
                            </p:stCondLst>
                            <p:childTnLst>
                              <p:par>
                                <p:cTn id="24" presetClass="entr" nodeType="afterEffect" presetSubtype="16" presetID="23" grpId="5" fill="hold">
                                  <p:stCondLst>
                                    <p:cond delay="0"/>
                                  </p:stCondLst>
                                  <p:iterate type="el" backwards="0">
                                    <p:tmAbs val="0"/>
                                  </p:iterate>
                                  <p:childTnLst>
                                    <p:set>
                                      <p:cBhvr>
                                        <p:cTn id="25" fill="hold"/>
                                        <p:tgtEl>
                                          <p:spTgt spid="6145"/>
                                        </p:tgtEl>
                                        <p:attrNameLst>
                                          <p:attrName>style.visibility</p:attrName>
                                        </p:attrNameLst>
                                      </p:cBhvr>
                                      <p:to>
                                        <p:strVal val="visible"/>
                                      </p:to>
                                    </p:set>
                                    <p:anim calcmode="lin" valueType="num">
                                      <p:cBhvr>
                                        <p:cTn id="26" dur="500" fill="hold"/>
                                        <p:tgtEl>
                                          <p:spTgt spid="6145"/>
                                        </p:tgtEl>
                                        <p:attrNameLst>
                                          <p:attrName>ppt_w</p:attrName>
                                        </p:attrNameLst>
                                      </p:cBhvr>
                                      <p:tavLst>
                                        <p:tav tm="0">
                                          <p:val>
                                            <p:fltVal val="0"/>
                                          </p:val>
                                        </p:tav>
                                        <p:tav tm="100000">
                                          <p:val>
                                            <p:strVal val="#ppt_w"/>
                                          </p:val>
                                        </p:tav>
                                      </p:tavLst>
                                    </p:anim>
                                    <p:anim calcmode="lin" valueType="num">
                                      <p:cBhvr>
                                        <p:cTn id="27" dur="500" fill="hold"/>
                                        <p:tgtEl>
                                          <p:spTgt spid="614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142" grpId="2"/>
      <p:bldP build="whole" bldLvl="1" animBg="1" rev="0" advAuto="0" spid="6143" grpId="3"/>
      <p:bldP build="whole" bldLvl="1" animBg="1" rev="0" advAuto="0" spid="6144" grpId="4"/>
      <p:bldP build="whole" bldLvl="1" animBg="1" rev="0" advAuto="0" spid="6137" grpId="1"/>
      <p:bldP build="whole" bldLvl="1" animBg="1" rev="0" advAuto="0" spid="6145" grpId="5"/>
    </p:bldLst>
  </p:timing>
</p:sld>
</file>

<file path=ppt/slides/slide17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50" name="Shape 6150"/>
          <p:cNvSpPr/>
          <p:nvPr/>
        </p:nvSpPr>
        <p:spPr>
          <a:xfrm>
            <a:off x="353841" y="681483"/>
            <a:ext cx="63836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Gráficas editables</a:t>
            </a:r>
          </a:p>
          <a:p>
            <a:pPr algn="l" defTabSz="825500">
              <a:lnSpc>
                <a:spcPct val="90000"/>
              </a:lnSpc>
              <a:defRPr spc="-50" sz="2500">
                <a:latin typeface="Raleway SemiBold"/>
                <a:ea typeface="Raleway SemiBold"/>
                <a:cs typeface="Raleway SemiBold"/>
                <a:sym typeface="Raleway SemiBold"/>
              </a:defRPr>
            </a:pPr>
            <a:r>
              <a:t>Puedes cambiar el color de todo y los datos</a:t>
            </a:r>
          </a:p>
        </p:txBody>
      </p:sp>
      <p:sp>
        <p:nvSpPr>
          <p:cNvPr id="6151" name="Shape 6151"/>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6152" name="Shape 6152"/>
          <p:cNvSpPr/>
          <p:nvPr/>
        </p:nvSpPr>
        <p:spPr>
          <a:xfrm>
            <a:off x="9232282" y="7967662"/>
            <a:ext cx="5192079"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algn="l" defTabSz="825500">
              <a:lnSpc>
                <a:spcPct val="90000"/>
              </a:lnSpc>
              <a:defRPr spc="-50" sz="2500">
                <a:latin typeface="Raleway SemiBold"/>
                <a:ea typeface="Raleway SemiBold"/>
                <a:cs typeface="Raleway SemiBold"/>
                <a:sym typeface="Raleway SemiBold"/>
              </a:defRPr>
            </a:lvl1pPr>
          </a:lstStyle>
          <a:p>
            <a:pPr/>
            <a:r>
              <a:t>Edita la gráfica haciendo doble clic</a:t>
            </a:r>
          </a:p>
        </p:txBody>
      </p:sp>
      <p:graphicFrame>
        <p:nvGraphicFramePr>
          <p:cNvPr id="6153" name="Chart 6153"/>
          <p:cNvGraphicFramePr/>
          <p:nvPr/>
        </p:nvGraphicFramePr>
        <p:xfrm>
          <a:off x="3051041" y="3730855"/>
          <a:ext cx="3833544" cy="3833543"/>
        </p:xfrm>
        <a:graphic xmlns:a="http://schemas.openxmlformats.org/drawingml/2006/main">
          <a:graphicData uri="http://schemas.openxmlformats.org/drawingml/2006/chart">
            <c:chart xmlns:c="http://schemas.openxmlformats.org/drawingml/2006/chart" r:id="rId2"/>
          </a:graphicData>
        </a:graphic>
      </p:graphicFrame>
      <p:graphicFrame>
        <p:nvGraphicFramePr>
          <p:cNvPr id="6154" name="Chart 6154"/>
          <p:cNvGraphicFramePr/>
          <p:nvPr/>
        </p:nvGraphicFramePr>
        <p:xfrm>
          <a:off x="7843704" y="3730855"/>
          <a:ext cx="3833543" cy="3833543"/>
        </p:xfrm>
        <a:graphic xmlns:a="http://schemas.openxmlformats.org/drawingml/2006/main">
          <a:graphicData uri="http://schemas.openxmlformats.org/drawingml/2006/chart">
            <c:chart xmlns:c="http://schemas.openxmlformats.org/drawingml/2006/chart" r:id="rId3"/>
          </a:graphicData>
        </a:graphic>
      </p:graphicFrame>
      <p:graphicFrame>
        <p:nvGraphicFramePr>
          <p:cNvPr id="6155" name="Chart 6155"/>
          <p:cNvGraphicFramePr/>
          <p:nvPr/>
        </p:nvGraphicFramePr>
        <p:xfrm>
          <a:off x="12395066" y="3857855"/>
          <a:ext cx="3833544" cy="3833543"/>
        </p:xfrm>
        <a:graphic xmlns:a="http://schemas.openxmlformats.org/drawingml/2006/main">
          <a:graphicData uri="http://schemas.openxmlformats.org/drawingml/2006/chart">
            <c:chart xmlns:c="http://schemas.openxmlformats.org/drawingml/2006/chart" r:id="rId4"/>
          </a:graphicData>
        </a:graphic>
      </p:graphicFrame>
      <p:graphicFrame>
        <p:nvGraphicFramePr>
          <p:cNvPr id="6156" name="Chart 6156"/>
          <p:cNvGraphicFramePr/>
          <p:nvPr/>
        </p:nvGraphicFramePr>
        <p:xfrm>
          <a:off x="16887691" y="3857855"/>
          <a:ext cx="3833544" cy="3833543"/>
        </p:xfrm>
        <a:graphic xmlns:a="http://schemas.openxmlformats.org/drawingml/2006/main">
          <a:graphicData uri="http://schemas.openxmlformats.org/drawingml/2006/chart">
            <c:chart xmlns:c="http://schemas.openxmlformats.org/drawingml/2006/chart" r:id="rId5"/>
          </a:graphicData>
        </a:graphic>
      </p:graphicFrame>
      <p:sp>
        <p:nvSpPr>
          <p:cNvPr id="6157" name="Shape 6157"/>
          <p:cNvSpPr/>
          <p:nvPr/>
        </p:nvSpPr>
        <p:spPr>
          <a:xfrm>
            <a:off x="2543700" y="9783619"/>
            <a:ext cx="18927665" cy="14001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defTabSz="1218984">
              <a:defRPr sz="2800">
                <a:solidFill>
                  <a:srgbClr val="53585F"/>
                </a:solidFill>
                <a:latin typeface="Raleway SemiBold"/>
                <a:ea typeface="Raleway SemiBold"/>
                <a:cs typeface="Raleway SemiBold"/>
                <a:sym typeface="Raleway SemiBold"/>
              </a:defRPr>
            </a:lvl1pPr>
          </a:lstStyle>
          <a:p>
            <a:pPr>
              <a:defRPr sz="4800"/>
            </a:pPr>
            <a:r>
              <a:rPr sz="2800"/>
              <a:t>Jelly-o gingerbread oat cake pudding pastry biscuit tootsie roll. Bear claw apple pie wafer chocolate gummies wafer bear claw gummies gummies. Carrot cake candy tootsie roll lollipop muffin carrot cake biscuit danish. Dragée bonbon danish dragée chocolate wafer pie.</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32" presetID="4" grpId="1" fill="hold">
                                  <p:stCondLst>
                                    <p:cond delay="100"/>
                                  </p:stCondLst>
                                  <p:iterate type="el" backwards="0">
                                    <p:tmAbs val="0"/>
                                  </p:iterate>
                                  <p:childTnLst>
                                    <p:set>
                                      <p:cBhvr>
                                        <p:cTn id="6" fill="hold"/>
                                        <p:tgtEl>
                                          <p:spTgt spid="6153"/>
                                        </p:tgtEl>
                                        <p:attrNameLst>
                                          <p:attrName>style.visibility</p:attrName>
                                        </p:attrNameLst>
                                      </p:cBhvr>
                                      <p:to>
                                        <p:strVal val="visible"/>
                                      </p:to>
                                    </p:set>
                                    <p:animEffect filter="box(out)" transition="in">
                                      <p:cBhvr>
                                        <p:cTn id="7" dur="1000"/>
                                        <p:tgtEl>
                                          <p:spTgt spid="6153"/>
                                        </p:tgtEl>
                                      </p:cBhvr>
                                    </p:animEffect>
                                  </p:childTnLst>
                                </p:cTn>
                              </p:par>
                            </p:childTnLst>
                          </p:cTn>
                        </p:par>
                        <p:par>
                          <p:cTn id="8" fill="hold">
                            <p:stCondLst>
                              <p:cond delay="1100"/>
                            </p:stCondLst>
                            <p:childTnLst>
                              <p:par>
                                <p:cTn id="9" presetClass="entr" nodeType="afterEffect" presetSubtype="32" presetID="4" grpId="2" fill="hold">
                                  <p:stCondLst>
                                    <p:cond delay="100"/>
                                  </p:stCondLst>
                                  <p:iterate type="el" backwards="0">
                                    <p:tmAbs val="0"/>
                                  </p:iterate>
                                  <p:childTnLst>
                                    <p:set>
                                      <p:cBhvr>
                                        <p:cTn id="10" fill="hold"/>
                                        <p:tgtEl>
                                          <p:spTgt spid="6154"/>
                                        </p:tgtEl>
                                        <p:attrNameLst>
                                          <p:attrName>style.visibility</p:attrName>
                                        </p:attrNameLst>
                                      </p:cBhvr>
                                      <p:to>
                                        <p:strVal val="visible"/>
                                      </p:to>
                                    </p:set>
                                    <p:animEffect filter="box(out)" transition="in">
                                      <p:cBhvr>
                                        <p:cTn id="11" dur="1000"/>
                                        <p:tgtEl>
                                          <p:spTgt spid="6154"/>
                                        </p:tgtEl>
                                      </p:cBhvr>
                                    </p:animEffect>
                                  </p:childTnLst>
                                </p:cTn>
                              </p:par>
                            </p:childTnLst>
                          </p:cTn>
                        </p:par>
                        <p:par>
                          <p:cTn id="12" fill="hold">
                            <p:stCondLst>
                              <p:cond delay="2200"/>
                            </p:stCondLst>
                            <p:childTnLst>
                              <p:par>
                                <p:cTn id="13" presetClass="entr" nodeType="afterEffect" presetSubtype="32" presetID="4" grpId="3" fill="hold">
                                  <p:stCondLst>
                                    <p:cond delay="100"/>
                                  </p:stCondLst>
                                  <p:iterate type="el" backwards="0">
                                    <p:tmAbs val="0"/>
                                  </p:iterate>
                                  <p:childTnLst>
                                    <p:set>
                                      <p:cBhvr>
                                        <p:cTn id="14" fill="hold"/>
                                        <p:tgtEl>
                                          <p:spTgt spid="6155"/>
                                        </p:tgtEl>
                                        <p:attrNameLst>
                                          <p:attrName>style.visibility</p:attrName>
                                        </p:attrNameLst>
                                      </p:cBhvr>
                                      <p:to>
                                        <p:strVal val="visible"/>
                                      </p:to>
                                    </p:set>
                                    <p:animEffect filter="box(out)" transition="in">
                                      <p:cBhvr>
                                        <p:cTn id="15" dur="1000"/>
                                        <p:tgtEl>
                                          <p:spTgt spid="6155"/>
                                        </p:tgtEl>
                                      </p:cBhvr>
                                    </p:animEffect>
                                  </p:childTnLst>
                                </p:cTn>
                              </p:par>
                            </p:childTnLst>
                          </p:cTn>
                        </p:par>
                        <p:par>
                          <p:cTn id="16" fill="hold">
                            <p:stCondLst>
                              <p:cond delay="3300"/>
                            </p:stCondLst>
                            <p:childTnLst>
                              <p:par>
                                <p:cTn id="17" presetClass="entr" nodeType="afterEffect" presetSubtype="32" presetID="4" grpId="4" fill="hold">
                                  <p:stCondLst>
                                    <p:cond delay="100"/>
                                  </p:stCondLst>
                                  <p:iterate type="el" backwards="0">
                                    <p:tmAbs val="0"/>
                                  </p:iterate>
                                  <p:childTnLst>
                                    <p:set>
                                      <p:cBhvr>
                                        <p:cTn id="18" fill="hold"/>
                                        <p:tgtEl>
                                          <p:spTgt spid="6156"/>
                                        </p:tgtEl>
                                        <p:attrNameLst>
                                          <p:attrName>style.visibility</p:attrName>
                                        </p:attrNameLst>
                                      </p:cBhvr>
                                      <p:to>
                                        <p:strVal val="visible"/>
                                      </p:to>
                                    </p:set>
                                    <p:animEffect filter="box(out)" transition="in">
                                      <p:cBhvr>
                                        <p:cTn id="19" dur="1000"/>
                                        <p:tgtEl>
                                          <p:spTgt spid="61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155" grpId="3"/>
      <p:bldP build="whole" bldLvl="1" animBg="1" rev="0" advAuto="0" spid="6153" grpId="1"/>
      <p:bldP build="whole" bldLvl="1" animBg="1" rev="0" advAuto="0" spid="6156" grpId="4"/>
      <p:bldP build="whole" bldLvl="1" animBg="1" rev="0" advAuto="0" spid="6154" grpId="2"/>
    </p:bldLst>
  </p:timing>
</p:sld>
</file>

<file path=ppt/slides/slide17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59" name="Shape 6159"/>
          <p:cNvSpPr/>
          <p:nvPr/>
        </p:nvSpPr>
        <p:spPr>
          <a:xfrm>
            <a:off x="353841" y="681483"/>
            <a:ext cx="63836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Gráficas editables</a:t>
            </a:r>
          </a:p>
          <a:p>
            <a:pPr algn="l" defTabSz="825500">
              <a:lnSpc>
                <a:spcPct val="90000"/>
              </a:lnSpc>
              <a:defRPr spc="-50" sz="2500">
                <a:latin typeface="Raleway SemiBold"/>
                <a:ea typeface="Raleway SemiBold"/>
                <a:cs typeface="Raleway SemiBold"/>
                <a:sym typeface="Raleway SemiBold"/>
              </a:defRPr>
            </a:pPr>
            <a:r>
              <a:t>Puedes cambiar el color de todo y los datos</a:t>
            </a:r>
          </a:p>
        </p:txBody>
      </p:sp>
      <p:sp>
        <p:nvSpPr>
          <p:cNvPr id="6160" name="Shape 616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aphicFrame>
        <p:nvGraphicFramePr>
          <p:cNvPr id="6161" name="Chart 6161"/>
          <p:cNvGraphicFramePr/>
          <p:nvPr/>
        </p:nvGraphicFramePr>
        <p:xfrm>
          <a:off x="8538815" y="3570336"/>
          <a:ext cx="6685059" cy="6685059"/>
        </p:xfrm>
        <a:graphic xmlns:a="http://schemas.openxmlformats.org/drawingml/2006/main">
          <a:graphicData uri="http://schemas.openxmlformats.org/drawingml/2006/chart">
            <c:chart xmlns:c="http://schemas.openxmlformats.org/drawingml/2006/chart" r:id="rId2"/>
          </a:graphicData>
        </a:graphic>
      </p:graphicFrame>
      <p:sp>
        <p:nvSpPr>
          <p:cNvPr id="6162" name="Shape 6162"/>
          <p:cNvSpPr/>
          <p:nvPr/>
        </p:nvSpPr>
        <p:spPr>
          <a:xfrm>
            <a:off x="9283082" y="10558462"/>
            <a:ext cx="5192079" cy="5238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algn="l" defTabSz="825500">
              <a:lnSpc>
                <a:spcPct val="90000"/>
              </a:lnSpc>
              <a:defRPr spc="-50" sz="2500">
                <a:latin typeface="Raleway SemiBold"/>
                <a:ea typeface="Raleway SemiBold"/>
                <a:cs typeface="Raleway SemiBold"/>
                <a:sym typeface="Raleway SemiBold"/>
              </a:defRPr>
            </a:lvl1pPr>
          </a:lstStyle>
          <a:p>
            <a:pPr/>
            <a:r>
              <a:t>Edita la gráfica haciendo doble clic</a:t>
            </a:r>
          </a:p>
        </p:txBody>
      </p:sp>
      <p:sp>
        <p:nvSpPr>
          <p:cNvPr id="6163" name="Shape 6163"/>
          <p:cNvSpPr/>
          <p:nvPr/>
        </p:nvSpPr>
        <p:spPr>
          <a:xfrm>
            <a:off x="16624300" y="3491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6164" name="Shape 6164"/>
          <p:cNvSpPr/>
          <p:nvPr/>
        </p:nvSpPr>
        <p:spPr>
          <a:xfrm>
            <a:off x="16649700" y="4008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6165" name="Shape 6165"/>
          <p:cNvSpPr/>
          <p:nvPr/>
        </p:nvSpPr>
        <p:spPr>
          <a:xfrm>
            <a:off x="16624300" y="59931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6166" name="Shape 6166"/>
          <p:cNvSpPr/>
          <p:nvPr/>
        </p:nvSpPr>
        <p:spPr>
          <a:xfrm>
            <a:off x="16649700" y="6510655"/>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6167" name="Shape 6167"/>
          <p:cNvSpPr/>
          <p:nvPr/>
        </p:nvSpPr>
        <p:spPr>
          <a:xfrm>
            <a:off x="16624300" y="8631555"/>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6168" name="Shape 6168"/>
          <p:cNvSpPr/>
          <p:nvPr/>
        </p:nvSpPr>
        <p:spPr>
          <a:xfrm>
            <a:off x="16649700" y="9149080"/>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6169" name="Shape 6169"/>
          <p:cNvSpPr/>
          <p:nvPr/>
        </p:nvSpPr>
        <p:spPr>
          <a:xfrm>
            <a:off x="3810000" y="34912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6170" name="Shape 6170"/>
          <p:cNvSpPr/>
          <p:nvPr/>
        </p:nvSpPr>
        <p:spPr>
          <a:xfrm>
            <a:off x="3835400" y="4008754"/>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6171" name="Shape 6171"/>
          <p:cNvSpPr/>
          <p:nvPr/>
        </p:nvSpPr>
        <p:spPr>
          <a:xfrm>
            <a:off x="3810000" y="5993129"/>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6172" name="Shape 6172"/>
          <p:cNvSpPr/>
          <p:nvPr/>
        </p:nvSpPr>
        <p:spPr>
          <a:xfrm>
            <a:off x="3835400" y="6510655"/>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
        <p:nvSpPr>
          <p:cNvPr id="6173" name="Shape 6173"/>
          <p:cNvSpPr/>
          <p:nvPr/>
        </p:nvSpPr>
        <p:spPr>
          <a:xfrm>
            <a:off x="3810000" y="8631555"/>
            <a:ext cx="3556000" cy="419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spcBef>
                <a:spcPts val="1700"/>
              </a:spcBef>
              <a:defRPr sz="2800">
                <a:solidFill>
                  <a:srgbClr val="2C2C2C"/>
                </a:solidFill>
                <a:uFill>
                  <a:solidFill>
                    <a:srgbClr val="2C2C2C"/>
                  </a:solidFill>
                </a:uFill>
                <a:latin typeface="Raleway SemiBold"/>
                <a:ea typeface="Raleway SemiBold"/>
                <a:cs typeface="Raleway SemiBold"/>
                <a:sym typeface="Raleway SemiBold"/>
              </a:defRPr>
            </a:lvl1pPr>
          </a:lstStyle>
          <a:p>
            <a:pPr>
              <a:defRPr>
                <a:solidFill>
                  <a:srgbClr val="000000"/>
                </a:solidFill>
                <a:uFill>
                  <a:solidFill>
                    <a:srgbClr val="000000"/>
                  </a:solidFill>
                </a:uFill>
                <a:latin typeface="Raleway Regular"/>
                <a:ea typeface="Raleway Regular"/>
                <a:cs typeface="Raleway Regular"/>
                <a:sym typeface="Raleway Regular"/>
              </a:defRPr>
            </a:pPr>
            <a:r>
              <a:rPr>
                <a:solidFill>
                  <a:srgbClr val="2C2C2C"/>
                </a:solidFill>
                <a:uFill>
                  <a:solidFill>
                    <a:srgbClr val="2C2C2C"/>
                  </a:solidFill>
                </a:uFill>
                <a:latin typeface="Raleway SemiBold"/>
                <a:ea typeface="Raleway SemiBold"/>
                <a:cs typeface="Raleway SemiBold"/>
                <a:sym typeface="Raleway SemiBold"/>
              </a:rPr>
              <a:t>Texto</a:t>
            </a:r>
          </a:p>
        </p:txBody>
      </p:sp>
      <p:sp>
        <p:nvSpPr>
          <p:cNvPr id="6174" name="Shape 6174"/>
          <p:cNvSpPr/>
          <p:nvPr/>
        </p:nvSpPr>
        <p:spPr>
          <a:xfrm>
            <a:off x="3835400" y="9149080"/>
            <a:ext cx="3556000" cy="128524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457200">
              <a:lnSpc>
                <a:spcPct val="120000"/>
              </a:lnSpc>
              <a:spcBef>
                <a:spcPts val="1700"/>
              </a:spcBef>
              <a:defRPr sz="1800">
                <a:solidFill>
                  <a:srgbClr val="777C87"/>
                </a:solidFill>
                <a:uFill>
                  <a:solidFill>
                    <a:srgbClr val="777C87"/>
                  </a:solidFill>
                </a:uFill>
                <a:latin typeface="Lato Regular"/>
                <a:ea typeface="Lato Regular"/>
                <a:cs typeface="Lato Regular"/>
                <a:sym typeface="Lato Regular"/>
              </a:defRPr>
            </a:lvl1pPr>
          </a:lstStyle>
          <a:p>
            <a:pPr>
              <a:defRPr>
                <a:solidFill>
                  <a:srgbClr val="000000"/>
                </a:solidFill>
                <a:uFill>
                  <a:solidFill>
                    <a:srgbClr val="000000"/>
                  </a:solidFill>
                </a:uFill>
                <a:latin typeface="Gill Sans"/>
                <a:ea typeface="Gill Sans"/>
                <a:cs typeface="Gill Sans"/>
                <a:sym typeface="Gill Sans"/>
              </a:defRPr>
            </a:pPr>
            <a:r>
              <a:rPr>
                <a:solidFill>
                  <a:srgbClr val="777C87"/>
                </a:solidFill>
                <a:uFill>
                  <a:solidFill>
                    <a:srgbClr val="777C87"/>
                  </a:solidFill>
                </a:uFill>
                <a:latin typeface="Lato Regular"/>
                <a:ea typeface="Lato Regular"/>
                <a:cs typeface="Lato Regular"/>
                <a:sym typeface="Lato Regular"/>
              </a:rPr>
              <a:t>Jelly-o gingerbread oat cake pudding pastry biscuit tootsie roll. Bear claw apple pie wafer choco gummies wafer bear claw</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6161"/>
                                        </p:tgtEl>
                                        <p:attrNameLst>
                                          <p:attrName>style.visibility</p:attrName>
                                        </p:attrNameLst>
                                      </p:cBhvr>
                                      <p:to>
                                        <p:strVal val="visible"/>
                                      </p:to>
                                    </p:set>
                                    <p:animEffect filter="dissolve" transition="in">
                                      <p:cBhvr>
                                        <p:cTn id="7" dur="500"/>
                                        <p:tgtEl>
                                          <p:spTgt spid="6161"/>
                                        </p:tgtEl>
                                      </p:cBhvr>
                                    </p:animEffect>
                                  </p:childTnLst>
                                </p:cTn>
                              </p:par>
                            </p:childTnLst>
                          </p:cTn>
                        </p:par>
                        <p:par>
                          <p:cTn id="8" fill="hold">
                            <p:stCondLst>
                              <p:cond delay="500"/>
                            </p:stCondLst>
                            <p:childTnLst>
                              <p:par>
                                <p:cTn id="9" presetClass="entr" nodeType="afterEffect" presetSubtype="2" presetID="2" grpId="2" fill="hold">
                                  <p:stCondLst>
                                    <p:cond delay="100"/>
                                  </p:stCondLst>
                                  <p:iterate type="el" backwards="0">
                                    <p:tmAbs val="0"/>
                                  </p:iterate>
                                  <p:childTnLst>
                                    <p:set>
                                      <p:cBhvr>
                                        <p:cTn id="10" fill="hold"/>
                                        <p:tgtEl>
                                          <p:spTgt spid="6163"/>
                                        </p:tgtEl>
                                        <p:attrNameLst>
                                          <p:attrName>style.visibility</p:attrName>
                                        </p:attrNameLst>
                                      </p:cBhvr>
                                      <p:to>
                                        <p:strVal val="visible"/>
                                      </p:to>
                                    </p:set>
                                    <p:anim calcmode="lin" valueType="num">
                                      <p:cBhvr>
                                        <p:cTn id="11" dur="500" fill="hold"/>
                                        <p:tgtEl>
                                          <p:spTgt spid="6163"/>
                                        </p:tgtEl>
                                        <p:attrNameLst>
                                          <p:attrName>ppt_x</p:attrName>
                                        </p:attrNameLst>
                                      </p:cBhvr>
                                      <p:tavLst>
                                        <p:tav tm="0">
                                          <p:val>
                                            <p:strVal val="1+#ppt_w/2"/>
                                          </p:val>
                                        </p:tav>
                                        <p:tav tm="100000">
                                          <p:val>
                                            <p:strVal val="#ppt_x"/>
                                          </p:val>
                                        </p:tav>
                                      </p:tavLst>
                                    </p:anim>
                                    <p:anim calcmode="lin" valueType="num">
                                      <p:cBhvr>
                                        <p:cTn id="12" dur="500" fill="hold"/>
                                        <p:tgtEl>
                                          <p:spTgt spid="6163"/>
                                        </p:tgtEl>
                                        <p:attrNameLst>
                                          <p:attrName>ppt_y</p:attrName>
                                        </p:attrNameLst>
                                      </p:cBhvr>
                                      <p:tavLst>
                                        <p:tav tm="0">
                                          <p:val>
                                            <p:strVal val="#ppt_y"/>
                                          </p:val>
                                        </p:tav>
                                        <p:tav tm="100000">
                                          <p:val>
                                            <p:strVal val="#ppt_y"/>
                                          </p:val>
                                        </p:tav>
                                      </p:tavLst>
                                    </p:anim>
                                  </p:childTnLst>
                                </p:cTn>
                              </p:par>
                            </p:childTnLst>
                          </p:cTn>
                        </p:par>
                        <p:par>
                          <p:cTn id="13" fill="hold">
                            <p:stCondLst>
                              <p:cond delay="1100"/>
                            </p:stCondLst>
                            <p:childTnLst>
                              <p:par>
                                <p:cTn id="14" presetClass="entr" nodeType="afterEffect" presetSubtype="2" presetID="2" grpId="3" fill="hold">
                                  <p:stCondLst>
                                    <p:cond delay="100"/>
                                  </p:stCondLst>
                                  <p:iterate type="el" backwards="0">
                                    <p:tmAbs val="0"/>
                                  </p:iterate>
                                  <p:childTnLst>
                                    <p:set>
                                      <p:cBhvr>
                                        <p:cTn id="15" fill="hold"/>
                                        <p:tgtEl>
                                          <p:spTgt spid="6164"/>
                                        </p:tgtEl>
                                        <p:attrNameLst>
                                          <p:attrName>style.visibility</p:attrName>
                                        </p:attrNameLst>
                                      </p:cBhvr>
                                      <p:to>
                                        <p:strVal val="visible"/>
                                      </p:to>
                                    </p:set>
                                    <p:anim calcmode="lin" valueType="num">
                                      <p:cBhvr>
                                        <p:cTn id="16" dur="500" fill="hold"/>
                                        <p:tgtEl>
                                          <p:spTgt spid="6164"/>
                                        </p:tgtEl>
                                        <p:attrNameLst>
                                          <p:attrName>ppt_x</p:attrName>
                                        </p:attrNameLst>
                                      </p:cBhvr>
                                      <p:tavLst>
                                        <p:tav tm="0">
                                          <p:val>
                                            <p:strVal val="1+#ppt_w/2"/>
                                          </p:val>
                                        </p:tav>
                                        <p:tav tm="100000">
                                          <p:val>
                                            <p:strVal val="#ppt_x"/>
                                          </p:val>
                                        </p:tav>
                                      </p:tavLst>
                                    </p:anim>
                                    <p:anim calcmode="lin" valueType="num">
                                      <p:cBhvr>
                                        <p:cTn id="17" dur="500" fill="hold"/>
                                        <p:tgtEl>
                                          <p:spTgt spid="6164"/>
                                        </p:tgtEl>
                                        <p:attrNameLst>
                                          <p:attrName>ppt_y</p:attrName>
                                        </p:attrNameLst>
                                      </p:cBhvr>
                                      <p:tavLst>
                                        <p:tav tm="0">
                                          <p:val>
                                            <p:strVal val="#ppt_y"/>
                                          </p:val>
                                        </p:tav>
                                        <p:tav tm="100000">
                                          <p:val>
                                            <p:strVal val="#ppt_y"/>
                                          </p:val>
                                        </p:tav>
                                      </p:tavLst>
                                    </p:anim>
                                  </p:childTnLst>
                                </p:cTn>
                              </p:par>
                            </p:childTnLst>
                          </p:cTn>
                        </p:par>
                        <p:par>
                          <p:cTn id="18" fill="hold">
                            <p:stCondLst>
                              <p:cond delay="1700"/>
                            </p:stCondLst>
                            <p:childTnLst>
                              <p:par>
                                <p:cTn id="19" presetClass="entr" nodeType="afterEffect" presetSubtype="2" presetID="2" grpId="4" fill="hold">
                                  <p:stCondLst>
                                    <p:cond delay="100"/>
                                  </p:stCondLst>
                                  <p:iterate type="el" backwards="0">
                                    <p:tmAbs val="0"/>
                                  </p:iterate>
                                  <p:childTnLst>
                                    <p:set>
                                      <p:cBhvr>
                                        <p:cTn id="20" fill="hold"/>
                                        <p:tgtEl>
                                          <p:spTgt spid="6165"/>
                                        </p:tgtEl>
                                        <p:attrNameLst>
                                          <p:attrName>style.visibility</p:attrName>
                                        </p:attrNameLst>
                                      </p:cBhvr>
                                      <p:to>
                                        <p:strVal val="visible"/>
                                      </p:to>
                                    </p:set>
                                    <p:anim calcmode="lin" valueType="num">
                                      <p:cBhvr>
                                        <p:cTn id="21" dur="500" fill="hold"/>
                                        <p:tgtEl>
                                          <p:spTgt spid="6165"/>
                                        </p:tgtEl>
                                        <p:attrNameLst>
                                          <p:attrName>ppt_x</p:attrName>
                                        </p:attrNameLst>
                                      </p:cBhvr>
                                      <p:tavLst>
                                        <p:tav tm="0">
                                          <p:val>
                                            <p:strVal val="1+#ppt_w/2"/>
                                          </p:val>
                                        </p:tav>
                                        <p:tav tm="100000">
                                          <p:val>
                                            <p:strVal val="#ppt_x"/>
                                          </p:val>
                                        </p:tav>
                                      </p:tavLst>
                                    </p:anim>
                                    <p:anim calcmode="lin" valueType="num">
                                      <p:cBhvr>
                                        <p:cTn id="22" dur="500" fill="hold"/>
                                        <p:tgtEl>
                                          <p:spTgt spid="6165"/>
                                        </p:tgtEl>
                                        <p:attrNameLst>
                                          <p:attrName>ppt_y</p:attrName>
                                        </p:attrNameLst>
                                      </p:cBhvr>
                                      <p:tavLst>
                                        <p:tav tm="0">
                                          <p:val>
                                            <p:strVal val="#ppt_y"/>
                                          </p:val>
                                        </p:tav>
                                        <p:tav tm="100000">
                                          <p:val>
                                            <p:strVal val="#ppt_y"/>
                                          </p:val>
                                        </p:tav>
                                      </p:tavLst>
                                    </p:anim>
                                  </p:childTnLst>
                                </p:cTn>
                              </p:par>
                            </p:childTnLst>
                          </p:cTn>
                        </p:par>
                        <p:par>
                          <p:cTn id="23" fill="hold">
                            <p:stCondLst>
                              <p:cond delay="2300"/>
                            </p:stCondLst>
                            <p:childTnLst>
                              <p:par>
                                <p:cTn id="24" presetClass="entr" nodeType="afterEffect" presetSubtype="2" presetID="2" grpId="5" fill="hold">
                                  <p:stCondLst>
                                    <p:cond delay="100"/>
                                  </p:stCondLst>
                                  <p:iterate type="el" backwards="0">
                                    <p:tmAbs val="0"/>
                                  </p:iterate>
                                  <p:childTnLst>
                                    <p:set>
                                      <p:cBhvr>
                                        <p:cTn id="25" fill="hold"/>
                                        <p:tgtEl>
                                          <p:spTgt spid="6166"/>
                                        </p:tgtEl>
                                        <p:attrNameLst>
                                          <p:attrName>style.visibility</p:attrName>
                                        </p:attrNameLst>
                                      </p:cBhvr>
                                      <p:to>
                                        <p:strVal val="visible"/>
                                      </p:to>
                                    </p:set>
                                    <p:anim calcmode="lin" valueType="num">
                                      <p:cBhvr>
                                        <p:cTn id="26" dur="500" fill="hold"/>
                                        <p:tgtEl>
                                          <p:spTgt spid="6166"/>
                                        </p:tgtEl>
                                        <p:attrNameLst>
                                          <p:attrName>ppt_x</p:attrName>
                                        </p:attrNameLst>
                                      </p:cBhvr>
                                      <p:tavLst>
                                        <p:tav tm="0">
                                          <p:val>
                                            <p:strVal val="1+#ppt_w/2"/>
                                          </p:val>
                                        </p:tav>
                                        <p:tav tm="100000">
                                          <p:val>
                                            <p:strVal val="#ppt_x"/>
                                          </p:val>
                                        </p:tav>
                                      </p:tavLst>
                                    </p:anim>
                                    <p:anim calcmode="lin" valueType="num">
                                      <p:cBhvr>
                                        <p:cTn id="27" dur="500" fill="hold"/>
                                        <p:tgtEl>
                                          <p:spTgt spid="6166"/>
                                        </p:tgtEl>
                                        <p:attrNameLst>
                                          <p:attrName>ppt_y</p:attrName>
                                        </p:attrNameLst>
                                      </p:cBhvr>
                                      <p:tavLst>
                                        <p:tav tm="0">
                                          <p:val>
                                            <p:strVal val="#ppt_y"/>
                                          </p:val>
                                        </p:tav>
                                        <p:tav tm="100000">
                                          <p:val>
                                            <p:strVal val="#ppt_y"/>
                                          </p:val>
                                        </p:tav>
                                      </p:tavLst>
                                    </p:anim>
                                  </p:childTnLst>
                                </p:cTn>
                              </p:par>
                            </p:childTnLst>
                          </p:cTn>
                        </p:par>
                        <p:par>
                          <p:cTn id="28" fill="hold">
                            <p:stCondLst>
                              <p:cond delay="2900"/>
                            </p:stCondLst>
                            <p:childTnLst>
                              <p:par>
                                <p:cTn id="29" presetClass="entr" nodeType="afterEffect" presetSubtype="2" presetID="2" grpId="6" fill="hold">
                                  <p:stCondLst>
                                    <p:cond delay="100"/>
                                  </p:stCondLst>
                                  <p:iterate type="el" backwards="0">
                                    <p:tmAbs val="0"/>
                                  </p:iterate>
                                  <p:childTnLst>
                                    <p:set>
                                      <p:cBhvr>
                                        <p:cTn id="30" fill="hold"/>
                                        <p:tgtEl>
                                          <p:spTgt spid="6167"/>
                                        </p:tgtEl>
                                        <p:attrNameLst>
                                          <p:attrName>style.visibility</p:attrName>
                                        </p:attrNameLst>
                                      </p:cBhvr>
                                      <p:to>
                                        <p:strVal val="visible"/>
                                      </p:to>
                                    </p:set>
                                    <p:anim calcmode="lin" valueType="num">
                                      <p:cBhvr>
                                        <p:cTn id="31" dur="500" fill="hold"/>
                                        <p:tgtEl>
                                          <p:spTgt spid="6167"/>
                                        </p:tgtEl>
                                        <p:attrNameLst>
                                          <p:attrName>ppt_x</p:attrName>
                                        </p:attrNameLst>
                                      </p:cBhvr>
                                      <p:tavLst>
                                        <p:tav tm="0">
                                          <p:val>
                                            <p:strVal val="1+#ppt_w/2"/>
                                          </p:val>
                                        </p:tav>
                                        <p:tav tm="100000">
                                          <p:val>
                                            <p:strVal val="#ppt_x"/>
                                          </p:val>
                                        </p:tav>
                                      </p:tavLst>
                                    </p:anim>
                                    <p:anim calcmode="lin" valueType="num">
                                      <p:cBhvr>
                                        <p:cTn id="32" dur="500" fill="hold"/>
                                        <p:tgtEl>
                                          <p:spTgt spid="6167"/>
                                        </p:tgtEl>
                                        <p:attrNameLst>
                                          <p:attrName>ppt_y</p:attrName>
                                        </p:attrNameLst>
                                      </p:cBhvr>
                                      <p:tavLst>
                                        <p:tav tm="0">
                                          <p:val>
                                            <p:strVal val="#ppt_y"/>
                                          </p:val>
                                        </p:tav>
                                        <p:tav tm="100000">
                                          <p:val>
                                            <p:strVal val="#ppt_y"/>
                                          </p:val>
                                        </p:tav>
                                      </p:tavLst>
                                    </p:anim>
                                  </p:childTnLst>
                                </p:cTn>
                              </p:par>
                            </p:childTnLst>
                          </p:cTn>
                        </p:par>
                        <p:par>
                          <p:cTn id="33" fill="hold">
                            <p:stCondLst>
                              <p:cond delay="3500"/>
                            </p:stCondLst>
                            <p:childTnLst>
                              <p:par>
                                <p:cTn id="34" presetClass="entr" nodeType="afterEffect" presetSubtype="2" presetID="2" grpId="7" fill="hold">
                                  <p:stCondLst>
                                    <p:cond delay="100"/>
                                  </p:stCondLst>
                                  <p:iterate type="el" backwards="0">
                                    <p:tmAbs val="0"/>
                                  </p:iterate>
                                  <p:childTnLst>
                                    <p:set>
                                      <p:cBhvr>
                                        <p:cTn id="35" fill="hold"/>
                                        <p:tgtEl>
                                          <p:spTgt spid="6168"/>
                                        </p:tgtEl>
                                        <p:attrNameLst>
                                          <p:attrName>style.visibility</p:attrName>
                                        </p:attrNameLst>
                                      </p:cBhvr>
                                      <p:to>
                                        <p:strVal val="visible"/>
                                      </p:to>
                                    </p:set>
                                    <p:anim calcmode="lin" valueType="num">
                                      <p:cBhvr>
                                        <p:cTn id="36" dur="500" fill="hold"/>
                                        <p:tgtEl>
                                          <p:spTgt spid="6168"/>
                                        </p:tgtEl>
                                        <p:attrNameLst>
                                          <p:attrName>ppt_x</p:attrName>
                                        </p:attrNameLst>
                                      </p:cBhvr>
                                      <p:tavLst>
                                        <p:tav tm="0">
                                          <p:val>
                                            <p:strVal val="1+#ppt_w/2"/>
                                          </p:val>
                                        </p:tav>
                                        <p:tav tm="100000">
                                          <p:val>
                                            <p:strVal val="#ppt_x"/>
                                          </p:val>
                                        </p:tav>
                                      </p:tavLst>
                                    </p:anim>
                                    <p:anim calcmode="lin" valueType="num">
                                      <p:cBhvr>
                                        <p:cTn id="37" dur="500" fill="hold"/>
                                        <p:tgtEl>
                                          <p:spTgt spid="6168"/>
                                        </p:tgtEl>
                                        <p:attrNameLst>
                                          <p:attrName>ppt_y</p:attrName>
                                        </p:attrNameLst>
                                      </p:cBhvr>
                                      <p:tavLst>
                                        <p:tav tm="0">
                                          <p:val>
                                            <p:strVal val="#ppt_y"/>
                                          </p:val>
                                        </p:tav>
                                        <p:tav tm="100000">
                                          <p:val>
                                            <p:strVal val="#ppt_y"/>
                                          </p:val>
                                        </p:tav>
                                      </p:tavLst>
                                    </p:anim>
                                  </p:childTnLst>
                                </p:cTn>
                              </p:par>
                            </p:childTnLst>
                          </p:cTn>
                        </p:par>
                        <p:par>
                          <p:cTn id="38" fill="hold">
                            <p:stCondLst>
                              <p:cond delay="4100"/>
                            </p:stCondLst>
                            <p:childTnLst>
                              <p:par>
                                <p:cTn id="39" presetClass="entr" nodeType="afterEffect" presetSubtype="2" presetID="2" grpId="8" fill="hold">
                                  <p:stCondLst>
                                    <p:cond delay="100"/>
                                  </p:stCondLst>
                                  <p:iterate type="el" backwards="0">
                                    <p:tmAbs val="0"/>
                                  </p:iterate>
                                  <p:childTnLst>
                                    <p:set>
                                      <p:cBhvr>
                                        <p:cTn id="40" fill="hold"/>
                                        <p:tgtEl>
                                          <p:spTgt spid="6169"/>
                                        </p:tgtEl>
                                        <p:attrNameLst>
                                          <p:attrName>style.visibility</p:attrName>
                                        </p:attrNameLst>
                                      </p:cBhvr>
                                      <p:to>
                                        <p:strVal val="visible"/>
                                      </p:to>
                                    </p:set>
                                    <p:anim calcmode="lin" valueType="num">
                                      <p:cBhvr>
                                        <p:cTn id="41" dur="500" fill="hold"/>
                                        <p:tgtEl>
                                          <p:spTgt spid="6169"/>
                                        </p:tgtEl>
                                        <p:attrNameLst>
                                          <p:attrName>ppt_x</p:attrName>
                                        </p:attrNameLst>
                                      </p:cBhvr>
                                      <p:tavLst>
                                        <p:tav tm="0">
                                          <p:val>
                                            <p:strVal val="1+#ppt_w/2"/>
                                          </p:val>
                                        </p:tav>
                                        <p:tav tm="100000">
                                          <p:val>
                                            <p:strVal val="#ppt_x"/>
                                          </p:val>
                                        </p:tav>
                                      </p:tavLst>
                                    </p:anim>
                                    <p:anim calcmode="lin" valueType="num">
                                      <p:cBhvr>
                                        <p:cTn id="42" dur="500" fill="hold"/>
                                        <p:tgtEl>
                                          <p:spTgt spid="6169"/>
                                        </p:tgtEl>
                                        <p:attrNameLst>
                                          <p:attrName>ppt_y</p:attrName>
                                        </p:attrNameLst>
                                      </p:cBhvr>
                                      <p:tavLst>
                                        <p:tav tm="0">
                                          <p:val>
                                            <p:strVal val="#ppt_y"/>
                                          </p:val>
                                        </p:tav>
                                        <p:tav tm="100000">
                                          <p:val>
                                            <p:strVal val="#ppt_y"/>
                                          </p:val>
                                        </p:tav>
                                      </p:tavLst>
                                    </p:anim>
                                  </p:childTnLst>
                                </p:cTn>
                              </p:par>
                            </p:childTnLst>
                          </p:cTn>
                        </p:par>
                        <p:par>
                          <p:cTn id="43" fill="hold">
                            <p:stCondLst>
                              <p:cond delay="4700"/>
                            </p:stCondLst>
                            <p:childTnLst>
                              <p:par>
                                <p:cTn id="44" presetClass="entr" nodeType="afterEffect" presetSubtype="2" presetID="2" grpId="9" fill="hold">
                                  <p:stCondLst>
                                    <p:cond delay="100"/>
                                  </p:stCondLst>
                                  <p:iterate type="el" backwards="0">
                                    <p:tmAbs val="0"/>
                                  </p:iterate>
                                  <p:childTnLst>
                                    <p:set>
                                      <p:cBhvr>
                                        <p:cTn id="45" fill="hold"/>
                                        <p:tgtEl>
                                          <p:spTgt spid="6170"/>
                                        </p:tgtEl>
                                        <p:attrNameLst>
                                          <p:attrName>style.visibility</p:attrName>
                                        </p:attrNameLst>
                                      </p:cBhvr>
                                      <p:to>
                                        <p:strVal val="visible"/>
                                      </p:to>
                                    </p:set>
                                    <p:anim calcmode="lin" valueType="num">
                                      <p:cBhvr>
                                        <p:cTn id="46" dur="500" fill="hold"/>
                                        <p:tgtEl>
                                          <p:spTgt spid="6170"/>
                                        </p:tgtEl>
                                        <p:attrNameLst>
                                          <p:attrName>ppt_x</p:attrName>
                                        </p:attrNameLst>
                                      </p:cBhvr>
                                      <p:tavLst>
                                        <p:tav tm="0">
                                          <p:val>
                                            <p:strVal val="1+#ppt_w/2"/>
                                          </p:val>
                                        </p:tav>
                                        <p:tav tm="100000">
                                          <p:val>
                                            <p:strVal val="#ppt_x"/>
                                          </p:val>
                                        </p:tav>
                                      </p:tavLst>
                                    </p:anim>
                                    <p:anim calcmode="lin" valueType="num">
                                      <p:cBhvr>
                                        <p:cTn id="47" dur="500" fill="hold"/>
                                        <p:tgtEl>
                                          <p:spTgt spid="6170"/>
                                        </p:tgtEl>
                                        <p:attrNameLst>
                                          <p:attrName>ppt_y</p:attrName>
                                        </p:attrNameLst>
                                      </p:cBhvr>
                                      <p:tavLst>
                                        <p:tav tm="0">
                                          <p:val>
                                            <p:strVal val="#ppt_y"/>
                                          </p:val>
                                        </p:tav>
                                        <p:tav tm="100000">
                                          <p:val>
                                            <p:strVal val="#ppt_y"/>
                                          </p:val>
                                        </p:tav>
                                      </p:tavLst>
                                    </p:anim>
                                  </p:childTnLst>
                                </p:cTn>
                              </p:par>
                            </p:childTnLst>
                          </p:cTn>
                        </p:par>
                        <p:par>
                          <p:cTn id="48" fill="hold">
                            <p:stCondLst>
                              <p:cond delay="5300"/>
                            </p:stCondLst>
                            <p:childTnLst>
                              <p:par>
                                <p:cTn id="49" presetClass="entr" nodeType="afterEffect" presetSubtype="2" presetID="2" grpId="10" fill="hold">
                                  <p:stCondLst>
                                    <p:cond delay="100"/>
                                  </p:stCondLst>
                                  <p:iterate type="el" backwards="0">
                                    <p:tmAbs val="0"/>
                                  </p:iterate>
                                  <p:childTnLst>
                                    <p:set>
                                      <p:cBhvr>
                                        <p:cTn id="50" fill="hold"/>
                                        <p:tgtEl>
                                          <p:spTgt spid="6171"/>
                                        </p:tgtEl>
                                        <p:attrNameLst>
                                          <p:attrName>style.visibility</p:attrName>
                                        </p:attrNameLst>
                                      </p:cBhvr>
                                      <p:to>
                                        <p:strVal val="visible"/>
                                      </p:to>
                                    </p:set>
                                    <p:anim calcmode="lin" valueType="num">
                                      <p:cBhvr>
                                        <p:cTn id="51" dur="500" fill="hold"/>
                                        <p:tgtEl>
                                          <p:spTgt spid="6171"/>
                                        </p:tgtEl>
                                        <p:attrNameLst>
                                          <p:attrName>ppt_x</p:attrName>
                                        </p:attrNameLst>
                                      </p:cBhvr>
                                      <p:tavLst>
                                        <p:tav tm="0">
                                          <p:val>
                                            <p:strVal val="1+#ppt_w/2"/>
                                          </p:val>
                                        </p:tav>
                                        <p:tav tm="100000">
                                          <p:val>
                                            <p:strVal val="#ppt_x"/>
                                          </p:val>
                                        </p:tav>
                                      </p:tavLst>
                                    </p:anim>
                                    <p:anim calcmode="lin" valueType="num">
                                      <p:cBhvr>
                                        <p:cTn id="52" dur="500" fill="hold"/>
                                        <p:tgtEl>
                                          <p:spTgt spid="6171"/>
                                        </p:tgtEl>
                                        <p:attrNameLst>
                                          <p:attrName>ppt_y</p:attrName>
                                        </p:attrNameLst>
                                      </p:cBhvr>
                                      <p:tavLst>
                                        <p:tav tm="0">
                                          <p:val>
                                            <p:strVal val="#ppt_y"/>
                                          </p:val>
                                        </p:tav>
                                        <p:tav tm="100000">
                                          <p:val>
                                            <p:strVal val="#ppt_y"/>
                                          </p:val>
                                        </p:tav>
                                      </p:tavLst>
                                    </p:anim>
                                  </p:childTnLst>
                                </p:cTn>
                              </p:par>
                            </p:childTnLst>
                          </p:cTn>
                        </p:par>
                        <p:par>
                          <p:cTn id="53" fill="hold">
                            <p:stCondLst>
                              <p:cond delay="5900"/>
                            </p:stCondLst>
                            <p:childTnLst>
                              <p:par>
                                <p:cTn id="54" presetClass="entr" nodeType="afterEffect" presetSubtype="2" presetID="2" grpId="11" fill="hold">
                                  <p:stCondLst>
                                    <p:cond delay="100"/>
                                  </p:stCondLst>
                                  <p:iterate type="el" backwards="0">
                                    <p:tmAbs val="0"/>
                                  </p:iterate>
                                  <p:childTnLst>
                                    <p:set>
                                      <p:cBhvr>
                                        <p:cTn id="55" fill="hold"/>
                                        <p:tgtEl>
                                          <p:spTgt spid="6172"/>
                                        </p:tgtEl>
                                        <p:attrNameLst>
                                          <p:attrName>style.visibility</p:attrName>
                                        </p:attrNameLst>
                                      </p:cBhvr>
                                      <p:to>
                                        <p:strVal val="visible"/>
                                      </p:to>
                                    </p:set>
                                    <p:anim calcmode="lin" valueType="num">
                                      <p:cBhvr>
                                        <p:cTn id="56" dur="500" fill="hold"/>
                                        <p:tgtEl>
                                          <p:spTgt spid="6172"/>
                                        </p:tgtEl>
                                        <p:attrNameLst>
                                          <p:attrName>ppt_x</p:attrName>
                                        </p:attrNameLst>
                                      </p:cBhvr>
                                      <p:tavLst>
                                        <p:tav tm="0">
                                          <p:val>
                                            <p:strVal val="1+#ppt_w/2"/>
                                          </p:val>
                                        </p:tav>
                                        <p:tav tm="100000">
                                          <p:val>
                                            <p:strVal val="#ppt_x"/>
                                          </p:val>
                                        </p:tav>
                                      </p:tavLst>
                                    </p:anim>
                                    <p:anim calcmode="lin" valueType="num">
                                      <p:cBhvr>
                                        <p:cTn id="57" dur="500" fill="hold"/>
                                        <p:tgtEl>
                                          <p:spTgt spid="6172"/>
                                        </p:tgtEl>
                                        <p:attrNameLst>
                                          <p:attrName>ppt_y</p:attrName>
                                        </p:attrNameLst>
                                      </p:cBhvr>
                                      <p:tavLst>
                                        <p:tav tm="0">
                                          <p:val>
                                            <p:strVal val="#ppt_y"/>
                                          </p:val>
                                        </p:tav>
                                        <p:tav tm="100000">
                                          <p:val>
                                            <p:strVal val="#ppt_y"/>
                                          </p:val>
                                        </p:tav>
                                      </p:tavLst>
                                    </p:anim>
                                  </p:childTnLst>
                                </p:cTn>
                              </p:par>
                            </p:childTnLst>
                          </p:cTn>
                        </p:par>
                        <p:par>
                          <p:cTn id="58" fill="hold">
                            <p:stCondLst>
                              <p:cond delay="6500"/>
                            </p:stCondLst>
                            <p:childTnLst>
                              <p:par>
                                <p:cTn id="59" presetClass="entr" nodeType="afterEffect" presetSubtype="2" presetID="2" grpId="12" fill="hold">
                                  <p:stCondLst>
                                    <p:cond delay="100"/>
                                  </p:stCondLst>
                                  <p:iterate type="el" backwards="0">
                                    <p:tmAbs val="0"/>
                                  </p:iterate>
                                  <p:childTnLst>
                                    <p:set>
                                      <p:cBhvr>
                                        <p:cTn id="60" fill="hold"/>
                                        <p:tgtEl>
                                          <p:spTgt spid="6173"/>
                                        </p:tgtEl>
                                        <p:attrNameLst>
                                          <p:attrName>style.visibility</p:attrName>
                                        </p:attrNameLst>
                                      </p:cBhvr>
                                      <p:to>
                                        <p:strVal val="visible"/>
                                      </p:to>
                                    </p:set>
                                    <p:anim calcmode="lin" valueType="num">
                                      <p:cBhvr>
                                        <p:cTn id="61" dur="500" fill="hold"/>
                                        <p:tgtEl>
                                          <p:spTgt spid="6173"/>
                                        </p:tgtEl>
                                        <p:attrNameLst>
                                          <p:attrName>ppt_x</p:attrName>
                                        </p:attrNameLst>
                                      </p:cBhvr>
                                      <p:tavLst>
                                        <p:tav tm="0">
                                          <p:val>
                                            <p:strVal val="1+#ppt_w/2"/>
                                          </p:val>
                                        </p:tav>
                                        <p:tav tm="100000">
                                          <p:val>
                                            <p:strVal val="#ppt_x"/>
                                          </p:val>
                                        </p:tav>
                                      </p:tavLst>
                                    </p:anim>
                                    <p:anim calcmode="lin" valueType="num">
                                      <p:cBhvr>
                                        <p:cTn id="62" dur="500" fill="hold"/>
                                        <p:tgtEl>
                                          <p:spTgt spid="6173"/>
                                        </p:tgtEl>
                                        <p:attrNameLst>
                                          <p:attrName>ppt_y</p:attrName>
                                        </p:attrNameLst>
                                      </p:cBhvr>
                                      <p:tavLst>
                                        <p:tav tm="0">
                                          <p:val>
                                            <p:strVal val="#ppt_y"/>
                                          </p:val>
                                        </p:tav>
                                        <p:tav tm="100000">
                                          <p:val>
                                            <p:strVal val="#ppt_y"/>
                                          </p:val>
                                        </p:tav>
                                      </p:tavLst>
                                    </p:anim>
                                  </p:childTnLst>
                                </p:cTn>
                              </p:par>
                            </p:childTnLst>
                          </p:cTn>
                        </p:par>
                        <p:par>
                          <p:cTn id="63" fill="hold">
                            <p:stCondLst>
                              <p:cond delay="7100"/>
                            </p:stCondLst>
                            <p:childTnLst>
                              <p:par>
                                <p:cTn id="64" presetClass="entr" nodeType="afterEffect" presetSubtype="2" presetID="2" grpId="13" fill="hold">
                                  <p:stCondLst>
                                    <p:cond delay="100"/>
                                  </p:stCondLst>
                                  <p:iterate type="el" backwards="0">
                                    <p:tmAbs val="0"/>
                                  </p:iterate>
                                  <p:childTnLst>
                                    <p:set>
                                      <p:cBhvr>
                                        <p:cTn id="65" fill="hold"/>
                                        <p:tgtEl>
                                          <p:spTgt spid="6174"/>
                                        </p:tgtEl>
                                        <p:attrNameLst>
                                          <p:attrName>style.visibility</p:attrName>
                                        </p:attrNameLst>
                                      </p:cBhvr>
                                      <p:to>
                                        <p:strVal val="visible"/>
                                      </p:to>
                                    </p:set>
                                    <p:anim calcmode="lin" valueType="num">
                                      <p:cBhvr>
                                        <p:cTn id="66" dur="500" fill="hold"/>
                                        <p:tgtEl>
                                          <p:spTgt spid="6174"/>
                                        </p:tgtEl>
                                        <p:attrNameLst>
                                          <p:attrName>ppt_x</p:attrName>
                                        </p:attrNameLst>
                                      </p:cBhvr>
                                      <p:tavLst>
                                        <p:tav tm="0">
                                          <p:val>
                                            <p:strVal val="1+#ppt_w/2"/>
                                          </p:val>
                                        </p:tav>
                                        <p:tav tm="100000">
                                          <p:val>
                                            <p:strVal val="#ppt_x"/>
                                          </p:val>
                                        </p:tav>
                                      </p:tavLst>
                                    </p:anim>
                                    <p:anim calcmode="lin" valueType="num">
                                      <p:cBhvr>
                                        <p:cTn id="67" dur="500" fill="hold"/>
                                        <p:tgtEl>
                                          <p:spTgt spid="617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174" grpId="13"/>
      <p:bldP build="whole" bldLvl="1" animBg="1" rev="0" advAuto="0" spid="6173" grpId="12"/>
      <p:bldP build="whole" bldLvl="1" animBg="1" rev="0" advAuto="0" spid="6161" grpId="1"/>
      <p:bldP build="whole" bldLvl="1" animBg="1" rev="0" advAuto="0" spid="6167" grpId="6"/>
      <p:bldP build="whole" bldLvl="1" animBg="1" rev="0" advAuto="0" spid="6172" grpId="11"/>
      <p:bldP build="whole" bldLvl="1" animBg="1" rev="0" advAuto="0" spid="6165" grpId="4"/>
      <p:bldP build="whole" bldLvl="1" animBg="1" rev="0" advAuto="0" spid="6169" grpId="8"/>
      <p:bldP build="whole" bldLvl="1" animBg="1" rev="0" advAuto="0" spid="6166" grpId="5"/>
      <p:bldP build="whole" bldLvl="1" animBg="1" rev="0" advAuto="0" spid="6168" grpId="7"/>
      <p:bldP build="whole" bldLvl="1" animBg="1" rev="0" advAuto="0" spid="6171" grpId="10"/>
      <p:bldP build="whole" bldLvl="1" animBg="1" rev="0" advAuto="0" spid="6164" grpId="3"/>
      <p:bldP build="whole" bldLvl="1" animBg="1" rev="0" advAuto="0" spid="6163" grpId="2"/>
      <p:bldP build="whole" bldLvl="1" animBg="1" rev="0" advAuto="0" spid="6170" grpId="9"/>
    </p:bldLst>
  </p:timing>
</p:sld>
</file>

<file path=ppt/slides/slide17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176" name="Shape 6176"/>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FINALES</a:t>
            </a:r>
          </a:p>
          <a:p>
            <a:pPr>
              <a:defRPr sz="10000">
                <a:solidFill>
                  <a:srgbClr val="FFFFFF"/>
                </a:solidFill>
                <a:latin typeface="Raleway ExtraBold"/>
                <a:ea typeface="Raleway ExtraBold"/>
                <a:cs typeface="Raleway ExtraBold"/>
                <a:sym typeface="Raleway ExtraBold"/>
              </a:defRPr>
            </a:pPr>
            <a:r>
              <a:t>Precios</a:t>
            </a:r>
          </a:p>
        </p:txBody>
      </p:sp>
    </p:spTree>
  </p:cSld>
  <p:clrMapOvr>
    <a:masterClrMapping/>
  </p:clrMapOvr>
  <p:transition xmlns:p14="http://schemas.microsoft.com/office/powerpoint/2010/main" spd="med" advClick="1" p14:dur="1000"/>
</p:sld>
</file>

<file path=ppt/slides/slide173.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144973"/>
        </a:solidFill>
      </p:bgPr>
    </p:bg>
    <p:spTree>
      <p:nvGrpSpPr>
        <p:cNvPr id="1" name=""/>
        <p:cNvGrpSpPr/>
        <p:nvPr/>
      </p:nvGrpSpPr>
      <p:grpSpPr>
        <a:xfrm>
          <a:off x="0" y="0"/>
          <a:ext cx="0" cy="0"/>
          <a:chOff x="0" y="0"/>
          <a:chExt cx="0" cy="0"/>
        </a:xfrm>
      </p:grpSpPr>
      <p:sp>
        <p:nvSpPr>
          <p:cNvPr id="6178" name="Shape 6178"/>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Planes</a:t>
            </a:r>
          </a:p>
        </p:txBody>
      </p:sp>
      <p:sp>
        <p:nvSpPr>
          <p:cNvPr id="6179" name="Shape 6179"/>
          <p:cNvSpPr/>
          <p:nvPr/>
        </p:nvSpPr>
        <p:spPr>
          <a:xfrm>
            <a:off x="1197624" y="3430277"/>
            <a:ext cx="4759548" cy="6070438"/>
          </a:xfrm>
          <a:prstGeom prst="roundRect">
            <a:avLst>
              <a:gd name="adj" fmla="val 4457"/>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80" name="Shape 6180"/>
          <p:cNvSpPr/>
          <p:nvPr/>
        </p:nvSpPr>
        <p:spPr>
          <a:xfrm>
            <a:off x="1197624" y="3430277"/>
            <a:ext cx="4759548" cy="2043649"/>
          </a:xfrm>
          <a:prstGeom prst="roundRect">
            <a:avLst>
              <a:gd name="adj" fmla="val 9083"/>
            </a:avLst>
          </a:prstGeom>
          <a:solidFill>
            <a:srgbClr val="397ECA"/>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81" name="Shape 6181"/>
          <p:cNvSpPr/>
          <p:nvPr/>
        </p:nvSpPr>
        <p:spPr>
          <a:xfrm>
            <a:off x="1197624" y="5124353"/>
            <a:ext cx="4759548" cy="1909197"/>
          </a:xfrm>
          <a:prstGeom prst="rect">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82" name="Shape 6182"/>
          <p:cNvSpPr/>
          <p:nvPr/>
        </p:nvSpPr>
        <p:spPr>
          <a:xfrm>
            <a:off x="1197624" y="6262413"/>
            <a:ext cx="4759548" cy="1092486"/>
          </a:xfrm>
          <a:prstGeom prst="rect">
            <a:avLst/>
          </a:prstGeom>
          <a:ln w="12700">
            <a:miter lim="400000"/>
          </a:ln>
        </p:spPr>
        <p:txBody>
          <a:bodyPr lIns="45719" rIns="45719"/>
          <a:lstStyle/>
          <a:p>
            <a:pPr defTabSz="914400">
              <a:defRPr sz="1800">
                <a:latin typeface="Calibri"/>
                <a:ea typeface="Calibri"/>
                <a:cs typeface="Calibri"/>
                <a:sym typeface="Calibri"/>
              </a:defRPr>
            </a:pPr>
          </a:p>
        </p:txBody>
      </p:sp>
      <p:sp>
        <p:nvSpPr>
          <p:cNvPr id="6183" name="Shape 6183"/>
          <p:cNvSpPr/>
          <p:nvPr/>
        </p:nvSpPr>
        <p:spPr>
          <a:xfrm>
            <a:off x="2212693" y="7974701"/>
            <a:ext cx="2729404" cy="752925"/>
          </a:xfrm>
          <a:prstGeom prst="roundRect">
            <a:avLst>
              <a:gd name="adj" fmla="val 14087"/>
            </a:avLst>
          </a:prstGeom>
          <a:solidFill>
            <a:srgbClr val="397ECA"/>
          </a:solidFill>
          <a:ln w="12700">
            <a:miter lim="400000"/>
          </a:ln>
        </p:spPr>
        <p:txBody>
          <a:bodyPr lIns="45719" rIns="45719" anchor="ctr"/>
          <a:lstStyle/>
          <a:p>
            <a:pPr defTabSz="914400">
              <a:defRPr sz="2400">
                <a:solidFill>
                  <a:srgbClr val="FFFFFF"/>
                </a:solidFill>
                <a:latin typeface="Raleway ExtraBold"/>
                <a:ea typeface="Raleway ExtraBold"/>
                <a:cs typeface="Raleway ExtraBold"/>
                <a:sym typeface="Raleway ExtraBold"/>
              </a:defRPr>
            </a:pPr>
          </a:p>
        </p:txBody>
      </p:sp>
      <p:sp>
        <p:nvSpPr>
          <p:cNvPr id="6184" name="Shape 6184"/>
          <p:cNvSpPr/>
          <p:nvPr/>
        </p:nvSpPr>
        <p:spPr>
          <a:xfrm>
            <a:off x="2613100" y="8080654"/>
            <a:ext cx="1928587" cy="641703"/>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defTabSz="914400">
              <a:defRPr sz="2800">
                <a:solidFill>
                  <a:srgbClr val="FFFFFF"/>
                </a:solidFill>
                <a:latin typeface="Raleway ExtraBold"/>
                <a:ea typeface="Raleway ExtraBold"/>
                <a:cs typeface="Raleway ExtraBold"/>
                <a:sym typeface="Raleway ExtraBold"/>
              </a:defRPr>
            </a:lvl1pPr>
          </a:lstStyle>
          <a:p>
            <a:pPr/>
            <a:r>
              <a:t>€ / mes</a:t>
            </a:r>
          </a:p>
        </p:txBody>
      </p:sp>
      <p:sp>
        <p:nvSpPr>
          <p:cNvPr id="6185" name="Shape 6185"/>
          <p:cNvSpPr/>
          <p:nvPr/>
        </p:nvSpPr>
        <p:spPr>
          <a:xfrm>
            <a:off x="6656312" y="3430277"/>
            <a:ext cx="4759548" cy="6070438"/>
          </a:xfrm>
          <a:prstGeom prst="roundRect">
            <a:avLst>
              <a:gd name="adj" fmla="val 4457"/>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86" name="Shape 6186"/>
          <p:cNvSpPr/>
          <p:nvPr/>
        </p:nvSpPr>
        <p:spPr>
          <a:xfrm>
            <a:off x="6656312" y="3430277"/>
            <a:ext cx="4759548" cy="2043649"/>
          </a:xfrm>
          <a:prstGeom prst="roundRect">
            <a:avLst>
              <a:gd name="adj" fmla="val 9083"/>
            </a:avLst>
          </a:prstGeom>
          <a:solidFill>
            <a:srgbClr val="029FDC"/>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87" name="Shape 6187"/>
          <p:cNvSpPr/>
          <p:nvPr/>
        </p:nvSpPr>
        <p:spPr>
          <a:xfrm>
            <a:off x="6656312" y="5124353"/>
            <a:ext cx="4759548" cy="1909197"/>
          </a:xfrm>
          <a:prstGeom prst="rect">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88" name="Shape 6188"/>
          <p:cNvSpPr/>
          <p:nvPr/>
        </p:nvSpPr>
        <p:spPr>
          <a:xfrm>
            <a:off x="7635053" y="7974701"/>
            <a:ext cx="2729404" cy="752925"/>
          </a:xfrm>
          <a:prstGeom prst="roundRect">
            <a:avLst>
              <a:gd name="adj" fmla="val 14087"/>
            </a:avLst>
          </a:prstGeom>
          <a:solidFill>
            <a:srgbClr val="029FDC"/>
          </a:solidFill>
          <a:ln w="12700">
            <a:miter lim="400000"/>
          </a:ln>
        </p:spPr>
        <p:txBody>
          <a:bodyPr lIns="45719" rIns="45719" anchor="ctr"/>
          <a:lstStyle/>
          <a:p>
            <a:pPr defTabSz="914400">
              <a:defRPr sz="2400">
                <a:solidFill>
                  <a:srgbClr val="FFFFFF"/>
                </a:solidFill>
                <a:latin typeface="Raleway ExtraBold"/>
                <a:ea typeface="Raleway ExtraBold"/>
                <a:cs typeface="Raleway ExtraBold"/>
                <a:sym typeface="Raleway ExtraBold"/>
              </a:defRPr>
            </a:pPr>
          </a:p>
        </p:txBody>
      </p:sp>
      <p:sp>
        <p:nvSpPr>
          <p:cNvPr id="6189" name="Shape 6189"/>
          <p:cNvSpPr/>
          <p:nvPr/>
        </p:nvSpPr>
        <p:spPr>
          <a:xfrm>
            <a:off x="8035460" y="8080654"/>
            <a:ext cx="1928588" cy="641703"/>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defTabSz="914400">
              <a:defRPr sz="2800">
                <a:solidFill>
                  <a:srgbClr val="FFFFFF"/>
                </a:solidFill>
                <a:latin typeface="Raleway ExtraBold"/>
                <a:ea typeface="Raleway ExtraBold"/>
                <a:cs typeface="Raleway ExtraBold"/>
                <a:sym typeface="Raleway ExtraBold"/>
              </a:defRPr>
            </a:lvl1pPr>
          </a:lstStyle>
          <a:p>
            <a:pPr/>
            <a:r>
              <a:t>€ / mes</a:t>
            </a:r>
          </a:p>
        </p:txBody>
      </p:sp>
      <p:sp>
        <p:nvSpPr>
          <p:cNvPr id="6190" name="Shape 6190"/>
          <p:cNvSpPr/>
          <p:nvPr/>
        </p:nvSpPr>
        <p:spPr>
          <a:xfrm>
            <a:off x="12115000" y="3430277"/>
            <a:ext cx="4759548" cy="6070438"/>
          </a:xfrm>
          <a:prstGeom prst="roundRect">
            <a:avLst>
              <a:gd name="adj" fmla="val 4457"/>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91" name="Shape 6191"/>
          <p:cNvSpPr/>
          <p:nvPr/>
        </p:nvSpPr>
        <p:spPr>
          <a:xfrm>
            <a:off x="12115000" y="3430277"/>
            <a:ext cx="4759548" cy="2043649"/>
          </a:xfrm>
          <a:prstGeom prst="roundRect">
            <a:avLst>
              <a:gd name="adj" fmla="val 9083"/>
            </a:avLst>
          </a:prstGeom>
          <a:solidFill>
            <a:srgbClr val="66B3E0"/>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92" name="Shape 6192"/>
          <p:cNvSpPr/>
          <p:nvPr/>
        </p:nvSpPr>
        <p:spPr>
          <a:xfrm>
            <a:off x="12115000" y="5124353"/>
            <a:ext cx="4759548" cy="1909197"/>
          </a:xfrm>
          <a:prstGeom prst="rect">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93" name="Shape 6193"/>
          <p:cNvSpPr/>
          <p:nvPr/>
        </p:nvSpPr>
        <p:spPr>
          <a:xfrm>
            <a:off x="13130068" y="7974701"/>
            <a:ext cx="2729404" cy="752925"/>
          </a:xfrm>
          <a:prstGeom prst="roundRect">
            <a:avLst>
              <a:gd name="adj" fmla="val 14087"/>
            </a:avLst>
          </a:prstGeom>
          <a:solidFill>
            <a:srgbClr val="66B3E0"/>
          </a:solidFill>
          <a:ln w="12700">
            <a:miter lim="400000"/>
          </a:ln>
        </p:spPr>
        <p:txBody>
          <a:bodyPr lIns="45719" rIns="45719" anchor="ctr"/>
          <a:lstStyle/>
          <a:p>
            <a:pPr defTabSz="914400">
              <a:defRPr sz="2400">
                <a:solidFill>
                  <a:srgbClr val="FFFFFF"/>
                </a:solidFill>
                <a:latin typeface="Raleway ExtraBold"/>
                <a:ea typeface="Raleway ExtraBold"/>
                <a:cs typeface="Raleway ExtraBold"/>
                <a:sym typeface="Raleway ExtraBold"/>
              </a:defRPr>
            </a:pPr>
          </a:p>
        </p:txBody>
      </p:sp>
      <p:sp>
        <p:nvSpPr>
          <p:cNvPr id="6194" name="Shape 6194"/>
          <p:cNvSpPr/>
          <p:nvPr/>
        </p:nvSpPr>
        <p:spPr>
          <a:xfrm>
            <a:off x="13530476" y="8080654"/>
            <a:ext cx="1928588" cy="641703"/>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defTabSz="914400">
              <a:defRPr sz="2800">
                <a:solidFill>
                  <a:srgbClr val="FFFFFF"/>
                </a:solidFill>
                <a:latin typeface="Raleway ExtraBold"/>
                <a:ea typeface="Raleway ExtraBold"/>
                <a:cs typeface="Raleway ExtraBold"/>
                <a:sym typeface="Raleway ExtraBold"/>
              </a:defRPr>
            </a:lvl1pPr>
          </a:lstStyle>
          <a:p>
            <a:pPr/>
            <a:r>
              <a:t>€ / mes</a:t>
            </a:r>
          </a:p>
        </p:txBody>
      </p:sp>
      <p:sp>
        <p:nvSpPr>
          <p:cNvPr id="6195" name="Shape 6195"/>
          <p:cNvSpPr/>
          <p:nvPr/>
        </p:nvSpPr>
        <p:spPr>
          <a:xfrm>
            <a:off x="17573688" y="3430277"/>
            <a:ext cx="4759548" cy="6070438"/>
          </a:xfrm>
          <a:prstGeom prst="roundRect">
            <a:avLst>
              <a:gd name="adj" fmla="val 4457"/>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96" name="Shape 6196"/>
          <p:cNvSpPr/>
          <p:nvPr/>
        </p:nvSpPr>
        <p:spPr>
          <a:xfrm>
            <a:off x="17573688" y="3430277"/>
            <a:ext cx="4759548" cy="2043649"/>
          </a:xfrm>
          <a:prstGeom prst="roundRect">
            <a:avLst>
              <a:gd name="adj" fmla="val 9083"/>
            </a:avLst>
          </a:prstGeom>
          <a:solidFill>
            <a:srgbClr val="B4E6F1"/>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97" name="Shape 6197"/>
          <p:cNvSpPr/>
          <p:nvPr/>
        </p:nvSpPr>
        <p:spPr>
          <a:xfrm>
            <a:off x="17573688" y="5124353"/>
            <a:ext cx="4759548" cy="1909197"/>
          </a:xfrm>
          <a:prstGeom prst="rect">
            <a:avLst/>
          </a:prstGeom>
          <a:solidFill>
            <a:srgbClr val="FFFFFF"/>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198" name="Shape 6198"/>
          <p:cNvSpPr/>
          <p:nvPr/>
        </p:nvSpPr>
        <p:spPr>
          <a:xfrm>
            <a:off x="18588756" y="7974701"/>
            <a:ext cx="2729405" cy="752925"/>
          </a:xfrm>
          <a:prstGeom prst="roundRect">
            <a:avLst>
              <a:gd name="adj" fmla="val 14087"/>
            </a:avLst>
          </a:prstGeom>
          <a:solidFill>
            <a:srgbClr val="B4E6F1"/>
          </a:solidFill>
          <a:ln w="12700">
            <a:miter lim="400000"/>
          </a:ln>
        </p:spPr>
        <p:txBody>
          <a:bodyPr lIns="45719" rIns="45719" anchor="ctr"/>
          <a:lstStyle/>
          <a:p>
            <a:pPr defTabSz="914400">
              <a:defRPr sz="2400">
                <a:solidFill>
                  <a:srgbClr val="FFFFFF"/>
                </a:solidFill>
                <a:latin typeface="Raleway ExtraBold"/>
                <a:ea typeface="Raleway ExtraBold"/>
                <a:cs typeface="Raleway ExtraBold"/>
                <a:sym typeface="Raleway ExtraBold"/>
              </a:defRPr>
            </a:pPr>
          </a:p>
        </p:txBody>
      </p:sp>
      <p:sp>
        <p:nvSpPr>
          <p:cNvPr id="6199" name="Shape 6199"/>
          <p:cNvSpPr/>
          <p:nvPr/>
        </p:nvSpPr>
        <p:spPr>
          <a:xfrm>
            <a:off x="18989163" y="8080654"/>
            <a:ext cx="1928588" cy="641703"/>
          </a:xfrm>
          <a:prstGeom prst="rect">
            <a:avLst/>
          </a:prstGeom>
          <a:ln w="12700">
            <a:miter lim="400000"/>
          </a:ln>
          <a:extLst>
            <a:ext uri="{C572A759-6A51-4108-AA02-DFA0A04FC94B}">
              <ma14:wrappingTextBoxFlag xmlns:ma14="http://schemas.microsoft.com/office/mac/drawingml/2011/main" val="1"/>
            </a:ext>
          </a:extLst>
        </p:spPr>
        <p:txBody>
          <a:bodyPr lIns="45719" rIns="45719"/>
          <a:lstStyle>
            <a:lvl1pPr defTabSz="914400">
              <a:defRPr sz="2800">
                <a:solidFill>
                  <a:srgbClr val="FFFFFF"/>
                </a:solidFill>
                <a:latin typeface="Raleway ExtraBold"/>
                <a:ea typeface="Raleway ExtraBold"/>
                <a:cs typeface="Raleway ExtraBold"/>
                <a:sym typeface="Raleway ExtraBold"/>
              </a:defRPr>
            </a:lvl1pPr>
          </a:lstStyle>
          <a:p>
            <a:pPr/>
            <a:r>
              <a:t>€ / mes</a:t>
            </a:r>
          </a:p>
        </p:txBody>
      </p:sp>
      <p:sp>
        <p:nvSpPr>
          <p:cNvPr id="6200" name="Shape 6200"/>
          <p:cNvSpPr/>
          <p:nvPr/>
        </p:nvSpPr>
        <p:spPr>
          <a:xfrm>
            <a:off x="1254678" y="5121121"/>
            <a:ext cx="4645439" cy="2694567"/>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latin typeface="Raleway SemiBold"/>
                <a:ea typeface="Raleway SemiBold"/>
                <a:cs typeface="Raleway SemiBold"/>
                <a:sym typeface="Raleway SemiBold"/>
              </a:defRPr>
            </a:pPr>
            <a:r>
              <a:t>Descripción 1</a:t>
            </a:r>
          </a:p>
          <a:p>
            <a:pPr defTabSz="914400">
              <a:spcBef>
                <a:spcPts val="600"/>
              </a:spcBef>
              <a:defRPr sz="2500">
                <a:latin typeface="Raleway SemiBold"/>
                <a:ea typeface="Raleway SemiBold"/>
                <a:cs typeface="Raleway SemiBold"/>
                <a:sym typeface="Raleway SemiBold"/>
              </a:defRPr>
            </a:pPr>
            <a:r>
              <a:t>Descripción 2</a:t>
            </a:r>
          </a:p>
        </p:txBody>
      </p:sp>
      <p:sp>
        <p:nvSpPr>
          <p:cNvPr id="6201" name="Shape 6201"/>
          <p:cNvSpPr/>
          <p:nvPr/>
        </p:nvSpPr>
        <p:spPr>
          <a:xfrm>
            <a:off x="2949497" y="4171114"/>
            <a:ext cx="1255802"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solidFill>
                  <a:srgbClr val="FFFFFF"/>
                </a:solidFill>
                <a:latin typeface="Raleway ExtraBold"/>
                <a:ea typeface="Raleway ExtraBold"/>
                <a:cs typeface="Raleway ExtraBold"/>
                <a:sym typeface="Raleway ExtraBold"/>
              </a:defRPr>
            </a:lvl1pPr>
          </a:lstStyle>
          <a:p>
            <a:pPr/>
            <a:r>
              <a:t>Pack 1</a:t>
            </a:r>
          </a:p>
        </p:txBody>
      </p:sp>
      <p:sp>
        <p:nvSpPr>
          <p:cNvPr id="6202" name="Shape 6202"/>
          <p:cNvSpPr/>
          <p:nvPr/>
        </p:nvSpPr>
        <p:spPr>
          <a:xfrm>
            <a:off x="8397161" y="4171114"/>
            <a:ext cx="1277849"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solidFill>
                  <a:srgbClr val="FFFFFF"/>
                </a:solidFill>
                <a:latin typeface="Raleway ExtraBold"/>
                <a:ea typeface="Raleway ExtraBold"/>
                <a:cs typeface="Raleway ExtraBold"/>
                <a:sym typeface="Raleway ExtraBold"/>
              </a:defRPr>
            </a:lvl1pPr>
          </a:lstStyle>
          <a:p>
            <a:pPr/>
            <a:r>
              <a:t>Pack 2</a:t>
            </a:r>
          </a:p>
        </p:txBody>
      </p:sp>
      <p:sp>
        <p:nvSpPr>
          <p:cNvPr id="6203" name="Shape 6203"/>
          <p:cNvSpPr/>
          <p:nvPr/>
        </p:nvSpPr>
        <p:spPr>
          <a:xfrm>
            <a:off x="13857805" y="4171114"/>
            <a:ext cx="1273938"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solidFill>
                  <a:srgbClr val="FFFFFF"/>
                </a:solidFill>
                <a:latin typeface="Raleway ExtraBold"/>
                <a:ea typeface="Raleway ExtraBold"/>
                <a:cs typeface="Raleway ExtraBold"/>
                <a:sym typeface="Raleway ExtraBold"/>
              </a:defRPr>
            </a:lvl1pPr>
          </a:lstStyle>
          <a:p>
            <a:pPr/>
            <a:r>
              <a:t>Pack 3</a:t>
            </a:r>
          </a:p>
        </p:txBody>
      </p:sp>
      <p:sp>
        <p:nvSpPr>
          <p:cNvPr id="6204" name="Shape 6204"/>
          <p:cNvSpPr/>
          <p:nvPr/>
        </p:nvSpPr>
        <p:spPr>
          <a:xfrm>
            <a:off x="19314892" y="4171114"/>
            <a:ext cx="1277138" cy="5619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defTabSz="914400">
              <a:defRPr sz="2800">
                <a:solidFill>
                  <a:srgbClr val="FFFFFF"/>
                </a:solidFill>
                <a:latin typeface="Raleway ExtraBold"/>
                <a:ea typeface="Raleway ExtraBold"/>
                <a:cs typeface="Raleway ExtraBold"/>
                <a:sym typeface="Raleway ExtraBold"/>
              </a:defRPr>
            </a:lvl1pPr>
          </a:lstStyle>
          <a:p>
            <a:pPr/>
            <a:r>
              <a:t>Pack 4</a:t>
            </a:r>
          </a:p>
        </p:txBody>
      </p:sp>
      <p:sp>
        <p:nvSpPr>
          <p:cNvPr id="6205" name="Shape 6205"/>
          <p:cNvSpPr/>
          <p:nvPr/>
        </p:nvSpPr>
        <p:spPr>
          <a:xfrm>
            <a:off x="6713366" y="5121121"/>
            <a:ext cx="4645440" cy="2694567"/>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latin typeface="Raleway SemiBold"/>
                <a:ea typeface="Raleway SemiBold"/>
                <a:cs typeface="Raleway SemiBold"/>
                <a:sym typeface="Raleway SemiBold"/>
              </a:defRPr>
            </a:pPr>
            <a:r>
              <a:t>Descripción 1</a:t>
            </a:r>
          </a:p>
          <a:p>
            <a:pPr defTabSz="914400">
              <a:spcBef>
                <a:spcPts val="600"/>
              </a:spcBef>
              <a:defRPr sz="2500">
                <a:latin typeface="Raleway SemiBold"/>
                <a:ea typeface="Raleway SemiBold"/>
                <a:cs typeface="Raleway SemiBold"/>
                <a:sym typeface="Raleway SemiBold"/>
              </a:defRPr>
            </a:pPr>
            <a:r>
              <a:t>Descripción 2</a:t>
            </a:r>
          </a:p>
        </p:txBody>
      </p:sp>
      <p:sp>
        <p:nvSpPr>
          <p:cNvPr id="6206" name="Shape 6206"/>
          <p:cNvSpPr/>
          <p:nvPr/>
        </p:nvSpPr>
        <p:spPr>
          <a:xfrm>
            <a:off x="12172054" y="5121121"/>
            <a:ext cx="4645439" cy="2694567"/>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latin typeface="Raleway SemiBold"/>
                <a:ea typeface="Raleway SemiBold"/>
                <a:cs typeface="Raleway SemiBold"/>
                <a:sym typeface="Raleway SemiBold"/>
              </a:defRPr>
            </a:pPr>
            <a:r>
              <a:t>Descripción 1</a:t>
            </a:r>
          </a:p>
          <a:p>
            <a:pPr defTabSz="914400">
              <a:spcBef>
                <a:spcPts val="600"/>
              </a:spcBef>
              <a:defRPr sz="2500">
                <a:latin typeface="Raleway SemiBold"/>
                <a:ea typeface="Raleway SemiBold"/>
                <a:cs typeface="Raleway SemiBold"/>
                <a:sym typeface="Raleway SemiBold"/>
              </a:defRPr>
            </a:pPr>
            <a:r>
              <a:t>Descripción 2</a:t>
            </a:r>
          </a:p>
        </p:txBody>
      </p:sp>
      <p:sp>
        <p:nvSpPr>
          <p:cNvPr id="6207" name="Shape 6207"/>
          <p:cNvSpPr/>
          <p:nvPr/>
        </p:nvSpPr>
        <p:spPr>
          <a:xfrm>
            <a:off x="17630742" y="5121121"/>
            <a:ext cx="4645439" cy="2694567"/>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latin typeface="Raleway SemiBold"/>
                <a:ea typeface="Raleway SemiBold"/>
                <a:cs typeface="Raleway SemiBold"/>
                <a:sym typeface="Raleway SemiBold"/>
              </a:defRPr>
            </a:pPr>
            <a:r>
              <a:t>Descripción 1</a:t>
            </a:r>
          </a:p>
          <a:p>
            <a:pPr defTabSz="914400">
              <a:spcBef>
                <a:spcPts val="600"/>
              </a:spcBef>
              <a:defRPr sz="2500">
                <a:latin typeface="Raleway SemiBold"/>
                <a:ea typeface="Raleway SemiBold"/>
                <a:cs typeface="Raleway SemiBold"/>
                <a:sym typeface="Raleway SemiBold"/>
              </a:defRPr>
            </a:pPr>
            <a:r>
              <a:t>Descripción 2</a:t>
            </a:r>
          </a:p>
        </p:txBody>
      </p:sp>
    </p:spTree>
  </p:cSld>
  <p:clrMapOvr>
    <a:masterClrMapping/>
  </p:clrMapOvr>
  <p:transition xmlns:p14="http://schemas.microsoft.com/office/powerpoint/2010/main" spd="med" advClick="1" p14:dur="1000"/>
</p:sld>
</file>

<file path=ppt/slides/slide17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209" name="Shape 6209"/>
          <p:cNvSpPr/>
          <p:nvPr/>
        </p:nvSpPr>
        <p:spPr>
          <a:xfrm>
            <a:off x="303300" y="385686"/>
            <a:ext cx="534416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Paquetes precios</a:t>
            </a:r>
          </a:p>
        </p:txBody>
      </p:sp>
      <p:sp>
        <p:nvSpPr>
          <p:cNvPr id="6210" name="Shape 6210"/>
          <p:cNvSpPr/>
          <p:nvPr/>
        </p:nvSpPr>
        <p:spPr>
          <a:xfrm>
            <a:off x="6915150" y="-395550"/>
            <a:ext cx="3974542" cy="8937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1</a:t>
            </a:r>
          </a:p>
        </p:txBody>
      </p:sp>
      <p:sp>
        <p:nvSpPr>
          <p:cNvPr id="6211" name="Shape 6211"/>
          <p:cNvSpPr/>
          <p:nvPr/>
        </p:nvSpPr>
        <p:spPr>
          <a:xfrm>
            <a:off x="2284310" y="9638839"/>
            <a:ext cx="4531330" cy="1567596"/>
          </a:xfrm>
          <a:prstGeom prst="roundRect">
            <a:avLst>
              <a:gd name="adj" fmla="val 8334"/>
            </a:avLst>
          </a:prstGeom>
          <a:solidFill>
            <a:srgbClr val="4BACC6"/>
          </a:solidFill>
          <a:ln w="12700">
            <a:miter lim="400000"/>
          </a:ln>
        </p:spPr>
        <p:txBody>
          <a:bodyPr lIns="45719" rIns="45719" anchor="ctr"/>
          <a:lstStyle/>
          <a:p>
            <a:pPr defTabSz="914400">
              <a:defRPr b="1" sz="1800">
                <a:solidFill>
                  <a:srgbClr val="FFFFFF"/>
                </a:solidFill>
                <a:latin typeface="Helvetica"/>
                <a:ea typeface="Helvetica"/>
                <a:cs typeface="Helvetica"/>
                <a:sym typeface="Helvetica"/>
              </a:defRPr>
            </a:pPr>
          </a:p>
        </p:txBody>
      </p:sp>
      <p:sp>
        <p:nvSpPr>
          <p:cNvPr id="6212" name="Shape 6212"/>
          <p:cNvSpPr/>
          <p:nvPr/>
        </p:nvSpPr>
        <p:spPr>
          <a:xfrm>
            <a:off x="2322574" y="9913169"/>
            <a:ext cx="4454801" cy="1018937"/>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a:t>
            </a:r>
          </a:p>
        </p:txBody>
      </p:sp>
      <p:sp>
        <p:nvSpPr>
          <p:cNvPr id="6213" name="Shape 6213"/>
          <p:cNvSpPr/>
          <p:nvPr/>
        </p:nvSpPr>
        <p:spPr>
          <a:xfrm>
            <a:off x="2284310" y="2976562"/>
            <a:ext cx="4531330" cy="2155443"/>
          </a:xfrm>
          <a:prstGeom prst="roundRect">
            <a:avLst>
              <a:gd name="adj" fmla="val 8334"/>
            </a:avLst>
          </a:prstGeom>
          <a:solidFill>
            <a:srgbClr val="2F537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214" name="Shape 6214"/>
          <p:cNvSpPr/>
          <p:nvPr/>
        </p:nvSpPr>
        <p:spPr>
          <a:xfrm>
            <a:off x="2284310" y="4054283"/>
            <a:ext cx="4531330" cy="1273672"/>
          </a:xfrm>
          <a:prstGeom prst="rect">
            <a:avLst/>
          </a:prstGeom>
          <a:solidFill>
            <a:srgbClr val="4BACC6"/>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1</a:t>
            </a:r>
          </a:p>
        </p:txBody>
      </p:sp>
      <p:sp>
        <p:nvSpPr>
          <p:cNvPr id="6215" name="Shape 6215"/>
          <p:cNvSpPr/>
          <p:nvPr/>
        </p:nvSpPr>
        <p:spPr>
          <a:xfrm>
            <a:off x="2284310" y="5327953"/>
            <a:ext cx="4531330" cy="4470094"/>
          </a:xfrm>
          <a:prstGeom prst="rect">
            <a:avLst/>
          </a:prstGeom>
          <a:solidFill>
            <a:srgbClr val="2F5379"/>
          </a:solidFill>
          <a:ln w="12700">
            <a:miter lim="400000"/>
          </a:ln>
        </p:spPr>
        <p:txBody>
          <a:bodyPr lIns="45719" rIns="45719" anchor="ctr"/>
          <a:lstStyle/>
          <a:p>
            <a:pPr defTabSz="914400">
              <a:spcBef>
                <a:spcPts val="600"/>
              </a:spcBef>
              <a:defRPr sz="1800">
                <a:solidFill>
                  <a:srgbClr val="FFFFFF"/>
                </a:solidFill>
                <a:latin typeface="Calibri"/>
                <a:ea typeface="Calibri"/>
                <a:cs typeface="Calibri"/>
                <a:sym typeface="Calibri"/>
              </a:defRPr>
            </a:pPr>
          </a:p>
        </p:txBody>
      </p:sp>
      <p:sp>
        <p:nvSpPr>
          <p:cNvPr id="6216" name="Shape 6216"/>
          <p:cNvSpPr/>
          <p:nvPr/>
        </p:nvSpPr>
        <p:spPr>
          <a:xfrm>
            <a:off x="2284312" y="5732916"/>
            <a:ext cx="4531330" cy="3305013"/>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solidFill>
                  <a:srgbClr val="FFFFFF"/>
                </a:solidFill>
                <a:latin typeface="Raleway SemiBold"/>
                <a:ea typeface="Raleway SemiBold"/>
                <a:cs typeface="Raleway SemiBold"/>
                <a:sym typeface="Raleway SemiBold"/>
              </a:defRPr>
            </a:pPr>
            <a:r>
              <a:t>Descripción 1</a:t>
            </a:r>
          </a:p>
          <a:p>
            <a:pPr defTabSz="914400">
              <a:spcBef>
                <a:spcPts val="600"/>
              </a:spcBef>
              <a:defRPr sz="2500">
                <a:solidFill>
                  <a:srgbClr val="FFFFFF"/>
                </a:solidFill>
                <a:latin typeface="Raleway SemiBold"/>
                <a:ea typeface="Raleway SemiBold"/>
                <a:cs typeface="Raleway SemiBold"/>
                <a:sym typeface="Raleway SemiBold"/>
              </a:defRPr>
            </a:pPr>
            <a:r>
              <a:t>Descripción 2</a:t>
            </a:r>
          </a:p>
          <a:p>
            <a:pPr defTabSz="914400">
              <a:spcBef>
                <a:spcPts val="600"/>
              </a:spcBef>
              <a:defRPr sz="2500">
                <a:solidFill>
                  <a:srgbClr val="FFFFFF"/>
                </a:solidFill>
                <a:latin typeface="Raleway SemiBold"/>
                <a:ea typeface="Raleway SemiBold"/>
                <a:cs typeface="Raleway SemiBold"/>
                <a:sym typeface="Raleway SemiBold"/>
              </a:defRPr>
            </a:pPr>
            <a:r>
              <a:t>Descripción 3</a:t>
            </a:r>
          </a:p>
          <a:p>
            <a:pPr defTabSz="914400">
              <a:spcBef>
                <a:spcPts val="600"/>
              </a:spcBef>
              <a:defRPr sz="2500">
                <a:solidFill>
                  <a:srgbClr val="FFFFFF"/>
                </a:solidFill>
                <a:latin typeface="Raleway SemiBold"/>
                <a:ea typeface="Raleway SemiBold"/>
                <a:cs typeface="Raleway SemiBold"/>
                <a:sym typeface="Raleway SemiBold"/>
              </a:defRPr>
            </a:pPr>
            <a:r>
              <a:t>Descripción 4</a:t>
            </a:r>
          </a:p>
          <a:p>
            <a:pPr defTabSz="914400">
              <a:spcBef>
                <a:spcPts val="600"/>
              </a:spcBef>
              <a:defRPr sz="2500">
                <a:solidFill>
                  <a:srgbClr val="FFFFFF"/>
                </a:solidFill>
                <a:latin typeface="Raleway SemiBold"/>
                <a:ea typeface="Raleway SemiBold"/>
                <a:cs typeface="Raleway SemiBold"/>
                <a:sym typeface="Raleway SemiBold"/>
              </a:defRPr>
            </a:pPr>
            <a:r>
              <a:t>etc…</a:t>
            </a:r>
          </a:p>
        </p:txBody>
      </p:sp>
      <p:sp>
        <p:nvSpPr>
          <p:cNvPr id="6217" name="Shape 6217"/>
          <p:cNvSpPr/>
          <p:nvPr/>
        </p:nvSpPr>
        <p:spPr>
          <a:xfrm>
            <a:off x="7378993" y="9638839"/>
            <a:ext cx="4531329" cy="1567596"/>
          </a:xfrm>
          <a:prstGeom prst="roundRect">
            <a:avLst>
              <a:gd name="adj" fmla="val 8334"/>
            </a:avLst>
          </a:prstGeom>
          <a:solidFill>
            <a:srgbClr val="397ECA"/>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a:t>
            </a:r>
          </a:p>
        </p:txBody>
      </p:sp>
      <p:sp>
        <p:nvSpPr>
          <p:cNvPr id="6218" name="Shape 6218"/>
          <p:cNvSpPr/>
          <p:nvPr/>
        </p:nvSpPr>
        <p:spPr>
          <a:xfrm>
            <a:off x="7378993" y="2976562"/>
            <a:ext cx="4531329" cy="2155443"/>
          </a:xfrm>
          <a:prstGeom prst="roundRect">
            <a:avLst>
              <a:gd name="adj" fmla="val 8334"/>
            </a:avLst>
          </a:prstGeom>
          <a:solidFill>
            <a:srgbClr val="2F537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219" name="Shape 6219"/>
          <p:cNvSpPr/>
          <p:nvPr/>
        </p:nvSpPr>
        <p:spPr>
          <a:xfrm>
            <a:off x="7378993" y="4054283"/>
            <a:ext cx="4531329" cy="1273672"/>
          </a:xfrm>
          <a:prstGeom prst="rect">
            <a:avLst/>
          </a:prstGeom>
          <a:solidFill>
            <a:srgbClr val="397ECA"/>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2</a:t>
            </a:r>
          </a:p>
        </p:txBody>
      </p:sp>
      <p:sp>
        <p:nvSpPr>
          <p:cNvPr id="6220" name="Shape 6220"/>
          <p:cNvSpPr/>
          <p:nvPr/>
        </p:nvSpPr>
        <p:spPr>
          <a:xfrm>
            <a:off x="7378993" y="5327953"/>
            <a:ext cx="4531329" cy="4470094"/>
          </a:xfrm>
          <a:prstGeom prst="rect">
            <a:avLst/>
          </a:prstGeom>
          <a:solidFill>
            <a:srgbClr val="2F5379"/>
          </a:solidFill>
          <a:ln w="12700">
            <a:miter lim="400000"/>
          </a:ln>
        </p:spPr>
        <p:txBody>
          <a:bodyPr lIns="45719" rIns="45719" anchor="ctr"/>
          <a:lstStyle/>
          <a:p>
            <a:pPr defTabSz="914400">
              <a:spcBef>
                <a:spcPts val="600"/>
              </a:spcBef>
              <a:defRPr sz="1800">
                <a:solidFill>
                  <a:srgbClr val="FFFFFF"/>
                </a:solidFill>
                <a:latin typeface="Calibri"/>
                <a:ea typeface="Calibri"/>
                <a:cs typeface="Calibri"/>
                <a:sym typeface="Calibri"/>
              </a:defRPr>
            </a:pPr>
          </a:p>
        </p:txBody>
      </p:sp>
      <p:sp>
        <p:nvSpPr>
          <p:cNvPr id="6221" name="Shape 6221"/>
          <p:cNvSpPr/>
          <p:nvPr/>
        </p:nvSpPr>
        <p:spPr>
          <a:xfrm>
            <a:off x="12473676" y="9638839"/>
            <a:ext cx="4531330" cy="1567596"/>
          </a:xfrm>
          <a:prstGeom prst="roundRect">
            <a:avLst>
              <a:gd name="adj" fmla="val 8334"/>
            </a:avLst>
          </a:prstGeom>
          <a:solidFill>
            <a:srgbClr val="029FDC"/>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a:t>
            </a:r>
          </a:p>
        </p:txBody>
      </p:sp>
      <p:sp>
        <p:nvSpPr>
          <p:cNvPr id="6222" name="Shape 6222"/>
          <p:cNvSpPr/>
          <p:nvPr/>
        </p:nvSpPr>
        <p:spPr>
          <a:xfrm>
            <a:off x="12473676" y="2976562"/>
            <a:ext cx="4531330" cy="2155443"/>
          </a:xfrm>
          <a:prstGeom prst="roundRect">
            <a:avLst>
              <a:gd name="adj" fmla="val 8334"/>
            </a:avLst>
          </a:prstGeom>
          <a:solidFill>
            <a:srgbClr val="2F537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223" name="Shape 6223"/>
          <p:cNvSpPr/>
          <p:nvPr/>
        </p:nvSpPr>
        <p:spPr>
          <a:xfrm>
            <a:off x="12473676" y="4054283"/>
            <a:ext cx="4531330" cy="1273672"/>
          </a:xfrm>
          <a:prstGeom prst="rect">
            <a:avLst/>
          </a:prstGeom>
          <a:solidFill>
            <a:srgbClr val="029FDC"/>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3</a:t>
            </a:r>
          </a:p>
        </p:txBody>
      </p:sp>
      <p:sp>
        <p:nvSpPr>
          <p:cNvPr id="6224" name="Shape 6224"/>
          <p:cNvSpPr/>
          <p:nvPr/>
        </p:nvSpPr>
        <p:spPr>
          <a:xfrm>
            <a:off x="12473673" y="5327953"/>
            <a:ext cx="4531330" cy="4470094"/>
          </a:xfrm>
          <a:prstGeom prst="rect">
            <a:avLst/>
          </a:prstGeom>
          <a:solidFill>
            <a:srgbClr val="2F5379"/>
          </a:solidFill>
          <a:ln w="12700">
            <a:miter lim="400000"/>
          </a:ln>
        </p:spPr>
        <p:txBody>
          <a:bodyPr lIns="45719" rIns="45719" anchor="ctr"/>
          <a:lstStyle/>
          <a:p>
            <a:pPr defTabSz="914400">
              <a:spcBef>
                <a:spcPts val="600"/>
              </a:spcBef>
              <a:defRPr sz="1800">
                <a:solidFill>
                  <a:srgbClr val="FFFFFF"/>
                </a:solidFill>
                <a:latin typeface="Calibri"/>
                <a:ea typeface="Calibri"/>
                <a:cs typeface="Calibri"/>
                <a:sym typeface="Calibri"/>
              </a:defRPr>
            </a:pPr>
          </a:p>
        </p:txBody>
      </p:sp>
      <p:sp>
        <p:nvSpPr>
          <p:cNvPr id="6225" name="Shape 6225"/>
          <p:cNvSpPr/>
          <p:nvPr/>
        </p:nvSpPr>
        <p:spPr>
          <a:xfrm>
            <a:off x="17568360" y="9638839"/>
            <a:ext cx="4531330" cy="1567596"/>
          </a:xfrm>
          <a:prstGeom prst="roundRect">
            <a:avLst>
              <a:gd name="adj" fmla="val 8334"/>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a:t>
            </a:r>
          </a:p>
        </p:txBody>
      </p:sp>
      <p:sp>
        <p:nvSpPr>
          <p:cNvPr id="6226" name="Shape 6226"/>
          <p:cNvSpPr/>
          <p:nvPr/>
        </p:nvSpPr>
        <p:spPr>
          <a:xfrm>
            <a:off x="17568360" y="2976562"/>
            <a:ext cx="4531330" cy="2155443"/>
          </a:xfrm>
          <a:prstGeom prst="roundRect">
            <a:avLst>
              <a:gd name="adj" fmla="val 8334"/>
            </a:avLst>
          </a:prstGeom>
          <a:solidFill>
            <a:srgbClr val="2F5379"/>
          </a:solidFill>
          <a:ln w="12700">
            <a:miter lim="400000"/>
          </a:ln>
        </p:spPr>
        <p:txBody>
          <a:bodyPr lIns="45719" rIns="45719" anchor="ctr"/>
          <a:lstStyle/>
          <a:p>
            <a:pPr defTabSz="914400">
              <a:defRPr sz="1800">
                <a:solidFill>
                  <a:srgbClr val="FFFFFF"/>
                </a:solidFill>
                <a:latin typeface="Calibri"/>
                <a:ea typeface="Calibri"/>
                <a:cs typeface="Calibri"/>
                <a:sym typeface="Calibri"/>
              </a:defRPr>
            </a:pPr>
          </a:p>
        </p:txBody>
      </p:sp>
      <p:sp>
        <p:nvSpPr>
          <p:cNvPr id="6227" name="Shape 6227"/>
          <p:cNvSpPr/>
          <p:nvPr/>
        </p:nvSpPr>
        <p:spPr>
          <a:xfrm>
            <a:off x="17568360" y="4054283"/>
            <a:ext cx="4531330" cy="1273672"/>
          </a:xfrm>
          <a:prstGeom prst="rect">
            <a:avLst/>
          </a:prstGeom>
          <a:solidFill>
            <a:srgbClr val="66B3E0"/>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4</a:t>
            </a:r>
          </a:p>
        </p:txBody>
      </p:sp>
      <p:sp>
        <p:nvSpPr>
          <p:cNvPr id="6228" name="Shape 6228"/>
          <p:cNvSpPr/>
          <p:nvPr/>
        </p:nvSpPr>
        <p:spPr>
          <a:xfrm>
            <a:off x="17568358" y="5327953"/>
            <a:ext cx="4531330" cy="4470094"/>
          </a:xfrm>
          <a:prstGeom prst="rect">
            <a:avLst/>
          </a:prstGeom>
          <a:solidFill>
            <a:srgbClr val="2F5379"/>
          </a:solidFill>
          <a:ln w="12700">
            <a:miter lim="400000"/>
          </a:ln>
        </p:spPr>
        <p:txBody>
          <a:bodyPr lIns="45719" rIns="45719" anchor="ctr"/>
          <a:lstStyle/>
          <a:p>
            <a:pPr defTabSz="914400">
              <a:spcBef>
                <a:spcPts val="600"/>
              </a:spcBef>
              <a:defRPr sz="1800">
                <a:solidFill>
                  <a:srgbClr val="FFFFFF"/>
                </a:solidFill>
                <a:latin typeface="Calibri"/>
                <a:ea typeface="Calibri"/>
                <a:cs typeface="Calibri"/>
                <a:sym typeface="Calibri"/>
              </a:defRPr>
            </a:pPr>
          </a:p>
        </p:txBody>
      </p:sp>
      <p:sp>
        <p:nvSpPr>
          <p:cNvPr id="6229" name="Shape 6229"/>
          <p:cNvSpPr/>
          <p:nvPr/>
        </p:nvSpPr>
        <p:spPr>
          <a:xfrm>
            <a:off x="7378990" y="5732916"/>
            <a:ext cx="4531330" cy="3305013"/>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solidFill>
                  <a:srgbClr val="FFFFFF"/>
                </a:solidFill>
                <a:latin typeface="Raleway SemiBold"/>
                <a:ea typeface="Raleway SemiBold"/>
                <a:cs typeface="Raleway SemiBold"/>
                <a:sym typeface="Raleway SemiBold"/>
              </a:defRPr>
            </a:pPr>
            <a:r>
              <a:t>Descripción 1</a:t>
            </a:r>
          </a:p>
          <a:p>
            <a:pPr defTabSz="914400">
              <a:spcBef>
                <a:spcPts val="600"/>
              </a:spcBef>
              <a:defRPr sz="2500">
                <a:solidFill>
                  <a:srgbClr val="FFFFFF"/>
                </a:solidFill>
                <a:latin typeface="Raleway SemiBold"/>
                <a:ea typeface="Raleway SemiBold"/>
                <a:cs typeface="Raleway SemiBold"/>
                <a:sym typeface="Raleway SemiBold"/>
              </a:defRPr>
            </a:pPr>
            <a:r>
              <a:t>Descripción 2</a:t>
            </a:r>
          </a:p>
          <a:p>
            <a:pPr defTabSz="914400">
              <a:spcBef>
                <a:spcPts val="600"/>
              </a:spcBef>
              <a:defRPr sz="2500">
                <a:solidFill>
                  <a:srgbClr val="FFFFFF"/>
                </a:solidFill>
                <a:latin typeface="Raleway SemiBold"/>
                <a:ea typeface="Raleway SemiBold"/>
                <a:cs typeface="Raleway SemiBold"/>
                <a:sym typeface="Raleway SemiBold"/>
              </a:defRPr>
            </a:pPr>
            <a:r>
              <a:t>Descripción 3</a:t>
            </a:r>
          </a:p>
          <a:p>
            <a:pPr defTabSz="914400">
              <a:spcBef>
                <a:spcPts val="600"/>
              </a:spcBef>
              <a:defRPr sz="2500">
                <a:solidFill>
                  <a:srgbClr val="FFFFFF"/>
                </a:solidFill>
                <a:latin typeface="Raleway SemiBold"/>
                <a:ea typeface="Raleway SemiBold"/>
                <a:cs typeface="Raleway SemiBold"/>
                <a:sym typeface="Raleway SemiBold"/>
              </a:defRPr>
            </a:pPr>
            <a:r>
              <a:t>Descripción 4</a:t>
            </a:r>
          </a:p>
          <a:p>
            <a:pPr defTabSz="914400">
              <a:spcBef>
                <a:spcPts val="600"/>
              </a:spcBef>
              <a:defRPr sz="2500">
                <a:solidFill>
                  <a:srgbClr val="FFFFFF"/>
                </a:solidFill>
                <a:latin typeface="Raleway SemiBold"/>
                <a:ea typeface="Raleway SemiBold"/>
                <a:cs typeface="Raleway SemiBold"/>
                <a:sym typeface="Raleway SemiBold"/>
              </a:defRPr>
            </a:pPr>
            <a:r>
              <a:t>etc…</a:t>
            </a:r>
          </a:p>
        </p:txBody>
      </p:sp>
      <p:sp>
        <p:nvSpPr>
          <p:cNvPr id="6230" name="Shape 6230"/>
          <p:cNvSpPr/>
          <p:nvPr/>
        </p:nvSpPr>
        <p:spPr>
          <a:xfrm>
            <a:off x="12473680" y="5732916"/>
            <a:ext cx="4531330" cy="3305013"/>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solidFill>
                  <a:srgbClr val="FFFFFF"/>
                </a:solidFill>
                <a:latin typeface="Raleway SemiBold"/>
                <a:ea typeface="Raleway SemiBold"/>
                <a:cs typeface="Raleway SemiBold"/>
                <a:sym typeface="Raleway SemiBold"/>
              </a:defRPr>
            </a:pPr>
            <a:r>
              <a:t>Descripción 1</a:t>
            </a:r>
          </a:p>
          <a:p>
            <a:pPr defTabSz="914400">
              <a:spcBef>
                <a:spcPts val="600"/>
              </a:spcBef>
              <a:defRPr sz="2500">
                <a:solidFill>
                  <a:srgbClr val="FFFFFF"/>
                </a:solidFill>
                <a:latin typeface="Raleway SemiBold"/>
                <a:ea typeface="Raleway SemiBold"/>
                <a:cs typeface="Raleway SemiBold"/>
                <a:sym typeface="Raleway SemiBold"/>
              </a:defRPr>
            </a:pPr>
            <a:r>
              <a:t>Descripción 2</a:t>
            </a:r>
          </a:p>
          <a:p>
            <a:pPr defTabSz="914400">
              <a:spcBef>
                <a:spcPts val="600"/>
              </a:spcBef>
              <a:defRPr sz="2500">
                <a:solidFill>
                  <a:srgbClr val="FFFFFF"/>
                </a:solidFill>
                <a:latin typeface="Raleway SemiBold"/>
                <a:ea typeface="Raleway SemiBold"/>
                <a:cs typeface="Raleway SemiBold"/>
                <a:sym typeface="Raleway SemiBold"/>
              </a:defRPr>
            </a:pPr>
            <a:r>
              <a:t>Descripción 3</a:t>
            </a:r>
          </a:p>
          <a:p>
            <a:pPr defTabSz="914400">
              <a:spcBef>
                <a:spcPts val="600"/>
              </a:spcBef>
              <a:defRPr sz="2500">
                <a:solidFill>
                  <a:srgbClr val="FFFFFF"/>
                </a:solidFill>
                <a:latin typeface="Raleway SemiBold"/>
                <a:ea typeface="Raleway SemiBold"/>
                <a:cs typeface="Raleway SemiBold"/>
                <a:sym typeface="Raleway SemiBold"/>
              </a:defRPr>
            </a:pPr>
            <a:r>
              <a:t>Descripción 4</a:t>
            </a:r>
          </a:p>
          <a:p>
            <a:pPr defTabSz="914400">
              <a:spcBef>
                <a:spcPts val="600"/>
              </a:spcBef>
              <a:defRPr sz="2500">
                <a:solidFill>
                  <a:srgbClr val="FFFFFF"/>
                </a:solidFill>
                <a:latin typeface="Raleway SemiBold"/>
                <a:ea typeface="Raleway SemiBold"/>
                <a:cs typeface="Raleway SemiBold"/>
                <a:sym typeface="Raleway SemiBold"/>
              </a:defRPr>
            </a:pPr>
            <a:r>
              <a:t>etc…</a:t>
            </a:r>
          </a:p>
        </p:txBody>
      </p:sp>
      <p:sp>
        <p:nvSpPr>
          <p:cNvPr id="6231" name="Shape 6231"/>
          <p:cNvSpPr/>
          <p:nvPr/>
        </p:nvSpPr>
        <p:spPr>
          <a:xfrm>
            <a:off x="17568360" y="5732916"/>
            <a:ext cx="4531330" cy="3305013"/>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p>
            <a:pPr defTabSz="914400">
              <a:spcBef>
                <a:spcPts val="600"/>
              </a:spcBef>
              <a:defRPr sz="2500">
                <a:solidFill>
                  <a:srgbClr val="FFFFFF"/>
                </a:solidFill>
                <a:latin typeface="Raleway SemiBold"/>
                <a:ea typeface="Raleway SemiBold"/>
                <a:cs typeface="Raleway SemiBold"/>
                <a:sym typeface="Raleway SemiBold"/>
              </a:defRPr>
            </a:pPr>
            <a:r>
              <a:t>Descripción 1</a:t>
            </a:r>
          </a:p>
          <a:p>
            <a:pPr defTabSz="914400">
              <a:spcBef>
                <a:spcPts val="600"/>
              </a:spcBef>
              <a:defRPr sz="2500">
                <a:solidFill>
                  <a:srgbClr val="FFFFFF"/>
                </a:solidFill>
                <a:latin typeface="Raleway SemiBold"/>
                <a:ea typeface="Raleway SemiBold"/>
                <a:cs typeface="Raleway SemiBold"/>
                <a:sym typeface="Raleway SemiBold"/>
              </a:defRPr>
            </a:pPr>
            <a:r>
              <a:t>Descripción 2</a:t>
            </a:r>
          </a:p>
          <a:p>
            <a:pPr defTabSz="914400">
              <a:spcBef>
                <a:spcPts val="600"/>
              </a:spcBef>
              <a:defRPr sz="2500">
                <a:solidFill>
                  <a:srgbClr val="FFFFFF"/>
                </a:solidFill>
                <a:latin typeface="Raleway SemiBold"/>
                <a:ea typeface="Raleway SemiBold"/>
                <a:cs typeface="Raleway SemiBold"/>
                <a:sym typeface="Raleway SemiBold"/>
              </a:defRPr>
            </a:pPr>
            <a:r>
              <a:t>Descripción 3</a:t>
            </a:r>
          </a:p>
          <a:p>
            <a:pPr defTabSz="914400">
              <a:spcBef>
                <a:spcPts val="600"/>
              </a:spcBef>
              <a:defRPr sz="2500">
                <a:solidFill>
                  <a:srgbClr val="FFFFFF"/>
                </a:solidFill>
                <a:latin typeface="Raleway SemiBold"/>
                <a:ea typeface="Raleway SemiBold"/>
                <a:cs typeface="Raleway SemiBold"/>
                <a:sym typeface="Raleway SemiBold"/>
              </a:defRPr>
            </a:pPr>
            <a:r>
              <a:t>Descripción 4</a:t>
            </a:r>
          </a:p>
          <a:p>
            <a:pPr defTabSz="914400">
              <a:spcBef>
                <a:spcPts val="600"/>
              </a:spcBef>
              <a:defRPr sz="2500">
                <a:solidFill>
                  <a:srgbClr val="FFFFFF"/>
                </a:solidFill>
                <a:latin typeface="Raleway SemiBold"/>
                <a:ea typeface="Raleway SemiBold"/>
                <a:cs typeface="Raleway SemiBold"/>
                <a:sym typeface="Raleway SemiBold"/>
              </a:defRPr>
            </a:pPr>
            <a:r>
              <a:t>etc…</a:t>
            </a:r>
          </a:p>
        </p:txBody>
      </p:sp>
      <p:sp>
        <p:nvSpPr>
          <p:cNvPr id="6232" name="Shape 623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7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234" name="Shape 6234"/>
          <p:cNvSpPr/>
          <p:nvPr/>
        </p:nvSpPr>
        <p:spPr>
          <a:xfrm>
            <a:off x="303300" y="385686"/>
            <a:ext cx="534416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Paquetes precios</a:t>
            </a:r>
          </a:p>
        </p:txBody>
      </p:sp>
      <p:sp>
        <p:nvSpPr>
          <p:cNvPr id="6235" name="Shape 6235"/>
          <p:cNvSpPr/>
          <p:nvPr/>
        </p:nvSpPr>
        <p:spPr>
          <a:xfrm>
            <a:off x="6915150" y="-395550"/>
            <a:ext cx="3974542" cy="8937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1</a:t>
            </a:r>
          </a:p>
        </p:txBody>
      </p:sp>
      <p:sp>
        <p:nvSpPr>
          <p:cNvPr id="6236" name="Shape 6236"/>
          <p:cNvSpPr/>
          <p:nvPr/>
        </p:nvSpPr>
        <p:spPr>
          <a:xfrm>
            <a:off x="2650549" y="3040905"/>
            <a:ext cx="5211775" cy="8300940"/>
          </a:xfrm>
          <a:prstGeom prst="roundRect">
            <a:avLst>
              <a:gd name="adj" fmla="val 8334"/>
            </a:avLst>
          </a:prstGeom>
          <a:ln w="762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237" name="Shape 6237"/>
          <p:cNvSpPr/>
          <p:nvPr/>
        </p:nvSpPr>
        <p:spPr>
          <a:xfrm>
            <a:off x="3299387" y="3481661"/>
            <a:ext cx="3914097" cy="1135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6400">
                <a:solidFill>
                  <a:srgbClr val="6C6C6C"/>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6400">
                <a:solidFill>
                  <a:srgbClr val="6C6C6C"/>
                </a:solidFill>
                <a:latin typeface="Raleway Bold"/>
                <a:ea typeface="Raleway Bold"/>
                <a:cs typeface="Raleway Bold"/>
                <a:sym typeface="Raleway Bold"/>
              </a:rPr>
              <a:t>Plan </a:t>
            </a:r>
          </a:p>
        </p:txBody>
      </p:sp>
      <p:sp>
        <p:nvSpPr>
          <p:cNvPr id="6238" name="Shape 6238"/>
          <p:cNvSpPr/>
          <p:nvPr/>
        </p:nvSpPr>
        <p:spPr>
          <a:xfrm>
            <a:off x="3021689" y="4670769"/>
            <a:ext cx="4469495" cy="1"/>
          </a:xfrm>
          <a:prstGeom prst="line">
            <a:avLst/>
          </a:prstGeom>
          <a:ln w="381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239" name="Shape 6239"/>
          <p:cNvSpPr/>
          <p:nvPr/>
        </p:nvSpPr>
        <p:spPr>
          <a:xfrm>
            <a:off x="2653189" y="5196799"/>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40" name="Shape 6240"/>
          <p:cNvSpPr/>
          <p:nvPr/>
        </p:nvSpPr>
        <p:spPr>
          <a:xfrm>
            <a:off x="2653189" y="6046303"/>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41" name="Shape 6241"/>
          <p:cNvSpPr/>
          <p:nvPr/>
        </p:nvSpPr>
        <p:spPr>
          <a:xfrm>
            <a:off x="2653189" y="6914134"/>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42" name="Shape 6242"/>
          <p:cNvSpPr/>
          <p:nvPr/>
        </p:nvSpPr>
        <p:spPr>
          <a:xfrm>
            <a:off x="2653189" y="7775504"/>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43" name="Shape 6243"/>
          <p:cNvSpPr/>
          <p:nvPr/>
        </p:nvSpPr>
        <p:spPr>
          <a:xfrm>
            <a:off x="2653189" y="8609078"/>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44" name="Shape 6244"/>
          <p:cNvSpPr/>
          <p:nvPr/>
        </p:nvSpPr>
        <p:spPr>
          <a:xfrm>
            <a:off x="3299387" y="9613393"/>
            <a:ext cx="3914097" cy="1605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9600">
                <a:solidFill>
                  <a:srgbClr val="6C6C6C"/>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9600">
                <a:solidFill>
                  <a:srgbClr val="6C6C6C"/>
                </a:solidFill>
                <a:latin typeface="Raleway Bold"/>
                <a:ea typeface="Raleway Bold"/>
                <a:cs typeface="Raleway Bold"/>
                <a:sym typeface="Raleway Bold"/>
              </a:rPr>
              <a:t>€</a:t>
            </a:r>
          </a:p>
        </p:txBody>
      </p:sp>
      <p:sp>
        <p:nvSpPr>
          <p:cNvPr id="6245" name="Shape 6245"/>
          <p:cNvSpPr/>
          <p:nvPr/>
        </p:nvSpPr>
        <p:spPr>
          <a:xfrm>
            <a:off x="3021689" y="9585630"/>
            <a:ext cx="4469495" cy="1"/>
          </a:xfrm>
          <a:prstGeom prst="line">
            <a:avLst/>
          </a:prstGeom>
          <a:ln w="381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246" name="Shape 6246"/>
          <p:cNvSpPr/>
          <p:nvPr/>
        </p:nvSpPr>
        <p:spPr>
          <a:xfrm>
            <a:off x="9599171" y="3040905"/>
            <a:ext cx="5211775" cy="8300940"/>
          </a:xfrm>
          <a:prstGeom prst="roundRect">
            <a:avLst>
              <a:gd name="adj" fmla="val 8334"/>
            </a:avLst>
          </a:prstGeom>
          <a:ln w="762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247" name="Shape 6247"/>
          <p:cNvSpPr/>
          <p:nvPr/>
        </p:nvSpPr>
        <p:spPr>
          <a:xfrm>
            <a:off x="10248009" y="3481659"/>
            <a:ext cx="3914097" cy="1135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6400">
                <a:solidFill>
                  <a:srgbClr val="6C6C6C"/>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6400">
                <a:solidFill>
                  <a:srgbClr val="6C6C6C"/>
                </a:solidFill>
                <a:latin typeface="Raleway Bold"/>
                <a:ea typeface="Raleway Bold"/>
                <a:cs typeface="Raleway Bold"/>
                <a:sym typeface="Raleway Bold"/>
              </a:rPr>
              <a:t>Plan </a:t>
            </a:r>
          </a:p>
        </p:txBody>
      </p:sp>
      <p:sp>
        <p:nvSpPr>
          <p:cNvPr id="6248" name="Shape 6248"/>
          <p:cNvSpPr/>
          <p:nvPr/>
        </p:nvSpPr>
        <p:spPr>
          <a:xfrm>
            <a:off x="9970311" y="4670769"/>
            <a:ext cx="4469495" cy="1"/>
          </a:xfrm>
          <a:prstGeom prst="line">
            <a:avLst/>
          </a:prstGeom>
          <a:ln w="381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249" name="Shape 6249"/>
          <p:cNvSpPr/>
          <p:nvPr/>
        </p:nvSpPr>
        <p:spPr>
          <a:xfrm>
            <a:off x="9601811" y="5196799"/>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50" name="Shape 6250"/>
          <p:cNvSpPr/>
          <p:nvPr/>
        </p:nvSpPr>
        <p:spPr>
          <a:xfrm>
            <a:off x="9601811" y="6046303"/>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51" name="Shape 6251"/>
          <p:cNvSpPr/>
          <p:nvPr/>
        </p:nvSpPr>
        <p:spPr>
          <a:xfrm>
            <a:off x="9601811" y="6914134"/>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52" name="Shape 6252"/>
          <p:cNvSpPr/>
          <p:nvPr/>
        </p:nvSpPr>
        <p:spPr>
          <a:xfrm>
            <a:off x="9601811" y="7775504"/>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53" name="Shape 6253"/>
          <p:cNvSpPr/>
          <p:nvPr/>
        </p:nvSpPr>
        <p:spPr>
          <a:xfrm>
            <a:off x="9601811" y="8609078"/>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53585F"/>
                </a:solidFill>
                <a:latin typeface="Calibri"/>
                <a:ea typeface="Calibri"/>
                <a:cs typeface="Calibri"/>
                <a:sym typeface="Calibri"/>
              </a:defRPr>
            </a:lvl1pPr>
          </a:lstStyle>
          <a:p>
            <a:pPr>
              <a:defRPr sz="3600"/>
            </a:pPr>
            <a:r>
              <a:rPr sz="2800"/>
              <a:t>Descripción</a:t>
            </a:r>
          </a:p>
        </p:txBody>
      </p:sp>
      <p:sp>
        <p:nvSpPr>
          <p:cNvPr id="6254" name="Shape 6254"/>
          <p:cNvSpPr/>
          <p:nvPr/>
        </p:nvSpPr>
        <p:spPr>
          <a:xfrm>
            <a:off x="9970311" y="9585630"/>
            <a:ext cx="4469495" cy="1"/>
          </a:xfrm>
          <a:prstGeom prst="line">
            <a:avLst/>
          </a:prstGeom>
          <a:ln w="381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255" name="Shape 6255"/>
          <p:cNvSpPr/>
          <p:nvPr/>
        </p:nvSpPr>
        <p:spPr>
          <a:xfrm>
            <a:off x="10248009" y="9613393"/>
            <a:ext cx="3914097" cy="1605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9600">
                <a:solidFill>
                  <a:srgbClr val="6C6C6C"/>
                </a:solidFill>
                <a:latin typeface="Raleway Bold"/>
                <a:ea typeface="Raleway Bold"/>
                <a:cs typeface="Raleway Bold"/>
                <a:sym typeface="Raleway Bold"/>
              </a:defRPr>
            </a:lvl1pPr>
          </a:lstStyle>
          <a:p>
            <a:pPr>
              <a:defRPr sz="3600">
                <a:solidFill>
                  <a:srgbClr val="0A0A0A"/>
                </a:solidFill>
                <a:latin typeface="Calibri"/>
                <a:ea typeface="Calibri"/>
                <a:cs typeface="Calibri"/>
                <a:sym typeface="Calibri"/>
              </a:defRPr>
            </a:pPr>
            <a:r>
              <a:rPr sz="9600">
                <a:solidFill>
                  <a:srgbClr val="6C6C6C"/>
                </a:solidFill>
                <a:latin typeface="Raleway Bold"/>
                <a:ea typeface="Raleway Bold"/>
                <a:cs typeface="Raleway Bold"/>
                <a:sym typeface="Raleway Bold"/>
              </a:rPr>
              <a:t>€</a:t>
            </a:r>
          </a:p>
        </p:txBody>
      </p:sp>
      <p:sp>
        <p:nvSpPr>
          <p:cNvPr id="6256" name="Shape 6256"/>
          <p:cNvSpPr/>
          <p:nvPr/>
        </p:nvSpPr>
        <p:spPr>
          <a:xfrm>
            <a:off x="16521676" y="3040905"/>
            <a:ext cx="5211775" cy="8300940"/>
          </a:xfrm>
          <a:prstGeom prst="roundRect">
            <a:avLst>
              <a:gd name="adj" fmla="val 8334"/>
            </a:avLst>
          </a:prstGeom>
          <a:ln w="76200">
            <a:solidFill>
              <a:srgbClr val="2F5379"/>
            </a:solidFill>
            <a:miter/>
            <a:tailEnd type="triangle"/>
          </a:ln>
        </p:spPr>
        <p:txBody>
          <a:bodyPr tIns="91439" bIns="91439" anchor="ctr"/>
          <a:lstStyle/>
          <a:p>
            <a:pPr defTabSz="914400">
              <a:defRPr sz="3600">
                <a:solidFill>
                  <a:srgbClr val="FFFFFF"/>
                </a:solidFill>
                <a:latin typeface="Calibri"/>
                <a:ea typeface="Calibri"/>
                <a:cs typeface="Calibri"/>
                <a:sym typeface="Calibri"/>
              </a:defRPr>
            </a:pPr>
          </a:p>
        </p:txBody>
      </p:sp>
      <p:sp>
        <p:nvSpPr>
          <p:cNvPr id="6257" name="Shape 6257"/>
          <p:cNvSpPr/>
          <p:nvPr/>
        </p:nvSpPr>
        <p:spPr>
          <a:xfrm>
            <a:off x="17170514" y="3481659"/>
            <a:ext cx="3914097" cy="1135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64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6400">
                <a:latin typeface="Raleway Bold"/>
                <a:ea typeface="Raleway Bold"/>
                <a:cs typeface="Raleway Bold"/>
                <a:sym typeface="Raleway Bold"/>
              </a:rPr>
              <a:t>Plan </a:t>
            </a:r>
          </a:p>
        </p:txBody>
      </p:sp>
      <p:sp>
        <p:nvSpPr>
          <p:cNvPr id="6258" name="Shape 6258"/>
          <p:cNvSpPr/>
          <p:nvPr/>
        </p:nvSpPr>
        <p:spPr>
          <a:xfrm>
            <a:off x="16892816" y="4670769"/>
            <a:ext cx="4469495" cy="1"/>
          </a:xfrm>
          <a:prstGeom prst="line">
            <a:avLst/>
          </a:prstGeom>
          <a:ln w="381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259" name="Shape 6259"/>
          <p:cNvSpPr/>
          <p:nvPr/>
        </p:nvSpPr>
        <p:spPr>
          <a:xfrm>
            <a:off x="16524316" y="5196799"/>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2F5379"/>
                </a:solidFill>
                <a:latin typeface="Calibri"/>
                <a:ea typeface="Calibri"/>
                <a:cs typeface="Calibri"/>
                <a:sym typeface="Calibri"/>
              </a:defRPr>
            </a:lvl1pPr>
          </a:lstStyle>
          <a:p>
            <a:pPr>
              <a:defRPr sz="3600"/>
            </a:pPr>
            <a:r>
              <a:rPr sz="2800"/>
              <a:t>Descripción</a:t>
            </a:r>
          </a:p>
        </p:txBody>
      </p:sp>
      <p:sp>
        <p:nvSpPr>
          <p:cNvPr id="6260" name="Shape 6260"/>
          <p:cNvSpPr/>
          <p:nvPr/>
        </p:nvSpPr>
        <p:spPr>
          <a:xfrm>
            <a:off x="16524316" y="6046303"/>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2F5379"/>
                </a:solidFill>
                <a:latin typeface="Calibri"/>
                <a:ea typeface="Calibri"/>
                <a:cs typeface="Calibri"/>
                <a:sym typeface="Calibri"/>
              </a:defRPr>
            </a:lvl1pPr>
          </a:lstStyle>
          <a:p>
            <a:pPr>
              <a:defRPr sz="3600"/>
            </a:pPr>
            <a:r>
              <a:rPr sz="2800"/>
              <a:t>Descripción</a:t>
            </a:r>
          </a:p>
        </p:txBody>
      </p:sp>
      <p:sp>
        <p:nvSpPr>
          <p:cNvPr id="6261" name="Shape 6261"/>
          <p:cNvSpPr/>
          <p:nvPr/>
        </p:nvSpPr>
        <p:spPr>
          <a:xfrm>
            <a:off x="16524316" y="6914134"/>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2F5379"/>
                </a:solidFill>
                <a:latin typeface="Calibri"/>
                <a:ea typeface="Calibri"/>
                <a:cs typeface="Calibri"/>
                <a:sym typeface="Calibri"/>
              </a:defRPr>
            </a:lvl1pPr>
          </a:lstStyle>
          <a:p>
            <a:pPr>
              <a:defRPr sz="3600"/>
            </a:pPr>
            <a:r>
              <a:rPr sz="2800"/>
              <a:t>Descripción</a:t>
            </a:r>
          </a:p>
        </p:txBody>
      </p:sp>
      <p:sp>
        <p:nvSpPr>
          <p:cNvPr id="6262" name="Shape 6262"/>
          <p:cNvSpPr/>
          <p:nvPr/>
        </p:nvSpPr>
        <p:spPr>
          <a:xfrm>
            <a:off x="16524316" y="7775504"/>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2F5379"/>
                </a:solidFill>
                <a:latin typeface="Calibri"/>
                <a:ea typeface="Calibri"/>
                <a:cs typeface="Calibri"/>
                <a:sym typeface="Calibri"/>
              </a:defRPr>
            </a:lvl1pPr>
          </a:lstStyle>
          <a:p>
            <a:pPr>
              <a:defRPr sz="3600"/>
            </a:pPr>
            <a:r>
              <a:rPr sz="2800"/>
              <a:t>Descripción</a:t>
            </a:r>
          </a:p>
        </p:txBody>
      </p:sp>
      <p:sp>
        <p:nvSpPr>
          <p:cNvPr id="6263" name="Shape 6263"/>
          <p:cNvSpPr/>
          <p:nvPr/>
        </p:nvSpPr>
        <p:spPr>
          <a:xfrm>
            <a:off x="16524316" y="8609078"/>
            <a:ext cx="5206493" cy="6273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800">
                <a:solidFill>
                  <a:srgbClr val="2F5379"/>
                </a:solidFill>
                <a:latin typeface="Calibri"/>
                <a:ea typeface="Calibri"/>
                <a:cs typeface="Calibri"/>
                <a:sym typeface="Calibri"/>
              </a:defRPr>
            </a:lvl1pPr>
          </a:lstStyle>
          <a:p>
            <a:pPr/>
            <a:r>
              <a:t>Descripción</a:t>
            </a:r>
          </a:p>
        </p:txBody>
      </p:sp>
      <p:sp>
        <p:nvSpPr>
          <p:cNvPr id="6264" name="Shape 6264"/>
          <p:cNvSpPr/>
          <p:nvPr/>
        </p:nvSpPr>
        <p:spPr>
          <a:xfrm>
            <a:off x="16892816" y="9585630"/>
            <a:ext cx="4469495" cy="1"/>
          </a:xfrm>
          <a:prstGeom prst="line">
            <a:avLst/>
          </a:prstGeom>
          <a:ln w="381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265" name="Shape 6265"/>
          <p:cNvSpPr/>
          <p:nvPr/>
        </p:nvSpPr>
        <p:spPr>
          <a:xfrm>
            <a:off x="17170514" y="9613393"/>
            <a:ext cx="3914097" cy="1605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9600">
                <a:solidFill>
                  <a:srgbClr val="2F5379"/>
                </a:solidFill>
                <a:latin typeface="Raleway Bold"/>
                <a:ea typeface="Raleway Bold"/>
                <a:cs typeface="Raleway Bold"/>
                <a:sym typeface="Raleway Bold"/>
              </a:defRPr>
            </a:lvl1pPr>
          </a:lstStyle>
          <a:p>
            <a:pPr>
              <a:defRPr sz="3600">
                <a:latin typeface="Calibri"/>
                <a:ea typeface="Calibri"/>
                <a:cs typeface="Calibri"/>
                <a:sym typeface="Calibri"/>
              </a:defRPr>
            </a:pPr>
            <a:r>
              <a:rPr sz="9600">
                <a:latin typeface="Raleway Bold"/>
                <a:ea typeface="Raleway Bold"/>
                <a:cs typeface="Raleway Bold"/>
                <a:sym typeface="Raleway Bold"/>
              </a:rPr>
              <a:t>€</a:t>
            </a:r>
          </a:p>
        </p:txBody>
      </p:sp>
      <p:sp>
        <p:nvSpPr>
          <p:cNvPr id="6266" name="Shape 6266"/>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6236"/>
                                        </p:tgtEl>
                                        <p:attrNameLst>
                                          <p:attrName>style.visibility</p:attrName>
                                        </p:attrNameLst>
                                      </p:cBhvr>
                                      <p:to>
                                        <p:strVal val="visible"/>
                                      </p:to>
                                    </p:set>
                                    <p:animEffect filter="dissolve" transition="in">
                                      <p:cBhvr>
                                        <p:cTn id="7" dur="500"/>
                                        <p:tgtEl>
                                          <p:spTgt spid="6236"/>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6237"/>
                                        </p:tgtEl>
                                        <p:attrNameLst>
                                          <p:attrName>style.visibility</p:attrName>
                                        </p:attrNameLst>
                                      </p:cBhvr>
                                      <p:to>
                                        <p:strVal val="visible"/>
                                      </p:to>
                                    </p:set>
                                    <p:animEffect filter="dissolve" transition="in">
                                      <p:cBhvr>
                                        <p:cTn id="11" dur="500"/>
                                        <p:tgtEl>
                                          <p:spTgt spid="6237"/>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6238"/>
                                        </p:tgtEl>
                                        <p:attrNameLst>
                                          <p:attrName>style.visibility</p:attrName>
                                        </p:attrNameLst>
                                      </p:cBhvr>
                                      <p:to>
                                        <p:strVal val="visible"/>
                                      </p:to>
                                    </p:set>
                                    <p:animEffect filter="dissolve" transition="in">
                                      <p:cBhvr>
                                        <p:cTn id="15" dur="500"/>
                                        <p:tgtEl>
                                          <p:spTgt spid="6238"/>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6239"/>
                                        </p:tgtEl>
                                        <p:attrNameLst>
                                          <p:attrName>style.visibility</p:attrName>
                                        </p:attrNameLst>
                                      </p:cBhvr>
                                      <p:to>
                                        <p:strVal val="visible"/>
                                      </p:to>
                                    </p:set>
                                    <p:animEffect filter="dissolve" transition="in">
                                      <p:cBhvr>
                                        <p:cTn id="19" dur="500"/>
                                        <p:tgtEl>
                                          <p:spTgt spid="6239"/>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6240"/>
                                        </p:tgtEl>
                                        <p:attrNameLst>
                                          <p:attrName>style.visibility</p:attrName>
                                        </p:attrNameLst>
                                      </p:cBhvr>
                                      <p:to>
                                        <p:strVal val="visible"/>
                                      </p:to>
                                    </p:set>
                                    <p:animEffect filter="dissolve" transition="in">
                                      <p:cBhvr>
                                        <p:cTn id="23" dur="500"/>
                                        <p:tgtEl>
                                          <p:spTgt spid="6240"/>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6241"/>
                                        </p:tgtEl>
                                        <p:attrNameLst>
                                          <p:attrName>style.visibility</p:attrName>
                                        </p:attrNameLst>
                                      </p:cBhvr>
                                      <p:to>
                                        <p:strVal val="visible"/>
                                      </p:to>
                                    </p:set>
                                    <p:animEffect filter="dissolve" transition="in">
                                      <p:cBhvr>
                                        <p:cTn id="27" dur="500"/>
                                        <p:tgtEl>
                                          <p:spTgt spid="6241"/>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6242"/>
                                        </p:tgtEl>
                                        <p:attrNameLst>
                                          <p:attrName>style.visibility</p:attrName>
                                        </p:attrNameLst>
                                      </p:cBhvr>
                                      <p:to>
                                        <p:strVal val="visible"/>
                                      </p:to>
                                    </p:set>
                                    <p:animEffect filter="dissolve" transition="in">
                                      <p:cBhvr>
                                        <p:cTn id="31" dur="500"/>
                                        <p:tgtEl>
                                          <p:spTgt spid="6242"/>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6243"/>
                                        </p:tgtEl>
                                        <p:attrNameLst>
                                          <p:attrName>style.visibility</p:attrName>
                                        </p:attrNameLst>
                                      </p:cBhvr>
                                      <p:to>
                                        <p:strVal val="visible"/>
                                      </p:to>
                                    </p:set>
                                    <p:animEffect filter="dissolve" transition="in">
                                      <p:cBhvr>
                                        <p:cTn id="35" dur="500"/>
                                        <p:tgtEl>
                                          <p:spTgt spid="6243"/>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6244"/>
                                        </p:tgtEl>
                                        <p:attrNameLst>
                                          <p:attrName>style.visibility</p:attrName>
                                        </p:attrNameLst>
                                      </p:cBhvr>
                                      <p:to>
                                        <p:strVal val="visible"/>
                                      </p:to>
                                    </p:set>
                                    <p:animEffect filter="dissolve" transition="in">
                                      <p:cBhvr>
                                        <p:cTn id="39" dur="500"/>
                                        <p:tgtEl>
                                          <p:spTgt spid="6244"/>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6245"/>
                                        </p:tgtEl>
                                        <p:attrNameLst>
                                          <p:attrName>style.visibility</p:attrName>
                                        </p:attrNameLst>
                                      </p:cBhvr>
                                      <p:to>
                                        <p:strVal val="visible"/>
                                      </p:to>
                                    </p:set>
                                    <p:animEffect filter="dissolve" transition="in">
                                      <p:cBhvr>
                                        <p:cTn id="43" dur="500"/>
                                        <p:tgtEl>
                                          <p:spTgt spid="6245"/>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6246"/>
                                        </p:tgtEl>
                                        <p:attrNameLst>
                                          <p:attrName>style.visibility</p:attrName>
                                        </p:attrNameLst>
                                      </p:cBhvr>
                                      <p:to>
                                        <p:strVal val="visible"/>
                                      </p:to>
                                    </p:set>
                                    <p:animEffect filter="dissolve" transition="in">
                                      <p:cBhvr>
                                        <p:cTn id="47" dur="500"/>
                                        <p:tgtEl>
                                          <p:spTgt spid="6246"/>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6247"/>
                                        </p:tgtEl>
                                        <p:attrNameLst>
                                          <p:attrName>style.visibility</p:attrName>
                                        </p:attrNameLst>
                                      </p:cBhvr>
                                      <p:to>
                                        <p:strVal val="visible"/>
                                      </p:to>
                                    </p:set>
                                    <p:animEffect filter="dissolve" transition="in">
                                      <p:cBhvr>
                                        <p:cTn id="51" dur="500"/>
                                        <p:tgtEl>
                                          <p:spTgt spid="6247"/>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6248"/>
                                        </p:tgtEl>
                                        <p:attrNameLst>
                                          <p:attrName>style.visibility</p:attrName>
                                        </p:attrNameLst>
                                      </p:cBhvr>
                                      <p:to>
                                        <p:strVal val="visible"/>
                                      </p:to>
                                    </p:set>
                                    <p:animEffect filter="dissolve" transition="in">
                                      <p:cBhvr>
                                        <p:cTn id="55" dur="500"/>
                                        <p:tgtEl>
                                          <p:spTgt spid="6248"/>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6249"/>
                                        </p:tgtEl>
                                        <p:attrNameLst>
                                          <p:attrName>style.visibility</p:attrName>
                                        </p:attrNameLst>
                                      </p:cBhvr>
                                      <p:to>
                                        <p:strVal val="visible"/>
                                      </p:to>
                                    </p:set>
                                    <p:animEffect filter="dissolve" transition="in">
                                      <p:cBhvr>
                                        <p:cTn id="59" dur="500"/>
                                        <p:tgtEl>
                                          <p:spTgt spid="6249"/>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6250"/>
                                        </p:tgtEl>
                                        <p:attrNameLst>
                                          <p:attrName>style.visibility</p:attrName>
                                        </p:attrNameLst>
                                      </p:cBhvr>
                                      <p:to>
                                        <p:strVal val="visible"/>
                                      </p:to>
                                    </p:set>
                                    <p:animEffect filter="dissolve" transition="in">
                                      <p:cBhvr>
                                        <p:cTn id="63" dur="500"/>
                                        <p:tgtEl>
                                          <p:spTgt spid="6250"/>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6251"/>
                                        </p:tgtEl>
                                        <p:attrNameLst>
                                          <p:attrName>style.visibility</p:attrName>
                                        </p:attrNameLst>
                                      </p:cBhvr>
                                      <p:to>
                                        <p:strVal val="visible"/>
                                      </p:to>
                                    </p:set>
                                    <p:animEffect filter="dissolve" transition="in">
                                      <p:cBhvr>
                                        <p:cTn id="67" dur="500"/>
                                        <p:tgtEl>
                                          <p:spTgt spid="6251"/>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6252"/>
                                        </p:tgtEl>
                                        <p:attrNameLst>
                                          <p:attrName>style.visibility</p:attrName>
                                        </p:attrNameLst>
                                      </p:cBhvr>
                                      <p:to>
                                        <p:strVal val="visible"/>
                                      </p:to>
                                    </p:set>
                                    <p:animEffect filter="dissolve" transition="in">
                                      <p:cBhvr>
                                        <p:cTn id="71" dur="500"/>
                                        <p:tgtEl>
                                          <p:spTgt spid="6252"/>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6253"/>
                                        </p:tgtEl>
                                        <p:attrNameLst>
                                          <p:attrName>style.visibility</p:attrName>
                                        </p:attrNameLst>
                                      </p:cBhvr>
                                      <p:to>
                                        <p:strVal val="visible"/>
                                      </p:to>
                                    </p:set>
                                    <p:animEffect filter="dissolve" transition="in">
                                      <p:cBhvr>
                                        <p:cTn id="75" dur="500"/>
                                        <p:tgtEl>
                                          <p:spTgt spid="6253"/>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6254"/>
                                        </p:tgtEl>
                                        <p:attrNameLst>
                                          <p:attrName>style.visibility</p:attrName>
                                        </p:attrNameLst>
                                      </p:cBhvr>
                                      <p:to>
                                        <p:strVal val="visible"/>
                                      </p:to>
                                    </p:set>
                                    <p:animEffect filter="dissolve" transition="in">
                                      <p:cBhvr>
                                        <p:cTn id="79" dur="500"/>
                                        <p:tgtEl>
                                          <p:spTgt spid="6254"/>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6255"/>
                                        </p:tgtEl>
                                        <p:attrNameLst>
                                          <p:attrName>style.visibility</p:attrName>
                                        </p:attrNameLst>
                                      </p:cBhvr>
                                      <p:to>
                                        <p:strVal val="visible"/>
                                      </p:to>
                                    </p:set>
                                    <p:animEffect filter="dissolve" transition="in">
                                      <p:cBhvr>
                                        <p:cTn id="83" dur="500"/>
                                        <p:tgtEl>
                                          <p:spTgt spid="6255"/>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6256"/>
                                        </p:tgtEl>
                                        <p:attrNameLst>
                                          <p:attrName>style.visibility</p:attrName>
                                        </p:attrNameLst>
                                      </p:cBhvr>
                                      <p:to>
                                        <p:strVal val="visible"/>
                                      </p:to>
                                    </p:set>
                                    <p:animEffect filter="dissolve" transition="in">
                                      <p:cBhvr>
                                        <p:cTn id="87" dur="500"/>
                                        <p:tgtEl>
                                          <p:spTgt spid="6256"/>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6257"/>
                                        </p:tgtEl>
                                        <p:attrNameLst>
                                          <p:attrName>style.visibility</p:attrName>
                                        </p:attrNameLst>
                                      </p:cBhvr>
                                      <p:to>
                                        <p:strVal val="visible"/>
                                      </p:to>
                                    </p:set>
                                    <p:animEffect filter="dissolve" transition="in">
                                      <p:cBhvr>
                                        <p:cTn id="91" dur="500"/>
                                        <p:tgtEl>
                                          <p:spTgt spid="6257"/>
                                        </p:tgtEl>
                                      </p:cBhvr>
                                    </p:animEffect>
                                  </p:childTnLst>
                                </p:cTn>
                              </p:par>
                            </p:childTnLst>
                          </p:cTn>
                        </p:par>
                        <p:par>
                          <p:cTn id="92" fill="hold">
                            <p:stCondLst>
                              <p:cond delay="11000"/>
                            </p:stCondLst>
                            <p:childTnLst>
                              <p:par>
                                <p:cTn id="93" presetClass="entr" nodeType="afterEffect" presetID="9" grpId="23" fill="hold">
                                  <p:stCondLst>
                                    <p:cond delay="0"/>
                                  </p:stCondLst>
                                  <p:iterate type="el" backwards="0">
                                    <p:tmAbs val="0"/>
                                  </p:iterate>
                                  <p:childTnLst>
                                    <p:set>
                                      <p:cBhvr>
                                        <p:cTn id="94" fill="hold"/>
                                        <p:tgtEl>
                                          <p:spTgt spid="6258"/>
                                        </p:tgtEl>
                                        <p:attrNameLst>
                                          <p:attrName>style.visibility</p:attrName>
                                        </p:attrNameLst>
                                      </p:cBhvr>
                                      <p:to>
                                        <p:strVal val="visible"/>
                                      </p:to>
                                    </p:set>
                                    <p:animEffect filter="dissolve" transition="in">
                                      <p:cBhvr>
                                        <p:cTn id="95" dur="500"/>
                                        <p:tgtEl>
                                          <p:spTgt spid="6258"/>
                                        </p:tgtEl>
                                      </p:cBhvr>
                                    </p:animEffect>
                                  </p:childTnLst>
                                </p:cTn>
                              </p:par>
                            </p:childTnLst>
                          </p:cTn>
                        </p:par>
                        <p:par>
                          <p:cTn id="96" fill="hold">
                            <p:stCondLst>
                              <p:cond delay="11500"/>
                            </p:stCondLst>
                            <p:childTnLst>
                              <p:par>
                                <p:cTn id="97" presetClass="entr" nodeType="afterEffect" presetID="9" grpId="24" fill="hold">
                                  <p:stCondLst>
                                    <p:cond delay="0"/>
                                  </p:stCondLst>
                                  <p:iterate type="el" backwards="0">
                                    <p:tmAbs val="0"/>
                                  </p:iterate>
                                  <p:childTnLst>
                                    <p:set>
                                      <p:cBhvr>
                                        <p:cTn id="98" fill="hold"/>
                                        <p:tgtEl>
                                          <p:spTgt spid="6259"/>
                                        </p:tgtEl>
                                        <p:attrNameLst>
                                          <p:attrName>style.visibility</p:attrName>
                                        </p:attrNameLst>
                                      </p:cBhvr>
                                      <p:to>
                                        <p:strVal val="visible"/>
                                      </p:to>
                                    </p:set>
                                    <p:animEffect filter="dissolve" transition="in">
                                      <p:cBhvr>
                                        <p:cTn id="99" dur="500"/>
                                        <p:tgtEl>
                                          <p:spTgt spid="6259"/>
                                        </p:tgtEl>
                                      </p:cBhvr>
                                    </p:animEffect>
                                  </p:childTnLst>
                                </p:cTn>
                              </p:par>
                            </p:childTnLst>
                          </p:cTn>
                        </p:par>
                        <p:par>
                          <p:cTn id="100" fill="hold">
                            <p:stCondLst>
                              <p:cond delay="12000"/>
                            </p:stCondLst>
                            <p:childTnLst>
                              <p:par>
                                <p:cTn id="101" presetClass="entr" nodeType="afterEffect" presetID="9" grpId="25" fill="hold">
                                  <p:stCondLst>
                                    <p:cond delay="0"/>
                                  </p:stCondLst>
                                  <p:iterate type="el" backwards="0">
                                    <p:tmAbs val="0"/>
                                  </p:iterate>
                                  <p:childTnLst>
                                    <p:set>
                                      <p:cBhvr>
                                        <p:cTn id="102" fill="hold"/>
                                        <p:tgtEl>
                                          <p:spTgt spid="6260"/>
                                        </p:tgtEl>
                                        <p:attrNameLst>
                                          <p:attrName>style.visibility</p:attrName>
                                        </p:attrNameLst>
                                      </p:cBhvr>
                                      <p:to>
                                        <p:strVal val="visible"/>
                                      </p:to>
                                    </p:set>
                                    <p:animEffect filter="dissolve" transition="in">
                                      <p:cBhvr>
                                        <p:cTn id="103" dur="500"/>
                                        <p:tgtEl>
                                          <p:spTgt spid="6260"/>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6261"/>
                                        </p:tgtEl>
                                        <p:attrNameLst>
                                          <p:attrName>style.visibility</p:attrName>
                                        </p:attrNameLst>
                                      </p:cBhvr>
                                      <p:to>
                                        <p:strVal val="visible"/>
                                      </p:to>
                                    </p:set>
                                    <p:animEffect filter="dissolve" transition="in">
                                      <p:cBhvr>
                                        <p:cTn id="107" dur="500"/>
                                        <p:tgtEl>
                                          <p:spTgt spid="6261"/>
                                        </p:tgtEl>
                                      </p:cBhvr>
                                    </p:animEffect>
                                  </p:childTnLst>
                                </p:cTn>
                              </p:par>
                            </p:childTnLst>
                          </p:cTn>
                        </p:par>
                        <p:par>
                          <p:cTn id="108" fill="hold">
                            <p:stCondLst>
                              <p:cond delay="13000"/>
                            </p:stCondLst>
                            <p:childTnLst>
                              <p:par>
                                <p:cTn id="109" presetClass="entr" nodeType="afterEffect" presetID="9" grpId="27" fill="hold">
                                  <p:stCondLst>
                                    <p:cond delay="0"/>
                                  </p:stCondLst>
                                  <p:iterate type="el" backwards="0">
                                    <p:tmAbs val="0"/>
                                  </p:iterate>
                                  <p:childTnLst>
                                    <p:set>
                                      <p:cBhvr>
                                        <p:cTn id="110" fill="hold"/>
                                        <p:tgtEl>
                                          <p:spTgt spid="6262"/>
                                        </p:tgtEl>
                                        <p:attrNameLst>
                                          <p:attrName>style.visibility</p:attrName>
                                        </p:attrNameLst>
                                      </p:cBhvr>
                                      <p:to>
                                        <p:strVal val="visible"/>
                                      </p:to>
                                    </p:set>
                                    <p:animEffect filter="dissolve" transition="in">
                                      <p:cBhvr>
                                        <p:cTn id="111" dur="500"/>
                                        <p:tgtEl>
                                          <p:spTgt spid="6262"/>
                                        </p:tgtEl>
                                      </p:cBhvr>
                                    </p:animEffect>
                                  </p:childTnLst>
                                </p:cTn>
                              </p:par>
                            </p:childTnLst>
                          </p:cTn>
                        </p:par>
                        <p:par>
                          <p:cTn id="112" fill="hold">
                            <p:stCondLst>
                              <p:cond delay="13500"/>
                            </p:stCondLst>
                            <p:childTnLst>
                              <p:par>
                                <p:cTn id="113" presetClass="entr" nodeType="afterEffect" presetID="9" grpId="28" fill="hold">
                                  <p:stCondLst>
                                    <p:cond delay="0"/>
                                  </p:stCondLst>
                                  <p:iterate type="el" backwards="0">
                                    <p:tmAbs val="0"/>
                                  </p:iterate>
                                  <p:childTnLst>
                                    <p:set>
                                      <p:cBhvr>
                                        <p:cTn id="114" fill="hold"/>
                                        <p:tgtEl>
                                          <p:spTgt spid="6263"/>
                                        </p:tgtEl>
                                        <p:attrNameLst>
                                          <p:attrName>style.visibility</p:attrName>
                                        </p:attrNameLst>
                                      </p:cBhvr>
                                      <p:to>
                                        <p:strVal val="visible"/>
                                      </p:to>
                                    </p:set>
                                    <p:animEffect filter="dissolve" transition="in">
                                      <p:cBhvr>
                                        <p:cTn id="115" dur="500"/>
                                        <p:tgtEl>
                                          <p:spTgt spid="6263"/>
                                        </p:tgtEl>
                                      </p:cBhvr>
                                    </p:animEffect>
                                  </p:childTnLst>
                                </p:cTn>
                              </p:par>
                            </p:childTnLst>
                          </p:cTn>
                        </p:par>
                        <p:par>
                          <p:cTn id="116" fill="hold">
                            <p:stCondLst>
                              <p:cond delay="14000"/>
                            </p:stCondLst>
                            <p:childTnLst>
                              <p:par>
                                <p:cTn id="117" presetClass="entr" nodeType="afterEffect" presetID="9" grpId="29" fill="hold">
                                  <p:stCondLst>
                                    <p:cond delay="0"/>
                                  </p:stCondLst>
                                  <p:iterate type="el" backwards="0">
                                    <p:tmAbs val="0"/>
                                  </p:iterate>
                                  <p:childTnLst>
                                    <p:set>
                                      <p:cBhvr>
                                        <p:cTn id="118" fill="hold"/>
                                        <p:tgtEl>
                                          <p:spTgt spid="6264"/>
                                        </p:tgtEl>
                                        <p:attrNameLst>
                                          <p:attrName>style.visibility</p:attrName>
                                        </p:attrNameLst>
                                      </p:cBhvr>
                                      <p:to>
                                        <p:strVal val="visible"/>
                                      </p:to>
                                    </p:set>
                                    <p:animEffect filter="dissolve" transition="in">
                                      <p:cBhvr>
                                        <p:cTn id="119" dur="500"/>
                                        <p:tgtEl>
                                          <p:spTgt spid="6264"/>
                                        </p:tgtEl>
                                      </p:cBhvr>
                                    </p:animEffect>
                                  </p:childTnLst>
                                </p:cTn>
                              </p:par>
                            </p:childTnLst>
                          </p:cTn>
                        </p:par>
                        <p:par>
                          <p:cTn id="120" fill="hold">
                            <p:stCondLst>
                              <p:cond delay="14500"/>
                            </p:stCondLst>
                            <p:childTnLst>
                              <p:par>
                                <p:cTn id="121" presetClass="entr" nodeType="afterEffect" presetID="9" grpId="30" fill="hold">
                                  <p:stCondLst>
                                    <p:cond delay="0"/>
                                  </p:stCondLst>
                                  <p:iterate type="el" backwards="0">
                                    <p:tmAbs val="0"/>
                                  </p:iterate>
                                  <p:childTnLst>
                                    <p:set>
                                      <p:cBhvr>
                                        <p:cTn id="122" fill="hold"/>
                                        <p:tgtEl>
                                          <p:spTgt spid="6265"/>
                                        </p:tgtEl>
                                        <p:attrNameLst>
                                          <p:attrName>style.visibility</p:attrName>
                                        </p:attrNameLst>
                                      </p:cBhvr>
                                      <p:to>
                                        <p:strVal val="visible"/>
                                      </p:to>
                                    </p:set>
                                    <p:animEffect filter="dissolve" transition="in">
                                      <p:cBhvr>
                                        <p:cTn id="123" dur="500"/>
                                        <p:tgtEl>
                                          <p:spTgt spid="62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240" grpId="5"/>
      <p:bldP build="whole" bldLvl="1" animBg="1" rev="0" advAuto="0" spid="6247" grpId="12"/>
      <p:bldP build="whole" bldLvl="1" animBg="1" rev="0" advAuto="0" spid="6259" grpId="24"/>
      <p:bldP build="whole" bldLvl="1" animBg="1" rev="0" advAuto="0" spid="6238" grpId="3"/>
      <p:bldP build="whole" bldLvl="1" animBg="1" rev="0" advAuto="0" spid="6262" grpId="27"/>
      <p:bldP build="whole" bldLvl="1" animBg="1" rev="0" advAuto="0" spid="6241" grpId="6"/>
      <p:bldP build="whole" bldLvl="1" animBg="1" rev="0" advAuto="0" spid="6237" grpId="2"/>
      <p:bldP build="whole" bldLvl="1" animBg="1" rev="0" advAuto="0" spid="6254" grpId="19"/>
      <p:bldP build="whole" bldLvl="1" animBg="1" rev="0" advAuto="0" spid="6245" grpId="10"/>
      <p:bldP build="whole" bldLvl="1" animBg="1" rev="0" advAuto="0" spid="6236" grpId="1"/>
      <p:bldP build="whole" bldLvl="1" animBg="1" rev="0" advAuto="0" spid="6239" grpId="4"/>
      <p:bldP build="whole" bldLvl="1" animBg="1" rev="0" advAuto="0" spid="6246" grpId="11"/>
      <p:bldP build="whole" bldLvl="1" animBg="1" rev="0" advAuto="0" spid="6248" grpId="13"/>
      <p:bldP build="whole" bldLvl="1" animBg="1" rev="0" advAuto="0" spid="6244" grpId="9"/>
      <p:bldP build="whole" bldLvl="1" animBg="1" rev="0" advAuto="0" spid="6243" grpId="8"/>
      <p:bldP build="whole" bldLvl="1" animBg="1" rev="0" advAuto="0" spid="6252" grpId="17"/>
      <p:bldP build="whole" bldLvl="1" animBg="1" rev="0" advAuto="0" spid="6249" grpId="14"/>
      <p:bldP build="whole" bldLvl="1" animBg="1" rev="0" advAuto="0" spid="6255" grpId="20"/>
      <p:bldP build="whole" bldLvl="1" animBg="1" rev="0" advAuto="0" spid="6258" grpId="23"/>
      <p:bldP build="whole" bldLvl="1" animBg="1" rev="0" advAuto="0" spid="6260" grpId="25"/>
      <p:bldP build="whole" bldLvl="1" animBg="1" rev="0" advAuto="0" spid="6265" grpId="30"/>
      <p:bldP build="whole" bldLvl="1" animBg="1" rev="0" advAuto="0" spid="6242" grpId="7"/>
      <p:bldP build="whole" bldLvl="1" animBg="1" rev="0" advAuto="0" spid="6257" grpId="22"/>
      <p:bldP build="whole" bldLvl="1" animBg="1" rev="0" advAuto="0" spid="6253" grpId="18"/>
      <p:bldP build="whole" bldLvl="1" animBg="1" rev="0" advAuto="0" spid="6256" grpId="21"/>
      <p:bldP build="whole" bldLvl="1" animBg="1" rev="0" advAuto="0" spid="6261" grpId="26"/>
      <p:bldP build="whole" bldLvl="1" animBg="1" rev="0" advAuto="0" spid="6263" grpId="28"/>
      <p:bldP build="whole" bldLvl="1" animBg="1" rev="0" advAuto="0" spid="6251" grpId="16"/>
      <p:bldP build="whole" bldLvl="1" animBg="1" rev="0" advAuto="0" spid="6250" grpId="15"/>
      <p:bldP build="whole" bldLvl="1" animBg="1" rev="0" advAuto="0" spid="6264" grpId="29"/>
    </p:bldLst>
  </p:timing>
</p:sld>
</file>

<file path=ppt/slides/slide17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268" name="Shape 6268"/>
          <p:cNvSpPr/>
          <p:nvPr/>
        </p:nvSpPr>
        <p:spPr>
          <a:xfrm>
            <a:off x="303300" y="385686"/>
            <a:ext cx="534416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Paquetes precios</a:t>
            </a:r>
          </a:p>
        </p:txBody>
      </p:sp>
      <p:sp>
        <p:nvSpPr>
          <p:cNvPr id="6269" name="Shape 6269"/>
          <p:cNvSpPr/>
          <p:nvPr/>
        </p:nvSpPr>
        <p:spPr>
          <a:xfrm>
            <a:off x="6915150" y="-395550"/>
            <a:ext cx="3974542" cy="8937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1</a:t>
            </a:r>
          </a:p>
        </p:txBody>
      </p:sp>
      <p:sp>
        <p:nvSpPr>
          <p:cNvPr id="6270" name="Shape 6270"/>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nvGrpSpPr>
          <p:cNvPr id="6273" name="Group 6273"/>
          <p:cNvGrpSpPr/>
          <p:nvPr/>
        </p:nvGrpSpPr>
        <p:grpSpPr>
          <a:xfrm>
            <a:off x="9344232" y="4220101"/>
            <a:ext cx="4995985" cy="5846236"/>
            <a:chOff x="0" y="0"/>
            <a:chExt cx="4995984" cy="5846234"/>
          </a:xfrm>
        </p:grpSpPr>
        <p:sp>
          <p:nvSpPr>
            <p:cNvPr id="6271" name="Shape 6271"/>
            <p:cNvSpPr/>
            <p:nvPr/>
          </p:nvSpPr>
          <p:spPr>
            <a:xfrm>
              <a:off x="-1" y="-1"/>
              <a:ext cx="4995986" cy="5846236"/>
            </a:xfrm>
            <a:prstGeom prst="rect">
              <a:avLst/>
            </a:prstGeom>
            <a:solidFill>
              <a:srgbClr val="FFFFFF"/>
            </a:solidFill>
            <a:ln w="9525" cap="flat">
              <a:solidFill>
                <a:srgbClr val="D9D9D9"/>
              </a:solidFill>
              <a:prstDash val="solid"/>
              <a:bevel/>
            </a:ln>
            <a:effectLst/>
          </p:spPr>
          <p:txBody>
            <a:bodyPr wrap="square" lIns="45719" tIns="45719" rIns="45719" bIns="45719" numCol="1" anchor="ctr">
              <a:noAutofit/>
            </a:bodyPr>
            <a:lstStyle/>
            <a:p>
              <a:pPr defTabSz="1218984">
                <a:lnSpc>
                  <a:spcPct val="120000"/>
                </a:lnSpc>
                <a:defRPr sz="4800">
                  <a:solidFill>
                    <a:srgbClr val="FFFFFF"/>
                  </a:solidFill>
                  <a:latin typeface="Calibri"/>
                  <a:ea typeface="Calibri"/>
                  <a:cs typeface="Calibri"/>
                  <a:sym typeface="Calibri"/>
                </a:defRPr>
              </a:pPr>
            </a:p>
          </p:txBody>
        </p:sp>
        <p:sp>
          <p:nvSpPr>
            <p:cNvPr id="6272" name="Shape 6272"/>
            <p:cNvSpPr/>
            <p:nvPr/>
          </p:nvSpPr>
          <p:spPr>
            <a:xfrm>
              <a:off x="-1" y="620606"/>
              <a:ext cx="4995986" cy="460502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spAutoFit/>
            </a:bodyPr>
            <a:lstStyle/>
            <a:p>
              <a:pPr defTabSz="1218984">
                <a:lnSpc>
                  <a:spcPct val="80000"/>
                </a:lnSpc>
                <a:defRPr sz="4800">
                  <a:solidFill>
                    <a:srgbClr val="FFFFFF"/>
                  </a:solidFill>
                  <a:latin typeface="Calibri"/>
                  <a:ea typeface="Calibri"/>
                  <a:cs typeface="Calibri"/>
                  <a:sym typeface="Calibri"/>
                </a:defRPr>
              </a:pPr>
              <a:r>
                <a:rPr sz="5300">
                  <a:solidFill>
                    <a:srgbClr val="797979"/>
                  </a:solidFill>
                  <a:latin typeface="Source Sans Pro ExtraLight"/>
                  <a:ea typeface="Source Sans Pro ExtraLight"/>
                  <a:cs typeface="Source Sans Pro ExtraLight"/>
                  <a:sym typeface="Source Sans Pro ExtraLight"/>
                </a:rPr>
                <a:t>$</a:t>
              </a:r>
              <a:r>
                <a:rPr sz="9600">
                  <a:solidFill>
                    <a:srgbClr val="797979"/>
                  </a:solidFill>
                  <a:latin typeface="Helvetica"/>
                  <a:ea typeface="Helvetica"/>
                  <a:cs typeface="Helvetica"/>
                  <a:sym typeface="Helvetica"/>
                </a:rPr>
                <a:t>X</a:t>
              </a:r>
            </a:p>
            <a:p>
              <a:pPr defTabSz="1218984">
                <a:lnSpc>
                  <a:spcPct val="80000"/>
                </a:lnSpc>
                <a:defRPr sz="4800">
                  <a:solidFill>
                    <a:srgbClr val="FFFFFF"/>
                  </a:solidFill>
                  <a:latin typeface="Calibri"/>
                  <a:ea typeface="Calibri"/>
                  <a:cs typeface="Calibri"/>
                  <a:sym typeface="Calibri"/>
                </a:defRPr>
              </a:pPr>
              <a:endParaRPr sz="4300">
                <a:solidFill>
                  <a:srgbClr val="797979"/>
                </a:solidFill>
                <a:latin typeface="Helvetica"/>
                <a:ea typeface="Helvetica"/>
                <a:cs typeface="Helvetica"/>
                <a:sym typeface="Helvetica"/>
              </a:endParaRPr>
            </a:p>
            <a:p>
              <a:pPr defTabSz="1218984">
                <a:lnSpc>
                  <a:spcPct val="80000"/>
                </a:lnSpc>
                <a:defRPr sz="4800">
                  <a:solidFill>
                    <a:srgbClr val="FFFFFF"/>
                  </a:solidFill>
                  <a:latin typeface="Calibri"/>
                  <a:ea typeface="Calibri"/>
                  <a:cs typeface="Calibri"/>
                  <a:sym typeface="Calibri"/>
                </a:defRPr>
              </a:pPr>
              <a:r>
                <a:rPr sz="2700">
                  <a:solidFill>
                    <a:srgbClr val="797979"/>
                  </a:solidFill>
                  <a:latin typeface="Helvetica"/>
                  <a:ea typeface="Helvetica"/>
                  <a:cs typeface="Helvetica"/>
                  <a:sym typeface="Helvetica"/>
                </a:rPr>
                <a:t>Detalle plan</a:t>
              </a:r>
            </a:p>
            <a:p>
              <a:pPr defTabSz="1218984">
                <a:lnSpc>
                  <a:spcPct val="80000"/>
                </a:lnSpc>
                <a:defRPr sz="4800">
                  <a:solidFill>
                    <a:srgbClr val="FFFFFF"/>
                  </a:solidFill>
                  <a:latin typeface="Calibri"/>
                  <a:ea typeface="Calibri"/>
                  <a:cs typeface="Calibri"/>
                  <a:sym typeface="Calibri"/>
                </a:defRPr>
              </a:pPr>
              <a:endParaRPr sz="29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p>
          </p:txBody>
        </p:sp>
      </p:grpSp>
      <p:sp>
        <p:nvSpPr>
          <p:cNvPr id="6274" name="Shape 6274"/>
          <p:cNvSpPr/>
          <p:nvPr/>
        </p:nvSpPr>
        <p:spPr>
          <a:xfrm>
            <a:off x="9327297" y="2873901"/>
            <a:ext cx="5021388" cy="1346201"/>
          </a:xfrm>
          <a:prstGeom prst="rect">
            <a:avLst/>
          </a:prstGeom>
          <a:solidFill>
            <a:srgbClr val="144973"/>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3600">
                <a:solidFill>
                  <a:srgbClr val="FFFFFF"/>
                </a:solidFill>
                <a:latin typeface="Raleway ExtraBold"/>
                <a:ea typeface="Raleway ExtraBold"/>
                <a:cs typeface="Raleway ExtraBold"/>
                <a:sym typeface="Raleway ExtraBold"/>
              </a:defRPr>
            </a:lvl1pPr>
          </a:lstStyle>
          <a:p>
            <a:pPr/>
            <a:r>
              <a:t>Plan 2</a:t>
            </a:r>
          </a:p>
        </p:txBody>
      </p:sp>
      <p:sp>
        <p:nvSpPr>
          <p:cNvPr id="6275" name="Shape 6275"/>
          <p:cNvSpPr/>
          <p:nvPr/>
        </p:nvSpPr>
        <p:spPr>
          <a:xfrm>
            <a:off x="9327297" y="10066336"/>
            <a:ext cx="5021388" cy="833966"/>
          </a:xfrm>
          <a:prstGeom prst="rect">
            <a:avLst/>
          </a:prstGeom>
          <a:solidFill>
            <a:srgbClr val="397ECA"/>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grpSp>
        <p:nvGrpSpPr>
          <p:cNvPr id="6278" name="Group 6278"/>
          <p:cNvGrpSpPr/>
          <p:nvPr/>
        </p:nvGrpSpPr>
        <p:grpSpPr>
          <a:xfrm>
            <a:off x="4216994" y="4651900"/>
            <a:ext cx="4174611" cy="4897969"/>
            <a:chOff x="0" y="0"/>
            <a:chExt cx="4174609" cy="4897968"/>
          </a:xfrm>
        </p:grpSpPr>
        <p:sp>
          <p:nvSpPr>
            <p:cNvPr id="6276" name="Shape 6276"/>
            <p:cNvSpPr/>
            <p:nvPr/>
          </p:nvSpPr>
          <p:spPr>
            <a:xfrm>
              <a:off x="0" y="-1"/>
              <a:ext cx="4174610" cy="4897970"/>
            </a:xfrm>
            <a:prstGeom prst="rect">
              <a:avLst/>
            </a:prstGeom>
            <a:solidFill>
              <a:srgbClr val="FFFFFF"/>
            </a:solidFill>
            <a:ln w="9525" cap="flat">
              <a:solidFill>
                <a:srgbClr val="D9D9D9"/>
              </a:solidFill>
              <a:prstDash val="solid"/>
              <a:bevel/>
            </a:ln>
            <a:effectLst/>
          </p:spPr>
          <p:txBody>
            <a:bodyPr wrap="square" lIns="45719" tIns="45719" rIns="45719" bIns="45719" numCol="1" anchor="ctr">
              <a:noAutofit/>
            </a:bodyPr>
            <a:lstStyle/>
            <a:p>
              <a:pPr defTabSz="1218984">
                <a:lnSpc>
                  <a:spcPct val="120000"/>
                </a:lnSpc>
                <a:defRPr sz="4800">
                  <a:solidFill>
                    <a:srgbClr val="FFFFFF"/>
                  </a:solidFill>
                  <a:latin typeface="Calibri"/>
                  <a:ea typeface="Calibri"/>
                  <a:cs typeface="Calibri"/>
                  <a:sym typeface="Calibri"/>
                </a:defRPr>
              </a:pPr>
            </a:p>
          </p:txBody>
        </p:sp>
        <p:sp>
          <p:nvSpPr>
            <p:cNvPr id="6277" name="Shape 6277"/>
            <p:cNvSpPr/>
            <p:nvPr/>
          </p:nvSpPr>
          <p:spPr>
            <a:xfrm>
              <a:off x="0" y="603674"/>
              <a:ext cx="4174610" cy="369062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spAutoFit/>
            </a:bodyPr>
            <a:lstStyle/>
            <a:p>
              <a:pPr defTabSz="1218984">
                <a:lnSpc>
                  <a:spcPct val="80000"/>
                </a:lnSpc>
                <a:defRPr sz="4800">
                  <a:solidFill>
                    <a:srgbClr val="FFFFFF"/>
                  </a:solidFill>
                  <a:latin typeface="Calibri"/>
                  <a:ea typeface="Calibri"/>
                  <a:cs typeface="Calibri"/>
                  <a:sym typeface="Calibri"/>
                </a:defRPr>
              </a:pPr>
              <a:r>
                <a:rPr>
                  <a:solidFill>
                    <a:srgbClr val="797979"/>
                  </a:solidFill>
                  <a:latin typeface="Helvetica"/>
                  <a:ea typeface="Helvetica"/>
                  <a:cs typeface="Helvetica"/>
                  <a:sym typeface="Helvetica"/>
                </a:rPr>
                <a:t>$</a:t>
              </a:r>
              <a:r>
                <a:rPr sz="8800">
                  <a:solidFill>
                    <a:srgbClr val="797979"/>
                  </a:solidFill>
                  <a:latin typeface="Helvetica"/>
                  <a:ea typeface="Helvetica"/>
                  <a:cs typeface="Helvetica"/>
                  <a:sym typeface="Helvetica"/>
                </a:rPr>
                <a:t>X</a:t>
              </a:r>
            </a:p>
            <a:p>
              <a:pPr defTabSz="1218984">
                <a:lnSpc>
                  <a:spcPct val="80000"/>
                </a:lnSpc>
                <a:defRPr sz="4800">
                  <a:solidFill>
                    <a:srgbClr val="FFFFFF"/>
                  </a:solidFill>
                  <a:latin typeface="Calibri"/>
                  <a:ea typeface="Calibri"/>
                  <a:cs typeface="Calibri"/>
                  <a:sym typeface="Calibri"/>
                </a:defRPr>
              </a:pPr>
              <a:endParaRPr>
                <a:solidFill>
                  <a:srgbClr val="797979"/>
                </a:solidFill>
                <a:latin typeface="Helvetica"/>
                <a:ea typeface="Helvetica"/>
                <a:cs typeface="Helvetica"/>
                <a:sym typeface="Helvetica"/>
              </a:endParaRPr>
            </a:p>
            <a:p>
              <a:pPr defTabSz="1218984">
                <a:lnSpc>
                  <a:spcPct val="80000"/>
                </a:lnSpc>
                <a:defRPr sz="4800">
                  <a:solidFill>
                    <a:srgbClr val="FFFFFF"/>
                  </a:solidFill>
                  <a:latin typeface="Calibri"/>
                  <a:ea typeface="Calibri"/>
                  <a:cs typeface="Calibri"/>
                  <a:sym typeface="Calibri"/>
                </a:defRPr>
              </a:pPr>
              <a:r>
                <a:rPr sz="2700">
                  <a:solidFill>
                    <a:srgbClr val="797979"/>
                  </a:solidFill>
                  <a:latin typeface="Helvetica"/>
                  <a:ea typeface="Helvetica"/>
                  <a:cs typeface="Helvetica"/>
                  <a:sym typeface="Helvetica"/>
                </a:rPr>
                <a:t>Detalle plan</a:t>
              </a:r>
            </a:p>
            <a:p>
              <a:pPr defTabSz="1218984">
                <a:lnSpc>
                  <a:spcPct val="80000"/>
                </a:lnSpc>
                <a:defRPr sz="4800">
                  <a:solidFill>
                    <a:srgbClr val="FFFFFF"/>
                  </a:solidFill>
                  <a:latin typeface="Calibri"/>
                  <a:ea typeface="Calibri"/>
                  <a:cs typeface="Calibri"/>
                  <a:sym typeface="Calibri"/>
                </a:defRPr>
              </a:pPr>
              <a:endParaRPr sz="29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p>
          </p:txBody>
        </p:sp>
      </p:grpSp>
      <p:sp>
        <p:nvSpPr>
          <p:cNvPr id="6279" name="Shape 6279"/>
          <p:cNvSpPr/>
          <p:nvPr/>
        </p:nvSpPr>
        <p:spPr>
          <a:xfrm>
            <a:off x="4200059" y="3525835"/>
            <a:ext cx="4200014" cy="1126066"/>
          </a:xfrm>
          <a:prstGeom prst="rect">
            <a:avLst/>
          </a:prstGeom>
          <a:solidFill>
            <a:srgbClr val="16527E"/>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3600">
                <a:solidFill>
                  <a:srgbClr val="FFFFFF"/>
                </a:solidFill>
                <a:latin typeface="Raleway ExtraBold"/>
                <a:ea typeface="Raleway ExtraBold"/>
                <a:cs typeface="Raleway ExtraBold"/>
                <a:sym typeface="Raleway ExtraBold"/>
              </a:defRPr>
            </a:lvl1pPr>
          </a:lstStyle>
          <a:p>
            <a:pPr/>
            <a:r>
              <a:t>Plan 1</a:t>
            </a:r>
          </a:p>
        </p:txBody>
      </p:sp>
      <p:sp>
        <p:nvSpPr>
          <p:cNvPr id="6280" name="Shape 6280"/>
          <p:cNvSpPr/>
          <p:nvPr/>
        </p:nvSpPr>
        <p:spPr>
          <a:xfrm>
            <a:off x="1380659" y="4874997"/>
            <a:ext cx="4200014" cy="764541"/>
          </a:xfrm>
          <a:prstGeom prst="rect">
            <a:avLst/>
          </a:prstGeom>
          <a:ln w="12700">
            <a:miter lim="400000"/>
          </a:ln>
          <a:extLst>
            <a:ext uri="{C572A759-6A51-4108-AA02-DFA0A04FC94B}">
              <ma14:wrappingTextBoxFlag xmlns:ma14="http://schemas.microsoft.com/office/mac/drawingml/2011/main" val="1"/>
            </a:ext>
          </a:extLst>
        </p:spPr>
        <p:txBody>
          <a:bodyPr lIns="45719" rIns="45719" anchor="ctr">
            <a:spAutoFit/>
          </a:bodyPr>
          <a:lstStyle>
            <a:lvl1pPr defTabSz="1218984">
              <a:defRPr sz="4400">
                <a:solidFill>
                  <a:srgbClr val="FFFFFF"/>
                </a:solidFill>
                <a:latin typeface="Helvetica"/>
                <a:ea typeface="Helvetica"/>
                <a:cs typeface="Helvetica"/>
                <a:sym typeface="Helvetica"/>
              </a:defRPr>
            </a:lvl1pPr>
          </a:lstStyle>
          <a:p>
            <a:pPr>
              <a:defRPr sz="4800">
                <a:latin typeface="Calibri"/>
                <a:ea typeface="Calibri"/>
                <a:cs typeface="Calibri"/>
                <a:sym typeface="Calibri"/>
              </a:defRPr>
            </a:pPr>
            <a:r>
              <a:rPr sz="4400">
                <a:latin typeface="Helvetica"/>
                <a:ea typeface="Helvetica"/>
                <a:cs typeface="Helvetica"/>
                <a:sym typeface="Helvetica"/>
              </a:rPr>
              <a:t>Plan A</a:t>
            </a:r>
          </a:p>
        </p:txBody>
      </p:sp>
      <p:sp>
        <p:nvSpPr>
          <p:cNvPr id="6281" name="Shape 6281"/>
          <p:cNvSpPr/>
          <p:nvPr/>
        </p:nvSpPr>
        <p:spPr>
          <a:xfrm>
            <a:off x="4200059" y="9549869"/>
            <a:ext cx="4200014" cy="698500"/>
          </a:xfrm>
          <a:prstGeom prst="rect">
            <a:avLst/>
          </a:prstGeom>
          <a:solidFill>
            <a:srgbClr val="16527E"/>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grpSp>
        <p:nvGrpSpPr>
          <p:cNvPr id="6284" name="Group 6284"/>
          <p:cNvGrpSpPr/>
          <p:nvPr/>
        </p:nvGrpSpPr>
        <p:grpSpPr>
          <a:xfrm>
            <a:off x="15373281" y="4626500"/>
            <a:ext cx="4174611" cy="4897969"/>
            <a:chOff x="0" y="0"/>
            <a:chExt cx="4174609" cy="4897968"/>
          </a:xfrm>
        </p:grpSpPr>
        <p:sp>
          <p:nvSpPr>
            <p:cNvPr id="6282" name="Shape 6282"/>
            <p:cNvSpPr/>
            <p:nvPr/>
          </p:nvSpPr>
          <p:spPr>
            <a:xfrm>
              <a:off x="0" y="-1"/>
              <a:ext cx="4174610" cy="4897970"/>
            </a:xfrm>
            <a:prstGeom prst="rect">
              <a:avLst/>
            </a:prstGeom>
            <a:solidFill>
              <a:srgbClr val="FFFFFF"/>
            </a:solidFill>
            <a:ln w="9525" cap="flat">
              <a:solidFill>
                <a:srgbClr val="D9D9D9"/>
              </a:solidFill>
              <a:prstDash val="solid"/>
              <a:bevel/>
            </a:ln>
            <a:effectLst/>
          </p:spPr>
          <p:txBody>
            <a:bodyPr wrap="square" lIns="45719" tIns="45719" rIns="45719" bIns="45719" numCol="1" anchor="ctr">
              <a:noAutofit/>
            </a:bodyPr>
            <a:lstStyle/>
            <a:p>
              <a:pPr defTabSz="1218984">
                <a:lnSpc>
                  <a:spcPct val="120000"/>
                </a:lnSpc>
                <a:defRPr sz="4800">
                  <a:solidFill>
                    <a:srgbClr val="FFFFFF"/>
                  </a:solidFill>
                  <a:latin typeface="Calibri"/>
                  <a:ea typeface="Calibri"/>
                  <a:cs typeface="Calibri"/>
                  <a:sym typeface="Calibri"/>
                </a:defRPr>
              </a:pPr>
            </a:p>
          </p:txBody>
        </p:sp>
        <p:sp>
          <p:nvSpPr>
            <p:cNvPr id="6283" name="Shape 6283"/>
            <p:cNvSpPr/>
            <p:nvPr/>
          </p:nvSpPr>
          <p:spPr>
            <a:xfrm>
              <a:off x="0" y="585894"/>
              <a:ext cx="4174610" cy="372618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45719" tIns="45719" rIns="45719" bIns="45719" numCol="1" anchor="ctr">
              <a:spAutoFit/>
            </a:bodyPr>
            <a:lstStyle/>
            <a:p>
              <a:pPr defTabSz="1218984">
                <a:lnSpc>
                  <a:spcPct val="80000"/>
                </a:lnSpc>
                <a:defRPr sz="4800">
                  <a:solidFill>
                    <a:srgbClr val="FFFFFF"/>
                  </a:solidFill>
                  <a:latin typeface="Calibri"/>
                  <a:ea typeface="Calibri"/>
                  <a:cs typeface="Calibri"/>
                  <a:sym typeface="Calibri"/>
                </a:defRPr>
              </a:pPr>
              <a:r>
                <a:rPr sz="4300">
                  <a:solidFill>
                    <a:srgbClr val="797979"/>
                  </a:solidFill>
                  <a:latin typeface="Source Sans Pro ExtraLight"/>
                  <a:ea typeface="Source Sans Pro ExtraLight"/>
                  <a:cs typeface="Source Sans Pro ExtraLight"/>
                  <a:sym typeface="Source Sans Pro ExtraLight"/>
                </a:rPr>
                <a:t>$</a:t>
              </a:r>
              <a:r>
                <a:rPr sz="7500">
                  <a:solidFill>
                    <a:srgbClr val="797979"/>
                  </a:solidFill>
                  <a:latin typeface="Helvetica"/>
                  <a:ea typeface="Helvetica"/>
                  <a:cs typeface="Helvetica"/>
                  <a:sym typeface="Helvetica"/>
                </a:rPr>
                <a:t>X</a:t>
              </a:r>
            </a:p>
            <a:p>
              <a:pPr defTabSz="1218984">
                <a:lnSpc>
                  <a:spcPct val="80000"/>
                </a:lnSpc>
                <a:defRPr sz="4800">
                  <a:solidFill>
                    <a:srgbClr val="FFFFFF"/>
                  </a:solidFill>
                  <a:latin typeface="Calibri"/>
                  <a:ea typeface="Calibri"/>
                  <a:cs typeface="Calibri"/>
                  <a:sym typeface="Calibri"/>
                </a:defRPr>
              </a:pPr>
              <a:endParaRPr sz="2800">
                <a:solidFill>
                  <a:srgbClr val="797979"/>
                </a:solidFill>
                <a:latin typeface="Helvetica"/>
                <a:ea typeface="Helvetica"/>
                <a:cs typeface="Helvetica"/>
                <a:sym typeface="Helvetica"/>
              </a:endParaRPr>
            </a:p>
            <a:p>
              <a:pPr defTabSz="1218984">
                <a:lnSpc>
                  <a:spcPct val="80000"/>
                </a:lnSpc>
                <a:defRPr sz="4800">
                  <a:solidFill>
                    <a:srgbClr val="FFFFFF"/>
                  </a:solidFill>
                  <a:latin typeface="Calibri"/>
                  <a:ea typeface="Calibri"/>
                  <a:cs typeface="Calibri"/>
                  <a:sym typeface="Calibri"/>
                </a:defRPr>
              </a:pPr>
              <a:r>
                <a:rPr sz="2700">
                  <a:solidFill>
                    <a:srgbClr val="797979"/>
                  </a:solidFill>
                  <a:latin typeface="Helvetica"/>
                  <a:ea typeface="Helvetica"/>
                  <a:cs typeface="Helvetica"/>
                  <a:sym typeface="Helvetica"/>
                </a:rPr>
                <a:t>Detalle plan</a:t>
              </a:r>
            </a:p>
            <a:p>
              <a:pPr defTabSz="1218984">
                <a:lnSpc>
                  <a:spcPct val="80000"/>
                </a:lnSpc>
                <a:defRPr sz="4800">
                  <a:solidFill>
                    <a:srgbClr val="FFFFFF"/>
                  </a:solidFill>
                  <a:latin typeface="Calibri"/>
                  <a:ea typeface="Calibri"/>
                  <a:cs typeface="Calibri"/>
                  <a:sym typeface="Calibri"/>
                </a:defRPr>
              </a:pPr>
              <a:endParaRPr sz="29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endParaRPr sz="2400">
                <a:solidFill>
                  <a:srgbClr val="797979"/>
                </a:solidFill>
                <a:latin typeface="Helvetica"/>
                <a:ea typeface="Helvetica"/>
                <a:cs typeface="Helvetica"/>
                <a:sym typeface="Helvetica"/>
              </a:endParaRPr>
            </a:p>
            <a:p>
              <a:pPr defTabSz="1218984">
                <a:lnSpc>
                  <a:spcPct val="120000"/>
                </a:lnSpc>
                <a:defRPr sz="4800">
                  <a:solidFill>
                    <a:srgbClr val="FFFFFF"/>
                  </a:solidFill>
                  <a:latin typeface="Calibri"/>
                  <a:ea typeface="Calibri"/>
                  <a:cs typeface="Calibri"/>
                  <a:sym typeface="Calibri"/>
                </a:defRPr>
              </a:pPr>
              <a:r>
                <a:rPr sz="2400">
                  <a:solidFill>
                    <a:srgbClr val="797979"/>
                  </a:solidFill>
                  <a:latin typeface="Helvetica"/>
                  <a:ea typeface="Helvetica"/>
                  <a:cs typeface="Helvetica"/>
                  <a:sym typeface="Helvetica"/>
                </a:rPr>
                <a:t>incluye</a:t>
              </a:r>
            </a:p>
          </p:txBody>
        </p:sp>
      </p:grpSp>
      <p:sp>
        <p:nvSpPr>
          <p:cNvPr id="6285" name="Shape 6285"/>
          <p:cNvSpPr/>
          <p:nvPr/>
        </p:nvSpPr>
        <p:spPr>
          <a:xfrm>
            <a:off x="15356346" y="3500435"/>
            <a:ext cx="4200014" cy="1126066"/>
          </a:xfrm>
          <a:prstGeom prst="rect">
            <a:avLst/>
          </a:prstGeom>
          <a:solidFill>
            <a:srgbClr val="029FDC"/>
          </a:solidFill>
          <a:ln w="12700">
            <a:miter lim="400000"/>
          </a:ln>
          <a:extLst>
            <a:ext uri="{C572A759-6A51-4108-AA02-DFA0A04FC94B}">
              <ma14:wrappingTextBoxFlag xmlns:ma14="http://schemas.microsoft.com/office/mac/drawingml/2011/main" val="1"/>
            </a:ext>
          </a:extLst>
        </p:spPr>
        <p:txBody>
          <a:bodyPr lIns="45719" rIns="45719" anchor="ctr"/>
          <a:lstStyle>
            <a:lvl1pPr defTabSz="914400">
              <a:defRPr sz="3600">
                <a:solidFill>
                  <a:srgbClr val="FFFFFF"/>
                </a:solidFill>
                <a:latin typeface="Raleway ExtraBold"/>
                <a:ea typeface="Raleway ExtraBold"/>
                <a:cs typeface="Raleway ExtraBold"/>
                <a:sym typeface="Raleway ExtraBold"/>
              </a:defRPr>
            </a:lvl1pPr>
          </a:lstStyle>
          <a:p>
            <a:pPr/>
            <a:r>
              <a:t>Plan 3</a:t>
            </a:r>
          </a:p>
        </p:txBody>
      </p:sp>
      <p:sp>
        <p:nvSpPr>
          <p:cNvPr id="6286" name="Shape 6286"/>
          <p:cNvSpPr/>
          <p:nvPr/>
        </p:nvSpPr>
        <p:spPr>
          <a:xfrm>
            <a:off x="15356346" y="9524469"/>
            <a:ext cx="4200014" cy="698500"/>
          </a:xfrm>
          <a:prstGeom prst="rect">
            <a:avLst/>
          </a:prstGeom>
          <a:solidFill>
            <a:srgbClr val="029FDC"/>
          </a:solidFill>
          <a:ln w="12700">
            <a:miter lim="400000"/>
          </a:ln>
        </p:spPr>
        <p:txBody>
          <a:bodyPr lIns="45719" rIns="45719" anchor="ctr"/>
          <a:lstStyle/>
          <a:p>
            <a:pPr defTabSz="1218984">
              <a:defRPr sz="48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17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288" name="Shape 6288"/>
          <p:cNvSpPr/>
          <p:nvPr/>
        </p:nvSpPr>
        <p:spPr>
          <a:xfrm>
            <a:off x="6961188" y="908050"/>
            <a:ext cx="10452101" cy="952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6400">
                <a:latin typeface="Raleway Heavy"/>
                <a:ea typeface="Raleway Heavy"/>
                <a:cs typeface="Raleway Heavy"/>
                <a:sym typeface="Raleway Heavy"/>
              </a:defRPr>
            </a:lvl1pPr>
          </a:lstStyle>
          <a:p>
            <a:pPr>
              <a:defRPr sz="5600"/>
            </a:pPr>
            <a:r>
              <a:rPr sz="6400"/>
              <a:t>título</a:t>
            </a:r>
          </a:p>
        </p:txBody>
      </p:sp>
      <p:sp>
        <p:nvSpPr>
          <p:cNvPr id="6289" name="Shape 6289"/>
          <p:cNvSpPr/>
          <p:nvPr/>
        </p:nvSpPr>
        <p:spPr>
          <a:xfrm>
            <a:off x="11263695" y="2057399"/>
            <a:ext cx="1859789" cy="5334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3600">
                <a:latin typeface="Raleway Regular"/>
                <a:ea typeface="Raleway Regular"/>
                <a:cs typeface="Raleway Regular"/>
                <a:sym typeface="Raleway Regular"/>
              </a:defRPr>
            </a:lvl1pPr>
          </a:lstStyle>
          <a:p>
            <a:pPr>
              <a:defRPr sz="5600"/>
            </a:pPr>
            <a:r>
              <a:rPr sz="3600"/>
              <a:t>subtítulo</a:t>
            </a:r>
          </a:p>
        </p:txBody>
      </p:sp>
      <p:sp>
        <p:nvSpPr>
          <p:cNvPr id="6290" name="Shape 6290"/>
          <p:cNvSpPr/>
          <p:nvPr/>
        </p:nvSpPr>
        <p:spPr>
          <a:xfrm>
            <a:off x="3686175" y="4381500"/>
            <a:ext cx="18072100" cy="7747000"/>
          </a:xfrm>
          <a:prstGeom prst="roundRect">
            <a:avLst>
              <a:gd name="adj" fmla="val 2458"/>
            </a:avLst>
          </a:prstGeom>
          <a:solidFill>
            <a:srgbClr val="FFFFFF"/>
          </a:solidFill>
          <a:ln w="25400">
            <a:solidFill>
              <a:srgbClr val="1A1A1A"/>
            </a:solidFill>
            <a:miter/>
          </a:ln>
        </p:spPr>
        <p:txBody>
          <a:bodyPr lIns="45719" rIns="45719"/>
          <a:lstStyle/>
          <a:p>
            <a:pPr defTabSz="914400">
              <a:defRPr sz="5600">
                <a:latin typeface="Gill Sans"/>
                <a:ea typeface="Gill Sans"/>
                <a:cs typeface="Gill Sans"/>
                <a:sym typeface="Gill Sans"/>
              </a:defRPr>
            </a:pPr>
          </a:p>
        </p:txBody>
      </p:sp>
      <p:graphicFrame>
        <p:nvGraphicFramePr>
          <p:cNvPr id="6291" name="Table 6291"/>
          <p:cNvGraphicFramePr/>
          <p:nvPr/>
        </p:nvGraphicFramePr>
        <p:xfrm>
          <a:off x="3749675" y="7061200"/>
          <a:ext cx="5676900" cy="4913315"/>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5676900"/>
              </a:tblGrid>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1</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2</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3</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4</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982663">
                <a:tc>
                  <a:txBody>
                    <a:bodyPr/>
                    <a:lstStyle/>
                    <a:p>
                      <a:pPr>
                        <a:tabLst>
                          <a:tab pos="914400" algn="l"/>
                        </a:tabLst>
                        <a:defRPr sz="3600">
                          <a:solidFill>
                            <a:srgbClr val="262626"/>
                          </a:solidFill>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bl>
          </a:graphicData>
        </a:graphic>
      </p:graphicFrame>
      <p:graphicFrame>
        <p:nvGraphicFramePr>
          <p:cNvPr id="6292" name="Table 6292"/>
          <p:cNvGraphicFramePr/>
          <p:nvPr/>
        </p:nvGraphicFramePr>
        <p:xfrm>
          <a:off x="15979775" y="7061200"/>
          <a:ext cx="5676900" cy="4913315"/>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5676900"/>
              </a:tblGrid>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1</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2</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3</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982663">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4</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982663">
                <a:tc>
                  <a:txBody>
                    <a:bodyPr/>
                    <a:lstStyle/>
                    <a:p>
                      <a:pPr>
                        <a:tabLst>
                          <a:tab pos="914400" algn="l"/>
                        </a:tabLst>
                        <a:defRPr sz="3600">
                          <a:latin typeface="Raleway SemiBold"/>
                          <a:ea typeface="Raleway SemiBold"/>
                          <a:cs typeface="Raleway SemiBold"/>
                          <a:sym typeface="Raleway SemiBold"/>
                        </a:defRPr>
                      </a:pP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bl>
          </a:graphicData>
        </a:graphic>
      </p:graphicFrame>
      <p:grpSp>
        <p:nvGrpSpPr>
          <p:cNvPr id="6301" name="Group 6301"/>
          <p:cNvGrpSpPr/>
          <p:nvPr/>
        </p:nvGrpSpPr>
        <p:grpSpPr>
          <a:xfrm>
            <a:off x="5156822" y="3708400"/>
            <a:ext cx="14733309" cy="8928100"/>
            <a:chOff x="213471" y="0"/>
            <a:chExt cx="14733308" cy="8928100"/>
          </a:xfrm>
        </p:grpSpPr>
        <p:sp>
          <p:nvSpPr>
            <p:cNvPr id="6293" name="Shape 6293"/>
            <p:cNvSpPr/>
            <p:nvPr/>
          </p:nvSpPr>
          <p:spPr>
            <a:xfrm>
              <a:off x="4330824" y="673100"/>
              <a:ext cx="6883401" cy="7747000"/>
            </a:xfrm>
            <a:prstGeom prst="rect">
              <a:avLst/>
            </a:prstGeom>
            <a:solidFill>
              <a:srgbClr val="4D4D4D">
                <a:alpha val="9999"/>
              </a:srgbClr>
            </a:solidFill>
            <a:ln w="25400" cap="flat">
              <a:solidFill>
                <a:srgbClr val="E6E6E6">
                  <a:alpha val="9999"/>
                </a:srgbClr>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294" name="Shape 6294"/>
            <p:cNvSpPr/>
            <p:nvPr/>
          </p:nvSpPr>
          <p:spPr>
            <a:xfrm>
              <a:off x="213471" y="1423193"/>
              <a:ext cx="2999131"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defRPr sz="3600">
                  <a:solidFill>
                    <a:srgbClr val="49A3DF"/>
                  </a:solidFill>
                  <a:latin typeface="Raleway SemiBold"/>
                  <a:ea typeface="Raleway SemiBold"/>
                  <a:cs typeface="Raleway SemiBold"/>
                  <a:sym typeface="Raleway SemiBold"/>
                </a:defRPr>
              </a:lvl1pPr>
            </a:lstStyle>
            <a:p>
              <a:pPr>
                <a:defRPr sz="5600">
                  <a:solidFill>
                    <a:srgbClr val="000000"/>
                  </a:solidFill>
                </a:defRPr>
              </a:pPr>
              <a:r>
                <a:rPr sz="3600">
                  <a:solidFill>
                    <a:srgbClr val="49A3DF"/>
                  </a:solidFill>
                </a:rPr>
                <a:t>PLAN BÁSICO</a:t>
              </a:r>
            </a:p>
          </p:txBody>
        </p:sp>
        <p:sp>
          <p:nvSpPr>
            <p:cNvPr id="6295" name="Shape 6295"/>
            <p:cNvSpPr/>
            <p:nvPr/>
          </p:nvSpPr>
          <p:spPr>
            <a:xfrm>
              <a:off x="4508624" y="0"/>
              <a:ext cx="6540501" cy="8928100"/>
            </a:xfrm>
            <a:prstGeom prst="roundRect">
              <a:avLst>
                <a:gd name="adj" fmla="val 2912"/>
              </a:avLst>
            </a:prstGeom>
            <a:solidFill>
              <a:srgbClr val="FFFFFF"/>
            </a:solidFill>
            <a:ln w="50800" cap="flat">
              <a:solidFill>
                <a:srgbClr val="000000"/>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296" name="Shape 6296"/>
            <p:cNvSpPr/>
            <p:nvPr/>
          </p:nvSpPr>
          <p:spPr>
            <a:xfrm>
              <a:off x="6252454" y="838993"/>
              <a:ext cx="2822652"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defRPr sz="3600">
                  <a:solidFill>
                    <a:srgbClr val="49A3DF"/>
                  </a:solidFill>
                  <a:latin typeface="Raleway SemiBold"/>
                  <a:ea typeface="Raleway SemiBold"/>
                  <a:cs typeface="Raleway SemiBold"/>
                  <a:sym typeface="Raleway SemiBold"/>
                </a:defRPr>
              </a:lvl1pPr>
            </a:lstStyle>
            <a:p>
              <a:pPr>
                <a:defRPr sz="5600">
                  <a:solidFill>
                    <a:srgbClr val="000000"/>
                  </a:solidFill>
                </a:defRPr>
              </a:pPr>
              <a:r>
                <a:rPr sz="3600">
                  <a:solidFill>
                    <a:srgbClr val="49A3DF"/>
                  </a:solidFill>
                </a:rPr>
                <a:t>PLAN SÚPER</a:t>
              </a:r>
            </a:p>
          </p:txBody>
        </p:sp>
        <p:sp>
          <p:nvSpPr>
            <p:cNvPr id="6297" name="Shape 6297"/>
            <p:cNvSpPr/>
            <p:nvPr/>
          </p:nvSpPr>
          <p:spPr>
            <a:xfrm>
              <a:off x="12504518" y="1423193"/>
              <a:ext cx="2442262"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defRPr sz="3600">
                  <a:solidFill>
                    <a:srgbClr val="49A3DF"/>
                  </a:solidFill>
                  <a:latin typeface="Raleway SemiBold"/>
                  <a:ea typeface="Raleway SemiBold"/>
                  <a:cs typeface="Raleway SemiBold"/>
                  <a:sym typeface="Raleway SemiBold"/>
                </a:defRPr>
              </a:lvl1pPr>
            </a:lstStyle>
            <a:p>
              <a:pPr>
                <a:defRPr sz="5600">
                  <a:solidFill>
                    <a:srgbClr val="000000"/>
                  </a:solidFill>
                </a:defRPr>
              </a:pPr>
              <a:r>
                <a:rPr sz="3600">
                  <a:solidFill>
                    <a:srgbClr val="49A3DF"/>
                  </a:solidFill>
                </a:rPr>
                <a:t>PLAN KING</a:t>
              </a:r>
            </a:p>
          </p:txBody>
        </p:sp>
        <p:sp>
          <p:nvSpPr>
            <p:cNvPr id="6298" name="Shape 6298"/>
            <p:cNvSpPr/>
            <p:nvPr/>
          </p:nvSpPr>
          <p:spPr>
            <a:xfrm>
              <a:off x="1153284" y="2147093"/>
              <a:ext cx="1109981"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p>
              <a:pPr defTabSz="914400">
                <a:defRPr sz="5600">
                  <a:latin typeface="Raleway SemiBold"/>
                  <a:ea typeface="Raleway SemiBold"/>
                  <a:cs typeface="Raleway SemiBold"/>
                  <a:sym typeface="Raleway SemiBold"/>
                </a:defRPr>
              </a:pPr>
              <a:r>
                <a:rPr sz="3600">
                  <a:solidFill>
                    <a:srgbClr val="262626"/>
                  </a:solidFill>
                </a:rPr>
                <a:t>$</a:t>
              </a:r>
              <a:r>
                <a:rPr sz="2400">
                  <a:solidFill>
                    <a:srgbClr val="262626"/>
                  </a:solidFill>
                </a:rPr>
                <a:t>/mes</a:t>
              </a:r>
            </a:p>
          </p:txBody>
        </p:sp>
        <p:sp>
          <p:nvSpPr>
            <p:cNvPr id="6299" name="Shape 6299"/>
            <p:cNvSpPr/>
            <p:nvPr/>
          </p:nvSpPr>
          <p:spPr>
            <a:xfrm>
              <a:off x="7111965" y="1600993"/>
              <a:ext cx="1109981"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p>
              <a:pPr defTabSz="914400">
                <a:defRPr sz="5600">
                  <a:latin typeface="Raleway SemiBold"/>
                  <a:ea typeface="Raleway SemiBold"/>
                  <a:cs typeface="Raleway SemiBold"/>
                  <a:sym typeface="Raleway SemiBold"/>
                </a:defRPr>
              </a:pPr>
              <a:r>
                <a:rPr sz="3600">
                  <a:solidFill>
                    <a:srgbClr val="262626"/>
                  </a:solidFill>
                </a:rPr>
                <a:t>$</a:t>
              </a:r>
              <a:r>
                <a:rPr sz="2400">
                  <a:solidFill>
                    <a:srgbClr val="262626"/>
                  </a:solidFill>
                </a:rPr>
                <a:t>/mes</a:t>
              </a:r>
            </a:p>
          </p:txBody>
        </p:sp>
        <p:sp>
          <p:nvSpPr>
            <p:cNvPr id="6300" name="Shape 6300"/>
            <p:cNvSpPr/>
            <p:nvPr/>
          </p:nvSpPr>
          <p:spPr>
            <a:xfrm>
              <a:off x="13172246" y="2147093"/>
              <a:ext cx="1109981"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p>
              <a:pPr defTabSz="914400">
                <a:defRPr sz="5600">
                  <a:latin typeface="Raleway SemiBold"/>
                  <a:ea typeface="Raleway SemiBold"/>
                  <a:cs typeface="Raleway SemiBold"/>
                  <a:sym typeface="Raleway SemiBold"/>
                </a:defRPr>
              </a:pPr>
              <a:r>
                <a:rPr sz="3600">
                  <a:solidFill>
                    <a:srgbClr val="262626"/>
                  </a:solidFill>
                </a:rPr>
                <a:t>$</a:t>
              </a:r>
              <a:r>
                <a:rPr sz="2400">
                  <a:solidFill>
                    <a:srgbClr val="262626"/>
                  </a:solidFill>
                </a:rPr>
                <a:t>/mes</a:t>
              </a:r>
            </a:p>
          </p:txBody>
        </p:sp>
      </p:grpSp>
      <p:graphicFrame>
        <p:nvGraphicFramePr>
          <p:cNvPr id="6302" name="Table 6302"/>
          <p:cNvGraphicFramePr/>
          <p:nvPr/>
        </p:nvGraphicFramePr>
        <p:xfrm>
          <a:off x="9515475" y="6667500"/>
          <a:ext cx="6413500" cy="5722940"/>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6413500"/>
              </a:tblGrid>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1</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2</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3</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4</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5</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bl>
          </a:graphicData>
        </a:graphic>
      </p:graphicFrame>
      <p:grpSp>
        <p:nvGrpSpPr>
          <p:cNvPr id="6305" name="Group 6305"/>
          <p:cNvGrpSpPr/>
          <p:nvPr/>
        </p:nvGrpSpPr>
        <p:grpSpPr>
          <a:xfrm>
            <a:off x="13808076" y="3670299"/>
            <a:ext cx="2224089" cy="2243140"/>
            <a:chOff x="0" y="0"/>
            <a:chExt cx="2224088" cy="2243138"/>
          </a:xfrm>
        </p:grpSpPr>
        <p:sp>
          <p:nvSpPr>
            <p:cNvPr id="6303" name="Shape 6303"/>
            <p:cNvSpPr/>
            <p:nvPr/>
          </p:nvSpPr>
          <p:spPr>
            <a:xfrm>
              <a:off x="0" y="-1"/>
              <a:ext cx="2224089" cy="22431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21600" y="7812"/>
                  </a:lnTo>
                  <a:lnTo>
                    <a:pt x="14276" y="35"/>
                  </a:lnTo>
                  <a:lnTo>
                    <a:pt x="0" y="0"/>
                  </a:lnTo>
                  <a:close/>
                </a:path>
              </a:pathLst>
            </a:custGeom>
            <a:solidFill>
              <a:srgbClr val="2F5379"/>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04" name="Shape 6304"/>
            <p:cNvSpPr/>
            <p:nvPr/>
          </p:nvSpPr>
          <p:spPr>
            <a:xfrm rot="2700000">
              <a:off x="808782" y="629443"/>
              <a:ext cx="1249462" cy="3683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defRPr sz="2400">
                  <a:solidFill>
                    <a:srgbClr val="FFFFFF"/>
                  </a:solidFill>
                  <a:latin typeface="Montserrat-Bold"/>
                  <a:ea typeface="Montserrat-Bold"/>
                  <a:cs typeface="Montserrat-Bold"/>
                  <a:sym typeface="Montserrat-Bold"/>
                </a:defRPr>
              </a:lvl1pPr>
            </a:lstStyle>
            <a:p>
              <a:pPr/>
              <a:r>
                <a:t>Preferido</a:t>
              </a: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250"/>
                                  </p:stCondLst>
                                  <p:iterate type="el" backwards="0">
                                    <p:tmAbs val="0"/>
                                  </p:iterate>
                                  <p:childTnLst>
                                    <p:set>
                                      <p:cBhvr>
                                        <p:cTn id="6" fill="hold"/>
                                        <p:tgtEl>
                                          <p:spTgt spid="6290"/>
                                        </p:tgtEl>
                                        <p:attrNameLst>
                                          <p:attrName>style.visibility</p:attrName>
                                        </p:attrNameLst>
                                      </p:cBhvr>
                                      <p:to>
                                        <p:strVal val="visible"/>
                                      </p:to>
                                    </p:set>
                                    <p:anim calcmode="lin" valueType="num">
                                      <p:cBhvr>
                                        <p:cTn id="7" dur="500" fill="hold"/>
                                        <p:tgtEl>
                                          <p:spTgt spid="6290"/>
                                        </p:tgtEl>
                                        <p:attrNameLst>
                                          <p:attrName>ppt_x</p:attrName>
                                        </p:attrNameLst>
                                      </p:cBhvr>
                                      <p:tavLst>
                                        <p:tav tm="0">
                                          <p:val>
                                            <p:strVal val="#ppt_x"/>
                                          </p:val>
                                        </p:tav>
                                        <p:tav tm="100000">
                                          <p:val>
                                            <p:strVal val="#ppt_x"/>
                                          </p:val>
                                        </p:tav>
                                      </p:tavLst>
                                    </p:anim>
                                    <p:anim calcmode="lin" valueType="num">
                                      <p:cBhvr>
                                        <p:cTn id="8" dur="500" fill="hold"/>
                                        <p:tgtEl>
                                          <p:spTgt spid="6290"/>
                                        </p:tgtEl>
                                        <p:attrNameLst>
                                          <p:attrName>ppt_y</p:attrName>
                                        </p:attrNameLst>
                                      </p:cBhvr>
                                      <p:tavLst>
                                        <p:tav tm="0">
                                          <p:val>
                                            <p:strVal val="0-#ppt_h/2"/>
                                          </p:val>
                                        </p:tav>
                                        <p:tav tm="100000">
                                          <p:val>
                                            <p:strVal val="#ppt_y"/>
                                          </p:val>
                                        </p:tav>
                                      </p:tavLst>
                                    </p:anim>
                                  </p:childTnLst>
                                </p:cTn>
                              </p:par>
                            </p:childTnLst>
                          </p:cTn>
                        </p:par>
                        <p:par>
                          <p:cTn id="9" fill="hold">
                            <p:stCondLst>
                              <p:cond delay="750"/>
                            </p:stCondLst>
                            <p:childTnLst>
                              <p:par>
                                <p:cTn id="10" presetClass="entr" nodeType="afterEffect" presetSubtype="1" presetID="2" grpId="2" fill="hold">
                                  <p:stCondLst>
                                    <p:cond delay="250"/>
                                  </p:stCondLst>
                                  <p:iterate type="el" backwards="0">
                                    <p:tmAbs val="0"/>
                                  </p:iterate>
                                  <p:childTnLst>
                                    <p:set>
                                      <p:cBhvr>
                                        <p:cTn id="11" fill="hold"/>
                                        <p:tgtEl>
                                          <p:spTgt spid="6291"/>
                                        </p:tgtEl>
                                        <p:attrNameLst>
                                          <p:attrName>style.visibility</p:attrName>
                                        </p:attrNameLst>
                                      </p:cBhvr>
                                      <p:to>
                                        <p:strVal val="visible"/>
                                      </p:to>
                                    </p:set>
                                    <p:anim calcmode="lin" valueType="num">
                                      <p:cBhvr>
                                        <p:cTn id="12" dur="500" fill="hold"/>
                                        <p:tgtEl>
                                          <p:spTgt spid="6291"/>
                                        </p:tgtEl>
                                        <p:attrNameLst>
                                          <p:attrName>ppt_x</p:attrName>
                                        </p:attrNameLst>
                                      </p:cBhvr>
                                      <p:tavLst>
                                        <p:tav tm="0">
                                          <p:val>
                                            <p:strVal val="#ppt_x"/>
                                          </p:val>
                                        </p:tav>
                                        <p:tav tm="100000">
                                          <p:val>
                                            <p:strVal val="#ppt_x"/>
                                          </p:val>
                                        </p:tav>
                                      </p:tavLst>
                                    </p:anim>
                                    <p:anim calcmode="lin" valueType="num">
                                      <p:cBhvr>
                                        <p:cTn id="13" dur="500" fill="hold"/>
                                        <p:tgtEl>
                                          <p:spTgt spid="6291"/>
                                        </p:tgtEl>
                                        <p:attrNameLst>
                                          <p:attrName>ppt_y</p:attrName>
                                        </p:attrNameLst>
                                      </p:cBhvr>
                                      <p:tavLst>
                                        <p:tav tm="0">
                                          <p:val>
                                            <p:strVal val="0-#ppt_h/2"/>
                                          </p:val>
                                        </p:tav>
                                        <p:tav tm="100000">
                                          <p:val>
                                            <p:strVal val="#ppt_y"/>
                                          </p:val>
                                        </p:tav>
                                      </p:tavLst>
                                    </p:anim>
                                  </p:childTnLst>
                                </p:cTn>
                              </p:par>
                            </p:childTnLst>
                          </p:cTn>
                        </p:par>
                        <p:par>
                          <p:cTn id="14" fill="hold">
                            <p:stCondLst>
                              <p:cond delay="1500"/>
                            </p:stCondLst>
                            <p:childTnLst>
                              <p:par>
                                <p:cTn id="15" presetClass="entr" nodeType="afterEffect" presetSubtype="1" presetID="2" grpId="3" fill="hold">
                                  <p:stCondLst>
                                    <p:cond delay="250"/>
                                  </p:stCondLst>
                                  <p:iterate type="el" backwards="0">
                                    <p:tmAbs val="0"/>
                                  </p:iterate>
                                  <p:childTnLst>
                                    <p:set>
                                      <p:cBhvr>
                                        <p:cTn id="16" fill="hold"/>
                                        <p:tgtEl>
                                          <p:spTgt spid="6292"/>
                                        </p:tgtEl>
                                        <p:attrNameLst>
                                          <p:attrName>style.visibility</p:attrName>
                                        </p:attrNameLst>
                                      </p:cBhvr>
                                      <p:to>
                                        <p:strVal val="visible"/>
                                      </p:to>
                                    </p:set>
                                    <p:anim calcmode="lin" valueType="num">
                                      <p:cBhvr>
                                        <p:cTn id="17" dur="500" fill="hold"/>
                                        <p:tgtEl>
                                          <p:spTgt spid="6292"/>
                                        </p:tgtEl>
                                        <p:attrNameLst>
                                          <p:attrName>ppt_x</p:attrName>
                                        </p:attrNameLst>
                                      </p:cBhvr>
                                      <p:tavLst>
                                        <p:tav tm="0">
                                          <p:val>
                                            <p:strVal val="#ppt_x"/>
                                          </p:val>
                                        </p:tav>
                                        <p:tav tm="100000">
                                          <p:val>
                                            <p:strVal val="#ppt_x"/>
                                          </p:val>
                                        </p:tav>
                                      </p:tavLst>
                                    </p:anim>
                                    <p:anim calcmode="lin" valueType="num">
                                      <p:cBhvr>
                                        <p:cTn id="18" dur="500" fill="hold"/>
                                        <p:tgtEl>
                                          <p:spTgt spid="6292"/>
                                        </p:tgtEl>
                                        <p:attrNameLst>
                                          <p:attrName>ppt_y</p:attrName>
                                        </p:attrNameLst>
                                      </p:cBhvr>
                                      <p:tavLst>
                                        <p:tav tm="0">
                                          <p:val>
                                            <p:strVal val="0-#ppt_h/2"/>
                                          </p:val>
                                        </p:tav>
                                        <p:tav tm="100000">
                                          <p:val>
                                            <p:strVal val="#ppt_y"/>
                                          </p:val>
                                        </p:tav>
                                      </p:tavLst>
                                    </p:anim>
                                  </p:childTnLst>
                                </p:cTn>
                              </p:par>
                            </p:childTnLst>
                          </p:cTn>
                        </p:par>
                        <p:par>
                          <p:cTn id="19" fill="hold">
                            <p:stCondLst>
                              <p:cond delay="2250"/>
                            </p:stCondLst>
                            <p:childTnLst>
                              <p:par>
                                <p:cTn id="20" presetClass="entr" nodeType="afterEffect" presetSubtype="1" presetID="2" grpId="4" fill="hold">
                                  <p:stCondLst>
                                    <p:cond delay="250"/>
                                  </p:stCondLst>
                                  <p:iterate type="el" backwards="0">
                                    <p:tmAbs val="0"/>
                                  </p:iterate>
                                  <p:childTnLst>
                                    <p:set>
                                      <p:cBhvr>
                                        <p:cTn id="21" fill="hold"/>
                                        <p:tgtEl>
                                          <p:spTgt spid="6301"/>
                                        </p:tgtEl>
                                        <p:attrNameLst>
                                          <p:attrName>style.visibility</p:attrName>
                                        </p:attrNameLst>
                                      </p:cBhvr>
                                      <p:to>
                                        <p:strVal val="visible"/>
                                      </p:to>
                                    </p:set>
                                    <p:anim calcmode="lin" valueType="num">
                                      <p:cBhvr>
                                        <p:cTn id="22" dur="500" fill="hold"/>
                                        <p:tgtEl>
                                          <p:spTgt spid="6301"/>
                                        </p:tgtEl>
                                        <p:attrNameLst>
                                          <p:attrName>ppt_x</p:attrName>
                                        </p:attrNameLst>
                                      </p:cBhvr>
                                      <p:tavLst>
                                        <p:tav tm="0">
                                          <p:val>
                                            <p:strVal val="#ppt_x"/>
                                          </p:val>
                                        </p:tav>
                                        <p:tav tm="100000">
                                          <p:val>
                                            <p:strVal val="#ppt_x"/>
                                          </p:val>
                                        </p:tav>
                                      </p:tavLst>
                                    </p:anim>
                                    <p:anim calcmode="lin" valueType="num">
                                      <p:cBhvr>
                                        <p:cTn id="23" dur="500" fill="hold"/>
                                        <p:tgtEl>
                                          <p:spTgt spid="6301"/>
                                        </p:tgtEl>
                                        <p:attrNameLst>
                                          <p:attrName>ppt_y</p:attrName>
                                        </p:attrNameLst>
                                      </p:cBhvr>
                                      <p:tavLst>
                                        <p:tav tm="0">
                                          <p:val>
                                            <p:strVal val="0-#ppt_h/2"/>
                                          </p:val>
                                        </p:tav>
                                        <p:tav tm="100000">
                                          <p:val>
                                            <p:strVal val="#ppt_y"/>
                                          </p:val>
                                        </p:tav>
                                      </p:tavLst>
                                    </p:anim>
                                  </p:childTnLst>
                                </p:cTn>
                              </p:par>
                            </p:childTnLst>
                          </p:cTn>
                        </p:par>
                        <p:par>
                          <p:cTn id="24" fill="hold">
                            <p:stCondLst>
                              <p:cond delay="3000"/>
                            </p:stCondLst>
                            <p:childTnLst>
                              <p:par>
                                <p:cTn id="25" presetClass="entr" nodeType="afterEffect" presetSubtype="1" presetID="2" grpId="5" fill="hold">
                                  <p:stCondLst>
                                    <p:cond delay="250"/>
                                  </p:stCondLst>
                                  <p:iterate type="el" backwards="0">
                                    <p:tmAbs val="0"/>
                                  </p:iterate>
                                  <p:childTnLst>
                                    <p:set>
                                      <p:cBhvr>
                                        <p:cTn id="26" fill="hold"/>
                                        <p:tgtEl>
                                          <p:spTgt spid="6302"/>
                                        </p:tgtEl>
                                        <p:attrNameLst>
                                          <p:attrName>style.visibility</p:attrName>
                                        </p:attrNameLst>
                                      </p:cBhvr>
                                      <p:to>
                                        <p:strVal val="visible"/>
                                      </p:to>
                                    </p:set>
                                    <p:anim calcmode="lin" valueType="num">
                                      <p:cBhvr>
                                        <p:cTn id="27" dur="500" fill="hold"/>
                                        <p:tgtEl>
                                          <p:spTgt spid="6302"/>
                                        </p:tgtEl>
                                        <p:attrNameLst>
                                          <p:attrName>ppt_x</p:attrName>
                                        </p:attrNameLst>
                                      </p:cBhvr>
                                      <p:tavLst>
                                        <p:tav tm="0">
                                          <p:val>
                                            <p:strVal val="#ppt_x"/>
                                          </p:val>
                                        </p:tav>
                                        <p:tav tm="100000">
                                          <p:val>
                                            <p:strVal val="#ppt_x"/>
                                          </p:val>
                                        </p:tav>
                                      </p:tavLst>
                                    </p:anim>
                                    <p:anim calcmode="lin" valueType="num">
                                      <p:cBhvr>
                                        <p:cTn id="28" dur="500" fill="hold"/>
                                        <p:tgtEl>
                                          <p:spTgt spid="6302"/>
                                        </p:tgtEl>
                                        <p:attrNameLst>
                                          <p:attrName>ppt_y</p:attrName>
                                        </p:attrNameLst>
                                      </p:cBhvr>
                                      <p:tavLst>
                                        <p:tav tm="0">
                                          <p:val>
                                            <p:strVal val="0-#ppt_h/2"/>
                                          </p:val>
                                        </p:tav>
                                        <p:tav tm="100000">
                                          <p:val>
                                            <p:strVal val="#ppt_y"/>
                                          </p:val>
                                        </p:tav>
                                      </p:tavLst>
                                    </p:anim>
                                  </p:childTnLst>
                                </p:cTn>
                              </p:par>
                            </p:childTnLst>
                          </p:cTn>
                        </p:par>
                        <p:par>
                          <p:cTn id="29" fill="hold">
                            <p:stCondLst>
                              <p:cond delay="3750"/>
                            </p:stCondLst>
                            <p:childTnLst>
                              <p:par>
                                <p:cTn id="30" presetClass="entr" nodeType="afterEffect" presetSubtype="1" presetID="22" grpId="6" fill="hold">
                                  <p:stCondLst>
                                    <p:cond delay="0"/>
                                  </p:stCondLst>
                                  <p:iterate type="el" backwards="0">
                                    <p:tmAbs val="0"/>
                                  </p:iterate>
                                  <p:childTnLst>
                                    <p:set>
                                      <p:cBhvr>
                                        <p:cTn id="31" fill="hold"/>
                                        <p:tgtEl>
                                          <p:spTgt spid="6305"/>
                                        </p:tgtEl>
                                        <p:attrNameLst>
                                          <p:attrName>style.visibility</p:attrName>
                                        </p:attrNameLst>
                                      </p:cBhvr>
                                      <p:to>
                                        <p:strVal val="visible"/>
                                      </p:to>
                                    </p:set>
                                    <p:animEffect filter="wipe(up)" transition="in">
                                      <p:cBhvr>
                                        <p:cTn id="32" dur="500"/>
                                        <p:tgtEl>
                                          <p:spTgt spid="630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291" grpId="2"/>
      <p:bldP build="whole" bldLvl="1" animBg="1" rev="0" advAuto="0" spid="6290" grpId="1"/>
      <p:bldP build="whole" bldLvl="1" animBg="1" rev="0" advAuto="0" spid="6292" grpId="3"/>
      <p:bldP build="whole" bldLvl="1" animBg="1" rev="0" advAuto="0" spid="6305" grpId="6"/>
      <p:bldP build="whole" bldLvl="1" animBg="1" rev="0" advAuto="0" spid="6302" grpId="5"/>
      <p:bldP build="whole" bldLvl="1" animBg="1" rev="0" advAuto="0" spid="6301" grpId="4"/>
    </p:bldLst>
  </p:timing>
</p:sld>
</file>

<file path=ppt/slides/slide17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307" name="Shape 6307"/>
          <p:cNvSpPr/>
          <p:nvPr/>
        </p:nvSpPr>
        <p:spPr>
          <a:xfrm>
            <a:off x="6961188" y="908050"/>
            <a:ext cx="10452101" cy="952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lnSpc>
                <a:spcPct val="70000"/>
              </a:lnSpc>
              <a:defRPr sz="6400">
                <a:latin typeface="Raleway Heavy"/>
                <a:ea typeface="Raleway Heavy"/>
                <a:cs typeface="Raleway Heavy"/>
                <a:sym typeface="Raleway Heavy"/>
              </a:defRPr>
            </a:lvl1pPr>
          </a:lstStyle>
          <a:p>
            <a:pPr>
              <a:defRPr sz="5600"/>
            </a:pPr>
            <a:r>
              <a:rPr sz="6400"/>
              <a:t>título</a:t>
            </a:r>
          </a:p>
        </p:txBody>
      </p:sp>
      <p:sp>
        <p:nvSpPr>
          <p:cNvPr id="6308" name="Shape 6308"/>
          <p:cNvSpPr/>
          <p:nvPr/>
        </p:nvSpPr>
        <p:spPr>
          <a:xfrm>
            <a:off x="11263695" y="2057399"/>
            <a:ext cx="1859789" cy="5334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lnSpc>
                <a:spcPct val="70000"/>
              </a:lnSpc>
              <a:defRPr sz="3600">
                <a:latin typeface="Raleway Regular"/>
                <a:ea typeface="Raleway Regular"/>
                <a:cs typeface="Raleway Regular"/>
                <a:sym typeface="Raleway Regular"/>
              </a:defRPr>
            </a:lvl1pPr>
          </a:lstStyle>
          <a:p>
            <a:pPr>
              <a:defRPr sz="5600"/>
            </a:pPr>
            <a:r>
              <a:rPr sz="3600"/>
              <a:t>subtítulo</a:t>
            </a:r>
          </a:p>
        </p:txBody>
      </p:sp>
      <p:grpSp>
        <p:nvGrpSpPr>
          <p:cNvPr id="6318" name="Group 6318"/>
          <p:cNvGrpSpPr/>
          <p:nvPr/>
        </p:nvGrpSpPr>
        <p:grpSpPr>
          <a:xfrm>
            <a:off x="3219450" y="4405312"/>
            <a:ext cx="18072100" cy="7747001"/>
            <a:chOff x="0" y="0"/>
            <a:chExt cx="18072100" cy="7747000"/>
          </a:xfrm>
        </p:grpSpPr>
        <p:sp>
          <p:nvSpPr>
            <p:cNvPr id="6309" name="Shape 6309"/>
            <p:cNvSpPr/>
            <p:nvPr/>
          </p:nvSpPr>
          <p:spPr>
            <a:xfrm>
              <a:off x="0" y="0"/>
              <a:ext cx="18072100" cy="7747000"/>
            </a:xfrm>
            <a:prstGeom prst="roundRect">
              <a:avLst>
                <a:gd name="adj" fmla="val 2458"/>
              </a:avLst>
            </a:prstGeom>
            <a:solidFill>
              <a:srgbClr val="313131"/>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10" name="Shape 6310"/>
            <p:cNvSpPr/>
            <p:nvPr/>
          </p:nvSpPr>
          <p:spPr>
            <a:xfrm>
              <a:off x="7442200" y="1689099"/>
              <a:ext cx="9867900" cy="13716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spAutoFit/>
            </a:bodyPr>
            <a:lstStyle/>
            <a:p>
              <a:pPr algn="l" defTabSz="914400">
                <a:defRPr sz="5600">
                  <a:latin typeface="Gill Sans"/>
                  <a:ea typeface="Gill Sans"/>
                  <a:cs typeface="Gill Sans"/>
                  <a:sym typeface="Gill Sans"/>
                </a:defRPr>
              </a:pPr>
              <a:r>
                <a:rPr b="1" sz="3200">
                  <a:solidFill>
                    <a:srgbClr val="49A3DF"/>
                  </a:solidFill>
                  <a:latin typeface="Source Sans Pro Bold"/>
                  <a:ea typeface="Source Sans Pro Bold"/>
                  <a:cs typeface="Source Sans Pro Bold"/>
                  <a:sym typeface="Source Sans Pro Bold"/>
                </a:rPr>
                <a:t>TÍTULO </a:t>
              </a:r>
              <a:endParaRPr b="1" sz="3200">
                <a:solidFill>
                  <a:srgbClr val="49A3DF"/>
                </a:solidFill>
                <a:latin typeface="Source Sans Pro Bold"/>
                <a:ea typeface="Source Sans Pro Bold"/>
                <a:cs typeface="Source Sans Pro Bold"/>
                <a:sym typeface="Source Sans Pro Bold"/>
              </a:endParaRPr>
            </a:p>
            <a:p>
              <a:pPr algn="l" defTabSz="914400">
                <a:defRPr sz="5600">
                  <a:latin typeface="Gill Sans"/>
                  <a:ea typeface="Gill Sans"/>
                  <a:cs typeface="Gill Sans"/>
                  <a:sym typeface="Gill Sans"/>
                </a:defRPr>
              </a:pPr>
              <a:endParaRPr sz="3200">
                <a:solidFill>
                  <a:srgbClr val="FFFFFF"/>
                </a:solidFill>
                <a:latin typeface="Source Sans Pro Bold"/>
                <a:ea typeface="Source Sans Pro Bold"/>
                <a:cs typeface="Source Sans Pro Bold"/>
                <a:sym typeface="Source Sans Pro Bold"/>
              </a:endParaRPr>
            </a:p>
            <a:p>
              <a:pPr algn="l" defTabSz="914400">
                <a:defRPr sz="5600">
                  <a:latin typeface="Gill Sans"/>
                  <a:ea typeface="Gill Sans"/>
                  <a:cs typeface="Gill Sans"/>
                  <a:sym typeface="Gill Sans"/>
                </a:defRPr>
              </a:pPr>
              <a:r>
                <a:rPr sz="2700">
                  <a:solidFill>
                    <a:srgbClr val="FFFFFF"/>
                  </a:solidFill>
                  <a:latin typeface="Source Sans Pro"/>
                  <a:ea typeface="Source Sans Pro"/>
                  <a:cs typeface="Source Sans Pro"/>
                  <a:sym typeface="Source Sans Pro"/>
                </a:rPr>
                <a:t>Descripción del plan para convencer que es el ideal</a:t>
              </a:r>
            </a:p>
          </p:txBody>
        </p:sp>
        <p:grpSp>
          <p:nvGrpSpPr>
            <p:cNvPr id="6317" name="Group 6317"/>
            <p:cNvGrpSpPr/>
            <p:nvPr/>
          </p:nvGrpSpPr>
          <p:grpSpPr>
            <a:xfrm>
              <a:off x="7404100" y="4584382"/>
              <a:ext cx="7708900" cy="1905001"/>
              <a:chOff x="0" y="0"/>
              <a:chExt cx="7708900" cy="1905000"/>
            </a:xfrm>
          </p:grpSpPr>
          <p:sp>
            <p:nvSpPr>
              <p:cNvPr id="6311" name="Shape 6311"/>
              <p:cNvSpPr/>
              <p:nvPr/>
            </p:nvSpPr>
            <p:spPr>
              <a:xfrm>
                <a:off x="4388753" y="476965"/>
                <a:ext cx="844725" cy="8436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5400"/>
                    </a:moveTo>
                    <a:lnTo>
                      <a:pt x="6075" y="5400"/>
                    </a:lnTo>
                    <a:lnTo>
                      <a:pt x="6075" y="6750"/>
                    </a:lnTo>
                    <a:lnTo>
                      <a:pt x="7425" y="6750"/>
                    </a:lnTo>
                    <a:cubicBezTo>
                      <a:pt x="7425" y="6750"/>
                      <a:pt x="7425" y="5400"/>
                      <a:pt x="7425" y="5400"/>
                    </a:cubicBezTo>
                    <a:close/>
                    <a:moveTo>
                      <a:pt x="6750" y="8100"/>
                    </a:moveTo>
                    <a:cubicBezTo>
                      <a:pt x="5632" y="8100"/>
                      <a:pt x="4725" y="7193"/>
                      <a:pt x="4725" y="6075"/>
                    </a:cubicBezTo>
                    <a:cubicBezTo>
                      <a:pt x="4725" y="4957"/>
                      <a:pt x="5632" y="4050"/>
                      <a:pt x="6750" y="4050"/>
                    </a:cubicBezTo>
                    <a:cubicBezTo>
                      <a:pt x="7869" y="4050"/>
                      <a:pt x="8775" y="4957"/>
                      <a:pt x="8775" y="6075"/>
                    </a:cubicBezTo>
                    <a:cubicBezTo>
                      <a:pt x="8775" y="7193"/>
                      <a:pt x="7869" y="8100"/>
                      <a:pt x="6750" y="8100"/>
                    </a:cubicBezTo>
                    <a:close/>
                    <a:moveTo>
                      <a:pt x="12668" y="15982"/>
                    </a:moveTo>
                    <a:cubicBezTo>
                      <a:pt x="12525" y="16125"/>
                      <a:pt x="12337" y="16191"/>
                      <a:pt x="12150" y="16185"/>
                    </a:cubicBezTo>
                    <a:cubicBezTo>
                      <a:pt x="11963" y="16191"/>
                      <a:pt x="11775" y="16125"/>
                      <a:pt x="11632" y="15982"/>
                    </a:cubicBezTo>
                    <a:lnTo>
                      <a:pt x="7565" y="13093"/>
                    </a:lnTo>
                    <a:lnTo>
                      <a:pt x="3893" y="18007"/>
                    </a:lnTo>
                    <a:cubicBezTo>
                      <a:pt x="3617" y="18283"/>
                      <a:pt x="3171" y="18283"/>
                      <a:pt x="2895" y="18007"/>
                    </a:cubicBezTo>
                    <a:cubicBezTo>
                      <a:pt x="2620" y="17732"/>
                      <a:pt x="2620" y="17286"/>
                      <a:pt x="2895" y="17010"/>
                    </a:cubicBezTo>
                    <a:lnTo>
                      <a:pt x="6885" y="11670"/>
                    </a:lnTo>
                    <a:cubicBezTo>
                      <a:pt x="7034" y="11522"/>
                      <a:pt x="7231" y="11460"/>
                      <a:pt x="7425" y="11472"/>
                    </a:cubicBezTo>
                    <a:cubicBezTo>
                      <a:pt x="7619" y="11460"/>
                      <a:pt x="7817" y="11522"/>
                      <a:pt x="7965" y="11670"/>
                    </a:cubicBezTo>
                    <a:lnTo>
                      <a:pt x="12044" y="14569"/>
                    </a:lnTo>
                    <a:lnTo>
                      <a:pt x="17685" y="8295"/>
                    </a:lnTo>
                    <a:cubicBezTo>
                      <a:pt x="17961" y="8020"/>
                      <a:pt x="18407" y="8020"/>
                      <a:pt x="18682" y="8295"/>
                    </a:cubicBezTo>
                    <a:cubicBezTo>
                      <a:pt x="18958" y="8571"/>
                      <a:pt x="18958" y="9017"/>
                      <a:pt x="18682" y="9293"/>
                    </a:cubicBezTo>
                    <a:cubicBezTo>
                      <a:pt x="18682" y="9293"/>
                      <a:pt x="12668" y="15982"/>
                      <a:pt x="12668" y="15982"/>
                    </a:cubicBezTo>
                    <a:close/>
                    <a:moveTo>
                      <a:pt x="20250" y="2025"/>
                    </a:moveTo>
                    <a:cubicBezTo>
                      <a:pt x="20250" y="1653"/>
                      <a:pt x="19948" y="1350"/>
                      <a:pt x="19575" y="1350"/>
                    </a:cubicBezTo>
                    <a:lnTo>
                      <a:pt x="2025" y="1350"/>
                    </a:lnTo>
                    <a:cubicBezTo>
                      <a:pt x="1652" y="1350"/>
                      <a:pt x="1350" y="1653"/>
                      <a:pt x="1350" y="2025"/>
                    </a:cubicBezTo>
                    <a:lnTo>
                      <a:pt x="1350" y="19575"/>
                    </a:lnTo>
                    <a:cubicBezTo>
                      <a:pt x="1350" y="19947"/>
                      <a:pt x="1652" y="20250"/>
                      <a:pt x="2025" y="20250"/>
                    </a:cubicBezTo>
                    <a:lnTo>
                      <a:pt x="19575" y="20250"/>
                    </a:lnTo>
                    <a:cubicBezTo>
                      <a:pt x="19948" y="20250"/>
                      <a:pt x="20250" y="19947"/>
                      <a:pt x="20250" y="19575"/>
                    </a:cubicBezTo>
                    <a:cubicBezTo>
                      <a:pt x="20250" y="19575"/>
                      <a:pt x="20250" y="2025"/>
                      <a:pt x="20250" y="2025"/>
                    </a:cubicBezTo>
                    <a:close/>
                    <a:moveTo>
                      <a:pt x="20250" y="21600"/>
                    </a:moveTo>
                    <a:lnTo>
                      <a:pt x="1350" y="21600"/>
                    </a:lnTo>
                    <a:cubicBezTo>
                      <a:pt x="605" y="21600"/>
                      <a:pt x="0" y="20995"/>
                      <a:pt x="0" y="20250"/>
                    </a:cubicBezTo>
                    <a:lnTo>
                      <a:pt x="0" y="1350"/>
                    </a:lnTo>
                    <a:cubicBezTo>
                      <a:pt x="0" y="604"/>
                      <a:pt x="605" y="0"/>
                      <a:pt x="1350" y="0"/>
                    </a:cubicBezTo>
                    <a:lnTo>
                      <a:pt x="20250" y="0"/>
                    </a:lnTo>
                    <a:cubicBezTo>
                      <a:pt x="20996" y="0"/>
                      <a:pt x="21600" y="604"/>
                      <a:pt x="21600" y="1350"/>
                    </a:cubicBezTo>
                    <a:lnTo>
                      <a:pt x="21600" y="20250"/>
                    </a:lnTo>
                    <a:cubicBezTo>
                      <a:pt x="21600" y="20995"/>
                      <a:pt x="20996" y="21600"/>
                      <a:pt x="20250" y="21600"/>
                    </a:cubicBezTo>
                    <a:close/>
                  </a:path>
                </a:pathLst>
              </a:cu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12" name="Shape 6312"/>
              <p:cNvSpPr/>
              <p:nvPr/>
            </p:nvSpPr>
            <p:spPr>
              <a:xfrm>
                <a:off x="30168" y="467433"/>
                <a:ext cx="955873" cy="954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21" y="17419"/>
                    </a:moveTo>
                    <a:lnTo>
                      <a:pt x="16723" y="17419"/>
                    </a:lnTo>
                    <a:lnTo>
                      <a:pt x="16723" y="5275"/>
                    </a:lnTo>
                    <a:cubicBezTo>
                      <a:pt x="16723" y="5275"/>
                      <a:pt x="5121" y="17419"/>
                      <a:pt x="5121" y="17419"/>
                    </a:cubicBezTo>
                    <a:close/>
                    <a:moveTo>
                      <a:pt x="4180" y="4181"/>
                    </a:moveTo>
                    <a:lnTo>
                      <a:pt x="4180" y="16368"/>
                    </a:lnTo>
                    <a:lnTo>
                      <a:pt x="15823" y="4181"/>
                    </a:lnTo>
                    <a:cubicBezTo>
                      <a:pt x="15823" y="4181"/>
                      <a:pt x="4180" y="4181"/>
                      <a:pt x="4180" y="4181"/>
                    </a:cubicBezTo>
                    <a:close/>
                    <a:moveTo>
                      <a:pt x="20903" y="18813"/>
                    </a:moveTo>
                    <a:lnTo>
                      <a:pt x="18116" y="18813"/>
                    </a:lnTo>
                    <a:lnTo>
                      <a:pt x="18116" y="20903"/>
                    </a:lnTo>
                    <a:cubicBezTo>
                      <a:pt x="18116" y="21288"/>
                      <a:pt x="17804" y="21600"/>
                      <a:pt x="17420" y="21600"/>
                    </a:cubicBezTo>
                    <a:cubicBezTo>
                      <a:pt x="17035" y="21600"/>
                      <a:pt x="16723" y="21288"/>
                      <a:pt x="16723" y="20903"/>
                    </a:cubicBezTo>
                    <a:lnTo>
                      <a:pt x="16723" y="18813"/>
                    </a:lnTo>
                    <a:lnTo>
                      <a:pt x="3484" y="18813"/>
                    </a:lnTo>
                    <a:cubicBezTo>
                      <a:pt x="3425" y="18813"/>
                      <a:pt x="3372" y="18793"/>
                      <a:pt x="3317" y="18779"/>
                    </a:cubicBezTo>
                    <a:cubicBezTo>
                      <a:pt x="3286" y="18771"/>
                      <a:pt x="3254" y="18773"/>
                      <a:pt x="3224" y="18761"/>
                    </a:cubicBezTo>
                    <a:cubicBezTo>
                      <a:pt x="3049" y="18689"/>
                      <a:pt x="2910" y="18551"/>
                      <a:pt x="2839" y="18375"/>
                    </a:cubicBezTo>
                    <a:cubicBezTo>
                      <a:pt x="2829" y="18350"/>
                      <a:pt x="2831" y="18322"/>
                      <a:pt x="2824" y="18297"/>
                    </a:cubicBezTo>
                    <a:cubicBezTo>
                      <a:pt x="2807" y="18238"/>
                      <a:pt x="2787" y="18180"/>
                      <a:pt x="2787" y="18116"/>
                    </a:cubicBezTo>
                    <a:lnTo>
                      <a:pt x="2787" y="4181"/>
                    </a:lnTo>
                    <a:lnTo>
                      <a:pt x="697" y="4181"/>
                    </a:lnTo>
                    <a:cubicBezTo>
                      <a:pt x="312" y="4181"/>
                      <a:pt x="0" y="3869"/>
                      <a:pt x="0" y="3484"/>
                    </a:cubicBezTo>
                    <a:cubicBezTo>
                      <a:pt x="0" y="3099"/>
                      <a:pt x="312" y="2787"/>
                      <a:pt x="697" y="2787"/>
                    </a:cubicBezTo>
                    <a:lnTo>
                      <a:pt x="2787" y="2787"/>
                    </a:lnTo>
                    <a:lnTo>
                      <a:pt x="2787" y="697"/>
                    </a:lnTo>
                    <a:cubicBezTo>
                      <a:pt x="2787" y="312"/>
                      <a:pt x="3099" y="0"/>
                      <a:pt x="3484" y="0"/>
                    </a:cubicBezTo>
                    <a:cubicBezTo>
                      <a:pt x="3869" y="0"/>
                      <a:pt x="4180" y="312"/>
                      <a:pt x="4180" y="697"/>
                    </a:cubicBezTo>
                    <a:lnTo>
                      <a:pt x="4180" y="2787"/>
                    </a:lnTo>
                    <a:lnTo>
                      <a:pt x="17154" y="2787"/>
                    </a:lnTo>
                    <a:lnTo>
                      <a:pt x="18301" y="1587"/>
                    </a:lnTo>
                    <a:cubicBezTo>
                      <a:pt x="18575" y="1312"/>
                      <a:pt x="19020" y="1312"/>
                      <a:pt x="19295" y="1587"/>
                    </a:cubicBezTo>
                    <a:cubicBezTo>
                      <a:pt x="19569" y="1862"/>
                      <a:pt x="19569" y="2308"/>
                      <a:pt x="19295" y="2582"/>
                    </a:cubicBezTo>
                    <a:lnTo>
                      <a:pt x="18116" y="3816"/>
                    </a:lnTo>
                    <a:lnTo>
                      <a:pt x="18116" y="17419"/>
                    </a:lnTo>
                    <a:lnTo>
                      <a:pt x="20903" y="17419"/>
                    </a:lnTo>
                    <a:cubicBezTo>
                      <a:pt x="21288" y="17419"/>
                      <a:pt x="21600" y="17731"/>
                      <a:pt x="21600" y="18116"/>
                    </a:cubicBezTo>
                    <a:cubicBezTo>
                      <a:pt x="21600" y="18501"/>
                      <a:pt x="21288" y="18813"/>
                      <a:pt x="20903" y="18813"/>
                    </a:cubicBezTo>
                    <a:close/>
                  </a:path>
                </a:pathLst>
              </a:cu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13" name="Shape 6313"/>
              <p:cNvSpPr/>
              <p:nvPr/>
            </p:nvSpPr>
            <p:spPr>
              <a:xfrm>
                <a:off x="2115009" y="583417"/>
                <a:ext cx="1016210" cy="738804"/>
              </a:xfrm>
              <a:custGeom>
                <a:avLst/>
                <a:gdLst/>
                <a:ahLst/>
                <a:cxnLst>
                  <a:cxn ang="0">
                    <a:pos x="wd2" y="hd2"/>
                  </a:cxn>
                  <a:cxn ang="5400000">
                    <a:pos x="wd2" y="hd2"/>
                  </a:cxn>
                  <a:cxn ang="10800000">
                    <a:pos x="wd2" y="hd2"/>
                  </a:cxn>
                  <a:cxn ang="16200000">
                    <a:pos x="wd2" y="hd2"/>
                  </a:cxn>
                </a:cxnLst>
                <a:rect l="0" t="0" r="r" b="b"/>
                <a:pathLst>
                  <a:path w="21467" h="21600" fill="norm" stroke="1" extrusionOk="0">
                    <a:moveTo>
                      <a:pt x="6943" y="11410"/>
                    </a:moveTo>
                    <a:cubicBezTo>
                      <a:pt x="6678" y="11778"/>
                      <a:pt x="6247" y="11778"/>
                      <a:pt x="5981" y="11410"/>
                    </a:cubicBezTo>
                    <a:lnTo>
                      <a:pt x="4619" y="9527"/>
                    </a:lnTo>
                    <a:cubicBezTo>
                      <a:pt x="4576" y="9945"/>
                      <a:pt x="4548" y="10368"/>
                      <a:pt x="4548" y="10800"/>
                    </a:cubicBezTo>
                    <a:cubicBezTo>
                      <a:pt x="4548" y="15771"/>
                      <a:pt x="7463" y="19799"/>
                      <a:pt x="11059" y="19799"/>
                    </a:cubicBezTo>
                    <a:cubicBezTo>
                      <a:pt x="13007" y="19799"/>
                      <a:pt x="14750" y="18612"/>
                      <a:pt x="15943" y="16740"/>
                    </a:cubicBezTo>
                    <a:lnTo>
                      <a:pt x="16960" y="17865"/>
                    </a:lnTo>
                    <a:cubicBezTo>
                      <a:pt x="15528" y="20149"/>
                      <a:pt x="13418" y="21600"/>
                      <a:pt x="11059" y="21600"/>
                    </a:cubicBezTo>
                    <a:cubicBezTo>
                      <a:pt x="6744" y="21600"/>
                      <a:pt x="3246" y="16765"/>
                      <a:pt x="3246" y="10800"/>
                    </a:cubicBezTo>
                    <a:cubicBezTo>
                      <a:pt x="3246" y="10173"/>
                      <a:pt x="3301" y="9568"/>
                      <a:pt x="3378" y="8972"/>
                    </a:cubicBezTo>
                    <a:lnTo>
                      <a:pt x="1162" y="11410"/>
                    </a:lnTo>
                    <a:cubicBezTo>
                      <a:pt x="896" y="11778"/>
                      <a:pt x="466" y="11778"/>
                      <a:pt x="200" y="11410"/>
                    </a:cubicBezTo>
                    <a:cubicBezTo>
                      <a:pt x="-66" y="11043"/>
                      <a:pt x="-66" y="10448"/>
                      <a:pt x="200" y="10081"/>
                    </a:cubicBezTo>
                    <a:lnTo>
                      <a:pt x="3398" y="6561"/>
                    </a:lnTo>
                    <a:cubicBezTo>
                      <a:pt x="3535" y="6371"/>
                      <a:pt x="3717" y="6284"/>
                      <a:pt x="3897" y="6290"/>
                    </a:cubicBezTo>
                    <a:cubicBezTo>
                      <a:pt x="4077" y="6284"/>
                      <a:pt x="4259" y="6371"/>
                      <a:pt x="4397" y="6561"/>
                    </a:cubicBezTo>
                    <a:lnTo>
                      <a:pt x="6943" y="10081"/>
                    </a:lnTo>
                    <a:cubicBezTo>
                      <a:pt x="7209" y="10448"/>
                      <a:pt x="7209" y="11043"/>
                      <a:pt x="6943" y="11410"/>
                    </a:cubicBezTo>
                    <a:close/>
                    <a:moveTo>
                      <a:pt x="21268" y="11520"/>
                    </a:moveTo>
                    <a:lnTo>
                      <a:pt x="18722" y="15040"/>
                    </a:lnTo>
                    <a:cubicBezTo>
                      <a:pt x="18584" y="15230"/>
                      <a:pt x="18403" y="15317"/>
                      <a:pt x="18222" y="15310"/>
                    </a:cubicBezTo>
                    <a:cubicBezTo>
                      <a:pt x="18042" y="15317"/>
                      <a:pt x="17861" y="15230"/>
                      <a:pt x="17723" y="15040"/>
                    </a:cubicBezTo>
                    <a:lnTo>
                      <a:pt x="14525" y="11520"/>
                    </a:lnTo>
                    <a:cubicBezTo>
                      <a:pt x="14260" y="11153"/>
                      <a:pt x="14260" y="10557"/>
                      <a:pt x="14525" y="10190"/>
                    </a:cubicBezTo>
                    <a:cubicBezTo>
                      <a:pt x="14791" y="9823"/>
                      <a:pt x="15221" y="9823"/>
                      <a:pt x="15488" y="10190"/>
                    </a:cubicBezTo>
                    <a:lnTo>
                      <a:pt x="17464" y="12365"/>
                    </a:lnTo>
                    <a:cubicBezTo>
                      <a:pt x="17529" y="11856"/>
                      <a:pt x="17571" y="11336"/>
                      <a:pt x="17571" y="10800"/>
                    </a:cubicBezTo>
                    <a:cubicBezTo>
                      <a:pt x="17571" y="5830"/>
                      <a:pt x="14656" y="1801"/>
                      <a:pt x="11059" y="1801"/>
                    </a:cubicBezTo>
                    <a:cubicBezTo>
                      <a:pt x="8966" y="1801"/>
                      <a:pt x="7108" y="3171"/>
                      <a:pt x="5917" y="5293"/>
                    </a:cubicBezTo>
                    <a:lnTo>
                      <a:pt x="4901" y="4170"/>
                    </a:lnTo>
                    <a:cubicBezTo>
                      <a:pt x="6330" y="1636"/>
                      <a:pt x="8554" y="0"/>
                      <a:pt x="11059" y="0"/>
                    </a:cubicBezTo>
                    <a:cubicBezTo>
                      <a:pt x="15375" y="0"/>
                      <a:pt x="18873" y="4835"/>
                      <a:pt x="18873" y="10800"/>
                    </a:cubicBezTo>
                    <a:cubicBezTo>
                      <a:pt x="18873" y="11306"/>
                      <a:pt x="18842" y="11799"/>
                      <a:pt x="18790" y="12285"/>
                    </a:cubicBezTo>
                    <a:lnTo>
                      <a:pt x="20306" y="10190"/>
                    </a:lnTo>
                    <a:cubicBezTo>
                      <a:pt x="20572" y="9823"/>
                      <a:pt x="21003" y="9823"/>
                      <a:pt x="21268" y="10190"/>
                    </a:cubicBezTo>
                    <a:cubicBezTo>
                      <a:pt x="21534" y="10557"/>
                      <a:pt x="21534" y="11153"/>
                      <a:pt x="21268" y="11520"/>
                    </a:cubicBezTo>
                    <a:close/>
                  </a:path>
                </a:pathLst>
              </a:cu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14" name="Shape 6314"/>
              <p:cNvSpPr/>
              <p:nvPr/>
            </p:nvSpPr>
            <p:spPr>
              <a:xfrm>
                <a:off x="6502151" y="438834"/>
                <a:ext cx="884421" cy="8865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6075"/>
                    </a:moveTo>
                    <a:lnTo>
                      <a:pt x="10125" y="6075"/>
                    </a:lnTo>
                    <a:lnTo>
                      <a:pt x="10125" y="7425"/>
                    </a:lnTo>
                    <a:lnTo>
                      <a:pt x="8775" y="7425"/>
                    </a:lnTo>
                    <a:lnTo>
                      <a:pt x="8775" y="6075"/>
                    </a:lnTo>
                    <a:lnTo>
                      <a:pt x="4050" y="6075"/>
                    </a:lnTo>
                    <a:cubicBezTo>
                      <a:pt x="3677" y="6075"/>
                      <a:pt x="3375" y="5773"/>
                      <a:pt x="3375" y="5400"/>
                    </a:cubicBezTo>
                    <a:cubicBezTo>
                      <a:pt x="3375" y="5027"/>
                      <a:pt x="3677" y="4725"/>
                      <a:pt x="4050" y="4725"/>
                    </a:cubicBezTo>
                    <a:lnTo>
                      <a:pt x="8775" y="4725"/>
                    </a:lnTo>
                    <a:lnTo>
                      <a:pt x="8775" y="3375"/>
                    </a:lnTo>
                    <a:lnTo>
                      <a:pt x="10125" y="3375"/>
                    </a:lnTo>
                    <a:lnTo>
                      <a:pt x="10125" y="4725"/>
                    </a:lnTo>
                    <a:lnTo>
                      <a:pt x="17550" y="4725"/>
                    </a:lnTo>
                    <a:cubicBezTo>
                      <a:pt x="17923" y="4725"/>
                      <a:pt x="18225" y="5027"/>
                      <a:pt x="18225" y="5400"/>
                    </a:cubicBezTo>
                    <a:cubicBezTo>
                      <a:pt x="18225" y="5773"/>
                      <a:pt x="17923" y="6075"/>
                      <a:pt x="17550" y="6075"/>
                    </a:cubicBezTo>
                    <a:close/>
                    <a:moveTo>
                      <a:pt x="17550" y="11475"/>
                    </a:moveTo>
                    <a:lnTo>
                      <a:pt x="15525" y="11475"/>
                    </a:lnTo>
                    <a:lnTo>
                      <a:pt x="15525" y="12825"/>
                    </a:lnTo>
                    <a:lnTo>
                      <a:pt x="14175" y="12825"/>
                    </a:lnTo>
                    <a:lnTo>
                      <a:pt x="14175" y="11475"/>
                    </a:lnTo>
                    <a:lnTo>
                      <a:pt x="4050" y="11475"/>
                    </a:lnTo>
                    <a:cubicBezTo>
                      <a:pt x="3677" y="11475"/>
                      <a:pt x="3375" y="11173"/>
                      <a:pt x="3375" y="10800"/>
                    </a:cubicBezTo>
                    <a:cubicBezTo>
                      <a:pt x="3375" y="10427"/>
                      <a:pt x="3677" y="10125"/>
                      <a:pt x="4050" y="10125"/>
                    </a:cubicBezTo>
                    <a:lnTo>
                      <a:pt x="14175" y="10125"/>
                    </a:lnTo>
                    <a:lnTo>
                      <a:pt x="14175" y="8775"/>
                    </a:lnTo>
                    <a:lnTo>
                      <a:pt x="15525" y="8775"/>
                    </a:lnTo>
                    <a:lnTo>
                      <a:pt x="15525" y="10125"/>
                    </a:lnTo>
                    <a:lnTo>
                      <a:pt x="17550" y="10125"/>
                    </a:lnTo>
                    <a:cubicBezTo>
                      <a:pt x="17923" y="10125"/>
                      <a:pt x="18225" y="10427"/>
                      <a:pt x="18225" y="10800"/>
                    </a:cubicBezTo>
                    <a:cubicBezTo>
                      <a:pt x="18225" y="11173"/>
                      <a:pt x="17923" y="11475"/>
                      <a:pt x="17550" y="11475"/>
                    </a:cubicBezTo>
                    <a:close/>
                    <a:moveTo>
                      <a:pt x="17550" y="16875"/>
                    </a:moveTo>
                    <a:lnTo>
                      <a:pt x="6750" y="16875"/>
                    </a:lnTo>
                    <a:lnTo>
                      <a:pt x="6750" y="18225"/>
                    </a:lnTo>
                    <a:lnTo>
                      <a:pt x="5400" y="18225"/>
                    </a:lnTo>
                    <a:lnTo>
                      <a:pt x="5400" y="16875"/>
                    </a:lnTo>
                    <a:lnTo>
                      <a:pt x="4050" y="16875"/>
                    </a:lnTo>
                    <a:cubicBezTo>
                      <a:pt x="3677" y="16875"/>
                      <a:pt x="3375" y="16573"/>
                      <a:pt x="3375" y="16200"/>
                    </a:cubicBezTo>
                    <a:cubicBezTo>
                      <a:pt x="3375" y="15828"/>
                      <a:pt x="3677" y="15525"/>
                      <a:pt x="4050" y="15525"/>
                    </a:cubicBezTo>
                    <a:lnTo>
                      <a:pt x="5400" y="15525"/>
                    </a:lnTo>
                    <a:lnTo>
                      <a:pt x="5400" y="14175"/>
                    </a:lnTo>
                    <a:lnTo>
                      <a:pt x="6750" y="14175"/>
                    </a:lnTo>
                    <a:lnTo>
                      <a:pt x="6750" y="15525"/>
                    </a:lnTo>
                    <a:lnTo>
                      <a:pt x="17550" y="15525"/>
                    </a:lnTo>
                    <a:cubicBezTo>
                      <a:pt x="17923" y="15525"/>
                      <a:pt x="18225" y="15828"/>
                      <a:pt x="18225" y="16200"/>
                    </a:cubicBezTo>
                    <a:cubicBezTo>
                      <a:pt x="18225" y="16573"/>
                      <a:pt x="17923" y="16875"/>
                      <a:pt x="17550" y="16875"/>
                    </a:cubicBezTo>
                    <a:close/>
                    <a:moveTo>
                      <a:pt x="20250" y="2025"/>
                    </a:moveTo>
                    <a:cubicBezTo>
                      <a:pt x="20250" y="1652"/>
                      <a:pt x="19948" y="1350"/>
                      <a:pt x="19575" y="1350"/>
                    </a:cubicBezTo>
                    <a:lnTo>
                      <a:pt x="2025" y="1350"/>
                    </a:lnTo>
                    <a:cubicBezTo>
                      <a:pt x="1652" y="1350"/>
                      <a:pt x="1350" y="1652"/>
                      <a:pt x="1350" y="2025"/>
                    </a:cubicBezTo>
                    <a:lnTo>
                      <a:pt x="1350" y="19575"/>
                    </a:lnTo>
                    <a:cubicBezTo>
                      <a:pt x="1350" y="19948"/>
                      <a:pt x="1652" y="20250"/>
                      <a:pt x="2025" y="20250"/>
                    </a:cubicBezTo>
                    <a:lnTo>
                      <a:pt x="19575" y="20250"/>
                    </a:lnTo>
                    <a:cubicBezTo>
                      <a:pt x="19948" y="20250"/>
                      <a:pt x="20250" y="19948"/>
                      <a:pt x="20250" y="19575"/>
                    </a:cubicBezTo>
                    <a:cubicBezTo>
                      <a:pt x="20250" y="19575"/>
                      <a:pt x="20250" y="2025"/>
                      <a:pt x="20250" y="2025"/>
                    </a:cubicBezTo>
                    <a:close/>
                    <a:moveTo>
                      <a:pt x="19575" y="21600"/>
                    </a:moveTo>
                    <a:lnTo>
                      <a:pt x="2025" y="21600"/>
                    </a:lnTo>
                    <a:cubicBezTo>
                      <a:pt x="907" y="21600"/>
                      <a:pt x="0" y="20693"/>
                      <a:pt x="0" y="19575"/>
                    </a:cubicBezTo>
                    <a:lnTo>
                      <a:pt x="0" y="2025"/>
                    </a:lnTo>
                    <a:cubicBezTo>
                      <a:pt x="0" y="907"/>
                      <a:pt x="907" y="0"/>
                      <a:pt x="2025" y="0"/>
                    </a:cubicBezTo>
                    <a:lnTo>
                      <a:pt x="19575" y="0"/>
                    </a:lnTo>
                    <a:cubicBezTo>
                      <a:pt x="20693" y="0"/>
                      <a:pt x="21600" y="907"/>
                      <a:pt x="21600" y="2025"/>
                    </a:cubicBezTo>
                    <a:lnTo>
                      <a:pt x="21600" y="19575"/>
                    </a:lnTo>
                    <a:cubicBezTo>
                      <a:pt x="21600" y="20693"/>
                      <a:pt x="20693" y="21600"/>
                      <a:pt x="19575" y="21600"/>
                    </a:cubicBezTo>
                    <a:close/>
                  </a:path>
                </a:pathLst>
              </a:custGeom>
              <a:solidFill>
                <a:srgbClr val="FFFFFF"/>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15" name="Shape 6315"/>
              <p:cNvSpPr/>
              <p:nvPr/>
            </p:nvSpPr>
            <p:spPr>
              <a:xfrm>
                <a:off x="0" y="0"/>
                <a:ext cx="7708900" cy="0"/>
              </a:xfrm>
              <a:prstGeom prst="line">
                <a:avLst/>
              </a:prstGeom>
              <a:noFill/>
              <a:ln w="25400" cap="flat">
                <a:solidFill>
                  <a:srgbClr val="E8E8E8"/>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6316" name="Shape 6316"/>
              <p:cNvSpPr/>
              <p:nvPr/>
            </p:nvSpPr>
            <p:spPr>
              <a:xfrm>
                <a:off x="0" y="1905000"/>
                <a:ext cx="7708900" cy="0"/>
              </a:xfrm>
              <a:prstGeom prst="line">
                <a:avLst/>
              </a:prstGeom>
              <a:noFill/>
              <a:ln w="25400" cap="flat">
                <a:solidFill>
                  <a:srgbClr val="E8E8E8"/>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grpSp>
      </p:grpSp>
      <p:sp>
        <p:nvSpPr>
          <p:cNvPr id="6319" name="Shape 6319"/>
          <p:cNvSpPr/>
          <p:nvPr/>
        </p:nvSpPr>
        <p:spPr>
          <a:xfrm>
            <a:off x="3371850" y="4462462"/>
            <a:ext cx="6781800" cy="7632701"/>
          </a:xfrm>
          <a:prstGeom prst="rect">
            <a:avLst/>
          </a:prstGeom>
          <a:solidFill>
            <a:srgbClr val="000000">
              <a:alpha val="20000"/>
            </a:srgbClr>
          </a:solidFill>
          <a:ln w="12700">
            <a:miter lim="400000"/>
          </a:ln>
        </p:spPr>
        <p:txBody>
          <a:bodyPr lIns="45719" rIns="45719"/>
          <a:lstStyle/>
          <a:p>
            <a:pPr defTabSz="914400">
              <a:defRPr sz="5600">
                <a:latin typeface="Gill Sans"/>
                <a:ea typeface="Gill Sans"/>
                <a:cs typeface="Gill Sans"/>
                <a:sym typeface="Gill Sans"/>
              </a:defRPr>
            </a:pPr>
          </a:p>
        </p:txBody>
      </p:sp>
      <p:grpSp>
        <p:nvGrpSpPr>
          <p:cNvPr id="6323" name="Group 6323"/>
          <p:cNvGrpSpPr/>
          <p:nvPr/>
        </p:nvGrpSpPr>
        <p:grpSpPr>
          <a:xfrm>
            <a:off x="3397250" y="3732212"/>
            <a:ext cx="6540500" cy="8928101"/>
            <a:chOff x="0" y="0"/>
            <a:chExt cx="6540500" cy="8928100"/>
          </a:xfrm>
        </p:grpSpPr>
        <p:sp>
          <p:nvSpPr>
            <p:cNvPr id="6320" name="Shape 6320"/>
            <p:cNvSpPr/>
            <p:nvPr/>
          </p:nvSpPr>
          <p:spPr>
            <a:xfrm>
              <a:off x="0" y="0"/>
              <a:ext cx="6540500" cy="8928100"/>
            </a:xfrm>
            <a:prstGeom prst="roundRect">
              <a:avLst>
                <a:gd name="adj" fmla="val 2912"/>
              </a:avLst>
            </a:prstGeom>
            <a:solidFill>
              <a:srgbClr val="FFFFFF"/>
            </a:solidFill>
            <a:ln w="50800" cap="flat">
              <a:solidFill>
                <a:srgbClr val="000000"/>
              </a:solidFill>
              <a:prstDash val="solid"/>
              <a:miter lim="8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21" name="Shape 6321"/>
            <p:cNvSpPr/>
            <p:nvPr/>
          </p:nvSpPr>
          <p:spPr>
            <a:xfrm>
              <a:off x="1743830" y="838993"/>
              <a:ext cx="2822652"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defRPr sz="3600">
                  <a:solidFill>
                    <a:srgbClr val="49A3DF"/>
                  </a:solidFill>
                  <a:latin typeface="Raleway SemiBold"/>
                  <a:ea typeface="Raleway SemiBold"/>
                  <a:cs typeface="Raleway SemiBold"/>
                  <a:sym typeface="Raleway SemiBold"/>
                </a:defRPr>
              </a:lvl1pPr>
            </a:lstStyle>
            <a:p>
              <a:pPr>
                <a:defRPr sz="5600">
                  <a:solidFill>
                    <a:srgbClr val="000000"/>
                  </a:solidFill>
                </a:defRPr>
              </a:pPr>
              <a:r>
                <a:rPr sz="3600">
                  <a:solidFill>
                    <a:srgbClr val="49A3DF"/>
                  </a:solidFill>
                </a:rPr>
                <a:t>PLAN SÚPER</a:t>
              </a:r>
            </a:p>
          </p:txBody>
        </p:sp>
        <p:sp>
          <p:nvSpPr>
            <p:cNvPr id="6322" name="Shape 6322"/>
            <p:cNvSpPr/>
            <p:nvPr/>
          </p:nvSpPr>
          <p:spPr>
            <a:xfrm>
              <a:off x="2618352" y="1600993"/>
              <a:ext cx="1079958" cy="5334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p>
              <a:pPr defTabSz="914400">
                <a:defRPr sz="5600">
                  <a:latin typeface="Raleway Regular"/>
                  <a:ea typeface="Raleway Regular"/>
                  <a:cs typeface="Raleway Regular"/>
                  <a:sym typeface="Raleway Regular"/>
                </a:defRPr>
              </a:pPr>
              <a:r>
                <a:rPr sz="3600">
                  <a:solidFill>
                    <a:srgbClr val="262626"/>
                  </a:solidFill>
                </a:rPr>
                <a:t>$</a:t>
              </a:r>
              <a:r>
                <a:rPr sz="2400">
                  <a:solidFill>
                    <a:srgbClr val="262626"/>
                  </a:solidFill>
                </a:rPr>
                <a:t>/mes</a:t>
              </a:r>
            </a:p>
          </p:txBody>
        </p:sp>
      </p:grpSp>
      <p:graphicFrame>
        <p:nvGraphicFramePr>
          <p:cNvPr id="6324" name="Table 6324"/>
          <p:cNvGraphicFramePr/>
          <p:nvPr/>
        </p:nvGraphicFramePr>
        <p:xfrm>
          <a:off x="3460750" y="6691312"/>
          <a:ext cx="6413500" cy="5722941"/>
        </p:xfrm>
        <a:graphic xmlns:a="http://schemas.openxmlformats.org/drawingml/2006/main">
          <a:graphicData uri="http://schemas.openxmlformats.org/drawingml/2006/table">
            <a:tbl>
              <a:tblPr firstCol="0" firstRow="0" lastCol="0" lastRow="0" bandCol="0" bandRow="0" rtl="0">
                <a:tableStyleId>{4C3C2611-4C71-4FC5-86AE-919BDF0F9419}</a:tableStyleId>
              </a:tblPr>
              <a:tblGrid>
                <a:gridCol w="6413500"/>
              </a:tblGrid>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1</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2</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3</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4</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solidFill>
                      <a:srgbClr val="F2F2F2"/>
                    </a:solidFill>
                  </a:tcPr>
                </a:tc>
              </a:tr>
              <a:tr h="1144588">
                <a:tc>
                  <a:txBody>
                    <a:bodyPr/>
                    <a:lstStyle/>
                    <a:p>
                      <a:pPr>
                        <a:defRPr sz="1800">
                          <a:latin typeface="Raleway SemiBold"/>
                          <a:ea typeface="Raleway SemiBold"/>
                          <a:cs typeface="Raleway SemiBold"/>
                          <a:sym typeface="Raleway SemiBold"/>
                        </a:defRPr>
                      </a:pPr>
                      <a:r>
                        <a:rPr b="1" sz="2400">
                          <a:solidFill>
                            <a:srgbClr val="262626"/>
                          </a:solidFill>
                          <a:latin typeface="Montserrat-Regular"/>
                          <a:ea typeface="Montserrat-Regular"/>
                          <a:cs typeface="Montserrat-Regular"/>
                          <a:sym typeface="Montserrat-Regular"/>
                        </a:rPr>
                        <a:t>Servicio 5</a:t>
                      </a:r>
                    </a:p>
                  </a:txBody>
                  <a:tcPr marL="63500" marR="63500" marT="63500" marB="63500" anchor="ctr" anchorCtr="0" horzOverflow="overflow">
                    <a:lnL w="25400">
                      <a:solidFill>
                        <a:srgbClr val="FFFFFF"/>
                      </a:solidFill>
                    </a:lnL>
                    <a:lnR w="25400">
                      <a:solidFill>
                        <a:srgbClr val="FFFFFF"/>
                      </a:solidFill>
                    </a:lnR>
                    <a:lnT w="25400">
                      <a:solidFill>
                        <a:srgbClr val="FFFFFF"/>
                      </a:solidFill>
                    </a:lnT>
                    <a:lnB w="25400">
                      <a:solidFill>
                        <a:srgbClr val="FFFFFF"/>
                      </a:solidFill>
                    </a:lnB>
                  </a:tcPr>
                </a:tc>
              </a:tr>
            </a:tbl>
          </a:graphicData>
        </a:graphic>
      </p:graphicFrame>
      <p:grpSp>
        <p:nvGrpSpPr>
          <p:cNvPr id="6327" name="Group 6327"/>
          <p:cNvGrpSpPr/>
          <p:nvPr/>
        </p:nvGrpSpPr>
        <p:grpSpPr>
          <a:xfrm>
            <a:off x="7740650" y="3694112"/>
            <a:ext cx="2224089" cy="2243139"/>
            <a:chOff x="0" y="0"/>
            <a:chExt cx="2224088" cy="2243138"/>
          </a:xfrm>
        </p:grpSpPr>
        <p:sp>
          <p:nvSpPr>
            <p:cNvPr id="6325" name="Shape 6325"/>
            <p:cNvSpPr/>
            <p:nvPr/>
          </p:nvSpPr>
          <p:spPr>
            <a:xfrm>
              <a:off x="0" y="-1"/>
              <a:ext cx="2224089" cy="22431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21600" y="7812"/>
                  </a:lnTo>
                  <a:lnTo>
                    <a:pt x="14276" y="35"/>
                  </a:lnTo>
                  <a:lnTo>
                    <a:pt x="0" y="0"/>
                  </a:lnTo>
                  <a:close/>
                </a:path>
              </a:pathLst>
            </a:custGeom>
            <a:solidFill>
              <a:srgbClr val="2F5379"/>
            </a:solidFill>
            <a:ln w="12700" cap="flat">
              <a:noFill/>
              <a:miter lim="400000"/>
            </a:ln>
            <a:effectLst/>
          </p:spPr>
          <p:txBody>
            <a:bodyPr wrap="square" lIns="45719" tIns="45719" rIns="45719" bIns="45719" numCol="1" anchor="t">
              <a:noAutofit/>
            </a:bodyPr>
            <a:lstStyle/>
            <a:p>
              <a:pPr defTabSz="914400">
                <a:defRPr sz="5600">
                  <a:latin typeface="Gill Sans"/>
                  <a:ea typeface="Gill Sans"/>
                  <a:cs typeface="Gill Sans"/>
                  <a:sym typeface="Gill Sans"/>
                </a:defRPr>
              </a:pPr>
            </a:p>
          </p:txBody>
        </p:sp>
        <p:sp>
          <p:nvSpPr>
            <p:cNvPr id="6326" name="Shape 6326"/>
            <p:cNvSpPr/>
            <p:nvPr/>
          </p:nvSpPr>
          <p:spPr>
            <a:xfrm rot="2700000">
              <a:off x="778294" y="628649"/>
              <a:ext cx="1335837" cy="3683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defRPr sz="2400">
                  <a:solidFill>
                    <a:srgbClr val="FFFFFF"/>
                  </a:solidFill>
                  <a:latin typeface="Raleway SemiBold"/>
                  <a:ea typeface="Raleway SemiBold"/>
                  <a:cs typeface="Raleway SemiBold"/>
                  <a:sym typeface="Raleway SemiBold"/>
                </a:defRPr>
              </a:lvl1pPr>
            </a:lstStyle>
            <a:p>
              <a:pPr>
                <a:defRPr sz="5600">
                  <a:solidFill>
                    <a:srgbClr val="000000"/>
                  </a:solidFill>
                </a:defRPr>
              </a:pPr>
              <a:r>
                <a:rPr sz="2400">
                  <a:solidFill>
                    <a:srgbClr val="FFFFFF"/>
                  </a:solidFill>
                </a:rPr>
                <a:t>Preferido</a:t>
              </a:r>
            </a:p>
          </p:txBody>
        </p:sp>
      </p:gr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0"/>
                                  </p:stCondLst>
                                  <p:iterate type="el" backwards="0">
                                    <p:tmAbs val="0"/>
                                  </p:iterate>
                                  <p:childTnLst>
                                    <p:set>
                                      <p:cBhvr>
                                        <p:cTn id="6" fill="hold"/>
                                        <p:tgtEl>
                                          <p:spTgt spid="6323"/>
                                        </p:tgtEl>
                                        <p:attrNameLst>
                                          <p:attrName>style.visibility</p:attrName>
                                        </p:attrNameLst>
                                      </p:cBhvr>
                                      <p:to>
                                        <p:strVal val="visible"/>
                                      </p:to>
                                    </p:set>
                                    <p:anim calcmode="lin" valueType="num">
                                      <p:cBhvr>
                                        <p:cTn id="7" dur="500" fill="hold"/>
                                        <p:tgtEl>
                                          <p:spTgt spid="6323"/>
                                        </p:tgtEl>
                                        <p:attrNameLst>
                                          <p:attrName>ppt_x</p:attrName>
                                        </p:attrNameLst>
                                      </p:cBhvr>
                                      <p:tavLst>
                                        <p:tav tm="0">
                                          <p:val>
                                            <p:strVal val="#ppt_x"/>
                                          </p:val>
                                        </p:tav>
                                        <p:tav tm="100000">
                                          <p:val>
                                            <p:strVal val="#ppt_x"/>
                                          </p:val>
                                        </p:tav>
                                      </p:tavLst>
                                    </p:anim>
                                    <p:anim calcmode="lin" valueType="num">
                                      <p:cBhvr>
                                        <p:cTn id="8" dur="500" fill="hold"/>
                                        <p:tgtEl>
                                          <p:spTgt spid="632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Class="entr" nodeType="afterEffect" presetSubtype="1" presetID="2" grpId="2" fill="hold">
                                  <p:stCondLst>
                                    <p:cond delay="0"/>
                                  </p:stCondLst>
                                  <p:iterate type="el" backwards="0">
                                    <p:tmAbs val="0"/>
                                  </p:iterate>
                                  <p:childTnLst>
                                    <p:set>
                                      <p:cBhvr>
                                        <p:cTn id="11" fill="hold"/>
                                        <p:tgtEl>
                                          <p:spTgt spid="6324"/>
                                        </p:tgtEl>
                                        <p:attrNameLst>
                                          <p:attrName>style.visibility</p:attrName>
                                        </p:attrNameLst>
                                      </p:cBhvr>
                                      <p:to>
                                        <p:strVal val="visible"/>
                                      </p:to>
                                    </p:set>
                                    <p:anim calcmode="lin" valueType="num">
                                      <p:cBhvr>
                                        <p:cTn id="12" dur="500" fill="hold"/>
                                        <p:tgtEl>
                                          <p:spTgt spid="6324"/>
                                        </p:tgtEl>
                                        <p:attrNameLst>
                                          <p:attrName>ppt_x</p:attrName>
                                        </p:attrNameLst>
                                      </p:cBhvr>
                                      <p:tavLst>
                                        <p:tav tm="0">
                                          <p:val>
                                            <p:strVal val="#ppt_x"/>
                                          </p:val>
                                        </p:tav>
                                        <p:tav tm="100000">
                                          <p:val>
                                            <p:strVal val="#ppt_x"/>
                                          </p:val>
                                        </p:tav>
                                      </p:tavLst>
                                    </p:anim>
                                    <p:anim calcmode="lin" valueType="num">
                                      <p:cBhvr>
                                        <p:cTn id="13" dur="500" fill="hold"/>
                                        <p:tgtEl>
                                          <p:spTgt spid="6324"/>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Class="entr" nodeType="afterEffect" presetSubtype="1" presetID="22" grpId="3" fill="hold">
                                  <p:stCondLst>
                                    <p:cond delay="0"/>
                                  </p:stCondLst>
                                  <p:iterate type="el" backwards="0">
                                    <p:tmAbs val="0"/>
                                  </p:iterate>
                                  <p:childTnLst>
                                    <p:set>
                                      <p:cBhvr>
                                        <p:cTn id="16" fill="hold"/>
                                        <p:tgtEl>
                                          <p:spTgt spid="6327"/>
                                        </p:tgtEl>
                                        <p:attrNameLst>
                                          <p:attrName>style.visibility</p:attrName>
                                        </p:attrNameLst>
                                      </p:cBhvr>
                                      <p:to>
                                        <p:strVal val="visible"/>
                                      </p:to>
                                    </p:set>
                                    <p:animEffect filter="wipe(up)" transition="in">
                                      <p:cBhvr>
                                        <p:cTn id="17" dur="500"/>
                                        <p:tgtEl>
                                          <p:spTgt spid="6327"/>
                                        </p:tgtEl>
                                      </p:cBhvr>
                                    </p:animEffect>
                                  </p:childTnLst>
                                </p:cTn>
                              </p:par>
                            </p:childTnLst>
                          </p:cTn>
                        </p:par>
                        <p:par>
                          <p:cTn id="18" fill="hold">
                            <p:stCondLst>
                              <p:cond delay="1500"/>
                            </p:stCondLst>
                            <p:childTnLst>
                              <p:par>
                                <p:cTn id="19" presetClass="entr" nodeType="afterEffect" presetSubtype="8" presetID="2" grpId="4" fill="hold">
                                  <p:stCondLst>
                                    <p:cond delay="0"/>
                                  </p:stCondLst>
                                  <p:iterate type="el" backwards="0">
                                    <p:tmAbs val="0"/>
                                  </p:iterate>
                                  <p:childTnLst>
                                    <p:set>
                                      <p:cBhvr>
                                        <p:cTn id="20" fill="hold"/>
                                        <p:tgtEl>
                                          <p:spTgt spid="6319"/>
                                        </p:tgtEl>
                                        <p:attrNameLst>
                                          <p:attrName>style.visibility</p:attrName>
                                        </p:attrNameLst>
                                      </p:cBhvr>
                                      <p:to>
                                        <p:strVal val="visible"/>
                                      </p:to>
                                    </p:set>
                                    <p:anim calcmode="lin" valueType="num">
                                      <p:cBhvr>
                                        <p:cTn id="21" dur="500" fill="hold"/>
                                        <p:tgtEl>
                                          <p:spTgt spid="6319"/>
                                        </p:tgtEl>
                                        <p:attrNameLst>
                                          <p:attrName>ppt_x</p:attrName>
                                        </p:attrNameLst>
                                      </p:cBhvr>
                                      <p:tavLst>
                                        <p:tav tm="0">
                                          <p:val>
                                            <p:strVal val="0-#ppt_w/2"/>
                                          </p:val>
                                        </p:tav>
                                        <p:tav tm="100000">
                                          <p:val>
                                            <p:strVal val="#ppt_x"/>
                                          </p:val>
                                        </p:tav>
                                      </p:tavLst>
                                    </p:anim>
                                    <p:anim calcmode="lin" valueType="num">
                                      <p:cBhvr>
                                        <p:cTn id="22" dur="500" fill="hold"/>
                                        <p:tgtEl>
                                          <p:spTgt spid="6319"/>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Class="entr" nodeType="afterEffect" presetSubtype="8" presetID="2" grpId="5" fill="hold">
                                  <p:stCondLst>
                                    <p:cond delay="250"/>
                                  </p:stCondLst>
                                  <p:iterate type="el" backwards="0">
                                    <p:tmAbs val="0"/>
                                  </p:iterate>
                                  <p:childTnLst>
                                    <p:set>
                                      <p:cBhvr>
                                        <p:cTn id="25" fill="hold"/>
                                        <p:tgtEl>
                                          <p:spTgt spid="6318"/>
                                        </p:tgtEl>
                                        <p:attrNameLst>
                                          <p:attrName>style.visibility</p:attrName>
                                        </p:attrNameLst>
                                      </p:cBhvr>
                                      <p:to>
                                        <p:strVal val="visible"/>
                                      </p:to>
                                    </p:set>
                                    <p:anim calcmode="lin" valueType="num">
                                      <p:cBhvr>
                                        <p:cTn id="26" dur="500" fill="hold"/>
                                        <p:tgtEl>
                                          <p:spTgt spid="6318"/>
                                        </p:tgtEl>
                                        <p:attrNameLst>
                                          <p:attrName>ppt_x</p:attrName>
                                        </p:attrNameLst>
                                      </p:cBhvr>
                                      <p:tavLst>
                                        <p:tav tm="0">
                                          <p:val>
                                            <p:strVal val="0-#ppt_w/2"/>
                                          </p:val>
                                        </p:tav>
                                        <p:tav tm="100000">
                                          <p:val>
                                            <p:strVal val="#ppt_x"/>
                                          </p:val>
                                        </p:tav>
                                      </p:tavLst>
                                    </p:anim>
                                    <p:anim calcmode="lin" valueType="num">
                                      <p:cBhvr>
                                        <p:cTn id="27" dur="500" fill="hold"/>
                                        <p:tgtEl>
                                          <p:spTgt spid="63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324" grpId="2"/>
      <p:bldP build="whole" bldLvl="1" animBg="1" rev="0" advAuto="0" spid="6319" grpId="4"/>
      <p:bldP build="whole" bldLvl="1" animBg="1" rev="0" advAuto="0" spid="6318" grpId="5"/>
      <p:bldP build="whole" bldLvl="1" animBg="1" rev="0" advAuto="0" spid="6323" grpId="1"/>
      <p:bldP build="whole" bldLvl="1" animBg="1" rev="0" advAuto="0" spid="6327" grpId="3"/>
    </p:bldLst>
  </p:timing>
</p:sld>
</file>

<file path=ppt/slides/slide17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329" name="Shape 6329"/>
          <p:cNvSpPr/>
          <p:nvPr/>
        </p:nvSpPr>
        <p:spPr>
          <a:xfrm>
            <a:off x="303300" y="385686"/>
            <a:ext cx="534416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Paquetes precios</a:t>
            </a:r>
          </a:p>
        </p:txBody>
      </p:sp>
      <p:sp>
        <p:nvSpPr>
          <p:cNvPr id="6330" name="Shape 6330"/>
          <p:cNvSpPr/>
          <p:nvPr/>
        </p:nvSpPr>
        <p:spPr>
          <a:xfrm>
            <a:off x="6915150" y="-395550"/>
            <a:ext cx="3974542" cy="893736"/>
          </a:xfrm>
          <a:prstGeom prst="rect">
            <a:avLst/>
          </a:prstGeom>
          <a:ln w="12700">
            <a:miter lim="400000"/>
          </a:ln>
          <a:extLst>
            <a:ext uri="{C572A759-6A51-4108-AA02-DFA0A04FC94B}">
              <ma14:wrappingTextBoxFlag xmlns:ma14="http://schemas.microsoft.com/office/mac/drawingml/2011/main" val="1"/>
            </a:ext>
          </a:extLst>
        </p:spPr>
        <p:txBody>
          <a:bodyPr lIns="45719" rIns="45719" anchor="ctr"/>
          <a:lstStyle>
            <a:lvl1pPr defTabSz="914400">
              <a:defRPr sz="2800">
                <a:solidFill>
                  <a:srgbClr val="FFFFFF"/>
                </a:solidFill>
                <a:latin typeface="Raleway ExtraBold"/>
                <a:ea typeface="Raleway ExtraBold"/>
                <a:cs typeface="Raleway ExtraBold"/>
                <a:sym typeface="Raleway ExtraBold"/>
              </a:defRPr>
            </a:lvl1pPr>
          </a:lstStyle>
          <a:p>
            <a:pPr/>
            <a:r>
              <a:t>Pack 1</a:t>
            </a:r>
          </a:p>
        </p:txBody>
      </p:sp>
      <p:graphicFrame>
        <p:nvGraphicFramePr>
          <p:cNvPr id="6331" name="Table 6331"/>
          <p:cNvGraphicFramePr/>
          <p:nvPr/>
        </p:nvGraphicFramePr>
        <p:xfrm>
          <a:off x="3619096" y="4037793"/>
          <a:ext cx="17190720" cy="6550002"/>
        </p:xfrm>
        <a:graphic xmlns:a="http://schemas.openxmlformats.org/drawingml/2006/main">
          <a:graphicData uri="http://schemas.openxmlformats.org/drawingml/2006/table">
            <a:tbl>
              <a:tblPr firstCol="0" firstRow="1" lastCol="0" lastRow="0" bandCol="0" bandRow="1" rtl="0">
                <a:tableStyleId>{4C3C2611-4C71-4FC5-86AE-919BDF0F9419}</a:tableStyleId>
              </a:tblPr>
              <a:tblGrid>
                <a:gridCol w="4294505"/>
                <a:gridCol w="4294505"/>
                <a:gridCol w="4294505"/>
                <a:gridCol w="4294505"/>
              </a:tblGrid>
              <a:tr h="1231823">
                <a:tc>
                  <a:txBody>
                    <a:bodyPr/>
                    <a:lstStyle/>
                    <a:p>
                      <a:pPr>
                        <a:defRPr sz="3600">
                          <a:latin typeface="Calibri"/>
                          <a:ea typeface="Calibri"/>
                          <a:cs typeface="Calibri"/>
                        </a:defRPr>
                      </a:pPr>
                      <a:r>
                        <a:rPr b="0" sz="4000">
                          <a:latin typeface="Raleway Bold"/>
                          <a:ea typeface="Raleway Bold"/>
                          <a:cs typeface="Raleway Bold"/>
                          <a:sym typeface="Raleway Bold"/>
                        </a:rPr>
                        <a:t>Servicio</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2F5379"/>
                    </a:solidFill>
                  </a:tcPr>
                </a:tc>
                <a:tc>
                  <a:txBody>
                    <a:bodyPr/>
                    <a:lstStyle/>
                    <a:p>
                      <a:pPr>
                        <a:defRPr sz="3600">
                          <a:latin typeface="Calibri"/>
                          <a:ea typeface="Calibri"/>
                          <a:cs typeface="Calibri"/>
                        </a:defRPr>
                      </a:pPr>
                      <a:r>
                        <a:rPr b="0" sz="4000">
                          <a:latin typeface="Raleway Bold"/>
                          <a:ea typeface="Raleway Bold"/>
                          <a:cs typeface="Raleway Bold"/>
                          <a:sym typeface="Raleway Bold"/>
                        </a:rPr>
                        <a:t>Plan 1</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2F5379"/>
                    </a:solidFill>
                  </a:tcPr>
                </a:tc>
                <a:tc>
                  <a:txBody>
                    <a:bodyPr/>
                    <a:lstStyle/>
                    <a:p>
                      <a:pPr>
                        <a:defRPr sz="3600">
                          <a:latin typeface="Calibri"/>
                          <a:ea typeface="Calibri"/>
                          <a:cs typeface="Calibri"/>
                        </a:defRPr>
                      </a:pPr>
                      <a:r>
                        <a:rPr b="0" sz="4000">
                          <a:latin typeface="Raleway Bold"/>
                          <a:ea typeface="Raleway Bold"/>
                          <a:cs typeface="Raleway Bold"/>
                          <a:sym typeface="Raleway Bold"/>
                        </a:rPr>
                        <a:t>Plan 2</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2F5379"/>
                    </a:solidFill>
                  </a:tcPr>
                </a:tc>
                <a:tc>
                  <a:txBody>
                    <a:bodyPr/>
                    <a:lstStyle/>
                    <a:p>
                      <a:pPr>
                        <a:defRPr sz="3600">
                          <a:latin typeface="Calibri"/>
                          <a:ea typeface="Calibri"/>
                          <a:cs typeface="Calibri"/>
                        </a:defRPr>
                      </a:pPr>
                      <a:r>
                        <a:rPr b="0" sz="4000">
                          <a:latin typeface="Raleway Bold"/>
                          <a:ea typeface="Raleway Bold"/>
                          <a:cs typeface="Raleway Bold"/>
                          <a:sym typeface="Raleway Bold"/>
                        </a:rPr>
                        <a:t>Plan 3</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2F5379"/>
                    </a:solidFill>
                  </a:tcPr>
                </a:tc>
              </a:tr>
              <a:tr h="884246">
                <a:tc>
                  <a:txBody>
                    <a:bodyPr/>
                    <a:lstStyle/>
                    <a:p>
                      <a:pPr>
                        <a:defRPr b="1" sz="3600">
                          <a:latin typeface="Calibri"/>
                          <a:ea typeface="Calibri"/>
                          <a:cs typeface="Calibri"/>
                        </a:defRPr>
                      </a:pPr>
                      <a:r>
                        <a:rPr sz="2800"/>
                        <a:t>Descripción</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a:defRPr b="1"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a:defRPr b="1"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a:defRPr b="1"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r>
              <a:tr h="884246">
                <a:tc>
                  <a:txBody>
                    <a:bodyPr/>
                    <a:lstStyle/>
                    <a:p>
                      <a:pPr>
                        <a:defRPr b="1" sz="3600">
                          <a:latin typeface="Calibri"/>
                          <a:ea typeface="Calibri"/>
                          <a:cs typeface="Calibri"/>
                        </a:defRPr>
                      </a:pPr>
                      <a:r>
                        <a:rPr sz="2800"/>
                        <a:t>Descripción</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a:defRPr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a:defRPr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a:defRPr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r>
              <a:tr h="884246">
                <a:tc>
                  <a:txBody>
                    <a:bodyPr/>
                    <a:lstStyle/>
                    <a:p>
                      <a:pPr>
                        <a:defRPr b="1" sz="3600">
                          <a:latin typeface="Calibri"/>
                          <a:ea typeface="Calibri"/>
                          <a:cs typeface="Calibri"/>
                        </a:defRPr>
                      </a:pPr>
                      <a:r>
                        <a:rPr sz="2800"/>
                        <a:t>Descripción</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a:defRPr b="1"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a:defRPr b="1"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a:defRPr b="1" sz="3600">
                          <a:latin typeface="Calibri"/>
                          <a:ea typeface="Calibri"/>
                          <a:cs typeface="Calibri"/>
                        </a:defRPr>
                      </a:pPr>
                      <a:r>
                        <a:rPr sz="2800"/>
                        <a:t>X</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r>
              <a:tr h="884246">
                <a:tc>
                  <a:txBody>
                    <a:bodyPr/>
                    <a:lstStyle/>
                    <a:p>
                      <a:pPr>
                        <a:defRPr b="1" sz="3600">
                          <a:latin typeface="Calibri"/>
                          <a:ea typeface="Calibri"/>
                          <a:cs typeface="Calibri"/>
                        </a:defRPr>
                      </a:pPr>
                      <a:r>
                        <a:rPr sz="2800"/>
                        <a:t>Descripción</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r>
              <a:tr h="884246">
                <a:tc>
                  <a:txBody>
                    <a:bodyPr/>
                    <a:lstStyle/>
                    <a:p>
                      <a:pPr>
                        <a:defRPr b="1" sz="3600">
                          <a:latin typeface="Calibri"/>
                          <a:ea typeface="Calibri"/>
                          <a:cs typeface="Calibri"/>
                        </a:defRPr>
                      </a:pPr>
                      <a:r>
                        <a:rPr sz="2800"/>
                        <a:t>Descripción</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tcPr>
                </a:tc>
              </a:tr>
              <a:tr h="884246">
                <a:tc>
                  <a:txBody>
                    <a:bodyPr/>
                    <a:lstStyle/>
                    <a:p>
                      <a:pPr>
                        <a:defRPr b="1" sz="3600">
                          <a:latin typeface="Calibri"/>
                          <a:ea typeface="Calibri"/>
                          <a:cs typeface="Calibri"/>
                        </a:defRPr>
                      </a:pPr>
                      <a:r>
                        <a:rPr sz="2800"/>
                        <a:t>Descripción</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c>
                  <a:txBody>
                    <a:bodyPr/>
                    <a:lstStyle/>
                    <a:p>
                      <a:pPr defTabSz="685800">
                        <a:defRPr sz="3600">
                          <a:latin typeface="Calibri"/>
                          <a:ea typeface="Calibri"/>
                          <a:cs typeface="Calibri"/>
                        </a:defRPr>
                      </a:pPr>
                      <a:r>
                        <a:rPr sz="2800">
                          <a:latin typeface="Webdings"/>
                          <a:ea typeface="Webdings"/>
                          <a:cs typeface="Webdings"/>
                          <a:sym typeface="Webdings"/>
                        </a:rPr>
                        <a:t></a:t>
                      </a:r>
                    </a:p>
                  </a:txBody>
                  <a:tcPr marL="45720" marR="45720" marT="45720" marB="45720" anchor="ctr" anchorCtr="0" horzOverflow="overflow">
                    <a:lnL w="12700">
                      <a:solidFill>
                        <a:srgbClr val="000000"/>
                      </a:solidFill>
                    </a:lnL>
                    <a:lnR w="12700">
                      <a:solidFill>
                        <a:srgbClr val="000000"/>
                      </a:solidFill>
                    </a:lnR>
                    <a:lnT w="12700">
                      <a:solidFill>
                        <a:srgbClr val="000000"/>
                      </a:solidFill>
                    </a:lnT>
                    <a:lnB w="12700">
                      <a:solidFill>
                        <a:srgbClr val="000000"/>
                      </a:solidFill>
                    </a:lnB>
                    <a:solidFill>
                      <a:srgbClr val="FFFFFF"/>
                    </a:solidFill>
                  </a:tcPr>
                </a:tc>
              </a:tr>
            </a:tbl>
          </a:graphicData>
        </a:graphic>
      </p:graphicFrame>
      <p:sp>
        <p:nvSpPr>
          <p:cNvPr id="6332" name="Shape 6332"/>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6331"/>
                                        </p:tgtEl>
                                        <p:attrNameLst>
                                          <p:attrName>style.visibility</p:attrName>
                                        </p:attrNameLst>
                                      </p:cBhvr>
                                      <p:to>
                                        <p:strVal val="visible"/>
                                      </p:to>
                                    </p:set>
                                    <p:animEffect filter="wipe(up)" transition="in">
                                      <p:cBhvr>
                                        <p:cTn id="7" dur="500"/>
                                        <p:tgtEl>
                                          <p:spTgt spid="63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331" grpId="1"/>
    </p:bldLst>
  </p:timing>
</p:sld>
</file>

<file path=ppt/slides/slide18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334" name="Shape 6334"/>
          <p:cNvSpPr/>
          <p:nvPr/>
        </p:nvSpPr>
        <p:spPr>
          <a:xfrm flipH="1">
            <a:off x="10012178" y="3280485"/>
            <a:ext cx="1" cy="8280001"/>
          </a:xfrm>
          <a:prstGeom prst="line">
            <a:avLst/>
          </a:prstGeom>
          <a:ln w="127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335" name="Shape 6335"/>
          <p:cNvSpPr/>
          <p:nvPr/>
        </p:nvSpPr>
        <p:spPr>
          <a:xfrm flipH="1">
            <a:off x="14409912" y="3280485"/>
            <a:ext cx="1" cy="8280001"/>
          </a:xfrm>
          <a:prstGeom prst="line">
            <a:avLst/>
          </a:prstGeom>
          <a:ln w="127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336" name="Shape 6336"/>
          <p:cNvSpPr/>
          <p:nvPr/>
        </p:nvSpPr>
        <p:spPr>
          <a:xfrm flipH="1">
            <a:off x="18805748" y="3280485"/>
            <a:ext cx="1" cy="8280001"/>
          </a:xfrm>
          <a:prstGeom prst="line">
            <a:avLst/>
          </a:prstGeom>
          <a:ln w="127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337" name="Shape 6337"/>
          <p:cNvSpPr/>
          <p:nvPr/>
        </p:nvSpPr>
        <p:spPr>
          <a:xfrm>
            <a:off x="18819037" y="3535464"/>
            <a:ext cx="4391839"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Título</a:t>
            </a:r>
          </a:p>
        </p:txBody>
      </p:sp>
      <p:sp>
        <p:nvSpPr>
          <p:cNvPr id="6338" name="Shape 6338"/>
          <p:cNvSpPr/>
          <p:nvPr/>
        </p:nvSpPr>
        <p:spPr>
          <a:xfrm>
            <a:off x="18819037" y="6936765"/>
            <a:ext cx="4391839"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144973"/>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Desde 150€/h</a:t>
            </a:r>
          </a:p>
        </p:txBody>
      </p:sp>
      <p:sp>
        <p:nvSpPr>
          <p:cNvPr id="6339" name="Shape 6339"/>
          <p:cNvSpPr/>
          <p:nvPr/>
        </p:nvSpPr>
        <p:spPr>
          <a:xfrm>
            <a:off x="19394955" y="7827327"/>
            <a:ext cx="3240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6340" name="Shape 6340"/>
          <p:cNvSpPr/>
          <p:nvPr/>
        </p:nvSpPr>
        <p:spPr>
          <a:xfrm>
            <a:off x="19366576" y="8184281"/>
            <a:ext cx="3296761"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6341" name="Shape 6341"/>
          <p:cNvSpPr/>
          <p:nvPr/>
        </p:nvSpPr>
        <p:spPr>
          <a:xfrm>
            <a:off x="20055842" y="4810485"/>
            <a:ext cx="1918231" cy="1729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214"/>
                </a:moveTo>
                <a:lnTo>
                  <a:pt x="16314" y="0"/>
                </a:lnTo>
                <a:lnTo>
                  <a:pt x="5286" y="0"/>
                </a:lnTo>
                <a:lnTo>
                  <a:pt x="0" y="7214"/>
                </a:lnTo>
                <a:lnTo>
                  <a:pt x="10800" y="21600"/>
                </a:lnTo>
                <a:lnTo>
                  <a:pt x="21600" y="7214"/>
                </a:lnTo>
                <a:close/>
                <a:moveTo>
                  <a:pt x="10838" y="19322"/>
                </a:moveTo>
                <a:lnTo>
                  <a:pt x="7149" y="8986"/>
                </a:lnTo>
                <a:lnTo>
                  <a:pt x="14603" y="8986"/>
                </a:lnTo>
                <a:lnTo>
                  <a:pt x="10952" y="19153"/>
                </a:lnTo>
                <a:lnTo>
                  <a:pt x="10838" y="19322"/>
                </a:lnTo>
                <a:close/>
                <a:moveTo>
                  <a:pt x="6921" y="8311"/>
                </a:moveTo>
                <a:lnTo>
                  <a:pt x="6921" y="8227"/>
                </a:lnTo>
                <a:lnTo>
                  <a:pt x="8480" y="5358"/>
                </a:lnTo>
                <a:lnTo>
                  <a:pt x="10382" y="8311"/>
                </a:lnTo>
                <a:lnTo>
                  <a:pt x="6921" y="8311"/>
                </a:lnTo>
                <a:close/>
                <a:moveTo>
                  <a:pt x="11256" y="8311"/>
                </a:moveTo>
                <a:lnTo>
                  <a:pt x="13234" y="5358"/>
                </a:lnTo>
                <a:lnTo>
                  <a:pt x="14793" y="8227"/>
                </a:lnTo>
                <a:lnTo>
                  <a:pt x="14793" y="8311"/>
                </a:lnTo>
                <a:lnTo>
                  <a:pt x="11256" y="8311"/>
                </a:lnTo>
                <a:close/>
                <a:moveTo>
                  <a:pt x="12283" y="17381"/>
                </a:moveTo>
                <a:lnTo>
                  <a:pt x="15325" y="8944"/>
                </a:lnTo>
                <a:lnTo>
                  <a:pt x="19394" y="7931"/>
                </a:lnTo>
                <a:lnTo>
                  <a:pt x="12283" y="17381"/>
                </a:lnTo>
                <a:close/>
                <a:moveTo>
                  <a:pt x="15439" y="8184"/>
                </a:moveTo>
                <a:lnTo>
                  <a:pt x="15439" y="8142"/>
                </a:lnTo>
                <a:lnTo>
                  <a:pt x="17037" y="5231"/>
                </a:lnTo>
                <a:lnTo>
                  <a:pt x="17683" y="7636"/>
                </a:lnTo>
                <a:lnTo>
                  <a:pt x="15439" y="8184"/>
                </a:lnTo>
                <a:close/>
                <a:moveTo>
                  <a:pt x="19851" y="7088"/>
                </a:moveTo>
                <a:lnTo>
                  <a:pt x="17949" y="7552"/>
                </a:lnTo>
                <a:lnTo>
                  <a:pt x="17227" y="4894"/>
                </a:lnTo>
                <a:lnTo>
                  <a:pt x="17645" y="4092"/>
                </a:lnTo>
                <a:lnTo>
                  <a:pt x="19851" y="7088"/>
                </a:lnTo>
                <a:close/>
                <a:moveTo>
                  <a:pt x="17493" y="3881"/>
                </a:moveTo>
                <a:lnTo>
                  <a:pt x="17113" y="4514"/>
                </a:lnTo>
                <a:lnTo>
                  <a:pt x="16656" y="2784"/>
                </a:lnTo>
                <a:lnTo>
                  <a:pt x="17493" y="3881"/>
                </a:lnTo>
                <a:close/>
                <a:moveTo>
                  <a:pt x="16276" y="2194"/>
                </a:moveTo>
                <a:lnTo>
                  <a:pt x="16961" y="4852"/>
                </a:lnTo>
                <a:lnTo>
                  <a:pt x="15554" y="7425"/>
                </a:lnTo>
                <a:lnTo>
                  <a:pt x="16200" y="2109"/>
                </a:lnTo>
                <a:lnTo>
                  <a:pt x="16276" y="2194"/>
                </a:lnTo>
                <a:close/>
                <a:moveTo>
                  <a:pt x="14869" y="7763"/>
                </a:moveTo>
                <a:lnTo>
                  <a:pt x="13386" y="5105"/>
                </a:lnTo>
                <a:lnTo>
                  <a:pt x="15592" y="1814"/>
                </a:lnTo>
                <a:lnTo>
                  <a:pt x="14869" y="7763"/>
                </a:lnTo>
                <a:close/>
                <a:moveTo>
                  <a:pt x="15477" y="1434"/>
                </a:moveTo>
                <a:lnTo>
                  <a:pt x="13234" y="4809"/>
                </a:lnTo>
                <a:lnTo>
                  <a:pt x="11370" y="1434"/>
                </a:lnTo>
                <a:lnTo>
                  <a:pt x="15477" y="1434"/>
                </a:lnTo>
                <a:close/>
                <a:moveTo>
                  <a:pt x="11066" y="1434"/>
                </a:moveTo>
                <a:lnTo>
                  <a:pt x="13082" y="5062"/>
                </a:lnTo>
                <a:lnTo>
                  <a:pt x="10914" y="8311"/>
                </a:lnTo>
                <a:lnTo>
                  <a:pt x="10686" y="8311"/>
                </a:lnTo>
                <a:lnTo>
                  <a:pt x="8632" y="5105"/>
                </a:lnTo>
                <a:lnTo>
                  <a:pt x="10610" y="1434"/>
                </a:lnTo>
                <a:lnTo>
                  <a:pt x="11066" y="1434"/>
                </a:lnTo>
                <a:close/>
                <a:moveTo>
                  <a:pt x="10306" y="1434"/>
                </a:moveTo>
                <a:lnTo>
                  <a:pt x="8442" y="4852"/>
                </a:lnTo>
                <a:lnTo>
                  <a:pt x="6237" y="1434"/>
                </a:lnTo>
                <a:lnTo>
                  <a:pt x="10306" y="1434"/>
                </a:lnTo>
                <a:close/>
                <a:moveTo>
                  <a:pt x="8328" y="5147"/>
                </a:moveTo>
                <a:lnTo>
                  <a:pt x="6883" y="7763"/>
                </a:lnTo>
                <a:lnTo>
                  <a:pt x="6161" y="1814"/>
                </a:lnTo>
                <a:lnTo>
                  <a:pt x="8328" y="5147"/>
                </a:lnTo>
                <a:close/>
                <a:moveTo>
                  <a:pt x="5324" y="2194"/>
                </a:moveTo>
                <a:lnTo>
                  <a:pt x="5514" y="1941"/>
                </a:lnTo>
                <a:lnTo>
                  <a:pt x="6237" y="7763"/>
                </a:lnTo>
                <a:lnTo>
                  <a:pt x="4639" y="4852"/>
                </a:lnTo>
                <a:lnTo>
                  <a:pt x="5324" y="2194"/>
                </a:lnTo>
                <a:close/>
                <a:moveTo>
                  <a:pt x="6161" y="8184"/>
                </a:moveTo>
                <a:lnTo>
                  <a:pt x="3917" y="7636"/>
                </a:lnTo>
                <a:lnTo>
                  <a:pt x="4525" y="5231"/>
                </a:lnTo>
                <a:lnTo>
                  <a:pt x="6161" y="8184"/>
                </a:lnTo>
                <a:close/>
                <a:moveTo>
                  <a:pt x="4906" y="2784"/>
                </a:moveTo>
                <a:lnTo>
                  <a:pt x="4449" y="4514"/>
                </a:lnTo>
                <a:lnTo>
                  <a:pt x="4107" y="3881"/>
                </a:lnTo>
                <a:lnTo>
                  <a:pt x="4906" y="2784"/>
                </a:lnTo>
                <a:close/>
                <a:moveTo>
                  <a:pt x="3955" y="4134"/>
                </a:moveTo>
                <a:lnTo>
                  <a:pt x="4373" y="4894"/>
                </a:lnTo>
                <a:lnTo>
                  <a:pt x="3651" y="7552"/>
                </a:lnTo>
                <a:lnTo>
                  <a:pt x="1749" y="7088"/>
                </a:lnTo>
                <a:lnTo>
                  <a:pt x="3955" y="4134"/>
                </a:lnTo>
                <a:close/>
                <a:moveTo>
                  <a:pt x="2206" y="7931"/>
                </a:moveTo>
                <a:lnTo>
                  <a:pt x="6427" y="8986"/>
                </a:lnTo>
                <a:lnTo>
                  <a:pt x="9583" y="17719"/>
                </a:lnTo>
                <a:lnTo>
                  <a:pt x="2206" y="7931"/>
                </a:lnTo>
                <a:close/>
              </a:path>
            </a:pathLst>
          </a:custGeom>
          <a:solidFill>
            <a:srgbClr val="878787"/>
          </a:solidFill>
          <a:ln w="12700">
            <a:miter lim="400000"/>
            <a:tailEnd type="triangle"/>
          </a:ln>
        </p:spPr>
        <p:txBody>
          <a:bodyPr tIns="91439" bIns="91439"/>
          <a:lstStyle/>
          <a:p>
            <a:pPr algn="l" defTabSz="914400">
              <a:defRPr sz="3600">
                <a:solidFill>
                  <a:srgbClr val="40C0C0"/>
                </a:solidFill>
                <a:latin typeface="Calibri"/>
                <a:ea typeface="Calibri"/>
                <a:cs typeface="Calibri"/>
                <a:sym typeface="Calibri"/>
              </a:defRPr>
            </a:pPr>
          </a:p>
        </p:txBody>
      </p:sp>
      <p:sp>
        <p:nvSpPr>
          <p:cNvPr id="6342" name="Shape 6342"/>
          <p:cNvSpPr/>
          <p:nvPr/>
        </p:nvSpPr>
        <p:spPr>
          <a:xfrm>
            <a:off x="14427620" y="3535464"/>
            <a:ext cx="4391839"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Título</a:t>
            </a:r>
          </a:p>
        </p:txBody>
      </p:sp>
      <p:sp>
        <p:nvSpPr>
          <p:cNvPr id="6343" name="Shape 6343"/>
          <p:cNvSpPr/>
          <p:nvPr/>
        </p:nvSpPr>
        <p:spPr>
          <a:xfrm>
            <a:off x="14427620" y="6936765"/>
            <a:ext cx="4391839"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144973"/>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€/mes</a:t>
            </a:r>
          </a:p>
        </p:txBody>
      </p:sp>
      <p:sp>
        <p:nvSpPr>
          <p:cNvPr id="6344" name="Shape 6344"/>
          <p:cNvSpPr/>
          <p:nvPr/>
        </p:nvSpPr>
        <p:spPr>
          <a:xfrm>
            <a:off x="15003538" y="7827327"/>
            <a:ext cx="3240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6345" name="Shape 6345"/>
          <p:cNvSpPr/>
          <p:nvPr/>
        </p:nvSpPr>
        <p:spPr>
          <a:xfrm>
            <a:off x="14975157" y="8184281"/>
            <a:ext cx="3296761"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6346" name="Shape 6346"/>
          <p:cNvSpPr/>
          <p:nvPr/>
        </p:nvSpPr>
        <p:spPr>
          <a:xfrm>
            <a:off x="15729416" y="4877325"/>
            <a:ext cx="1788247" cy="15954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11" y="3865"/>
                </a:moveTo>
                <a:cubicBezTo>
                  <a:pt x="14885" y="3865"/>
                  <a:pt x="14885" y="3865"/>
                  <a:pt x="14885" y="3865"/>
                </a:cubicBezTo>
                <a:cubicBezTo>
                  <a:pt x="14885" y="2372"/>
                  <a:pt x="14885" y="2372"/>
                  <a:pt x="14885" y="2372"/>
                </a:cubicBezTo>
                <a:cubicBezTo>
                  <a:pt x="14885" y="1074"/>
                  <a:pt x="13927" y="0"/>
                  <a:pt x="12771" y="0"/>
                </a:cubicBezTo>
                <a:cubicBezTo>
                  <a:pt x="8829" y="0"/>
                  <a:pt x="8829" y="0"/>
                  <a:pt x="8829" y="0"/>
                </a:cubicBezTo>
                <a:cubicBezTo>
                  <a:pt x="7660" y="0"/>
                  <a:pt x="6715" y="1074"/>
                  <a:pt x="6715" y="2372"/>
                </a:cubicBezTo>
                <a:cubicBezTo>
                  <a:pt x="6715" y="3865"/>
                  <a:pt x="6715" y="3865"/>
                  <a:pt x="6715" y="3865"/>
                </a:cubicBezTo>
                <a:cubicBezTo>
                  <a:pt x="2176" y="3865"/>
                  <a:pt x="2176" y="3865"/>
                  <a:pt x="2176" y="3865"/>
                </a:cubicBezTo>
                <a:cubicBezTo>
                  <a:pt x="970" y="3865"/>
                  <a:pt x="0" y="4967"/>
                  <a:pt x="0" y="6307"/>
                </a:cubicBezTo>
                <a:cubicBezTo>
                  <a:pt x="0" y="19144"/>
                  <a:pt x="0" y="19144"/>
                  <a:pt x="0" y="19144"/>
                </a:cubicBezTo>
                <a:cubicBezTo>
                  <a:pt x="0" y="20498"/>
                  <a:pt x="970" y="21600"/>
                  <a:pt x="2176" y="21600"/>
                </a:cubicBezTo>
                <a:cubicBezTo>
                  <a:pt x="19411" y="21600"/>
                  <a:pt x="19411" y="21600"/>
                  <a:pt x="19411" y="21600"/>
                </a:cubicBezTo>
                <a:cubicBezTo>
                  <a:pt x="20618" y="21600"/>
                  <a:pt x="21600" y="20498"/>
                  <a:pt x="21600" y="19144"/>
                </a:cubicBezTo>
                <a:cubicBezTo>
                  <a:pt x="21600" y="6307"/>
                  <a:pt x="21600" y="6307"/>
                  <a:pt x="21600" y="6307"/>
                </a:cubicBezTo>
                <a:cubicBezTo>
                  <a:pt x="21600" y="4967"/>
                  <a:pt x="20618" y="3865"/>
                  <a:pt x="19411" y="3865"/>
                </a:cubicBezTo>
                <a:close/>
                <a:moveTo>
                  <a:pt x="8506" y="2372"/>
                </a:moveTo>
                <a:cubicBezTo>
                  <a:pt x="8506" y="2177"/>
                  <a:pt x="8655" y="2023"/>
                  <a:pt x="8829" y="2023"/>
                </a:cubicBezTo>
                <a:cubicBezTo>
                  <a:pt x="12771" y="2023"/>
                  <a:pt x="12771" y="2023"/>
                  <a:pt x="12771" y="2023"/>
                </a:cubicBezTo>
                <a:cubicBezTo>
                  <a:pt x="12945" y="2023"/>
                  <a:pt x="13082" y="2177"/>
                  <a:pt x="13082" y="2372"/>
                </a:cubicBezTo>
                <a:cubicBezTo>
                  <a:pt x="13082" y="3865"/>
                  <a:pt x="13082" y="3865"/>
                  <a:pt x="13082" y="3865"/>
                </a:cubicBezTo>
                <a:cubicBezTo>
                  <a:pt x="8506" y="3865"/>
                  <a:pt x="8506" y="3865"/>
                  <a:pt x="8506" y="3865"/>
                </a:cubicBezTo>
                <a:lnTo>
                  <a:pt x="8506" y="2372"/>
                </a:lnTo>
                <a:close/>
                <a:moveTo>
                  <a:pt x="2176" y="5302"/>
                </a:moveTo>
                <a:cubicBezTo>
                  <a:pt x="19411" y="5302"/>
                  <a:pt x="19411" y="5302"/>
                  <a:pt x="19411" y="5302"/>
                </a:cubicBezTo>
                <a:cubicBezTo>
                  <a:pt x="19909" y="5302"/>
                  <a:pt x="20307" y="5763"/>
                  <a:pt x="20307" y="6307"/>
                </a:cubicBezTo>
                <a:cubicBezTo>
                  <a:pt x="20307" y="11888"/>
                  <a:pt x="20307" y="11888"/>
                  <a:pt x="20307" y="11888"/>
                </a:cubicBezTo>
                <a:cubicBezTo>
                  <a:pt x="12423" y="11888"/>
                  <a:pt x="12423" y="11888"/>
                  <a:pt x="12423" y="11888"/>
                </a:cubicBezTo>
                <a:cubicBezTo>
                  <a:pt x="12423" y="11428"/>
                  <a:pt x="12423" y="11428"/>
                  <a:pt x="12423" y="11428"/>
                </a:cubicBezTo>
                <a:cubicBezTo>
                  <a:pt x="12423" y="10953"/>
                  <a:pt x="12087" y="10563"/>
                  <a:pt x="11664" y="10563"/>
                </a:cubicBezTo>
                <a:cubicBezTo>
                  <a:pt x="9936" y="10563"/>
                  <a:pt x="9936" y="10563"/>
                  <a:pt x="9936" y="10563"/>
                </a:cubicBezTo>
                <a:cubicBezTo>
                  <a:pt x="9513" y="10563"/>
                  <a:pt x="9165" y="10953"/>
                  <a:pt x="9165" y="11428"/>
                </a:cubicBezTo>
                <a:cubicBezTo>
                  <a:pt x="9165" y="11888"/>
                  <a:pt x="9165" y="11888"/>
                  <a:pt x="9165" y="11888"/>
                </a:cubicBezTo>
                <a:cubicBezTo>
                  <a:pt x="1281" y="11888"/>
                  <a:pt x="1281" y="11888"/>
                  <a:pt x="1281" y="11888"/>
                </a:cubicBezTo>
                <a:cubicBezTo>
                  <a:pt x="1281" y="6307"/>
                  <a:pt x="1281" y="6307"/>
                  <a:pt x="1281" y="6307"/>
                </a:cubicBezTo>
                <a:cubicBezTo>
                  <a:pt x="1281" y="5763"/>
                  <a:pt x="1679" y="5302"/>
                  <a:pt x="2176" y="5302"/>
                </a:cubicBezTo>
                <a:close/>
                <a:moveTo>
                  <a:pt x="9811" y="11428"/>
                </a:moveTo>
                <a:cubicBezTo>
                  <a:pt x="9811" y="11344"/>
                  <a:pt x="9861" y="11288"/>
                  <a:pt x="9936" y="11288"/>
                </a:cubicBezTo>
                <a:cubicBezTo>
                  <a:pt x="11664" y="11288"/>
                  <a:pt x="11664" y="11288"/>
                  <a:pt x="11664" y="11288"/>
                </a:cubicBezTo>
                <a:cubicBezTo>
                  <a:pt x="11726" y="11288"/>
                  <a:pt x="11789" y="11344"/>
                  <a:pt x="11789" y="11428"/>
                </a:cubicBezTo>
                <a:cubicBezTo>
                  <a:pt x="11789" y="13367"/>
                  <a:pt x="11789" y="13367"/>
                  <a:pt x="11789" y="13367"/>
                </a:cubicBezTo>
                <a:cubicBezTo>
                  <a:pt x="11789" y="13437"/>
                  <a:pt x="11726" y="13507"/>
                  <a:pt x="11664" y="13507"/>
                </a:cubicBezTo>
                <a:cubicBezTo>
                  <a:pt x="9936" y="13507"/>
                  <a:pt x="9936" y="13507"/>
                  <a:pt x="9936" y="13507"/>
                </a:cubicBezTo>
                <a:cubicBezTo>
                  <a:pt x="9861" y="13507"/>
                  <a:pt x="9811" y="13437"/>
                  <a:pt x="9811" y="13367"/>
                </a:cubicBezTo>
                <a:lnTo>
                  <a:pt x="9811" y="11428"/>
                </a:lnTo>
                <a:close/>
                <a:moveTo>
                  <a:pt x="19411" y="20149"/>
                </a:moveTo>
                <a:cubicBezTo>
                  <a:pt x="2176" y="20149"/>
                  <a:pt x="2176" y="20149"/>
                  <a:pt x="2176" y="20149"/>
                </a:cubicBezTo>
                <a:cubicBezTo>
                  <a:pt x="1679" y="20149"/>
                  <a:pt x="1281" y="19702"/>
                  <a:pt x="1281" y="19144"/>
                </a:cubicBezTo>
                <a:cubicBezTo>
                  <a:pt x="1281" y="12614"/>
                  <a:pt x="1281" y="12614"/>
                  <a:pt x="1281" y="12614"/>
                </a:cubicBezTo>
                <a:cubicBezTo>
                  <a:pt x="9165" y="12614"/>
                  <a:pt x="9165" y="12614"/>
                  <a:pt x="9165" y="12614"/>
                </a:cubicBezTo>
                <a:cubicBezTo>
                  <a:pt x="9165" y="13367"/>
                  <a:pt x="9165" y="13367"/>
                  <a:pt x="9165" y="13367"/>
                </a:cubicBezTo>
                <a:cubicBezTo>
                  <a:pt x="9165" y="13842"/>
                  <a:pt x="9513" y="14219"/>
                  <a:pt x="9936" y="14219"/>
                </a:cubicBezTo>
                <a:cubicBezTo>
                  <a:pt x="11664" y="14219"/>
                  <a:pt x="11664" y="14219"/>
                  <a:pt x="11664" y="14219"/>
                </a:cubicBezTo>
                <a:cubicBezTo>
                  <a:pt x="12087" y="14219"/>
                  <a:pt x="12423" y="13842"/>
                  <a:pt x="12423" y="13367"/>
                </a:cubicBezTo>
                <a:cubicBezTo>
                  <a:pt x="12423" y="12614"/>
                  <a:pt x="12423" y="12614"/>
                  <a:pt x="12423" y="12614"/>
                </a:cubicBezTo>
                <a:cubicBezTo>
                  <a:pt x="20307" y="12614"/>
                  <a:pt x="20307" y="12614"/>
                  <a:pt x="20307" y="12614"/>
                </a:cubicBezTo>
                <a:cubicBezTo>
                  <a:pt x="20307" y="19144"/>
                  <a:pt x="20307" y="19144"/>
                  <a:pt x="20307" y="19144"/>
                </a:cubicBezTo>
                <a:cubicBezTo>
                  <a:pt x="20307" y="19702"/>
                  <a:pt x="19909" y="20149"/>
                  <a:pt x="19411" y="20149"/>
                </a:cubicBezTo>
                <a:close/>
              </a:path>
            </a:pathLst>
          </a:custGeom>
          <a:solidFill>
            <a:srgbClr val="878787"/>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347" name="Shape 6347"/>
          <p:cNvSpPr/>
          <p:nvPr/>
        </p:nvSpPr>
        <p:spPr>
          <a:xfrm>
            <a:off x="5599455" y="3535464"/>
            <a:ext cx="4391840"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Título</a:t>
            </a:r>
          </a:p>
        </p:txBody>
      </p:sp>
      <p:sp>
        <p:nvSpPr>
          <p:cNvPr id="6348" name="Shape 6348"/>
          <p:cNvSpPr/>
          <p:nvPr/>
        </p:nvSpPr>
        <p:spPr>
          <a:xfrm>
            <a:off x="5599455" y="6936765"/>
            <a:ext cx="4391840"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144973"/>
                </a:solidFill>
                <a:latin typeface="Raleway Bold"/>
                <a:ea typeface="Raleway Bold"/>
                <a:cs typeface="Raleway Bold"/>
                <a:sym typeface="Raleway Bold"/>
              </a:defRPr>
            </a:lvl1pPr>
          </a:lstStyle>
          <a:p>
            <a:pPr/>
            <a:r>
              <a:t>Desde €/mes</a:t>
            </a:r>
          </a:p>
        </p:txBody>
      </p:sp>
      <p:sp>
        <p:nvSpPr>
          <p:cNvPr id="6349" name="Shape 6349"/>
          <p:cNvSpPr/>
          <p:nvPr/>
        </p:nvSpPr>
        <p:spPr>
          <a:xfrm>
            <a:off x="6175373" y="7827327"/>
            <a:ext cx="3240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6350" name="Shape 6350"/>
          <p:cNvSpPr/>
          <p:nvPr/>
        </p:nvSpPr>
        <p:spPr>
          <a:xfrm>
            <a:off x="6146994" y="8184281"/>
            <a:ext cx="3296761"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6351" name="Shape 6351"/>
          <p:cNvSpPr/>
          <p:nvPr/>
        </p:nvSpPr>
        <p:spPr>
          <a:xfrm>
            <a:off x="7350876" y="4587604"/>
            <a:ext cx="888999" cy="21748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66" y="1387"/>
                </a:moveTo>
                <a:lnTo>
                  <a:pt x="15891" y="0"/>
                </a:lnTo>
                <a:lnTo>
                  <a:pt x="5786" y="0"/>
                </a:lnTo>
                <a:lnTo>
                  <a:pt x="3780" y="1324"/>
                </a:lnTo>
                <a:lnTo>
                  <a:pt x="6094" y="4415"/>
                </a:lnTo>
                <a:lnTo>
                  <a:pt x="0" y="16839"/>
                </a:lnTo>
                <a:lnTo>
                  <a:pt x="10800" y="21600"/>
                </a:lnTo>
                <a:lnTo>
                  <a:pt x="21600" y="16839"/>
                </a:lnTo>
                <a:lnTo>
                  <a:pt x="15351" y="4383"/>
                </a:lnTo>
                <a:lnTo>
                  <a:pt x="17666" y="1387"/>
                </a:lnTo>
                <a:close/>
                <a:moveTo>
                  <a:pt x="7329" y="1104"/>
                </a:moveTo>
                <a:lnTo>
                  <a:pt x="14271" y="1104"/>
                </a:lnTo>
                <a:lnTo>
                  <a:pt x="14811" y="1482"/>
                </a:lnTo>
                <a:lnTo>
                  <a:pt x="12960" y="3847"/>
                </a:lnTo>
                <a:lnTo>
                  <a:pt x="8486" y="3847"/>
                </a:lnTo>
                <a:lnTo>
                  <a:pt x="6634" y="1482"/>
                </a:lnTo>
                <a:lnTo>
                  <a:pt x="7329" y="1104"/>
                </a:lnTo>
                <a:close/>
                <a:moveTo>
                  <a:pt x="4706" y="12802"/>
                </a:moveTo>
                <a:lnTo>
                  <a:pt x="16123" y="17627"/>
                </a:lnTo>
                <a:lnTo>
                  <a:pt x="13963" y="18573"/>
                </a:lnTo>
                <a:lnTo>
                  <a:pt x="3857" y="14474"/>
                </a:lnTo>
                <a:lnTo>
                  <a:pt x="4706" y="12802"/>
                </a:lnTo>
                <a:close/>
                <a:moveTo>
                  <a:pt x="5014" y="12172"/>
                </a:moveTo>
                <a:lnTo>
                  <a:pt x="5863" y="10437"/>
                </a:lnTo>
                <a:lnTo>
                  <a:pt x="18360" y="15766"/>
                </a:lnTo>
                <a:lnTo>
                  <a:pt x="18669" y="16492"/>
                </a:lnTo>
                <a:lnTo>
                  <a:pt x="17049" y="17217"/>
                </a:lnTo>
                <a:lnTo>
                  <a:pt x="5014" y="12172"/>
                </a:lnTo>
                <a:close/>
                <a:moveTo>
                  <a:pt x="6171" y="9807"/>
                </a:moveTo>
                <a:lnTo>
                  <a:pt x="6943" y="8262"/>
                </a:lnTo>
                <a:lnTo>
                  <a:pt x="16509" y="12140"/>
                </a:lnTo>
                <a:lnTo>
                  <a:pt x="17820" y="14757"/>
                </a:lnTo>
                <a:lnTo>
                  <a:pt x="6171" y="9807"/>
                </a:lnTo>
                <a:close/>
                <a:moveTo>
                  <a:pt x="7251" y="7631"/>
                </a:moveTo>
                <a:lnTo>
                  <a:pt x="8100" y="5897"/>
                </a:lnTo>
                <a:lnTo>
                  <a:pt x="14811" y="8766"/>
                </a:lnTo>
                <a:lnTo>
                  <a:pt x="16046" y="11194"/>
                </a:lnTo>
                <a:lnTo>
                  <a:pt x="7251" y="7631"/>
                </a:lnTo>
                <a:close/>
                <a:moveTo>
                  <a:pt x="3549" y="15104"/>
                </a:moveTo>
                <a:lnTo>
                  <a:pt x="13037" y="18983"/>
                </a:lnTo>
                <a:lnTo>
                  <a:pt x="10800" y="19992"/>
                </a:lnTo>
                <a:lnTo>
                  <a:pt x="2854" y="16492"/>
                </a:lnTo>
                <a:lnTo>
                  <a:pt x="3549" y="15104"/>
                </a:lnTo>
                <a:close/>
                <a:moveTo>
                  <a:pt x="12960" y="4919"/>
                </a:moveTo>
                <a:lnTo>
                  <a:pt x="14271" y="7757"/>
                </a:lnTo>
                <a:lnTo>
                  <a:pt x="8409" y="5234"/>
                </a:lnTo>
                <a:lnTo>
                  <a:pt x="8563" y="4919"/>
                </a:lnTo>
                <a:lnTo>
                  <a:pt x="12960" y="4919"/>
                </a:lnTo>
                <a:close/>
              </a:path>
            </a:pathLst>
          </a:custGeom>
          <a:solidFill>
            <a:srgbClr val="878787"/>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352" name="Shape 6352"/>
          <p:cNvSpPr/>
          <p:nvPr/>
        </p:nvSpPr>
        <p:spPr>
          <a:xfrm>
            <a:off x="10020379" y="3535464"/>
            <a:ext cx="4391839"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Título</a:t>
            </a:r>
          </a:p>
        </p:txBody>
      </p:sp>
      <p:sp>
        <p:nvSpPr>
          <p:cNvPr id="6353" name="Shape 6353"/>
          <p:cNvSpPr/>
          <p:nvPr/>
        </p:nvSpPr>
        <p:spPr>
          <a:xfrm>
            <a:off x="10020379" y="6936765"/>
            <a:ext cx="4391839"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144973"/>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a:t>
            </a:r>
          </a:p>
        </p:txBody>
      </p:sp>
      <p:sp>
        <p:nvSpPr>
          <p:cNvPr id="6354" name="Shape 6354"/>
          <p:cNvSpPr/>
          <p:nvPr/>
        </p:nvSpPr>
        <p:spPr>
          <a:xfrm>
            <a:off x="10596298" y="7827327"/>
            <a:ext cx="3240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6355" name="Shape 6355"/>
          <p:cNvSpPr/>
          <p:nvPr/>
        </p:nvSpPr>
        <p:spPr>
          <a:xfrm>
            <a:off x="10567917" y="8184281"/>
            <a:ext cx="3296761"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6356" name="Shape 6356"/>
          <p:cNvSpPr/>
          <p:nvPr/>
        </p:nvSpPr>
        <p:spPr>
          <a:xfrm flipH="1">
            <a:off x="5571959" y="3280485"/>
            <a:ext cx="1" cy="8280001"/>
          </a:xfrm>
          <a:prstGeom prst="line">
            <a:avLst/>
          </a:prstGeom>
          <a:ln w="12700">
            <a:solidFill>
              <a:srgbClr val="0A0A0A"/>
            </a:solidFill>
            <a:miter/>
          </a:ln>
        </p:spPr>
        <p:txBody>
          <a:bodyPr tIns="91439" bIns="91439"/>
          <a:lstStyle/>
          <a:p>
            <a:pPr algn="l" defTabSz="457200">
              <a:defRPr sz="2400">
                <a:latin typeface="Helvetica"/>
                <a:ea typeface="Helvetica"/>
                <a:cs typeface="Helvetica"/>
                <a:sym typeface="Helvetica"/>
              </a:defRPr>
            </a:pPr>
          </a:p>
        </p:txBody>
      </p:sp>
      <p:sp>
        <p:nvSpPr>
          <p:cNvPr id="6357" name="Shape 6357"/>
          <p:cNvSpPr/>
          <p:nvPr/>
        </p:nvSpPr>
        <p:spPr>
          <a:xfrm>
            <a:off x="1180215" y="3535464"/>
            <a:ext cx="4391840" cy="7162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Título</a:t>
            </a:r>
          </a:p>
        </p:txBody>
      </p:sp>
      <p:sp>
        <p:nvSpPr>
          <p:cNvPr id="6358" name="Shape 6358"/>
          <p:cNvSpPr/>
          <p:nvPr/>
        </p:nvSpPr>
        <p:spPr>
          <a:xfrm>
            <a:off x="1180215" y="6936765"/>
            <a:ext cx="4391840"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144973"/>
                </a:solidFill>
                <a:latin typeface="Raleway Bold"/>
                <a:ea typeface="Raleway Bold"/>
                <a:cs typeface="Raleway Bold"/>
                <a:sym typeface="Raleway Bold"/>
              </a:defRPr>
            </a:lvl1pPr>
          </a:lstStyle>
          <a:p>
            <a:pPr>
              <a:defRPr>
                <a:latin typeface="Calibri"/>
                <a:ea typeface="Calibri"/>
                <a:cs typeface="Calibri"/>
                <a:sym typeface="Calibri"/>
              </a:defRPr>
            </a:pPr>
            <a:r>
              <a:rPr>
                <a:latin typeface="Raleway Bold"/>
                <a:ea typeface="Raleway Bold"/>
                <a:cs typeface="Raleway Bold"/>
                <a:sym typeface="Raleway Bold"/>
              </a:rPr>
              <a:t>€/hora</a:t>
            </a:r>
          </a:p>
        </p:txBody>
      </p:sp>
      <p:sp>
        <p:nvSpPr>
          <p:cNvPr id="6359" name="Shape 6359"/>
          <p:cNvSpPr/>
          <p:nvPr/>
        </p:nvSpPr>
        <p:spPr>
          <a:xfrm>
            <a:off x="1756134" y="7827327"/>
            <a:ext cx="3240001" cy="1"/>
          </a:xfrm>
          <a:prstGeom prst="line">
            <a:avLst/>
          </a:prstGeom>
          <a:ln w="38100">
            <a:solidFill>
              <a:srgbClr val="878787"/>
            </a:solidFill>
            <a:miter/>
          </a:ln>
        </p:spPr>
        <p:txBody>
          <a:bodyPr tIns="91439" bIns="91439"/>
          <a:lstStyle/>
          <a:p>
            <a:pPr algn="l" defTabSz="457200">
              <a:defRPr sz="2400">
                <a:latin typeface="Helvetica"/>
                <a:ea typeface="Helvetica"/>
                <a:cs typeface="Helvetica"/>
                <a:sym typeface="Helvetica"/>
              </a:defRPr>
            </a:pPr>
          </a:p>
        </p:txBody>
      </p:sp>
      <p:sp>
        <p:nvSpPr>
          <p:cNvPr id="6360" name="Shape 6360"/>
          <p:cNvSpPr/>
          <p:nvPr/>
        </p:nvSpPr>
        <p:spPr>
          <a:xfrm>
            <a:off x="1727754" y="8184281"/>
            <a:ext cx="3296761" cy="563881"/>
          </a:xfrm>
          <a:prstGeom prst="rect">
            <a:avLst/>
          </a:prstGeom>
          <a:ln w="12700">
            <a:miter lim="400000"/>
          </a:ln>
          <a:extLst>
            <a:ext uri="{C572A759-6A51-4108-AA02-DFA0A04FC94B}">
              <ma14:wrappingTextBoxFlag xmlns:ma14="http://schemas.microsoft.com/office/mac/drawingml/2011/main" val="1"/>
            </a:ext>
          </a:extLst>
        </p:spPr>
        <p:txBody>
          <a:bodyPr tIns="91439" bIns="91439">
            <a:spAutoFit/>
          </a:bodyPr>
          <a:lstStyle>
            <a:lvl1pPr defTabSz="914400">
              <a:defRPr sz="2500">
                <a:solidFill>
                  <a:srgbClr val="878787"/>
                </a:solidFill>
                <a:latin typeface="Raleway SemiBold"/>
                <a:ea typeface="Raleway SemiBold"/>
                <a:cs typeface="Raleway SemiBold"/>
                <a:sym typeface="Raleway SemiBold"/>
              </a:defRPr>
            </a:lvl1pPr>
          </a:lstStyle>
          <a:p>
            <a:pPr>
              <a:defRPr>
                <a:solidFill>
                  <a:srgbClr val="0A0A0A"/>
                </a:solidFill>
              </a:defRPr>
            </a:pPr>
            <a:r>
              <a:rPr>
                <a:solidFill>
                  <a:srgbClr val="878787"/>
                </a:solidFill>
              </a:rPr>
              <a:t>Descripción</a:t>
            </a:r>
          </a:p>
        </p:txBody>
      </p:sp>
      <p:sp>
        <p:nvSpPr>
          <p:cNvPr id="6361" name="Shape 6361"/>
          <p:cNvSpPr/>
          <p:nvPr/>
        </p:nvSpPr>
        <p:spPr>
          <a:xfrm>
            <a:off x="2496107" y="4795015"/>
            <a:ext cx="1760053" cy="1760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33" y="11446"/>
                </a:moveTo>
                <a:cubicBezTo>
                  <a:pt x="20133" y="3830"/>
                  <a:pt x="20133" y="3830"/>
                  <a:pt x="20133" y="3830"/>
                </a:cubicBezTo>
                <a:cubicBezTo>
                  <a:pt x="20910" y="3580"/>
                  <a:pt x="21483" y="2861"/>
                  <a:pt x="21483" y="1996"/>
                </a:cubicBezTo>
                <a:cubicBezTo>
                  <a:pt x="21483" y="924"/>
                  <a:pt x="20617" y="59"/>
                  <a:pt x="19546" y="59"/>
                </a:cubicBezTo>
                <a:cubicBezTo>
                  <a:pt x="18592" y="59"/>
                  <a:pt x="17799" y="748"/>
                  <a:pt x="17638" y="1643"/>
                </a:cubicBezTo>
                <a:cubicBezTo>
                  <a:pt x="10184" y="1643"/>
                  <a:pt x="10184" y="1643"/>
                  <a:pt x="10184" y="1643"/>
                </a:cubicBezTo>
                <a:cubicBezTo>
                  <a:pt x="10052" y="719"/>
                  <a:pt x="9245" y="0"/>
                  <a:pt x="8276" y="0"/>
                </a:cubicBezTo>
                <a:cubicBezTo>
                  <a:pt x="7205" y="0"/>
                  <a:pt x="6339" y="866"/>
                  <a:pt x="6339" y="1937"/>
                </a:cubicBezTo>
                <a:cubicBezTo>
                  <a:pt x="6339" y="2172"/>
                  <a:pt x="6383" y="2392"/>
                  <a:pt x="6457" y="2597"/>
                </a:cubicBezTo>
                <a:cubicBezTo>
                  <a:pt x="2480" y="6413"/>
                  <a:pt x="2480" y="6413"/>
                  <a:pt x="2480" y="6413"/>
                </a:cubicBezTo>
                <a:cubicBezTo>
                  <a:pt x="2304" y="6368"/>
                  <a:pt x="2128" y="6339"/>
                  <a:pt x="1937" y="6339"/>
                </a:cubicBezTo>
                <a:cubicBezTo>
                  <a:pt x="866" y="6339"/>
                  <a:pt x="0" y="7205"/>
                  <a:pt x="0" y="8276"/>
                </a:cubicBezTo>
                <a:cubicBezTo>
                  <a:pt x="0" y="9186"/>
                  <a:pt x="631" y="9949"/>
                  <a:pt x="1467" y="10154"/>
                </a:cubicBezTo>
                <a:cubicBezTo>
                  <a:pt x="1467" y="17755"/>
                  <a:pt x="1467" y="17755"/>
                  <a:pt x="1467" y="17755"/>
                </a:cubicBezTo>
                <a:cubicBezTo>
                  <a:pt x="690" y="18005"/>
                  <a:pt x="117" y="18739"/>
                  <a:pt x="117" y="19604"/>
                </a:cubicBezTo>
                <a:cubicBezTo>
                  <a:pt x="117" y="20676"/>
                  <a:pt x="983" y="21541"/>
                  <a:pt x="2054" y="21541"/>
                </a:cubicBezTo>
                <a:cubicBezTo>
                  <a:pt x="2891" y="21541"/>
                  <a:pt x="3610" y="20998"/>
                  <a:pt x="3874" y="20250"/>
                </a:cubicBezTo>
                <a:cubicBezTo>
                  <a:pt x="11402" y="20250"/>
                  <a:pt x="11402" y="20250"/>
                  <a:pt x="11402" y="20250"/>
                </a:cubicBezTo>
                <a:cubicBezTo>
                  <a:pt x="11446" y="20309"/>
                  <a:pt x="11490" y="20353"/>
                  <a:pt x="11534" y="20411"/>
                </a:cubicBezTo>
                <a:cubicBezTo>
                  <a:pt x="11827" y="21101"/>
                  <a:pt x="12517" y="21600"/>
                  <a:pt x="13324" y="21600"/>
                </a:cubicBezTo>
                <a:cubicBezTo>
                  <a:pt x="14395" y="21600"/>
                  <a:pt x="15261" y="20734"/>
                  <a:pt x="15261" y="19663"/>
                </a:cubicBezTo>
                <a:cubicBezTo>
                  <a:pt x="15261" y="19252"/>
                  <a:pt x="15129" y="18871"/>
                  <a:pt x="14909" y="18563"/>
                </a:cubicBezTo>
                <a:cubicBezTo>
                  <a:pt x="18665" y="14982"/>
                  <a:pt x="18665" y="14982"/>
                  <a:pt x="18665" y="14982"/>
                </a:cubicBezTo>
                <a:cubicBezTo>
                  <a:pt x="18959" y="15158"/>
                  <a:pt x="19296" y="15261"/>
                  <a:pt x="19663" y="15261"/>
                </a:cubicBezTo>
                <a:cubicBezTo>
                  <a:pt x="20734" y="15261"/>
                  <a:pt x="21600" y="14395"/>
                  <a:pt x="21600" y="13324"/>
                </a:cubicBezTo>
                <a:cubicBezTo>
                  <a:pt x="21600" y="12414"/>
                  <a:pt x="20969" y="11651"/>
                  <a:pt x="20133" y="11446"/>
                </a:cubicBezTo>
                <a:close/>
                <a:moveTo>
                  <a:pt x="17726" y="13324"/>
                </a:moveTo>
                <a:cubicBezTo>
                  <a:pt x="17726" y="13353"/>
                  <a:pt x="17726" y="13397"/>
                  <a:pt x="17726" y="13427"/>
                </a:cubicBezTo>
                <a:cubicBezTo>
                  <a:pt x="17697" y="13676"/>
                  <a:pt x="17697" y="13676"/>
                  <a:pt x="17697" y="13676"/>
                </a:cubicBezTo>
                <a:cubicBezTo>
                  <a:pt x="17726" y="13720"/>
                  <a:pt x="17755" y="13779"/>
                  <a:pt x="17799" y="13823"/>
                </a:cubicBezTo>
                <a:cubicBezTo>
                  <a:pt x="17843" y="14014"/>
                  <a:pt x="17917" y="14190"/>
                  <a:pt x="18020" y="14336"/>
                </a:cubicBezTo>
                <a:cubicBezTo>
                  <a:pt x="14160" y="17917"/>
                  <a:pt x="14160" y="17917"/>
                  <a:pt x="14160" y="17917"/>
                </a:cubicBezTo>
                <a:cubicBezTo>
                  <a:pt x="14058" y="17873"/>
                  <a:pt x="13955" y="17829"/>
                  <a:pt x="13852" y="17799"/>
                </a:cubicBezTo>
                <a:cubicBezTo>
                  <a:pt x="13852" y="10154"/>
                  <a:pt x="13852" y="10154"/>
                  <a:pt x="13852" y="10154"/>
                </a:cubicBezTo>
                <a:cubicBezTo>
                  <a:pt x="14601" y="9890"/>
                  <a:pt x="15143" y="9171"/>
                  <a:pt x="15143" y="8335"/>
                </a:cubicBezTo>
                <a:cubicBezTo>
                  <a:pt x="15143" y="7880"/>
                  <a:pt x="14982" y="7469"/>
                  <a:pt x="14733" y="7132"/>
                </a:cubicBezTo>
                <a:cubicBezTo>
                  <a:pt x="18430" y="3580"/>
                  <a:pt x="18430" y="3580"/>
                  <a:pt x="18430" y="3580"/>
                </a:cubicBezTo>
                <a:cubicBezTo>
                  <a:pt x="18577" y="3683"/>
                  <a:pt x="18739" y="3757"/>
                  <a:pt x="18900" y="3815"/>
                </a:cubicBezTo>
                <a:cubicBezTo>
                  <a:pt x="18900" y="11548"/>
                  <a:pt x="18900" y="11548"/>
                  <a:pt x="18900" y="11548"/>
                </a:cubicBezTo>
                <a:cubicBezTo>
                  <a:pt x="18210" y="11842"/>
                  <a:pt x="17726" y="12517"/>
                  <a:pt x="17726" y="13324"/>
                </a:cubicBezTo>
                <a:close/>
                <a:moveTo>
                  <a:pt x="7014" y="3390"/>
                </a:moveTo>
                <a:cubicBezTo>
                  <a:pt x="7352" y="3683"/>
                  <a:pt x="7792" y="3874"/>
                  <a:pt x="8276" y="3874"/>
                </a:cubicBezTo>
                <a:cubicBezTo>
                  <a:pt x="9068" y="3874"/>
                  <a:pt x="9758" y="3390"/>
                  <a:pt x="10052" y="2700"/>
                </a:cubicBezTo>
                <a:cubicBezTo>
                  <a:pt x="10096" y="2641"/>
                  <a:pt x="10140" y="2583"/>
                  <a:pt x="10169" y="2524"/>
                </a:cubicBezTo>
                <a:cubicBezTo>
                  <a:pt x="17682" y="2524"/>
                  <a:pt x="17682" y="2524"/>
                  <a:pt x="17682" y="2524"/>
                </a:cubicBezTo>
                <a:cubicBezTo>
                  <a:pt x="17711" y="2641"/>
                  <a:pt x="17755" y="2759"/>
                  <a:pt x="17814" y="2861"/>
                </a:cubicBezTo>
                <a:cubicBezTo>
                  <a:pt x="13867" y="6515"/>
                  <a:pt x="13867" y="6515"/>
                  <a:pt x="13867" y="6515"/>
                </a:cubicBezTo>
                <a:cubicBezTo>
                  <a:pt x="13661" y="6442"/>
                  <a:pt x="13441" y="6398"/>
                  <a:pt x="13207" y="6398"/>
                </a:cubicBezTo>
                <a:cubicBezTo>
                  <a:pt x="12282" y="6398"/>
                  <a:pt x="11504" y="7058"/>
                  <a:pt x="11314" y="7924"/>
                </a:cubicBezTo>
                <a:cubicBezTo>
                  <a:pt x="3845" y="7924"/>
                  <a:pt x="3845" y="7924"/>
                  <a:pt x="3845" y="7924"/>
                </a:cubicBezTo>
                <a:cubicBezTo>
                  <a:pt x="3771" y="7528"/>
                  <a:pt x="3580" y="7176"/>
                  <a:pt x="3302" y="6897"/>
                </a:cubicBezTo>
                <a:lnTo>
                  <a:pt x="7014" y="3390"/>
                </a:lnTo>
                <a:close/>
                <a:moveTo>
                  <a:pt x="3947" y="19193"/>
                </a:moveTo>
                <a:cubicBezTo>
                  <a:pt x="3801" y="18518"/>
                  <a:pt x="3302" y="17961"/>
                  <a:pt x="2641" y="17755"/>
                </a:cubicBezTo>
                <a:cubicBezTo>
                  <a:pt x="2641" y="10081"/>
                  <a:pt x="2641" y="10081"/>
                  <a:pt x="2641" y="10081"/>
                </a:cubicBezTo>
                <a:cubicBezTo>
                  <a:pt x="3170" y="9876"/>
                  <a:pt x="3580" y="9450"/>
                  <a:pt x="3757" y="8907"/>
                </a:cubicBezTo>
                <a:cubicBezTo>
                  <a:pt x="7572" y="8951"/>
                  <a:pt x="7572" y="8951"/>
                  <a:pt x="7572" y="8951"/>
                </a:cubicBezTo>
                <a:cubicBezTo>
                  <a:pt x="8922" y="8922"/>
                  <a:pt x="8922" y="8922"/>
                  <a:pt x="8922" y="8922"/>
                </a:cubicBezTo>
                <a:cubicBezTo>
                  <a:pt x="11358" y="8922"/>
                  <a:pt x="11358" y="8922"/>
                  <a:pt x="11358" y="8922"/>
                </a:cubicBezTo>
                <a:cubicBezTo>
                  <a:pt x="11534" y="9479"/>
                  <a:pt x="11959" y="9920"/>
                  <a:pt x="12502" y="10140"/>
                </a:cubicBezTo>
                <a:cubicBezTo>
                  <a:pt x="12502" y="17902"/>
                  <a:pt x="12502" y="17902"/>
                  <a:pt x="12502" y="17902"/>
                </a:cubicBezTo>
                <a:cubicBezTo>
                  <a:pt x="12150" y="18078"/>
                  <a:pt x="11842" y="18342"/>
                  <a:pt x="11651" y="18695"/>
                </a:cubicBezTo>
                <a:cubicBezTo>
                  <a:pt x="11519" y="18841"/>
                  <a:pt x="11416" y="19003"/>
                  <a:pt x="11343" y="19193"/>
                </a:cubicBezTo>
                <a:lnTo>
                  <a:pt x="3947" y="19193"/>
                </a:lnTo>
                <a:close/>
              </a:path>
            </a:pathLst>
          </a:custGeom>
          <a:solidFill>
            <a:srgbClr val="878787"/>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373" name="Group 6373"/>
          <p:cNvGrpSpPr/>
          <p:nvPr/>
        </p:nvGrpSpPr>
        <p:grpSpPr>
          <a:xfrm>
            <a:off x="11548885" y="4515197"/>
            <a:ext cx="1297086" cy="2158115"/>
            <a:chOff x="0" y="0"/>
            <a:chExt cx="1297084" cy="2158114"/>
          </a:xfrm>
        </p:grpSpPr>
        <p:sp>
          <p:nvSpPr>
            <p:cNvPr id="6362" name="Shape 6362"/>
            <p:cNvSpPr/>
            <p:nvPr/>
          </p:nvSpPr>
          <p:spPr>
            <a:xfrm>
              <a:off x="0" y="284545"/>
              <a:ext cx="524747" cy="18735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160" y="21600"/>
                  </a:moveTo>
                  <a:cubicBezTo>
                    <a:pt x="6120" y="21600"/>
                    <a:pt x="0" y="20479"/>
                    <a:pt x="0" y="18951"/>
                  </a:cubicBezTo>
                  <a:cubicBezTo>
                    <a:pt x="0" y="5502"/>
                    <a:pt x="0" y="5502"/>
                    <a:pt x="0" y="5502"/>
                  </a:cubicBezTo>
                  <a:cubicBezTo>
                    <a:pt x="0" y="5400"/>
                    <a:pt x="0" y="5298"/>
                    <a:pt x="360" y="5196"/>
                  </a:cubicBezTo>
                  <a:cubicBezTo>
                    <a:pt x="9000" y="306"/>
                    <a:pt x="9000" y="306"/>
                    <a:pt x="9000" y="306"/>
                  </a:cubicBezTo>
                  <a:cubicBezTo>
                    <a:pt x="9360" y="102"/>
                    <a:pt x="10080" y="0"/>
                    <a:pt x="10800" y="0"/>
                  </a:cubicBezTo>
                  <a:cubicBezTo>
                    <a:pt x="11520" y="0"/>
                    <a:pt x="12240" y="102"/>
                    <a:pt x="12600" y="306"/>
                  </a:cubicBezTo>
                  <a:cubicBezTo>
                    <a:pt x="21240" y="5196"/>
                    <a:pt x="21240" y="5196"/>
                    <a:pt x="21240" y="5196"/>
                  </a:cubicBezTo>
                  <a:cubicBezTo>
                    <a:pt x="21600" y="5298"/>
                    <a:pt x="21600" y="5400"/>
                    <a:pt x="21600" y="5502"/>
                  </a:cubicBezTo>
                  <a:cubicBezTo>
                    <a:pt x="21600" y="18951"/>
                    <a:pt x="21600" y="18951"/>
                    <a:pt x="21600" y="18951"/>
                  </a:cubicBezTo>
                  <a:cubicBezTo>
                    <a:pt x="21600" y="20479"/>
                    <a:pt x="16200" y="21600"/>
                    <a:pt x="11160" y="21600"/>
                  </a:cubicBezTo>
                  <a:close/>
                  <a:moveTo>
                    <a:pt x="4320" y="5604"/>
                  </a:moveTo>
                  <a:cubicBezTo>
                    <a:pt x="4320" y="18951"/>
                    <a:pt x="4320" y="18951"/>
                    <a:pt x="4320" y="18951"/>
                  </a:cubicBezTo>
                  <a:cubicBezTo>
                    <a:pt x="4320" y="19664"/>
                    <a:pt x="8280" y="20377"/>
                    <a:pt x="11160" y="20377"/>
                  </a:cubicBezTo>
                  <a:cubicBezTo>
                    <a:pt x="14040" y="20377"/>
                    <a:pt x="17280" y="19766"/>
                    <a:pt x="17280" y="18951"/>
                  </a:cubicBezTo>
                  <a:cubicBezTo>
                    <a:pt x="17280" y="5604"/>
                    <a:pt x="17280" y="5604"/>
                    <a:pt x="17280" y="5604"/>
                  </a:cubicBezTo>
                  <a:cubicBezTo>
                    <a:pt x="10800" y="1936"/>
                    <a:pt x="10800" y="1936"/>
                    <a:pt x="10800" y="1936"/>
                  </a:cubicBezTo>
                  <a:lnTo>
                    <a:pt x="4320" y="5604"/>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3" name="Shape 6363"/>
            <p:cNvSpPr/>
            <p:nvPr/>
          </p:nvSpPr>
          <p:spPr>
            <a:xfrm>
              <a:off x="0" y="1770096"/>
              <a:ext cx="524747" cy="1034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16200"/>
                    <a:pt x="0" y="10800"/>
                  </a:cubicBezTo>
                  <a:cubicBezTo>
                    <a:pt x="0" y="5400"/>
                    <a:pt x="1080" y="0"/>
                    <a:pt x="2160" y="0"/>
                  </a:cubicBezTo>
                  <a:cubicBezTo>
                    <a:pt x="19440" y="0"/>
                    <a:pt x="19440" y="0"/>
                    <a:pt x="19440" y="0"/>
                  </a:cubicBezTo>
                  <a:cubicBezTo>
                    <a:pt x="20520" y="0"/>
                    <a:pt x="21600" y="5400"/>
                    <a:pt x="21600" y="10800"/>
                  </a:cubicBezTo>
                  <a:cubicBezTo>
                    <a:pt x="21600" y="16200"/>
                    <a:pt x="20520" y="21600"/>
                    <a:pt x="1944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4" name="Shape 6364"/>
            <p:cNvSpPr/>
            <p:nvPr/>
          </p:nvSpPr>
          <p:spPr>
            <a:xfrm>
              <a:off x="0" y="1625976"/>
              <a:ext cx="524747" cy="1071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16200"/>
                    <a:pt x="0" y="10800"/>
                  </a:cubicBezTo>
                  <a:cubicBezTo>
                    <a:pt x="0" y="5400"/>
                    <a:pt x="1080" y="0"/>
                    <a:pt x="2160" y="0"/>
                  </a:cubicBezTo>
                  <a:cubicBezTo>
                    <a:pt x="19440" y="0"/>
                    <a:pt x="19440" y="0"/>
                    <a:pt x="19440" y="0"/>
                  </a:cubicBezTo>
                  <a:cubicBezTo>
                    <a:pt x="20520" y="0"/>
                    <a:pt x="21600" y="5400"/>
                    <a:pt x="21600" y="10800"/>
                  </a:cubicBezTo>
                  <a:cubicBezTo>
                    <a:pt x="21600" y="16200"/>
                    <a:pt x="20520" y="21600"/>
                    <a:pt x="1944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5" name="Shape 6365"/>
            <p:cNvSpPr/>
            <p:nvPr/>
          </p:nvSpPr>
          <p:spPr>
            <a:xfrm>
              <a:off x="631913" y="0"/>
              <a:ext cx="665172" cy="21581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95" y="21600"/>
                  </a:moveTo>
                  <a:cubicBezTo>
                    <a:pt x="1705" y="21600"/>
                    <a:pt x="1705" y="21600"/>
                    <a:pt x="1705" y="21600"/>
                  </a:cubicBezTo>
                  <a:cubicBezTo>
                    <a:pt x="853" y="21600"/>
                    <a:pt x="0" y="21334"/>
                    <a:pt x="0" y="21069"/>
                  </a:cubicBezTo>
                  <a:cubicBezTo>
                    <a:pt x="0" y="531"/>
                    <a:pt x="0" y="531"/>
                    <a:pt x="0" y="531"/>
                  </a:cubicBezTo>
                  <a:cubicBezTo>
                    <a:pt x="0" y="266"/>
                    <a:pt x="853" y="0"/>
                    <a:pt x="1705" y="0"/>
                  </a:cubicBezTo>
                  <a:cubicBezTo>
                    <a:pt x="19895" y="0"/>
                    <a:pt x="19895" y="0"/>
                    <a:pt x="19895" y="0"/>
                  </a:cubicBezTo>
                  <a:cubicBezTo>
                    <a:pt x="20747" y="0"/>
                    <a:pt x="21600" y="266"/>
                    <a:pt x="21600" y="531"/>
                  </a:cubicBezTo>
                  <a:cubicBezTo>
                    <a:pt x="21600" y="21069"/>
                    <a:pt x="21600" y="21069"/>
                    <a:pt x="21600" y="21069"/>
                  </a:cubicBezTo>
                  <a:cubicBezTo>
                    <a:pt x="21600" y="21334"/>
                    <a:pt x="20747" y="21600"/>
                    <a:pt x="19895" y="21600"/>
                  </a:cubicBezTo>
                  <a:close/>
                  <a:moveTo>
                    <a:pt x="3411" y="20538"/>
                  </a:moveTo>
                  <a:cubicBezTo>
                    <a:pt x="18189" y="20538"/>
                    <a:pt x="18189" y="20538"/>
                    <a:pt x="18189" y="20538"/>
                  </a:cubicBezTo>
                  <a:cubicBezTo>
                    <a:pt x="18189" y="1062"/>
                    <a:pt x="18189" y="1062"/>
                    <a:pt x="18189" y="1062"/>
                  </a:cubicBezTo>
                  <a:cubicBezTo>
                    <a:pt x="3411" y="1062"/>
                    <a:pt x="3411" y="1062"/>
                    <a:pt x="3411" y="1062"/>
                  </a:cubicBezTo>
                  <a:lnTo>
                    <a:pt x="3411" y="20538"/>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6" name="Shape 6366"/>
            <p:cNvSpPr/>
            <p:nvPr/>
          </p:nvSpPr>
          <p:spPr>
            <a:xfrm>
              <a:off x="631913" y="284545"/>
              <a:ext cx="314109" cy="1071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7" name="Shape 6367"/>
            <p:cNvSpPr/>
            <p:nvPr/>
          </p:nvSpPr>
          <p:spPr>
            <a:xfrm>
              <a:off x="631913" y="635608"/>
              <a:ext cx="314109" cy="1071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8" name="Shape 6368"/>
            <p:cNvSpPr/>
            <p:nvPr/>
          </p:nvSpPr>
          <p:spPr>
            <a:xfrm>
              <a:off x="631913" y="990367"/>
              <a:ext cx="314109" cy="1071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69" name="Shape 6369"/>
            <p:cNvSpPr/>
            <p:nvPr/>
          </p:nvSpPr>
          <p:spPr>
            <a:xfrm>
              <a:off x="631913" y="1345125"/>
              <a:ext cx="314109" cy="1034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70" name="Shape 6370"/>
            <p:cNvSpPr/>
            <p:nvPr/>
          </p:nvSpPr>
          <p:spPr>
            <a:xfrm>
              <a:off x="631913" y="1696188"/>
              <a:ext cx="314109" cy="1071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71" name="Shape 6371"/>
            <p:cNvSpPr/>
            <p:nvPr/>
          </p:nvSpPr>
          <p:spPr>
            <a:xfrm>
              <a:off x="0" y="709517"/>
              <a:ext cx="524747" cy="1034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16200"/>
                    <a:pt x="0" y="10800"/>
                  </a:cubicBezTo>
                  <a:cubicBezTo>
                    <a:pt x="0" y="5400"/>
                    <a:pt x="1080" y="0"/>
                    <a:pt x="2160" y="0"/>
                  </a:cubicBezTo>
                  <a:cubicBezTo>
                    <a:pt x="19440" y="0"/>
                    <a:pt x="19440" y="0"/>
                    <a:pt x="19440" y="0"/>
                  </a:cubicBezTo>
                  <a:cubicBezTo>
                    <a:pt x="20520" y="0"/>
                    <a:pt x="21600" y="5400"/>
                    <a:pt x="21600" y="10800"/>
                  </a:cubicBezTo>
                  <a:cubicBezTo>
                    <a:pt x="21600" y="16200"/>
                    <a:pt x="20520" y="21600"/>
                    <a:pt x="1944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72" name="Shape 6372"/>
            <p:cNvSpPr/>
            <p:nvPr/>
          </p:nvSpPr>
          <p:spPr>
            <a:xfrm>
              <a:off x="210637" y="709517"/>
              <a:ext cx="103472" cy="10236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21041"/>
                    <a:pt x="0" y="20483"/>
                  </a:cubicBezTo>
                  <a:cubicBezTo>
                    <a:pt x="0" y="1117"/>
                    <a:pt x="0" y="1117"/>
                    <a:pt x="0" y="1117"/>
                  </a:cubicBezTo>
                  <a:cubicBezTo>
                    <a:pt x="0" y="559"/>
                    <a:pt x="5400" y="0"/>
                    <a:pt x="10800" y="0"/>
                  </a:cubicBezTo>
                  <a:cubicBezTo>
                    <a:pt x="16200" y="0"/>
                    <a:pt x="21600" y="559"/>
                    <a:pt x="21600" y="1117"/>
                  </a:cubicBezTo>
                  <a:cubicBezTo>
                    <a:pt x="21600" y="20483"/>
                    <a:pt x="21600" y="20483"/>
                    <a:pt x="21600" y="20483"/>
                  </a:cubicBezTo>
                  <a:cubicBezTo>
                    <a:pt x="21600" y="21041"/>
                    <a:pt x="16200" y="21600"/>
                    <a:pt x="10800"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374" name="Shape 6374"/>
          <p:cNvSpPr/>
          <p:nvPr/>
        </p:nvSpPr>
        <p:spPr>
          <a:xfrm>
            <a:off x="303300"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Otros servicios</a:t>
            </a:r>
          </a:p>
        </p:txBody>
      </p:sp>
      <p:sp>
        <p:nvSpPr>
          <p:cNvPr id="6375" name="Shape 6375"/>
          <p:cNvSpPr/>
          <p:nvPr/>
        </p:nvSpPr>
        <p:spPr>
          <a:xfrm>
            <a:off x="-76200" y="13288717"/>
            <a:ext cx="24447500" cy="439984"/>
          </a:xfrm>
          <a:prstGeom prst="rect">
            <a:avLst/>
          </a:prstGeom>
          <a:solidFill>
            <a:srgbClr val="144973"/>
          </a:solidFill>
          <a:ln w="25400">
            <a:solidFill>
              <a:srgbClr val="144973"/>
            </a:solidFill>
            <a:miter lim="400000"/>
          </a:ln>
        </p:spPr>
        <p:txBody>
          <a:bodyPr lIns="50800" tIns="50800" rIns="50800" bIns="50800" anchor="ctr"/>
          <a:lstStyle/>
          <a:p>
            <a:pPr>
              <a:defRPr sz="4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 grpId="1" fill="hold">
                                  <p:stCondLst>
                                    <p:cond delay="0"/>
                                  </p:stCondLst>
                                  <p:iterate type="el" backwards="0">
                                    <p:tmAbs val="0"/>
                                  </p:iterate>
                                  <p:childTnLst>
                                    <p:set>
                                      <p:cBhvr>
                                        <p:cTn id="6" fill="hold"/>
                                        <p:tgtEl>
                                          <p:spTgt spid="6334"/>
                                        </p:tgtEl>
                                        <p:attrNameLst>
                                          <p:attrName>style.visibility</p:attrName>
                                        </p:attrNameLst>
                                      </p:cBhvr>
                                      <p:to>
                                        <p:strVal val="visible"/>
                                      </p:to>
                                    </p:set>
                                    <p:anim calcmode="lin" valueType="num">
                                      <p:cBhvr>
                                        <p:cTn id="7" dur="500" fill="hold"/>
                                        <p:tgtEl>
                                          <p:spTgt spid="6334"/>
                                        </p:tgtEl>
                                        <p:attrNameLst>
                                          <p:attrName>ppt_x</p:attrName>
                                        </p:attrNameLst>
                                      </p:cBhvr>
                                      <p:tavLst>
                                        <p:tav tm="0">
                                          <p:val>
                                            <p:strVal val="#ppt_x"/>
                                          </p:val>
                                        </p:tav>
                                        <p:tav tm="100000">
                                          <p:val>
                                            <p:strVal val="#ppt_x"/>
                                          </p:val>
                                        </p:tav>
                                      </p:tavLst>
                                    </p:anim>
                                    <p:anim calcmode="lin" valueType="num">
                                      <p:cBhvr>
                                        <p:cTn id="8" dur="500" fill="hold"/>
                                        <p:tgtEl>
                                          <p:spTgt spid="6334"/>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Class="entr" nodeType="afterEffect" presetSubtype="4" presetID="2" grpId="2" fill="hold">
                                  <p:stCondLst>
                                    <p:cond delay="0"/>
                                  </p:stCondLst>
                                  <p:iterate type="el" backwards="0">
                                    <p:tmAbs val="0"/>
                                  </p:iterate>
                                  <p:childTnLst>
                                    <p:set>
                                      <p:cBhvr>
                                        <p:cTn id="11" fill="hold"/>
                                        <p:tgtEl>
                                          <p:spTgt spid="6335"/>
                                        </p:tgtEl>
                                        <p:attrNameLst>
                                          <p:attrName>style.visibility</p:attrName>
                                        </p:attrNameLst>
                                      </p:cBhvr>
                                      <p:to>
                                        <p:strVal val="visible"/>
                                      </p:to>
                                    </p:set>
                                    <p:anim calcmode="lin" valueType="num">
                                      <p:cBhvr>
                                        <p:cTn id="12" dur="500" fill="hold"/>
                                        <p:tgtEl>
                                          <p:spTgt spid="6335"/>
                                        </p:tgtEl>
                                        <p:attrNameLst>
                                          <p:attrName>ppt_x</p:attrName>
                                        </p:attrNameLst>
                                      </p:cBhvr>
                                      <p:tavLst>
                                        <p:tav tm="0">
                                          <p:val>
                                            <p:strVal val="#ppt_x"/>
                                          </p:val>
                                        </p:tav>
                                        <p:tav tm="100000">
                                          <p:val>
                                            <p:strVal val="#ppt_x"/>
                                          </p:val>
                                        </p:tav>
                                      </p:tavLst>
                                    </p:anim>
                                    <p:anim calcmode="lin" valueType="num">
                                      <p:cBhvr>
                                        <p:cTn id="13" dur="500" fill="hold"/>
                                        <p:tgtEl>
                                          <p:spTgt spid="633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Class="entr" nodeType="afterEffect" presetSubtype="1" presetID="2" grpId="3" fill="hold">
                                  <p:stCondLst>
                                    <p:cond delay="0"/>
                                  </p:stCondLst>
                                  <p:iterate type="el" backwards="0">
                                    <p:tmAbs val="0"/>
                                  </p:iterate>
                                  <p:childTnLst>
                                    <p:set>
                                      <p:cBhvr>
                                        <p:cTn id="16" fill="hold"/>
                                        <p:tgtEl>
                                          <p:spTgt spid="6336"/>
                                        </p:tgtEl>
                                        <p:attrNameLst>
                                          <p:attrName>style.visibility</p:attrName>
                                        </p:attrNameLst>
                                      </p:cBhvr>
                                      <p:to>
                                        <p:strVal val="visible"/>
                                      </p:to>
                                    </p:set>
                                    <p:anim calcmode="lin" valueType="num">
                                      <p:cBhvr>
                                        <p:cTn id="17" dur="500" fill="hold"/>
                                        <p:tgtEl>
                                          <p:spTgt spid="6336"/>
                                        </p:tgtEl>
                                        <p:attrNameLst>
                                          <p:attrName>ppt_x</p:attrName>
                                        </p:attrNameLst>
                                      </p:cBhvr>
                                      <p:tavLst>
                                        <p:tav tm="0">
                                          <p:val>
                                            <p:strVal val="#ppt_x"/>
                                          </p:val>
                                        </p:tav>
                                        <p:tav tm="100000">
                                          <p:val>
                                            <p:strVal val="#ppt_x"/>
                                          </p:val>
                                        </p:tav>
                                      </p:tavLst>
                                    </p:anim>
                                    <p:anim calcmode="lin" valueType="num">
                                      <p:cBhvr>
                                        <p:cTn id="18" dur="500" fill="hold"/>
                                        <p:tgtEl>
                                          <p:spTgt spid="6336"/>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Class="entr" nodeType="afterEffect" presetSubtype="4" presetID="2" grpId="4" fill="hold">
                                  <p:stCondLst>
                                    <p:cond delay="0"/>
                                  </p:stCondLst>
                                  <p:iterate type="el" backwards="0">
                                    <p:tmAbs val="0"/>
                                  </p:iterate>
                                  <p:childTnLst>
                                    <p:set>
                                      <p:cBhvr>
                                        <p:cTn id="21" fill="hold"/>
                                        <p:tgtEl>
                                          <p:spTgt spid="6356"/>
                                        </p:tgtEl>
                                        <p:attrNameLst>
                                          <p:attrName>style.visibility</p:attrName>
                                        </p:attrNameLst>
                                      </p:cBhvr>
                                      <p:to>
                                        <p:strVal val="visible"/>
                                      </p:to>
                                    </p:set>
                                    <p:anim calcmode="lin" valueType="num">
                                      <p:cBhvr>
                                        <p:cTn id="22" dur="500" fill="hold"/>
                                        <p:tgtEl>
                                          <p:spTgt spid="6356"/>
                                        </p:tgtEl>
                                        <p:attrNameLst>
                                          <p:attrName>ppt_x</p:attrName>
                                        </p:attrNameLst>
                                      </p:cBhvr>
                                      <p:tavLst>
                                        <p:tav tm="0">
                                          <p:val>
                                            <p:strVal val="#ppt_x"/>
                                          </p:val>
                                        </p:tav>
                                        <p:tav tm="100000">
                                          <p:val>
                                            <p:strVal val="#ppt_x"/>
                                          </p:val>
                                        </p:tav>
                                      </p:tavLst>
                                    </p:anim>
                                    <p:anim calcmode="lin" valueType="num">
                                      <p:cBhvr>
                                        <p:cTn id="23" dur="500" fill="hold"/>
                                        <p:tgtEl>
                                          <p:spTgt spid="6356"/>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Class="entr" nodeType="afterEffect" presetID="9" grpId="5" fill="hold">
                                  <p:stCondLst>
                                    <p:cond delay="0"/>
                                  </p:stCondLst>
                                  <p:iterate type="el" backwards="0">
                                    <p:tmAbs val="0"/>
                                  </p:iterate>
                                  <p:childTnLst>
                                    <p:set>
                                      <p:cBhvr>
                                        <p:cTn id="26" fill="hold"/>
                                        <p:tgtEl>
                                          <p:spTgt spid="6357"/>
                                        </p:tgtEl>
                                        <p:attrNameLst>
                                          <p:attrName>style.visibility</p:attrName>
                                        </p:attrNameLst>
                                      </p:cBhvr>
                                      <p:to>
                                        <p:strVal val="visible"/>
                                      </p:to>
                                    </p:set>
                                    <p:animEffect filter="dissolve" transition="in">
                                      <p:cBhvr>
                                        <p:cTn id="27" dur="500"/>
                                        <p:tgtEl>
                                          <p:spTgt spid="6357"/>
                                        </p:tgtEl>
                                      </p:cBhvr>
                                    </p:animEffect>
                                  </p:childTnLst>
                                </p:cTn>
                              </p:par>
                            </p:childTnLst>
                          </p:cTn>
                        </p:par>
                        <p:par>
                          <p:cTn id="28" fill="hold">
                            <p:stCondLst>
                              <p:cond delay="2500"/>
                            </p:stCondLst>
                            <p:childTnLst>
                              <p:par>
                                <p:cTn id="29" presetClass="entr" nodeType="afterEffect" presetID="9" grpId="6" fill="hold">
                                  <p:stCondLst>
                                    <p:cond delay="0"/>
                                  </p:stCondLst>
                                  <p:iterate type="el" backwards="0">
                                    <p:tmAbs val="0"/>
                                  </p:iterate>
                                  <p:childTnLst>
                                    <p:set>
                                      <p:cBhvr>
                                        <p:cTn id="30" fill="hold"/>
                                        <p:tgtEl>
                                          <p:spTgt spid="6358"/>
                                        </p:tgtEl>
                                        <p:attrNameLst>
                                          <p:attrName>style.visibility</p:attrName>
                                        </p:attrNameLst>
                                      </p:cBhvr>
                                      <p:to>
                                        <p:strVal val="visible"/>
                                      </p:to>
                                    </p:set>
                                    <p:animEffect filter="dissolve" transition="in">
                                      <p:cBhvr>
                                        <p:cTn id="31" dur="500"/>
                                        <p:tgtEl>
                                          <p:spTgt spid="6358"/>
                                        </p:tgtEl>
                                      </p:cBhvr>
                                    </p:animEffect>
                                  </p:childTnLst>
                                </p:cTn>
                              </p:par>
                            </p:childTnLst>
                          </p:cTn>
                        </p:par>
                        <p:par>
                          <p:cTn id="32" fill="hold">
                            <p:stCondLst>
                              <p:cond delay="3000"/>
                            </p:stCondLst>
                            <p:childTnLst>
                              <p:par>
                                <p:cTn id="33" presetClass="entr" nodeType="afterEffect" presetID="9" grpId="7" fill="hold">
                                  <p:stCondLst>
                                    <p:cond delay="0"/>
                                  </p:stCondLst>
                                  <p:iterate type="el" backwards="0">
                                    <p:tmAbs val="0"/>
                                  </p:iterate>
                                  <p:childTnLst>
                                    <p:set>
                                      <p:cBhvr>
                                        <p:cTn id="34" fill="hold"/>
                                        <p:tgtEl>
                                          <p:spTgt spid="6347"/>
                                        </p:tgtEl>
                                        <p:attrNameLst>
                                          <p:attrName>style.visibility</p:attrName>
                                        </p:attrNameLst>
                                      </p:cBhvr>
                                      <p:to>
                                        <p:strVal val="visible"/>
                                      </p:to>
                                    </p:set>
                                    <p:animEffect filter="dissolve" transition="in">
                                      <p:cBhvr>
                                        <p:cTn id="35" dur="500"/>
                                        <p:tgtEl>
                                          <p:spTgt spid="6347"/>
                                        </p:tgtEl>
                                      </p:cBhvr>
                                    </p:animEffect>
                                  </p:childTnLst>
                                </p:cTn>
                              </p:par>
                            </p:childTnLst>
                          </p:cTn>
                        </p:par>
                        <p:par>
                          <p:cTn id="36" fill="hold">
                            <p:stCondLst>
                              <p:cond delay="3500"/>
                            </p:stCondLst>
                            <p:childTnLst>
                              <p:par>
                                <p:cTn id="37" presetClass="entr" nodeType="afterEffect" presetID="9" grpId="8" fill="hold">
                                  <p:stCondLst>
                                    <p:cond delay="0"/>
                                  </p:stCondLst>
                                  <p:iterate type="el" backwards="0">
                                    <p:tmAbs val="0"/>
                                  </p:iterate>
                                  <p:childTnLst>
                                    <p:set>
                                      <p:cBhvr>
                                        <p:cTn id="38" fill="hold"/>
                                        <p:tgtEl>
                                          <p:spTgt spid="6348"/>
                                        </p:tgtEl>
                                        <p:attrNameLst>
                                          <p:attrName>style.visibility</p:attrName>
                                        </p:attrNameLst>
                                      </p:cBhvr>
                                      <p:to>
                                        <p:strVal val="visible"/>
                                      </p:to>
                                    </p:set>
                                    <p:animEffect filter="dissolve" transition="in">
                                      <p:cBhvr>
                                        <p:cTn id="39" dur="500"/>
                                        <p:tgtEl>
                                          <p:spTgt spid="6348"/>
                                        </p:tgtEl>
                                      </p:cBhvr>
                                    </p:animEffect>
                                  </p:childTnLst>
                                </p:cTn>
                              </p:par>
                            </p:childTnLst>
                          </p:cTn>
                        </p:par>
                        <p:par>
                          <p:cTn id="40" fill="hold">
                            <p:stCondLst>
                              <p:cond delay="4000"/>
                            </p:stCondLst>
                            <p:childTnLst>
                              <p:par>
                                <p:cTn id="41" presetClass="entr" nodeType="afterEffect" presetID="9" grpId="9" fill="hold">
                                  <p:stCondLst>
                                    <p:cond delay="0"/>
                                  </p:stCondLst>
                                  <p:iterate type="el" backwards="0">
                                    <p:tmAbs val="0"/>
                                  </p:iterate>
                                  <p:childTnLst>
                                    <p:set>
                                      <p:cBhvr>
                                        <p:cTn id="42" fill="hold"/>
                                        <p:tgtEl>
                                          <p:spTgt spid="6352"/>
                                        </p:tgtEl>
                                        <p:attrNameLst>
                                          <p:attrName>style.visibility</p:attrName>
                                        </p:attrNameLst>
                                      </p:cBhvr>
                                      <p:to>
                                        <p:strVal val="visible"/>
                                      </p:to>
                                    </p:set>
                                    <p:animEffect filter="dissolve" transition="in">
                                      <p:cBhvr>
                                        <p:cTn id="43" dur="500"/>
                                        <p:tgtEl>
                                          <p:spTgt spid="6352"/>
                                        </p:tgtEl>
                                      </p:cBhvr>
                                    </p:animEffect>
                                  </p:childTnLst>
                                </p:cTn>
                              </p:par>
                            </p:childTnLst>
                          </p:cTn>
                        </p:par>
                        <p:par>
                          <p:cTn id="44" fill="hold">
                            <p:stCondLst>
                              <p:cond delay="4500"/>
                            </p:stCondLst>
                            <p:childTnLst>
                              <p:par>
                                <p:cTn id="45" presetClass="entr" nodeType="afterEffect" presetID="9" grpId="10" fill="hold">
                                  <p:stCondLst>
                                    <p:cond delay="0"/>
                                  </p:stCondLst>
                                  <p:iterate type="el" backwards="0">
                                    <p:tmAbs val="0"/>
                                  </p:iterate>
                                  <p:childTnLst>
                                    <p:set>
                                      <p:cBhvr>
                                        <p:cTn id="46" fill="hold"/>
                                        <p:tgtEl>
                                          <p:spTgt spid="6353"/>
                                        </p:tgtEl>
                                        <p:attrNameLst>
                                          <p:attrName>style.visibility</p:attrName>
                                        </p:attrNameLst>
                                      </p:cBhvr>
                                      <p:to>
                                        <p:strVal val="visible"/>
                                      </p:to>
                                    </p:set>
                                    <p:animEffect filter="dissolve" transition="in">
                                      <p:cBhvr>
                                        <p:cTn id="47" dur="500"/>
                                        <p:tgtEl>
                                          <p:spTgt spid="6353"/>
                                        </p:tgtEl>
                                      </p:cBhvr>
                                    </p:animEffect>
                                  </p:childTnLst>
                                </p:cTn>
                              </p:par>
                            </p:childTnLst>
                          </p:cTn>
                        </p:par>
                        <p:par>
                          <p:cTn id="48" fill="hold">
                            <p:stCondLst>
                              <p:cond delay="5000"/>
                            </p:stCondLst>
                            <p:childTnLst>
                              <p:par>
                                <p:cTn id="49" presetClass="entr" nodeType="afterEffect" presetID="9" grpId="11" fill="hold">
                                  <p:stCondLst>
                                    <p:cond delay="0"/>
                                  </p:stCondLst>
                                  <p:iterate type="el" backwards="0">
                                    <p:tmAbs val="0"/>
                                  </p:iterate>
                                  <p:childTnLst>
                                    <p:set>
                                      <p:cBhvr>
                                        <p:cTn id="50" fill="hold"/>
                                        <p:tgtEl>
                                          <p:spTgt spid="6342"/>
                                        </p:tgtEl>
                                        <p:attrNameLst>
                                          <p:attrName>style.visibility</p:attrName>
                                        </p:attrNameLst>
                                      </p:cBhvr>
                                      <p:to>
                                        <p:strVal val="visible"/>
                                      </p:to>
                                    </p:set>
                                    <p:animEffect filter="dissolve" transition="in">
                                      <p:cBhvr>
                                        <p:cTn id="51" dur="500"/>
                                        <p:tgtEl>
                                          <p:spTgt spid="6342"/>
                                        </p:tgtEl>
                                      </p:cBhvr>
                                    </p:animEffect>
                                  </p:childTnLst>
                                </p:cTn>
                              </p:par>
                            </p:childTnLst>
                          </p:cTn>
                        </p:par>
                        <p:par>
                          <p:cTn id="52" fill="hold">
                            <p:stCondLst>
                              <p:cond delay="5500"/>
                            </p:stCondLst>
                            <p:childTnLst>
                              <p:par>
                                <p:cTn id="53" presetClass="entr" nodeType="afterEffect" presetID="9" grpId="12" fill="hold">
                                  <p:stCondLst>
                                    <p:cond delay="0"/>
                                  </p:stCondLst>
                                  <p:iterate type="el" backwards="0">
                                    <p:tmAbs val="0"/>
                                  </p:iterate>
                                  <p:childTnLst>
                                    <p:set>
                                      <p:cBhvr>
                                        <p:cTn id="54" fill="hold"/>
                                        <p:tgtEl>
                                          <p:spTgt spid="6343"/>
                                        </p:tgtEl>
                                        <p:attrNameLst>
                                          <p:attrName>style.visibility</p:attrName>
                                        </p:attrNameLst>
                                      </p:cBhvr>
                                      <p:to>
                                        <p:strVal val="visible"/>
                                      </p:to>
                                    </p:set>
                                    <p:animEffect filter="dissolve" transition="in">
                                      <p:cBhvr>
                                        <p:cTn id="55" dur="500"/>
                                        <p:tgtEl>
                                          <p:spTgt spid="6343"/>
                                        </p:tgtEl>
                                      </p:cBhvr>
                                    </p:animEffect>
                                  </p:childTnLst>
                                </p:cTn>
                              </p:par>
                            </p:childTnLst>
                          </p:cTn>
                        </p:par>
                        <p:par>
                          <p:cTn id="56" fill="hold">
                            <p:stCondLst>
                              <p:cond delay="6000"/>
                            </p:stCondLst>
                            <p:childTnLst>
                              <p:par>
                                <p:cTn id="57" presetClass="entr" nodeType="afterEffect" presetID="9" grpId="13" fill="hold">
                                  <p:stCondLst>
                                    <p:cond delay="0"/>
                                  </p:stCondLst>
                                  <p:iterate type="el" backwards="0">
                                    <p:tmAbs val="0"/>
                                  </p:iterate>
                                  <p:childTnLst>
                                    <p:set>
                                      <p:cBhvr>
                                        <p:cTn id="58" fill="hold"/>
                                        <p:tgtEl>
                                          <p:spTgt spid="6337"/>
                                        </p:tgtEl>
                                        <p:attrNameLst>
                                          <p:attrName>style.visibility</p:attrName>
                                        </p:attrNameLst>
                                      </p:cBhvr>
                                      <p:to>
                                        <p:strVal val="visible"/>
                                      </p:to>
                                    </p:set>
                                    <p:animEffect filter="dissolve" transition="in">
                                      <p:cBhvr>
                                        <p:cTn id="59" dur="500"/>
                                        <p:tgtEl>
                                          <p:spTgt spid="6337"/>
                                        </p:tgtEl>
                                      </p:cBhvr>
                                    </p:animEffect>
                                  </p:childTnLst>
                                </p:cTn>
                              </p:par>
                            </p:childTnLst>
                          </p:cTn>
                        </p:par>
                        <p:par>
                          <p:cTn id="60" fill="hold">
                            <p:stCondLst>
                              <p:cond delay="6500"/>
                            </p:stCondLst>
                            <p:childTnLst>
                              <p:par>
                                <p:cTn id="61" presetClass="entr" nodeType="afterEffect" presetID="9" grpId="14" fill="hold">
                                  <p:stCondLst>
                                    <p:cond delay="0"/>
                                  </p:stCondLst>
                                  <p:iterate type="el" backwards="0">
                                    <p:tmAbs val="0"/>
                                  </p:iterate>
                                  <p:childTnLst>
                                    <p:set>
                                      <p:cBhvr>
                                        <p:cTn id="62" fill="hold"/>
                                        <p:tgtEl>
                                          <p:spTgt spid="6338"/>
                                        </p:tgtEl>
                                        <p:attrNameLst>
                                          <p:attrName>style.visibility</p:attrName>
                                        </p:attrNameLst>
                                      </p:cBhvr>
                                      <p:to>
                                        <p:strVal val="visible"/>
                                      </p:to>
                                    </p:set>
                                    <p:animEffect filter="dissolve" transition="in">
                                      <p:cBhvr>
                                        <p:cTn id="63" dur="500"/>
                                        <p:tgtEl>
                                          <p:spTgt spid="6338"/>
                                        </p:tgtEl>
                                      </p:cBhvr>
                                    </p:animEffect>
                                  </p:childTnLst>
                                </p:cTn>
                              </p:par>
                            </p:childTnLst>
                          </p:cTn>
                        </p:par>
                        <p:par>
                          <p:cTn id="64" fill="hold">
                            <p:stCondLst>
                              <p:cond delay="7000"/>
                            </p:stCondLst>
                            <p:childTnLst>
                              <p:par>
                                <p:cTn id="65" presetClass="entr" nodeType="afterEffect" presetSubtype="16" presetID="23" grpId="15" fill="hold">
                                  <p:stCondLst>
                                    <p:cond delay="0"/>
                                  </p:stCondLst>
                                  <p:iterate type="el" backwards="0">
                                    <p:tmAbs val="0"/>
                                  </p:iterate>
                                  <p:childTnLst>
                                    <p:set>
                                      <p:cBhvr>
                                        <p:cTn id="66" fill="hold"/>
                                        <p:tgtEl>
                                          <p:spTgt spid="6361"/>
                                        </p:tgtEl>
                                        <p:attrNameLst>
                                          <p:attrName>style.visibility</p:attrName>
                                        </p:attrNameLst>
                                      </p:cBhvr>
                                      <p:to>
                                        <p:strVal val="visible"/>
                                      </p:to>
                                    </p:set>
                                    <p:anim calcmode="lin" valueType="num">
                                      <p:cBhvr>
                                        <p:cTn id="67" dur="500" fill="hold"/>
                                        <p:tgtEl>
                                          <p:spTgt spid="6361"/>
                                        </p:tgtEl>
                                        <p:attrNameLst>
                                          <p:attrName>ppt_w</p:attrName>
                                        </p:attrNameLst>
                                      </p:cBhvr>
                                      <p:tavLst>
                                        <p:tav tm="0">
                                          <p:val>
                                            <p:fltVal val="0"/>
                                          </p:val>
                                        </p:tav>
                                        <p:tav tm="100000">
                                          <p:val>
                                            <p:strVal val="#ppt_w"/>
                                          </p:val>
                                        </p:tav>
                                      </p:tavLst>
                                    </p:anim>
                                    <p:anim calcmode="lin" valueType="num">
                                      <p:cBhvr>
                                        <p:cTn id="68" dur="500" fill="hold"/>
                                        <p:tgtEl>
                                          <p:spTgt spid="6361"/>
                                        </p:tgtEl>
                                        <p:attrNameLst>
                                          <p:attrName>ppt_h</p:attrName>
                                        </p:attrNameLst>
                                      </p:cBhvr>
                                      <p:tavLst>
                                        <p:tav tm="0">
                                          <p:val>
                                            <p:fltVal val="0"/>
                                          </p:val>
                                        </p:tav>
                                        <p:tav tm="100000">
                                          <p:val>
                                            <p:strVal val="#ppt_h"/>
                                          </p:val>
                                        </p:tav>
                                      </p:tavLst>
                                    </p:anim>
                                  </p:childTnLst>
                                </p:cTn>
                              </p:par>
                            </p:childTnLst>
                          </p:cTn>
                        </p:par>
                        <p:par>
                          <p:cTn id="69" fill="hold">
                            <p:stCondLst>
                              <p:cond delay="7500"/>
                            </p:stCondLst>
                            <p:childTnLst>
                              <p:par>
                                <p:cTn id="70" presetClass="entr" nodeType="afterEffect" presetSubtype="16" presetID="23" grpId="16" fill="hold">
                                  <p:stCondLst>
                                    <p:cond delay="0"/>
                                  </p:stCondLst>
                                  <p:iterate type="el" backwards="0">
                                    <p:tmAbs val="0"/>
                                  </p:iterate>
                                  <p:childTnLst>
                                    <p:set>
                                      <p:cBhvr>
                                        <p:cTn id="71" fill="hold"/>
                                        <p:tgtEl>
                                          <p:spTgt spid="6351"/>
                                        </p:tgtEl>
                                        <p:attrNameLst>
                                          <p:attrName>style.visibility</p:attrName>
                                        </p:attrNameLst>
                                      </p:cBhvr>
                                      <p:to>
                                        <p:strVal val="visible"/>
                                      </p:to>
                                    </p:set>
                                    <p:anim calcmode="lin" valueType="num">
                                      <p:cBhvr>
                                        <p:cTn id="72" dur="500" fill="hold"/>
                                        <p:tgtEl>
                                          <p:spTgt spid="6351"/>
                                        </p:tgtEl>
                                        <p:attrNameLst>
                                          <p:attrName>ppt_w</p:attrName>
                                        </p:attrNameLst>
                                      </p:cBhvr>
                                      <p:tavLst>
                                        <p:tav tm="0">
                                          <p:val>
                                            <p:fltVal val="0"/>
                                          </p:val>
                                        </p:tav>
                                        <p:tav tm="100000">
                                          <p:val>
                                            <p:strVal val="#ppt_w"/>
                                          </p:val>
                                        </p:tav>
                                      </p:tavLst>
                                    </p:anim>
                                    <p:anim calcmode="lin" valueType="num">
                                      <p:cBhvr>
                                        <p:cTn id="73" dur="500" fill="hold"/>
                                        <p:tgtEl>
                                          <p:spTgt spid="6351"/>
                                        </p:tgtEl>
                                        <p:attrNameLst>
                                          <p:attrName>ppt_h</p:attrName>
                                        </p:attrNameLst>
                                      </p:cBhvr>
                                      <p:tavLst>
                                        <p:tav tm="0">
                                          <p:val>
                                            <p:fltVal val="0"/>
                                          </p:val>
                                        </p:tav>
                                        <p:tav tm="100000">
                                          <p:val>
                                            <p:strVal val="#ppt_h"/>
                                          </p:val>
                                        </p:tav>
                                      </p:tavLst>
                                    </p:anim>
                                  </p:childTnLst>
                                </p:cTn>
                              </p:par>
                            </p:childTnLst>
                          </p:cTn>
                        </p:par>
                        <p:par>
                          <p:cTn id="74" fill="hold">
                            <p:stCondLst>
                              <p:cond delay="8000"/>
                            </p:stCondLst>
                            <p:childTnLst>
                              <p:par>
                                <p:cTn id="75" presetClass="entr" nodeType="afterEffect" presetSubtype="16" presetID="23" grpId="17" fill="hold">
                                  <p:stCondLst>
                                    <p:cond delay="0"/>
                                  </p:stCondLst>
                                  <p:iterate type="el" backwards="0">
                                    <p:tmAbs val="0"/>
                                  </p:iterate>
                                  <p:childTnLst>
                                    <p:set>
                                      <p:cBhvr>
                                        <p:cTn id="76" fill="hold"/>
                                        <p:tgtEl>
                                          <p:spTgt spid="6346"/>
                                        </p:tgtEl>
                                        <p:attrNameLst>
                                          <p:attrName>style.visibility</p:attrName>
                                        </p:attrNameLst>
                                      </p:cBhvr>
                                      <p:to>
                                        <p:strVal val="visible"/>
                                      </p:to>
                                    </p:set>
                                    <p:anim calcmode="lin" valueType="num">
                                      <p:cBhvr>
                                        <p:cTn id="77" dur="500" fill="hold"/>
                                        <p:tgtEl>
                                          <p:spTgt spid="6346"/>
                                        </p:tgtEl>
                                        <p:attrNameLst>
                                          <p:attrName>ppt_w</p:attrName>
                                        </p:attrNameLst>
                                      </p:cBhvr>
                                      <p:tavLst>
                                        <p:tav tm="0">
                                          <p:val>
                                            <p:fltVal val="0"/>
                                          </p:val>
                                        </p:tav>
                                        <p:tav tm="100000">
                                          <p:val>
                                            <p:strVal val="#ppt_w"/>
                                          </p:val>
                                        </p:tav>
                                      </p:tavLst>
                                    </p:anim>
                                    <p:anim calcmode="lin" valueType="num">
                                      <p:cBhvr>
                                        <p:cTn id="78" dur="500" fill="hold"/>
                                        <p:tgtEl>
                                          <p:spTgt spid="6346"/>
                                        </p:tgtEl>
                                        <p:attrNameLst>
                                          <p:attrName>ppt_h</p:attrName>
                                        </p:attrNameLst>
                                      </p:cBhvr>
                                      <p:tavLst>
                                        <p:tav tm="0">
                                          <p:val>
                                            <p:fltVal val="0"/>
                                          </p:val>
                                        </p:tav>
                                        <p:tav tm="100000">
                                          <p:val>
                                            <p:strVal val="#ppt_h"/>
                                          </p:val>
                                        </p:tav>
                                      </p:tavLst>
                                    </p:anim>
                                  </p:childTnLst>
                                </p:cTn>
                              </p:par>
                            </p:childTnLst>
                          </p:cTn>
                        </p:par>
                        <p:par>
                          <p:cTn id="79" fill="hold">
                            <p:stCondLst>
                              <p:cond delay="8500"/>
                            </p:stCondLst>
                            <p:childTnLst>
                              <p:par>
                                <p:cTn id="80" presetClass="entr" nodeType="afterEffect" presetSubtype="16" presetID="23" grpId="18" fill="hold">
                                  <p:stCondLst>
                                    <p:cond delay="0"/>
                                  </p:stCondLst>
                                  <p:iterate type="el" backwards="0">
                                    <p:tmAbs val="0"/>
                                  </p:iterate>
                                  <p:childTnLst>
                                    <p:set>
                                      <p:cBhvr>
                                        <p:cTn id="81" fill="hold"/>
                                        <p:tgtEl>
                                          <p:spTgt spid="6341"/>
                                        </p:tgtEl>
                                        <p:attrNameLst>
                                          <p:attrName>style.visibility</p:attrName>
                                        </p:attrNameLst>
                                      </p:cBhvr>
                                      <p:to>
                                        <p:strVal val="visible"/>
                                      </p:to>
                                    </p:set>
                                    <p:anim calcmode="lin" valueType="num">
                                      <p:cBhvr>
                                        <p:cTn id="82" dur="500" fill="hold"/>
                                        <p:tgtEl>
                                          <p:spTgt spid="6341"/>
                                        </p:tgtEl>
                                        <p:attrNameLst>
                                          <p:attrName>ppt_w</p:attrName>
                                        </p:attrNameLst>
                                      </p:cBhvr>
                                      <p:tavLst>
                                        <p:tav tm="0">
                                          <p:val>
                                            <p:fltVal val="0"/>
                                          </p:val>
                                        </p:tav>
                                        <p:tav tm="100000">
                                          <p:val>
                                            <p:strVal val="#ppt_w"/>
                                          </p:val>
                                        </p:tav>
                                      </p:tavLst>
                                    </p:anim>
                                    <p:anim calcmode="lin" valueType="num">
                                      <p:cBhvr>
                                        <p:cTn id="83" dur="500" fill="hold"/>
                                        <p:tgtEl>
                                          <p:spTgt spid="6341"/>
                                        </p:tgtEl>
                                        <p:attrNameLst>
                                          <p:attrName>ppt_h</p:attrName>
                                        </p:attrNameLst>
                                      </p:cBhvr>
                                      <p:tavLst>
                                        <p:tav tm="0">
                                          <p:val>
                                            <p:fltVal val="0"/>
                                          </p:val>
                                        </p:tav>
                                        <p:tav tm="100000">
                                          <p:val>
                                            <p:strVal val="#ppt_h"/>
                                          </p:val>
                                        </p:tav>
                                      </p:tavLst>
                                    </p:anim>
                                  </p:childTnLst>
                                </p:cTn>
                              </p:par>
                            </p:childTnLst>
                          </p:cTn>
                        </p:par>
                        <p:par>
                          <p:cTn id="84" fill="hold">
                            <p:stCondLst>
                              <p:cond delay="9000"/>
                            </p:stCondLst>
                            <p:childTnLst>
                              <p:par>
                                <p:cTn id="85" presetClass="entr" nodeType="afterEffect" presetID="9" grpId="19" fill="hold">
                                  <p:stCondLst>
                                    <p:cond delay="0"/>
                                  </p:stCondLst>
                                  <p:iterate type="el" backwards="0">
                                    <p:tmAbs val="0"/>
                                  </p:iterate>
                                  <p:childTnLst>
                                    <p:set>
                                      <p:cBhvr>
                                        <p:cTn id="86" fill="hold"/>
                                        <p:tgtEl>
                                          <p:spTgt spid="6359"/>
                                        </p:tgtEl>
                                        <p:attrNameLst>
                                          <p:attrName>style.visibility</p:attrName>
                                        </p:attrNameLst>
                                      </p:cBhvr>
                                      <p:to>
                                        <p:strVal val="visible"/>
                                      </p:to>
                                    </p:set>
                                    <p:animEffect filter="dissolve" transition="in">
                                      <p:cBhvr>
                                        <p:cTn id="87" dur="500"/>
                                        <p:tgtEl>
                                          <p:spTgt spid="6359"/>
                                        </p:tgtEl>
                                      </p:cBhvr>
                                    </p:animEffect>
                                  </p:childTnLst>
                                </p:cTn>
                              </p:par>
                            </p:childTnLst>
                          </p:cTn>
                        </p:par>
                        <p:par>
                          <p:cTn id="88" fill="hold">
                            <p:stCondLst>
                              <p:cond delay="9500"/>
                            </p:stCondLst>
                            <p:childTnLst>
                              <p:par>
                                <p:cTn id="89" presetClass="entr" nodeType="afterEffect" presetID="9" grpId="20" fill="hold">
                                  <p:stCondLst>
                                    <p:cond delay="0"/>
                                  </p:stCondLst>
                                  <p:iterate type="el" backwards="0">
                                    <p:tmAbs val="0"/>
                                  </p:iterate>
                                  <p:childTnLst>
                                    <p:set>
                                      <p:cBhvr>
                                        <p:cTn id="90" fill="hold"/>
                                        <p:tgtEl>
                                          <p:spTgt spid="6349"/>
                                        </p:tgtEl>
                                        <p:attrNameLst>
                                          <p:attrName>style.visibility</p:attrName>
                                        </p:attrNameLst>
                                      </p:cBhvr>
                                      <p:to>
                                        <p:strVal val="visible"/>
                                      </p:to>
                                    </p:set>
                                    <p:animEffect filter="dissolve" transition="in">
                                      <p:cBhvr>
                                        <p:cTn id="91" dur="500"/>
                                        <p:tgtEl>
                                          <p:spTgt spid="6349"/>
                                        </p:tgtEl>
                                      </p:cBhvr>
                                    </p:animEffect>
                                  </p:childTnLst>
                                </p:cTn>
                              </p:par>
                            </p:childTnLst>
                          </p:cTn>
                        </p:par>
                        <p:par>
                          <p:cTn id="92" fill="hold">
                            <p:stCondLst>
                              <p:cond delay="10000"/>
                            </p:stCondLst>
                            <p:childTnLst>
                              <p:par>
                                <p:cTn id="93" presetClass="entr" nodeType="afterEffect" presetID="9" grpId="21" fill="hold">
                                  <p:stCondLst>
                                    <p:cond delay="0"/>
                                  </p:stCondLst>
                                  <p:iterate type="el" backwards="0">
                                    <p:tmAbs val="0"/>
                                  </p:iterate>
                                  <p:childTnLst>
                                    <p:set>
                                      <p:cBhvr>
                                        <p:cTn id="94" fill="hold"/>
                                        <p:tgtEl>
                                          <p:spTgt spid="6354"/>
                                        </p:tgtEl>
                                        <p:attrNameLst>
                                          <p:attrName>style.visibility</p:attrName>
                                        </p:attrNameLst>
                                      </p:cBhvr>
                                      <p:to>
                                        <p:strVal val="visible"/>
                                      </p:to>
                                    </p:set>
                                    <p:animEffect filter="dissolve" transition="in">
                                      <p:cBhvr>
                                        <p:cTn id="95" dur="500"/>
                                        <p:tgtEl>
                                          <p:spTgt spid="6354"/>
                                        </p:tgtEl>
                                      </p:cBhvr>
                                    </p:animEffect>
                                  </p:childTnLst>
                                </p:cTn>
                              </p:par>
                            </p:childTnLst>
                          </p:cTn>
                        </p:par>
                        <p:par>
                          <p:cTn id="96" fill="hold">
                            <p:stCondLst>
                              <p:cond delay="10500"/>
                            </p:stCondLst>
                            <p:childTnLst>
                              <p:par>
                                <p:cTn id="97" presetClass="entr" nodeType="afterEffect" presetID="9" grpId="22" fill="hold">
                                  <p:stCondLst>
                                    <p:cond delay="0"/>
                                  </p:stCondLst>
                                  <p:iterate type="el" backwards="0">
                                    <p:tmAbs val="0"/>
                                  </p:iterate>
                                  <p:childTnLst>
                                    <p:set>
                                      <p:cBhvr>
                                        <p:cTn id="98" fill="hold"/>
                                        <p:tgtEl>
                                          <p:spTgt spid="6344"/>
                                        </p:tgtEl>
                                        <p:attrNameLst>
                                          <p:attrName>style.visibility</p:attrName>
                                        </p:attrNameLst>
                                      </p:cBhvr>
                                      <p:to>
                                        <p:strVal val="visible"/>
                                      </p:to>
                                    </p:set>
                                    <p:animEffect filter="dissolve" transition="in">
                                      <p:cBhvr>
                                        <p:cTn id="99" dur="500"/>
                                        <p:tgtEl>
                                          <p:spTgt spid="6344"/>
                                        </p:tgtEl>
                                      </p:cBhvr>
                                    </p:animEffect>
                                  </p:childTnLst>
                                </p:cTn>
                              </p:par>
                            </p:childTnLst>
                          </p:cTn>
                        </p:par>
                        <p:par>
                          <p:cTn id="100" fill="hold">
                            <p:stCondLst>
                              <p:cond delay="11000"/>
                            </p:stCondLst>
                            <p:childTnLst>
                              <p:par>
                                <p:cTn id="101" presetClass="entr" nodeType="afterEffect" presetID="9" grpId="23" fill="hold">
                                  <p:stCondLst>
                                    <p:cond delay="0"/>
                                  </p:stCondLst>
                                  <p:iterate type="el" backwards="0">
                                    <p:tmAbs val="0"/>
                                  </p:iterate>
                                  <p:childTnLst>
                                    <p:set>
                                      <p:cBhvr>
                                        <p:cTn id="102" fill="hold"/>
                                        <p:tgtEl>
                                          <p:spTgt spid="6339"/>
                                        </p:tgtEl>
                                        <p:attrNameLst>
                                          <p:attrName>style.visibility</p:attrName>
                                        </p:attrNameLst>
                                      </p:cBhvr>
                                      <p:to>
                                        <p:strVal val="visible"/>
                                      </p:to>
                                    </p:set>
                                    <p:animEffect filter="dissolve" transition="in">
                                      <p:cBhvr>
                                        <p:cTn id="103" dur="500"/>
                                        <p:tgtEl>
                                          <p:spTgt spid="6339"/>
                                        </p:tgtEl>
                                      </p:cBhvr>
                                    </p:animEffect>
                                  </p:childTnLst>
                                </p:cTn>
                              </p:par>
                            </p:childTnLst>
                          </p:cTn>
                        </p:par>
                        <p:par>
                          <p:cTn id="104" fill="hold">
                            <p:stCondLst>
                              <p:cond delay="11500"/>
                            </p:stCondLst>
                            <p:childTnLst>
                              <p:par>
                                <p:cTn id="105" presetClass="entr" nodeType="afterEffect" presetID="9" grpId="24" fill="hold">
                                  <p:stCondLst>
                                    <p:cond delay="0"/>
                                  </p:stCondLst>
                                  <p:iterate type="el" backwards="0">
                                    <p:tmAbs val="0"/>
                                  </p:iterate>
                                  <p:childTnLst>
                                    <p:set>
                                      <p:cBhvr>
                                        <p:cTn id="106" fill="hold"/>
                                        <p:tgtEl>
                                          <p:spTgt spid="6360"/>
                                        </p:tgtEl>
                                        <p:attrNameLst>
                                          <p:attrName>style.visibility</p:attrName>
                                        </p:attrNameLst>
                                      </p:cBhvr>
                                      <p:to>
                                        <p:strVal val="visible"/>
                                      </p:to>
                                    </p:set>
                                    <p:animEffect filter="dissolve" transition="in">
                                      <p:cBhvr>
                                        <p:cTn id="107" dur="500"/>
                                        <p:tgtEl>
                                          <p:spTgt spid="6360"/>
                                        </p:tgtEl>
                                      </p:cBhvr>
                                    </p:animEffect>
                                  </p:childTnLst>
                                </p:cTn>
                              </p:par>
                            </p:childTnLst>
                          </p:cTn>
                        </p:par>
                        <p:par>
                          <p:cTn id="108" fill="hold">
                            <p:stCondLst>
                              <p:cond delay="12000"/>
                            </p:stCondLst>
                            <p:childTnLst>
                              <p:par>
                                <p:cTn id="109" presetClass="entr" nodeType="afterEffect" presetID="9" grpId="25" fill="hold">
                                  <p:stCondLst>
                                    <p:cond delay="0"/>
                                  </p:stCondLst>
                                  <p:iterate type="el" backwards="0">
                                    <p:tmAbs val="0"/>
                                  </p:iterate>
                                  <p:childTnLst>
                                    <p:set>
                                      <p:cBhvr>
                                        <p:cTn id="110" fill="hold"/>
                                        <p:tgtEl>
                                          <p:spTgt spid="6350"/>
                                        </p:tgtEl>
                                        <p:attrNameLst>
                                          <p:attrName>style.visibility</p:attrName>
                                        </p:attrNameLst>
                                      </p:cBhvr>
                                      <p:to>
                                        <p:strVal val="visible"/>
                                      </p:to>
                                    </p:set>
                                    <p:animEffect filter="dissolve" transition="in">
                                      <p:cBhvr>
                                        <p:cTn id="111" dur="500"/>
                                        <p:tgtEl>
                                          <p:spTgt spid="6350"/>
                                        </p:tgtEl>
                                      </p:cBhvr>
                                    </p:animEffect>
                                  </p:childTnLst>
                                </p:cTn>
                              </p:par>
                            </p:childTnLst>
                          </p:cTn>
                        </p:par>
                        <p:par>
                          <p:cTn id="112" fill="hold">
                            <p:stCondLst>
                              <p:cond delay="12500"/>
                            </p:stCondLst>
                            <p:childTnLst>
                              <p:par>
                                <p:cTn id="113" presetClass="entr" nodeType="afterEffect" presetID="9" grpId="26" fill="hold">
                                  <p:stCondLst>
                                    <p:cond delay="0"/>
                                  </p:stCondLst>
                                  <p:iterate type="el" backwards="0">
                                    <p:tmAbs val="0"/>
                                  </p:iterate>
                                  <p:childTnLst>
                                    <p:set>
                                      <p:cBhvr>
                                        <p:cTn id="114" fill="hold"/>
                                        <p:tgtEl>
                                          <p:spTgt spid="6355"/>
                                        </p:tgtEl>
                                        <p:attrNameLst>
                                          <p:attrName>style.visibility</p:attrName>
                                        </p:attrNameLst>
                                      </p:cBhvr>
                                      <p:to>
                                        <p:strVal val="visible"/>
                                      </p:to>
                                    </p:set>
                                    <p:animEffect filter="dissolve" transition="in">
                                      <p:cBhvr>
                                        <p:cTn id="115" dur="500"/>
                                        <p:tgtEl>
                                          <p:spTgt spid="6355"/>
                                        </p:tgtEl>
                                      </p:cBhvr>
                                    </p:animEffect>
                                  </p:childTnLst>
                                </p:cTn>
                              </p:par>
                            </p:childTnLst>
                          </p:cTn>
                        </p:par>
                        <p:par>
                          <p:cTn id="116" fill="hold">
                            <p:stCondLst>
                              <p:cond delay="13000"/>
                            </p:stCondLst>
                            <p:childTnLst>
                              <p:par>
                                <p:cTn id="117" presetClass="entr" nodeType="afterEffect" presetID="9" grpId="27" fill="hold">
                                  <p:stCondLst>
                                    <p:cond delay="0"/>
                                  </p:stCondLst>
                                  <p:iterate type="el" backwards="0">
                                    <p:tmAbs val="0"/>
                                  </p:iterate>
                                  <p:childTnLst>
                                    <p:set>
                                      <p:cBhvr>
                                        <p:cTn id="118" fill="hold"/>
                                        <p:tgtEl>
                                          <p:spTgt spid="6345"/>
                                        </p:tgtEl>
                                        <p:attrNameLst>
                                          <p:attrName>style.visibility</p:attrName>
                                        </p:attrNameLst>
                                      </p:cBhvr>
                                      <p:to>
                                        <p:strVal val="visible"/>
                                      </p:to>
                                    </p:set>
                                    <p:animEffect filter="dissolve" transition="in">
                                      <p:cBhvr>
                                        <p:cTn id="119" dur="500"/>
                                        <p:tgtEl>
                                          <p:spTgt spid="6345"/>
                                        </p:tgtEl>
                                      </p:cBhvr>
                                    </p:animEffect>
                                  </p:childTnLst>
                                </p:cTn>
                              </p:par>
                            </p:childTnLst>
                          </p:cTn>
                        </p:par>
                        <p:par>
                          <p:cTn id="120" fill="hold">
                            <p:stCondLst>
                              <p:cond delay="13500"/>
                            </p:stCondLst>
                            <p:childTnLst>
                              <p:par>
                                <p:cTn id="121" presetClass="entr" nodeType="afterEffect" presetID="9" grpId="28" fill="hold">
                                  <p:stCondLst>
                                    <p:cond delay="0"/>
                                  </p:stCondLst>
                                  <p:iterate type="el" backwards="0">
                                    <p:tmAbs val="0"/>
                                  </p:iterate>
                                  <p:childTnLst>
                                    <p:set>
                                      <p:cBhvr>
                                        <p:cTn id="122" fill="hold"/>
                                        <p:tgtEl>
                                          <p:spTgt spid="6340"/>
                                        </p:tgtEl>
                                        <p:attrNameLst>
                                          <p:attrName>style.visibility</p:attrName>
                                        </p:attrNameLst>
                                      </p:cBhvr>
                                      <p:to>
                                        <p:strVal val="visible"/>
                                      </p:to>
                                    </p:set>
                                    <p:animEffect filter="dissolve" transition="in">
                                      <p:cBhvr>
                                        <p:cTn id="123" dur="500"/>
                                        <p:tgtEl>
                                          <p:spTgt spid="634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361" grpId="15"/>
      <p:bldP build="whole" bldLvl="1" animBg="1" rev="0" advAuto="0" spid="6354" grpId="21"/>
      <p:bldP build="whole" bldLvl="1" animBg="1" rev="0" advAuto="0" spid="6353" grpId="10"/>
      <p:bldP build="whole" bldLvl="1" animBg="1" rev="0" advAuto="0" spid="6336" grpId="3"/>
      <p:bldP build="whole" bldLvl="1" animBg="1" rev="0" advAuto="0" spid="6337" grpId="13"/>
      <p:bldP build="whole" bldLvl="1" animBg="1" rev="0" advAuto="0" spid="6339" grpId="23"/>
      <p:bldP build="whole" bldLvl="1" animBg="1" rev="0" advAuto="0" spid="6360" grpId="24"/>
      <p:bldP build="whole" bldLvl="1" animBg="1" rev="0" advAuto="0" spid="6355" grpId="26"/>
      <p:bldP build="whole" bldLvl="1" animBg="1" rev="0" advAuto="0" spid="6345" grpId="27"/>
      <p:bldP build="whole" bldLvl="1" animBg="1" rev="0" advAuto="0" spid="6346" grpId="17"/>
      <p:bldP build="whole" bldLvl="1" animBg="1" rev="0" advAuto="0" spid="6349" grpId="20"/>
      <p:bldP build="whole" bldLvl="1" animBg="1" rev="0" advAuto="0" spid="6342" grpId="11"/>
      <p:bldP build="whole" bldLvl="1" animBg="1" rev="0" advAuto="0" spid="6340" grpId="28"/>
      <p:bldP build="whole" bldLvl="1" animBg="1" rev="0" advAuto="0" spid="6338" grpId="14"/>
      <p:bldP build="whole" bldLvl="1" animBg="1" rev="0" advAuto="0" spid="6356" grpId="4"/>
      <p:bldP build="whole" bldLvl="1" animBg="1" rev="0" advAuto="0" spid="6357" grpId="5"/>
      <p:bldP build="whole" bldLvl="1" animBg="1" rev="0" advAuto="0" spid="6343" grpId="12"/>
      <p:bldP build="whole" bldLvl="1" animBg="1" rev="0" advAuto="0" spid="6348" grpId="8"/>
      <p:bldP build="whole" bldLvl="1" animBg="1" rev="0" advAuto="0" spid="6352" grpId="9"/>
      <p:bldP build="whole" bldLvl="1" animBg="1" rev="0" advAuto="0" spid="6350" grpId="25"/>
      <p:bldP build="whole" bldLvl="1" animBg="1" rev="0" advAuto="0" spid="6351" grpId="16"/>
      <p:bldP build="whole" bldLvl="1" animBg="1" rev="0" advAuto="0" spid="6344" grpId="22"/>
      <p:bldP build="whole" bldLvl="1" animBg="1" rev="0" advAuto="0" spid="6347" grpId="7"/>
      <p:bldP build="whole" bldLvl="1" animBg="1" rev="0" advAuto="0" spid="6334" grpId="1"/>
      <p:bldP build="whole" bldLvl="1" animBg="1" rev="0" advAuto="0" spid="6341" grpId="18"/>
      <p:bldP build="whole" bldLvl="1" animBg="1" rev="0" advAuto="0" spid="6359" grpId="19"/>
      <p:bldP build="whole" bldLvl="1" animBg="1" rev="0" advAuto="0" spid="6335" grpId="2"/>
      <p:bldP build="whole" bldLvl="1" animBg="1" rev="0" advAuto="0" spid="6358" grpId="6"/>
    </p:bldLst>
  </p:timing>
</p:sld>
</file>

<file path=ppt/slides/slide18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377" name="Shape 6377"/>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SLIDES CON ICONOS</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sld>
</file>

<file path=ppt/slides/slide18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379" name="Shape 6379"/>
          <p:cNvSpPr/>
          <p:nvPr>
            <p:ph type="title"/>
          </p:nvPr>
        </p:nvSpPr>
        <p:spPr>
          <a:prstGeom prst="rect">
            <a:avLst/>
          </a:prstGeom>
        </p:spPr>
        <p:txBody>
          <a:bodyPr/>
          <a:lstStyle/>
          <a:p>
            <a:pPr/>
            <a:r>
              <a:t>INSTRUCCIONES</a:t>
            </a:r>
          </a:p>
        </p:txBody>
      </p:sp>
      <p:sp>
        <p:nvSpPr>
          <p:cNvPr id="6380" name="Shape 6380"/>
          <p:cNvSpPr/>
          <p:nvPr/>
        </p:nvSpPr>
        <p:spPr>
          <a:xfrm>
            <a:off x="493800" y="1386462"/>
            <a:ext cx="8307388"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sp>
        <p:nvSpPr>
          <p:cNvPr id="6381" name="Shape 6381"/>
          <p:cNvSpPr/>
          <p:nvPr/>
        </p:nvSpPr>
        <p:spPr>
          <a:xfrm>
            <a:off x="10357132" y="3421234"/>
            <a:ext cx="432022" cy="1065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39" y="1394"/>
                </a:moveTo>
                <a:lnTo>
                  <a:pt x="15868" y="0"/>
                </a:lnTo>
                <a:lnTo>
                  <a:pt x="5853" y="0"/>
                </a:lnTo>
                <a:lnTo>
                  <a:pt x="3861" y="1321"/>
                </a:lnTo>
                <a:lnTo>
                  <a:pt x="6154" y="4428"/>
                </a:lnTo>
                <a:lnTo>
                  <a:pt x="0" y="16805"/>
                </a:lnTo>
                <a:lnTo>
                  <a:pt x="10860" y="21600"/>
                </a:lnTo>
                <a:lnTo>
                  <a:pt x="21600" y="16805"/>
                </a:lnTo>
                <a:lnTo>
                  <a:pt x="15446" y="4428"/>
                </a:lnTo>
                <a:lnTo>
                  <a:pt x="17739" y="1394"/>
                </a:lnTo>
                <a:close/>
                <a:moveTo>
                  <a:pt x="7301" y="1101"/>
                </a:moveTo>
                <a:lnTo>
                  <a:pt x="14299" y="1101"/>
                </a:lnTo>
                <a:lnTo>
                  <a:pt x="14903" y="1517"/>
                </a:lnTo>
                <a:lnTo>
                  <a:pt x="13032" y="3841"/>
                </a:lnTo>
                <a:lnTo>
                  <a:pt x="8568" y="3841"/>
                </a:lnTo>
                <a:lnTo>
                  <a:pt x="6697" y="1517"/>
                </a:lnTo>
                <a:lnTo>
                  <a:pt x="7301" y="1101"/>
                </a:lnTo>
                <a:close/>
                <a:moveTo>
                  <a:pt x="4706" y="12794"/>
                </a:moveTo>
                <a:lnTo>
                  <a:pt x="16170" y="17637"/>
                </a:lnTo>
                <a:lnTo>
                  <a:pt x="13998" y="18567"/>
                </a:lnTo>
                <a:lnTo>
                  <a:pt x="3861" y="14482"/>
                </a:lnTo>
                <a:lnTo>
                  <a:pt x="4706" y="12794"/>
                </a:lnTo>
                <a:close/>
                <a:moveTo>
                  <a:pt x="5008" y="12158"/>
                </a:moveTo>
                <a:lnTo>
                  <a:pt x="5853" y="10470"/>
                </a:lnTo>
                <a:lnTo>
                  <a:pt x="18282" y="15778"/>
                </a:lnTo>
                <a:lnTo>
                  <a:pt x="18764" y="16463"/>
                </a:lnTo>
                <a:lnTo>
                  <a:pt x="17015" y="17221"/>
                </a:lnTo>
                <a:lnTo>
                  <a:pt x="5008" y="12158"/>
                </a:lnTo>
                <a:close/>
                <a:moveTo>
                  <a:pt x="6154" y="9834"/>
                </a:moveTo>
                <a:lnTo>
                  <a:pt x="6999" y="8268"/>
                </a:lnTo>
                <a:lnTo>
                  <a:pt x="16592" y="12158"/>
                </a:lnTo>
                <a:lnTo>
                  <a:pt x="17859" y="14775"/>
                </a:lnTo>
                <a:lnTo>
                  <a:pt x="6154" y="9834"/>
                </a:lnTo>
                <a:close/>
                <a:moveTo>
                  <a:pt x="7301" y="7608"/>
                </a:moveTo>
                <a:lnTo>
                  <a:pt x="8145" y="5871"/>
                </a:lnTo>
                <a:lnTo>
                  <a:pt x="14903" y="8782"/>
                </a:lnTo>
                <a:lnTo>
                  <a:pt x="16049" y="11179"/>
                </a:lnTo>
                <a:lnTo>
                  <a:pt x="7301" y="7608"/>
                </a:lnTo>
                <a:close/>
                <a:moveTo>
                  <a:pt x="3560" y="15118"/>
                </a:moveTo>
                <a:lnTo>
                  <a:pt x="13153" y="18983"/>
                </a:lnTo>
                <a:lnTo>
                  <a:pt x="10860" y="19961"/>
                </a:lnTo>
                <a:lnTo>
                  <a:pt x="2836" y="16463"/>
                </a:lnTo>
                <a:lnTo>
                  <a:pt x="3560" y="15118"/>
                </a:lnTo>
                <a:close/>
                <a:moveTo>
                  <a:pt x="13032" y="4941"/>
                </a:moveTo>
                <a:lnTo>
                  <a:pt x="14420" y="7730"/>
                </a:lnTo>
                <a:lnTo>
                  <a:pt x="8447" y="5235"/>
                </a:lnTo>
                <a:lnTo>
                  <a:pt x="8568" y="4941"/>
                </a:lnTo>
                <a:lnTo>
                  <a:pt x="13032" y="4941"/>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401" name="Group 6401"/>
          <p:cNvGrpSpPr/>
          <p:nvPr/>
        </p:nvGrpSpPr>
        <p:grpSpPr>
          <a:xfrm>
            <a:off x="5754528" y="6853701"/>
            <a:ext cx="890097" cy="1034653"/>
            <a:chOff x="0" y="0"/>
            <a:chExt cx="890095" cy="1034652"/>
          </a:xfrm>
        </p:grpSpPr>
        <p:sp>
          <p:nvSpPr>
            <p:cNvPr id="6382" name="Shape 6382"/>
            <p:cNvSpPr/>
            <p:nvPr/>
          </p:nvSpPr>
          <p:spPr>
            <a:xfrm>
              <a:off x="0" y="0"/>
              <a:ext cx="890096" cy="10346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3" y="21600"/>
                  </a:moveTo>
                  <a:cubicBezTo>
                    <a:pt x="19517" y="21600"/>
                    <a:pt x="19517" y="21600"/>
                    <a:pt x="19517" y="21600"/>
                  </a:cubicBezTo>
                  <a:cubicBezTo>
                    <a:pt x="20674" y="21600"/>
                    <a:pt x="21600" y="20802"/>
                    <a:pt x="21600" y="19806"/>
                  </a:cubicBezTo>
                  <a:cubicBezTo>
                    <a:pt x="21600" y="1794"/>
                    <a:pt x="21600" y="1794"/>
                    <a:pt x="21600" y="1794"/>
                  </a:cubicBezTo>
                  <a:cubicBezTo>
                    <a:pt x="21600" y="798"/>
                    <a:pt x="20674" y="0"/>
                    <a:pt x="19517" y="0"/>
                  </a:cubicBezTo>
                  <a:cubicBezTo>
                    <a:pt x="2083" y="0"/>
                    <a:pt x="2083" y="0"/>
                    <a:pt x="2083" y="0"/>
                  </a:cubicBezTo>
                  <a:cubicBezTo>
                    <a:pt x="926" y="0"/>
                    <a:pt x="0" y="798"/>
                    <a:pt x="0" y="1794"/>
                  </a:cubicBezTo>
                  <a:cubicBezTo>
                    <a:pt x="0" y="19806"/>
                    <a:pt x="0" y="19806"/>
                    <a:pt x="0" y="19806"/>
                  </a:cubicBezTo>
                  <a:cubicBezTo>
                    <a:pt x="0" y="20802"/>
                    <a:pt x="926" y="21600"/>
                    <a:pt x="2083" y="21600"/>
                  </a:cubicBezTo>
                  <a:close/>
                  <a:moveTo>
                    <a:pt x="1466" y="1794"/>
                  </a:moveTo>
                  <a:cubicBezTo>
                    <a:pt x="1466" y="1529"/>
                    <a:pt x="1697" y="1263"/>
                    <a:pt x="2083" y="1263"/>
                  </a:cubicBezTo>
                  <a:cubicBezTo>
                    <a:pt x="19517" y="1263"/>
                    <a:pt x="19517" y="1263"/>
                    <a:pt x="19517" y="1263"/>
                  </a:cubicBezTo>
                  <a:cubicBezTo>
                    <a:pt x="19826" y="1263"/>
                    <a:pt x="20134" y="1529"/>
                    <a:pt x="20134" y="1794"/>
                  </a:cubicBezTo>
                  <a:cubicBezTo>
                    <a:pt x="20134" y="19806"/>
                    <a:pt x="20134" y="19806"/>
                    <a:pt x="20134" y="19806"/>
                  </a:cubicBezTo>
                  <a:cubicBezTo>
                    <a:pt x="20134" y="20138"/>
                    <a:pt x="19826" y="20337"/>
                    <a:pt x="19517" y="20337"/>
                  </a:cubicBezTo>
                  <a:cubicBezTo>
                    <a:pt x="2083" y="20337"/>
                    <a:pt x="2083" y="20337"/>
                    <a:pt x="2083" y="20337"/>
                  </a:cubicBezTo>
                  <a:cubicBezTo>
                    <a:pt x="1697" y="20337"/>
                    <a:pt x="1466" y="20138"/>
                    <a:pt x="1466" y="19806"/>
                  </a:cubicBezTo>
                  <a:lnTo>
                    <a:pt x="1466" y="179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3" name="Shape 6383"/>
            <p:cNvSpPr/>
            <p:nvPr/>
          </p:nvSpPr>
          <p:spPr>
            <a:xfrm>
              <a:off x="85663" y="92356"/>
              <a:ext cx="718770" cy="223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4" y="21600"/>
                  </a:moveTo>
                  <a:cubicBezTo>
                    <a:pt x="20166" y="21600"/>
                    <a:pt x="20166" y="21600"/>
                    <a:pt x="20166" y="21600"/>
                  </a:cubicBezTo>
                  <a:cubicBezTo>
                    <a:pt x="20931" y="21600"/>
                    <a:pt x="21600" y="19749"/>
                    <a:pt x="21600" y="16971"/>
                  </a:cubicBezTo>
                  <a:cubicBezTo>
                    <a:pt x="21600" y="4629"/>
                    <a:pt x="21600" y="4629"/>
                    <a:pt x="21600" y="4629"/>
                  </a:cubicBezTo>
                  <a:cubicBezTo>
                    <a:pt x="21600" y="1851"/>
                    <a:pt x="20931" y="0"/>
                    <a:pt x="20166" y="0"/>
                  </a:cubicBezTo>
                  <a:cubicBezTo>
                    <a:pt x="1434" y="0"/>
                    <a:pt x="1434" y="0"/>
                    <a:pt x="1434" y="0"/>
                  </a:cubicBezTo>
                  <a:cubicBezTo>
                    <a:pt x="669" y="0"/>
                    <a:pt x="0" y="1851"/>
                    <a:pt x="0" y="4629"/>
                  </a:cubicBezTo>
                  <a:cubicBezTo>
                    <a:pt x="0" y="16971"/>
                    <a:pt x="0" y="16971"/>
                    <a:pt x="0" y="16971"/>
                  </a:cubicBezTo>
                  <a:cubicBezTo>
                    <a:pt x="0" y="19749"/>
                    <a:pt x="669" y="21600"/>
                    <a:pt x="1434" y="21600"/>
                  </a:cubicBezTo>
                  <a:close/>
                  <a:moveTo>
                    <a:pt x="860" y="4629"/>
                  </a:moveTo>
                  <a:cubicBezTo>
                    <a:pt x="860" y="3394"/>
                    <a:pt x="1147" y="2777"/>
                    <a:pt x="1434" y="2777"/>
                  </a:cubicBezTo>
                  <a:cubicBezTo>
                    <a:pt x="20166" y="2777"/>
                    <a:pt x="20166" y="2777"/>
                    <a:pt x="20166" y="2777"/>
                  </a:cubicBezTo>
                  <a:cubicBezTo>
                    <a:pt x="20453" y="2777"/>
                    <a:pt x="20644" y="3394"/>
                    <a:pt x="20644" y="4629"/>
                  </a:cubicBezTo>
                  <a:cubicBezTo>
                    <a:pt x="20644" y="16971"/>
                    <a:pt x="20644" y="16971"/>
                    <a:pt x="20644" y="16971"/>
                  </a:cubicBezTo>
                  <a:cubicBezTo>
                    <a:pt x="20644" y="18206"/>
                    <a:pt x="20453" y="18823"/>
                    <a:pt x="20166" y="18823"/>
                  </a:cubicBezTo>
                  <a:cubicBezTo>
                    <a:pt x="1434" y="18823"/>
                    <a:pt x="1434" y="18823"/>
                    <a:pt x="1434" y="18823"/>
                  </a:cubicBezTo>
                  <a:cubicBezTo>
                    <a:pt x="1147" y="18823"/>
                    <a:pt x="860" y="18206"/>
                    <a:pt x="860" y="16971"/>
                  </a:cubicBezTo>
                  <a:lnTo>
                    <a:pt x="860" y="4629"/>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4" name="Shape 6384"/>
            <p:cNvSpPr/>
            <p:nvPr/>
          </p:nvSpPr>
          <p:spPr>
            <a:xfrm>
              <a:off x="420285" y="152587"/>
              <a:ext cx="40155" cy="115111"/>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5" name="Shape 6385"/>
            <p:cNvSpPr/>
            <p:nvPr/>
          </p:nvSpPr>
          <p:spPr>
            <a:xfrm>
              <a:off x="492564" y="152587"/>
              <a:ext cx="41493" cy="115111"/>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6" name="Shape 6386"/>
            <p:cNvSpPr/>
            <p:nvPr/>
          </p:nvSpPr>
          <p:spPr>
            <a:xfrm>
              <a:off x="562165" y="152587"/>
              <a:ext cx="41494" cy="115111"/>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7" name="Shape 6387"/>
            <p:cNvSpPr/>
            <p:nvPr/>
          </p:nvSpPr>
          <p:spPr>
            <a:xfrm>
              <a:off x="633105" y="152587"/>
              <a:ext cx="41493" cy="115111"/>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8" name="Shape 6388"/>
            <p:cNvSpPr/>
            <p:nvPr/>
          </p:nvSpPr>
          <p:spPr>
            <a:xfrm>
              <a:off x="705383" y="152587"/>
              <a:ext cx="41494" cy="115111"/>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89" name="Shape 6389"/>
            <p:cNvSpPr/>
            <p:nvPr/>
          </p:nvSpPr>
          <p:spPr>
            <a:xfrm>
              <a:off x="115110" y="398869"/>
              <a:ext cx="132511" cy="1325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0" name="Shape 6390"/>
            <p:cNvSpPr/>
            <p:nvPr/>
          </p:nvSpPr>
          <p:spPr>
            <a:xfrm>
              <a:off x="289113" y="398869"/>
              <a:ext cx="133850" cy="1325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1" name="Shape 6391"/>
            <p:cNvSpPr/>
            <p:nvPr/>
          </p:nvSpPr>
          <p:spPr>
            <a:xfrm>
              <a:off x="464455" y="398869"/>
              <a:ext cx="133850" cy="1325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2" name="Shape 6392"/>
            <p:cNvSpPr/>
            <p:nvPr/>
          </p:nvSpPr>
          <p:spPr>
            <a:xfrm>
              <a:off x="638459" y="398869"/>
              <a:ext cx="133850" cy="1325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3" name="Shape 6393"/>
            <p:cNvSpPr/>
            <p:nvPr/>
          </p:nvSpPr>
          <p:spPr>
            <a:xfrm>
              <a:off x="289113" y="572873"/>
              <a:ext cx="133850"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4" name="Shape 6394"/>
            <p:cNvSpPr/>
            <p:nvPr/>
          </p:nvSpPr>
          <p:spPr>
            <a:xfrm>
              <a:off x="464455" y="572873"/>
              <a:ext cx="133850"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5" name="Shape 6395"/>
            <p:cNvSpPr/>
            <p:nvPr/>
          </p:nvSpPr>
          <p:spPr>
            <a:xfrm>
              <a:off x="638459" y="572873"/>
              <a:ext cx="133850"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6" name="Shape 6396"/>
            <p:cNvSpPr/>
            <p:nvPr/>
          </p:nvSpPr>
          <p:spPr>
            <a:xfrm>
              <a:off x="115110" y="572873"/>
              <a:ext cx="132511"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7" name="Shape 6397"/>
            <p:cNvSpPr/>
            <p:nvPr/>
          </p:nvSpPr>
          <p:spPr>
            <a:xfrm>
              <a:off x="289113" y="748215"/>
              <a:ext cx="133850"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8" name="Shape 6398"/>
            <p:cNvSpPr/>
            <p:nvPr/>
          </p:nvSpPr>
          <p:spPr>
            <a:xfrm>
              <a:off x="464455" y="748215"/>
              <a:ext cx="133850"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399" name="Shape 6399"/>
            <p:cNvSpPr/>
            <p:nvPr/>
          </p:nvSpPr>
          <p:spPr>
            <a:xfrm>
              <a:off x="638459" y="748215"/>
              <a:ext cx="133850"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00" name="Shape 6400"/>
            <p:cNvSpPr/>
            <p:nvPr/>
          </p:nvSpPr>
          <p:spPr>
            <a:xfrm>
              <a:off x="115110" y="748215"/>
              <a:ext cx="132511" cy="1338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143" y="0"/>
                    <a:pt x="0" y="4629"/>
                    <a:pt x="0" y="10800"/>
                  </a:cubicBezTo>
                  <a:cubicBezTo>
                    <a:pt x="0" y="16457"/>
                    <a:pt x="5143" y="21600"/>
                    <a:pt x="10800" y="21600"/>
                  </a:cubicBezTo>
                  <a:cubicBezTo>
                    <a:pt x="16971" y="21600"/>
                    <a:pt x="21600" y="16457"/>
                    <a:pt x="21600" y="10800"/>
                  </a:cubicBezTo>
                  <a:cubicBezTo>
                    <a:pt x="21600" y="4629"/>
                    <a:pt x="16971" y="0"/>
                    <a:pt x="10800" y="0"/>
                  </a:cubicBezTo>
                  <a:close/>
                  <a:moveTo>
                    <a:pt x="10800" y="16971"/>
                  </a:moveTo>
                  <a:cubicBezTo>
                    <a:pt x="7200" y="16971"/>
                    <a:pt x="4629" y="14400"/>
                    <a:pt x="4629" y="10800"/>
                  </a:cubicBezTo>
                  <a:cubicBezTo>
                    <a:pt x="4629" y="7200"/>
                    <a:pt x="7200" y="4114"/>
                    <a:pt x="10800" y="4114"/>
                  </a:cubicBezTo>
                  <a:cubicBezTo>
                    <a:pt x="14400" y="4114"/>
                    <a:pt x="17486" y="7200"/>
                    <a:pt x="17486" y="10800"/>
                  </a:cubicBezTo>
                  <a:cubicBezTo>
                    <a:pt x="17486" y="14400"/>
                    <a:pt x="14400" y="16971"/>
                    <a:pt x="10800" y="169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04" name="Group 6404"/>
          <p:cNvGrpSpPr/>
          <p:nvPr/>
        </p:nvGrpSpPr>
        <p:grpSpPr>
          <a:xfrm>
            <a:off x="12138224" y="5063446"/>
            <a:ext cx="1120504" cy="1091957"/>
            <a:chOff x="0" y="0"/>
            <a:chExt cx="1120503" cy="1091955"/>
          </a:xfrm>
        </p:grpSpPr>
        <p:sp>
          <p:nvSpPr>
            <p:cNvPr id="6402" name="Shape 6402"/>
            <p:cNvSpPr/>
            <p:nvPr/>
          </p:nvSpPr>
          <p:spPr>
            <a:xfrm>
              <a:off x="349708" y="438559"/>
              <a:ext cx="447982" cy="421807"/>
            </a:xfrm>
            <a:custGeom>
              <a:avLst/>
              <a:gdLst/>
              <a:ahLst/>
              <a:cxnLst>
                <a:cxn ang="0">
                  <a:pos x="wd2" y="hd2"/>
                </a:cxn>
                <a:cxn ang="5400000">
                  <a:pos x="wd2" y="hd2"/>
                </a:cxn>
                <a:cxn ang="10800000">
                  <a:pos x="wd2" y="hd2"/>
                </a:cxn>
                <a:cxn ang="16200000">
                  <a:pos x="wd2" y="hd2"/>
                </a:cxn>
              </a:cxnLst>
              <a:rect l="0" t="0" r="r" b="b"/>
              <a:pathLst>
                <a:path w="21185" h="20590" fill="norm" stroke="1" extrusionOk="0">
                  <a:moveTo>
                    <a:pt x="3323" y="20264"/>
                  </a:moveTo>
                  <a:cubicBezTo>
                    <a:pt x="19938" y="11957"/>
                    <a:pt x="19938" y="11957"/>
                    <a:pt x="19938" y="11957"/>
                  </a:cubicBezTo>
                  <a:cubicBezTo>
                    <a:pt x="21600" y="11126"/>
                    <a:pt x="21600" y="9464"/>
                    <a:pt x="19938" y="8633"/>
                  </a:cubicBezTo>
                  <a:cubicBezTo>
                    <a:pt x="3323" y="326"/>
                    <a:pt x="3323" y="326"/>
                    <a:pt x="3323" y="326"/>
                  </a:cubicBezTo>
                  <a:cubicBezTo>
                    <a:pt x="1662" y="-505"/>
                    <a:pt x="0" y="326"/>
                    <a:pt x="0" y="1987"/>
                  </a:cubicBezTo>
                  <a:cubicBezTo>
                    <a:pt x="0" y="18603"/>
                    <a:pt x="0" y="18603"/>
                    <a:pt x="0" y="18603"/>
                  </a:cubicBezTo>
                  <a:cubicBezTo>
                    <a:pt x="0" y="20264"/>
                    <a:pt x="1662" y="21095"/>
                    <a:pt x="3323" y="2026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03" name="Shape 6403"/>
            <p:cNvSpPr/>
            <p:nvPr/>
          </p:nvSpPr>
          <p:spPr>
            <a:xfrm>
              <a:off x="0" y="0"/>
              <a:ext cx="1120504" cy="10919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2025" y="0"/>
                    <a:pt x="2025" y="0"/>
                    <a:pt x="2025" y="0"/>
                  </a:cubicBezTo>
                  <a:cubicBezTo>
                    <a:pt x="1013" y="0"/>
                    <a:pt x="0" y="1013"/>
                    <a:pt x="0" y="2025"/>
                  </a:cubicBezTo>
                  <a:cubicBezTo>
                    <a:pt x="0" y="19575"/>
                    <a:pt x="0" y="19575"/>
                    <a:pt x="0" y="19575"/>
                  </a:cubicBezTo>
                  <a:cubicBezTo>
                    <a:pt x="0" y="20587"/>
                    <a:pt x="1013" y="21600"/>
                    <a:pt x="2025" y="21600"/>
                  </a:cubicBezTo>
                  <a:cubicBezTo>
                    <a:pt x="19575" y="21600"/>
                    <a:pt x="19575" y="21600"/>
                    <a:pt x="19575" y="21600"/>
                  </a:cubicBezTo>
                  <a:cubicBezTo>
                    <a:pt x="20588" y="21600"/>
                    <a:pt x="21600" y="20587"/>
                    <a:pt x="21600" y="19575"/>
                  </a:cubicBezTo>
                  <a:cubicBezTo>
                    <a:pt x="21600" y="2025"/>
                    <a:pt x="21600" y="2025"/>
                    <a:pt x="21600" y="2025"/>
                  </a:cubicBezTo>
                  <a:cubicBezTo>
                    <a:pt x="21600" y="1013"/>
                    <a:pt x="20588" y="0"/>
                    <a:pt x="19575" y="0"/>
                  </a:cubicBezTo>
                  <a:close/>
                  <a:moveTo>
                    <a:pt x="13500" y="1350"/>
                  </a:moveTo>
                  <a:cubicBezTo>
                    <a:pt x="14850" y="4050"/>
                    <a:pt x="14850" y="4050"/>
                    <a:pt x="14850" y="4050"/>
                  </a:cubicBezTo>
                  <a:cubicBezTo>
                    <a:pt x="12150" y="4050"/>
                    <a:pt x="12150" y="4050"/>
                    <a:pt x="12150" y="4050"/>
                  </a:cubicBezTo>
                  <a:cubicBezTo>
                    <a:pt x="10800" y="1350"/>
                    <a:pt x="10800" y="1350"/>
                    <a:pt x="10800" y="1350"/>
                  </a:cubicBezTo>
                  <a:lnTo>
                    <a:pt x="13500" y="1350"/>
                  </a:lnTo>
                  <a:close/>
                  <a:moveTo>
                    <a:pt x="8100" y="1350"/>
                  </a:moveTo>
                  <a:cubicBezTo>
                    <a:pt x="9450" y="4050"/>
                    <a:pt x="9450" y="4050"/>
                    <a:pt x="9450" y="4050"/>
                  </a:cubicBezTo>
                  <a:cubicBezTo>
                    <a:pt x="6750" y="4050"/>
                    <a:pt x="6750" y="4050"/>
                    <a:pt x="6750" y="4050"/>
                  </a:cubicBezTo>
                  <a:cubicBezTo>
                    <a:pt x="5400" y="1350"/>
                    <a:pt x="5400" y="1350"/>
                    <a:pt x="5400" y="1350"/>
                  </a:cubicBezTo>
                  <a:lnTo>
                    <a:pt x="8100" y="1350"/>
                  </a:lnTo>
                  <a:close/>
                  <a:moveTo>
                    <a:pt x="1350" y="2025"/>
                  </a:moveTo>
                  <a:cubicBezTo>
                    <a:pt x="1350" y="1688"/>
                    <a:pt x="1688" y="1350"/>
                    <a:pt x="2025" y="1350"/>
                  </a:cubicBezTo>
                  <a:cubicBezTo>
                    <a:pt x="2700" y="1350"/>
                    <a:pt x="2700" y="1350"/>
                    <a:pt x="2700" y="1350"/>
                  </a:cubicBezTo>
                  <a:cubicBezTo>
                    <a:pt x="4050" y="4050"/>
                    <a:pt x="4050" y="4050"/>
                    <a:pt x="4050" y="4050"/>
                  </a:cubicBezTo>
                  <a:cubicBezTo>
                    <a:pt x="1350" y="4050"/>
                    <a:pt x="1350" y="4050"/>
                    <a:pt x="1350" y="4050"/>
                  </a:cubicBezTo>
                  <a:lnTo>
                    <a:pt x="1350" y="2025"/>
                  </a:lnTo>
                  <a:close/>
                  <a:moveTo>
                    <a:pt x="20250" y="19575"/>
                  </a:moveTo>
                  <a:cubicBezTo>
                    <a:pt x="20250" y="19912"/>
                    <a:pt x="19912" y="20250"/>
                    <a:pt x="19575" y="20250"/>
                  </a:cubicBezTo>
                  <a:cubicBezTo>
                    <a:pt x="2025" y="20250"/>
                    <a:pt x="2025" y="20250"/>
                    <a:pt x="2025" y="20250"/>
                  </a:cubicBezTo>
                  <a:cubicBezTo>
                    <a:pt x="1688" y="20250"/>
                    <a:pt x="1350" y="19912"/>
                    <a:pt x="1350" y="19575"/>
                  </a:cubicBezTo>
                  <a:cubicBezTo>
                    <a:pt x="1350" y="5400"/>
                    <a:pt x="1350" y="5400"/>
                    <a:pt x="1350" y="5400"/>
                  </a:cubicBezTo>
                  <a:cubicBezTo>
                    <a:pt x="20250" y="5400"/>
                    <a:pt x="20250" y="5400"/>
                    <a:pt x="20250" y="5400"/>
                  </a:cubicBezTo>
                  <a:lnTo>
                    <a:pt x="20250" y="19575"/>
                  </a:lnTo>
                  <a:close/>
                  <a:moveTo>
                    <a:pt x="17550" y="4050"/>
                  </a:moveTo>
                  <a:cubicBezTo>
                    <a:pt x="16200" y="1350"/>
                    <a:pt x="16200" y="1350"/>
                    <a:pt x="16200" y="1350"/>
                  </a:cubicBezTo>
                  <a:cubicBezTo>
                    <a:pt x="18900" y="1350"/>
                    <a:pt x="18900" y="1350"/>
                    <a:pt x="18900" y="1350"/>
                  </a:cubicBezTo>
                  <a:cubicBezTo>
                    <a:pt x="20250" y="4050"/>
                    <a:pt x="20250" y="4050"/>
                    <a:pt x="20250" y="4050"/>
                  </a:cubicBezTo>
                  <a:lnTo>
                    <a:pt x="17550" y="405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405" name="Shape 6405"/>
          <p:cNvSpPr/>
          <p:nvPr/>
        </p:nvSpPr>
        <p:spPr>
          <a:xfrm>
            <a:off x="7104158" y="6853701"/>
            <a:ext cx="1112684" cy="1006854"/>
          </a:xfrm>
          <a:custGeom>
            <a:avLst/>
            <a:gdLst/>
            <a:ahLst/>
            <a:cxnLst>
              <a:cxn ang="0">
                <a:pos x="wd2" y="hd2"/>
              </a:cxn>
              <a:cxn ang="5400000">
                <a:pos x="wd2" y="hd2"/>
              </a:cxn>
              <a:cxn ang="10800000">
                <a:pos x="wd2" y="hd2"/>
              </a:cxn>
              <a:cxn ang="16200000">
                <a:pos x="wd2" y="hd2"/>
              </a:cxn>
            </a:cxnLst>
            <a:rect l="0" t="0" r="r" b="b"/>
            <a:pathLst>
              <a:path w="20560" h="20459" fill="norm" stroke="1" extrusionOk="0">
                <a:moveTo>
                  <a:pt x="18760" y="1975"/>
                </a:moveTo>
                <a:cubicBezTo>
                  <a:pt x="16520" y="-659"/>
                  <a:pt x="13000" y="-659"/>
                  <a:pt x="10760" y="1975"/>
                </a:cubicBezTo>
                <a:cubicBezTo>
                  <a:pt x="1320" y="11985"/>
                  <a:pt x="1320" y="11985"/>
                  <a:pt x="1320" y="11985"/>
                </a:cubicBezTo>
                <a:cubicBezTo>
                  <a:pt x="-440" y="13917"/>
                  <a:pt x="-440" y="17078"/>
                  <a:pt x="1320" y="19009"/>
                </a:cubicBezTo>
                <a:cubicBezTo>
                  <a:pt x="3080" y="20941"/>
                  <a:pt x="5960" y="20941"/>
                  <a:pt x="7720" y="19009"/>
                </a:cubicBezTo>
                <a:cubicBezTo>
                  <a:pt x="17000" y="8824"/>
                  <a:pt x="17000" y="8824"/>
                  <a:pt x="17000" y="8824"/>
                </a:cubicBezTo>
                <a:cubicBezTo>
                  <a:pt x="18280" y="7419"/>
                  <a:pt x="18280" y="5312"/>
                  <a:pt x="17000" y="3907"/>
                </a:cubicBezTo>
                <a:cubicBezTo>
                  <a:pt x="15720" y="2502"/>
                  <a:pt x="13800" y="2502"/>
                  <a:pt x="12520" y="3907"/>
                </a:cubicBezTo>
                <a:cubicBezTo>
                  <a:pt x="5480" y="11634"/>
                  <a:pt x="5480" y="11634"/>
                  <a:pt x="5480" y="11634"/>
                </a:cubicBezTo>
                <a:cubicBezTo>
                  <a:pt x="5160" y="11809"/>
                  <a:pt x="5160" y="12336"/>
                  <a:pt x="5480" y="12512"/>
                </a:cubicBezTo>
                <a:cubicBezTo>
                  <a:pt x="5800" y="12863"/>
                  <a:pt x="6120" y="12863"/>
                  <a:pt x="6440" y="12512"/>
                </a:cubicBezTo>
                <a:cubicBezTo>
                  <a:pt x="13480" y="4961"/>
                  <a:pt x="13480" y="4961"/>
                  <a:pt x="13480" y="4961"/>
                </a:cubicBezTo>
                <a:cubicBezTo>
                  <a:pt x="14120" y="4082"/>
                  <a:pt x="15400" y="4082"/>
                  <a:pt x="16040" y="4961"/>
                </a:cubicBezTo>
                <a:cubicBezTo>
                  <a:pt x="16840" y="5663"/>
                  <a:pt x="16840" y="7068"/>
                  <a:pt x="16040" y="7770"/>
                </a:cubicBezTo>
                <a:cubicBezTo>
                  <a:pt x="6760" y="17956"/>
                  <a:pt x="6760" y="17956"/>
                  <a:pt x="6760" y="17956"/>
                </a:cubicBezTo>
                <a:cubicBezTo>
                  <a:pt x="5480" y="19361"/>
                  <a:pt x="3560" y="19361"/>
                  <a:pt x="2280" y="17956"/>
                </a:cubicBezTo>
                <a:cubicBezTo>
                  <a:pt x="1000" y="16551"/>
                  <a:pt x="1000" y="14443"/>
                  <a:pt x="2280" y="13039"/>
                </a:cubicBezTo>
                <a:cubicBezTo>
                  <a:pt x="11560" y="3029"/>
                  <a:pt x="11560" y="3029"/>
                  <a:pt x="11560" y="3029"/>
                </a:cubicBezTo>
                <a:cubicBezTo>
                  <a:pt x="13320" y="1097"/>
                  <a:pt x="16040" y="1097"/>
                  <a:pt x="17800" y="3029"/>
                </a:cubicBezTo>
                <a:cubicBezTo>
                  <a:pt x="19560" y="4961"/>
                  <a:pt x="19560" y="7946"/>
                  <a:pt x="17800" y="9878"/>
                </a:cubicBezTo>
                <a:cubicBezTo>
                  <a:pt x="10920" y="17604"/>
                  <a:pt x="10920" y="17604"/>
                  <a:pt x="10920" y="17604"/>
                </a:cubicBezTo>
                <a:cubicBezTo>
                  <a:pt x="10600" y="17780"/>
                  <a:pt x="10600" y="18307"/>
                  <a:pt x="10920" y="18482"/>
                </a:cubicBezTo>
                <a:cubicBezTo>
                  <a:pt x="11080" y="18834"/>
                  <a:pt x="11560" y="18834"/>
                  <a:pt x="11880" y="18482"/>
                </a:cubicBezTo>
                <a:cubicBezTo>
                  <a:pt x="18760" y="10756"/>
                  <a:pt x="18760" y="10756"/>
                  <a:pt x="18760" y="10756"/>
                </a:cubicBezTo>
                <a:cubicBezTo>
                  <a:pt x="21160" y="8297"/>
                  <a:pt x="21160" y="4434"/>
                  <a:pt x="18760" y="1975"/>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406" name="Shape 6406"/>
          <p:cNvSpPr/>
          <p:nvPr/>
        </p:nvSpPr>
        <p:spPr>
          <a:xfrm>
            <a:off x="4345435" y="5244738"/>
            <a:ext cx="841377" cy="962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7" y="3375"/>
                </a:moveTo>
                <a:cubicBezTo>
                  <a:pt x="19286" y="844"/>
                  <a:pt x="19286" y="844"/>
                  <a:pt x="19286" y="844"/>
                </a:cubicBezTo>
                <a:cubicBezTo>
                  <a:pt x="19093" y="338"/>
                  <a:pt x="18321" y="0"/>
                  <a:pt x="17743" y="0"/>
                </a:cubicBezTo>
                <a:cubicBezTo>
                  <a:pt x="3857" y="0"/>
                  <a:pt x="3857" y="0"/>
                  <a:pt x="3857" y="0"/>
                </a:cubicBezTo>
                <a:cubicBezTo>
                  <a:pt x="3279" y="0"/>
                  <a:pt x="2507" y="338"/>
                  <a:pt x="2314" y="844"/>
                </a:cubicBezTo>
                <a:cubicBezTo>
                  <a:pt x="1543" y="3375"/>
                  <a:pt x="1543" y="3375"/>
                  <a:pt x="1543" y="3375"/>
                </a:cubicBezTo>
                <a:cubicBezTo>
                  <a:pt x="579" y="3375"/>
                  <a:pt x="0" y="4050"/>
                  <a:pt x="0" y="4725"/>
                </a:cubicBezTo>
                <a:cubicBezTo>
                  <a:pt x="0" y="6750"/>
                  <a:pt x="0" y="6750"/>
                  <a:pt x="0" y="6750"/>
                </a:cubicBezTo>
                <a:cubicBezTo>
                  <a:pt x="0" y="7425"/>
                  <a:pt x="771" y="8100"/>
                  <a:pt x="1543" y="8100"/>
                </a:cubicBezTo>
                <a:cubicBezTo>
                  <a:pt x="2314" y="8100"/>
                  <a:pt x="2314" y="8100"/>
                  <a:pt x="2314" y="8100"/>
                </a:cubicBezTo>
                <a:cubicBezTo>
                  <a:pt x="2314" y="8100"/>
                  <a:pt x="2314" y="8269"/>
                  <a:pt x="2314" y="8269"/>
                </a:cubicBezTo>
                <a:cubicBezTo>
                  <a:pt x="3857" y="20419"/>
                  <a:pt x="3857" y="20419"/>
                  <a:pt x="3857" y="20419"/>
                </a:cubicBezTo>
                <a:cubicBezTo>
                  <a:pt x="3857" y="21094"/>
                  <a:pt x="4629" y="21600"/>
                  <a:pt x="5400" y="21600"/>
                </a:cubicBezTo>
                <a:cubicBezTo>
                  <a:pt x="16200" y="21600"/>
                  <a:pt x="16200" y="21600"/>
                  <a:pt x="16200" y="21600"/>
                </a:cubicBezTo>
                <a:cubicBezTo>
                  <a:pt x="16971" y="21600"/>
                  <a:pt x="17743" y="21094"/>
                  <a:pt x="17743" y="20419"/>
                </a:cubicBezTo>
                <a:cubicBezTo>
                  <a:pt x="19286" y="8269"/>
                  <a:pt x="19286" y="8269"/>
                  <a:pt x="19286" y="8269"/>
                </a:cubicBezTo>
                <a:cubicBezTo>
                  <a:pt x="19286" y="8269"/>
                  <a:pt x="19286" y="8100"/>
                  <a:pt x="19286" y="8100"/>
                </a:cubicBezTo>
                <a:cubicBezTo>
                  <a:pt x="20057" y="8100"/>
                  <a:pt x="20057" y="8100"/>
                  <a:pt x="20057" y="8100"/>
                </a:cubicBezTo>
                <a:cubicBezTo>
                  <a:pt x="20829" y="8100"/>
                  <a:pt x="21600" y="7425"/>
                  <a:pt x="21600" y="6750"/>
                </a:cubicBezTo>
                <a:cubicBezTo>
                  <a:pt x="21600" y="4725"/>
                  <a:pt x="21600" y="4725"/>
                  <a:pt x="21600" y="4725"/>
                </a:cubicBezTo>
                <a:cubicBezTo>
                  <a:pt x="21600" y="4050"/>
                  <a:pt x="21021" y="3375"/>
                  <a:pt x="20057" y="3375"/>
                </a:cubicBezTo>
                <a:close/>
                <a:moveTo>
                  <a:pt x="3857" y="1350"/>
                </a:moveTo>
                <a:cubicBezTo>
                  <a:pt x="17743" y="1350"/>
                  <a:pt x="17743" y="1350"/>
                  <a:pt x="17743" y="1350"/>
                </a:cubicBezTo>
                <a:cubicBezTo>
                  <a:pt x="18514" y="3375"/>
                  <a:pt x="18514" y="3375"/>
                  <a:pt x="18514" y="3375"/>
                </a:cubicBezTo>
                <a:cubicBezTo>
                  <a:pt x="3086" y="3375"/>
                  <a:pt x="3086" y="3375"/>
                  <a:pt x="3086" y="3375"/>
                </a:cubicBezTo>
                <a:lnTo>
                  <a:pt x="3857" y="1350"/>
                </a:lnTo>
                <a:close/>
                <a:moveTo>
                  <a:pt x="5400" y="20250"/>
                </a:moveTo>
                <a:cubicBezTo>
                  <a:pt x="5207" y="18225"/>
                  <a:pt x="5207" y="18225"/>
                  <a:pt x="5207" y="18225"/>
                </a:cubicBezTo>
                <a:cubicBezTo>
                  <a:pt x="16393" y="18225"/>
                  <a:pt x="16393" y="18225"/>
                  <a:pt x="16393" y="18225"/>
                </a:cubicBezTo>
                <a:cubicBezTo>
                  <a:pt x="16200" y="20250"/>
                  <a:pt x="16200" y="20250"/>
                  <a:pt x="16200" y="20250"/>
                </a:cubicBezTo>
                <a:lnTo>
                  <a:pt x="5400" y="20250"/>
                </a:lnTo>
                <a:close/>
                <a:moveTo>
                  <a:pt x="16586" y="17550"/>
                </a:moveTo>
                <a:cubicBezTo>
                  <a:pt x="5014" y="17550"/>
                  <a:pt x="5014" y="17550"/>
                  <a:pt x="5014" y="17550"/>
                </a:cubicBezTo>
                <a:cubicBezTo>
                  <a:pt x="4243" y="10800"/>
                  <a:pt x="4243" y="10800"/>
                  <a:pt x="4243" y="10800"/>
                </a:cubicBezTo>
                <a:cubicBezTo>
                  <a:pt x="17357" y="10800"/>
                  <a:pt x="17357" y="10800"/>
                  <a:pt x="17357" y="10800"/>
                </a:cubicBezTo>
                <a:lnTo>
                  <a:pt x="16586" y="17550"/>
                </a:lnTo>
                <a:close/>
                <a:moveTo>
                  <a:pt x="17550" y="10125"/>
                </a:moveTo>
                <a:cubicBezTo>
                  <a:pt x="4050" y="10125"/>
                  <a:pt x="4050" y="10125"/>
                  <a:pt x="4050" y="10125"/>
                </a:cubicBezTo>
                <a:cubicBezTo>
                  <a:pt x="3857" y="8100"/>
                  <a:pt x="3857" y="8100"/>
                  <a:pt x="3857" y="8100"/>
                </a:cubicBezTo>
                <a:cubicBezTo>
                  <a:pt x="17743" y="8100"/>
                  <a:pt x="17743" y="8100"/>
                  <a:pt x="17743" y="8100"/>
                </a:cubicBezTo>
                <a:lnTo>
                  <a:pt x="17550" y="10125"/>
                </a:lnTo>
                <a:close/>
                <a:moveTo>
                  <a:pt x="20057" y="6750"/>
                </a:moveTo>
                <a:cubicBezTo>
                  <a:pt x="1543" y="6750"/>
                  <a:pt x="1543" y="6750"/>
                  <a:pt x="1543" y="6750"/>
                </a:cubicBezTo>
                <a:cubicBezTo>
                  <a:pt x="1543" y="4725"/>
                  <a:pt x="1543" y="4725"/>
                  <a:pt x="1543" y="4725"/>
                </a:cubicBezTo>
                <a:cubicBezTo>
                  <a:pt x="20057" y="4725"/>
                  <a:pt x="20057" y="4725"/>
                  <a:pt x="20057" y="4725"/>
                </a:cubicBezTo>
                <a:lnTo>
                  <a:pt x="20057" y="675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409" name="Group 6409"/>
          <p:cNvGrpSpPr/>
          <p:nvPr/>
        </p:nvGrpSpPr>
        <p:grpSpPr>
          <a:xfrm>
            <a:off x="6887895" y="5237751"/>
            <a:ext cx="1095994" cy="958543"/>
            <a:chOff x="0" y="0"/>
            <a:chExt cx="1095993" cy="958541"/>
          </a:xfrm>
        </p:grpSpPr>
        <p:sp>
          <p:nvSpPr>
            <p:cNvPr id="6407" name="Shape 6407"/>
            <p:cNvSpPr/>
            <p:nvPr/>
          </p:nvSpPr>
          <p:spPr>
            <a:xfrm>
              <a:off x="0" y="0"/>
              <a:ext cx="1095994" cy="9585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729"/>
                  </a:moveTo>
                  <a:cubicBezTo>
                    <a:pt x="18900" y="1157"/>
                    <a:pt x="18900" y="1157"/>
                    <a:pt x="18900" y="1157"/>
                  </a:cubicBezTo>
                  <a:cubicBezTo>
                    <a:pt x="18731" y="386"/>
                    <a:pt x="18225" y="0"/>
                    <a:pt x="17550" y="0"/>
                  </a:cubicBezTo>
                  <a:cubicBezTo>
                    <a:pt x="10800" y="0"/>
                    <a:pt x="10800" y="0"/>
                    <a:pt x="10800" y="0"/>
                  </a:cubicBezTo>
                  <a:cubicBezTo>
                    <a:pt x="4050" y="0"/>
                    <a:pt x="4050" y="0"/>
                    <a:pt x="4050" y="0"/>
                  </a:cubicBezTo>
                  <a:cubicBezTo>
                    <a:pt x="3375" y="0"/>
                    <a:pt x="2869" y="386"/>
                    <a:pt x="2700" y="1157"/>
                  </a:cubicBezTo>
                  <a:cubicBezTo>
                    <a:pt x="0" y="12729"/>
                    <a:pt x="0" y="12729"/>
                    <a:pt x="0" y="12729"/>
                  </a:cubicBezTo>
                  <a:cubicBezTo>
                    <a:pt x="0" y="12921"/>
                    <a:pt x="0" y="12921"/>
                    <a:pt x="0" y="13114"/>
                  </a:cubicBezTo>
                  <a:cubicBezTo>
                    <a:pt x="0" y="18514"/>
                    <a:pt x="0" y="18514"/>
                    <a:pt x="0" y="18514"/>
                  </a:cubicBezTo>
                  <a:cubicBezTo>
                    <a:pt x="0" y="20250"/>
                    <a:pt x="1181" y="21600"/>
                    <a:pt x="2700" y="21600"/>
                  </a:cubicBezTo>
                  <a:cubicBezTo>
                    <a:pt x="18900" y="21600"/>
                    <a:pt x="18900" y="21600"/>
                    <a:pt x="18900" y="21600"/>
                  </a:cubicBezTo>
                  <a:cubicBezTo>
                    <a:pt x="20419" y="21600"/>
                    <a:pt x="21600" y="20250"/>
                    <a:pt x="21600" y="18514"/>
                  </a:cubicBezTo>
                  <a:cubicBezTo>
                    <a:pt x="21600" y="13114"/>
                    <a:pt x="21600" y="13114"/>
                    <a:pt x="21600" y="13114"/>
                  </a:cubicBezTo>
                  <a:cubicBezTo>
                    <a:pt x="21600" y="12921"/>
                    <a:pt x="21600" y="12921"/>
                    <a:pt x="21600" y="12729"/>
                  </a:cubicBezTo>
                  <a:close/>
                  <a:moveTo>
                    <a:pt x="20250" y="18514"/>
                  </a:moveTo>
                  <a:cubicBezTo>
                    <a:pt x="20250" y="19286"/>
                    <a:pt x="19575" y="20057"/>
                    <a:pt x="18900" y="20057"/>
                  </a:cubicBezTo>
                  <a:cubicBezTo>
                    <a:pt x="2700" y="20057"/>
                    <a:pt x="2700" y="20057"/>
                    <a:pt x="2700" y="20057"/>
                  </a:cubicBezTo>
                  <a:cubicBezTo>
                    <a:pt x="2025" y="20057"/>
                    <a:pt x="1350" y="19286"/>
                    <a:pt x="1350" y="18514"/>
                  </a:cubicBezTo>
                  <a:cubicBezTo>
                    <a:pt x="1350" y="13114"/>
                    <a:pt x="1350" y="13114"/>
                    <a:pt x="1350" y="13114"/>
                  </a:cubicBezTo>
                  <a:cubicBezTo>
                    <a:pt x="4050" y="1543"/>
                    <a:pt x="4050" y="1543"/>
                    <a:pt x="4050" y="1543"/>
                  </a:cubicBezTo>
                  <a:cubicBezTo>
                    <a:pt x="17550" y="1543"/>
                    <a:pt x="17550" y="1543"/>
                    <a:pt x="17550" y="1543"/>
                  </a:cubicBezTo>
                  <a:cubicBezTo>
                    <a:pt x="20250" y="13114"/>
                    <a:pt x="20250" y="13114"/>
                    <a:pt x="20250" y="13114"/>
                  </a:cubicBezTo>
                  <a:lnTo>
                    <a:pt x="20250" y="1851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08" name="Shape 6408"/>
            <p:cNvSpPr/>
            <p:nvPr/>
          </p:nvSpPr>
          <p:spPr>
            <a:xfrm>
              <a:off x="126601" y="137451"/>
              <a:ext cx="839176" cy="6149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33" y="0"/>
                  </a:moveTo>
                  <a:cubicBezTo>
                    <a:pt x="3967" y="0"/>
                    <a:pt x="3967" y="0"/>
                    <a:pt x="3967" y="0"/>
                  </a:cubicBezTo>
                  <a:cubicBezTo>
                    <a:pt x="3527" y="0"/>
                    <a:pt x="3306" y="300"/>
                    <a:pt x="3086" y="900"/>
                  </a:cubicBezTo>
                  <a:cubicBezTo>
                    <a:pt x="0" y="15300"/>
                    <a:pt x="0" y="15300"/>
                    <a:pt x="0" y="15300"/>
                  </a:cubicBezTo>
                  <a:cubicBezTo>
                    <a:pt x="0" y="15600"/>
                    <a:pt x="0" y="15900"/>
                    <a:pt x="220" y="16200"/>
                  </a:cubicBezTo>
                  <a:cubicBezTo>
                    <a:pt x="441" y="16500"/>
                    <a:pt x="661" y="16800"/>
                    <a:pt x="882" y="16800"/>
                  </a:cubicBezTo>
                  <a:cubicBezTo>
                    <a:pt x="3527" y="16800"/>
                    <a:pt x="3527" y="16800"/>
                    <a:pt x="3527" y="16800"/>
                  </a:cubicBezTo>
                  <a:cubicBezTo>
                    <a:pt x="4408" y="16800"/>
                    <a:pt x="4408" y="16800"/>
                    <a:pt x="4408" y="16800"/>
                  </a:cubicBezTo>
                  <a:cubicBezTo>
                    <a:pt x="5069" y="16800"/>
                    <a:pt x="5069" y="16800"/>
                    <a:pt x="5069" y="16800"/>
                  </a:cubicBezTo>
                  <a:cubicBezTo>
                    <a:pt x="6171" y="20400"/>
                    <a:pt x="6171" y="20400"/>
                    <a:pt x="6171" y="20400"/>
                  </a:cubicBezTo>
                  <a:cubicBezTo>
                    <a:pt x="6612" y="21000"/>
                    <a:pt x="7053" y="21600"/>
                    <a:pt x="7714" y="21600"/>
                  </a:cubicBezTo>
                  <a:cubicBezTo>
                    <a:pt x="13886" y="21600"/>
                    <a:pt x="13886" y="21600"/>
                    <a:pt x="13886" y="21600"/>
                  </a:cubicBezTo>
                  <a:cubicBezTo>
                    <a:pt x="14547" y="21600"/>
                    <a:pt x="14988" y="21000"/>
                    <a:pt x="15429" y="20400"/>
                  </a:cubicBezTo>
                  <a:cubicBezTo>
                    <a:pt x="16531" y="16800"/>
                    <a:pt x="16531" y="16800"/>
                    <a:pt x="16531" y="16800"/>
                  </a:cubicBezTo>
                  <a:cubicBezTo>
                    <a:pt x="17192" y="16800"/>
                    <a:pt x="17192" y="16800"/>
                    <a:pt x="17192" y="16800"/>
                  </a:cubicBezTo>
                  <a:cubicBezTo>
                    <a:pt x="18073" y="16800"/>
                    <a:pt x="18073" y="16800"/>
                    <a:pt x="18073" y="16800"/>
                  </a:cubicBezTo>
                  <a:cubicBezTo>
                    <a:pt x="20718" y="16800"/>
                    <a:pt x="20718" y="16800"/>
                    <a:pt x="20718" y="16800"/>
                  </a:cubicBezTo>
                  <a:cubicBezTo>
                    <a:pt x="20939" y="16800"/>
                    <a:pt x="21159" y="16500"/>
                    <a:pt x="21380" y="16200"/>
                  </a:cubicBezTo>
                  <a:cubicBezTo>
                    <a:pt x="21600" y="15900"/>
                    <a:pt x="21600" y="15600"/>
                    <a:pt x="21600" y="15300"/>
                  </a:cubicBezTo>
                  <a:cubicBezTo>
                    <a:pt x="18514" y="900"/>
                    <a:pt x="18514" y="900"/>
                    <a:pt x="18514" y="900"/>
                  </a:cubicBezTo>
                  <a:cubicBezTo>
                    <a:pt x="18294" y="300"/>
                    <a:pt x="18073" y="0"/>
                    <a:pt x="17633" y="0"/>
                  </a:cubicBezTo>
                  <a:close/>
                  <a:moveTo>
                    <a:pt x="18073" y="14400"/>
                  </a:moveTo>
                  <a:cubicBezTo>
                    <a:pt x="16531" y="14400"/>
                    <a:pt x="16531" y="14400"/>
                    <a:pt x="16531" y="14400"/>
                  </a:cubicBezTo>
                  <a:cubicBezTo>
                    <a:pt x="15869" y="14400"/>
                    <a:pt x="15429" y="15000"/>
                    <a:pt x="14988" y="15600"/>
                  </a:cubicBezTo>
                  <a:cubicBezTo>
                    <a:pt x="13886" y="19200"/>
                    <a:pt x="13886" y="19200"/>
                    <a:pt x="13886" y="19200"/>
                  </a:cubicBezTo>
                  <a:cubicBezTo>
                    <a:pt x="7714" y="19200"/>
                    <a:pt x="7714" y="19200"/>
                    <a:pt x="7714" y="19200"/>
                  </a:cubicBezTo>
                  <a:cubicBezTo>
                    <a:pt x="6612" y="15600"/>
                    <a:pt x="6612" y="15600"/>
                    <a:pt x="6612" y="15600"/>
                  </a:cubicBezTo>
                  <a:cubicBezTo>
                    <a:pt x="6171" y="15000"/>
                    <a:pt x="5731" y="14400"/>
                    <a:pt x="5069" y="14400"/>
                  </a:cubicBezTo>
                  <a:cubicBezTo>
                    <a:pt x="3527" y="14400"/>
                    <a:pt x="3527" y="14400"/>
                    <a:pt x="3527" y="14400"/>
                  </a:cubicBezTo>
                  <a:cubicBezTo>
                    <a:pt x="1322" y="14400"/>
                    <a:pt x="1322" y="14400"/>
                    <a:pt x="1322" y="14400"/>
                  </a:cubicBezTo>
                  <a:cubicBezTo>
                    <a:pt x="3967" y="1200"/>
                    <a:pt x="3967" y="1200"/>
                    <a:pt x="3967" y="1200"/>
                  </a:cubicBezTo>
                  <a:cubicBezTo>
                    <a:pt x="17633" y="1200"/>
                    <a:pt x="17633" y="1200"/>
                    <a:pt x="17633" y="1200"/>
                  </a:cubicBezTo>
                  <a:cubicBezTo>
                    <a:pt x="20278" y="14400"/>
                    <a:pt x="20278" y="14400"/>
                    <a:pt x="20278" y="14400"/>
                  </a:cubicBezTo>
                  <a:lnTo>
                    <a:pt x="18073" y="144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14" name="Group 6414"/>
          <p:cNvGrpSpPr/>
          <p:nvPr/>
        </p:nvGrpSpPr>
        <p:grpSpPr>
          <a:xfrm>
            <a:off x="5629365" y="5244738"/>
            <a:ext cx="841377" cy="962027"/>
            <a:chOff x="0" y="0"/>
            <a:chExt cx="841375" cy="962025"/>
          </a:xfrm>
        </p:grpSpPr>
        <p:sp>
          <p:nvSpPr>
            <p:cNvPr id="6410" name="Shape 6410"/>
            <p:cNvSpPr/>
            <p:nvPr/>
          </p:nvSpPr>
          <p:spPr>
            <a:xfrm>
              <a:off x="0" y="0"/>
              <a:ext cx="841376" cy="9620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556"/>
                  </a:moveTo>
                  <a:cubicBezTo>
                    <a:pt x="21600" y="3544"/>
                    <a:pt x="20443" y="2700"/>
                    <a:pt x="19286" y="2700"/>
                  </a:cubicBezTo>
                  <a:cubicBezTo>
                    <a:pt x="16971" y="2700"/>
                    <a:pt x="16971" y="2700"/>
                    <a:pt x="16971" y="2700"/>
                  </a:cubicBezTo>
                  <a:cubicBezTo>
                    <a:pt x="16971" y="2025"/>
                    <a:pt x="16971" y="2025"/>
                    <a:pt x="16971" y="2025"/>
                  </a:cubicBezTo>
                  <a:cubicBezTo>
                    <a:pt x="16971" y="2025"/>
                    <a:pt x="16971" y="2025"/>
                    <a:pt x="16971" y="2025"/>
                  </a:cubicBezTo>
                  <a:cubicBezTo>
                    <a:pt x="16971" y="844"/>
                    <a:pt x="16007" y="0"/>
                    <a:pt x="14657" y="0"/>
                  </a:cubicBezTo>
                  <a:cubicBezTo>
                    <a:pt x="6943" y="0"/>
                    <a:pt x="6943" y="0"/>
                    <a:pt x="6943" y="0"/>
                  </a:cubicBezTo>
                  <a:cubicBezTo>
                    <a:pt x="5593" y="0"/>
                    <a:pt x="4629" y="844"/>
                    <a:pt x="4629" y="2025"/>
                  </a:cubicBezTo>
                  <a:cubicBezTo>
                    <a:pt x="4629" y="2025"/>
                    <a:pt x="4629" y="2025"/>
                    <a:pt x="4629" y="2025"/>
                  </a:cubicBezTo>
                  <a:cubicBezTo>
                    <a:pt x="4629" y="2700"/>
                    <a:pt x="4629" y="2700"/>
                    <a:pt x="4629" y="2700"/>
                  </a:cubicBezTo>
                  <a:cubicBezTo>
                    <a:pt x="2314" y="2700"/>
                    <a:pt x="2314" y="2700"/>
                    <a:pt x="2314" y="2700"/>
                  </a:cubicBezTo>
                  <a:cubicBezTo>
                    <a:pt x="1157" y="2700"/>
                    <a:pt x="0" y="3544"/>
                    <a:pt x="0" y="4556"/>
                  </a:cubicBezTo>
                  <a:cubicBezTo>
                    <a:pt x="0" y="4556"/>
                    <a:pt x="0" y="4556"/>
                    <a:pt x="0" y="4556"/>
                  </a:cubicBezTo>
                  <a:cubicBezTo>
                    <a:pt x="0" y="5400"/>
                    <a:pt x="0" y="5400"/>
                    <a:pt x="0" y="5400"/>
                  </a:cubicBezTo>
                  <a:cubicBezTo>
                    <a:pt x="0" y="6075"/>
                    <a:pt x="0" y="6075"/>
                    <a:pt x="0" y="6075"/>
                  </a:cubicBezTo>
                  <a:cubicBezTo>
                    <a:pt x="0" y="6750"/>
                    <a:pt x="771" y="7425"/>
                    <a:pt x="1543" y="7425"/>
                  </a:cubicBezTo>
                  <a:cubicBezTo>
                    <a:pt x="1543" y="7425"/>
                    <a:pt x="1543" y="7425"/>
                    <a:pt x="1543" y="7425"/>
                  </a:cubicBezTo>
                  <a:cubicBezTo>
                    <a:pt x="1543" y="18900"/>
                    <a:pt x="1543" y="18900"/>
                    <a:pt x="1543" y="18900"/>
                  </a:cubicBezTo>
                  <a:cubicBezTo>
                    <a:pt x="1543" y="20419"/>
                    <a:pt x="2893" y="21600"/>
                    <a:pt x="4629" y="21600"/>
                  </a:cubicBezTo>
                  <a:cubicBezTo>
                    <a:pt x="16971" y="21600"/>
                    <a:pt x="16971" y="21600"/>
                    <a:pt x="16971" y="21600"/>
                  </a:cubicBezTo>
                  <a:cubicBezTo>
                    <a:pt x="18707" y="21600"/>
                    <a:pt x="20057" y="20419"/>
                    <a:pt x="20057" y="18900"/>
                  </a:cubicBezTo>
                  <a:cubicBezTo>
                    <a:pt x="20057" y="7425"/>
                    <a:pt x="20057" y="7425"/>
                    <a:pt x="20057" y="7425"/>
                  </a:cubicBezTo>
                  <a:cubicBezTo>
                    <a:pt x="20057" y="7425"/>
                    <a:pt x="20057" y="7425"/>
                    <a:pt x="20057" y="7425"/>
                  </a:cubicBezTo>
                  <a:cubicBezTo>
                    <a:pt x="20829" y="7425"/>
                    <a:pt x="21600" y="6750"/>
                    <a:pt x="21600" y="6075"/>
                  </a:cubicBezTo>
                  <a:cubicBezTo>
                    <a:pt x="21600" y="5400"/>
                    <a:pt x="21600" y="5400"/>
                    <a:pt x="21600" y="5400"/>
                  </a:cubicBezTo>
                  <a:cubicBezTo>
                    <a:pt x="21600" y="4556"/>
                    <a:pt x="21600" y="4556"/>
                    <a:pt x="21600" y="4556"/>
                  </a:cubicBezTo>
                  <a:close/>
                  <a:moveTo>
                    <a:pt x="6171" y="2025"/>
                  </a:moveTo>
                  <a:cubicBezTo>
                    <a:pt x="6171" y="1688"/>
                    <a:pt x="6557" y="1350"/>
                    <a:pt x="6943" y="1350"/>
                  </a:cubicBezTo>
                  <a:cubicBezTo>
                    <a:pt x="14657" y="1350"/>
                    <a:pt x="14657" y="1350"/>
                    <a:pt x="14657" y="1350"/>
                  </a:cubicBezTo>
                  <a:cubicBezTo>
                    <a:pt x="15043" y="1350"/>
                    <a:pt x="15429" y="1688"/>
                    <a:pt x="15429" y="2025"/>
                  </a:cubicBezTo>
                  <a:cubicBezTo>
                    <a:pt x="15429" y="2700"/>
                    <a:pt x="15429" y="2700"/>
                    <a:pt x="15429" y="2700"/>
                  </a:cubicBezTo>
                  <a:cubicBezTo>
                    <a:pt x="6171" y="2700"/>
                    <a:pt x="6171" y="2700"/>
                    <a:pt x="6171" y="2700"/>
                  </a:cubicBezTo>
                  <a:lnTo>
                    <a:pt x="6171" y="2025"/>
                  </a:lnTo>
                  <a:close/>
                  <a:moveTo>
                    <a:pt x="18514" y="18900"/>
                  </a:moveTo>
                  <a:cubicBezTo>
                    <a:pt x="18514" y="19575"/>
                    <a:pt x="17743" y="20250"/>
                    <a:pt x="16971" y="20250"/>
                  </a:cubicBezTo>
                  <a:cubicBezTo>
                    <a:pt x="4629" y="20250"/>
                    <a:pt x="4629" y="20250"/>
                    <a:pt x="4629" y="20250"/>
                  </a:cubicBezTo>
                  <a:cubicBezTo>
                    <a:pt x="3857" y="20250"/>
                    <a:pt x="3086" y="19575"/>
                    <a:pt x="3086" y="18900"/>
                  </a:cubicBezTo>
                  <a:cubicBezTo>
                    <a:pt x="3086" y="7425"/>
                    <a:pt x="3086" y="7425"/>
                    <a:pt x="3086" y="7425"/>
                  </a:cubicBezTo>
                  <a:cubicBezTo>
                    <a:pt x="18514" y="7425"/>
                    <a:pt x="18514" y="7425"/>
                    <a:pt x="18514" y="7425"/>
                  </a:cubicBezTo>
                  <a:lnTo>
                    <a:pt x="18514" y="18900"/>
                  </a:lnTo>
                  <a:close/>
                  <a:moveTo>
                    <a:pt x="20057" y="5400"/>
                  </a:moveTo>
                  <a:cubicBezTo>
                    <a:pt x="20057" y="6075"/>
                    <a:pt x="20057" y="6075"/>
                    <a:pt x="20057" y="6075"/>
                  </a:cubicBezTo>
                  <a:cubicBezTo>
                    <a:pt x="1543" y="6075"/>
                    <a:pt x="1543" y="6075"/>
                    <a:pt x="1543" y="6075"/>
                  </a:cubicBezTo>
                  <a:cubicBezTo>
                    <a:pt x="1543" y="5400"/>
                    <a:pt x="1543" y="5400"/>
                    <a:pt x="1543" y="5400"/>
                  </a:cubicBezTo>
                  <a:cubicBezTo>
                    <a:pt x="1543" y="4725"/>
                    <a:pt x="1543" y="4725"/>
                    <a:pt x="1543" y="4725"/>
                  </a:cubicBezTo>
                  <a:cubicBezTo>
                    <a:pt x="1543" y="4388"/>
                    <a:pt x="1929" y="4050"/>
                    <a:pt x="2314" y="4050"/>
                  </a:cubicBezTo>
                  <a:cubicBezTo>
                    <a:pt x="19286" y="4050"/>
                    <a:pt x="19286" y="4050"/>
                    <a:pt x="19286" y="4050"/>
                  </a:cubicBezTo>
                  <a:cubicBezTo>
                    <a:pt x="19671" y="4050"/>
                    <a:pt x="20057" y="4388"/>
                    <a:pt x="20057" y="4725"/>
                  </a:cubicBezTo>
                  <a:lnTo>
                    <a:pt x="20057" y="54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11" name="Shape 6411"/>
            <p:cNvSpPr/>
            <p:nvPr/>
          </p:nvSpPr>
          <p:spPr>
            <a:xfrm>
              <a:off x="180974" y="390525"/>
              <a:ext cx="120651" cy="450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21600"/>
                  </a:moveTo>
                  <a:cubicBezTo>
                    <a:pt x="16200" y="21600"/>
                    <a:pt x="16200" y="21600"/>
                    <a:pt x="16200" y="21600"/>
                  </a:cubicBezTo>
                  <a:cubicBezTo>
                    <a:pt x="18900" y="21600"/>
                    <a:pt x="21600" y="20880"/>
                    <a:pt x="21600" y="20160"/>
                  </a:cubicBezTo>
                  <a:cubicBezTo>
                    <a:pt x="21600" y="1440"/>
                    <a:pt x="21600" y="1440"/>
                    <a:pt x="21600" y="1440"/>
                  </a:cubicBezTo>
                  <a:cubicBezTo>
                    <a:pt x="21600" y="720"/>
                    <a:pt x="18900" y="0"/>
                    <a:pt x="16200" y="0"/>
                  </a:cubicBezTo>
                  <a:cubicBezTo>
                    <a:pt x="5400" y="0"/>
                    <a:pt x="5400" y="0"/>
                    <a:pt x="5400" y="0"/>
                  </a:cubicBezTo>
                  <a:cubicBezTo>
                    <a:pt x="2700" y="0"/>
                    <a:pt x="0" y="720"/>
                    <a:pt x="0" y="1440"/>
                  </a:cubicBezTo>
                  <a:cubicBezTo>
                    <a:pt x="0" y="20160"/>
                    <a:pt x="0" y="20160"/>
                    <a:pt x="0" y="20160"/>
                  </a:cubicBezTo>
                  <a:cubicBezTo>
                    <a:pt x="0" y="20880"/>
                    <a:pt x="2700" y="21600"/>
                    <a:pt x="5400" y="21600"/>
                  </a:cubicBezTo>
                  <a:close/>
                  <a:moveTo>
                    <a:pt x="5400" y="1440"/>
                  </a:moveTo>
                  <a:cubicBezTo>
                    <a:pt x="16200" y="1440"/>
                    <a:pt x="16200" y="1440"/>
                    <a:pt x="16200" y="1440"/>
                  </a:cubicBezTo>
                  <a:cubicBezTo>
                    <a:pt x="16200" y="20160"/>
                    <a:pt x="16200" y="20160"/>
                    <a:pt x="16200" y="20160"/>
                  </a:cubicBezTo>
                  <a:cubicBezTo>
                    <a:pt x="5400" y="20160"/>
                    <a:pt x="5400" y="20160"/>
                    <a:pt x="5400" y="20160"/>
                  </a:cubicBezTo>
                  <a:lnTo>
                    <a:pt x="5400" y="144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12" name="Shape 6412"/>
            <p:cNvSpPr/>
            <p:nvPr/>
          </p:nvSpPr>
          <p:spPr>
            <a:xfrm>
              <a:off x="361950" y="390525"/>
              <a:ext cx="117476" cy="450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21600"/>
                  </a:moveTo>
                  <a:cubicBezTo>
                    <a:pt x="16200" y="21600"/>
                    <a:pt x="16200" y="21600"/>
                    <a:pt x="16200" y="21600"/>
                  </a:cubicBezTo>
                  <a:cubicBezTo>
                    <a:pt x="18900" y="21600"/>
                    <a:pt x="21600" y="20880"/>
                    <a:pt x="21600" y="20160"/>
                  </a:cubicBezTo>
                  <a:cubicBezTo>
                    <a:pt x="21600" y="1440"/>
                    <a:pt x="21600" y="1440"/>
                    <a:pt x="21600" y="1440"/>
                  </a:cubicBezTo>
                  <a:cubicBezTo>
                    <a:pt x="21600" y="720"/>
                    <a:pt x="18900" y="0"/>
                    <a:pt x="16200" y="0"/>
                  </a:cubicBezTo>
                  <a:cubicBezTo>
                    <a:pt x="5400" y="0"/>
                    <a:pt x="5400" y="0"/>
                    <a:pt x="5400" y="0"/>
                  </a:cubicBezTo>
                  <a:cubicBezTo>
                    <a:pt x="2700" y="0"/>
                    <a:pt x="0" y="720"/>
                    <a:pt x="0" y="1440"/>
                  </a:cubicBezTo>
                  <a:cubicBezTo>
                    <a:pt x="0" y="20160"/>
                    <a:pt x="0" y="20160"/>
                    <a:pt x="0" y="20160"/>
                  </a:cubicBezTo>
                  <a:cubicBezTo>
                    <a:pt x="0" y="20880"/>
                    <a:pt x="2700" y="21600"/>
                    <a:pt x="5400" y="21600"/>
                  </a:cubicBezTo>
                  <a:close/>
                  <a:moveTo>
                    <a:pt x="5400" y="1440"/>
                  </a:moveTo>
                  <a:cubicBezTo>
                    <a:pt x="16200" y="1440"/>
                    <a:pt x="16200" y="1440"/>
                    <a:pt x="16200" y="1440"/>
                  </a:cubicBezTo>
                  <a:cubicBezTo>
                    <a:pt x="16200" y="20160"/>
                    <a:pt x="16200" y="20160"/>
                    <a:pt x="16200" y="20160"/>
                  </a:cubicBezTo>
                  <a:cubicBezTo>
                    <a:pt x="5400" y="20160"/>
                    <a:pt x="5400" y="20160"/>
                    <a:pt x="5400" y="20160"/>
                  </a:cubicBezTo>
                  <a:lnTo>
                    <a:pt x="5400" y="144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13" name="Shape 6413"/>
            <p:cNvSpPr/>
            <p:nvPr/>
          </p:nvSpPr>
          <p:spPr>
            <a:xfrm>
              <a:off x="539750" y="390525"/>
              <a:ext cx="120650" cy="450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21600"/>
                  </a:moveTo>
                  <a:cubicBezTo>
                    <a:pt x="16200" y="21600"/>
                    <a:pt x="16200" y="21600"/>
                    <a:pt x="16200" y="21600"/>
                  </a:cubicBezTo>
                  <a:cubicBezTo>
                    <a:pt x="18900" y="21600"/>
                    <a:pt x="21600" y="20880"/>
                    <a:pt x="21600" y="20160"/>
                  </a:cubicBezTo>
                  <a:cubicBezTo>
                    <a:pt x="21600" y="1440"/>
                    <a:pt x="21600" y="1440"/>
                    <a:pt x="21600" y="1440"/>
                  </a:cubicBezTo>
                  <a:cubicBezTo>
                    <a:pt x="21600" y="720"/>
                    <a:pt x="18900" y="0"/>
                    <a:pt x="16200" y="0"/>
                  </a:cubicBezTo>
                  <a:cubicBezTo>
                    <a:pt x="5400" y="0"/>
                    <a:pt x="5400" y="0"/>
                    <a:pt x="5400" y="0"/>
                  </a:cubicBezTo>
                  <a:cubicBezTo>
                    <a:pt x="2700" y="0"/>
                    <a:pt x="0" y="720"/>
                    <a:pt x="0" y="1440"/>
                  </a:cubicBezTo>
                  <a:cubicBezTo>
                    <a:pt x="0" y="20160"/>
                    <a:pt x="0" y="20160"/>
                    <a:pt x="0" y="20160"/>
                  </a:cubicBezTo>
                  <a:cubicBezTo>
                    <a:pt x="0" y="20880"/>
                    <a:pt x="2700" y="21600"/>
                    <a:pt x="5400" y="21600"/>
                  </a:cubicBezTo>
                  <a:close/>
                  <a:moveTo>
                    <a:pt x="5400" y="1440"/>
                  </a:moveTo>
                  <a:cubicBezTo>
                    <a:pt x="16200" y="1440"/>
                    <a:pt x="16200" y="1440"/>
                    <a:pt x="16200" y="1440"/>
                  </a:cubicBezTo>
                  <a:cubicBezTo>
                    <a:pt x="16200" y="20160"/>
                    <a:pt x="16200" y="20160"/>
                    <a:pt x="16200" y="20160"/>
                  </a:cubicBezTo>
                  <a:cubicBezTo>
                    <a:pt x="5400" y="20160"/>
                    <a:pt x="5400" y="20160"/>
                    <a:pt x="5400" y="20160"/>
                  </a:cubicBezTo>
                  <a:lnTo>
                    <a:pt x="5400" y="144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415" name="Shape 6415"/>
          <p:cNvSpPr/>
          <p:nvPr/>
        </p:nvSpPr>
        <p:spPr>
          <a:xfrm>
            <a:off x="8676375" y="6805304"/>
            <a:ext cx="1220360" cy="10346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95" y="21600"/>
                </a:moveTo>
                <a:cubicBezTo>
                  <a:pt x="15726" y="21600"/>
                  <a:pt x="15726" y="21600"/>
                  <a:pt x="15726" y="21600"/>
                </a:cubicBezTo>
                <a:cubicBezTo>
                  <a:pt x="15347" y="21600"/>
                  <a:pt x="14968" y="21150"/>
                  <a:pt x="14968" y="20700"/>
                </a:cubicBezTo>
                <a:cubicBezTo>
                  <a:pt x="14968" y="20250"/>
                  <a:pt x="15347" y="19800"/>
                  <a:pt x="15726" y="19800"/>
                </a:cubicBezTo>
                <a:cubicBezTo>
                  <a:pt x="19895" y="19800"/>
                  <a:pt x="19895" y="19800"/>
                  <a:pt x="19895" y="19800"/>
                </a:cubicBezTo>
                <a:cubicBezTo>
                  <a:pt x="20084" y="19800"/>
                  <a:pt x="20084" y="19800"/>
                  <a:pt x="20084" y="19800"/>
                </a:cubicBezTo>
                <a:cubicBezTo>
                  <a:pt x="20084" y="13725"/>
                  <a:pt x="20084" y="13725"/>
                  <a:pt x="20084" y="13725"/>
                </a:cubicBezTo>
                <a:cubicBezTo>
                  <a:pt x="20084" y="13275"/>
                  <a:pt x="20463" y="12825"/>
                  <a:pt x="20842" y="12825"/>
                </a:cubicBezTo>
                <a:cubicBezTo>
                  <a:pt x="21221" y="12825"/>
                  <a:pt x="21600" y="13275"/>
                  <a:pt x="21600" y="13725"/>
                </a:cubicBezTo>
                <a:cubicBezTo>
                  <a:pt x="21600" y="19800"/>
                  <a:pt x="21600" y="19800"/>
                  <a:pt x="21600" y="19800"/>
                </a:cubicBezTo>
                <a:cubicBezTo>
                  <a:pt x="21600" y="20700"/>
                  <a:pt x="20842" y="21600"/>
                  <a:pt x="19895" y="21600"/>
                </a:cubicBezTo>
                <a:close/>
                <a:moveTo>
                  <a:pt x="6632" y="21600"/>
                </a:moveTo>
                <a:cubicBezTo>
                  <a:pt x="1705" y="21600"/>
                  <a:pt x="1705" y="21600"/>
                  <a:pt x="1705" y="21600"/>
                </a:cubicBezTo>
                <a:cubicBezTo>
                  <a:pt x="758" y="21600"/>
                  <a:pt x="0" y="20700"/>
                  <a:pt x="0" y="19800"/>
                </a:cubicBezTo>
                <a:cubicBezTo>
                  <a:pt x="0" y="13725"/>
                  <a:pt x="0" y="13725"/>
                  <a:pt x="0" y="13725"/>
                </a:cubicBezTo>
                <a:cubicBezTo>
                  <a:pt x="0" y="13275"/>
                  <a:pt x="379" y="12825"/>
                  <a:pt x="758" y="12825"/>
                </a:cubicBezTo>
                <a:cubicBezTo>
                  <a:pt x="1137" y="12825"/>
                  <a:pt x="1516" y="13275"/>
                  <a:pt x="1516" y="13725"/>
                </a:cubicBezTo>
                <a:cubicBezTo>
                  <a:pt x="1516" y="19800"/>
                  <a:pt x="1516" y="19800"/>
                  <a:pt x="1516" y="19800"/>
                </a:cubicBezTo>
                <a:cubicBezTo>
                  <a:pt x="1516" y="19800"/>
                  <a:pt x="1516" y="19800"/>
                  <a:pt x="1705" y="19800"/>
                </a:cubicBezTo>
                <a:cubicBezTo>
                  <a:pt x="6632" y="19800"/>
                  <a:pt x="6632" y="19800"/>
                  <a:pt x="6632" y="19800"/>
                </a:cubicBezTo>
                <a:cubicBezTo>
                  <a:pt x="7011" y="19800"/>
                  <a:pt x="7389" y="20250"/>
                  <a:pt x="7389" y="20700"/>
                </a:cubicBezTo>
                <a:cubicBezTo>
                  <a:pt x="7389" y="21150"/>
                  <a:pt x="7011" y="21600"/>
                  <a:pt x="6632" y="21600"/>
                </a:cubicBezTo>
                <a:close/>
                <a:moveTo>
                  <a:pt x="20842" y="7650"/>
                </a:moveTo>
                <a:cubicBezTo>
                  <a:pt x="20463" y="7650"/>
                  <a:pt x="20084" y="7425"/>
                  <a:pt x="20084" y="6750"/>
                </a:cubicBezTo>
                <a:cubicBezTo>
                  <a:pt x="20084" y="1800"/>
                  <a:pt x="20084" y="1800"/>
                  <a:pt x="20084" y="1800"/>
                </a:cubicBezTo>
                <a:cubicBezTo>
                  <a:pt x="20084" y="1800"/>
                  <a:pt x="20084" y="1800"/>
                  <a:pt x="19895" y="1800"/>
                </a:cubicBezTo>
                <a:cubicBezTo>
                  <a:pt x="15726" y="1800"/>
                  <a:pt x="15726" y="1800"/>
                  <a:pt x="15726" y="1800"/>
                </a:cubicBezTo>
                <a:cubicBezTo>
                  <a:pt x="15347" y="1800"/>
                  <a:pt x="14968" y="1350"/>
                  <a:pt x="14968" y="900"/>
                </a:cubicBezTo>
                <a:cubicBezTo>
                  <a:pt x="14968" y="450"/>
                  <a:pt x="15347" y="0"/>
                  <a:pt x="15726" y="0"/>
                </a:cubicBezTo>
                <a:cubicBezTo>
                  <a:pt x="19895" y="0"/>
                  <a:pt x="19895" y="0"/>
                  <a:pt x="19895" y="0"/>
                </a:cubicBezTo>
                <a:cubicBezTo>
                  <a:pt x="20842" y="0"/>
                  <a:pt x="21600" y="900"/>
                  <a:pt x="21600" y="1800"/>
                </a:cubicBezTo>
                <a:cubicBezTo>
                  <a:pt x="21600" y="6750"/>
                  <a:pt x="21600" y="6750"/>
                  <a:pt x="21600" y="6750"/>
                </a:cubicBezTo>
                <a:cubicBezTo>
                  <a:pt x="21600" y="7425"/>
                  <a:pt x="21221" y="7650"/>
                  <a:pt x="20842" y="7650"/>
                </a:cubicBezTo>
                <a:close/>
                <a:moveTo>
                  <a:pt x="758" y="7650"/>
                </a:moveTo>
                <a:cubicBezTo>
                  <a:pt x="379" y="7650"/>
                  <a:pt x="0" y="7425"/>
                  <a:pt x="0" y="6750"/>
                </a:cubicBezTo>
                <a:cubicBezTo>
                  <a:pt x="0" y="1800"/>
                  <a:pt x="0" y="1800"/>
                  <a:pt x="0" y="1800"/>
                </a:cubicBezTo>
                <a:cubicBezTo>
                  <a:pt x="0" y="900"/>
                  <a:pt x="758" y="0"/>
                  <a:pt x="1705" y="0"/>
                </a:cubicBezTo>
                <a:cubicBezTo>
                  <a:pt x="6632" y="0"/>
                  <a:pt x="6632" y="0"/>
                  <a:pt x="6632" y="0"/>
                </a:cubicBezTo>
                <a:cubicBezTo>
                  <a:pt x="7011" y="0"/>
                  <a:pt x="7389" y="450"/>
                  <a:pt x="7389" y="900"/>
                </a:cubicBezTo>
                <a:cubicBezTo>
                  <a:pt x="7389" y="1350"/>
                  <a:pt x="7011" y="1800"/>
                  <a:pt x="6632" y="1800"/>
                </a:cubicBezTo>
                <a:cubicBezTo>
                  <a:pt x="1705" y="1800"/>
                  <a:pt x="1705" y="1800"/>
                  <a:pt x="1705" y="1800"/>
                </a:cubicBezTo>
                <a:cubicBezTo>
                  <a:pt x="1516" y="1800"/>
                  <a:pt x="1516" y="1800"/>
                  <a:pt x="1516" y="1800"/>
                </a:cubicBezTo>
                <a:cubicBezTo>
                  <a:pt x="1516" y="6750"/>
                  <a:pt x="1516" y="6750"/>
                  <a:pt x="1516" y="6750"/>
                </a:cubicBezTo>
                <a:cubicBezTo>
                  <a:pt x="1516" y="7425"/>
                  <a:pt x="1137" y="7650"/>
                  <a:pt x="758" y="765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422" name="Group 6422"/>
          <p:cNvGrpSpPr/>
          <p:nvPr/>
        </p:nvGrpSpPr>
        <p:grpSpPr>
          <a:xfrm>
            <a:off x="3152352" y="6826039"/>
            <a:ext cx="962032" cy="962027"/>
            <a:chOff x="0" y="0"/>
            <a:chExt cx="962031" cy="962025"/>
          </a:xfrm>
        </p:grpSpPr>
        <p:sp>
          <p:nvSpPr>
            <p:cNvPr id="6416" name="Shape 6416"/>
            <p:cNvSpPr/>
            <p:nvPr/>
          </p:nvSpPr>
          <p:spPr>
            <a:xfrm>
              <a:off x="0" y="94557"/>
              <a:ext cx="427569" cy="8674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21600"/>
                  </a:moveTo>
                  <a:cubicBezTo>
                    <a:pt x="5400" y="21600"/>
                    <a:pt x="5400" y="21600"/>
                    <a:pt x="5400" y="21600"/>
                  </a:cubicBezTo>
                  <a:cubicBezTo>
                    <a:pt x="2400" y="21600"/>
                    <a:pt x="0" y="20520"/>
                    <a:pt x="0" y="19047"/>
                  </a:cubicBezTo>
                  <a:cubicBezTo>
                    <a:pt x="0" y="589"/>
                    <a:pt x="0" y="589"/>
                    <a:pt x="0" y="589"/>
                  </a:cubicBezTo>
                  <a:cubicBezTo>
                    <a:pt x="0" y="295"/>
                    <a:pt x="600" y="0"/>
                    <a:pt x="1200" y="0"/>
                  </a:cubicBezTo>
                  <a:cubicBezTo>
                    <a:pt x="2000" y="0"/>
                    <a:pt x="2400" y="295"/>
                    <a:pt x="2400" y="589"/>
                  </a:cubicBezTo>
                  <a:cubicBezTo>
                    <a:pt x="2400" y="19047"/>
                    <a:pt x="2400" y="19047"/>
                    <a:pt x="2400" y="19047"/>
                  </a:cubicBezTo>
                  <a:cubicBezTo>
                    <a:pt x="2400" y="19833"/>
                    <a:pt x="3800" y="20422"/>
                    <a:pt x="5400" y="20422"/>
                  </a:cubicBezTo>
                  <a:cubicBezTo>
                    <a:pt x="20400" y="20422"/>
                    <a:pt x="20400" y="20422"/>
                    <a:pt x="20400" y="20422"/>
                  </a:cubicBezTo>
                  <a:cubicBezTo>
                    <a:pt x="21200" y="20422"/>
                    <a:pt x="21600" y="20716"/>
                    <a:pt x="21600" y="21011"/>
                  </a:cubicBezTo>
                  <a:cubicBezTo>
                    <a:pt x="21600" y="21404"/>
                    <a:pt x="21200" y="21600"/>
                    <a:pt x="204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17" name="Shape 6417"/>
            <p:cNvSpPr/>
            <p:nvPr/>
          </p:nvSpPr>
          <p:spPr>
            <a:xfrm>
              <a:off x="94559" y="94557"/>
              <a:ext cx="678356" cy="493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47" y="21600"/>
                  </a:moveTo>
                  <a:cubicBezTo>
                    <a:pt x="753" y="21600"/>
                    <a:pt x="753" y="21600"/>
                    <a:pt x="753" y="21600"/>
                  </a:cubicBezTo>
                  <a:cubicBezTo>
                    <a:pt x="377" y="21600"/>
                    <a:pt x="0" y="18000"/>
                    <a:pt x="0" y="10800"/>
                  </a:cubicBezTo>
                  <a:cubicBezTo>
                    <a:pt x="0" y="5400"/>
                    <a:pt x="377" y="0"/>
                    <a:pt x="753" y="0"/>
                  </a:cubicBezTo>
                  <a:cubicBezTo>
                    <a:pt x="20847" y="0"/>
                    <a:pt x="20847" y="0"/>
                    <a:pt x="20847" y="0"/>
                  </a:cubicBezTo>
                  <a:cubicBezTo>
                    <a:pt x="21349" y="0"/>
                    <a:pt x="21600" y="5400"/>
                    <a:pt x="21600" y="10800"/>
                  </a:cubicBezTo>
                  <a:cubicBezTo>
                    <a:pt x="21600" y="18000"/>
                    <a:pt x="21349" y="21600"/>
                    <a:pt x="20847"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18" name="Shape 6418"/>
            <p:cNvSpPr/>
            <p:nvPr/>
          </p:nvSpPr>
          <p:spPr>
            <a:xfrm>
              <a:off x="0" y="0"/>
              <a:ext cx="805802" cy="3617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65" y="21600"/>
                  </a:moveTo>
                  <a:cubicBezTo>
                    <a:pt x="20647" y="21600"/>
                    <a:pt x="20329" y="21130"/>
                    <a:pt x="20329" y="20191"/>
                  </a:cubicBezTo>
                  <a:cubicBezTo>
                    <a:pt x="20329" y="14087"/>
                    <a:pt x="20329" y="14087"/>
                    <a:pt x="20329" y="14087"/>
                  </a:cubicBezTo>
                  <a:cubicBezTo>
                    <a:pt x="3176" y="14087"/>
                    <a:pt x="3176" y="14087"/>
                    <a:pt x="3176" y="14087"/>
                  </a:cubicBezTo>
                  <a:cubicBezTo>
                    <a:pt x="1482" y="14087"/>
                    <a:pt x="0" y="11035"/>
                    <a:pt x="0" y="7043"/>
                  </a:cubicBezTo>
                  <a:cubicBezTo>
                    <a:pt x="0" y="3287"/>
                    <a:pt x="1482" y="0"/>
                    <a:pt x="3176" y="0"/>
                  </a:cubicBezTo>
                  <a:cubicBezTo>
                    <a:pt x="20965" y="0"/>
                    <a:pt x="20965" y="0"/>
                    <a:pt x="20965" y="0"/>
                  </a:cubicBezTo>
                  <a:cubicBezTo>
                    <a:pt x="21388" y="0"/>
                    <a:pt x="21600" y="704"/>
                    <a:pt x="21600" y="1409"/>
                  </a:cubicBezTo>
                  <a:cubicBezTo>
                    <a:pt x="21600" y="2348"/>
                    <a:pt x="21388" y="2817"/>
                    <a:pt x="20965" y="2817"/>
                  </a:cubicBezTo>
                  <a:cubicBezTo>
                    <a:pt x="3176" y="2817"/>
                    <a:pt x="3176" y="2817"/>
                    <a:pt x="3176" y="2817"/>
                  </a:cubicBezTo>
                  <a:cubicBezTo>
                    <a:pt x="2118" y="2817"/>
                    <a:pt x="1271" y="4696"/>
                    <a:pt x="1271" y="7043"/>
                  </a:cubicBezTo>
                  <a:cubicBezTo>
                    <a:pt x="1271" y="9391"/>
                    <a:pt x="2118" y="11270"/>
                    <a:pt x="3176" y="11270"/>
                  </a:cubicBezTo>
                  <a:cubicBezTo>
                    <a:pt x="20965" y="11270"/>
                    <a:pt x="20965" y="11270"/>
                    <a:pt x="20965" y="11270"/>
                  </a:cubicBezTo>
                  <a:cubicBezTo>
                    <a:pt x="21388" y="11270"/>
                    <a:pt x="21600" y="11974"/>
                    <a:pt x="21600" y="12678"/>
                  </a:cubicBezTo>
                  <a:cubicBezTo>
                    <a:pt x="21600" y="20191"/>
                    <a:pt x="21600" y="20191"/>
                    <a:pt x="21600" y="20191"/>
                  </a:cubicBezTo>
                  <a:cubicBezTo>
                    <a:pt x="21600" y="21130"/>
                    <a:pt x="21388" y="21600"/>
                    <a:pt x="20965"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19" name="Shape 6419"/>
            <p:cNvSpPr/>
            <p:nvPr/>
          </p:nvSpPr>
          <p:spPr>
            <a:xfrm>
              <a:off x="661909" y="550902"/>
              <a:ext cx="49336" cy="2713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20965"/>
                    <a:pt x="0" y="19694"/>
                  </a:cubicBezTo>
                  <a:cubicBezTo>
                    <a:pt x="0" y="1906"/>
                    <a:pt x="0" y="1906"/>
                    <a:pt x="0" y="1906"/>
                  </a:cubicBezTo>
                  <a:cubicBezTo>
                    <a:pt x="0" y="953"/>
                    <a:pt x="5400" y="0"/>
                    <a:pt x="10800" y="0"/>
                  </a:cubicBezTo>
                  <a:cubicBezTo>
                    <a:pt x="18000" y="0"/>
                    <a:pt x="21600" y="953"/>
                    <a:pt x="21600" y="1906"/>
                  </a:cubicBezTo>
                  <a:cubicBezTo>
                    <a:pt x="21600" y="19694"/>
                    <a:pt x="21600" y="19694"/>
                    <a:pt x="21600" y="19694"/>
                  </a:cubicBezTo>
                  <a:cubicBezTo>
                    <a:pt x="21600" y="20965"/>
                    <a:pt x="18000" y="21600"/>
                    <a:pt x="10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20" name="Shape 6420"/>
            <p:cNvSpPr/>
            <p:nvPr/>
          </p:nvSpPr>
          <p:spPr>
            <a:xfrm>
              <a:off x="569340" y="680350"/>
              <a:ext cx="238589" cy="141895"/>
            </a:xfrm>
            <a:custGeom>
              <a:avLst/>
              <a:gdLst/>
              <a:ahLst/>
              <a:cxnLst>
                <a:cxn ang="0">
                  <a:pos x="wd2" y="hd2"/>
                </a:cxn>
                <a:cxn ang="5400000">
                  <a:pos x="wd2" y="hd2"/>
                </a:cxn>
                <a:cxn ang="10800000">
                  <a:pos x="wd2" y="hd2"/>
                </a:cxn>
                <a:cxn ang="16200000">
                  <a:pos x="wd2" y="hd2"/>
                </a:cxn>
              </a:cxnLst>
              <a:rect l="0" t="0" r="r" b="b"/>
              <a:pathLst>
                <a:path w="21246" h="21300" fill="norm" stroke="1" extrusionOk="0">
                  <a:moveTo>
                    <a:pt x="10446" y="21300"/>
                  </a:moveTo>
                  <a:cubicBezTo>
                    <a:pt x="10092" y="21300"/>
                    <a:pt x="9384" y="21300"/>
                    <a:pt x="9030" y="20700"/>
                  </a:cubicBezTo>
                  <a:cubicBezTo>
                    <a:pt x="531" y="6300"/>
                    <a:pt x="531" y="6300"/>
                    <a:pt x="531" y="6300"/>
                  </a:cubicBezTo>
                  <a:cubicBezTo>
                    <a:pt x="-177" y="4500"/>
                    <a:pt x="-177" y="2100"/>
                    <a:pt x="531" y="900"/>
                  </a:cubicBezTo>
                  <a:cubicBezTo>
                    <a:pt x="1239" y="-300"/>
                    <a:pt x="2656" y="-300"/>
                    <a:pt x="3718" y="900"/>
                  </a:cubicBezTo>
                  <a:cubicBezTo>
                    <a:pt x="10446" y="12900"/>
                    <a:pt x="10446" y="12900"/>
                    <a:pt x="10446" y="12900"/>
                  </a:cubicBezTo>
                  <a:cubicBezTo>
                    <a:pt x="17528" y="900"/>
                    <a:pt x="17528" y="900"/>
                    <a:pt x="17528" y="900"/>
                  </a:cubicBezTo>
                  <a:cubicBezTo>
                    <a:pt x="18236" y="-300"/>
                    <a:pt x="19653" y="-300"/>
                    <a:pt x="20715" y="900"/>
                  </a:cubicBezTo>
                  <a:cubicBezTo>
                    <a:pt x="21423" y="2100"/>
                    <a:pt x="21423" y="4500"/>
                    <a:pt x="20715" y="6300"/>
                  </a:cubicBezTo>
                  <a:cubicBezTo>
                    <a:pt x="12216" y="20700"/>
                    <a:pt x="12216" y="20700"/>
                    <a:pt x="12216" y="20700"/>
                  </a:cubicBezTo>
                  <a:cubicBezTo>
                    <a:pt x="11508" y="21300"/>
                    <a:pt x="11154" y="21300"/>
                    <a:pt x="10446" y="213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21" name="Shape 6421"/>
            <p:cNvSpPr/>
            <p:nvPr/>
          </p:nvSpPr>
          <p:spPr>
            <a:xfrm>
              <a:off x="411125" y="411120"/>
              <a:ext cx="550907" cy="5509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937" y="21600"/>
                    <a:pt x="0" y="16817"/>
                    <a:pt x="0" y="10800"/>
                  </a:cubicBezTo>
                  <a:cubicBezTo>
                    <a:pt x="0" y="4937"/>
                    <a:pt x="4937" y="0"/>
                    <a:pt x="10800" y="0"/>
                  </a:cubicBezTo>
                  <a:cubicBezTo>
                    <a:pt x="16817" y="0"/>
                    <a:pt x="21600" y="4937"/>
                    <a:pt x="21600" y="10800"/>
                  </a:cubicBezTo>
                  <a:cubicBezTo>
                    <a:pt x="21600" y="16817"/>
                    <a:pt x="16817" y="21600"/>
                    <a:pt x="10800" y="21600"/>
                  </a:cubicBezTo>
                  <a:close/>
                  <a:moveTo>
                    <a:pt x="10800" y="1851"/>
                  </a:moveTo>
                  <a:cubicBezTo>
                    <a:pt x="5863" y="1851"/>
                    <a:pt x="1851" y="5863"/>
                    <a:pt x="1851" y="10800"/>
                  </a:cubicBezTo>
                  <a:cubicBezTo>
                    <a:pt x="1851" y="15737"/>
                    <a:pt x="5863" y="19749"/>
                    <a:pt x="10800" y="19749"/>
                  </a:cubicBezTo>
                  <a:cubicBezTo>
                    <a:pt x="15737" y="19749"/>
                    <a:pt x="19749" y="15737"/>
                    <a:pt x="19749" y="10800"/>
                  </a:cubicBezTo>
                  <a:cubicBezTo>
                    <a:pt x="19749" y="5863"/>
                    <a:pt x="15737" y="1851"/>
                    <a:pt x="10800" y="185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27" name="Group 6427"/>
          <p:cNvGrpSpPr/>
          <p:nvPr/>
        </p:nvGrpSpPr>
        <p:grpSpPr>
          <a:xfrm>
            <a:off x="4386872" y="6864301"/>
            <a:ext cx="1065573" cy="1065575"/>
            <a:chOff x="0" y="0"/>
            <a:chExt cx="1065571" cy="1065573"/>
          </a:xfrm>
        </p:grpSpPr>
        <p:sp>
          <p:nvSpPr>
            <p:cNvPr id="6423" name="Shape 6423"/>
            <p:cNvSpPr/>
            <p:nvPr/>
          </p:nvSpPr>
          <p:spPr>
            <a:xfrm>
              <a:off x="297411" y="350325"/>
              <a:ext cx="436083" cy="5054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256" y="21600"/>
                  </a:moveTo>
                  <a:cubicBezTo>
                    <a:pt x="7344" y="21600"/>
                    <a:pt x="7344" y="21600"/>
                    <a:pt x="7344" y="21600"/>
                  </a:cubicBezTo>
                  <a:cubicBezTo>
                    <a:pt x="6696" y="21600"/>
                    <a:pt x="6048" y="21041"/>
                    <a:pt x="6048" y="20483"/>
                  </a:cubicBezTo>
                  <a:cubicBezTo>
                    <a:pt x="6048" y="13034"/>
                    <a:pt x="6048" y="13034"/>
                    <a:pt x="6048" y="13034"/>
                  </a:cubicBezTo>
                  <a:cubicBezTo>
                    <a:pt x="0" y="10614"/>
                    <a:pt x="0" y="4469"/>
                    <a:pt x="0" y="1117"/>
                  </a:cubicBezTo>
                  <a:cubicBezTo>
                    <a:pt x="0" y="559"/>
                    <a:pt x="648" y="0"/>
                    <a:pt x="1296" y="0"/>
                  </a:cubicBezTo>
                  <a:cubicBezTo>
                    <a:pt x="20304" y="0"/>
                    <a:pt x="20304" y="0"/>
                    <a:pt x="20304" y="0"/>
                  </a:cubicBezTo>
                  <a:cubicBezTo>
                    <a:pt x="20952" y="0"/>
                    <a:pt x="21600" y="559"/>
                    <a:pt x="21600" y="1117"/>
                  </a:cubicBezTo>
                  <a:cubicBezTo>
                    <a:pt x="21600" y="4469"/>
                    <a:pt x="21600" y="10614"/>
                    <a:pt x="15552" y="13034"/>
                  </a:cubicBezTo>
                  <a:cubicBezTo>
                    <a:pt x="15552" y="20483"/>
                    <a:pt x="15552" y="20483"/>
                    <a:pt x="15552" y="20483"/>
                  </a:cubicBezTo>
                  <a:cubicBezTo>
                    <a:pt x="15552" y="21041"/>
                    <a:pt x="14904" y="21600"/>
                    <a:pt x="14256" y="21600"/>
                  </a:cubicBezTo>
                  <a:close/>
                  <a:moveTo>
                    <a:pt x="8640" y="19366"/>
                  </a:moveTo>
                  <a:cubicBezTo>
                    <a:pt x="12960" y="19366"/>
                    <a:pt x="12960" y="19366"/>
                    <a:pt x="12960" y="19366"/>
                  </a:cubicBezTo>
                  <a:cubicBezTo>
                    <a:pt x="12960" y="12290"/>
                    <a:pt x="12960" y="12290"/>
                    <a:pt x="12960" y="12290"/>
                  </a:cubicBezTo>
                  <a:cubicBezTo>
                    <a:pt x="12960" y="11731"/>
                    <a:pt x="13392" y="11359"/>
                    <a:pt x="13824" y="11172"/>
                  </a:cubicBezTo>
                  <a:cubicBezTo>
                    <a:pt x="18144" y="9869"/>
                    <a:pt x="19008" y="6145"/>
                    <a:pt x="19008" y="2234"/>
                  </a:cubicBezTo>
                  <a:cubicBezTo>
                    <a:pt x="2592" y="2234"/>
                    <a:pt x="2592" y="2234"/>
                    <a:pt x="2592" y="2234"/>
                  </a:cubicBezTo>
                  <a:cubicBezTo>
                    <a:pt x="2592" y="6145"/>
                    <a:pt x="3456" y="9869"/>
                    <a:pt x="7776" y="11172"/>
                  </a:cubicBezTo>
                  <a:cubicBezTo>
                    <a:pt x="8208" y="11359"/>
                    <a:pt x="8640" y="11731"/>
                    <a:pt x="8640" y="12290"/>
                  </a:cubicBezTo>
                  <a:lnTo>
                    <a:pt x="8640" y="19366"/>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24" name="Shape 6424"/>
            <p:cNvSpPr/>
            <p:nvPr/>
          </p:nvSpPr>
          <p:spPr>
            <a:xfrm>
              <a:off x="350324" y="0"/>
              <a:ext cx="330256" cy="3320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32" y="21600"/>
                    <a:pt x="0" y="16768"/>
                    <a:pt x="0" y="10800"/>
                  </a:cubicBezTo>
                  <a:cubicBezTo>
                    <a:pt x="0" y="4832"/>
                    <a:pt x="4832" y="0"/>
                    <a:pt x="10800" y="0"/>
                  </a:cubicBezTo>
                  <a:cubicBezTo>
                    <a:pt x="16768" y="0"/>
                    <a:pt x="21600" y="4832"/>
                    <a:pt x="21600" y="10800"/>
                  </a:cubicBezTo>
                  <a:cubicBezTo>
                    <a:pt x="21600" y="16768"/>
                    <a:pt x="16768" y="21600"/>
                    <a:pt x="10800" y="21600"/>
                  </a:cubicBezTo>
                  <a:close/>
                  <a:moveTo>
                    <a:pt x="10800" y="3411"/>
                  </a:moveTo>
                  <a:cubicBezTo>
                    <a:pt x="6821" y="3411"/>
                    <a:pt x="3411" y="6821"/>
                    <a:pt x="3411" y="10800"/>
                  </a:cubicBezTo>
                  <a:cubicBezTo>
                    <a:pt x="3411" y="14779"/>
                    <a:pt x="6821" y="18189"/>
                    <a:pt x="10800" y="18189"/>
                  </a:cubicBezTo>
                  <a:cubicBezTo>
                    <a:pt x="14779" y="18189"/>
                    <a:pt x="18189" y="14779"/>
                    <a:pt x="18189" y="10800"/>
                  </a:cubicBezTo>
                  <a:cubicBezTo>
                    <a:pt x="18189" y="6821"/>
                    <a:pt x="14779" y="3411"/>
                    <a:pt x="10800" y="341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25" name="Shape 6425"/>
            <p:cNvSpPr/>
            <p:nvPr/>
          </p:nvSpPr>
          <p:spPr>
            <a:xfrm>
              <a:off x="0" y="673282"/>
              <a:ext cx="1065572" cy="3922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577" y="21600"/>
                    <a:pt x="0" y="17760"/>
                    <a:pt x="0" y="10560"/>
                  </a:cubicBezTo>
                  <a:cubicBezTo>
                    <a:pt x="0" y="4560"/>
                    <a:pt x="3895" y="1200"/>
                    <a:pt x="7525" y="0"/>
                  </a:cubicBezTo>
                  <a:cubicBezTo>
                    <a:pt x="7790" y="0"/>
                    <a:pt x="8056" y="480"/>
                    <a:pt x="8144" y="1200"/>
                  </a:cubicBezTo>
                  <a:cubicBezTo>
                    <a:pt x="8144" y="2160"/>
                    <a:pt x="7967" y="2880"/>
                    <a:pt x="7702" y="2880"/>
                  </a:cubicBezTo>
                  <a:cubicBezTo>
                    <a:pt x="3364" y="4080"/>
                    <a:pt x="1062" y="7920"/>
                    <a:pt x="1062" y="10560"/>
                  </a:cubicBezTo>
                  <a:cubicBezTo>
                    <a:pt x="1062" y="14400"/>
                    <a:pt x="5223" y="18720"/>
                    <a:pt x="10800" y="18720"/>
                  </a:cubicBezTo>
                  <a:cubicBezTo>
                    <a:pt x="16377" y="18720"/>
                    <a:pt x="20538" y="14400"/>
                    <a:pt x="20538" y="10560"/>
                  </a:cubicBezTo>
                  <a:cubicBezTo>
                    <a:pt x="20538" y="7920"/>
                    <a:pt x="18236" y="4080"/>
                    <a:pt x="13898" y="2880"/>
                  </a:cubicBezTo>
                  <a:cubicBezTo>
                    <a:pt x="13633" y="2880"/>
                    <a:pt x="13456" y="2160"/>
                    <a:pt x="13456" y="1200"/>
                  </a:cubicBezTo>
                  <a:cubicBezTo>
                    <a:pt x="13544" y="480"/>
                    <a:pt x="13810" y="0"/>
                    <a:pt x="14075" y="0"/>
                  </a:cubicBezTo>
                  <a:cubicBezTo>
                    <a:pt x="17705" y="1200"/>
                    <a:pt x="21600" y="4560"/>
                    <a:pt x="21600" y="10560"/>
                  </a:cubicBezTo>
                  <a:cubicBezTo>
                    <a:pt x="21600" y="17760"/>
                    <a:pt x="16023" y="21600"/>
                    <a:pt x="10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26" name="Shape 6426"/>
            <p:cNvSpPr/>
            <p:nvPr/>
          </p:nvSpPr>
          <p:spPr>
            <a:xfrm>
              <a:off x="193408" y="745853"/>
              <a:ext cx="680581" cy="213894"/>
            </a:xfrm>
            <a:custGeom>
              <a:avLst/>
              <a:gdLst/>
              <a:ahLst/>
              <a:cxnLst>
                <a:cxn ang="0">
                  <a:pos x="wd2" y="hd2"/>
                </a:cxn>
                <a:cxn ang="5400000">
                  <a:pos x="wd2" y="hd2"/>
                </a:cxn>
                <a:cxn ang="10800000">
                  <a:pos x="wd2" y="hd2"/>
                </a:cxn>
                <a:cxn ang="16200000">
                  <a:pos x="wd2" y="hd2"/>
                </a:cxn>
              </a:cxnLst>
              <a:rect l="0" t="0" r="r" b="b"/>
              <a:pathLst>
                <a:path w="21600" h="21278" fill="norm" stroke="1" extrusionOk="0">
                  <a:moveTo>
                    <a:pt x="10800" y="21278"/>
                  </a:moveTo>
                  <a:cubicBezTo>
                    <a:pt x="5538" y="21278"/>
                    <a:pt x="0" y="17822"/>
                    <a:pt x="0" y="10046"/>
                  </a:cubicBezTo>
                  <a:cubicBezTo>
                    <a:pt x="0" y="3998"/>
                    <a:pt x="3046" y="1406"/>
                    <a:pt x="5677" y="110"/>
                  </a:cubicBezTo>
                  <a:cubicBezTo>
                    <a:pt x="6092" y="-322"/>
                    <a:pt x="6508" y="542"/>
                    <a:pt x="6646" y="2270"/>
                  </a:cubicBezTo>
                  <a:cubicBezTo>
                    <a:pt x="6646" y="3566"/>
                    <a:pt x="6369" y="4862"/>
                    <a:pt x="5954" y="5294"/>
                  </a:cubicBezTo>
                  <a:cubicBezTo>
                    <a:pt x="2631" y="6590"/>
                    <a:pt x="1662" y="9614"/>
                    <a:pt x="1662" y="10046"/>
                  </a:cubicBezTo>
                  <a:cubicBezTo>
                    <a:pt x="1800" y="11774"/>
                    <a:pt x="4708" y="16094"/>
                    <a:pt x="10800" y="16094"/>
                  </a:cubicBezTo>
                  <a:cubicBezTo>
                    <a:pt x="16892" y="16094"/>
                    <a:pt x="19800" y="11774"/>
                    <a:pt x="19938" y="10046"/>
                  </a:cubicBezTo>
                  <a:cubicBezTo>
                    <a:pt x="19938" y="9614"/>
                    <a:pt x="18969" y="7022"/>
                    <a:pt x="15646" y="5294"/>
                  </a:cubicBezTo>
                  <a:cubicBezTo>
                    <a:pt x="15231" y="4862"/>
                    <a:pt x="14954" y="3566"/>
                    <a:pt x="14954" y="2270"/>
                  </a:cubicBezTo>
                  <a:cubicBezTo>
                    <a:pt x="15092" y="542"/>
                    <a:pt x="15508" y="-322"/>
                    <a:pt x="15923" y="110"/>
                  </a:cubicBezTo>
                  <a:cubicBezTo>
                    <a:pt x="18554" y="1406"/>
                    <a:pt x="21600" y="3998"/>
                    <a:pt x="21600" y="10046"/>
                  </a:cubicBezTo>
                  <a:cubicBezTo>
                    <a:pt x="21600" y="17822"/>
                    <a:pt x="16062" y="21278"/>
                    <a:pt x="10800" y="212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30" name="Group 6430"/>
          <p:cNvGrpSpPr/>
          <p:nvPr/>
        </p:nvGrpSpPr>
        <p:grpSpPr>
          <a:xfrm>
            <a:off x="8401212" y="5196358"/>
            <a:ext cx="890097" cy="1065575"/>
            <a:chOff x="0" y="0"/>
            <a:chExt cx="890095" cy="1065574"/>
          </a:xfrm>
        </p:grpSpPr>
        <p:sp>
          <p:nvSpPr>
            <p:cNvPr id="6428" name="Shape 6428"/>
            <p:cNvSpPr/>
            <p:nvPr/>
          </p:nvSpPr>
          <p:spPr>
            <a:xfrm>
              <a:off x="0" y="-1"/>
              <a:ext cx="890096" cy="1065576"/>
            </a:xfrm>
            <a:custGeom>
              <a:avLst/>
              <a:gdLst/>
              <a:ahLst/>
              <a:cxnLst>
                <a:cxn ang="0">
                  <a:pos x="wd2" y="hd2"/>
                </a:cxn>
                <a:cxn ang="5400000">
                  <a:pos x="wd2" y="hd2"/>
                </a:cxn>
                <a:cxn ang="10800000">
                  <a:pos x="wd2" y="hd2"/>
                </a:cxn>
                <a:cxn ang="16200000">
                  <a:pos x="wd2" y="hd2"/>
                </a:cxn>
              </a:cxnLst>
              <a:rect l="0" t="0" r="r" b="b"/>
              <a:pathLst>
                <a:path w="21600" h="21534" fill="norm" stroke="1" extrusionOk="0">
                  <a:moveTo>
                    <a:pt x="10800" y="21534"/>
                  </a:moveTo>
                  <a:cubicBezTo>
                    <a:pt x="10694" y="21534"/>
                    <a:pt x="10694" y="21534"/>
                    <a:pt x="10588" y="21534"/>
                  </a:cubicBezTo>
                  <a:cubicBezTo>
                    <a:pt x="1271" y="19330"/>
                    <a:pt x="106" y="14216"/>
                    <a:pt x="0" y="14040"/>
                  </a:cubicBezTo>
                  <a:cubicBezTo>
                    <a:pt x="0" y="14040"/>
                    <a:pt x="0" y="13952"/>
                    <a:pt x="0" y="13952"/>
                  </a:cubicBezTo>
                  <a:cubicBezTo>
                    <a:pt x="0" y="1256"/>
                    <a:pt x="0" y="1256"/>
                    <a:pt x="0" y="1256"/>
                  </a:cubicBezTo>
                  <a:cubicBezTo>
                    <a:pt x="0" y="1080"/>
                    <a:pt x="106" y="816"/>
                    <a:pt x="424" y="727"/>
                  </a:cubicBezTo>
                  <a:cubicBezTo>
                    <a:pt x="635" y="727"/>
                    <a:pt x="953" y="727"/>
                    <a:pt x="1059" y="904"/>
                  </a:cubicBezTo>
                  <a:cubicBezTo>
                    <a:pt x="2224" y="1785"/>
                    <a:pt x="3176" y="2138"/>
                    <a:pt x="4871" y="2138"/>
                  </a:cubicBezTo>
                  <a:cubicBezTo>
                    <a:pt x="6988" y="2138"/>
                    <a:pt x="9212" y="1345"/>
                    <a:pt x="10271" y="198"/>
                  </a:cubicBezTo>
                  <a:cubicBezTo>
                    <a:pt x="10482" y="-66"/>
                    <a:pt x="11012" y="-66"/>
                    <a:pt x="11329" y="198"/>
                  </a:cubicBezTo>
                  <a:cubicBezTo>
                    <a:pt x="12388" y="1345"/>
                    <a:pt x="14612" y="2138"/>
                    <a:pt x="16729" y="2138"/>
                  </a:cubicBezTo>
                  <a:cubicBezTo>
                    <a:pt x="18424" y="2138"/>
                    <a:pt x="19376" y="1785"/>
                    <a:pt x="20541" y="904"/>
                  </a:cubicBezTo>
                  <a:cubicBezTo>
                    <a:pt x="20647" y="727"/>
                    <a:pt x="20965" y="727"/>
                    <a:pt x="21176" y="727"/>
                  </a:cubicBezTo>
                  <a:cubicBezTo>
                    <a:pt x="21494" y="816"/>
                    <a:pt x="21600" y="1080"/>
                    <a:pt x="21600" y="1256"/>
                  </a:cubicBezTo>
                  <a:cubicBezTo>
                    <a:pt x="21600" y="13952"/>
                    <a:pt x="21600" y="13952"/>
                    <a:pt x="21600" y="13952"/>
                  </a:cubicBezTo>
                  <a:cubicBezTo>
                    <a:pt x="21600" y="13952"/>
                    <a:pt x="21600" y="14040"/>
                    <a:pt x="21600" y="14040"/>
                  </a:cubicBezTo>
                  <a:cubicBezTo>
                    <a:pt x="21494" y="14216"/>
                    <a:pt x="20329" y="19330"/>
                    <a:pt x="11012" y="21534"/>
                  </a:cubicBezTo>
                  <a:cubicBezTo>
                    <a:pt x="10906" y="21534"/>
                    <a:pt x="10906" y="21534"/>
                    <a:pt x="10800" y="21534"/>
                  </a:cubicBezTo>
                  <a:close/>
                  <a:moveTo>
                    <a:pt x="1271" y="13864"/>
                  </a:moveTo>
                  <a:cubicBezTo>
                    <a:pt x="1376" y="14393"/>
                    <a:pt x="2647" y="18536"/>
                    <a:pt x="10800" y="20476"/>
                  </a:cubicBezTo>
                  <a:cubicBezTo>
                    <a:pt x="18953" y="18536"/>
                    <a:pt x="20224" y="14393"/>
                    <a:pt x="20329" y="13864"/>
                  </a:cubicBezTo>
                  <a:cubicBezTo>
                    <a:pt x="20329" y="2403"/>
                    <a:pt x="20329" y="2403"/>
                    <a:pt x="20329" y="2403"/>
                  </a:cubicBezTo>
                  <a:cubicBezTo>
                    <a:pt x="19271" y="2932"/>
                    <a:pt x="18212" y="3196"/>
                    <a:pt x="16729" y="3196"/>
                  </a:cubicBezTo>
                  <a:cubicBezTo>
                    <a:pt x="14506" y="3196"/>
                    <a:pt x="12176" y="2403"/>
                    <a:pt x="10800" y="1345"/>
                  </a:cubicBezTo>
                  <a:cubicBezTo>
                    <a:pt x="9424" y="2403"/>
                    <a:pt x="7094" y="3196"/>
                    <a:pt x="4871" y="3196"/>
                  </a:cubicBezTo>
                  <a:cubicBezTo>
                    <a:pt x="3388" y="3196"/>
                    <a:pt x="2329" y="2932"/>
                    <a:pt x="1271" y="2403"/>
                  </a:cubicBezTo>
                  <a:lnTo>
                    <a:pt x="1271" y="1386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29" name="Shape 6429"/>
            <p:cNvSpPr/>
            <p:nvPr/>
          </p:nvSpPr>
          <p:spPr>
            <a:xfrm>
              <a:off x="175100" y="244787"/>
              <a:ext cx="541720" cy="5417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87" y="21600"/>
                  </a:moveTo>
                  <a:cubicBezTo>
                    <a:pt x="8013" y="21600"/>
                    <a:pt x="8013" y="21600"/>
                    <a:pt x="8013" y="21600"/>
                  </a:cubicBezTo>
                  <a:cubicBezTo>
                    <a:pt x="7490" y="21600"/>
                    <a:pt x="6968" y="21077"/>
                    <a:pt x="6968" y="20555"/>
                  </a:cubicBezTo>
                  <a:cubicBezTo>
                    <a:pt x="6968" y="14632"/>
                    <a:pt x="6968" y="14632"/>
                    <a:pt x="6968" y="14632"/>
                  </a:cubicBezTo>
                  <a:cubicBezTo>
                    <a:pt x="1045" y="14632"/>
                    <a:pt x="1045" y="14632"/>
                    <a:pt x="1045" y="14632"/>
                  </a:cubicBezTo>
                  <a:cubicBezTo>
                    <a:pt x="523" y="14632"/>
                    <a:pt x="0" y="14110"/>
                    <a:pt x="0" y="13587"/>
                  </a:cubicBezTo>
                  <a:cubicBezTo>
                    <a:pt x="0" y="8013"/>
                    <a:pt x="0" y="8013"/>
                    <a:pt x="0" y="8013"/>
                  </a:cubicBezTo>
                  <a:cubicBezTo>
                    <a:pt x="0" y="7490"/>
                    <a:pt x="523" y="6968"/>
                    <a:pt x="1045" y="6968"/>
                  </a:cubicBezTo>
                  <a:cubicBezTo>
                    <a:pt x="6968" y="6968"/>
                    <a:pt x="6968" y="6968"/>
                    <a:pt x="6968" y="6968"/>
                  </a:cubicBezTo>
                  <a:cubicBezTo>
                    <a:pt x="6968" y="1045"/>
                    <a:pt x="6968" y="1045"/>
                    <a:pt x="6968" y="1045"/>
                  </a:cubicBezTo>
                  <a:cubicBezTo>
                    <a:pt x="6968" y="523"/>
                    <a:pt x="7490" y="0"/>
                    <a:pt x="8013" y="0"/>
                  </a:cubicBezTo>
                  <a:cubicBezTo>
                    <a:pt x="13587" y="0"/>
                    <a:pt x="13587" y="0"/>
                    <a:pt x="13587" y="0"/>
                  </a:cubicBezTo>
                  <a:cubicBezTo>
                    <a:pt x="14110" y="0"/>
                    <a:pt x="14632" y="523"/>
                    <a:pt x="14632" y="1045"/>
                  </a:cubicBezTo>
                  <a:cubicBezTo>
                    <a:pt x="14632" y="6968"/>
                    <a:pt x="14632" y="6968"/>
                    <a:pt x="14632" y="6968"/>
                  </a:cubicBezTo>
                  <a:cubicBezTo>
                    <a:pt x="20555" y="6968"/>
                    <a:pt x="20555" y="6968"/>
                    <a:pt x="20555" y="6968"/>
                  </a:cubicBezTo>
                  <a:cubicBezTo>
                    <a:pt x="21077" y="6968"/>
                    <a:pt x="21600" y="7490"/>
                    <a:pt x="21600" y="8013"/>
                  </a:cubicBezTo>
                  <a:cubicBezTo>
                    <a:pt x="21600" y="13587"/>
                    <a:pt x="21600" y="13587"/>
                    <a:pt x="21600" y="13587"/>
                  </a:cubicBezTo>
                  <a:cubicBezTo>
                    <a:pt x="21600" y="14110"/>
                    <a:pt x="21077" y="14632"/>
                    <a:pt x="20555" y="14632"/>
                  </a:cubicBezTo>
                  <a:cubicBezTo>
                    <a:pt x="14632" y="14632"/>
                    <a:pt x="14632" y="14632"/>
                    <a:pt x="14632" y="14632"/>
                  </a:cubicBezTo>
                  <a:cubicBezTo>
                    <a:pt x="14632" y="20555"/>
                    <a:pt x="14632" y="20555"/>
                    <a:pt x="14632" y="20555"/>
                  </a:cubicBezTo>
                  <a:cubicBezTo>
                    <a:pt x="14632" y="21077"/>
                    <a:pt x="14110" y="21600"/>
                    <a:pt x="13587" y="21600"/>
                  </a:cubicBezTo>
                  <a:close/>
                  <a:moveTo>
                    <a:pt x="9058" y="19510"/>
                  </a:moveTo>
                  <a:cubicBezTo>
                    <a:pt x="12542" y="19510"/>
                    <a:pt x="12542" y="19510"/>
                    <a:pt x="12542" y="19510"/>
                  </a:cubicBezTo>
                  <a:cubicBezTo>
                    <a:pt x="12542" y="13587"/>
                    <a:pt x="12542" y="13587"/>
                    <a:pt x="12542" y="13587"/>
                  </a:cubicBezTo>
                  <a:cubicBezTo>
                    <a:pt x="12542" y="13065"/>
                    <a:pt x="13065" y="12542"/>
                    <a:pt x="13587" y="12542"/>
                  </a:cubicBezTo>
                  <a:cubicBezTo>
                    <a:pt x="19510" y="12542"/>
                    <a:pt x="19510" y="12542"/>
                    <a:pt x="19510" y="12542"/>
                  </a:cubicBezTo>
                  <a:cubicBezTo>
                    <a:pt x="19510" y="9058"/>
                    <a:pt x="19510" y="9058"/>
                    <a:pt x="19510" y="9058"/>
                  </a:cubicBezTo>
                  <a:cubicBezTo>
                    <a:pt x="13587" y="9058"/>
                    <a:pt x="13587" y="9058"/>
                    <a:pt x="13587" y="9058"/>
                  </a:cubicBezTo>
                  <a:cubicBezTo>
                    <a:pt x="13065" y="9058"/>
                    <a:pt x="12542" y="8535"/>
                    <a:pt x="12542" y="8013"/>
                  </a:cubicBezTo>
                  <a:cubicBezTo>
                    <a:pt x="12542" y="2090"/>
                    <a:pt x="12542" y="2090"/>
                    <a:pt x="12542" y="2090"/>
                  </a:cubicBezTo>
                  <a:cubicBezTo>
                    <a:pt x="9058" y="2090"/>
                    <a:pt x="9058" y="2090"/>
                    <a:pt x="9058" y="2090"/>
                  </a:cubicBezTo>
                  <a:cubicBezTo>
                    <a:pt x="9058" y="8013"/>
                    <a:pt x="9058" y="8013"/>
                    <a:pt x="9058" y="8013"/>
                  </a:cubicBezTo>
                  <a:cubicBezTo>
                    <a:pt x="9058" y="8535"/>
                    <a:pt x="8535" y="9058"/>
                    <a:pt x="8013" y="9058"/>
                  </a:cubicBezTo>
                  <a:cubicBezTo>
                    <a:pt x="2090" y="9058"/>
                    <a:pt x="2090" y="9058"/>
                    <a:pt x="2090" y="9058"/>
                  </a:cubicBezTo>
                  <a:cubicBezTo>
                    <a:pt x="2090" y="12542"/>
                    <a:pt x="2090" y="12542"/>
                    <a:pt x="2090" y="12542"/>
                  </a:cubicBezTo>
                  <a:cubicBezTo>
                    <a:pt x="8013" y="12542"/>
                    <a:pt x="8013" y="12542"/>
                    <a:pt x="8013" y="12542"/>
                  </a:cubicBezTo>
                  <a:cubicBezTo>
                    <a:pt x="8535" y="12542"/>
                    <a:pt x="9058" y="13065"/>
                    <a:pt x="9058" y="13587"/>
                  </a:cubicBezTo>
                  <a:lnTo>
                    <a:pt x="9058" y="1951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38" name="Group 6438"/>
          <p:cNvGrpSpPr/>
          <p:nvPr/>
        </p:nvGrpSpPr>
        <p:grpSpPr>
          <a:xfrm>
            <a:off x="18215871" y="5301216"/>
            <a:ext cx="1012519" cy="792803"/>
            <a:chOff x="0" y="0"/>
            <a:chExt cx="1012518" cy="792801"/>
          </a:xfrm>
        </p:grpSpPr>
        <p:sp>
          <p:nvSpPr>
            <p:cNvPr id="6431" name="Shape 6431"/>
            <p:cNvSpPr/>
            <p:nvPr/>
          </p:nvSpPr>
          <p:spPr>
            <a:xfrm>
              <a:off x="125046" y="121074"/>
              <a:ext cx="634367" cy="512237"/>
            </a:xfrm>
            <a:custGeom>
              <a:avLst/>
              <a:gdLst/>
              <a:ahLst/>
              <a:cxnLst>
                <a:cxn ang="0">
                  <a:pos x="wd2" y="hd2"/>
                </a:cxn>
                <a:cxn ang="5400000">
                  <a:pos x="wd2" y="hd2"/>
                </a:cxn>
                <a:cxn ang="10800000">
                  <a:pos x="wd2" y="hd2"/>
                </a:cxn>
                <a:cxn ang="16200000">
                  <a:pos x="wd2" y="hd2"/>
                </a:cxn>
              </a:cxnLst>
              <a:rect l="0" t="0" r="r" b="b"/>
              <a:pathLst>
                <a:path w="20832" h="21600" fill="norm" stroke="1" extrusionOk="0">
                  <a:moveTo>
                    <a:pt x="18957" y="1045"/>
                  </a:moveTo>
                  <a:cubicBezTo>
                    <a:pt x="16065" y="348"/>
                    <a:pt x="13263" y="0"/>
                    <a:pt x="10461" y="0"/>
                  </a:cubicBezTo>
                  <a:cubicBezTo>
                    <a:pt x="7569" y="0"/>
                    <a:pt x="4767" y="348"/>
                    <a:pt x="1966" y="1045"/>
                  </a:cubicBezTo>
                  <a:cubicBezTo>
                    <a:pt x="1604" y="1161"/>
                    <a:pt x="1243" y="1510"/>
                    <a:pt x="1152" y="1974"/>
                  </a:cubicBezTo>
                  <a:cubicBezTo>
                    <a:pt x="-384" y="7781"/>
                    <a:pt x="-384" y="13703"/>
                    <a:pt x="1152" y="19626"/>
                  </a:cubicBezTo>
                  <a:cubicBezTo>
                    <a:pt x="1243" y="20090"/>
                    <a:pt x="1604" y="20439"/>
                    <a:pt x="1966" y="20555"/>
                  </a:cubicBezTo>
                  <a:cubicBezTo>
                    <a:pt x="4767" y="21252"/>
                    <a:pt x="7569" y="21600"/>
                    <a:pt x="10461" y="21600"/>
                  </a:cubicBezTo>
                  <a:cubicBezTo>
                    <a:pt x="13263" y="21600"/>
                    <a:pt x="16065" y="21252"/>
                    <a:pt x="18957" y="20555"/>
                  </a:cubicBezTo>
                  <a:cubicBezTo>
                    <a:pt x="19318" y="20439"/>
                    <a:pt x="19589" y="20090"/>
                    <a:pt x="19680" y="19626"/>
                  </a:cubicBezTo>
                  <a:cubicBezTo>
                    <a:pt x="21216" y="13703"/>
                    <a:pt x="21216" y="7781"/>
                    <a:pt x="19680" y="1974"/>
                  </a:cubicBezTo>
                  <a:cubicBezTo>
                    <a:pt x="19589" y="1510"/>
                    <a:pt x="19318" y="1161"/>
                    <a:pt x="18957" y="1045"/>
                  </a:cubicBezTo>
                  <a:close/>
                  <a:moveTo>
                    <a:pt x="18685" y="19161"/>
                  </a:moveTo>
                  <a:cubicBezTo>
                    <a:pt x="13172" y="20671"/>
                    <a:pt x="7660" y="20671"/>
                    <a:pt x="2147" y="19161"/>
                  </a:cubicBezTo>
                  <a:cubicBezTo>
                    <a:pt x="701" y="13587"/>
                    <a:pt x="701" y="8013"/>
                    <a:pt x="2147" y="2439"/>
                  </a:cubicBezTo>
                  <a:cubicBezTo>
                    <a:pt x="7660" y="929"/>
                    <a:pt x="13172" y="929"/>
                    <a:pt x="18685" y="2439"/>
                  </a:cubicBezTo>
                  <a:cubicBezTo>
                    <a:pt x="20131" y="8013"/>
                    <a:pt x="20131" y="13587"/>
                    <a:pt x="18685" y="1916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32" name="Shape 6432"/>
            <p:cNvSpPr/>
            <p:nvPr/>
          </p:nvSpPr>
          <p:spPr>
            <a:xfrm>
              <a:off x="-1" y="0"/>
              <a:ext cx="1012520" cy="792802"/>
            </a:xfrm>
            <a:custGeom>
              <a:avLst/>
              <a:gdLst/>
              <a:ahLst/>
              <a:cxnLst>
                <a:cxn ang="0">
                  <a:pos x="wd2" y="hd2"/>
                </a:cxn>
                <a:cxn ang="5400000">
                  <a:pos x="wd2" y="hd2"/>
                </a:cxn>
                <a:cxn ang="10800000">
                  <a:pos x="wd2" y="hd2"/>
                </a:cxn>
                <a:cxn ang="16200000">
                  <a:pos x="wd2" y="hd2"/>
                </a:cxn>
              </a:cxnLst>
              <a:rect l="0" t="0" r="r" b="b"/>
              <a:pathLst>
                <a:path w="21084" h="21600" fill="norm" stroke="1" extrusionOk="0">
                  <a:moveTo>
                    <a:pt x="20311" y="2025"/>
                  </a:moveTo>
                  <a:cubicBezTo>
                    <a:pt x="20196" y="1275"/>
                    <a:pt x="19738" y="750"/>
                    <a:pt x="19222" y="675"/>
                  </a:cubicBezTo>
                  <a:cubicBezTo>
                    <a:pt x="16357" y="225"/>
                    <a:pt x="13435" y="0"/>
                    <a:pt x="10571" y="0"/>
                  </a:cubicBezTo>
                  <a:cubicBezTo>
                    <a:pt x="7649" y="0"/>
                    <a:pt x="4727" y="225"/>
                    <a:pt x="1862" y="675"/>
                  </a:cubicBezTo>
                  <a:cubicBezTo>
                    <a:pt x="1346" y="750"/>
                    <a:pt x="888" y="1275"/>
                    <a:pt x="773" y="2025"/>
                  </a:cubicBezTo>
                  <a:cubicBezTo>
                    <a:pt x="-258" y="7575"/>
                    <a:pt x="-258" y="13200"/>
                    <a:pt x="773" y="18750"/>
                  </a:cubicBezTo>
                  <a:cubicBezTo>
                    <a:pt x="888" y="19425"/>
                    <a:pt x="1346" y="19950"/>
                    <a:pt x="1862" y="20025"/>
                  </a:cubicBezTo>
                  <a:cubicBezTo>
                    <a:pt x="3237" y="20250"/>
                    <a:pt x="4669" y="20400"/>
                    <a:pt x="6044" y="20550"/>
                  </a:cubicBezTo>
                  <a:cubicBezTo>
                    <a:pt x="5987" y="20625"/>
                    <a:pt x="5930" y="20625"/>
                    <a:pt x="5930" y="20700"/>
                  </a:cubicBezTo>
                  <a:cubicBezTo>
                    <a:pt x="5930" y="21225"/>
                    <a:pt x="7992" y="21600"/>
                    <a:pt x="10571" y="21600"/>
                  </a:cubicBezTo>
                  <a:cubicBezTo>
                    <a:pt x="13092" y="21600"/>
                    <a:pt x="15154" y="21225"/>
                    <a:pt x="15154" y="20700"/>
                  </a:cubicBezTo>
                  <a:cubicBezTo>
                    <a:pt x="15154" y="20625"/>
                    <a:pt x="15097" y="20625"/>
                    <a:pt x="15040" y="20550"/>
                  </a:cubicBezTo>
                  <a:cubicBezTo>
                    <a:pt x="16415" y="20400"/>
                    <a:pt x="17847" y="20250"/>
                    <a:pt x="19222" y="20025"/>
                  </a:cubicBezTo>
                  <a:cubicBezTo>
                    <a:pt x="19738" y="19950"/>
                    <a:pt x="20196" y="19425"/>
                    <a:pt x="20311" y="18750"/>
                  </a:cubicBezTo>
                  <a:cubicBezTo>
                    <a:pt x="21342" y="13200"/>
                    <a:pt x="21342" y="7575"/>
                    <a:pt x="20311" y="2025"/>
                  </a:cubicBezTo>
                  <a:close/>
                  <a:moveTo>
                    <a:pt x="19050" y="18300"/>
                  </a:moveTo>
                  <a:cubicBezTo>
                    <a:pt x="13378" y="19200"/>
                    <a:pt x="7706" y="19200"/>
                    <a:pt x="2034" y="18300"/>
                  </a:cubicBezTo>
                  <a:cubicBezTo>
                    <a:pt x="1060" y="13050"/>
                    <a:pt x="1060" y="7725"/>
                    <a:pt x="2034" y="2400"/>
                  </a:cubicBezTo>
                  <a:cubicBezTo>
                    <a:pt x="7706" y="1500"/>
                    <a:pt x="13378" y="1500"/>
                    <a:pt x="19050" y="2400"/>
                  </a:cubicBezTo>
                  <a:cubicBezTo>
                    <a:pt x="20024" y="7725"/>
                    <a:pt x="20024" y="13050"/>
                    <a:pt x="19050" y="183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33" name="Shape 6433"/>
            <p:cNvSpPr/>
            <p:nvPr/>
          </p:nvSpPr>
          <p:spPr>
            <a:xfrm>
              <a:off x="790900" y="159491"/>
              <a:ext cx="96628" cy="942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91" y="21600"/>
                  </a:moveTo>
                  <a:cubicBezTo>
                    <a:pt x="16663" y="21600"/>
                    <a:pt x="21600" y="16518"/>
                    <a:pt x="21600" y="10800"/>
                  </a:cubicBezTo>
                  <a:cubicBezTo>
                    <a:pt x="21600" y="4447"/>
                    <a:pt x="16663" y="0"/>
                    <a:pt x="10491" y="0"/>
                  </a:cubicBezTo>
                  <a:cubicBezTo>
                    <a:pt x="4937" y="0"/>
                    <a:pt x="0" y="4447"/>
                    <a:pt x="0" y="10800"/>
                  </a:cubicBezTo>
                  <a:cubicBezTo>
                    <a:pt x="0" y="16518"/>
                    <a:pt x="4937" y="21600"/>
                    <a:pt x="10491" y="21600"/>
                  </a:cubicBezTo>
                  <a:close/>
                  <a:moveTo>
                    <a:pt x="10491" y="6988"/>
                  </a:moveTo>
                  <a:cubicBezTo>
                    <a:pt x="12960" y="6988"/>
                    <a:pt x="14194" y="8894"/>
                    <a:pt x="14194" y="10800"/>
                  </a:cubicBezTo>
                  <a:cubicBezTo>
                    <a:pt x="14194" y="12706"/>
                    <a:pt x="12960" y="14612"/>
                    <a:pt x="10491" y="14612"/>
                  </a:cubicBezTo>
                  <a:cubicBezTo>
                    <a:pt x="8640" y="14612"/>
                    <a:pt x="7406" y="12706"/>
                    <a:pt x="7406" y="10800"/>
                  </a:cubicBezTo>
                  <a:cubicBezTo>
                    <a:pt x="7406" y="8894"/>
                    <a:pt x="8640" y="6988"/>
                    <a:pt x="10491" y="698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34" name="Shape 6434"/>
            <p:cNvSpPr/>
            <p:nvPr/>
          </p:nvSpPr>
          <p:spPr>
            <a:xfrm>
              <a:off x="760631" y="569280"/>
              <a:ext cx="126897" cy="337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348" y="0"/>
                    <a:pt x="2348" y="0"/>
                    <a:pt x="2348" y="0"/>
                  </a:cubicBezTo>
                  <a:cubicBezTo>
                    <a:pt x="939" y="0"/>
                    <a:pt x="0" y="5400"/>
                    <a:pt x="0" y="10800"/>
                  </a:cubicBezTo>
                  <a:cubicBezTo>
                    <a:pt x="0" y="16200"/>
                    <a:pt x="939" y="21600"/>
                    <a:pt x="2348" y="21600"/>
                  </a:cubicBezTo>
                  <a:cubicBezTo>
                    <a:pt x="18783" y="21600"/>
                    <a:pt x="18783" y="21600"/>
                    <a:pt x="18783" y="21600"/>
                  </a:cubicBezTo>
                  <a:cubicBezTo>
                    <a:pt x="20191" y="21600"/>
                    <a:pt x="21600" y="16200"/>
                    <a:pt x="21600" y="10800"/>
                  </a:cubicBezTo>
                  <a:cubicBezTo>
                    <a:pt x="21600" y="5400"/>
                    <a:pt x="20191" y="0"/>
                    <a:pt x="1878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35" name="Shape 6435"/>
            <p:cNvSpPr/>
            <p:nvPr/>
          </p:nvSpPr>
          <p:spPr>
            <a:xfrm>
              <a:off x="790900" y="476146"/>
              <a:ext cx="126896" cy="302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817" y="0"/>
                    <a:pt x="2817" y="0"/>
                    <a:pt x="2817" y="0"/>
                  </a:cubicBezTo>
                  <a:cubicBezTo>
                    <a:pt x="1409" y="0"/>
                    <a:pt x="0" y="3927"/>
                    <a:pt x="0" y="9818"/>
                  </a:cubicBezTo>
                  <a:cubicBezTo>
                    <a:pt x="0" y="17673"/>
                    <a:pt x="1409" y="21600"/>
                    <a:pt x="2817" y="21600"/>
                  </a:cubicBezTo>
                  <a:cubicBezTo>
                    <a:pt x="18783" y="21600"/>
                    <a:pt x="18783" y="21600"/>
                    <a:pt x="18783" y="21600"/>
                  </a:cubicBezTo>
                  <a:cubicBezTo>
                    <a:pt x="20661" y="21600"/>
                    <a:pt x="21600" y="17673"/>
                    <a:pt x="21600" y="9818"/>
                  </a:cubicBezTo>
                  <a:cubicBezTo>
                    <a:pt x="21600" y="3927"/>
                    <a:pt x="20661" y="0"/>
                    <a:pt x="1878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36" name="Shape 6436"/>
            <p:cNvSpPr/>
            <p:nvPr/>
          </p:nvSpPr>
          <p:spPr>
            <a:xfrm>
              <a:off x="790900" y="379520"/>
              <a:ext cx="126896" cy="337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817" y="0"/>
                    <a:pt x="2817" y="0"/>
                    <a:pt x="2817" y="0"/>
                  </a:cubicBezTo>
                  <a:cubicBezTo>
                    <a:pt x="1409" y="0"/>
                    <a:pt x="0" y="5400"/>
                    <a:pt x="0" y="10800"/>
                  </a:cubicBezTo>
                  <a:cubicBezTo>
                    <a:pt x="0" y="16200"/>
                    <a:pt x="1409" y="21600"/>
                    <a:pt x="2817" y="21600"/>
                  </a:cubicBezTo>
                  <a:cubicBezTo>
                    <a:pt x="18783" y="21600"/>
                    <a:pt x="18783" y="21600"/>
                    <a:pt x="18783" y="21600"/>
                  </a:cubicBezTo>
                  <a:cubicBezTo>
                    <a:pt x="20661" y="21600"/>
                    <a:pt x="21600" y="16200"/>
                    <a:pt x="21600" y="10800"/>
                  </a:cubicBezTo>
                  <a:cubicBezTo>
                    <a:pt x="21600" y="5400"/>
                    <a:pt x="20661" y="0"/>
                    <a:pt x="1878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37" name="Shape 6437"/>
            <p:cNvSpPr/>
            <p:nvPr/>
          </p:nvSpPr>
          <p:spPr>
            <a:xfrm>
              <a:off x="254214" y="247968"/>
              <a:ext cx="189762" cy="1315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22" y="0"/>
                  </a:moveTo>
                  <a:cubicBezTo>
                    <a:pt x="3130" y="1800"/>
                    <a:pt x="3130" y="1800"/>
                    <a:pt x="3130" y="1800"/>
                  </a:cubicBezTo>
                  <a:cubicBezTo>
                    <a:pt x="2191" y="1800"/>
                    <a:pt x="1252" y="3150"/>
                    <a:pt x="939" y="4500"/>
                  </a:cubicBezTo>
                  <a:cubicBezTo>
                    <a:pt x="0" y="18900"/>
                    <a:pt x="0" y="18900"/>
                    <a:pt x="0" y="18900"/>
                  </a:cubicBezTo>
                  <a:cubicBezTo>
                    <a:pt x="0" y="20700"/>
                    <a:pt x="626" y="21600"/>
                    <a:pt x="1565" y="21600"/>
                  </a:cubicBezTo>
                  <a:cubicBezTo>
                    <a:pt x="2504" y="21600"/>
                    <a:pt x="3443" y="20700"/>
                    <a:pt x="3443" y="18900"/>
                  </a:cubicBezTo>
                  <a:cubicBezTo>
                    <a:pt x="4070" y="9450"/>
                    <a:pt x="4070" y="9450"/>
                    <a:pt x="4070" y="9450"/>
                  </a:cubicBezTo>
                  <a:cubicBezTo>
                    <a:pt x="4383" y="7650"/>
                    <a:pt x="5009" y="6750"/>
                    <a:pt x="6261" y="6300"/>
                  </a:cubicBezTo>
                  <a:cubicBezTo>
                    <a:pt x="19722" y="4950"/>
                    <a:pt x="19722" y="4950"/>
                    <a:pt x="19722" y="4950"/>
                  </a:cubicBezTo>
                  <a:cubicBezTo>
                    <a:pt x="20661" y="4950"/>
                    <a:pt x="21600" y="4050"/>
                    <a:pt x="21600" y="2250"/>
                  </a:cubicBezTo>
                  <a:cubicBezTo>
                    <a:pt x="21600" y="900"/>
                    <a:pt x="20661" y="0"/>
                    <a:pt x="19722"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42" name="Group 6442"/>
          <p:cNvGrpSpPr/>
          <p:nvPr/>
        </p:nvGrpSpPr>
        <p:grpSpPr>
          <a:xfrm>
            <a:off x="17005413" y="5191201"/>
            <a:ext cx="948803" cy="1012833"/>
            <a:chOff x="0" y="0"/>
            <a:chExt cx="948802" cy="1012832"/>
          </a:xfrm>
        </p:grpSpPr>
        <p:sp>
          <p:nvSpPr>
            <p:cNvPr id="6439" name="Shape 6439"/>
            <p:cNvSpPr/>
            <p:nvPr/>
          </p:nvSpPr>
          <p:spPr>
            <a:xfrm>
              <a:off x="0" y="0"/>
              <a:ext cx="948803" cy="101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0"/>
                  </a:moveTo>
                  <a:cubicBezTo>
                    <a:pt x="2880" y="0"/>
                    <a:pt x="2880" y="0"/>
                    <a:pt x="2880" y="0"/>
                  </a:cubicBezTo>
                  <a:cubicBezTo>
                    <a:pt x="1252" y="0"/>
                    <a:pt x="0" y="1233"/>
                    <a:pt x="0" y="2700"/>
                  </a:cubicBezTo>
                  <a:cubicBezTo>
                    <a:pt x="0" y="18900"/>
                    <a:pt x="0" y="18900"/>
                    <a:pt x="0" y="18900"/>
                  </a:cubicBezTo>
                  <a:cubicBezTo>
                    <a:pt x="0" y="20426"/>
                    <a:pt x="1252" y="21600"/>
                    <a:pt x="2880" y="21600"/>
                  </a:cubicBezTo>
                  <a:cubicBezTo>
                    <a:pt x="18720" y="21600"/>
                    <a:pt x="18720" y="21600"/>
                    <a:pt x="18720" y="21600"/>
                  </a:cubicBezTo>
                  <a:cubicBezTo>
                    <a:pt x="20285" y="21600"/>
                    <a:pt x="21600" y="20426"/>
                    <a:pt x="21600" y="18900"/>
                  </a:cubicBezTo>
                  <a:cubicBezTo>
                    <a:pt x="21600" y="2700"/>
                    <a:pt x="21600" y="2700"/>
                    <a:pt x="21600" y="2700"/>
                  </a:cubicBezTo>
                  <a:cubicBezTo>
                    <a:pt x="21600" y="1233"/>
                    <a:pt x="20285" y="0"/>
                    <a:pt x="18720" y="0"/>
                  </a:cubicBezTo>
                  <a:close/>
                  <a:moveTo>
                    <a:pt x="20160" y="18900"/>
                  </a:moveTo>
                  <a:cubicBezTo>
                    <a:pt x="20160" y="19663"/>
                    <a:pt x="19534" y="20250"/>
                    <a:pt x="18720" y="20250"/>
                  </a:cubicBezTo>
                  <a:cubicBezTo>
                    <a:pt x="2880" y="20250"/>
                    <a:pt x="2880" y="20250"/>
                    <a:pt x="2880" y="20250"/>
                  </a:cubicBezTo>
                  <a:cubicBezTo>
                    <a:pt x="2066" y="20250"/>
                    <a:pt x="1440" y="19663"/>
                    <a:pt x="1440" y="18900"/>
                  </a:cubicBezTo>
                  <a:cubicBezTo>
                    <a:pt x="1440" y="2700"/>
                    <a:pt x="1440" y="2700"/>
                    <a:pt x="1440" y="2700"/>
                  </a:cubicBezTo>
                  <a:cubicBezTo>
                    <a:pt x="1440" y="1937"/>
                    <a:pt x="2066" y="1350"/>
                    <a:pt x="2880" y="1350"/>
                  </a:cubicBezTo>
                  <a:cubicBezTo>
                    <a:pt x="18720" y="1350"/>
                    <a:pt x="18720" y="1350"/>
                    <a:pt x="18720" y="1350"/>
                  </a:cubicBezTo>
                  <a:cubicBezTo>
                    <a:pt x="19534" y="1350"/>
                    <a:pt x="20160" y="1937"/>
                    <a:pt x="20160" y="2700"/>
                  </a:cubicBezTo>
                  <a:lnTo>
                    <a:pt x="20160" y="189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40" name="Shape 6440"/>
            <p:cNvSpPr/>
            <p:nvPr/>
          </p:nvSpPr>
          <p:spPr>
            <a:xfrm>
              <a:off x="125730" y="126895"/>
              <a:ext cx="696178" cy="633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5" y="0"/>
                  </a:moveTo>
                  <a:cubicBezTo>
                    <a:pt x="939" y="0"/>
                    <a:pt x="939" y="0"/>
                    <a:pt x="939" y="0"/>
                  </a:cubicBezTo>
                  <a:cubicBezTo>
                    <a:pt x="427" y="0"/>
                    <a:pt x="0" y="470"/>
                    <a:pt x="0" y="1033"/>
                  </a:cubicBezTo>
                  <a:cubicBezTo>
                    <a:pt x="0" y="20567"/>
                    <a:pt x="0" y="20567"/>
                    <a:pt x="0" y="20567"/>
                  </a:cubicBezTo>
                  <a:cubicBezTo>
                    <a:pt x="0" y="21130"/>
                    <a:pt x="427" y="21600"/>
                    <a:pt x="939" y="21600"/>
                  </a:cubicBezTo>
                  <a:cubicBezTo>
                    <a:pt x="20575" y="21600"/>
                    <a:pt x="20575" y="21600"/>
                    <a:pt x="20575" y="21600"/>
                  </a:cubicBezTo>
                  <a:cubicBezTo>
                    <a:pt x="21173" y="21600"/>
                    <a:pt x="21600" y="21130"/>
                    <a:pt x="21600" y="20567"/>
                  </a:cubicBezTo>
                  <a:cubicBezTo>
                    <a:pt x="21600" y="1033"/>
                    <a:pt x="21600" y="1033"/>
                    <a:pt x="21600" y="1033"/>
                  </a:cubicBezTo>
                  <a:cubicBezTo>
                    <a:pt x="21600" y="470"/>
                    <a:pt x="21173" y="0"/>
                    <a:pt x="20575" y="0"/>
                  </a:cubicBezTo>
                  <a:close/>
                  <a:moveTo>
                    <a:pt x="20575" y="1033"/>
                  </a:moveTo>
                  <a:cubicBezTo>
                    <a:pt x="20575" y="16059"/>
                    <a:pt x="20575" y="16059"/>
                    <a:pt x="20575" y="16059"/>
                  </a:cubicBezTo>
                  <a:cubicBezTo>
                    <a:pt x="17417" y="12209"/>
                    <a:pt x="17417" y="12209"/>
                    <a:pt x="17417" y="12209"/>
                  </a:cubicBezTo>
                  <a:cubicBezTo>
                    <a:pt x="17246" y="12021"/>
                    <a:pt x="16990" y="11927"/>
                    <a:pt x="16648" y="11927"/>
                  </a:cubicBezTo>
                  <a:cubicBezTo>
                    <a:pt x="16392" y="11927"/>
                    <a:pt x="16136" y="12021"/>
                    <a:pt x="15965" y="12209"/>
                  </a:cubicBezTo>
                  <a:cubicBezTo>
                    <a:pt x="13404" y="15402"/>
                    <a:pt x="13404" y="15402"/>
                    <a:pt x="13404" y="15402"/>
                  </a:cubicBezTo>
                  <a:cubicBezTo>
                    <a:pt x="5635" y="5729"/>
                    <a:pt x="5635" y="5729"/>
                    <a:pt x="5635" y="5729"/>
                  </a:cubicBezTo>
                  <a:cubicBezTo>
                    <a:pt x="5464" y="5541"/>
                    <a:pt x="5208" y="5353"/>
                    <a:pt x="4866" y="5353"/>
                  </a:cubicBezTo>
                  <a:cubicBezTo>
                    <a:pt x="4610" y="5353"/>
                    <a:pt x="4354" y="5541"/>
                    <a:pt x="4183" y="5729"/>
                  </a:cubicBezTo>
                  <a:cubicBezTo>
                    <a:pt x="939" y="9861"/>
                    <a:pt x="939" y="9861"/>
                    <a:pt x="939" y="9861"/>
                  </a:cubicBezTo>
                  <a:cubicBezTo>
                    <a:pt x="939" y="1033"/>
                    <a:pt x="939" y="1033"/>
                    <a:pt x="939" y="1033"/>
                  </a:cubicBezTo>
                  <a:lnTo>
                    <a:pt x="20575" y="1033"/>
                  </a:lnTo>
                  <a:close/>
                  <a:moveTo>
                    <a:pt x="939" y="11457"/>
                  </a:moveTo>
                  <a:cubicBezTo>
                    <a:pt x="4866" y="6480"/>
                    <a:pt x="4866" y="6480"/>
                    <a:pt x="4866" y="6480"/>
                  </a:cubicBezTo>
                  <a:cubicBezTo>
                    <a:pt x="12806" y="16341"/>
                    <a:pt x="12806" y="16341"/>
                    <a:pt x="12806" y="16341"/>
                  </a:cubicBezTo>
                  <a:cubicBezTo>
                    <a:pt x="13404" y="17092"/>
                    <a:pt x="13404" y="17092"/>
                    <a:pt x="13404" y="17092"/>
                  </a:cubicBezTo>
                  <a:cubicBezTo>
                    <a:pt x="16136" y="20567"/>
                    <a:pt x="16136" y="20567"/>
                    <a:pt x="16136" y="20567"/>
                  </a:cubicBezTo>
                  <a:cubicBezTo>
                    <a:pt x="939" y="20567"/>
                    <a:pt x="939" y="20567"/>
                    <a:pt x="939" y="20567"/>
                  </a:cubicBezTo>
                  <a:lnTo>
                    <a:pt x="939" y="11457"/>
                  </a:lnTo>
                  <a:close/>
                  <a:moveTo>
                    <a:pt x="17417" y="20567"/>
                  </a:moveTo>
                  <a:cubicBezTo>
                    <a:pt x="14087" y="16247"/>
                    <a:pt x="14087" y="16247"/>
                    <a:pt x="14087" y="16247"/>
                  </a:cubicBezTo>
                  <a:cubicBezTo>
                    <a:pt x="16648" y="12960"/>
                    <a:pt x="16648" y="12960"/>
                    <a:pt x="16648" y="12960"/>
                  </a:cubicBezTo>
                  <a:cubicBezTo>
                    <a:pt x="20575" y="17656"/>
                    <a:pt x="20575" y="17656"/>
                    <a:pt x="20575" y="17656"/>
                  </a:cubicBezTo>
                  <a:cubicBezTo>
                    <a:pt x="20575" y="20567"/>
                    <a:pt x="20575" y="20567"/>
                    <a:pt x="20575" y="20567"/>
                  </a:cubicBezTo>
                  <a:lnTo>
                    <a:pt x="17417" y="20567"/>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41" name="Shape 6441"/>
            <p:cNvSpPr/>
            <p:nvPr/>
          </p:nvSpPr>
          <p:spPr>
            <a:xfrm>
              <a:off x="506415" y="220029"/>
              <a:ext cx="189762" cy="1932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43" y="21600"/>
                  </a:moveTo>
                  <a:cubicBezTo>
                    <a:pt x="16591" y="21600"/>
                    <a:pt x="21600" y="16663"/>
                    <a:pt x="21600" y="10800"/>
                  </a:cubicBezTo>
                  <a:cubicBezTo>
                    <a:pt x="21600" y="4937"/>
                    <a:pt x="16591" y="0"/>
                    <a:pt x="10643" y="0"/>
                  </a:cubicBezTo>
                  <a:cubicBezTo>
                    <a:pt x="4696" y="0"/>
                    <a:pt x="0" y="4937"/>
                    <a:pt x="0" y="10800"/>
                  </a:cubicBezTo>
                  <a:cubicBezTo>
                    <a:pt x="0" y="16663"/>
                    <a:pt x="4696" y="21600"/>
                    <a:pt x="10643" y="21600"/>
                  </a:cubicBezTo>
                  <a:close/>
                  <a:moveTo>
                    <a:pt x="10643" y="3703"/>
                  </a:moveTo>
                  <a:cubicBezTo>
                    <a:pt x="14713" y="3703"/>
                    <a:pt x="17843" y="6789"/>
                    <a:pt x="17843" y="10800"/>
                  </a:cubicBezTo>
                  <a:cubicBezTo>
                    <a:pt x="17843" y="14811"/>
                    <a:pt x="14713" y="17897"/>
                    <a:pt x="10643" y="17897"/>
                  </a:cubicBezTo>
                  <a:cubicBezTo>
                    <a:pt x="6887" y="17897"/>
                    <a:pt x="3443" y="14811"/>
                    <a:pt x="3443" y="10800"/>
                  </a:cubicBezTo>
                  <a:cubicBezTo>
                    <a:pt x="3443" y="6789"/>
                    <a:pt x="6887" y="3703"/>
                    <a:pt x="10643" y="370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443" name="Shape 6443"/>
          <p:cNvSpPr/>
          <p:nvPr/>
        </p:nvSpPr>
        <p:spPr>
          <a:xfrm>
            <a:off x="15435637" y="5386395"/>
            <a:ext cx="1012833" cy="729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91" y="7662"/>
                </a:moveTo>
                <a:cubicBezTo>
                  <a:pt x="17198" y="3342"/>
                  <a:pt x="14674" y="0"/>
                  <a:pt x="11504" y="0"/>
                </a:cubicBezTo>
                <a:cubicBezTo>
                  <a:pt x="9039" y="0"/>
                  <a:pt x="6926" y="2038"/>
                  <a:pt x="5987" y="4891"/>
                </a:cubicBezTo>
                <a:cubicBezTo>
                  <a:pt x="5693" y="4809"/>
                  <a:pt x="5400" y="4728"/>
                  <a:pt x="5048" y="4728"/>
                </a:cubicBezTo>
                <a:cubicBezTo>
                  <a:pt x="3404" y="4728"/>
                  <a:pt x="2054" y="6602"/>
                  <a:pt x="2054" y="8885"/>
                </a:cubicBezTo>
                <a:cubicBezTo>
                  <a:pt x="2054" y="9374"/>
                  <a:pt x="2113" y="9781"/>
                  <a:pt x="2172" y="10270"/>
                </a:cubicBezTo>
                <a:cubicBezTo>
                  <a:pt x="880" y="11330"/>
                  <a:pt x="0" y="13205"/>
                  <a:pt x="0" y="15487"/>
                </a:cubicBezTo>
                <a:cubicBezTo>
                  <a:pt x="0" y="18829"/>
                  <a:pt x="1996" y="21600"/>
                  <a:pt x="4402" y="21600"/>
                </a:cubicBezTo>
                <a:cubicBezTo>
                  <a:pt x="4402" y="21600"/>
                  <a:pt x="4402" y="21600"/>
                  <a:pt x="4402" y="21600"/>
                </a:cubicBezTo>
                <a:cubicBezTo>
                  <a:pt x="16552" y="21600"/>
                  <a:pt x="16552" y="21600"/>
                  <a:pt x="16552" y="21600"/>
                </a:cubicBezTo>
                <a:cubicBezTo>
                  <a:pt x="16552" y="21600"/>
                  <a:pt x="16552" y="21600"/>
                  <a:pt x="16552" y="21600"/>
                </a:cubicBezTo>
                <a:cubicBezTo>
                  <a:pt x="19370" y="21600"/>
                  <a:pt x="21600" y="18421"/>
                  <a:pt x="21600" y="14509"/>
                </a:cubicBezTo>
                <a:cubicBezTo>
                  <a:pt x="21600" y="11085"/>
                  <a:pt x="19839" y="8232"/>
                  <a:pt x="17491" y="7662"/>
                </a:cubicBezTo>
                <a:close/>
                <a:moveTo>
                  <a:pt x="16552" y="19725"/>
                </a:moveTo>
                <a:cubicBezTo>
                  <a:pt x="16552" y="19725"/>
                  <a:pt x="16552" y="19725"/>
                  <a:pt x="16552" y="19725"/>
                </a:cubicBezTo>
                <a:cubicBezTo>
                  <a:pt x="4402" y="19725"/>
                  <a:pt x="4402" y="19725"/>
                  <a:pt x="4402" y="19725"/>
                </a:cubicBezTo>
                <a:cubicBezTo>
                  <a:pt x="2700" y="19725"/>
                  <a:pt x="1350" y="17851"/>
                  <a:pt x="1350" y="15487"/>
                </a:cubicBezTo>
                <a:cubicBezTo>
                  <a:pt x="1350" y="14020"/>
                  <a:pt x="1937" y="12634"/>
                  <a:pt x="2876" y="11819"/>
                </a:cubicBezTo>
                <a:cubicBezTo>
                  <a:pt x="3815" y="11085"/>
                  <a:pt x="3874" y="11004"/>
                  <a:pt x="3463" y="9618"/>
                </a:cubicBezTo>
                <a:cubicBezTo>
                  <a:pt x="3404" y="9374"/>
                  <a:pt x="3404" y="9129"/>
                  <a:pt x="3404" y="8885"/>
                </a:cubicBezTo>
                <a:cubicBezTo>
                  <a:pt x="3404" y="7662"/>
                  <a:pt x="4109" y="6602"/>
                  <a:pt x="5048" y="6602"/>
                </a:cubicBezTo>
                <a:cubicBezTo>
                  <a:pt x="5048" y="6602"/>
                  <a:pt x="5517" y="6521"/>
                  <a:pt x="5987" y="6765"/>
                </a:cubicBezTo>
                <a:cubicBezTo>
                  <a:pt x="6750" y="7254"/>
                  <a:pt x="6867" y="6765"/>
                  <a:pt x="7220" y="5706"/>
                </a:cubicBezTo>
                <a:cubicBezTo>
                  <a:pt x="7983" y="3342"/>
                  <a:pt x="9685" y="1875"/>
                  <a:pt x="11504" y="1875"/>
                </a:cubicBezTo>
                <a:cubicBezTo>
                  <a:pt x="13911" y="1875"/>
                  <a:pt x="15907" y="4402"/>
                  <a:pt x="16141" y="7825"/>
                </a:cubicBezTo>
                <a:cubicBezTo>
                  <a:pt x="16259" y="9129"/>
                  <a:pt x="16259" y="9129"/>
                  <a:pt x="17257" y="9455"/>
                </a:cubicBezTo>
                <a:cubicBezTo>
                  <a:pt x="19017" y="9944"/>
                  <a:pt x="20250" y="12063"/>
                  <a:pt x="20250" y="14509"/>
                </a:cubicBezTo>
                <a:cubicBezTo>
                  <a:pt x="20250" y="17362"/>
                  <a:pt x="18607" y="19725"/>
                  <a:pt x="16552" y="19725"/>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447" name="Group 6447"/>
          <p:cNvGrpSpPr/>
          <p:nvPr/>
        </p:nvGrpSpPr>
        <p:grpSpPr>
          <a:xfrm>
            <a:off x="13664071" y="5137438"/>
            <a:ext cx="1445805" cy="1120358"/>
            <a:chOff x="0" y="0"/>
            <a:chExt cx="1445803" cy="1120357"/>
          </a:xfrm>
        </p:grpSpPr>
        <p:sp>
          <p:nvSpPr>
            <p:cNvPr id="6444" name="Shape 6444"/>
            <p:cNvSpPr/>
            <p:nvPr/>
          </p:nvSpPr>
          <p:spPr>
            <a:xfrm>
              <a:off x="1103066" y="505200"/>
              <a:ext cx="342738" cy="439822"/>
            </a:xfrm>
            <a:custGeom>
              <a:avLst/>
              <a:gdLst/>
              <a:ahLst/>
              <a:cxnLst>
                <a:cxn ang="0">
                  <a:pos x="wd2" y="hd2"/>
                </a:cxn>
                <a:cxn ang="5400000">
                  <a:pos x="wd2" y="hd2"/>
                </a:cxn>
                <a:cxn ang="10800000">
                  <a:pos x="wd2" y="hd2"/>
                </a:cxn>
                <a:cxn ang="16200000">
                  <a:pos x="wd2" y="hd2"/>
                </a:cxn>
              </a:cxnLst>
              <a:rect l="0" t="0" r="r" b="b"/>
              <a:pathLst>
                <a:path w="21292" h="21600" fill="norm" stroke="1" extrusionOk="0">
                  <a:moveTo>
                    <a:pt x="8422" y="21600"/>
                  </a:moveTo>
                  <a:cubicBezTo>
                    <a:pt x="8422" y="21600"/>
                    <a:pt x="8422" y="21600"/>
                    <a:pt x="8422" y="21600"/>
                  </a:cubicBezTo>
                  <a:cubicBezTo>
                    <a:pt x="7342" y="21600"/>
                    <a:pt x="6622" y="21032"/>
                    <a:pt x="6262" y="20463"/>
                  </a:cubicBezTo>
                  <a:cubicBezTo>
                    <a:pt x="862" y="14211"/>
                    <a:pt x="862" y="14211"/>
                    <a:pt x="862" y="14211"/>
                  </a:cubicBezTo>
                  <a:cubicBezTo>
                    <a:pt x="-218" y="13358"/>
                    <a:pt x="-218" y="11653"/>
                    <a:pt x="502" y="10800"/>
                  </a:cubicBezTo>
                  <a:cubicBezTo>
                    <a:pt x="5182" y="2558"/>
                    <a:pt x="5182" y="2558"/>
                    <a:pt x="5182" y="2558"/>
                  </a:cubicBezTo>
                  <a:cubicBezTo>
                    <a:pt x="5902" y="1421"/>
                    <a:pt x="7342" y="568"/>
                    <a:pt x="8782" y="568"/>
                  </a:cubicBezTo>
                  <a:cubicBezTo>
                    <a:pt x="18862" y="0"/>
                    <a:pt x="18862" y="0"/>
                    <a:pt x="18862" y="0"/>
                  </a:cubicBezTo>
                  <a:cubicBezTo>
                    <a:pt x="19582" y="0"/>
                    <a:pt x="20662" y="284"/>
                    <a:pt x="21022" y="853"/>
                  </a:cubicBezTo>
                  <a:cubicBezTo>
                    <a:pt x="21382" y="1421"/>
                    <a:pt x="21382" y="1989"/>
                    <a:pt x="21022" y="2558"/>
                  </a:cubicBezTo>
                  <a:cubicBezTo>
                    <a:pt x="10582" y="20179"/>
                    <a:pt x="10582" y="20179"/>
                    <a:pt x="10582" y="20179"/>
                  </a:cubicBezTo>
                  <a:cubicBezTo>
                    <a:pt x="9862" y="21032"/>
                    <a:pt x="9142" y="21600"/>
                    <a:pt x="8422" y="21600"/>
                  </a:cubicBezTo>
                  <a:close/>
                  <a:moveTo>
                    <a:pt x="18142" y="2274"/>
                  </a:moveTo>
                  <a:cubicBezTo>
                    <a:pt x="9142" y="2842"/>
                    <a:pt x="9142" y="2842"/>
                    <a:pt x="9142" y="2842"/>
                  </a:cubicBezTo>
                  <a:cubicBezTo>
                    <a:pt x="8782" y="2842"/>
                    <a:pt x="8062" y="3126"/>
                    <a:pt x="8062" y="3411"/>
                  </a:cubicBezTo>
                  <a:cubicBezTo>
                    <a:pt x="3022" y="11653"/>
                    <a:pt x="3022" y="11653"/>
                    <a:pt x="3022" y="11653"/>
                  </a:cubicBezTo>
                  <a:cubicBezTo>
                    <a:pt x="2662" y="11937"/>
                    <a:pt x="2662" y="12505"/>
                    <a:pt x="3022" y="12789"/>
                  </a:cubicBezTo>
                  <a:cubicBezTo>
                    <a:pt x="8062" y="18758"/>
                    <a:pt x="8062" y="18758"/>
                    <a:pt x="8062" y="18758"/>
                  </a:cubicBezTo>
                  <a:lnTo>
                    <a:pt x="18142" y="227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45" name="Shape 6445"/>
            <p:cNvSpPr/>
            <p:nvPr/>
          </p:nvSpPr>
          <p:spPr>
            <a:xfrm>
              <a:off x="241248" y="0"/>
              <a:ext cx="970700" cy="846955"/>
            </a:xfrm>
            <a:custGeom>
              <a:avLst/>
              <a:gdLst/>
              <a:ahLst/>
              <a:cxnLst>
                <a:cxn ang="0">
                  <a:pos x="wd2" y="hd2"/>
                </a:cxn>
                <a:cxn ang="5400000">
                  <a:pos x="wd2" y="hd2"/>
                </a:cxn>
                <a:cxn ang="10800000">
                  <a:pos x="wd2" y="hd2"/>
                </a:cxn>
                <a:cxn ang="16200000">
                  <a:pos x="wd2" y="hd2"/>
                </a:cxn>
              </a:cxnLst>
              <a:rect l="0" t="0" r="r" b="b"/>
              <a:pathLst>
                <a:path w="21445" h="21600" fill="norm" stroke="1" extrusionOk="0">
                  <a:moveTo>
                    <a:pt x="15260" y="21600"/>
                  </a:moveTo>
                  <a:cubicBezTo>
                    <a:pt x="15260" y="21600"/>
                    <a:pt x="15260" y="21600"/>
                    <a:pt x="15260" y="21600"/>
                  </a:cubicBezTo>
                  <a:cubicBezTo>
                    <a:pt x="14877" y="21600"/>
                    <a:pt x="14493" y="21600"/>
                    <a:pt x="14110" y="21304"/>
                  </a:cubicBezTo>
                  <a:cubicBezTo>
                    <a:pt x="1585" y="14351"/>
                    <a:pt x="1585" y="14351"/>
                    <a:pt x="1585" y="14351"/>
                  </a:cubicBezTo>
                  <a:cubicBezTo>
                    <a:pt x="818" y="14055"/>
                    <a:pt x="434" y="13463"/>
                    <a:pt x="179" y="12575"/>
                  </a:cubicBezTo>
                  <a:cubicBezTo>
                    <a:pt x="-77" y="11836"/>
                    <a:pt x="-77" y="10948"/>
                    <a:pt x="306" y="10208"/>
                  </a:cubicBezTo>
                  <a:cubicBezTo>
                    <a:pt x="3757" y="1775"/>
                    <a:pt x="3757" y="1775"/>
                    <a:pt x="3757" y="1775"/>
                  </a:cubicBezTo>
                  <a:cubicBezTo>
                    <a:pt x="4141" y="740"/>
                    <a:pt x="5163" y="0"/>
                    <a:pt x="6186" y="0"/>
                  </a:cubicBezTo>
                  <a:cubicBezTo>
                    <a:pt x="6569" y="0"/>
                    <a:pt x="6953" y="148"/>
                    <a:pt x="7336" y="296"/>
                  </a:cubicBezTo>
                  <a:cubicBezTo>
                    <a:pt x="19861" y="7249"/>
                    <a:pt x="19861" y="7249"/>
                    <a:pt x="19861" y="7249"/>
                  </a:cubicBezTo>
                  <a:cubicBezTo>
                    <a:pt x="20628" y="7545"/>
                    <a:pt x="21012" y="8285"/>
                    <a:pt x="21267" y="9025"/>
                  </a:cubicBezTo>
                  <a:cubicBezTo>
                    <a:pt x="21523" y="9764"/>
                    <a:pt x="21523" y="10652"/>
                    <a:pt x="21140" y="11392"/>
                  </a:cubicBezTo>
                  <a:cubicBezTo>
                    <a:pt x="17689" y="19825"/>
                    <a:pt x="17689" y="19825"/>
                    <a:pt x="17689" y="19825"/>
                  </a:cubicBezTo>
                  <a:cubicBezTo>
                    <a:pt x="17305" y="21008"/>
                    <a:pt x="16283" y="21600"/>
                    <a:pt x="15260" y="21600"/>
                  </a:cubicBezTo>
                  <a:close/>
                  <a:moveTo>
                    <a:pt x="6186" y="1184"/>
                  </a:moveTo>
                  <a:cubicBezTo>
                    <a:pt x="5547" y="1184"/>
                    <a:pt x="4908" y="1627"/>
                    <a:pt x="4652" y="2367"/>
                  </a:cubicBezTo>
                  <a:cubicBezTo>
                    <a:pt x="1201" y="10800"/>
                    <a:pt x="1201" y="10800"/>
                    <a:pt x="1201" y="10800"/>
                  </a:cubicBezTo>
                  <a:cubicBezTo>
                    <a:pt x="945" y="11244"/>
                    <a:pt x="945" y="11688"/>
                    <a:pt x="1073" y="12279"/>
                  </a:cubicBezTo>
                  <a:cubicBezTo>
                    <a:pt x="1201" y="12723"/>
                    <a:pt x="1585" y="13167"/>
                    <a:pt x="1968" y="13315"/>
                  </a:cubicBezTo>
                  <a:cubicBezTo>
                    <a:pt x="14493" y="20268"/>
                    <a:pt x="14493" y="20268"/>
                    <a:pt x="14493" y="20268"/>
                  </a:cubicBezTo>
                  <a:cubicBezTo>
                    <a:pt x="14749" y="20416"/>
                    <a:pt x="15005" y="20416"/>
                    <a:pt x="15260" y="20416"/>
                  </a:cubicBezTo>
                  <a:cubicBezTo>
                    <a:pt x="15899" y="20416"/>
                    <a:pt x="16538" y="20121"/>
                    <a:pt x="16794" y="19381"/>
                  </a:cubicBezTo>
                  <a:cubicBezTo>
                    <a:pt x="20245" y="10948"/>
                    <a:pt x="20245" y="10948"/>
                    <a:pt x="20245" y="10948"/>
                  </a:cubicBezTo>
                  <a:cubicBezTo>
                    <a:pt x="20501" y="10504"/>
                    <a:pt x="20501" y="9912"/>
                    <a:pt x="20373" y="9468"/>
                  </a:cubicBezTo>
                  <a:cubicBezTo>
                    <a:pt x="20245" y="8877"/>
                    <a:pt x="19861" y="8581"/>
                    <a:pt x="19478" y="8285"/>
                  </a:cubicBezTo>
                  <a:cubicBezTo>
                    <a:pt x="6953" y="1332"/>
                    <a:pt x="6953" y="1332"/>
                    <a:pt x="6953" y="1332"/>
                  </a:cubicBezTo>
                  <a:cubicBezTo>
                    <a:pt x="6697" y="1184"/>
                    <a:pt x="6441" y="1184"/>
                    <a:pt x="6186" y="118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46" name="Shape 6446"/>
            <p:cNvSpPr/>
            <p:nvPr/>
          </p:nvSpPr>
          <p:spPr>
            <a:xfrm>
              <a:off x="0" y="674591"/>
              <a:ext cx="677564" cy="4457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8" y="21600"/>
                  </a:moveTo>
                  <a:cubicBezTo>
                    <a:pt x="0" y="21600"/>
                    <a:pt x="0" y="21600"/>
                    <a:pt x="0" y="21600"/>
                  </a:cubicBezTo>
                  <a:cubicBezTo>
                    <a:pt x="0" y="0"/>
                    <a:pt x="0" y="0"/>
                    <a:pt x="0" y="0"/>
                  </a:cubicBezTo>
                  <a:cubicBezTo>
                    <a:pt x="738" y="0"/>
                    <a:pt x="738" y="0"/>
                    <a:pt x="738" y="0"/>
                  </a:cubicBezTo>
                  <a:cubicBezTo>
                    <a:pt x="3692" y="0"/>
                    <a:pt x="6277" y="2525"/>
                    <a:pt x="7385" y="6732"/>
                  </a:cubicBezTo>
                  <a:cubicBezTo>
                    <a:pt x="16246" y="6732"/>
                    <a:pt x="16246" y="6732"/>
                    <a:pt x="16246" y="6732"/>
                  </a:cubicBezTo>
                  <a:cubicBezTo>
                    <a:pt x="16246" y="1403"/>
                    <a:pt x="16246" y="1403"/>
                    <a:pt x="16246" y="1403"/>
                  </a:cubicBezTo>
                  <a:cubicBezTo>
                    <a:pt x="21600" y="5049"/>
                    <a:pt x="21600" y="5049"/>
                    <a:pt x="21600" y="5049"/>
                  </a:cubicBezTo>
                  <a:cubicBezTo>
                    <a:pt x="21600" y="14868"/>
                    <a:pt x="21600" y="14868"/>
                    <a:pt x="21600" y="14868"/>
                  </a:cubicBezTo>
                  <a:cubicBezTo>
                    <a:pt x="7385" y="14868"/>
                    <a:pt x="7385" y="14868"/>
                    <a:pt x="7385" y="14868"/>
                  </a:cubicBezTo>
                  <a:cubicBezTo>
                    <a:pt x="6277" y="19075"/>
                    <a:pt x="3692" y="21600"/>
                    <a:pt x="738" y="21600"/>
                  </a:cubicBezTo>
                  <a:close/>
                  <a:moveTo>
                    <a:pt x="1477" y="2244"/>
                  </a:moveTo>
                  <a:cubicBezTo>
                    <a:pt x="1477" y="19356"/>
                    <a:pt x="1477" y="19356"/>
                    <a:pt x="1477" y="19356"/>
                  </a:cubicBezTo>
                  <a:cubicBezTo>
                    <a:pt x="3692" y="19075"/>
                    <a:pt x="5538" y="16551"/>
                    <a:pt x="6092" y="13465"/>
                  </a:cubicBezTo>
                  <a:cubicBezTo>
                    <a:pt x="6277" y="12623"/>
                    <a:pt x="6277" y="12623"/>
                    <a:pt x="6277" y="12623"/>
                  </a:cubicBezTo>
                  <a:cubicBezTo>
                    <a:pt x="20123" y="12623"/>
                    <a:pt x="20123" y="12623"/>
                    <a:pt x="20123" y="12623"/>
                  </a:cubicBezTo>
                  <a:cubicBezTo>
                    <a:pt x="20123" y="6452"/>
                    <a:pt x="20123" y="6452"/>
                    <a:pt x="20123" y="6452"/>
                  </a:cubicBezTo>
                  <a:cubicBezTo>
                    <a:pt x="17723" y="4769"/>
                    <a:pt x="17723" y="4769"/>
                    <a:pt x="17723" y="4769"/>
                  </a:cubicBezTo>
                  <a:cubicBezTo>
                    <a:pt x="17723" y="8977"/>
                    <a:pt x="17723" y="8977"/>
                    <a:pt x="17723" y="8977"/>
                  </a:cubicBezTo>
                  <a:cubicBezTo>
                    <a:pt x="6277" y="8977"/>
                    <a:pt x="6277" y="8977"/>
                    <a:pt x="6277" y="8977"/>
                  </a:cubicBezTo>
                  <a:cubicBezTo>
                    <a:pt x="6092" y="8135"/>
                    <a:pt x="6092" y="8135"/>
                    <a:pt x="6092" y="8135"/>
                  </a:cubicBezTo>
                  <a:cubicBezTo>
                    <a:pt x="5538" y="5049"/>
                    <a:pt x="3692" y="2805"/>
                    <a:pt x="1477" y="224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55" name="Group 6455"/>
          <p:cNvGrpSpPr/>
          <p:nvPr/>
        </p:nvGrpSpPr>
        <p:grpSpPr>
          <a:xfrm>
            <a:off x="7998957" y="3563980"/>
            <a:ext cx="867525" cy="830427"/>
            <a:chOff x="0" y="0"/>
            <a:chExt cx="867523" cy="830426"/>
          </a:xfrm>
        </p:grpSpPr>
        <p:sp>
          <p:nvSpPr>
            <p:cNvPr id="6448" name="Shape 6448"/>
            <p:cNvSpPr/>
            <p:nvPr/>
          </p:nvSpPr>
          <p:spPr>
            <a:xfrm>
              <a:off x="0" y="0"/>
              <a:ext cx="867524" cy="8304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0"/>
                  </a:moveTo>
                  <a:cubicBezTo>
                    <a:pt x="1856" y="0"/>
                    <a:pt x="1856" y="0"/>
                    <a:pt x="1856" y="0"/>
                  </a:cubicBezTo>
                  <a:cubicBezTo>
                    <a:pt x="844" y="0"/>
                    <a:pt x="0" y="885"/>
                    <a:pt x="0" y="1948"/>
                  </a:cubicBezTo>
                  <a:cubicBezTo>
                    <a:pt x="0" y="16466"/>
                    <a:pt x="0" y="16466"/>
                    <a:pt x="0" y="16466"/>
                  </a:cubicBezTo>
                  <a:cubicBezTo>
                    <a:pt x="0" y="17528"/>
                    <a:pt x="844" y="18413"/>
                    <a:pt x="1856" y="18413"/>
                  </a:cubicBezTo>
                  <a:cubicBezTo>
                    <a:pt x="7256" y="18413"/>
                    <a:pt x="7256" y="18413"/>
                    <a:pt x="7256" y="18413"/>
                  </a:cubicBezTo>
                  <a:cubicBezTo>
                    <a:pt x="6919" y="18767"/>
                    <a:pt x="6581" y="19298"/>
                    <a:pt x="6244" y="19475"/>
                  </a:cubicBezTo>
                  <a:cubicBezTo>
                    <a:pt x="6075" y="19652"/>
                    <a:pt x="5906" y="19830"/>
                    <a:pt x="5738" y="20007"/>
                  </a:cubicBezTo>
                  <a:cubicBezTo>
                    <a:pt x="5738" y="20184"/>
                    <a:pt x="5569" y="20538"/>
                    <a:pt x="5738" y="20892"/>
                  </a:cubicBezTo>
                  <a:cubicBezTo>
                    <a:pt x="5906" y="21246"/>
                    <a:pt x="6244" y="21600"/>
                    <a:pt x="7088" y="21600"/>
                  </a:cubicBezTo>
                  <a:cubicBezTo>
                    <a:pt x="14513" y="21600"/>
                    <a:pt x="14513" y="21600"/>
                    <a:pt x="14513" y="21600"/>
                  </a:cubicBezTo>
                  <a:cubicBezTo>
                    <a:pt x="15356" y="21600"/>
                    <a:pt x="15694" y="21246"/>
                    <a:pt x="15863" y="20892"/>
                  </a:cubicBezTo>
                  <a:cubicBezTo>
                    <a:pt x="16031" y="20538"/>
                    <a:pt x="15863" y="20184"/>
                    <a:pt x="15863" y="20007"/>
                  </a:cubicBezTo>
                  <a:cubicBezTo>
                    <a:pt x="15694" y="19830"/>
                    <a:pt x="15525" y="19652"/>
                    <a:pt x="15356" y="19475"/>
                  </a:cubicBezTo>
                  <a:cubicBezTo>
                    <a:pt x="15019" y="19298"/>
                    <a:pt x="14681" y="18767"/>
                    <a:pt x="14344" y="18413"/>
                  </a:cubicBezTo>
                  <a:cubicBezTo>
                    <a:pt x="19744" y="18413"/>
                    <a:pt x="19744" y="18413"/>
                    <a:pt x="19744" y="18413"/>
                  </a:cubicBezTo>
                  <a:cubicBezTo>
                    <a:pt x="20756" y="18413"/>
                    <a:pt x="21600" y="17528"/>
                    <a:pt x="21600" y="16466"/>
                  </a:cubicBezTo>
                  <a:cubicBezTo>
                    <a:pt x="21600" y="1948"/>
                    <a:pt x="21600" y="1948"/>
                    <a:pt x="21600" y="1948"/>
                  </a:cubicBezTo>
                  <a:cubicBezTo>
                    <a:pt x="21600" y="885"/>
                    <a:pt x="20756" y="0"/>
                    <a:pt x="19744" y="0"/>
                  </a:cubicBezTo>
                  <a:close/>
                  <a:moveTo>
                    <a:pt x="14850" y="20007"/>
                  </a:moveTo>
                  <a:cubicBezTo>
                    <a:pt x="15019" y="20184"/>
                    <a:pt x="15188" y="20361"/>
                    <a:pt x="15188" y="20538"/>
                  </a:cubicBezTo>
                  <a:cubicBezTo>
                    <a:pt x="15188" y="20538"/>
                    <a:pt x="15356" y="20538"/>
                    <a:pt x="15188" y="20538"/>
                  </a:cubicBezTo>
                  <a:cubicBezTo>
                    <a:pt x="15188" y="20715"/>
                    <a:pt x="14850" y="20892"/>
                    <a:pt x="14513" y="20892"/>
                  </a:cubicBezTo>
                  <a:cubicBezTo>
                    <a:pt x="7088" y="20892"/>
                    <a:pt x="7088" y="20892"/>
                    <a:pt x="7088" y="20892"/>
                  </a:cubicBezTo>
                  <a:cubicBezTo>
                    <a:pt x="6750" y="20892"/>
                    <a:pt x="6413" y="20715"/>
                    <a:pt x="6413" y="20538"/>
                  </a:cubicBezTo>
                  <a:cubicBezTo>
                    <a:pt x="6413" y="20538"/>
                    <a:pt x="6413" y="20538"/>
                    <a:pt x="6413" y="20538"/>
                  </a:cubicBezTo>
                  <a:cubicBezTo>
                    <a:pt x="6413" y="20538"/>
                    <a:pt x="6413" y="20538"/>
                    <a:pt x="6413" y="20538"/>
                  </a:cubicBezTo>
                  <a:cubicBezTo>
                    <a:pt x="6413" y="20361"/>
                    <a:pt x="6581" y="20184"/>
                    <a:pt x="6750" y="20007"/>
                  </a:cubicBezTo>
                  <a:cubicBezTo>
                    <a:pt x="7425" y="19298"/>
                    <a:pt x="7931" y="18767"/>
                    <a:pt x="8100" y="18413"/>
                  </a:cubicBezTo>
                  <a:cubicBezTo>
                    <a:pt x="13500" y="18413"/>
                    <a:pt x="13500" y="18413"/>
                    <a:pt x="13500" y="18413"/>
                  </a:cubicBezTo>
                  <a:cubicBezTo>
                    <a:pt x="13669" y="18767"/>
                    <a:pt x="14175" y="19298"/>
                    <a:pt x="14850" y="20007"/>
                  </a:cubicBezTo>
                  <a:close/>
                  <a:moveTo>
                    <a:pt x="20250" y="16466"/>
                  </a:moveTo>
                  <a:cubicBezTo>
                    <a:pt x="20250" y="16820"/>
                    <a:pt x="20081" y="16997"/>
                    <a:pt x="19744" y="16997"/>
                  </a:cubicBezTo>
                  <a:cubicBezTo>
                    <a:pt x="1856" y="16997"/>
                    <a:pt x="1856" y="16997"/>
                    <a:pt x="1856" y="16997"/>
                  </a:cubicBezTo>
                  <a:cubicBezTo>
                    <a:pt x="1519" y="16997"/>
                    <a:pt x="1350" y="16820"/>
                    <a:pt x="1350" y="16466"/>
                  </a:cubicBezTo>
                  <a:cubicBezTo>
                    <a:pt x="1350" y="1948"/>
                    <a:pt x="1350" y="1948"/>
                    <a:pt x="1350" y="1948"/>
                  </a:cubicBezTo>
                  <a:cubicBezTo>
                    <a:pt x="1350" y="1593"/>
                    <a:pt x="1519" y="1416"/>
                    <a:pt x="1856" y="1416"/>
                  </a:cubicBezTo>
                  <a:cubicBezTo>
                    <a:pt x="19744" y="1416"/>
                    <a:pt x="19744" y="1416"/>
                    <a:pt x="19744" y="1416"/>
                  </a:cubicBezTo>
                  <a:cubicBezTo>
                    <a:pt x="20081" y="1416"/>
                    <a:pt x="20250" y="1593"/>
                    <a:pt x="20250" y="1948"/>
                  </a:cubicBezTo>
                  <a:lnTo>
                    <a:pt x="20250" y="16466"/>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49" name="Shape 6449"/>
            <p:cNvSpPr/>
            <p:nvPr/>
          </p:nvSpPr>
          <p:spPr>
            <a:xfrm>
              <a:off x="108440" y="108440"/>
              <a:ext cx="650644" cy="4366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25" y="0"/>
                  </a:moveTo>
                  <a:cubicBezTo>
                    <a:pt x="1575" y="0"/>
                    <a:pt x="1575" y="0"/>
                    <a:pt x="1575" y="0"/>
                  </a:cubicBezTo>
                  <a:cubicBezTo>
                    <a:pt x="675" y="0"/>
                    <a:pt x="0" y="1013"/>
                    <a:pt x="0" y="2363"/>
                  </a:cubicBezTo>
                  <a:cubicBezTo>
                    <a:pt x="0" y="19238"/>
                    <a:pt x="0" y="19238"/>
                    <a:pt x="0" y="19238"/>
                  </a:cubicBezTo>
                  <a:cubicBezTo>
                    <a:pt x="0" y="20587"/>
                    <a:pt x="675" y="21600"/>
                    <a:pt x="1575" y="21600"/>
                  </a:cubicBezTo>
                  <a:cubicBezTo>
                    <a:pt x="20025" y="21600"/>
                    <a:pt x="20025" y="21600"/>
                    <a:pt x="20025" y="21600"/>
                  </a:cubicBezTo>
                  <a:cubicBezTo>
                    <a:pt x="20925" y="21600"/>
                    <a:pt x="21600" y="20587"/>
                    <a:pt x="21600" y="19238"/>
                  </a:cubicBezTo>
                  <a:cubicBezTo>
                    <a:pt x="21600" y="2363"/>
                    <a:pt x="21600" y="2363"/>
                    <a:pt x="21600" y="2363"/>
                  </a:cubicBezTo>
                  <a:cubicBezTo>
                    <a:pt x="21600" y="1013"/>
                    <a:pt x="20925" y="0"/>
                    <a:pt x="20025" y="0"/>
                  </a:cubicBezTo>
                  <a:close/>
                  <a:moveTo>
                    <a:pt x="20700" y="19238"/>
                  </a:moveTo>
                  <a:cubicBezTo>
                    <a:pt x="20700" y="19913"/>
                    <a:pt x="20475" y="20250"/>
                    <a:pt x="20025" y="20250"/>
                  </a:cubicBezTo>
                  <a:cubicBezTo>
                    <a:pt x="1575" y="20250"/>
                    <a:pt x="1575" y="20250"/>
                    <a:pt x="1575" y="20250"/>
                  </a:cubicBezTo>
                  <a:cubicBezTo>
                    <a:pt x="1125" y="20250"/>
                    <a:pt x="900" y="19913"/>
                    <a:pt x="900" y="19238"/>
                  </a:cubicBezTo>
                  <a:cubicBezTo>
                    <a:pt x="900" y="2363"/>
                    <a:pt x="900" y="2363"/>
                    <a:pt x="900" y="2363"/>
                  </a:cubicBezTo>
                  <a:cubicBezTo>
                    <a:pt x="900" y="1688"/>
                    <a:pt x="1125" y="1350"/>
                    <a:pt x="1575" y="1350"/>
                  </a:cubicBezTo>
                  <a:cubicBezTo>
                    <a:pt x="20025" y="1350"/>
                    <a:pt x="20025" y="1350"/>
                    <a:pt x="20025" y="1350"/>
                  </a:cubicBezTo>
                  <a:cubicBezTo>
                    <a:pt x="20475" y="1350"/>
                    <a:pt x="20700" y="1688"/>
                    <a:pt x="20700" y="2363"/>
                  </a:cubicBezTo>
                  <a:lnTo>
                    <a:pt x="20700" y="1923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0" name="Shape 6450"/>
            <p:cNvSpPr/>
            <p:nvPr/>
          </p:nvSpPr>
          <p:spPr>
            <a:xfrm>
              <a:off x="390957" y="559324"/>
              <a:ext cx="82757" cy="799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5400"/>
                    <a:pt x="0" y="10800"/>
                  </a:cubicBezTo>
                  <a:cubicBezTo>
                    <a:pt x="0" y="16200"/>
                    <a:pt x="5400" y="21600"/>
                    <a:pt x="10800" y="21600"/>
                  </a:cubicBezTo>
                  <a:cubicBezTo>
                    <a:pt x="16200" y="21600"/>
                    <a:pt x="21600" y="16200"/>
                    <a:pt x="21600" y="10800"/>
                  </a:cubicBezTo>
                  <a:cubicBezTo>
                    <a:pt x="21600" y="5400"/>
                    <a:pt x="16200" y="0"/>
                    <a:pt x="10800" y="0"/>
                  </a:cubicBezTo>
                  <a:close/>
                  <a:moveTo>
                    <a:pt x="10800" y="14400"/>
                  </a:moveTo>
                  <a:cubicBezTo>
                    <a:pt x="9000" y="14400"/>
                    <a:pt x="7200" y="12600"/>
                    <a:pt x="7200" y="10800"/>
                  </a:cubicBezTo>
                  <a:cubicBezTo>
                    <a:pt x="7200" y="9000"/>
                    <a:pt x="9000" y="7200"/>
                    <a:pt x="10800" y="7200"/>
                  </a:cubicBezTo>
                  <a:cubicBezTo>
                    <a:pt x="12600" y="7200"/>
                    <a:pt x="14400" y="9000"/>
                    <a:pt x="14400" y="10800"/>
                  </a:cubicBezTo>
                  <a:cubicBezTo>
                    <a:pt x="14400" y="12600"/>
                    <a:pt x="12600" y="14400"/>
                    <a:pt x="10800" y="14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1" name="Shape 6451"/>
            <p:cNvSpPr/>
            <p:nvPr/>
          </p:nvSpPr>
          <p:spPr>
            <a:xfrm>
              <a:off x="325321" y="328173"/>
              <a:ext cx="79905" cy="162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0"/>
                  </a:moveTo>
                  <a:cubicBezTo>
                    <a:pt x="5400" y="0"/>
                    <a:pt x="5400" y="0"/>
                    <a:pt x="5400" y="0"/>
                  </a:cubicBezTo>
                  <a:cubicBezTo>
                    <a:pt x="1800" y="0"/>
                    <a:pt x="0" y="900"/>
                    <a:pt x="0" y="2700"/>
                  </a:cubicBezTo>
                  <a:cubicBezTo>
                    <a:pt x="0" y="18900"/>
                    <a:pt x="0" y="18900"/>
                    <a:pt x="0" y="18900"/>
                  </a:cubicBezTo>
                  <a:cubicBezTo>
                    <a:pt x="0" y="19800"/>
                    <a:pt x="1800" y="21600"/>
                    <a:pt x="5400" y="21600"/>
                  </a:cubicBezTo>
                  <a:cubicBezTo>
                    <a:pt x="16200" y="21600"/>
                    <a:pt x="16200" y="21600"/>
                    <a:pt x="16200" y="21600"/>
                  </a:cubicBezTo>
                  <a:cubicBezTo>
                    <a:pt x="19800" y="21600"/>
                    <a:pt x="21600" y="19800"/>
                    <a:pt x="21600" y="18900"/>
                  </a:cubicBezTo>
                  <a:cubicBezTo>
                    <a:pt x="21600" y="2700"/>
                    <a:pt x="21600" y="2700"/>
                    <a:pt x="21600" y="2700"/>
                  </a:cubicBezTo>
                  <a:cubicBezTo>
                    <a:pt x="21600" y="900"/>
                    <a:pt x="19800" y="0"/>
                    <a:pt x="16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2" name="Shape 6452"/>
            <p:cNvSpPr/>
            <p:nvPr/>
          </p:nvSpPr>
          <p:spPr>
            <a:xfrm>
              <a:off x="596423" y="162659"/>
              <a:ext cx="79905" cy="3281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0"/>
                  </a:moveTo>
                  <a:cubicBezTo>
                    <a:pt x="5400" y="0"/>
                    <a:pt x="5400" y="0"/>
                    <a:pt x="5400" y="0"/>
                  </a:cubicBezTo>
                  <a:cubicBezTo>
                    <a:pt x="1800" y="0"/>
                    <a:pt x="0" y="450"/>
                    <a:pt x="0" y="1350"/>
                  </a:cubicBezTo>
                  <a:cubicBezTo>
                    <a:pt x="0" y="20250"/>
                    <a:pt x="0" y="20250"/>
                    <a:pt x="0" y="20250"/>
                  </a:cubicBezTo>
                  <a:cubicBezTo>
                    <a:pt x="0" y="21150"/>
                    <a:pt x="1800" y="21600"/>
                    <a:pt x="5400" y="21600"/>
                  </a:cubicBezTo>
                  <a:cubicBezTo>
                    <a:pt x="16200" y="21600"/>
                    <a:pt x="16200" y="21600"/>
                    <a:pt x="16200" y="21600"/>
                  </a:cubicBezTo>
                  <a:cubicBezTo>
                    <a:pt x="19800" y="21600"/>
                    <a:pt x="21600" y="21150"/>
                    <a:pt x="21600" y="20250"/>
                  </a:cubicBezTo>
                  <a:cubicBezTo>
                    <a:pt x="21600" y="1350"/>
                    <a:pt x="21600" y="1350"/>
                    <a:pt x="21600" y="1350"/>
                  </a:cubicBezTo>
                  <a:cubicBezTo>
                    <a:pt x="21600" y="450"/>
                    <a:pt x="19800" y="0"/>
                    <a:pt x="16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3" name="Shape 6453"/>
            <p:cNvSpPr/>
            <p:nvPr/>
          </p:nvSpPr>
          <p:spPr>
            <a:xfrm>
              <a:off x="459446" y="271100"/>
              <a:ext cx="82757" cy="2197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0"/>
                  </a:moveTo>
                  <a:cubicBezTo>
                    <a:pt x="5400" y="0"/>
                    <a:pt x="5400" y="0"/>
                    <a:pt x="5400" y="0"/>
                  </a:cubicBezTo>
                  <a:cubicBezTo>
                    <a:pt x="1800" y="0"/>
                    <a:pt x="0" y="675"/>
                    <a:pt x="0" y="2025"/>
                  </a:cubicBezTo>
                  <a:cubicBezTo>
                    <a:pt x="0" y="19575"/>
                    <a:pt x="0" y="19575"/>
                    <a:pt x="0" y="19575"/>
                  </a:cubicBezTo>
                  <a:cubicBezTo>
                    <a:pt x="0" y="20925"/>
                    <a:pt x="1800" y="21600"/>
                    <a:pt x="5400" y="21600"/>
                  </a:cubicBezTo>
                  <a:cubicBezTo>
                    <a:pt x="16200" y="21600"/>
                    <a:pt x="16200" y="21600"/>
                    <a:pt x="16200" y="21600"/>
                  </a:cubicBezTo>
                  <a:cubicBezTo>
                    <a:pt x="19800" y="21600"/>
                    <a:pt x="21600" y="20925"/>
                    <a:pt x="21600" y="19575"/>
                  </a:cubicBezTo>
                  <a:cubicBezTo>
                    <a:pt x="21600" y="2025"/>
                    <a:pt x="21600" y="2025"/>
                    <a:pt x="21600" y="2025"/>
                  </a:cubicBezTo>
                  <a:cubicBezTo>
                    <a:pt x="21600" y="675"/>
                    <a:pt x="19800" y="0"/>
                    <a:pt x="16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4" name="Shape 6454"/>
            <p:cNvSpPr/>
            <p:nvPr/>
          </p:nvSpPr>
          <p:spPr>
            <a:xfrm>
              <a:off x="188344" y="216880"/>
              <a:ext cx="82757" cy="2739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0"/>
                  </a:moveTo>
                  <a:cubicBezTo>
                    <a:pt x="5400" y="0"/>
                    <a:pt x="5400" y="0"/>
                    <a:pt x="5400" y="0"/>
                  </a:cubicBezTo>
                  <a:cubicBezTo>
                    <a:pt x="1800" y="0"/>
                    <a:pt x="0" y="540"/>
                    <a:pt x="0" y="1620"/>
                  </a:cubicBezTo>
                  <a:cubicBezTo>
                    <a:pt x="0" y="19980"/>
                    <a:pt x="0" y="19980"/>
                    <a:pt x="0" y="19980"/>
                  </a:cubicBezTo>
                  <a:cubicBezTo>
                    <a:pt x="0" y="21060"/>
                    <a:pt x="1800" y="21600"/>
                    <a:pt x="5400" y="21600"/>
                  </a:cubicBezTo>
                  <a:cubicBezTo>
                    <a:pt x="16200" y="21600"/>
                    <a:pt x="16200" y="21600"/>
                    <a:pt x="16200" y="21600"/>
                  </a:cubicBezTo>
                  <a:cubicBezTo>
                    <a:pt x="19800" y="21600"/>
                    <a:pt x="21600" y="21060"/>
                    <a:pt x="21600" y="19980"/>
                  </a:cubicBezTo>
                  <a:cubicBezTo>
                    <a:pt x="21600" y="1620"/>
                    <a:pt x="21600" y="1620"/>
                    <a:pt x="21600" y="1620"/>
                  </a:cubicBezTo>
                  <a:cubicBezTo>
                    <a:pt x="21600" y="540"/>
                    <a:pt x="19800" y="0"/>
                    <a:pt x="162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61" name="Group 6461"/>
          <p:cNvGrpSpPr/>
          <p:nvPr/>
        </p:nvGrpSpPr>
        <p:grpSpPr>
          <a:xfrm>
            <a:off x="6822164" y="3521426"/>
            <a:ext cx="923925" cy="920751"/>
            <a:chOff x="0" y="0"/>
            <a:chExt cx="923924" cy="920750"/>
          </a:xfrm>
        </p:grpSpPr>
        <p:sp>
          <p:nvSpPr>
            <p:cNvPr id="6456" name="Shape 6456"/>
            <p:cNvSpPr/>
            <p:nvPr/>
          </p:nvSpPr>
          <p:spPr>
            <a:xfrm>
              <a:off x="247650" y="244475"/>
              <a:ext cx="428625" cy="4286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3086"/>
                  </a:moveTo>
                  <a:cubicBezTo>
                    <a:pt x="15043" y="3086"/>
                    <a:pt x="18514" y="6557"/>
                    <a:pt x="18514" y="10800"/>
                  </a:cubicBezTo>
                  <a:cubicBezTo>
                    <a:pt x="18514" y="15043"/>
                    <a:pt x="15043" y="18514"/>
                    <a:pt x="10800" y="18514"/>
                  </a:cubicBezTo>
                  <a:cubicBezTo>
                    <a:pt x="6557" y="18514"/>
                    <a:pt x="3086" y="15043"/>
                    <a:pt x="3086" y="10800"/>
                  </a:cubicBezTo>
                  <a:cubicBezTo>
                    <a:pt x="3086" y="6557"/>
                    <a:pt x="6557" y="3086"/>
                    <a:pt x="10800" y="3086"/>
                  </a:cubicBezTo>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7" name="Shape 6457"/>
            <p:cNvSpPr/>
            <p:nvPr/>
          </p:nvSpPr>
          <p:spPr>
            <a:xfrm>
              <a:off x="431800" y="0"/>
              <a:ext cx="60325" cy="920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360"/>
                    <a:pt x="0" y="900"/>
                  </a:cubicBezTo>
                  <a:cubicBezTo>
                    <a:pt x="0" y="3420"/>
                    <a:pt x="0" y="3420"/>
                    <a:pt x="0" y="3420"/>
                  </a:cubicBezTo>
                  <a:cubicBezTo>
                    <a:pt x="0" y="3960"/>
                    <a:pt x="5400" y="4320"/>
                    <a:pt x="10800" y="4320"/>
                  </a:cubicBezTo>
                  <a:cubicBezTo>
                    <a:pt x="16200" y="4320"/>
                    <a:pt x="21600" y="3960"/>
                    <a:pt x="21600" y="3420"/>
                  </a:cubicBezTo>
                  <a:cubicBezTo>
                    <a:pt x="21600" y="900"/>
                    <a:pt x="21600" y="900"/>
                    <a:pt x="21600" y="900"/>
                  </a:cubicBezTo>
                  <a:cubicBezTo>
                    <a:pt x="21600" y="360"/>
                    <a:pt x="16200" y="0"/>
                    <a:pt x="10800" y="0"/>
                  </a:cubicBezTo>
                  <a:close/>
                  <a:moveTo>
                    <a:pt x="10800" y="17280"/>
                  </a:moveTo>
                  <a:cubicBezTo>
                    <a:pt x="5400" y="17280"/>
                    <a:pt x="0" y="17640"/>
                    <a:pt x="0" y="18180"/>
                  </a:cubicBezTo>
                  <a:cubicBezTo>
                    <a:pt x="0" y="20700"/>
                    <a:pt x="0" y="20700"/>
                    <a:pt x="0" y="20700"/>
                  </a:cubicBezTo>
                  <a:cubicBezTo>
                    <a:pt x="0" y="21240"/>
                    <a:pt x="5400" y="21600"/>
                    <a:pt x="10800" y="21600"/>
                  </a:cubicBezTo>
                  <a:cubicBezTo>
                    <a:pt x="16200" y="21600"/>
                    <a:pt x="21600" y="21240"/>
                    <a:pt x="21600" y="20700"/>
                  </a:cubicBezTo>
                  <a:cubicBezTo>
                    <a:pt x="21600" y="18180"/>
                    <a:pt x="21600" y="18180"/>
                    <a:pt x="21600" y="18180"/>
                  </a:cubicBezTo>
                  <a:cubicBezTo>
                    <a:pt x="21600" y="17640"/>
                    <a:pt x="16200" y="17280"/>
                    <a:pt x="10800" y="1728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8" name="Shape 6458"/>
            <p:cNvSpPr/>
            <p:nvPr/>
          </p:nvSpPr>
          <p:spPr>
            <a:xfrm>
              <a:off x="0" y="428626"/>
              <a:ext cx="923925" cy="603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0"/>
                  </a:moveTo>
                  <a:cubicBezTo>
                    <a:pt x="18180" y="0"/>
                    <a:pt x="18180" y="0"/>
                    <a:pt x="18180" y="0"/>
                  </a:cubicBezTo>
                  <a:cubicBezTo>
                    <a:pt x="17640" y="0"/>
                    <a:pt x="17280" y="5400"/>
                    <a:pt x="17280" y="10800"/>
                  </a:cubicBezTo>
                  <a:cubicBezTo>
                    <a:pt x="17280" y="16200"/>
                    <a:pt x="17640" y="21600"/>
                    <a:pt x="18180" y="21600"/>
                  </a:cubicBezTo>
                  <a:cubicBezTo>
                    <a:pt x="20700" y="21600"/>
                    <a:pt x="20700" y="21600"/>
                    <a:pt x="20700" y="21600"/>
                  </a:cubicBezTo>
                  <a:cubicBezTo>
                    <a:pt x="21240" y="21600"/>
                    <a:pt x="21600" y="16200"/>
                    <a:pt x="21600" y="10800"/>
                  </a:cubicBezTo>
                  <a:cubicBezTo>
                    <a:pt x="21600" y="5400"/>
                    <a:pt x="21240" y="0"/>
                    <a:pt x="20700" y="0"/>
                  </a:cubicBezTo>
                  <a:close/>
                  <a:moveTo>
                    <a:pt x="3420" y="0"/>
                  </a:moveTo>
                  <a:cubicBezTo>
                    <a:pt x="900" y="0"/>
                    <a:pt x="900" y="0"/>
                    <a:pt x="900" y="0"/>
                  </a:cubicBezTo>
                  <a:cubicBezTo>
                    <a:pt x="360" y="0"/>
                    <a:pt x="0" y="5400"/>
                    <a:pt x="0" y="10800"/>
                  </a:cubicBezTo>
                  <a:cubicBezTo>
                    <a:pt x="0" y="16200"/>
                    <a:pt x="360" y="21600"/>
                    <a:pt x="900" y="21600"/>
                  </a:cubicBezTo>
                  <a:cubicBezTo>
                    <a:pt x="3420" y="21600"/>
                    <a:pt x="3420" y="21600"/>
                    <a:pt x="3420" y="21600"/>
                  </a:cubicBezTo>
                  <a:cubicBezTo>
                    <a:pt x="3960" y="21600"/>
                    <a:pt x="4320" y="16200"/>
                    <a:pt x="4320" y="10800"/>
                  </a:cubicBezTo>
                  <a:cubicBezTo>
                    <a:pt x="4320" y="5400"/>
                    <a:pt x="3960" y="0"/>
                    <a:pt x="342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59" name="Shape 6459"/>
            <p:cNvSpPr/>
            <p:nvPr/>
          </p:nvSpPr>
          <p:spPr>
            <a:xfrm>
              <a:off x="127666" y="124492"/>
              <a:ext cx="668590" cy="668592"/>
            </a:xfrm>
            <a:custGeom>
              <a:avLst/>
              <a:gdLst/>
              <a:ahLst/>
              <a:cxnLst>
                <a:cxn ang="0">
                  <a:pos x="wd2" y="hd2"/>
                </a:cxn>
                <a:cxn ang="5400000">
                  <a:pos x="wd2" y="hd2"/>
                </a:cxn>
                <a:cxn ang="10800000">
                  <a:pos x="wd2" y="hd2"/>
                </a:cxn>
                <a:cxn ang="16200000">
                  <a:pos x="wd2" y="hd2"/>
                </a:cxn>
              </a:cxnLst>
              <a:rect l="0" t="0" r="r" b="b"/>
              <a:pathLst>
                <a:path w="21355" h="21355" fill="norm" stroke="1" extrusionOk="0">
                  <a:moveTo>
                    <a:pt x="20986" y="368"/>
                  </a:moveTo>
                  <a:cubicBezTo>
                    <a:pt x="20741" y="-123"/>
                    <a:pt x="20004" y="-123"/>
                    <a:pt x="19513" y="368"/>
                  </a:cubicBezTo>
                  <a:cubicBezTo>
                    <a:pt x="17059" y="2822"/>
                    <a:pt x="17059" y="2822"/>
                    <a:pt x="17059" y="2822"/>
                  </a:cubicBezTo>
                  <a:cubicBezTo>
                    <a:pt x="16568" y="3313"/>
                    <a:pt x="16568" y="4050"/>
                    <a:pt x="16813" y="4541"/>
                  </a:cubicBezTo>
                  <a:cubicBezTo>
                    <a:pt x="17304" y="4786"/>
                    <a:pt x="18041" y="4786"/>
                    <a:pt x="18532" y="4295"/>
                  </a:cubicBezTo>
                  <a:cubicBezTo>
                    <a:pt x="20986" y="1841"/>
                    <a:pt x="20986" y="1841"/>
                    <a:pt x="20986" y="1841"/>
                  </a:cubicBezTo>
                  <a:cubicBezTo>
                    <a:pt x="21477" y="1350"/>
                    <a:pt x="21477" y="613"/>
                    <a:pt x="20986" y="368"/>
                  </a:cubicBezTo>
                  <a:close/>
                  <a:moveTo>
                    <a:pt x="2822" y="17059"/>
                  </a:moveTo>
                  <a:cubicBezTo>
                    <a:pt x="368" y="19513"/>
                    <a:pt x="368" y="19513"/>
                    <a:pt x="368" y="19513"/>
                  </a:cubicBezTo>
                  <a:cubicBezTo>
                    <a:pt x="-123" y="20004"/>
                    <a:pt x="-123" y="20741"/>
                    <a:pt x="368" y="20986"/>
                  </a:cubicBezTo>
                  <a:cubicBezTo>
                    <a:pt x="613" y="21477"/>
                    <a:pt x="1350" y="21477"/>
                    <a:pt x="1841" y="20986"/>
                  </a:cubicBezTo>
                  <a:cubicBezTo>
                    <a:pt x="4295" y="18532"/>
                    <a:pt x="4295" y="18532"/>
                    <a:pt x="4295" y="18532"/>
                  </a:cubicBezTo>
                  <a:cubicBezTo>
                    <a:pt x="4786" y="18041"/>
                    <a:pt x="4786" y="17304"/>
                    <a:pt x="4541" y="16813"/>
                  </a:cubicBezTo>
                  <a:cubicBezTo>
                    <a:pt x="4050" y="16568"/>
                    <a:pt x="3313" y="16568"/>
                    <a:pt x="2822" y="17059"/>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60" name="Shape 6460"/>
            <p:cNvSpPr/>
            <p:nvPr/>
          </p:nvSpPr>
          <p:spPr>
            <a:xfrm>
              <a:off x="127666" y="124492"/>
              <a:ext cx="668590" cy="668592"/>
            </a:xfrm>
            <a:custGeom>
              <a:avLst/>
              <a:gdLst/>
              <a:ahLst/>
              <a:cxnLst>
                <a:cxn ang="0">
                  <a:pos x="wd2" y="hd2"/>
                </a:cxn>
                <a:cxn ang="5400000">
                  <a:pos x="wd2" y="hd2"/>
                </a:cxn>
                <a:cxn ang="10800000">
                  <a:pos x="wd2" y="hd2"/>
                </a:cxn>
                <a:cxn ang="16200000">
                  <a:pos x="wd2" y="hd2"/>
                </a:cxn>
              </a:cxnLst>
              <a:rect l="0" t="0" r="r" b="b"/>
              <a:pathLst>
                <a:path w="21355" h="21355" fill="norm" stroke="1" extrusionOk="0">
                  <a:moveTo>
                    <a:pt x="20986" y="19513"/>
                  </a:moveTo>
                  <a:cubicBezTo>
                    <a:pt x="18532" y="17059"/>
                    <a:pt x="18532" y="17059"/>
                    <a:pt x="18532" y="17059"/>
                  </a:cubicBezTo>
                  <a:cubicBezTo>
                    <a:pt x="18041" y="16568"/>
                    <a:pt x="17304" y="16568"/>
                    <a:pt x="16813" y="16813"/>
                  </a:cubicBezTo>
                  <a:cubicBezTo>
                    <a:pt x="16568" y="17304"/>
                    <a:pt x="16568" y="18041"/>
                    <a:pt x="17059" y="18532"/>
                  </a:cubicBezTo>
                  <a:cubicBezTo>
                    <a:pt x="19513" y="20986"/>
                    <a:pt x="19513" y="20986"/>
                    <a:pt x="19513" y="20986"/>
                  </a:cubicBezTo>
                  <a:cubicBezTo>
                    <a:pt x="20004" y="21477"/>
                    <a:pt x="20741" y="21477"/>
                    <a:pt x="20986" y="20986"/>
                  </a:cubicBezTo>
                  <a:cubicBezTo>
                    <a:pt x="21477" y="20741"/>
                    <a:pt x="21477" y="20004"/>
                    <a:pt x="20986" y="19513"/>
                  </a:cubicBezTo>
                  <a:close/>
                  <a:moveTo>
                    <a:pt x="1841" y="368"/>
                  </a:moveTo>
                  <a:cubicBezTo>
                    <a:pt x="1350" y="-123"/>
                    <a:pt x="613" y="-123"/>
                    <a:pt x="368" y="368"/>
                  </a:cubicBezTo>
                  <a:cubicBezTo>
                    <a:pt x="-123" y="613"/>
                    <a:pt x="-123" y="1350"/>
                    <a:pt x="368" y="1841"/>
                  </a:cubicBezTo>
                  <a:cubicBezTo>
                    <a:pt x="2822" y="4295"/>
                    <a:pt x="2822" y="4295"/>
                    <a:pt x="2822" y="4295"/>
                  </a:cubicBezTo>
                  <a:cubicBezTo>
                    <a:pt x="3313" y="4786"/>
                    <a:pt x="4050" y="4786"/>
                    <a:pt x="4541" y="4541"/>
                  </a:cubicBezTo>
                  <a:cubicBezTo>
                    <a:pt x="4786" y="4050"/>
                    <a:pt x="4786" y="3313"/>
                    <a:pt x="4295" y="2822"/>
                  </a:cubicBezTo>
                  <a:lnTo>
                    <a:pt x="1841" y="36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66" name="Group 6466"/>
          <p:cNvGrpSpPr/>
          <p:nvPr/>
        </p:nvGrpSpPr>
        <p:grpSpPr>
          <a:xfrm>
            <a:off x="9119350" y="3498181"/>
            <a:ext cx="975049" cy="962027"/>
            <a:chOff x="0" y="0"/>
            <a:chExt cx="975048" cy="962025"/>
          </a:xfrm>
        </p:grpSpPr>
        <p:sp>
          <p:nvSpPr>
            <p:cNvPr id="6462" name="Shape 6462"/>
            <p:cNvSpPr/>
            <p:nvPr/>
          </p:nvSpPr>
          <p:spPr>
            <a:xfrm>
              <a:off x="-1" y="0"/>
              <a:ext cx="975050" cy="962026"/>
            </a:xfrm>
            <a:custGeom>
              <a:avLst/>
              <a:gdLst/>
              <a:ahLst/>
              <a:cxnLst>
                <a:cxn ang="0">
                  <a:pos x="wd2" y="hd2"/>
                </a:cxn>
                <a:cxn ang="5400000">
                  <a:pos x="wd2" y="hd2"/>
                </a:cxn>
                <a:cxn ang="10800000">
                  <a:pos x="wd2" y="hd2"/>
                </a:cxn>
                <a:cxn ang="16200000">
                  <a:pos x="wd2" y="hd2"/>
                </a:cxn>
              </a:cxnLst>
              <a:rect l="0" t="0" r="r" b="b"/>
              <a:pathLst>
                <a:path w="21398" h="21600" fill="norm" stroke="1" extrusionOk="0">
                  <a:moveTo>
                    <a:pt x="21001" y="7087"/>
                  </a:moveTo>
                  <a:cubicBezTo>
                    <a:pt x="14354" y="338"/>
                    <a:pt x="14354" y="338"/>
                    <a:pt x="14354" y="338"/>
                  </a:cubicBezTo>
                  <a:cubicBezTo>
                    <a:pt x="14022" y="0"/>
                    <a:pt x="13524" y="0"/>
                    <a:pt x="13025" y="0"/>
                  </a:cubicBezTo>
                  <a:cubicBezTo>
                    <a:pt x="12859" y="169"/>
                    <a:pt x="12527" y="169"/>
                    <a:pt x="12361" y="338"/>
                  </a:cubicBezTo>
                  <a:cubicBezTo>
                    <a:pt x="12194" y="506"/>
                    <a:pt x="12194" y="675"/>
                    <a:pt x="12028" y="1013"/>
                  </a:cubicBezTo>
                  <a:cubicBezTo>
                    <a:pt x="11862" y="2025"/>
                    <a:pt x="11197" y="2869"/>
                    <a:pt x="10533" y="3544"/>
                  </a:cubicBezTo>
                  <a:cubicBezTo>
                    <a:pt x="9536" y="4556"/>
                    <a:pt x="8207" y="5400"/>
                    <a:pt x="6711" y="6244"/>
                  </a:cubicBezTo>
                  <a:cubicBezTo>
                    <a:pt x="5216" y="7087"/>
                    <a:pt x="3721" y="8100"/>
                    <a:pt x="2391" y="9281"/>
                  </a:cubicBezTo>
                  <a:cubicBezTo>
                    <a:pt x="1228" y="10462"/>
                    <a:pt x="564" y="11644"/>
                    <a:pt x="65" y="13162"/>
                  </a:cubicBezTo>
                  <a:cubicBezTo>
                    <a:pt x="-101" y="13500"/>
                    <a:pt x="65" y="14175"/>
                    <a:pt x="397" y="14512"/>
                  </a:cubicBezTo>
                  <a:cubicBezTo>
                    <a:pt x="7044" y="21262"/>
                    <a:pt x="7044" y="21262"/>
                    <a:pt x="7044" y="21262"/>
                  </a:cubicBezTo>
                  <a:cubicBezTo>
                    <a:pt x="7376" y="21600"/>
                    <a:pt x="7874" y="21600"/>
                    <a:pt x="8373" y="21600"/>
                  </a:cubicBezTo>
                  <a:cubicBezTo>
                    <a:pt x="8539" y="21431"/>
                    <a:pt x="8871" y="21431"/>
                    <a:pt x="9037" y="21262"/>
                  </a:cubicBezTo>
                  <a:cubicBezTo>
                    <a:pt x="9204" y="21094"/>
                    <a:pt x="9204" y="20925"/>
                    <a:pt x="9370" y="20587"/>
                  </a:cubicBezTo>
                  <a:cubicBezTo>
                    <a:pt x="9536" y="19575"/>
                    <a:pt x="10201" y="18731"/>
                    <a:pt x="10865" y="18056"/>
                  </a:cubicBezTo>
                  <a:cubicBezTo>
                    <a:pt x="11862" y="17044"/>
                    <a:pt x="13191" y="16200"/>
                    <a:pt x="14687" y="15356"/>
                  </a:cubicBezTo>
                  <a:cubicBezTo>
                    <a:pt x="16182" y="14512"/>
                    <a:pt x="17677" y="13500"/>
                    <a:pt x="19007" y="12319"/>
                  </a:cubicBezTo>
                  <a:cubicBezTo>
                    <a:pt x="20170" y="11137"/>
                    <a:pt x="20834" y="9956"/>
                    <a:pt x="21333" y="8437"/>
                  </a:cubicBezTo>
                  <a:cubicBezTo>
                    <a:pt x="21499" y="8100"/>
                    <a:pt x="21333" y="7425"/>
                    <a:pt x="21001" y="7087"/>
                  </a:cubicBezTo>
                  <a:close/>
                  <a:moveTo>
                    <a:pt x="8041" y="20250"/>
                  </a:moveTo>
                  <a:cubicBezTo>
                    <a:pt x="5881" y="18056"/>
                    <a:pt x="3554" y="15694"/>
                    <a:pt x="1394" y="13500"/>
                  </a:cubicBezTo>
                  <a:cubicBezTo>
                    <a:pt x="3222" y="7256"/>
                    <a:pt x="11530" y="7594"/>
                    <a:pt x="13357" y="1350"/>
                  </a:cubicBezTo>
                  <a:cubicBezTo>
                    <a:pt x="15517" y="3544"/>
                    <a:pt x="17844" y="5906"/>
                    <a:pt x="20004" y="8100"/>
                  </a:cubicBezTo>
                  <a:cubicBezTo>
                    <a:pt x="18176" y="14344"/>
                    <a:pt x="9868" y="14006"/>
                    <a:pt x="8041" y="2025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63" name="Shape 6463"/>
            <p:cNvSpPr/>
            <p:nvPr/>
          </p:nvSpPr>
          <p:spPr>
            <a:xfrm>
              <a:off x="355232" y="336549"/>
              <a:ext cx="262468" cy="273051"/>
            </a:xfrm>
            <a:custGeom>
              <a:avLst/>
              <a:gdLst/>
              <a:ahLst/>
              <a:cxnLst>
                <a:cxn ang="0">
                  <a:pos x="wd2" y="hd2"/>
                </a:cxn>
                <a:cxn ang="5400000">
                  <a:pos x="wd2" y="hd2"/>
                </a:cxn>
                <a:cxn ang="10800000">
                  <a:pos x="wd2" y="hd2"/>
                </a:cxn>
                <a:cxn ang="16200000">
                  <a:pos x="wd2" y="hd2"/>
                </a:cxn>
              </a:cxnLst>
              <a:rect l="0" t="0" r="r" b="b"/>
              <a:pathLst>
                <a:path w="21257" h="21600" fill="norm" stroke="1" extrusionOk="0">
                  <a:moveTo>
                    <a:pt x="19406" y="9000"/>
                  </a:moveTo>
                  <a:cubicBezTo>
                    <a:pt x="18788" y="8400"/>
                    <a:pt x="18171" y="7800"/>
                    <a:pt x="16937" y="7200"/>
                  </a:cubicBezTo>
                  <a:cubicBezTo>
                    <a:pt x="16320" y="7200"/>
                    <a:pt x="15703" y="7200"/>
                    <a:pt x="14468" y="7200"/>
                  </a:cubicBezTo>
                  <a:cubicBezTo>
                    <a:pt x="13851" y="7200"/>
                    <a:pt x="13234" y="7200"/>
                    <a:pt x="12000" y="7800"/>
                  </a:cubicBezTo>
                  <a:cubicBezTo>
                    <a:pt x="11383" y="7800"/>
                    <a:pt x="10766" y="8400"/>
                    <a:pt x="9531" y="9000"/>
                  </a:cubicBezTo>
                  <a:cubicBezTo>
                    <a:pt x="8297" y="7200"/>
                    <a:pt x="7063" y="6000"/>
                    <a:pt x="5828" y="4200"/>
                  </a:cubicBezTo>
                  <a:cubicBezTo>
                    <a:pt x="6446" y="4200"/>
                    <a:pt x="7063" y="3600"/>
                    <a:pt x="7680" y="3600"/>
                  </a:cubicBezTo>
                  <a:cubicBezTo>
                    <a:pt x="8297" y="3600"/>
                    <a:pt x="8297" y="3600"/>
                    <a:pt x="8914" y="3600"/>
                  </a:cubicBezTo>
                  <a:cubicBezTo>
                    <a:pt x="9531" y="4200"/>
                    <a:pt x="10148" y="4200"/>
                    <a:pt x="10766" y="4200"/>
                  </a:cubicBezTo>
                  <a:cubicBezTo>
                    <a:pt x="10766" y="4200"/>
                    <a:pt x="11383" y="4200"/>
                    <a:pt x="11383" y="3600"/>
                  </a:cubicBezTo>
                  <a:cubicBezTo>
                    <a:pt x="12000" y="3600"/>
                    <a:pt x="12000" y="3000"/>
                    <a:pt x="12000" y="3000"/>
                  </a:cubicBezTo>
                  <a:cubicBezTo>
                    <a:pt x="12000" y="2400"/>
                    <a:pt x="12000" y="1800"/>
                    <a:pt x="12000" y="1200"/>
                  </a:cubicBezTo>
                  <a:cubicBezTo>
                    <a:pt x="11383" y="600"/>
                    <a:pt x="10766" y="600"/>
                    <a:pt x="9531" y="0"/>
                  </a:cubicBezTo>
                  <a:cubicBezTo>
                    <a:pt x="8914" y="0"/>
                    <a:pt x="8297" y="0"/>
                    <a:pt x="7680" y="600"/>
                  </a:cubicBezTo>
                  <a:cubicBezTo>
                    <a:pt x="6446" y="600"/>
                    <a:pt x="5828" y="600"/>
                    <a:pt x="5211" y="1200"/>
                  </a:cubicBezTo>
                  <a:cubicBezTo>
                    <a:pt x="4594" y="1800"/>
                    <a:pt x="3977" y="1800"/>
                    <a:pt x="3360" y="2400"/>
                  </a:cubicBezTo>
                  <a:cubicBezTo>
                    <a:pt x="3360" y="2400"/>
                    <a:pt x="3360" y="1800"/>
                    <a:pt x="3360" y="1800"/>
                  </a:cubicBezTo>
                  <a:cubicBezTo>
                    <a:pt x="2743" y="1800"/>
                    <a:pt x="2743" y="1800"/>
                    <a:pt x="2743" y="1800"/>
                  </a:cubicBezTo>
                  <a:cubicBezTo>
                    <a:pt x="2126" y="1800"/>
                    <a:pt x="2126" y="1800"/>
                    <a:pt x="1508" y="1800"/>
                  </a:cubicBezTo>
                  <a:cubicBezTo>
                    <a:pt x="1508" y="2400"/>
                    <a:pt x="1508" y="2400"/>
                    <a:pt x="1508" y="3000"/>
                  </a:cubicBezTo>
                  <a:cubicBezTo>
                    <a:pt x="1508" y="3000"/>
                    <a:pt x="1508" y="3000"/>
                    <a:pt x="2126" y="3600"/>
                  </a:cubicBezTo>
                  <a:cubicBezTo>
                    <a:pt x="2126" y="3600"/>
                    <a:pt x="2126" y="3600"/>
                    <a:pt x="2126" y="3600"/>
                  </a:cubicBezTo>
                  <a:cubicBezTo>
                    <a:pt x="1508" y="4200"/>
                    <a:pt x="891" y="5400"/>
                    <a:pt x="891" y="6000"/>
                  </a:cubicBezTo>
                  <a:cubicBezTo>
                    <a:pt x="274" y="7200"/>
                    <a:pt x="274" y="7800"/>
                    <a:pt x="274" y="9000"/>
                  </a:cubicBezTo>
                  <a:cubicBezTo>
                    <a:pt x="-343" y="9600"/>
                    <a:pt x="274" y="10200"/>
                    <a:pt x="274" y="10800"/>
                  </a:cubicBezTo>
                  <a:cubicBezTo>
                    <a:pt x="274" y="12000"/>
                    <a:pt x="891" y="12600"/>
                    <a:pt x="1508" y="13200"/>
                  </a:cubicBezTo>
                  <a:cubicBezTo>
                    <a:pt x="2743" y="13800"/>
                    <a:pt x="4594" y="14400"/>
                    <a:pt x="5828" y="14400"/>
                  </a:cubicBezTo>
                  <a:cubicBezTo>
                    <a:pt x="7680" y="13800"/>
                    <a:pt x="8914" y="13800"/>
                    <a:pt x="10766" y="12600"/>
                  </a:cubicBezTo>
                  <a:cubicBezTo>
                    <a:pt x="12617" y="14400"/>
                    <a:pt x="13851" y="16200"/>
                    <a:pt x="15086" y="17400"/>
                  </a:cubicBezTo>
                  <a:cubicBezTo>
                    <a:pt x="14468" y="18000"/>
                    <a:pt x="14468" y="18000"/>
                    <a:pt x="13851" y="18600"/>
                  </a:cubicBezTo>
                  <a:cubicBezTo>
                    <a:pt x="13234" y="18600"/>
                    <a:pt x="12617" y="18600"/>
                    <a:pt x="12617" y="18600"/>
                  </a:cubicBezTo>
                  <a:cubicBezTo>
                    <a:pt x="12000" y="18000"/>
                    <a:pt x="12000" y="18000"/>
                    <a:pt x="11383" y="18000"/>
                  </a:cubicBezTo>
                  <a:cubicBezTo>
                    <a:pt x="10766" y="17400"/>
                    <a:pt x="10766" y="17400"/>
                    <a:pt x="10148" y="17400"/>
                  </a:cubicBezTo>
                  <a:cubicBezTo>
                    <a:pt x="10148" y="16800"/>
                    <a:pt x="9531" y="16800"/>
                    <a:pt x="9531" y="16800"/>
                  </a:cubicBezTo>
                  <a:cubicBezTo>
                    <a:pt x="8914" y="16800"/>
                    <a:pt x="8914" y="17400"/>
                    <a:pt x="8297" y="17400"/>
                  </a:cubicBezTo>
                  <a:cubicBezTo>
                    <a:pt x="7680" y="18000"/>
                    <a:pt x="7680" y="18000"/>
                    <a:pt x="7680" y="18600"/>
                  </a:cubicBezTo>
                  <a:cubicBezTo>
                    <a:pt x="7680" y="19200"/>
                    <a:pt x="7680" y="19800"/>
                    <a:pt x="8297" y="19800"/>
                  </a:cubicBezTo>
                  <a:cubicBezTo>
                    <a:pt x="8914" y="20400"/>
                    <a:pt x="9531" y="21000"/>
                    <a:pt x="10148" y="21000"/>
                  </a:cubicBezTo>
                  <a:cubicBezTo>
                    <a:pt x="10766" y="21600"/>
                    <a:pt x="11383" y="21600"/>
                    <a:pt x="12000" y="21600"/>
                  </a:cubicBezTo>
                  <a:cubicBezTo>
                    <a:pt x="13234" y="21600"/>
                    <a:pt x="13851" y="21600"/>
                    <a:pt x="15086" y="21600"/>
                  </a:cubicBezTo>
                  <a:cubicBezTo>
                    <a:pt x="15703" y="21000"/>
                    <a:pt x="16320" y="20400"/>
                    <a:pt x="17554" y="19800"/>
                  </a:cubicBezTo>
                  <a:cubicBezTo>
                    <a:pt x="18171" y="19800"/>
                    <a:pt x="18171" y="20400"/>
                    <a:pt x="18788" y="21000"/>
                  </a:cubicBezTo>
                  <a:cubicBezTo>
                    <a:pt x="18788" y="21000"/>
                    <a:pt x="19406" y="21000"/>
                    <a:pt x="19406" y="21000"/>
                  </a:cubicBezTo>
                  <a:cubicBezTo>
                    <a:pt x="20023" y="21000"/>
                    <a:pt x="20023" y="21000"/>
                    <a:pt x="20023" y="20400"/>
                  </a:cubicBezTo>
                  <a:cubicBezTo>
                    <a:pt x="20023" y="20400"/>
                    <a:pt x="20640" y="20400"/>
                    <a:pt x="20640" y="19800"/>
                  </a:cubicBezTo>
                  <a:cubicBezTo>
                    <a:pt x="20640" y="19800"/>
                    <a:pt x="20023" y="19200"/>
                    <a:pt x="20023" y="19200"/>
                  </a:cubicBezTo>
                  <a:cubicBezTo>
                    <a:pt x="19406" y="19200"/>
                    <a:pt x="19406" y="18600"/>
                    <a:pt x="18788" y="18000"/>
                  </a:cubicBezTo>
                  <a:cubicBezTo>
                    <a:pt x="19406" y="17400"/>
                    <a:pt x="20023" y="16200"/>
                    <a:pt x="20640" y="15600"/>
                  </a:cubicBezTo>
                  <a:cubicBezTo>
                    <a:pt x="21257" y="14400"/>
                    <a:pt x="21257" y="13800"/>
                    <a:pt x="21257" y="12600"/>
                  </a:cubicBezTo>
                  <a:cubicBezTo>
                    <a:pt x="21257" y="12000"/>
                    <a:pt x="21257" y="11400"/>
                    <a:pt x="21257" y="10800"/>
                  </a:cubicBezTo>
                  <a:cubicBezTo>
                    <a:pt x="20640" y="10200"/>
                    <a:pt x="20023" y="9600"/>
                    <a:pt x="19406" y="9000"/>
                  </a:cubicBezTo>
                  <a:close/>
                  <a:moveTo>
                    <a:pt x="5828" y="10200"/>
                  </a:moveTo>
                  <a:cubicBezTo>
                    <a:pt x="5211" y="10200"/>
                    <a:pt x="4594" y="10200"/>
                    <a:pt x="3977" y="9600"/>
                  </a:cubicBezTo>
                  <a:cubicBezTo>
                    <a:pt x="3977" y="9600"/>
                    <a:pt x="3360" y="9000"/>
                    <a:pt x="3360" y="9000"/>
                  </a:cubicBezTo>
                  <a:cubicBezTo>
                    <a:pt x="3360" y="8400"/>
                    <a:pt x="3360" y="8400"/>
                    <a:pt x="3360" y="7800"/>
                  </a:cubicBezTo>
                  <a:cubicBezTo>
                    <a:pt x="3360" y="7800"/>
                    <a:pt x="3360" y="7200"/>
                    <a:pt x="3977" y="6600"/>
                  </a:cubicBezTo>
                  <a:cubicBezTo>
                    <a:pt x="3977" y="6600"/>
                    <a:pt x="3977" y="6000"/>
                    <a:pt x="4594" y="5400"/>
                  </a:cubicBezTo>
                  <a:cubicBezTo>
                    <a:pt x="5828" y="6600"/>
                    <a:pt x="7063" y="8400"/>
                    <a:pt x="8297" y="9600"/>
                  </a:cubicBezTo>
                  <a:cubicBezTo>
                    <a:pt x="7063" y="10200"/>
                    <a:pt x="6446" y="10200"/>
                    <a:pt x="5828" y="10200"/>
                  </a:cubicBezTo>
                  <a:close/>
                  <a:moveTo>
                    <a:pt x="17554" y="15000"/>
                  </a:moveTo>
                  <a:cubicBezTo>
                    <a:pt x="16937" y="15600"/>
                    <a:pt x="16937" y="16200"/>
                    <a:pt x="16320" y="16200"/>
                  </a:cubicBezTo>
                  <a:cubicBezTo>
                    <a:pt x="15086" y="15000"/>
                    <a:pt x="13851" y="13200"/>
                    <a:pt x="12617" y="12000"/>
                  </a:cubicBezTo>
                  <a:cubicBezTo>
                    <a:pt x="12617" y="12000"/>
                    <a:pt x="13234" y="11400"/>
                    <a:pt x="13851" y="11400"/>
                  </a:cubicBezTo>
                  <a:cubicBezTo>
                    <a:pt x="13851" y="11400"/>
                    <a:pt x="14468" y="11400"/>
                    <a:pt x="15086" y="10800"/>
                  </a:cubicBezTo>
                  <a:cubicBezTo>
                    <a:pt x="15086" y="10800"/>
                    <a:pt x="15703" y="10800"/>
                    <a:pt x="16320" y="11400"/>
                  </a:cubicBezTo>
                  <a:cubicBezTo>
                    <a:pt x="16320" y="11400"/>
                    <a:pt x="16937" y="11400"/>
                    <a:pt x="16937" y="12000"/>
                  </a:cubicBezTo>
                  <a:cubicBezTo>
                    <a:pt x="17554" y="12000"/>
                    <a:pt x="17554" y="12600"/>
                    <a:pt x="17554" y="12600"/>
                  </a:cubicBezTo>
                  <a:cubicBezTo>
                    <a:pt x="18171" y="13200"/>
                    <a:pt x="18171" y="13800"/>
                    <a:pt x="17554" y="13800"/>
                  </a:cubicBezTo>
                  <a:cubicBezTo>
                    <a:pt x="17554" y="14400"/>
                    <a:pt x="17554" y="15000"/>
                    <a:pt x="17554" y="150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64" name="Shape 6464"/>
            <p:cNvSpPr/>
            <p:nvPr/>
          </p:nvSpPr>
          <p:spPr>
            <a:xfrm>
              <a:off x="328773" y="662289"/>
              <a:ext cx="142877" cy="154972"/>
            </a:xfrm>
            <a:custGeom>
              <a:avLst/>
              <a:gdLst/>
              <a:ahLst/>
              <a:cxnLst>
                <a:cxn ang="0">
                  <a:pos x="wd2" y="hd2"/>
                </a:cxn>
                <a:cxn ang="5400000">
                  <a:pos x="wd2" y="hd2"/>
                </a:cxn>
                <a:cxn ang="10800000">
                  <a:pos x="wd2" y="hd2"/>
                </a:cxn>
                <a:cxn ang="16200000">
                  <a:pos x="wd2" y="hd2"/>
                </a:cxn>
              </a:cxnLst>
              <a:rect l="0" t="0" r="r" b="b"/>
              <a:pathLst>
                <a:path w="21600" h="21086" fill="norm" stroke="1" extrusionOk="0">
                  <a:moveTo>
                    <a:pt x="18189" y="772"/>
                  </a:moveTo>
                  <a:cubicBezTo>
                    <a:pt x="18189" y="772"/>
                    <a:pt x="18189" y="772"/>
                    <a:pt x="18189" y="772"/>
                  </a:cubicBezTo>
                  <a:cubicBezTo>
                    <a:pt x="14779" y="2829"/>
                    <a:pt x="12505" y="4886"/>
                    <a:pt x="10232" y="6943"/>
                  </a:cubicBezTo>
                  <a:cubicBezTo>
                    <a:pt x="6821" y="9000"/>
                    <a:pt x="5684" y="11057"/>
                    <a:pt x="3411" y="14143"/>
                  </a:cubicBezTo>
                  <a:cubicBezTo>
                    <a:pt x="0" y="17229"/>
                    <a:pt x="0" y="17229"/>
                    <a:pt x="0" y="17229"/>
                  </a:cubicBezTo>
                  <a:cubicBezTo>
                    <a:pt x="0" y="17229"/>
                    <a:pt x="0" y="17229"/>
                    <a:pt x="0" y="17229"/>
                  </a:cubicBezTo>
                  <a:cubicBezTo>
                    <a:pt x="0" y="18257"/>
                    <a:pt x="0" y="19286"/>
                    <a:pt x="0" y="20314"/>
                  </a:cubicBezTo>
                  <a:cubicBezTo>
                    <a:pt x="1137" y="21343"/>
                    <a:pt x="2274" y="21343"/>
                    <a:pt x="3411" y="20314"/>
                  </a:cubicBezTo>
                  <a:cubicBezTo>
                    <a:pt x="3411" y="20314"/>
                    <a:pt x="3411" y="20314"/>
                    <a:pt x="3411" y="20314"/>
                  </a:cubicBezTo>
                  <a:cubicBezTo>
                    <a:pt x="6821" y="16200"/>
                    <a:pt x="6821" y="16200"/>
                    <a:pt x="6821" y="16200"/>
                  </a:cubicBezTo>
                  <a:cubicBezTo>
                    <a:pt x="9095" y="14143"/>
                    <a:pt x="10232" y="12086"/>
                    <a:pt x="12505" y="10029"/>
                  </a:cubicBezTo>
                  <a:cubicBezTo>
                    <a:pt x="15916" y="7972"/>
                    <a:pt x="18189" y="5914"/>
                    <a:pt x="20463" y="3857"/>
                  </a:cubicBezTo>
                  <a:cubicBezTo>
                    <a:pt x="20463" y="3857"/>
                    <a:pt x="20463" y="3857"/>
                    <a:pt x="20463" y="3857"/>
                  </a:cubicBezTo>
                  <a:cubicBezTo>
                    <a:pt x="20463" y="3857"/>
                    <a:pt x="20463" y="3857"/>
                    <a:pt x="21600" y="3857"/>
                  </a:cubicBezTo>
                  <a:cubicBezTo>
                    <a:pt x="21600" y="2829"/>
                    <a:pt x="21600" y="1800"/>
                    <a:pt x="21600" y="772"/>
                  </a:cubicBezTo>
                  <a:cubicBezTo>
                    <a:pt x="20463" y="-257"/>
                    <a:pt x="19326" y="-257"/>
                    <a:pt x="18189" y="77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65" name="Shape 6465"/>
            <p:cNvSpPr/>
            <p:nvPr/>
          </p:nvSpPr>
          <p:spPr>
            <a:xfrm>
              <a:off x="503399" y="149223"/>
              <a:ext cx="147361" cy="156862"/>
            </a:xfrm>
            <a:custGeom>
              <a:avLst/>
              <a:gdLst/>
              <a:ahLst/>
              <a:cxnLst>
                <a:cxn ang="0">
                  <a:pos x="wd2" y="hd2"/>
                </a:cxn>
                <a:cxn ang="5400000">
                  <a:pos x="wd2" y="hd2"/>
                </a:cxn>
                <a:cxn ang="10800000">
                  <a:pos x="wd2" y="hd2"/>
                </a:cxn>
                <a:cxn ang="16200000">
                  <a:pos x="wd2" y="hd2"/>
                </a:cxn>
              </a:cxnLst>
              <a:rect l="0" t="0" r="r" b="b"/>
              <a:pathLst>
                <a:path w="21330" h="21343" fill="norm" stroke="1" extrusionOk="0">
                  <a:moveTo>
                    <a:pt x="8640" y="11314"/>
                  </a:moveTo>
                  <a:cubicBezTo>
                    <a:pt x="5400" y="13371"/>
                    <a:pt x="3240" y="15429"/>
                    <a:pt x="1080" y="17486"/>
                  </a:cubicBezTo>
                  <a:cubicBezTo>
                    <a:pt x="1080" y="17486"/>
                    <a:pt x="0" y="17486"/>
                    <a:pt x="0" y="17486"/>
                  </a:cubicBezTo>
                  <a:cubicBezTo>
                    <a:pt x="0" y="18514"/>
                    <a:pt x="0" y="19543"/>
                    <a:pt x="0" y="20571"/>
                  </a:cubicBezTo>
                  <a:cubicBezTo>
                    <a:pt x="1080" y="21600"/>
                    <a:pt x="2160" y="21600"/>
                    <a:pt x="3240" y="20571"/>
                  </a:cubicBezTo>
                  <a:cubicBezTo>
                    <a:pt x="3240" y="20571"/>
                    <a:pt x="3240" y="20571"/>
                    <a:pt x="3240" y="20571"/>
                  </a:cubicBezTo>
                  <a:cubicBezTo>
                    <a:pt x="6480" y="18514"/>
                    <a:pt x="8640" y="16457"/>
                    <a:pt x="10800" y="14400"/>
                  </a:cubicBezTo>
                  <a:cubicBezTo>
                    <a:pt x="14040" y="12343"/>
                    <a:pt x="15120" y="9257"/>
                    <a:pt x="17280" y="7200"/>
                  </a:cubicBezTo>
                  <a:cubicBezTo>
                    <a:pt x="20520" y="3086"/>
                    <a:pt x="20520" y="3086"/>
                    <a:pt x="20520" y="3086"/>
                  </a:cubicBezTo>
                  <a:cubicBezTo>
                    <a:pt x="20520" y="3086"/>
                    <a:pt x="20520" y="3086"/>
                    <a:pt x="20520" y="3086"/>
                  </a:cubicBezTo>
                  <a:cubicBezTo>
                    <a:pt x="21600" y="2057"/>
                    <a:pt x="21600" y="1029"/>
                    <a:pt x="20520" y="0"/>
                  </a:cubicBezTo>
                  <a:cubicBezTo>
                    <a:pt x="19440" y="0"/>
                    <a:pt x="18360" y="0"/>
                    <a:pt x="17280" y="0"/>
                  </a:cubicBezTo>
                  <a:cubicBezTo>
                    <a:pt x="17280" y="1029"/>
                    <a:pt x="17280" y="1029"/>
                    <a:pt x="17280" y="1029"/>
                  </a:cubicBezTo>
                  <a:cubicBezTo>
                    <a:pt x="14040" y="5143"/>
                    <a:pt x="14040" y="5143"/>
                    <a:pt x="14040" y="5143"/>
                  </a:cubicBezTo>
                  <a:cubicBezTo>
                    <a:pt x="11880" y="7200"/>
                    <a:pt x="10800" y="9257"/>
                    <a:pt x="8640" y="1131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71" name="Group 6471"/>
          <p:cNvGrpSpPr/>
          <p:nvPr/>
        </p:nvGrpSpPr>
        <p:grpSpPr>
          <a:xfrm>
            <a:off x="12390657" y="3450581"/>
            <a:ext cx="832699" cy="1100217"/>
            <a:chOff x="0" y="0"/>
            <a:chExt cx="832698" cy="1100215"/>
          </a:xfrm>
        </p:grpSpPr>
        <p:sp>
          <p:nvSpPr>
            <p:cNvPr id="6467" name="Shape 6467"/>
            <p:cNvSpPr/>
            <p:nvPr/>
          </p:nvSpPr>
          <p:spPr>
            <a:xfrm>
              <a:off x="361715" y="589670"/>
              <a:ext cx="199697" cy="5105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745" y="21600"/>
                  </a:moveTo>
                  <a:cubicBezTo>
                    <a:pt x="8836" y="21600"/>
                    <a:pt x="8836" y="21600"/>
                    <a:pt x="8836" y="21600"/>
                  </a:cubicBezTo>
                  <a:cubicBezTo>
                    <a:pt x="3927" y="21600"/>
                    <a:pt x="0" y="20453"/>
                    <a:pt x="0" y="18924"/>
                  </a:cubicBezTo>
                  <a:cubicBezTo>
                    <a:pt x="0" y="3632"/>
                    <a:pt x="0" y="3632"/>
                    <a:pt x="0" y="3632"/>
                  </a:cubicBezTo>
                  <a:cubicBezTo>
                    <a:pt x="0" y="1529"/>
                    <a:pt x="4418" y="0"/>
                    <a:pt x="10309" y="0"/>
                  </a:cubicBezTo>
                  <a:cubicBezTo>
                    <a:pt x="15709" y="0"/>
                    <a:pt x="21600" y="1338"/>
                    <a:pt x="21600" y="3632"/>
                  </a:cubicBezTo>
                  <a:cubicBezTo>
                    <a:pt x="21600" y="18924"/>
                    <a:pt x="21600" y="18924"/>
                    <a:pt x="21600" y="18924"/>
                  </a:cubicBezTo>
                  <a:cubicBezTo>
                    <a:pt x="21600" y="20453"/>
                    <a:pt x="18655" y="21600"/>
                    <a:pt x="13745" y="21600"/>
                  </a:cubicBezTo>
                  <a:close/>
                  <a:moveTo>
                    <a:pt x="10309" y="2294"/>
                  </a:moveTo>
                  <a:cubicBezTo>
                    <a:pt x="8345" y="2294"/>
                    <a:pt x="5891" y="2676"/>
                    <a:pt x="5891" y="3632"/>
                  </a:cubicBezTo>
                  <a:cubicBezTo>
                    <a:pt x="5891" y="18924"/>
                    <a:pt x="5891" y="18924"/>
                    <a:pt x="5891" y="18924"/>
                  </a:cubicBezTo>
                  <a:cubicBezTo>
                    <a:pt x="5891" y="19115"/>
                    <a:pt x="7364" y="19306"/>
                    <a:pt x="8836" y="19306"/>
                  </a:cubicBezTo>
                  <a:cubicBezTo>
                    <a:pt x="13745" y="19306"/>
                    <a:pt x="13745" y="19306"/>
                    <a:pt x="13745" y="19306"/>
                  </a:cubicBezTo>
                  <a:cubicBezTo>
                    <a:pt x="15709" y="19306"/>
                    <a:pt x="15709" y="19115"/>
                    <a:pt x="15709" y="18924"/>
                  </a:cubicBezTo>
                  <a:cubicBezTo>
                    <a:pt x="15709" y="3632"/>
                    <a:pt x="15709" y="3632"/>
                    <a:pt x="15709" y="3632"/>
                  </a:cubicBezTo>
                  <a:cubicBezTo>
                    <a:pt x="15709" y="2676"/>
                    <a:pt x="12764" y="2294"/>
                    <a:pt x="10309" y="229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68" name="Shape 6468"/>
            <p:cNvSpPr/>
            <p:nvPr/>
          </p:nvSpPr>
          <p:spPr>
            <a:xfrm>
              <a:off x="0" y="145063"/>
              <a:ext cx="487940" cy="4992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21600"/>
                  </a:moveTo>
                  <a:cubicBezTo>
                    <a:pt x="19800" y="21600"/>
                    <a:pt x="19200" y="21016"/>
                    <a:pt x="19200" y="20432"/>
                  </a:cubicBezTo>
                  <a:cubicBezTo>
                    <a:pt x="19200" y="13622"/>
                    <a:pt x="19200" y="13622"/>
                    <a:pt x="19200" y="13622"/>
                  </a:cubicBezTo>
                  <a:cubicBezTo>
                    <a:pt x="19200" y="13427"/>
                    <a:pt x="19000" y="13232"/>
                    <a:pt x="18800" y="13232"/>
                  </a:cubicBezTo>
                  <a:cubicBezTo>
                    <a:pt x="2800" y="13232"/>
                    <a:pt x="2800" y="13232"/>
                    <a:pt x="2800" y="13232"/>
                  </a:cubicBezTo>
                  <a:cubicBezTo>
                    <a:pt x="1200" y="13232"/>
                    <a:pt x="0" y="12065"/>
                    <a:pt x="0" y="10508"/>
                  </a:cubicBezTo>
                  <a:cubicBezTo>
                    <a:pt x="0" y="2724"/>
                    <a:pt x="0" y="2724"/>
                    <a:pt x="0" y="2724"/>
                  </a:cubicBezTo>
                  <a:cubicBezTo>
                    <a:pt x="0" y="1168"/>
                    <a:pt x="1200" y="0"/>
                    <a:pt x="2800" y="0"/>
                  </a:cubicBezTo>
                  <a:cubicBezTo>
                    <a:pt x="4400" y="0"/>
                    <a:pt x="4400" y="0"/>
                    <a:pt x="4400" y="0"/>
                  </a:cubicBezTo>
                  <a:cubicBezTo>
                    <a:pt x="5000" y="0"/>
                    <a:pt x="5600" y="584"/>
                    <a:pt x="5600" y="1168"/>
                  </a:cubicBezTo>
                  <a:cubicBezTo>
                    <a:pt x="5600" y="1751"/>
                    <a:pt x="5000" y="2335"/>
                    <a:pt x="4400" y="2335"/>
                  </a:cubicBezTo>
                  <a:cubicBezTo>
                    <a:pt x="2800" y="2335"/>
                    <a:pt x="2800" y="2335"/>
                    <a:pt x="2800" y="2335"/>
                  </a:cubicBezTo>
                  <a:cubicBezTo>
                    <a:pt x="2600" y="2335"/>
                    <a:pt x="2400" y="2530"/>
                    <a:pt x="2400" y="2724"/>
                  </a:cubicBezTo>
                  <a:cubicBezTo>
                    <a:pt x="2400" y="10508"/>
                    <a:pt x="2400" y="10508"/>
                    <a:pt x="2400" y="10508"/>
                  </a:cubicBezTo>
                  <a:cubicBezTo>
                    <a:pt x="2400" y="10703"/>
                    <a:pt x="2600" y="10897"/>
                    <a:pt x="2800" y="10897"/>
                  </a:cubicBezTo>
                  <a:cubicBezTo>
                    <a:pt x="18800" y="10897"/>
                    <a:pt x="18800" y="10897"/>
                    <a:pt x="18800" y="10897"/>
                  </a:cubicBezTo>
                  <a:cubicBezTo>
                    <a:pt x="20400" y="10897"/>
                    <a:pt x="21600" y="12065"/>
                    <a:pt x="21600" y="13622"/>
                  </a:cubicBezTo>
                  <a:cubicBezTo>
                    <a:pt x="21600" y="20432"/>
                    <a:pt x="21600" y="20432"/>
                    <a:pt x="21600" y="20432"/>
                  </a:cubicBezTo>
                  <a:cubicBezTo>
                    <a:pt x="21600" y="21016"/>
                    <a:pt x="21000" y="21600"/>
                    <a:pt x="204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69" name="Shape 6469"/>
            <p:cNvSpPr/>
            <p:nvPr/>
          </p:nvSpPr>
          <p:spPr>
            <a:xfrm>
              <a:off x="73473" y="0"/>
              <a:ext cx="704592" cy="30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69" y="21600"/>
                  </a:moveTo>
                  <a:cubicBezTo>
                    <a:pt x="831" y="21600"/>
                    <a:pt x="831" y="21600"/>
                    <a:pt x="831" y="21600"/>
                  </a:cubicBezTo>
                  <a:cubicBezTo>
                    <a:pt x="415" y="21600"/>
                    <a:pt x="0" y="20647"/>
                    <a:pt x="0" y="19694"/>
                  </a:cubicBezTo>
                  <a:cubicBezTo>
                    <a:pt x="0" y="1906"/>
                    <a:pt x="0" y="1906"/>
                    <a:pt x="0" y="1906"/>
                  </a:cubicBezTo>
                  <a:cubicBezTo>
                    <a:pt x="0" y="953"/>
                    <a:pt x="415" y="0"/>
                    <a:pt x="831" y="0"/>
                  </a:cubicBezTo>
                  <a:cubicBezTo>
                    <a:pt x="20769" y="0"/>
                    <a:pt x="20769" y="0"/>
                    <a:pt x="20769" y="0"/>
                  </a:cubicBezTo>
                  <a:cubicBezTo>
                    <a:pt x="21185" y="0"/>
                    <a:pt x="21600" y="953"/>
                    <a:pt x="21600" y="1906"/>
                  </a:cubicBezTo>
                  <a:cubicBezTo>
                    <a:pt x="21600" y="19694"/>
                    <a:pt x="21600" y="19694"/>
                    <a:pt x="21600" y="19694"/>
                  </a:cubicBezTo>
                  <a:cubicBezTo>
                    <a:pt x="21600" y="20647"/>
                    <a:pt x="21185" y="21600"/>
                    <a:pt x="20769" y="21600"/>
                  </a:cubicBezTo>
                  <a:close/>
                  <a:moveTo>
                    <a:pt x="1662" y="17788"/>
                  </a:moveTo>
                  <a:cubicBezTo>
                    <a:pt x="19938" y="17788"/>
                    <a:pt x="19938" y="17788"/>
                    <a:pt x="19938" y="17788"/>
                  </a:cubicBezTo>
                  <a:cubicBezTo>
                    <a:pt x="19938" y="3812"/>
                    <a:pt x="19938" y="3812"/>
                    <a:pt x="19938" y="3812"/>
                  </a:cubicBezTo>
                  <a:cubicBezTo>
                    <a:pt x="1662" y="3812"/>
                    <a:pt x="1662" y="3812"/>
                    <a:pt x="1662" y="3812"/>
                  </a:cubicBezTo>
                  <a:lnTo>
                    <a:pt x="1662" y="1778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0" name="Shape 6470"/>
            <p:cNvSpPr/>
            <p:nvPr/>
          </p:nvSpPr>
          <p:spPr>
            <a:xfrm>
              <a:off x="723429" y="135642"/>
              <a:ext cx="109270" cy="546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21600"/>
                  </a:moveTo>
                  <a:cubicBezTo>
                    <a:pt x="5400" y="21600"/>
                    <a:pt x="5400" y="21600"/>
                    <a:pt x="5400" y="21600"/>
                  </a:cubicBezTo>
                  <a:cubicBezTo>
                    <a:pt x="2700" y="21600"/>
                    <a:pt x="0" y="18000"/>
                    <a:pt x="0" y="10800"/>
                  </a:cubicBezTo>
                  <a:cubicBezTo>
                    <a:pt x="0" y="5400"/>
                    <a:pt x="2700" y="0"/>
                    <a:pt x="5400" y="0"/>
                  </a:cubicBezTo>
                  <a:cubicBezTo>
                    <a:pt x="16200" y="0"/>
                    <a:pt x="16200" y="0"/>
                    <a:pt x="16200" y="0"/>
                  </a:cubicBezTo>
                  <a:cubicBezTo>
                    <a:pt x="18900" y="0"/>
                    <a:pt x="21600" y="5400"/>
                    <a:pt x="21600" y="10800"/>
                  </a:cubicBezTo>
                  <a:cubicBezTo>
                    <a:pt x="21600" y="18000"/>
                    <a:pt x="18900" y="21600"/>
                    <a:pt x="16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84" name="Group 6484"/>
          <p:cNvGrpSpPr/>
          <p:nvPr/>
        </p:nvGrpSpPr>
        <p:grpSpPr>
          <a:xfrm>
            <a:off x="13464995" y="3416872"/>
            <a:ext cx="878161" cy="1124663"/>
            <a:chOff x="0" y="0"/>
            <a:chExt cx="878159" cy="1124662"/>
          </a:xfrm>
        </p:grpSpPr>
        <p:sp>
          <p:nvSpPr>
            <p:cNvPr id="6472" name="Shape 6472"/>
            <p:cNvSpPr/>
            <p:nvPr/>
          </p:nvSpPr>
          <p:spPr>
            <a:xfrm>
              <a:off x="639361" y="552701"/>
              <a:ext cx="238799" cy="3139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77" y="21600"/>
                  </a:moveTo>
                  <a:cubicBezTo>
                    <a:pt x="2492" y="21600"/>
                    <a:pt x="2492" y="21600"/>
                    <a:pt x="2492" y="21600"/>
                  </a:cubicBezTo>
                  <a:cubicBezTo>
                    <a:pt x="1246" y="21600"/>
                    <a:pt x="0" y="20647"/>
                    <a:pt x="0" y="19694"/>
                  </a:cubicBezTo>
                  <a:cubicBezTo>
                    <a:pt x="0" y="18741"/>
                    <a:pt x="1246" y="17788"/>
                    <a:pt x="2492" y="17788"/>
                  </a:cubicBezTo>
                  <a:cubicBezTo>
                    <a:pt x="7477" y="17788"/>
                    <a:pt x="7477" y="17788"/>
                    <a:pt x="7477" y="17788"/>
                  </a:cubicBezTo>
                  <a:cubicBezTo>
                    <a:pt x="12877" y="17788"/>
                    <a:pt x="16615" y="14929"/>
                    <a:pt x="16615" y="10800"/>
                  </a:cubicBezTo>
                  <a:cubicBezTo>
                    <a:pt x="16615" y="6671"/>
                    <a:pt x="12877" y="3812"/>
                    <a:pt x="7477" y="3812"/>
                  </a:cubicBezTo>
                  <a:cubicBezTo>
                    <a:pt x="2492" y="3812"/>
                    <a:pt x="2492" y="3812"/>
                    <a:pt x="2492" y="3812"/>
                  </a:cubicBezTo>
                  <a:cubicBezTo>
                    <a:pt x="1246" y="3812"/>
                    <a:pt x="0" y="2859"/>
                    <a:pt x="0" y="1906"/>
                  </a:cubicBezTo>
                  <a:cubicBezTo>
                    <a:pt x="0" y="953"/>
                    <a:pt x="1246" y="0"/>
                    <a:pt x="2492" y="0"/>
                  </a:cubicBezTo>
                  <a:cubicBezTo>
                    <a:pt x="7477" y="0"/>
                    <a:pt x="7477" y="0"/>
                    <a:pt x="7477" y="0"/>
                  </a:cubicBezTo>
                  <a:cubicBezTo>
                    <a:pt x="15785" y="0"/>
                    <a:pt x="21600" y="4447"/>
                    <a:pt x="21600" y="10800"/>
                  </a:cubicBezTo>
                  <a:cubicBezTo>
                    <a:pt x="21600" y="17153"/>
                    <a:pt x="15785" y="21600"/>
                    <a:pt x="7477"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3" name="Shape 6473"/>
            <p:cNvSpPr/>
            <p:nvPr/>
          </p:nvSpPr>
          <p:spPr>
            <a:xfrm>
              <a:off x="53921" y="479521"/>
              <a:ext cx="641289" cy="6451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89" y="21600"/>
                  </a:moveTo>
                  <a:cubicBezTo>
                    <a:pt x="4011" y="21600"/>
                    <a:pt x="4011" y="21600"/>
                    <a:pt x="4011" y="21600"/>
                  </a:cubicBezTo>
                  <a:cubicBezTo>
                    <a:pt x="1851" y="21600"/>
                    <a:pt x="0" y="19749"/>
                    <a:pt x="0" y="17589"/>
                  </a:cubicBezTo>
                  <a:cubicBezTo>
                    <a:pt x="0" y="926"/>
                    <a:pt x="0" y="926"/>
                    <a:pt x="0" y="926"/>
                  </a:cubicBezTo>
                  <a:cubicBezTo>
                    <a:pt x="0" y="463"/>
                    <a:pt x="463" y="0"/>
                    <a:pt x="926" y="0"/>
                  </a:cubicBezTo>
                  <a:cubicBezTo>
                    <a:pt x="20674" y="0"/>
                    <a:pt x="20674" y="0"/>
                    <a:pt x="20674" y="0"/>
                  </a:cubicBezTo>
                  <a:cubicBezTo>
                    <a:pt x="21137" y="0"/>
                    <a:pt x="21600" y="463"/>
                    <a:pt x="21600" y="926"/>
                  </a:cubicBezTo>
                  <a:cubicBezTo>
                    <a:pt x="21600" y="17589"/>
                    <a:pt x="21600" y="17589"/>
                    <a:pt x="21600" y="17589"/>
                  </a:cubicBezTo>
                  <a:cubicBezTo>
                    <a:pt x="21600" y="19903"/>
                    <a:pt x="19903" y="21600"/>
                    <a:pt x="17589" y="21600"/>
                  </a:cubicBezTo>
                  <a:close/>
                  <a:moveTo>
                    <a:pt x="1851" y="1851"/>
                  </a:moveTo>
                  <a:cubicBezTo>
                    <a:pt x="1851" y="17589"/>
                    <a:pt x="1851" y="17589"/>
                    <a:pt x="1851" y="17589"/>
                  </a:cubicBezTo>
                  <a:cubicBezTo>
                    <a:pt x="1851" y="18823"/>
                    <a:pt x="2777" y="19749"/>
                    <a:pt x="4011" y="19749"/>
                  </a:cubicBezTo>
                  <a:cubicBezTo>
                    <a:pt x="17589" y="19749"/>
                    <a:pt x="17589" y="19749"/>
                    <a:pt x="17589" y="19749"/>
                  </a:cubicBezTo>
                  <a:cubicBezTo>
                    <a:pt x="18823" y="19749"/>
                    <a:pt x="19749" y="18823"/>
                    <a:pt x="19749" y="17589"/>
                  </a:cubicBezTo>
                  <a:cubicBezTo>
                    <a:pt x="19749" y="1851"/>
                    <a:pt x="19749" y="1851"/>
                    <a:pt x="19749" y="1851"/>
                  </a:cubicBezTo>
                  <a:lnTo>
                    <a:pt x="1851" y="185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4" name="Shape 6474"/>
            <p:cNvSpPr/>
            <p:nvPr/>
          </p:nvSpPr>
          <p:spPr>
            <a:xfrm>
              <a:off x="605063" y="2798"/>
              <a:ext cx="218951" cy="314958"/>
            </a:xfrm>
            <a:custGeom>
              <a:avLst/>
              <a:gdLst/>
              <a:ahLst/>
              <a:cxnLst>
                <a:cxn ang="0">
                  <a:pos x="wd2" y="hd2"/>
                </a:cxn>
                <a:cxn ang="5400000">
                  <a:pos x="wd2" y="hd2"/>
                </a:cxn>
                <a:cxn ang="10800000">
                  <a:pos x="wd2" y="hd2"/>
                </a:cxn>
                <a:cxn ang="16200000">
                  <a:pos x="wd2" y="hd2"/>
                </a:cxn>
              </a:cxnLst>
              <a:rect l="0" t="0" r="r" b="b"/>
              <a:pathLst>
                <a:path w="20637" h="21410" fill="norm" stroke="1" extrusionOk="0">
                  <a:moveTo>
                    <a:pt x="10584" y="21410"/>
                  </a:moveTo>
                  <a:cubicBezTo>
                    <a:pt x="10584" y="21410"/>
                    <a:pt x="10584" y="21410"/>
                    <a:pt x="10584" y="21410"/>
                  </a:cubicBezTo>
                  <a:cubicBezTo>
                    <a:pt x="8856" y="21410"/>
                    <a:pt x="7560" y="21097"/>
                    <a:pt x="5832" y="20784"/>
                  </a:cubicBezTo>
                  <a:cubicBezTo>
                    <a:pt x="3672" y="19845"/>
                    <a:pt x="1512" y="18593"/>
                    <a:pt x="648" y="17027"/>
                  </a:cubicBezTo>
                  <a:cubicBezTo>
                    <a:pt x="-216" y="15149"/>
                    <a:pt x="-216" y="13271"/>
                    <a:pt x="648" y="11393"/>
                  </a:cubicBezTo>
                  <a:cubicBezTo>
                    <a:pt x="1512" y="10453"/>
                    <a:pt x="2376" y="9827"/>
                    <a:pt x="3240" y="8888"/>
                  </a:cubicBezTo>
                  <a:cubicBezTo>
                    <a:pt x="5832" y="6697"/>
                    <a:pt x="6696" y="5445"/>
                    <a:pt x="4536" y="2940"/>
                  </a:cubicBezTo>
                  <a:cubicBezTo>
                    <a:pt x="4104" y="2314"/>
                    <a:pt x="4104" y="1375"/>
                    <a:pt x="4968" y="749"/>
                  </a:cubicBezTo>
                  <a:cubicBezTo>
                    <a:pt x="5400" y="123"/>
                    <a:pt x="6264" y="-190"/>
                    <a:pt x="7560" y="123"/>
                  </a:cubicBezTo>
                  <a:cubicBezTo>
                    <a:pt x="17496" y="1688"/>
                    <a:pt x="21384" y="8262"/>
                    <a:pt x="20520" y="13584"/>
                  </a:cubicBezTo>
                  <a:cubicBezTo>
                    <a:pt x="19656" y="18280"/>
                    <a:pt x="15768" y="21410"/>
                    <a:pt x="10584" y="21410"/>
                  </a:cubicBezTo>
                  <a:close/>
                  <a:moveTo>
                    <a:pt x="11016" y="5445"/>
                  </a:moveTo>
                  <a:cubicBezTo>
                    <a:pt x="11016" y="7949"/>
                    <a:pt x="8856" y="9827"/>
                    <a:pt x="7128" y="11080"/>
                  </a:cubicBezTo>
                  <a:cubicBezTo>
                    <a:pt x="6696" y="12019"/>
                    <a:pt x="5832" y="12645"/>
                    <a:pt x="5400" y="12958"/>
                  </a:cubicBezTo>
                  <a:cubicBezTo>
                    <a:pt x="4968" y="13897"/>
                    <a:pt x="4968" y="14836"/>
                    <a:pt x="5400" y="15462"/>
                  </a:cubicBezTo>
                  <a:cubicBezTo>
                    <a:pt x="5832" y="16401"/>
                    <a:pt x="6696" y="16714"/>
                    <a:pt x="7992" y="17340"/>
                  </a:cubicBezTo>
                  <a:cubicBezTo>
                    <a:pt x="8856" y="17653"/>
                    <a:pt x="9720" y="17653"/>
                    <a:pt x="10584" y="17653"/>
                  </a:cubicBezTo>
                  <a:cubicBezTo>
                    <a:pt x="10584" y="17653"/>
                    <a:pt x="10584" y="17653"/>
                    <a:pt x="10584" y="17653"/>
                  </a:cubicBezTo>
                  <a:cubicBezTo>
                    <a:pt x="13608" y="17653"/>
                    <a:pt x="14904" y="15149"/>
                    <a:pt x="15336" y="13271"/>
                  </a:cubicBezTo>
                  <a:cubicBezTo>
                    <a:pt x="15768" y="10453"/>
                    <a:pt x="14472" y="7323"/>
                    <a:pt x="11016" y="544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5" name="Shape 6475"/>
            <p:cNvSpPr/>
            <p:nvPr/>
          </p:nvSpPr>
          <p:spPr>
            <a:xfrm>
              <a:off x="509358" y="247460"/>
              <a:ext cx="182976" cy="287911"/>
            </a:xfrm>
            <a:custGeom>
              <a:avLst/>
              <a:gdLst/>
              <a:ahLst/>
              <a:cxnLst>
                <a:cxn ang="0">
                  <a:pos x="wd2" y="hd2"/>
                </a:cxn>
                <a:cxn ang="5400000">
                  <a:pos x="wd2" y="hd2"/>
                </a:cxn>
                <a:cxn ang="10800000">
                  <a:pos x="wd2" y="hd2"/>
                </a:cxn>
                <a:cxn ang="16200000">
                  <a:pos x="wd2" y="hd2"/>
                </a:cxn>
              </a:cxnLst>
              <a:rect l="0" t="0" r="r" b="b"/>
              <a:pathLst>
                <a:path w="20941" h="21386" fill="norm" stroke="1" extrusionOk="0">
                  <a:moveTo>
                    <a:pt x="3359" y="21386"/>
                  </a:moveTo>
                  <a:cubicBezTo>
                    <a:pt x="2832" y="21386"/>
                    <a:pt x="2305" y="21386"/>
                    <a:pt x="1778" y="21043"/>
                  </a:cubicBezTo>
                  <a:cubicBezTo>
                    <a:pt x="198" y="20700"/>
                    <a:pt x="-329" y="19329"/>
                    <a:pt x="198" y="18300"/>
                  </a:cubicBezTo>
                  <a:cubicBezTo>
                    <a:pt x="14949" y="1157"/>
                    <a:pt x="14949" y="1157"/>
                    <a:pt x="14949" y="1157"/>
                  </a:cubicBezTo>
                  <a:cubicBezTo>
                    <a:pt x="16003" y="129"/>
                    <a:pt x="17583" y="-214"/>
                    <a:pt x="19164" y="129"/>
                  </a:cubicBezTo>
                  <a:cubicBezTo>
                    <a:pt x="20744" y="815"/>
                    <a:pt x="21271" y="1843"/>
                    <a:pt x="20744" y="2872"/>
                  </a:cubicBezTo>
                  <a:cubicBezTo>
                    <a:pt x="5993" y="20357"/>
                    <a:pt x="5993" y="20357"/>
                    <a:pt x="5993" y="20357"/>
                  </a:cubicBezTo>
                  <a:cubicBezTo>
                    <a:pt x="5466" y="21043"/>
                    <a:pt x="4412" y="21386"/>
                    <a:pt x="3359" y="213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6" name="Shape 6476"/>
            <p:cNvSpPr/>
            <p:nvPr/>
          </p:nvSpPr>
          <p:spPr>
            <a:xfrm>
              <a:off x="605645" y="261475"/>
              <a:ext cx="136234" cy="273895"/>
            </a:xfrm>
            <a:custGeom>
              <a:avLst/>
              <a:gdLst/>
              <a:ahLst/>
              <a:cxnLst>
                <a:cxn ang="0">
                  <a:pos x="wd2" y="hd2"/>
                </a:cxn>
                <a:cxn ang="5400000">
                  <a:pos x="wd2" y="hd2"/>
                </a:cxn>
                <a:cxn ang="10800000">
                  <a:pos x="wd2" y="hd2"/>
                </a:cxn>
                <a:cxn ang="16200000">
                  <a:pos x="wd2" y="hd2"/>
                </a:cxn>
              </a:cxnLst>
              <a:rect l="0" t="0" r="r" b="b"/>
              <a:pathLst>
                <a:path w="20649" h="21334" fill="norm" stroke="1" extrusionOk="0">
                  <a:moveTo>
                    <a:pt x="3746" y="21334"/>
                  </a:moveTo>
                  <a:cubicBezTo>
                    <a:pt x="3746" y="21334"/>
                    <a:pt x="3049" y="21334"/>
                    <a:pt x="2352" y="21334"/>
                  </a:cubicBezTo>
                  <a:cubicBezTo>
                    <a:pt x="262" y="20614"/>
                    <a:pt x="-435" y="19534"/>
                    <a:pt x="262" y="18454"/>
                  </a:cubicBezTo>
                  <a:cubicBezTo>
                    <a:pt x="12804" y="1534"/>
                    <a:pt x="12804" y="1534"/>
                    <a:pt x="12804" y="1534"/>
                  </a:cubicBezTo>
                  <a:cubicBezTo>
                    <a:pt x="13500" y="454"/>
                    <a:pt x="15591" y="-266"/>
                    <a:pt x="17681" y="94"/>
                  </a:cubicBezTo>
                  <a:cubicBezTo>
                    <a:pt x="19771" y="814"/>
                    <a:pt x="21165" y="1894"/>
                    <a:pt x="20468" y="2974"/>
                  </a:cubicBezTo>
                  <a:cubicBezTo>
                    <a:pt x="7926" y="19894"/>
                    <a:pt x="7926" y="19894"/>
                    <a:pt x="7926" y="19894"/>
                  </a:cubicBezTo>
                  <a:cubicBezTo>
                    <a:pt x="7230" y="20974"/>
                    <a:pt x="5836" y="21334"/>
                    <a:pt x="3746" y="2133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7" name="Shape 6477"/>
            <p:cNvSpPr/>
            <p:nvPr/>
          </p:nvSpPr>
          <p:spPr>
            <a:xfrm>
              <a:off x="0" y="186028"/>
              <a:ext cx="292720" cy="349343"/>
            </a:xfrm>
            <a:custGeom>
              <a:avLst/>
              <a:gdLst/>
              <a:ahLst/>
              <a:cxnLst>
                <a:cxn ang="0">
                  <a:pos x="wd2" y="hd2"/>
                </a:cxn>
                <a:cxn ang="5400000">
                  <a:pos x="wd2" y="hd2"/>
                </a:cxn>
                <a:cxn ang="10800000">
                  <a:pos x="wd2" y="hd2"/>
                </a:cxn>
                <a:cxn ang="16200000">
                  <a:pos x="wd2" y="hd2"/>
                </a:cxn>
              </a:cxnLst>
              <a:rect l="0" t="0" r="r" b="b"/>
              <a:pathLst>
                <a:path w="21600" h="21529" fill="norm" stroke="1" extrusionOk="0">
                  <a:moveTo>
                    <a:pt x="19575" y="21529"/>
                  </a:moveTo>
                  <a:cubicBezTo>
                    <a:pt x="19575" y="21529"/>
                    <a:pt x="19575" y="21529"/>
                    <a:pt x="19575" y="21529"/>
                  </a:cubicBezTo>
                  <a:cubicBezTo>
                    <a:pt x="8775" y="21529"/>
                    <a:pt x="8775" y="21529"/>
                    <a:pt x="8775" y="21529"/>
                  </a:cubicBezTo>
                  <a:cubicBezTo>
                    <a:pt x="8100" y="21529"/>
                    <a:pt x="7425" y="21245"/>
                    <a:pt x="7088" y="20676"/>
                  </a:cubicBezTo>
                  <a:cubicBezTo>
                    <a:pt x="1688" y="11582"/>
                    <a:pt x="1688" y="11582"/>
                    <a:pt x="1688" y="11582"/>
                  </a:cubicBezTo>
                  <a:cubicBezTo>
                    <a:pt x="1350" y="11297"/>
                    <a:pt x="1350" y="11013"/>
                    <a:pt x="1350" y="11013"/>
                  </a:cubicBezTo>
                  <a:cubicBezTo>
                    <a:pt x="0" y="1918"/>
                    <a:pt x="0" y="1918"/>
                    <a:pt x="0" y="1918"/>
                  </a:cubicBezTo>
                  <a:cubicBezTo>
                    <a:pt x="0" y="1066"/>
                    <a:pt x="338" y="497"/>
                    <a:pt x="1013" y="213"/>
                  </a:cubicBezTo>
                  <a:cubicBezTo>
                    <a:pt x="1688" y="-71"/>
                    <a:pt x="2363" y="-71"/>
                    <a:pt x="3038" y="213"/>
                  </a:cubicBezTo>
                  <a:cubicBezTo>
                    <a:pt x="12487" y="4761"/>
                    <a:pt x="12487" y="4761"/>
                    <a:pt x="12487" y="4761"/>
                  </a:cubicBezTo>
                  <a:cubicBezTo>
                    <a:pt x="12825" y="4761"/>
                    <a:pt x="13163" y="5045"/>
                    <a:pt x="13163" y="5329"/>
                  </a:cubicBezTo>
                  <a:cubicBezTo>
                    <a:pt x="21262" y="18971"/>
                    <a:pt x="21262" y="18971"/>
                    <a:pt x="21262" y="18971"/>
                  </a:cubicBezTo>
                  <a:cubicBezTo>
                    <a:pt x="21600" y="19255"/>
                    <a:pt x="21600" y="19540"/>
                    <a:pt x="21600" y="19824"/>
                  </a:cubicBezTo>
                  <a:cubicBezTo>
                    <a:pt x="21600" y="20676"/>
                    <a:pt x="20587" y="21529"/>
                    <a:pt x="19575" y="21529"/>
                  </a:cubicBezTo>
                  <a:close/>
                  <a:moveTo>
                    <a:pt x="10125" y="18118"/>
                  </a:moveTo>
                  <a:cubicBezTo>
                    <a:pt x="16200" y="18118"/>
                    <a:pt x="16200" y="18118"/>
                    <a:pt x="16200" y="18118"/>
                  </a:cubicBezTo>
                  <a:cubicBezTo>
                    <a:pt x="9788" y="7318"/>
                    <a:pt x="9788" y="7318"/>
                    <a:pt x="9788" y="7318"/>
                  </a:cubicBezTo>
                  <a:cubicBezTo>
                    <a:pt x="4388" y="4761"/>
                    <a:pt x="4388" y="4761"/>
                    <a:pt x="4388" y="4761"/>
                  </a:cubicBezTo>
                  <a:cubicBezTo>
                    <a:pt x="5400" y="10161"/>
                    <a:pt x="5400" y="10161"/>
                    <a:pt x="5400" y="10161"/>
                  </a:cubicBezTo>
                  <a:lnTo>
                    <a:pt x="10125" y="1811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8" name="Shape 6478"/>
            <p:cNvSpPr/>
            <p:nvPr/>
          </p:nvSpPr>
          <p:spPr>
            <a:xfrm>
              <a:off x="17856" y="258600"/>
              <a:ext cx="164570" cy="128485"/>
            </a:xfrm>
            <a:custGeom>
              <a:avLst/>
              <a:gdLst/>
              <a:ahLst/>
              <a:cxnLst>
                <a:cxn ang="0">
                  <a:pos x="wd2" y="hd2"/>
                </a:cxn>
                <a:cxn ang="5400000">
                  <a:pos x="wd2" y="hd2"/>
                </a:cxn>
                <a:cxn ang="10800000">
                  <a:pos x="wd2" y="hd2"/>
                </a:cxn>
                <a:cxn ang="16200000">
                  <a:pos x="wd2" y="hd2"/>
                </a:cxn>
              </a:cxnLst>
              <a:rect l="0" t="0" r="r" b="b"/>
              <a:pathLst>
                <a:path w="20509" h="20885" fill="norm" stroke="1" extrusionOk="0">
                  <a:moveTo>
                    <a:pt x="3434" y="20885"/>
                  </a:moveTo>
                  <a:cubicBezTo>
                    <a:pt x="2297" y="20885"/>
                    <a:pt x="1160" y="20140"/>
                    <a:pt x="592" y="18651"/>
                  </a:cubicBezTo>
                  <a:cubicBezTo>
                    <a:pt x="-545" y="17161"/>
                    <a:pt x="23" y="14182"/>
                    <a:pt x="1729" y="12692"/>
                  </a:cubicBezTo>
                  <a:cubicBezTo>
                    <a:pt x="15371" y="775"/>
                    <a:pt x="15371" y="775"/>
                    <a:pt x="15371" y="775"/>
                  </a:cubicBezTo>
                  <a:cubicBezTo>
                    <a:pt x="16508" y="-715"/>
                    <a:pt x="18781" y="30"/>
                    <a:pt x="19918" y="2264"/>
                  </a:cubicBezTo>
                  <a:cubicBezTo>
                    <a:pt x="21055" y="3754"/>
                    <a:pt x="20487" y="6733"/>
                    <a:pt x="18781" y="8223"/>
                  </a:cubicBezTo>
                  <a:cubicBezTo>
                    <a:pt x="5139" y="20140"/>
                    <a:pt x="5139" y="20140"/>
                    <a:pt x="5139" y="20140"/>
                  </a:cubicBezTo>
                  <a:cubicBezTo>
                    <a:pt x="4571" y="20885"/>
                    <a:pt x="4002" y="20885"/>
                    <a:pt x="3434" y="2088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79" name="Shape 6479"/>
            <p:cNvSpPr/>
            <p:nvPr/>
          </p:nvSpPr>
          <p:spPr>
            <a:xfrm>
              <a:off x="273461" y="0"/>
              <a:ext cx="275389" cy="5353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21041"/>
                    <a:pt x="0" y="20483"/>
                  </a:cubicBezTo>
                  <a:cubicBezTo>
                    <a:pt x="0" y="1117"/>
                    <a:pt x="0" y="1117"/>
                    <a:pt x="0" y="1117"/>
                  </a:cubicBezTo>
                  <a:cubicBezTo>
                    <a:pt x="0" y="559"/>
                    <a:pt x="1080" y="0"/>
                    <a:pt x="2160" y="0"/>
                  </a:cubicBezTo>
                  <a:cubicBezTo>
                    <a:pt x="19440" y="0"/>
                    <a:pt x="19440" y="0"/>
                    <a:pt x="19440" y="0"/>
                  </a:cubicBezTo>
                  <a:cubicBezTo>
                    <a:pt x="20520" y="0"/>
                    <a:pt x="21600" y="559"/>
                    <a:pt x="21600" y="1117"/>
                  </a:cubicBezTo>
                  <a:cubicBezTo>
                    <a:pt x="21600" y="20483"/>
                    <a:pt x="21600" y="20483"/>
                    <a:pt x="21600" y="20483"/>
                  </a:cubicBezTo>
                  <a:cubicBezTo>
                    <a:pt x="21600" y="21041"/>
                    <a:pt x="20520" y="21600"/>
                    <a:pt x="19440" y="21600"/>
                  </a:cubicBezTo>
                  <a:close/>
                  <a:moveTo>
                    <a:pt x="4320" y="19366"/>
                  </a:moveTo>
                  <a:cubicBezTo>
                    <a:pt x="17280" y="19366"/>
                    <a:pt x="17280" y="19366"/>
                    <a:pt x="17280" y="19366"/>
                  </a:cubicBezTo>
                  <a:cubicBezTo>
                    <a:pt x="17280" y="2234"/>
                    <a:pt x="17280" y="2234"/>
                    <a:pt x="17280" y="2234"/>
                  </a:cubicBezTo>
                  <a:cubicBezTo>
                    <a:pt x="4320" y="2234"/>
                    <a:pt x="4320" y="2234"/>
                    <a:pt x="4320" y="2234"/>
                  </a:cubicBezTo>
                  <a:lnTo>
                    <a:pt x="4320" y="19366"/>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0" name="Shape 6480"/>
            <p:cNvSpPr/>
            <p:nvPr/>
          </p:nvSpPr>
          <p:spPr>
            <a:xfrm>
              <a:off x="383231" y="111695"/>
              <a:ext cx="165619"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1" name="Shape 6481"/>
            <p:cNvSpPr/>
            <p:nvPr/>
          </p:nvSpPr>
          <p:spPr>
            <a:xfrm>
              <a:off x="419822" y="184875"/>
              <a:ext cx="129028"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21600"/>
                  </a:moveTo>
                  <a:cubicBezTo>
                    <a:pt x="4629" y="21600"/>
                    <a:pt x="4629" y="21600"/>
                    <a:pt x="4629" y="21600"/>
                  </a:cubicBezTo>
                  <a:cubicBezTo>
                    <a:pt x="2314" y="21600"/>
                    <a:pt x="0" y="16200"/>
                    <a:pt x="0" y="10800"/>
                  </a:cubicBezTo>
                  <a:cubicBezTo>
                    <a:pt x="0" y="5400"/>
                    <a:pt x="2314" y="0"/>
                    <a:pt x="4629" y="0"/>
                  </a:cubicBezTo>
                  <a:cubicBezTo>
                    <a:pt x="16971" y="0"/>
                    <a:pt x="16971" y="0"/>
                    <a:pt x="16971" y="0"/>
                  </a:cubicBezTo>
                  <a:cubicBezTo>
                    <a:pt x="19286" y="0"/>
                    <a:pt x="21600" y="5400"/>
                    <a:pt x="21600" y="10800"/>
                  </a:cubicBezTo>
                  <a:cubicBezTo>
                    <a:pt x="21600" y="16200"/>
                    <a:pt x="19286" y="21600"/>
                    <a:pt x="16971"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2" name="Shape 6482"/>
            <p:cNvSpPr/>
            <p:nvPr/>
          </p:nvSpPr>
          <p:spPr>
            <a:xfrm>
              <a:off x="383231" y="258055"/>
              <a:ext cx="165619"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3" name="Shape 6483"/>
            <p:cNvSpPr/>
            <p:nvPr/>
          </p:nvSpPr>
          <p:spPr>
            <a:xfrm>
              <a:off x="419822" y="369751"/>
              <a:ext cx="129028"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71" y="21600"/>
                  </a:moveTo>
                  <a:cubicBezTo>
                    <a:pt x="4629" y="21600"/>
                    <a:pt x="4629" y="21600"/>
                    <a:pt x="4629" y="21600"/>
                  </a:cubicBezTo>
                  <a:cubicBezTo>
                    <a:pt x="2314" y="21600"/>
                    <a:pt x="0" y="16200"/>
                    <a:pt x="0" y="10800"/>
                  </a:cubicBezTo>
                  <a:cubicBezTo>
                    <a:pt x="0" y="5400"/>
                    <a:pt x="2314" y="0"/>
                    <a:pt x="4629" y="0"/>
                  </a:cubicBezTo>
                  <a:cubicBezTo>
                    <a:pt x="16971" y="0"/>
                    <a:pt x="16971" y="0"/>
                    <a:pt x="16971" y="0"/>
                  </a:cubicBezTo>
                  <a:cubicBezTo>
                    <a:pt x="19286" y="0"/>
                    <a:pt x="21600" y="5400"/>
                    <a:pt x="21600" y="10800"/>
                  </a:cubicBezTo>
                  <a:cubicBezTo>
                    <a:pt x="21600" y="16200"/>
                    <a:pt x="19286" y="21600"/>
                    <a:pt x="16971"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496" name="Group 6496"/>
          <p:cNvGrpSpPr/>
          <p:nvPr/>
        </p:nvGrpSpPr>
        <p:grpSpPr>
          <a:xfrm>
            <a:off x="14584210" y="3407590"/>
            <a:ext cx="675953" cy="1124663"/>
            <a:chOff x="0" y="0"/>
            <a:chExt cx="675952" cy="1124661"/>
          </a:xfrm>
        </p:grpSpPr>
        <p:sp>
          <p:nvSpPr>
            <p:cNvPr id="6485" name="Shape 6485"/>
            <p:cNvSpPr/>
            <p:nvPr/>
          </p:nvSpPr>
          <p:spPr>
            <a:xfrm>
              <a:off x="0" y="148285"/>
              <a:ext cx="273463" cy="9763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160" y="21600"/>
                  </a:moveTo>
                  <a:cubicBezTo>
                    <a:pt x="6120" y="21600"/>
                    <a:pt x="0" y="20479"/>
                    <a:pt x="0" y="18951"/>
                  </a:cubicBezTo>
                  <a:cubicBezTo>
                    <a:pt x="0" y="5502"/>
                    <a:pt x="0" y="5502"/>
                    <a:pt x="0" y="5502"/>
                  </a:cubicBezTo>
                  <a:cubicBezTo>
                    <a:pt x="0" y="5400"/>
                    <a:pt x="0" y="5298"/>
                    <a:pt x="360" y="5196"/>
                  </a:cubicBezTo>
                  <a:cubicBezTo>
                    <a:pt x="9000" y="306"/>
                    <a:pt x="9000" y="306"/>
                    <a:pt x="9000" y="306"/>
                  </a:cubicBezTo>
                  <a:cubicBezTo>
                    <a:pt x="9360" y="102"/>
                    <a:pt x="10080" y="0"/>
                    <a:pt x="10800" y="0"/>
                  </a:cubicBezTo>
                  <a:cubicBezTo>
                    <a:pt x="11520" y="0"/>
                    <a:pt x="12240" y="102"/>
                    <a:pt x="12600" y="306"/>
                  </a:cubicBezTo>
                  <a:cubicBezTo>
                    <a:pt x="21240" y="5196"/>
                    <a:pt x="21240" y="5196"/>
                    <a:pt x="21240" y="5196"/>
                  </a:cubicBezTo>
                  <a:cubicBezTo>
                    <a:pt x="21600" y="5298"/>
                    <a:pt x="21600" y="5400"/>
                    <a:pt x="21600" y="5502"/>
                  </a:cubicBezTo>
                  <a:cubicBezTo>
                    <a:pt x="21600" y="18951"/>
                    <a:pt x="21600" y="18951"/>
                    <a:pt x="21600" y="18951"/>
                  </a:cubicBezTo>
                  <a:cubicBezTo>
                    <a:pt x="21600" y="20479"/>
                    <a:pt x="16200" y="21600"/>
                    <a:pt x="11160" y="21600"/>
                  </a:cubicBezTo>
                  <a:close/>
                  <a:moveTo>
                    <a:pt x="4320" y="5604"/>
                  </a:moveTo>
                  <a:cubicBezTo>
                    <a:pt x="4320" y="18951"/>
                    <a:pt x="4320" y="18951"/>
                    <a:pt x="4320" y="18951"/>
                  </a:cubicBezTo>
                  <a:cubicBezTo>
                    <a:pt x="4320" y="19664"/>
                    <a:pt x="8280" y="20377"/>
                    <a:pt x="11160" y="20377"/>
                  </a:cubicBezTo>
                  <a:cubicBezTo>
                    <a:pt x="14040" y="20377"/>
                    <a:pt x="17280" y="19766"/>
                    <a:pt x="17280" y="18951"/>
                  </a:cubicBezTo>
                  <a:cubicBezTo>
                    <a:pt x="17280" y="5604"/>
                    <a:pt x="17280" y="5604"/>
                    <a:pt x="17280" y="5604"/>
                  </a:cubicBezTo>
                  <a:cubicBezTo>
                    <a:pt x="10800" y="1936"/>
                    <a:pt x="10800" y="1936"/>
                    <a:pt x="10800" y="1936"/>
                  </a:cubicBezTo>
                  <a:lnTo>
                    <a:pt x="4320" y="560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6" name="Shape 6486"/>
            <p:cNvSpPr/>
            <p:nvPr/>
          </p:nvSpPr>
          <p:spPr>
            <a:xfrm>
              <a:off x="0" y="922453"/>
              <a:ext cx="273463"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16200"/>
                    <a:pt x="0" y="10800"/>
                  </a:cubicBezTo>
                  <a:cubicBezTo>
                    <a:pt x="0" y="5400"/>
                    <a:pt x="1080" y="0"/>
                    <a:pt x="2160" y="0"/>
                  </a:cubicBezTo>
                  <a:cubicBezTo>
                    <a:pt x="19440" y="0"/>
                    <a:pt x="19440" y="0"/>
                    <a:pt x="19440" y="0"/>
                  </a:cubicBezTo>
                  <a:cubicBezTo>
                    <a:pt x="20520" y="0"/>
                    <a:pt x="21600" y="5400"/>
                    <a:pt x="21600" y="10800"/>
                  </a:cubicBezTo>
                  <a:cubicBezTo>
                    <a:pt x="21600" y="16200"/>
                    <a:pt x="20520" y="21600"/>
                    <a:pt x="1944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7" name="Shape 6487"/>
            <p:cNvSpPr/>
            <p:nvPr/>
          </p:nvSpPr>
          <p:spPr>
            <a:xfrm>
              <a:off x="0" y="847347"/>
              <a:ext cx="273463"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16200"/>
                    <a:pt x="0" y="10800"/>
                  </a:cubicBezTo>
                  <a:cubicBezTo>
                    <a:pt x="0" y="5400"/>
                    <a:pt x="1080" y="0"/>
                    <a:pt x="2160" y="0"/>
                  </a:cubicBezTo>
                  <a:cubicBezTo>
                    <a:pt x="19440" y="0"/>
                    <a:pt x="19440" y="0"/>
                    <a:pt x="19440" y="0"/>
                  </a:cubicBezTo>
                  <a:cubicBezTo>
                    <a:pt x="20520" y="0"/>
                    <a:pt x="21600" y="5400"/>
                    <a:pt x="21600" y="10800"/>
                  </a:cubicBezTo>
                  <a:cubicBezTo>
                    <a:pt x="21600" y="16200"/>
                    <a:pt x="20520" y="21600"/>
                    <a:pt x="1944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8" name="Shape 6488"/>
            <p:cNvSpPr/>
            <p:nvPr/>
          </p:nvSpPr>
          <p:spPr>
            <a:xfrm>
              <a:off x="329310" y="0"/>
              <a:ext cx="346643" cy="1124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95" y="21600"/>
                  </a:moveTo>
                  <a:cubicBezTo>
                    <a:pt x="1705" y="21600"/>
                    <a:pt x="1705" y="21600"/>
                    <a:pt x="1705" y="21600"/>
                  </a:cubicBezTo>
                  <a:cubicBezTo>
                    <a:pt x="853" y="21600"/>
                    <a:pt x="0" y="21334"/>
                    <a:pt x="0" y="21069"/>
                  </a:cubicBezTo>
                  <a:cubicBezTo>
                    <a:pt x="0" y="531"/>
                    <a:pt x="0" y="531"/>
                    <a:pt x="0" y="531"/>
                  </a:cubicBezTo>
                  <a:cubicBezTo>
                    <a:pt x="0" y="266"/>
                    <a:pt x="853" y="0"/>
                    <a:pt x="1705" y="0"/>
                  </a:cubicBezTo>
                  <a:cubicBezTo>
                    <a:pt x="19895" y="0"/>
                    <a:pt x="19895" y="0"/>
                    <a:pt x="19895" y="0"/>
                  </a:cubicBezTo>
                  <a:cubicBezTo>
                    <a:pt x="20747" y="0"/>
                    <a:pt x="21600" y="266"/>
                    <a:pt x="21600" y="531"/>
                  </a:cubicBezTo>
                  <a:cubicBezTo>
                    <a:pt x="21600" y="21069"/>
                    <a:pt x="21600" y="21069"/>
                    <a:pt x="21600" y="21069"/>
                  </a:cubicBezTo>
                  <a:cubicBezTo>
                    <a:pt x="21600" y="21334"/>
                    <a:pt x="20747" y="21600"/>
                    <a:pt x="19895" y="21600"/>
                  </a:cubicBezTo>
                  <a:close/>
                  <a:moveTo>
                    <a:pt x="3411" y="20538"/>
                  </a:moveTo>
                  <a:cubicBezTo>
                    <a:pt x="18189" y="20538"/>
                    <a:pt x="18189" y="20538"/>
                    <a:pt x="18189" y="20538"/>
                  </a:cubicBezTo>
                  <a:cubicBezTo>
                    <a:pt x="18189" y="1062"/>
                    <a:pt x="18189" y="1062"/>
                    <a:pt x="18189" y="1062"/>
                  </a:cubicBezTo>
                  <a:cubicBezTo>
                    <a:pt x="3411" y="1062"/>
                    <a:pt x="3411" y="1062"/>
                    <a:pt x="3411" y="1062"/>
                  </a:cubicBezTo>
                  <a:lnTo>
                    <a:pt x="3411" y="2053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89" name="Shape 6489"/>
            <p:cNvSpPr/>
            <p:nvPr/>
          </p:nvSpPr>
          <p:spPr>
            <a:xfrm>
              <a:off x="329309" y="148285"/>
              <a:ext cx="163693"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0" name="Shape 6490"/>
            <p:cNvSpPr/>
            <p:nvPr/>
          </p:nvSpPr>
          <p:spPr>
            <a:xfrm>
              <a:off x="329309" y="331235"/>
              <a:ext cx="163693"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1" name="Shape 6491"/>
            <p:cNvSpPr/>
            <p:nvPr/>
          </p:nvSpPr>
          <p:spPr>
            <a:xfrm>
              <a:off x="329309" y="516112"/>
              <a:ext cx="163693"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2" name="Shape 6492"/>
            <p:cNvSpPr/>
            <p:nvPr/>
          </p:nvSpPr>
          <p:spPr>
            <a:xfrm>
              <a:off x="329309" y="700987"/>
              <a:ext cx="163693"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3" name="Shape 6493"/>
            <p:cNvSpPr/>
            <p:nvPr/>
          </p:nvSpPr>
          <p:spPr>
            <a:xfrm>
              <a:off x="329309" y="883938"/>
              <a:ext cx="163693" cy="558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cubicBezTo>
                    <a:pt x="3600" y="21600"/>
                    <a:pt x="3600" y="21600"/>
                    <a:pt x="3600" y="21600"/>
                  </a:cubicBezTo>
                  <a:cubicBezTo>
                    <a:pt x="1800" y="21600"/>
                    <a:pt x="0" y="16200"/>
                    <a:pt x="0" y="10800"/>
                  </a:cubicBezTo>
                  <a:cubicBezTo>
                    <a:pt x="0" y="5400"/>
                    <a:pt x="1800" y="0"/>
                    <a:pt x="3600" y="0"/>
                  </a:cubicBezTo>
                  <a:cubicBezTo>
                    <a:pt x="18000" y="0"/>
                    <a:pt x="18000" y="0"/>
                    <a:pt x="18000" y="0"/>
                  </a:cubicBezTo>
                  <a:cubicBezTo>
                    <a:pt x="19800" y="0"/>
                    <a:pt x="21600" y="5400"/>
                    <a:pt x="21600" y="10800"/>
                  </a:cubicBezTo>
                  <a:cubicBezTo>
                    <a:pt x="21600" y="16200"/>
                    <a:pt x="19800" y="21600"/>
                    <a:pt x="180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4" name="Shape 6494"/>
            <p:cNvSpPr/>
            <p:nvPr/>
          </p:nvSpPr>
          <p:spPr>
            <a:xfrm>
              <a:off x="0" y="369751"/>
              <a:ext cx="273463" cy="53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21600"/>
                  </a:moveTo>
                  <a:cubicBezTo>
                    <a:pt x="2160" y="21600"/>
                    <a:pt x="2160" y="21600"/>
                    <a:pt x="2160" y="21600"/>
                  </a:cubicBezTo>
                  <a:cubicBezTo>
                    <a:pt x="1080" y="21600"/>
                    <a:pt x="0" y="16200"/>
                    <a:pt x="0" y="10800"/>
                  </a:cubicBezTo>
                  <a:cubicBezTo>
                    <a:pt x="0" y="5400"/>
                    <a:pt x="1080" y="0"/>
                    <a:pt x="2160" y="0"/>
                  </a:cubicBezTo>
                  <a:cubicBezTo>
                    <a:pt x="19440" y="0"/>
                    <a:pt x="19440" y="0"/>
                    <a:pt x="19440" y="0"/>
                  </a:cubicBezTo>
                  <a:cubicBezTo>
                    <a:pt x="20520" y="0"/>
                    <a:pt x="21600" y="5400"/>
                    <a:pt x="21600" y="10800"/>
                  </a:cubicBezTo>
                  <a:cubicBezTo>
                    <a:pt x="21600" y="16200"/>
                    <a:pt x="20520" y="21600"/>
                    <a:pt x="1944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5" name="Shape 6495"/>
            <p:cNvSpPr/>
            <p:nvPr/>
          </p:nvSpPr>
          <p:spPr>
            <a:xfrm>
              <a:off x="109770" y="369751"/>
              <a:ext cx="53923" cy="5334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21041"/>
                    <a:pt x="0" y="20483"/>
                  </a:cubicBezTo>
                  <a:cubicBezTo>
                    <a:pt x="0" y="1117"/>
                    <a:pt x="0" y="1117"/>
                    <a:pt x="0" y="1117"/>
                  </a:cubicBezTo>
                  <a:cubicBezTo>
                    <a:pt x="0" y="559"/>
                    <a:pt x="5400" y="0"/>
                    <a:pt x="10800" y="0"/>
                  </a:cubicBezTo>
                  <a:cubicBezTo>
                    <a:pt x="16200" y="0"/>
                    <a:pt x="21600" y="559"/>
                    <a:pt x="21600" y="1117"/>
                  </a:cubicBezTo>
                  <a:cubicBezTo>
                    <a:pt x="21600" y="20483"/>
                    <a:pt x="21600" y="20483"/>
                    <a:pt x="21600" y="20483"/>
                  </a:cubicBezTo>
                  <a:cubicBezTo>
                    <a:pt x="21600" y="21041"/>
                    <a:pt x="16200" y="21600"/>
                    <a:pt x="10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02" name="Group 6502"/>
          <p:cNvGrpSpPr/>
          <p:nvPr/>
        </p:nvGrpSpPr>
        <p:grpSpPr>
          <a:xfrm>
            <a:off x="15499216" y="3598071"/>
            <a:ext cx="1153823" cy="892581"/>
            <a:chOff x="0" y="0"/>
            <a:chExt cx="1153822" cy="892580"/>
          </a:xfrm>
        </p:grpSpPr>
        <p:sp>
          <p:nvSpPr>
            <p:cNvPr id="6497" name="Shape 6497"/>
            <p:cNvSpPr/>
            <p:nvPr/>
          </p:nvSpPr>
          <p:spPr>
            <a:xfrm>
              <a:off x="0" y="0"/>
              <a:ext cx="1153823" cy="8925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8" y="21600"/>
                  </a:moveTo>
                  <a:cubicBezTo>
                    <a:pt x="2302" y="21600"/>
                    <a:pt x="2302" y="21600"/>
                    <a:pt x="2302" y="21600"/>
                  </a:cubicBezTo>
                  <a:cubicBezTo>
                    <a:pt x="1062" y="21600"/>
                    <a:pt x="0" y="20221"/>
                    <a:pt x="0" y="18613"/>
                  </a:cubicBezTo>
                  <a:cubicBezTo>
                    <a:pt x="0" y="2987"/>
                    <a:pt x="0" y="2987"/>
                    <a:pt x="0" y="2987"/>
                  </a:cubicBezTo>
                  <a:cubicBezTo>
                    <a:pt x="0" y="1379"/>
                    <a:pt x="1062" y="0"/>
                    <a:pt x="2302" y="0"/>
                  </a:cubicBezTo>
                  <a:cubicBezTo>
                    <a:pt x="19298" y="0"/>
                    <a:pt x="19298" y="0"/>
                    <a:pt x="19298" y="0"/>
                  </a:cubicBezTo>
                  <a:cubicBezTo>
                    <a:pt x="20626" y="0"/>
                    <a:pt x="21600" y="1379"/>
                    <a:pt x="21600" y="2987"/>
                  </a:cubicBezTo>
                  <a:cubicBezTo>
                    <a:pt x="21600" y="18613"/>
                    <a:pt x="21600" y="18613"/>
                    <a:pt x="21600" y="18613"/>
                  </a:cubicBezTo>
                  <a:cubicBezTo>
                    <a:pt x="21600" y="20221"/>
                    <a:pt x="20626" y="21600"/>
                    <a:pt x="19298" y="21600"/>
                  </a:cubicBezTo>
                  <a:close/>
                  <a:moveTo>
                    <a:pt x="2302" y="1379"/>
                  </a:moveTo>
                  <a:cubicBezTo>
                    <a:pt x="1682" y="1379"/>
                    <a:pt x="1062" y="2068"/>
                    <a:pt x="1062" y="2987"/>
                  </a:cubicBezTo>
                  <a:cubicBezTo>
                    <a:pt x="1062" y="18613"/>
                    <a:pt x="1062" y="18613"/>
                    <a:pt x="1062" y="18613"/>
                  </a:cubicBezTo>
                  <a:cubicBezTo>
                    <a:pt x="1062" y="19532"/>
                    <a:pt x="1682" y="20221"/>
                    <a:pt x="2302" y="20221"/>
                  </a:cubicBezTo>
                  <a:cubicBezTo>
                    <a:pt x="19298" y="20221"/>
                    <a:pt x="19298" y="20221"/>
                    <a:pt x="19298" y="20221"/>
                  </a:cubicBezTo>
                  <a:cubicBezTo>
                    <a:pt x="20007" y="20221"/>
                    <a:pt x="20538" y="19532"/>
                    <a:pt x="20538" y="18613"/>
                  </a:cubicBezTo>
                  <a:cubicBezTo>
                    <a:pt x="20538" y="2987"/>
                    <a:pt x="20538" y="2987"/>
                    <a:pt x="20538" y="2987"/>
                  </a:cubicBezTo>
                  <a:cubicBezTo>
                    <a:pt x="20538" y="2068"/>
                    <a:pt x="20007" y="1379"/>
                    <a:pt x="19298" y="1379"/>
                  </a:cubicBezTo>
                  <a:lnTo>
                    <a:pt x="2302" y="1379"/>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8" name="Shape 6498"/>
            <p:cNvSpPr/>
            <p:nvPr/>
          </p:nvSpPr>
          <p:spPr>
            <a:xfrm>
              <a:off x="0" y="189994"/>
              <a:ext cx="1153823" cy="573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9" y="21600"/>
                  </a:moveTo>
                  <a:cubicBezTo>
                    <a:pt x="531" y="21600"/>
                    <a:pt x="531" y="21600"/>
                    <a:pt x="531" y="21600"/>
                  </a:cubicBezTo>
                  <a:cubicBezTo>
                    <a:pt x="266" y="21600"/>
                    <a:pt x="0" y="16200"/>
                    <a:pt x="0" y="10800"/>
                  </a:cubicBezTo>
                  <a:cubicBezTo>
                    <a:pt x="0" y="5400"/>
                    <a:pt x="266" y="0"/>
                    <a:pt x="531" y="0"/>
                  </a:cubicBezTo>
                  <a:cubicBezTo>
                    <a:pt x="21069" y="0"/>
                    <a:pt x="21069" y="0"/>
                    <a:pt x="21069" y="0"/>
                  </a:cubicBezTo>
                  <a:cubicBezTo>
                    <a:pt x="21423" y="0"/>
                    <a:pt x="21600" y="5400"/>
                    <a:pt x="21600" y="10800"/>
                  </a:cubicBezTo>
                  <a:cubicBezTo>
                    <a:pt x="21600" y="16200"/>
                    <a:pt x="21423" y="21600"/>
                    <a:pt x="21069"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499" name="Shape 6499"/>
            <p:cNvSpPr/>
            <p:nvPr/>
          </p:nvSpPr>
          <p:spPr>
            <a:xfrm>
              <a:off x="112808" y="75206"/>
              <a:ext cx="94999" cy="949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17280"/>
                    <a:pt x="0" y="10800"/>
                  </a:cubicBezTo>
                  <a:cubicBezTo>
                    <a:pt x="0" y="4320"/>
                    <a:pt x="5400" y="0"/>
                    <a:pt x="10800" y="0"/>
                  </a:cubicBezTo>
                  <a:cubicBezTo>
                    <a:pt x="17280" y="0"/>
                    <a:pt x="21600" y="4320"/>
                    <a:pt x="21600" y="10800"/>
                  </a:cubicBezTo>
                  <a:cubicBezTo>
                    <a:pt x="21600" y="17280"/>
                    <a:pt x="17280" y="21600"/>
                    <a:pt x="10800" y="21600"/>
                  </a:cubicBezTo>
                  <a:close/>
                  <a:moveTo>
                    <a:pt x="10800" y="8640"/>
                  </a:moveTo>
                  <a:cubicBezTo>
                    <a:pt x="9720" y="8640"/>
                    <a:pt x="8640" y="9720"/>
                    <a:pt x="8640" y="10800"/>
                  </a:cubicBezTo>
                  <a:cubicBezTo>
                    <a:pt x="8640" y="11880"/>
                    <a:pt x="9720" y="12960"/>
                    <a:pt x="10800" y="12960"/>
                  </a:cubicBezTo>
                  <a:cubicBezTo>
                    <a:pt x="11880" y="12960"/>
                    <a:pt x="12960" y="11880"/>
                    <a:pt x="12960" y="10800"/>
                  </a:cubicBezTo>
                  <a:cubicBezTo>
                    <a:pt x="12960" y="9720"/>
                    <a:pt x="11880" y="8640"/>
                    <a:pt x="10800" y="864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0" name="Shape 6500"/>
            <p:cNvSpPr/>
            <p:nvPr/>
          </p:nvSpPr>
          <p:spPr>
            <a:xfrm>
              <a:off x="225618" y="75206"/>
              <a:ext cx="94999" cy="949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17280"/>
                    <a:pt x="0" y="10800"/>
                  </a:cubicBezTo>
                  <a:cubicBezTo>
                    <a:pt x="0" y="4320"/>
                    <a:pt x="5400" y="0"/>
                    <a:pt x="10800" y="0"/>
                  </a:cubicBezTo>
                  <a:cubicBezTo>
                    <a:pt x="17280" y="0"/>
                    <a:pt x="21600" y="4320"/>
                    <a:pt x="21600" y="10800"/>
                  </a:cubicBezTo>
                  <a:cubicBezTo>
                    <a:pt x="21600" y="17280"/>
                    <a:pt x="17280" y="21600"/>
                    <a:pt x="10800" y="21600"/>
                  </a:cubicBezTo>
                  <a:close/>
                  <a:moveTo>
                    <a:pt x="10800" y="8640"/>
                  </a:moveTo>
                  <a:cubicBezTo>
                    <a:pt x="9720" y="8640"/>
                    <a:pt x="8640" y="9720"/>
                    <a:pt x="8640" y="10800"/>
                  </a:cubicBezTo>
                  <a:cubicBezTo>
                    <a:pt x="8640" y="11880"/>
                    <a:pt x="9720" y="12960"/>
                    <a:pt x="10800" y="12960"/>
                  </a:cubicBezTo>
                  <a:cubicBezTo>
                    <a:pt x="11880" y="12960"/>
                    <a:pt x="12960" y="11880"/>
                    <a:pt x="12960" y="10800"/>
                  </a:cubicBezTo>
                  <a:cubicBezTo>
                    <a:pt x="12960" y="9720"/>
                    <a:pt x="11880" y="8640"/>
                    <a:pt x="10800" y="864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1" name="Shape 6501"/>
            <p:cNvSpPr/>
            <p:nvPr/>
          </p:nvSpPr>
          <p:spPr>
            <a:xfrm>
              <a:off x="340407" y="75206"/>
              <a:ext cx="94998" cy="949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17280"/>
                    <a:pt x="0" y="10800"/>
                  </a:cubicBezTo>
                  <a:cubicBezTo>
                    <a:pt x="0" y="4320"/>
                    <a:pt x="5400" y="0"/>
                    <a:pt x="10800" y="0"/>
                  </a:cubicBezTo>
                  <a:cubicBezTo>
                    <a:pt x="17280" y="0"/>
                    <a:pt x="21600" y="4320"/>
                    <a:pt x="21600" y="10800"/>
                  </a:cubicBezTo>
                  <a:cubicBezTo>
                    <a:pt x="21600" y="17280"/>
                    <a:pt x="17280" y="21600"/>
                    <a:pt x="10800" y="21600"/>
                  </a:cubicBezTo>
                  <a:close/>
                  <a:moveTo>
                    <a:pt x="10800" y="8640"/>
                  </a:moveTo>
                  <a:cubicBezTo>
                    <a:pt x="9720" y="8640"/>
                    <a:pt x="8640" y="9720"/>
                    <a:pt x="8640" y="10800"/>
                  </a:cubicBezTo>
                  <a:cubicBezTo>
                    <a:pt x="8640" y="11880"/>
                    <a:pt x="9720" y="12960"/>
                    <a:pt x="10800" y="12960"/>
                  </a:cubicBezTo>
                  <a:cubicBezTo>
                    <a:pt x="11880" y="12960"/>
                    <a:pt x="12960" y="11880"/>
                    <a:pt x="12960" y="10800"/>
                  </a:cubicBezTo>
                  <a:cubicBezTo>
                    <a:pt x="12960" y="9720"/>
                    <a:pt x="11880" y="8640"/>
                    <a:pt x="10800" y="864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10" name="Group 6510"/>
          <p:cNvGrpSpPr/>
          <p:nvPr/>
        </p:nvGrpSpPr>
        <p:grpSpPr>
          <a:xfrm>
            <a:off x="10984291" y="3404065"/>
            <a:ext cx="1099915" cy="1099913"/>
            <a:chOff x="0" y="0"/>
            <a:chExt cx="1099913" cy="1099912"/>
          </a:xfrm>
        </p:grpSpPr>
        <p:sp>
          <p:nvSpPr>
            <p:cNvPr id="6503" name="Shape 6503"/>
            <p:cNvSpPr/>
            <p:nvPr/>
          </p:nvSpPr>
          <p:spPr>
            <a:xfrm>
              <a:off x="0" y="735317"/>
              <a:ext cx="738383" cy="3645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15733"/>
                    <a:pt x="0" y="15733"/>
                    <a:pt x="0" y="15733"/>
                  </a:cubicBezTo>
                  <a:cubicBezTo>
                    <a:pt x="0" y="12267"/>
                    <a:pt x="1054" y="9600"/>
                    <a:pt x="2634" y="8533"/>
                  </a:cubicBezTo>
                  <a:cubicBezTo>
                    <a:pt x="7376" y="5067"/>
                    <a:pt x="7376" y="5067"/>
                    <a:pt x="7376" y="5067"/>
                  </a:cubicBezTo>
                  <a:cubicBezTo>
                    <a:pt x="7376" y="533"/>
                    <a:pt x="7376" y="533"/>
                    <a:pt x="7376" y="533"/>
                  </a:cubicBezTo>
                  <a:cubicBezTo>
                    <a:pt x="8956" y="533"/>
                    <a:pt x="8956" y="533"/>
                    <a:pt x="8956" y="533"/>
                  </a:cubicBezTo>
                  <a:cubicBezTo>
                    <a:pt x="8956" y="7200"/>
                    <a:pt x="8956" y="7200"/>
                    <a:pt x="8956" y="7200"/>
                  </a:cubicBezTo>
                  <a:cubicBezTo>
                    <a:pt x="3161" y="11467"/>
                    <a:pt x="3161" y="11467"/>
                    <a:pt x="3161" y="11467"/>
                  </a:cubicBezTo>
                  <a:cubicBezTo>
                    <a:pt x="2107" y="12267"/>
                    <a:pt x="1580" y="13867"/>
                    <a:pt x="1580" y="15733"/>
                  </a:cubicBezTo>
                  <a:cubicBezTo>
                    <a:pt x="1580" y="18400"/>
                    <a:pt x="1580" y="18400"/>
                    <a:pt x="1580" y="18400"/>
                  </a:cubicBezTo>
                  <a:cubicBezTo>
                    <a:pt x="20020" y="18400"/>
                    <a:pt x="20020" y="18400"/>
                    <a:pt x="20020" y="18400"/>
                  </a:cubicBezTo>
                  <a:cubicBezTo>
                    <a:pt x="20020" y="15733"/>
                    <a:pt x="20020" y="15733"/>
                    <a:pt x="20020" y="15733"/>
                  </a:cubicBezTo>
                  <a:cubicBezTo>
                    <a:pt x="20020" y="13867"/>
                    <a:pt x="19361" y="12267"/>
                    <a:pt x="18439" y="11467"/>
                  </a:cubicBezTo>
                  <a:cubicBezTo>
                    <a:pt x="12644" y="7200"/>
                    <a:pt x="12644" y="7200"/>
                    <a:pt x="12644" y="7200"/>
                  </a:cubicBezTo>
                  <a:cubicBezTo>
                    <a:pt x="12644" y="0"/>
                    <a:pt x="12644" y="0"/>
                    <a:pt x="12644" y="0"/>
                  </a:cubicBezTo>
                  <a:cubicBezTo>
                    <a:pt x="14224" y="0"/>
                    <a:pt x="14224" y="0"/>
                    <a:pt x="14224" y="0"/>
                  </a:cubicBezTo>
                  <a:cubicBezTo>
                    <a:pt x="14224" y="5067"/>
                    <a:pt x="14224" y="5067"/>
                    <a:pt x="14224" y="5067"/>
                  </a:cubicBezTo>
                  <a:cubicBezTo>
                    <a:pt x="18966" y="8533"/>
                    <a:pt x="18966" y="8533"/>
                    <a:pt x="18966" y="8533"/>
                  </a:cubicBezTo>
                  <a:cubicBezTo>
                    <a:pt x="20546" y="9600"/>
                    <a:pt x="21600" y="12533"/>
                    <a:pt x="21600" y="15733"/>
                  </a:cubicBezTo>
                  <a:lnTo>
                    <a:pt x="2160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4" name="Shape 6504"/>
            <p:cNvSpPr/>
            <p:nvPr/>
          </p:nvSpPr>
          <p:spPr>
            <a:xfrm>
              <a:off x="159318" y="312510"/>
              <a:ext cx="407491" cy="4810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19" y="21600"/>
                  </a:moveTo>
                  <a:cubicBezTo>
                    <a:pt x="4747" y="21600"/>
                    <a:pt x="0" y="16755"/>
                    <a:pt x="0" y="10699"/>
                  </a:cubicBezTo>
                  <a:cubicBezTo>
                    <a:pt x="0" y="4845"/>
                    <a:pt x="4747" y="0"/>
                    <a:pt x="10919" y="0"/>
                  </a:cubicBezTo>
                  <a:cubicBezTo>
                    <a:pt x="16853" y="0"/>
                    <a:pt x="21600" y="4845"/>
                    <a:pt x="21600" y="10699"/>
                  </a:cubicBezTo>
                  <a:cubicBezTo>
                    <a:pt x="21600" y="16755"/>
                    <a:pt x="16853" y="21600"/>
                    <a:pt x="10919" y="21600"/>
                  </a:cubicBezTo>
                  <a:close/>
                  <a:moveTo>
                    <a:pt x="10919" y="2422"/>
                  </a:moveTo>
                  <a:cubicBezTo>
                    <a:pt x="6409" y="2422"/>
                    <a:pt x="2848" y="6056"/>
                    <a:pt x="2848" y="10699"/>
                  </a:cubicBezTo>
                  <a:cubicBezTo>
                    <a:pt x="2848" y="15342"/>
                    <a:pt x="6409" y="19178"/>
                    <a:pt x="10919" y="19178"/>
                  </a:cubicBezTo>
                  <a:cubicBezTo>
                    <a:pt x="15191" y="19178"/>
                    <a:pt x="18752" y="15342"/>
                    <a:pt x="18752" y="10699"/>
                  </a:cubicBezTo>
                  <a:cubicBezTo>
                    <a:pt x="18752" y="6056"/>
                    <a:pt x="15191" y="2422"/>
                    <a:pt x="10919" y="242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5" name="Shape 6505"/>
            <p:cNvSpPr/>
            <p:nvPr/>
          </p:nvSpPr>
          <p:spPr>
            <a:xfrm>
              <a:off x="177701" y="407489"/>
              <a:ext cx="367660" cy="1562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02" y="21600"/>
                  </a:moveTo>
                  <a:cubicBezTo>
                    <a:pt x="16068" y="21600"/>
                    <a:pt x="14224" y="19131"/>
                    <a:pt x="12380" y="14194"/>
                  </a:cubicBezTo>
                  <a:cubicBezTo>
                    <a:pt x="10537" y="18514"/>
                    <a:pt x="7376" y="20983"/>
                    <a:pt x="4741" y="20983"/>
                  </a:cubicBezTo>
                  <a:cubicBezTo>
                    <a:pt x="2898" y="20983"/>
                    <a:pt x="1317" y="20366"/>
                    <a:pt x="0" y="18514"/>
                  </a:cubicBezTo>
                  <a:cubicBezTo>
                    <a:pt x="1317" y="11726"/>
                    <a:pt x="1317" y="11726"/>
                    <a:pt x="1317" y="11726"/>
                  </a:cubicBezTo>
                  <a:cubicBezTo>
                    <a:pt x="2371" y="12960"/>
                    <a:pt x="3424" y="13577"/>
                    <a:pt x="4741" y="13577"/>
                  </a:cubicBezTo>
                  <a:cubicBezTo>
                    <a:pt x="7112" y="13577"/>
                    <a:pt x="10273" y="10491"/>
                    <a:pt x="11063" y="6171"/>
                  </a:cubicBezTo>
                  <a:cubicBezTo>
                    <a:pt x="12644" y="0"/>
                    <a:pt x="12644" y="0"/>
                    <a:pt x="12644" y="0"/>
                  </a:cubicBezTo>
                  <a:cubicBezTo>
                    <a:pt x="13961" y="6171"/>
                    <a:pt x="13961" y="6171"/>
                    <a:pt x="13961" y="6171"/>
                  </a:cubicBezTo>
                  <a:cubicBezTo>
                    <a:pt x="15541" y="12960"/>
                    <a:pt x="17385" y="15429"/>
                    <a:pt x="20020" y="13577"/>
                  </a:cubicBezTo>
                  <a:cubicBezTo>
                    <a:pt x="20283" y="13577"/>
                    <a:pt x="20546" y="13577"/>
                    <a:pt x="20810" y="13577"/>
                  </a:cubicBezTo>
                  <a:cubicBezTo>
                    <a:pt x="21073" y="13577"/>
                    <a:pt x="21073" y="13577"/>
                    <a:pt x="21337" y="13577"/>
                  </a:cubicBezTo>
                  <a:cubicBezTo>
                    <a:pt x="21600" y="20983"/>
                    <a:pt x="21600" y="20983"/>
                    <a:pt x="21600" y="20983"/>
                  </a:cubicBezTo>
                  <a:cubicBezTo>
                    <a:pt x="21337" y="20983"/>
                    <a:pt x="21337" y="20983"/>
                    <a:pt x="21073" y="20983"/>
                  </a:cubicBezTo>
                  <a:cubicBezTo>
                    <a:pt x="21073" y="20983"/>
                    <a:pt x="20810" y="20983"/>
                    <a:pt x="20810" y="20983"/>
                  </a:cubicBezTo>
                  <a:cubicBezTo>
                    <a:pt x="20020" y="21600"/>
                    <a:pt x="19229" y="21600"/>
                    <a:pt x="18702"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6" name="Shape 6506"/>
            <p:cNvSpPr/>
            <p:nvPr/>
          </p:nvSpPr>
          <p:spPr>
            <a:xfrm>
              <a:off x="361531" y="0"/>
              <a:ext cx="738383" cy="67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86" y="21600"/>
                  </a:moveTo>
                  <a:lnTo>
                    <a:pt x="10486" y="14367"/>
                  </a:lnTo>
                  <a:lnTo>
                    <a:pt x="8694" y="14367"/>
                  </a:lnTo>
                  <a:lnTo>
                    <a:pt x="8694" y="12706"/>
                  </a:lnTo>
                  <a:lnTo>
                    <a:pt x="12100" y="12706"/>
                  </a:lnTo>
                  <a:lnTo>
                    <a:pt x="12100" y="17006"/>
                  </a:lnTo>
                  <a:lnTo>
                    <a:pt x="15685" y="12706"/>
                  </a:lnTo>
                  <a:lnTo>
                    <a:pt x="19987" y="12706"/>
                  </a:lnTo>
                  <a:lnTo>
                    <a:pt x="19987" y="1759"/>
                  </a:lnTo>
                  <a:lnTo>
                    <a:pt x="1524" y="1759"/>
                  </a:lnTo>
                  <a:lnTo>
                    <a:pt x="1524" y="6646"/>
                  </a:lnTo>
                  <a:lnTo>
                    <a:pt x="0" y="6646"/>
                  </a:lnTo>
                  <a:lnTo>
                    <a:pt x="0" y="0"/>
                  </a:lnTo>
                  <a:lnTo>
                    <a:pt x="21600" y="0"/>
                  </a:lnTo>
                  <a:lnTo>
                    <a:pt x="21600" y="14367"/>
                  </a:lnTo>
                  <a:lnTo>
                    <a:pt x="16402" y="14367"/>
                  </a:lnTo>
                  <a:lnTo>
                    <a:pt x="10486"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7" name="Shape 6507"/>
            <p:cNvSpPr/>
            <p:nvPr/>
          </p:nvSpPr>
          <p:spPr>
            <a:xfrm>
              <a:off x="582126" y="208340"/>
              <a:ext cx="49022" cy="49022"/>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8" name="Shape 6508"/>
            <p:cNvSpPr/>
            <p:nvPr/>
          </p:nvSpPr>
          <p:spPr>
            <a:xfrm>
              <a:off x="729190" y="208340"/>
              <a:ext cx="49022" cy="49022"/>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09" name="Shape 6509"/>
            <p:cNvSpPr/>
            <p:nvPr/>
          </p:nvSpPr>
          <p:spPr>
            <a:xfrm>
              <a:off x="879316" y="208340"/>
              <a:ext cx="49022" cy="49022"/>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511" name="Shape 6511"/>
          <p:cNvSpPr/>
          <p:nvPr/>
        </p:nvSpPr>
        <p:spPr>
          <a:xfrm rot="2700000">
            <a:off x="9678643" y="5101250"/>
            <a:ext cx="631548" cy="11630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81" y="7388"/>
                </a:moveTo>
                <a:cubicBezTo>
                  <a:pt x="17981" y="2979"/>
                  <a:pt x="17981" y="2979"/>
                  <a:pt x="17981" y="2979"/>
                </a:cubicBezTo>
                <a:cubicBezTo>
                  <a:pt x="18951" y="2718"/>
                  <a:pt x="19585" y="2194"/>
                  <a:pt x="19585" y="1590"/>
                </a:cubicBezTo>
                <a:cubicBezTo>
                  <a:pt x="19585" y="705"/>
                  <a:pt x="18280" y="0"/>
                  <a:pt x="16676" y="0"/>
                </a:cubicBezTo>
                <a:cubicBezTo>
                  <a:pt x="4924" y="0"/>
                  <a:pt x="4924" y="0"/>
                  <a:pt x="4924" y="0"/>
                </a:cubicBezTo>
                <a:cubicBezTo>
                  <a:pt x="3320" y="0"/>
                  <a:pt x="2015" y="705"/>
                  <a:pt x="2015" y="1590"/>
                </a:cubicBezTo>
                <a:cubicBezTo>
                  <a:pt x="2015" y="2194"/>
                  <a:pt x="2649" y="2718"/>
                  <a:pt x="3581" y="2979"/>
                </a:cubicBezTo>
                <a:cubicBezTo>
                  <a:pt x="3581" y="7388"/>
                  <a:pt x="3581" y="7388"/>
                  <a:pt x="3581" y="7388"/>
                </a:cubicBezTo>
                <a:cubicBezTo>
                  <a:pt x="1306" y="8495"/>
                  <a:pt x="0" y="10065"/>
                  <a:pt x="0" y="11736"/>
                </a:cubicBezTo>
                <a:cubicBezTo>
                  <a:pt x="0" y="12320"/>
                  <a:pt x="0" y="12320"/>
                  <a:pt x="0" y="12320"/>
                </a:cubicBezTo>
                <a:cubicBezTo>
                  <a:pt x="8356" y="12320"/>
                  <a:pt x="8356" y="12320"/>
                  <a:pt x="8356" y="12320"/>
                </a:cubicBezTo>
                <a:cubicBezTo>
                  <a:pt x="8356" y="18580"/>
                  <a:pt x="8356" y="18580"/>
                  <a:pt x="8356" y="18580"/>
                </a:cubicBezTo>
                <a:cubicBezTo>
                  <a:pt x="10781" y="21600"/>
                  <a:pt x="10781" y="21600"/>
                  <a:pt x="10781" y="21600"/>
                </a:cubicBezTo>
                <a:cubicBezTo>
                  <a:pt x="13244" y="18580"/>
                  <a:pt x="13244" y="18580"/>
                  <a:pt x="13244" y="18580"/>
                </a:cubicBezTo>
                <a:cubicBezTo>
                  <a:pt x="13244" y="12320"/>
                  <a:pt x="13244" y="12320"/>
                  <a:pt x="13244" y="12320"/>
                </a:cubicBezTo>
                <a:cubicBezTo>
                  <a:pt x="21600" y="12320"/>
                  <a:pt x="21600" y="12320"/>
                  <a:pt x="21600" y="12320"/>
                </a:cubicBezTo>
                <a:cubicBezTo>
                  <a:pt x="21600" y="11736"/>
                  <a:pt x="21600" y="11736"/>
                  <a:pt x="21600" y="11736"/>
                </a:cubicBezTo>
                <a:cubicBezTo>
                  <a:pt x="21600" y="10065"/>
                  <a:pt x="20294" y="8495"/>
                  <a:pt x="17981" y="7388"/>
                </a:cubicBezTo>
                <a:close/>
                <a:moveTo>
                  <a:pt x="4924" y="1168"/>
                </a:moveTo>
                <a:cubicBezTo>
                  <a:pt x="16676" y="1168"/>
                  <a:pt x="16676" y="1168"/>
                  <a:pt x="16676" y="1168"/>
                </a:cubicBezTo>
                <a:cubicBezTo>
                  <a:pt x="17086" y="1168"/>
                  <a:pt x="17422" y="1349"/>
                  <a:pt x="17422" y="1590"/>
                </a:cubicBezTo>
                <a:cubicBezTo>
                  <a:pt x="17422" y="1792"/>
                  <a:pt x="17123" y="1953"/>
                  <a:pt x="16750" y="1993"/>
                </a:cubicBezTo>
                <a:cubicBezTo>
                  <a:pt x="16265" y="2033"/>
                  <a:pt x="16265" y="2033"/>
                  <a:pt x="16265" y="2033"/>
                </a:cubicBezTo>
                <a:cubicBezTo>
                  <a:pt x="5335" y="2033"/>
                  <a:pt x="5335" y="2033"/>
                  <a:pt x="5335" y="2033"/>
                </a:cubicBezTo>
                <a:cubicBezTo>
                  <a:pt x="4812" y="1993"/>
                  <a:pt x="4812" y="1993"/>
                  <a:pt x="4812" y="1993"/>
                </a:cubicBezTo>
                <a:cubicBezTo>
                  <a:pt x="4439" y="1953"/>
                  <a:pt x="4141" y="1792"/>
                  <a:pt x="4141" y="1590"/>
                </a:cubicBezTo>
                <a:cubicBezTo>
                  <a:pt x="4141" y="1349"/>
                  <a:pt x="4514" y="1168"/>
                  <a:pt x="4924" y="1168"/>
                </a:cubicBezTo>
                <a:close/>
                <a:moveTo>
                  <a:pt x="15818" y="7448"/>
                </a:moveTo>
                <a:cubicBezTo>
                  <a:pt x="5745" y="7448"/>
                  <a:pt x="5745" y="7448"/>
                  <a:pt x="5745" y="7448"/>
                </a:cubicBezTo>
                <a:cubicBezTo>
                  <a:pt x="5745" y="2617"/>
                  <a:pt x="5745" y="2617"/>
                  <a:pt x="5745" y="2617"/>
                </a:cubicBezTo>
                <a:cubicBezTo>
                  <a:pt x="15818" y="2617"/>
                  <a:pt x="15818" y="2617"/>
                  <a:pt x="15818" y="2617"/>
                </a:cubicBezTo>
                <a:lnTo>
                  <a:pt x="15818" y="7448"/>
                </a:lnTo>
                <a:close/>
                <a:moveTo>
                  <a:pt x="11080" y="18339"/>
                </a:moveTo>
                <a:cubicBezTo>
                  <a:pt x="10781" y="18681"/>
                  <a:pt x="10781" y="18681"/>
                  <a:pt x="10781" y="18681"/>
                </a:cubicBezTo>
                <a:cubicBezTo>
                  <a:pt x="10520" y="18339"/>
                  <a:pt x="10520" y="18339"/>
                  <a:pt x="10520" y="18339"/>
                </a:cubicBezTo>
                <a:cubicBezTo>
                  <a:pt x="10520" y="12320"/>
                  <a:pt x="10520" y="12320"/>
                  <a:pt x="10520" y="12320"/>
                </a:cubicBezTo>
                <a:cubicBezTo>
                  <a:pt x="11080" y="12320"/>
                  <a:pt x="11080" y="12320"/>
                  <a:pt x="11080" y="12320"/>
                </a:cubicBezTo>
                <a:lnTo>
                  <a:pt x="11080" y="18339"/>
                </a:lnTo>
                <a:close/>
                <a:moveTo>
                  <a:pt x="13244" y="11152"/>
                </a:moveTo>
                <a:cubicBezTo>
                  <a:pt x="8356" y="11152"/>
                  <a:pt x="8356" y="11152"/>
                  <a:pt x="8356" y="11152"/>
                </a:cubicBezTo>
                <a:cubicBezTo>
                  <a:pt x="2201" y="11152"/>
                  <a:pt x="2201" y="11152"/>
                  <a:pt x="2201" y="11152"/>
                </a:cubicBezTo>
                <a:cubicBezTo>
                  <a:pt x="2499" y="9965"/>
                  <a:pt x="3619" y="8878"/>
                  <a:pt x="5372" y="8113"/>
                </a:cubicBezTo>
                <a:cubicBezTo>
                  <a:pt x="5559" y="8032"/>
                  <a:pt x="5559" y="8032"/>
                  <a:pt x="5559" y="8032"/>
                </a:cubicBezTo>
                <a:cubicBezTo>
                  <a:pt x="16041" y="8032"/>
                  <a:pt x="16041" y="8032"/>
                  <a:pt x="16041" y="8032"/>
                </a:cubicBezTo>
                <a:cubicBezTo>
                  <a:pt x="16228" y="8113"/>
                  <a:pt x="16228" y="8113"/>
                  <a:pt x="16228" y="8113"/>
                </a:cubicBezTo>
                <a:cubicBezTo>
                  <a:pt x="17981" y="8878"/>
                  <a:pt x="19101" y="9965"/>
                  <a:pt x="19362" y="11152"/>
                </a:cubicBezTo>
                <a:lnTo>
                  <a:pt x="13244" y="11152"/>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512" name="Shape 6512"/>
          <p:cNvSpPr/>
          <p:nvPr/>
        </p:nvSpPr>
        <p:spPr>
          <a:xfrm>
            <a:off x="19186286" y="8400226"/>
            <a:ext cx="1093510" cy="11002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112"/>
                </a:moveTo>
                <a:lnTo>
                  <a:pt x="14510" y="0"/>
                </a:lnTo>
                <a:lnTo>
                  <a:pt x="2054" y="12380"/>
                </a:lnTo>
                <a:lnTo>
                  <a:pt x="0" y="21600"/>
                </a:lnTo>
                <a:lnTo>
                  <a:pt x="9210" y="19427"/>
                </a:lnTo>
                <a:lnTo>
                  <a:pt x="21600" y="7112"/>
                </a:lnTo>
                <a:close/>
                <a:moveTo>
                  <a:pt x="8547" y="18110"/>
                </a:moveTo>
                <a:lnTo>
                  <a:pt x="7421" y="16990"/>
                </a:lnTo>
                <a:lnTo>
                  <a:pt x="18552" y="5993"/>
                </a:lnTo>
                <a:lnTo>
                  <a:pt x="19679" y="7112"/>
                </a:lnTo>
                <a:lnTo>
                  <a:pt x="8547" y="18110"/>
                </a:lnTo>
                <a:close/>
                <a:moveTo>
                  <a:pt x="4439" y="19098"/>
                </a:moveTo>
                <a:lnTo>
                  <a:pt x="2452" y="17122"/>
                </a:lnTo>
                <a:lnTo>
                  <a:pt x="3180" y="13698"/>
                </a:lnTo>
                <a:lnTo>
                  <a:pt x="6957" y="17451"/>
                </a:lnTo>
                <a:lnTo>
                  <a:pt x="7885" y="18307"/>
                </a:lnTo>
                <a:lnTo>
                  <a:pt x="4439" y="19098"/>
                </a:lnTo>
                <a:close/>
                <a:moveTo>
                  <a:pt x="18022" y="5466"/>
                </a:moveTo>
                <a:lnTo>
                  <a:pt x="6957" y="16463"/>
                </a:lnTo>
                <a:lnTo>
                  <a:pt x="5301" y="14883"/>
                </a:lnTo>
                <a:lnTo>
                  <a:pt x="16432" y="3885"/>
                </a:lnTo>
                <a:lnTo>
                  <a:pt x="18022" y="5466"/>
                </a:lnTo>
                <a:close/>
                <a:moveTo>
                  <a:pt x="14510" y="1976"/>
                </a:moveTo>
                <a:lnTo>
                  <a:pt x="15902" y="3359"/>
                </a:lnTo>
                <a:lnTo>
                  <a:pt x="4837" y="14356"/>
                </a:lnTo>
                <a:lnTo>
                  <a:pt x="3445" y="12973"/>
                </a:lnTo>
                <a:lnTo>
                  <a:pt x="14510" y="1976"/>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519" name="Group 6519"/>
          <p:cNvGrpSpPr/>
          <p:nvPr/>
        </p:nvGrpSpPr>
        <p:grpSpPr>
          <a:xfrm>
            <a:off x="16955496" y="3410371"/>
            <a:ext cx="1142589" cy="1087302"/>
            <a:chOff x="0" y="0"/>
            <a:chExt cx="1142587" cy="1087300"/>
          </a:xfrm>
        </p:grpSpPr>
        <p:sp>
          <p:nvSpPr>
            <p:cNvPr id="6513" name="Shape 6513"/>
            <p:cNvSpPr/>
            <p:nvPr/>
          </p:nvSpPr>
          <p:spPr>
            <a:xfrm>
              <a:off x="0" y="0"/>
              <a:ext cx="1142588" cy="1087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0"/>
                  </a:moveTo>
                  <a:cubicBezTo>
                    <a:pt x="1856" y="0"/>
                    <a:pt x="1856" y="0"/>
                    <a:pt x="1856" y="0"/>
                  </a:cubicBezTo>
                  <a:cubicBezTo>
                    <a:pt x="844" y="0"/>
                    <a:pt x="0" y="885"/>
                    <a:pt x="0" y="1948"/>
                  </a:cubicBezTo>
                  <a:cubicBezTo>
                    <a:pt x="0" y="16466"/>
                    <a:pt x="0" y="16466"/>
                    <a:pt x="0" y="16466"/>
                  </a:cubicBezTo>
                  <a:cubicBezTo>
                    <a:pt x="0" y="17528"/>
                    <a:pt x="844" y="18413"/>
                    <a:pt x="1856" y="18413"/>
                  </a:cubicBezTo>
                  <a:cubicBezTo>
                    <a:pt x="7256" y="18413"/>
                    <a:pt x="7256" y="18413"/>
                    <a:pt x="7256" y="18413"/>
                  </a:cubicBezTo>
                  <a:cubicBezTo>
                    <a:pt x="7087" y="18767"/>
                    <a:pt x="6581" y="19298"/>
                    <a:pt x="6412" y="19475"/>
                  </a:cubicBezTo>
                  <a:cubicBezTo>
                    <a:pt x="6075" y="19652"/>
                    <a:pt x="5906" y="19830"/>
                    <a:pt x="5906" y="20007"/>
                  </a:cubicBezTo>
                  <a:cubicBezTo>
                    <a:pt x="5737" y="20184"/>
                    <a:pt x="5569" y="20538"/>
                    <a:pt x="5737" y="20892"/>
                  </a:cubicBezTo>
                  <a:cubicBezTo>
                    <a:pt x="5906" y="21246"/>
                    <a:pt x="6244" y="21600"/>
                    <a:pt x="7087" y="21600"/>
                  </a:cubicBezTo>
                  <a:cubicBezTo>
                    <a:pt x="14512" y="21600"/>
                    <a:pt x="14512" y="21600"/>
                    <a:pt x="14512" y="21600"/>
                  </a:cubicBezTo>
                  <a:cubicBezTo>
                    <a:pt x="15356" y="21600"/>
                    <a:pt x="15694" y="21246"/>
                    <a:pt x="15862" y="20892"/>
                  </a:cubicBezTo>
                  <a:cubicBezTo>
                    <a:pt x="16031" y="20538"/>
                    <a:pt x="16031" y="20184"/>
                    <a:pt x="15862" y="20007"/>
                  </a:cubicBezTo>
                  <a:cubicBezTo>
                    <a:pt x="15694" y="19830"/>
                    <a:pt x="15525" y="19652"/>
                    <a:pt x="15356" y="19475"/>
                  </a:cubicBezTo>
                  <a:cubicBezTo>
                    <a:pt x="15019" y="19298"/>
                    <a:pt x="14681" y="18767"/>
                    <a:pt x="14344" y="18413"/>
                  </a:cubicBezTo>
                  <a:cubicBezTo>
                    <a:pt x="19744" y="18413"/>
                    <a:pt x="19744" y="18413"/>
                    <a:pt x="19744" y="18413"/>
                  </a:cubicBezTo>
                  <a:cubicBezTo>
                    <a:pt x="20756" y="18413"/>
                    <a:pt x="21600" y="17528"/>
                    <a:pt x="21600" y="16466"/>
                  </a:cubicBezTo>
                  <a:cubicBezTo>
                    <a:pt x="21600" y="1948"/>
                    <a:pt x="21600" y="1948"/>
                    <a:pt x="21600" y="1948"/>
                  </a:cubicBezTo>
                  <a:cubicBezTo>
                    <a:pt x="21600" y="885"/>
                    <a:pt x="20756" y="0"/>
                    <a:pt x="19744" y="0"/>
                  </a:cubicBezTo>
                  <a:close/>
                  <a:moveTo>
                    <a:pt x="14850" y="20007"/>
                  </a:moveTo>
                  <a:cubicBezTo>
                    <a:pt x="15019" y="20184"/>
                    <a:pt x="15188" y="20361"/>
                    <a:pt x="15188" y="20538"/>
                  </a:cubicBezTo>
                  <a:cubicBezTo>
                    <a:pt x="15188" y="20538"/>
                    <a:pt x="15356" y="20538"/>
                    <a:pt x="15188" y="20538"/>
                  </a:cubicBezTo>
                  <a:cubicBezTo>
                    <a:pt x="15188" y="20715"/>
                    <a:pt x="14850" y="20892"/>
                    <a:pt x="14512" y="20892"/>
                  </a:cubicBezTo>
                  <a:cubicBezTo>
                    <a:pt x="7087" y="20892"/>
                    <a:pt x="7087" y="20892"/>
                    <a:pt x="7087" y="20892"/>
                  </a:cubicBezTo>
                  <a:cubicBezTo>
                    <a:pt x="6750" y="20892"/>
                    <a:pt x="6412" y="20715"/>
                    <a:pt x="6412" y="20538"/>
                  </a:cubicBezTo>
                  <a:cubicBezTo>
                    <a:pt x="6412" y="20538"/>
                    <a:pt x="6412" y="20538"/>
                    <a:pt x="6412" y="20538"/>
                  </a:cubicBezTo>
                  <a:cubicBezTo>
                    <a:pt x="6412" y="20538"/>
                    <a:pt x="6412" y="20538"/>
                    <a:pt x="6412" y="20538"/>
                  </a:cubicBezTo>
                  <a:cubicBezTo>
                    <a:pt x="6412" y="20361"/>
                    <a:pt x="6581" y="20184"/>
                    <a:pt x="6750" y="20007"/>
                  </a:cubicBezTo>
                  <a:cubicBezTo>
                    <a:pt x="7425" y="19298"/>
                    <a:pt x="7931" y="18767"/>
                    <a:pt x="8100" y="18413"/>
                  </a:cubicBezTo>
                  <a:cubicBezTo>
                    <a:pt x="13500" y="18413"/>
                    <a:pt x="13500" y="18413"/>
                    <a:pt x="13500" y="18413"/>
                  </a:cubicBezTo>
                  <a:cubicBezTo>
                    <a:pt x="13837" y="18767"/>
                    <a:pt x="14175" y="19298"/>
                    <a:pt x="14850" y="20007"/>
                  </a:cubicBezTo>
                  <a:close/>
                  <a:moveTo>
                    <a:pt x="20250" y="16466"/>
                  </a:moveTo>
                  <a:cubicBezTo>
                    <a:pt x="20250" y="16820"/>
                    <a:pt x="20081" y="16997"/>
                    <a:pt x="19744" y="16997"/>
                  </a:cubicBezTo>
                  <a:cubicBezTo>
                    <a:pt x="1856" y="16997"/>
                    <a:pt x="1856" y="16997"/>
                    <a:pt x="1856" y="16997"/>
                  </a:cubicBezTo>
                  <a:cubicBezTo>
                    <a:pt x="1519" y="16997"/>
                    <a:pt x="1350" y="16820"/>
                    <a:pt x="1350" y="16466"/>
                  </a:cubicBezTo>
                  <a:cubicBezTo>
                    <a:pt x="1350" y="1948"/>
                    <a:pt x="1350" y="1948"/>
                    <a:pt x="1350" y="1948"/>
                  </a:cubicBezTo>
                  <a:cubicBezTo>
                    <a:pt x="1350" y="1593"/>
                    <a:pt x="1519" y="1416"/>
                    <a:pt x="1856" y="1416"/>
                  </a:cubicBezTo>
                  <a:cubicBezTo>
                    <a:pt x="19744" y="1416"/>
                    <a:pt x="19744" y="1416"/>
                    <a:pt x="19744" y="1416"/>
                  </a:cubicBezTo>
                  <a:cubicBezTo>
                    <a:pt x="20081" y="1416"/>
                    <a:pt x="20250" y="1593"/>
                    <a:pt x="20250" y="1948"/>
                  </a:cubicBezTo>
                  <a:lnTo>
                    <a:pt x="20250" y="16466"/>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14" name="Shape 6514"/>
            <p:cNvSpPr/>
            <p:nvPr/>
          </p:nvSpPr>
          <p:spPr>
            <a:xfrm>
              <a:off x="143746" y="140059"/>
              <a:ext cx="855098" cy="5749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25" y="0"/>
                  </a:moveTo>
                  <a:cubicBezTo>
                    <a:pt x="1575" y="0"/>
                    <a:pt x="1575" y="0"/>
                    <a:pt x="1575" y="0"/>
                  </a:cubicBezTo>
                  <a:cubicBezTo>
                    <a:pt x="675" y="0"/>
                    <a:pt x="0" y="1013"/>
                    <a:pt x="0" y="2363"/>
                  </a:cubicBezTo>
                  <a:cubicBezTo>
                    <a:pt x="0" y="19237"/>
                    <a:pt x="0" y="19237"/>
                    <a:pt x="0" y="19237"/>
                  </a:cubicBezTo>
                  <a:cubicBezTo>
                    <a:pt x="0" y="20587"/>
                    <a:pt x="675" y="21600"/>
                    <a:pt x="1575" y="21600"/>
                  </a:cubicBezTo>
                  <a:cubicBezTo>
                    <a:pt x="20025" y="21600"/>
                    <a:pt x="20025" y="21600"/>
                    <a:pt x="20025" y="21600"/>
                  </a:cubicBezTo>
                  <a:cubicBezTo>
                    <a:pt x="20925" y="21600"/>
                    <a:pt x="21600" y="20587"/>
                    <a:pt x="21600" y="19237"/>
                  </a:cubicBezTo>
                  <a:cubicBezTo>
                    <a:pt x="21600" y="2363"/>
                    <a:pt x="21600" y="2363"/>
                    <a:pt x="21600" y="2363"/>
                  </a:cubicBezTo>
                  <a:cubicBezTo>
                    <a:pt x="21600" y="1013"/>
                    <a:pt x="20925" y="0"/>
                    <a:pt x="20025" y="0"/>
                  </a:cubicBezTo>
                  <a:close/>
                  <a:moveTo>
                    <a:pt x="20700" y="19237"/>
                  </a:moveTo>
                  <a:cubicBezTo>
                    <a:pt x="20700" y="19913"/>
                    <a:pt x="20475" y="20250"/>
                    <a:pt x="20025" y="20250"/>
                  </a:cubicBezTo>
                  <a:cubicBezTo>
                    <a:pt x="1575" y="20250"/>
                    <a:pt x="1575" y="20250"/>
                    <a:pt x="1575" y="20250"/>
                  </a:cubicBezTo>
                  <a:cubicBezTo>
                    <a:pt x="1125" y="20250"/>
                    <a:pt x="900" y="19913"/>
                    <a:pt x="900" y="19237"/>
                  </a:cubicBezTo>
                  <a:cubicBezTo>
                    <a:pt x="900" y="2363"/>
                    <a:pt x="900" y="2363"/>
                    <a:pt x="900" y="2363"/>
                  </a:cubicBezTo>
                  <a:cubicBezTo>
                    <a:pt x="900" y="1688"/>
                    <a:pt x="1125" y="1350"/>
                    <a:pt x="1575" y="1350"/>
                  </a:cubicBezTo>
                  <a:cubicBezTo>
                    <a:pt x="20025" y="1350"/>
                    <a:pt x="20025" y="1350"/>
                    <a:pt x="20025" y="1350"/>
                  </a:cubicBezTo>
                  <a:cubicBezTo>
                    <a:pt x="20475" y="1350"/>
                    <a:pt x="20700" y="1688"/>
                    <a:pt x="20700" y="2363"/>
                  </a:cubicBezTo>
                  <a:lnTo>
                    <a:pt x="20700" y="19237"/>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15" name="Shape 6515"/>
            <p:cNvSpPr/>
            <p:nvPr/>
          </p:nvSpPr>
          <p:spPr>
            <a:xfrm>
              <a:off x="519694" y="729782"/>
              <a:ext cx="106889" cy="1105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5400"/>
                    <a:pt x="0" y="10800"/>
                  </a:cubicBezTo>
                  <a:cubicBezTo>
                    <a:pt x="0" y="16200"/>
                    <a:pt x="5400" y="21600"/>
                    <a:pt x="10800" y="21600"/>
                  </a:cubicBezTo>
                  <a:cubicBezTo>
                    <a:pt x="16200" y="21600"/>
                    <a:pt x="21600" y="16200"/>
                    <a:pt x="21600" y="10800"/>
                  </a:cubicBezTo>
                  <a:cubicBezTo>
                    <a:pt x="21600" y="5400"/>
                    <a:pt x="16200" y="0"/>
                    <a:pt x="10800" y="0"/>
                  </a:cubicBezTo>
                  <a:close/>
                  <a:moveTo>
                    <a:pt x="10800" y="14400"/>
                  </a:moveTo>
                  <a:cubicBezTo>
                    <a:pt x="9000" y="14400"/>
                    <a:pt x="7200" y="12600"/>
                    <a:pt x="7200" y="10800"/>
                  </a:cubicBezTo>
                  <a:cubicBezTo>
                    <a:pt x="7200" y="9000"/>
                    <a:pt x="9000" y="7200"/>
                    <a:pt x="10800" y="7200"/>
                  </a:cubicBezTo>
                  <a:cubicBezTo>
                    <a:pt x="12600" y="7200"/>
                    <a:pt x="14400" y="9000"/>
                    <a:pt x="14400" y="10800"/>
                  </a:cubicBezTo>
                  <a:cubicBezTo>
                    <a:pt x="14400" y="12600"/>
                    <a:pt x="12600" y="14400"/>
                    <a:pt x="10800" y="14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16" name="Shape 6516"/>
            <p:cNvSpPr/>
            <p:nvPr/>
          </p:nvSpPr>
          <p:spPr>
            <a:xfrm>
              <a:off x="375948" y="364890"/>
              <a:ext cx="143747" cy="1511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644"/>
                  </a:moveTo>
                  <a:lnTo>
                    <a:pt x="21600" y="21600"/>
                  </a:lnTo>
                  <a:lnTo>
                    <a:pt x="21600" y="16859"/>
                  </a:lnTo>
                  <a:lnTo>
                    <a:pt x="6646" y="10010"/>
                  </a:lnTo>
                  <a:lnTo>
                    <a:pt x="21600" y="5268"/>
                  </a:lnTo>
                  <a:lnTo>
                    <a:pt x="21600" y="0"/>
                  </a:lnTo>
                  <a:lnTo>
                    <a:pt x="0" y="8956"/>
                  </a:lnTo>
                  <a:lnTo>
                    <a:pt x="0" y="1264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17" name="Shape 6517"/>
            <p:cNvSpPr/>
            <p:nvPr/>
          </p:nvSpPr>
          <p:spPr>
            <a:xfrm>
              <a:off x="534437" y="339090"/>
              <a:ext cx="73716" cy="2027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16200" y="0"/>
                    <a:pt x="16200" y="0"/>
                    <a:pt x="13500" y="0"/>
                  </a:cubicBezTo>
                  <a:cubicBezTo>
                    <a:pt x="13500" y="0"/>
                    <a:pt x="13500" y="939"/>
                    <a:pt x="13500" y="1878"/>
                  </a:cubicBezTo>
                  <a:cubicBezTo>
                    <a:pt x="0" y="18783"/>
                    <a:pt x="0" y="18783"/>
                    <a:pt x="0" y="18783"/>
                  </a:cubicBezTo>
                  <a:cubicBezTo>
                    <a:pt x="0" y="19722"/>
                    <a:pt x="0" y="20661"/>
                    <a:pt x="0" y="20661"/>
                  </a:cubicBezTo>
                  <a:cubicBezTo>
                    <a:pt x="0" y="21600"/>
                    <a:pt x="2700" y="21600"/>
                    <a:pt x="5400" y="21600"/>
                  </a:cubicBezTo>
                  <a:cubicBezTo>
                    <a:pt x="5400" y="21600"/>
                    <a:pt x="5400" y="21600"/>
                    <a:pt x="8100" y="21600"/>
                  </a:cubicBezTo>
                  <a:cubicBezTo>
                    <a:pt x="8100" y="21600"/>
                    <a:pt x="8100" y="20661"/>
                    <a:pt x="8100" y="20661"/>
                  </a:cubicBezTo>
                  <a:cubicBezTo>
                    <a:pt x="8100" y="20661"/>
                    <a:pt x="8100" y="19722"/>
                    <a:pt x="10800" y="19722"/>
                  </a:cubicBezTo>
                  <a:cubicBezTo>
                    <a:pt x="21600" y="2817"/>
                    <a:pt x="21600" y="2817"/>
                    <a:pt x="21600" y="2817"/>
                  </a:cubicBezTo>
                  <a:cubicBezTo>
                    <a:pt x="21600" y="1878"/>
                    <a:pt x="21600" y="939"/>
                    <a:pt x="21600" y="939"/>
                  </a:cubicBezTo>
                  <a:cubicBezTo>
                    <a:pt x="21600" y="0"/>
                    <a:pt x="21600" y="0"/>
                    <a:pt x="21600" y="0"/>
                  </a:cubicBezTo>
                  <a:cubicBezTo>
                    <a:pt x="21600" y="0"/>
                    <a:pt x="18900" y="0"/>
                    <a:pt x="189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18" name="Shape 6518"/>
            <p:cNvSpPr/>
            <p:nvPr/>
          </p:nvSpPr>
          <p:spPr>
            <a:xfrm>
              <a:off x="626580" y="364890"/>
              <a:ext cx="140060" cy="1511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268"/>
                  </a:moveTo>
                  <a:lnTo>
                    <a:pt x="14779" y="10010"/>
                  </a:lnTo>
                  <a:lnTo>
                    <a:pt x="0" y="16859"/>
                  </a:lnTo>
                  <a:lnTo>
                    <a:pt x="0" y="21600"/>
                  </a:lnTo>
                  <a:lnTo>
                    <a:pt x="21600" y="12644"/>
                  </a:lnTo>
                  <a:lnTo>
                    <a:pt x="21600" y="8956"/>
                  </a:lnTo>
                  <a:lnTo>
                    <a:pt x="0" y="0"/>
                  </a:lnTo>
                  <a:lnTo>
                    <a:pt x="0" y="526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23" name="Group 6523"/>
          <p:cNvGrpSpPr/>
          <p:nvPr/>
        </p:nvGrpSpPr>
        <p:grpSpPr>
          <a:xfrm>
            <a:off x="3034457" y="4897675"/>
            <a:ext cx="1413511" cy="1413511"/>
            <a:chOff x="0" y="0"/>
            <a:chExt cx="1413509" cy="1413509"/>
          </a:xfrm>
        </p:grpSpPr>
        <p:sp>
          <p:nvSpPr>
            <p:cNvPr id="6520" name="Shape 6520"/>
            <p:cNvSpPr/>
            <p:nvPr/>
          </p:nvSpPr>
          <p:spPr>
            <a:xfrm rot="2700000">
              <a:off x="352807" y="61199"/>
              <a:ext cx="707896" cy="1291112"/>
            </a:xfrm>
            <a:custGeom>
              <a:avLst/>
              <a:gdLst/>
              <a:ahLst/>
              <a:cxnLst>
                <a:cxn ang="0">
                  <a:pos x="wd2" y="hd2"/>
                </a:cxn>
                <a:cxn ang="5400000">
                  <a:pos x="wd2" y="hd2"/>
                </a:cxn>
                <a:cxn ang="10800000">
                  <a:pos x="wd2" y="hd2"/>
                </a:cxn>
                <a:cxn ang="16200000">
                  <a:pos x="wd2" y="hd2"/>
                </a:cxn>
              </a:cxnLst>
              <a:rect l="0" t="0" r="r" b="b"/>
              <a:pathLst>
                <a:path w="19756" h="21600" fill="norm" stroke="1" extrusionOk="0">
                  <a:moveTo>
                    <a:pt x="4948" y="21600"/>
                  </a:moveTo>
                  <a:cubicBezTo>
                    <a:pt x="2835" y="19649"/>
                    <a:pt x="2835" y="19649"/>
                    <a:pt x="2835" y="19649"/>
                  </a:cubicBezTo>
                  <a:cubicBezTo>
                    <a:pt x="2365" y="19231"/>
                    <a:pt x="-922" y="16026"/>
                    <a:pt x="252" y="13866"/>
                  </a:cubicBezTo>
                  <a:cubicBezTo>
                    <a:pt x="721" y="13030"/>
                    <a:pt x="1895" y="12403"/>
                    <a:pt x="3656" y="11915"/>
                  </a:cubicBezTo>
                  <a:cubicBezTo>
                    <a:pt x="2952" y="10521"/>
                    <a:pt x="2600" y="9197"/>
                    <a:pt x="2600" y="8083"/>
                  </a:cubicBezTo>
                  <a:cubicBezTo>
                    <a:pt x="2600" y="7107"/>
                    <a:pt x="2835" y="6062"/>
                    <a:pt x="3304" y="5086"/>
                  </a:cubicBezTo>
                  <a:cubicBezTo>
                    <a:pt x="3304" y="5017"/>
                    <a:pt x="3304" y="5017"/>
                    <a:pt x="3304" y="5017"/>
                  </a:cubicBezTo>
                  <a:cubicBezTo>
                    <a:pt x="4948" y="2439"/>
                    <a:pt x="8117" y="0"/>
                    <a:pt x="9878" y="0"/>
                  </a:cubicBezTo>
                  <a:cubicBezTo>
                    <a:pt x="11639" y="0"/>
                    <a:pt x="14808" y="2439"/>
                    <a:pt x="16452" y="5017"/>
                  </a:cubicBezTo>
                  <a:cubicBezTo>
                    <a:pt x="16452" y="5086"/>
                    <a:pt x="16452" y="5086"/>
                    <a:pt x="16452" y="5086"/>
                  </a:cubicBezTo>
                  <a:cubicBezTo>
                    <a:pt x="16921" y="6062"/>
                    <a:pt x="17274" y="7107"/>
                    <a:pt x="17274" y="8083"/>
                  </a:cubicBezTo>
                  <a:cubicBezTo>
                    <a:pt x="17274" y="9197"/>
                    <a:pt x="16921" y="10521"/>
                    <a:pt x="16100" y="11915"/>
                  </a:cubicBezTo>
                  <a:cubicBezTo>
                    <a:pt x="17861" y="12403"/>
                    <a:pt x="19035" y="13030"/>
                    <a:pt x="19504" y="13866"/>
                  </a:cubicBezTo>
                  <a:cubicBezTo>
                    <a:pt x="20678" y="16026"/>
                    <a:pt x="17391" y="19231"/>
                    <a:pt x="17039" y="19649"/>
                  </a:cubicBezTo>
                  <a:cubicBezTo>
                    <a:pt x="14808" y="21600"/>
                    <a:pt x="14808" y="21600"/>
                    <a:pt x="14808" y="21600"/>
                  </a:cubicBezTo>
                  <a:cubicBezTo>
                    <a:pt x="14808" y="19231"/>
                    <a:pt x="14808" y="19231"/>
                    <a:pt x="14808" y="19231"/>
                  </a:cubicBezTo>
                  <a:cubicBezTo>
                    <a:pt x="14808" y="18255"/>
                    <a:pt x="14104" y="17280"/>
                    <a:pt x="12930" y="16653"/>
                  </a:cubicBezTo>
                  <a:cubicBezTo>
                    <a:pt x="12930" y="16653"/>
                    <a:pt x="12930" y="16653"/>
                    <a:pt x="12930" y="16723"/>
                  </a:cubicBezTo>
                  <a:cubicBezTo>
                    <a:pt x="12578" y="17141"/>
                    <a:pt x="12578" y="17141"/>
                    <a:pt x="12578" y="17141"/>
                  </a:cubicBezTo>
                  <a:cubicBezTo>
                    <a:pt x="11756" y="17071"/>
                    <a:pt x="11756" y="17071"/>
                    <a:pt x="11756" y="17071"/>
                  </a:cubicBezTo>
                  <a:cubicBezTo>
                    <a:pt x="10582" y="17071"/>
                    <a:pt x="9291" y="17071"/>
                    <a:pt x="8000" y="17071"/>
                  </a:cubicBezTo>
                  <a:cubicBezTo>
                    <a:pt x="7178" y="17141"/>
                    <a:pt x="7178" y="17141"/>
                    <a:pt x="7178" y="17141"/>
                  </a:cubicBezTo>
                  <a:cubicBezTo>
                    <a:pt x="6826" y="16723"/>
                    <a:pt x="6826" y="16723"/>
                    <a:pt x="6826" y="16723"/>
                  </a:cubicBezTo>
                  <a:cubicBezTo>
                    <a:pt x="6826" y="16653"/>
                    <a:pt x="6826" y="16653"/>
                    <a:pt x="6826" y="16653"/>
                  </a:cubicBezTo>
                  <a:cubicBezTo>
                    <a:pt x="5652" y="17350"/>
                    <a:pt x="4948" y="18255"/>
                    <a:pt x="4948" y="19231"/>
                  </a:cubicBezTo>
                  <a:lnTo>
                    <a:pt x="4948" y="21600"/>
                  </a:lnTo>
                  <a:close/>
                  <a:moveTo>
                    <a:pt x="5535" y="5505"/>
                  </a:moveTo>
                  <a:cubicBezTo>
                    <a:pt x="5182" y="6341"/>
                    <a:pt x="4948" y="7246"/>
                    <a:pt x="4948" y="8083"/>
                  </a:cubicBezTo>
                  <a:cubicBezTo>
                    <a:pt x="4948" y="9197"/>
                    <a:pt x="5300" y="10591"/>
                    <a:pt x="6239" y="12124"/>
                  </a:cubicBezTo>
                  <a:cubicBezTo>
                    <a:pt x="6591" y="12821"/>
                    <a:pt x="6591" y="12821"/>
                    <a:pt x="6591" y="12821"/>
                  </a:cubicBezTo>
                  <a:cubicBezTo>
                    <a:pt x="5417" y="13030"/>
                    <a:pt x="5417" y="13030"/>
                    <a:pt x="5417" y="13030"/>
                  </a:cubicBezTo>
                  <a:cubicBezTo>
                    <a:pt x="4361" y="13239"/>
                    <a:pt x="2952" y="13657"/>
                    <a:pt x="2482" y="14284"/>
                  </a:cubicBezTo>
                  <a:cubicBezTo>
                    <a:pt x="2130" y="15050"/>
                    <a:pt x="2600" y="16235"/>
                    <a:pt x="3304" y="17210"/>
                  </a:cubicBezTo>
                  <a:cubicBezTo>
                    <a:pt x="4008" y="16305"/>
                    <a:pt x="5182" y="15538"/>
                    <a:pt x="6708" y="14981"/>
                  </a:cubicBezTo>
                  <a:cubicBezTo>
                    <a:pt x="7765" y="14563"/>
                    <a:pt x="7765" y="14563"/>
                    <a:pt x="7765" y="14563"/>
                  </a:cubicBezTo>
                  <a:cubicBezTo>
                    <a:pt x="8352" y="15259"/>
                    <a:pt x="8352" y="15259"/>
                    <a:pt x="8352" y="15259"/>
                  </a:cubicBezTo>
                  <a:cubicBezTo>
                    <a:pt x="8469" y="15399"/>
                    <a:pt x="8587" y="15538"/>
                    <a:pt x="8704" y="15677"/>
                  </a:cubicBezTo>
                  <a:cubicBezTo>
                    <a:pt x="9526" y="15677"/>
                    <a:pt x="10348" y="15677"/>
                    <a:pt x="11169" y="15677"/>
                  </a:cubicBezTo>
                  <a:cubicBezTo>
                    <a:pt x="11287" y="15538"/>
                    <a:pt x="11404" y="15399"/>
                    <a:pt x="11404" y="15259"/>
                  </a:cubicBezTo>
                  <a:cubicBezTo>
                    <a:pt x="11991" y="14563"/>
                    <a:pt x="11991" y="14563"/>
                    <a:pt x="11991" y="14563"/>
                  </a:cubicBezTo>
                  <a:cubicBezTo>
                    <a:pt x="13165" y="14981"/>
                    <a:pt x="13165" y="14981"/>
                    <a:pt x="13165" y="14981"/>
                  </a:cubicBezTo>
                  <a:cubicBezTo>
                    <a:pt x="14691" y="15538"/>
                    <a:pt x="15748" y="16305"/>
                    <a:pt x="16452" y="17210"/>
                  </a:cubicBezTo>
                  <a:cubicBezTo>
                    <a:pt x="17156" y="16235"/>
                    <a:pt x="17743" y="15050"/>
                    <a:pt x="17274" y="14284"/>
                  </a:cubicBezTo>
                  <a:cubicBezTo>
                    <a:pt x="16921" y="13657"/>
                    <a:pt x="15513" y="13239"/>
                    <a:pt x="14339" y="13030"/>
                  </a:cubicBezTo>
                  <a:cubicBezTo>
                    <a:pt x="13165" y="12821"/>
                    <a:pt x="13165" y="12821"/>
                    <a:pt x="13165" y="12821"/>
                  </a:cubicBezTo>
                  <a:cubicBezTo>
                    <a:pt x="13517" y="12124"/>
                    <a:pt x="13517" y="12124"/>
                    <a:pt x="13517" y="12124"/>
                  </a:cubicBezTo>
                  <a:cubicBezTo>
                    <a:pt x="14456" y="10591"/>
                    <a:pt x="14926" y="9197"/>
                    <a:pt x="14926" y="8083"/>
                  </a:cubicBezTo>
                  <a:cubicBezTo>
                    <a:pt x="14926" y="7246"/>
                    <a:pt x="14691" y="6341"/>
                    <a:pt x="14221" y="5505"/>
                  </a:cubicBezTo>
                  <a:cubicBezTo>
                    <a:pt x="12813" y="3275"/>
                    <a:pt x="10700" y="1812"/>
                    <a:pt x="9878" y="1463"/>
                  </a:cubicBezTo>
                  <a:cubicBezTo>
                    <a:pt x="9056" y="1812"/>
                    <a:pt x="6943" y="3275"/>
                    <a:pt x="5535" y="550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1" name="Shape 6521"/>
            <p:cNvSpPr/>
            <p:nvPr/>
          </p:nvSpPr>
          <p:spPr>
            <a:xfrm rot="2700000">
              <a:off x="666112" y="478844"/>
              <a:ext cx="269055" cy="265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725" y="21600"/>
                    <a:pt x="0" y="16875"/>
                    <a:pt x="0" y="10800"/>
                  </a:cubicBezTo>
                  <a:cubicBezTo>
                    <a:pt x="0" y="4725"/>
                    <a:pt x="4725" y="0"/>
                    <a:pt x="10800" y="0"/>
                  </a:cubicBezTo>
                  <a:cubicBezTo>
                    <a:pt x="16875" y="0"/>
                    <a:pt x="21600" y="4725"/>
                    <a:pt x="21600" y="10800"/>
                  </a:cubicBezTo>
                  <a:cubicBezTo>
                    <a:pt x="21600" y="16875"/>
                    <a:pt x="16875" y="21600"/>
                    <a:pt x="10800" y="21600"/>
                  </a:cubicBezTo>
                  <a:close/>
                  <a:moveTo>
                    <a:pt x="10800" y="4050"/>
                  </a:moveTo>
                  <a:cubicBezTo>
                    <a:pt x="7088" y="4050"/>
                    <a:pt x="4050" y="7087"/>
                    <a:pt x="4050" y="10800"/>
                  </a:cubicBezTo>
                  <a:cubicBezTo>
                    <a:pt x="4050" y="14513"/>
                    <a:pt x="7088" y="17550"/>
                    <a:pt x="10800" y="17550"/>
                  </a:cubicBezTo>
                  <a:cubicBezTo>
                    <a:pt x="14512" y="17550"/>
                    <a:pt x="17550" y="14513"/>
                    <a:pt x="17550" y="10800"/>
                  </a:cubicBezTo>
                  <a:cubicBezTo>
                    <a:pt x="17550" y="7087"/>
                    <a:pt x="14512" y="4050"/>
                    <a:pt x="10800" y="405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2" name="Shape 6522"/>
            <p:cNvSpPr/>
            <p:nvPr/>
          </p:nvSpPr>
          <p:spPr>
            <a:xfrm rot="2700000">
              <a:off x="226913" y="868825"/>
              <a:ext cx="248090" cy="3948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17" y="21600"/>
                  </a:moveTo>
                  <a:cubicBezTo>
                    <a:pt x="8786" y="19326"/>
                    <a:pt x="8786" y="19326"/>
                    <a:pt x="8786" y="19326"/>
                  </a:cubicBezTo>
                  <a:cubicBezTo>
                    <a:pt x="7322" y="17507"/>
                    <a:pt x="0" y="8640"/>
                    <a:pt x="0" y="5912"/>
                  </a:cubicBezTo>
                  <a:cubicBezTo>
                    <a:pt x="0" y="2728"/>
                    <a:pt x="4759" y="0"/>
                    <a:pt x="10617" y="0"/>
                  </a:cubicBezTo>
                  <a:cubicBezTo>
                    <a:pt x="16475" y="0"/>
                    <a:pt x="21600" y="2728"/>
                    <a:pt x="21600" y="5912"/>
                  </a:cubicBezTo>
                  <a:cubicBezTo>
                    <a:pt x="21600" y="8640"/>
                    <a:pt x="14278" y="17507"/>
                    <a:pt x="12447" y="19326"/>
                  </a:cubicBezTo>
                  <a:lnTo>
                    <a:pt x="10617" y="21600"/>
                  </a:lnTo>
                  <a:close/>
                  <a:moveTo>
                    <a:pt x="10617" y="2728"/>
                  </a:moveTo>
                  <a:cubicBezTo>
                    <a:pt x="6956" y="2728"/>
                    <a:pt x="4393" y="4093"/>
                    <a:pt x="4393" y="5912"/>
                  </a:cubicBezTo>
                  <a:cubicBezTo>
                    <a:pt x="4393" y="7048"/>
                    <a:pt x="7322" y="11368"/>
                    <a:pt x="10617" y="15688"/>
                  </a:cubicBezTo>
                  <a:cubicBezTo>
                    <a:pt x="13912" y="11368"/>
                    <a:pt x="17207" y="7048"/>
                    <a:pt x="17207" y="5912"/>
                  </a:cubicBezTo>
                  <a:cubicBezTo>
                    <a:pt x="17207" y="4093"/>
                    <a:pt x="14278" y="2728"/>
                    <a:pt x="10617" y="272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30" name="Group 6530"/>
          <p:cNvGrpSpPr/>
          <p:nvPr/>
        </p:nvGrpSpPr>
        <p:grpSpPr>
          <a:xfrm>
            <a:off x="18337676" y="3470083"/>
            <a:ext cx="1062105" cy="1005100"/>
            <a:chOff x="0" y="0"/>
            <a:chExt cx="1062103" cy="1005098"/>
          </a:xfrm>
        </p:grpSpPr>
        <p:sp>
          <p:nvSpPr>
            <p:cNvPr id="6524" name="Shape 6524"/>
            <p:cNvSpPr/>
            <p:nvPr/>
          </p:nvSpPr>
          <p:spPr>
            <a:xfrm>
              <a:off x="159016" y="438042"/>
              <a:ext cx="357037" cy="30002"/>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5" name="Shape 6525"/>
            <p:cNvSpPr/>
            <p:nvPr/>
          </p:nvSpPr>
          <p:spPr>
            <a:xfrm>
              <a:off x="159016" y="306029"/>
              <a:ext cx="264025" cy="30002"/>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6" name="Shape 6526"/>
            <p:cNvSpPr/>
            <p:nvPr/>
          </p:nvSpPr>
          <p:spPr>
            <a:xfrm>
              <a:off x="159016" y="585057"/>
              <a:ext cx="264025" cy="33006"/>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7" name="Shape 6527"/>
            <p:cNvSpPr/>
            <p:nvPr/>
          </p:nvSpPr>
          <p:spPr>
            <a:xfrm>
              <a:off x="561055" y="489048"/>
              <a:ext cx="464332" cy="240025"/>
            </a:xfrm>
            <a:custGeom>
              <a:avLst/>
              <a:gdLst/>
              <a:ahLst/>
              <a:cxnLst>
                <a:cxn ang="0">
                  <a:pos x="wd2" y="hd2"/>
                </a:cxn>
                <a:cxn ang="5400000">
                  <a:pos x="wd2" y="hd2"/>
                </a:cxn>
                <a:cxn ang="10800000">
                  <a:pos x="wd2" y="hd2"/>
                </a:cxn>
                <a:cxn ang="16200000">
                  <a:pos x="wd2" y="hd2"/>
                </a:cxn>
              </a:cxnLst>
              <a:rect l="0" t="0" r="r" b="b"/>
              <a:pathLst>
                <a:path w="21429" h="21600" fill="norm" stroke="1" extrusionOk="0">
                  <a:moveTo>
                    <a:pt x="11358" y="21600"/>
                  </a:moveTo>
                  <a:cubicBezTo>
                    <a:pt x="7701" y="21600"/>
                    <a:pt x="4274" y="17863"/>
                    <a:pt x="2349" y="11734"/>
                  </a:cubicBezTo>
                  <a:cubicBezTo>
                    <a:pt x="1810" y="12332"/>
                    <a:pt x="1386" y="12781"/>
                    <a:pt x="1309" y="12855"/>
                  </a:cubicBezTo>
                  <a:cubicBezTo>
                    <a:pt x="1194" y="13005"/>
                    <a:pt x="1040" y="13080"/>
                    <a:pt x="886" y="13080"/>
                  </a:cubicBezTo>
                  <a:cubicBezTo>
                    <a:pt x="655" y="13080"/>
                    <a:pt x="424" y="12855"/>
                    <a:pt x="270" y="12556"/>
                  </a:cubicBezTo>
                  <a:cubicBezTo>
                    <a:pt x="77" y="12257"/>
                    <a:pt x="0" y="11809"/>
                    <a:pt x="0" y="11361"/>
                  </a:cubicBezTo>
                  <a:cubicBezTo>
                    <a:pt x="0" y="10464"/>
                    <a:pt x="0" y="2167"/>
                    <a:pt x="39" y="1719"/>
                  </a:cubicBezTo>
                  <a:cubicBezTo>
                    <a:pt x="39" y="747"/>
                    <a:pt x="424" y="0"/>
                    <a:pt x="886" y="0"/>
                  </a:cubicBezTo>
                  <a:cubicBezTo>
                    <a:pt x="1040" y="0"/>
                    <a:pt x="1232" y="75"/>
                    <a:pt x="1348" y="224"/>
                  </a:cubicBezTo>
                  <a:cubicBezTo>
                    <a:pt x="1425" y="299"/>
                    <a:pt x="5583" y="4933"/>
                    <a:pt x="5698" y="5082"/>
                  </a:cubicBezTo>
                  <a:cubicBezTo>
                    <a:pt x="5968" y="5456"/>
                    <a:pt x="6160" y="5979"/>
                    <a:pt x="6160" y="6577"/>
                  </a:cubicBezTo>
                  <a:cubicBezTo>
                    <a:pt x="6160" y="7175"/>
                    <a:pt x="5968" y="7773"/>
                    <a:pt x="5698" y="8072"/>
                  </a:cubicBezTo>
                  <a:cubicBezTo>
                    <a:pt x="5583" y="8221"/>
                    <a:pt x="4967" y="8894"/>
                    <a:pt x="4466" y="9417"/>
                  </a:cubicBezTo>
                  <a:cubicBezTo>
                    <a:pt x="6006" y="14051"/>
                    <a:pt x="8586" y="16817"/>
                    <a:pt x="11358" y="16817"/>
                  </a:cubicBezTo>
                  <a:cubicBezTo>
                    <a:pt x="14824" y="16817"/>
                    <a:pt x="17827" y="13080"/>
                    <a:pt x="19059" y="7250"/>
                  </a:cubicBezTo>
                  <a:cubicBezTo>
                    <a:pt x="19251" y="6353"/>
                    <a:pt x="19713" y="5755"/>
                    <a:pt x="20214" y="5755"/>
                  </a:cubicBezTo>
                  <a:cubicBezTo>
                    <a:pt x="20368" y="5755"/>
                    <a:pt x="20522" y="5830"/>
                    <a:pt x="20676" y="5979"/>
                  </a:cubicBezTo>
                  <a:cubicBezTo>
                    <a:pt x="21292" y="6428"/>
                    <a:pt x="21600" y="7848"/>
                    <a:pt x="21330" y="9044"/>
                  </a:cubicBezTo>
                  <a:cubicBezTo>
                    <a:pt x="19713" y="16667"/>
                    <a:pt x="15825" y="21600"/>
                    <a:pt x="11358"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8" name="Shape 6528"/>
            <p:cNvSpPr/>
            <p:nvPr/>
          </p:nvSpPr>
          <p:spPr>
            <a:xfrm>
              <a:off x="591780" y="258025"/>
              <a:ext cx="470324" cy="243025"/>
            </a:xfrm>
            <a:custGeom>
              <a:avLst/>
              <a:gdLst/>
              <a:ahLst/>
              <a:cxnLst>
                <a:cxn ang="0">
                  <a:pos x="wd2" y="hd2"/>
                </a:cxn>
                <a:cxn ang="5400000">
                  <a:pos x="wd2" y="hd2"/>
                </a:cxn>
                <a:cxn ang="10800000">
                  <a:pos x="wd2" y="hd2"/>
                </a:cxn>
                <a:cxn ang="16200000">
                  <a:pos x="wd2" y="hd2"/>
                </a:cxn>
              </a:cxnLst>
              <a:rect l="0" t="0" r="r" b="b"/>
              <a:pathLst>
                <a:path w="21430" h="21600" fill="norm" stroke="1" extrusionOk="0">
                  <a:moveTo>
                    <a:pt x="20554" y="21600"/>
                  </a:moveTo>
                  <a:cubicBezTo>
                    <a:pt x="20401" y="21600"/>
                    <a:pt x="20249" y="21525"/>
                    <a:pt x="20135" y="21376"/>
                  </a:cubicBezTo>
                  <a:cubicBezTo>
                    <a:pt x="19906" y="21152"/>
                    <a:pt x="16059" y="16891"/>
                    <a:pt x="15792" y="16592"/>
                  </a:cubicBezTo>
                  <a:cubicBezTo>
                    <a:pt x="15487" y="16293"/>
                    <a:pt x="15335" y="15696"/>
                    <a:pt x="15335" y="15098"/>
                  </a:cubicBezTo>
                  <a:cubicBezTo>
                    <a:pt x="15335" y="14500"/>
                    <a:pt x="15487" y="13976"/>
                    <a:pt x="15792" y="13603"/>
                  </a:cubicBezTo>
                  <a:cubicBezTo>
                    <a:pt x="15830" y="13528"/>
                    <a:pt x="16325" y="13005"/>
                    <a:pt x="16897" y="12332"/>
                  </a:cubicBezTo>
                  <a:cubicBezTo>
                    <a:pt x="15563" y="7549"/>
                    <a:pt x="12935" y="4709"/>
                    <a:pt x="9735" y="4709"/>
                  </a:cubicBezTo>
                  <a:cubicBezTo>
                    <a:pt x="6535" y="4709"/>
                    <a:pt x="3640" y="8520"/>
                    <a:pt x="2344" y="14425"/>
                  </a:cubicBezTo>
                  <a:cubicBezTo>
                    <a:pt x="2154" y="15247"/>
                    <a:pt x="1697" y="15845"/>
                    <a:pt x="1201" y="15845"/>
                  </a:cubicBezTo>
                  <a:cubicBezTo>
                    <a:pt x="1049" y="15845"/>
                    <a:pt x="897" y="15770"/>
                    <a:pt x="744" y="15621"/>
                  </a:cubicBezTo>
                  <a:cubicBezTo>
                    <a:pt x="135" y="15098"/>
                    <a:pt x="-170" y="13678"/>
                    <a:pt x="97" y="12482"/>
                  </a:cubicBezTo>
                  <a:cubicBezTo>
                    <a:pt x="1811" y="4858"/>
                    <a:pt x="5582" y="0"/>
                    <a:pt x="9735" y="0"/>
                  </a:cubicBezTo>
                  <a:cubicBezTo>
                    <a:pt x="13811" y="0"/>
                    <a:pt x="17240" y="3662"/>
                    <a:pt x="18992" y="10015"/>
                  </a:cubicBezTo>
                  <a:cubicBezTo>
                    <a:pt x="19601" y="9343"/>
                    <a:pt x="20020" y="8819"/>
                    <a:pt x="20097" y="8745"/>
                  </a:cubicBezTo>
                  <a:cubicBezTo>
                    <a:pt x="20211" y="8595"/>
                    <a:pt x="20363" y="8520"/>
                    <a:pt x="20516" y="8520"/>
                  </a:cubicBezTo>
                  <a:cubicBezTo>
                    <a:pt x="21011" y="8520"/>
                    <a:pt x="21392" y="9268"/>
                    <a:pt x="21392" y="10239"/>
                  </a:cubicBezTo>
                  <a:cubicBezTo>
                    <a:pt x="21392" y="10688"/>
                    <a:pt x="21430" y="18984"/>
                    <a:pt x="21430" y="19881"/>
                  </a:cubicBezTo>
                  <a:cubicBezTo>
                    <a:pt x="21430" y="20329"/>
                    <a:pt x="21316" y="20778"/>
                    <a:pt x="21163" y="21077"/>
                  </a:cubicBezTo>
                  <a:cubicBezTo>
                    <a:pt x="21011" y="21376"/>
                    <a:pt x="20782" y="21600"/>
                    <a:pt x="20554"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29" name="Shape 6529"/>
            <p:cNvSpPr/>
            <p:nvPr/>
          </p:nvSpPr>
          <p:spPr>
            <a:xfrm>
              <a:off x="0" y="0"/>
              <a:ext cx="813081" cy="10050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67" y="16227"/>
                  </a:moveTo>
                  <a:cubicBezTo>
                    <a:pt x="20978" y="16227"/>
                    <a:pt x="20467" y="16191"/>
                    <a:pt x="20000" y="16101"/>
                  </a:cubicBezTo>
                  <a:cubicBezTo>
                    <a:pt x="19956" y="16119"/>
                    <a:pt x="19956" y="16119"/>
                    <a:pt x="19956" y="16119"/>
                  </a:cubicBezTo>
                  <a:cubicBezTo>
                    <a:pt x="19956" y="20270"/>
                    <a:pt x="19956" y="20270"/>
                    <a:pt x="19956" y="20270"/>
                  </a:cubicBezTo>
                  <a:cubicBezTo>
                    <a:pt x="1644" y="20270"/>
                    <a:pt x="1644" y="20270"/>
                    <a:pt x="1644" y="20270"/>
                  </a:cubicBezTo>
                  <a:cubicBezTo>
                    <a:pt x="1644" y="5211"/>
                    <a:pt x="1644" y="5211"/>
                    <a:pt x="1644" y="5211"/>
                  </a:cubicBezTo>
                  <a:cubicBezTo>
                    <a:pt x="6444" y="5211"/>
                    <a:pt x="6444" y="5211"/>
                    <a:pt x="6444" y="5211"/>
                  </a:cubicBezTo>
                  <a:cubicBezTo>
                    <a:pt x="6444" y="1312"/>
                    <a:pt x="6444" y="1312"/>
                    <a:pt x="6444" y="1312"/>
                  </a:cubicBezTo>
                  <a:cubicBezTo>
                    <a:pt x="19956" y="1312"/>
                    <a:pt x="19956" y="1312"/>
                    <a:pt x="19956" y="1312"/>
                  </a:cubicBezTo>
                  <a:cubicBezTo>
                    <a:pt x="19956" y="5103"/>
                    <a:pt x="19956" y="5103"/>
                    <a:pt x="19956" y="5103"/>
                  </a:cubicBezTo>
                  <a:cubicBezTo>
                    <a:pt x="20444" y="5014"/>
                    <a:pt x="20956" y="4960"/>
                    <a:pt x="21467" y="4960"/>
                  </a:cubicBezTo>
                  <a:cubicBezTo>
                    <a:pt x="21511" y="4960"/>
                    <a:pt x="21556" y="4960"/>
                    <a:pt x="21600" y="4960"/>
                  </a:cubicBezTo>
                  <a:cubicBezTo>
                    <a:pt x="21600" y="0"/>
                    <a:pt x="21600" y="0"/>
                    <a:pt x="21600" y="0"/>
                  </a:cubicBezTo>
                  <a:cubicBezTo>
                    <a:pt x="5711" y="0"/>
                    <a:pt x="5711" y="0"/>
                    <a:pt x="5711" y="0"/>
                  </a:cubicBezTo>
                  <a:cubicBezTo>
                    <a:pt x="0" y="4600"/>
                    <a:pt x="0" y="4600"/>
                    <a:pt x="0" y="4600"/>
                  </a:cubicBezTo>
                  <a:cubicBezTo>
                    <a:pt x="0" y="21600"/>
                    <a:pt x="0" y="21600"/>
                    <a:pt x="0" y="21600"/>
                  </a:cubicBezTo>
                  <a:cubicBezTo>
                    <a:pt x="21600" y="21600"/>
                    <a:pt x="21600" y="21600"/>
                    <a:pt x="21600" y="21600"/>
                  </a:cubicBezTo>
                  <a:cubicBezTo>
                    <a:pt x="21600" y="16227"/>
                    <a:pt x="21600" y="16227"/>
                    <a:pt x="21600" y="16227"/>
                  </a:cubicBezTo>
                  <a:cubicBezTo>
                    <a:pt x="21556" y="16227"/>
                    <a:pt x="21511" y="16227"/>
                    <a:pt x="21467" y="16227"/>
                  </a:cubicBezTo>
                  <a:close/>
                  <a:moveTo>
                    <a:pt x="5622" y="1923"/>
                  </a:moveTo>
                  <a:cubicBezTo>
                    <a:pt x="5622" y="4546"/>
                    <a:pt x="5622" y="4546"/>
                    <a:pt x="5622" y="4546"/>
                  </a:cubicBezTo>
                  <a:cubicBezTo>
                    <a:pt x="2378" y="4546"/>
                    <a:pt x="2378" y="4546"/>
                    <a:pt x="2378" y="4546"/>
                  </a:cubicBezTo>
                  <a:lnTo>
                    <a:pt x="5622" y="1923"/>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531" name="Shape 6531"/>
          <p:cNvSpPr/>
          <p:nvPr/>
        </p:nvSpPr>
        <p:spPr>
          <a:xfrm>
            <a:off x="3260625" y="3563980"/>
            <a:ext cx="961175" cy="958543"/>
          </a:xfrm>
          <a:custGeom>
            <a:avLst/>
            <a:gdLst/>
            <a:ahLst/>
            <a:cxnLst>
              <a:cxn ang="0">
                <a:pos x="wd2" y="hd2"/>
              </a:cxn>
              <a:cxn ang="5400000">
                <a:pos x="wd2" y="hd2"/>
              </a:cxn>
              <a:cxn ang="10800000">
                <a:pos x="wd2" y="hd2"/>
              </a:cxn>
              <a:cxn ang="16200000">
                <a:pos x="wd2" y="hd2"/>
              </a:cxn>
            </a:cxnLst>
            <a:rect l="0" t="0" r="r" b="b"/>
            <a:pathLst>
              <a:path w="21448" h="21600" fill="norm" stroke="1" extrusionOk="0">
                <a:moveTo>
                  <a:pt x="20946" y="337"/>
                </a:moveTo>
                <a:cubicBezTo>
                  <a:pt x="20778" y="169"/>
                  <a:pt x="20443" y="0"/>
                  <a:pt x="20108" y="0"/>
                </a:cubicBezTo>
                <a:cubicBezTo>
                  <a:pt x="20108" y="0"/>
                  <a:pt x="19941" y="0"/>
                  <a:pt x="19941" y="0"/>
                </a:cubicBezTo>
                <a:cubicBezTo>
                  <a:pt x="8555" y="2025"/>
                  <a:pt x="8555" y="2025"/>
                  <a:pt x="8555" y="2025"/>
                </a:cubicBezTo>
                <a:cubicBezTo>
                  <a:pt x="7885" y="2194"/>
                  <a:pt x="7383" y="2700"/>
                  <a:pt x="7383" y="3375"/>
                </a:cubicBezTo>
                <a:cubicBezTo>
                  <a:pt x="7383" y="4725"/>
                  <a:pt x="7383" y="4725"/>
                  <a:pt x="7383" y="4725"/>
                </a:cubicBezTo>
                <a:cubicBezTo>
                  <a:pt x="7383" y="5400"/>
                  <a:pt x="7383" y="5400"/>
                  <a:pt x="7383" y="5400"/>
                </a:cubicBezTo>
                <a:cubicBezTo>
                  <a:pt x="7383" y="15019"/>
                  <a:pt x="7383" y="15019"/>
                  <a:pt x="7383" y="15019"/>
                </a:cubicBezTo>
                <a:cubicBezTo>
                  <a:pt x="6713" y="14513"/>
                  <a:pt x="5876" y="14175"/>
                  <a:pt x="4871" y="14175"/>
                </a:cubicBezTo>
                <a:cubicBezTo>
                  <a:pt x="4201" y="14175"/>
                  <a:pt x="3699" y="14344"/>
                  <a:pt x="3197" y="14513"/>
                </a:cubicBezTo>
                <a:cubicBezTo>
                  <a:pt x="1857" y="14850"/>
                  <a:pt x="853" y="15694"/>
                  <a:pt x="350" y="16875"/>
                </a:cubicBezTo>
                <a:cubicBezTo>
                  <a:pt x="15" y="17550"/>
                  <a:pt x="-152" y="18563"/>
                  <a:pt x="183" y="19406"/>
                </a:cubicBezTo>
                <a:cubicBezTo>
                  <a:pt x="685" y="20756"/>
                  <a:pt x="2192" y="21600"/>
                  <a:pt x="3867" y="21600"/>
                </a:cubicBezTo>
                <a:cubicBezTo>
                  <a:pt x="4536" y="21600"/>
                  <a:pt x="5039" y="21431"/>
                  <a:pt x="5541" y="21263"/>
                </a:cubicBezTo>
                <a:cubicBezTo>
                  <a:pt x="6881" y="20925"/>
                  <a:pt x="7885" y="20081"/>
                  <a:pt x="8388" y="18900"/>
                </a:cubicBezTo>
                <a:cubicBezTo>
                  <a:pt x="8555" y="18563"/>
                  <a:pt x="8722" y="18056"/>
                  <a:pt x="8722" y="17550"/>
                </a:cubicBezTo>
                <a:cubicBezTo>
                  <a:pt x="8722" y="17550"/>
                  <a:pt x="8722" y="17550"/>
                  <a:pt x="8722" y="17550"/>
                </a:cubicBezTo>
                <a:cubicBezTo>
                  <a:pt x="8722" y="6750"/>
                  <a:pt x="8722" y="6750"/>
                  <a:pt x="8722" y="6750"/>
                </a:cubicBezTo>
                <a:cubicBezTo>
                  <a:pt x="8722" y="6750"/>
                  <a:pt x="8890" y="6750"/>
                  <a:pt x="8890" y="6750"/>
                </a:cubicBezTo>
                <a:cubicBezTo>
                  <a:pt x="20108" y="4725"/>
                  <a:pt x="20108" y="4725"/>
                  <a:pt x="20108" y="4725"/>
                </a:cubicBezTo>
                <a:cubicBezTo>
                  <a:pt x="20108" y="12994"/>
                  <a:pt x="20108" y="12994"/>
                  <a:pt x="20108" y="12994"/>
                </a:cubicBezTo>
                <a:cubicBezTo>
                  <a:pt x="19439" y="12488"/>
                  <a:pt x="18601" y="12150"/>
                  <a:pt x="17597" y="12150"/>
                </a:cubicBezTo>
                <a:cubicBezTo>
                  <a:pt x="16927" y="12150"/>
                  <a:pt x="16425" y="12319"/>
                  <a:pt x="15922" y="12488"/>
                </a:cubicBezTo>
                <a:cubicBezTo>
                  <a:pt x="14583" y="12825"/>
                  <a:pt x="13578" y="13669"/>
                  <a:pt x="13076" y="14850"/>
                </a:cubicBezTo>
                <a:cubicBezTo>
                  <a:pt x="12741" y="15525"/>
                  <a:pt x="12574" y="16538"/>
                  <a:pt x="12908" y="17381"/>
                </a:cubicBezTo>
                <a:cubicBezTo>
                  <a:pt x="13411" y="18731"/>
                  <a:pt x="14918" y="19575"/>
                  <a:pt x="16592" y="19575"/>
                </a:cubicBezTo>
                <a:cubicBezTo>
                  <a:pt x="17262" y="19575"/>
                  <a:pt x="17764" y="19406"/>
                  <a:pt x="18267" y="19238"/>
                </a:cubicBezTo>
                <a:cubicBezTo>
                  <a:pt x="19606" y="18900"/>
                  <a:pt x="20611" y="18056"/>
                  <a:pt x="21113" y="16875"/>
                </a:cubicBezTo>
                <a:cubicBezTo>
                  <a:pt x="21281" y="16538"/>
                  <a:pt x="21448" y="16031"/>
                  <a:pt x="21448" y="15525"/>
                </a:cubicBezTo>
                <a:cubicBezTo>
                  <a:pt x="21448" y="15525"/>
                  <a:pt x="21448" y="15525"/>
                  <a:pt x="21448" y="15525"/>
                </a:cubicBezTo>
                <a:cubicBezTo>
                  <a:pt x="21448" y="3375"/>
                  <a:pt x="21448" y="3375"/>
                  <a:pt x="21448" y="3375"/>
                </a:cubicBezTo>
                <a:cubicBezTo>
                  <a:pt x="21448" y="2700"/>
                  <a:pt x="21448" y="2700"/>
                  <a:pt x="21448" y="2700"/>
                </a:cubicBezTo>
                <a:cubicBezTo>
                  <a:pt x="21448" y="1350"/>
                  <a:pt x="21448" y="1350"/>
                  <a:pt x="21448" y="1350"/>
                </a:cubicBezTo>
                <a:cubicBezTo>
                  <a:pt x="21448" y="1012"/>
                  <a:pt x="21281" y="506"/>
                  <a:pt x="20946" y="337"/>
                </a:cubicBezTo>
                <a:close/>
                <a:moveTo>
                  <a:pt x="5206" y="20081"/>
                </a:moveTo>
                <a:cubicBezTo>
                  <a:pt x="3532" y="20588"/>
                  <a:pt x="1857" y="20081"/>
                  <a:pt x="1522" y="18900"/>
                </a:cubicBezTo>
                <a:cubicBezTo>
                  <a:pt x="1020" y="17719"/>
                  <a:pt x="2025" y="16200"/>
                  <a:pt x="3532" y="15694"/>
                </a:cubicBezTo>
                <a:cubicBezTo>
                  <a:pt x="5206" y="15188"/>
                  <a:pt x="6881" y="15694"/>
                  <a:pt x="7215" y="16875"/>
                </a:cubicBezTo>
                <a:cubicBezTo>
                  <a:pt x="7718" y="18056"/>
                  <a:pt x="6713" y="19575"/>
                  <a:pt x="5206" y="20081"/>
                </a:cubicBezTo>
                <a:close/>
                <a:moveTo>
                  <a:pt x="17932" y="18056"/>
                </a:moveTo>
                <a:cubicBezTo>
                  <a:pt x="16257" y="18563"/>
                  <a:pt x="14583" y="18056"/>
                  <a:pt x="14081" y="16875"/>
                </a:cubicBezTo>
                <a:cubicBezTo>
                  <a:pt x="13746" y="15694"/>
                  <a:pt x="14583" y="14175"/>
                  <a:pt x="16257" y="13669"/>
                </a:cubicBezTo>
                <a:cubicBezTo>
                  <a:pt x="17932" y="13163"/>
                  <a:pt x="19606" y="13669"/>
                  <a:pt x="19941" y="14850"/>
                </a:cubicBezTo>
                <a:cubicBezTo>
                  <a:pt x="20443" y="16031"/>
                  <a:pt x="19439" y="17550"/>
                  <a:pt x="17932" y="18056"/>
                </a:cubicBezTo>
                <a:close/>
                <a:moveTo>
                  <a:pt x="20108" y="3375"/>
                </a:moveTo>
                <a:cubicBezTo>
                  <a:pt x="8722" y="5400"/>
                  <a:pt x="8722" y="5400"/>
                  <a:pt x="8722" y="5400"/>
                </a:cubicBezTo>
                <a:cubicBezTo>
                  <a:pt x="8722" y="4725"/>
                  <a:pt x="8722" y="4725"/>
                  <a:pt x="8722" y="4725"/>
                </a:cubicBezTo>
                <a:cubicBezTo>
                  <a:pt x="8722" y="3375"/>
                  <a:pt x="8722" y="3375"/>
                  <a:pt x="8722" y="3375"/>
                </a:cubicBezTo>
                <a:cubicBezTo>
                  <a:pt x="20108" y="1350"/>
                  <a:pt x="20108" y="1350"/>
                  <a:pt x="20108" y="1350"/>
                </a:cubicBezTo>
                <a:cubicBezTo>
                  <a:pt x="20108" y="2700"/>
                  <a:pt x="20108" y="2700"/>
                  <a:pt x="20108" y="2700"/>
                </a:cubicBezTo>
                <a:lnTo>
                  <a:pt x="20108" y="3375"/>
                </a:lnTo>
                <a:close/>
              </a:path>
            </a:pathLst>
          </a:custGeom>
          <a:solidFill>
            <a:srgbClr val="2F5379"/>
          </a:solidFill>
          <a:ln w="12700">
            <a:miter lim="400000"/>
            <a:tailEnd type="triangle"/>
          </a:ln>
          <a:extLst>
            <a:ext uri="{C572A759-6A51-4108-AA02-DFA0A04FC94B}">
              <ma14:wrappingTextBoxFlag xmlns:ma14="http://schemas.microsoft.com/office/mac/drawingml/2011/main" val="1"/>
            </a:ext>
          </a:extLst>
        </p:spPr>
        <p:txBody>
          <a:bodyPr tIns="91439" bIns="91439"/>
          <a:lstStyle>
            <a:lvl1pPr algn="l" defTabSz="914400">
              <a:defRPr sz="3600">
                <a:solidFill>
                  <a:srgbClr val="0A0A0A"/>
                </a:solidFill>
                <a:latin typeface="Calibri"/>
                <a:ea typeface="Calibri"/>
                <a:cs typeface="Calibri"/>
                <a:sym typeface="Calibri"/>
              </a:defRPr>
            </a:lvl1pPr>
          </a:lstStyle>
          <a:p>
            <a:pPr/>
            <a:r>
              <a:t> s</a:t>
            </a:r>
          </a:p>
        </p:txBody>
      </p:sp>
      <p:grpSp>
        <p:nvGrpSpPr>
          <p:cNvPr id="6535" name="Group 6535"/>
          <p:cNvGrpSpPr/>
          <p:nvPr/>
        </p:nvGrpSpPr>
        <p:grpSpPr>
          <a:xfrm>
            <a:off x="5577264" y="3553092"/>
            <a:ext cx="1062105" cy="852203"/>
            <a:chOff x="0" y="0"/>
            <a:chExt cx="1062103" cy="852201"/>
          </a:xfrm>
        </p:grpSpPr>
        <p:sp>
          <p:nvSpPr>
            <p:cNvPr id="6532" name="Shape 6532"/>
            <p:cNvSpPr/>
            <p:nvPr/>
          </p:nvSpPr>
          <p:spPr>
            <a:xfrm>
              <a:off x="0" y="0"/>
              <a:ext cx="1062104" cy="8522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69" y="2965"/>
                  </a:moveTo>
                  <a:cubicBezTo>
                    <a:pt x="21263" y="2965"/>
                    <a:pt x="21263" y="2965"/>
                    <a:pt x="21263" y="2965"/>
                  </a:cubicBezTo>
                  <a:cubicBezTo>
                    <a:pt x="21431" y="2965"/>
                    <a:pt x="21600" y="2965"/>
                    <a:pt x="21600" y="2541"/>
                  </a:cubicBezTo>
                  <a:cubicBezTo>
                    <a:pt x="21600" y="424"/>
                    <a:pt x="21600" y="424"/>
                    <a:pt x="21600" y="424"/>
                  </a:cubicBezTo>
                  <a:cubicBezTo>
                    <a:pt x="21600" y="212"/>
                    <a:pt x="21431" y="0"/>
                    <a:pt x="21263" y="0"/>
                  </a:cubicBezTo>
                  <a:cubicBezTo>
                    <a:pt x="338" y="0"/>
                    <a:pt x="338" y="0"/>
                    <a:pt x="338" y="0"/>
                  </a:cubicBezTo>
                  <a:cubicBezTo>
                    <a:pt x="169" y="0"/>
                    <a:pt x="0" y="212"/>
                    <a:pt x="0" y="424"/>
                  </a:cubicBezTo>
                  <a:cubicBezTo>
                    <a:pt x="0" y="2541"/>
                    <a:pt x="0" y="2541"/>
                    <a:pt x="0" y="2541"/>
                  </a:cubicBezTo>
                  <a:cubicBezTo>
                    <a:pt x="0" y="2965"/>
                    <a:pt x="169" y="2965"/>
                    <a:pt x="338" y="2965"/>
                  </a:cubicBezTo>
                  <a:cubicBezTo>
                    <a:pt x="2363" y="2965"/>
                    <a:pt x="2363" y="2965"/>
                    <a:pt x="2363" y="2965"/>
                  </a:cubicBezTo>
                  <a:cubicBezTo>
                    <a:pt x="2531" y="2965"/>
                    <a:pt x="2700" y="3176"/>
                    <a:pt x="2700" y="3388"/>
                  </a:cubicBezTo>
                  <a:cubicBezTo>
                    <a:pt x="2700" y="18212"/>
                    <a:pt x="2700" y="18212"/>
                    <a:pt x="2700" y="18212"/>
                  </a:cubicBezTo>
                  <a:cubicBezTo>
                    <a:pt x="2700" y="18424"/>
                    <a:pt x="2531" y="18635"/>
                    <a:pt x="2363" y="18635"/>
                  </a:cubicBezTo>
                  <a:cubicBezTo>
                    <a:pt x="338" y="18635"/>
                    <a:pt x="338" y="18635"/>
                    <a:pt x="338" y="18635"/>
                  </a:cubicBezTo>
                  <a:cubicBezTo>
                    <a:pt x="169" y="18635"/>
                    <a:pt x="0" y="18847"/>
                    <a:pt x="0" y="19059"/>
                  </a:cubicBezTo>
                  <a:cubicBezTo>
                    <a:pt x="0" y="21176"/>
                    <a:pt x="0" y="21176"/>
                    <a:pt x="0" y="21176"/>
                  </a:cubicBezTo>
                  <a:cubicBezTo>
                    <a:pt x="0" y="21388"/>
                    <a:pt x="169" y="21600"/>
                    <a:pt x="338" y="21600"/>
                  </a:cubicBezTo>
                  <a:cubicBezTo>
                    <a:pt x="21263" y="21600"/>
                    <a:pt x="21263" y="21600"/>
                    <a:pt x="21263" y="21600"/>
                  </a:cubicBezTo>
                  <a:cubicBezTo>
                    <a:pt x="21431" y="21600"/>
                    <a:pt x="21600" y="21388"/>
                    <a:pt x="21600" y="21176"/>
                  </a:cubicBezTo>
                  <a:cubicBezTo>
                    <a:pt x="21600" y="19059"/>
                    <a:pt x="21600" y="19059"/>
                    <a:pt x="21600" y="19059"/>
                  </a:cubicBezTo>
                  <a:cubicBezTo>
                    <a:pt x="21600" y="18847"/>
                    <a:pt x="21431" y="18635"/>
                    <a:pt x="21263" y="18635"/>
                  </a:cubicBezTo>
                  <a:cubicBezTo>
                    <a:pt x="19069" y="18635"/>
                    <a:pt x="19069" y="18635"/>
                    <a:pt x="19069" y="18635"/>
                  </a:cubicBezTo>
                  <a:cubicBezTo>
                    <a:pt x="18900" y="18635"/>
                    <a:pt x="18731" y="18424"/>
                    <a:pt x="18731" y="18212"/>
                  </a:cubicBezTo>
                  <a:cubicBezTo>
                    <a:pt x="18731" y="3388"/>
                    <a:pt x="18731" y="3388"/>
                    <a:pt x="18731" y="3388"/>
                  </a:cubicBezTo>
                  <a:cubicBezTo>
                    <a:pt x="18731" y="3176"/>
                    <a:pt x="18900" y="2965"/>
                    <a:pt x="19069" y="2965"/>
                  </a:cubicBezTo>
                  <a:close/>
                  <a:moveTo>
                    <a:pt x="19237" y="1059"/>
                  </a:moveTo>
                  <a:cubicBezTo>
                    <a:pt x="19237" y="847"/>
                    <a:pt x="19237" y="635"/>
                    <a:pt x="19406" y="635"/>
                  </a:cubicBezTo>
                  <a:cubicBezTo>
                    <a:pt x="20250" y="635"/>
                    <a:pt x="20250" y="635"/>
                    <a:pt x="20250" y="635"/>
                  </a:cubicBezTo>
                  <a:cubicBezTo>
                    <a:pt x="20419" y="635"/>
                    <a:pt x="20587" y="847"/>
                    <a:pt x="20587" y="1059"/>
                  </a:cubicBezTo>
                  <a:cubicBezTo>
                    <a:pt x="20587" y="2118"/>
                    <a:pt x="20587" y="2118"/>
                    <a:pt x="20587" y="2118"/>
                  </a:cubicBezTo>
                  <a:cubicBezTo>
                    <a:pt x="20587" y="2329"/>
                    <a:pt x="20419" y="2329"/>
                    <a:pt x="20250" y="2329"/>
                  </a:cubicBezTo>
                  <a:cubicBezTo>
                    <a:pt x="19406" y="2329"/>
                    <a:pt x="19406" y="2329"/>
                    <a:pt x="19406" y="2329"/>
                  </a:cubicBezTo>
                  <a:cubicBezTo>
                    <a:pt x="19237" y="2329"/>
                    <a:pt x="19237" y="2329"/>
                    <a:pt x="19237" y="2118"/>
                  </a:cubicBezTo>
                  <a:lnTo>
                    <a:pt x="19237" y="1059"/>
                  </a:lnTo>
                  <a:close/>
                  <a:moveTo>
                    <a:pt x="2363" y="2118"/>
                  </a:moveTo>
                  <a:cubicBezTo>
                    <a:pt x="2363" y="2329"/>
                    <a:pt x="2194" y="2329"/>
                    <a:pt x="2025" y="2329"/>
                  </a:cubicBezTo>
                  <a:cubicBezTo>
                    <a:pt x="1181" y="2329"/>
                    <a:pt x="1181" y="2329"/>
                    <a:pt x="1181" y="2329"/>
                  </a:cubicBezTo>
                  <a:cubicBezTo>
                    <a:pt x="1013" y="2329"/>
                    <a:pt x="1013" y="2329"/>
                    <a:pt x="1013" y="2118"/>
                  </a:cubicBezTo>
                  <a:cubicBezTo>
                    <a:pt x="1013" y="1059"/>
                    <a:pt x="1013" y="1059"/>
                    <a:pt x="1013" y="1059"/>
                  </a:cubicBezTo>
                  <a:cubicBezTo>
                    <a:pt x="1013" y="847"/>
                    <a:pt x="1013" y="635"/>
                    <a:pt x="1181" y="635"/>
                  </a:cubicBezTo>
                  <a:cubicBezTo>
                    <a:pt x="2025" y="635"/>
                    <a:pt x="2025" y="635"/>
                    <a:pt x="2025" y="635"/>
                  </a:cubicBezTo>
                  <a:cubicBezTo>
                    <a:pt x="2194" y="635"/>
                    <a:pt x="2363" y="847"/>
                    <a:pt x="2363" y="1059"/>
                  </a:cubicBezTo>
                  <a:lnTo>
                    <a:pt x="2363" y="2118"/>
                  </a:lnTo>
                  <a:close/>
                  <a:moveTo>
                    <a:pt x="2363" y="20753"/>
                  </a:moveTo>
                  <a:cubicBezTo>
                    <a:pt x="2363" y="20965"/>
                    <a:pt x="2194" y="20965"/>
                    <a:pt x="2025" y="20965"/>
                  </a:cubicBezTo>
                  <a:cubicBezTo>
                    <a:pt x="1181" y="20965"/>
                    <a:pt x="1181" y="20965"/>
                    <a:pt x="1181" y="20965"/>
                  </a:cubicBezTo>
                  <a:cubicBezTo>
                    <a:pt x="1013" y="20965"/>
                    <a:pt x="1013" y="20965"/>
                    <a:pt x="1013" y="20753"/>
                  </a:cubicBezTo>
                  <a:cubicBezTo>
                    <a:pt x="1013" y="19694"/>
                    <a:pt x="1013" y="19694"/>
                    <a:pt x="1013" y="19694"/>
                  </a:cubicBezTo>
                  <a:cubicBezTo>
                    <a:pt x="1013" y="19482"/>
                    <a:pt x="1013" y="19271"/>
                    <a:pt x="1181" y="19271"/>
                  </a:cubicBezTo>
                  <a:cubicBezTo>
                    <a:pt x="2025" y="19271"/>
                    <a:pt x="2025" y="19271"/>
                    <a:pt x="2025" y="19271"/>
                  </a:cubicBezTo>
                  <a:cubicBezTo>
                    <a:pt x="2194" y="19271"/>
                    <a:pt x="2363" y="19482"/>
                    <a:pt x="2363" y="19694"/>
                  </a:cubicBezTo>
                  <a:lnTo>
                    <a:pt x="2363" y="20753"/>
                  </a:lnTo>
                  <a:close/>
                  <a:moveTo>
                    <a:pt x="19237" y="19694"/>
                  </a:moveTo>
                  <a:cubicBezTo>
                    <a:pt x="19237" y="19482"/>
                    <a:pt x="19237" y="19271"/>
                    <a:pt x="19406" y="19271"/>
                  </a:cubicBezTo>
                  <a:cubicBezTo>
                    <a:pt x="20250" y="19271"/>
                    <a:pt x="20250" y="19271"/>
                    <a:pt x="20250" y="19271"/>
                  </a:cubicBezTo>
                  <a:cubicBezTo>
                    <a:pt x="20419" y="19271"/>
                    <a:pt x="20587" y="19482"/>
                    <a:pt x="20587" y="19694"/>
                  </a:cubicBezTo>
                  <a:cubicBezTo>
                    <a:pt x="20587" y="20753"/>
                    <a:pt x="20587" y="20753"/>
                    <a:pt x="20587" y="20753"/>
                  </a:cubicBezTo>
                  <a:cubicBezTo>
                    <a:pt x="20587" y="20965"/>
                    <a:pt x="20419" y="20965"/>
                    <a:pt x="20250" y="20965"/>
                  </a:cubicBezTo>
                  <a:cubicBezTo>
                    <a:pt x="19406" y="20965"/>
                    <a:pt x="19406" y="20965"/>
                    <a:pt x="19406" y="20965"/>
                  </a:cubicBezTo>
                  <a:cubicBezTo>
                    <a:pt x="19237" y="20965"/>
                    <a:pt x="19237" y="20965"/>
                    <a:pt x="19237" y="20753"/>
                  </a:cubicBezTo>
                  <a:lnTo>
                    <a:pt x="19237" y="19694"/>
                  </a:lnTo>
                  <a:close/>
                  <a:moveTo>
                    <a:pt x="15188" y="1059"/>
                  </a:moveTo>
                  <a:cubicBezTo>
                    <a:pt x="15188" y="847"/>
                    <a:pt x="15188" y="635"/>
                    <a:pt x="15356" y="635"/>
                  </a:cubicBezTo>
                  <a:cubicBezTo>
                    <a:pt x="16200" y="635"/>
                    <a:pt x="16200" y="635"/>
                    <a:pt x="16200" y="635"/>
                  </a:cubicBezTo>
                  <a:cubicBezTo>
                    <a:pt x="16369" y="635"/>
                    <a:pt x="16538" y="847"/>
                    <a:pt x="16538" y="1059"/>
                  </a:cubicBezTo>
                  <a:cubicBezTo>
                    <a:pt x="16538" y="2118"/>
                    <a:pt x="16538" y="2118"/>
                    <a:pt x="16538" y="2118"/>
                  </a:cubicBezTo>
                  <a:cubicBezTo>
                    <a:pt x="16538" y="2329"/>
                    <a:pt x="16369" y="2329"/>
                    <a:pt x="16200" y="2329"/>
                  </a:cubicBezTo>
                  <a:cubicBezTo>
                    <a:pt x="15356" y="2329"/>
                    <a:pt x="15356" y="2329"/>
                    <a:pt x="15356" y="2329"/>
                  </a:cubicBezTo>
                  <a:cubicBezTo>
                    <a:pt x="15188" y="2329"/>
                    <a:pt x="15188" y="2329"/>
                    <a:pt x="15188" y="2118"/>
                  </a:cubicBezTo>
                  <a:lnTo>
                    <a:pt x="15188" y="1059"/>
                  </a:lnTo>
                  <a:close/>
                  <a:moveTo>
                    <a:pt x="11813" y="1059"/>
                  </a:moveTo>
                  <a:cubicBezTo>
                    <a:pt x="11813" y="847"/>
                    <a:pt x="11813" y="635"/>
                    <a:pt x="11981" y="635"/>
                  </a:cubicBezTo>
                  <a:cubicBezTo>
                    <a:pt x="12825" y="635"/>
                    <a:pt x="12825" y="635"/>
                    <a:pt x="12825" y="635"/>
                  </a:cubicBezTo>
                  <a:cubicBezTo>
                    <a:pt x="12994" y="635"/>
                    <a:pt x="13163" y="847"/>
                    <a:pt x="13163" y="1059"/>
                  </a:cubicBezTo>
                  <a:cubicBezTo>
                    <a:pt x="13163" y="2118"/>
                    <a:pt x="13163" y="2118"/>
                    <a:pt x="13163" y="2118"/>
                  </a:cubicBezTo>
                  <a:cubicBezTo>
                    <a:pt x="13163" y="2329"/>
                    <a:pt x="12994" y="2329"/>
                    <a:pt x="12825" y="2329"/>
                  </a:cubicBezTo>
                  <a:cubicBezTo>
                    <a:pt x="11981" y="2329"/>
                    <a:pt x="11981" y="2329"/>
                    <a:pt x="11981" y="2329"/>
                  </a:cubicBezTo>
                  <a:cubicBezTo>
                    <a:pt x="11813" y="2329"/>
                    <a:pt x="11813" y="2329"/>
                    <a:pt x="11813" y="2118"/>
                  </a:cubicBezTo>
                  <a:lnTo>
                    <a:pt x="11813" y="1059"/>
                  </a:lnTo>
                  <a:close/>
                  <a:moveTo>
                    <a:pt x="8438" y="1059"/>
                  </a:moveTo>
                  <a:cubicBezTo>
                    <a:pt x="8438" y="847"/>
                    <a:pt x="8438" y="635"/>
                    <a:pt x="8606" y="635"/>
                  </a:cubicBezTo>
                  <a:cubicBezTo>
                    <a:pt x="9450" y="635"/>
                    <a:pt x="9450" y="635"/>
                    <a:pt x="9450" y="635"/>
                  </a:cubicBezTo>
                  <a:cubicBezTo>
                    <a:pt x="9619" y="635"/>
                    <a:pt x="9788" y="847"/>
                    <a:pt x="9788" y="1059"/>
                  </a:cubicBezTo>
                  <a:cubicBezTo>
                    <a:pt x="9788" y="2118"/>
                    <a:pt x="9788" y="2118"/>
                    <a:pt x="9788" y="2118"/>
                  </a:cubicBezTo>
                  <a:cubicBezTo>
                    <a:pt x="9788" y="2329"/>
                    <a:pt x="9619" y="2329"/>
                    <a:pt x="9450" y="2329"/>
                  </a:cubicBezTo>
                  <a:cubicBezTo>
                    <a:pt x="8606" y="2329"/>
                    <a:pt x="8606" y="2329"/>
                    <a:pt x="8606" y="2329"/>
                  </a:cubicBezTo>
                  <a:cubicBezTo>
                    <a:pt x="8438" y="2329"/>
                    <a:pt x="8438" y="2329"/>
                    <a:pt x="8438" y="2118"/>
                  </a:cubicBezTo>
                  <a:lnTo>
                    <a:pt x="8438" y="1059"/>
                  </a:lnTo>
                  <a:close/>
                  <a:moveTo>
                    <a:pt x="5063" y="1059"/>
                  </a:moveTo>
                  <a:cubicBezTo>
                    <a:pt x="5063" y="847"/>
                    <a:pt x="5063" y="635"/>
                    <a:pt x="5231" y="635"/>
                  </a:cubicBezTo>
                  <a:cubicBezTo>
                    <a:pt x="6075" y="635"/>
                    <a:pt x="6075" y="635"/>
                    <a:pt x="6075" y="635"/>
                  </a:cubicBezTo>
                  <a:cubicBezTo>
                    <a:pt x="6244" y="635"/>
                    <a:pt x="6413" y="847"/>
                    <a:pt x="6413" y="1059"/>
                  </a:cubicBezTo>
                  <a:cubicBezTo>
                    <a:pt x="6413" y="2118"/>
                    <a:pt x="6413" y="2118"/>
                    <a:pt x="6413" y="2118"/>
                  </a:cubicBezTo>
                  <a:cubicBezTo>
                    <a:pt x="6413" y="2329"/>
                    <a:pt x="6244" y="2329"/>
                    <a:pt x="6075" y="2329"/>
                  </a:cubicBezTo>
                  <a:cubicBezTo>
                    <a:pt x="5231" y="2329"/>
                    <a:pt x="5231" y="2329"/>
                    <a:pt x="5231" y="2329"/>
                  </a:cubicBezTo>
                  <a:cubicBezTo>
                    <a:pt x="5063" y="2329"/>
                    <a:pt x="5063" y="2329"/>
                    <a:pt x="5063" y="2118"/>
                  </a:cubicBezTo>
                  <a:lnTo>
                    <a:pt x="5063" y="1059"/>
                  </a:lnTo>
                  <a:close/>
                  <a:moveTo>
                    <a:pt x="6413" y="20753"/>
                  </a:moveTo>
                  <a:cubicBezTo>
                    <a:pt x="6413" y="20965"/>
                    <a:pt x="6244" y="20965"/>
                    <a:pt x="6075" y="20965"/>
                  </a:cubicBezTo>
                  <a:cubicBezTo>
                    <a:pt x="5231" y="20965"/>
                    <a:pt x="5231" y="20965"/>
                    <a:pt x="5231" y="20965"/>
                  </a:cubicBezTo>
                  <a:cubicBezTo>
                    <a:pt x="5063" y="20965"/>
                    <a:pt x="5063" y="20965"/>
                    <a:pt x="5063" y="20753"/>
                  </a:cubicBezTo>
                  <a:cubicBezTo>
                    <a:pt x="5063" y="19694"/>
                    <a:pt x="5063" y="19694"/>
                    <a:pt x="5063" y="19694"/>
                  </a:cubicBezTo>
                  <a:cubicBezTo>
                    <a:pt x="5063" y="19482"/>
                    <a:pt x="5063" y="19271"/>
                    <a:pt x="5231" y="19271"/>
                  </a:cubicBezTo>
                  <a:cubicBezTo>
                    <a:pt x="6075" y="19271"/>
                    <a:pt x="6075" y="19271"/>
                    <a:pt x="6075" y="19271"/>
                  </a:cubicBezTo>
                  <a:cubicBezTo>
                    <a:pt x="6244" y="19271"/>
                    <a:pt x="6413" y="19482"/>
                    <a:pt x="6413" y="19694"/>
                  </a:cubicBezTo>
                  <a:lnTo>
                    <a:pt x="6413" y="20753"/>
                  </a:lnTo>
                  <a:close/>
                  <a:moveTo>
                    <a:pt x="9788" y="20753"/>
                  </a:moveTo>
                  <a:cubicBezTo>
                    <a:pt x="9788" y="20965"/>
                    <a:pt x="9619" y="20965"/>
                    <a:pt x="9450" y="20965"/>
                  </a:cubicBezTo>
                  <a:cubicBezTo>
                    <a:pt x="8606" y="20965"/>
                    <a:pt x="8606" y="20965"/>
                    <a:pt x="8606" y="20965"/>
                  </a:cubicBezTo>
                  <a:cubicBezTo>
                    <a:pt x="8438" y="20965"/>
                    <a:pt x="8438" y="20965"/>
                    <a:pt x="8438" y="20753"/>
                  </a:cubicBezTo>
                  <a:cubicBezTo>
                    <a:pt x="8438" y="19694"/>
                    <a:pt x="8438" y="19694"/>
                    <a:pt x="8438" y="19694"/>
                  </a:cubicBezTo>
                  <a:cubicBezTo>
                    <a:pt x="8438" y="19482"/>
                    <a:pt x="8438" y="19271"/>
                    <a:pt x="8606" y="19271"/>
                  </a:cubicBezTo>
                  <a:cubicBezTo>
                    <a:pt x="9450" y="19271"/>
                    <a:pt x="9450" y="19271"/>
                    <a:pt x="9450" y="19271"/>
                  </a:cubicBezTo>
                  <a:cubicBezTo>
                    <a:pt x="9619" y="19271"/>
                    <a:pt x="9788" y="19482"/>
                    <a:pt x="9788" y="19694"/>
                  </a:cubicBezTo>
                  <a:lnTo>
                    <a:pt x="9788" y="20753"/>
                  </a:lnTo>
                  <a:close/>
                  <a:moveTo>
                    <a:pt x="13163" y="20753"/>
                  </a:moveTo>
                  <a:cubicBezTo>
                    <a:pt x="13163" y="20965"/>
                    <a:pt x="12994" y="20965"/>
                    <a:pt x="12825" y="20965"/>
                  </a:cubicBezTo>
                  <a:cubicBezTo>
                    <a:pt x="11981" y="20965"/>
                    <a:pt x="11981" y="20965"/>
                    <a:pt x="11981" y="20965"/>
                  </a:cubicBezTo>
                  <a:cubicBezTo>
                    <a:pt x="11813" y="20965"/>
                    <a:pt x="11813" y="20965"/>
                    <a:pt x="11813" y="20753"/>
                  </a:cubicBezTo>
                  <a:cubicBezTo>
                    <a:pt x="11813" y="19694"/>
                    <a:pt x="11813" y="19694"/>
                    <a:pt x="11813" y="19694"/>
                  </a:cubicBezTo>
                  <a:cubicBezTo>
                    <a:pt x="11813" y="19482"/>
                    <a:pt x="11813" y="19271"/>
                    <a:pt x="11981" y="19271"/>
                  </a:cubicBezTo>
                  <a:cubicBezTo>
                    <a:pt x="12825" y="19271"/>
                    <a:pt x="12825" y="19271"/>
                    <a:pt x="12825" y="19271"/>
                  </a:cubicBezTo>
                  <a:cubicBezTo>
                    <a:pt x="12994" y="19271"/>
                    <a:pt x="13163" y="19482"/>
                    <a:pt x="13163" y="19694"/>
                  </a:cubicBezTo>
                  <a:lnTo>
                    <a:pt x="13163" y="20753"/>
                  </a:lnTo>
                  <a:close/>
                  <a:moveTo>
                    <a:pt x="16538" y="20753"/>
                  </a:moveTo>
                  <a:cubicBezTo>
                    <a:pt x="16538" y="20965"/>
                    <a:pt x="16369" y="20965"/>
                    <a:pt x="16200" y="20965"/>
                  </a:cubicBezTo>
                  <a:cubicBezTo>
                    <a:pt x="15356" y="20965"/>
                    <a:pt x="15356" y="20965"/>
                    <a:pt x="15356" y="20965"/>
                  </a:cubicBezTo>
                  <a:cubicBezTo>
                    <a:pt x="15188" y="20965"/>
                    <a:pt x="15188" y="20965"/>
                    <a:pt x="15188" y="20753"/>
                  </a:cubicBezTo>
                  <a:cubicBezTo>
                    <a:pt x="15188" y="19694"/>
                    <a:pt x="15188" y="19694"/>
                    <a:pt x="15188" y="19694"/>
                  </a:cubicBezTo>
                  <a:cubicBezTo>
                    <a:pt x="15188" y="19482"/>
                    <a:pt x="15188" y="19271"/>
                    <a:pt x="15356" y="19271"/>
                  </a:cubicBezTo>
                  <a:cubicBezTo>
                    <a:pt x="16200" y="19271"/>
                    <a:pt x="16200" y="19271"/>
                    <a:pt x="16200" y="19271"/>
                  </a:cubicBezTo>
                  <a:cubicBezTo>
                    <a:pt x="16369" y="19271"/>
                    <a:pt x="16538" y="19482"/>
                    <a:pt x="16538" y="19694"/>
                  </a:cubicBezTo>
                  <a:lnTo>
                    <a:pt x="16538" y="20753"/>
                  </a:lnTo>
                  <a:close/>
                  <a:moveTo>
                    <a:pt x="16706" y="18212"/>
                  </a:moveTo>
                  <a:cubicBezTo>
                    <a:pt x="16706" y="18424"/>
                    <a:pt x="16538" y="18635"/>
                    <a:pt x="16369" y="18635"/>
                  </a:cubicBezTo>
                  <a:cubicBezTo>
                    <a:pt x="5063" y="18635"/>
                    <a:pt x="5063" y="18635"/>
                    <a:pt x="5063" y="18635"/>
                  </a:cubicBezTo>
                  <a:cubicBezTo>
                    <a:pt x="4894" y="18635"/>
                    <a:pt x="4725" y="18424"/>
                    <a:pt x="4725" y="18212"/>
                  </a:cubicBezTo>
                  <a:cubicBezTo>
                    <a:pt x="4725" y="3388"/>
                    <a:pt x="4725" y="3388"/>
                    <a:pt x="4725" y="3388"/>
                  </a:cubicBezTo>
                  <a:cubicBezTo>
                    <a:pt x="4725" y="3176"/>
                    <a:pt x="4894" y="2965"/>
                    <a:pt x="5063" y="2965"/>
                  </a:cubicBezTo>
                  <a:cubicBezTo>
                    <a:pt x="16369" y="2965"/>
                    <a:pt x="16369" y="2965"/>
                    <a:pt x="16369" y="2965"/>
                  </a:cubicBezTo>
                  <a:cubicBezTo>
                    <a:pt x="16538" y="2965"/>
                    <a:pt x="16706" y="3176"/>
                    <a:pt x="16706" y="3388"/>
                  </a:cubicBezTo>
                  <a:lnTo>
                    <a:pt x="16706" y="18212"/>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33" name="Shape 6533"/>
            <p:cNvSpPr/>
            <p:nvPr/>
          </p:nvSpPr>
          <p:spPr>
            <a:xfrm>
              <a:off x="480676" y="347243"/>
              <a:ext cx="136499" cy="159445"/>
            </a:xfrm>
            <a:custGeom>
              <a:avLst/>
              <a:gdLst/>
              <a:ahLst/>
              <a:cxnLst>
                <a:cxn ang="0">
                  <a:pos x="wd2" y="hd2"/>
                </a:cxn>
                <a:cxn ang="5400000">
                  <a:pos x="wd2" y="hd2"/>
                </a:cxn>
                <a:cxn ang="10800000">
                  <a:pos x="wd2" y="hd2"/>
                </a:cxn>
                <a:cxn ang="16200000">
                  <a:pos x="wd2" y="hd2"/>
                </a:cxn>
              </a:cxnLst>
              <a:rect l="0" t="0" r="r" b="b"/>
              <a:pathLst>
                <a:path w="20965" h="20510" fill="norm" stroke="1" extrusionOk="0">
                  <a:moveTo>
                    <a:pt x="0" y="2584"/>
                  </a:moveTo>
                  <a:cubicBezTo>
                    <a:pt x="0" y="424"/>
                    <a:pt x="1271" y="-656"/>
                    <a:pt x="3812" y="424"/>
                  </a:cubicBezTo>
                  <a:cubicBezTo>
                    <a:pt x="19059" y="7984"/>
                    <a:pt x="19059" y="7984"/>
                    <a:pt x="19059" y="7984"/>
                  </a:cubicBezTo>
                  <a:cubicBezTo>
                    <a:pt x="21600" y="9064"/>
                    <a:pt x="21600" y="11224"/>
                    <a:pt x="19059" y="12304"/>
                  </a:cubicBezTo>
                  <a:cubicBezTo>
                    <a:pt x="3812" y="19864"/>
                    <a:pt x="3812" y="19864"/>
                    <a:pt x="3812" y="19864"/>
                  </a:cubicBezTo>
                  <a:cubicBezTo>
                    <a:pt x="1271" y="20944"/>
                    <a:pt x="0" y="20944"/>
                    <a:pt x="0" y="17704"/>
                  </a:cubicBezTo>
                  <a:lnTo>
                    <a:pt x="0" y="258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34" name="Shape 6534"/>
            <p:cNvSpPr/>
            <p:nvPr/>
          </p:nvSpPr>
          <p:spPr>
            <a:xfrm>
              <a:off x="348437" y="241387"/>
              <a:ext cx="365230" cy="367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909" y="21600"/>
                    <a:pt x="0" y="17182"/>
                    <a:pt x="0" y="10800"/>
                  </a:cubicBezTo>
                  <a:cubicBezTo>
                    <a:pt x="0" y="4909"/>
                    <a:pt x="4909" y="0"/>
                    <a:pt x="10800" y="0"/>
                  </a:cubicBezTo>
                  <a:cubicBezTo>
                    <a:pt x="16691" y="0"/>
                    <a:pt x="21600" y="4909"/>
                    <a:pt x="21600" y="10800"/>
                  </a:cubicBezTo>
                  <a:cubicBezTo>
                    <a:pt x="21600" y="17182"/>
                    <a:pt x="16691" y="21600"/>
                    <a:pt x="10800" y="21600"/>
                  </a:cubicBezTo>
                  <a:close/>
                  <a:moveTo>
                    <a:pt x="10800" y="1964"/>
                  </a:moveTo>
                  <a:cubicBezTo>
                    <a:pt x="5891" y="1964"/>
                    <a:pt x="1473" y="5891"/>
                    <a:pt x="1473" y="10800"/>
                  </a:cubicBezTo>
                  <a:cubicBezTo>
                    <a:pt x="1473" y="16200"/>
                    <a:pt x="5891" y="20127"/>
                    <a:pt x="10800" y="20127"/>
                  </a:cubicBezTo>
                  <a:cubicBezTo>
                    <a:pt x="15709" y="20127"/>
                    <a:pt x="19636" y="16200"/>
                    <a:pt x="19636" y="10800"/>
                  </a:cubicBezTo>
                  <a:cubicBezTo>
                    <a:pt x="19636" y="5891"/>
                    <a:pt x="15709" y="1964"/>
                    <a:pt x="10800" y="196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49" name="Group 6549"/>
          <p:cNvGrpSpPr/>
          <p:nvPr/>
        </p:nvGrpSpPr>
        <p:grpSpPr>
          <a:xfrm>
            <a:off x="4466627" y="3563980"/>
            <a:ext cx="887377" cy="887379"/>
            <a:chOff x="0" y="0"/>
            <a:chExt cx="887375" cy="887378"/>
          </a:xfrm>
        </p:grpSpPr>
        <p:sp>
          <p:nvSpPr>
            <p:cNvPr id="6536" name="Shape 6536"/>
            <p:cNvSpPr/>
            <p:nvPr/>
          </p:nvSpPr>
          <p:spPr>
            <a:xfrm>
              <a:off x="0" y="0"/>
              <a:ext cx="887376" cy="887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5" y="0"/>
                  </a:moveTo>
                  <a:cubicBezTo>
                    <a:pt x="4725" y="0"/>
                    <a:pt x="4725" y="0"/>
                    <a:pt x="4725" y="0"/>
                  </a:cubicBezTo>
                  <a:cubicBezTo>
                    <a:pt x="3544" y="0"/>
                    <a:pt x="2700" y="844"/>
                    <a:pt x="2700" y="2025"/>
                  </a:cubicBezTo>
                  <a:cubicBezTo>
                    <a:pt x="2700" y="3375"/>
                    <a:pt x="2700" y="3375"/>
                    <a:pt x="2700" y="3375"/>
                  </a:cubicBezTo>
                  <a:cubicBezTo>
                    <a:pt x="2025" y="3375"/>
                    <a:pt x="2025" y="3375"/>
                    <a:pt x="2025" y="3375"/>
                  </a:cubicBezTo>
                  <a:cubicBezTo>
                    <a:pt x="844" y="3375"/>
                    <a:pt x="0" y="4219"/>
                    <a:pt x="0" y="5400"/>
                  </a:cubicBezTo>
                  <a:cubicBezTo>
                    <a:pt x="0" y="18900"/>
                    <a:pt x="0" y="18900"/>
                    <a:pt x="0" y="18900"/>
                  </a:cubicBezTo>
                  <a:cubicBezTo>
                    <a:pt x="0" y="20419"/>
                    <a:pt x="1181" y="21600"/>
                    <a:pt x="2700" y="21600"/>
                  </a:cubicBezTo>
                  <a:cubicBezTo>
                    <a:pt x="18900" y="21600"/>
                    <a:pt x="18900" y="21600"/>
                    <a:pt x="18900" y="21600"/>
                  </a:cubicBezTo>
                  <a:cubicBezTo>
                    <a:pt x="20419" y="21600"/>
                    <a:pt x="21600" y="20419"/>
                    <a:pt x="21600" y="18900"/>
                  </a:cubicBezTo>
                  <a:cubicBezTo>
                    <a:pt x="21600" y="2025"/>
                    <a:pt x="21600" y="2025"/>
                    <a:pt x="21600" y="2025"/>
                  </a:cubicBezTo>
                  <a:cubicBezTo>
                    <a:pt x="21600" y="844"/>
                    <a:pt x="20756" y="0"/>
                    <a:pt x="19575" y="0"/>
                  </a:cubicBezTo>
                  <a:close/>
                  <a:moveTo>
                    <a:pt x="20250" y="18900"/>
                  </a:moveTo>
                  <a:cubicBezTo>
                    <a:pt x="20250" y="19575"/>
                    <a:pt x="19575" y="20250"/>
                    <a:pt x="18900" y="20250"/>
                  </a:cubicBezTo>
                  <a:cubicBezTo>
                    <a:pt x="2700" y="20250"/>
                    <a:pt x="2700" y="20250"/>
                    <a:pt x="2700" y="20250"/>
                  </a:cubicBezTo>
                  <a:cubicBezTo>
                    <a:pt x="2025" y="20250"/>
                    <a:pt x="1350" y="19575"/>
                    <a:pt x="1350" y="18900"/>
                  </a:cubicBezTo>
                  <a:cubicBezTo>
                    <a:pt x="1350" y="5400"/>
                    <a:pt x="1350" y="5400"/>
                    <a:pt x="1350" y="5400"/>
                  </a:cubicBezTo>
                  <a:cubicBezTo>
                    <a:pt x="1350" y="5063"/>
                    <a:pt x="1687" y="4725"/>
                    <a:pt x="2025" y="4725"/>
                  </a:cubicBezTo>
                  <a:cubicBezTo>
                    <a:pt x="2700" y="4725"/>
                    <a:pt x="2700" y="4725"/>
                    <a:pt x="2700" y="4725"/>
                  </a:cubicBezTo>
                  <a:cubicBezTo>
                    <a:pt x="2700" y="18225"/>
                    <a:pt x="2700" y="18225"/>
                    <a:pt x="2700" y="18225"/>
                  </a:cubicBezTo>
                  <a:cubicBezTo>
                    <a:pt x="2700" y="18562"/>
                    <a:pt x="3037" y="18900"/>
                    <a:pt x="3375" y="18900"/>
                  </a:cubicBezTo>
                  <a:cubicBezTo>
                    <a:pt x="3712" y="18900"/>
                    <a:pt x="4050" y="18562"/>
                    <a:pt x="4050" y="18225"/>
                  </a:cubicBezTo>
                  <a:cubicBezTo>
                    <a:pt x="4050" y="2025"/>
                    <a:pt x="4050" y="2025"/>
                    <a:pt x="4050" y="2025"/>
                  </a:cubicBezTo>
                  <a:cubicBezTo>
                    <a:pt x="4050" y="1688"/>
                    <a:pt x="4387" y="1350"/>
                    <a:pt x="4725" y="1350"/>
                  </a:cubicBezTo>
                  <a:cubicBezTo>
                    <a:pt x="19575" y="1350"/>
                    <a:pt x="19575" y="1350"/>
                    <a:pt x="19575" y="1350"/>
                  </a:cubicBezTo>
                  <a:cubicBezTo>
                    <a:pt x="19912" y="1350"/>
                    <a:pt x="20250" y="1688"/>
                    <a:pt x="20250" y="2025"/>
                  </a:cubicBezTo>
                  <a:lnTo>
                    <a:pt x="20250" y="189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37" name="Shape 6537"/>
            <p:cNvSpPr/>
            <p:nvPr/>
          </p:nvSpPr>
          <p:spPr>
            <a:xfrm>
              <a:off x="525532" y="333125"/>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cubicBezTo>
                    <a:pt x="20400" y="21600"/>
                    <a:pt x="20400" y="21600"/>
                    <a:pt x="20400" y="21600"/>
                  </a:cubicBezTo>
                  <a:cubicBezTo>
                    <a:pt x="21000" y="21600"/>
                    <a:pt x="21600" y="16200"/>
                    <a:pt x="21600" y="10800"/>
                  </a:cubicBezTo>
                  <a:cubicBezTo>
                    <a:pt x="21600" y="5400"/>
                    <a:pt x="21000" y="0"/>
                    <a:pt x="20400" y="0"/>
                  </a:cubicBezTo>
                  <a:cubicBezTo>
                    <a:pt x="1200" y="0"/>
                    <a:pt x="1200" y="0"/>
                    <a:pt x="1200" y="0"/>
                  </a:cubicBezTo>
                  <a:cubicBezTo>
                    <a:pt x="600" y="0"/>
                    <a:pt x="0" y="5400"/>
                    <a:pt x="0" y="10800"/>
                  </a:cubicBezTo>
                  <a:cubicBezTo>
                    <a:pt x="0" y="16200"/>
                    <a:pt x="600" y="21600"/>
                    <a:pt x="1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38" name="Shape 6538"/>
            <p:cNvSpPr/>
            <p:nvPr/>
          </p:nvSpPr>
          <p:spPr>
            <a:xfrm>
              <a:off x="525532" y="249843"/>
              <a:ext cx="249845" cy="258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cubicBezTo>
                    <a:pt x="20400" y="21600"/>
                    <a:pt x="20400" y="21600"/>
                    <a:pt x="20400" y="21600"/>
                  </a:cubicBezTo>
                  <a:cubicBezTo>
                    <a:pt x="21000" y="21600"/>
                    <a:pt x="21600" y="16200"/>
                    <a:pt x="21600" y="10800"/>
                  </a:cubicBezTo>
                  <a:cubicBezTo>
                    <a:pt x="21600" y="5400"/>
                    <a:pt x="21000" y="0"/>
                    <a:pt x="20400" y="0"/>
                  </a:cubicBezTo>
                  <a:cubicBezTo>
                    <a:pt x="1200" y="0"/>
                    <a:pt x="1200" y="0"/>
                    <a:pt x="1200" y="0"/>
                  </a:cubicBezTo>
                  <a:cubicBezTo>
                    <a:pt x="600" y="0"/>
                    <a:pt x="0" y="5400"/>
                    <a:pt x="0" y="10800"/>
                  </a:cubicBezTo>
                  <a:cubicBezTo>
                    <a:pt x="0" y="16200"/>
                    <a:pt x="600" y="21600"/>
                    <a:pt x="1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39" name="Shape 6539"/>
            <p:cNvSpPr/>
            <p:nvPr/>
          </p:nvSpPr>
          <p:spPr>
            <a:xfrm>
              <a:off x="525532" y="166562"/>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cubicBezTo>
                    <a:pt x="20400" y="21600"/>
                    <a:pt x="20400" y="21600"/>
                    <a:pt x="20400" y="21600"/>
                  </a:cubicBezTo>
                  <a:cubicBezTo>
                    <a:pt x="21000" y="21600"/>
                    <a:pt x="21600" y="16200"/>
                    <a:pt x="21600" y="10800"/>
                  </a:cubicBezTo>
                  <a:cubicBezTo>
                    <a:pt x="21600" y="5400"/>
                    <a:pt x="21000" y="0"/>
                    <a:pt x="20400" y="0"/>
                  </a:cubicBezTo>
                  <a:cubicBezTo>
                    <a:pt x="1200" y="0"/>
                    <a:pt x="1200" y="0"/>
                    <a:pt x="1200" y="0"/>
                  </a:cubicBezTo>
                  <a:cubicBezTo>
                    <a:pt x="600" y="0"/>
                    <a:pt x="0" y="5400"/>
                    <a:pt x="0" y="10800"/>
                  </a:cubicBezTo>
                  <a:cubicBezTo>
                    <a:pt x="0" y="16200"/>
                    <a:pt x="600" y="21600"/>
                    <a:pt x="12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0" name="Shape 6540"/>
            <p:cNvSpPr/>
            <p:nvPr/>
          </p:nvSpPr>
          <p:spPr>
            <a:xfrm>
              <a:off x="221125" y="749531"/>
              <a:ext cx="249844"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1" name="Shape 6541"/>
            <p:cNvSpPr/>
            <p:nvPr/>
          </p:nvSpPr>
          <p:spPr>
            <a:xfrm>
              <a:off x="221125" y="666250"/>
              <a:ext cx="249844"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2" name="Shape 6542"/>
            <p:cNvSpPr/>
            <p:nvPr/>
          </p:nvSpPr>
          <p:spPr>
            <a:xfrm>
              <a:off x="221125" y="582968"/>
              <a:ext cx="249844"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3" name="Shape 6543"/>
            <p:cNvSpPr/>
            <p:nvPr/>
          </p:nvSpPr>
          <p:spPr>
            <a:xfrm>
              <a:off x="525532" y="749531"/>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4" name="Shape 6544"/>
            <p:cNvSpPr/>
            <p:nvPr/>
          </p:nvSpPr>
          <p:spPr>
            <a:xfrm>
              <a:off x="525532" y="666250"/>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5" name="Shape 6545"/>
            <p:cNvSpPr/>
            <p:nvPr/>
          </p:nvSpPr>
          <p:spPr>
            <a:xfrm>
              <a:off x="525532" y="582968"/>
              <a:ext cx="249845"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cubicBezTo>
                    <a:pt x="1200" y="0"/>
                    <a:pt x="1200" y="0"/>
                    <a:pt x="1200" y="0"/>
                  </a:cubicBezTo>
                  <a:cubicBezTo>
                    <a:pt x="600" y="0"/>
                    <a:pt x="0" y="5400"/>
                    <a:pt x="0" y="10800"/>
                  </a:cubicBezTo>
                  <a:cubicBezTo>
                    <a:pt x="0" y="16200"/>
                    <a:pt x="600" y="21600"/>
                    <a:pt x="1200" y="21600"/>
                  </a:cubicBezTo>
                  <a:cubicBezTo>
                    <a:pt x="20400" y="21600"/>
                    <a:pt x="20400" y="21600"/>
                    <a:pt x="20400" y="21600"/>
                  </a:cubicBezTo>
                  <a:cubicBezTo>
                    <a:pt x="21000" y="21600"/>
                    <a:pt x="21600" y="16200"/>
                    <a:pt x="21600" y="10800"/>
                  </a:cubicBezTo>
                  <a:cubicBezTo>
                    <a:pt x="21600" y="5400"/>
                    <a:pt x="21000" y="0"/>
                    <a:pt x="204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6" name="Shape 6546"/>
            <p:cNvSpPr/>
            <p:nvPr/>
          </p:nvSpPr>
          <p:spPr>
            <a:xfrm>
              <a:off x="221125" y="416405"/>
              <a:ext cx="554252" cy="258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0" y="0"/>
                  </a:moveTo>
                  <a:cubicBezTo>
                    <a:pt x="540" y="0"/>
                    <a:pt x="540" y="0"/>
                    <a:pt x="540" y="0"/>
                  </a:cubicBezTo>
                  <a:cubicBezTo>
                    <a:pt x="270" y="0"/>
                    <a:pt x="0" y="5400"/>
                    <a:pt x="0" y="10800"/>
                  </a:cubicBezTo>
                  <a:cubicBezTo>
                    <a:pt x="0" y="16200"/>
                    <a:pt x="270" y="21600"/>
                    <a:pt x="540" y="21600"/>
                  </a:cubicBezTo>
                  <a:cubicBezTo>
                    <a:pt x="21060" y="21600"/>
                    <a:pt x="21060" y="21600"/>
                    <a:pt x="21060" y="21600"/>
                  </a:cubicBezTo>
                  <a:cubicBezTo>
                    <a:pt x="21330" y="21600"/>
                    <a:pt x="21600" y="16200"/>
                    <a:pt x="21600" y="10800"/>
                  </a:cubicBezTo>
                  <a:cubicBezTo>
                    <a:pt x="21600" y="5400"/>
                    <a:pt x="21330" y="0"/>
                    <a:pt x="2106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7" name="Shape 6547"/>
            <p:cNvSpPr/>
            <p:nvPr/>
          </p:nvSpPr>
          <p:spPr>
            <a:xfrm>
              <a:off x="221125" y="499688"/>
              <a:ext cx="554252" cy="258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0" y="0"/>
                  </a:moveTo>
                  <a:cubicBezTo>
                    <a:pt x="540" y="0"/>
                    <a:pt x="540" y="0"/>
                    <a:pt x="540" y="0"/>
                  </a:cubicBezTo>
                  <a:cubicBezTo>
                    <a:pt x="270" y="0"/>
                    <a:pt x="0" y="5400"/>
                    <a:pt x="0" y="10800"/>
                  </a:cubicBezTo>
                  <a:cubicBezTo>
                    <a:pt x="0" y="16200"/>
                    <a:pt x="270" y="21600"/>
                    <a:pt x="540" y="21600"/>
                  </a:cubicBezTo>
                  <a:cubicBezTo>
                    <a:pt x="21060" y="21600"/>
                    <a:pt x="21060" y="21600"/>
                    <a:pt x="21060" y="21600"/>
                  </a:cubicBezTo>
                  <a:cubicBezTo>
                    <a:pt x="21330" y="21600"/>
                    <a:pt x="21600" y="16200"/>
                    <a:pt x="21600" y="10800"/>
                  </a:cubicBezTo>
                  <a:cubicBezTo>
                    <a:pt x="21600" y="5400"/>
                    <a:pt x="21330" y="0"/>
                    <a:pt x="2106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48" name="Shape 6548"/>
            <p:cNvSpPr/>
            <p:nvPr/>
          </p:nvSpPr>
          <p:spPr>
            <a:xfrm>
              <a:off x="221125" y="109127"/>
              <a:ext cx="249844" cy="2498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00" y="21600"/>
                  </a:moveTo>
                  <a:cubicBezTo>
                    <a:pt x="19200" y="21600"/>
                    <a:pt x="19200" y="21600"/>
                    <a:pt x="19200" y="21600"/>
                  </a:cubicBezTo>
                  <a:cubicBezTo>
                    <a:pt x="20400" y="21600"/>
                    <a:pt x="21600" y="20400"/>
                    <a:pt x="21600" y="19200"/>
                  </a:cubicBezTo>
                  <a:cubicBezTo>
                    <a:pt x="21600" y="2400"/>
                    <a:pt x="21600" y="2400"/>
                    <a:pt x="21600" y="2400"/>
                  </a:cubicBezTo>
                  <a:cubicBezTo>
                    <a:pt x="21600" y="1200"/>
                    <a:pt x="20400" y="0"/>
                    <a:pt x="19200" y="0"/>
                  </a:cubicBezTo>
                  <a:cubicBezTo>
                    <a:pt x="2400" y="0"/>
                    <a:pt x="2400" y="0"/>
                    <a:pt x="2400" y="0"/>
                  </a:cubicBezTo>
                  <a:cubicBezTo>
                    <a:pt x="1200" y="0"/>
                    <a:pt x="0" y="1200"/>
                    <a:pt x="0" y="2400"/>
                  </a:cubicBezTo>
                  <a:cubicBezTo>
                    <a:pt x="0" y="19200"/>
                    <a:pt x="0" y="19200"/>
                    <a:pt x="0" y="19200"/>
                  </a:cubicBezTo>
                  <a:cubicBezTo>
                    <a:pt x="0" y="20400"/>
                    <a:pt x="1200" y="21600"/>
                    <a:pt x="2400" y="21600"/>
                  </a:cubicBezTo>
                  <a:close/>
                  <a:moveTo>
                    <a:pt x="4800" y="4800"/>
                  </a:moveTo>
                  <a:cubicBezTo>
                    <a:pt x="16800" y="4800"/>
                    <a:pt x="16800" y="4800"/>
                    <a:pt x="16800" y="4800"/>
                  </a:cubicBezTo>
                  <a:cubicBezTo>
                    <a:pt x="16800" y="16800"/>
                    <a:pt x="16800" y="16800"/>
                    <a:pt x="16800" y="16800"/>
                  </a:cubicBezTo>
                  <a:cubicBezTo>
                    <a:pt x="4800" y="16800"/>
                    <a:pt x="4800" y="16800"/>
                    <a:pt x="4800" y="16800"/>
                  </a:cubicBezTo>
                  <a:lnTo>
                    <a:pt x="4800" y="48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52" name="Group 6552"/>
          <p:cNvGrpSpPr/>
          <p:nvPr/>
        </p:nvGrpSpPr>
        <p:grpSpPr>
          <a:xfrm>
            <a:off x="19764716" y="6754371"/>
            <a:ext cx="802186" cy="1152909"/>
            <a:chOff x="0" y="0"/>
            <a:chExt cx="802185" cy="1152908"/>
          </a:xfrm>
        </p:grpSpPr>
        <p:sp>
          <p:nvSpPr>
            <p:cNvPr id="6550" name="Shape 6550"/>
            <p:cNvSpPr/>
            <p:nvPr/>
          </p:nvSpPr>
          <p:spPr>
            <a:xfrm>
              <a:off x="0" y="0"/>
              <a:ext cx="802186" cy="11529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09" y="0"/>
                    <a:pt x="0" y="3375"/>
                    <a:pt x="0" y="7425"/>
                  </a:cubicBezTo>
                  <a:cubicBezTo>
                    <a:pt x="0" y="10125"/>
                    <a:pt x="3682" y="12994"/>
                    <a:pt x="4909" y="15525"/>
                  </a:cubicBezTo>
                  <a:cubicBezTo>
                    <a:pt x="6873" y="19406"/>
                    <a:pt x="6627" y="21600"/>
                    <a:pt x="10800" y="21600"/>
                  </a:cubicBezTo>
                  <a:cubicBezTo>
                    <a:pt x="14973" y="21600"/>
                    <a:pt x="14727" y="19406"/>
                    <a:pt x="16691" y="15525"/>
                  </a:cubicBezTo>
                  <a:cubicBezTo>
                    <a:pt x="17918" y="12994"/>
                    <a:pt x="21600" y="10125"/>
                    <a:pt x="21600" y="7425"/>
                  </a:cubicBezTo>
                  <a:cubicBezTo>
                    <a:pt x="21600" y="3375"/>
                    <a:pt x="16691" y="0"/>
                    <a:pt x="10800" y="0"/>
                  </a:cubicBezTo>
                  <a:close/>
                  <a:moveTo>
                    <a:pt x="13255" y="18394"/>
                  </a:moveTo>
                  <a:cubicBezTo>
                    <a:pt x="8591" y="18731"/>
                    <a:pt x="8591" y="18731"/>
                    <a:pt x="8591" y="18731"/>
                  </a:cubicBezTo>
                  <a:cubicBezTo>
                    <a:pt x="8345" y="18394"/>
                    <a:pt x="8100" y="18056"/>
                    <a:pt x="7855" y="17550"/>
                  </a:cubicBezTo>
                  <a:cubicBezTo>
                    <a:pt x="7855" y="17550"/>
                    <a:pt x="7855" y="17550"/>
                    <a:pt x="7855" y="17381"/>
                  </a:cubicBezTo>
                  <a:cubicBezTo>
                    <a:pt x="13991" y="16875"/>
                    <a:pt x="13991" y="16875"/>
                    <a:pt x="13991" y="16875"/>
                  </a:cubicBezTo>
                  <a:cubicBezTo>
                    <a:pt x="13991" y="17213"/>
                    <a:pt x="13745" y="17381"/>
                    <a:pt x="13745" y="17550"/>
                  </a:cubicBezTo>
                  <a:cubicBezTo>
                    <a:pt x="13500" y="17887"/>
                    <a:pt x="13500" y="18056"/>
                    <a:pt x="13255" y="18394"/>
                  </a:cubicBezTo>
                  <a:close/>
                  <a:moveTo>
                    <a:pt x="7609" y="16875"/>
                  </a:moveTo>
                  <a:cubicBezTo>
                    <a:pt x="7364" y="16369"/>
                    <a:pt x="7118" y="16031"/>
                    <a:pt x="6873" y="15525"/>
                  </a:cubicBezTo>
                  <a:cubicBezTo>
                    <a:pt x="14727" y="15525"/>
                    <a:pt x="14727" y="15525"/>
                    <a:pt x="14727" y="15525"/>
                  </a:cubicBezTo>
                  <a:cubicBezTo>
                    <a:pt x="14482" y="15694"/>
                    <a:pt x="14482" y="16031"/>
                    <a:pt x="14236" y="16200"/>
                  </a:cubicBezTo>
                  <a:lnTo>
                    <a:pt x="7609" y="16875"/>
                  </a:lnTo>
                  <a:close/>
                  <a:moveTo>
                    <a:pt x="10800" y="20250"/>
                  </a:moveTo>
                  <a:cubicBezTo>
                    <a:pt x="9818" y="20250"/>
                    <a:pt x="9327" y="20250"/>
                    <a:pt x="8836" y="19406"/>
                  </a:cubicBezTo>
                  <a:cubicBezTo>
                    <a:pt x="13009" y="19069"/>
                    <a:pt x="13009" y="19069"/>
                    <a:pt x="13009" y="19069"/>
                  </a:cubicBezTo>
                  <a:cubicBezTo>
                    <a:pt x="12518" y="20081"/>
                    <a:pt x="12027" y="20250"/>
                    <a:pt x="10800" y="20250"/>
                  </a:cubicBezTo>
                  <a:close/>
                  <a:moveTo>
                    <a:pt x="15464" y="14175"/>
                  </a:moveTo>
                  <a:cubicBezTo>
                    <a:pt x="6136" y="14175"/>
                    <a:pt x="6136" y="14175"/>
                    <a:pt x="6136" y="14175"/>
                  </a:cubicBezTo>
                  <a:cubicBezTo>
                    <a:pt x="5645" y="13500"/>
                    <a:pt x="5155" y="12656"/>
                    <a:pt x="4664" y="11981"/>
                  </a:cubicBezTo>
                  <a:cubicBezTo>
                    <a:pt x="3191" y="10462"/>
                    <a:pt x="1964" y="8775"/>
                    <a:pt x="1964" y="7425"/>
                  </a:cubicBezTo>
                  <a:cubicBezTo>
                    <a:pt x="1964" y="4050"/>
                    <a:pt x="5891" y="1350"/>
                    <a:pt x="10800" y="1350"/>
                  </a:cubicBezTo>
                  <a:cubicBezTo>
                    <a:pt x="15709" y="1350"/>
                    <a:pt x="19636" y="4050"/>
                    <a:pt x="19636" y="7425"/>
                  </a:cubicBezTo>
                  <a:cubicBezTo>
                    <a:pt x="19636" y="8775"/>
                    <a:pt x="18409" y="10462"/>
                    <a:pt x="16936" y="11981"/>
                  </a:cubicBezTo>
                  <a:cubicBezTo>
                    <a:pt x="16445" y="12656"/>
                    <a:pt x="15955" y="13500"/>
                    <a:pt x="15464" y="1417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51" name="Shape 6551"/>
            <p:cNvSpPr/>
            <p:nvPr/>
          </p:nvSpPr>
          <p:spPr>
            <a:xfrm>
              <a:off x="179092" y="179092"/>
              <a:ext cx="238792" cy="2350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9138" y="0"/>
                    <a:pt x="0" y="9138"/>
                    <a:pt x="0" y="19938"/>
                  </a:cubicBezTo>
                  <a:cubicBezTo>
                    <a:pt x="0" y="20769"/>
                    <a:pt x="831" y="21600"/>
                    <a:pt x="1662" y="21600"/>
                  </a:cubicBezTo>
                  <a:cubicBezTo>
                    <a:pt x="2492" y="21600"/>
                    <a:pt x="3323" y="20769"/>
                    <a:pt x="3323" y="19938"/>
                  </a:cubicBezTo>
                  <a:cubicBezTo>
                    <a:pt x="3323" y="10800"/>
                    <a:pt x="10800" y="3323"/>
                    <a:pt x="19938" y="3323"/>
                  </a:cubicBezTo>
                  <a:cubicBezTo>
                    <a:pt x="20769" y="3323"/>
                    <a:pt x="21600" y="2492"/>
                    <a:pt x="21600" y="1662"/>
                  </a:cubicBezTo>
                  <a:cubicBezTo>
                    <a:pt x="21600" y="831"/>
                    <a:pt x="20769" y="0"/>
                    <a:pt x="19938"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55" name="Group 6555"/>
          <p:cNvGrpSpPr/>
          <p:nvPr/>
        </p:nvGrpSpPr>
        <p:grpSpPr>
          <a:xfrm>
            <a:off x="8697041" y="8240802"/>
            <a:ext cx="884543" cy="1289675"/>
            <a:chOff x="0" y="0"/>
            <a:chExt cx="884542" cy="1289674"/>
          </a:xfrm>
        </p:grpSpPr>
        <p:sp>
          <p:nvSpPr>
            <p:cNvPr id="6553" name="Shape 6553"/>
            <p:cNvSpPr/>
            <p:nvPr/>
          </p:nvSpPr>
          <p:spPr>
            <a:xfrm>
              <a:off x="0" y="0"/>
              <a:ext cx="884543" cy="1289675"/>
            </a:xfrm>
            <a:custGeom>
              <a:avLst/>
              <a:gdLst/>
              <a:ahLst/>
              <a:cxnLst>
                <a:cxn ang="0">
                  <a:pos x="wd2" y="hd2"/>
                </a:cxn>
                <a:cxn ang="5400000">
                  <a:pos x="wd2" y="hd2"/>
                </a:cxn>
                <a:cxn ang="10800000">
                  <a:pos x="wd2" y="hd2"/>
                </a:cxn>
                <a:cxn ang="16200000">
                  <a:pos x="wd2" y="hd2"/>
                </a:cxn>
              </a:cxnLst>
              <a:rect l="0" t="0" r="r" b="b"/>
              <a:pathLst>
                <a:path w="20659" h="21600" fill="norm" stroke="1" extrusionOk="0">
                  <a:moveTo>
                    <a:pt x="15965" y="6075"/>
                  </a:moveTo>
                  <a:cubicBezTo>
                    <a:pt x="15965" y="7931"/>
                    <a:pt x="14087" y="9450"/>
                    <a:pt x="14087" y="9450"/>
                  </a:cubicBezTo>
                  <a:cubicBezTo>
                    <a:pt x="14087" y="6075"/>
                    <a:pt x="10330" y="3375"/>
                    <a:pt x="10330" y="3375"/>
                  </a:cubicBezTo>
                  <a:cubicBezTo>
                    <a:pt x="10330" y="3375"/>
                    <a:pt x="10330" y="5400"/>
                    <a:pt x="8452" y="7425"/>
                  </a:cubicBezTo>
                  <a:cubicBezTo>
                    <a:pt x="6574" y="2700"/>
                    <a:pt x="939" y="0"/>
                    <a:pt x="939" y="0"/>
                  </a:cubicBezTo>
                  <a:cubicBezTo>
                    <a:pt x="3757" y="7425"/>
                    <a:pt x="0" y="10125"/>
                    <a:pt x="0" y="15525"/>
                  </a:cubicBezTo>
                  <a:cubicBezTo>
                    <a:pt x="0" y="18562"/>
                    <a:pt x="3757" y="21600"/>
                    <a:pt x="9391" y="21600"/>
                  </a:cubicBezTo>
                  <a:cubicBezTo>
                    <a:pt x="17843" y="21600"/>
                    <a:pt x="19487" y="19406"/>
                    <a:pt x="20191" y="16875"/>
                  </a:cubicBezTo>
                  <a:cubicBezTo>
                    <a:pt x="21600" y="13500"/>
                    <a:pt x="19722" y="9450"/>
                    <a:pt x="15965" y="6075"/>
                  </a:cubicBezTo>
                  <a:close/>
                  <a:moveTo>
                    <a:pt x="18548" y="16537"/>
                  </a:moveTo>
                  <a:cubicBezTo>
                    <a:pt x="17843" y="18225"/>
                    <a:pt x="17139" y="20250"/>
                    <a:pt x="9391" y="20250"/>
                  </a:cubicBezTo>
                  <a:cubicBezTo>
                    <a:pt x="4696" y="20250"/>
                    <a:pt x="1878" y="17887"/>
                    <a:pt x="1878" y="15525"/>
                  </a:cubicBezTo>
                  <a:cubicBezTo>
                    <a:pt x="1878" y="13669"/>
                    <a:pt x="2348" y="12150"/>
                    <a:pt x="2817" y="10631"/>
                  </a:cubicBezTo>
                  <a:cubicBezTo>
                    <a:pt x="3522" y="8606"/>
                    <a:pt x="3991" y="6581"/>
                    <a:pt x="3757" y="3881"/>
                  </a:cubicBezTo>
                  <a:cubicBezTo>
                    <a:pt x="6809" y="6750"/>
                    <a:pt x="7748" y="10631"/>
                    <a:pt x="7748" y="10631"/>
                  </a:cubicBezTo>
                  <a:cubicBezTo>
                    <a:pt x="7748" y="10631"/>
                    <a:pt x="10330" y="7931"/>
                    <a:pt x="11035" y="6581"/>
                  </a:cubicBezTo>
                  <a:cubicBezTo>
                    <a:pt x="11739" y="7425"/>
                    <a:pt x="12209" y="10125"/>
                    <a:pt x="12209" y="12825"/>
                  </a:cubicBezTo>
                  <a:cubicBezTo>
                    <a:pt x="12209" y="12825"/>
                    <a:pt x="14791" y="11306"/>
                    <a:pt x="16670" y="9113"/>
                  </a:cubicBezTo>
                  <a:cubicBezTo>
                    <a:pt x="18548" y="11644"/>
                    <a:pt x="19252" y="14344"/>
                    <a:pt x="18548" y="16537"/>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54" name="Shape 6554"/>
            <p:cNvSpPr/>
            <p:nvPr/>
          </p:nvSpPr>
          <p:spPr>
            <a:xfrm>
              <a:off x="152724" y="555749"/>
              <a:ext cx="563079" cy="462418"/>
            </a:xfrm>
            <a:custGeom>
              <a:avLst/>
              <a:gdLst/>
              <a:ahLst/>
              <a:cxnLst>
                <a:cxn ang="0">
                  <a:pos x="wd2" y="hd2"/>
                </a:cxn>
                <a:cxn ang="5400000">
                  <a:pos x="wd2" y="hd2"/>
                </a:cxn>
                <a:cxn ang="10800000">
                  <a:pos x="wd2" y="hd2"/>
                </a:cxn>
                <a:cxn ang="16200000">
                  <a:pos x="wd2" y="hd2"/>
                </a:cxn>
              </a:cxnLst>
              <a:rect l="0" t="0" r="r" b="b"/>
              <a:pathLst>
                <a:path w="21236" h="21600" fill="norm" stroke="1" extrusionOk="0">
                  <a:moveTo>
                    <a:pt x="20842" y="5635"/>
                  </a:moveTo>
                  <a:cubicBezTo>
                    <a:pt x="19326" y="7513"/>
                    <a:pt x="19326" y="7513"/>
                    <a:pt x="19326" y="7513"/>
                  </a:cubicBezTo>
                  <a:cubicBezTo>
                    <a:pt x="17811" y="9861"/>
                    <a:pt x="16295" y="12209"/>
                    <a:pt x="12126" y="14557"/>
                  </a:cubicBezTo>
                  <a:cubicBezTo>
                    <a:pt x="11747" y="12209"/>
                    <a:pt x="11368" y="9861"/>
                    <a:pt x="11368" y="6574"/>
                  </a:cubicBezTo>
                  <a:cubicBezTo>
                    <a:pt x="11368" y="3287"/>
                    <a:pt x="11368" y="3287"/>
                    <a:pt x="11368" y="3287"/>
                  </a:cubicBezTo>
                  <a:cubicBezTo>
                    <a:pt x="9095" y="7513"/>
                    <a:pt x="9095" y="7513"/>
                    <a:pt x="9095" y="7513"/>
                  </a:cubicBezTo>
                  <a:cubicBezTo>
                    <a:pt x="7958" y="9391"/>
                    <a:pt x="7579" y="10330"/>
                    <a:pt x="6442" y="12209"/>
                  </a:cubicBezTo>
                  <a:cubicBezTo>
                    <a:pt x="4926" y="7983"/>
                    <a:pt x="4168" y="5165"/>
                    <a:pt x="3411" y="2348"/>
                  </a:cubicBezTo>
                  <a:cubicBezTo>
                    <a:pt x="2653" y="0"/>
                    <a:pt x="2653" y="0"/>
                    <a:pt x="2653" y="0"/>
                  </a:cubicBezTo>
                  <a:cubicBezTo>
                    <a:pt x="1895" y="2817"/>
                    <a:pt x="1895" y="2817"/>
                    <a:pt x="1895" y="2817"/>
                  </a:cubicBezTo>
                  <a:cubicBezTo>
                    <a:pt x="758" y="6104"/>
                    <a:pt x="0" y="9861"/>
                    <a:pt x="0" y="18783"/>
                  </a:cubicBezTo>
                  <a:cubicBezTo>
                    <a:pt x="0" y="19252"/>
                    <a:pt x="0" y="19722"/>
                    <a:pt x="758" y="19722"/>
                  </a:cubicBezTo>
                  <a:cubicBezTo>
                    <a:pt x="1137" y="19722"/>
                    <a:pt x="1516" y="19252"/>
                    <a:pt x="1516" y="18783"/>
                  </a:cubicBezTo>
                  <a:cubicBezTo>
                    <a:pt x="1516" y="11739"/>
                    <a:pt x="1895" y="8452"/>
                    <a:pt x="2653" y="5635"/>
                  </a:cubicBezTo>
                  <a:cubicBezTo>
                    <a:pt x="3411" y="7983"/>
                    <a:pt x="4547" y="10800"/>
                    <a:pt x="5684" y="14557"/>
                  </a:cubicBezTo>
                  <a:cubicBezTo>
                    <a:pt x="6063" y="15965"/>
                    <a:pt x="6063" y="15965"/>
                    <a:pt x="6063" y="15965"/>
                  </a:cubicBezTo>
                  <a:cubicBezTo>
                    <a:pt x="6821" y="14557"/>
                    <a:pt x="6821" y="14557"/>
                    <a:pt x="6821" y="14557"/>
                  </a:cubicBezTo>
                  <a:cubicBezTo>
                    <a:pt x="8337" y="12678"/>
                    <a:pt x="9095" y="11270"/>
                    <a:pt x="9853" y="9391"/>
                  </a:cubicBezTo>
                  <a:cubicBezTo>
                    <a:pt x="10232" y="12209"/>
                    <a:pt x="10611" y="14087"/>
                    <a:pt x="10989" y="15965"/>
                  </a:cubicBezTo>
                  <a:cubicBezTo>
                    <a:pt x="11368" y="17374"/>
                    <a:pt x="11368" y="17374"/>
                    <a:pt x="11368" y="17374"/>
                  </a:cubicBezTo>
                  <a:cubicBezTo>
                    <a:pt x="12126" y="16904"/>
                    <a:pt x="12126" y="16904"/>
                    <a:pt x="12126" y="16904"/>
                  </a:cubicBezTo>
                  <a:cubicBezTo>
                    <a:pt x="16295" y="14557"/>
                    <a:pt x="18189" y="12209"/>
                    <a:pt x="19705" y="9861"/>
                  </a:cubicBezTo>
                  <a:cubicBezTo>
                    <a:pt x="20084" y="13617"/>
                    <a:pt x="19705" y="17374"/>
                    <a:pt x="18568" y="20191"/>
                  </a:cubicBezTo>
                  <a:cubicBezTo>
                    <a:pt x="18568" y="20661"/>
                    <a:pt x="18568" y="21130"/>
                    <a:pt x="19326" y="21130"/>
                  </a:cubicBezTo>
                  <a:cubicBezTo>
                    <a:pt x="19326" y="21130"/>
                    <a:pt x="19326" y="21600"/>
                    <a:pt x="19326" y="21600"/>
                  </a:cubicBezTo>
                  <a:cubicBezTo>
                    <a:pt x="19705" y="21600"/>
                    <a:pt x="20084" y="21130"/>
                    <a:pt x="20084" y="20661"/>
                  </a:cubicBezTo>
                  <a:cubicBezTo>
                    <a:pt x="21221" y="17374"/>
                    <a:pt x="21600" y="12209"/>
                    <a:pt x="20842" y="7513"/>
                  </a:cubicBezTo>
                  <a:lnTo>
                    <a:pt x="20842" y="5635"/>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62" name="Group 6562"/>
          <p:cNvGrpSpPr/>
          <p:nvPr/>
        </p:nvGrpSpPr>
        <p:grpSpPr>
          <a:xfrm>
            <a:off x="13120665" y="6627547"/>
            <a:ext cx="1286498" cy="1289678"/>
            <a:chOff x="0" y="0"/>
            <a:chExt cx="1286496" cy="1289677"/>
          </a:xfrm>
        </p:grpSpPr>
        <p:sp>
          <p:nvSpPr>
            <p:cNvPr id="6556" name="Shape 6556"/>
            <p:cNvSpPr/>
            <p:nvPr/>
          </p:nvSpPr>
          <p:spPr>
            <a:xfrm>
              <a:off x="-1" y="123029"/>
              <a:ext cx="1176197" cy="1166649"/>
            </a:xfrm>
            <a:custGeom>
              <a:avLst/>
              <a:gdLst/>
              <a:ahLst/>
              <a:cxnLst>
                <a:cxn ang="0">
                  <a:pos x="wd2" y="hd2"/>
                </a:cxn>
                <a:cxn ang="5400000">
                  <a:pos x="wd2" y="hd2"/>
                </a:cxn>
                <a:cxn ang="10800000">
                  <a:pos x="wd2" y="hd2"/>
                </a:cxn>
                <a:cxn ang="16200000">
                  <a:pos x="wd2" y="hd2"/>
                </a:cxn>
              </a:cxnLst>
              <a:rect l="0" t="0" r="r" b="b"/>
              <a:pathLst>
                <a:path w="21465" h="21600" fill="norm" stroke="1" extrusionOk="0">
                  <a:moveTo>
                    <a:pt x="15241" y="559"/>
                  </a:moveTo>
                  <a:cubicBezTo>
                    <a:pt x="14875" y="186"/>
                    <a:pt x="14326" y="0"/>
                    <a:pt x="13960" y="0"/>
                  </a:cubicBezTo>
                  <a:cubicBezTo>
                    <a:pt x="13411" y="0"/>
                    <a:pt x="12862" y="186"/>
                    <a:pt x="12679" y="559"/>
                  </a:cubicBezTo>
                  <a:cubicBezTo>
                    <a:pt x="11580" y="1676"/>
                    <a:pt x="11580" y="1676"/>
                    <a:pt x="11580" y="1676"/>
                  </a:cubicBezTo>
                  <a:cubicBezTo>
                    <a:pt x="11214" y="1862"/>
                    <a:pt x="11031" y="2421"/>
                    <a:pt x="11031" y="2979"/>
                  </a:cubicBezTo>
                  <a:cubicBezTo>
                    <a:pt x="11031" y="3352"/>
                    <a:pt x="11214" y="3538"/>
                    <a:pt x="11214" y="3910"/>
                  </a:cubicBezTo>
                  <a:cubicBezTo>
                    <a:pt x="1329" y="8007"/>
                    <a:pt x="1329" y="8007"/>
                    <a:pt x="1329" y="8007"/>
                  </a:cubicBezTo>
                  <a:cubicBezTo>
                    <a:pt x="780" y="8193"/>
                    <a:pt x="231" y="8938"/>
                    <a:pt x="48" y="9497"/>
                  </a:cubicBezTo>
                  <a:cubicBezTo>
                    <a:pt x="-135" y="10241"/>
                    <a:pt x="231" y="10986"/>
                    <a:pt x="780" y="11545"/>
                  </a:cubicBezTo>
                  <a:cubicBezTo>
                    <a:pt x="9933" y="20855"/>
                    <a:pt x="9933" y="20855"/>
                    <a:pt x="9933" y="20855"/>
                  </a:cubicBezTo>
                  <a:cubicBezTo>
                    <a:pt x="10482" y="21414"/>
                    <a:pt x="11031" y="21600"/>
                    <a:pt x="11580" y="21600"/>
                  </a:cubicBezTo>
                  <a:cubicBezTo>
                    <a:pt x="11580" y="21600"/>
                    <a:pt x="11580" y="21600"/>
                    <a:pt x="11580" y="21600"/>
                  </a:cubicBezTo>
                  <a:cubicBezTo>
                    <a:pt x="11763" y="21600"/>
                    <a:pt x="11946" y="21600"/>
                    <a:pt x="11946" y="21600"/>
                  </a:cubicBezTo>
                  <a:cubicBezTo>
                    <a:pt x="12679" y="21414"/>
                    <a:pt x="13411" y="20855"/>
                    <a:pt x="13594" y="20110"/>
                  </a:cubicBezTo>
                  <a:cubicBezTo>
                    <a:pt x="17438" y="10241"/>
                    <a:pt x="17438" y="10241"/>
                    <a:pt x="17438" y="10241"/>
                  </a:cubicBezTo>
                  <a:cubicBezTo>
                    <a:pt x="17804" y="10428"/>
                    <a:pt x="18170" y="10614"/>
                    <a:pt x="18536" y="10614"/>
                  </a:cubicBezTo>
                  <a:cubicBezTo>
                    <a:pt x="19085" y="10614"/>
                    <a:pt x="19451" y="10428"/>
                    <a:pt x="19818" y="10055"/>
                  </a:cubicBezTo>
                  <a:cubicBezTo>
                    <a:pt x="20916" y="8938"/>
                    <a:pt x="20916" y="8938"/>
                    <a:pt x="20916" y="8938"/>
                  </a:cubicBezTo>
                  <a:cubicBezTo>
                    <a:pt x="21282" y="8566"/>
                    <a:pt x="21465" y="8193"/>
                    <a:pt x="21465" y="7634"/>
                  </a:cubicBezTo>
                  <a:cubicBezTo>
                    <a:pt x="21465" y="7076"/>
                    <a:pt x="21282" y="6703"/>
                    <a:pt x="20916" y="6331"/>
                  </a:cubicBezTo>
                  <a:lnTo>
                    <a:pt x="15241" y="559"/>
                  </a:lnTo>
                  <a:close/>
                  <a:moveTo>
                    <a:pt x="12312" y="19552"/>
                  </a:moveTo>
                  <a:cubicBezTo>
                    <a:pt x="12129" y="19924"/>
                    <a:pt x="11946" y="20110"/>
                    <a:pt x="11763" y="20110"/>
                  </a:cubicBezTo>
                  <a:cubicBezTo>
                    <a:pt x="11580" y="20110"/>
                    <a:pt x="11580" y="20110"/>
                    <a:pt x="11580" y="20110"/>
                  </a:cubicBezTo>
                  <a:cubicBezTo>
                    <a:pt x="11397" y="20110"/>
                    <a:pt x="11214" y="20110"/>
                    <a:pt x="11031" y="19924"/>
                  </a:cubicBezTo>
                  <a:cubicBezTo>
                    <a:pt x="1696" y="10428"/>
                    <a:pt x="1696" y="10428"/>
                    <a:pt x="1696" y="10428"/>
                  </a:cubicBezTo>
                  <a:cubicBezTo>
                    <a:pt x="1512" y="10428"/>
                    <a:pt x="1512" y="10055"/>
                    <a:pt x="1512" y="9869"/>
                  </a:cubicBezTo>
                  <a:cubicBezTo>
                    <a:pt x="1512" y="9683"/>
                    <a:pt x="1696" y="9497"/>
                    <a:pt x="1879" y="9310"/>
                  </a:cubicBezTo>
                  <a:cubicBezTo>
                    <a:pt x="6455" y="7448"/>
                    <a:pt x="6455" y="7448"/>
                    <a:pt x="6455" y="7448"/>
                  </a:cubicBezTo>
                  <a:cubicBezTo>
                    <a:pt x="9567" y="8566"/>
                    <a:pt x="12679" y="7448"/>
                    <a:pt x="15790" y="10800"/>
                  </a:cubicBezTo>
                  <a:lnTo>
                    <a:pt x="12312" y="19552"/>
                  </a:lnTo>
                  <a:close/>
                  <a:moveTo>
                    <a:pt x="19818" y="7821"/>
                  </a:moveTo>
                  <a:cubicBezTo>
                    <a:pt x="18719" y="8938"/>
                    <a:pt x="18719" y="8938"/>
                    <a:pt x="18719" y="8938"/>
                  </a:cubicBezTo>
                  <a:cubicBezTo>
                    <a:pt x="18719" y="9124"/>
                    <a:pt x="18353" y="9124"/>
                    <a:pt x="18170" y="8938"/>
                  </a:cubicBezTo>
                  <a:cubicBezTo>
                    <a:pt x="16889" y="7634"/>
                    <a:pt x="16889" y="7634"/>
                    <a:pt x="16889" y="7634"/>
                  </a:cubicBezTo>
                  <a:cubicBezTo>
                    <a:pt x="15973" y="10241"/>
                    <a:pt x="15973" y="10241"/>
                    <a:pt x="15973" y="10241"/>
                  </a:cubicBezTo>
                  <a:cubicBezTo>
                    <a:pt x="15973" y="10055"/>
                    <a:pt x="15973" y="10055"/>
                    <a:pt x="15973" y="10055"/>
                  </a:cubicBezTo>
                  <a:cubicBezTo>
                    <a:pt x="13777" y="7821"/>
                    <a:pt x="11580" y="7634"/>
                    <a:pt x="9567" y="7262"/>
                  </a:cubicBezTo>
                  <a:cubicBezTo>
                    <a:pt x="8834" y="7262"/>
                    <a:pt x="8285" y="7076"/>
                    <a:pt x="7553" y="7076"/>
                  </a:cubicBezTo>
                  <a:cubicBezTo>
                    <a:pt x="13777" y="4469"/>
                    <a:pt x="13777" y="4469"/>
                    <a:pt x="13777" y="4469"/>
                  </a:cubicBezTo>
                  <a:cubicBezTo>
                    <a:pt x="12679" y="3166"/>
                    <a:pt x="12679" y="3166"/>
                    <a:pt x="12679" y="3166"/>
                  </a:cubicBezTo>
                  <a:cubicBezTo>
                    <a:pt x="12496" y="2979"/>
                    <a:pt x="12496" y="2793"/>
                    <a:pt x="12679" y="2607"/>
                  </a:cubicBezTo>
                  <a:cubicBezTo>
                    <a:pt x="13594" y="1676"/>
                    <a:pt x="13594" y="1676"/>
                    <a:pt x="13594" y="1676"/>
                  </a:cubicBezTo>
                  <a:cubicBezTo>
                    <a:pt x="13777" y="1490"/>
                    <a:pt x="13960" y="1490"/>
                    <a:pt x="14143" y="1676"/>
                  </a:cubicBezTo>
                  <a:cubicBezTo>
                    <a:pt x="19818" y="7262"/>
                    <a:pt x="19818" y="7262"/>
                    <a:pt x="19818" y="7262"/>
                  </a:cubicBezTo>
                  <a:cubicBezTo>
                    <a:pt x="20001" y="7448"/>
                    <a:pt x="20001" y="7821"/>
                    <a:pt x="19818" y="782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57" name="Shape 6557"/>
            <p:cNvSpPr/>
            <p:nvPr/>
          </p:nvSpPr>
          <p:spPr>
            <a:xfrm>
              <a:off x="565297" y="644837"/>
              <a:ext cx="199392" cy="1993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7280" y="21600"/>
                    <a:pt x="21600" y="17280"/>
                    <a:pt x="21600" y="10800"/>
                  </a:cubicBezTo>
                  <a:cubicBezTo>
                    <a:pt x="21600" y="4320"/>
                    <a:pt x="17280" y="0"/>
                    <a:pt x="10800" y="0"/>
                  </a:cubicBezTo>
                  <a:cubicBezTo>
                    <a:pt x="4320" y="0"/>
                    <a:pt x="0" y="4320"/>
                    <a:pt x="0" y="10800"/>
                  </a:cubicBezTo>
                  <a:cubicBezTo>
                    <a:pt x="0" y="17280"/>
                    <a:pt x="4320" y="21600"/>
                    <a:pt x="10800" y="21600"/>
                  </a:cubicBezTo>
                  <a:close/>
                  <a:moveTo>
                    <a:pt x="10800" y="4320"/>
                  </a:moveTo>
                  <a:cubicBezTo>
                    <a:pt x="14040" y="4320"/>
                    <a:pt x="17280" y="7560"/>
                    <a:pt x="17280" y="10800"/>
                  </a:cubicBezTo>
                  <a:cubicBezTo>
                    <a:pt x="17280" y="14040"/>
                    <a:pt x="14040" y="17280"/>
                    <a:pt x="10800" y="17280"/>
                  </a:cubicBezTo>
                  <a:cubicBezTo>
                    <a:pt x="7560" y="17280"/>
                    <a:pt x="4320" y="14040"/>
                    <a:pt x="4320" y="10800"/>
                  </a:cubicBezTo>
                  <a:cubicBezTo>
                    <a:pt x="4320" y="7560"/>
                    <a:pt x="7560" y="4320"/>
                    <a:pt x="10800" y="432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58" name="Shape 6558"/>
            <p:cNvSpPr/>
            <p:nvPr/>
          </p:nvSpPr>
          <p:spPr>
            <a:xfrm>
              <a:off x="1087104" y="0"/>
              <a:ext cx="199393" cy="2036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320" y="0"/>
                    <a:pt x="0" y="4320"/>
                    <a:pt x="0" y="10800"/>
                  </a:cubicBezTo>
                  <a:cubicBezTo>
                    <a:pt x="0" y="17280"/>
                    <a:pt x="4320" y="21600"/>
                    <a:pt x="10800" y="21600"/>
                  </a:cubicBezTo>
                  <a:cubicBezTo>
                    <a:pt x="17280" y="21600"/>
                    <a:pt x="21600" y="17280"/>
                    <a:pt x="21600" y="10800"/>
                  </a:cubicBezTo>
                  <a:cubicBezTo>
                    <a:pt x="21600" y="4320"/>
                    <a:pt x="17280" y="0"/>
                    <a:pt x="10800" y="0"/>
                  </a:cubicBezTo>
                  <a:close/>
                  <a:moveTo>
                    <a:pt x="10800" y="17280"/>
                  </a:moveTo>
                  <a:cubicBezTo>
                    <a:pt x="7560" y="17280"/>
                    <a:pt x="4320" y="14040"/>
                    <a:pt x="4320" y="10800"/>
                  </a:cubicBezTo>
                  <a:cubicBezTo>
                    <a:pt x="4320" y="7560"/>
                    <a:pt x="7560" y="4320"/>
                    <a:pt x="10800" y="4320"/>
                  </a:cubicBezTo>
                  <a:cubicBezTo>
                    <a:pt x="14040" y="4320"/>
                    <a:pt x="17280" y="7560"/>
                    <a:pt x="17280" y="10800"/>
                  </a:cubicBezTo>
                  <a:cubicBezTo>
                    <a:pt x="17280" y="14040"/>
                    <a:pt x="14040" y="17280"/>
                    <a:pt x="10800" y="1728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59" name="Shape 6559"/>
            <p:cNvSpPr/>
            <p:nvPr/>
          </p:nvSpPr>
          <p:spPr>
            <a:xfrm>
              <a:off x="323481" y="602413"/>
              <a:ext cx="161211" cy="1612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200"/>
                    <a:pt x="5400" y="21600"/>
                    <a:pt x="10800" y="21600"/>
                  </a:cubicBezTo>
                  <a:cubicBezTo>
                    <a:pt x="16200" y="21600"/>
                    <a:pt x="21600" y="16200"/>
                    <a:pt x="21600" y="10800"/>
                  </a:cubicBezTo>
                  <a:cubicBezTo>
                    <a:pt x="21600" y="5400"/>
                    <a:pt x="16200" y="0"/>
                    <a:pt x="10800" y="0"/>
                  </a:cubicBezTo>
                  <a:cubicBezTo>
                    <a:pt x="5400" y="0"/>
                    <a:pt x="0" y="5400"/>
                    <a:pt x="0" y="10800"/>
                  </a:cubicBezTo>
                  <a:close/>
                  <a:moveTo>
                    <a:pt x="10800" y="5400"/>
                  </a:moveTo>
                  <a:cubicBezTo>
                    <a:pt x="13500" y="5400"/>
                    <a:pt x="16200" y="8100"/>
                    <a:pt x="16200" y="10800"/>
                  </a:cubicBezTo>
                  <a:cubicBezTo>
                    <a:pt x="16200" y="13500"/>
                    <a:pt x="13500" y="16200"/>
                    <a:pt x="10800" y="16200"/>
                  </a:cubicBezTo>
                  <a:cubicBezTo>
                    <a:pt x="8100" y="16200"/>
                    <a:pt x="5400" y="13500"/>
                    <a:pt x="5400" y="10800"/>
                  </a:cubicBezTo>
                  <a:cubicBezTo>
                    <a:pt x="5400" y="8100"/>
                    <a:pt x="8100" y="5400"/>
                    <a:pt x="10800" y="5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0" name="Shape 6560"/>
            <p:cNvSpPr/>
            <p:nvPr/>
          </p:nvSpPr>
          <p:spPr>
            <a:xfrm>
              <a:off x="484691" y="886652"/>
              <a:ext cx="80604" cy="80610"/>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1" name="Shape 6561"/>
            <p:cNvSpPr/>
            <p:nvPr/>
          </p:nvSpPr>
          <p:spPr>
            <a:xfrm>
              <a:off x="1129528" y="284238"/>
              <a:ext cx="80604" cy="80610"/>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72" name="Group 6572"/>
          <p:cNvGrpSpPr/>
          <p:nvPr/>
        </p:nvGrpSpPr>
        <p:grpSpPr>
          <a:xfrm>
            <a:off x="10346758" y="6754371"/>
            <a:ext cx="791436" cy="1152909"/>
            <a:chOff x="0" y="0"/>
            <a:chExt cx="791434" cy="1152908"/>
          </a:xfrm>
        </p:grpSpPr>
        <p:sp>
          <p:nvSpPr>
            <p:cNvPr id="6563" name="Shape 6563"/>
            <p:cNvSpPr/>
            <p:nvPr/>
          </p:nvSpPr>
          <p:spPr>
            <a:xfrm>
              <a:off x="323424" y="323424"/>
              <a:ext cx="72299" cy="72294"/>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4" name="Shape 6564"/>
            <p:cNvSpPr/>
            <p:nvPr/>
          </p:nvSpPr>
          <p:spPr>
            <a:xfrm>
              <a:off x="323424" y="753384"/>
              <a:ext cx="72299" cy="72295"/>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5" name="Shape 6565"/>
            <p:cNvSpPr/>
            <p:nvPr/>
          </p:nvSpPr>
          <p:spPr>
            <a:xfrm>
              <a:off x="106539" y="540306"/>
              <a:ext cx="72299" cy="72294"/>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6" name="Shape 6566"/>
            <p:cNvSpPr/>
            <p:nvPr/>
          </p:nvSpPr>
          <p:spPr>
            <a:xfrm>
              <a:off x="540306" y="540306"/>
              <a:ext cx="72299" cy="72294"/>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7" name="Shape 6567"/>
            <p:cNvSpPr/>
            <p:nvPr/>
          </p:nvSpPr>
          <p:spPr>
            <a:xfrm>
              <a:off x="173484" y="694764"/>
              <a:ext cx="67778" cy="67778"/>
            </a:xfrm>
            <a:custGeom>
              <a:avLst/>
              <a:gdLst/>
              <a:ahLst/>
              <a:cxnLst>
                <a:cxn ang="0">
                  <a:pos x="wd2" y="hd2"/>
                </a:cxn>
                <a:cxn ang="5400000">
                  <a:pos x="wd2" y="hd2"/>
                </a:cxn>
                <a:cxn ang="10800000">
                  <a:pos x="wd2" y="hd2"/>
                </a:cxn>
                <a:cxn ang="16200000">
                  <a:pos x="wd2" y="hd2"/>
                </a:cxn>
              </a:cxnLst>
              <a:rect l="0" t="0" r="r" b="b"/>
              <a:pathLst>
                <a:path w="20250" h="20250" fill="norm" stroke="1" extrusionOk="0">
                  <a:moveTo>
                    <a:pt x="2025" y="2025"/>
                  </a:moveTo>
                  <a:cubicBezTo>
                    <a:pt x="-675" y="7425"/>
                    <a:pt x="-675" y="12825"/>
                    <a:pt x="2025" y="18225"/>
                  </a:cubicBezTo>
                  <a:cubicBezTo>
                    <a:pt x="7425" y="20925"/>
                    <a:pt x="12825" y="20925"/>
                    <a:pt x="18225" y="18225"/>
                  </a:cubicBezTo>
                  <a:cubicBezTo>
                    <a:pt x="20925" y="12825"/>
                    <a:pt x="20925" y="7425"/>
                    <a:pt x="18225" y="2025"/>
                  </a:cubicBezTo>
                  <a:cubicBezTo>
                    <a:pt x="12825" y="-675"/>
                    <a:pt x="7425" y="-675"/>
                    <a:pt x="2025" y="202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8" name="Shape 6568"/>
            <p:cNvSpPr/>
            <p:nvPr/>
          </p:nvSpPr>
          <p:spPr>
            <a:xfrm>
              <a:off x="173484" y="386562"/>
              <a:ext cx="67778" cy="67779"/>
            </a:xfrm>
            <a:custGeom>
              <a:avLst/>
              <a:gdLst/>
              <a:ahLst/>
              <a:cxnLst>
                <a:cxn ang="0">
                  <a:pos x="wd2" y="hd2"/>
                </a:cxn>
                <a:cxn ang="5400000">
                  <a:pos x="wd2" y="hd2"/>
                </a:cxn>
                <a:cxn ang="10800000">
                  <a:pos x="wd2" y="hd2"/>
                </a:cxn>
                <a:cxn ang="16200000">
                  <a:pos x="wd2" y="hd2"/>
                </a:cxn>
              </a:cxnLst>
              <a:rect l="0" t="0" r="r" b="b"/>
              <a:pathLst>
                <a:path w="20250" h="20250" fill="norm" stroke="1" extrusionOk="0">
                  <a:moveTo>
                    <a:pt x="2025" y="2025"/>
                  </a:moveTo>
                  <a:cubicBezTo>
                    <a:pt x="-675" y="7425"/>
                    <a:pt x="-675" y="12825"/>
                    <a:pt x="2025" y="18225"/>
                  </a:cubicBezTo>
                  <a:cubicBezTo>
                    <a:pt x="7425" y="20925"/>
                    <a:pt x="12825" y="20925"/>
                    <a:pt x="18225" y="18225"/>
                  </a:cubicBezTo>
                  <a:cubicBezTo>
                    <a:pt x="20925" y="12825"/>
                    <a:pt x="20925" y="7425"/>
                    <a:pt x="18225" y="2025"/>
                  </a:cubicBezTo>
                  <a:cubicBezTo>
                    <a:pt x="12825" y="-675"/>
                    <a:pt x="7425" y="-675"/>
                    <a:pt x="2025" y="202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69" name="Shape 6569"/>
            <p:cNvSpPr/>
            <p:nvPr/>
          </p:nvSpPr>
          <p:spPr>
            <a:xfrm>
              <a:off x="477882" y="694764"/>
              <a:ext cx="67778" cy="67778"/>
            </a:xfrm>
            <a:custGeom>
              <a:avLst/>
              <a:gdLst/>
              <a:ahLst/>
              <a:cxnLst>
                <a:cxn ang="0">
                  <a:pos x="wd2" y="hd2"/>
                </a:cxn>
                <a:cxn ang="5400000">
                  <a:pos x="wd2" y="hd2"/>
                </a:cxn>
                <a:cxn ang="10800000">
                  <a:pos x="wd2" y="hd2"/>
                </a:cxn>
                <a:cxn ang="16200000">
                  <a:pos x="wd2" y="hd2"/>
                </a:cxn>
              </a:cxnLst>
              <a:rect l="0" t="0" r="r" b="b"/>
              <a:pathLst>
                <a:path w="20250" h="20250" fill="norm" stroke="1" extrusionOk="0">
                  <a:moveTo>
                    <a:pt x="2025" y="2025"/>
                  </a:moveTo>
                  <a:cubicBezTo>
                    <a:pt x="-675" y="7425"/>
                    <a:pt x="-675" y="12825"/>
                    <a:pt x="2025" y="18225"/>
                  </a:cubicBezTo>
                  <a:cubicBezTo>
                    <a:pt x="7425" y="20925"/>
                    <a:pt x="12825" y="20925"/>
                    <a:pt x="18225" y="18225"/>
                  </a:cubicBezTo>
                  <a:cubicBezTo>
                    <a:pt x="20925" y="12825"/>
                    <a:pt x="20925" y="7425"/>
                    <a:pt x="18225" y="2025"/>
                  </a:cubicBezTo>
                  <a:cubicBezTo>
                    <a:pt x="12825" y="-675"/>
                    <a:pt x="7425" y="-675"/>
                    <a:pt x="2025" y="202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70" name="Shape 6570"/>
            <p:cNvSpPr/>
            <p:nvPr/>
          </p:nvSpPr>
          <p:spPr>
            <a:xfrm>
              <a:off x="0" y="0"/>
              <a:ext cx="791435" cy="11529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9450"/>
                  </a:moveTo>
                  <a:cubicBezTo>
                    <a:pt x="19636" y="9450"/>
                    <a:pt x="19391" y="9450"/>
                    <a:pt x="19391" y="9450"/>
                  </a:cubicBezTo>
                  <a:cubicBezTo>
                    <a:pt x="19145" y="8269"/>
                    <a:pt x="18409" y="7256"/>
                    <a:pt x="17182" y="6412"/>
                  </a:cubicBezTo>
                  <a:cubicBezTo>
                    <a:pt x="15709" y="1181"/>
                    <a:pt x="15709" y="1181"/>
                    <a:pt x="15709" y="1181"/>
                  </a:cubicBezTo>
                  <a:cubicBezTo>
                    <a:pt x="15709" y="506"/>
                    <a:pt x="14727" y="0"/>
                    <a:pt x="13745" y="0"/>
                  </a:cubicBezTo>
                  <a:cubicBezTo>
                    <a:pt x="5891" y="0"/>
                    <a:pt x="5891" y="0"/>
                    <a:pt x="5891" y="0"/>
                  </a:cubicBezTo>
                  <a:cubicBezTo>
                    <a:pt x="5155" y="0"/>
                    <a:pt x="4173" y="506"/>
                    <a:pt x="4173" y="1181"/>
                  </a:cubicBezTo>
                  <a:cubicBezTo>
                    <a:pt x="2700" y="6244"/>
                    <a:pt x="2700" y="6244"/>
                    <a:pt x="2700" y="6244"/>
                  </a:cubicBezTo>
                  <a:cubicBezTo>
                    <a:pt x="982" y="7425"/>
                    <a:pt x="0" y="8944"/>
                    <a:pt x="0" y="10800"/>
                  </a:cubicBezTo>
                  <a:cubicBezTo>
                    <a:pt x="0" y="12487"/>
                    <a:pt x="982" y="14175"/>
                    <a:pt x="2455" y="15356"/>
                  </a:cubicBezTo>
                  <a:cubicBezTo>
                    <a:pt x="3927" y="20419"/>
                    <a:pt x="3927" y="20419"/>
                    <a:pt x="3927" y="20419"/>
                  </a:cubicBezTo>
                  <a:cubicBezTo>
                    <a:pt x="4173" y="21094"/>
                    <a:pt x="4909" y="21600"/>
                    <a:pt x="5891" y="21600"/>
                  </a:cubicBezTo>
                  <a:cubicBezTo>
                    <a:pt x="13745" y="21600"/>
                    <a:pt x="13745" y="21600"/>
                    <a:pt x="13745" y="21600"/>
                  </a:cubicBezTo>
                  <a:cubicBezTo>
                    <a:pt x="14727" y="21600"/>
                    <a:pt x="15464" y="21094"/>
                    <a:pt x="15709" y="20419"/>
                  </a:cubicBezTo>
                  <a:cubicBezTo>
                    <a:pt x="17182" y="15356"/>
                    <a:pt x="17182" y="15356"/>
                    <a:pt x="17182" y="15356"/>
                  </a:cubicBezTo>
                  <a:cubicBezTo>
                    <a:pt x="18164" y="14344"/>
                    <a:pt x="19145" y="13331"/>
                    <a:pt x="19391" y="12150"/>
                  </a:cubicBezTo>
                  <a:cubicBezTo>
                    <a:pt x="19391" y="12150"/>
                    <a:pt x="19636" y="12150"/>
                    <a:pt x="19636" y="12150"/>
                  </a:cubicBezTo>
                  <a:cubicBezTo>
                    <a:pt x="20618" y="12150"/>
                    <a:pt x="21600" y="11475"/>
                    <a:pt x="21600" y="10800"/>
                  </a:cubicBezTo>
                  <a:cubicBezTo>
                    <a:pt x="21600" y="10125"/>
                    <a:pt x="20618" y="9450"/>
                    <a:pt x="19636" y="9450"/>
                  </a:cubicBezTo>
                  <a:close/>
                  <a:moveTo>
                    <a:pt x="5891" y="1350"/>
                  </a:moveTo>
                  <a:cubicBezTo>
                    <a:pt x="13745" y="1350"/>
                    <a:pt x="13745" y="1350"/>
                    <a:pt x="13745" y="1350"/>
                  </a:cubicBezTo>
                  <a:cubicBezTo>
                    <a:pt x="14727" y="5062"/>
                    <a:pt x="14727" y="5062"/>
                    <a:pt x="14727" y="5062"/>
                  </a:cubicBezTo>
                  <a:cubicBezTo>
                    <a:pt x="13500" y="4387"/>
                    <a:pt x="11782" y="4050"/>
                    <a:pt x="9818" y="4050"/>
                  </a:cubicBezTo>
                  <a:cubicBezTo>
                    <a:pt x="8100" y="4050"/>
                    <a:pt x="6382" y="4387"/>
                    <a:pt x="4909" y="5062"/>
                  </a:cubicBezTo>
                  <a:lnTo>
                    <a:pt x="5891" y="1350"/>
                  </a:lnTo>
                  <a:close/>
                  <a:moveTo>
                    <a:pt x="13745" y="20250"/>
                  </a:moveTo>
                  <a:cubicBezTo>
                    <a:pt x="5891" y="20250"/>
                    <a:pt x="5891" y="20250"/>
                    <a:pt x="5891" y="20250"/>
                  </a:cubicBezTo>
                  <a:cubicBezTo>
                    <a:pt x="4909" y="16537"/>
                    <a:pt x="4909" y="16537"/>
                    <a:pt x="4909" y="16537"/>
                  </a:cubicBezTo>
                  <a:cubicBezTo>
                    <a:pt x="6382" y="17212"/>
                    <a:pt x="8100" y="17550"/>
                    <a:pt x="9818" y="17550"/>
                  </a:cubicBezTo>
                  <a:cubicBezTo>
                    <a:pt x="11536" y="17550"/>
                    <a:pt x="13255" y="17212"/>
                    <a:pt x="14727" y="16537"/>
                  </a:cubicBezTo>
                  <a:lnTo>
                    <a:pt x="13745" y="20250"/>
                  </a:lnTo>
                  <a:close/>
                  <a:moveTo>
                    <a:pt x="9818" y="16200"/>
                  </a:moveTo>
                  <a:cubicBezTo>
                    <a:pt x="5400" y="16200"/>
                    <a:pt x="1964" y="13837"/>
                    <a:pt x="1964" y="10800"/>
                  </a:cubicBezTo>
                  <a:cubicBezTo>
                    <a:pt x="1964" y="7762"/>
                    <a:pt x="5400" y="5400"/>
                    <a:pt x="9818" y="5400"/>
                  </a:cubicBezTo>
                  <a:cubicBezTo>
                    <a:pt x="14236" y="5400"/>
                    <a:pt x="17673" y="7762"/>
                    <a:pt x="17673" y="10800"/>
                  </a:cubicBezTo>
                  <a:cubicBezTo>
                    <a:pt x="17673" y="13837"/>
                    <a:pt x="14236" y="16200"/>
                    <a:pt x="9818" y="162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71" name="Shape 6571"/>
            <p:cNvSpPr/>
            <p:nvPr/>
          </p:nvSpPr>
          <p:spPr>
            <a:xfrm>
              <a:off x="323424" y="395717"/>
              <a:ext cx="216885" cy="2168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0700" y="0"/>
                    <a:pt x="20700" y="0"/>
                    <a:pt x="19800" y="0"/>
                  </a:cubicBezTo>
                  <a:cubicBezTo>
                    <a:pt x="900" y="15300"/>
                    <a:pt x="900" y="15300"/>
                    <a:pt x="900" y="15300"/>
                  </a:cubicBezTo>
                  <a:cubicBezTo>
                    <a:pt x="0" y="16200"/>
                    <a:pt x="0" y="17100"/>
                    <a:pt x="0" y="18000"/>
                  </a:cubicBezTo>
                  <a:cubicBezTo>
                    <a:pt x="0" y="18900"/>
                    <a:pt x="0" y="19800"/>
                    <a:pt x="900" y="20700"/>
                  </a:cubicBezTo>
                  <a:cubicBezTo>
                    <a:pt x="1800" y="21600"/>
                    <a:pt x="2700" y="21600"/>
                    <a:pt x="3600" y="21600"/>
                  </a:cubicBezTo>
                  <a:cubicBezTo>
                    <a:pt x="4500" y="21600"/>
                    <a:pt x="5400" y="21600"/>
                    <a:pt x="6300" y="20700"/>
                  </a:cubicBezTo>
                  <a:cubicBezTo>
                    <a:pt x="12600" y="12600"/>
                    <a:pt x="12600" y="12600"/>
                    <a:pt x="12600" y="12600"/>
                  </a:cubicBezTo>
                  <a:cubicBezTo>
                    <a:pt x="21600" y="1800"/>
                    <a:pt x="21600" y="1800"/>
                    <a:pt x="21600" y="1800"/>
                  </a:cubicBezTo>
                  <a:cubicBezTo>
                    <a:pt x="21600" y="900"/>
                    <a:pt x="21600" y="900"/>
                    <a:pt x="216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75" name="Group 6575"/>
          <p:cNvGrpSpPr/>
          <p:nvPr/>
        </p:nvGrpSpPr>
        <p:grpSpPr>
          <a:xfrm>
            <a:off x="3145902" y="8444831"/>
            <a:ext cx="1076924" cy="1076924"/>
            <a:chOff x="0" y="0"/>
            <a:chExt cx="1076922" cy="1076923"/>
          </a:xfrm>
        </p:grpSpPr>
        <p:sp>
          <p:nvSpPr>
            <p:cNvPr id="6573" name="Shape 6573"/>
            <p:cNvSpPr/>
            <p:nvPr/>
          </p:nvSpPr>
          <p:spPr>
            <a:xfrm>
              <a:off x="0" y="0"/>
              <a:ext cx="1076923" cy="10769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7087"/>
                  </a:moveTo>
                  <a:cubicBezTo>
                    <a:pt x="18900" y="6919"/>
                    <a:pt x="16875" y="6919"/>
                    <a:pt x="14006" y="6750"/>
                  </a:cubicBezTo>
                  <a:cubicBezTo>
                    <a:pt x="14175" y="6075"/>
                    <a:pt x="14175" y="5569"/>
                    <a:pt x="14175" y="4556"/>
                  </a:cubicBezTo>
                  <a:cubicBezTo>
                    <a:pt x="14175" y="2194"/>
                    <a:pt x="12319" y="0"/>
                    <a:pt x="10800" y="0"/>
                  </a:cubicBezTo>
                  <a:cubicBezTo>
                    <a:pt x="9619" y="0"/>
                    <a:pt x="8775" y="844"/>
                    <a:pt x="8775" y="2025"/>
                  </a:cubicBezTo>
                  <a:cubicBezTo>
                    <a:pt x="8775" y="3375"/>
                    <a:pt x="8269" y="5737"/>
                    <a:pt x="6075" y="6919"/>
                  </a:cubicBezTo>
                  <a:cubicBezTo>
                    <a:pt x="5906" y="6919"/>
                    <a:pt x="5400" y="7256"/>
                    <a:pt x="5400" y="7256"/>
                  </a:cubicBezTo>
                  <a:cubicBezTo>
                    <a:pt x="5400" y="7256"/>
                    <a:pt x="5400" y="7256"/>
                    <a:pt x="5400" y="7256"/>
                  </a:cubicBezTo>
                  <a:cubicBezTo>
                    <a:pt x="5062" y="6919"/>
                    <a:pt x="4556" y="6750"/>
                    <a:pt x="4050" y="6750"/>
                  </a:cubicBezTo>
                  <a:cubicBezTo>
                    <a:pt x="2025" y="6750"/>
                    <a:pt x="2025" y="6750"/>
                    <a:pt x="2025" y="6750"/>
                  </a:cubicBezTo>
                  <a:cubicBezTo>
                    <a:pt x="844" y="6750"/>
                    <a:pt x="0" y="7594"/>
                    <a:pt x="0" y="8775"/>
                  </a:cubicBezTo>
                  <a:cubicBezTo>
                    <a:pt x="0" y="19575"/>
                    <a:pt x="0" y="19575"/>
                    <a:pt x="0" y="19575"/>
                  </a:cubicBezTo>
                  <a:cubicBezTo>
                    <a:pt x="0" y="20756"/>
                    <a:pt x="844" y="21600"/>
                    <a:pt x="2025" y="21600"/>
                  </a:cubicBezTo>
                  <a:cubicBezTo>
                    <a:pt x="4050" y="21600"/>
                    <a:pt x="4050" y="21600"/>
                    <a:pt x="4050" y="21600"/>
                  </a:cubicBezTo>
                  <a:cubicBezTo>
                    <a:pt x="4894" y="21600"/>
                    <a:pt x="5569" y="21094"/>
                    <a:pt x="5906" y="20419"/>
                  </a:cubicBezTo>
                  <a:cubicBezTo>
                    <a:pt x="5906" y="20419"/>
                    <a:pt x="5906" y="20419"/>
                    <a:pt x="5906" y="20419"/>
                  </a:cubicBezTo>
                  <a:cubicBezTo>
                    <a:pt x="5906" y="20419"/>
                    <a:pt x="5906" y="20419"/>
                    <a:pt x="6075" y="20419"/>
                  </a:cubicBezTo>
                  <a:cubicBezTo>
                    <a:pt x="6075" y="20419"/>
                    <a:pt x="6075" y="20419"/>
                    <a:pt x="6075" y="20419"/>
                  </a:cubicBezTo>
                  <a:cubicBezTo>
                    <a:pt x="6412" y="20587"/>
                    <a:pt x="7256" y="20756"/>
                    <a:pt x="8775" y="21094"/>
                  </a:cubicBezTo>
                  <a:cubicBezTo>
                    <a:pt x="9112" y="21262"/>
                    <a:pt x="10969" y="21600"/>
                    <a:pt x="12825" y="21600"/>
                  </a:cubicBezTo>
                  <a:cubicBezTo>
                    <a:pt x="16537" y="21600"/>
                    <a:pt x="16537" y="21600"/>
                    <a:pt x="16537" y="21600"/>
                  </a:cubicBezTo>
                  <a:cubicBezTo>
                    <a:pt x="17719" y="21600"/>
                    <a:pt x="18394" y="21094"/>
                    <a:pt x="18900" y="20250"/>
                  </a:cubicBezTo>
                  <a:cubicBezTo>
                    <a:pt x="18900" y="20250"/>
                    <a:pt x="19069" y="19912"/>
                    <a:pt x="19238" y="19575"/>
                  </a:cubicBezTo>
                  <a:cubicBezTo>
                    <a:pt x="19406" y="19238"/>
                    <a:pt x="19406" y="18900"/>
                    <a:pt x="19238" y="18394"/>
                  </a:cubicBezTo>
                  <a:cubicBezTo>
                    <a:pt x="19913" y="17887"/>
                    <a:pt x="20250" y="17212"/>
                    <a:pt x="20419" y="16706"/>
                  </a:cubicBezTo>
                  <a:cubicBezTo>
                    <a:pt x="20587" y="15862"/>
                    <a:pt x="20587" y="15187"/>
                    <a:pt x="20419" y="14850"/>
                  </a:cubicBezTo>
                  <a:cubicBezTo>
                    <a:pt x="20756" y="14344"/>
                    <a:pt x="21094" y="13837"/>
                    <a:pt x="21262" y="12994"/>
                  </a:cubicBezTo>
                  <a:cubicBezTo>
                    <a:pt x="21431" y="12319"/>
                    <a:pt x="21262" y="11812"/>
                    <a:pt x="20925" y="11306"/>
                  </a:cubicBezTo>
                  <a:cubicBezTo>
                    <a:pt x="21431" y="10969"/>
                    <a:pt x="21600" y="10294"/>
                    <a:pt x="21600" y="9787"/>
                  </a:cubicBezTo>
                  <a:cubicBezTo>
                    <a:pt x="21600" y="9787"/>
                    <a:pt x="21600" y="9787"/>
                    <a:pt x="21600" y="9787"/>
                  </a:cubicBezTo>
                  <a:cubicBezTo>
                    <a:pt x="21600" y="9619"/>
                    <a:pt x="21600" y="9619"/>
                    <a:pt x="21600" y="9450"/>
                  </a:cubicBezTo>
                  <a:cubicBezTo>
                    <a:pt x="21600" y="8606"/>
                    <a:pt x="21094" y="7425"/>
                    <a:pt x="19744" y="7087"/>
                  </a:cubicBezTo>
                  <a:close/>
                  <a:moveTo>
                    <a:pt x="4725" y="19575"/>
                  </a:moveTo>
                  <a:cubicBezTo>
                    <a:pt x="4725" y="19912"/>
                    <a:pt x="4387" y="20250"/>
                    <a:pt x="4050" y="20250"/>
                  </a:cubicBezTo>
                  <a:cubicBezTo>
                    <a:pt x="2025" y="20250"/>
                    <a:pt x="2025" y="20250"/>
                    <a:pt x="2025" y="20250"/>
                  </a:cubicBezTo>
                  <a:cubicBezTo>
                    <a:pt x="1687" y="20250"/>
                    <a:pt x="1350" y="19912"/>
                    <a:pt x="1350" y="19575"/>
                  </a:cubicBezTo>
                  <a:cubicBezTo>
                    <a:pt x="1350" y="8775"/>
                    <a:pt x="1350" y="8775"/>
                    <a:pt x="1350" y="8775"/>
                  </a:cubicBezTo>
                  <a:cubicBezTo>
                    <a:pt x="1350" y="8437"/>
                    <a:pt x="1687" y="8100"/>
                    <a:pt x="2025" y="8100"/>
                  </a:cubicBezTo>
                  <a:cubicBezTo>
                    <a:pt x="4050" y="8100"/>
                    <a:pt x="4050" y="8100"/>
                    <a:pt x="4050" y="8100"/>
                  </a:cubicBezTo>
                  <a:cubicBezTo>
                    <a:pt x="4387" y="8100"/>
                    <a:pt x="4725" y="8437"/>
                    <a:pt x="4725" y="8775"/>
                  </a:cubicBezTo>
                  <a:lnTo>
                    <a:pt x="4725" y="19575"/>
                  </a:lnTo>
                  <a:close/>
                  <a:moveTo>
                    <a:pt x="20250" y="9787"/>
                  </a:moveTo>
                  <a:cubicBezTo>
                    <a:pt x="20250" y="10125"/>
                    <a:pt x="20081" y="10800"/>
                    <a:pt x="18900" y="10800"/>
                  </a:cubicBezTo>
                  <a:cubicBezTo>
                    <a:pt x="17887" y="10800"/>
                    <a:pt x="17550" y="10800"/>
                    <a:pt x="17550" y="10800"/>
                  </a:cubicBezTo>
                  <a:cubicBezTo>
                    <a:pt x="17381" y="10800"/>
                    <a:pt x="17212" y="10969"/>
                    <a:pt x="17212" y="11137"/>
                  </a:cubicBezTo>
                  <a:cubicBezTo>
                    <a:pt x="17212" y="11306"/>
                    <a:pt x="17381" y="11475"/>
                    <a:pt x="17550" y="11475"/>
                  </a:cubicBezTo>
                  <a:cubicBezTo>
                    <a:pt x="17550" y="11475"/>
                    <a:pt x="17887" y="11475"/>
                    <a:pt x="18900" y="11475"/>
                  </a:cubicBezTo>
                  <a:cubicBezTo>
                    <a:pt x="19913" y="11475"/>
                    <a:pt x="20081" y="12319"/>
                    <a:pt x="19913" y="12656"/>
                  </a:cubicBezTo>
                  <a:cubicBezTo>
                    <a:pt x="19913" y="13162"/>
                    <a:pt x="19575" y="14175"/>
                    <a:pt x="18562" y="14175"/>
                  </a:cubicBezTo>
                  <a:cubicBezTo>
                    <a:pt x="17381" y="14175"/>
                    <a:pt x="16875" y="14175"/>
                    <a:pt x="16875" y="14175"/>
                  </a:cubicBezTo>
                  <a:cubicBezTo>
                    <a:pt x="16706" y="14175"/>
                    <a:pt x="16537" y="14344"/>
                    <a:pt x="16537" y="14512"/>
                  </a:cubicBezTo>
                  <a:cubicBezTo>
                    <a:pt x="16537" y="14681"/>
                    <a:pt x="16706" y="14850"/>
                    <a:pt x="16875" y="14850"/>
                  </a:cubicBezTo>
                  <a:cubicBezTo>
                    <a:pt x="16875" y="14850"/>
                    <a:pt x="17719" y="14850"/>
                    <a:pt x="18225" y="14850"/>
                  </a:cubicBezTo>
                  <a:cubicBezTo>
                    <a:pt x="19406" y="14850"/>
                    <a:pt x="19238" y="15694"/>
                    <a:pt x="19069" y="16200"/>
                  </a:cubicBezTo>
                  <a:cubicBezTo>
                    <a:pt x="18900" y="16875"/>
                    <a:pt x="18731" y="17550"/>
                    <a:pt x="17381" y="17550"/>
                  </a:cubicBezTo>
                  <a:cubicBezTo>
                    <a:pt x="16875" y="17550"/>
                    <a:pt x="16200" y="17550"/>
                    <a:pt x="16200" y="17550"/>
                  </a:cubicBezTo>
                  <a:cubicBezTo>
                    <a:pt x="16031" y="17550"/>
                    <a:pt x="15862" y="17719"/>
                    <a:pt x="15862" y="17887"/>
                  </a:cubicBezTo>
                  <a:cubicBezTo>
                    <a:pt x="15862" y="18056"/>
                    <a:pt x="16031" y="18225"/>
                    <a:pt x="16200" y="18225"/>
                  </a:cubicBezTo>
                  <a:cubicBezTo>
                    <a:pt x="16200" y="18225"/>
                    <a:pt x="16706" y="18225"/>
                    <a:pt x="17212" y="18225"/>
                  </a:cubicBezTo>
                  <a:cubicBezTo>
                    <a:pt x="18056" y="18225"/>
                    <a:pt x="18056" y="18900"/>
                    <a:pt x="17887" y="19238"/>
                  </a:cubicBezTo>
                  <a:cubicBezTo>
                    <a:pt x="17887" y="19406"/>
                    <a:pt x="17719" y="19575"/>
                    <a:pt x="17719" y="19744"/>
                  </a:cubicBezTo>
                  <a:cubicBezTo>
                    <a:pt x="17550" y="20081"/>
                    <a:pt x="17212" y="20250"/>
                    <a:pt x="16537" y="20250"/>
                  </a:cubicBezTo>
                  <a:cubicBezTo>
                    <a:pt x="12825" y="20250"/>
                    <a:pt x="12825" y="20250"/>
                    <a:pt x="12825" y="20250"/>
                  </a:cubicBezTo>
                  <a:cubicBezTo>
                    <a:pt x="10969" y="20250"/>
                    <a:pt x="9112" y="19912"/>
                    <a:pt x="9112" y="19744"/>
                  </a:cubicBezTo>
                  <a:cubicBezTo>
                    <a:pt x="6244" y="19238"/>
                    <a:pt x="6075" y="19069"/>
                    <a:pt x="5906" y="19069"/>
                  </a:cubicBezTo>
                  <a:cubicBezTo>
                    <a:pt x="5906" y="19069"/>
                    <a:pt x="5400" y="18900"/>
                    <a:pt x="5400" y="18562"/>
                  </a:cubicBezTo>
                  <a:cubicBezTo>
                    <a:pt x="5400" y="9112"/>
                    <a:pt x="5400" y="9112"/>
                    <a:pt x="5400" y="9112"/>
                  </a:cubicBezTo>
                  <a:cubicBezTo>
                    <a:pt x="5400" y="8775"/>
                    <a:pt x="5569" y="8606"/>
                    <a:pt x="5906" y="8437"/>
                  </a:cubicBezTo>
                  <a:cubicBezTo>
                    <a:pt x="5906" y="8437"/>
                    <a:pt x="6075" y="8437"/>
                    <a:pt x="6075" y="8437"/>
                  </a:cubicBezTo>
                  <a:cubicBezTo>
                    <a:pt x="9112" y="7087"/>
                    <a:pt x="10125" y="4388"/>
                    <a:pt x="10125" y="2025"/>
                  </a:cubicBezTo>
                  <a:cubicBezTo>
                    <a:pt x="10125" y="1688"/>
                    <a:pt x="10462" y="1350"/>
                    <a:pt x="10800" y="1350"/>
                  </a:cubicBezTo>
                  <a:cubicBezTo>
                    <a:pt x="11475" y="1350"/>
                    <a:pt x="12825" y="2700"/>
                    <a:pt x="12825" y="4556"/>
                  </a:cubicBezTo>
                  <a:cubicBezTo>
                    <a:pt x="12825" y="6075"/>
                    <a:pt x="12656" y="6412"/>
                    <a:pt x="12150" y="8100"/>
                  </a:cubicBezTo>
                  <a:cubicBezTo>
                    <a:pt x="18900" y="8100"/>
                    <a:pt x="18900" y="8269"/>
                    <a:pt x="19406" y="8437"/>
                  </a:cubicBezTo>
                  <a:cubicBezTo>
                    <a:pt x="20250" y="8606"/>
                    <a:pt x="20250" y="9112"/>
                    <a:pt x="20250" y="9450"/>
                  </a:cubicBezTo>
                  <a:cubicBezTo>
                    <a:pt x="20250" y="9619"/>
                    <a:pt x="20250" y="9619"/>
                    <a:pt x="20250" y="9787"/>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74" name="Shape 6574"/>
            <p:cNvSpPr/>
            <p:nvPr/>
          </p:nvSpPr>
          <p:spPr>
            <a:xfrm>
              <a:off x="99517" y="874332"/>
              <a:ext cx="99519" cy="995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5400"/>
                    <a:pt x="0" y="10800"/>
                  </a:cubicBezTo>
                  <a:cubicBezTo>
                    <a:pt x="0" y="16200"/>
                    <a:pt x="5400" y="21600"/>
                    <a:pt x="10800" y="21600"/>
                  </a:cubicBezTo>
                  <a:cubicBezTo>
                    <a:pt x="16200" y="21600"/>
                    <a:pt x="21600" y="16200"/>
                    <a:pt x="21600" y="10800"/>
                  </a:cubicBezTo>
                  <a:cubicBezTo>
                    <a:pt x="21600" y="5400"/>
                    <a:pt x="16200" y="0"/>
                    <a:pt x="10800" y="0"/>
                  </a:cubicBezTo>
                  <a:close/>
                  <a:moveTo>
                    <a:pt x="10800" y="14400"/>
                  </a:moveTo>
                  <a:cubicBezTo>
                    <a:pt x="9000" y="14400"/>
                    <a:pt x="7200" y="12600"/>
                    <a:pt x="7200" y="10800"/>
                  </a:cubicBezTo>
                  <a:cubicBezTo>
                    <a:pt x="7200" y="9000"/>
                    <a:pt x="9000" y="7200"/>
                    <a:pt x="10800" y="7200"/>
                  </a:cubicBezTo>
                  <a:cubicBezTo>
                    <a:pt x="12600" y="7200"/>
                    <a:pt x="14400" y="9000"/>
                    <a:pt x="14400" y="10800"/>
                  </a:cubicBezTo>
                  <a:cubicBezTo>
                    <a:pt x="14400" y="12600"/>
                    <a:pt x="12600" y="14400"/>
                    <a:pt x="10800" y="14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576" name="Shape 6576"/>
          <p:cNvSpPr/>
          <p:nvPr/>
        </p:nvSpPr>
        <p:spPr>
          <a:xfrm>
            <a:off x="11580747" y="6849318"/>
            <a:ext cx="1285434" cy="9630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5175"/>
                </a:moveTo>
                <a:cubicBezTo>
                  <a:pt x="17719" y="450"/>
                  <a:pt x="17719" y="450"/>
                  <a:pt x="17719" y="450"/>
                </a:cubicBezTo>
                <a:cubicBezTo>
                  <a:pt x="17550" y="225"/>
                  <a:pt x="17212" y="0"/>
                  <a:pt x="16875" y="0"/>
                </a:cubicBezTo>
                <a:cubicBezTo>
                  <a:pt x="4725" y="0"/>
                  <a:pt x="4725" y="0"/>
                  <a:pt x="4725" y="0"/>
                </a:cubicBezTo>
                <a:cubicBezTo>
                  <a:pt x="4387" y="0"/>
                  <a:pt x="4050" y="225"/>
                  <a:pt x="3881" y="450"/>
                </a:cubicBezTo>
                <a:cubicBezTo>
                  <a:pt x="337" y="5175"/>
                  <a:pt x="337" y="5175"/>
                  <a:pt x="337" y="5175"/>
                </a:cubicBezTo>
                <a:cubicBezTo>
                  <a:pt x="169" y="5400"/>
                  <a:pt x="0" y="5850"/>
                  <a:pt x="0" y="6300"/>
                </a:cubicBezTo>
                <a:cubicBezTo>
                  <a:pt x="0" y="6750"/>
                  <a:pt x="169" y="7200"/>
                  <a:pt x="337" y="7650"/>
                </a:cubicBezTo>
                <a:cubicBezTo>
                  <a:pt x="9787" y="20925"/>
                  <a:pt x="9787" y="20925"/>
                  <a:pt x="9787" y="20925"/>
                </a:cubicBezTo>
                <a:cubicBezTo>
                  <a:pt x="10125" y="21375"/>
                  <a:pt x="10462" y="21600"/>
                  <a:pt x="10800" y="21600"/>
                </a:cubicBezTo>
                <a:cubicBezTo>
                  <a:pt x="11137" y="21600"/>
                  <a:pt x="11475" y="21375"/>
                  <a:pt x="11812" y="20925"/>
                </a:cubicBezTo>
                <a:cubicBezTo>
                  <a:pt x="21262" y="7650"/>
                  <a:pt x="21262" y="7650"/>
                  <a:pt x="21262" y="7650"/>
                </a:cubicBezTo>
                <a:cubicBezTo>
                  <a:pt x="21431" y="7200"/>
                  <a:pt x="21600" y="6750"/>
                  <a:pt x="21600" y="6300"/>
                </a:cubicBezTo>
                <a:cubicBezTo>
                  <a:pt x="21600" y="5850"/>
                  <a:pt x="21431" y="5400"/>
                  <a:pt x="21262" y="5175"/>
                </a:cubicBezTo>
                <a:close/>
                <a:moveTo>
                  <a:pt x="12319" y="6300"/>
                </a:moveTo>
                <a:cubicBezTo>
                  <a:pt x="9281" y="6300"/>
                  <a:pt x="9281" y="6300"/>
                  <a:pt x="9281" y="6300"/>
                </a:cubicBezTo>
                <a:cubicBezTo>
                  <a:pt x="10800" y="4725"/>
                  <a:pt x="10800" y="4725"/>
                  <a:pt x="10800" y="4725"/>
                </a:cubicBezTo>
                <a:lnTo>
                  <a:pt x="12319" y="6300"/>
                </a:lnTo>
                <a:close/>
                <a:moveTo>
                  <a:pt x="11306" y="4050"/>
                </a:moveTo>
                <a:cubicBezTo>
                  <a:pt x="13162" y="2025"/>
                  <a:pt x="13162" y="2025"/>
                  <a:pt x="13162" y="2025"/>
                </a:cubicBezTo>
                <a:cubicBezTo>
                  <a:pt x="14512" y="3825"/>
                  <a:pt x="14512" y="3825"/>
                  <a:pt x="14512" y="3825"/>
                </a:cubicBezTo>
                <a:cubicBezTo>
                  <a:pt x="12825" y="5625"/>
                  <a:pt x="12825" y="5625"/>
                  <a:pt x="12825" y="5625"/>
                </a:cubicBezTo>
                <a:lnTo>
                  <a:pt x="11306" y="4050"/>
                </a:lnTo>
                <a:close/>
                <a:moveTo>
                  <a:pt x="8775" y="5625"/>
                </a:moveTo>
                <a:cubicBezTo>
                  <a:pt x="7087" y="3825"/>
                  <a:pt x="7087" y="3825"/>
                  <a:pt x="7087" y="3825"/>
                </a:cubicBezTo>
                <a:cubicBezTo>
                  <a:pt x="8437" y="2025"/>
                  <a:pt x="8437" y="2025"/>
                  <a:pt x="8437" y="2025"/>
                </a:cubicBezTo>
                <a:cubicBezTo>
                  <a:pt x="10294" y="4050"/>
                  <a:pt x="10294" y="4050"/>
                  <a:pt x="10294" y="4050"/>
                </a:cubicBezTo>
                <a:lnTo>
                  <a:pt x="8775" y="5625"/>
                </a:lnTo>
                <a:close/>
                <a:moveTo>
                  <a:pt x="12487" y="7200"/>
                </a:moveTo>
                <a:cubicBezTo>
                  <a:pt x="10800" y="18450"/>
                  <a:pt x="10800" y="18450"/>
                  <a:pt x="10800" y="18450"/>
                </a:cubicBezTo>
                <a:cubicBezTo>
                  <a:pt x="9112" y="7200"/>
                  <a:pt x="9112" y="7200"/>
                  <a:pt x="9112" y="7200"/>
                </a:cubicBezTo>
                <a:lnTo>
                  <a:pt x="12487" y="7200"/>
                </a:lnTo>
                <a:close/>
                <a:moveTo>
                  <a:pt x="13162" y="7200"/>
                </a:moveTo>
                <a:cubicBezTo>
                  <a:pt x="16537" y="7200"/>
                  <a:pt x="16537" y="7200"/>
                  <a:pt x="16537" y="7200"/>
                </a:cubicBezTo>
                <a:cubicBezTo>
                  <a:pt x="11475" y="18225"/>
                  <a:pt x="11475" y="18225"/>
                  <a:pt x="11475" y="18225"/>
                </a:cubicBezTo>
                <a:lnTo>
                  <a:pt x="13162" y="7200"/>
                </a:lnTo>
                <a:close/>
                <a:moveTo>
                  <a:pt x="13331" y="6300"/>
                </a:moveTo>
                <a:cubicBezTo>
                  <a:pt x="15019" y="4500"/>
                  <a:pt x="15019" y="4500"/>
                  <a:pt x="15019" y="4500"/>
                </a:cubicBezTo>
                <a:cubicBezTo>
                  <a:pt x="16369" y="6300"/>
                  <a:pt x="16369" y="6300"/>
                  <a:pt x="16369" y="6300"/>
                </a:cubicBezTo>
                <a:lnTo>
                  <a:pt x="13331" y="6300"/>
                </a:lnTo>
                <a:close/>
                <a:moveTo>
                  <a:pt x="14006" y="1800"/>
                </a:moveTo>
                <a:cubicBezTo>
                  <a:pt x="16369" y="1800"/>
                  <a:pt x="16369" y="1800"/>
                  <a:pt x="16369" y="1800"/>
                </a:cubicBezTo>
                <a:cubicBezTo>
                  <a:pt x="15019" y="3150"/>
                  <a:pt x="15019" y="3150"/>
                  <a:pt x="15019" y="3150"/>
                </a:cubicBezTo>
                <a:lnTo>
                  <a:pt x="14006" y="1800"/>
                </a:lnTo>
                <a:close/>
                <a:moveTo>
                  <a:pt x="10800" y="3375"/>
                </a:moveTo>
                <a:cubicBezTo>
                  <a:pt x="9281" y="1800"/>
                  <a:pt x="9281" y="1800"/>
                  <a:pt x="9281" y="1800"/>
                </a:cubicBezTo>
                <a:cubicBezTo>
                  <a:pt x="12319" y="1800"/>
                  <a:pt x="12319" y="1800"/>
                  <a:pt x="12319" y="1800"/>
                </a:cubicBezTo>
                <a:lnTo>
                  <a:pt x="10800" y="3375"/>
                </a:lnTo>
                <a:close/>
                <a:moveTo>
                  <a:pt x="6581" y="3150"/>
                </a:moveTo>
                <a:cubicBezTo>
                  <a:pt x="5231" y="1800"/>
                  <a:pt x="5231" y="1800"/>
                  <a:pt x="5231" y="1800"/>
                </a:cubicBezTo>
                <a:cubicBezTo>
                  <a:pt x="7594" y="1800"/>
                  <a:pt x="7594" y="1800"/>
                  <a:pt x="7594" y="1800"/>
                </a:cubicBezTo>
                <a:lnTo>
                  <a:pt x="6581" y="3150"/>
                </a:lnTo>
                <a:close/>
                <a:moveTo>
                  <a:pt x="6581" y="4500"/>
                </a:moveTo>
                <a:cubicBezTo>
                  <a:pt x="8269" y="6300"/>
                  <a:pt x="8269" y="6300"/>
                  <a:pt x="8269" y="6300"/>
                </a:cubicBezTo>
                <a:cubicBezTo>
                  <a:pt x="5231" y="6300"/>
                  <a:pt x="5231" y="6300"/>
                  <a:pt x="5231" y="6300"/>
                </a:cubicBezTo>
                <a:lnTo>
                  <a:pt x="6581" y="4500"/>
                </a:lnTo>
                <a:close/>
                <a:moveTo>
                  <a:pt x="8437" y="7200"/>
                </a:moveTo>
                <a:cubicBezTo>
                  <a:pt x="10125" y="18225"/>
                  <a:pt x="10125" y="18225"/>
                  <a:pt x="10125" y="18225"/>
                </a:cubicBezTo>
                <a:cubicBezTo>
                  <a:pt x="5062" y="7200"/>
                  <a:pt x="5062" y="7200"/>
                  <a:pt x="5062" y="7200"/>
                </a:cubicBezTo>
                <a:lnTo>
                  <a:pt x="8437" y="7200"/>
                </a:lnTo>
                <a:close/>
                <a:moveTo>
                  <a:pt x="8606" y="16650"/>
                </a:moveTo>
                <a:cubicBezTo>
                  <a:pt x="1856" y="7200"/>
                  <a:pt x="1856" y="7200"/>
                  <a:pt x="1856" y="7200"/>
                </a:cubicBezTo>
                <a:cubicBezTo>
                  <a:pt x="4387" y="7200"/>
                  <a:pt x="4387" y="7200"/>
                  <a:pt x="4387" y="7200"/>
                </a:cubicBezTo>
                <a:lnTo>
                  <a:pt x="8606" y="16650"/>
                </a:lnTo>
                <a:close/>
                <a:moveTo>
                  <a:pt x="17212" y="7200"/>
                </a:moveTo>
                <a:cubicBezTo>
                  <a:pt x="19744" y="7200"/>
                  <a:pt x="19744" y="7200"/>
                  <a:pt x="19744" y="7200"/>
                </a:cubicBezTo>
                <a:cubicBezTo>
                  <a:pt x="12994" y="16650"/>
                  <a:pt x="12994" y="16650"/>
                  <a:pt x="12994" y="16650"/>
                </a:cubicBezTo>
                <a:lnTo>
                  <a:pt x="17212" y="7200"/>
                </a:lnTo>
                <a:close/>
                <a:moveTo>
                  <a:pt x="17381" y="6300"/>
                </a:moveTo>
                <a:cubicBezTo>
                  <a:pt x="15525" y="3825"/>
                  <a:pt x="15525" y="3825"/>
                  <a:pt x="15525" y="3825"/>
                </a:cubicBezTo>
                <a:cubicBezTo>
                  <a:pt x="17044" y="2250"/>
                  <a:pt x="17044" y="2250"/>
                  <a:pt x="17044" y="2250"/>
                </a:cubicBezTo>
                <a:cubicBezTo>
                  <a:pt x="20250" y="6300"/>
                  <a:pt x="20250" y="6300"/>
                  <a:pt x="20250" y="6300"/>
                </a:cubicBezTo>
                <a:lnTo>
                  <a:pt x="17381" y="6300"/>
                </a:lnTo>
                <a:close/>
                <a:moveTo>
                  <a:pt x="4556" y="2250"/>
                </a:moveTo>
                <a:cubicBezTo>
                  <a:pt x="6075" y="3825"/>
                  <a:pt x="6075" y="3825"/>
                  <a:pt x="6075" y="3825"/>
                </a:cubicBezTo>
                <a:cubicBezTo>
                  <a:pt x="4219" y="6300"/>
                  <a:pt x="4219" y="6300"/>
                  <a:pt x="4219" y="6300"/>
                </a:cubicBezTo>
                <a:cubicBezTo>
                  <a:pt x="1350" y="6300"/>
                  <a:pt x="1350" y="6300"/>
                  <a:pt x="1350" y="6300"/>
                </a:cubicBezTo>
                <a:lnTo>
                  <a:pt x="4556" y="225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580" name="Group 6580"/>
          <p:cNvGrpSpPr/>
          <p:nvPr/>
        </p:nvGrpSpPr>
        <p:grpSpPr>
          <a:xfrm>
            <a:off x="20462591" y="8401167"/>
            <a:ext cx="1339987" cy="1164251"/>
            <a:chOff x="0" y="0"/>
            <a:chExt cx="1339986" cy="1164250"/>
          </a:xfrm>
        </p:grpSpPr>
        <p:sp>
          <p:nvSpPr>
            <p:cNvPr id="6577" name="Shape 6577"/>
            <p:cNvSpPr/>
            <p:nvPr/>
          </p:nvSpPr>
          <p:spPr>
            <a:xfrm>
              <a:off x="0" y="0"/>
              <a:ext cx="1339987" cy="9577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635"/>
                  </a:moveTo>
                  <a:cubicBezTo>
                    <a:pt x="21600" y="4226"/>
                    <a:pt x="20925" y="3287"/>
                    <a:pt x="20081" y="2817"/>
                  </a:cubicBezTo>
                  <a:cubicBezTo>
                    <a:pt x="11306" y="0"/>
                    <a:pt x="11306" y="0"/>
                    <a:pt x="11306" y="0"/>
                  </a:cubicBezTo>
                  <a:cubicBezTo>
                    <a:pt x="11137" y="0"/>
                    <a:pt x="10969" y="0"/>
                    <a:pt x="10800" y="0"/>
                  </a:cubicBezTo>
                  <a:cubicBezTo>
                    <a:pt x="10631" y="0"/>
                    <a:pt x="10462" y="0"/>
                    <a:pt x="10294" y="0"/>
                  </a:cubicBezTo>
                  <a:cubicBezTo>
                    <a:pt x="1519" y="2817"/>
                    <a:pt x="1519" y="2817"/>
                    <a:pt x="1519" y="2817"/>
                  </a:cubicBezTo>
                  <a:cubicBezTo>
                    <a:pt x="675" y="3287"/>
                    <a:pt x="0" y="4226"/>
                    <a:pt x="0" y="5635"/>
                  </a:cubicBezTo>
                  <a:cubicBezTo>
                    <a:pt x="0" y="7043"/>
                    <a:pt x="675" y="7983"/>
                    <a:pt x="1519" y="8452"/>
                  </a:cubicBezTo>
                  <a:cubicBezTo>
                    <a:pt x="3375" y="8922"/>
                    <a:pt x="3375" y="8922"/>
                    <a:pt x="3375" y="8922"/>
                  </a:cubicBezTo>
                  <a:cubicBezTo>
                    <a:pt x="3375" y="16904"/>
                    <a:pt x="3375" y="16904"/>
                    <a:pt x="3375" y="16904"/>
                  </a:cubicBezTo>
                  <a:cubicBezTo>
                    <a:pt x="3375" y="19487"/>
                    <a:pt x="5400" y="21600"/>
                    <a:pt x="10800" y="21600"/>
                  </a:cubicBezTo>
                  <a:cubicBezTo>
                    <a:pt x="16200" y="21600"/>
                    <a:pt x="18225" y="19487"/>
                    <a:pt x="18225" y="16904"/>
                  </a:cubicBezTo>
                  <a:cubicBezTo>
                    <a:pt x="18225" y="8922"/>
                    <a:pt x="18225" y="8922"/>
                    <a:pt x="18225" y="8922"/>
                  </a:cubicBezTo>
                  <a:cubicBezTo>
                    <a:pt x="20081" y="8452"/>
                    <a:pt x="20081" y="8452"/>
                    <a:pt x="20081" y="8452"/>
                  </a:cubicBezTo>
                  <a:cubicBezTo>
                    <a:pt x="20925" y="7983"/>
                    <a:pt x="21600" y="7043"/>
                    <a:pt x="21600" y="5635"/>
                  </a:cubicBezTo>
                  <a:close/>
                  <a:moveTo>
                    <a:pt x="16875" y="16904"/>
                  </a:moveTo>
                  <a:cubicBezTo>
                    <a:pt x="16875" y="17843"/>
                    <a:pt x="14850" y="19722"/>
                    <a:pt x="10800" y="19722"/>
                  </a:cubicBezTo>
                  <a:cubicBezTo>
                    <a:pt x="6750" y="19722"/>
                    <a:pt x="4725" y="17843"/>
                    <a:pt x="4725" y="16904"/>
                  </a:cubicBezTo>
                  <a:cubicBezTo>
                    <a:pt x="4725" y="9391"/>
                    <a:pt x="4725" y="9391"/>
                    <a:pt x="4725" y="9391"/>
                  </a:cubicBezTo>
                  <a:cubicBezTo>
                    <a:pt x="10294" y="11270"/>
                    <a:pt x="10294" y="11270"/>
                    <a:pt x="10294" y="11270"/>
                  </a:cubicBezTo>
                  <a:cubicBezTo>
                    <a:pt x="10462" y="11270"/>
                    <a:pt x="10631" y="11270"/>
                    <a:pt x="10800" y="11270"/>
                  </a:cubicBezTo>
                  <a:cubicBezTo>
                    <a:pt x="10969" y="11270"/>
                    <a:pt x="11137" y="11270"/>
                    <a:pt x="11306" y="11270"/>
                  </a:cubicBezTo>
                  <a:cubicBezTo>
                    <a:pt x="16875" y="9391"/>
                    <a:pt x="16875" y="9391"/>
                    <a:pt x="16875" y="9391"/>
                  </a:cubicBezTo>
                  <a:lnTo>
                    <a:pt x="16875" y="16904"/>
                  </a:lnTo>
                  <a:close/>
                  <a:moveTo>
                    <a:pt x="10969" y="9391"/>
                  </a:moveTo>
                  <a:cubicBezTo>
                    <a:pt x="10969" y="9391"/>
                    <a:pt x="10800" y="9391"/>
                    <a:pt x="10800" y="9391"/>
                  </a:cubicBezTo>
                  <a:cubicBezTo>
                    <a:pt x="10800" y="9391"/>
                    <a:pt x="10631" y="9391"/>
                    <a:pt x="10631" y="9391"/>
                  </a:cubicBezTo>
                  <a:cubicBezTo>
                    <a:pt x="1856" y="6574"/>
                    <a:pt x="1856" y="6574"/>
                    <a:pt x="1856" y="6574"/>
                  </a:cubicBezTo>
                  <a:cubicBezTo>
                    <a:pt x="1519" y="6339"/>
                    <a:pt x="1350" y="6104"/>
                    <a:pt x="1350" y="5635"/>
                  </a:cubicBezTo>
                  <a:cubicBezTo>
                    <a:pt x="1350" y="5165"/>
                    <a:pt x="1519" y="4930"/>
                    <a:pt x="1856" y="4696"/>
                  </a:cubicBezTo>
                  <a:cubicBezTo>
                    <a:pt x="10631" y="1878"/>
                    <a:pt x="10631" y="1878"/>
                    <a:pt x="10631" y="1878"/>
                  </a:cubicBezTo>
                  <a:cubicBezTo>
                    <a:pt x="10631" y="1878"/>
                    <a:pt x="10800" y="1878"/>
                    <a:pt x="10800" y="1878"/>
                  </a:cubicBezTo>
                  <a:cubicBezTo>
                    <a:pt x="10800" y="1878"/>
                    <a:pt x="10969" y="1878"/>
                    <a:pt x="10969" y="1878"/>
                  </a:cubicBezTo>
                  <a:cubicBezTo>
                    <a:pt x="19744" y="4696"/>
                    <a:pt x="19744" y="4696"/>
                    <a:pt x="19744" y="4696"/>
                  </a:cubicBezTo>
                  <a:cubicBezTo>
                    <a:pt x="20081" y="4930"/>
                    <a:pt x="20250" y="5165"/>
                    <a:pt x="20250" y="5635"/>
                  </a:cubicBezTo>
                  <a:cubicBezTo>
                    <a:pt x="20250" y="6104"/>
                    <a:pt x="20081" y="6339"/>
                    <a:pt x="19744" y="6574"/>
                  </a:cubicBezTo>
                  <a:lnTo>
                    <a:pt x="10969" y="939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78" name="Shape 6578"/>
            <p:cNvSpPr/>
            <p:nvPr/>
          </p:nvSpPr>
          <p:spPr>
            <a:xfrm>
              <a:off x="1212576" y="417370"/>
              <a:ext cx="83477" cy="4569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964"/>
                  </a:moveTo>
                  <a:cubicBezTo>
                    <a:pt x="0" y="19636"/>
                    <a:pt x="0" y="19636"/>
                    <a:pt x="0" y="19636"/>
                  </a:cubicBezTo>
                  <a:cubicBezTo>
                    <a:pt x="0" y="20618"/>
                    <a:pt x="5400" y="21600"/>
                    <a:pt x="10800" y="21600"/>
                  </a:cubicBezTo>
                  <a:cubicBezTo>
                    <a:pt x="16200" y="21600"/>
                    <a:pt x="21600" y="20618"/>
                    <a:pt x="21600" y="19636"/>
                  </a:cubicBezTo>
                  <a:cubicBezTo>
                    <a:pt x="21600" y="1964"/>
                    <a:pt x="21600" y="1964"/>
                    <a:pt x="21600" y="1964"/>
                  </a:cubicBezTo>
                  <a:cubicBezTo>
                    <a:pt x="21600" y="982"/>
                    <a:pt x="16200" y="0"/>
                    <a:pt x="10800" y="0"/>
                  </a:cubicBezTo>
                  <a:cubicBezTo>
                    <a:pt x="5400" y="0"/>
                    <a:pt x="0" y="982"/>
                    <a:pt x="0" y="196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79" name="Shape 6579"/>
            <p:cNvSpPr/>
            <p:nvPr/>
          </p:nvSpPr>
          <p:spPr>
            <a:xfrm>
              <a:off x="1173037" y="913825"/>
              <a:ext cx="166947" cy="250426"/>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83" name="Group 6583"/>
          <p:cNvGrpSpPr/>
          <p:nvPr/>
        </p:nvGrpSpPr>
        <p:grpSpPr>
          <a:xfrm>
            <a:off x="19618748" y="5172628"/>
            <a:ext cx="1140491" cy="985773"/>
            <a:chOff x="0" y="0"/>
            <a:chExt cx="1140489" cy="985771"/>
          </a:xfrm>
        </p:grpSpPr>
        <p:sp>
          <p:nvSpPr>
            <p:cNvPr id="6581" name="Shape 6581"/>
            <p:cNvSpPr/>
            <p:nvPr/>
          </p:nvSpPr>
          <p:spPr>
            <a:xfrm>
              <a:off x="0" y="-1"/>
              <a:ext cx="1140490" cy="985773"/>
            </a:xfrm>
            <a:custGeom>
              <a:avLst/>
              <a:gdLst/>
              <a:ahLst/>
              <a:cxnLst>
                <a:cxn ang="0">
                  <a:pos x="wd2" y="hd2"/>
                </a:cxn>
                <a:cxn ang="5400000">
                  <a:pos x="wd2" y="hd2"/>
                </a:cxn>
                <a:cxn ang="10800000">
                  <a:pos x="wd2" y="hd2"/>
                </a:cxn>
                <a:cxn ang="16200000">
                  <a:pos x="wd2" y="hd2"/>
                </a:cxn>
              </a:cxnLst>
              <a:rect l="0" t="0" r="r" b="b"/>
              <a:pathLst>
                <a:path w="20409" h="20633" fill="norm" stroke="1" extrusionOk="0">
                  <a:moveTo>
                    <a:pt x="18622" y="2033"/>
                  </a:moveTo>
                  <a:cubicBezTo>
                    <a:pt x="16239" y="-551"/>
                    <a:pt x="12586" y="-736"/>
                    <a:pt x="10204" y="1849"/>
                  </a:cubicBezTo>
                  <a:cubicBezTo>
                    <a:pt x="7822" y="-736"/>
                    <a:pt x="4169" y="-551"/>
                    <a:pt x="1786" y="2033"/>
                  </a:cubicBezTo>
                  <a:cubicBezTo>
                    <a:pt x="-596" y="4802"/>
                    <a:pt x="-596" y="9233"/>
                    <a:pt x="1786" y="12002"/>
                  </a:cubicBezTo>
                  <a:cubicBezTo>
                    <a:pt x="2580" y="12741"/>
                    <a:pt x="8775" y="19941"/>
                    <a:pt x="8775" y="19941"/>
                  </a:cubicBezTo>
                  <a:cubicBezTo>
                    <a:pt x="9569" y="20864"/>
                    <a:pt x="10839" y="20864"/>
                    <a:pt x="11633" y="19941"/>
                  </a:cubicBezTo>
                  <a:cubicBezTo>
                    <a:pt x="11633" y="19941"/>
                    <a:pt x="18463" y="12002"/>
                    <a:pt x="18622" y="12002"/>
                  </a:cubicBezTo>
                  <a:cubicBezTo>
                    <a:pt x="21004" y="9233"/>
                    <a:pt x="21004" y="4802"/>
                    <a:pt x="18622" y="2033"/>
                  </a:cubicBezTo>
                  <a:close/>
                  <a:moveTo>
                    <a:pt x="17669" y="10895"/>
                  </a:moveTo>
                  <a:cubicBezTo>
                    <a:pt x="10680" y="19018"/>
                    <a:pt x="10680" y="19018"/>
                    <a:pt x="10680" y="19018"/>
                  </a:cubicBezTo>
                  <a:cubicBezTo>
                    <a:pt x="10363" y="19202"/>
                    <a:pt x="10045" y="19202"/>
                    <a:pt x="9728" y="19018"/>
                  </a:cubicBezTo>
                  <a:cubicBezTo>
                    <a:pt x="2739" y="10895"/>
                    <a:pt x="2739" y="10895"/>
                    <a:pt x="2739" y="10895"/>
                  </a:cubicBezTo>
                  <a:cubicBezTo>
                    <a:pt x="833" y="8679"/>
                    <a:pt x="833" y="5172"/>
                    <a:pt x="2739" y="3141"/>
                  </a:cubicBezTo>
                  <a:cubicBezTo>
                    <a:pt x="4486" y="926"/>
                    <a:pt x="7504" y="926"/>
                    <a:pt x="9410" y="2956"/>
                  </a:cubicBezTo>
                  <a:cubicBezTo>
                    <a:pt x="10204" y="3879"/>
                    <a:pt x="10204" y="3879"/>
                    <a:pt x="10204" y="3879"/>
                  </a:cubicBezTo>
                  <a:cubicBezTo>
                    <a:pt x="10998" y="2956"/>
                    <a:pt x="10998" y="2956"/>
                    <a:pt x="10998" y="2956"/>
                  </a:cubicBezTo>
                  <a:cubicBezTo>
                    <a:pt x="12904" y="926"/>
                    <a:pt x="15922" y="926"/>
                    <a:pt x="17669" y="3141"/>
                  </a:cubicBezTo>
                  <a:cubicBezTo>
                    <a:pt x="19575" y="5172"/>
                    <a:pt x="19575" y="8679"/>
                    <a:pt x="17669" y="1089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82" name="Shape 6582"/>
            <p:cNvSpPr/>
            <p:nvPr/>
          </p:nvSpPr>
          <p:spPr>
            <a:xfrm>
              <a:off x="179070" y="177190"/>
              <a:ext cx="167649" cy="167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26" y="0"/>
                  </a:moveTo>
                  <a:cubicBezTo>
                    <a:pt x="19326" y="0"/>
                    <a:pt x="19326" y="0"/>
                    <a:pt x="19326" y="0"/>
                  </a:cubicBezTo>
                  <a:cubicBezTo>
                    <a:pt x="9095" y="0"/>
                    <a:pt x="0" y="9095"/>
                    <a:pt x="0" y="19326"/>
                  </a:cubicBezTo>
                  <a:cubicBezTo>
                    <a:pt x="0" y="19326"/>
                    <a:pt x="0" y="19326"/>
                    <a:pt x="0" y="19326"/>
                  </a:cubicBezTo>
                  <a:cubicBezTo>
                    <a:pt x="0" y="20463"/>
                    <a:pt x="1137" y="21600"/>
                    <a:pt x="2274" y="21600"/>
                  </a:cubicBezTo>
                  <a:cubicBezTo>
                    <a:pt x="3411" y="21600"/>
                    <a:pt x="4547" y="20463"/>
                    <a:pt x="4547" y="19326"/>
                  </a:cubicBezTo>
                  <a:cubicBezTo>
                    <a:pt x="4547" y="19326"/>
                    <a:pt x="4547" y="19326"/>
                    <a:pt x="4547" y="19326"/>
                  </a:cubicBezTo>
                  <a:cubicBezTo>
                    <a:pt x="4547" y="11368"/>
                    <a:pt x="11368" y="4547"/>
                    <a:pt x="19326" y="4547"/>
                  </a:cubicBezTo>
                  <a:cubicBezTo>
                    <a:pt x="19326" y="4547"/>
                    <a:pt x="19326" y="4547"/>
                    <a:pt x="19326" y="4547"/>
                  </a:cubicBezTo>
                  <a:cubicBezTo>
                    <a:pt x="20463" y="4547"/>
                    <a:pt x="21600" y="3411"/>
                    <a:pt x="21600" y="2274"/>
                  </a:cubicBezTo>
                  <a:cubicBezTo>
                    <a:pt x="21600" y="1137"/>
                    <a:pt x="20463" y="0"/>
                    <a:pt x="1932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90" name="Group 6590"/>
          <p:cNvGrpSpPr/>
          <p:nvPr/>
        </p:nvGrpSpPr>
        <p:grpSpPr>
          <a:xfrm>
            <a:off x="15080096" y="8401167"/>
            <a:ext cx="1220360" cy="1164251"/>
            <a:chOff x="0" y="0"/>
            <a:chExt cx="1220358" cy="1164250"/>
          </a:xfrm>
        </p:grpSpPr>
        <p:sp>
          <p:nvSpPr>
            <p:cNvPr id="6584" name="Shape 6584"/>
            <p:cNvSpPr/>
            <p:nvPr/>
          </p:nvSpPr>
          <p:spPr>
            <a:xfrm>
              <a:off x="0" y="0"/>
              <a:ext cx="1220359" cy="11642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93" y="0"/>
                  </a:moveTo>
                  <a:cubicBezTo>
                    <a:pt x="1807" y="0"/>
                    <a:pt x="1807" y="0"/>
                    <a:pt x="1807" y="0"/>
                  </a:cubicBezTo>
                  <a:cubicBezTo>
                    <a:pt x="780" y="0"/>
                    <a:pt x="0" y="861"/>
                    <a:pt x="0" y="1936"/>
                  </a:cubicBezTo>
                  <a:cubicBezTo>
                    <a:pt x="0" y="16523"/>
                    <a:pt x="0" y="16523"/>
                    <a:pt x="0" y="16523"/>
                  </a:cubicBezTo>
                  <a:cubicBezTo>
                    <a:pt x="0" y="17555"/>
                    <a:pt x="780" y="18416"/>
                    <a:pt x="1807" y="18416"/>
                  </a:cubicBezTo>
                  <a:cubicBezTo>
                    <a:pt x="7268" y="18416"/>
                    <a:pt x="7268" y="18416"/>
                    <a:pt x="7268" y="18416"/>
                  </a:cubicBezTo>
                  <a:cubicBezTo>
                    <a:pt x="6981" y="18803"/>
                    <a:pt x="6529" y="19276"/>
                    <a:pt x="6324" y="19535"/>
                  </a:cubicBezTo>
                  <a:cubicBezTo>
                    <a:pt x="6078" y="19750"/>
                    <a:pt x="5913" y="19922"/>
                    <a:pt x="5790" y="20094"/>
                  </a:cubicBezTo>
                  <a:cubicBezTo>
                    <a:pt x="5667" y="20266"/>
                    <a:pt x="5585" y="20653"/>
                    <a:pt x="5749" y="20955"/>
                  </a:cubicBezTo>
                  <a:cubicBezTo>
                    <a:pt x="5913" y="21256"/>
                    <a:pt x="6242" y="21600"/>
                    <a:pt x="7104" y="21600"/>
                  </a:cubicBezTo>
                  <a:cubicBezTo>
                    <a:pt x="14455" y="21600"/>
                    <a:pt x="14455" y="21600"/>
                    <a:pt x="14455" y="21600"/>
                  </a:cubicBezTo>
                  <a:cubicBezTo>
                    <a:pt x="15358" y="21600"/>
                    <a:pt x="15687" y="21256"/>
                    <a:pt x="15851" y="20955"/>
                  </a:cubicBezTo>
                  <a:cubicBezTo>
                    <a:pt x="15974" y="20653"/>
                    <a:pt x="15933" y="20266"/>
                    <a:pt x="15769" y="20094"/>
                  </a:cubicBezTo>
                  <a:cubicBezTo>
                    <a:pt x="15687" y="19922"/>
                    <a:pt x="15522" y="19750"/>
                    <a:pt x="15276" y="19492"/>
                  </a:cubicBezTo>
                  <a:cubicBezTo>
                    <a:pt x="15071" y="19276"/>
                    <a:pt x="14578" y="18803"/>
                    <a:pt x="14290" y="18416"/>
                  </a:cubicBezTo>
                  <a:cubicBezTo>
                    <a:pt x="19793" y="18416"/>
                    <a:pt x="19793" y="18416"/>
                    <a:pt x="19793" y="18416"/>
                  </a:cubicBezTo>
                  <a:cubicBezTo>
                    <a:pt x="20779" y="18416"/>
                    <a:pt x="21600" y="17555"/>
                    <a:pt x="21600" y="16523"/>
                  </a:cubicBezTo>
                  <a:cubicBezTo>
                    <a:pt x="21600" y="1936"/>
                    <a:pt x="21600" y="1936"/>
                    <a:pt x="21600" y="1936"/>
                  </a:cubicBezTo>
                  <a:cubicBezTo>
                    <a:pt x="21600" y="861"/>
                    <a:pt x="20779" y="0"/>
                    <a:pt x="19793" y="0"/>
                  </a:cubicBezTo>
                  <a:close/>
                  <a:moveTo>
                    <a:pt x="14783" y="20008"/>
                  </a:moveTo>
                  <a:cubicBezTo>
                    <a:pt x="14989" y="20223"/>
                    <a:pt x="15194" y="20395"/>
                    <a:pt x="15235" y="20481"/>
                  </a:cubicBezTo>
                  <a:cubicBezTo>
                    <a:pt x="15235" y="20481"/>
                    <a:pt x="15276" y="20567"/>
                    <a:pt x="15235" y="20653"/>
                  </a:cubicBezTo>
                  <a:cubicBezTo>
                    <a:pt x="15112" y="20782"/>
                    <a:pt x="14865" y="20869"/>
                    <a:pt x="14455" y="20869"/>
                  </a:cubicBezTo>
                  <a:cubicBezTo>
                    <a:pt x="7104" y="20869"/>
                    <a:pt x="7104" y="20869"/>
                    <a:pt x="7104" y="20869"/>
                  </a:cubicBezTo>
                  <a:cubicBezTo>
                    <a:pt x="6735" y="20869"/>
                    <a:pt x="6447" y="20782"/>
                    <a:pt x="6365" y="20653"/>
                  </a:cubicBezTo>
                  <a:cubicBezTo>
                    <a:pt x="6324" y="20567"/>
                    <a:pt x="6365" y="20481"/>
                    <a:pt x="6324" y="20481"/>
                  </a:cubicBezTo>
                  <a:cubicBezTo>
                    <a:pt x="6324" y="20481"/>
                    <a:pt x="6324" y="20481"/>
                    <a:pt x="6324" y="20524"/>
                  </a:cubicBezTo>
                  <a:cubicBezTo>
                    <a:pt x="6406" y="20395"/>
                    <a:pt x="6611" y="20223"/>
                    <a:pt x="6776" y="20008"/>
                  </a:cubicBezTo>
                  <a:cubicBezTo>
                    <a:pt x="7392" y="19406"/>
                    <a:pt x="7843" y="18889"/>
                    <a:pt x="8049" y="18416"/>
                  </a:cubicBezTo>
                  <a:cubicBezTo>
                    <a:pt x="13510" y="18416"/>
                    <a:pt x="13510" y="18416"/>
                    <a:pt x="13510" y="18416"/>
                  </a:cubicBezTo>
                  <a:cubicBezTo>
                    <a:pt x="13716" y="18889"/>
                    <a:pt x="14208" y="19406"/>
                    <a:pt x="14783" y="20008"/>
                  </a:cubicBezTo>
                  <a:close/>
                  <a:moveTo>
                    <a:pt x="20245" y="16523"/>
                  </a:moveTo>
                  <a:cubicBezTo>
                    <a:pt x="20245" y="16781"/>
                    <a:pt x="20040" y="16996"/>
                    <a:pt x="19793" y="16996"/>
                  </a:cubicBezTo>
                  <a:cubicBezTo>
                    <a:pt x="1807" y="16996"/>
                    <a:pt x="1807" y="16996"/>
                    <a:pt x="1807" y="16996"/>
                  </a:cubicBezTo>
                  <a:cubicBezTo>
                    <a:pt x="1560" y="16996"/>
                    <a:pt x="1314" y="16781"/>
                    <a:pt x="1314" y="16523"/>
                  </a:cubicBezTo>
                  <a:cubicBezTo>
                    <a:pt x="1314" y="1936"/>
                    <a:pt x="1314" y="1936"/>
                    <a:pt x="1314" y="1936"/>
                  </a:cubicBezTo>
                  <a:cubicBezTo>
                    <a:pt x="1314" y="1635"/>
                    <a:pt x="1560" y="1420"/>
                    <a:pt x="1807" y="1420"/>
                  </a:cubicBezTo>
                  <a:cubicBezTo>
                    <a:pt x="19793" y="1420"/>
                    <a:pt x="19793" y="1420"/>
                    <a:pt x="19793" y="1420"/>
                  </a:cubicBezTo>
                  <a:cubicBezTo>
                    <a:pt x="20040" y="1420"/>
                    <a:pt x="20245" y="1635"/>
                    <a:pt x="20245" y="1936"/>
                  </a:cubicBezTo>
                  <a:lnTo>
                    <a:pt x="20245" y="16523"/>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85" name="Shape 6585"/>
            <p:cNvSpPr/>
            <p:nvPr/>
          </p:nvSpPr>
          <p:spPr>
            <a:xfrm>
              <a:off x="150791" y="154298"/>
              <a:ext cx="915270" cy="6101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69" y="0"/>
                  </a:moveTo>
                  <a:cubicBezTo>
                    <a:pt x="1531" y="0"/>
                    <a:pt x="1531" y="0"/>
                    <a:pt x="1531" y="0"/>
                  </a:cubicBezTo>
                  <a:cubicBezTo>
                    <a:pt x="711" y="0"/>
                    <a:pt x="0" y="1064"/>
                    <a:pt x="0" y="2291"/>
                  </a:cubicBezTo>
                  <a:cubicBezTo>
                    <a:pt x="0" y="19309"/>
                    <a:pt x="0" y="19309"/>
                    <a:pt x="0" y="19309"/>
                  </a:cubicBezTo>
                  <a:cubicBezTo>
                    <a:pt x="0" y="20536"/>
                    <a:pt x="711" y="21600"/>
                    <a:pt x="1531" y="21600"/>
                  </a:cubicBezTo>
                  <a:cubicBezTo>
                    <a:pt x="20069" y="21600"/>
                    <a:pt x="20069" y="21600"/>
                    <a:pt x="20069" y="21600"/>
                  </a:cubicBezTo>
                  <a:cubicBezTo>
                    <a:pt x="20944" y="21600"/>
                    <a:pt x="21600" y="20536"/>
                    <a:pt x="21600" y="19309"/>
                  </a:cubicBezTo>
                  <a:cubicBezTo>
                    <a:pt x="21600" y="2291"/>
                    <a:pt x="21600" y="2291"/>
                    <a:pt x="21600" y="2291"/>
                  </a:cubicBezTo>
                  <a:cubicBezTo>
                    <a:pt x="21600" y="1064"/>
                    <a:pt x="20944" y="0"/>
                    <a:pt x="20069" y="0"/>
                  </a:cubicBezTo>
                  <a:close/>
                  <a:moveTo>
                    <a:pt x="20725" y="19309"/>
                  </a:moveTo>
                  <a:cubicBezTo>
                    <a:pt x="20725" y="19800"/>
                    <a:pt x="20452" y="20209"/>
                    <a:pt x="20069" y="20209"/>
                  </a:cubicBezTo>
                  <a:cubicBezTo>
                    <a:pt x="1531" y="20209"/>
                    <a:pt x="1531" y="20209"/>
                    <a:pt x="1531" y="20209"/>
                  </a:cubicBezTo>
                  <a:cubicBezTo>
                    <a:pt x="1203" y="20209"/>
                    <a:pt x="930" y="19800"/>
                    <a:pt x="930" y="19309"/>
                  </a:cubicBezTo>
                  <a:cubicBezTo>
                    <a:pt x="930" y="2291"/>
                    <a:pt x="930" y="2291"/>
                    <a:pt x="930" y="2291"/>
                  </a:cubicBezTo>
                  <a:cubicBezTo>
                    <a:pt x="930" y="1800"/>
                    <a:pt x="1203" y="1391"/>
                    <a:pt x="1531" y="1391"/>
                  </a:cubicBezTo>
                  <a:cubicBezTo>
                    <a:pt x="20069" y="1391"/>
                    <a:pt x="20069" y="1391"/>
                    <a:pt x="20069" y="1391"/>
                  </a:cubicBezTo>
                  <a:cubicBezTo>
                    <a:pt x="20452" y="1391"/>
                    <a:pt x="20725" y="1800"/>
                    <a:pt x="20725" y="2291"/>
                  </a:cubicBezTo>
                  <a:lnTo>
                    <a:pt x="20725" y="19309"/>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86" name="Shape 6586"/>
            <p:cNvSpPr/>
            <p:nvPr/>
          </p:nvSpPr>
          <p:spPr>
            <a:xfrm>
              <a:off x="552317" y="782011"/>
              <a:ext cx="115724" cy="1157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52" y="0"/>
                    <a:pt x="0" y="5184"/>
                    <a:pt x="0" y="10800"/>
                  </a:cubicBezTo>
                  <a:cubicBezTo>
                    <a:pt x="0" y="16848"/>
                    <a:pt x="4752" y="21600"/>
                    <a:pt x="10800" y="21600"/>
                  </a:cubicBezTo>
                  <a:cubicBezTo>
                    <a:pt x="16416" y="21600"/>
                    <a:pt x="21600" y="16848"/>
                    <a:pt x="21600" y="10800"/>
                  </a:cubicBezTo>
                  <a:cubicBezTo>
                    <a:pt x="21600" y="5184"/>
                    <a:pt x="16416" y="0"/>
                    <a:pt x="10800" y="0"/>
                  </a:cubicBezTo>
                  <a:close/>
                  <a:moveTo>
                    <a:pt x="10800" y="14256"/>
                  </a:moveTo>
                  <a:cubicBezTo>
                    <a:pt x="8640" y="14256"/>
                    <a:pt x="7344" y="12960"/>
                    <a:pt x="7344" y="10800"/>
                  </a:cubicBezTo>
                  <a:cubicBezTo>
                    <a:pt x="7344" y="9072"/>
                    <a:pt x="8640" y="7344"/>
                    <a:pt x="10800" y="7344"/>
                  </a:cubicBezTo>
                  <a:cubicBezTo>
                    <a:pt x="12528" y="7344"/>
                    <a:pt x="14256" y="9072"/>
                    <a:pt x="14256" y="10800"/>
                  </a:cubicBezTo>
                  <a:cubicBezTo>
                    <a:pt x="14256" y="12960"/>
                    <a:pt x="12528" y="14256"/>
                    <a:pt x="10800" y="1425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87" name="Shape 6587"/>
            <p:cNvSpPr/>
            <p:nvPr/>
          </p:nvSpPr>
          <p:spPr>
            <a:xfrm>
              <a:off x="696094" y="403279"/>
              <a:ext cx="310352" cy="3103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36" y="21600"/>
                    <a:pt x="0" y="16764"/>
                    <a:pt x="0" y="10800"/>
                  </a:cubicBezTo>
                  <a:cubicBezTo>
                    <a:pt x="0" y="4836"/>
                    <a:pt x="4836" y="0"/>
                    <a:pt x="10800" y="0"/>
                  </a:cubicBezTo>
                  <a:cubicBezTo>
                    <a:pt x="16764" y="0"/>
                    <a:pt x="21600" y="4836"/>
                    <a:pt x="21600" y="10800"/>
                  </a:cubicBezTo>
                  <a:cubicBezTo>
                    <a:pt x="21600" y="16764"/>
                    <a:pt x="16764" y="21600"/>
                    <a:pt x="10800" y="21600"/>
                  </a:cubicBezTo>
                  <a:close/>
                  <a:moveTo>
                    <a:pt x="10800" y="1612"/>
                  </a:moveTo>
                  <a:cubicBezTo>
                    <a:pt x="5642" y="1612"/>
                    <a:pt x="1612" y="5642"/>
                    <a:pt x="1612" y="10800"/>
                  </a:cubicBezTo>
                  <a:cubicBezTo>
                    <a:pt x="1612" y="15797"/>
                    <a:pt x="5642" y="19988"/>
                    <a:pt x="10800" y="19988"/>
                  </a:cubicBezTo>
                  <a:cubicBezTo>
                    <a:pt x="15797" y="19988"/>
                    <a:pt x="19988" y="15797"/>
                    <a:pt x="19988" y="10800"/>
                  </a:cubicBezTo>
                  <a:cubicBezTo>
                    <a:pt x="19988" y="5642"/>
                    <a:pt x="15797" y="1612"/>
                    <a:pt x="10800" y="161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88" name="Shape 6588"/>
            <p:cNvSpPr/>
            <p:nvPr/>
          </p:nvSpPr>
          <p:spPr>
            <a:xfrm>
              <a:off x="767984" y="475167"/>
              <a:ext cx="166573" cy="1665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3000"/>
                  </a:moveTo>
                  <a:cubicBezTo>
                    <a:pt x="6600" y="3000"/>
                    <a:pt x="3000" y="6300"/>
                    <a:pt x="3000" y="10800"/>
                  </a:cubicBezTo>
                  <a:cubicBezTo>
                    <a:pt x="3000" y="15000"/>
                    <a:pt x="6600" y="18600"/>
                    <a:pt x="10800" y="18600"/>
                  </a:cubicBezTo>
                  <a:cubicBezTo>
                    <a:pt x="15000" y="18600"/>
                    <a:pt x="18600" y="15000"/>
                    <a:pt x="18600" y="10800"/>
                  </a:cubicBezTo>
                  <a:cubicBezTo>
                    <a:pt x="18600" y="6300"/>
                    <a:pt x="15000" y="3000"/>
                    <a:pt x="10800" y="30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89" name="Shape 6589"/>
            <p:cNvSpPr/>
            <p:nvPr/>
          </p:nvSpPr>
          <p:spPr>
            <a:xfrm>
              <a:off x="515496" y="222679"/>
              <a:ext cx="410294" cy="4383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15" y="0"/>
                  </a:moveTo>
                  <a:cubicBezTo>
                    <a:pt x="16353" y="0"/>
                    <a:pt x="16353" y="0"/>
                    <a:pt x="16353" y="0"/>
                  </a:cubicBezTo>
                  <a:cubicBezTo>
                    <a:pt x="14400" y="0"/>
                    <a:pt x="12814" y="1371"/>
                    <a:pt x="12692" y="3200"/>
                  </a:cubicBezTo>
                  <a:cubicBezTo>
                    <a:pt x="12081" y="3314"/>
                    <a:pt x="11593" y="3543"/>
                    <a:pt x="11105" y="3771"/>
                  </a:cubicBezTo>
                  <a:cubicBezTo>
                    <a:pt x="10495" y="3200"/>
                    <a:pt x="9641" y="2971"/>
                    <a:pt x="8786" y="2971"/>
                  </a:cubicBezTo>
                  <a:cubicBezTo>
                    <a:pt x="7688" y="2971"/>
                    <a:pt x="6834" y="3314"/>
                    <a:pt x="6102" y="4000"/>
                  </a:cubicBezTo>
                  <a:cubicBezTo>
                    <a:pt x="4271" y="5714"/>
                    <a:pt x="4271" y="5714"/>
                    <a:pt x="4271" y="5714"/>
                  </a:cubicBezTo>
                  <a:cubicBezTo>
                    <a:pt x="3539" y="6400"/>
                    <a:pt x="3173" y="7200"/>
                    <a:pt x="3173" y="8229"/>
                  </a:cubicBezTo>
                  <a:cubicBezTo>
                    <a:pt x="3173" y="9029"/>
                    <a:pt x="3539" y="9829"/>
                    <a:pt x="4027" y="10400"/>
                  </a:cubicBezTo>
                  <a:cubicBezTo>
                    <a:pt x="3783" y="10857"/>
                    <a:pt x="3539" y="11314"/>
                    <a:pt x="3417" y="11886"/>
                  </a:cubicBezTo>
                  <a:cubicBezTo>
                    <a:pt x="1464" y="12000"/>
                    <a:pt x="0" y="13486"/>
                    <a:pt x="0" y="15314"/>
                  </a:cubicBezTo>
                  <a:cubicBezTo>
                    <a:pt x="0" y="17714"/>
                    <a:pt x="0" y="17714"/>
                    <a:pt x="0" y="17714"/>
                  </a:cubicBezTo>
                  <a:cubicBezTo>
                    <a:pt x="0" y="19543"/>
                    <a:pt x="1464" y="21029"/>
                    <a:pt x="3417" y="21257"/>
                  </a:cubicBezTo>
                  <a:cubicBezTo>
                    <a:pt x="3417" y="21371"/>
                    <a:pt x="3539" y="21486"/>
                    <a:pt x="3539" y="21600"/>
                  </a:cubicBezTo>
                  <a:cubicBezTo>
                    <a:pt x="6346" y="21600"/>
                    <a:pt x="6346" y="21600"/>
                    <a:pt x="6346" y="21600"/>
                  </a:cubicBezTo>
                  <a:cubicBezTo>
                    <a:pt x="5858" y="20800"/>
                    <a:pt x="5492" y="19886"/>
                    <a:pt x="5369" y="18857"/>
                  </a:cubicBezTo>
                  <a:cubicBezTo>
                    <a:pt x="3783" y="18857"/>
                    <a:pt x="3783" y="18857"/>
                    <a:pt x="3783" y="18857"/>
                  </a:cubicBezTo>
                  <a:cubicBezTo>
                    <a:pt x="3051" y="18857"/>
                    <a:pt x="2563" y="18400"/>
                    <a:pt x="2563" y="17714"/>
                  </a:cubicBezTo>
                  <a:cubicBezTo>
                    <a:pt x="2563" y="15314"/>
                    <a:pt x="2563" y="15314"/>
                    <a:pt x="2563" y="15314"/>
                  </a:cubicBezTo>
                  <a:cubicBezTo>
                    <a:pt x="2563" y="14743"/>
                    <a:pt x="3051" y="14171"/>
                    <a:pt x="3783" y="14171"/>
                  </a:cubicBezTo>
                  <a:cubicBezTo>
                    <a:pt x="5369" y="14171"/>
                    <a:pt x="5369" y="14171"/>
                    <a:pt x="5369" y="14171"/>
                  </a:cubicBezTo>
                  <a:cubicBezTo>
                    <a:pt x="5614" y="12686"/>
                    <a:pt x="6346" y="11314"/>
                    <a:pt x="7200" y="10057"/>
                  </a:cubicBezTo>
                  <a:cubicBezTo>
                    <a:pt x="6102" y="9029"/>
                    <a:pt x="6102" y="9029"/>
                    <a:pt x="6102" y="9029"/>
                  </a:cubicBezTo>
                  <a:cubicBezTo>
                    <a:pt x="5614" y="8571"/>
                    <a:pt x="5614" y="7771"/>
                    <a:pt x="6102" y="7314"/>
                  </a:cubicBezTo>
                  <a:cubicBezTo>
                    <a:pt x="7810" y="5714"/>
                    <a:pt x="7810" y="5714"/>
                    <a:pt x="7810" y="5714"/>
                  </a:cubicBezTo>
                  <a:cubicBezTo>
                    <a:pt x="8054" y="5486"/>
                    <a:pt x="8420" y="5371"/>
                    <a:pt x="8786" y="5371"/>
                  </a:cubicBezTo>
                  <a:cubicBezTo>
                    <a:pt x="9031" y="5371"/>
                    <a:pt x="9397" y="5486"/>
                    <a:pt x="9641" y="5714"/>
                  </a:cubicBezTo>
                  <a:cubicBezTo>
                    <a:pt x="10739" y="6743"/>
                    <a:pt x="10739" y="6743"/>
                    <a:pt x="10739" y="6743"/>
                  </a:cubicBezTo>
                  <a:cubicBezTo>
                    <a:pt x="12081" y="5943"/>
                    <a:pt x="13546" y="5257"/>
                    <a:pt x="15132" y="4914"/>
                  </a:cubicBezTo>
                  <a:cubicBezTo>
                    <a:pt x="15132" y="3543"/>
                    <a:pt x="15132" y="3543"/>
                    <a:pt x="15132" y="3543"/>
                  </a:cubicBezTo>
                  <a:cubicBezTo>
                    <a:pt x="15132" y="2857"/>
                    <a:pt x="15742" y="2400"/>
                    <a:pt x="16353" y="2400"/>
                  </a:cubicBezTo>
                  <a:cubicBezTo>
                    <a:pt x="18915" y="2400"/>
                    <a:pt x="18915" y="2400"/>
                    <a:pt x="18915" y="2400"/>
                  </a:cubicBezTo>
                  <a:cubicBezTo>
                    <a:pt x="19647" y="2400"/>
                    <a:pt x="20136" y="2857"/>
                    <a:pt x="20136" y="3543"/>
                  </a:cubicBezTo>
                  <a:cubicBezTo>
                    <a:pt x="20136" y="4914"/>
                    <a:pt x="20136" y="4914"/>
                    <a:pt x="20136" y="4914"/>
                  </a:cubicBezTo>
                  <a:cubicBezTo>
                    <a:pt x="20624" y="5029"/>
                    <a:pt x="21112" y="5143"/>
                    <a:pt x="21600" y="5371"/>
                  </a:cubicBezTo>
                  <a:cubicBezTo>
                    <a:pt x="21600" y="1029"/>
                    <a:pt x="21600" y="1029"/>
                    <a:pt x="21600" y="1029"/>
                  </a:cubicBezTo>
                  <a:cubicBezTo>
                    <a:pt x="20868" y="343"/>
                    <a:pt x="19892" y="0"/>
                    <a:pt x="18915"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597" name="Group 6597"/>
          <p:cNvGrpSpPr/>
          <p:nvPr/>
        </p:nvGrpSpPr>
        <p:grpSpPr>
          <a:xfrm>
            <a:off x="5950689" y="8439500"/>
            <a:ext cx="751776" cy="1076924"/>
            <a:chOff x="0" y="0"/>
            <a:chExt cx="751775" cy="1076923"/>
          </a:xfrm>
        </p:grpSpPr>
        <p:sp>
          <p:nvSpPr>
            <p:cNvPr id="6591" name="Shape 6591"/>
            <p:cNvSpPr/>
            <p:nvPr/>
          </p:nvSpPr>
          <p:spPr>
            <a:xfrm>
              <a:off x="0" y="0"/>
              <a:ext cx="751776" cy="10769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187" y="21600"/>
                  </a:moveTo>
                  <a:cubicBezTo>
                    <a:pt x="19615" y="21600"/>
                    <a:pt x="21600" y="20218"/>
                    <a:pt x="21600" y="18527"/>
                  </a:cubicBezTo>
                  <a:cubicBezTo>
                    <a:pt x="21600" y="3073"/>
                    <a:pt x="21600" y="3073"/>
                    <a:pt x="21600" y="3073"/>
                  </a:cubicBezTo>
                  <a:cubicBezTo>
                    <a:pt x="21600" y="1382"/>
                    <a:pt x="19615" y="0"/>
                    <a:pt x="17187" y="0"/>
                  </a:cubicBezTo>
                  <a:cubicBezTo>
                    <a:pt x="4392" y="0"/>
                    <a:pt x="4392" y="0"/>
                    <a:pt x="4392" y="0"/>
                  </a:cubicBezTo>
                  <a:cubicBezTo>
                    <a:pt x="1964" y="0"/>
                    <a:pt x="0" y="1382"/>
                    <a:pt x="0" y="3073"/>
                  </a:cubicBezTo>
                  <a:cubicBezTo>
                    <a:pt x="0" y="18527"/>
                    <a:pt x="0" y="18527"/>
                    <a:pt x="0" y="18527"/>
                  </a:cubicBezTo>
                  <a:cubicBezTo>
                    <a:pt x="0" y="20218"/>
                    <a:pt x="1964" y="21600"/>
                    <a:pt x="4392" y="21600"/>
                  </a:cubicBezTo>
                  <a:lnTo>
                    <a:pt x="17187" y="21600"/>
                  </a:lnTo>
                  <a:close/>
                  <a:moveTo>
                    <a:pt x="1774" y="18527"/>
                  </a:moveTo>
                  <a:cubicBezTo>
                    <a:pt x="1774" y="3073"/>
                    <a:pt x="1774" y="3073"/>
                    <a:pt x="1774" y="3073"/>
                  </a:cubicBezTo>
                  <a:cubicBezTo>
                    <a:pt x="1774" y="2059"/>
                    <a:pt x="2956" y="1250"/>
                    <a:pt x="4392" y="1250"/>
                  </a:cubicBezTo>
                  <a:cubicBezTo>
                    <a:pt x="17187" y="1250"/>
                    <a:pt x="17187" y="1250"/>
                    <a:pt x="17187" y="1250"/>
                  </a:cubicBezTo>
                  <a:cubicBezTo>
                    <a:pt x="18644" y="1250"/>
                    <a:pt x="19805" y="2059"/>
                    <a:pt x="19805" y="3073"/>
                  </a:cubicBezTo>
                  <a:cubicBezTo>
                    <a:pt x="19805" y="18527"/>
                    <a:pt x="19805" y="18527"/>
                    <a:pt x="19805" y="18527"/>
                  </a:cubicBezTo>
                  <a:cubicBezTo>
                    <a:pt x="19805" y="19541"/>
                    <a:pt x="18644" y="20350"/>
                    <a:pt x="17187" y="20350"/>
                  </a:cubicBezTo>
                  <a:cubicBezTo>
                    <a:pt x="4392" y="20350"/>
                    <a:pt x="4392" y="20350"/>
                    <a:pt x="4392" y="20350"/>
                  </a:cubicBezTo>
                  <a:cubicBezTo>
                    <a:pt x="2956" y="20350"/>
                    <a:pt x="1774" y="19541"/>
                    <a:pt x="1774" y="18527"/>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92" name="Shape 6592"/>
            <p:cNvSpPr/>
            <p:nvPr/>
          </p:nvSpPr>
          <p:spPr>
            <a:xfrm>
              <a:off x="114940" y="117011"/>
              <a:ext cx="520860" cy="7642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0" y="21600"/>
                  </a:lnTo>
                  <a:lnTo>
                    <a:pt x="21600" y="21600"/>
                  </a:lnTo>
                  <a:lnTo>
                    <a:pt x="21600" y="0"/>
                  </a:lnTo>
                  <a:close/>
                  <a:moveTo>
                    <a:pt x="20355" y="20722"/>
                  </a:moveTo>
                  <a:lnTo>
                    <a:pt x="1288" y="20722"/>
                  </a:lnTo>
                  <a:lnTo>
                    <a:pt x="1288" y="907"/>
                  </a:lnTo>
                  <a:lnTo>
                    <a:pt x="20355" y="907"/>
                  </a:lnTo>
                  <a:lnTo>
                    <a:pt x="20355" y="20722"/>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93" name="Shape 6593"/>
            <p:cNvSpPr/>
            <p:nvPr/>
          </p:nvSpPr>
          <p:spPr>
            <a:xfrm>
              <a:off x="323077" y="892603"/>
              <a:ext cx="104587" cy="1056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56" y="0"/>
                  </a:moveTo>
                  <a:cubicBezTo>
                    <a:pt x="6344" y="0"/>
                    <a:pt x="6344" y="0"/>
                    <a:pt x="6344" y="0"/>
                  </a:cubicBezTo>
                  <a:cubicBezTo>
                    <a:pt x="2870" y="0"/>
                    <a:pt x="0" y="2850"/>
                    <a:pt x="0" y="6450"/>
                  </a:cubicBezTo>
                  <a:cubicBezTo>
                    <a:pt x="0" y="15150"/>
                    <a:pt x="0" y="15150"/>
                    <a:pt x="0" y="15150"/>
                  </a:cubicBezTo>
                  <a:cubicBezTo>
                    <a:pt x="0" y="18750"/>
                    <a:pt x="2870" y="21600"/>
                    <a:pt x="6344" y="21600"/>
                  </a:cubicBezTo>
                  <a:cubicBezTo>
                    <a:pt x="15256" y="21600"/>
                    <a:pt x="15256" y="21600"/>
                    <a:pt x="15256" y="21600"/>
                  </a:cubicBezTo>
                  <a:cubicBezTo>
                    <a:pt x="18730" y="21600"/>
                    <a:pt x="21600" y="18750"/>
                    <a:pt x="21600" y="15150"/>
                  </a:cubicBezTo>
                  <a:cubicBezTo>
                    <a:pt x="21600" y="6450"/>
                    <a:pt x="21600" y="6450"/>
                    <a:pt x="21600" y="6450"/>
                  </a:cubicBezTo>
                  <a:cubicBezTo>
                    <a:pt x="21600" y="2850"/>
                    <a:pt x="18730" y="0"/>
                    <a:pt x="15256" y="0"/>
                  </a:cubicBezTo>
                  <a:close/>
                  <a:moveTo>
                    <a:pt x="15256" y="15150"/>
                  </a:moveTo>
                  <a:cubicBezTo>
                    <a:pt x="15256" y="15150"/>
                    <a:pt x="15256" y="15300"/>
                    <a:pt x="15256" y="15300"/>
                  </a:cubicBezTo>
                  <a:cubicBezTo>
                    <a:pt x="6344" y="15300"/>
                    <a:pt x="6344" y="15300"/>
                    <a:pt x="6344" y="15300"/>
                  </a:cubicBezTo>
                  <a:cubicBezTo>
                    <a:pt x="6344" y="15300"/>
                    <a:pt x="6344" y="15150"/>
                    <a:pt x="6344" y="15150"/>
                  </a:cubicBezTo>
                  <a:cubicBezTo>
                    <a:pt x="6344" y="6450"/>
                    <a:pt x="6344" y="6450"/>
                    <a:pt x="6344" y="6450"/>
                  </a:cubicBezTo>
                  <a:cubicBezTo>
                    <a:pt x="6344" y="6450"/>
                    <a:pt x="6344" y="6450"/>
                    <a:pt x="6344" y="6450"/>
                  </a:cubicBezTo>
                  <a:cubicBezTo>
                    <a:pt x="15256" y="6450"/>
                    <a:pt x="15256" y="6450"/>
                    <a:pt x="15256" y="6450"/>
                  </a:cubicBezTo>
                  <a:cubicBezTo>
                    <a:pt x="15256" y="6450"/>
                    <a:pt x="15256" y="6450"/>
                    <a:pt x="15256" y="6450"/>
                  </a:cubicBezTo>
                  <a:lnTo>
                    <a:pt x="15256" y="1515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94" name="Shape 6594"/>
            <p:cNvSpPr/>
            <p:nvPr/>
          </p:nvSpPr>
          <p:spPr>
            <a:xfrm>
              <a:off x="334467" y="570561"/>
              <a:ext cx="239203" cy="2392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37" y="21600"/>
                    <a:pt x="0" y="16763"/>
                    <a:pt x="0" y="10800"/>
                  </a:cubicBezTo>
                  <a:cubicBezTo>
                    <a:pt x="0" y="4837"/>
                    <a:pt x="4837" y="0"/>
                    <a:pt x="10800" y="0"/>
                  </a:cubicBezTo>
                  <a:cubicBezTo>
                    <a:pt x="16763" y="0"/>
                    <a:pt x="21600" y="4837"/>
                    <a:pt x="21600" y="10800"/>
                  </a:cubicBezTo>
                  <a:cubicBezTo>
                    <a:pt x="21600" y="16763"/>
                    <a:pt x="16763" y="21600"/>
                    <a:pt x="10800" y="21600"/>
                  </a:cubicBezTo>
                  <a:close/>
                  <a:moveTo>
                    <a:pt x="10800" y="1656"/>
                  </a:moveTo>
                  <a:cubicBezTo>
                    <a:pt x="5764" y="1656"/>
                    <a:pt x="1656" y="5764"/>
                    <a:pt x="1656" y="10800"/>
                  </a:cubicBezTo>
                  <a:cubicBezTo>
                    <a:pt x="1656" y="15836"/>
                    <a:pt x="5764" y="19944"/>
                    <a:pt x="10800" y="19944"/>
                  </a:cubicBezTo>
                  <a:cubicBezTo>
                    <a:pt x="15836" y="19944"/>
                    <a:pt x="19944" y="15836"/>
                    <a:pt x="19944" y="10800"/>
                  </a:cubicBezTo>
                  <a:cubicBezTo>
                    <a:pt x="19944" y="5764"/>
                    <a:pt x="15836" y="1656"/>
                    <a:pt x="10800" y="165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95" name="Shape 6595"/>
            <p:cNvSpPr/>
            <p:nvPr/>
          </p:nvSpPr>
          <p:spPr>
            <a:xfrm>
              <a:off x="389348" y="626478"/>
              <a:ext cx="129439" cy="1284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909" y="21600"/>
                    <a:pt x="0" y="16691"/>
                    <a:pt x="0" y="10800"/>
                  </a:cubicBezTo>
                  <a:cubicBezTo>
                    <a:pt x="0" y="4786"/>
                    <a:pt x="4909" y="0"/>
                    <a:pt x="10800" y="0"/>
                  </a:cubicBezTo>
                  <a:cubicBezTo>
                    <a:pt x="16814" y="0"/>
                    <a:pt x="21600" y="4786"/>
                    <a:pt x="21600" y="10800"/>
                  </a:cubicBezTo>
                  <a:cubicBezTo>
                    <a:pt x="21600" y="16691"/>
                    <a:pt x="16814" y="21600"/>
                    <a:pt x="10800" y="21600"/>
                  </a:cubicBezTo>
                  <a:close/>
                  <a:moveTo>
                    <a:pt x="10800" y="3068"/>
                  </a:moveTo>
                  <a:cubicBezTo>
                    <a:pt x="6627" y="3068"/>
                    <a:pt x="3068" y="6505"/>
                    <a:pt x="3068" y="10800"/>
                  </a:cubicBezTo>
                  <a:cubicBezTo>
                    <a:pt x="3068" y="14973"/>
                    <a:pt x="6627" y="18532"/>
                    <a:pt x="10800" y="18532"/>
                  </a:cubicBezTo>
                  <a:cubicBezTo>
                    <a:pt x="15095" y="18532"/>
                    <a:pt x="18532" y="14973"/>
                    <a:pt x="18532" y="10800"/>
                  </a:cubicBezTo>
                  <a:cubicBezTo>
                    <a:pt x="18532" y="6505"/>
                    <a:pt x="15095" y="3068"/>
                    <a:pt x="10800" y="306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596" name="Shape 6596"/>
            <p:cNvSpPr/>
            <p:nvPr/>
          </p:nvSpPr>
          <p:spPr>
            <a:xfrm>
              <a:off x="195709" y="432840"/>
              <a:ext cx="315831" cy="3365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31" y="0"/>
                  </a:moveTo>
                  <a:cubicBezTo>
                    <a:pt x="16414" y="0"/>
                    <a:pt x="16414" y="0"/>
                    <a:pt x="16414" y="0"/>
                  </a:cubicBezTo>
                  <a:cubicBezTo>
                    <a:pt x="14450" y="0"/>
                    <a:pt x="12839" y="1412"/>
                    <a:pt x="12638" y="3200"/>
                  </a:cubicBezTo>
                  <a:cubicBezTo>
                    <a:pt x="12134" y="3388"/>
                    <a:pt x="11631" y="3576"/>
                    <a:pt x="11127" y="3812"/>
                  </a:cubicBezTo>
                  <a:cubicBezTo>
                    <a:pt x="10473" y="3294"/>
                    <a:pt x="9617" y="3012"/>
                    <a:pt x="8761" y="3012"/>
                  </a:cubicBezTo>
                  <a:cubicBezTo>
                    <a:pt x="7754" y="3012"/>
                    <a:pt x="6797" y="3341"/>
                    <a:pt x="6042" y="4047"/>
                  </a:cubicBezTo>
                  <a:cubicBezTo>
                    <a:pt x="4280" y="5694"/>
                    <a:pt x="4280" y="5694"/>
                    <a:pt x="4280" y="5694"/>
                  </a:cubicBezTo>
                  <a:cubicBezTo>
                    <a:pt x="3575" y="6353"/>
                    <a:pt x="3172" y="7247"/>
                    <a:pt x="3172" y="8188"/>
                  </a:cubicBezTo>
                  <a:cubicBezTo>
                    <a:pt x="3172" y="9035"/>
                    <a:pt x="3474" y="9835"/>
                    <a:pt x="4028" y="10447"/>
                  </a:cubicBezTo>
                  <a:cubicBezTo>
                    <a:pt x="3776" y="10918"/>
                    <a:pt x="3575" y="11388"/>
                    <a:pt x="3373" y="11859"/>
                  </a:cubicBezTo>
                  <a:cubicBezTo>
                    <a:pt x="1510" y="12047"/>
                    <a:pt x="0" y="13553"/>
                    <a:pt x="0" y="15388"/>
                  </a:cubicBezTo>
                  <a:cubicBezTo>
                    <a:pt x="0" y="17741"/>
                    <a:pt x="0" y="17741"/>
                    <a:pt x="0" y="17741"/>
                  </a:cubicBezTo>
                  <a:cubicBezTo>
                    <a:pt x="0" y="19576"/>
                    <a:pt x="1510" y="21082"/>
                    <a:pt x="3373" y="21271"/>
                  </a:cubicBezTo>
                  <a:cubicBezTo>
                    <a:pt x="3424" y="21365"/>
                    <a:pt x="3474" y="21506"/>
                    <a:pt x="3524" y="21600"/>
                  </a:cubicBezTo>
                  <a:cubicBezTo>
                    <a:pt x="6294" y="21600"/>
                    <a:pt x="6294" y="21600"/>
                    <a:pt x="6294" y="21600"/>
                  </a:cubicBezTo>
                  <a:cubicBezTo>
                    <a:pt x="5841" y="20753"/>
                    <a:pt x="5538" y="19859"/>
                    <a:pt x="5287" y="18918"/>
                  </a:cubicBezTo>
                  <a:cubicBezTo>
                    <a:pt x="3776" y="18918"/>
                    <a:pt x="3776" y="18918"/>
                    <a:pt x="3776" y="18918"/>
                  </a:cubicBezTo>
                  <a:cubicBezTo>
                    <a:pt x="3071" y="18918"/>
                    <a:pt x="2517" y="18400"/>
                    <a:pt x="2517" y="17741"/>
                  </a:cubicBezTo>
                  <a:cubicBezTo>
                    <a:pt x="2517" y="15388"/>
                    <a:pt x="2517" y="15388"/>
                    <a:pt x="2517" y="15388"/>
                  </a:cubicBezTo>
                  <a:cubicBezTo>
                    <a:pt x="2517" y="14729"/>
                    <a:pt x="3071" y="14212"/>
                    <a:pt x="3776" y="14212"/>
                  </a:cubicBezTo>
                  <a:cubicBezTo>
                    <a:pt x="5287" y="14212"/>
                    <a:pt x="5287" y="14212"/>
                    <a:pt x="5287" y="14212"/>
                  </a:cubicBezTo>
                  <a:cubicBezTo>
                    <a:pt x="5639" y="12706"/>
                    <a:pt x="6294" y="11294"/>
                    <a:pt x="7150" y="10071"/>
                  </a:cubicBezTo>
                  <a:cubicBezTo>
                    <a:pt x="6042" y="9035"/>
                    <a:pt x="6042" y="9035"/>
                    <a:pt x="6042" y="9035"/>
                  </a:cubicBezTo>
                  <a:cubicBezTo>
                    <a:pt x="5589" y="8565"/>
                    <a:pt x="5589" y="7812"/>
                    <a:pt x="6042" y="7388"/>
                  </a:cubicBezTo>
                  <a:cubicBezTo>
                    <a:pt x="7855" y="5694"/>
                    <a:pt x="7855" y="5694"/>
                    <a:pt x="7855" y="5694"/>
                  </a:cubicBezTo>
                  <a:cubicBezTo>
                    <a:pt x="8106" y="5459"/>
                    <a:pt x="8408" y="5365"/>
                    <a:pt x="8761" y="5365"/>
                  </a:cubicBezTo>
                  <a:cubicBezTo>
                    <a:pt x="9063" y="5365"/>
                    <a:pt x="9415" y="5459"/>
                    <a:pt x="9667" y="5694"/>
                  </a:cubicBezTo>
                  <a:cubicBezTo>
                    <a:pt x="10724" y="6729"/>
                    <a:pt x="10724" y="6729"/>
                    <a:pt x="10724" y="6729"/>
                  </a:cubicBezTo>
                  <a:cubicBezTo>
                    <a:pt x="12084" y="5929"/>
                    <a:pt x="13544" y="5271"/>
                    <a:pt x="15155" y="4988"/>
                  </a:cubicBezTo>
                  <a:cubicBezTo>
                    <a:pt x="15155" y="3576"/>
                    <a:pt x="15155" y="3576"/>
                    <a:pt x="15155" y="3576"/>
                  </a:cubicBezTo>
                  <a:cubicBezTo>
                    <a:pt x="15155" y="2918"/>
                    <a:pt x="15709" y="2400"/>
                    <a:pt x="16414" y="2400"/>
                  </a:cubicBezTo>
                  <a:cubicBezTo>
                    <a:pt x="18931" y="2400"/>
                    <a:pt x="18931" y="2400"/>
                    <a:pt x="18931" y="2400"/>
                  </a:cubicBezTo>
                  <a:cubicBezTo>
                    <a:pt x="19636" y="2400"/>
                    <a:pt x="20190" y="2918"/>
                    <a:pt x="20190" y="3576"/>
                  </a:cubicBezTo>
                  <a:cubicBezTo>
                    <a:pt x="20190" y="4988"/>
                    <a:pt x="20190" y="4988"/>
                    <a:pt x="20190" y="4988"/>
                  </a:cubicBezTo>
                  <a:cubicBezTo>
                    <a:pt x="20694" y="5082"/>
                    <a:pt x="21147" y="5176"/>
                    <a:pt x="21600" y="5318"/>
                  </a:cubicBezTo>
                  <a:cubicBezTo>
                    <a:pt x="21600" y="1035"/>
                    <a:pt x="21600" y="1035"/>
                    <a:pt x="21600" y="1035"/>
                  </a:cubicBezTo>
                  <a:cubicBezTo>
                    <a:pt x="20895" y="424"/>
                    <a:pt x="19989" y="0"/>
                    <a:pt x="18931"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598" name="Shape 6598"/>
          <p:cNvSpPr/>
          <p:nvPr/>
        </p:nvSpPr>
        <p:spPr>
          <a:xfrm rot="20914274">
            <a:off x="11352431" y="8406184"/>
            <a:ext cx="1080627" cy="10568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48" y="6472"/>
                </a:moveTo>
                <a:cubicBezTo>
                  <a:pt x="20548" y="1074"/>
                  <a:pt x="20548" y="1074"/>
                  <a:pt x="20548" y="1074"/>
                </a:cubicBezTo>
                <a:cubicBezTo>
                  <a:pt x="20548" y="475"/>
                  <a:pt x="20074" y="0"/>
                  <a:pt x="19488" y="0"/>
                </a:cubicBezTo>
                <a:cubicBezTo>
                  <a:pt x="18876" y="0"/>
                  <a:pt x="18876" y="0"/>
                  <a:pt x="18876" y="0"/>
                </a:cubicBezTo>
                <a:cubicBezTo>
                  <a:pt x="18428" y="0"/>
                  <a:pt x="18049" y="282"/>
                  <a:pt x="17894" y="687"/>
                </a:cubicBezTo>
                <a:cubicBezTo>
                  <a:pt x="11972" y="3804"/>
                  <a:pt x="11972" y="3804"/>
                  <a:pt x="11972" y="3804"/>
                </a:cubicBezTo>
                <a:cubicBezTo>
                  <a:pt x="10757" y="3804"/>
                  <a:pt x="10757" y="3804"/>
                  <a:pt x="10757" y="3804"/>
                </a:cubicBezTo>
                <a:cubicBezTo>
                  <a:pt x="10550" y="3531"/>
                  <a:pt x="10223" y="3364"/>
                  <a:pt x="9869" y="3364"/>
                </a:cubicBezTo>
                <a:cubicBezTo>
                  <a:pt x="4103" y="3364"/>
                  <a:pt x="4103" y="3364"/>
                  <a:pt x="4103" y="3364"/>
                </a:cubicBezTo>
                <a:cubicBezTo>
                  <a:pt x="3293" y="3364"/>
                  <a:pt x="2508" y="3663"/>
                  <a:pt x="1896" y="4200"/>
                </a:cubicBezTo>
                <a:cubicBezTo>
                  <a:pt x="1431" y="4605"/>
                  <a:pt x="1086" y="5134"/>
                  <a:pt x="896" y="5724"/>
                </a:cubicBezTo>
                <a:cubicBezTo>
                  <a:pt x="362" y="6005"/>
                  <a:pt x="0" y="6569"/>
                  <a:pt x="0" y="7212"/>
                </a:cubicBezTo>
                <a:cubicBezTo>
                  <a:pt x="0" y="10734"/>
                  <a:pt x="0" y="10734"/>
                  <a:pt x="0" y="10734"/>
                </a:cubicBezTo>
                <a:cubicBezTo>
                  <a:pt x="0" y="11386"/>
                  <a:pt x="362" y="11949"/>
                  <a:pt x="896" y="12222"/>
                </a:cubicBezTo>
                <a:cubicBezTo>
                  <a:pt x="1086" y="12812"/>
                  <a:pt x="1431" y="13340"/>
                  <a:pt x="1896" y="13745"/>
                </a:cubicBezTo>
                <a:cubicBezTo>
                  <a:pt x="2413" y="14203"/>
                  <a:pt x="3060" y="14494"/>
                  <a:pt x="3741" y="14564"/>
                </a:cubicBezTo>
                <a:cubicBezTo>
                  <a:pt x="5534" y="20402"/>
                  <a:pt x="5534" y="20402"/>
                  <a:pt x="5534" y="20402"/>
                </a:cubicBezTo>
                <a:cubicBezTo>
                  <a:pt x="5758" y="21116"/>
                  <a:pt x="6413" y="21600"/>
                  <a:pt x="7180" y="21600"/>
                </a:cubicBezTo>
                <a:cubicBezTo>
                  <a:pt x="7370" y="21600"/>
                  <a:pt x="7551" y="21574"/>
                  <a:pt x="7732" y="21512"/>
                </a:cubicBezTo>
                <a:cubicBezTo>
                  <a:pt x="10067" y="20763"/>
                  <a:pt x="10067" y="20763"/>
                  <a:pt x="10067" y="20763"/>
                </a:cubicBezTo>
                <a:cubicBezTo>
                  <a:pt x="10507" y="20623"/>
                  <a:pt x="10878" y="20323"/>
                  <a:pt x="11102" y="19927"/>
                </a:cubicBezTo>
                <a:cubicBezTo>
                  <a:pt x="11334" y="19513"/>
                  <a:pt x="11386" y="19020"/>
                  <a:pt x="11248" y="18571"/>
                </a:cubicBezTo>
                <a:cubicBezTo>
                  <a:pt x="10740" y="16915"/>
                  <a:pt x="10740" y="16915"/>
                  <a:pt x="10740" y="16915"/>
                </a:cubicBezTo>
                <a:cubicBezTo>
                  <a:pt x="10981" y="16766"/>
                  <a:pt x="10981" y="16766"/>
                  <a:pt x="10981" y="16766"/>
                </a:cubicBezTo>
                <a:cubicBezTo>
                  <a:pt x="11464" y="16458"/>
                  <a:pt x="11610" y="15806"/>
                  <a:pt x="11317" y="15313"/>
                </a:cubicBezTo>
                <a:cubicBezTo>
                  <a:pt x="11309" y="15313"/>
                  <a:pt x="11309" y="15313"/>
                  <a:pt x="11309" y="15313"/>
                </a:cubicBezTo>
                <a:cubicBezTo>
                  <a:pt x="11309" y="15313"/>
                  <a:pt x="11309" y="15313"/>
                  <a:pt x="11309" y="15313"/>
                </a:cubicBezTo>
                <a:cubicBezTo>
                  <a:pt x="10662" y="14247"/>
                  <a:pt x="10662" y="14247"/>
                  <a:pt x="10662" y="14247"/>
                </a:cubicBezTo>
                <a:cubicBezTo>
                  <a:pt x="10697" y="14212"/>
                  <a:pt x="10722" y="14186"/>
                  <a:pt x="10757" y="14142"/>
                </a:cubicBezTo>
                <a:cubicBezTo>
                  <a:pt x="11972" y="14142"/>
                  <a:pt x="11972" y="14142"/>
                  <a:pt x="11972" y="14142"/>
                </a:cubicBezTo>
                <a:cubicBezTo>
                  <a:pt x="17859" y="17241"/>
                  <a:pt x="17859" y="17241"/>
                  <a:pt x="17859" y="17241"/>
                </a:cubicBezTo>
                <a:cubicBezTo>
                  <a:pt x="17971" y="17708"/>
                  <a:pt x="18385" y="18060"/>
                  <a:pt x="18876" y="18060"/>
                </a:cubicBezTo>
                <a:cubicBezTo>
                  <a:pt x="19488" y="18060"/>
                  <a:pt x="19488" y="18060"/>
                  <a:pt x="19488" y="18060"/>
                </a:cubicBezTo>
                <a:cubicBezTo>
                  <a:pt x="20074" y="18060"/>
                  <a:pt x="20548" y="17576"/>
                  <a:pt x="20548" y="16977"/>
                </a:cubicBezTo>
                <a:cubicBezTo>
                  <a:pt x="20548" y="11438"/>
                  <a:pt x="20548" y="11438"/>
                  <a:pt x="20548" y="11438"/>
                </a:cubicBezTo>
                <a:cubicBezTo>
                  <a:pt x="21212" y="10796"/>
                  <a:pt x="21600" y="9897"/>
                  <a:pt x="21600" y="8955"/>
                </a:cubicBezTo>
                <a:cubicBezTo>
                  <a:pt x="21600" y="8004"/>
                  <a:pt x="21212" y="7106"/>
                  <a:pt x="20548" y="6472"/>
                </a:cubicBezTo>
                <a:close/>
                <a:moveTo>
                  <a:pt x="7180" y="20411"/>
                </a:moveTo>
                <a:cubicBezTo>
                  <a:pt x="6930" y="20411"/>
                  <a:pt x="6714" y="20262"/>
                  <a:pt x="6645" y="20041"/>
                </a:cubicBezTo>
                <a:cubicBezTo>
                  <a:pt x="4792" y="14018"/>
                  <a:pt x="4792" y="14018"/>
                  <a:pt x="4792" y="14018"/>
                </a:cubicBezTo>
                <a:cubicBezTo>
                  <a:pt x="8628" y="14018"/>
                  <a:pt x="8628" y="14018"/>
                  <a:pt x="8628" y="14018"/>
                </a:cubicBezTo>
                <a:cubicBezTo>
                  <a:pt x="10136" y="18923"/>
                  <a:pt x="10136" y="18923"/>
                  <a:pt x="10136" y="18923"/>
                </a:cubicBezTo>
                <a:cubicBezTo>
                  <a:pt x="10179" y="19055"/>
                  <a:pt x="10162" y="19205"/>
                  <a:pt x="10085" y="19337"/>
                </a:cubicBezTo>
                <a:cubicBezTo>
                  <a:pt x="10007" y="19478"/>
                  <a:pt x="9878" y="19575"/>
                  <a:pt x="9723" y="19628"/>
                </a:cubicBezTo>
                <a:cubicBezTo>
                  <a:pt x="7378" y="20376"/>
                  <a:pt x="7378" y="20376"/>
                  <a:pt x="7378" y="20376"/>
                </a:cubicBezTo>
                <a:cubicBezTo>
                  <a:pt x="7318" y="20402"/>
                  <a:pt x="7249" y="20411"/>
                  <a:pt x="7180" y="20411"/>
                </a:cubicBezTo>
                <a:close/>
                <a:moveTo>
                  <a:pt x="1172" y="10734"/>
                </a:moveTo>
                <a:cubicBezTo>
                  <a:pt x="1172" y="7212"/>
                  <a:pt x="1172" y="7212"/>
                  <a:pt x="1172" y="7212"/>
                </a:cubicBezTo>
                <a:cubicBezTo>
                  <a:pt x="1172" y="7097"/>
                  <a:pt x="1207" y="7000"/>
                  <a:pt x="1267" y="6912"/>
                </a:cubicBezTo>
                <a:cubicBezTo>
                  <a:pt x="1267" y="11033"/>
                  <a:pt x="1267" y="11033"/>
                  <a:pt x="1267" y="11033"/>
                </a:cubicBezTo>
                <a:cubicBezTo>
                  <a:pt x="1207" y="10954"/>
                  <a:pt x="1172" y="10848"/>
                  <a:pt x="1172" y="10734"/>
                </a:cubicBezTo>
                <a:close/>
                <a:moveTo>
                  <a:pt x="1888" y="11130"/>
                </a:moveTo>
                <a:cubicBezTo>
                  <a:pt x="1888" y="6815"/>
                  <a:pt x="1888" y="6815"/>
                  <a:pt x="1888" y="6815"/>
                </a:cubicBezTo>
                <a:cubicBezTo>
                  <a:pt x="1888" y="5565"/>
                  <a:pt x="2879" y="4552"/>
                  <a:pt x="4103" y="4552"/>
                </a:cubicBezTo>
                <a:cubicBezTo>
                  <a:pt x="9826" y="4552"/>
                  <a:pt x="9826" y="4552"/>
                  <a:pt x="9826" y="4552"/>
                </a:cubicBezTo>
                <a:cubicBezTo>
                  <a:pt x="9826" y="13393"/>
                  <a:pt x="9826" y="13393"/>
                  <a:pt x="9826" y="13393"/>
                </a:cubicBezTo>
                <a:cubicBezTo>
                  <a:pt x="9085" y="13393"/>
                  <a:pt x="9085" y="13393"/>
                  <a:pt x="9085" y="13393"/>
                </a:cubicBezTo>
                <a:cubicBezTo>
                  <a:pt x="4103" y="13393"/>
                  <a:pt x="4103" y="13393"/>
                  <a:pt x="4103" y="13393"/>
                </a:cubicBezTo>
                <a:cubicBezTo>
                  <a:pt x="2879" y="13393"/>
                  <a:pt x="1888" y="12381"/>
                  <a:pt x="1888" y="11130"/>
                </a:cubicBezTo>
                <a:close/>
                <a:moveTo>
                  <a:pt x="9395" y="14423"/>
                </a:moveTo>
                <a:cubicBezTo>
                  <a:pt x="10248" y="15824"/>
                  <a:pt x="10248" y="15824"/>
                  <a:pt x="10248" y="15824"/>
                </a:cubicBezTo>
                <a:cubicBezTo>
                  <a:pt x="9895" y="16053"/>
                  <a:pt x="9895" y="16053"/>
                  <a:pt x="9895" y="16053"/>
                </a:cubicBezTo>
                <a:lnTo>
                  <a:pt x="9395" y="14423"/>
                </a:lnTo>
                <a:close/>
                <a:moveTo>
                  <a:pt x="10447" y="4993"/>
                </a:moveTo>
                <a:cubicBezTo>
                  <a:pt x="12248" y="4993"/>
                  <a:pt x="12248" y="4993"/>
                  <a:pt x="12248" y="4993"/>
                </a:cubicBezTo>
                <a:cubicBezTo>
                  <a:pt x="18376" y="1770"/>
                  <a:pt x="18376" y="1770"/>
                  <a:pt x="18376" y="1770"/>
                </a:cubicBezTo>
                <a:cubicBezTo>
                  <a:pt x="18376" y="16176"/>
                  <a:pt x="18376" y="16176"/>
                  <a:pt x="18376" y="16176"/>
                </a:cubicBezTo>
                <a:cubicBezTo>
                  <a:pt x="12248" y="12953"/>
                  <a:pt x="12248" y="12953"/>
                  <a:pt x="12248" y="12953"/>
                </a:cubicBezTo>
                <a:cubicBezTo>
                  <a:pt x="10447" y="12953"/>
                  <a:pt x="10447" y="12953"/>
                  <a:pt x="10447" y="12953"/>
                </a:cubicBezTo>
                <a:lnTo>
                  <a:pt x="10447" y="4993"/>
                </a:lnTo>
                <a:close/>
                <a:moveTo>
                  <a:pt x="18988" y="1189"/>
                </a:moveTo>
                <a:cubicBezTo>
                  <a:pt x="19376" y="1189"/>
                  <a:pt x="19376" y="1189"/>
                  <a:pt x="19376" y="1189"/>
                </a:cubicBezTo>
                <a:cubicBezTo>
                  <a:pt x="19376" y="16863"/>
                  <a:pt x="19376" y="16863"/>
                  <a:pt x="19376" y="16863"/>
                </a:cubicBezTo>
                <a:cubicBezTo>
                  <a:pt x="18988" y="16863"/>
                  <a:pt x="18988" y="16863"/>
                  <a:pt x="18988" y="16863"/>
                </a:cubicBezTo>
                <a:lnTo>
                  <a:pt x="18988" y="1189"/>
                </a:lnTo>
                <a:close/>
                <a:moveTo>
                  <a:pt x="19988" y="10294"/>
                </a:moveTo>
                <a:cubicBezTo>
                  <a:pt x="19988" y="7617"/>
                  <a:pt x="19988" y="7617"/>
                  <a:pt x="19988" y="7617"/>
                </a:cubicBezTo>
                <a:cubicBezTo>
                  <a:pt x="20273" y="7987"/>
                  <a:pt x="20436" y="8453"/>
                  <a:pt x="20436" y="8955"/>
                </a:cubicBezTo>
                <a:cubicBezTo>
                  <a:pt x="20436" y="9457"/>
                  <a:pt x="20273" y="9915"/>
                  <a:pt x="19988" y="10294"/>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03" name="Group 6603"/>
          <p:cNvGrpSpPr/>
          <p:nvPr/>
        </p:nvGrpSpPr>
        <p:grpSpPr>
          <a:xfrm>
            <a:off x="16560945" y="6754371"/>
            <a:ext cx="1238553" cy="1124663"/>
            <a:chOff x="0" y="0"/>
            <a:chExt cx="1238551" cy="1124661"/>
          </a:xfrm>
        </p:grpSpPr>
        <p:sp>
          <p:nvSpPr>
            <p:cNvPr id="6599" name="Shape 6599"/>
            <p:cNvSpPr/>
            <p:nvPr/>
          </p:nvSpPr>
          <p:spPr>
            <a:xfrm>
              <a:off x="0" y="0"/>
              <a:ext cx="1238552" cy="1124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87" y="21600"/>
                  </a:moveTo>
                  <a:cubicBezTo>
                    <a:pt x="16691" y="21600"/>
                    <a:pt x="16691" y="21600"/>
                    <a:pt x="16495" y="21600"/>
                  </a:cubicBezTo>
                  <a:cubicBezTo>
                    <a:pt x="13942" y="19837"/>
                    <a:pt x="13942" y="19837"/>
                    <a:pt x="13942" y="19837"/>
                  </a:cubicBezTo>
                  <a:cubicBezTo>
                    <a:pt x="12764" y="20057"/>
                    <a:pt x="11585" y="20278"/>
                    <a:pt x="10211" y="20278"/>
                  </a:cubicBezTo>
                  <a:cubicBezTo>
                    <a:pt x="4124" y="20278"/>
                    <a:pt x="0" y="16090"/>
                    <a:pt x="0" y="10139"/>
                  </a:cubicBezTo>
                  <a:cubicBezTo>
                    <a:pt x="0" y="4188"/>
                    <a:pt x="4320" y="0"/>
                    <a:pt x="10211" y="0"/>
                  </a:cubicBezTo>
                  <a:cubicBezTo>
                    <a:pt x="16691" y="0"/>
                    <a:pt x="21600" y="4408"/>
                    <a:pt x="21600" y="10139"/>
                  </a:cubicBezTo>
                  <a:cubicBezTo>
                    <a:pt x="21600" y="13224"/>
                    <a:pt x="20225" y="15869"/>
                    <a:pt x="17673" y="17853"/>
                  </a:cubicBezTo>
                  <a:cubicBezTo>
                    <a:pt x="17673" y="20498"/>
                    <a:pt x="17673" y="20498"/>
                    <a:pt x="17673" y="20498"/>
                  </a:cubicBezTo>
                  <a:cubicBezTo>
                    <a:pt x="17673" y="20718"/>
                    <a:pt x="17673" y="20718"/>
                    <a:pt x="17673" y="20718"/>
                  </a:cubicBezTo>
                  <a:cubicBezTo>
                    <a:pt x="17673" y="21159"/>
                    <a:pt x="17280" y="21600"/>
                    <a:pt x="16887" y="21600"/>
                  </a:cubicBezTo>
                  <a:cubicBezTo>
                    <a:pt x="16887" y="21600"/>
                    <a:pt x="16887" y="21600"/>
                    <a:pt x="16887" y="21600"/>
                  </a:cubicBezTo>
                  <a:close/>
                  <a:moveTo>
                    <a:pt x="13942" y="17853"/>
                  </a:moveTo>
                  <a:cubicBezTo>
                    <a:pt x="14138" y="17853"/>
                    <a:pt x="14335" y="18073"/>
                    <a:pt x="14335" y="18073"/>
                  </a:cubicBezTo>
                  <a:cubicBezTo>
                    <a:pt x="16102" y="19176"/>
                    <a:pt x="16102" y="19176"/>
                    <a:pt x="16102" y="19176"/>
                  </a:cubicBezTo>
                  <a:cubicBezTo>
                    <a:pt x="16102" y="17412"/>
                    <a:pt x="16102" y="17412"/>
                    <a:pt x="16102" y="17412"/>
                  </a:cubicBezTo>
                  <a:cubicBezTo>
                    <a:pt x="16102" y="17192"/>
                    <a:pt x="16298" y="16751"/>
                    <a:pt x="16495" y="16751"/>
                  </a:cubicBezTo>
                  <a:cubicBezTo>
                    <a:pt x="18851" y="14988"/>
                    <a:pt x="20029" y="12784"/>
                    <a:pt x="20029" y="10139"/>
                  </a:cubicBezTo>
                  <a:cubicBezTo>
                    <a:pt x="20029" y="5510"/>
                    <a:pt x="15709" y="1763"/>
                    <a:pt x="10211" y="1763"/>
                  </a:cubicBezTo>
                  <a:cubicBezTo>
                    <a:pt x="5105" y="1763"/>
                    <a:pt x="1571" y="5290"/>
                    <a:pt x="1571" y="10139"/>
                  </a:cubicBezTo>
                  <a:cubicBezTo>
                    <a:pt x="1571" y="14988"/>
                    <a:pt x="5105" y="18514"/>
                    <a:pt x="10211" y="18514"/>
                  </a:cubicBezTo>
                  <a:cubicBezTo>
                    <a:pt x="11389" y="18514"/>
                    <a:pt x="12567" y="18294"/>
                    <a:pt x="13745" y="18073"/>
                  </a:cubicBezTo>
                  <a:cubicBezTo>
                    <a:pt x="13745" y="18073"/>
                    <a:pt x="13942" y="17853"/>
                    <a:pt x="13942" y="1785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0" name="Shape 6600"/>
            <p:cNvSpPr/>
            <p:nvPr/>
          </p:nvSpPr>
          <p:spPr>
            <a:xfrm>
              <a:off x="246760" y="436577"/>
              <a:ext cx="194564" cy="2040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800"/>
                    <a:pt x="0" y="10800"/>
                  </a:cubicBezTo>
                  <a:cubicBezTo>
                    <a:pt x="0" y="4800"/>
                    <a:pt x="5082" y="0"/>
                    <a:pt x="11435" y="0"/>
                  </a:cubicBezTo>
                  <a:cubicBezTo>
                    <a:pt x="16518" y="0"/>
                    <a:pt x="21600" y="4800"/>
                    <a:pt x="21600" y="10800"/>
                  </a:cubicBezTo>
                  <a:cubicBezTo>
                    <a:pt x="21600" y="16800"/>
                    <a:pt x="16518" y="21600"/>
                    <a:pt x="11435" y="21600"/>
                  </a:cubicBezTo>
                  <a:close/>
                  <a:moveTo>
                    <a:pt x="11435" y="4800"/>
                  </a:moveTo>
                  <a:cubicBezTo>
                    <a:pt x="7624" y="4800"/>
                    <a:pt x="5082" y="7200"/>
                    <a:pt x="5082" y="10800"/>
                  </a:cubicBezTo>
                  <a:cubicBezTo>
                    <a:pt x="5082" y="14400"/>
                    <a:pt x="7624" y="16800"/>
                    <a:pt x="11435" y="16800"/>
                  </a:cubicBezTo>
                  <a:cubicBezTo>
                    <a:pt x="13976" y="16800"/>
                    <a:pt x="16518" y="14400"/>
                    <a:pt x="16518" y="10800"/>
                  </a:cubicBezTo>
                  <a:cubicBezTo>
                    <a:pt x="16518" y="7200"/>
                    <a:pt x="13976" y="4800"/>
                    <a:pt x="11435" y="4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1" name="Shape 6601"/>
            <p:cNvSpPr/>
            <p:nvPr/>
          </p:nvSpPr>
          <p:spPr>
            <a:xfrm>
              <a:off x="507756" y="436577"/>
              <a:ext cx="204055" cy="2040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4800"/>
                  </a:moveTo>
                  <a:cubicBezTo>
                    <a:pt x="7200" y="4800"/>
                    <a:pt x="4800" y="7200"/>
                    <a:pt x="4800" y="10800"/>
                  </a:cubicBezTo>
                  <a:cubicBezTo>
                    <a:pt x="4800" y="14400"/>
                    <a:pt x="7200" y="16800"/>
                    <a:pt x="10800" y="16800"/>
                  </a:cubicBezTo>
                  <a:cubicBezTo>
                    <a:pt x="13200" y="16800"/>
                    <a:pt x="16800" y="14400"/>
                    <a:pt x="16800" y="10800"/>
                  </a:cubicBezTo>
                  <a:cubicBezTo>
                    <a:pt x="16800" y="7200"/>
                    <a:pt x="13200" y="4800"/>
                    <a:pt x="10800" y="4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2" name="Shape 6602"/>
            <p:cNvSpPr/>
            <p:nvPr/>
          </p:nvSpPr>
          <p:spPr>
            <a:xfrm>
              <a:off x="768755" y="436577"/>
              <a:ext cx="199308" cy="2040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4800"/>
                  </a:moveTo>
                  <a:cubicBezTo>
                    <a:pt x="7200" y="4800"/>
                    <a:pt x="4800" y="7200"/>
                    <a:pt x="4800" y="10800"/>
                  </a:cubicBezTo>
                  <a:cubicBezTo>
                    <a:pt x="4800" y="14400"/>
                    <a:pt x="7200" y="16800"/>
                    <a:pt x="10800" y="16800"/>
                  </a:cubicBezTo>
                  <a:cubicBezTo>
                    <a:pt x="13200" y="16800"/>
                    <a:pt x="16800" y="14400"/>
                    <a:pt x="16800" y="10800"/>
                  </a:cubicBezTo>
                  <a:cubicBezTo>
                    <a:pt x="16800" y="7200"/>
                    <a:pt x="13200" y="4800"/>
                    <a:pt x="10800" y="4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13" name="Group 6613"/>
          <p:cNvGrpSpPr/>
          <p:nvPr/>
        </p:nvGrpSpPr>
        <p:grpSpPr>
          <a:xfrm>
            <a:off x="4613993" y="8329448"/>
            <a:ext cx="1027331" cy="1120359"/>
            <a:chOff x="0" y="0"/>
            <a:chExt cx="1027330" cy="1120357"/>
          </a:xfrm>
        </p:grpSpPr>
        <p:sp>
          <p:nvSpPr>
            <p:cNvPr id="6604" name="Shape 6604"/>
            <p:cNvSpPr/>
            <p:nvPr/>
          </p:nvSpPr>
          <p:spPr>
            <a:xfrm>
              <a:off x="157740" y="452995"/>
              <a:ext cx="117296" cy="11729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5" name="Shape 6605"/>
            <p:cNvSpPr/>
            <p:nvPr/>
          </p:nvSpPr>
          <p:spPr>
            <a:xfrm>
              <a:off x="157740" y="647136"/>
              <a:ext cx="117296" cy="11729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6" name="Shape 6606"/>
            <p:cNvSpPr/>
            <p:nvPr/>
          </p:nvSpPr>
          <p:spPr>
            <a:xfrm>
              <a:off x="157740" y="845323"/>
              <a:ext cx="117296" cy="11729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7" name="Shape 6607"/>
            <p:cNvSpPr/>
            <p:nvPr/>
          </p:nvSpPr>
          <p:spPr>
            <a:xfrm>
              <a:off x="355925" y="529844"/>
              <a:ext cx="513667" cy="40445"/>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8" name="Shape 6608"/>
            <p:cNvSpPr/>
            <p:nvPr/>
          </p:nvSpPr>
          <p:spPr>
            <a:xfrm>
              <a:off x="355925" y="728028"/>
              <a:ext cx="513667" cy="3640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09" name="Shape 6609"/>
            <p:cNvSpPr/>
            <p:nvPr/>
          </p:nvSpPr>
          <p:spPr>
            <a:xfrm>
              <a:off x="355925" y="922170"/>
              <a:ext cx="513667" cy="4044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10" name="Shape 6610"/>
            <p:cNvSpPr/>
            <p:nvPr/>
          </p:nvSpPr>
          <p:spPr>
            <a:xfrm>
              <a:off x="0" y="117294"/>
              <a:ext cx="1027331" cy="10030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08" y="0"/>
                  </a:moveTo>
                  <a:cubicBezTo>
                    <a:pt x="17446" y="0"/>
                    <a:pt x="17446" y="0"/>
                    <a:pt x="17446" y="0"/>
                  </a:cubicBezTo>
                  <a:cubicBezTo>
                    <a:pt x="17446" y="3388"/>
                    <a:pt x="17446" y="3388"/>
                    <a:pt x="17446" y="3388"/>
                  </a:cubicBezTo>
                  <a:cubicBezTo>
                    <a:pt x="17446" y="3812"/>
                    <a:pt x="17031" y="4235"/>
                    <a:pt x="16615" y="4235"/>
                  </a:cubicBezTo>
                  <a:cubicBezTo>
                    <a:pt x="14954" y="4235"/>
                    <a:pt x="14954" y="4235"/>
                    <a:pt x="14954" y="4235"/>
                  </a:cubicBezTo>
                  <a:cubicBezTo>
                    <a:pt x="14538" y="4235"/>
                    <a:pt x="14123" y="3812"/>
                    <a:pt x="14123" y="3388"/>
                  </a:cubicBezTo>
                  <a:cubicBezTo>
                    <a:pt x="14123" y="0"/>
                    <a:pt x="14123" y="0"/>
                    <a:pt x="14123" y="0"/>
                  </a:cubicBezTo>
                  <a:cubicBezTo>
                    <a:pt x="7477" y="0"/>
                    <a:pt x="7477" y="0"/>
                    <a:pt x="7477" y="0"/>
                  </a:cubicBezTo>
                  <a:cubicBezTo>
                    <a:pt x="7477" y="3388"/>
                    <a:pt x="7477" y="3388"/>
                    <a:pt x="7477" y="3388"/>
                  </a:cubicBezTo>
                  <a:cubicBezTo>
                    <a:pt x="7477" y="3812"/>
                    <a:pt x="7062" y="4235"/>
                    <a:pt x="6646" y="4235"/>
                  </a:cubicBezTo>
                  <a:cubicBezTo>
                    <a:pt x="4985" y="4235"/>
                    <a:pt x="4985" y="4235"/>
                    <a:pt x="4985" y="4235"/>
                  </a:cubicBezTo>
                  <a:cubicBezTo>
                    <a:pt x="4569" y="4235"/>
                    <a:pt x="4154" y="3812"/>
                    <a:pt x="4154" y="3388"/>
                  </a:cubicBezTo>
                  <a:cubicBezTo>
                    <a:pt x="4154" y="0"/>
                    <a:pt x="4154" y="0"/>
                    <a:pt x="4154" y="0"/>
                  </a:cubicBezTo>
                  <a:cubicBezTo>
                    <a:pt x="2492" y="0"/>
                    <a:pt x="2492" y="0"/>
                    <a:pt x="2492" y="0"/>
                  </a:cubicBezTo>
                  <a:cubicBezTo>
                    <a:pt x="1038" y="0"/>
                    <a:pt x="0" y="1059"/>
                    <a:pt x="0" y="2541"/>
                  </a:cubicBezTo>
                  <a:cubicBezTo>
                    <a:pt x="0" y="4235"/>
                    <a:pt x="0" y="4235"/>
                    <a:pt x="0" y="4235"/>
                  </a:cubicBezTo>
                  <a:cubicBezTo>
                    <a:pt x="0" y="5082"/>
                    <a:pt x="0" y="5082"/>
                    <a:pt x="0" y="5082"/>
                  </a:cubicBezTo>
                  <a:cubicBezTo>
                    <a:pt x="0" y="5929"/>
                    <a:pt x="0" y="5929"/>
                    <a:pt x="0" y="5929"/>
                  </a:cubicBezTo>
                  <a:cubicBezTo>
                    <a:pt x="0" y="19271"/>
                    <a:pt x="0" y="19271"/>
                    <a:pt x="0" y="19271"/>
                  </a:cubicBezTo>
                  <a:cubicBezTo>
                    <a:pt x="0" y="20541"/>
                    <a:pt x="1038" y="21600"/>
                    <a:pt x="2492" y="21600"/>
                  </a:cubicBezTo>
                  <a:cubicBezTo>
                    <a:pt x="19108" y="21600"/>
                    <a:pt x="19108" y="21600"/>
                    <a:pt x="19108" y="21600"/>
                  </a:cubicBezTo>
                  <a:cubicBezTo>
                    <a:pt x="20562" y="21600"/>
                    <a:pt x="21600" y="20541"/>
                    <a:pt x="21600" y="19271"/>
                  </a:cubicBezTo>
                  <a:cubicBezTo>
                    <a:pt x="21600" y="5929"/>
                    <a:pt x="21600" y="5929"/>
                    <a:pt x="21600" y="5929"/>
                  </a:cubicBezTo>
                  <a:cubicBezTo>
                    <a:pt x="21600" y="5082"/>
                    <a:pt x="21600" y="5082"/>
                    <a:pt x="21600" y="5082"/>
                  </a:cubicBezTo>
                  <a:cubicBezTo>
                    <a:pt x="21600" y="4235"/>
                    <a:pt x="21600" y="4235"/>
                    <a:pt x="21600" y="4235"/>
                  </a:cubicBezTo>
                  <a:cubicBezTo>
                    <a:pt x="21600" y="2541"/>
                    <a:pt x="21600" y="2541"/>
                    <a:pt x="21600" y="2541"/>
                  </a:cubicBezTo>
                  <a:cubicBezTo>
                    <a:pt x="21600" y="1059"/>
                    <a:pt x="20562" y="0"/>
                    <a:pt x="19108" y="0"/>
                  </a:cubicBezTo>
                  <a:close/>
                  <a:moveTo>
                    <a:pt x="19938" y="19271"/>
                  </a:moveTo>
                  <a:cubicBezTo>
                    <a:pt x="19938" y="19482"/>
                    <a:pt x="19523" y="19906"/>
                    <a:pt x="19108" y="19906"/>
                  </a:cubicBezTo>
                  <a:cubicBezTo>
                    <a:pt x="2492" y="19906"/>
                    <a:pt x="2492" y="19906"/>
                    <a:pt x="2492" y="19906"/>
                  </a:cubicBezTo>
                  <a:cubicBezTo>
                    <a:pt x="2077" y="19906"/>
                    <a:pt x="1662" y="19482"/>
                    <a:pt x="1662" y="19271"/>
                  </a:cubicBezTo>
                  <a:cubicBezTo>
                    <a:pt x="1662" y="5929"/>
                    <a:pt x="1662" y="5929"/>
                    <a:pt x="1662" y="5929"/>
                  </a:cubicBezTo>
                  <a:cubicBezTo>
                    <a:pt x="19938" y="5929"/>
                    <a:pt x="19938" y="5929"/>
                    <a:pt x="19938" y="5929"/>
                  </a:cubicBezTo>
                  <a:lnTo>
                    <a:pt x="19938" y="1927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11" name="Shape 6611"/>
            <p:cNvSpPr/>
            <p:nvPr/>
          </p:nvSpPr>
          <p:spPr>
            <a:xfrm>
              <a:off x="238633" y="0"/>
              <a:ext cx="76849" cy="2750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200" y="21600"/>
                    <a:pt x="21600" y="20057"/>
                    <a:pt x="21600" y="18514"/>
                  </a:cubicBezTo>
                  <a:cubicBezTo>
                    <a:pt x="21600" y="3086"/>
                    <a:pt x="21600" y="3086"/>
                    <a:pt x="21600" y="3086"/>
                  </a:cubicBezTo>
                  <a:cubicBezTo>
                    <a:pt x="21600" y="1543"/>
                    <a:pt x="16200" y="0"/>
                    <a:pt x="10800" y="0"/>
                  </a:cubicBezTo>
                  <a:cubicBezTo>
                    <a:pt x="5400" y="0"/>
                    <a:pt x="0" y="1543"/>
                    <a:pt x="0" y="3086"/>
                  </a:cubicBezTo>
                  <a:cubicBezTo>
                    <a:pt x="0" y="18514"/>
                    <a:pt x="0" y="18514"/>
                    <a:pt x="0" y="18514"/>
                  </a:cubicBezTo>
                  <a:cubicBezTo>
                    <a:pt x="0" y="20057"/>
                    <a:pt x="5400" y="21600"/>
                    <a:pt x="10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12" name="Shape 6612"/>
            <p:cNvSpPr/>
            <p:nvPr/>
          </p:nvSpPr>
          <p:spPr>
            <a:xfrm>
              <a:off x="711850" y="0"/>
              <a:ext cx="76850" cy="2750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200" y="21600"/>
                    <a:pt x="21600" y="20057"/>
                    <a:pt x="21600" y="18514"/>
                  </a:cubicBezTo>
                  <a:cubicBezTo>
                    <a:pt x="21600" y="3086"/>
                    <a:pt x="21600" y="3086"/>
                    <a:pt x="21600" y="3086"/>
                  </a:cubicBezTo>
                  <a:cubicBezTo>
                    <a:pt x="21600" y="1543"/>
                    <a:pt x="16200" y="0"/>
                    <a:pt x="10800" y="0"/>
                  </a:cubicBezTo>
                  <a:cubicBezTo>
                    <a:pt x="5400" y="0"/>
                    <a:pt x="0" y="1543"/>
                    <a:pt x="0" y="3086"/>
                  </a:cubicBezTo>
                  <a:cubicBezTo>
                    <a:pt x="0" y="18514"/>
                    <a:pt x="0" y="18514"/>
                    <a:pt x="0" y="18514"/>
                  </a:cubicBezTo>
                  <a:cubicBezTo>
                    <a:pt x="0" y="20057"/>
                    <a:pt x="5400" y="21600"/>
                    <a:pt x="10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16" name="Group 6616"/>
          <p:cNvGrpSpPr/>
          <p:nvPr/>
        </p:nvGrpSpPr>
        <p:grpSpPr>
          <a:xfrm>
            <a:off x="14802632" y="6849318"/>
            <a:ext cx="1176728" cy="962027"/>
            <a:chOff x="0" y="0"/>
            <a:chExt cx="1176726" cy="962025"/>
          </a:xfrm>
        </p:grpSpPr>
        <p:sp>
          <p:nvSpPr>
            <p:cNvPr id="6614" name="Shape 6614"/>
            <p:cNvSpPr/>
            <p:nvPr/>
          </p:nvSpPr>
          <p:spPr>
            <a:xfrm>
              <a:off x="0" y="0"/>
              <a:ext cx="1176727" cy="962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3600"/>
                  </a:moveTo>
                  <a:cubicBezTo>
                    <a:pt x="10620" y="3600"/>
                    <a:pt x="10620" y="3600"/>
                    <a:pt x="10620" y="3600"/>
                  </a:cubicBezTo>
                  <a:cubicBezTo>
                    <a:pt x="10080" y="1575"/>
                    <a:pt x="10080" y="1575"/>
                    <a:pt x="10080" y="1575"/>
                  </a:cubicBezTo>
                  <a:cubicBezTo>
                    <a:pt x="10080" y="675"/>
                    <a:pt x="9360" y="0"/>
                    <a:pt x="8640" y="0"/>
                  </a:cubicBezTo>
                  <a:cubicBezTo>
                    <a:pt x="2880" y="0"/>
                    <a:pt x="2880" y="0"/>
                    <a:pt x="2880" y="0"/>
                  </a:cubicBezTo>
                  <a:cubicBezTo>
                    <a:pt x="2160" y="0"/>
                    <a:pt x="1440" y="675"/>
                    <a:pt x="1440" y="1575"/>
                  </a:cubicBezTo>
                  <a:cubicBezTo>
                    <a:pt x="900" y="3825"/>
                    <a:pt x="900" y="3825"/>
                    <a:pt x="900" y="3825"/>
                  </a:cubicBezTo>
                  <a:cubicBezTo>
                    <a:pt x="360" y="4050"/>
                    <a:pt x="0" y="4725"/>
                    <a:pt x="0" y="5400"/>
                  </a:cubicBezTo>
                  <a:cubicBezTo>
                    <a:pt x="720" y="19800"/>
                    <a:pt x="720" y="19800"/>
                    <a:pt x="720" y="19800"/>
                  </a:cubicBezTo>
                  <a:cubicBezTo>
                    <a:pt x="720" y="20700"/>
                    <a:pt x="1440" y="21600"/>
                    <a:pt x="2160" y="21600"/>
                  </a:cubicBezTo>
                  <a:cubicBezTo>
                    <a:pt x="19440" y="21600"/>
                    <a:pt x="19440" y="21600"/>
                    <a:pt x="19440" y="21600"/>
                  </a:cubicBezTo>
                  <a:cubicBezTo>
                    <a:pt x="20160" y="21600"/>
                    <a:pt x="20880" y="20700"/>
                    <a:pt x="20880" y="19800"/>
                  </a:cubicBezTo>
                  <a:cubicBezTo>
                    <a:pt x="21600" y="5400"/>
                    <a:pt x="21600" y="5400"/>
                    <a:pt x="21600" y="5400"/>
                  </a:cubicBezTo>
                  <a:cubicBezTo>
                    <a:pt x="21600" y="4500"/>
                    <a:pt x="20880" y="3600"/>
                    <a:pt x="20160" y="3600"/>
                  </a:cubicBezTo>
                  <a:close/>
                  <a:moveTo>
                    <a:pt x="2880" y="2025"/>
                  </a:moveTo>
                  <a:cubicBezTo>
                    <a:pt x="2880" y="2025"/>
                    <a:pt x="2880" y="1800"/>
                    <a:pt x="2880" y="1800"/>
                  </a:cubicBezTo>
                  <a:cubicBezTo>
                    <a:pt x="8640" y="1800"/>
                    <a:pt x="8640" y="1800"/>
                    <a:pt x="8640" y="1800"/>
                  </a:cubicBezTo>
                  <a:cubicBezTo>
                    <a:pt x="8640" y="1800"/>
                    <a:pt x="8640" y="2025"/>
                    <a:pt x="8640" y="2025"/>
                  </a:cubicBezTo>
                  <a:cubicBezTo>
                    <a:pt x="9360" y="4500"/>
                    <a:pt x="9360" y="4500"/>
                    <a:pt x="9360" y="4500"/>
                  </a:cubicBezTo>
                  <a:cubicBezTo>
                    <a:pt x="2160" y="4500"/>
                    <a:pt x="2160" y="4500"/>
                    <a:pt x="2160" y="4500"/>
                  </a:cubicBezTo>
                  <a:lnTo>
                    <a:pt x="2880" y="2025"/>
                  </a:lnTo>
                  <a:close/>
                  <a:moveTo>
                    <a:pt x="19440" y="19800"/>
                  </a:moveTo>
                  <a:cubicBezTo>
                    <a:pt x="2160" y="19800"/>
                    <a:pt x="2160" y="19800"/>
                    <a:pt x="2160" y="19800"/>
                  </a:cubicBezTo>
                  <a:cubicBezTo>
                    <a:pt x="1440" y="5400"/>
                    <a:pt x="1440" y="5400"/>
                    <a:pt x="1440" y="5400"/>
                  </a:cubicBezTo>
                  <a:cubicBezTo>
                    <a:pt x="1440" y="5400"/>
                    <a:pt x="1440" y="5400"/>
                    <a:pt x="1440" y="5400"/>
                  </a:cubicBezTo>
                  <a:cubicBezTo>
                    <a:pt x="10080" y="5400"/>
                    <a:pt x="10080" y="5400"/>
                    <a:pt x="10080" y="5400"/>
                  </a:cubicBezTo>
                  <a:cubicBezTo>
                    <a:pt x="20160" y="5400"/>
                    <a:pt x="20160" y="5400"/>
                    <a:pt x="20160" y="5400"/>
                  </a:cubicBezTo>
                  <a:lnTo>
                    <a:pt x="19440" y="198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15" name="Shape 6615"/>
            <p:cNvSpPr/>
            <p:nvPr/>
          </p:nvSpPr>
          <p:spPr>
            <a:xfrm>
              <a:off x="433531" y="400500"/>
              <a:ext cx="313795" cy="322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00" y="8100"/>
                  </a:moveTo>
                  <a:cubicBezTo>
                    <a:pt x="1350" y="8100"/>
                    <a:pt x="0" y="9450"/>
                    <a:pt x="0" y="10800"/>
                  </a:cubicBezTo>
                  <a:cubicBezTo>
                    <a:pt x="0" y="12150"/>
                    <a:pt x="1350" y="13500"/>
                    <a:pt x="2700" y="13500"/>
                  </a:cubicBezTo>
                  <a:cubicBezTo>
                    <a:pt x="8100" y="13500"/>
                    <a:pt x="8100" y="13500"/>
                    <a:pt x="8100" y="13500"/>
                  </a:cubicBezTo>
                  <a:cubicBezTo>
                    <a:pt x="8100" y="18900"/>
                    <a:pt x="8100" y="18900"/>
                    <a:pt x="8100" y="18900"/>
                  </a:cubicBezTo>
                  <a:cubicBezTo>
                    <a:pt x="8100" y="20250"/>
                    <a:pt x="9450" y="21600"/>
                    <a:pt x="10800" y="21600"/>
                  </a:cubicBezTo>
                  <a:cubicBezTo>
                    <a:pt x="12150" y="21600"/>
                    <a:pt x="13500" y="20250"/>
                    <a:pt x="13500" y="18900"/>
                  </a:cubicBezTo>
                  <a:cubicBezTo>
                    <a:pt x="13500" y="13500"/>
                    <a:pt x="13500" y="13500"/>
                    <a:pt x="13500" y="13500"/>
                  </a:cubicBezTo>
                  <a:cubicBezTo>
                    <a:pt x="18900" y="13500"/>
                    <a:pt x="18900" y="13500"/>
                    <a:pt x="18900" y="13500"/>
                  </a:cubicBezTo>
                  <a:cubicBezTo>
                    <a:pt x="20250" y="13500"/>
                    <a:pt x="21600" y="12150"/>
                    <a:pt x="21600" y="10800"/>
                  </a:cubicBezTo>
                  <a:cubicBezTo>
                    <a:pt x="21600" y="9450"/>
                    <a:pt x="20250" y="8100"/>
                    <a:pt x="18900" y="8100"/>
                  </a:cubicBezTo>
                  <a:cubicBezTo>
                    <a:pt x="13500" y="8100"/>
                    <a:pt x="13500" y="8100"/>
                    <a:pt x="13500" y="8100"/>
                  </a:cubicBezTo>
                  <a:cubicBezTo>
                    <a:pt x="13500" y="2700"/>
                    <a:pt x="13500" y="2700"/>
                    <a:pt x="13500" y="2700"/>
                  </a:cubicBezTo>
                  <a:cubicBezTo>
                    <a:pt x="13500" y="1350"/>
                    <a:pt x="12150" y="0"/>
                    <a:pt x="10800" y="0"/>
                  </a:cubicBezTo>
                  <a:cubicBezTo>
                    <a:pt x="9450" y="0"/>
                    <a:pt x="8100" y="1350"/>
                    <a:pt x="8100" y="2700"/>
                  </a:cubicBezTo>
                  <a:cubicBezTo>
                    <a:pt x="8100" y="8100"/>
                    <a:pt x="8100" y="8100"/>
                    <a:pt x="8100" y="8100"/>
                  </a:cubicBezTo>
                  <a:lnTo>
                    <a:pt x="2700" y="81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617" name="Shape 6617"/>
          <p:cNvSpPr/>
          <p:nvPr/>
        </p:nvSpPr>
        <p:spPr>
          <a:xfrm rot="2700000">
            <a:off x="10097966" y="8412838"/>
            <a:ext cx="753275" cy="1122247"/>
          </a:xfrm>
          <a:custGeom>
            <a:avLst/>
            <a:gdLst/>
            <a:ahLst/>
            <a:cxnLst>
              <a:cxn ang="0">
                <a:pos x="wd2" y="hd2"/>
              </a:cxn>
              <a:cxn ang="5400000">
                <a:pos x="wd2" y="hd2"/>
              </a:cxn>
              <a:cxn ang="10800000">
                <a:pos x="wd2" y="hd2"/>
              </a:cxn>
              <a:cxn ang="16200000">
                <a:pos x="wd2" y="hd2"/>
              </a:cxn>
            </a:cxnLst>
            <a:rect l="0" t="0" r="r" b="b"/>
            <a:pathLst>
              <a:path w="21490" h="21600" fill="norm" stroke="1" extrusionOk="0">
                <a:moveTo>
                  <a:pt x="21391" y="9649"/>
                </a:moveTo>
                <a:cubicBezTo>
                  <a:pt x="16386" y="4072"/>
                  <a:pt x="16386" y="4072"/>
                  <a:pt x="16386" y="4072"/>
                </a:cubicBezTo>
                <a:cubicBezTo>
                  <a:pt x="18757" y="797"/>
                  <a:pt x="18757" y="797"/>
                  <a:pt x="18757" y="797"/>
                </a:cubicBezTo>
                <a:cubicBezTo>
                  <a:pt x="18889" y="620"/>
                  <a:pt x="18889" y="443"/>
                  <a:pt x="18757" y="266"/>
                </a:cubicBezTo>
                <a:cubicBezTo>
                  <a:pt x="18625" y="89"/>
                  <a:pt x="18362" y="0"/>
                  <a:pt x="18099" y="0"/>
                </a:cubicBezTo>
                <a:cubicBezTo>
                  <a:pt x="2821" y="0"/>
                  <a:pt x="2821" y="0"/>
                  <a:pt x="2821" y="0"/>
                </a:cubicBezTo>
                <a:cubicBezTo>
                  <a:pt x="2557" y="0"/>
                  <a:pt x="2294" y="89"/>
                  <a:pt x="2162" y="266"/>
                </a:cubicBezTo>
                <a:cubicBezTo>
                  <a:pt x="2030" y="443"/>
                  <a:pt x="2030" y="620"/>
                  <a:pt x="2162" y="797"/>
                </a:cubicBezTo>
                <a:cubicBezTo>
                  <a:pt x="5060" y="4072"/>
                  <a:pt x="5060" y="4072"/>
                  <a:pt x="5060" y="4072"/>
                </a:cubicBezTo>
                <a:cubicBezTo>
                  <a:pt x="186" y="9649"/>
                  <a:pt x="186" y="9649"/>
                  <a:pt x="186" y="9649"/>
                </a:cubicBezTo>
                <a:cubicBezTo>
                  <a:pt x="55" y="9826"/>
                  <a:pt x="-77" y="10003"/>
                  <a:pt x="55" y="10092"/>
                </a:cubicBezTo>
                <a:cubicBezTo>
                  <a:pt x="7957" y="21334"/>
                  <a:pt x="7957" y="21334"/>
                  <a:pt x="7957" y="21334"/>
                </a:cubicBezTo>
                <a:cubicBezTo>
                  <a:pt x="8089" y="21511"/>
                  <a:pt x="8352" y="21600"/>
                  <a:pt x="8616" y="21600"/>
                </a:cubicBezTo>
                <a:cubicBezTo>
                  <a:pt x="12830" y="21600"/>
                  <a:pt x="12830" y="21600"/>
                  <a:pt x="12830" y="21600"/>
                </a:cubicBezTo>
                <a:cubicBezTo>
                  <a:pt x="13094" y="21600"/>
                  <a:pt x="13357" y="21511"/>
                  <a:pt x="13489" y="21334"/>
                </a:cubicBezTo>
                <a:cubicBezTo>
                  <a:pt x="21391" y="10092"/>
                  <a:pt x="21391" y="10092"/>
                  <a:pt x="21391" y="10092"/>
                </a:cubicBezTo>
                <a:cubicBezTo>
                  <a:pt x="21523" y="10003"/>
                  <a:pt x="21523" y="9826"/>
                  <a:pt x="21391" y="9649"/>
                </a:cubicBezTo>
                <a:close/>
                <a:moveTo>
                  <a:pt x="16782" y="1062"/>
                </a:moveTo>
                <a:cubicBezTo>
                  <a:pt x="14938" y="3541"/>
                  <a:pt x="14938" y="3541"/>
                  <a:pt x="14938" y="3541"/>
                </a:cubicBezTo>
                <a:cubicBezTo>
                  <a:pt x="6377" y="3541"/>
                  <a:pt x="6377" y="3541"/>
                  <a:pt x="6377" y="3541"/>
                </a:cubicBezTo>
                <a:cubicBezTo>
                  <a:pt x="4269" y="1062"/>
                  <a:pt x="4269" y="1062"/>
                  <a:pt x="4269" y="1062"/>
                </a:cubicBezTo>
                <a:lnTo>
                  <a:pt x="16782" y="1062"/>
                </a:lnTo>
                <a:close/>
                <a:moveTo>
                  <a:pt x="10723" y="10623"/>
                </a:moveTo>
                <a:cubicBezTo>
                  <a:pt x="9669" y="10623"/>
                  <a:pt x="8879" y="10092"/>
                  <a:pt x="8879" y="9384"/>
                </a:cubicBezTo>
                <a:cubicBezTo>
                  <a:pt x="8879" y="8675"/>
                  <a:pt x="9669" y="8144"/>
                  <a:pt x="10723" y="8144"/>
                </a:cubicBezTo>
                <a:cubicBezTo>
                  <a:pt x="11777" y="8144"/>
                  <a:pt x="12567" y="8675"/>
                  <a:pt x="12567" y="9384"/>
                </a:cubicBezTo>
                <a:cubicBezTo>
                  <a:pt x="12567" y="10092"/>
                  <a:pt x="11777" y="10623"/>
                  <a:pt x="10723" y="10623"/>
                </a:cubicBezTo>
                <a:close/>
                <a:moveTo>
                  <a:pt x="12303" y="20538"/>
                </a:moveTo>
                <a:cubicBezTo>
                  <a:pt x="11513" y="20538"/>
                  <a:pt x="11513" y="20538"/>
                  <a:pt x="11513" y="20538"/>
                </a:cubicBezTo>
                <a:cubicBezTo>
                  <a:pt x="11513" y="11597"/>
                  <a:pt x="11513" y="11597"/>
                  <a:pt x="11513" y="11597"/>
                </a:cubicBezTo>
                <a:cubicBezTo>
                  <a:pt x="12962" y="11420"/>
                  <a:pt x="14147" y="10446"/>
                  <a:pt x="14147" y="9384"/>
                </a:cubicBezTo>
                <a:cubicBezTo>
                  <a:pt x="14147" y="8144"/>
                  <a:pt x="12567" y="7082"/>
                  <a:pt x="10723" y="7082"/>
                </a:cubicBezTo>
                <a:cubicBezTo>
                  <a:pt x="8879" y="7082"/>
                  <a:pt x="7299" y="8144"/>
                  <a:pt x="7299" y="9384"/>
                </a:cubicBezTo>
                <a:cubicBezTo>
                  <a:pt x="7299" y="10446"/>
                  <a:pt x="8484" y="11420"/>
                  <a:pt x="9933" y="11597"/>
                </a:cubicBezTo>
                <a:cubicBezTo>
                  <a:pt x="9933" y="20538"/>
                  <a:pt x="9933" y="20538"/>
                  <a:pt x="9933" y="20538"/>
                </a:cubicBezTo>
                <a:cubicBezTo>
                  <a:pt x="9143" y="20538"/>
                  <a:pt x="9143" y="20538"/>
                  <a:pt x="9143" y="20538"/>
                </a:cubicBezTo>
                <a:cubicBezTo>
                  <a:pt x="1635" y="9915"/>
                  <a:pt x="1635" y="9915"/>
                  <a:pt x="1635" y="9915"/>
                </a:cubicBezTo>
                <a:cubicBezTo>
                  <a:pt x="6377" y="4603"/>
                  <a:pt x="6377" y="4603"/>
                  <a:pt x="6377" y="4603"/>
                </a:cubicBezTo>
                <a:cubicBezTo>
                  <a:pt x="15069" y="4603"/>
                  <a:pt x="15069" y="4603"/>
                  <a:pt x="15069" y="4603"/>
                </a:cubicBezTo>
                <a:cubicBezTo>
                  <a:pt x="19811" y="9915"/>
                  <a:pt x="19811" y="9915"/>
                  <a:pt x="19811" y="9915"/>
                </a:cubicBezTo>
                <a:lnTo>
                  <a:pt x="12303" y="20538"/>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618" name="Shape 6618"/>
          <p:cNvSpPr/>
          <p:nvPr/>
        </p:nvSpPr>
        <p:spPr>
          <a:xfrm>
            <a:off x="20934540" y="6821033"/>
            <a:ext cx="874765" cy="1065575"/>
          </a:xfrm>
          <a:custGeom>
            <a:avLst/>
            <a:gdLst/>
            <a:ahLst/>
            <a:cxnLst>
              <a:cxn ang="0">
                <a:pos x="wd2" y="hd2"/>
              </a:cxn>
              <a:cxn ang="5400000">
                <a:pos x="wd2" y="hd2"/>
              </a:cxn>
              <a:cxn ang="10800000">
                <a:pos x="wd2" y="hd2"/>
              </a:cxn>
              <a:cxn ang="16200000">
                <a:pos x="wd2" y="hd2"/>
              </a:cxn>
            </a:cxnLst>
            <a:rect l="0" t="0" r="r" b="b"/>
            <a:pathLst>
              <a:path w="21442" h="21600" fill="norm" stroke="1" extrusionOk="0">
                <a:moveTo>
                  <a:pt x="15398" y="21600"/>
                </a:moveTo>
                <a:cubicBezTo>
                  <a:pt x="7699" y="21600"/>
                  <a:pt x="0" y="10800"/>
                  <a:pt x="0" y="5760"/>
                </a:cubicBezTo>
                <a:cubicBezTo>
                  <a:pt x="0" y="1260"/>
                  <a:pt x="3850" y="0"/>
                  <a:pt x="6202" y="0"/>
                </a:cubicBezTo>
                <a:cubicBezTo>
                  <a:pt x="6416" y="0"/>
                  <a:pt x="6630" y="0"/>
                  <a:pt x="6844" y="0"/>
                </a:cubicBezTo>
                <a:cubicBezTo>
                  <a:pt x="9410" y="360"/>
                  <a:pt x="10907" y="3780"/>
                  <a:pt x="10907" y="5040"/>
                </a:cubicBezTo>
                <a:cubicBezTo>
                  <a:pt x="10907" y="6480"/>
                  <a:pt x="9624" y="7020"/>
                  <a:pt x="8341" y="7560"/>
                </a:cubicBezTo>
                <a:cubicBezTo>
                  <a:pt x="7699" y="7740"/>
                  <a:pt x="7699" y="7740"/>
                  <a:pt x="7699" y="7740"/>
                </a:cubicBezTo>
                <a:cubicBezTo>
                  <a:pt x="7485" y="7920"/>
                  <a:pt x="7057" y="8280"/>
                  <a:pt x="7271" y="8280"/>
                </a:cubicBezTo>
                <a:cubicBezTo>
                  <a:pt x="7699" y="10620"/>
                  <a:pt x="8982" y="12420"/>
                  <a:pt x="11762" y="14400"/>
                </a:cubicBezTo>
                <a:cubicBezTo>
                  <a:pt x="11976" y="14580"/>
                  <a:pt x="12190" y="14580"/>
                  <a:pt x="12404" y="14580"/>
                </a:cubicBezTo>
                <a:cubicBezTo>
                  <a:pt x="12618" y="14580"/>
                  <a:pt x="13046" y="14400"/>
                  <a:pt x="13473" y="14220"/>
                </a:cubicBezTo>
                <a:cubicBezTo>
                  <a:pt x="13687" y="14040"/>
                  <a:pt x="13901" y="14040"/>
                  <a:pt x="13901" y="13860"/>
                </a:cubicBezTo>
                <a:cubicBezTo>
                  <a:pt x="14115" y="13860"/>
                  <a:pt x="14115" y="13860"/>
                  <a:pt x="14115" y="13860"/>
                </a:cubicBezTo>
                <a:cubicBezTo>
                  <a:pt x="14756" y="13680"/>
                  <a:pt x="15184" y="13500"/>
                  <a:pt x="15826" y="13500"/>
                </a:cubicBezTo>
                <a:cubicBezTo>
                  <a:pt x="16040" y="13500"/>
                  <a:pt x="16040" y="13500"/>
                  <a:pt x="16253" y="13500"/>
                </a:cubicBezTo>
                <a:cubicBezTo>
                  <a:pt x="17750" y="13500"/>
                  <a:pt x="20745" y="15480"/>
                  <a:pt x="21386" y="17460"/>
                </a:cubicBezTo>
                <a:cubicBezTo>
                  <a:pt x="21600" y="18180"/>
                  <a:pt x="21172" y="19080"/>
                  <a:pt x="20531" y="19800"/>
                </a:cubicBezTo>
                <a:cubicBezTo>
                  <a:pt x="19889" y="20520"/>
                  <a:pt x="18392" y="21600"/>
                  <a:pt x="15398" y="21600"/>
                </a:cubicBezTo>
                <a:close/>
                <a:moveTo>
                  <a:pt x="6202" y="1440"/>
                </a:moveTo>
                <a:cubicBezTo>
                  <a:pt x="5347" y="1440"/>
                  <a:pt x="1711" y="1620"/>
                  <a:pt x="1711" y="5760"/>
                </a:cubicBezTo>
                <a:cubicBezTo>
                  <a:pt x="1711" y="10080"/>
                  <a:pt x="8982" y="20160"/>
                  <a:pt x="15398" y="20160"/>
                </a:cubicBezTo>
                <a:cubicBezTo>
                  <a:pt x="17750" y="20160"/>
                  <a:pt x="18820" y="19440"/>
                  <a:pt x="19248" y="18900"/>
                </a:cubicBezTo>
                <a:cubicBezTo>
                  <a:pt x="19675" y="18360"/>
                  <a:pt x="19675" y="18000"/>
                  <a:pt x="19675" y="17820"/>
                </a:cubicBezTo>
                <a:cubicBezTo>
                  <a:pt x="19248" y="16380"/>
                  <a:pt x="16895" y="14940"/>
                  <a:pt x="16040" y="14940"/>
                </a:cubicBezTo>
                <a:cubicBezTo>
                  <a:pt x="16040" y="14940"/>
                  <a:pt x="15826" y="14940"/>
                  <a:pt x="15826" y="14940"/>
                </a:cubicBezTo>
                <a:cubicBezTo>
                  <a:pt x="15612" y="14940"/>
                  <a:pt x="15398" y="14940"/>
                  <a:pt x="14756" y="15120"/>
                </a:cubicBezTo>
                <a:cubicBezTo>
                  <a:pt x="14756" y="15300"/>
                  <a:pt x="14756" y="15300"/>
                  <a:pt x="14756" y="15300"/>
                </a:cubicBezTo>
                <a:cubicBezTo>
                  <a:pt x="14543" y="15300"/>
                  <a:pt x="14543" y="15300"/>
                  <a:pt x="14329" y="15480"/>
                </a:cubicBezTo>
                <a:cubicBezTo>
                  <a:pt x="13901" y="15660"/>
                  <a:pt x="13046" y="16020"/>
                  <a:pt x="12404" y="16020"/>
                </a:cubicBezTo>
                <a:cubicBezTo>
                  <a:pt x="11762" y="16020"/>
                  <a:pt x="11121" y="15840"/>
                  <a:pt x="10693" y="15480"/>
                </a:cubicBezTo>
                <a:cubicBezTo>
                  <a:pt x="7699" y="13320"/>
                  <a:pt x="5988" y="11160"/>
                  <a:pt x="5560" y="8640"/>
                </a:cubicBezTo>
                <a:cubicBezTo>
                  <a:pt x="5133" y="7560"/>
                  <a:pt x="6202" y="6840"/>
                  <a:pt x="7057" y="6480"/>
                </a:cubicBezTo>
                <a:cubicBezTo>
                  <a:pt x="7485" y="6300"/>
                  <a:pt x="7485" y="6300"/>
                  <a:pt x="7485" y="6300"/>
                </a:cubicBezTo>
                <a:cubicBezTo>
                  <a:pt x="8768" y="5760"/>
                  <a:pt x="9196" y="5580"/>
                  <a:pt x="9196" y="5040"/>
                </a:cubicBezTo>
                <a:cubicBezTo>
                  <a:pt x="9196" y="4140"/>
                  <a:pt x="7913" y="1620"/>
                  <a:pt x="6630" y="1440"/>
                </a:cubicBezTo>
                <a:cubicBezTo>
                  <a:pt x="6416" y="1440"/>
                  <a:pt x="6416" y="1440"/>
                  <a:pt x="6202" y="144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22" name="Group 6622"/>
          <p:cNvGrpSpPr/>
          <p:nvPr/>
        </p:nvGrpSpPr>
        <p:grpSpPr>
          <a:xfrm>
            <a:off x="10834993" y="5177994"/>
            <a:ext cx="1082068" cy="983982"/>
            <a:chOff x="0" y="0"/>
            <a:chExt cx="1082066" cy="983981"/>
          </a:xfrm>
        </p:grpSpPr>
        <p:sp>
          <p:nvSpPr>
            <p:cNvPr id="6619" name="Shape 6619"/>
            <p:cNvSpPr/>
            <p:nvPr/>
          </p:nvSpPr>
          <p:spPr>
            <a:xfrm>
              <a:off x="0" y="0"/>
              <a:ext cx="1082067" cy="983982"/>
            </a:xfrm>
            <a:custGeom>
              <a:avLst/>
              <a:gdLst/>
              <a:ahLst/>
              <a:cxnLst>
                <a:cxn ang="0">
                  <a:pos x="wd2" y="hd2"/>
                </a:cxn>
                <a:cxn ang="5400000">
                  <a:pos x="wd2" y="hd2"/>
                </a:cxn>
                <a:cxn ang="10800000">
                  <a:pos x="wd2" y="hd2"/>
                </a:cxn>
                <a:cxn ang="16200000">
                  <a:pos x="wd2" y="hd2"/>
                </a:cxn>
              </a:cxnLst>
              <a:rect l="0" t="0" r="r" b="b"/>
              <a:pathLst>
                <a:path w="21600" h="21531" fill="norm" stroke="1" extrusionOk="0">
                  <a:moveTo>
                    <a:pt x="17280" y="21398"/>
                  </a:moveTo>
                  <a:cubicBezTo>
                    <a:pt x="17100" y="21398"/>
                    <a:pt x="16920" y="21398"/>
                    <a:pt x="16740" y="21196"/>
                  </a:cubicBezTo>
                  <a:cubicBezTo>
                    <a:pt x="16380" y="20793"/>
                    <a:pt x="16560" y="20389"/>
                    <a:pt x="16740" y="19985"/>
                  </a:cubicBezTo>
                  <a:cubicBezTo>
                    <a:pt x="18900" y="17966"/>
                    <a:pt x="20160" y="15140"/>
                    <a:pt x="20160" y="12112"/>
                  </a:cubicBezTo>
                  <a:cubicBezTo>
                    <a:pt x="20160" y="6258"/>
                    <a:pt x="16020" y="1615"/>
                    <a:pt x="10800" y="1615"/>
                  </a:cubicBezTo>
                  <a:cubicBezTo>
                    <a:pt x="5580" y="1615"/>
                    <a:pt x="1440" y="6258"/>
                    <a:pt x="1440" y="12112"/>
                  </a:cubicBezTo>
                  <a:cubicBezTo>
                    <a:pt x="1440" y="15140"/>
                    <a:pt x="2700" y="17966"/>
                    <a:pt x="4860" y="19985"/>
                  </a:cubicBezTo>
                  <a:cubicBezTo>
                    <a:pt x="5040" y="20389"/>
                    <a:pt x="5220" y="20793"/>
                    <a:pt x="4860" y="21196"/>
                  </a:cubicBezTo>
                  <a:cubicBezTo>
                    <a:pt x="4680" y="21600"/>
                    <a:pt x="4140" y="21600"/>
                    <a:pt x="3960" y="21398"/>
                  </a:cubicBezTo>
                  <a:cubicBezTo>
                    <a:pt x="1440" y="18976"/>
                    <a:pt x="0" y="15544"/>
                    <a:pt x="0" y="12112"/>
                  </a:cubicBezTo>
                  <a:cubicBezTo>
                    <a:pt x="0" y="5249"/>
                    <a:pt x="4860" y="0"/>
                    <a:pt x="10800" y="0"/>
                  </a:cubicBezTo>
                  <a:cubicBezTo>
                    <a:pt x="16740" y="0"/>
                    <a:pt x="21600" y="5249"/>
                    <a:pt x="21600" y="12112"/>
                  </a:cubicBezTo>
                  <a:cubicBezTo>
                    <a:pt x="21600" y="15544"/>
                    <a:pt x="20160" y="18976"/>
                    <a:pt x="17640" y="21398"/>
                  </a:cubicBezTo>
                  <a:cubicBezTo>
                    <a:pt x="17640" y="21398"/>
                    <a:pt x="17460" y="21398"/>
                    <a:pt x="17280" y="2139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20" name="Shape 6620"/>
            <p:cNvSpPr/>
            <p:nvPr/>
          </p:nvSpPr>
          <p:spPr>
            <a:xfrm>
              <a:off x="470793" y="561914"/>
              <a:ext cx="144274" cy="148077"/>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21" name="Shape 6621"/>
            <p:cNvSpPr/>
            <p:nvPr/>
          </p:nvSpPr>
          <p:spPr>
            <a:xfrm>
              <a:off x="218689" y="306053"/>
              <a:ext cx="223249" cy="226970"/>
            </a:xfrm>
            <a:custGeom>
              <a:avLst/>
              <a:gdLst/>
              <a:ahLst/>
              <a:cxnLst>
                <a:cxn ang="0">
                  <a:pos x="wd2" y="hd2"/>
                </a:cxn>
                <a:cxn ang="5400000">
                  <a:pos x="wd2" y="hd2"/>
                </a:cxn>
                <a:cxn ang="10800000">
                  <a:pos x="wd2" y="hd2"/>
                </a:cxn>
                <a:cxn ang="16200000">
                  <a:pos x="wd2" y="hd2"/>
                </a:cxn>
              </a:cxnLst>
              <a:rect l="0" t="0" r="r" b="b"/>
              <a:pathLst>
                <a:path w="21168" h="21168" fill="norm" stroke="1" extrusionOk="0">
                  <a:moveTo>
                    <a:pt x="648" y="648"/>
                  </a:moveTo>
                  <a:cubicBezTo>
                    <a:pt x="2376" y="-216"/>
                    <a:pt x="4104" y="-216"/>
                    <a:pt x="5832" y="648"/>
                  </a:cubicBezTo>
                  <a:cubicBezTo>
                    <a:pt x="20520" y="15336"/>
                    <a:pt x="20520" y="15336"/>
                    <a:pt x="20520" y="15336"/>
                  </a:cubicBezTo>
                  <a:cubicBezTo>
                    <a:pt x="21384" y="17064"/>
                    <a:pt x="21384" y="18792"/>
                    <a:pt x="20520" y="20520"/>
                  </a:cubicBezTo>
                  <a:cubicBezTo>
                    <a:pt x="18792" y="21384"/>
                    <a:pt x="17064" y="21384"/>
                    <a:pt x="15336" y="20520"/>
                  </a:cubicBezTo>
                  <a:cubicBezTo>
                    <a:pt x="648" y="5832"/>
                    <a:pt x="648" y="5832"/>
                    <a:pt x="648" y="5832"/>
                  </a:cubicBezTo>
                  <a:cubicBezTo>
                    <a:pt x="-216" y="4104"/>
                    <a:pt x="-216" y="2376"/>
                    <a:pt x="648" y="64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623" name="Shape 6623"/>
          <p:cNvSpPr/>
          <p:nvPr/>
        </p:nvSpPr>
        <p:spPr>
          <a:xfrm>
            <a:off x="12696669" y="8417981"/>
            <a:ext cx="1043294" cy="10432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169"/>
                </a:moveTo>
                <a:cubicBezTo>
                  <a:pt x="21262" y="0"/>
                  <a:pt x="21094" y="0"/>
                  <a:pt x="20925" y="0"/>
                </a:cubicBezTo>
                <a:cubicBezTo>
                  <a:pt x="20756" y="0"/>
                  <a:pt x="20587" y="0"/>
                  <a:pt x="20587" y="169"/>
                </a:cubicBezTo>
                <a:cubicBezTo>
                  <a:pt x="338" y="13669"/>
                  <a:pt x="338" y="13669"/>
                  <a:pt x="338" y="13669"/>
                </a:cubicBezTo>
                <a:cubicBezTo>
                  <a:pt x="169" y="13669"/>
                  <a:pt x="0" y="14006"/>
                  <a:pt x="0" y="14175"/>
                </a:cubicBezTo>
                <a:cubicBezTo>
                  <a:pt x="0" y="14512"/>
                  <a:pt x="169" y="14681"/>
                  <a:pt x="506" y="14850"/>
                </a:cubicBezTo>
                <a:cubicBezTo>
                  <a:pt x="5737" y="16875"/>
                  <a:pt x="5737" y="16875"/>
                  <a:pt x="5737" y="16875"/>
                </a:cubicBezTo>
                <a:cubicBezTo>
                  <a:pt x="8269" y="21262"/>
                  <a:pt x="8269" y="21262"/>
                  <a:pt x="8269" y="21262"/>
                </a:cubicBezTo>
                <a:cubicBezTo>
                  <a:pt x="8269" y="21431"/>
                  <a:pt x="8606" y="21600"/>
                  <a:pt x="8775" y="21600"/>
                </a:cubicBezTo>
                <a:cubicBezTo>
                  <a:pt x="8775" y="21600"/>
                  <a:pt x="8775" y="21600"/>
                  <a:pt x="8775" y="21600"/>
                </a:cubicBezTo>
                <a:cubicBezTo>
                  <a:pt x="8944" y="21600"/>
                  <a:pt x="9281" y="21431"/>
                  <a:pt x="9281" y="21262"/>
                </a:cubicBezTo>
                <a:cubicBezTo>
                  <a:pt x="10800" y="18900"/>
                  <a:pt x="10800" y="18900"/>
                  <a:pt x="10800" y="18900"/>
                </a:cubicBezTo>
                <a:cubicBezTo>
                  <a:pt x="17381" y="21600"/>
                  <a:pt x="17381" y="21600"/>
                  <a:pt x="17381" y="21600"/>
                </a:cubicBezTo>
                <a:cubicBezTo>
                  <a:pt x="17381" y="21600"/>
                  <a:pt x="17381" y="21600"/>
                  <a:pt x="17550" y="21600"/>
                </a:cubicBezTo>
                <a:cubicBezTo>
                  <a:pt x="17719" y="21600"/>
                  <a:pt x="17719" y="21600"/>
                  <a:pt x="17887" y="21431"/>
                </a:cubicBezTo>
                <a:cubicBezTo>
                  <a:pt x="18056" y="21431"/>
                  <a:pt x="18225" y="21262"/>
                  <a:pt x="18225" y="21094"/>
                </a:cubicBezTo>
                <a:cubicBezTo>
                  <a:pt x="21600" y="844"/>
                  <a:pt x="21600" y="844"/>
                  <a:pt x="21600" y="844"/>
                </a:cubicBezTo>
                <a:cubicBezTo>
                  <a:pt x="21600" y="506"/>
                  <a:pt x="21600" y="338"/>
                  <a:pt x="21262" y="169"/>
                </a:cubicBezTo>
                <a:close/>
                <a:moveTo>
                  <a:pt x="2194" y="14006"/>
                </a:moveTo>
                <a:cubicBezTo>
                  <a:pt x="17719" y="3544"/>
                  <a:pt x="17719" y="3544"/>
                  <a:pt x="17719" y="3544"/>
                </a:cubicBezTo>
                <a:cubicBezTo>
                  <a:pt x="6413" y="15694"/>
                  <a:pt x="6413" y="15694"/>
                  <a:pt x="6413" y="15694"/>
                </a:cubicBezTo>
                <a:cubicBezTo>
                  <a:pt x="6244" y="15694"/>
                  <a:pt x="6244" y="15694"/>
                  <a:pt x="6244" y="15694"/>
                </a:cubicBezTo>
                <a:lnTo>
                  <a:pt x="2194" y="14006"/>
                </a:lnTo>
                <a:close/>
                <a:moveTo>
                  <a:pt x="6919" y="16200"/>
                </a:moveTo>
                <a:cubicBezTo>
                  <a:pt x="6919" y="16200"/>
                  <a:pt x="6919" y="16200"/>
                  <a:pt x="6919" y="16200"/>
                </a:cubicBezTo>
                <a:cubicBezTo>
                  <a:pt x="19744" y="2531"/>
                  <a:pt x="19744" y="2531"/>
                  <a:pt x="19744" y="2531"/>
                </a:cubicBezTo>
                <a:cubicBezTo>
                  <a:pt x="8775" y="19575"/>
                  <a:pt x="8775" y="19575"/>
                  <a:pt x="8775" y="19575"/>
                </a:cubicBezTo>
                <a:lnTo>
                  <a:pt x="6919" y="16200"/>
                </a:lnTo>
                <a:close/>
                <a:moveTo>
                  <a:pt x="17044" y="19912"/>
                </a:moveTo>
                <a:cubicBezTo>
                  <a:pt x="11306" y="17719"/>
                  <a:pt x="11306" y="17719"/>
                  <a:pt x="11306" y="17719"/>
                </a:cubicBezTo>
                <a:cubicBezTo>
                  <a:pt x="11138" y="17550"/>
                  <a:pt x="10969" y="17550"/>
                  <a:pt x="10800" y="17550"/>
                </a:cubicBezTo>
                <a:cubicBezTo>
                  <a:pt x="19744" y="3881"/>
                  <a:pt x="19744" y="3881"/>
                  <a:pt x="19744" y="3881"/>
                </a:cubicBezTo>
                <a:lnTo>
                  <a:pt x="17044" y="19912"/>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27" name="Group 6627"/>
          <p:cNvGrpSpPr/>
          <p:nvPr/>
        </p:nvGrpSpPr>
        <p:grpSpPr>
          <a:xfrm>
            <a:off x="21286153" y="3467254"/>
            <a:ext cx="1143521" cy="1012833"/>
            <a:chOff x="0" y="0"/>
            <a:chExt cx="1143519" cy="1012832"/>
          </a:xfrm>
        </p:grpSpPr>
        <p:sp>
          <p:nvSpPr>
            <p:cNvPr id="6624" name="Shape 6624"/>
            <p:cNvSpPr/>
            <p:nvPr/>
          </p:nvSpPr>
          <p:spPr>
            <a:xfrm>
              <a:off x="0" y="0"/>
              <a:ext cx="1143520" cy="645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52" y="5709"/>
                  </a:moveTo>
                  <a:cubicBezTo>
                    <a:pt x="15528" y="5709"/>
                    <a:pt x="15528" y="5709"/>
                    <a:pt x="15528" y="5709"/>
                  </a:cubicBezTo>
                  <a:cubicBezTo>
                    <a:pt x="15528" y="3240"/>
                    <a:pt x="15528" y="3240"/>
                    <a:pt x="15528" y="3240"/>
                  </a:cubicBezTo>
                  <a:cubicBezTo>
                    <a:pt x="15528" y="1389"/>
                    <a:pt x="14747" y="0"/>
                    <a:pt x="13706" y="0"/>
                  </a:cubicBezTo>
                  <a:cubicBezTo>
                    <a:pt x="7894" y="0"/>
                    <a:pt x="7894" y="0"/>
                    <a:pt x="7894" y="0"/>
                  </a:cubicBezTo>
                  <a:cubicBezTo>
                    <a:pt x="6853" y="0"/>
                    <a:pt x="6072" y="1389"/>
                    <a:pt x="6072" y="3240"/>
                  </a:cubicBezTo>
                  <a:cubicBezTo>
                    <a:pt x="6072" y="5709"/>
                    <a:pt x="6072" y="5709"/>
                    <a:pt x="6072" y="5709"/>
                  </a:cubicBezTo>
                  <a:cubicBezTo>
                    <a:pt x="1648" y="5709"/>
                    <a:pt x="1648" y="5709"/>
                    <a:pt x="1648" y="5709"/>
                  </a:cubicBezTo>
                  <a:cubicBezTo>
                    <a:pt x="694" y="5709"/>
                    <a:pt x="0" y="6943"/>
                    <a:pt x="0" y="8486"/>
                  </a:cubicBezTo>
                  <a:cubicBezTo>
                    <a:pt x="0" y="14503"/>
                    <a:pt x="0" y="14503"/>
                    <a:pt x="0" y="14503"/>
                  </a:cubicBezTo>
                  <a:cubicBezTo>
                    <a:pt x="2863" y="19749"/>
                    <a:pt x="2863" y="19749"/>
                    <a:pt x="2863" y="19749"/>
                  </a:cubicBezTo>
                  <a:cubicBezTo>
                    <a:pt x="8761" y="19749"/>
                    <a:pt x="8761" y="19749"/>
                    <a:pt x="8761" y="19749"/>
                  </a:cubicBezTo>
                  <a:cubicBezTo>
                    <a:pt x="8761" y="21600"/>
                    <a:pt x="8761" y="21600"/>
                    <a:pt x="8761" y="21600"/>
                  </a:cubicBezTo>
                  <a:cubicBezTo>
                    <a:pt x="12839" y="21600"/>
                    <a:pt x="12839" y="21600"/>
                    <a:pt x="12839" y="21600"/>
                  </a:cubicBezTo>
                  <a:cubicBezTo>
                    <a:pt x="12839" y="19749"/>
                    <a:pt x="12839" y="19749"/>
                    <a:pt x="12839" y="19749"/>
                  </a:cubicBezTo>
                  <a:cubicBezTo>
                    <a:pt x="18737" y="19749"/>
                    <a:pt x="18737" y="19749"/>
                    <a:pt x="18737" y="19749"/>
                  </a:cubicBezTo>
                  <a:cubicBezTo>
                    <a:pt x="21600" y="14503"/>
                    <a:pt x="21600" y="14503"/>
                    <a:pt x="21600" y="14503"/>
                  </a:cubicBezTo>
                  <a:cubicBezTo>
                    <a:pt x="21600" y="8486"/>
                    <a:pt x="21600" y="8486"/>
                    <a:pt x="21600" y="8486"/>
                  </a:cubicBezTo>
                  <a:cubicBezTo>
                    <a:pt x="21600" y="6943"/>
                    <a:pt x="20906" y="5709"/>
                    <a:pt x="19952" y="5709"/>
                  </a:cubicBezTo>
                  <a:close/>
                  <a:moveTo>
                    <a:pt x="20559" y="13731"/>
                  </a:moveTo>
                  <a:cubicBezTo>
                    <a:pt x="18304" y="17897"/>
                    <a:pt x="18304" y="17897"/>
                    <a:pt x="18304" y="17897"/>
                  </a:cubicBezTo>
                  <a:cubicBezTo>
                    <a:pt x="11798" y="17897"/>
                    <a:pt x="11798" y="17897"/>
                    <a:pt x="11798" y="17897"/>
                  </a:cubicBezTo>
                  <a:cubicBezTo>
                    <a:pt x="11798" y="19749"/>
                    <a:pt x="11798" y="19749"/>
                    <a:pt x="11798" y="19749"/>
                  </a:cubicBezTo>
                  <a:cubicBezTo>
                    <a:pt x="9802" y="19749"/>
                    <a:pt x="9802" y="19749"/>
                    <a:pt x="9802" y="19749"/>
                  </a:cubicBezTo>
                  <a:cubicBezTo>
                    <a:pt x="9802" y="17897"/>
                    <a:pt x="9802" y="17897"/>
                    <a:pt x="9802" y="17897"/>
                  </a:cubicBezTo>
                  <a:cubicBezTo>
                    <a:pt x="3296" y="17897"/>
                    <a:pt x="3296" y="17897"/>
                    <a:pt x="3296" y="17897"/>
                  </a:cubicBezTo>
                  <a:cubicBezTo>
                    <a:pt x="1041" y="13731"/>
                    <a:pt x="1041" y="13731"/>
                    <a:pt x="1041" y="13731"/>
                  </a:cubicBezTo>
                  <a:cubicBezTo>
                    <a:pt x="1041" y="8486"/>
                    <a:pt x="1041" y="8486"/>
                    <a:pt x="1041" y="8486"/>
                  </a:cubicBezTo>
                  <a:cubicBezTo>
                    <a:pt x="1041" y="8023"/>
                    <a:pt x="1301" y="7560"/>
                    <a:pt x="1648" y="7560"/>
                  </a:cubicBezTo>
                  <a:cubicBezTo>
                    <a:pt x="7113" y="7560"/>
                    <a:pt x="7113" y="7560"/>
                    <a:pt x="7113" y="7560"/>
                  </a:cubicBezTo>
                  <a:cubicBezTo>
                    <a:pt x="7113" y="3240"/>
                    <a:pt x="7113" y="3240"/>
                    <a:pt x="7113" y="3240"/>
                  </a:cubicBezTo>
                  <a:cubicBezTo>
                    <a:pt x="7113" y="2469"/>
                    <a:pt x="7460" y="1851"/>
                    <a:pt x="7894" y="1851"/>
                  </a:cubicBezTo>
                  <a:cubicBezTo>
                    <a:pt x="13706" y="1851"/>
                    <a:pt x="13706" y="1851"/>
                    <a:pt x="13706" y="1851"/>
                  </a:cubicBezTo>
                  <a:cubicBezTo>
                    <a:pt x="14140" y="1851"/>
                    <a:pt x="14487" y="2469"/>
                    <a:pt x="14487" y="3240"/>
                  </a:cubicBezTo>
                  <a:cubicBezTo>
                    <a:pt x="14487" y="7560"/>
                    <a:pt x="14487" y="7560"/>
                    <a:pt x="14487" y="7560"/>
                  </a:cubicBezTo>
                  <a:cubicBezTo>
                    <a:pt x="19952" y="7560"/>
                    <a:pt x="19952" y="7560"/>
                    <a:pt x="19952" y="7560"/>
                  </a:cubicBezTo>
                  <a:cubicBezTo>
                    <a:pt x="20299" y="7560"/>
                    <a:pt x="20559" y="8023"/>
                    <a:pt x="20559" y="8486"/>
                  </a:cubicBezTo>
                  <a:lnTo>
                    <a:pt x="20559" y="1373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25" name="Shape 6625"/>
            <p:cNvSpPr/>
            <p:nvPr/>
          </p:nvSpPr>
          <p:spPr>
            <a:xfrm>
              <a:off x="23062" y="534283"/>
              <a:ext cx="1097396" cy="4785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15" y="17654"/>
                  </a:moveTo>
                  <a:cubicBezTo>
                    <a:pt x="20515" y="18485"/>
                    <a:pt x="20335" y="19108"/>
                    <a:pt x="19973" y="19108"/>
                  </a:cubicBezTo>
                  <a:cubicBezTo>
                    <a:pt x="1627" y="19108"/>
                    <a:pt x="1627" y="19108"/>
                    <a:pt x="1627" y="19108"/>
                  </a:cubicBezTo>
                  <a:cubicBezTo>
                    <a:pt x="1265" y="19108"/>
                    <a:pt x="1085" y="18485"/>
                    <a:pt x="1085" y="17654"/>
                  </a:cubicBezTo>
                  <a:cubicBezTo>
                    <a:pt x="1085" y="2492"/>
                    <a:pt x="1085" y="2492"/>
                    <a:pt x="1085" y="2492"/>
                  </a:cubicBezTo>
                  <a:cubicBezTo>
                    <a:pt x="0" y="0"/>
                    <a:pt x="0" y="0"/>
                    <a:pt x="0" y="0"/>
                  </a:cubicBezTo>
                  <a:cubicBezTo>
                    <a:pt x="0" y="17654"/>
                    <a:pt x="0" y="17654"/>
                    <a:pt x="0" y="17654"/>
                  </a:cubicBezTo>
                  <a:cubicBezTo>
                    <a:pt x="0" y="19731"/>
                    <a:pt x="723" y="21600"/>
                    <a:pt x="1627" y="21600"/>
                  </a:cubicBezTo>
                  <a:cubicBezTo>
                    <a:pt x="19973" y="21600"/>
                    <a:pt x="19973" y="21600"/>
                    <a:pt x="19973" y="21600"/>
                  </a:cubicBezTo>
                  <a:cubicBezTo>
                    <a:pt x="20877" y="21600"/>
                    <a:pt x="21600" y="19731"/>
                    <a:pt x="21600" y="17654"/>
                  </a:cubicBezTo>
                  <a:cubicBezTo>
                    <a:pt x="21600" y="0"/>
                    <a:pt x="21600" y="0"/>
                    <a:pt x="21600" y="0"/>
                  </a:cubicBezTo>
                  <a:cubicBezTo>
                    <a:pt x="20515" y="2492"/>
                    <a:pt x="20515" y="2492"/>
                    <a:pt x="20515" y="2492"/>
                  </a:cubicBezTo>
                  <a:lnTo>
                    <a:pt x="20515" y="1765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26" name="Shape 6626"/>
            <p:cNvSpPr/>
            <p:nvPr/>
          </p:nvSpPr>
          <p:spPr>
            <a:xfrm>
              <a:off x="403595" y="78797"/>
              <a:ext cx="334408" cy="1422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lnTo>
                    <a:pt x="0" y="21600"/>
                  </a:lnTo>
                  <a:close/>
                  <a:moveTo>
                    <a:pt x="1738" y="4962"/>
                  </a:moveTo>
                  <a:lnTo>
                    <a:pt x="19862" y="4962"/>
                  </a:lnTo>
                  <a:lnTo>
                    <a:pt x="19862" y="16930"/>
                  </a:lnTo>
                  <a:lnTo>
                    <a:pt x="1738" y="16930"/>
                  </a:lnTo>
                  <a:lnTo>
                    <a:pt x="1738" y="4962"/>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628" name="Shape 6628"/>
          <p:cNvSpPr/>
          <p:nvPr/>
        </p:nvSpPr>
        <p:spPr>
          <a:xfrm>
            <a:off x="17872037" y="8388002"/>
            <a:ext cx="1130596" cy="1124663"/>
          </a:xfrm>
          <a:custGeom>
            <a:avLst/>
            <a:gdLst/>
            <a:ahLst/>
            <a:cxnLst>
              <a:cxn ang="0">
                <a:pos x="wd2" y="hd2"/>
              </a:cxn>
              <a:cxn ang="5400000">
                <a:pos x="wd2" y="hd2"/>
              </a:cxn>
              <a:cxn ang="10800000">
                <a:pos x="wd2" y="hd2"/>
              </a:cxn>
              <a:cxn ang="16200000">
                <a:pos x="wd2" y="hd2"/>
              </a:cxn>
            </a:cxnLst>
            <a:rect l="0" t="0" r="r" b="b"/>
            <a:pathLst>
              <a:path w="20956" h="21600" fill="norm" stroke="1" extrusionOk="0">
                <a:moveTo>
                  <a:pt x="19309" y="1687"/>
                </a:moveTo>
                <a:cubicBezTo>
                  <a:pt x="18164" y="675"/>
                  <a:pt x="16691" y="0"/>
                  <a:pt x="15382" y="0"/>
                </a:cubicBezTo>
                <a:cubicBezTo>
                  <a:pt x="14236" y="0"/>
                  <a:pt x="13091" y="506"/>
                  <a:pt x="12273" y="1350"/>
                </a:cubicBezTo>
                <a:cubicBezTo>
                  <a:pt x="9164" y="4556"/>
                  <a:pt x="9164" y="4556"/>
                  <a:pt x="9164" y="4556"/>
                </a:cubicBezTo>
                <a:cubicBezTo>
                  <a:pt x="9164" y="4556"/>
                  <a:pt x="9164" y="4556"/>
                  <a:pt x="9000" y="4556"/>
                </a:cubicBezTo>
                <a:cubicBezTo>
                  <a:pt x="9000" y="4556"/>
                  <a:pt x="9000" y="4556"/>
                  <a:pt x="9000" y="4556"/>
                </a:cubicBezTo>
                <a:cubicBezTo>
                  <a:pt x="9000" y="4556"/>
                  <a:pt x="9000" y="4556"/>
                  <a:pt x="9000" y="4556"/>
                </a:cubicBezTo>
                <a:cubicBezTo>
                  <a:pt x="2291" y="11644"/>
                  <a:pt x="2291" y="11644"/>
                  <a:pt x="2291" y="11644"/>
                </a:cubicBezTo>
                <a:cubicBezTo>
                  <a:pt x="1964" y="11981"/>
                  <a:pt x="1800" y="12319"/>
                  <a:pt x="1636" y="12825"/>
                </a:cubicBezTo>
                <a:cubicBezTo>
                  <a:pt x="164" y="18562"/>
                  <a:pt x="164" y="18562"/>
                  <a:pt x="164" y="18562"/>
                </a:cubicBezTo>
                <a:cubicBezTo>
                  <a:pt x="164" y="18562"/>
                  <a:pt x="0" y="19069"/>
                  <a:pt x="0" y="19238"/>
                </a:cubicBezTo>
                <a:cubicBezTo>
                  <a:pt x="0" y="20588"/>
                  <a:pt x="982" y="21600"/>
                  <a:pt x="2291" y="21600"/>
                </a:cubicBezTo>
                <a:cubicBezTo>
                  <a:pt x="2618" y="21600"/>
                  <a:pt x="3109" y="21431"/>
                  <a:pt x="3109" y="21431"/>
                </a:cubicBezTo>
                <a:cubicBezTo>
                  <a:pt x="8673" y="19913"/>
                  <a:pt x="8673" y="19913"/>
                  <a:pt x="8673" y="19913"/>
                </a:cubicBezTo>
                <a:cubicBezTo>
                  <a:pt x="9000" y="19913"/>
                  <a:pt x="9327" y="19575"/>
                  <a:pt x="9655" y="19238"/>
                </a:cubicBezTo>
                <a:cubicBezTo>
                  <a:pt x="19636" y="8944"/>
                  <a:pt x="19636" y="8944"/>
                  <a:pt x="19636" y="8944"/>
                </a:cubicBezTo>
                <a:cubicBezTo>
                  <a:pt x="21600" y="7087"/>
                  <a:pt x="21273" y="3881"/>
                  <a:pt x="19309" y="1687"/>
                </a:cubicBezTo>
                <a:close/>
                <a:moveTo>
                  <a:pt x="10473" y="16031"/>
                </a:moveTo>
                <a:cubicBezTo>
                  <a:pt x="10473" y="15525"/>
                  <a:pt x="10309" y="14850"/>
                  <a:pt x="9982" y="14344"/>
                </a:cubicBezTo>
                <a:cubicBezTo>
                  <a:pt x="16200" y="7931"/>
                  <a:pt x="16200" y="7931"/>
                  <a:pt x="16200" y="7931"/>
                </a:cubicBezTo>
                <a:cubicBezTo>
                  <a:pt x="16527" y="9112"/>
                  <a:pt x="16364" y="10463"/>
                  <a:pt x="15545" y="11306"/>
                </a:cubicBezTo>
                <a:cubicBezTo>
                  <a:pt x="15545" y="11306"/>
                  <a:pt x="15545" y="11306"/>
                  <a:pt x="15545" y="11306"/>
                </a:cubicBezTo>
                <a:cubicBezTo>
                  <a:pt x="15545" y="11306"/>
                  <a:pt x="15545" y="11306"/>
                  <a:pt x="15545" y="11306"/>
                </a:cubicBezTo>
                <a:cubicBezTo>
                  <a:pt x="10473" y="16538"/>
                  <a:pt x="10473" y="16538"/>
                  <a:pt x="10473" y="16538"/>
                </a:cubicBezTo>
                <a:cubicBezTo>
                  <a:pt x="10473" y="16369"/>
                  <a:pt x="10473" y="16200"/>
                  <a:pt x="10473" y="16031"/>
                </a:cubicBezTo>
                <a:close/>
                <a:moveTo>
                  <a:pt x="9655" y="13669"/>
                </a:moveTo>
                <a:cubicBezTo>
                  <a:pt x="9491" y="13331"/>
                  <a:pt x="9164" y="12825"/>
                  <a:pt x="8836" y="12488"/>
                </a:cubicBezTo>
                <a:cubicBezTo>
                  <a:pt x="8345" y="12150"/>
                  <a:pt x="8018" y="11812"/>
                  <a:pt x="7527" y="11475"/>
                </a:cubicBezTo>
                <a:cubicBezTo>
                  <a:pt x="13745" y="5062"/>
                  <a:pt x="13745" y="5062"/>
                  <a:pt x="13745" y="5062"/>
                </a:cubicBezTo>
                <a:cubicBezTo>
                  <a:pt x="14236" y="5231"/>
                  <a:pt x="14727" y="5569"/>
                  <a:pt x="15055" y="6075"/>
                </a:cubicBezTo>
                <a:cubicBezTo>
                  <a:pt x="15382" y="6412"/>
                  <a:pt x="15709" y="6750"/>
                  <a:pt x="15873" y="7256"/>
                </a:cubicBezTo>
                <a:lnTo>
                  <a:pt x="9655" y="13669"/>
                </a:lnTo>
                <a:close/>
                <a:moveTo>
                  <a:pt x="6873" y="11137"/>
                </a:moveTo>
                <a:cubicBezTo>
                  <a:pt x="6218" y="10969"/>
                  <a:pt x="5564" y="10800"/>
                  <a:pt x="4909" y="10800"/>
                </a:cubicBezTo>
                <a:cubicBezTo>
                  <a:pt x="9982" y="5569"/>
                  <a:pt x="9982" y="5569"/>
                  <a:pt x="9982" y="5569"/>
                </a:cubicBezTo>
                <a:cubicBezTo>
                  <a:pt x="10800" y="4725"/>
                  <a:pt x="11945" y="4556"/>
                  <a:pt x="13091" y="4894"/>
                </a:cubicBezTo>
                <a:lnTo>
                  <a:pt x="6873" y="11137"/>
                </a:lnTo>
                <a:close/>
                <a:moveTo>
                  <a:pt x="2782" y="20081"/>
                </a:moveTo>
                <a:cubicBezTo>
                  <a:pt x="2618" y="20250"/>
                  <a:pt x="2455" y="20250"/>
                  <a:pt x="2291" y="20250"/>
                </a:cubicBezTo>
                <a:cubicBezTo>
                  <a:pt x="1800" y="20250"/>
                  <a:pt x="1309" y="19744"/>
                  <a:pt x="1309" y="19238"/>
                </a:cubicBezTo>
                <a:cubicBezTo>
                  <a:pt x="1309" y="19069"/>
                  <a:pt x="1309" y="18900"/>
                  <a:pt x="1309" y="18900"/>
                </a:cubicBezTo>
                <a:cubicBezTo>
                  <a:pt x="2127" y="16200"/>
                  <a:pt x="2127" y="16200"/>
                  <a:pt x="2127" y="16200"/>
                </a:cubicBezTo>
                <a:cubicBezTo>
                  <a:pt x="2782" y="16200"/>
                  <a:pt x="3600" y="16538"/>
                  <a:pt x="4255" y="17213"/>
                </a:cubicBezTo>
                <a:cubicBezTo>
                  <a:pt x="4909" y="17887"/>
                  <a:pt x="5236" y="18731"/>
                  <a:pt x="5236" y="19575"/>
                </a:cubicBezTo>
                <a:lnTo>
                  <a:pt x="2782" y="20081"/>
                </a:lnTo>
                <a:close/>
                <a:moveTo>
                  <a:pt x="5727" y="19406"/>
                </a:moveTo>
                <a:cubicBezTo>
                  <a:pt x="5727" y="18394"/>
                  <a:pt x="5400" y="17550"/>
                  <a:pt x="4745" y="16706"/>
                </a:cubicBezTo>
                <a:cubicBezTo>
                  <a:pt x="4091" y="16031"/>
                  <a:pt x="3109" y="15694"/>
                  <a:pt x="2291" y="15525"/>
                </a:cubicBezTo>
                <a:cubicBezTo>
                  <a:pt x="2945" y="13163"/>
                  <a:pt x="2945" y="13163"/>
                  <a:pt x="2945" y="13163"/>
                </a:cubicBezTo>
                <a:cubicBezTo>
                  <a:pt x="2945" y="12994"/>
                  <a:pt x="3109" y="12825"/>
                  <a:pt x="3109" y="12656"/>
                </a:cubicBezTo>
                <a:cubicBezTo>
                  <a:pt x="4418" y="11644"/>
                  <a:pt x="6545" y="11981"/>
                  <a:pt x="7855" y="13500"/>
                </a:cubicBezTo>
                <a:cubicBezTo>
                  <a:pt x="9327" y="15019"/>
                  <a:pt x="9655" y="17213"/>
                  <a:pt x="8509" y="18562"/>
                </a:cubicBezTo>
                <a:cubicBezTo>
                  <a:pt x="8345" y="18562"/>
                  <a:pt x="8345" y="18731"/>
                  <a:pt x="8182" y="18731"/>
                </a:cubicBezTo>
                <a:lnTo>
                  <a:pt x="5727" y="19406"/>
                </a:lnTo>
                <a:close/>
                <a:moveTo>
                  <a:pt x="18818" y="7931"/>
                </a:moveTo>
                <a:cubicBezTo>
                  <a:pt x="17673" y="9112"/>
                  <a:pt x="17673" y="9112"/>
                  <a:pt x="17673" y="9112"/>
                </a:cubicBezTo>
                <a:cubicBezTo>
                  <a:pt x="17673" y="8944"/>
                  <a:pt x="17673" y="8775"/>
                  <a:pt x="17673" y="8606"/>
                </a:cubicBezTo>
                <a:cubicBezTo>
                  <a:pt x="17509" y="7256"/>
                  <a:pt x="17018" y="6075"/>
                  <a:pt x="16036" y="5062"/>
                </a:cubicBezTo>
                <a:cubicBezTo>
                  <a:pt x="14891" y="4050"/>
                  <a:pt x="13582" y="3375"/>
                  <a:pt x="12109" y="3375"/>
                </a:cubicBezTo>
                <a:cubicBezTo>
                  <a:pt x="13255" y="2194"/>
                  <a:pt x="13255" y="2194"/>
                  <a:pt x="13255" y="2194"/>
                </a:cubicBezTo>
                <a:cubicBezTo>
                  <a:pt x="13745" y="1687"/>
                  <a:pt x="14564" y="1350"/>
                  <a:pt x="15382" y="1350"/>
                </a:cubicBezTo>
                <a:cubicBezTo>
                  <a:pt x="16364" y="1350"/>
                  <a:pt x="17509" y="1856"/>
                  <a:pt x="18327" y="2700"/>
                </a:cubicBezTo>
                <a:cubicBezTo>
                  <a:pt x="19145" y="3544"/>
                  <a:pt x="19636" y="4556"/>
                  <a:pt x="19636" y="5569"/>
                </a:cubicBezTo>
                <a:cubicBezTo>
                  <a:pt x="19636" y="6412"/>
                  <a:pt x="19309" y="7256"/>
                  <a:pt x="18818" y="7931"/>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629" name="Shape 6629"/>
          <p:cNvSpPr/>
          <p:nvPr/>
        </p:nvSpPr>
        <p:spPr>
          <a:xfrm>
            <a:off x="2010658" y="3447224"/>
            <a:ext cx="1086626" cy="1056754"/>
          </a:xfrm>
          <a:custGeom>
            <a:avLst/>
            <a:gdLst/>
            <a:ahLst/>
            <a:cxnLst>
              <a:cxn ang="0">
                <a:pos x="wd2" y="hd2"/>
              </a:cxn>
              <a:cxn ang="5400000">
                <a:pos x="wd2" y="hd2"/>
              </a:cxn>
              <a:cxn ang="10800000">
                <a:pos x="wd2" y="hd2"/>
              </a:cxn>
              <a:cxn ang="16200000">
                <a:pos x="wd2" y="hd2"/>
              </a:cxn>
            </a:cxnLst>
            <a:rect l="0" t="0" r="r" b="b"/>
            <a:pathLst>
              <a:path w="21119" h="21600" fill="norm" stroke="1" extrusionOk="0">
                <a:moveTo>
                  <a:pt x="20262" y="5014"/>
                </a:moveTo>
                <a:cubicBezTo>
                  <a:pt x="19529" y="4243"/>
                  <a:pt x="18431" y="3664"/>
                  <a:pt x="17150" y="3857"/>
                </a:cubicBezTo>
                <a:cubicBezTo>
                  <a:pt x="17150" y="3086"/>
                  <a:pt x="17150" y="3086"/>
                  <a:pt x="17150" y="3086"/>
                </a:cubicBezTo>
                <a:cubicBezTo>
                  <a:pt x="17150" y="2314"/>
                  <a:pt x="17150" y="2314"/>
                  <a:pt x="17150" y="2314"/>
                </a:cubicBezTo>
                <a:cubicBezTo>
                  <a:pt x="17150" y="964"/>
                  <a:pt x="16235" y="0"/>
                  <a:pt x="14953" y="0"/>
                </a:cubicBezTo>
                <a:cubicBezTo>
                  <a:pt x="6167" y="0"/>
                  <a:pt x="6167" y="0"/>
                  <a:pt x="6167" y="0"/>
                </a:cubicBezTo>
                <a:cubicBezTo>
                  <a:pt x="4885" y="0"/>
                  <a:pt x="3970" y="964"/>
                  <a:pt x="3970" y="2314"/>
                </a:cubicBezTo>
                <a:cubicBezTo>
                  <a:pt x="3970" y="3086"/>
                  <a:pt x="3970" y="3086"/>
                  <a:pt x="3970" y="3086"/>
                </a:cubicBezTo>
                <a:cubicBezTo>
                  <a:pt x="3970" y="3857"/>
                  <a:pt x="3970" y="3857"/>
                  <a:pt x="3970" y="3857"/>
                </a:cubicBezTo>
                <a:cubicBezTo>
                  <a:pt x="2689" y="3664"/>
                  <a:pt x="1591" y="4243"/>
                  <a:pt x="858" y="5014"/>
                </a:cubicBezTo>
                <a:cubicBezTo>
                  <a:pt x="-57" y="6171"/>
                  <a:pt x="-240" y="7521"/>
                  <a:pt x="309" y="8679"/>
                </a:cubicBezTo>
                <a:cubicBezTo>
                  <a:pt x="1041" y="10221"/>
                  <a:pt x="2323" y="10993"/>
                  <a:pt x="4153" y="11186"/>
                </a:cubicBezTo>
                <a:cubicBezTo>
                  <a:pt x="4885" y="14271"/>
                  <a:pt x="7082" y="16586"/>
                  <a:pt x="9828" y="16971"/>
                </a:cubicBezTo>
                <a:cubicBezTo>
                  <a:pt x="9828" y="16971"/>
                  <a:pt x="9828" y="16971"/>
                  <a:pt x="9828" y="16971"/>
                </a:cubicBezTo>
                <a:cubicBezTo>
                  <a:pt x="9828" y="20057"/>
                  <a:pt x="9828" y="20057"/>
                  <a:pt x="9828" y="20057"/>
                </a:cubicBezTo>
                <a:cubicBezTo>
                  <a:pt x="8363" y="20057"/>
                  <a:pt x="8363" y="20057"/>
                  <a:pt x="8363" y="20057"/>
                </a:cubicBezTo>
                <a:cubicBezTo>
                  <a:pt x="7997" y="20057"/>
                  <a:pt x="7631" y="20443"/>
                  <a:pt x="7631" y="20829"/>
                </a:cubicBezTo>
                <a:cubicBezTo>
                  <a:pt x="7631" y="21214"/>
                  <a:pt x="7997" y="21600"/>
                  <a:pt x="8363" y="21600"/>
                </a:cubicBezTo>
                <a:cubicBezTo>
                  <a:pt x="12757" y="21600"/>
                  <a:pt x="12757" y="21600"/>
                  <a:pt x="12757" y="21600"/>
                </a:cubicBezTo>
                <a:cubicBezTo>
                  <a:pt x="13123" y="21600"/>
                  <a:pt x="13489" y="21214"/>
                  <a:pt x="13489" y="20829"/>
                </a:cubicBezTo>
                <a:cubicBezTo>
                  <a:pt x="13489" y="20443"/>
                  <a:pt x="13123" y="20057"/>
                  <a:pt x="12757" y="20057"/>
                </a:cubicBezTo>
                <a:cubicBezTo>
                  <a:pt x="11292" y="20057"/>
                  <a:pt x="11292" y="20057"/>
                  <a:pt x="11292" y="20057"/>
                </a:cubicBezTo>
                <a:cubicBezTo>
                  <a:pt x="11292" y="16971"/>
                  <a:pt x="11292" y="16971"/>
                  <a:pt x="11292" y="16971"/>
                </a:cubicBezTo>
                <a:cubicBezTo>
                  <a:pt x="11292" y="16971"/>
                  <a:pt x="11292" y="16971"/>
                  <a:pt x="11292" y="16971"/>
                </a:cubicBezTo>
                <a:cubicBezTo>
                  <a:pt x="14038" y="16586"/>
                  <a:pt x="16235" y="14271"/>
                  <a:pt x="16967" y="11186"/>
                </a:cubicBezTo>
                <a:cubicBezTo>
                  <a:pt x="18797" y="10993"/>
                  <a:pt x="20079" y="10221"/>
                  <a:pt x="20811" y="8679"/>
                </a:cubicBezTo>
                <a:cubicBezTo>
                  <a:pt x="21360" y="7521"/>
                  <a:pt x="21177" y="6171"/>
                  <a:pt x="20262" y="5014"/>
                </a:cubicBezTo>
                <a:close/>
                <a:moveTo>
                  <a:pt x="1774" y="8100"/>
                </a:moveTo>
                <a:cubicBezTo>
                  <a:pt x="1407" y="7521"/>
                  <a:pt x="1407" y="6557"/>
                  <a:pt x="1957" y="5979"/>
                </a:cubicBezTo>
                <a:cubicBezTo>
                  <a:pt x="2323" y="5593"/>
                  <a:pt x="3055" y="5400"/>
                  <a:pt x="3970" y="5400"/>
                </a:cubicBezTo>
                <a:cubicBezTo>
                  <a:pt x="3970" y="9257"/>
                  <a:pt x="3970" y="9257"/>
                  <a:pt x="3970" y="9257"/>
                </a:cubicBezTo>
                <a:cubicBezTo>
                  <a:pt x="3970" y="9450"/>
                  <a:pt x="3970" y="9450"/>
                  <a:pt x="3970" y="9643"/>
                </a:cubicBezTo>
                <a:cubicBezTo>
                  <a:pt x="2872" y="9450"/>
                  <a:pt x="2140" y="8871"/>
                  <a:pt x="1774" y="8100"/>
                </a:cubicBezTo>
                <a:close/>
                <a:moveTo>
                  <a:pt x="15685" y="3086"/>
                </a:moveTo>
                <a:cubicBezTo>
                  <a:pt x="15685" y="9257"/>
                  <a:pt x="15685" y="9257"/>
                  <a:pt x="15685" y="9257"/>
                </a:cubicBezTo>
                <a:cubicBezTo>
                  <a:pt x="15685" y="12729"/>
                  <a:pt x="13306" y="15429"/>
                  <a:pt x="10560" y="15429"/>
                </a:cubicBezTo>
                <a:cubicBezTo>
                  <a:pt x="7814" y="15429"/>
                  <a:pt x="5435" y="12729"/>
                  <a:pt x="5435" y="9257"/>
                </a:cubicBezTo>
                <a:cubicBezTo>
                  <a:pt x="5435" y="3086"/>
                  <a:pt x="5435" y="3086"/>
                  <a:pt x="5435" y="3086"/>
                </a:cubicBezTo>
                <a:cubicBezTo>
                  <a:pt x="5435" y="2314"/>
                  <a:pt x="5435" y="2314"/>
                  <a:pt x="5435" y="2314"/>
                </a:cubicBezTo>
                <a:cubicBezTo>
                  <a:pt x="5435" y="1929"/>
                  <a:pt x="5801" y="1543"/>
                  <a:pt x="6167" y="1543"/>
                </a:cubicBezTo>
                <a:cubicBezTo>
                  <a:pt x="14953" y="1543"/>
                  <a:pt x="14953" y="1543"/>
                  <a:pt x="14953" y="1543"/>
                </a:cubicBezTo>
                <a:cubicBezTo>
                  <a:pt x="15319" y="1543"/>
                  <a:pt x="15685" y="1929"/>
                  <a:pt x="15685" y="2314"/>
                </a:cubicBezTo>
                <a:lnTo>
                  <a:pt x="15685" y="3086"/>
                </a:lnTo>
                <a:close/>
                <a:moveTo>
                  <a:pt x="19346" y="8100"/>
                </a:moveTo>
                <a:cubicBezTo>
                  <a:pt x="18980" y="8871"/>
                  <a:pt x="18248" y="9450"/>
                  <a:pt x="17150" y="9643"/>
                </a:cubicBezTo>
                <a:cubicBezTo>
                  <a:pt x="17150" y="9450"/>
                  <a:pt x="17150" y="9450"/>
                  <a:pt x="17150" y="9257"/>
                </a:cubicBezTo>
                <a:cubicBezTo>
                  <a:pt x="17150" y="5400"/>
                  <a:pt x="17150" y="5400"/>
                  <a:pt x="17150" y="5400"/>
                </a:cubicBezTo>
                <a:cubicBezTo>
                  <a:pt x="18065" y="5400"/>
                  <a:pt x="18797" y="5593"/>
                  <a:pt x="19163" y="5979"/>
                </a:cubicBezTo>
                <a:cubicBezTo>
                  <a:pt x="19713" y="6557"/>
                  <a:pt x="19713" y="7521"/>
                  <a:pt x="19346" y="81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38" name="Group 6638"/>
          <p:cNvGrpSpPr/>
          <p:nvPr/>
        </p:nvGrpSpPr>
        <p:grpSpPr>
          <a:xfrm>
            <a:off x="16662872" y="8424993"/>
            <a:ext cx="833176" cy="1100217"/>
            <a:chOff x="0" y="0"/>
            <a:chExt cx="833174" cy="1100215"/>
          </a:xfrm>
        </p:grpSpPr>
        <p:sp>
          <p:nvSpPr>
            <p:cNvPr id="6630" name="Shape 6630"/>
            <p:cNvSpPr/>
            <p:nvPr/>
          </p:nvSpPr>
          <p:spPr>
            <a:xfrm>
              <a:off x="138861" y="754841"/>
              <a:ext cx="555450" cy="356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5" y="0"/>
                  </a:moveTo>
                  <a:cubicBezTo>
                    <a:pt x="337" y="0"/>
                    <a:pt x="0" y="5400"/>
                    <a:pt x="0" y="10800"/>
                  </a:cubicBezTo>
                  <a:cubicBezTo>
                    <a:pt x="0" y="16200"/>
                    <a:pt x="337" y="21600"/>
                    <a:pt x="675" y="21600"/>
                  </a:cubicBezTo>
                  <a:cubicBezTo>
                    <a:pt x="20925" y="21600"/>
                    <a:pt x="20925" y="21600"/>
                    <a:pt x="20925" y="21600"/>
                  </a:cubicBezTo>
                  <a:cubicBezTo>
                    <a:pt x="21600" y="21600"/>
                    <a:pt x="21600" y="16200"/>
                    <a:pt x="21600" y="10800"/>
                  </a:cubicBezTo>
                  <a:cubicBezTo>
                    <a:pt x="21600" y="5400"/>
                    <a:pt x="21600" y="0"/>
                    <a:pt x="20925" y="0"/>
                  </a:cubicBezTo>
                  <a:lnTo>
                    <a:pt x="675"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1" name="Shape 6631"/>
            <p:cNvSpPr/>
            <p:nvPr/>
          </p:nvSpPr>
          <p:spPr>
            <a:xfrm>
              <a:off x="138861" y="858097"/>
              <a:ext cx="555450" cy="356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0"/>
                  </a:moveTo>
                  <a:cubicBezTo>
                    <a:pt x="675" y="0"/>
                    <a:pt x="675" y="0"/>
                    <a:pt x="675" y="0"/>
                  </a:cubicBezTo>
                  <a:cubicBezTo>
                    <a:pt x="337" y="0"/>
                    <a:pt x="0" y="5400"/>
                    <a:pt x="0" y="10800"/>
                  </a:cubicBezTo>
                  <a:cubicBezTo>
                    <a:pt x="0" y="16200"/>
                    <a:pt x="337" y="21600"/>
                    <a:pt x="675" y="21600"/>
                  </a:cubicBezTo>
                  <a:cubicBezTo>
                    <a:pt x="20925" y="21600"/>
                    <a:pt x="20925" y="21600"/>
                    <a:pt x="20925" y="21600"/>
                  </a:cubicBezTo>
                  <a:cubicBezTo>
                    <a:pt x="21600" y="21600"/>
                    <a:pt x="21600" y="16200"/>
                    <a:pt x="21600" y="10800"/>
                  </a:cubicBezTo>
                  <a:cubicBezTo>
                    <a:pt x="21600" y="5400"/>
                    <a:pt x="21600" y="0"/>
                    <a:pt x="20925"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2" name="Shape 6632"/>
            <p:cNvSpPr/>
            <p:nvPr/>
          </p:nvSpPr>
          <p:spPr>
            <a:xfrm>
              <a:off x="0" y="0"/>
              <a:ext cx="833175" cy="11002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50" y="338"/>
                  </a:moveTo>
                  <a:cubicBezTo>
                    <a:pt x="16200" y="169"/>
                    <a:pt x="15750" y="0"/>
                    <a:pt x="15300" y="0"/>
                  </a:cubicBezTo>
                  <a:cubicBezTo>
                    <a:pt x="2700" y="0"/>
                    <a:pt x="2700" y="0"/>
                    <a:pt x="2700" y="0"/>
                  </a:cubicBezTo>
                  <a:cubicBezTo>
                    <a:pt x="1125" y="0"/>
                    <a:pt x="0" y="844"/>
                    <a:pt x="0" y="2025"/>
                  </a:cubicBezTo>
                  <a:cubicBezTo>
                    <a:pt x="0" y="19575"/>
                    <a:pt x="0" y="19575"/>
                    <a:pt x="0" y="19575"/>
                  </a:cubicBezTo>
                  <a:cubicBezTo>
                    <a:pt x="0" y="20587"/>
                    <a:pt x="1125" y="21600"/>
                    <a:pt x="2700" y="21600"/>
                  </a:cubicBezTo>
                  <a:cubicBezTo>
                    <a:pt x="18900" y="21600"/>
                    <a:pt x="18900" y="21600"/>
                    <a:pt x="18900" y="21600"/>
                  </a:cubicBezTo>
                  <a:cubicBezTo>
                    <a:pt x="20250" y="21600"/>
                    <a:pt x="21600" y="20587"/>
                    <a:pt x="21600" y="19575"/>
                  </a:cubicBezTo>
                  <a:cubicBezTo>
                    <a:pt x="21600" y="5400"/>
                    <a:pt x="21600" y="5400"/>
                    <a:pt x="21600" y="5400"/>
                  </a:cubicBezTo>
                  <a:cubicBezTo>
                    <a:pt x="21600" y="4725"/>
                    <a:pt x="21600" y="4387"/>
                    <a:pt x="16650" y="338"/>
                  </a:cubicBezTo>
                  <a:close/>
                  <a:moveTo>
                    <a:pt x="16200" y="2025"/>
                  </a:moveTo>
                  <a:cubicBezTo>
                    <a:pt x="17100" y="2869"/>
                    <a:pt x="18450" y="3881"/>
                    <a:pt x="19125" y="4725"/>
                  </a:cubicBezTo>
                  <a:cubicBezTo>
                    <a:pt x="16200" y="4725"/>
                    <a:pt x="16200" y="4725"/>
                    <a:pt x="16200" y="4725"/>
                  </a:cubicBezTo>
                  <a:lnTo>
                    <a:pt x="16200" y="2025"/>
                  </a:lnTo>
                  <a:close/>
                  <a:moveTo>
                    <a:pt x="19800" y="19575"/>
                  </a:moveTo>
                  <a:cubicBezTo>
                    <a:pt x="19800" y="19912"/>
                    <a:pt x="19350" y="20250"/>
                    <a:pt x="18900" y="20250"/>
                  </a:cubicBezTo>
                  <a:cubicBezTo>
                    <a:pt x="2700" y="20250"/>
                    <a:pt x="2700" y="20250"/>
                    <a:pt x="2700" y="20250"/>
                  </a:cubicBezTo>
                  <a:cubicBezTo>
                    <a:pt x="2250" y="20250"/>
                    <a:pt x="1800" y="19912"/>
                    <a:pt x="1800" y="19575"/>
                  </a:cubicBezTo>
                  <a:cubicBezTo>
                    <a:pt x="1800" y="2025"/>
                    <a:pt x="1800" y="2025"/>
                    <a:pt x="1800" y="2025"/>
                  </a:cubicBezTo>
                  <a:cubicBezTo>
                    <a:pt x="1800" y="1519"/>
                    <a:pt x="2250" y="1350"/>
                    <a:pt x="2700" y="1350"/>
                  </a:cubicBezTo>
                  <a:cubicBezTo>
                    <a:pt x="14400" y="1350"/>
                    <a:pt x="14400" y="1350"/>
                    <a:pt x="14400" y="1350"/>
                  </a:cubicBezTo>
                  <a:cubicBezTo>
                    <a:pt x="14400" y="6075"/>
                    <a:pt x="14400" y="6075"/>
                    <a:pt x="14400" y="6075"/>
                  </a:cubicBezTo>
                  <a:cubicBezTo>
                    <a:pt x="19800" y="6075"/>
                    <a:pt x="19800" y="6075"/>
                    <a:pt x="19800" y="6075"/>
                  </a:cubicBezTo>
                  <a:lnTo>
                    <a:pt x="19800" y="19575"/>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3" name="Shape 6633"/>
            <p:cNvSpPr/>
            <p:nvPr/>
          </p:nvSpPr>
          <p:spPr>
            <a:xfrm>
              <a:off x="138861" y="170907"/>
              <a:ext cx="348937" cy="712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 y="21600"/>
                  </a:moveTo>
                  <a:cubicBezTo>
                    <a:pt x="19440" y="21600"/>
                    <a:pt x="19440" y="21600"/>
                    <a:pt x="19440" y="21600"/>
                  </a:cubicBezTo>
                  <a:cubicBezTo>
                    <a:pt x="20520" y="21600"/>
                    <a:pt x="21600" y="16200"/>
                    <a:pt x="21600" y="10800"/>
                  </a:cubicBezTo>
                  <a:cubicBezTo>
                    <a:pt x="21600" y="2700"/>
                    <a:pt x="20520" y="0"/>
                    <a:pt x="19440" y="0"/>
                  </a:cubicBezTo>
                  <a:cubicBezTo>
                    <a:pt x="2160" y="0"/>
                    <a:pt x="2160" y="0"/>
                    <a:pt x="2160" y="0"/>
                  </a:cubicBezTo>
                  <a:cubicBezTo>
                    <a:pt x="1080" y="0"/>
                    <a:pt x="0" y="2700"/>
                    <a:pt x="0" y="10800"/>
                  </a:cubicBezTo>
                  <a:cubicBezTo>
                    <a:pt x="0" y="16200"/>
                    <a:pt x="1080" y="21600"/>
                    <a:pt x="216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4" name="Shape 6634"/>
            <p:cNvSpPr/>
            <p:nvPr/>
          </p:nvSpPr>
          <p:spPr>
            <a:xfrm>
              <a:off x="138861" y="341815"/>
              <a:ext cx="348937" cy="356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 y="21600"/>
                  </a:moveTo>
                  <a:cubicBezTo>
                    <a:pt x="20520" y="21600"/>
                    <a:pt x="20520" y="21600"/>
                    <a:pt x="20520" y="21600"/>
                  </a:cubicBezTo>
                  <a:cubicBezTo>
                    <a:pt x="21060" y="21600"/>
                    <a:pt x="21600" y="16200"/>
                    <a:pt x="21600" y="10800"/>
                  </a:cubicBezTo>
                  <a:cubicBezTo>
                    <a:pt x="21600" y="5400"/>
                    <a:pt x="21060" y="0"/>
                    <a:pt x="20520" y="0"/>
                  </a:cubicBezTo>
                  <a:cubicBezTo>
                    <a:pt x="1080" y="0"/>
                    <a:pt x="1080" y="0"/>
                    <a:pt x="1080" y="0"/>
                  </a:cubicBezTo>
                  <a:cubicBezTo>
                    <a:pt x="540" y="0"/>
                    <a:pt x="0" y="5400"/>
                    <a:pt x="0" y="10800"/>
                  </a:cubicBezTo>
                  <a:cubicBezTo>
                    <a:pt x="0" y="16200"/>
                    <a:pt x="540" y="21600"/>
                    <a:pt x="108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5" name="Shape 6635"/>
            <p:cNvSpPr/>
            <p:nvPr/>
          </p:nvSpPr>
          <p:spPr>
            <a:xfrm>
              <a:off x="138861" y="445070"/>
              <a:ext cx="555450" cy="356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200"/>
                    <a:pt x="337" y="21600"/>
                    <a:pt x="675" y="21600"/>
                  </a:cubicBezTo>
                  <a:cubicBezTo>
                    <a:pt x="20925" y="21600"/>
                    <a:pt x="20925" y="21600"/>
                    <a:pt x="20925" y="21600"/>
                  </a:cubicBezTo>
                  <a:cubicBezTo>
                    <a:pt x="21262" y="21600"/>
                    <a:pt x="21600" y="16200"/>
                    <a:pt x="21600" y="10800"/>
                  </a:cubicBezTo>
                  <a:cubicBezTo>
                    <a:pt x="21600" y="5400"/>
                    <a:pt x="21262" y="0"/>
                    <a:pt x="20925" y="0"/>
                  </a:cubicBezTo>
                  <a:cubicBezTo>
                    <a:pt x="675" y="0"/>
                    <a:pt x="675" y="0"/>
                    <a:pt x="675" y="0"/>
                  </a:cubicBezTo>
                  <a:cubicBezTo>
                    <a:pt x="337" y="0"/>
                    <a:pt x="0" y="5400"/>
                    <a:pt x="0" y="10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6" name="Shape 6636"/>
            <p:cNvSpPr/>
            <p:nvPr/>
          </p:nvSpPr>
          <p:spPr>
            <a:xfrm>
              <a:off x="138861" y="651583"/>
              <a:ext cx="555450" cy="356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21600"/>
                  </a:moveTo>
                  <a:cubicBezTo>
                    <a:pt x="21262" y="21600"/>
                    <a:pt x="21600" y="16200"/>
                    <a:pt x="21600" y="10800"/>
                  </a:cubicBezTo>
                  <a:cubicBezTo>
                    <a:pt x="21600" y="5400"/>
                    <a:pt x="21262" y="0"/>
                    <a:pt x="20925" y="0"/>
                  </a:cubicBezTo>
                  <a:cubicBezTo>
                    <a:pt x="675" y="0"/>
                    <a:pt x="675" y="0"/>
                    <a:pt x="675" y="0"/>
                  </a:cubicBezTo>
                  <a:cubicBezTo>
                    <a:pt x="337" y="0"/>
                    <a:pt x="0" y="5400"/>
                    <a:pt x="0" y="10800"/>
                  </a:cubicBezTo>
                  <a:cubicBezTo>
                    <a:pt x="0" y="16200"/>
                    <a:pt x="337" y="21600"/>
                    <a:pt x="675" y="21600"/>
                  </a:cubicBezTo>
                  <a:lnTo>
                    <a:pt x="20925"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37" name="Shape 6637"/>
            <p:cNvSpPr/>
            <p:nvPr/>
          </p:nvSpPr>
          <p:spPr>
            <a:xfrm>
              <a:off x="138861" y="548328"/>
              <a:ext cx="523406" cy="356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 y="21600"/>
                  </a:moveTo>
                  <a:cubicBezTo>
                    <a:pt x="20880" y="21600"/>
                    <a:pt x="20880" y="21600"/>
                    <a:pt x="20880" y="21600"/>
                  </a:cubicBezTo>
                  <a:cubicBezTo>
                    <a:pt x="21240" y="21600"/>
                    <a:pt x="21600" y="16200"/>
                    <a:pt x="21600" y="10800"/>
                  </a:cubicBezTo>
                  <a:cubicBezTo>
                    <a:pt x="21600" y="5400"/>
                    <a:pt x="21240" y="0"/>
                    <a:pt x="20880" y="0"/>
                  </a:cubicBezTo>
                  <a:cubicBezTo>
                    <a:pt x="720" y="0"/>
                    <a:pt x="720" y="0"/>
                    <a:pt x="720" y="0"/>
                  </a:cubicBezTo>
                  <a:cubicBezTo>
                    <a:pt x="360" y="0"/>
                    <a:pt x="0" y="5400"/>
                    <a:pt x="0" y="10800"/>
                  </a:cubicBezTo>
                  <a:cubicBezTo>
                    <a:pt x="0" y="16200"/>
                    <a:pt x="360" y="21600"/>
                    <a:pt x="72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41" name="Group 6641"/>
          <p:cNvGrpSpPr/>
          <p:nvPr/>
        </p:nvGrpSpPr>
        <p:grpSpPr>
          <a:xfrm>
            <a:off x="3176769" y="9881307"/>
            <a:ext cx="1413125" cy="1091957"/>
            <a:chOff x="0" y="0"/>
            <a:chExt cx="1413123" cy="1091955"/>
          </a:xfrm>
        </p:grpSpPr>
        <p:sp>
          <p:nvSpPr>
            <p:cNvPr id="6639" name="Shape 6639"/>
            <p:cNvSpPr/>
            <p:nvPr/>
          </p:nvSpPr>
          <p:spPr>
            <a:xfrm>
              <a:off x="0" y="158111"/>
              <a:ext cx="1343947" cy="9338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64" y="21600"/>
                  </a:moveTo>
                  <a:cubicBezTo>
                    <a:pt x="1736" y="21600"/>
                    <a:pt x="1736" y="21600"/>
                    <a:pt x="1736" y="21600"/>
                  </a:cubicBezTo>
                  <a:cubicBezTo>
                    <a:pt x="771" y="21600"/>
                    <a:pt x="0" y="20492"/>
                    <a:pt x="0" y="19108"/>
                  </a:cubicBezTo>
                  <a:cubicBezTo>
                    <a:pt x="0" y="2215"/>
                    <a:pt x="0" y="2215"/>
                    <a:pt x="0" y="2215"/>
                  </a:cubicBezTo>
                  <a:cubicBezTo>
                    <a:pt x="0" y="1108"/>
                    <a:pt x="771" y="0"/>
                    <a:pt x="1736" y="0"/>
                  </a:cubicBezTo>
                  <a:cubicBezTo>
                    <a:pt x="8100" y="0"/>
                    <a:pt x="8100" y="0"/>
                    <a:pt x="8100" y="0"/>
                  </a:cubicBezTo>
                  <a:cubicBezTo>
                    <a:pt x="8486" y="0"/>
                    <a:pt x="8871" y="277"/>
                    <a:pt x="8871" y="1108"/>
                  </a:cubicBezTo>
                  <a:cubicBezTo>
                    <a:pt x="8871" y="1662"/>
                    <a:pt x="8486" y="2215"/>
                    <a:pt x="8100" y="2215"/>
                  </a:cubicBezTo>
                  <a:cubicBezTo>
                    <a:pt x="1736" y="2215"/>
                    <a:pt x="1736" y="2215"/>
                    <a:pt x="1736" y="2215"/>
                  </a:cubicBezTo>
                  <a:cubicBezTo>
                    <a:pt x="1543" y="2215"/>
                    <a:pt x="1543" y="2215"/>
                    <a:pt x="1543" y="2215"/>
                  </a:cubicBezTo>
                  <a:cubicBezTo>
                    <a:pt x="1543" y="19108"/>
                    <a:pt x="1543" y="19108"/>
                    <a:pt x="1543" y="19108"/>
                  </a:cubicBezTo>
                  <a:cubicBezTo>
                    <a:pt x="1543" y="19385"/>
                    <a:pt x="1543" y="19385"/>
                    <a:pt x="1736" y="19385"/>
                  </a:cubicBezTo>
                  <a:cubicBezTo>
                    <a:pt x="19864" y="19385"/>
                    <a:pt x="19864" y="19385"/>
                    <a:pt x="19864" y="19385"/>
                  </a:cubicBezTo>
                  <a:cubicBezTo>
                    <a:pt x="19864" y="19385"/>
                    <a:pt x="20057" y="19385"/>
                    <a:pt x="20057" y="19108"/>
                  </a:cubicBezTo>
                  <a:cubicBezTo>
                    <a:pt x="20057" y="11908"/>
                    <a:pt x="20057" y="11908"/>
                    <a:pt x="20057" y="11908"/>
                  </a:cubicBezTo>
                  <a:cubicBezTo>
                    <a:pt x="20057" y="11354"/>
                    <a:pt x="20250" y="10800"/>
                    <a:pt x="20829" y="10800"/>
                  </a:cubicBezTo>
                  <a:cubicBezTo>
                    <a:pt x="21214" y="10800"/>
                    <a:pt x="21600" y="11354"/>
                    <a:pt x="21600" y="11908"/>
                  </a:cubicBezTo>
                  <a:cubicBezTo>
                    <a:pt x="21600" y="19108"/>
                    <a:pt x="21600" y="19108"/>
                    <a:pt x="21600" y="19108"/>
                  </a:cubicBezTo>
                  <a:cubicBezTo>
                    <a:pt x="21600" y="20492"/>
                    <a:pt x="20829" y="21600"/>
                    <a:pt x="19864"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40" name="Shape 6640"/>
            <p:cNvSpPr/>
            <p:nvPr/>
          </p:nvSpPr>
          <p:spPr>
            <a:xfrm>
              <a:off x="419984" y="0"/>
              <a:ext cx="993140" cy="8992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971" y="16704"/>
                  </a:moveTo>
                  <a:cubicBezTo>
                    <a:pt x="21600" y="8352"/>
                    <a:pt x="21600" y="8352"/>
                    <a:pt x="21600" y="8352"/>
                  </a:cubicBezTo>
                  <a:cubicBezTo>
                    <a:pt x="11971" y="0"/>
                    <a:pt x="11971" y="0"/>
                    <a:pt x="11971" y="0"/>
                  </a:cubicBezTo>
                  <a:cubicBezTo>
                    <a:pt x="11971" y="5760"/>
                    <a:pt x="11971" y="5760"/>
                    <a:pt x="11971" y="5760"/>
                  </a:cubicBezTo>
                  <a:cubicBezTo>
                    <a:pt x="2602" y="6048"/>
                    <a:pt x="0" y="10944"/>
                    <a:pt x="0" y="21600"/>
                  </a:cubicBezTo>
                  <a:cubicBezTo>
                    <a:pt x="3904" y="12384"/>
                    <a:pt x="7807" y="11808"/>
                    <a:pt x="11971" y="11520"/>
                  </a:cubicBezTo>
                  <a:cubicBezTo>
                    <a:pt x="11971" y="16704"/>
                    <a:pt x="11971" y="16704"/>
                    <a:pt x="11971" y="1670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45" name="Group 6645"/>
          <p:cNvGrpSpPr/>
          <p:nvPr/>
        </p:nvGrpSpPr>
        <p:grpSpPr>
          <a:xfrm>
            <a:off x="21154707" y="5177994"/>
            <a:ext cx="1023508" cy="1020194"/>
            <a:chOff x="0" y="0"/>
            <a:chExt cx="1023507" cy="1020193"/>
          </a:xfrm>
        </p:grpSpPr>
        <p:sp>
          <p:nvSpPr>
            <p:cNvPr id="6642" name="Shape 6642"/>
            <p:cNvSpPr/>
            <p:nvPr/>
          </p:nvSpPr>
          <p:spPr>
            <a:xfrm>
              <a:off x="0" y="0"/>
              <a:ext cx="317983" cy="10201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4050"/>
                  </a:moveTo>
                  <a:cubicBezTo>
                    <a:pt x="17280" y="2025"/>
                    <a:pt x="17280" y="2025"/>
                    <a:pt x="17280" y="2025"/>
                  </a:cubicBezTo>
                  <a:cubicBezTo>
                    <a:pt x="17280" y="844"/>
                    <a:pt x="14580" y="0"/>
                    <a:pt x="10800" y="0"/>
                  </a:cubicBezTo>
                  <a:cubicBezTo>
                    <a:pt x="7020" y="0"/>
                    <a:pt x="4320" y="844"/>
                    <a:pt x="4320" y="2025"/>
                  </a:cubicBezTo>
                  <a:cubicBezTo>
                    <a:pt x="4320" y="4050"/>
                    <a:pt x="4320" y="4050"/>
                    <a:pt x="4320" y="4050"/>
                  </a:cubicBezTo>
                  <a:cubicBezTo>
                    <a:pt x="1620" y="4725"/>
                    <a:pt x="0" y="5569"/>
                    <a:pt x="0" y="6750"/>
                  </a:cubicBezTo>
                  <a:cubicBezTo>
                    <a:pt x="0" y="7931"/>
                    <a:pt x="1620" y="8775"/>
                    <a:pt x="4320" y="9450"/>
                  </a:cubicBezTo>
                  <a:cubicBezTo>
                    <a:pt x="4320" y="19575"/>
                    <a:pt x="4320" y="19575"/>
                    <a:pt x="4320" y="19575"/>
                  </a:cubicBezTo>
                  <a:cubicBezTo>
                    <a:pt x="4320" y="20756"/>
                    <a:pt x="7020" y="21600"/>
                    <a:pt x="10800" y="21600"/>
                  </a:cubicBezTo>
                  <a:cubicBezTo>
                    <a:pt x="14580" y="21600"/>
                    <a:pt x="17280" y="20756"/>
                    <a:pt x="17280" y="19575"/>
                  </a:cubicBezTo>
                  <a:cubicBezTo>
                    <a:pt x="17280" y="9450"/>
                    <a:pt x="17280" y="9450"/>
                    <a:pt x="17280" y="9450"/>
                  </a:cubicBezTo>
                  <a:cubicBezTo>
                    <a:pt x="19980" y="8775"/>
                    <a:pt x="21600" y="7931"/>
                    <a:pt x="21600" y="6750"/>
                  </a:cubicBezTo>
                  <a:cubicBezTo>
                    <a:pt x="21600" y="5569"/>
                    <a:pt x="19980" y="4725"/>
                    <a:pt x="17280" y="4050"/>
                  </a:cubicBezTo>
                  <a:close/>
                  <a:moveTo>
                    <a:pt x="8640" y="2025"/>
                  </a:moveTo>
                  <a:cubicBezTo>
                    <a:pt x="8640" y="1687"/>
                    <a:pt x="9720" y="1350"/>
                    <a:pt x="10800" y="1350"/>
                  </a:cubicBezTo>
                  <a:cubicBezTo>
                    <a:pt x="11880" y="1350"/>
                    <a:pt x="12960" y="1687"/>
                    <a:pt x="12960" y="2025"/>
                  </a:cubicBezTo>
                  <a:cubicBezTo>
                    <a:pt x="12960" y="3375"/>
                    <a:pt x="12960" y="3375"/>
                    <a:pt x="12960" y="3375"/>
                  </a:cubicBezTo>
                  <a:cubicBezTo>
                    <a:pt x="12420" y="3375"/>
                    <a:pt x="11340" y="3375"/>
                    <a:pt x="10800" y="3375"/>
                  </a:cubicBezTo>
                  <a:cubicBezTo>
                    <a:pt x="10260" y="3375"/>
                    <a:pt x="9180" y="3375"/>
                    <a:pt x="8640" y="3375"/>
                  </a:cubicBezTo>
                  <a:lnTo>
                    <a:pt x="8640" y="2025"/>
                  </a:lnTo>
                  <a:close/>
                  <a:moveTo>
                    <a:pt x="12960" y="19575"/>
                  </a:moveTo>
                  <a:cubicBezTo>
                    <a:pt x="12960" y="19912"/>
                    <a:pt x="11880" y="20250"/>
                    <a:pt x="10800" y="20250"/>
                  </a:cubicBezTo>
                  <a:cubicBezTo>
                    <a:pt x="9720" y="20250"/>
                    <a:pt x="8640" y="19912"/>
                    <a:pt x="8640" y="19575"/>
                  </a:cubicBezTo>
                  <a:cubicBezTo>
                    <a:pt x="8640" y="10125"/>
                    <a:pt x="8640" y="10125"/>
                    <a:pt x="8640" y="10125"/>
                  </a:cubicBezTo>
                  <a:cubicBezTo>
                    <a:pt x="9180" y="10125"/>
                    <a:pt x="10260" y="10125"/>
                    <a:pt x="10800" y="10125"/>
                  </a:cubicBezTo>
                  <a:cubicBezTo>
                    <a:pt x="11340" y="10125"/>
                    <a:pt x="12420" y="10125"/>
                    <a:pt x="12960" y="10125"/>
                  </a:cubicBezTo>
                  <a:lnTo>
                    <a:pt x="12960" y="19575"/>
                  </a:lnTo>
                  <a:close/>
                  <a:moveTo>
                    <a:pt x="16740" y="7256"/>
                  </a:moveTo>
                  <a:cubicBezTo>
                    <a:pt x="16740" y="7425"/>
                    <a:pt x="16740" y="7425"/>
                    <a:pt x="16740" y="7425"/>
                  </a:cubicBezTo>
                  <a:cubicBezTo>
                    <a:pt x="16740" y="7594"/>
                    <a:pt x="16200" y="7762"/>
                    <a:pt x="16200" y="7931"/>
                  </a:cubicBezTo>
                  <a:cubicBezTo>
                    <a:pt x="16200" y="7931"/>
                    <a:pt x="16200" y="7931"/>
                    <a:pt x="16200" y="7931"/>
                  </a:cubicBezTo>
                  <a:cubicBezTo>
                    <a:pt x="15660" y="8100"/>
                    <a:pt x="15120" y="8269"/>
                    <a:pt x="14580" y="8438"/>
                  </a:cubicBezTo>
                  <a:cubicBezTo>
                    <a:pt x="14580" y="8438"/>
                    <a:pt x="14580" y="8438"/>
                    <a:pt x="14580" y="8438"/>
                  </a:cubicBezTo>
                  <a:cubicBezTo>
                    <a:pt x="14040" y="8438"/>
                    <a:pt x="13500" y="8606"/>
                    <a:pt x="12960" y="8606"/>
                  </a:cubicBezTo>
                  <a:cubicBezTo>
                    <a:pt x="12420" y="8775"/>
                    <a:pt x="11340" y="8775"/>
                    <a:pt x="10800" y="8775"/>
                  </a:cubicBezTo>
                  <a:cubicBezTo>
                    <a:pt x="10260" y="8775"/>
                    <a:pt x="9180" y="8775"/>
                    <a:pt x="8640" y="8606"/>
                  </a:cubicBezTo>
                  <a:cubicBezTo>
                    <a:pt x="8100" y="8606"/>
                    <a:pt x="7560" y="8438"/>
                    <a:pt x="7020" y="8438"/>
                  </a:cubicBezTo>
                  <a:cubicBezTo>
                    <a:pt x="7020" y="8438"/>
                    <a:pt x="7020" y="8438"/>
                    <a:pt x="7020" y="8438"/>
                  </a:cubicBezTo>
                  <a:cubicBezTo>
                    <a:pt x="6480" y="8269"/>
                    <a:pt x="5940" y="8100"/>
                    <a:pt x="5400" y="7931"/>
                  </a:cubicBezTo>
                  <a:cubicBezTo>
                    <a:pt x="5400" y="7931"/>
                    <a:pt x="5400" y="7931"/>
                    <a:pt x="5400" y="7931"/>
                  </a:cubicBezTo>
                  <a:cubicBezTo>
                    <a:pt x="5400" y="7762"/>
                    <a:pt x="4860" y="7594"/>
                    <a:pt x="4860" y="7425"/>
                  </a:cubicBezTo>
                  <a:cubicBezTo>
                    <a:pt x="4860" y="7425"/>
                    <a:pt x="4860" y="7425"/>
                    <a:pt x="4860" y="7256"/>
                  </a:cubicBezTo>
                  <a:cubicBezTo>
                    <a:pt x="4320" y="7088"/>
                    <a:pt x="4320" y="6919"/>
                    <a:pt x="4320" y="6750"/>
                  </a:cubicBezTo>
                  <a:cubicBezTo>
                    <a:pt x="4320" y="6581"/>
                    <a:pt x="4320" y="6412"/>
                    <a:pt x="4860" y="6244"/>
                  </a:cubicBezTo>
                  <a:cubicBezTo>
                    <a:pt x="4860" y="6075"/>
                    <a:pt x="4860" y="6075"/>
                    <a:pt x="4860" y="6075"/>
                  </a:cubicBezTo>
                  <a:cubicBezTo>
                    <a:pt x="4860" y="5906"/>
                    <a:pt x="5400" y="5737"/>
                    <a:pt x="5400" y="5569"/>
                  </a:cubicBezTo>
                  <a:cubicBezTo>
                    <a:pt x="5400" y="5569"/>
                    <a:pt x="5400" y="5569"/>
                    <a:pt x="5400" y="5569"/>
                  </a:cubicBezTo>
                  <a:cubicBezTo>
                    <a:pt x="5940" y="5400"/>
                    <a:pt x="6480" y="5231"/>
                    <a:pt x="7020" y="5062"/>
                  </a:cubicBezTo>
                  <a:cubicBezTo>
                    <a:pt x="7020" y="5062"/>
                    <a:pt x="7020" y="5062"/>
                    <a:pt x="7020" y="5062"/>
                  </a:cubicBezTo>
                  <a:cubicBezTo>
                    <a:pt x="7560" y="5062"/>
                    <a:pt x="8100" y="4894"/>
                    <a:pt x="8640" y="4894"/>
                  </a:cubicBezTo>
                  <a:cubicBezTo>
                    <a:pt x="9180" y="4725"/>
                    <a:pt x="10260" y="4725"/>
                    <a:pt x="10800" y="4725"/>
                  </a:cubicBezTo>
                  <a:cubicBezTo>
                    <a:pt x="11340" y="4725"/>
                    <a:pt x="12420" y="4725"/>
                    <a:pt x="12960" y="4894"/>
                  </a:cubicBezTo>
                  <a:cubicBezTo>
                    <a:pt x="13500" y="4894"/>
                    <a:pt x="14040" y="5062"/>
                    <a:pt x="14580" y="5062"/>
                  </a:cubicBezTo>
                  <a:cubicBezTo>
                    <a:pt x="14580" y="5062"/>
                    <a:pt x="14580" y="5062"/>
                    <a:pt x="14580" y="5062"/>
                  </a:cubicBezTo>
                  <a:cubicBezTo>
                    <a:pt x="15120" y="5231"/>
                    <a:pt x="15660" y="5400"/>
                    <a:pt x="16200" y="5569"/>
                  </a:cubicBezTo>
                  <a:cubicBezTo>
                    <a:pt x="16200" y="5569"/>
                    <a:pt x="16200" y="5569"/>
                    <a:pt x="16200" y="5569"/>
                  </a:cubicBezTo>
                  <a:cubicBezTo>
                    <a:pt x="16200" y="5737"/>
                    <a:pt x="16740" y="5906"/>
                    <a:pt x="16740" y="6075"/>
                  </a:cubicBezTo>
                  <a:cubicBezTo>
                    <a:pt x="16740" y="6075"/>
                    <a:pt x="16740" y="6075"/>
                    <a:pt x="16740" y="6244"/>
                  </a:cubicBezTo>
                  <a:cubicBezTo>
                    <a:pt x="17280" y="6412"/>
                    <a:pt x="17280" y="6581"/>
                    <a:pt x="17280" y="6750"/>
                  </a:cubicBezTo>
                  <a:cubicBezTo>
                    <a:pt x="17280" y="6919"/>
                    <a:pt x="17280" y="7088"/>
                    <a:pt x="16740" y="725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43" name="Shape 6643"/>
            <p:cNvSpPr/>
            <p:nvPr/>
          </p:nvSpPr>
          <p:spPr>
            <a:xfrm>
              <a:off x="702211" y="0"/>
              <a:ext cx="321297" cy="10201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4050"/>
                  </a:moveTo>
                  <a:cubicBezTo>
                    <a:pt x="17280" y="2025"/>
                    <a:pt x="17280" y="2025"/>
                    <a:pt x="17280" y="2025"/>
                  </a:cubicBezTo>
                  <a:cubicBezTo>
                    <a:pt x="17280" y="844"/>
                    <a:pt x="14580" y="0"/>
                    <a:pt x="10800" y="0"/>
                  </a:cubicBezTo>
                  <a:cubicBezTo>
                    <a:pt x="7020" y="0"/>
                    <a:pt x="4320" y="844"/>
                    <a:pt x="4320" y="2025"/>
                  </a:cubicBezTo>
                  <a:cubicBezTo>
                    <a:pt x="4320" y="4050"/>
                    <a:pt x="4320" y="4050"/>
                    <a:pt x="4320" y="4050"/>
                  </a:cubicBezTo>
                  <a:cubicBezTo>
                    <a:pt x="1620" y="4725"/>
                    <a:pt x="0" y="5569"/>
                    <a:pt x="0" y="6750"/>
                  </a:cubicBezTo>
                  <a:cubicBezTo>
                    <a:pt x="0" y="7931"/>
                    <a:pt x="1620" y="8775"/>
                    <a:pt x="4320" y="9450"/>
                  </a:cubicBezTo>
                  <a:cubicBezTo>
                    <a:pt x="4320" y="19575"/>
                    <a:pt x="4320" y="19575"/>
                    <a:pt x="4320" y="19575"/>
                  </a:cubicBezTo>
                  <a:cubicBezTo>
                    <a:pt x="4320" y="20756"/>
                    <a:pt x="7020" y="21600"/>
                    <a:pt x="10800" y="21600"/>
                  </a:cubicBezTo>
                  <a:cubicBezTo>
                    <a:pt x="14580" y="21600"/>
                    <a:pt x="17280" y="20756"/>
                    <a:pt x="17280" y="19575"/>
                  </a:cubicBezTo>
                  <a:cubicBezTo>
                    <a:pt x="17280" y="9450"/>
                    <a:pt x="17280" y="9450"/>
                    <a:pt x="17280" y="9450"/>
                  </a:cubicBezTo>
                  <a:cubicBezTo>
                    <a:pt x="19980" y="8775"/>
                    <a:pt x="21600" y="7931"/>
                    <a:pt x="21600" y="6750"/>
                  </a:cubicBezTo>
                  <a:cubicBezTo>
                    <a:pt x="21600" y="5569"/>
                    <a:pt x="19980" y="4725"/>
                    <a:pt x="17280" y="4050"/>
                  </a:cubicBezTo>
                  <a:close/>
                  <a:moveTo>
                    <a:pt x="8640" y="2025"/>
                  </a:moveTo>
                  <a:cubicBezTo>
                    <a:pt x="8640" y="1687"/>
                    <a:pt x="9720" y="1350"/>
                    <a:pt x="10800" y="1350"/>
                  </a:cubicBezTo>
                  <a:cubicBezTo>
                    <a:pt x="11880" y="1350"/>
                    <a:pt x="12960" y="1687"/>
                    <a:pt x="12960" y="2025"/>
                  </a:cubicBezTo>
                  <a:cubicBezTo>
                    <a:pt x="12960" y="3375"/>
                    <a:pt x="12960" y="3375"/>
                    <a:pt x="12960" y="3375"/>
                  </a:cubicBezTo>
                  <a:cubicBezTo>
                    <a:pt x="12420" y="3375"/>
                    <a:pt x="11340" y="3375"/>
                    <a:pt x="10800" y="3375"/>
                  </a:cubicBezTo>
                  <a:cubicBezTo>
                    <a:pt x="10260" y="3375"/>
                    <a:pt x="9180" y="3375"/>
                    <a:pt x="8640" y="3375"/>
                  </a:cubicBezTo>
                  <a:lnTo>
                    <a:pt x="8640" y="2025"/>
                  </a:lnTo>
                  <a:close/>
                  <a:moveTo>
                    <a:pt x="12960" y="19575"/>
                  </a:moveTo>
                  <a:cubicBezTo>
                    <a:pt x="12960" y="19912"/>
                    <a:pt x="11880" y="20250"/>
                    <a:pt x="10800" y="20250"/>
                  </a:cubicBezTo>
                  <a:cubicBezTo>
                    <a:pt x="9720" y="20250"/>
                    <a:pt x="8640" y="19912"/>
                    <a:pt x="8640" y="19575"/>
                  </a:cubicBezTo>
                  <a:cubicBezTo>
                    <a:pt x="8640" y="10125"/>
                    <a:pt x="8640" y="10125"/>
                    <a:pt x="8640" y="10125"/>
                  </a:cubicBezTo>
                  <a:cubicBezTo>
                    <a:pt x="9180" y="10125"/>
                    <a:pt x="10260" y="10125"/>
                    <a:pt x="10800" y="10125"/>
                  </a:cubicBezTo>
                  <a:cubicBezTo>
                    <a:pt x="11340" y="10125"/>
                    <a:pt x="12420" y="10125"/>
                    <a:pt x="12960" y="10125"/>
                  </a:cubicBezTo>
                  <a:lnTo>
                    <a:pt x="12960" y="19575"/>
                  </a:lnTo>
                  <a:close/>
                  <a:moveTo>
                    <a:pt x="16740" y="7256"/>
                  </a:moveTo>
                  <a:cubicBezTo>
                    <a:pt x="16740" y="7425"/>
                    <a:pt x="16740" y="7425"/>
                    <a:pt x="16740" y="7425"/>
                  </a:cubicBezTo>
                  <a:cubicBezTo>
                    <a:pt x="16740" y="7594"/>
                    <a:pt x="16200" y="7762"/>
                    <a:pt x="16200" y="7931"/>
                  </a:cubicBezTo>
                  <a:cubicBezTo>
                    <a:pt x="16200" y="7931"/>
                    <a:pt x="16200" y="7931"/>
                    <a:pt x="16200" y="7931"/>
                  </a:cubicBezTo>
                  <a:cubicBezTo>
                    <a:pt x="15660" y="8100"/>
                    <a:pt x="15120" y="8269"/>
                    <a:pt x="14580" y="8438"/>
                  </a:cubicBezTo>
                  <a:cubicBezTo>
                    <a:pt x="14580" y="8438"/>
                    <a:pt x="14580" y="8438"/>
                    <a:pt x="14580" y="8438"/>
                  </a:cubicBezTo>
                  <a:cubicBezTo>
                    <a:pt x="14040" y="8438"/>
                    <a:pt x="13500" y="8606"/>
                    <a:pt x="12960" y="8606"/>
                  </a:cubicBezTo>
                  <a:cubicBezTo>
                    <a:pt x="12420" y="8775"/>
                    <a:pt x="11340" y="8775"/>
                    <a:pt x="10800" y="8775"/>
                  </a:cubicBezTo>
                  <a:cubicBezTo>
                    <a:pt x="10260" y="8775"/>
                    <a:pt x="9180" y="8775"/>
                    <a:pt x="8640" y="8606"/>
                  </a:cubicBezTo>
                  <a:cubicBezTo>
                    <a:pt x="8100" y="8606"/>
                    <a:pt x="7560" y="8438"/>
                    <a:pt x="7020" y="8438"/>
                  </a:cubicBezTo>
                  <a:cubicBezTo>
                    <a:pt x="7020" y="8438"/>
                    <a:pt x="7020" y="8438"/>
                    <a:pt x="7020" y="8438"/>
                  </a:cubicBezTo>
                  <a:cubicBezTo>
                    <a:pt x="6480" y="8269"/>
                    <a:pt x="5940" y="8100"/>
                    <a:pt x="5400" y="7931"/>
                  </a:cubicBezTo>
                  <a:cubicBezTo>
                    <a:pt x="5400" y="7931"/>
                    <a:pt x="5400" y="7931"/>
                    <a:pt x="5400" y="7931"/>
                  </a:cubicBezTo>
                  <a:cubicBezTo>
                    <a:pt x="5400" y="7762"/>
                    <a:pt x="4860" y="7594"/>
                    <a:pt x="4860" y="7425"/>
                  </a:cubicBezTo>
                  <a:cubicBezTo>
                    <a:pt x="4860" y="7425"/>
                    <a:pt x="4860" y="7425"/>
                    <a:pt x="4860" y="7256"/>
                  </a:cubicBezTo>
                  <a:cubicBezTo>
                    <a:pt x="4320" y="7088"/>
                    <a:pt x="4320" y="6919"/>
                    <a:pt x="4320" y="6750"/>
                  </a:cubicBezTo>
                  <a:cubicBezTo>
                    <a:pt x="4320" y="6581"/>
                    <a:pt x="4320" y="6412"/>
                    <a:pt x="4860" y="6244"/>
                  </a:cubicBezTo>
                  <a:cubicBezTo>
                    <a:pt x="4860" y="6075"/>
                    <a:pt x="4860" y="6075"/>
                    <a:pt x="4860" y="6075"/>
                  </a:cubicBezTo>
                  <a:cubicBezTo>
                    <a:pt x="4860" y="5906"/>
                    <a:pt x="5400" y="5737"/>
                    <a:pt x="5400" y="5569"/>
                  </a:cubicBezTo>
                  <a:cubicBezTo>
                    <a:pt x="5400" y="5569"/>
                    <a:pt x="5400" y="5569"/>
                    <a:pt x="5400" y="5569"/>
                  </a:cubicBezTo>
                  <a:cubicBezTo>
                    <a:pt x="5940" y="5400"/>
                    <a:pt x="6480" y="5231"/>
                    <a:pt x="7020" y="5062"/>
                  </a:cubicBezTo>
                  <a:cubicBezTo>
                    <a:pt x="7020" y="5062"/>
                    <a:pt x="7020" y="5062"/>
                    <a:pt x="7020" y="5062"/>
                  </a:cubicBezTo>
                  <a:cubicBezTo>
                    <a:pt x="7560" y="5062"/>
                    <a:pt x="8100" y="4894"/>
                    <a:pt x="8640" y="4894"/>
                  </a:cubicBezTo>
                  <a:cubicBezTo>
                    <a:pt x="9180" y="4725"/>
                    <a:pt x="10260" y="4725"/>
                    <a:pt x="10800" y="4725"/>
                  </a:cubicBezTo>
                  <a:cubicBezTo>
                    <a:pt x="11340" y="4725"/>
                    <a:pt x="12420" y="4725"/>
                    <a:pt x="12960" y="4894"/>
                  </a:cubicBezTo>
                  <a:cubicBezTo>
                    <a:pt x="13500" y="4894"/>
                    <a:pt x="14040" y="5062"/>
                    <a:pt x="14580" y="5062"/>
                  </a:cubicBezTo>
                  <a:cubicBezTo>
                    <a:pt x="14580" y="5062"/>
                    <a:pt x="14580" y="5062"/>
                    <a:pt x="14580" y="5062"/>
                  </a:cubicBezTo>
                  <a:cubicBezTo>
                    <a:pt x="15120" y="5231"/>
                    <a:pt x="15660" y="5400"/>
                    <a:pt x="16200" y="5569"/>
                  </a:cubicBezTo>
                  <a:cubicBezTo>
                    <a:pt x="16200" y="5569"/>
                    <a:pt x="16200" y="5569"/>
                    <a:pt x="16200" y="5569"/>
                  </a:cubicBezTo>
                  <a:cubicBezTo>
                    <a:pt x="16200" y="5737"/>
                    <a:pt x="16740" y="5906"/>
                    <a:pt x="16740" y="6075"/>
                  </a:cubicBezTo>
                  <a:cubicBezTo>
                    <a:pt x="16740" y="6075"/>
                    <a:pt x="16740" y="6075"/>
                    <a:pt x="16740" y="6244"/>
                  </a:cubicBezTo>
                  <a:cubicBezTo>
                    <a:pt x="17280" y="6412"/>
                    <a:pt x="17280" y="6581"/>
                    <a:pt x="17280" y="6750"/>
                  </a:cubicBezTo>
                  <a:cubicBezTo>
                    <a:pt x="17280" y="6919"/>
                    <a:pt x="17280" y="7088"/>
                    <a:pt x="16740" y="725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44" name="Shape 6644"/>
            <p:cNvSpPr/>
            <p:nvPr/>
          </p:nvSpPr>
          <p:spPr>
            <a:xfrm>
              <a:off x="351105" y="0"/>
              <a:ext cx="321297" cy="10201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12150"/>
                  </a:moveTo>
                  <a:cubicBezTo>
                    <a:pt x="17280" y="2025"/>
                    <a:pt x="17280" y="2025"/>
                    <a:pt x="17280" y="2025"/>
                  </a:cubicBezTo>
                  <a:cubicBezTo>
                    <a:pt x="17280" y="844"/>
                    <a:pt x="14580" y="0"/>
                    <a:pt x="10800" y="0"/>
                  </a:cubicBezTo>
                  <a:cubicBezTo>
                    <a:pt x="7020" y="0"/>
                    <a:pt x="4320" y="844"/>
                    <a:pt x="4320" y="2025"/>
                  </a:cubicBezTo>
                  <a:cubicBezTo>
                    <a:pt x="4320" y="12150"/>
                    <a:pt x="4320" y="12150"/>
                    <a:pt x="4320" y="12150"/>
                  </a:cubicBezTo>
                  <a:cubicBezTo>
                    <a:pt x="1620" y="12825"/>
                    <a:pt x="0" y="13669"/>
                    <a:pt x="0" y="14850"/>
                  </a:cubicBezTo>
                  <a:cubicBezTo>
                    <a:pt x="0" y="16031"/>
                    <a:pt x="1620" y="16875"/>
                    <a:pt x="4320" y="17550"/>
                  </a:cubicBezTo>
                  <a:cubicBezTo>
                    <a:pt x="4320" y="19575"/>
                    <a:pt x="4320" y="19575"/>
                    <a:pt x="4320" y="19575"/>
                  </a:cubicBezTo>
                  <a:cubicBezTo>
                    <a:pt x="4320" y="20756"/>
                    <a:pt x="7020" y="21600"/>
                    <a:pt x="10800" y="21600"/>
                  </a:cubicBezTo>
                  <a:cubicBezTo>
                    <a:pt x="14580" y="21600"/>
                    <a:pt x="17280" y="20756"/>
                    <a:pt x="17280" y="19575"/>
                  </a:cubicBezTo>
                  <a:cubicBezTo>
                    <a:pt x="17280" y="17550"/>
                    <a:pt x="17280" y="17550"/>
                    <a:pt x="17280" y="17550"/>
                  </a:cubicBezTo>
                  <a:cubicBezTo>
                    <a:pt x="19980" y="16875"/>
                    <a:pt x="21600" y="16031"/>
                    <a:pt x="21600" y="14850"/>
                  </a:cubicBezTo>
                  <a:cubicBezTo>
                    <a:pt x="21600" y="13669"/>
                    <a:pt x="19980" y="12825"/>
                    <a:pt x="17280" y="12150"/>
                  </a:cubicBezTo>
                  <a:close/>
                  <a:moveTo>
                    <a:pt x="8640" y="2025"/>
                  </a:moveTo>
                  <a:cubicBezTo>
                    <a:pt x="8640" y="1687"/>
                    <a:pt x="9720" y="1350"/>
                    <a:pt x="10800" y="1350"/>
                  </a:cubicBezTo>
                  <a:cubicBezTo>
                    <a:pt x="11880" y="1350"/>
                    <a:pt x="12960" y="1687"/>
                    <a:pt x="12960" y="2025"/>
                  </a:cubicBezTo>
                  <a:cubicBezTo>
                    <a:pt x="12960" y="11475"/>
                    <a:pt x="12960" y="11475"/>
                    <a:pt x="12960" y="11475"/>
                  </a:cubicBezTo>
                  <a:cubicBezTo>
                    <a:pt x="12420" y="11475"/>
                    <a:pt x="11340" y="11475"/>
                    <a:pt x="10800" y="11475"/>
                  </a:cubicBezTo>
                  <a:cubicBezTo>
                    <a:pt x="10260" y="11475"/>
                    <a:pt x="9180" y="11475"/>
                    <a:pt x="8640" y="11475"/>
                  </a:cubicBezTo>
                  <a:lnTo>
                    <a:pt x="8640" y="2025"/>
                  </a:lnTo>
                  <a:close/>
                  <a:moveTo>
                    <a:pt x="12960" y="19575"/>
                  </a:moveTo>
                  <a:cubicBezTo>
                    <a:pt x="12960" y="19912"/>
                    <a:pt x="11880" y="20250"/>
                    <a:pt x="10800" y="20250"/>
                  </a:cubicBezTo>
                  <a:cubicBezTo>
                    <a:pt x="9720" y="20250"/>
                    <a:pt x="8640" y="19912"/>
                    <a:pt x="8640" y="19575"/>
                  </a:cubicBezTo>
                  <a:cubicBezTo>
                    <a:pt x="8640" y="18225"/>
                    <a:pt x="8640" y="18225"/>
                    <a:pt x="8640" y="18225"/>
                  </a:cubicBezTo>
                  <a:cubicBezTo>
                    <a:pt x="9180" y="18225"/>
                    <a:pt x="10260" y="18225"/>
                    <a:pt x="10800" y="18225"/>
                  </a:cubicBezTo>
                  <a:cubicBezTo>
                    <a:pt x="11340" y="18225"/>
                    <a:pt x="12420" y="18225"/>
                    <a:pt x="12960" y="18225"/>
                  </a:cubicBezTo>
                  <a:lnTo>
                    <a:pt x="12960" y="19575"/>
                  </a:lnTo>
                  <a:close/>
                  <a:moveTo>
                    <a:pt x="16740" y="15356"/>
                  </a:moveTo>
                  <a:cubicBezTo>
                    <a:pt x="16740" y="15525"/>
                    <a:pt x="16740" y="15525"/>
                    <a:pt x="16740" y="15525"/>
                  </a:cubicBezTo>
                  <a:cubicBezTo>
                    <a:pt x="16740" y="15694"/>
                    <a:pt x="16200" y="15863"/>
                    <a:pt x="16200" y="16031"/>
                  </a:cubicBezTo>
                  <a:cubicBezTo>
                    <a:pt x="16200" y="16031"/>
                    <a:pt x="16200" y="16031"/>
                    <a:pt x="16200" y="16031"/>
                  </a:cubicBezTo>
                  <a:cubicBezTo>
                    <a:pt x="15660" y="16200"/>
                    <a:pt x="15120" y="16369"/>
                    <a:pt x="14580" y="16537"/>
                  </a:cubicBezTo>
                  <a:cubicBezTo>
                    <a:pt x="14580" y="16537"/>
                    <a:pt x="14580" y="16537"/>
                    <a:pt x="14580" y="16537"/>
                  </a:cubicBezTo>
                  <a:cubicBezTo>
                    <a:pt x="14040" y="16537"/>
                    <a:pt x="13500" y="16706"/>
                    <a:pt x="12960" y="16706"/>
                  </a:cubicBezTo>
                  <a:cubicBezTo>
                    <a:pt x="12420" y="16875"/>
                    <a:pt x="11340" y="16875"/>
                    <a:pt x="10800" y="16875"/>
                  </a:cubicBezTo>
                  <a:cubicBezTo>
                    <a:pt x="10260" y="16875"/>
                    <a:pt x="9180" y="16875"/>
                    <a:pt x="8640" y="16706"/>
                  </a:cubicBezTo>
                  <a:cubicBezTo>
                    <a:pt x="8100" y="16706"/>
                    <a:pt x="7560" y="16537"/>
                    <a:pt x="7020" y="16537"/>
                  </a:cubicBezTo>
                  <a:cubicBezTo>
                    <a:pt x="7020" y="16537"/>
                    <a:pt x="7020" y="16537"/>
                    <a:pt x="7020" y="16537"/>
                  </a:cubicBezTo>
                  <a:cubicBezTo>
                    <a:pt x="6480" y="16369"/>
                    <a:pt x="5940" y="16200"/>
                    <a:pt x="5400" y="16031"/>
                  </a:cubicBezTo>
                  <a:cubicBezTo>
                    <a:pt x="5400" y="16031"/>
                    <a:pt x="5400" y="16031"/>
                    <a:pt x="5400" y="16031"/>
                  </a:cubicBezTo>
                  <a:cubicBezTo>
                    <a:pt x="5400" y="15863"/>
                    <a:pt x="4860" y="15694"/>
                    <a:pt x="4860" y="15525"/>
                  </a:cubicBezTo>
                  <a:cubicBezTo>
                    <a:pt x="4860" y="15525"/>
                    <a:pt x="4860" y="15525"/>
                    <a:pt x="4860" y="15356"/>
                  </a:cubicBezTo>
                  <a:cubicBezTo>
                    <a:pt x="4320" y="15188"/>
                    <a:pt x="4320" y="15019"/>
                    <a:pt x="4320" y="14850"/>
                  </a:cubicBezTo>
                  <a:cubicBezTo>
                    <a:pt x="4320" y="14681"/>
                    <a:pt x="4320" y="14512"/>
                    <a:pt x="4860" y="14344"/>
                  </a:cubicBezTo>
                  <a:cubicBezTo>
                    <a:pt x="4860" y="14175"/>
                    <a:pt x="4860" y="14175"/>
                    <a:pt x="4860" y="14175"/>
                  </a:cubicBezTo>
                  <a:cubicBezTo>
                    <a:pt x="4860" y="14006"/>
                    <a:pt x="5400" y="13837"/>
                    <a:pt x="5400" y="13669"/>
                  </a:cubicBezTo>
                  <a:cubicBezTo>
                    <a:pt x="5400" y="13669"/>
                    <a:pt x="5400" y="13669"/>
                    <a:pt x="5400" y="13669"/>
                  </a:cubicBezTo>
                  <a:cubicBezTo>
                    <a:pt x="5940" y="13500"/>
                    <a:pt x="6480" y="13331"/>
                    <a:pt x="7020" y="13163"/>
                  </a:cubicBezTo>
                  <a:cubicBezTo>
                    <a:pt x="7020" y="13163"/>
                    <a:pt x="7020" y="13163"/>
                    <a:pt x="7020" y="13163"/>
                  </a:cubicBezTo>
                  <a:cubicBezTo>
                    <a:pt x="7560" y="13163"/>
                    <a:pt x="8100" y="12994"/>
                    <a:pt x="8640" y="12994"/>
                  </a:cubicBezTo>
                  <a:cubicBezTo>
                    <a:pt x="9180" y="12825"/>
                    <a:pt x="10260" y="12825"/>
                    <a:pt x="10800" y="12825"/>
                  </a:cubicBezTo>
                  <a:cubicBezTo>
                    <a:pt x="11340" y="12825"/>
                    <a:pt x="12420" y="12825"/>
                    <a:pt x="12960" y="12994"/>
                  </a:cubicBezTo>
                  <a:cubicBezTo>
                    <a:pt x="13500" y="12994"/>
                    <a:pt x="14040" y="13163"/>
                    <a:pt x="14580" y="13163"/>
                  </a:cubicBezTo>
                  <a:cubicBezTo>
                    <a:pt x="14580" y="13163"/>
                    <a:pt x="14580" y="13163"/>
                    <a:pt x="14580" y="13163"/>
                  </a:cubicBezTo>
                  <a:cubicBezTo>
                    <a:pt x="15120" y="13331"/>
                    <a:pt x="15660" y="13500"/>
                    <a:pt x="16200" y="13669"/>
                  </a:cubicBezTo>
                  <a:cubicBezTo>
                    <a:pt x="16200" y="13669"/>
                    <a:pt x="16200" y="13669"/>
                    <a:pt x="16200" y="13669"/>
                  </a:cubicBezTo>
                  <a:cubicBezTo>
                    <a:pt x="16200" y="13837"/>
                    <a:pt x="16740" y="14006"/>
                    <a:pt x="16740" y="14175"/>
                  </a:cubicBezTo>
                  <a:cubicBezTo>
                    <a:pt x="16740" y="14175"/>
                    <a:pt x="16740" y="14175"/>
                    <a:pt x="16740" y="14344"/>
                  </a:cubicBezTo>
                  <a:cubicBezTo>
                    <a:pt x="17280" y="14512"/>
                    <a:pt x="17280" y="14681"/>
                    <a:pt x="17280" y="14850"/>
                  </a:cubicBezTo>
                  <a:cubicBezTo>
                    <a:pt x="17280" y="15019"/>
                    <a:pt x="17280" y="15188"/>
                    <a:pt x="16740" y="1535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49" name="Group 6649"/>
          <p:cNvGrpSpPr/>
          <p:nvPr/>
        </p:nvGrpSpPr>
        <p:grpSpPr>
          <a:xfrm>
            <a:off x="19793419" y="3406247"/>
            <a:ext cx="1099096" cy="1095550"/>
            <a:chOff x="0" y="0"/>
            <a:chExt cx="1099094" cy="1095548"/>
          </a:xfrm>
        </p:grpSpPr>
        <p:sp>
          <p:nvSpPr>
            <p:cNvPr id="6646" name="Shape 6646"/>
            <p:cNvSpPr/>
            <p:nvPr/>
          </p:nvSpPr>
          <p:spPr>
            <a:xfrm>
              <a:off x="294273" y="0"/>
              <a:ext cx="503458" cy="7268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17" y="21600"/>
                  </a:moveTo>
                  <a:cubicBezTo>
                    <a:pt x="14644" y="21600"/>
                    <a:pt x="21600" y="11181"/>
                    <a:pt x="21600" y="7624"/>
                  </a:cubicBezTo>
                  <a:cubicBezTo>
                    <a:pt x="21600" y="3304"/>
                    <a:pt x="16841" y="0"/>
                    <a:pt x="10617" y="0"/>
                  </a:cubicBezTo>
                  <a:cubicBezTo>
                    <a:pt x="4759" y="0"/>
                    <a:pt x="0" y="3304"/>
                    <a:pt x="0" y="7624"/>
                  </a:cubicBezTo>
                  <a:cubicBezTo>
                    <a:pt x="0" y="10419"/>
                    <a:pt x="2929" y="14739"/>
                    <a:pt x="4027" y="16009"/>
                  </a:cubicBezTo>
                  <a:cubicBezTo>
                    <a:pt x="6590" y="19821"/>
                    <a:pt x="8786" y="21600"/>
                    <a:pt x="10617" y="21600"/>
                  </a:cubicBezTo>
                  <a:close/>
                  <a:moveTo>
                    <a:pt x="10617" y="2033"/>
                  </a:moveTo>
                  <a:cubicBezTo>
                    <a:pt x="15010" y="2033"/>
                    <a:pt x="18671" y="4574"/>
                    <a:pt x="18671" y="7624"/>
                  </a:cubicBezTo>
                  <a:cubicBezTo>
                    <a:pt x="18671" y="11181"/>
                    <a:pt x="12814" y="18551"/>
                    <a:pt x="10617" y="19567"/>
                  </a:cubicBezTo>
                  <a:cubicBezTo>
                    <a:pt x="8786" y="18551"/>
                    <a:pt x="2929" y="11181"/>
                    <a:pt x="2929" y="7624"/>
                  </a:cubicBezTo>
                  <a:cubicBezTo>
                    <a:pt x="2929" y="4574"/>
                    <a:pt x="6590" y="2033"/>
                    <a:pt x="10617" y="203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47" name="Shape 6647"/>
            <p:cNvSpPr/>
            <p:nvPr/>
          </p:nvSpPr>
          <p:spPr>
            <a:xfrm>
              <a:off x="421911" y="120545"/>
              <a:ext cx="248184" cy="2481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172"/>
                  </a:moveTo>
                  <a:cubicBezTo>
                    <a:pt x="21600" y="4469"/>
                    <a:pt x="17131" y="0"/>
                    <a:pt x="10428" y="0"/>
                  </a:cubicBezTo>
                  <a:cubicBezTo>
                    <a:pt x="4469" y="0"/>
                    <a:pt x="0" y="4469"/>
                    <a:pt x="0" y="11172"/>
                  </a:cubicBezTo>
                  <a:cubicBezTo>
                    <a:pt x="0" y="17131"/>
                    <a:pt x="4469" y="21600"/>
                    <a:pt x="10428" y="21600"/>
                  </a:cubicBezTo>
                  <a:cubicBezTo>
                    <a:pt x="17131" y="21600"/>
                    <a:pt x="21600" y="17131"/>
                    <a:pt x="21600" y="11172"/>
                  </a:cubicBezTo>
                  <a:close/>
                  <a:moveTo>
                    <a:pt x="2979" y="11172"/>
                  </a:moveTo>
                  <a:cubicBezTo>
                    <a:pt x="2979" y="5959"/>
                    <a:pt x="6703" y="2979"/>
                    <a:pt x="10428" y="2979"/>
                  </a:cubicBezTo>
                  <a:cubicBezTo>
                    <a:pt x="14897" y="2979"/>
                    <a:pt x="18621" y="5959"/>
                    <a:pt x="18621" y="11172"/>
                  </a:cubicBezTo>
                  <a:cubicBezTo>
                    <a:pt x="18621" y="15641"/>
                    <a:pt x="14897" y="18621"/>
                    <a:pt x="10428" y="18621"/>
                  </a:cubicBezTo>
                  <a:cubicBezTo>
                    <a:pt x="6703" y="18621"/>
                    <a:pt x="2979" y="15641"/>
                    <a:pt x="2979" y="1117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48" name="Shape 6648"/>
            <p:cNvSpPr/>
            <p:nvPr/>
          </p:nvSpPr>
          <p:spPr>
            <a:xfrm>
              <a:off x="0" y="272999"/>
              <a:ext cx="1099095" cy="8225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225"/>
                  </a:moveTo>
                  <a:cubicBezTo>
                    <a:pt x="21094" y="225"/>
                    <a:pt x="20925" y="0"/>
                    <a:pt x="20756" y="225"/>
                  </a:cubicBezTo>
                  <a:cubicBezTo>
                    <a:pt x="16369" y="1575"/>
                    <a:pt x="16369" y="1575"/>
                    <a:pt x="16369" y="1575"/>
                  </a:cubicBezTo>
                  <a:cubicBezTo>
                    <a:pt x="16031" y="1575"/>
                    <a:pt x="15862" y="2250"/>
                    <a:pt x="15862" y="2700"/>
                  </a:cubicBezTo>
                  <a:cubicBezTo>
                    <a:pt x="16031" y="3150"/>
                    <a:pt x="16369" y="3375"/>
                    <a:pt x="16706" y="3375"/>
                  </a:cubicBezTo>
                  <a:cubicBezTo>
                    <a:pt x="20250" y="2250"/>
                    <a:pt x="20250" y="2250"/>
                    <a:pt x="20250" y="2250"/>
                  </a:cubicBezTo>
                  <a:cubicBezTo>
                    <a:pt x="20250" y="18000"/>
                    <a:pt x="20250" y="18000"/>
                    <a:pt x="20250" y="18000"/>
                  </a:cubicBezTo>
                  <a:cubicBezTo>
                    <a:pt x="14681" y="19575"/>
                    <a:pt x="14681" y="19575"/>
                    <a:pt x="14681" y="19575"/>
                  </a:cubicBezTo>
                  <a:cubicBezTo>
                    <a:pt x="14681" y="8550"/>
                    <a:pt x="14681" y="8550"/>
                    <a:pt x="14681" y="8550"/>
                  </a:cubicBezTo>
                  <a:cubicBezTo>
                    <a:pt x="14681" y="8325"/>
                    <a:pt x="14512" y="8100"/>
                    <a:pt x="14344" y="8100"/>
                  </a:cubicBezTo>
                  <a:cubicBezTo>
                    <a:pt x="14175" y="8100"/>
                    <a:pt x="14006" y="8325"/>
                    <a:pt x="14006" y="8550"/>
                  </a:cubicBezTo>
                  <a:cubicBezTo>
                    <a:pt x="14006" y="19575"/>
                    <a:pt x="14006" y="19575"/>
                    <a:pt x="14006" y="19575"/>
                  </a:cubicBezTo>
                  <a:cubicBezTo>
                    <a:pt x="7256" y="16425"/>
                    <a:pt x="7256" y="16425"/>
                    <a:pt x="7256" y="16425"/>
                  </a:cubicBezTo>
                  <a:cubicBezTo>
                    <a:pt x="7256" y="8550"/>
                    <a:pt x="7256" y="8550"/>
                    <a:pt x="7256" y="8550"/>
                  </a:cubicBezTo>
                  <a:cubicBezTo>
                    <a:pt x="7256" y="8325"/>
                    <a:pt x="7088" y="8100"/>
                    <a:pt x="6919" y="8100"/>
                  </a:cubicBezTo>
                  <a:cubicBezTo>
                    <a:pt x="6750" y="8100"/>
                    <a:pt x="6581" y="8325"/>
                    <a:pt x="6581" y="8550"/>
                  </a:cubicBezTo>
                  <a:cubicBezTo>
                    <a:pt x="6581" y="16425"/>
                    <a:pt x="6581" y="16425"/>
                    <a:pt x="6581" y="16425"/>
                  </a:cubicBezTo>
                  <a:cubicBezTo>
                    <a:pt x="1350" y="19350"/>
                    <a:pt x="1350" y="19350"/>
                    <a:pt x="1350" y="19350"/>
                  </a:cubicBezTo>
                  <a:cubicBezTo>
                    <a:pt x="1350" y="3600"/>
                    <a:pt x="1350" y="3600"/>
                    <a:pt x="1350" y="3600"/>
                  </a:cubicBezTo>
                  <a:cubicBezTo>
                    <a:pt x="4894" y="1800"/>
                    <a:pt x="4894" y="1800"/>
                    <a:pt x="4894" y="1800"/>
                  </a:cubicBezTo>
                  <a:cubicBezTo>
                    <a:pt x="5231" y="1575"/>
                    <a:pt x="5400" y="1125"/>
                    <a:pt x="5231" y="675"/>
                  </a:cubicBezTo>
                  <a:cubicBezTo>
                    <a:pt x="5063" y="225"/>
                    <a:pt x="4725" y="0"/>
                    <a:pt x="4388" y="0"/>
                  </a:cubicBezTo>
                  <a:cubicBezTo>
                    <a:pt x="506" y="2250"/>
                    <a:pt x="506" y="2250"/>
                    <a:pt x="506" y="2250"/>
                  </a:cubicBezTo>
                  <a:cubicBezTo>
                    <a:pt x="169" y="2475"/>
                    <a:pt x="0" y="2700"/>
                    <a:pt x="0" y="3150"/>
                  </a:cubicBezTo>
                  <a:cubicBezTo>
                    <a:pt x="0" y="20700"/>
                    <a:pt x="0" y="20700"/>
                    <a:pt x="0" y="20700"/>
                  </a:cubicBezTo>
                  <a:cubicBezTo>
                    <a:pt x="0" y="20925"/>
                    <a:pt x="169" y="21375"/>
                    <a:pt x="338" y="21375"/>
                  </a:cubicBezTo>
                  <a:cubicBezTo>
                    <a:pt x="338" y="21600"/>
                    <a:pt x="506" y="21600"/>
                    <a:pt x="675" y="21600"/>
                  </a:cubicBezTo>
                  <a:cubicBezTo>
                    <a:pt x="844" y="21600"/>
                    <a:pt x="844" y="21600"/>
                    <a:pt x="1013" y="21600"/>
                  </a:cubicBezTo>
                  <a:cubicBezTo>
                    <a:pt x="6919" y="18225"/>
                    <a:pt x="6919" y="18225"/>
                    <a:pt x="6919" y="18225"/>
                  </a:cubicBezTo>
                  <a:cubicBezTo>
                    <a:pt x="14175" y="21600"/>
                    <a:pt x="14175" y="21600"/>
                    <a:pt x="14175" y="21600"/>
                  </a:cubicBezTo>
                  <a:cubicBezTo>
                    <a:pt x="14344" y="21600"/>
                    <a:pt x="14512" y="21600"/>
                    <a:pt x="14681" y="21600"/>
                  </a:cubicBezTo>
                  <a:cubicBezTo>
                    <a:pt x="21094" y="19575"/>
                    <a:pt x="21094" y="19575"/>
                    <a:pt x="21094" y="19575"/>
                  </a:cubicBezTo>
                  <a:cubicBezTo>
                    <a:pt x="21431" y="19350"/>
                    <a:pt x="21600" y="19125"/>
                    <a:pt x="21600" y="18675"/>
                  </a:cubicBezTo>
                  <a:cubicBezTo>
                    <a:pt x="21600" y="900"/>
                    <a:pt x="21600" y="900"/>
                    <a:pt x="21600" y="900"/>
                  </a:cubicBezTo>
                  <a:cubicBezTo>
                    <a:pt x="21600" y="675"/>
                    <a:pt x="21431" y="450"/>
                    <a:pt x="21262" y="22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650" name="Shape 6650"/>
          <p:cNvSpPr/>
          <p:nvPr/>
        </p:nvSpPr>
        <p:spPr>
          <a:xfrm>
            <a:off x="14058079" y="8400226"/>
            <a:ext cx="651712" cy="1100217"/>
          </a:xfrm>
          <a:custGeom>
            <a:avLst/>
            <a:gdLst/>
            <a:ahLst/>
            <a:cxnLst>
              <a:cxn ang="0">
                <a:pos x="wd2" y="hd2"/>
              </a:cxn>
              <a:cxn ang="5400000">
                <a:pos x="wd2" y="hd2"/>
              </a:cxn>
              <a:cxn ang="10800000">
                <a:pos x="wd2" y="hd2"/>
              </a:cxn>
              <a:cxn ang="16200000">
                <a:pos x="wd2" y="hd2"/>
              </a:cxn>
            </a:cxnLst>
            <a:rect l="0" t="0" r="r" b="b"/>
            <a:pathLst>
              <a:path w="21450" h="21600" fill="norm" stroke="1" extrusionOk="0">
                <a:moveTo>
                  <a:pt x="11925" y="1440"/>
                </a:moveTo>
                <a:cubicBezTo>
                  <a:pt x="11925" y="8640"/>
                  <a:pt x="11925" y="8640"/>
                  <a:pt x="11925" y="8640"/>
                </a:cubicBezTo>
                <a:cubicBezTo>
                  <a:pt x="19125" y="8640"/>
                  <a:pt x="19125" y="8640"/>
                  <a:pt x="19125" y="8640"/>
                </a:cubicBezTo>
                <a:cubicBezTo>
                  <a:pt x="9525" y="20160"/>
                  <a:pt x="9525" y="20160"/>
                  <a:pt x="9525" y="20160"/>
                </a:cubicBezTo>
                <a:cubicBezTo>
                  <a:pt x="9525" y="12960"/>
                  <a:pt x="9525" y="12960"/>
                  <a:pt x="9525" y="12960"/>
                </a:cubicBezTo>
                <a:cubicBezTo>
                  <a:pt x="2325" y="12960"/>
                  <a:pt x="2325" y="12960"/>
                  <a:pt x="2325" y="12960"/>
                </a:cubicBezTo>
                <a:cubicBezTo>
                  <a:pt x="11925" y="1440"/>
                  <a:pt x="11925" y="1440"/>
                  <a:pt x="11925" y="1440"/>
                </a:cubicBezTo>
                <a:moveTo>
                  <a:pt x="11925" y="0"/>
                </a:moveTo>
                <a:cubicBezTo>
                  <a:pt x="11025" y="0"/>
                  <a:pt x="10125" y="360"/>
                  <a:pt x="9825" y="720"/>
                </a:cubicBezTo>
                <a:cubicBezTo>
                  <a:pt x="225" y="12240"/>
                  <a:pt x="225" y="12240"/>
                  <a:pt x="225" y="12240"/>
                </a:cubicBezTo>
                <a:cubicBezTo>
                  <a:pt x="-75" y="12780"/>
                  <a:pt x="-75" y="13320"/>
                  <a:pt x="225" y="13680"/>
                </a:cubicBezTo>
                <a:cubicBezTo>
                  <a:pt x="825" y="14220"/>
                  <a:pt x="1425" y="14400"/>
                  <a:pt x="2325" y="14400"/>
                </a:cubicBezTo>
                <a:cubicBezTo>
                  <a:pt x="7125" y="14400"/>
                  <a:pt x="7125" y="14400"/>
                  <a:pt x="7125" y="14400"/>
                </a:cubicBezTo>
                <a:cubicBezTo>
                  <a:pt x="7125" y="20160"/>
                  <a:pt x="7125" y="20160"/>
                  <a:pt x="7125" y="20160"/>
                </a:cubicBezTo>
                <a:cubicBezTo>
                  <a:pt x="7125" y="20880"/>
                  <a:pt x="8025" y="21420"/>
                  <a:pt x="8925" y="21600"/>
                </a:cubicBezTo>
                <a:cubicBezTo>
                  <a:pt x="9225" y="21600"/>
                  <a:pt x="9225" y="21600"/>
                  <a:pt x="9525" y="21600"/>
                </a:cubicBezTo>
                <a:cubicBezTo>
                  <a:pt x="10425" y="21600"/>
                  <a:pt x="11325" y="21240"/>
                  <a:pt x="11625" y="20880"/>
                </a:cubicBezTo>
                <a:cubicBezTo>
                  <a:pt x="21225" y="9360"/>
                  <a:pt x="21225" y="9360"/>
                  <a:pt x="21225" y="9360"/>
                </a:cubicBezTo>
                <a:cubicBezTo>
                  <a:pt x="21525" y="8820"/>
                  <a:pt x="21525" y="8280"/>
                  <a:pt x="21225" y="7920"/>
                </a:cubicBezTo>
                <a:cubicBezTo>
                  <a:pt x="20625" y="7380"/>
                  <a:pt x="20025" y="7200"/>
                  <a:pt x="19125" y="7200"/>
                </a:cubicBezTo>
                <a:cubicBezTo>
                  <a:pt x="14325" y="7200"/>
                  <a:pt x="14325" y="7200"/>
                  <a:pt x="14325" y="7200"/>
                </a:cubicBezTo>
                <a:cubicBezTo>
                  <a:pt x="14325" y="1440"/>
                  <a:pt x="14325" y="1440"/>
                  <a:pt x="14325" y="1440"/>
                </a:cubicBezTo>
                <a:cubicBezTo>
                  <a:pt x="14325" y="720"/>
                  <a:pt x="13425" y="180"/>
                  <a:pt x="12525" y="0"/>
                </a:cubicBezTo>
                <a:cubicBezTo>
                  <a:pt x="12225" y="0"/>
                  <a:pt x="12225" y="0"/>
                  <a:pt x="11925"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651" name="Shape 6651"/>
          <p:cNvSpPr/>
          <p:nvPr/>
        </p:nvSpPr>
        <p:spPr>
          <a:xfrm>
            <a:off x="1860626" y="9880292"/>
            <a:ext cx="1061571" cy="1065575"/>
          </a:xfrm>
          <a:custGeom>
            <a:avLst/>
            <a:gdLst/>
            <a:ahLst/>
            <a:cxnLst>
              <a:cxn ang="0">
                <a:pos x="wd2" y="hd2"/>
              </a:cxn>
              <a:cxn ang="5400000">
                <a:pos x="wd2" y="hd2"/>
              </a:cxn>
              <a:cxn ang="10800000">
                <a:pos x="wd2" y="hd2"/>
              </a:cxn>
              <a:cxn ang="16200000">
                <a:pos x="wd2" y="hd2"/>
              </a:cxn>
            </a:cxnLst>
            <a:rect l="0" t="0" r="r" b="b"/>
            <a:pathLst>
              <a:path w="20144" h="20144" fill="norm" stroke="1" extrusionOk="0">
                <a:moveTo>
                  <a:pt x="1972" y="17208"/>
                </a:moveTo>
                <a:cubicBezTo>
                  <a:pt x="2936" y="18365"/>
                  <a:pt x="2936" y="18365"/>
                  <a:pt x="2936" y="18365"/>
                </a:cubicBezTo>
                <a:cubicBezTo>
                  <a:pt x="3322" y="18558"/>
                  <a:pt x="3708" y="18558"/>
                  <a:pt x="4093" y="18365"/>
                </a:cubicBezTo>
                <a:cubicBezTo>
                  <a:pt x="4093" y="18172"/>
                  <a:pt x="4093" y="18172"/>
                  <a:pt x="4093" y="18172"/>
                </a:cubicBezTo>
                <a:cubicBezTo>
                  <a:pt x="7372" y="20486"/>
                  <a:pt x="11615" y="20872"/>
                  <a:pt x="15086" y="18751"/>
                </a:cubicBezTo>
                <a:cubicBezTo>
                  <a:pt x="15472" y="18558"/>
                  <a:pt x="15665" y="18365"/>
                  <a:pt x="16051" y="18172"/>
                </a:cubicBezTo>
                <a:cubicBezTo>
                  <a:pt x="16051" y="18172"/>
                  <a:pt x="16051" y="18172"/>
                  <a:pt x="16051" y="18172"/>
                </a:cubicBezTo>
                <a:cubicBezTo>
                  <a:pt x="16436" y="18558"/>
                  <a:pt x="16822" y="18558"/>
                  <a:pt x="17208" y="18172"/>
                </a:cubicBezTo>
                <a:cubicBezTo>
                  <a:pt x="18365" y="17208"/>
                  <a:pt x="18365" y="17208"/>
                  <a:pt x="18365" y="17208"/>
                </a:cubicBezTo>
                <a:cubicBezTo>
                  <a:pt x="18558" y="16822"/>
                  <a:pt x="18558" y="16436"/>
                  <a:pt x="18365" y="16051"/>
                </a:cubicBezTo>
                <a:cubicBezTo>
                  <a:pt x="18172" y="16051"/>
                  <a:pt x="18172" y="16051"/>
                  <a:pt x="18172" y="16051"/>
                </a:cubicBezTo>
                <a:cubicBezTo>
                  <a:pt x="20486" y="12772"/>
                  <a:pt x="20872" y="8529"/>
                  <a:pt x="18751" y="5058"/>
                </a:cubicBezTo>
                <a:cubicBezTo>
                  <a:pt x="18558" y="4672"/>
                  <a:pt x="18365" y="4479"/>
                  <a:pt x="18172" y="4093"/>
                </a:cubicBezTo>
                <a:cubicBezTo>
                  <a:pt x="18172" y="3901"/>
                  <a:pt x="18172" y="3901"/>
                  <a:pt x="18172" y="3901"/>
                </a:cubicBezTo>
                <a:cubicBezTo>
                  <a:pt x="18558" y="3708"/>
                  <a:pt x="18558" y="3322"/>
                  <a:pt x="18172" y="2936"/>
                </a:cubicBezTo>
                <a:cubicBezTo>
                  <a:pt x="17208" y="1779"/>
                  <a:pt x="17208" y="1779"/>
                  <a:pt x="17208" y="1779"/>
                </a:cubicBezTo>
                <a:cubicBezTo>
                  <a:pt x="16822" y="1586"/>
                  <a:pt x="16436" y="1586"/>
                  <a:pt x="16051" y="1779"/>
                </a:cubicBezTo>
                <a:cubicBezTo>
                  <a:pt x="15858" y="1972"/>
                  <a:pt x="15858" y="1972"/>
                  <a:pt x="15858" y="1972"/>
                </a:cubicBezTo>
                <a:cubicBezTo>
                  <a:pt x="12772" y="-342"/>
                  <a:pt x="8529" y="-728"/>
                  <a:pt x="5058" y="1393"/>
                </a:cubicBezTo>
                <a:cubicBezTo>
                  <a:pt x="4672" y="1586"/>
                  <a:pt x="4479" y="1779"/>
                  <a:pt x="4093" y="1972"/>
                </a:cubicBezTo>
                <a:cubicBezTo>
                  <a:pt x="3901" y="1972"/>
                  <a:pt x="3901" y="1972"/>
                  <a:pt x="3901" y="1972"/>
                </a:cubicBezTo>
                <a:cubicBezTo>
                  <a:pt x="3708" y="1586"/>
                  <a:pt x="3322" y="1586"/>
                  <a:pt x="2936" y="1972"/>
                </a:cubicBezTo>
                <a:cubicBezTo>
                  <a:pt x="1779" y="2936"/>
                  <a:pt x="1779" y="2936"/>
                  <a:pt x="1779" y="2936"/>
                </a:cubicBezTo>
                <a:cubicBezTo>
                  <a:pt x="1586" y="3322"/>
                  <a:pt x="1586" y="3708"/>
                  <a:pt x="1779" y="4093"/>
                </a:cubicBezTo>
                <a:cubicBezTo>
                  <a:pt x="1972" y="4286"/>
                  <a:pt x="1972" y="4286"/>
                  <a:pt x="1972" y="4286"/>
                </a:cubicBezTo>
                <a:cubicBezTo>
                  <a:pt x="-342" y="7372"/>
                  <a:pt x="-728" y="11615"/>
                  <a:pt x="1393" y="15086"/>
                </a:cubicBezTo>
                <a:cubicBezTo>
                  <a:pt x="1586" y="15472"/>
                  <a:pt x="1779" y="15665"/>
                  <a:pt x="1972" y="16051"/>
                </a:cubicBezTo>
                <a:cubicBezTo>
                  <a:pt x="1972" y="16051"/>
                  <a:pt x="1972" y="16051"/>
                  <a:pt x="1972" y="16051"/>
                </a:cubicBezTo>
                <a:cubicBezTo>
                  <a:pt x="1586" y="16436"/>
                  <a:pt x="1586" y="16822"/>
                  <a:pt x="1972" y="17208"/>
                </a:cubicBezTo>
                <a:close/>
                <a:moveTo>
                  <a:pt x="14315" y="17401"/>
                </a:moveTo>
                <a:cubicBezTo>
                  <a:pt x="11422" y="19136"/>
                  <a:pt x="7951" y="18943"/>
                  <a:pt x="5251" y="17015"/>
                </a:cubicBezTo>
                <a:cubicBezTo>
                  <a:pt x="8143" y="14315"/>
                  <a:pt x="8143" y="14315"/>
                  <a:pt x="8143" y="14315"/>
                </a:cubicBezTo>
                <a:cubicBezTo>
                  <a:pt x="9301" y="14893"/>
                  <a:pt x="10843" y="14893"/>
                  <a:pt x="12001" y="14315"/>
                </a:cubicBezTo>
                <a:cubicBezTo>
                  <a:pt x="14893" y="17015"/>
                  <a:pt x="14893" y="17015"/>
                  <a:pt x="14893" y="17015"/>
                </a:cubicBezTo>
                <a:cubicBezTo>
                  <a:pt x="14701" y="17208"/>
                  <a:pt x="14508" y="17208"/>
                  <a:pt x="14315" y="17401"/>
                </a:cubicBezTo>
                <a:close/>
                <a:moveTo>
                  <a:pt x="7372" y="11615"/>
                </a:moveTo>
                <a:cubicBezTo>
                  <a:pt x="6601" y="10072"/>
                  <a:pt x="6986" y="8336"/>
                  <a:pt x="8529" y="7372"/>
                </a:cubicBezTo>
                <a:cubicBezTo>
                  <a:pt x="10072" y="6601"/>
                  <a:pt x="11808" y="6986"/>
                  <a:pt x="12772" y="8529"/>
                </a:cubicBezTo>
                <a:cubicBezTo>
                  <a:pt x="13543" y="9879"/>
                  <a:pt x="13158" y="11422"/>
                  <a:pt x="12193" y="12386"/>
                </a:cubicBezTo>
                <a:cubicBezTo>
                  <a:pt x="12193" y="12386"/>
                  <a:pt x="12193" y="12386"/>
                  <a:pt x="12193" y="12386"/>
                </a:cubicBezTo>
                <a:cubicBezTo>
                  <a:pt x="12001" y="12579"/>
                  <a:pt x="11808" y="12579"/>
                  <a:pt x="11615" y="12772"/>
                </a:cubicBezTo>
                <a:cubicBezTo>
                  <a:pt x="10265" y="13543"/>
                  <a:pt x="8722" y="13158"/>
                  <a:pt x="7758" y="12193"/>
                </a:cubicBezTo>
                <a:cubicBezTo>
                  <a:pt x="7758" y="12193"/>
                  <a:pt x="7758" y="12193"/>
                  <a:pt x="7758" y="12193"/>
                </a:cubicBezTo>
                <a:cubicBezTo>
                  <a:pt x="7565" y="12001"/>
                  <a:pt x="7565" y="11808"/>
                  <a:pt x="7372" y="11615"/>
                </a:cubicBezTo>
                <a:close/>
                <a:moveTo>
                  <a:pt x="17401" y="5829"/>
                </a:moveTo>
                <a:cubicBezTo>
                  <a:pt x="19136" y="8722"/>
                  <a:pt x="18943" y="12193"/>
                  <a:pt x="17015" y="14893"/>
                </a:cubicBezTo>
                <a:cubicBezTo>
                  <a:pt x="14315" y="12001"/>
                  <a:pt x="14315" y="12001"/>
                  <a:pt x="14315" y="12001"/>
                </a:cubicBezTo>
                <a:cubicBezTo>
                  <a:pt x="14893" y="10843"/>
                  <a:pt x="14893" y="9301"/>
                  <a:pt x="14315" y="8143"/>
                </a:cubicBezTo>
                <a:cubicBezTo>
                  <a:pt x="17015" y="5251"/>
                  <a:pt x="17015" y="5251"/>
                  <a:pt x="17015" y="5251"/>
                </a:cubicBezTo>
                <a:cubicBezTo>
                  <a:pt x="17208" y="5443"/>
                  <a:pt x="17208" y="5636"/>
                  <a:pt x="17401" y="5829"/>
                </a:cubicBezTo>
                <a:close/>
                <a:moveTo>
                  <a:pt x="5829" y="2743"/>
                </a:moveTo>
                <a:cubicBezTo>
                  <a:pt x="8722" y="1008"/>
                  <a:pt x="12193" y="1201"/>
                  <a:pt x="14893" y="3129"/>
                </a:cubicBezTo>
                <a:cubicBezTo>
                  <a:pt x="12001" y="5829"/>
                  <a:pt x="12001" y="5829"/>
                  <a:pt x="12001" y="5829"/>
                </a:cubicBezTo>
                <a:cubicBezTo>
                  <a:pt x="10843" y="5251"/>
                  <a:pt x="9301" y="5251"/>
                  <a:pt x="7951" y="5829"/>
                </a:cubicBezTo>
                <a:cubicBezTo>
                  <a:pt x="5251" y="3129"/>
                  <a:pt x="5251" y="3129"/>
                  <a:pt x="5251" y="3129"/>
                </a:cubicBezTo>
                <a:cubicBezTo>
                  <a:pt x="5443" y="2936"/>
                  <a:pt x="5636" y="2936"/>
                  <a:pt x="5829" y="2743"/>
                </a:cubicBezTo>
                <a:close/>
                <a:moveTo>
                  <a:pt x="2743" y="14315"/>
                </a:moveTo>
                <a:cubicBezTo>
                  <a:pt x="1008" y="11422"/>
                  <a:pt x="1201" y="7951"/>
                  <a:pt x="3129" y="5251"/>
                </a:cubicBezTo>
                <a:cubicBezTo>
                  <a:pt x="5829" y="8143"/>
                  <a:pt x="5829" y="8143"/>
                  <a:pt x="5829" y="8143"/>
                </a:cubicBezTo>
                <a:cubicBezTo>
                  <a:pt x="5251" y="9301"/>
                  <a:pt x="5251" y="10843"/>
                  <a:pt x="5829" y="12001"/>
                </a:cubicBezTo>
                <a:cubicBezTo>
                  <a:pt x="3129" y="14893"/>
                  <a:pt x="3129" y="14893"/>
                  <a:pt x="3129" y="14893"/>
                </a:cubicBezTo>
                <a:cubicBezTo>
                  <a:pt x="2936" y="14701"/>
                  <a:pt x="2936" y="14508"/>
                  <a:pt x="2743" y="14315"/>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56" name="Group 6656"/>
          <p:cNvGrpSpPr/>
          <p:nvPr/>
        </p:nvGrpSpPr>
        <p:grpSpPr>
          <a:xfrm>
            <a:off x="4842762" y="10007291"/>
            <a:ext cx="1002609" cy="839989"/>
            <a:chOff x="0" y="0"/>
            <a:chExt cx="1002608" cy="839987"/>
          </a:xfrm>
        </p:grpSpPr>
        <p:sp>
          <p:nvSpPr>
            <p:cNvPr id="6652" name="Shape 6652"/>
            <p:cNvSpPr/>
            <p:nvPr/>
          </p:nvSpPr>
          <p:spPr>
            <a:xfrm>
              <a:off x="399489" y="632111"/>
              <a:ext cx="203634" cy="207877"/>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53" name="Shape 6653"/>
            <p:cNvSpPr/>
            <p:nvPr/>
          </p:nvSpPr>
          <p:spPr>
            <a:xfrm>
              <a:off x="224869" y="394539"/>
              <a:ext cx="552874" cy="207878"/>
            </a:xfrm>
            <a:custGeom>
              <a:avLst/>
              <a:gdLst/>
              <a:ahLst/>
              <a:cxnLst>
                <a:cxn ang="0">
                  <a:pos x="wd2" y="hd2"/>
                </a:cxn>
                <a:cxn ang="5400000">
                  <a:pos x="wd2" y="hd2"/>
                </a:cxn>
                <a:cxn ang="10800000">
                  <a:pos x="wd2" y="hd2"/>
                </a:cxn>
                <a:cxn ang="16200000">
                  <a:pos x="wd2" y="hd2"/>
                </a:cxn>
              </a:cxnLst>
              <a:rect l="0" t="0" r="r" b="b"/>
              <a:pathLst>
                <a:path w="21325" h="21600" fill="norm" stroke="1" extrusionOk="0">
                  <a:moveTo>
                    <a:pt x="19863" y="21600"/>
                  </a:moveTo>
                  <a:cubicBezTo>
                    <a:pt x="19063" y="21600"/>
                    <a:pt x="18663" y="20520"/>
                    <a:pt x="18263" y="19440"/>
                  </a:cubicBezTo>
                  <a:cubicBezTo>
                    <a:pt x="16663" y="12960"/>
                    <a:pt x="13863" y="8640"/>
                    <a:pt x="10663" y="8640"/>
                  </a:cubicBezTo>
                  <a:cubicBezTo>
                    <a:pt x="7463" y="8640"/>
                    <a:pt x="4663" y="12960"/>
                    <a:pt x="3063" y="19440"/>
                  </a:cubicBezTo>
                  <a:cubicBezTo>
                    <a:pt x="2263" y="21600"/>
                    <a:pt x="1463" y="21600"/>
                    <a:pt x="663" y="20520"/>
                  </a:cubicBezTo>
                  <a:cubicBezTo>
                    <a:pt x="-137" y="18360"/>
                    <a:pt x="-137" y="16200"/>
                    <a:pt x="263" y="14040"/>
                  </a:cubicBezTo>
                  <a:cubicBezTo>
                    <a:pt x="2663" y="5400"/>
                    <a:pt x="6663" y="0"/>
                    <a:pt x="10663" y="0"/>
                  </a:cubicBezTo>
                  <a:cubicBezTo>
                    <a:pt x="14663" y="0"/>
                    <a:pt x="18663" y="5400"/>
                    <a:pt x="21063" y="14040"/>
                  </a:cubicBezTo>
                  <a:cubicBezTo>
                    <a:pt x="21463" y="16200"/>
                    <a:pt x="21463" y="18360"/>
                    <a:pt x="20663" y="20520"/>
                  </a:cubicBezTo>
                  <a:cubicBezTo>
                    <a:pt x="20263" y="20520"/>
                    <a:pt x="19863" y="21600"/>
                    <a:pt x="19863"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54" name="Shape 6654"/>
            <p:cNvSpPr/>
            <p:nvPr/>
          </p:nvSpPr>
          <p:spPr>
            <a:xfrm>
              <a:off x="0" y="0"/>
              <a:ext cx="1002609" cy="267270"/>
            </a:xfrm>
            <a:custGeom>
              <a:avLst/>
              <a:gdLst/>
              <a:ahLst/>
              <a:cxnLst>
                <a:cxn ang="0">
                  <a:pos x="wd2" y="hd2"/>
                </a:cxn>
                <a:cxn ang="5400000">
                  <a:pos x="wd2" y="hd2"/>
                </a:cxn>
                <a:cxn ang="10800000">
                  <a:pos x="wd2" y="hd2"/>
                </a:cxn>
                <a:cxn ang="16200000">
                  <a:pos x="wd2" y="hd2"/>
                </a:cxn>
              </a:cxnLst>
              <a:rect l="0" t="0" r="r" b="b"/>
              <a:pathLst>
                <a:path w="21449" h="21600" fill="norm" stroke="1" extrusionOk="0">
                  <a:moveTo>
                    <a:pt x="806" y="21600"/>
                  </a:moveTo>
                  <a:cubicBezTo>
                    <a:pt x="585" y="21600"/>
                    <a:pt x="365" y="20769"/>
                    <a:pt x="144" y="20769"/>
                  </a:cubicBezTo>
                  <a:cubicBezTo>
                    <a:pt x="-76" y="19108"/>
                    <a:pt x="-76" y="16615"/>
                    <a:pt x="365" y="15785"/>
                  </a:cubicBezTo>
                  <a:cubicBezTo>
                    <a:pt x="3230" y="5815"/>
                    <a:pt x="6757" y="0"/>
                    <a:pt x="10724" y="0"/>
                  </a:cubicBezTo>
                  <a:cubicBezTo>
                    <a:pt x="14691" y="0"/>
                    <a:pt x="18218" y="5815"/>
                    <a:pt x="21083" y="15785"/>
                  </a:cubicBezTo>
                  <a:cubicBezTo>
                    <a:pt x="21524" y="16615"/>
                    <a:pt x="21524" y="19108"/>
                    <a:pt x="21304" y="20769"/>
                  </a:cubicBezTo>
                  <a:cubicBezTo>
                    <a:pt x="20863" y="21600"/>
                    <a:pt x="20422" y="21600"/>
                    <a:pt x="19981" y="20769"/>
                  </a:cubicBezTo>
                  <a:cubicBezTo>
                    <a:pt x="17336" y="11631"/>
                    <a:pt x="14251" y="6646"/>
                    <a:pt x="10724" y="6646"/>
                  </a:cubicBezTo>
                  <a:cubicBezTo>
                    <a:pt x="7197" y="6646"/>
                    <a:pt x="4112" y="11631"/>
                    <a:pt x="1467" y="20769"/>
                  </a:cubicBezTo>
                  <a:cubicBezTo>
                    <a:pt x="1246" y="21600"/>
                    <a:pt x="1026" y="21600"/>
                    <a:pt x="806"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55" name="Shape 6655"/>
            <p:cNvSpPr/>
            <p:nvPr/>
          </p:nvSpPr>
          <p:spPr>
            <a:xfrm>
              <a:off x="109360" y="195148"/>
              <a:ext cx="783887" cy="236559"/>
            </a:xfrm>
            <a:custGeom>
              <a:avLst/>
              <a:gdLst/>
              <a:ahLst/>
              <a:cxnLst>
                <a:cxn ang="0">
                  <a:pos x="wd2" y="hd2"/>
                </a:cxn>
                <a:cxn ang="5400000">
                  <a:pos x="wd2" y="hd2"/>
                </a:cxn>
                <a:cxn ang="10800000">
                  <a:pos x="wd2" y="hd2"/>
                </a:cxn>
                <a:cxn ang="16200000">
                  <a:pos x="wd2" y="hd2"/>
                </a:cxn>
              </a:cxnLst>
              <a:rect l="0" t="0" r="r" b="b"/>
              <a:pathLst>
                <a:path w="21458" h="21130" fill="norm" stroke="1" extrusionOk="0">
                  <a:moveTo>
                    <a:pt x="20392" y="20661"/>
                  </a:moveTo>
                  <a:cubicBezTo>
                    <a:pt x="20108" y="20661"/>
                    <a:pt x="19824" y="20661"/>
                    <a:pt x="19540" y="19722"/>
                  </a:cubicBezTo>
                  <a:cubicBezTo>
                    <a:pt x="17266" y="12209"/>
                    <a:pt x="14140" y="7513"/>
                    <a:pt x="10729" y="7513"/>
                  </a:cubicBezTo>
                  <a:cubicBezTo>
                    <a:pt x="7318" y="7513"/>
                    <a:pt x="4192" y="12209"/>
                    <a:pt x="1918" y="19722"/>
                  </a:cubicBezTo>
                  <a:cubicBezTo>
                    <a:pt x="1350" y="21600"/>
                    <a:pt x="782" y="21600"/>
                    <a:pt x="213" y="19722"/>
                  </a:cubicBezTo>
                  <a:cubicBezTo>
                    <a:pt x="-71" y="17843"/>
                    <a:pt x="-71" y="15965"/>
                    <a:pt x="213" y="14087"/>
                  </a:cubicBezTo>
                  <a:cubicBezTo>
                    <a:pt x="3055" y="5635"/>
                    <a:pt x="6750" y="0"/>
                    <a:pt x="10729" y="0"/>
                  </a:cubicBezTo>
                  <a:cubicBezTo>
                    <a:pt x="14708" y="0"/>
                    <a:pt x="18403" y="5635"/>
                    <a:pt x="21245" y="14087"/>
                  </a:cubicBezTo>
                  <a:cubicBezTo>
                    <a:pt x="21529" y="15965"/>
                    <a:pt x="21529" y="17843"/>
                    <a:pt x="21245" y="19722"/>
                  </a:cubicBezTo>
                  <a:cubicBezTo>
                    <a:pt x="20961" y="20661"/>
                    <a:pt x="20676" y="20661"/>
                    <a:pt x="20392" y="2066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60" name="Group 6660"/>
          <p:cNvGrpSpPr/>
          <p:nvPr/>
        </p:nvGrpSpPr>
        <p:grpSpPr>
          <a:xfrm>
            <a:off x="7771584" y="9969962"/>
            <a:ext cx="1076924" cy="776019"/>
            <a:chOff x="0" y="0"/>
            <a:chExt cx="1076923" cy="776017"/>
          </a:xfrm>
        </p:grpSpPr>
        <p:sp>
          <p:nvSpPr>
            <p:cNvPr id="6657" name="Shape 6657"/>
            <p:cNvSpPr/>
            <p:nvPr/>
          </p:nvSpPr>
          <p:spPr>
            <a:xfrm>
              <a:off x="0" y="79185"/>
              <a:ext cx="463237" cy="6176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00" y="18900"/>
                  </a:moveTo>
                  <a:cubicBezTo>
                    <a:pt x="3600" y="18900"/>
                    <a:pt x="3600" y="18900"/>
                    <a:pt x="3600" y="18900"/>
                  </a:cubicBezTo>
                  <a:cubicBezTo>
                    <a:pt x="3600" y="2700"/>
                    <a:pt x="3600" y="2700"/>
                    <a:pt x="3600" y="2700"/>
                  </a:cubicBezTo>
                  <a:cubicBezTo>
                    <a:pt x="18000" y="2700"/>
                    <a:pt x="18000" y="2700"/>
                    <a:pt x="18000" y="2700"/>
                  </a:cubicBezTo>
                  <a:cubicBezTo>
                    <a:pt x="18900" y="2700"/>
                    <a:pt x="19800" y="2025"/>
                    <a:pt x="19800" y="1350"/>
                  </a:cubicBezTo>
                  <a:cubicBezTo>
                    <a:pt x="19800" y="675"/>
                    <a:pt x="18900" y="0"/>
                    <a:pt x="18000" y="0"/>
                  </a:cubicBezTo>
                  <a:cubicBezTo>
                    <a:pt x="3600" y="0"/>
                    <a:pt x="3600" y="0"/>
                    <a:pt x="3600" y="0"/>
                  </a:cubicBezTo>
                  <a:cubicBezTo>
                    <a:pt x="1800" y="0"/>
                    <a:pt x="0" y="1350"/>
                    <a:pt x="0" y="2700"/>
                  </a:cubicBezTo>
                  <a:cubicBezTo>
                    <a:pt x="0" y="18900"/>
                    <a:pt x="0" y="18900"/>
                    <a:pt x="0" y="18900"/>
                  </a:cubicBezTo>
                  <a:cubicBezTo>
                    <a:pt x="0" y="20250"/>
                    <a:pt x="1800" y="21600"/>
                    <a:pt x="3600" y="21600"/>
                  </a:cubicBezTo>
                  <a:cubicBezTo>
                    <a:pt x="19800" y="21600"/>
                    <a:pt x="19800" y="21600"/>
                    <a:pt x="19800" y="21600"/>
                  </a:cubicBezTo>
                  <a:cubicBezTo>
                    <a:pt x="20700" y="21600"/>
                    <a:pt x="21600" y="20925"/>
                    <a:pt x="21600" y="20250"/>
                  </a:cubicBezTo>
                  <a:cubicBezTo>
                    <a:pt x="21600" y="19575"/>
                    <a:pt x="20700" y="18900"/>
                    <a:pt x="19800" y="189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58" name="Shape 6658"/>
            <p:cNvSpPr/>
            <p:nvPr/>
          </p:nvSpPr>
          <p:spPr>
            <a:xfrm>
              <a:off x="578054" y="79185"/>
              <a:ext cx="498870" cy="6176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77" y="5400"/>
                  </a:moveTo>
                  <a:cubicBezTo>
                    <a:pt x="18277" y="2700"/>
                    <a:pt x="18277" y="2700"/>
                    <a:pt x="18277" y="2700"/>
                  </a:cubicBezTo>
                  <a:cubicBezTo>
                    <a:pt x="18277" y="1350"/>
                    <a:pt x="16615" y="0"/>
                    <a:pt x="14954" y="0"/>
                  </a:cubicBezTo>
                  <a:cubicBezTo>
                    <a:pt x="1662" y="0"/>
                    <a:pt x="1662" y="0"/>
                    <a:pt x="1662" y="0"/>
                  </a:cubicBezTo>
                  <a:cubicBezTo>
                    <a:pt x="831" y="0"/>
                    <a:pt x="0" y="675"/>
                    <a:pt x="0" y="1350"/>
                  </a:cubicBezTo>
                  <a:cubicBezTo>
                    <a:pt x="0" y="2025"/>
                    <a:pt x="831" y="2700"/>
                    <a:pt x="1662" y="2700"/>
                  </a:cubicBezTo>
                  <a:cubicBezTo>
                    <a:pt x="14954" y="2700"/>
                    <a:pt x="14954" y="2700"/>
                    <a:pt x="14954" y="2700"/>
                  </a:cubicBezTo>
                  <a:cubicBezTo>
                    <a:pt x="14954" y="6750"/>
                    <a:pt x="14954" y="6750"/>
                    <a:pt x="14954" y="6750"/>
                  </a:cubicBezTo>
                  <a:cubicBezTo>
                    <a:pt x="14954" y="14850"/>
                    <a:pt x="14954" y="14850"/>
                    <a:pt x="14954" y="14850"/>
                  </a:cubicBezTo>
                  <a:cubicBezTo>
                    <a:pt x="14954" y="18900"/>
                    <a:pt x="14954" y="18900"/>
                    <a:pt x="14954" y="18900"/>
                  </a:cubicBezTo>
                  <a:cubicBezTo>
                    <a:pt x="3323" y="18900"/>
                    <a:pt x="3323" y="18900"/>
                    <a:pt x="3323" y="18900"/>
                  </a:cubicBezTo>
                  <a:cubicBezTo>
                    <a:pt x="2492" y="18900"/>
                    <a:pt x="1662" y="19575"/>
                    <a:pt x="1662" y="20250"/>
                  </a:cubicBezTo>
                  <a:cubicBezTo>
                    <a:pt x="1662" y="20925"/>
                    <a:pt x="2492" y="21600"/>
                    <a:pt x="3323" y="21600"/>
                  </a:cubicBezTo>
                  <a:cubicBezTo>
                    <a:pt x="14954" y="21600"/>
                    <a:pt x="14954" y="21600"/>
                    <a:pt x="14954" y="21600"/>
                  </a:cubicBezTo>
                  <a:cubicBezTo>
                    <a:pt x="16615" y="21600"/>
                    <a:pt x="18277" y="20250"/>
                    <a:pt x="18277" y="18900"/>
                  </a:cubicBezTo>
                  <a:cubicBezTo>
                    <a:pt x="18277" y="16200"/>
                    <a:pt x="18277" y="16200"/>
                    <a:pt x="18277" y="16200"/>
                  </a:cubicBezTo>
                  <a:cubicBezTo>
                    <a:pt x="19938" y="16200"/>
                    <a:pt x="21600" y="14850"/>
                    <a:pt x="21600" y="13500"/>
                  </a:cubicBezTo>
                  <a:cubicBezTo>
                    <a:pt x="21600" y="8100"/>
                    <a:pt x="21600" y="8100"/>
                    <a:pt x="21600" y="8100"/>
                  </a:cubicBezTo>
                  <a:cubicBezTo>
                    <a:pt x="21600" y="6750"/>
                    <a:pt x="19938" y="5400"/>
                    <a:pt x="18277" y="54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59" name="Shape 6659"/>
            <p:cNvSpPr/>
            <p:nvPr/>
          </p:nvSpPr>
          <p:spPr>
            <a:xfrm>
              <a:off x="308823" y="0"/>
              <a:ext cx="423645" cy="7760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596"/>
                  </a:moveTo>
                  <a:lnTo>
                    <a:pt x="11708" y="8596"/>
                  </a:lnTo>
                  <a:lnTo>
                    <a:pt x="11708" y="0"/>
                  </a:lnTo>
                  <a:lnTo>
                    <a:pt x="0" y="12894"/>
                  </a:lnTo>
                  <a:lnTo>
                    <a:pt x="9892" y="12894"/>
                  </a:lnTo>
                  <a:lnTo>
                    <a:pt x="9892" y="21600"/>
                  </a:lnTo>
                  <a:lnTo>
                    <a:pt x="21600" y="8596"/>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63" name="Group 6663"/>
          <p:cNvGrpSpPr/>
          <p:nvPr/>
        </p:nvGrpSpPr>
        <p:grpSpPr>
          <a:xfrm>
            <a:off x="21921784" y="6826908"/>
            <a:ext cx="1055124" cy="1058538"/>
            <a:chOff x="0" y="0"/>
            <a:chExt cx="1055122" cy="1058536"/>
          </a:xfrm>
        </p:grpSpPr>
        <p:sp>
          <p:nvSpPr>
            <p:cNvPr id="6661" name="Shape 6661"/>
            <p:cNvSpPr/>
            <p:nvPr/>
          </p:nvSpPr>
          <p:spPr>
            <a:xfrm>
              <a:off x="0" y="0"/>
              <a:ext cx="1055123" cy="1058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00" y="0"/>
                  </a:moveTo>
                  <a:cubicBezTo>
                    <a:pt x="8944" y="0"/>
                    <a:pt x="5400" y="3544"/>
                    <a:pt x="5400" y="8100"/>
                  </a:cubicBezTo>
                  <a:cubicBezTo>
                    <a:pt x="5400" y="9450"/>
                    <a:pt x="5737" y="10800"/>
                    <a:pt x="6412" y="11812"/>
                  </a:cubicBezTo>
                  <a:cubicBezTo>
                    <a:pt x="675" y="17550"/>
                    <a:pt x="675" y="17550"/>
                    <a:pt x="675" y="17550"/>
                  </a:cubicBezTo>
                  <a:cubicBezTo>
                    <a:pt x="675" y="17550"/>
                    <a:pt x="675" y="17550"/>
                    <a:pt x="675" y="17550"/>
                  </a:cubicBezTo>
                  <a:cubicBezTo>
                    <a:pt x="337" y="17887"/>
                    <a:pt x="0" y="18562"/>
                    <a:pt x="0" y="19237"/>
                  </a:cubicBezTo>
                  <a:cubicBezTo>
                    <a:pt x="0" y="20587"/>
                    <a:pt x="1012" y="21600"/>
                    <a:pt x="2362" y="21600"/>
                  </a:cubicBezTo>
                  <a:cubicBezTo>
                    <a:pt x="3037" y="21600"/>
                    <a:pt x="3712" y="21262"/>
                    <a:pt x="4050" y="20925"/>
                  </a:cubicBezTo>
                  <a:cubicBezTo>
                    <a:pt x="4050" y="20925"/>
                    <a:pt x="4050" y="20925"/>
                    <a:pt x="4050" y="20925"/>
                  </a:cubicBezTo>
                  <a:cubicBezTo>
                    <a:pt x="9787" y="15187"/>
                    <a:pt x="9787" y="15187"/>
                    <a:pt x="9787" y="15187"/>
                  </a:cubicBezTo>
                  <a:cubicBezTo>
                    <a:pt x="10800" y="15862"/>
                    <a:pt x="12150" y="16200"/>
                    <a:pt x="13500" y="16200"/>
                  </a:cubicBezTo>
                  <a:cubicBezTo>
                    <a:pt x="18056" y="16200"/>
                    <a:pt x="21600" y="12656"/>
                    <a:pt x="21600" y="8100"/>
                  </a:cubicBezTo>
                  <a:cubicBezTo>
                    <a:pt x="21600" y="3544"/>
                    <a:pt x="18056" y="0"/>
                    <a:pt x="13500" y="0"/>
                  </a:cubicBezTo>
                  <a:close/>
                  <a:moveTo>
                    <a:pt x="3206" y="20081"/>
                  </a:moveTo>
                  <a:cubicBezTo>
                    <a:pt x="3037" y="20250"/>
                    <a:pt x="2700" y="20419"/>
                    <a:pt x="2362" y="20419"/>
                  </a:cubicBezTo>
                  <a:cubicBezTo>
                    <a:pt x="1687" y="20419"/>
                    <a:pt x="1181" y="19912"/>
                    <a:pt x="1181" y="19237"/>
                  </a:cubicBezTo>
                  <a:cubicBezTo>
                    <a:pt x="1181" y="18900"/>
                    <a:pt x="1350" y="18562"/>
                    <a:pt x="1519" y="18394"/>
                  </a:cubicBezTo>
                  <a:cubicBezTo>
                    <a:pt x="1519" y="18394"/>
                    <a:pt x="1519" y="18394"/>
                    <a:pt x="1519" y="18394"/>
                  </a:cubicBezTo>
                  <a:cubicBezTo>
                    <a:pt x="6919" y="12994"/>
                    <a:pt x="6919" y="12994"/>
                    <a:pt x="6919" y="12994"/>
                  </a:cubicBezTo>
                  <a:cubicBezTo>
                    <a:pt x="7425" y="13500"/>
                    <a:pt x="8100" y="14175"/>
                    <a:pt x="8606" y="14681"/>
                  </a:cubicBezTo>
                  <a:lnTo>
                    <a:pt x="3206" y="20081"/>
                  </a:lnTo>
                  <a:close/>
                  <a:moveTo>
                    <a:pt x="13500" y="14850"/>
                  </a:moveTo>
                  <a:cubicBezTo>
                    <a:pt x="9787" y="14850"/>
                    <a:pt x="6750" y="11812"/>
                    <a:pt x="6750" y="8100"/>
                  </a:cubicBezTo>
                  <a:cubicBezTo>
                    <a:pt x="6750" y="4388"/>
                    <a:pt x="9787" y="1350"/>
                    <a:pt x="13500" y="1350"/>
                  </a:cubicBezTo>
                  <a:cubicBezTo>
                    <a:pt x="17212" y="1350"/>
                    <a:pt x="20250" y="4388"/>
                    <a:pt x="20250" y="8100"/>
                  </a:cubicBezTo>
                  <a:cubicBezTo>
                    <a:pt x="20250" y="11812"/>
                    <a:pt x="17212" y="14850"/>
                    <a:pt x="13500" y="1485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62" name="Shape 6662"/>
            <p:cNvSpPr/>
            <p:nvPr/>
          </p:nvSpPr>
          <p:spPr>
            <a:xfrm>
              <a:off x="430243" y="167318"/>
              <a:ext cx="245855" cy="2458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0"/>
                  </a:moveTo>
                  <a:cubicBezTo>
                    <a:pt x="9360" y="0"/>
                    <a:pt x="0" y="9360"/>
                    <a:pt x="0" y="20160"/>
                  </a:cubicBezTo>
                  <a:cubicBezTo>
                    <a:pt x="0" y="20880"/>
                    <a:pt x="720" y="21600"/>
                    <a:pt x="1440" y="21600"/>
                  </a:cubicBezTo>
                  <a:cubicBezTo>
                    <a:pt x="2160" y="21600"/>
                    <a:pt x="2880" y="20880"/>
                    <a:pt x="2880" y="20160"/>
                  </a:cubicBezTo>
                  <a:cubicBezTo>
                    <a:pt x="2880" y="10800"/>
                    <a:pt x="10800" y="2880"/>
                    <a:pt x="20160" y="2880"/>
                  </a:cubicBezTo>
                  <a:cubicBezTo>
                    <a:pt x="20880" y="2880"/>
                    <a:pt x="21600" y="2160"/>
                    <a:pt x="21600" y="1440"/>
                  </a:cubicBezTo>
                  <a:cubicBezTo>
                    <a:pt x="21600" y="720"/>
                    <a:pt x="20880" y="0"/>
                    <a:pt x="2016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70" name="Group 6670"/>
          <p:cNvGrpSpPr/>
          <p:nvPr/>
        </p:nvGrpSpPr>
        <p:grpSpPr>
          <a:xfrm>
            <a:off x="6098239" y="9868158"/>
            <a:ext cx="1420478" cy="1065575"/>
            <a:chOff x="0" y="0"/>
            <a:chExt cx="1420476" cy="1065573"/>
          </a:xfrm>
        </p:grpSpPr>
        <p:sp>
          <p:nvSpPr>
            <p:cNvPr id="6664" name="Shape 6664"/>
            <p:cNvSpPr/>
            <p:nvPr/>
          </p:nvSpPr>
          <p:spPr>
            <a:xfrm rot="21036248">
              <a:off x="56801" y="250599"/>
              <a:ext cx="758175" cy="7581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8" y="8606"/>
                  </a:moveTo>
                  <a:cubicBezTo>
                    <a:pt x="18394" y="8100"/>
                    <a:pt x="18394" y="8100"/>
                    <a:pt x="18394" y="8100"/>
                  </a:cubicBezTo>
                  <a:cubicBezTo>
                    <a:pt x="18394" y="7763"/>
                    <a:pt x="18225" y="7594"/>
                    <a:pt x="18056" y="7256"/>
                  </a:cubicBezTo>
                  <a:cubicBezTo>
                    <a:pt x="19238" y="5569"/>
                    <a:pt x="19238" y="5569"/>
                    <a:pt x="19238" y="5569"/>
                  </a:cubicBezTo>
                  <a:cubicBezTo>
                    <a:pt x="19575" y="5063"/>
                    <a:pt x="19575" y="4219"/>
                    <a:pt x="19069" y="3881"/>
                  </a:cubicBezTo>
                  <a:cubicBezTo>
                    <a:pt x="17719" y="2531"/>
                    <a:pt x="17719" y="2531"/>
                    <a:pt x="17719" y="2531"/>
                  </a:cubicBezTo>
                  <a:cubicBezTo>
                    <a:pt x="17550" y="2194"/>
                    <a:pt x="17213" y="2194"/>
                    <a:pt x="16875" y="2194"/>
                  </a:cubicBezTo>
                  <a:cubicBezTo>
                    <a:pt x="16538" y="2194"/>
                    <a:pt x="16369" y="2194"/>
                    <a:pt x="16031" y="2363"/>
                  </a:cubicBezTo>
                  <a:cubicBezTo>
                    <a:pt x="14344" y="3544"/>
                    <a:pt x="14344" y="3544"/>
                    <a:pt x="14344" y="3544"/>
                  </a:cubicBezTo>
                  <a:cubicBezTo>
                    <a:pt x="14006" y="3375"/>
                    <a:pt x="13838"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2" y="2194"/>
                    <a:pt x="4725" y="2194"/>
                  </a:cubicBezTo>
                  <a:cubicBezTo>
                    <a:pt x="4387" y="2194"/>
                    <a:pt x="4050" y="2194"/>
                    <a:pt x="3881" y="2531"/>
                  </a:cubicBezTo>
                  <a:cubicBezTo>
                    <a:pt x="2531" y="3881"/>
                    <a:pt x="2531" y="3881"/>
                    <a:pt x="2531" y="3881"/>
                  </a:cubicBezTo>
                  <a:cubicBezTo>
                    <a:pt x="2025" y="4219"/>
                    <a:pt x="2025" y="5063"/>
                    <a:pt x="2362" y="5569"/>
                  </a:cubicBezTo>
                  <a:cubicBezTo>
                    <a:pt x="3544" y="7256"/>
                    <a:pt x="3544" y="7256"/>
                    <a:pt x="3544" y="7256"/>
                  </a:cubicBezTo>
                  <a:cubicBezTo>
                    <a:pt x="3375" y="7594"/>
                    <a:pt x="3206" y="7763"/>
                    <a:pt x="3206" y="8100"/>
                  </a:cubicBezTo>
                  <a:cubicBezTo>
                    <a:pt x="1012" y="8606"/>
                    <a:pt x="1012" y="8606"/>
                    <a:pt x="1012" y="8606"/>
                  </a:cubicBezTo>
                  <a:cubicBezTo>
                    <a:pt x="506" y="8606"/>
                    <a:pt x="0" y="9281"/>
                    <a:pt x="0" y="9956"/>
                  </a:cubicBezTo>
                  <a:cubicBezTo>
                    <a:pt x="0" y="11644"/>
                    <a:pt x="0" y="11644"/>
                    <a:pt x="0" y="11644"/>
                  </a:cubicBezTo>
                  <a:cubicBezTo>
                    <a:pt x="0" y="12319"/>
                    <a:pt x="506" y="12994"/>
                    <a:pt x="1012" y="12994"/>
                  </a:cubicBezTo>
                  <a:cubicBezTo>
                    <a:pt x="3206" y="13500"/>
                    <a:pt x="3206" y="13500"/>
                    <a:pt x="3206" y="13500"/>
                  </a:cubicBezTo>
                  <a:cubicBezTo>
                    <a:pt x="3206" y="13837"/>
                    <a:pt x="3375" y="14006"/>
                    <a:pt x="3544" y="14344"/>
                  </a:cubicBezTo>
                  <a:cubicBezTo>
                    <a:pt x="2362" y="16031"/>
                    <a:pt x="2362" y="16031"/>
                    <a:pt x="2362" y="16031"/>
                  </a:cubicBezTo>
                  <a:cubicBezTo>
                    <a:pt x="2025" y="16537"/>
                    <a:pt x="2025" y="17381"/>
                    <a:pt x="2531" y="17719"/>
                  </a:cubicBezTo>
                  <a:cubicBezTo>
                    <a:pt x="3881" y="19069"/>
                    <a:pt x="3881" y="19069"/>
                    <a:pt x="3881" y="19069"/>
                  </a:cubicBezTo>
                  <a:cubicBezTo>
                    <a:pt x="4050" y="19406"/>
                    <a:pt x="4387" y="19406"/>
                    <a:pt x="4725" y="19406"/>
                  </a:cubicBezTo>
                  <a:cubicBezTo>
                    <a:pt x="5062"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8" y="18394"/>
                    <a:pt x="14006" y="18225"/>
                    <a:pt x="14344" y="18056"/>
                  </a:cubicBezTo>
                  <a:cubicBezTo>
                    <a:pt x="16031" y="19237"/>
                    <a:pt x="16031" y="19237"/>
                    <a:pt x="16031" y="19237"/>
                  </a:cubicBezTo>
                  <a:cubicBezTo>
                    <a:pt x="16369" y="19406"/>
                    <a:pt x="16538" y="19406"/>
                    <a:pt x="16875" y="19406"/>
                  </a:cubicBezTo>
                  <a:cubicBezTo>
                    <a:pt x="17213" y="19406"/>
                    <a:pt x="17550" y="19406"/>
                    <a:pt x="17719" y="19069"/>
                  </a:cubicBezTo>
                  <a:cubicBezTo>
                    <a:pt x="19069" y="17719"/>
                    <a:pt x="19069" y="17719"/>
                    <a:pt x="19069" y="17719"/>
                  </a:cubicBezTo>
                  <a:cubicBezTo>
                    <a:pt x="19575" y="17381"/>
                    <a:pt x="19575" y="16537"/>
                    <a:pt x="19238" y="16031"/>
                  </a:cubicBezTo>
                  <a:cubicBezTo>
                    <a:pt x="18056" y="14344"/>
                    <a:pt x="18056" y="14344"/>
                    <a:pt x="18056" y="14344"/>
                  </a:cubicBezTo>
                  <a:cubicBezTo>
                    <a:pt x="18225" y="14006"/>
                    <a:pt x="18394" y="13837"/>
                    <a:pt x="18394" y="13500"/>
                  </a:cubicBezTo>
                  <a:cubicBezTo>
                    <a:pt x="20588" y="12994"/>
                    <a:pt x="20588" y="12994"/>
                    <a:pt x="20588" y="12994"/>
                  </a:cubicBezTo>
                  <a:cubicBezTo>
                    <a:pt x="21094" y="12994"/>
                    <a:pt x="21600" y="12319"/>
                    <a:pt x="21600" y="11644"/>
                  </a:cubicBezTo>
                  <a:cubicBezTo>
                    <a:pt x="21600" y="9956"/>
                    <a:pt x="21600" y="9956"/>
                    <a:pt x="21600" y="9956"/>
                  </a:cubicBezTo>
                  <a:cubicBezTo>
                    <a:pt x="21600" y="9281"/>
                    <a:pt x="21094" y="8606"/>
                    <a:pt x="20588" y="8606"/>
                  </a:cubicBezTo>
                  <a:close/>
                  <a:moveTo>
                    <a:pt x="18225" y="12150"/>
                  </a:moveTo>
                  <a:cubicBezTo>
                    <a:pt x="17719" y="12150"/>
                    <a:pt x="17381" y="12487"/>
                    <a:pt x="17213"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3" y="16706"/>
                    <a:pt x="14344" y="16706"/>
                  </a:cubicBezTo>
                  <a:cubicBezTo>
                    <a:pt x="14175" y="16706"/>
                    <a:pt x="14006" y="16706"/>
                    <a:pt x="13669" y="16875"/>
                  </a:cubicBezTo>
                  <a:cubicBezTo>
                    <a:pt x="13500" y="17044"/>
                    <a:pt x="13331" y="17044"/>
                    <a:pt x="12994" y="17212"/>
                  </a:cubicBezTo>
                  <a:cubicBezTo>
                    <a:pt x="12488"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3"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2"/>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8"/>
                  </a:cubicBezTo>
                  <a:cubicBezTo>
                    <a:pt x="9113"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8" y="4219"/>
                    <a:pt x="12994" y="4388"/>
                  </a:cubicBezTo>
                  <a:cubicBezTo>
                    <a:pt x="13331" y="4556"/>
                    <a:pt x="13500" y="4556"/>
                    <a:pt x="13669" y="4725"/>
                  </a:cubicBezTo>
                  <a:cubicBezTo>
                    <a:pt x="14006" y="4894"/>
                    <a:pt x="14175" y="4894"/>
                    <a:pt x="14344" y="4894"/>
                  </a:cubicBezTo>
                  <a:cubicBezTo>
                    <a:pt x="14513"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3" y="8606"/>
                  </a:cubicBezTo>
                  <a:cubicBezTo>
                    <a:pt x="17381" y="9112"/>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65" name="Shape 6665"/>
            <p:cNvSpPr/>
            <p:nvPr/>
          </p:nvSpPr>
          <p:spPr>
            <a:xfrm rot="21036248">
              <a:off x="272208" y="465606"/>
              <a:ext cx="330175" cy="3301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66" name="Shape 6666"/>
            <p:cNvSpPr/>
            <p:nvPr/>
          </p:nvSpPr>
          <p:spPr>
            <a:xfrm rot="21036248">
              <a:off x="343135" y="536532"/>
              <a:ext cx="188323" cy="1883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67" name="Shape 6667"/>
            <p:cNvSpPr/>
            <p:nvPr/>
          </p:nvSpPr>
          <p:spPr>
            <a:xfrm rot="21036248">
              <a:off x="737878" y="47575"/>
              <a:ext cx="635023" cy="6350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8606"/>
                  </a:moveTo>
                  <a:cubicBezTo>
                    <a:pt x="18394" y="8100"/>
                    <a:pt x="18394" y="8100"/>
                    <a:pt x="18394" y="8100"/>
                  </a:cubicBezTo>
                  <a:cubicBezTo>
                    <a:pt x="18394" y="7762"/>
                    <a:pt x="18225" y="7594"/>
                    <a:pt x="18056" y="7256"/>
                  </a:cubicBezTo>
                  <a:cubicBezTo>
                    <a:pt x="19237" y="5569"/>
                    <a:pt x="19237" y="5569"/>
                    <a:pt x="19237" y="5569"/>
                  </a:cubicBezTo>
                  <a:cubicBezTo>
                    <a:pt x="19575" y="5062"/>
                    <a:pt x="19575" y="4219"/>
                    <a:pt x="19069" y="3881"/>
                  </a:cubicBezTo>
                  <a:cubicBezTo>
                    <a:pt x="17719" y="2531"/>
                    <a:pt x="17719" y="2531"/>
                    <a:pt x="17719" y="2531"/>
                  </a:cubicBezTo>
                  <a:cubicBezTo>
                    <a:pt x="17550" y="2194"/>
                    <a:pt x="17213" y="2194"/>
                    <a:pt x="16875" y="2194"/>
                  </a:cubicBezTo>
                  <a:cubicBezTo>
                    <a:pt x="16538" y="2194"/>
                    <a:pt x="16369" y="2194"/>
                    <a:pt x="16031" y="2363"/>
                  </a:cubicBezTo>
                  <a:cubicBezTo>
                    <a:pt x="14344" y="3544"/>
                    <a:pt x="14344" y="3544"/>
                    <a:pt x="14344" y="3544"/>
                  </a:cubicBezTo>
                  <a:cubicBezTo>
                    <a:pt x="14006" y="3375"/>
                    <a:pt x="13837" y="3206"/>
                    <a:pt x="13500" y="3206"/>
                  </a:cubicBezTo>
                  <a:cubicBezTo>
                    <a:pt x="12994" y="1013"/>
                    <a:pt x="12994" y="1013"/>
                    <a:pt x="12994" y="1013"/>
                  </a:cubicBezTo>
                  <a:cubicBezTo>
                    <a:pt x="12994" y="506"/>
                    <a:pt x="12319" y="0"/>
                    <a:pt x="11644" y="0"/>
                  </a:cubicBezTo>
                  <a:cubicBezTo>
                    <a:pt x="9956" y="0"/>
                    <a:pt x="9956" y="0"/>
                    <a:pt x="9956" y="0"/>
                  </a:cubicBezTo>
                  <a:cubicBezTo>
                    <a:pt x="9281" y="0"/>
                    <a:pt x="8606" y="506"/>
                    <a:pt x="8606" y="1013"/>
                  </a:cubicBezTo>
                  <a:cubicBezTo>
                    <a:pt x="8100" y="3206"/>
                    <a:pt x="8100" y="3206"/>
                    <a:pt x="8100" y="3206"/>
                  </a:cubicBezTo>
                  <a:cubicBezTo>
                    <a:pt x="7762" y="3206"/>
                    <a:pt x="7594" y="3375"/>
                    <a:pt x="7256" y="3544"/>
                  </a:cubicBezTo>
                  <a:cubicBezTo>
                    <a:pt x="5569" y="2363"/>
                    <a:pt x="5569" y="2363"/>
                    <a:pt x="5569" y="2363"/>
                  </a:cubicBezTo>
                  <a:cubicBezTo>
                    <a:pt x="5231" y="2194"/>
                    <a:pt x="5062" y="2194"/>
                    <a:pt x="4725" y="2194"/>
                  </a:cubicBezTo>
                  <a:cubicBezTo>
                    <a:pt x="4387" y="2194"/>
                    <a:pt x="4050" y="2194"/>
                    <a:pt x="3881" y="2531"/>
                  </a:cubicBezTo>
                  <a:cubicBezTo>
                    <a:pt x="2531" y="3881"/>
                    <a:pt x="2531" y="3881"/>
                    <a:pt x="2531" y="3881"/>
                  </a:cubicBezTo>
                  <a:cubicBezTo>
                    <a:pt x="2025" y="4219"/>
                    <a:pt x="2025" y="5062"/>
                    <a:pt x="2362" y="5569"/>
                  </a:cubicBezTo>
                  <a:cubicBezTo>
                    <a:pt x="3544" y="7256"/>
                    <a:pt x="3544" y="7256"/>
                    <a:pt x="3544" y="7256"/>
                  </a:cubicBezTo>
                  <a:cubicBezTo>
                    <a:pt x="3375" y="7594"/>
                    <a:pt x="3206" y="7762"/>
                    <a:pt x="3206" y="8100"/>
                  </a:cubicBezTo>
                  <a:cubicBezTo>
                    <a:pt x="1012" y="8606"/>
                    <a:pt x="1012" y="8606"/>
                    <a:pt x="1012" y="8606"/>
                  </a:cubicBezTo>
                  <a:cubicBezTo>
                    <a:pt x="506" y="8606"/>
                    <a:pt x="0" y="9281"/>
                    <a:pt x="0" y="9956"/>
                  </a:cubicBezTo>
                  <a:cubicBezTo>
                    <a:pt x="0" y="11644"/>
                    <a:pt x="0" y="11644"/>
                    <a:pt x="0" y="11644"/>
                  </a:cubicBezTo>
                  <a:cubicBezTo>
                    <a:pt x="0" y="12319"/>
                    <a:pt x="506" y="12994"/>
                    <a:pt x="1012" y="12994"/>
                  </a:cubicBezTo>
                  <a:cubicBezTo>
                    <a:pt x="3206" y="13500"/>
                    <a:pt x="3206" y="13500"/>
                    <a:pt x="3206" y="13500"/>
                  </a:cubicBezTo>
                  <a:cubicBezTo>
                    <a:pt x="3206" y="13837"/>
                    <a:pt x="3375" y="14006"/>
                    <a:pt x="3544" y="14344"/>
                  </a:cubicBezTo>
                  <a:cubicBezTo>
                    <a:pt x="2362" y="16031"/>
                    <a:pt x="2362" y="16031"/>
                    <a:pt x="2362" y="16031"/>
                  </a:cubicBezTo>
                  <a:cubicBezTo>
                    <a:pt x="2025" y="16538"/>
                    <a:pt x="2025" y="17381"/>
                    <a:pt x="2531" y="17719"/>
                  </a:cubicBezTo>
                  <a:cubicBezTo>
                    <a:pt x="3881" y="19069"/>
                    <a:pt x="3881" y="19069"/>
                    <a:pt x="3881" y="19069"/>
                  </a:cubicBezTo>
                  <a:cubicBezTo>
                    <a:pt x="4050" y="19406"/>
                    <a:pt x="4387" y="19406"/>
                    <a:pt x="4725" y="19406"/>
                  </a:cubicBezTo>
                  <a:cubicBezTo>
                    <a:pt x="5062" y="19406"/>
                    <a:pt x="5231" y="19406"/>
                    <a:pt x="5569" y="19237"/>
                  </a:cubicBezTo>
                  <a:cubicBezTo>
                    <a:pt x="7256" y="18056"/>
                    <a:pt x="7256" y="18056"/>
                    <a:pt x="7256" y="18056"/>
                  </a:cubicBezTo>
                  <a:cubicBezTo>
                    <a:pt x="7594" y="18225"/>
                    <a:pt x="7762" y="18394"/>
                    <a:pt x="8100" y="18394"/>
                  </a:cubicBezTo>
                  <a:cubicBezTo>
                    <a:pt x="8606" y="20587"/>
                    <a:pt x="8606" y="20587"/>
                    <a:pt x="8606" y="20587"/>
                  </a:cubicBezTo>
                  <a:cubicBezTo>
                    <a:pt x="8606" y="21094"/>
                    <a:pt x="9281" y="21600"/>
                    <a:pt x="9956" y="21600"/>
                  </a:cubicBezTo>
                  <a:cubicBezTo>
                    <a:pt x="11644" y="21600"/>
                    <a:pt x="11644" y="21600"/>
                    <a:pt x="11644" y="21600"/>
                  </a:cubicBezTo>
                  <a:cubicBezTo>
                    <a:pt x="12319" y="21600"/>
                    <a:pt x="12994" y="21094"/>
                    <a:pt x="12994" y="20587"/>
                  </a:cubicBezTo>
                  <a:cubicBezTo>
                    <a:pt x="13500" y="18394"/>
                    <a:pt x="13500" y="18394"/>
                    <a:pt x="13500" y="18394"/>
                  </a:cubicBezTo>
                  <a:cubicBezTo>
                    <a:pt x="13837" y="18394"/>
                    <a:pt x="14006" y="18225"/>
                    <a:pt x="14344" y="18056"/>
                  </a:cubicBezTo>
                  <a:cubicBezTo>
                    <a:pt x="16031" y="19237"/>
                    <a:pt x="16031" y="19237"/>
                    <a:pt x="16031" y="19237"/>
                  </a:cubicBezTo>
                  <a:cubicBezTo>
                    <a:pt x="16369" y="19406"/>
                    <a:pt x="16538" y="19406"/>
                    <a:pt x="16875" y="19406"/>
                  </a:cubicBezTo>
                  <a:cubicBezTo>
                    <a:pt x="17213" y="19406"/>
                    <a:pt x="17550" y="19406"/>
                    <a:pt x="17719" y="19069"/>
                  </a:cubicBezTo>
                  <a:cubicBezTo>
                    <a:pt x="19069" y="17719"/>
                    <a:pt x="19069" y="17719"/>
                    <a:pt x="19069" y="17719"/>
                  </a:cubicBezTo>
                  <a:cubicBezTo>
                    <a:pt x="19575" y="17381"/>
                    <a:pt x="19575" y="16538"/>
                    <a:pt x="19237" y="16031"/>
                  </a:cubicBezTo>
                  <a:cubicBezTo>
                    <a:pt x="18056" y="14344"/>
                    <a:pt x="18056" y="14344"/>
                    <a:pt x="18056" y="14344"/>
                  </a:cubicBezTo>
                  <a:cubicBezTo>
                    <a:pt x="18225" y="14006"/>
                    <a:pt x="18394" y="13837"/>
                    <a:pt x="18394" y="13500"/>
                  </a:cubicBezTo>
                  <a:cubicBezTo>
                    <a:pt x="20587" y="12994"/>
                    <a:pt x="20587" y="12994"/>
                    <a:pt x="20587" y="12994"/>
                  </a:cubicBezTo>
                  <a:cubicBezTo>
                    <a:pt x="21094" y="12994"/>
                    <a:pt x="21600" y="12319"/>
                    <a:pt x="21600" y="11644"/>
                  </a:cubicBezTo>
                  <a:cubicBezTo>
                    <a:pt x="21600" y="9956"/>
                    <a:pt x="21600" y="9956"/>
                    <a:pt x="21600" y="9956"/>
                  </a:cubicBezTo>
                  <a:cubicBezTo>
                    <a:pt x="21600" y="9281"/>
                    <a:pt x="21094" y="8606"/>
                    <a:pt x="20587" y="8606"/>
                  </a:cubicBezTo>
                  <a:close/>
                  <a:moveTo>
                    <a:pt x="18225" y="12150"/>
                  </a:moveTo>
                  <a:cubicBezTo>
                    <a:pt x="17719" y="12150"/>
                    <a:pt x="17381" y="12487"/>
                    <a:pt x="17213" y="12994"/>
                  </a:cubicBezTo>
                  <a:cubicBezTo>
                    <a:pt x="17044" y="13331"/>
                    <a:pt x="17044" y="13500"/>
                    <a:pt x="16875" y="13669"/>
                  </a:cubicBezTo>
                  <a:cubicBezTo>
                    <a:pt x="16706" y="14175"/>
                    <a:pt x="16706" y="14681"/>
                    <a:pt x="17044" y="15019"/>
                  </a:cubicBezTo>
                  <a:cubicBezTo>
                    <a:pt x="18056" y="16875"/>
                    <a:pt x="18056" y="16875"/>
                    <a:pt x="18056" y="16875"/>
                  </a:cubicBezTo>
                  <a:cubicBezTo>
                    <a:pt x="16875" y="18056"/>
                    <a:pt x="16875" y="18056"/>
                    <a:pt x="16875" y="18056"/>
                  </a:cubicBezTo>
                  <a:cubicBezTo>
                    <a:pt x="15019" y="17044"/>
                    <a:pt x="15019" y="17044"/>
                    <a:pt x="15019" y="17044"/>
                  </a:cubicBezTo>
                  <a:cubicBezTo>
                    <a:pt x="14850" y="16875"/>
                    <a:pt x="14512" y="16706"/>
                    <a:pt x="14344" y="16706"/>
                  </a:cubicBezTo>
                  <a:cubicBezTo>
                    <a:pt x="14175" y="16706"/>
                    <a:pt x="14006" y="16706"/>
                    <a:pt x="13669" y="16875"/>
                  </a:cubicBezTo>
                  <a:cubicBezTo>
                    <a:pt x="13500" y="17044"/>
                    <a:pt x="13331" y="17044"/>
                    <a:pt x="12994" y="17212"/>
                  </a:cubicBezTo>
                  <a:cubicBezTo>
                    <a:pt x="12487" y="17381"/>
                    <a:pt x="12150" y="17719"/>
                    <a:pt x="12150" y="18225"/>
                  </a:cubicBezTo>
                  <a:cubicBezTo>
                    <a:pt x="11644" y="20250"/>
                    <a:pt x="11644" y="20250"/>
                    <a:pt x="11644" y="20250"/>
                  </a:cubicBezTo>
                  <a:cubicBezTo>
                    <a:pt x="9956" y="20250"/>
                    <a:pt x="9956" y="20250"/>
                    <a:pt x="9956" y="20250"/>
                  </a:cubicBezTo>
                  <a:cubicBezTo>
                    <a:pt x="9450" y="18225"/>
                    <a:pt x="9450" y="18225"/>
                    <a:pt x="9450" y="18225"/>
                  </a:cubicBezTo>
                  <a:cubicBezTo>
                    <a:pt x="9450" y="17719"/>
                    <a:pt x="9112" y="17381"/>
                    <a:pt x="8606" y="17212"/>
                  </a:cubicBezTo>
                  <a:cubicBezTo>
                    <a:pt x="8269" y="17044"/>
                    <a:pt x="8100" y="17044"/>
                    <a:pt x="7931" y="16875"/>
                  </a:cubicBezTo>
                  <a:cubicBezTo>
                    <a:pt x="7594" y="16706"/>
                    <a:pt x="7425" y="16706"/>
                    <a:pt x="7256" y="16706"/>
                  </a:cubicBezTo>
                  <a:cubicBezTo>
                    <a:pt x="7087" y="16706"/>
                    <a:pt x="6750" y="16875"/>
                    <a:pt x="6581" y="17044"/>
                  </a:cubicBezTo>
                  <a:cubicBezTo>
                    <a:pt x="4725" y="18056"/>
                    <a:pt x="4725" y="18056"/>
                    <a:pt x="4725" y="18056"/>
                  </a:cubicBezTo>
                  <a:cubicBezTo>
                    <a:pt x="3544" y="16875"/>
                    <a:pt x="3544" y="16875"/>
                    <a:pt x="3544" y="16875"/>
                  </a:cubicBezTo>
                  <a:cubicBezTo>
                    <a:pt x="4556" y="15019"/>
                    <a:pt x="4556" y="15019"/>
                    <a:pt x="4556" y="15019"/>
                  </a:cubicBezTo>
                  <a:cubicBezTo>
                    <a:pt x="4894" y="14681"/>
                    <a:pt x="4894" y="14175"/>
                    <a:pt x="4725" y="13669"/>
                  </a:cubicBezTo>
                  <a:cubicBezTo>
                    <a:pt x="4556" y="13500"/>
                    <a:pt x="4556" y="13331"/>
                    <a:pt x="4387" y="12994"/>
                  </a:cubicBezTo>
                  <a:cubicBezTo>
                    <a:pt x="4219" y="12487"/>
                    <a:pt x="3881" y="12150"/>
                    <a:pt x="3375" y="12150"/>
                  </a:cubicBezTo>
                  <a:cubicBezTo>
                    <a:pt x="1350" y="11644"/>
                    <a:pt x="1350" y="11644"/>
                    <a:pt x="1350" y="11644"/>
                  </a:cubicBezTo>
                  <a:cubicBezTo>
                    <a:pt x="1350" y="9956"/>
                    <a:pt x="1350" y="9956"/>
                    <a:pt x="1350" y="9956"/>
                  </a:cubicBezTo>
                  <a:cubicBezTo>
                    <a:pt x="3375" y="9450"/>
                    <a:pt x="3375" y="9450"/>
                    <a:pt x="3375" y="9450"/>
                  </a:cubicBezTo>
                  <a:cubicBezTo>
                    <a:pt x="3881" y="9450"/>
                    <a:pt x="4219" y="9113"/>
                    <a:pt x="4387" y="8606"/>
                  </a:cubicBezTo>
                  <a:cubicBezTo>
                    <a:pt x="4556" y="8269"/>
                    <a:pt x="4556" y="8100"/>
                    <a:pt x="4725" y="7931"/>
                  </a:cubicBezTo>
                  <a:cubicBezTo>
                    <a:pt x="4894" y="7425"/>
                    <a:pt x="4894" y="6919"/>
                    <a:pt x="4556" y="6581"/>
                  </a:cubicBezTo>
                  <a:cubicBezTo>
                    <a:pt x="3544" y="4725"/>
                    <a:pt x="3544" y="4725"/>
                    <a:pt x="3544" y="4725"/>
                  </a:cubicBezTo>
                  <a:cubicBezTo>
                    <a:pt x="4725" y="3544"/>
                    <a:pt x="4725" y="3544"/>
                    <a:pt x="4725" y="3544"/>
                  </a:cubicBezTo>
                  <a:cubicBezTo>
                    <a:pt x="6581" y="4556"/>
                    <a:pt x="6581" y="4556"/>
                    <a:pt x="6581" y="4556"/>
                  </a:cubicBezTo>
                  <a:cubicBezTo>
                    <a:pt x="6750" y="4725"/>
                    <a:pt x="7087" y="4894"/>
                    <a:pt x="7256" y="4894"/>
                  </a:cubicBezTo>
                  <a:cubicBezTo>
                    <a:pt x="7425" y="4894"/>
                    <a:pt x="7594" y="4894"/>
                    <a:pt x="7931" y="4725"/>
                  </a:cubicBezTo>
                  <a:cubicBezTo>
                    <a:pt x="8100" y="4556"/>
                    <a:pt x="8269" y="4556"/>
                    <a:pt x="8606" y="4388"/>
                  </a:cubicBezTo>
                  <a:cubicBezTo>
                    <a:pt x="9112" y="4219"/>
                    <a:pt x="9450" y="3881"/>
                    <a:pt x="9450" y="3375"/>
                  </a:cubicBezTo>
                  <a:cubicBezTo>
                    <a:pt x="9956" y="1350"/>
                    <a:pt x="9956" y="1350"/>
                    <a:pt x="9956" y="1350"/>
                  </a:cubicBezTo>
                  <a:cubicBezTo>
                    <a:pt x="11644" y="1350"/>
                    <a:pt x="11644" y="1350"/>
                    <a:pt x="11644" y="1350"/>
                  </a:cubicBezTo>
                  <a:cubicBezTo>
                    <a:pt x="12150" y="3375"/>
                    <a:pt x="12150" y="3375"/>
                    <a:pt x="12150" y="3375"/>
                  </a:cubicBezTo>
                  <a:cubicBezTo>
                    <a:pt x="12150" y="3881"/>
                    <a:pt x="12487" y="4219"/>
                    <a:pt x="12994" y="4388"/>
                  </a:cubicBezTo>
                  <a:cubicBezTo>
                    <a:pt x="13331" y="4556"/>
                    <a:pt x="13500" y="4556"/>
                    <a:pt x="13669" y="4725"/>
                  </a:cubicBezTo>
                  <a:cubicBezTo>
                    <a:pt x="14006" y="4894"/>
                    <a:pt x="14175" y="4894"/>
                    <a:pt x="14344" y="4894"/>
                  </a:cubicBezTo>
                  <a:cubicBezTo>
                    <a:pt x="14512" y="4894"/>
                    <a:pt x="14850" y="4725"/>
                    <a:pt x="15019" y="4556"/>
                  </a:cubicBezTo>
                  <a:cubicBezTo>
                    <a:pt x="16875" y="3544"/>
                    <a:pt x="16875" y="3544"/>
                    <a:pt x="16875" y="3544"/>
                  </a:cubicBezTo>
                  <a:cubicBezTo>
                    <a:pt x="18056" y="4725"/>
                    <a:pt x="18056" y="4725"/>
                    <a:pt x="18056" y="4725"/>
                  </a:cubicBezTo>
                  <a:cubicBezTo>
                    <a:pt x="17044" y="6581"/>
                    <a:pt x="17044" y="6581"/>
                    <a:pt x="17044" y="6581"/>
                  </a:cubicBezTo>
                  <a:cubicBezTo>
                    <a:pt x="16706" y="6919"/>
                    <a:pt x="16706" y="7425"/>
                    <a:pt x="16875" y="7931"/>
                  </a:cubicBezTo>
                  <a:cubicBezTo>
                    <a:pt x="17044" y="8100"/>
                    <a:pt x="17044" y="8269"/>
                    <a:pt x="17213" y="8606"/>
                  </a:cubicBezTo>
                  <a:cubicBezTo>
                    <a:pt x="17381" y="9113"/>
                    <a:pt x="17719" y="9450"/>
                    <a:pt x="18225" y="9450"/>
                  </a:cubicBezTo>
                  <a:cubicBezTo>
                    <a:pt x="20250" y="9956"/>
                    <a:pt x="20250" y="9956"/>
                    <a:pt x="20250" y="9956"/>
                  </a:cubicBezTo>
                  <a:cubicBezTo>
                    <a:pt x="20250" y="11644"/>
                    <a:pt x="20250" y="11644"/>
                    <a:pt x="20250" y="11644"/>
                  </a:cubicBezTo>
                  <a:lnTo>
                    <a:pt x="18225" y="1215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68" name="Shape 6668"/>
            <p:cNvSpPr/>
            <p:nvPr/>
          </p:nvSpPr>
          <p:spPr>
            <a:xfrm rot="21036248">
              <a:off x="918296" y="227658"/>
              <a:ext cx="276544" cy="2765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014" y="0"/>
                    <a:pt x="0" y="5014"/>
                    <a:pt x="0" y="10800"/>
                  </a:cubicBezTo>
                  <a:cubicBezTo>
                    <a:pt x="0" y="16586"/>
                    <a:pt x="5014" y="21600"/>
                    <a:pt x="10800" y="21600"/>
                  </a:cubicBezTo>
                  <a:cubicBezTo>
                    <a:pt x="16586" y="21600"/>
                    <a:pt x="21600" y="16586"/>
                    <a:pt x="21600" y="10800"/>
                  </a:cubicBezTo>
                  <a:cubicBezTo>
                    <a:pt x="21600" y="5014"/>
                    <a:pt x="16586" y="0"/>
                    <a:pt x="10800" y="0"/>
                  </a:cubicBezTo>
                  <a:close/>
                  <a:moveTo>
                    <a:pt x="10800" y="20443"/>
                  </a:moveTo>
                  <a:cubicBezTo>
                    <a:pt x="5400" y="20443"/>
                    <a:pt x="1543" y="16200"/>
                    <a:pt x="1543" y="10800"/>
                  </a:cubicBezTo>
                  <a:cubicBezTo>
                    <a:pt x="1543" y="5400"/>
                    <a:pt x="5400" y="1543"/>
                    <a:pt x="10800" y="1543"/>
                  </a:cubicBezTo>
                  <a:cubicBezTo>
                    <a:pt x="16200" y="1543"/>
                    <a:pt x="20443" y="5400"/>
                    <a:pt x="20443" y="10800"/>
                  </a:cubicBezTo>
                  <a:cubicBezTo>
                    <a:pt x="20443" y="16200"/>
                    <a:pt x="16200" y="20443"/>
                    <a:pt x="10800" y="2044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69" name="Shape 6669"/>
            <p:cNvSpPr/>
            <p:nvPr/>
          </p:nvSpPr>
          <p:spPr>
            <a:xfrm rot="21036248">
              <a:off x="977702" y="287064"/>
              <a:ext cx="157733" cy="157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0800" y="18900"/>
                  </a:moveTo>
                  <a:cubicBezTo>
                    <a:pt x="6075" y="18900"/>
                    <a:pt x="2700" y="15525"/>
                    <a:pt x="2700" y="10800"/>
                  </a:cubicBezTo>
                  <a:cubicBezTo>
                    <a:pt x="2700" y="6075"/>
                    <a:pt x="6075" y="2700"/>
                    <a:pt x="10800" y="2700"/>
                  </a:cubicBezTo>
                  <a:cubicBezTo>
                    <a:pt x="15525" y="2700"/>
                    <a:pt x="18900" y="6075"/>
                    <a:pt x="18900" y="10800"/>
                  </a:cubicBezTo>
                  <a:cubicBezTo>
                    <a:pt x="18900" y="15525"/>
                    <a:pt x="15525" y="18900"/>
                    <a:pt x="10800" y="189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73" name="Group 6673"/>
          <p:cNvGrpSpPr/>
          <p:nvPr/>
        </p:nvGrpSpPr>
        <p:grpSpPr>
          <a:xfrm>
            <a:off x="7334898" y="8329448"/>
            <a:ext cx="875128" cy="1152910"/>
            <a:chOff x="0" y="0"/>
            <a:chExt cx="875127" cy="1152908"/>
          </a:xfrm>
        </p:grpSpPr>
        <p:sp>
          <p:nvSpPr>
            <p:cNvPr id="6671" name="Shape 6671"/>
            <p:cNvSpPr/>
            <p:nvPr/>
          </p:nvSpPr>
          <p:spPr>
            <a:xfrm>
              <a:off x="0" y="0"/>
              <a:ext cx="875128" cy="11529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9" y="3496"/>
                  </a:moveTo>
                  <a:cubicBezTo>
                    <a:pt x="15943" y="3496"/>
                    <a:pt x="15943" y="3496"/>
                    <a:pt x="15943" y="3496"/>
                  </a:cubicBezTo>
                  <a:cubicBezTo>
                    <a:pt x="15943" y="3186"/>
                    <a:pt x="15943" y="3186"/>
                    <a:pt x="15943" y="3186"/>
                  </a:cubicBezTo>
                  <a:cubicBezTo>
                    <a:pt x="15943" y="2797"/>
                    <a:pt x="15531" y="2486"/>
                    <a:pt x="15017" y="2486"/>
                  </a:cubicBezTo>
                  <a:cubicBezTo>
                    <a:pt x="12857" y="2486"/>
                    <a:pt x="12857" y="2486"/>
                    <a:pt x="12857" y="2486"/>
                  </a:cubicBezTo>
                  <a:cubicBezTo>
                    <a:pt x="13063" y="2253"/>
                    <a:pt x="13166" y="2020"/>
                    <a:pt x="13166" y="1709"/>
                  </a:cubicBezTo>
                  <a:cubicBezTo>
                    <a:pt x="13166" y="777"/>
                    <a:pt x="12137" y="0"/>
                    <a:pt x="10800" y="0"/>
                  </a:cubicBezTo>
                  <a:cubicBezTo>
                    <a:pt x="9566" y="0"/>
                    <a:pt x="8537" y="777"/>
                    <a:pt x="8537" y="1709"/>
                  </a:cubicBezTo>
                  <a:cubicBezTo>
                    <a:pt x="8537" y="2020"/>
                    <a:pt x="8640" y="2253"/>
                    <a:pt x="8743" y="2486"/>
                  </a:cubicBezTo>
                  <a:cubicBezTo>
                    <a:pt x="6686" y="2486"/>
                    <a:pt x="6686" y="2486"/>
                    <a:pt x="6686" y="2486"/>
                  </a:cubicBezTo>
                  <a:cubicBezTo>
                    <a:pt x="6069" y="2486"/>
                    <a:pt x="5657" y="2797"/>
                    <a:pt x="5657" y="3186"/>
                  </a:cubicBezTo>
                  <a:cubicBezTo>
                    <a:pt x="5657" y="3496"/>
                    <a:pt x="5657" y="3496"/>
                    <a:pt x="5657" y="3496"/>
                  </a:cubicBezTo>
                  <a:cubicBezTo>
                    <a:pt x="1954" y="3496"/>
                    <a:pt x="1954" y="3496"/>
                    <a:pt x="1954" y="3496"/>
                  </a:cubicBezTo>
                  <a:cubicBezTo>
                    <a:pt x="823" y="3496"/>
                    <a:pt x="0" y="4118"/>
                    <a:pt x="0" y="4973"/>
                  </a:cubicBezTo>
                  <a:cubicBezTo>
                    <a:pt x="0" y="20124"/>
                    <a:pt x="0" y="20124"/>
                    <a:pt x="0" y="20124"/>
                  </a:cubicBezTo>
                  <a:cubicBezTo>
                    <a:pt x="0" y="20978"/>
                    <a:pt x="823" y="21600"/>
                    <a:pt x="1954" y="21600"/>
                  </a:cubicBezTo>
                  <a:cubicBezTo>
                    <a:pt x="19749" y="21600"/>
                    <a:pt x="19749" y="21600"/>
                    <a:pt x="19749" y="21600"/>
                  </a:cubicBezTo>
                  <a:cubicBezTo>
                    <a:pt x="20777" y="21600"/>
                    <a:pt x="21600" y="20978"/>
                    <a:pt x="21600" y="20124"/>
                  </a:cubicBezTo>
                  <a:cubicBezTo>
                    <a:pt x="21600" y="4973"/>
                    <a:pt x="21600" y="4973"/>
                    <a:pt x="21600" y="4973"/>
                  </a:cubicBezTo>
                  <a:cubicBezTo>
                    <a:pt x="21600" y="4118"/>
                    <a:pt x="20777" y="3496"/>
                    <a:pt x="19749" y="3496"/>
                  </a:cubicBezTo>
                  <a:close/>
                  <a:moveTo>
                    <a:pt x="10800" y="1010"/>
                  </a:moveTo>
                  <a:cubicBezTo>
                    <a:pt x="11417" y="1010"/>
                    <a:pt x="11829" y="1321"/>
                    <a:pt x="11829" y="1709"/>
                  </a:cubicBezTo>
                  <a:cubicBezTo>
                    <a:pt x="11829" y="2176"/>
                    <a:pt x="11417" y="2486"/>
                    <a:pt x="10800" y="2486"/>
                  </a:cubicBezTo>
                  <a:cubicBezTo>
                    <a:pt x="10286" y="2486"/>
                    <a:pt x="9874" y="2176"/>
                    <a:pt x="9874" y="1709"/>
                  </a:cubicBezTo>
                  <a:cubicBezTo>
                    <a:pt x="9874" y="1321"/>
                    <a:pt x="10286" y="1010"/>
                    <a:pt x="10800" y="1010"/>
                  </a:cubicBezTo>
                  <a:close/>
                  <a:moveTo>
                    <a:pt x="20160" y="20124"/>
                  </a:moveTo>
                  <a:cubicBezTo>
                    <a:pt x="20160" y="20279"/>
                    <a:pt x="19954" y="20435"/>
                    <a:pt x="19749" y="20435"/>
                  </a:cubicBezTo>
                  <a:cubicBezTo>
                    <a:pt x="1954" y="20435"/>
                    <a:pt x="1954" y="20435"/>
                    <a:pt x="1954" y="20435"/>
                  </a:cubicBezTo>
                  <a:cubicBezTo>
                    <a:pt x="1749" y="20435"/>
                    <a:pt x="1543" y="20279"/>
                    <a:pt x="1543" y="20124"/>
                  </a:cubicBezTo>
                  <a:cubicBezTo>
                    <a:pt x="1543" y="4973"/>
                    <a:pt x="1543" y="4973"/>
                    <a:pt x="1543" y="4973"/>
                  </a:cubicBezTo>
                  <a:cubicBezTo>
                    <a:pt x="1543" y="4740"/>
                    <a:pt x="1749" y="4584"/>
                    <a:pt x="1954" y="4584"/>
                  </a:cubicBezTo>
                  <a:cubicBezTo>
                    <a:pt x="2571" y="4584"/>
                    <a:pt x="2571" y="4584"/>
                    <a:pt x="2571" y="4584"/>
                  </a:cubicBezTo>
                  <a:cubicBezTo>
                    <a:pt x="3291" y="4584"/>
                    <a:pt x="3291" y="4584"/>
                    <a:pt x="3291" y="4584"/>
                  </a:cubicBezTo>
                  <a:cubicBezTo>
                    <a:pt x="5657" y="4584"/>
                    <a:pt x="5657" y="4584"/>
                    <a:pt x="5657" y="4584"/>
                  </a:cubicBezTo>
                  <a:cubicBezTo>
                    <a:pt x="5657" y="4895"/>
                    <a:pt x="5657" y="4895"/>
                    <a:pt x="5657" y="4895"/>
                  </a:cubicBezTo>
                  <a:cubicBezTo>
                    <a:pt x="5657" y="5283"/>
                    <a:pt x="6069" y="5594"/>
                    <a:pt x="6686" y="5594"/>
                  </a:cubicBezTo>
                  <a:cubicBezTo>
                    <a:pt x="15017" y="5594"/>
                    <a:pt x="15017" y="5594"/>
                    <a:pt x="15017" y="5594"/>
                  </a:cubicBezTo>
                  <a:cubicBezTo>
                    <a:pt x="15531" y="5594"/>
                    <a:pt x="15943" y="5283"/>
                    <a:pt x="15943" y="4895"/>
                  </a:cubicBezTo>
                  <a:cubicBezTo>
                    <a:pt x="15943" y="4584"/>
                    <a:pt x="15943" y="4584"/>
                    <a:pt x="15943" y="4584"/>
                  </a:cubicBezTo>
                  <a:cubicBezTo>
                    <a:pt x="18411" y="4584"/>
                    <a:pt x="18411" y="4584"/>
                    <a:pt x="18411" y="4584"/>
                  </a:cubicBezTo>
                  <a:cubicBezTo>
                    <a:pt x="19131" y="4584"/>
                    <a:pt x="19131" y="4584"/>
                    <a:pt x="19131" y="4584"/>
                  </a:cubicBezTo>
                  <a:cubicBezTo>
                    <a:pt x="19749" y="4584"/>
                    <a:pt x="19749" y="4584"/>
                    <a:pt x="19749" y="4584"/>
                  </a:cubicBezTo>
                  <a:cubicBezTo>
                    <a:pt x="19954" y="4584"/>
                    <a:pt x="20160" y="4740"/>
                    <a:pt x="20160" y="4973"/>
                  </a:cubicBezTo>
                  <a:lnTo>
                    <a:pt x="20160" y="2012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72" name="Shape 6672"/>
            <p:cNvSpPr/>
            <p:nvPr/>
          </p:nvSpPr>
          <p:spPr>
            <a:xfrm>
              <a:off x="179536" y="411970"/>
              <a:ext cx="517162" cy="475451"/>
            </a:xfrm>
            <a:custGeom>
              <a:avLst/>
              <a:gdLst/>
              <a:ahLst/>
              <a:cxnLst>
                <a:cxn ang="0">
                  <a:pos x="wd2" y="hd2"/>
                </a:cxn>
                <a:cxn ang="5400000">
                  <a:pos x="wd2" y="hd2"/>
                </a:cxn>
                <a:cxn ang="10800000">
                  <a:pos x="wd2" y="hd2"/>
                </a:cxn>
                <a:cxn ang="16200000">
                  <a:pos x="wd2" y="hd2"/>
                </a:cxn>
              </a:cxnLst>
              <a:rect l="0" t="0" r="r" b="b"/>
              <a:pathLst>
                <a:path w="21038" h="21315" fill="norm" stroke="1" extrusionOk="0">
                  <a:moveTo>
                    <a:pt x="20283" y="460"/>
                  </a:moveTo>
                  <a:cubicBezTo>
                    <a:pt x="19271" y="-285"/>
                    <a:pt x="18090" y="-99"/>
                    <a:pt x="17415" y="832"/>
                  </a:cubicBezTo>
                  <a:cubicBezTo>
                    <a:pt x="7121" y="14798"/>
                    <a:pt x="7121" y="14798"/>
                    <a:pt x="7121" y="14798"/>
                  </a:cubicBezTo>
                  <a:cubicBezTo>
                    <a:pt x="3746" y="10515"/>
                    <a:pt x="3746" y="10515"/>
                    <a:pt x="3746" y="10515"/>
                  </a:cubicBezTo>
                  <a:cubicBezTo>
                    <a:pt x="2902" y="9584"/>
                    <a:pt x="1721" y="9398"/>
                    <a:pt x="877" y="10143"/>
                  </a:cubicBezTo>
                  <a:cubicBezTo>
                    <a:pt x="-135" y="10887"/>
                    <a:pt x="-304" y="12005"/>
                    <a:pt x="540" y="12936"/>
                  </a:cubicBezTo>
                  <a:cubicBezTo>
                    <a:pt x="7290" y="21315"/>
                    <a:pt x="7290" y="21315"/>
                    <a:pt x="7290" y="21315"/>
                  </a:cubicBezTo>
                  <a:cubicBezTo>
                    <a:pt x="20621" y="3253"/>
                    <a:pt x="20621" y="3253"/>
                    <a:pt x="20621" y="3253"/>
                  </a:cubicBezTo>
                  <a:cubicBezTo>
                    <a:pt x="21296" y="2322"/>
                    <a:pt x="21127" y="1018"/>
                    <a:pt x="20283" y="46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77" name="Group 6677"/>
          <p:cNvGrpSpPr/>
          <p:nvPr/>
        </p:nvGrpSpPr>
        <p:grpSpPr>
          <a:xfrm>
            <a:off x="1881532" y="8400226"/>
            <a:ext cx="1058498" cy="1056754"/>
            <a:chOff x="0" y="0"/>
            <a:chExt cx="1058497" cy="1056753"/>
          </a:xfrm>
        </p:grpSpPr>
        <p:sp>
          <p:nvSpPr>
            <p:cNvPr id="6674" name="Shape 6674"/>
            <p:cNvSpPr/>
            <p:nvPr/>
          </p:nvSpPr>
          <p:spPr>
            <a:xfrm>
              <a:off x="12" y="0"/>
              <a:ext cx="1058473" cy="1056754"/>
            </a:xfrm>
            <a:custGeom>
              <a:avLst/>
              <a:gdLst/>
              <a:ahLst/>
              <a:cxnLst>
                <a:cxn ang="0">
                  <a:pos x="wd2" y="hd2"/>
                </a:cxn>
                <a:cxn ang="5400000">
                  <a:pos x="wd2" y="hd2"/>
                </a:cxn>
                <a:cxn ang="10800000">
                  <a:pos x="wd2" y="hd2"/>
                </a:cxn>
                <a:cxn ang="16200000">
                  <a:pos x="wd2" y="hd2"/>
                </a:cxn>
              </a:cxnLst>
              <a:rect l="0" t="0" r="r" b="b"/>
              <a:pathLst>
                <a:path w="20973" h="21600" fill="norm" stroke="1" extrusionOk="0">
                  <a:moveTo>
                    <a:pt x="4027" y="21600"/>
                  </a:moveTo>
                  <a:cubicBezTo>
                    <a:pt x="4027" y="21600"/>
                    <a:pt x="4027" y="21600"/>
                    <a:pt x="4027" y="21600"/>
                  </a:cubicBezTo>
                  <a:cubicBezTo>
                    <a:pt x="3498" y="21600"/>
                    <a:pt x="2968" y="21491"/>
                    <a:pt x="2439" y="21273"/>
                  </a:cubicBezTo>
                  <a:cubicBezTo>
                    <a:pt x="2333" y="21273"/>
                    <a:pt x="2227" y="21164"/>
                    <a:pt x="2227" y="20945"/>
                  </a:cubicBezTo>
                  <a:cubicBezTo>
                    <a:pt x="2227" y="20836"/>
                    <a:pt x="2227" y="20618"/>
                    <a:pt x="2333" y="20618"/>
                  </a:cubicBezTo>
                  <a:cubicBezTo>
                    <a:pt x="4133" y="18982"/>
                    <a:pt x="4133" y="18982"/>
                    <a:pt x="4133" y="18982"/>
                  </a:cubicBezTo>
                  <a:cubicBezTo>
                    <a:pt x="4133" y="17455"/>
                    <a:pt x="4133" y="17455"/>
                    <a:pt x="4133" y="17455"/>
                  </a:cubicBezTo>
                  <a:cubicBezTo>
                    <a:pt x="2545" y="17455"/>
                    <a:pt x="2545" y="17455"/>
                    <a:pt x="2545" y="17455"/>
                  </a:cubicBezTo>
                  <a:cubicBezTo>
                    <a:pt x="957" y="19309"/>
                    <a:pt x="957" y="19309"/>
                    <a:pt x="957" y="19309"/>
                  </a:cubicBezTo>
                  <a:cubicBezTo>
                    <a:pt x="851" y="19418"/>
                    <a:pt x="745" y="19418"/>
                    <a:pt x="639" y="19418"/>
                  </a:cubicBezTo>
                  <a:cubicBezTo>
                    <a:pt x="427" y="19418"/>
                    <a:pt x="321" y="19309"/>
                    <a:pt x="321" y="19091"/>
                  </a:cubicBezTo>
                  <a:cubicBezTo>
                    <a:pt x="-314" y="17564"/>
                    <a:pt x="4" y="15818"/>
                    <a:pt x="1168" y="14727"/>
                  </a:cubicBezTo>
                  <a:cubicBezTo>
                    <a:pt x="1910" y="13855"/>
                    <a:pt x="2862" y="13527"/>
                    <a:pt x="3921" y="13527"/>
                  </a:cubicBezTo>
                  <a:cubicBezTo>
                    <a:pt x="4345" y="13527"/>
                    <a:pt x="4768" y="13527"/>
                    <a:pt x="5192" y="13745"/>
                  </a:cubicBezTo>
                  <a:cubicBezTo>
                    <a:pt x="13345" y="5345"/>
                    <a:pt x="13345" y="5345"/>
                    <a:pt x="13345" y="5345"/>
                  </a:cubicBezTo>
                  <a:cubicBezTo>
                    <a:pt x="12815" y="3927"/>
                    <a:pt x="13133" y="2291"/>
                    <a:pt x="14298" y="1200"/>
                  </a:cubicBezTo>
                  <a:cubicBezTo>
                    <a:pt x="15039" y="436"/>
                    <a:pt x="15992" y="0"/>
                    <a:pt x="17051" y="0"/>
                  </a:cubicBezTo>
                  <a:cubicBezTo>
                    <a:pt x="17580" y="0"/>
                    <a:pt x="18110" y="109"/>
                    <a:pt x="18533" y="327"/>
                  </a:cubicBezTo>
                  <a:cubicBezTo>
                    <a:pt x="18745" y="327"/>
                    <a:pt x="18851" y="436"/>
                    <a:pt x="18851" y="655"/>
                  </a:cubicBezTo>
                  <a:cubicBezTo>
                    <a:pt x="18851" y="764"/>
                    <a:pt x="18851" y="873"/>
                    <a:pt x="18745" y="982"/>
                  </a:cubicBezTo>
                  <a:cubicBezTo>
                    <a:pt x="16945" y="2618"/>
                    <a:pt x="16945" y="2618"/>
                    <a:pt x="16945" y="2618"/>
                  </a:cubicBezTo>
                  <a:cubicBezTo>
                    <a:pt x="16945" y="4255"/>
                    <a:pt x="16945" y="4255"/>
                    <a:pt x="16945" y="4255"/>
                  </a:cubicBezTo>
                  <a:cubicBezTo>
                    <a:pt x="18427" y="4255"/>
                    <a:pt x="18427" y="4255"/>
                    <a:pt x="18427" y="4255"/>
                  </a:cubicBezTo>
                  <a:cubicBezTo>
                    <a:pt x="20015" y="2400"/>
                    <a:pt x="20015" y="2400"/>
                    <a:pt x="20015" y="2400"/>
                  </a:cubicBezTo>
                  <a:cubicBezTo>
                    <a:pt x="20015" y="2291"/>
                    <a:pt x="20227" y="2291"/>
                    <a:pt x="20333" y="2291"/>
                  </a:cubicBezTo>
                  <a:cubicBezTo>
                    <a:pt x="20545" y="2291"/>
                    <a:pt x="20651" y="2400"/>
                    <a:pt x="20651" y="2509"/>
                  </a:cubicBezTo>
                  <a:cubicBezTo>
                    <a:pt x="21286" y="4036"/>
                    <a:pt x="20968" y="5782"/>
                    <a:pt x="19804" y="6873"/>
                  </a:cubicBezTo>
                  <a:cubicBezTo>
                    <a:pt x="19062" y="7745"/>
                    <a:pt x="18110" y="8073"/>
                    <a:pt x="17051" y="8073"/>
                  </a:cubicBezTo>
                  <a:cubicBezTo>
                    <a:pt x="16627" y="8073"/>
                    <a:pt x="16204" y="8073"/>
                    <a:pt x="15780" y="7855"/>
                  </a:cubicBezTo>
                  <a:cubicBezTo>
                    <a:pt x="7627" y="16255"/>
                    <a:pt x="7627" y="16255"/>
                    <a:pt x="7627" y="16255"/>
                  </a:cubicBezTo>
                  <a:cubicBezTo>
                    <a:pt x="8157" y="17673"/>
                    <a:pt x="7839" y="19309"/>
                    <a:pt x="6780" y="20400"/>
                  </a:cubicBezTo>
                  <a:cubicBezTo>
                    <a:pt x="6039" y="21164"/>
                    <a:pt x="4980" y="21600"/>
                    <a:pt x="4027" y="21600"/>
                  </a:cubicBezTo>
                  <a:close/>
                  <a:moveTo>
                    <a:pt x="3498" y="20727"/>
                  </a:moveTo>
                  <a:cubicBezTo>
                    <a:pt x="4451" y="20836"/>
                    <a:pt x="5404" y="20509"/>
                    <a:pt x="6145" y="19855"/>
                  </a:cubicBezTo>
                  <a:cubicBezTo>
                    <a:pt x="6992" y="18873"/>
                    <a:pt x="7310" y="17564"/>
                    <a:pt x="6780" y="16255"/>
                  </a:cubicBezTo>
                  <a:cubicBezTo>
                    <a:pt x="6674" y="16145"/>
                    <a:pt x="6780" y="15927"/>
                    <a:pt x="6886" y="15818"/>
                  </a:cubicBezTo>
                  <a:cubicBezTo>
                    <a:pt x="15357" y="7091"/>
                    <a:pt x="15357" y="7091"/>
                    <a:pt x="15357" y="7091"/>
                  </a:cubicBezTo>
                  <a:cubicBezTo>
                    <a:pt x="15462" y="6982"/>
                    <a:pt x="15674" y="6873"/>
                    <a:pt x="15780" y="6982"/>
                  </a:cubicBezTo>
                  <a:cubicBezTo>
                    <a:pt x="16204" y="7200"/>
                    <a:pt x="16627" y="7200"/>
                    <a:pt x="17051" y="7200"/>
                  </a:cubicBezTo>
                  <a:cubicBezTo>
                    <a:pt x="17898" y="7200"/>
                    <a:pt x="18639" y="6873"/>
                    <a:pt x="19274" y="6327"/>
                  </a:cubicBezTo>
                  <a:cubicBezTo>
                    <a:pt x="19910" y="5564"/>
                    <a:pt x="20227" y="4582"/>
                    <a:pt x="20121" y="3600"/>
                  </a:cubicBezTo>
                  <a:cubicBezTo>
                    <a:pt x="18957" y="5018"/>
                    <a:pt x="18957" y="5018"/>
                    <a:pt x="18957" y="5018"/>
                  </a:cubicBezTo>
                  <a:cubicBezTo>
                    <a:pt x="18851" y="5127"/>
                    <a:pt x="18745" y="5127"/>
                    <a:pt x="18639" y="5127"/>
                  </a:cubicBezTo>
                  <a:cubicBezTo>
                    <a:pt x="16521" y="5127"/>
                    <a:pt x="16521" y="5127"/>
                    <a:pt x="16521" y="5127"/>
                  </a:cubicBezTo>
                  <a:cubicBezTo>
                    <a:pt x="16310" y="5127"/>
                    <a:pt x="16098" y="5018"/>
                    <a:pt x="16098" y="4691"/>
                  </a:cubicBezTo>
                  <a:cubicBezTo>
                    <a:pt x="16098" y="2400"/>
                    <a:pt x="16098" y="2400"/>
                    <a:pt x="16098" y="2400"/>
                  </a:cubicBezTo>
                  <a:cubicBezTo>
                    <a:pt x="16098" y="2291"/>
                    <a:pt x="16098" y="2182"/>
                    <a:pt x="16204" y="2073"/>
                  </a:cubicBezTo>
                  <a:cubicBezTo>
                    <a:pt x="17580" y="873"/>
                    <a:pt x="17580" y="873"/>
                    <a:pt x="17580" y="873"/>
                  </a:cubicBezTo>
                  <a:cubicBezTo>
                    <a:pt x="17368" y="873"/>
                    <a:pt x="17262" y="873"/>
                    <a:pt x="17051" y="873"/>
                  </a:cubicBezTo>
                  <a:cubicBezTo>
                    <a:pt x="16204" y="873"/>
                    <a:pt x="15462" y="1200"/>
                    <a:pt x="14827" y="1745"/>
                  </a:cubicBezTo>
                  <a:cubicBezTo>
                    <a:pt x="13980" y="2727"/>
                    <a:pt x="13662" y="4036"/>
                    <a:pt x="14192" y="5345"/>
                  </a:cubicBezTo>
                  <a:cubicBezTo>
                    <a:pt x="14298" y="5455"/>
                    <a:pt x="14192" y="5673"/>
                    <a:pt x="14086" y="5782"/>
                  </a:cubicBezTo>
                  <a:cubicBezTo>
                    <a:pt x="5615" y="14509"/>
                    <a:pt x="5615" y="14509"/>
                    <a:pt x="5615" y="14509"/>
                  </a:cubicBezTo>
                  <a:cubicBezTo>
                    <a:pt x="5510" y="14618"/>
                    <a:pt x="5298" y="14727"/>
                    <a:pt x="5192" y="14618"/>
                  </a:cubicBezTo>
                  <a:cubicBezTo>
                    <a:pt x="4768" y="14400"/>
                    <a:pt x="4345" y="14400"/>
                    <a:pt x="3921" y="14400"/>
                  </a:cubicBezTo>
                  <a:cubicBezTo>
                    <a:pt x="3074" y="14400"/>
                    <a:pt x="2333" y="14727"/>
                    <a:pt x="1698" y="15273"/>
                  </a:cubicBezTo>
                  <a:cubicBezTo>
                    <a:pt x="957" y="16036"/>
                    <a:pt x="745" y="17127"/>
                    <a:pt x="851" y="18109"/>
                  </a:cubicBezTo>
                  <a:cubicBezTo>
                    <a:pt x="2015" y="16691"/>
                    <a:pt x="2015" y="16691"/>
                    <a:pt x="2015" y="16691"/>
                  </a:cubicBezTo>
                  <a:cubicBezTo>
                    <a:pt x="2121" y="16582"/>
                    <a:pt x="2227" y="16582"/>
                    <a:pt x="2333" y="16582"/>
                  </a:cubicBezTo>
                  <a:cubicBezTo>
                    <a:pt x="4557" y="16582"/>
                    <a:pt x="4557" y="16582"/>
                    <a:pt x="4557" y="16582"/>
                  </a:cubicBezTo>
                  <a:cubicBezTo>
                    <a:pt x="4874" y="16582"/>
                    <a:pt x="4980" y="16800"/>
                    <a:pt x="4980" y="17018"/>
                  </a:cubicBezTo>
                  <a:cubicBezTo>
                    <a:pt x="4980" y="19200"/>
                    <a:pt x="4980" y="19200"/>
                    <a:pt x="4980" y="19200"/>
                  </a:cubicBezTo>
                  <a:cubicBezTo>
                    <a:pt x="4980" y="19309"/>
                    <a:pt x="4980" y="19418"/>
                    <a:pt x="4874" y="19527"/>
                  </a:cubicBezTo>
                  <a:lnTo>
                    <a:pt x="3498" y="20727"/>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75" name="Shape 6675"/>
            <p:cNvSpPr/>
            <p:nvPr/>
          </p:nvSpPr>
          <p:spPr>
            <a:xfrm>
              <a:off x="0" y="242"/>
              <a:ext cx="544822" cy="544822"/>
            </a:xfrm>
            <a:custGeom>
              <a:avLst/>
              <a:gdLst/>
              <a:ahLst/>
              <a:cxnLst>
                <a:cxn ang="0">
                  <a:pos x="wd2" y="hd2"/>
                </a:cxn>
                <a:cxn ang="5400000">
                  <a:pos x="wd2" y="hd2"/>
                </a:cxn>
                <a:cxn ang="10800000">
                  <a:pos x="wd2" y="hd2"/>
                </a:cxn>
                <a:cxn ang="16200000">
                  <a:pos x="wd2" y="hd2"/>
                </a:cxn>
              </a:cxnLst>
              <a:rect l="0" t="0" r="r" b="b"/>
              <a:pathLst>
                <a:path w="20991" h="20991" fill="norm" stroke="1" extrusionOk="0">
                  <a:moveTo>
                    <a:pt x="16054" y="20991"/>
                  </a:moveTo>
                  <a:cubicBezTo>
                    <a:pt x="10088" y="15025"/>
                    <a:pt x="10088" y="15025"/>
                    <a:pt x="10088" y="15025"/>
                  </a:cubicBezTo>
                  <a:cubicBezTo>
                    <a:pt x="7414" y="15848"/>
                    <a:pt x="4328" y="15231"/>
                    <a:pt x="2271" y="13174"/>
                  </a:cubicBezTo>
                  <a:cubicBezTo>
                    <a:pt x="8" y="10911"/>
                    <a:pt x="-609" y="7620"/>
                    <a:pt x="625" y="4740"/>
                  </a:cubicBezTo>
                  <a:cubicBezTo>
                    <a:pt x="625" y="4534"/>
                    <a:pt x="831" y="4328"/>
                    <a:pt x="1242" y="4328"/>
                  </a:cubicBezTo>
                  <a:cubicBezTo>
                    <a:pt x="1448" y="4328"/>
                    <a:pt x="1860" y="4328"/>
                    <a:pt x="1860" y="4534"/>
                  </a:cubicBezTo>
                  <a:cubicBezTo>
                    <a:pt x="4945" y="8031"/>
                    <a:pt x="4945" y="8031"/>
                    <a:pt x="4945" y="8031"/>
                  </a:cubicBezTo>
                  <a:cubicBezTo>
                    <a:pt x="8031" y="8031"/>
                    <a:pt x="8031" y="8031"/>
                    <a:pt x="8031" y="8031"/>
                  </a:cubicBezTo>
                  <a:cubicBezTo>
                    <a:pt x="8031" y="4945"/>
                    <a:pt x="8031" y="4945"/>
                    <a:pt x="8031" y="4945"/>
                  </a:cubicBezTo>
                  <a:cubicBezTo>
                    <a:pt x="4534" y="1860"/>
                    <a:pt x="4534" y="1860"/>
                    <a:pt x="4534" y="1860"/>
                  </a:cubicBezTo>
                  <a:cubicBezTo>
                    <a:pt x="4328" y="1860"/>
                    <a:pt x="4328" y="1448"/>
                    <a:pt x="4328" y="1242"/>
                  </a:cubicBezTo>
                  <a:cubicBezTo>
                    <a:pt x="4328" y="831"/>
                    <a:pt x="4534" y="625"/>
                    <a:pt x="4740" y="625"/>
                  </a:cubicBezTo>
                  <a:cubicBezTo>
                    <a:pt x="7620" y="-609"/>
                    <a:pt x="10911" y="8"/>
                    <a:pt x="12968" y="2271"/>
                  </a:cubicBezTo>
                  <a:cubicBezTo>
                    <a:pt x="15231" y="4328"/>
                    <a:pt x="15848" y="7414"/>
                    <a:pt x="14820" y="10088"/>
                  </a:cubicBezTo>
                  <a:cubicBezTo>
                    <a:pt x="20991" y="16054"/>
                    <a:pt x="20991" y="16054"/>
                    <a:pt x="20991" y="16054"/>
                  </a:cubicBezTo>
                  <a:cubicBezTo>
                    <a:pt x="19757" y="17288"/>
                    <a:pt x="19757" y="17288"/>
                    <a:pt x="19757" y="17288"/>
                  </a:cubicBezTo>
                  <a:cubicBezTo>
                    <a:pt x="13380" y="10911"/>
                    <a:pt x="13380" y="10911"/>
                    <a:pt x="13380" y="10911"/>
                  </a:cubicBezTo>
                  <a:cubicBezTo>
                    <a:pt x="13174" y="10705"/>
                    <a:pt x="12968" y="10294"/>
                    <a:pt x="13174" y="10088"/>
                  </a:cubicBezTo>
                  <a:cubicBezTo>
                    <a:pt x="14202" y="7620"/>
                    <a:pt x="13585" y="5151"/>
                    <a:pt x="11940" y="3300"/>
                  </a:cubicBezTo>
                  <a:cubicBezTo>
                    <a:pt x="10500" y="2065"/>
                    <a:pt x="8648" y="1448"/>
                    <a:pt x="6797" y="1654"/>
                  </a:cubicBezTo>
                  <a:cubicBezTo>
                    <a:pt x="9471" y="3917"/>
                    <a:pt x="9471" y="3917"/>
                    <a:pt x="9471" y="3917"/>
                  </a:cubicBezTo>
                  <a:cubicBezTo>
                    <a:pt x="9677" y="4122"/>
                    <a:pt x="9677" y="4328"/>
                    <a:pt x="9677" y="4534"/>
                  </a:cubicBezTo>
                  <a:cubicBezTo>
                    <a:pt x="9677" y="8854"/>
                    <a:pt x="9677" y="8854"/>
                    <a:pt x="9677" y="8854"/>
                  </a:cubicBezTo>
                  <a:cubicBezTo>
                    <a:pt x="9677" y="9471"/>
                    <a:pt x="9471" y="9677"/>
                    <a:pt x="8854" y="9677"/>
                  </a:cubicBezTo>
                  <a:cubicBezTo>
                    <a:pt x="4534" y="9677"/>
                    <a:pt x="4534" y="9677"/>
                    <a:pt x="4534" y="9677"/>
                  </a:cubicBezTo>
                  <a:cubicBezTo>
                    <a:pt x="4328" y="9677"/>
                    <a:pt x="4122" y="9677"/>
                    <a:pt x="3917" y="9471"/>
                  </a:cubicBezTo>
                  <a:cubicBezTo>
                    <a:pt x="1654" y="6797"/>
                    <a:pt x="1654" y="6797"/>
                    <a:pt x="1654" y="6797"/>
                  </a:cubicBezTo>
                  <a:cubicBezTo>
                    <a:pt x="1448" y="8648"/>
                    <a:pt x="2065" y="10500"/>
                    <a:pt x="3300" y="11940"/>
                  </a:cubicBezTo>
                  <a:cubicBezTo>
                    <a:pt x="5151" y="13791"/>
                    <a:pt x="7620" y="14202"/>
                    <a:pt x="10088" y="13174"/>
                  </a:cubicBezTo>
                  <a:cubicBezTo>
                    <a:pt x="10294" y="13174"/>
                    <a:pt x="10705" y="13174"/>
                    <a:pt x="10911" y="13380"/>
                  </a:cubicBezTo>
                  <a:cubicBezTo>
                    <a:pt x="17288" y="19757"/>
                    <a:pt x="17288" y="19757"/>
                    <a:pt x="17288" y="19757"/>
                  </a:cubicBezTo>
                  <a:lnTo>
                    <a:pt x="16054" y="2099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76" name="Shape 6676"/>
            <p:cNvSpPr/>
            <p:nvPr/>
          </p:nvSpPr>
          <p:spPr>
            <a:xfrm>
              <a:off x="513676" y="513915"/>
              <a:ext cx="544822" cy="542839"/>
            </a:xfrm>
            <a:custGeom>
              <a:avLst/>
              <a:gdLst/>
              <a:ahLst/>
              <a:cxnLst>
                <a:cxn ang="0">
                  <a:pos x="wd2" y="hd2"/>
                </a:cxn>
                <a:cxn ang="5400000">
                  <a:pos x="wd2" y="hd2"/>
                </a:cxn>
                <a:cxn ang="10800000">
                  <a:pos x="wd2" y="hd2"/>
                </a:cxn>
                <a:cxn ang="16200000">
                  <a:pos x="wd2" y="hd2"/>
                </a:cxn>
              </a:cxnLst>
              <a:rect l="0" t="0" r="r" b="b"/>
              <a:pathLst>
                <a:path w="20991" h="21600" fill="norm" stroke="1" extrusionOk="0">
                  <a:moveTo>
                    <a:pt x="13371" y="21600"/>
                  </a:moveTo>
                  <a:cubicBezTo>
                    <a:pt x="11314" y="21600"/>
                    <a:pt x="9463" y="20753"/>
                    <a:pt x="8023" y="19271"/>
                  </a:cubicBezTo>
                  <a:cubicBezTo>
                    <a:pt x="5760" y="17153"/>
                    <a:pt x="5143" y="13976"/>
                    <a:pt x="6171" y="11224"/>
                  </a:cubicBezTo>
                  <a:cubicBezTo>
                    <a:pt x="0" y="5082"/>
                    <a:pt x="0" y="5082"/>
                    <a:pt x="0" y="5082"/>
                  </a:cubicBezTo>
                  <a:cubicBezTo>
                    <a:pt x="1234" y="3812"/>
                    <a:pt x="1234" y="3812"/>
                    <a:pt x="1234" y="3812"/>
                  </a:cubicBezTo>
                  <a:cubicBezTo>
                    <a:pt x="7611" y="10376"/>
                    <a:pt x="7611" y="10376"/>
                    <a:pt x="7611" y="10376"/>
                  </a:cubicBezTo>
                  <a:cubicBezTo>
                    <a:pt x="7817" y="10588"/>
                    <a:pt x="8023" y="11012"/>
                    <a:pt x="7817" y="11224"/>
                  </a:cubicBezTo>
                  <a:cubicBezTo>
                    <a:pt x="6789" y="13765"/>
                    <a:pt x="7406" y="16306"/>
                    <a:pt x="9051" y="18212"/>
                  </a:cubicBezTo>
                  <a:cubicBezTo>
                    <a:pt x="10491" y="19694"/>
                    <a:pt x="12549" y="20118"/>
                    <a:pt x="14400" y="19906"/>
                  </a:cubicBezTo>
                  <a:cubicBezTo>
                    <a:pt x="11726" y="17576"/>
                    <a:pt x="11726" y="17576"/>
                    <a:pt x="11726" y="17576"/>
                  </a:cubicBezTo>
                  <a:cubicBezTo>
                    <a:pt x="11520" y="17365"/>
                    <a:pt x="11520" y="17153"/>
                    <a:pt x="11520" y="16941"/>
                  </a:cubicBezTo>
                  <a:cubicBezTo>
                    <a:pt x="11520" y="12706"/>
                    <a:pt x="11520" y="12706"/>
                    <a:pt x="11520" y="12706"/>
                  </a:cubicBezTo>
                  <a:cubicBezTo>
                    <a:pt x="11520" y="12282"/>
                    <a:pt x="11931" y="11859"/>
                    <a:pt x="12343" y="11859"/>
                  </a:cubicBezTo>
                  <a:cubicBezTo>
                    <a:pt x="16457" y="11859"/>
                    <a:pt x="16457" y="11859"/>
                    <a:pt x="16457" y="11859"/>
                  </a:cubicBezTo>
                  <a:cubicBezTo>
                    <a:pt x="16663" y="11859"/>
                    <a:pt x="16869" y="11859"/>
                    <a:pt x="17074" y="12071"/>
                  </a:cubicBezTo>
                  <a:cubicBezTo>
                    <a:pt x="19337" y="14824"/>
                    <a:pt x="19337" y="14824"/>
                    <a:pt x="19337" y="14824"/>
                  </a:cubicBezTo>
                  <a:cubicBezTo>
                    <a:pt x="19543" y="12918"/>
                    <a:pt x="19131" y="10800"/>
                    <a:pt x="17691" y="9318"/>
                  </a:cubicBezTo>
                  <a:cubicBezTo>
                    <a:pt x="15840" y="7624"/>
                    <a:pt x="13371" y="6988"/>
                    <a:pt x="10903" y="8047"/>
                  </a:cubicBezTo>
                  <a:cubicBezTo>
                    <a:pt x="10697" y="8259"/>
                    <a:pt x="10286" y="8047"/>
                    <a:pt x="10080" y="7835"/>
                  </a:cubicBezTo>
                  <a:cubicBezTo>
                    <a:pt x="3703" y="1271"/>
                    <a:pt x="3703" y="1271"/>
                    <a:pt x="3703" y="1271"/>
                  </a:cubicBezTo>
                  <a:cubicBezTo>
                    <a:pt x="4937" y="0"/>
                    <a:pt x="4937" y="0"/>
                    <a:pt x="4937" y="0"/>
                  </a:cubicBezTo>
                  <a:cubicBezTo>
                    <a:pt x="10903" y="6353"/>
                    <a:pt x="10903" y="6353"/>
                    <a:pt x="10903" y="6353"/>
                  </a:cubicBezTo>
                  <a:cubicBezTo>
                    <a:pt x="13577" y="5294"/>
                    <a:pt x="16663" y="5929"/>
                    <a:pt x="18720" y="8259"/>
                  </a:cubicBezTo>
                  <a:cubicBezTo>
                    <a:pt x="20983" y="10376"/>
                    <a:pt x="21600" y="13765"/>
                    <a:pt x="20366" y="16729"/>
                  </a:cubicBezTo>
                  <a:cubicBezTo>
                    <a:pt x="20366" y="17153"/>
                    <a:pt x="20160" y="17365"/>
                    <a:pt x="19749" y="17365"/>
                  </a:cubicBezTo>
                  <a:cubicBezTo>
                    <a:pt x="19543" y="17365"/>
                    <a:pt x="19337" y="17365"/>
                    <a:pt x="19131" y="17153"/>
                  </a:cubicBezTo>
                  <a:cubicBezTo>
                    <a:pt x="16046" y="13553"/>
                    <a:pt x="16046" y="13553"/>
                    <a:pt x="16046" y="13553"/>
                  </a:cubicBezTo>
                  <a:cubicBezTo>
                    <a:pt x="13166" y="13553"/>
                    <a:pt x="13166" y="13553"/>
                    <a:pt x="13166" y="13553"/>
                  </a:cubicBezTo>
                  <a:cubicBezTo>
                    <a:pt x="13166" y="16518"/>
                    <a:pt x="13166" y="16518"/>
                    <a:pt x="13166" y="16518"/>
                  </a:cubicBezTo>
                  <a:cubicBezTo>
                    <a:pt x="16663" y="19694"/>
                    <a:pt x="16663" y="19694"/>
                    <a:pt x="16663" y="19694"/>
                  </a:cubicBezTo>
                  <a:cubicBezTo>
                    <a:pt x="16869" y="19906"/>
                    <a:pt x="16869" y="20118"/>
                    <a:pt x="16869" y="20329"/>
                  </a:cubicBezTo>
                  <a:cubicBezTo>
                    <a:pt x="16869" y="20753"/>
                    <a:pt x="16663" y="20965"/>
                    <a:pt x="16457" y="20965"/>
                  </a:cubicBezTo>
                  <a:cubicBezTo>
                    <a:pt x="15429" y="21388"/>
                    <a:pt x="14400" y="21600"/>
                    <a:pt x="13371"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678" name="Shape 6678"/>
          <p:cNvSpPr/>
          <p:nvPr/>
        </p:nvSpPr>
        <p:spPr>
          <a:xfrm>
            <a:off x="1929715" y="5141407"/>
            <a:ext cx="1057628" cy="11002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98" y="8100"/>
                </a:moveTo>
                <a:cubicBezTo>
                  <a:pt x="21073" y="7763"/>
                  <a:pt x="21249" y="7425"/>
                  <a:pt x="21249" y="7087"/>
                </a:cubicBezTo>
                <a:cubicBezTo>
                  <a:pt x="21249" y="5400"/>
                  <a:pt x="19668" y="4050"/>
                  <a:pt x="18088" y="4050"/>
                </a:cubicBezTo>
                <a:cubicBezTo>
                  <a:pt x="16683" y="4050"/>
                  <a:pt x="15629" y="4725"/>
                  <a:pt x="15102" y="5738"/>
                </a:cubicBezTo>
                <a:cubicBezTo>
                  <a:pt x="15102" y="5569"/>
                  <a:pt x="14927" y="5400"/>
                  <a:pt x="14751" y="5400"/>
                </a:cubicBezTo>
                <a:cubicBezTo>
                  <a:pt x="14927" y="4894"/>
                  <a:pt x="15102" y="4387"/>
                  <a:pt x="15102" y="4050"/>
                </a:cubicBezTo>
                <a:cubicBezTo>
                  <a:pt x="15102" y="1687"/>
                  <a:pt x="13171" y="0"/>
                  <a:pt x="10888" y="0"/>
                </a:cubicBezTo>
                <a:cubicBezTo>
                  <a:pt x="8605" y="0"/>
                  <a:pt x="6673" y="1687"/>
                  <a:pt x="6673" y="4050"/>
                </a:cubicBezTo>
                <a:cubicBezTo>
                  <a:pt x="6673" y="4387"/>
                  <a:pt x="6673" y="4894"/>
                  <a:pt x="6849" y="5400"/>
                </a:cubicBezTo>
                <a:cubicBezTo>
                  <a:pt x="6673" y="5400"/>
                  <a:pt x="6673" y="5569"/>
                  <a:pt x="6498" y="5738"/>
                </a:cubicBezTo>
                <a:cubicBezTo>
                  <a:pt x="5971" y="4725"/>
                  <a:pt x="4917" y="4050"/>
                  <a:pt x="3688" y="4050"/>
                </a:cubicBezTo>
                <a:cubicBezTo>
                  <a:pt x="1932" y="4050"/>
                  <a:pt x="527" y="5400"/>
                  <a:pt x="527" y="7087"/>
                </a:cubicBezTo>
                <a:cubicBezTo>
                  <a:pt x="527" y="7425"/>
                  <a:pt x="527" y="7763"/>
                  <a:pt x="702" y="8100"/>
                </a:cubicBezTo>
                <a:cubicBezTo>
                  <a:pt x="351" y="8437"/>
                  <a:pt x="0" y="8944"/>
                  <a:pt x="0" y="9450"/>
                </a:cubicBezTo>
                <a:cubicBezTo>
                  <a:pt x="0" y="13500"/>
                  <a:pt x="0" y="13500"/>
                  <a:pt x="0" y="13500"/>
                </a:cubicBezTo>
                <a:cubicBezTo>
                  <a:pt x="0" y="14344"/>
                  <a:pt x="351" y="15019"/>
                  <a:pt x="1054" y="15356"/>
                </a:cubicBezTo>
                <a:cubicBezTo>
                  <a:pt x="1054" y="18562"/>
                  <a:pt x="1054" y="18562"/>
                  <a:pt x="1054" y="18562"/>
                </a:cubicBezTo>
                <a:cubicBezTo>
                  <a:pt x="1054" y="19406"/>
                  <a:pt x="1756" y="20081"/>
                  <a:pt x="2634" y="20081"/>
                </a:cubicBezTo>
                <a:cubicBezTo>
                  <a:pt x="2985" y="20081"/>
                  <a:pt x="3337" y="19912"/>
                  <a:pt x="3688" y="19744"/>
                </a:cubicBezTo>
                <a:cubicBezTo>
                  <a:pt x="3863" y="19912"/>
                  <a:pt x="4390" y="20081"/>
                  <a:pt x="4741" y="20081"/>
                </a:cubicBezTo>
                <a:cubicBezTo>
                  <a:pt x="5620" y="20081"/>
                  <a:pt x="6322" y="19406"/>
                  <a:pt x="6322" y="18562"/>
                </a:cubicBezTo>
                <a:cubicBezTo>
                  <a:pt x="6322" y="15356"/>
                  <a:pt x="6322" y="15356"/>
                  <a:pt x="6322" y="15356"/>
                </a:cubicBezTo>
                <a:cubicBezTo>
                  <a:pt x="6498" y="15187"/>
                  <a:pt x="6673" y="15019"/>
                  <a:pt x="6849" y="14850"/>
                </a:cubicBezTo>
                <a:cubicBezTo>
                  <a:pt x="7024" y="14850"/>
                  <a:pt x="7200" y="15019"/>
                  <a:pt x="7376" y="15187"/>
                </a:cubicBezTo>
                <a:cubicBezTo>
                  <a:pt x="7376" y="19575"/>
                  <a:pt x="7376" y="19575"/>
                  <a:pt x="7376" y="19575"/>
                </a:cubicBezTo>
                <a:cubicBezTo>
                  <a:pt x="7376" y="20587"/>
                  <a:pt x="8254" y="21600"/>
                  <a:pt x="9483" y="21600"/>
                </a:cubicBezTo>
                <a:cubicBezTo>
                  <a:pt x="10010" y="21600"/>
                  <a:pt x="10537" y="21431"/>
                  <a:pt x="10888" y="21094"/>
                </a:cubicBezTo>
                <a:cubicBezTo>
                  <a:pt x="11239" y="21431"/>
                  <a:pt x="11766" y="21600"/>
                  <a:pt x="12293" y="21600"/>
                </a:cubicBezTo>
                <a:cubicBezTo>
                  <a:pt x="13346" y="21600"/>
                  <a:pt x="14400" y="20587"/>
                  <a:pt x="14400" y="19575"/>
                </a:cubicBezTo>
                <a:cubicBezTo>
                  <a:pt x="14400" y="15187"/>
                  <a:pt x="14400" y="15187"/>
                  <a:pt x="14400" y="15187"/>
                </a:cubicBezTo>
                <a:cubicBezTo>
                  <a:pt x="14576" y="15019"/>
                  <a:pt x="14751" y="14850"/>
                  <a:pt x="14751" y="14850"/>
                </a:cubicBezTo>
                <a:cubicBezTo>
                  <a:pt x="14927" y="15019"/>
                  <a:pt x="15102" y="15187"/>
                  <a:pt x="15454" y="15356"/>
                </a:cubicBezTo>
                <a:cubicBezTo>
                  <a:pt x="15454" y="18562"/>
                  <a:pt x="15454" y="18562"/>
                  <a:pt x="15454" y="18562"/>
                </a:cubicBezTo>
                <a:cubicBezTo>
                  <a:pt x="15454" y="19406"/>
                  <a:pt x="16156" y="20081"/>
                  <a:pt x="17034" y="20081"/>
                </a:cubicBezTo>
                <a:cubicBezTo>
                  <a:pt x="17385" y="20081"/>
                  <a:pt x="17737" y="19912"/>
                  <a:pt x="18088" y="19744"/>
                </a:cubicBezTo>
                <a:cubicBezTo>
                  <a:pt x="18263" y="19912"/>
                  <a:pt x="18615" y="20081"/>
                  <a:pt x="19141" y="20081"/>
                </a:cubicBezTo>
                <a:cubicBezTo>
                  <a:pt x="20020" y="20081"/>
                  <a:pt x="20722" y="19406"/>
                  <a:pt x="20722" y="18562"/>
                </a:cubicBezTo>
                <a:cubicBezTo>
                  <a:pt x="20722" y="15356"/>
                  <a:pt x="20722" y="15356"/>
                  <a:pt x="20722" y="15356"/>
                </a:cubicBezTo>
                <a:cubicBezTo>
                  <a:pt x="21249" y="15019"/>
                  <a:pt x="21600" y="14344"/>
                  <a:pt x="21600" y="13500"/>
                </a:cubicBezTo>
                <a:cubicBezTo>
                  <a:pt x="21600" y="9450"/>
                  <a:pt x="21600" y="9450"/>
                  <a:pt x="21600" y="9450"/>
                </a:cubicBezTo>
                <a:cubicBezTo>
                  <a:pt x="21600" y="8944"/>
                  <a:pt x="21424" y="8437"/>
                  <a:pt x="20898" y="8100"/>
                </a:cubicBezTo>
                <a:close/>
                <a:moveTo>
                  <a:pt x="3161" y="14513"/>
                </a:moveTo>
                <a:cubicBezTo>
                  <a:pt x="3161" y="18562"/>
                  <a:pt x="3161" y="18562"/>
                  <a:pt x="3161" y="18562"/>
                </a:cubicBezTo>
                <a:cubicBezTo>
                  <a:pt x="3161" y="18900"/>
                  <a:pt x="2985" y="19069"/>
                  <a:pt x="2634" y="19069"/>
                </a:cubicBezTo>
                <a:cubicBezTo>
                  <a:pt x="2283" y="19069"/>
                  <a:pt x="2107" y="18900"/>
                  <a:pt x="2107" y="18562"/>
                </a:cubicBezTo>
                <a:cubicBezTo>
                  <a:pt x="2107" y="14513"/>
                  <a:pt x="2107" y="14513"/>
                  <a:pt x="2107" y="14513"/>
                </a:cubicBezTo>
                <a:cubicBezTo>
                  <a:pt x="1580" y="14513"/>
                  <a:pt x="1054" y="14175"/>
                  <a:pt x="1054" y="13500"/>
                </a:cubicBezTo>
                <a:cubicBezTo>
                  <a:pt x="1054" y="9450"/>
                  <a:pt x="1054" y="9450"/>
                  <a:pt x="1054" y="9450"/>
                </a:cubicBezTo>
                <a:cubicBezTo>
                  <a:pt x="1054" y="8944"/>
                  <a:pt x="1580" y="8606"/>
                  <a:pt x="2107" y="8606"/>
                </a:cubicBezTo>
                <a:cubicBezTo>
                  <a:pt x="2107" y="8606"/>
                  <a:pt x="1580" y="8100"/>
                  <a:pt x="1580" y="7087"/>
                </a:cubicBezTo>
                <a:cubicBezTo>
                  <a:pt x="1580" y="5906"/>
                  <a:pt x="2459" y="5062"/>
                  <a:pt x="3688" y="5062"/>
                </a:cubicBezTo>
                <a:cubicBezTo>
                  <a:pt x="4741" y="5062"/>
                  <a:pt x="5795" y="5906"/>
                  <a:pt x="5795" y="7087"/>
                </a:cubicBezTo>
                <a:cubicBezTo>
                  <a:pt x="5795" y="8100"/>
                  <a:pt x="5268" y="8606"/>
                  <a:pt x="5268" y="8606"/>
                </a:cubicBezTo>
                <a:cubicBezTo>
                  <a:pt x="5444" y="8606"/>
                  <a:pt x="5795" y="8606"/>
                  <a:pt x="5971" y="8775"/>
                </a:cubicBezTo>
                <a:cubicBezTo>
                  <a:pt x="5971" y="12825"/>
                  <a:pt x="5971" y="12825"/>
                  <a:pt x="5971" y="12825"/>
                </a:cubicBezTo>
                <a:cubicBezTo>
                  <a:pt x="5971" y="13162"/>
                  <a:pt x="5971" y="13500"/>
                  <a:pt x="6146" y="14006"/>
                </a:cubicBezTo>
                <a:cubicBezTo>
                  <a:pt x="5971" y="14344"/>
                  <a:pt x="5620" y="14513"/>
                  <a:pt x="5268" y="14513"/>
                </a:cubicBezTo>
                <a:cubicBezTo>
                  <a:pt x="5268" y="18562"/>
                  <a:pt x="5268" y="18562"/>
                  <a:pt x="5268" y="18562"/>
                </a:cubicBezTo>
                <a:cubicBezTo>
                  <a:pt x="5268" y="18900"/>
                  <a:pt x="4917" y="19069"/>
                  <a:pt x="4741" y="19069"/>
                </a:cubicBezTo>
                <a:cubicBezTo>
                  <a:pt x="4390" y="19069"/>
                  <a:pt x="4215" y="18900"/>
                  <a:pt x="4215" y="18562"/>
                </a:cubicBezTo>
                <a:cubicBezTo>
                  <a:pt x="4215" y="14513"/>
                  <a:pt x="4215" y="14513"/>
                  <a:pt x="4215" y="14513"/>
                </a:cubicBezTo>
                <a:moveTo>
                  <a:pt x="10185" y="14006"/>
                </a:moveTo>
                <a:cubicBezTo>
                  <a:pt x="10185" y="19575"/>
                  <a:pt x="10185" y="19575"/>
                  <a:pt x="10185" y="19575"/>
                </a:cubicBezTo>
                <a:cubicBezTo>
                  <a:pt x="10185" y="19912"/>
                  <a:pt x="9834" y="20250"/>
                  <a:pt x="9483" y="20250"/>
                </a:cubicBezTo>
                <a:cubicBezTo>
                  <a:pt x="9132" y="20250"/>
                  <a:pt x="8780" y="19912"/>
                  <a:pt x="8780" y="19575"/>
                </a:cubicBezTo>
                <a:cubicBezTo>
                  <a:pt x="8780" y="14175"/>
                  <a:pt x="8780" y="14175"/>
                  <a:pt x="8780" y="14175"/>
                </a:cubicBezTo>
                <a:cubicBezTo>
                  <a:pt x="7902" y="14175"/>
                  <a:pt x="7376" y="13500"/>
                  <a:pt x="7376" y="12825"/>
                </a:cubicBezTo>
                <a:cubicBezTo>
                  <a:pt x="7376" y="9450"/>
                  <a:pt x="7376" y="9450"/>
                  <a:pt x="7376" y="9450"/>
                </a:cubicBezTo>
                <a:cubicBezTo>
                  <a:pt x="7376" y="9450"/>
                  <a:pt x="7376" y="9450"/>
                  <a:pt x="7376" y="9450"/>
                </a:cubicBezTo>
                <a:cubicBezTo>
                  <a:pt x="7376" y="7425"/>
                  <a:pt x="7376" y="7425"/>
                  <a:pt x="7376" y="7425"/>
                </a:cubicBezTo>
                <a:cubicBezTo>
                  <a:pt x="7376" y="6581"/>
                  <a:pt x="7902" y="6075"/>
                  <a:pt x="8780" y="6075"/>
                </a:cubicBezTo>
                <a:cubicBezTo>
                  <a:pt x="8780" y="6075"/>
                  <a:pt x="8078" y="5569"/>
                  <a:pt x="8078" y="4050"/>
                </a:cubicBezTo>
                <a:cubicBezTo>
                  <a:pt x="8078" y="2531"/>
                  <a:pt x="9307" y="1350"/>
                  <a:pt x="10888" y="1350"/>
                </a:cubicBezTo>
                <a:cubicBezTo>
                  <a:pt x="12468" y="1350"/>
                  <a:pt x="13698" y="2531"/>
                  <a:pt x="13698" y="4050"/>
                </a:cubicBezTo>
                <a:cubicBezTo>
                  <a:pt x="13698" y="5400"/>
                  <a:pt x="12995" y="6075"/>
                  <a:pt x="12995" y="6075"/>
                </a:cubicBezTo>
                <a:cubicBezTo>
                  <a:pt x="13698" y="6075"/>
                  <a:pt x="14400" y="6581"/>
                  <a:pt x="14400" y="7425"/>
                </a:cubicBezTo>
                <a:cubicBezTo>
                  <a:pt x="14400" y="9450"/>
                  <a:pt x="14400" y="9450"/>
                  <a:pt x="14400" y="9450"/>
                </a:cubicBezTo>
                <a:cubicBezTo>
                  <a:pt x="14400" y="12825"/>
                  <a:pt x="14400" y="12825"/>
                  <a:pt x="14400" y="12825"/>
                </a:cubicBezTo>
                <a:cubicBezTo>
                  <a:pt x="14400" y="13500"/>
                  <a:pt x="13698" y="14175"/>
                  <a:pt x="12995" y="14175"/>
                </a:cubicBezTo>
                <a:cubicBezTo>
                  <a:pt x="12995" y="19575"/>
                  <a:pt x="12995" y="19575"/>
                  <a:pt x="12995" y="19575"/>
                </a:cubicBezTo>
                <a:cubicBezTo>
                  <a:pt x="12995" y="19912"/>
                  <a:pt x="12644" y="20250"/>
                  <a:pt x="12293" y="20250"/>
                </a:cubicBezTo>
                <a:cubicBezTo>
                  <a:pt x="11941" y="20250"/>
                  <a:pt x="11590" y="19912"/>
                  <a:pt x="11590" y="19575"/>
                </a:cubicBezTo>
                <a:cubicBezTo>
                  <a:pt x="11590" y="14006"/>
                  <a:pt x="11590" y="14006"/>
                  <a:pt x="11590" y="14006"/>
                </a:cubicBezTo>
                <a:lnTo>
                  <a:pt x="10185" y="14006"/>
                </a:lnTo>
                <a:close/>
                <a:moveTo>
                  <a:pt x="17561" y="14513"/>
                </a:moveTo>
                <a:cubicBezTo>
                  <a:pt x="17561" y="18562"/>
                  <a:pt x="17561" y="18562"/>
                  <a:pt x="17561" y="18562"/>
                </a:cubicBezTo>
                <a:cubicBezTo>
                  <a:pt x="17561" y="18900"/>
                  <a:pt x="17210" y="19069"/>
                  <a:pt x="17034" y="19069"/>
                </a:cubicBezTo>
                <a:cubicBezTo>
                  <a:pt x="16683" y="19069"/>
                  <a:pt x="16507" y="18900"/>
                  <a:pt x="16507" y="18562"/>
                </a:cubicBezTo>
                <a:cubicBezTo>
                  <a:pt x="16507" y="14513"/>
                  <a:pt x="16507" y="14513"/>
                  <a:pt x="16507" y="14513"/>
                </a:cubicBezTo>
                <a:cubicBezTo>
                  <a:pt x="15980" y="14513"/>
                  <a:pt x="15629" y="14344"/>
                  <a:pt x="15454" y="14006"/>
                </a:cubicBezTo>
                <a:cubicBezTo>
                  <a:pt x="15629" y="13500"/>
                  <a:pt x="15805" y="13162"/>
                  <a:pt x="15805" y="12825"/>
                </a:cubicBezTo>
                <a:cubicBezTo>
                  <a:pt x="15805" y="8775"/>
                  <a:pt x="15805" y="8775"/>
                  <a:pt x="15805" y="8775"/>
                </a:cubicBezTo>
                <a:cubicBezTo>
                  <a:pt x="15980" y="8606"/>
                  <a:pt x="16156" y="8606"/>
                  <a:pt x="16507" y="8606"/>
                </a:cubicBezTo>
                <a:cubicBezTo>
                  <a:pt x="16507" y="8606"/>
                  <a:pt x="15980" y="8100"/>
                  <a:pt x="15980" y="7087"/>
                </a:cubicBezTo>
                <a:cubicBezTo>
                  <a:pt x="15980" y="5906"/>
                  <a:pt x="16859" y="5062"/>
                  <a:pt x="18088" y="5062"/>
                </a:cubicBezTo>
                <a:cubicBezTo>
                  <a:pt x="19141" y="5062"/>
                  <a:pt x="20195" y="5906"/>
                  <a:pt x="20195" y="7087"/>
                </a:cubicBezTo>
                <a:cubicBezTo>
                  <a:pt x="20195" y="8100"/>
                  <a:pt x="19668" y="8606"/>
                  <a:pt x="19668" y="8606"/>
                </a:cubicBezTo>
                <a:cubicBezTo>
                  <a:pt x="20195" y="8606"/>
                  <a:pt x="20722" y="8944"/>
                  <a:pt x="20722" y="9450"/>
                </a:cubicBezTo>
                <a:cubicBezTo>
                  <a:pt x="20722" y="13500"/>
                  <a:pt x="20722" y="13500"/>
                  <a:pt x="20722" y="13500"/>
                </a:cubicBezTo>
                <a:cubicBezTo>
                  <a:pt x="20722" y="14175"/>
                  <a:pt x="20195" y="14513"/>
                  <a:pt x="19668" y="14513"/>
                </a:cubicBezTo>
                <a:cubicBezTo>
                  <a:pt x="19668" y="18562"/>
                  <a:pt x="19668" y="18562"/>
                  <a:pt x="19668" y="18562"/>
                </a:cubicBezTo>
                <a:cubicBezTo>
                  <a:pt x="19668" y="18900"/>
                  <a:pt x="19317" y="19069"/>
                  <a:pt x="19141" y="19069"/>
                </a:cubicBezTo>
                <a:cubicBezTo>
                  <a:pt x="18790" y="19069"/>
                  <a:pt x="18615" y="18900"/>
                  <a:pt x="18615" y="18562"/>
                </a:cubicBezTo>
                <a:cubicBezTo>
                  <a:pt x="18615" y="14513"/>
                  <a:pt x="18615" y="14513"/>
                  <a:pt x="18615" y="14513"/>
                </a:cubicBezTo>
                <a:lnTo>
                  <a:pt x="17561" y="14513"/>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81" name="Group 6681"/>
          <p:cNvGrpSpPr/>
          <p:nvPr/>
        </p:nvGrpSpPr>
        <p:grpSpPr>
          <a:xfrm>
            <a:off x="2068347" y="6853784"/>
            <a:ext cx="899961" cy="1006855"/>
            <a:chOff x="0" y="0"/>
            <a:chExt cx="899960" cy="1006853"/>
          </a:xfrm>
        </p:grpSpPr>
        <p:sp>
          <p:nvSpPr>
            <p:cNvPr id="6679" name="Shape 6679"/>
            <p:cNvSpPr/>
            <p:nvPr/>
          </p:nvSpPr>
          <p:spPr>
            <a:xfrm>
              <a:off x="62066" y="0"/>
              <a:ext cx="772381" cy="7689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650" y="21600"/>
                    <a:pt x="21600" y="16650"/>
                    <a:pt x="21600" y="10800"/>
                  </a:cubicBezTo>
                  <a:cubicBezTo>
                    <a:pt x="21600" y="4725"/>
                    <a:pt x="16650" y="0"/>
                    <a:pt x="10800" y="0"/>
                  </a:cubicBezTo>
                  <a:cubicBezTo>
                    <a:pt x="4950" y="0"/>
                    <a:pt x="0" y="4725"/>
                    <a:pt x="0" y="10800"/>
                  </a:cubicBezTo>
                  <a:cubicBezTo>
                    <a:pt x="0" y="16650"/>
                    <a:pt x="4950" y="21600"/>
                    <a:pt x="10800" y="21600"/>
                  </a:cubicBezTo>
                  <a:close/>
                  <a:moveTo>
                    <a:pt x="10800" y="19800"/>
                  </a:moveTo>
                  <a:cubicBezTo>
                    <a:pt x="7425" y="19800"/>
                    <a:pt x="4500" y="17775"/>
                    <a:pt x="2925" y="15075"/>
                  </a:cubicBezTo>
                  <a:cubicBezTo>
                    <a:pt x="2925" y="15075"/>
                    <a:pt x="2925" y="15075"/>
                    <a:pt x="2925" y="15075"/>
                  </a:cubicBezTo>
                  <a:cubicBezTo>
                    <a:pt x="3150" y="15075"/>
                    <a:pt x="3600" y="14850"/>
                    <a:pt x="3825" y="14400"/>
                  </a:cubicBezTo>
                  <a:cubicBezTo>
                    <a:pt x="4050" y="13950"/>
                    <a:pt x="4050" y="13275"/>
                    <a:pt x="4275" y="12825"/>
                  </a:cubicBezTo>
                  <a:cubicBezTo>
                    <a:pt x="5400" y="13725"/>
                    <a:pt x="7875" y="15300"/>
                    <a:pt x="12375" y="15750"/>
                  </a:cubicBezTo>
                  <a:cubicBezTo>
                    <a:pt x="12600" y="15750"/>
                    <a:pt x="12825" y="15750"/>
                    <a:pt x="13050" y="15750"/>
                  </a:cubicBezTo>
                  <a:cubicBezTo>
                    <a:pt x="15075" y="15750"/>
                    <a:pt x="17325" y="15075"/>
                    <a:pt x="18900" y="14625"/>
                  </a:cubicBezTo>
                  <a:cubicBezTo>
                    <a:pt x="17325" y="17775"/>
                    <a:pt x="14400" y="19800"/>
                    <a:pt x="10800" y="19800"/>
                  </a:cubicBezTo>
                  <a:close/>
                  <a:moveTo>
                    <a:pt x="10800" y="1800"/>
                  </a:moveTo>
                  <a:cubicBezTo>
                    <a:pt x="15750" y="1800"/>
                    <a:pt x="19800" y="5850"/>
                    <a:pt x="19800" y="10800"/>
                  </a:cubicBezTo>
                  <a:cubicBezTo>
                    <a:pt x="19800" y="11700"/>
                    <a:pt x="19575" y="12825"/>
                    <a:pt x="19350" y="13725"/>
                  </a:cubicBezTo>
                  <a:cubicBezTo>
                    <a:pt x="18000" y="14175"/>
                    <a:pt x="14850" y="14850"/>
                    <a:pt x="12600" y="14850"/>
                  </a:cubicBezTo>
                  <a:cubicBezTo>
                    <a:pt x="6525" y="14400"/>
                    <a:pt x="4500" y="11475"/>
                    <a:pt x="4275" y="11475"/>
                  </a:cubicBezTo>
                  <a:cubicBezTo>
                    <a:pt x="4275" y="11475"/>
                    <a:pt x="4050" y="11250"/>
                    <a:pt x="3825" y="11250"/>
                  </a:cubicBezTo>
                  <a:cubicBezTo>
                    <a:pt x="3825" y="11475"/>
                    <a:pt x="3600" y="11475"/>
                    <a:pt x="3600" y="11700"/>
                  </a:cubicBezTo>
                  <a:cubicBezTo>
                    <a:pt x="3600" y="11700"/>
                    <a:pt x="3375" y="13050"/>
                    <a:pt x="2925" y="13950"/>
                  </a:cubicBezTo>
                  <a:cubicBezTo>
                    <a:pt x="2925" y="14175"/>
                    <a:pt x="2700" y="14175"/>
                    <a:pt x="2700" y="14175"/>
                  </a:cubicBezTo>
                  <a:cubicBezTo>
                    <a:pt x="2700" y="14175"/>
                    <a:pt x="2475" y="14175"/>
                    <a:pt x="2475" y="14175"/>
                  </a:cubicBezTo>
                  <a:cubicBezTo>
                    <a:pt x="2025" y="13050"/>
                    <a:pt x="1800" y="11925"/>
                    <a:pt x="1800" y="10800"/>
                  </a:cubicBezTo>
                  <a:cubicBezTo>
                    <a:pt x="1800" y="5850"/>
                    <a:pt x="5850" y="1800"/>
                    <a:pt x="10800" y="1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80" name="Shape 6680"/>
            <p:cNvSpPr/>
            <p:nvPr/>
          </p:nvSpPr>
          <p:spPr>
            <a:xfrm>
              <a:off x="0" y="657887"/>
              <a:ext cx="899961" cy="348967"/>
            </a:xfrm>
            <a:custGeom>
              <a:avLst/>
              <a:gdLst/>
              <a:ahLst/>
              <a:cxnLst>
                <a:cxn ang="0">
                  <a:pos x="wd2" y="hd2"/>
                </a:cxn>
                <a:cxn ang="5400000">
                  <a:pos x="wd2" y="hd2"/>
                </a:cxn>
                <a:cxn ang="10800000">
                  <a:pos x="wd2" y="hd2"/>
                </a:cxn>
                <a:cxn ang="16200000">
                  <a:pos x="wd2" y="hd2"/>
                </a:cxn>
              </a:cxnLst>
              <a:rect l="0" t="0" r="r" b="b"/>
              <a:pathLst>
                <a:path w="21600" h="21432" fill="norm" stroke="1" extrusionOk="0">
                  <a:moveTo>
                    <a:pt x="18900" y="323"/>
                  </a:moveTo>
                  <a:cubicBezTo>
                    <a:pt x="18707" y="-168"/>
                    <a:pt x="18129" y="-168"/>
                    <a:pt x="17936" y="814"/>
                  </a:cubicBezTo>
                  <a:cubicBezTo>
                    <a:pt x="17550" y="1796"/>
                    <a:pt x="17743" y="2777"/>
                    <a:pt x="18129" y="3268"/>
                  </a:cubicBezTo>
                  <a:cubicBezTo>
                    <a:pt x="19479" y="6214"/>
                    <a:pt x="20057" y="7687"/>
                    <a:pt x="20057" y="9650"/>
                  </a:cubicBezTo>
                  <a:cubicBezTo>
                    <a:pt x="20057" y="15541"/>
                    <a:pt x="17550" y="17505"/>
                    <a:pt x="10800" y="17505"/>
                  </a:cubicBezTo>
                  <a:cubicBezTo>
                    <a:pt x="4050" y="17505"/>
                    <a:pt x="1543" y="15541"/>
                    <a:pt x="1543" y="9650"/>
                  </a:cubicBezTo>
                  <a:cubicBezTo>
                    <a:pt x="1543" y="7687"/>
                    <a:pt x="2121" y="6214"/>
                    <a:pt x="3471" y="3268"/>
                  </a:cubicBezTo>
                  <a:cubicBezTo>
                    <a:pt x="3857" y="2777"/>
                    <a:pt x="4050" y="1796"/>
                    <a:pt x="3664" y="814"/>
                  </a:cubicBezTo>
                  <a:cubicBezTo>
                    <a:pt x="3471" y="-168"/>
                    <a:pt x="2893" y="-168"/>
                    <a:pt x="2700" y="323"/>
                  </a:cubicBezTo>
                  <a:cubicBezTo>
                    <a:pt x="1350" y="2777"/>
                    <a:pt x="0" y="5232"/>
                    <a:pt x="0" y="9650"/>
                  </a:cubicBezTo>
                  <a:cubicBezTo>
                    <a:pt x="0" y="20450"/>
                    <a:pt x="5593" y="21432"/>
                    <a:pt x="10800" y="21432"/>
                  </a:cubicBezTo>
                  <a:cubicBezTo>
                    <a:pt x="16007" y="21432"/>
                    <a:pt x="21600" y="20450"/>
                    <a:pt x="21600" y="9650"/>
                  </a:cubicBezTo>
                  <a:cubicBezTo>
                    <a:pt x="21600" y="5232"/>
                    <a:pt x="20250" y="2777"/>
                    <a:pt x="18900" y="32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686" name="Group 6686"/>
          <p:cNvGrpSpPr/>
          <p:nvPr/>
        </p:nvGrpSpPr>
        <p:grpSpPr>
          <a:xfrm>
            <a:off x="18339634" y="6792793"/>
            <a:ext cx="1058188" cy="1056407"/>
            <a:chOff x="0" y="0"/>
            <a:chExt cx="1058187" cy="1056406"/>
          </a:xfrm>
        </p:grpSpPr>
        <p:sp>
          <p:nvSpPr>
            <p:cNvPr id="6682" name="Shape 6682"/>
            <p:cNvSpPr/>
            <p:nvPr/>
          </p:nvSpPr>
          <p:spPr>
            <a:xfrm>
              <a:off x="0" y="0"/>
              <a:ext cx="1058188" cy="10564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77" y="21600"/>
                    <a:pt x="0" y="16723"/>
                    <a:pt x="0" y="10800"/>
                  </a:cubicBezTo>
                  <a:cubicBezTo>
                    <a:pt x="0" y="4790"/>
                    <a:pt x="4877" y="0"/>
                    <a:pt x="10800" y="0"/>
                  </a:cubicBezTo>
                  <a:cubicBezTo>
                    <a:pt x="16723" y="0"/>
                    <a:pt x="21600" y="4790"/>
                    <a:pt x="21600" y="10800"/>
                  </a:cubicBezTo>
                  <a:cubicBezTo>
                    <a:pt x="21600" y="16723"/>
                    <a:pt x="16723" y="21600"/>
                    <a:pt x="10800" y="21600"/>
                  </a:cubicBezTo>
                  <a:close/>
                  <a:moveTo>
                    <a:pt x="10800" y="1394"/>
                  </a:moveTo>
                  <a:cubicBezTo>
                    <a:pt x="5574" y="1394"/>
                    <a:pt x="1394" y="5574"/>
                    <a:pt x="1394" y="10800"/>
                  </a:cubicBezTo>
                  <a:cubicBezTo>
                    <a:pt x="1394" y="15939"/>
                    <a:pt x="5574" y="20206"/>
                    <a:pt x="10800" y="20206"/>
                  </a:cubicBezTo>
                  <a:cubicBezTo>
                    <a:pt x="16026" y="20206"/>
                    <a:pt x="20206" y="15939"/>
                    <a:pt x="20206" y="10800"/>
                  </a:cubicBezTo>
                  <a:cubicBezTo>
                    <a:pt x="20206" y="5574"/>
                    <a:pt x="16026" y="1394"/>
                    <a:pt x="10800" y="139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83" name="Shape 6683"/>
            <p:cNvSpPr/>
            <p:nvPr/>
          </p:nvSpPr>
          <p:spPr>
            <a:xfrm>
              <a:off x="171020" y="529094"/>
              <a:ext cx="716148" cy="3954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86" y="21600"/>
                    <a:pt x="0" y="12542"/>
                    <a:pt x="0" y="1858"/>
                  </a:cubicBezTo>
                  <a:cubicBezTo>
                    <a:pt x="0" y="697"/>
                    <a:pt x="514" y="0"/>
                    <a:pt x="1029" y="0"/>
                  </a:cubicBezTo>
                  <a:cubicBezTo>
                    <a:pt x="1543" y="0"/>
                    <a:pt x="2057" y="697"/>
                    <a:pt x="2057" y="1858"/>
                  </a:cubicBezTo>
                  <a:cubicBezTo>
                    <a:pt x="2057" y="10452"/>
                    <a:pt x="6043" y="17884"/>
                    <a:pt x="10800" y="17884"/>
                  </a:cubicBezTo>
                  <a:cubicBezTo>
                    <a:pt x="15557" y="17884"/>
                    <a:pt x="19543" y="10452"/>
                    <a:pt x="19543" y="1858"/>
                  </a:cubicBezTo>
                  <a:cubicBezTo>
                    <a:pt x="19543" y="697"/>
                    <a:pt x="20057" y="0"/>
                    <a:pt x="20571" y="0"/>
                  </a:cubicBezTo>
                  <a:cubicBezTo>
                    <a:pt x="21086" y="0"/>
                    <a:pt x="21600" y="697"/>
                    <a:pt x="21600" y="1858"/>
                  </a:cubicBezTo>
                  <a:cubicBezTo>
                    <a:pt x="21600" y="12542"/>
                    <a:pt x="16586" y="21600"/>
                    <a:pt x="10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84" name="Shape 6684"/>
            <p:cNvSpPr/>
            <p:nvPr/>
          </p:nvSpPr>
          <p:spPr>
            <a:xfrm>
              <a:off x="204868" y="318881"/>
              <a:ext cx="254750" cy="1585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21600"/>
                  </a:moveTo>
                  <a:cubicBezTo>
                    <a:pt x="17280" y="21600"/>
                    <a:pt x="15840" y="19265"/>
                    <a:pt x="15840" y="16930"/>
                  </a:cubicBezTo>
                  <a:cubicBezTo>
                    <a:pt x="15840" y="12843"/>
                    <a:pt x="13680" y="9341"/>
                    <a:pt x="11160" y="9341"/>
                  </a:cubicBezTo>
                  <a:cubicBezTo>
                    <a:pt x="8280" y="9341"/>
                    <a:pt x="5760" y="13427"/>
                    <a:pt x="5760" y="16930"/>
                  </a:cubicBezTo>
                  <a:cubicBezTo>
                    <a:pt x="5760" y="19265"/>
                    <a:pt x="4320" y="21600"/>
                    <a:pt x="2880" y="21600"/>
                  </a:cubicBezTo>
                  <a:cubicBezTo>
                    <a:pt x="1440" y="21600"/>
                    <a:pt x="0" y="19265"/>
                    <a:pt x="0" y="16930"/>
                  </a:cubicBezTo>
                  <a:cubicBezTo>
                    <a:pt x="0" y="8173"/>
                    <a:pt x="5040" y="0"/>
                    <a:pt x="11160" y="0"/>
                  </a:cubicBezTo>
                  <a:cubicBezTo>
                    <a:pt x="16920" y="0"/>
                    <a:pt x="21600" y="7589"/>
                    <a:pt x="21600" y="16930"/>
                  </a:cubicBezTo>
                  <a:cubicBezTo>
                    <a:pt x="21600" y="19265"/>
                    <a:pt x="20160" y="21600"/>
                    <a:pt x="1872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85" name="Shape 6685"/>
            <p:cNvSpPr/>
            <p:nvPr/>
          </p:nvSpPr>
          <p:spPr>
            <a:xfrm>
              <a:off x="596789" y="318881"/>
              <a:ext cx="256532" cy="1585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21600"/>
                  </a:moveTo>
                  <a:cubicBezTo>
                    <a:pt x="17280" y="21600"/>
                    <a:pt x="15840" y="19265"/>
                    <a:pt x="15840" y="16930"/>
                  </a:cubicBezTo>
                  <a:cubicBezTo>
                    <a:pt x="15840" y="13427"/>
                    <a:pt x="13320" y="9341"/>
                    <a:pt x="10440" y="9341"/>
                  </a:cubicBezTo>
                  <a:cubicBezTo>
                    <a:pt x="7920" y="9341"/>
                    <a:pt x="5760" y="12843"/>
                    <a:pt x="5760" y="16930"/>
                  </a:cubicBezTo>
                  <a:cubicBezTo>
                    <a:pt x="5760" y="19265"/>
                    <a:pt x="4320" y="21600"/>
                    <a:pt x="2880" y="21600"/>
                  </a:cubicBezTo>
                  <a:cubicBezTo>
                    <a:pt x="1440" y="21600"/>
                    <a:pt x="0" y="19265"/>
                    <a:pt x="0" y="16930"/>
                  </a:cubicBezTo>
                  <a:cubicBezTo>
                    <a:pt x="0" y="7589"/>
                    <a:pt x="4680" y="0"/>
                    <a:pt x="10440" y="0"/>
                  </a:cubicBezTo>
                  <a:cubicBezTo>
                    <a:pt x="16560" y="0"/>
                    <a:pt x="21600" y="8173"/>
                    <a:pt x="21600" y="16930"/>
                  </a:cubicBezTo>
                  <a:cubicBezTo>
                    <a:pt x="21600" y="19265"/>
                    <a:pt x="20160" y="21600"/>
                    <a:pt x="1872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687" name="Shape 6687"/>
          <p:cNvSpPr/>
          <p:nvPr/>
        </p:nvSpPr>
        <p:spPr>
          <a:xfrm>
            <a:off x="9101377" y="9879298"/>
            <a:ext cx="1082635" cy="1043296"/>
          </a:xfrm>
          <a:custGeom>
            <a:avLst/>
            <a:gdLst/>
            <a:ahLst/>
            <a:cxnLst>
              <a:cxn ang="0">
                <a:pos x="wd2" y="hd2"/>
              </a:cxn>
              <a:cxn ang="5400000">
                <a:pos x="wd2" y="hd2"/>
              </a:cxn>
              <a:cxn ang="10800000">
                <a:pos x="wd2" y="hd2"/>
              </a:cxn>
              <a:cxn ang="16200000">
                <a:pos x="wd2" y="hd2"/>
              </a:cxn>
            </a:cxnLst>
            <a:rect l="0" t="0" r="r" b="b"/>
            <a:pathLst>
              <a:path w="21392" h="21600" fill="norm" stroke="1" extrusionOk="0">
                <a:moveTo>
                  <a:pt x="21330" y="8013"/>
                </a:moveTo>
                <a:cubicBezTo>
                  <a:pt x="20998" y="7490"/>
                  <a:pt x="20665" y="7142"/>
                  <a:pt x="20001" y="6968"/>
                </a:cubicBezTo>
                <a:cubicBezTo>
                  <a:pt x="14518" y="6097"/>
                  <a:pt x="14518" y="6097"/>
                  <a:pt x="14518" y="6097"/>
                </a:cubicBezTo>
                <a:cubicBezTo>
                  <a:pt x="12025" y="871"/>
                  <a:pt x="12025" y="871"/>
                  <a:pt x="12025" y="871"/>
                </a:cubicBezTo>
                <a:cubicBezTo>
                  <a:pt x="11859" y="348"/>
                  <a:pt x="11361" y="0"/>
                  <a:pt x="10696" y="0"/>
                </a:cubicBezTo>
                <a:cubicBezTo>
                  <a:pt x="10031" y="0"/>
                  <a:pt x="9533" y="348"/>
                  <a:pt x="9367" y="871"/>
                </a:cubicBezTo>
                <a:cubicBezTo>
                  <a:pt x="6874" y="6097"/>
                  <a:pt x="6874" y="6097"/>
                  <a:pt x="6874" y="6097"/>
                </a:cubicBezTo>
                <a:cubicBezTo>
                  <a:pt x="1391" y="6968"/>
                  <a:pt x="1391" y="6968"/>
                  <a:pt x="1391" y="6968"/>
                </a:cubicBezTo>
                <a:cubicBezTo>
                  <a:pt x="727" y="7142"/>
                  <a:pt x="394" y="7490"/>
                  <a:pt x="62" y="8013"/>
                </a:cubicBezTo>
                <a:cubicBezTo>
                  <a:pt x="-104" y="8535"/>
                  <a:pt x="62" y="9232"/>
                  <a:pt x="561" y="9581"/>
                </a:cubicBezTo>
                <a:cubicBezTo>
                  <a:pt x="4548" y="13935"/>
                  <a:pt x="4548" y="13935"/>
                  <a:pt x="4548" y="13935"/>
                </a:cubicBezTo>
                <a:cubicBezTo>
                  <a:pt x="3551" y="19858"/>
                  <a:pt x="3551" y="19858"/>
                  <a:pt x="3551" y="19858"/>
                </a:cubicBezTo>
                <a:cubicBezTo>
                  <a:pt x="3551" y="20381"/>
                  <a:pt x="3718" y="20903"/>
                  <a:pt x="4216" y="21252"/>
                </a:cubicBezTo>
                <a:cubicBezTo>
                  <a:pt x="4548" y="21426"/>
                  <a:pt x="4881" y="21600"/>
                  <a:pt x="5047" y="21600"/>
                </a:cubicBezTo>
                <a:cubicBezTo>
                  <a:pt x="5379" y="21600"/>
                  <a:pt x="5711" y="21600"/>
                  <a:pt x="5878" y="21426"/>
                </a:cubicBezTo>
                <a:cubicBezTo>
                  <a:pt x="10696" y="18639"/>
                  <a:pt x="10696" y="18639"/>
                  <a:pt x="10696" y="18639"/>
                </a:cubicBezTo>
                <a:cubicBezTo>
                  <a:pt x="15514" y="21426"/>
                  <a:pt x="15514" y="21426"/>
                  <a:pt x="15514" y="21426"/>
                </a:cubicBezTo>
                <a:cubicBezTo>
                  <a:pt x="15681" y="21600"/>
                  <a:pt x="16013" y="21600"/>
                  <a:pt x="16345" y="21600"/>
                </a:cubicBezTo>
                <a:cubicBezTo>
                  <a:pt x="16511" y="21600"/>
                  <a:pt x="16844" y="21426"/>
                  <a:pt x="17176" y="21252"/>
                </a:cubicBezTo>
                <a:cubicBezTo>
                  <a:pt x="17674" y="20903"/>
                  <a:pt x="17841" y="20381"/>
                  <a:pt x="17841" y="19858"/>
                </a:cubicBezTo>
                <a:cubicBezTo>
                  <a:pt x="16844" y="13935"/>
                  <a:pt x="16844" y="13935"/>
                  <a:pt x="16844" y="13935"/>
                </a:cubicBezTo>
                <a:cubicBezTo>
                  <a:pt x="20831" y="9581"/>
                  <a:pt x="20831" y="9581"/>
                  <a:pt x="20831" y="9581"/>
                </a:cubicBezTo>
                <a:cubicBezTo>
                  <a:pt x="21330" y="9232"/>
                  <a:pt x="21496" y="8535"/>
                  <a:pt x="21330" y="8013"/>
                </a:cubicBezTo>
                <a:close/>
                <a:moveTo>
                  <a:pt x="15681" y="12716"/>
                </a:moveTo>
                <a:cubicBezTo>
                  <a:pt x="15348" y="13065"/>
                  <a:pt x="15182" y="13587"/>
                  <a:pt x="15348" y="14110"/>
                </a:cubicBezTo>
                <a:cubicBezTo>
                  <a:pt x="16345" y="20032"/>
                  <a:pt x="16345" y="20032"/>
                  <a:pt x="16345" y="20032"/>
                </a:cubicBezTo>
                <a:cubicBezTo>
                  <a:pt x="11361" y="17245"/>
                  <a:pt x="11361" y="17245"/>
                  <a:pt x="11361" y="17245"/>
                </a:cubicBezTo>
                <a:cubicBezTo>
                  <a:pt x="11194" y="17245"/>
                  <a:pt x="11028" y="17071"/>
                  <a:pt x="10696" y="17071"/>
                </a:cubicBezTo>
                <a:cubicBezTo>
                  <a:pt x="10364" y="17071"/>
                  <a:pt x="10198" y="17245"/>
                  <a:pt x="10031" y="17245"/>
                </a:cubicBezTo>
                <a:cubicBezTo>
                  <a:pt x="5047" y="20032"/>
                  <a:pt x="5047" y="20032"/>
                  <a:pt x="5047" y="20032"/>
                </a:cubicBezTo>
                <a:cubicBezTo>
                  <a:pt x="6044" y="14110"/>
                  <a:pt x="6044" y="14110"/>
                  <a:pt x="6044" y="14110"/>
                </a:cubicBezTo>
                <a:cubicBezTo>
                  <a:pt x="6210" y="13587"/>
                  <a:pt x="6044" y="13065"/>
                  <a:pt x="5711" y="12716"/>
                </a:cubicBezTo>
                <a:cubicBezTo>
                  <a:pt x="1558" y="8535"/>
                  <a:pt x="1558" y="8535"/>
                  <a:pt x="1558" y="8535"/>
                </a:cubicBezTo>
                <a:cubicBezTo>
                  <a:pt x="7207" y="7665"/>
                  <a:pt x="7207" y="7665"/>
                  <a:pt x="7207" y="7665"/>
                </a:cubicBezTo>
                <a:cubicBezTo>
                  <a:pt x="7705" y="7665"/>
                  <a:pt x="8038" y="7316"/>
                  <a:pt x="8370" y="6794"/>
                </a:cubicBezTo>
                <a:cubicBezTo>
                  <a:pt x="10696" y="1568"/>
                  <a:pt x="10696" y="1568"/>
                  <a:pt x="10696" y="1568"/>
                </a:cubicBezTo>
                <a:cubicBezTo>
                  <a:pt x="13022" y="6794"/>
                  <a:pt x="13022" y="6794"/>
                  <a:pt x="13022" y="6794"/>
                </a:cubicBezTo>
                <a:cubicBezTo>
                  <a:pt x="13354" y="7316"/>
                  <a:pt x="13687" y="7665"/>
                  <a:pt x="14185" y="7665"/>
                </a:cubicBezTo>
                <a:cubicBezTo>
                  <a:pt x="19834" y="8535"/>
                  <a:pt x="19834" y="8535"/>
                  <a:pt x="19834" y="8535"/>
                </a:cubicBezTo>
                <a:lnTo>
                  <a:pt x="15681" y="12716"/>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693" name="Group 6693"/>
          <p:cNvGrpSpPr/>
          <p:nvPr/>
        </p:nvGrpSpPr>
        <p:grpSpPr>
          <a:xfrm>
            <a:off x="15822122" y="9861127"/>
            <a:ext cx="850452" cy="1027569"/>
            <a:chOff x="0" y="0"/>
            <a:chExt cx="850451" cy="1027568"/>
          </a:xfrm>
        </p:grpSpPr>
        <p:sp>
          <p:nvSpPr>
            <p:cNvPr id="6688" name="Shape 6688"/>
            <p:cNvSpPr/>
            <p:nvPr/>
          </p:nvSpPr>
          <p:spPr>
            <a:xfrm>
              <a:off x="0" y="0"/>
              <a:ext cx="676145" cy="874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197"/>
                  </a:moveTo>
                  <a:lnTo>
                    <a:pt x="21600" y="0"/>
                  </a:lnTo>
                  <a:lnTo>
                    <a:pt x="0" y="0"/>
                  </a:lnTo>
                  <a:lnTo>
                    <a:pt x="0" y="21600"/>
                  </a:lnTo>
                  <a:lnTo>
                    <a:pt x="17199" y="21600"/>
                  </a:lnTo>
                  <a:lnTo>
                    <a:pt x="21600" y="18197"/>
                  </a:lnTo>
                  <a:close/>
                  <a:moveTo>
                    <a:pt x="17379" y="18301"/>
                  </a:moveTo>
                  <a:lnTo>
                    <a:pt x="19714" y="18301"/>
                  </a:lnTo>
                  <a:lnTo>
                    <a:pt x="17379" y="20107"/>
                  </a:lnTo>
                  <a:lnTo>
                    <a:pt x="17379" y="18301"/>
                  </a:lnTo>
                  <a:close/>
                  <a:moveTo>
                    <a:pt x="1257" y="972"/>
                  </a:moveTo>
                  <a:lnTo>
                    <a:pt x="20343" y="972"/>
                  </a:lnTo>
                  <a:lnTo>
                    <a:pt x="20343" y="17329"/>
                  </a:lnTo>
                  <a:lnTo>
                    <a:pt x="16121" y="17329"/>
                  </a:lnTo>
                  <a:lnTo>
                    <a:pt x="16121" y="20628"/>
                  </a:lnTo>
                  <a:lnTo>
                    <a:pt x="1257" y="20628"/>
                  </a:lnTo>
                  <a:lnTo>
                    <a:pt x="1257" y="972"/>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89" name="Shape 6689"/>
            <p:cNvSpPr/>
            <p:nvPr/>
          </p:nvSpPr>
          <p:spPr>
            <a:xfrm>
              <a:off x="177118" y="158843"/>
              <a:ext cx="673334" cy="8687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65" y="0"/>
                  </a:moveTo>
                  <a:lnTo>
                    <a:pt x="16865" y="979"/>
                  </a:lnTo>
                  <a:lnTo>
                    <a:pt x="20337" y="979"/>
                  </a:lnTo>
                  <a:lnTo>
                    <a:pt x="20337" y="17336"/>
                  </a:lnTo>
                  <a:lnTo>
                    <a:pt x="16144" y="17336"/>
                  </a:lnTo>
                  <a:lnTo>
                    <a:pt x="16144" y="20621"/>
                  </a:lnTo>
                  <a:lnTo>
                    <a:pt x="1263" y="20621"/>
                  </a:lnTo>
                  <a:lnTo>
                    <a:pt x="1263" y="18454"/>
                  </a:lnTo>
                  <a:lnTo>
                    <a:pt x="0" y="18454"/>
                  </a:lnTo>
                  <a:lnTo>
                    <a:pt x="0" y="21600"/>
                  </a:lnTo>
                  <a:lnTo>
                    <a:pt x="17181" y="21600"/>
                  </a:lnTo>
                  <a:lnTo>
                    <a:pt x="21600" y="18280"/>
                  </a:lnTo>
                  <a:lnTo>
                    <a:pt x="21600" y="0"/>
                  </a:lnTo>
                  <a:lnTo>
                    <a:pt x="16865" y="0"/>
                  </a:lnTo>
                  <a:close/>
                  <a:moveTo>
                    <a:pt x="19706" y="18315"/>
                  </a:moveTo>
                  <a:lnTo>
                    <a:pt x="17406" y="20097"/>
                  </a:lnTo>
                  <a:lnTo>
                    <a:pt x="17406" y="18315"/>
                  </a:lnTo>
                  <a:lnTo>
                    <a:pt x="19706" y="18315"/>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0" name="Shape 6690"/>
            <p:cNvSpPr/>
            <p:nvPr/>
          </p:nvSpPr>
          <p:spPr>
            <a:xfrm>
              <a:off x="167278" y="247403"/>
              <a:ext cx="341587" cy="39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49" y="21600"/>
                  </a:moveTo>
                  <a:cubicBezTo>
                    <a:pt x="20351" y="21600"/>
                    <a:pt x="20351" y="21600"/>
                    <a:pt x="20351" y="21600"/>
                  </a:cubicBezTo>
                  <a:cubicBezTo>
                    <a:pt x="20976" y="21600"/>
                    <a:pt x="21600" y="17280"/>
                    <a:pt x="21600" y="10800"/>
                  </a:cubicBezTo>
                  <a:cubicBezTo>
                    <a:pt x="21600" y="5400"/>
                    <a:pt x="20976" y="0"/>
                    <a:pt x="20351" y="0"/>
                  </a:cubicBezTo>
                  <a:cubicBezTo>
                    <a:pt x="1249" y="0"/>
                    <a:pt x="1249" y="0"/>
                    <a:pt x="1249" y="0"/>
                  </a:cubicBezTo>
                  <a:cubicBezTo>
                    <a:pt x="624" y="0"/>
                    <a:pt x="0" y="5400"/>
                    <a:pt x="0" y="10800"/>
                  </a:cubicBezTo>
                  <a:cubicBezTo>
                    <a:pt x="0" y="17280"/>
                    <a:pt x="624" y="21600"/>
                    <a:pt x="1249"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1" name="Shape 6691"/>
            <p:cNvSpPr/>
            <p:nvPr/>
          </p:nvSpPr>
          <p:spPr>
            <a:xfrm>
              <a:off x="167278" y="392190"/>
              <a:ext cx="341587" cy="39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49" y="21600"/>
                  </a:moveTo>
                  <a:cubicBezTo>
                    <a:pt x="20351" y="21600"/>
                    <a:pt x="20351" y="21600"/>
                    <a:pt x="20351" y="21600"/>
                  </a:cubicBezTo>
                  <a:cubicBezTo>
                    <a:pt x="20976" y="21600"/>
                    <a:pt x="21600" y="17280"/>
                    <a:pt x="21600" y="10800"/>
                  </a:cubicBezTo>
                  <a:cubicBezTo>
                    <a:pt x="21600" y="5400"/>
                    <a:pt x="20976" y="0"/>
                    <a:pt x="20351" y="0"/>
                  </a:cubicBezTo>
                  <a:cubicBezTo>
                    <a:pt x="1249" y="0"/>
                    <a:pt x="1249" y="0"/>
                    <a:pt x="1249" y="0"/>
                  </a:cubicBezTo>
                  <a:cubicBezTo>
                    <a:pt x="624" y="0"/>
                    <a:pt x="0" y="5400"/>
                    <a:pt x="0" y="10800"/>
                  </a:cubicBezTo>
                  <a:cubicBezTo>
                    <a:pt x="0" y="17280"/>
                    <a:pt x="624" y="21600"/>
                    <a:pt x="1249"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2" name="Shape 6692"/>
            <p:cNvSpPr/>
            <p:nvPr/>
          </p:nvSpPr>
          <p:spPr>
            <a:xfrm>
              <a:off x="167278" y="539789"/>
              <a:ext cx="341587" cy="39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51" y="0"/>
                  </a:moveTo>
                  <a:cubicBezTo>
                    <a:pt x="1249" y="0"/>
                    <a:pt x="1249" y="0"/>
                    <a:pt x="1249" y="0"/>
                  </a:cubicBezTo>
                  <a:cubicBezTo>
                    <a:pt x="624" y="0"/>
                    <a:pt x="0" y="4320"/>
                    <a:pt x="0" y="10800"/>
                  </a:cubicBezTo>
                  <a:cubicBezTo>
                    <a:pt x="0" y="16200"/>
                    <a:pt x="624" y="21600"/>
                    <a:pt x="1249" y="21600"/>
                  </a:cubicBezTo>
                  <a:cubicBezTo>
                    <a:pt x="20351" y="21600"/>
                    <a:pt x="20351" y="21600"/>
                    <a:pt x="20351" y="21600"/>
                  </a:cubicBezTo>
                  <a:cubicBezTo>
                    <a:pt x="20976" y="21600"/>
                    <a:pt x="21600" y="16200"/>
                    <a:pt x="21600" y="10800"/>
                  </a:cubicBezTo>
                  <a:cubicBezTo>
                    <a:pt x="21600" y="4320"/>
                    <a:pt x="20976" y="0"/>
                    <a:pt x="20351"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00" name="Group 6700"/>
          <p:cNvGrpSpPr/>
          <p:nvPr/>
        </p:nvGrpSpPr>
        <p:grpSpPr>
          <a:xfrm>
            <a:off x="12017480" y="9851927"/>
            <a:ext cx="1144284" cy="1027605"/>
            <a:chOff x="0" y="0"/>
            <a:chExt cx="1144283" cy="1027604"/>
          </a:xfrm>
        </p:grpSpPr>
        <p:sp>
          <p:nvSpPr>
            <p:cNvPr id="6694" name="Shape 6694"/>
            <p:cNvSpPr/>
            <p:nvPr/>
          </p:nvSpPr>
          <p:spPr>
            <a:xfrm>
              <a:off x="0" y="0"/>
              <a:ext cx="1144284" cy="10276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1" y="7575"/>
                  </a:moveTo>
                  <a:cubicBezTo>
                    <a:pt x="486" y="7575"/>
                    <a:pt x="0" y="8116"/>
                    <a:pt x="0" y="8823"/>
                  </a:cubicBezTo>
                  <a:cubicBezTo>
                    <a:pt x="0" y="9822"/>
                    <a:pt x="0" y="9822"/>
                    <a:pt x="0" y="9822"/>
                  </a:cubicBezTo>
                  <a:cubicBezTo>
                    <a:pt x="0" y="10529"/>
                    <a:pt x="486" y="11071"/>
                    <a:pt x="1121" y="11071"/>
                  </a:cubicBezTo>
                  <a:cubicBezTo>
                    <a:pt x="1271" y="11071"/>
                    <a:pt x="1271" y="11071"/>
                    <a:pt x="1271" y="11071"/>
                  </a:cubicBezTo>
                  <a:cubicBezTo>
                    <a:pt x="2616" y="20102"/>
                    <a:pt x="2616" y="20102"/>
                    <a:pt x="2616" y="20102"/>
                  </a:cubicBezTo>
                  <a:cubicBezTo>
                    <a:pt x="2728" y="20976"/>
                    <a:pt x="3401" y="21600"/>
                    <a:pt x="4223" y="21600"/>
                  </a:cubicBezTo>
                  <a:cubicBezTo>
                    <a:pt x="17377" y="21600"/>
                    <a:pt x="17377" y="21600"/>
                    <a:pt x="17377" y="21600"/>
                  </a:cubicBezTo>
                  <a:cubicBezTo>
                    <a:pt x="18162" y="21600"/>
                    <a:pt x="18835" y="20976"/>
                    <a:pt x="18984" y="20102"/>
                  </a:cubicBezTo>
                  <a:cubicBezTo>
                    <a:pt x="20329" y="11071"/>
                    <a:pt x="20329" y="11071"/>
                    <a:pt x="20329" y="11071"/>
                  </a:cubicBezTo>
                  <a:cubicBezTo>
                    <a:pt x="20479" y="11071"/>
                    <a:pt x="20479" y="11071"/>
                    <a:pt x="20479" y="11071"/>
                  </a:cubicBezTo>
                  <a:cubicBezTo>
                    <a:pt x="21077" y="11071"/>
                    <a:pt x="21600" y="10529"/>
                    <a:pt x="21600" y="9822"/>
                  </a:cubicBezTo>
                  <a:cubicBezTo>
                    <a:pt x="21600" y="8823"/>
                    <a:pt x="21600" y="8823"/>
                    <a:pt x="21600" y="8823"/>
                  </a:cubicBezTo>
                  <a:cubicBezTo>
                    <a:pt x="21600" y="8116"/>
                    <a:pt x="21077" y="7575"/>
                    <a:pt x="20479" y="7575"/>
                  </a:cubicBezTo>
                  <a:cubicBezTo>
                    <a:pt x="15845" y="7575"/>
                    <a:pt x="15845" y="7575"/>
                    <a:pt x="15845" y="7575"/>
                  </a:cubicBezTo>
                  <a:cubicBezTo>
                    <a:pt x="13005" y="2206"/>
                    <a:pt x="13005" y="2206"/>
                    <a:pt x="13005" y="2206"/>
                  </a:cubicBezTo>
                  <a:cubicBezTo>
                    <a:pt x="13117" y="2081"/>
                    <a:pt x="13192" y="1914"/>
                    <a:pt x="13229" y="1748"/>
                  </a:cubicBezTo>
                  <a:cubicBezTo>
                    <a:pt x="13304" y="1373"/>
                    <a:pt x="13266" y="999"/>
                    <a:pt x="13080" y="666"/>
                  </a:cubicBezTo>
                  <a:cubicBezTo>
                    <a:pt x="12855" y="250"/>
                    <a:pt x="12444" y="0"/>
                    <a:pt x="11996" y="0"/>
                  </a:cubicBezTo>
                  <a:cubicBezTo>
                    <a:pt x="11772" y="0"/>
                    <a:pt x="11547" y="42"/>
                    <a:pt x="11361" y="166"/>
                  </a:cubicBezTo>
                  <a:cubicBezTo>
                    <a:pt x="11062" y="375"/>
                    <a:pt x="10875" y="666"/>
                    <a:pt x="10800" y="999"/>
                  </a:cubicBezTo>
                  <a:cubicBezTo>
                    <a:pt x="10688" y="666"/>
                    <a:pt x="10501" y="375"/>
                    <a:pt x="10239" y="166"/>
                  </a:cubicBezTo>
                  <a:cubicBezTo>
                    <a:pt x="10015" y="42"/>
                    <a:pt x="9828" y="0"/>
                    <a:pt x="9604" y="0"/>
                  </a:cubicBezTo>
                  <a:cubicBezTo>
                    <a:pt x="9156" y="0"/>
                    <a:pt x="8745" y="250"/>
                    <a:pt x="8520" y="666"/>
                  </a:cubicBezTo>
                  <a:cubicBezTo>
                    <a:pt x="8334" y="999"/>
                    <a:pt x="8296" y="1373"/>
                    <a:pt x="8371" y="1748"/>
                  </a:cubicBezTo>
                  <a:cubicBezTo>
                    <a:pt x="8408" y="1914"/>
                    <a:pt x="8483" y="2081"/>
                    <a:pt x="8558" y="2206"/>
                  </a:cubicBezTo>
                  <a:cubicBezTo>
                    <a:pt x="5755" y="7575"/>
                    <a:pt x="5755" y="7575"/>
                    <a:pt x="5755" y="7575"/>
                  </a:cubicBezTo>
                  <a:lnTo>
                    <a:pt x="1121" y="7575"/>
                  </a:lnTo>
                  <a:close/>
                  <a:moveTo>
                    <a:pt x="1009" y="9822"/>
                  </a:moveTo>
                  <a:cubicBezTo>
                    <a:pt x="1009" y="8823"/>
                    <a:pt x="1009" y="8823"/>
                    <a:pt x="1009" y="8823"/>
                  </a:cubicBezTo>
                  <a:cubicBezTo>
                    <a:pt x="1009" y="8740"/>
                    <a:pt x="1046" y="8698"/>
                    <a:pt x="1121" y="8698"/>
                  </a:cubicBezTo>
                  <a:cubicBezTo>
                    <a:pt x="5157" y="8698"/>
                    <a:pt x="5157" y="8698"/>
                    <a:pt x="5157" y="8698"/>
                  </a:cubicBezTo>
                  <a:cubicBezTo>
                    <a:pt x="5008" y="8948"/>
                    <a:pt x="5008" y="8948"/>
                    <a:pt x="5008" y="8948"/>
                  </a:cubicBezTo>
                  <a:cubicBezTo>
                    <a:pt x="4933" y="8948"/>
                    <a:pt x="4858" y="8948"/>
                    <a:pt x="4783" y="8948"/>
                  </a:cubicBezTo>
                  <a:cubicBezTo>
                    <a:pt x="4298" y="8948"/>
                    <a:pt x="3812" y="9239"/>
                    <a:pt x="3588" y="9697"/>
                  </a:cubicBezTo>
                  <a:cubicBezTo>
                    <a:pt x="3550" y="9780"/>
                    <a:pt x="3513" y="9864"/>
                    <a:pt x="3475" y="9905"/>
                  </a:cubicBezTo>
                  <a:cubicBezTo>
                    <a:pt x="1084" y="9905"/>
                    <a:pt x="1084" y="9905"/>
                    <a:pt x="1084" y="9905"/>
                  </a:cubicBezTo>
                  <a:cubicBezTo>
                    <a:pt x="1084" y="9947"/>
                    <a:pt x="1084" y="9947"/>
                    <a:pt x="1084" y="9947"/>
                  </a:cubicBezTo>
                  <a:cubicBezTo>
                    <a:pt x="1046" y="9905"/>
                    <a:pt x="1009" y="9864"/>
                    <a:pt x="1009" y="9822"/>
                  </a:cubicBezTo>
                  <a:close/>
                  <a:moveTo>
                    <a:pt x="9604" y="2788"/>
                  </a:moveTo>
                  <a:cubicBezTo>
                    <a:pt x="10015" y="2788"/>
                    <a:pt x="10464" y="2539"/>
                    <a:pt x="10688" y="2123"/>
                  </a:cubicBezTo>
                  <a:cubicBezTo>
                    <a:pt x="10725" y="1998"/>
                    <a:pt x="10763" y="1914"/>
                    <a:pt x="10800" y="1790"/>
                  </a:cubicBezTo>
                  <a:cubicBezTo>
                    <a:pt x="10837" y="1914"/>
                    <a:pt x="10875" y="1998"/>
                    <a:pt x="10912" y="2123"/>
                  </a:cubicBezTo>
                  <a:cubicBezTo>
                    <a:pt x="11136" y="2539"/>
                    <a:pt x="11547" y="2788"/>
                    <a:pt x="11996" y="2788"/>
                  </a:cubicBezTo>
                  <a:cubicBezTo>
                    <a:pt x="11996" y="2788"/>
                    <a:pt x="11996" y="2788"/>
                    <a:pt x="11996" y="2788"/>
                  </a:cubicBezTo>
                  <a:cubicBezTo>
                    <a:pt x="12033" y="2788"/>
                    <a:pt x="12108" y="2788"/>
                    <a:pt x="12145" y="2788"/>
                  </a:cubicBezTo>
                  <a:cubicBezTo>
                    <a:pt x="14649" y="7575"/>
                    <a:pt x="14649" y="7575"/>
                    <a:pt x="14649" y="7575"/>
                  </a:cubicBezTo>
                  <a:cubicBezTo>
                    <a:pt x="6913" y="7575"/>
                    <a:pt x="6913" y="7575"/>
                    <a:pt x="6913" y="7575"/>
                  </a:cubicBezTo>
                  <a:cubicBezTo>
                    <a:pt x="9455" y="2788"/>
                    <a:pt x="9455" y="2788"/>
                    <a:pt x="9455" y="2788"/>
                  </a:cubicBezTo>
                  <a:cubicBezTo>
                    <a:pt x="9492" y="2788"/>
                    <a:pt x="9529" y="2788"/>
                    <a:pt x="9604" y="2788"/>
                  </a:cubicBezTo>
                  <a:close/>
                  <a:moveTo>
                    <a:pt x="15247" y="8698"/>
                  </a:moveTo>
                  <a:cubicBezTo>
                    <a:pt x="15696" y="9531"/>
                    <a:pt x="15696" y="9531"/>
                    <a:pt x="15696" y="9531"/>
                  </a:cubicBezTo>
                  <a:cubicBezTo>
                    <a:pt x="15621" y="9655"/>
                    <a:pt x="15546" y="9780"/>
                    <a:pt x="15509" y="9905"/>
                  </a:cubicBezTo>
                  <a:cubicBezTo>
                    <a:pt x="6091" y="9905"/>
                    <a:pt x="6091" y="9905"/>
                    <a:pt x="6091" y="9905"/>
                  </a:cubicBezTo>
                  <a:cubicBezTo>
                    <a:pt x="6017" y="9780"/>
                    <a:pt x="5979" y="9655"/>
                    <a:pt x="5867" y="9531"/>
                  </a:cubicBezTo>
                  <a:cubicBezTo>
                    <a:pt x="6316" y="8698"/>
                    <a:pt x="6316" y="8698"/>
                    <a:pt x="6316" y="8698"/>
                  </a:cubicBezTo>
                  <a:lnTo>
                    <a:pt x="15247" y="8698"/>
                  </a:lnTo>
                  <a:close/>
                  <a:moveTo>
                    <a:pt x="16817" y="9531"/>
                  </a:moveTo>
                  <a:cubicBezTo>
                    <a:pt x="17116" y="9531"/>
                    <a:pt x="17415" y="9697"/>
                    <a:pt x="17564" y="9988"/>
                  </a:cubicBezTo>
                  <a:cubicBezTo>
                    <a:pt x="17826" y="10488"/>
                    <a:pt x="17676" y="11071"/>
                    <a:pt x="17265" y="11362"/>
                  </a:cubicBezTo>
                  <a:cubicBezTo>
                    <a:pt x="17116" y="11445"/>
                    <a:pt x="16966" y="11487"/>
                    <a:pt x="16817" y="11487"/>
                  </a:cubicBezTo>
                  <a:cubicBezTo>
                    <a:pt x="16817" y="11487"/>
                    <a:pt x="16817" y="11487"/>
                    <a:pt x="16817" y="11487"/>
                  </a:cubicBezTo>
                  <a:cubicBezTo>
                    <a:pt x="16480" y="11487"/>
                    <a:pt x="16181" y="11320"/>
                    <a:pt x="16032" y="10987"/>
                  </a:cubicBezTo>
                  <a:cubicBezTo>
                    <a:pt x="15770" y="10529"/>
                    <a:pt x="15920" y="9947"/>
                    <a:pt x="16368" y="9655"/>
                  </a:cubicBezTo>
                  <a:cubicBezTo>
                    <a:pt x="16480" y="9572"/>
                    <a:pt x="16630" y="9531"/>
                    <a:pt x="16817" y="9531"/>
                  </a:cubicBezTo>
                  <a:close/>
                  <a:moveTo>
                    <a:pt x="5568" y="10987"/>
                  </a:moveTo>
                  <a:cubicBezTo>
                    <a:pt x="5381" y="11320"/>
                    <a:pt x="5082" y="11487"/>
                    <a:pt x="4783" y="11487"/>
                  </a:cubicBezTo>
                  <a:cubicBezTo>
                    <a:pt x="4634" y="11487"/>
                    <a:pt x="4484" y="11445"/>
                    <a:pt x="4335" y="11362"/>
                  </a:cubicBezTo>
                  <a:cubicBezTo>
                    <a:pt x="3924" y="11071"/>
                    <a:pt x="3774" y="10488"/>
                    <a:pt x="4036" y="9988"/>
                  </a:cubicBezTo>
                  <a:cubicBezTo>
                    <a:pt x="4185" y="9697"/>
                    <a:pt x="4484" y="9531"/>
                    <a:pt x="4783" y="9531"/>
                  </a:cubicBezTo>
                  <a:cubicBezTo>
                    <a:pt x="4933" y="9531"/>
                    <a:pt x="5082" y="9572"/>
                    <a:pt x="5232" y="9655"/>
                  </a:cubicBezTo>
                  <a:cubicBezTo>
                    <a:pt x="5643" y="9947"/>
                    <a:pt x="5792" y="10529"/>
                    <a:pt x="5568" y="10987"/>
                  </a:cubicBezTo>
                  <a:close/>
                  <a:moveTo>
                    <a:pt x="17975" y="19935"/>
                  </a:moveTo>
                  <a:cubicBezTo>
                    <a:pt x="17938" y="20227"/>
                    <a:pt x="17676" y="20476"/>
                    <a:pt x="17377" y="20476"/>
                  </a:cubicBezTo>
                  <a:cubicBezTo>
                    <a:pt x="4223" y="20476"/>
                    <a:pt x="4223" y="20476"/>
                    <a:pt x="4223" y="20476"/>
                  </a:cubicBezTo>
                  <a:cubicBezTo>
                    <a:pt x="3924" y="20476"/>
                    <a:pt x="3662" y="20227"/>
                    <a:pt x="3625" y="19935"/>
                  </a:cubicBezTo>
                  <a:cubicBezTo>
                    <a:pt x="2280" y="11071"/>
                    <a:pt x="2280" y="11071"/>
                    <a:pt x="2280" y="11071"/>
                  </a:cubicBezTo>
                  <a:cubicBezTo>
                    <a:pt x="3475" y="11071"/>
                    <a:pt x="3475" y="11071"/>
                    <a:pt x="3475" y="11071"/>
                  </a:cubicBezTo>
                  <a:cubicBezTo>
                    <a:pt x="3588" y="11403"/>
                    <a:pt x="3812" y="11653"/>
                    <a:pt x="4073" y="11861"/>
                  </a:cubicBezTo>
                  <a:cubicBezTo>
                    <a:pt x="4298" y="11986"/>
                    <a:pt x="4522" y="12069"/>
                    <a:pt x="4783" y="12069"/>
                  </a:cubicBezTo>
                  <a:cubicBezTo>
                    <a:pt x="5269" y="12069"/>
                    <a:pt x="5755" y="11778"/>
                    <a:pt x="5979" y="11279"/>
                  </a:cubicBezTo>
                  <a:cubicBezTo>
                    <a:pt x="6017" y="11237"/>
                    <a:pt x="6054" y="11154"/>
                    <a:pt x="6091" y="11071"/>
                  </a:cubicBezTo>
                  <a:cubicBezTo>
                    <a:pt x="15509" y="11071"/>
                    <a:pt x="15509" y="11071"/>
                    <a:pt x="15509" y="11071"/>
                  </a:cubicBezTo>
                  <a:cubicBezTo>
                    <a:pt x="15509" y="11154"/>
                    <a:pt x="15546" y="11237"/>
                    <a:pt x="15583" y="11279"/>
                  </a:cubicBezTo>
                  <a:cubicBezTo>
                    <a:pt x="15845" y="11778"/>
                    <a:pt x="16293" y="12069"/>
                    <a:pt x="16817" y="12069"/>
                  </a:cubicBezTo>
                  <a:cubicBezTo>
                    <a:pt x="16817" y="12069"/>
                    <a:pt x="16817" y="12069"/>
                    <a:pt x="16817" y="12069"/>
                  </a:cubicBezTo>
                  <a:cubicBezTo>
                    <a:pt x="17041" y="12069"/>
                    <a:pt x="17302" y="11986"/>
                    <a:pt x="17527" y="11861"/>
                  </a:cubicBezTo>
                  <a:cubicBezTo>
                    <a:pt x="17788" y="11653"/>
                    <a:pt x="17975" y="11403"/>
                    <a:pt x="18087" y="11071"/>
                  </a:cubicBezTo>
                  <a:cubicBezTo>
                    <a:pt x="19283" y="11071"/>
                    <a:pt x="19283" y="11071"/>
                    <a:pt x="19283" y="11071"/>
                  </a:cubicBezTo>
                  <a:lnTo>
                    <a:pt x="17975" y="19935"/>
                  </a:lnTo>
                  <a:close/>
                  <a:moveTo>
                    <a:pt x="20479" y="8698"/>
                  </a:moveTo>
                  <a:cubicBezTo>
                    <a:pt x="20516" y="8698"/>
                    <a:pt x="20554" y="8740"/>
                    <a:pt x="20554" y="8823"/>
                  </a:cubicBezTo>
                  <a:cubicBezTo>
                    <a:pt x="20554" y="9822"/>
                    <a:pt x="20554" y="9822"/>
                    <a:pt x="20554" y="9822"/>
                  </a:cubicBezTo>
                  <a:cubicBezTo>
                    <a:pt x="20554" y="9864"/>
                    <a:pt x="20554" y="9905"/>
                    <a:pt x="20516" y="9947"/>
                  </a:cubicBezTo>
                  <a:cubicBezTo>
                    <a:pt x="20516" y="9905"/>
                    <a:pt x="20516" y="9905"/>
                    <a:pt x="20516" y="9905"/>
                  </a:cubicBezTo>
                  <a:cubicBezTo>
                    <a:pt x="18087" y="9905"/>
                    <a:pt x="18087" y="9905"/>
                    <a:pt x="18087" y="9905"/>
                  </a:cubicBezTo>
                  <a:cubicBezTo>
                    <a:pt x="18087" y="9864"/>
                    <a:pt x="18050" y="9780"/>
                    <a:pt x="18012" y="9697"/>
                  </a:cubicBezTo>
                  <a:cubicBezTo>
                    <a:pt x="17751" y="9239"/>
                    <a:pt x="17302" y="8948"/>
                    <a:pt x="16817" y="8948"/>
                  </a:cubicBezTo>
                  <a:cubicBezTo>
                    <a:pt x="16742" y="8948"/>
                    <a:pt x="16667" y="8948"/>
                    <a:pt x="16592" y="8948"/>
                  </a:cubicBezTo>
                  <a:cubicBezTo>
                    <a:pt x="16443" y="8698"/>
                    <a:pt x="16443" y="8698"/>
                    <a:pt x="16443" y="8698"/>
                  </a:cubicBezTo>
                  <a:lnTo>
                    <a:pt x="20479" y="869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5" name="Shape 6695"/>
            <p:cNvSpPr/>
            <p:nvPr/>
          </p:nvSpPr>
          <p:spPr>
            <a:xfrm>
              <a:off x="524219" y="577558"/>
              <a:ext cx="93344" cy="342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030" y="0"/>
                  </a:moveTo>
                  <a:cubicBezTo>
                    <a:pt x="5055" y="0"/>
                    <a:pt x="0" y="1373"/>
                    <a:pt x="0" y="2997"/>
                  </a:cubicBezTo>
                  <a:cubicBezTo>
                    <a:pt x="0" y="18728"/>
                    <a:pt x="0" y="18728"/>
                    <a:pt x="0" y="18728"/>
                  </a:cubicBezTo>
                  <a:cubicBezTo>
                    <a:pt x="0" y="20351"/>
                    <a:pt x="5055" y="21600"/>
                    <a:pt x="11030" y="21600"/>
                  </a:cubicBezTo>
                  <a:cubicBezTo>
                    <a:pt x="17004" y="21600"/>
                    <a:pt x="21600" y="20351"/>
                    <a:pt x="21600" y="18728"/>
                  </a:cubicBezTo>
                  <a:cubicBezTo>
                    <a:pt x="21600" y="2997"/>
                    <a:pt x="21600" y="2997"/>
                    <a:pt x="21600" y="2997"/>
                  </a:cubicBezTo>
                  <a:cubicBezTo>
                    <a:pt x="21600" y="1373"/>
                    <a:pt x="17004" y="0"/>
                    <a:pt x="11030" y="0"/>
                  </a:cubicBezTo>
                  <a:close/>
                  <a:moveTo>
                    <a:pt x="15626" y="18728"/>
                  </a:moveTo>
                  <a:cubicBezTo>
                    <a:pt x="15626" y="19353"/>
                    <a:pt x="13328" y="19977"/>
                    <a:pt x="11030" y="19977"/>
                  </a:cubicBezTo>
                  <a:cubicBezTo>
                    <a:pt x="8272" y="19977"/>
                    <a:pt x="6434" y="19353"/>
                    <a:pt x="6434" y="18728"/>
                  </a:cubicBezTo>
                  <a:cubicBezTo>
                    <a:pt x="6434" y="2997"/>
                    <a:pt x="6434" y="2997"/>
                    <a:pt x="6434" y="2997"/>
                  </a:cubicBezTo>
                  <a:cubicBezTo>
                    <a:pt x="6434" y="2247"/>
                    <a:pt x="8272" y="1748"/>
                    <a:pt x="11030" y="1748"/>
                  </a:cubicBezTo>
                  <a:cubicBezTo>
                    <a:pt x="13328" y="1748"/>
                    <a:pt x="15626" y="2247"/>
                    <a:pt x="15626" y="2997"/>
                  </a:cubicBezTo>
                  <a:lnTo>
                    <a:pt x="15626" y="1872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6" name="Shape 6696"/>
            <p:cNvSpPr/>
            <p:nvPr/>
          </p:nvSpPr>
          <p:spPr>
            <a:xfrm>
              <a:off x="662746" y="577558"/>
              <a:ext cx="111334" cy="342536"/>
            </a:xfrm>
            <a:custGeom>
              <a:avLst/>
              <a:gdLst/>
              <a:ahLst/>
              <a:cxnLst>
                <a:cxn ang="0">
                  <a:pos x="wd2" y="hd2"/>
                </a:cxn>
                <a:cxn ang="5400000">
                  <a:pos x="wd2" y="hd2"/>
                </a:cxn>
                <a:cxn ang="10800000">
                  <a:pos x="wd2" y="hd2"/>
                </a:cxn>
                <a:cxn ang="16200000">
                  <a:pos x="wd2" y="hd2"/>
                </a:cxn>
              </a:cxnLst>
              <a:rect l="0" t="0" r="r" b="b"/>
              <a:pathLst>
                <a:path w="20909" h="21600" fill="norm" stroke="1" extrusionOk="0">
                  <a:moveTo>
                    <a:pt x="13060" y="125"/>
                  </a:moveTo>
                  <a:cubicBezTo>
                    <a:pt x="12687" y="125"/>
                    <a:pt x="12687" y="0"/>
                    <a:pt x="12315" y="0"/>
                  </a:cubicBezTo>
                  <a:cubicBezTo>
                    <a:pt x="7846" y="0"/>
                    <a:pt x="3750" y="1249"/>
                    <a:pt x="3377" y="2747"/>
                  </a:cubicBezTo>
                  <a:cubicBezTo>
                    <a:pt x="25" y="18479"/>
                    <a:pt x="25" y="18479"/>
                    <a:pt x="25" y="18479"/>
                  </a:cubicBezTo>
                  <a:cubicBezTo>
                    <a:pt x="-347" y="20102"/>
                    <a:pt x="3377" y="21475"/>
                    <a:pt x="8219" y="21600"/>
                  </a:cubicBezTo>
                  <a:cubicBezTo>
                    <a:pt x="8591" y="21600"/>
                    <a:pt x="8591" y="21600"/>
                    <a:pt x="8963" y="21600"/>
                  </a:cubicBezTo>
                  <a:cubicBezTo>
                    <a:pt x="13432" y="21600"/>
                    <a:pt x="17156" y="20476"/>
                    <a:pt x="17529" y="18853"/>
                  </a:cubicBezTo>
                  <a:cubicBezTo>
                    <a:pt x="20881" y="3246"/>
                    <a:pt x="20881" y="3246"/>
                    <a:pt x="20881" y="3246"/>
                  </a:cubicBezTo>
                  <a:cubicBezTo>
                    <a:pt x="21253" y="1623"/>
                    <a:pt x="17901" y="250"/>
                    <a:pt x="13060" y="125"/>
                  </a:cubicBezTo>
                  <a:close/>
                  <a:moveTo>
                    <a:pt x="16039" y="3121"/>
                  </a:moveTo>
                  <a:cubicBezTo>
                    <a:pt x="12687" y="18728"/>
                    <a:pt x="12687" y="18728"/>
                    <a:pt x="12687" y="18728"/>
                  </a:cubicBezTo>
                  <a:cubicBezTo>
                    <a:pt x="12315" y="19353"/>
                    <a:pt x="10825" y="19852"/>
                    <a:pt x="8963" y="19852"/>
                  </a:cubicBezTo>
                  <a:cubicBezTo>
                    <a:pt x="8591" y="19852"/>
                    <a:pt x="8591" y="19852"/>
                    <a:pt x="8591" y="19852"/>
                  </a:cubicBezTo>
                  <a:cubicBezTo>
                    <a:pt x="6729" y="19852"/>
                    <a:pt x="4867" y="19228"/>
                    <a:pt x="5239" y="18603"/>
                  </a:cubicBezTo>
                  <a:cubicBezTo>
                    <a:pt x="8591" y="2872"/>
                    <a:pt x="8591" y="2872"/>
                    <a:pt x="8591" y="2872"/>
                  </a:cubicBezTo>
                  <a:cubicBezTo>
                    <a:pt x="8591" y="2247"/>
                    <a:pt x="10453" y="1748"/>
                    <a:pt x="12315" y="1748"/>
                  </a:cubicBezTo>
                  <a:cubicBezTo>
                    <a:pt x="12315" y="1748"/>
                    <a:pt x="12315" y="1748"/>
                    <a:pt x="12687" y="1748"/>
                  </a:cubicBezTo>
                  <a:cubicBezTo>
                    <a:pt x="14550" y="1873"/>
                    <a:pt x="16039" y="2372"/>
                    <a:pt x="16039" y="312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7" name="Shape 6697"/>
            <p:cNvSpPr/>
            <p:nvPr/>
          </p:nvSpPr>
          <p:spPr>
            <a:xfrm>
              <a:off x="808849" y="580058"/>
              <a:ext cx="126123" cy="340036"/>
            </a:xfrm>
            <a:custGeom>
              <a:avLst/>
              <a:gdLst/>
              <a:ahLst/>
              <a:cxnLst>
                <a:cxn ang="0">
                  <a:pos x="wd2" y="hd2"/>
                </a:cxn>
                <a:cxn ang="5400000">
                  <a:pos x="wd2" y="hd2"/>
                </a:cxn>
                <a:cxn ang="10800000">
                  <a:pos x="wd2" y="hd2"/>
                </a:cxn>
                <a:cxn ang="16200000">
                  <a:pos x="wd2" y="hd2"/>
                </a:cxn>
              </a:cxnLst>
              <a:rect l="0" t="0" r="r" b="b"/>
              <a:pathLst>
                <a:path w="20820" h="21600" fill="norm" stroke="1" extrusionOk="0">
                  <a:moveTo>
                    <a:pt x="14191" y="0"/>
                  </a:moveTo>
                  <a:cubicBezTo>
                    <a:pt x="13864" y="0"/>
                    <a:pt x="13536" y="0"/>
                    <a:pt x="12882" y="0"/>
                  </a:cubicBezTo>
                  <a:cubicBezTo>
                    <a:pt x="9282" y="0"/>
                    <a:pt x="6009" y="1130"/>
                    <a:pt x="5355" y="2512"/>
                  </a:cubicBezTo>
                  <a:cubicBezTo>
                    <a:pt x="118" y="18209"/>
                    <a:pt x="118" y="18209"/>
                    <a:pt x="118" y="18209"/>
                  </a:cubicBezTo>
                  <a:cubicBezTo>
                    <a:pt x="-209" y="18963"/>
                    <a:pt x="118" y="19716"/>
                    <a:pt x="1427" y="20344"/>
                  </a:cubicBezTo>
                  <a:cubicBezTo>
                    <a:pt x="2736" y="20972"/>
                    <a:pt x="4700" y="21474"/>
                    <a:pt x="6664" y="21600"/>
                  </a:cubicBezTo>
                  <a:cubicBezTo>
                    <a:pt x="6991" y="21600"/>
                    <a:pt x="7318" y="21600"/>
                    <a:pt x="7646" y="21600"/>
                  </a:cubicBezTo>
                  <a:cubicBezTo>
                    <a:pt x="11573" y="21600"/>
                    <a:pt x="14846" y="20470"/>
                    <a:pt x="15173" y="18963"/>
                  </a:cubicBezTo>
                  <a:cubicBezTo>
                    <a:pt x="20736" y="3391"/>
                    <a:pt x="20736" y="3391"/>
                    <a:pt x="20736" y="3391"/>
                  </a:cubicBezTo>
                  <a:cubicBezTo>
                    <a:pt x="21391" y="1758"/>
                    <a:pt x="18118" y="251"/>
                    <a:pt x="14191" y="0"/>
                  </a:cubicBezTo>
                  <a:close/>
                  <a:moveTo>
                    <a:pt x="16155" y="3140"/>
                  </a:moveTo>
                  <a:cubicBezTo>
                    <a:pt x="10918" y="18712"/>
                    <a:pt x="10918" y="18712"/>
                    <a:pt x="10918" y="18712"/>
                  </a:cubicBezTo>
                  <a:cubicBezTo>
                    <a:pt x="10591" y="19340"/>
                    <a:pt x="9282" y="19842"/>
                    <a:pt x="7646" y="19842"/>
                  </a:cubicBezTo>
                  <a:cubicBezTo>
                    <a:pt x="7318" y="19842"/>
                    <a:pt x="7318" y="19842"/>
                    <a:pt x="7318" y="19842"/>
                  </a:cubicBezTo>
                  <a:cubicBezTo>
                    <a:pt x="6336" y="19842"/>
                    <a:pt x="5682" y="19591"/>
                    <a:pt x="5027" y="19340"/>
                  </a:cubicBezTo>
                  <a:cubicBezTo>
                    <a:pt x="4373" y="19088"/>
                    <a:pt x="4373" y="18712"/>
                    <a:pt x="4373" y="18460"/>
                  </a:cubicBezTo>
                  <a:cubicBezTo>
                    <a:pt x="9936" y="2763"/>
                    <a:pt x="9936" y="2763"/>
                    <a:pt x="9936" y="2763"/>
                  </a:cubicBezTo>
                  <a:cubicBezTo>
                    <a:pt x="9936" y="2135"/>
                    <a:pt x="11573" y="1758"/>
                    <a:pt x="12882" y="1758"/>
                  </a:cubicBezTo>
                  <a:cubicBezTo>
                    <a:pt x="13209" y="1758"/>
                    <a:pt x="13209" y="1758"/>
                    <a:pt x="13536" y="1758"/>
                  </a:cubicBezTo>
                  <a:cubicBezTo>
                    <a:pt x="15173" y="1758"/>
                    <a:pt x="16482" y="2386"/>
                    <a:pt x="16155" y="314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8" name="Shape 6698"/>
            <p:cNvSpPr/>
            <p:nvPr/>
          </p:nvSpPr>
          <p:spPr>
            <a:xfrm>
              <a:off x="367716" y="577558"/>
              <a:ext cx="111334" cy="342536"/>
            </a:xfrm>
            <a:custGeom>
              <a:avLst/>
              <a:gdLst/>
              <a:ahLst/>
              <a:cxnLst>
                <a:cxn ang="0">
                  <a:pos x="wd2" y="hd2"/>
                </a:cxn>
                <a:cxn ang="5400000">
                  <a:pos x="wd2" y="hd2"/>
                </a:cxn>
                <a:cxn ang="10800000">
                  <a:pos x="wd2" y="hd2"/>
                </a:cxn>
                <a:cxn ang="16200000">
                  <a:pos x="wd2" y="hd2"/>
                </a:cxn>
              </a:cxnLst>
              <a:rect l="0" t="0" r="r" b="b"/>
              <a:pathLst>
                <a:path w="20909" h="21600" fill="norm" stroke="1" extrusionOk="0">
                  <a:moveTo>
                    <a:pt x="17529" y="2747"/>
                  </a:moveTo>
                  <a:cubicBezTo>
                    <a:pt x="17156" y="1249"/>
                    <a:pt x="13432" y="0"/>
                    <a:pt x="8963" y="0"/>
                  </a:cubicBezTo>
                  <a:cubicBezTo>
                    <a:pt x="8591" y="0"/>
                    <a:pt x="8591" y="125"/>
                    <a:pt x="8219" y="125"/>
                  </a:cubicBezTo>
                  <a:cubicBezTo>
                    <a:pt x="3377" y="250"/>
                    <a:pt x="-347" y="1623"/>
                    <a:pt x="25" y="3246"/>
                  </a:cubicBezTo>
                  <a:cubicBezTo>
                    <a:pt x="3377" y="18853"/>
                    <a:pt x="3377" y="18853"/>
                    <a:pt x="3377" y="18853"/>
                  </a:cubicBezTo>
                  <a:cubicBezTo>
                    <a:pt x="3750" y="20476"/>
                    <a:pt x="7846" y="21600"/>
                    <a:pt x="12315" y="21600"/>
                  </a:cubicBezTo>
                  <a:cubicBezTo>
                    <a:pt x="12315" y="21600"/>
                    <a:pt x="12315" y="21600"/>
                    <a:pt x="12315" y="21600"/>
                  </a:cubicBezTo>
                  <a:cubicBezTo>
                    <a:pt x="12315" y="21600"/>
                    <a:pt x="12687" y="21600"/>
                    <a:pt x="13060" y="21600"/>
                  </a:cubicBezTo>
                  <a:cubicBezTo>
                    <a:pt x="17901" y="21475"/>
                    <a:pt x="21253" y="20102"/>
                    <a:pt x="20881" y="18479"/>
                  </a:cubicBezTo>
                  <a:lnTo>
                    <a:pt x="17529" y="2747"/>
                  </a:lnTo>
                  <a:close/>
                  <a:moveTo>
                    <a:pt x="12687" y="19852"/>
                  </a:moveTo>
                  <a:cubicBezTo>
                    <a:pt x="12315" y="19852"/>
                    <a:pt x="12315" y="19852"/>
                    <a:pt x="12315" y="19852"/>
                  </a:cubicBezTo>
                  <a:cubicBezTo>
                    <a:pt x="12315" y="19852"/>
                    <a:pt x="12315" y="19852"/>
                    <a:pt x="12315" y="19852"/>
                  </a:cubicBezTo>
                  <a:cubicBezTo>
                    <a:pt x="10453" y="19852"/>
                    <a:pt x="8591" y="19353"/>
                    <a:pt x="8591" y="18728"/>
                  </a:cubicBezTo>
                  <a:cubicBezTo>
                    <a:pt x="5239" y="3121"/>
                    <a:pt x="5239" y="3121"/>
                    <a:pt x="5239" y="3121"/>
                  </a:cubicBezTo>
                  <a:cubicBezTo>
                    <a:pt x="4867" y="2372"/>
                    <a:pt x="6356" y="1873"/>
                    <a:pt x="8591" y="1748"/>
                  </a:cubicBezTo>
                  <a:cubicBezTo>
                    <a:pt x="8591" y="1748"/>
                    <a:pt x="8591" y="1748"/>
                    <a:pt x="8963" y="1748"/>
                  </a:cubicBezTo>
                  <a:cubicBezTo>
                    <a:pt x="10825" y="1748"/>
                    <a:pt x="12315" y="2247"/>
                    <a:pt x="12687" y="2872"/>
                  </a:cubicBezTo>
                  <a:cubicBezTo>
                    <a:pt x="16039" y="18603"/>
                    <a:pt x="16039" y="18603"/>
                    <a:pt x="16039" y="18603"/>
                  </a:cubicBezTo>
                  <a:cubicBezTo>
                    <a:pt x="16039" y="19228"/>
                    <a:pt x="14550" y="19852"/>
                    <a:pt x="12687" y="1985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699" name="Shape 6699"/>
            <p:cNvSpPr/>
            <p:nvPr/>
          </p:nvSpPr>
          <p:spPr>
            <a:xfrm>
              <a:off x="209267" y="580058"/>
              <a:ext cx="125957" cy="340036"/>
            </a:xfrm>
            <a:custGeom>
              <a:avLst/>
              <a:gdLst/>
              <a:ahLst/>
              <a:cxnLst>
                <a:cxn ang="0">
                  <a:pos x="wd2" y="hd2"/>
                </a:cxn>
                <a:cxn ang="5400000">
                  <a:pos x="wd2" y="hd2"/>
                </a:cxn>
                <a:cxn ang="10800000">
                  <a:pos x="wd2" y="hd2"/>
                </a:cxn>
                <a:cxn ang="16200000">
                  <a:pos x="wd2" y="hd2"/>
                </a:cxn>
              </a:cxnLst>
              <a:rect l="0" t="0" r="r" b="b"/>
              <a:pathLst>
                <a:path w="20793" h="21600" fill="norm" stroke="1" extrusionOk="0">
                  <a:moveTo>
                    <a:pt x="15146" y="2512"/>
                  </a:moveTo>
                  <a:cubicBezTo>
                    <a:pt x="14819" y="1130"/>
                    <a:pt x="11546" y="0"/>
                    <a:pt x="7619" y="0"/>
                  </a:cubicBezTo>
                  <a:cubicBezTo>
                    <a:pt x="7292" y="0"/>
                    <a:pt x="6964" y="0"/>
                    <a:pt x="6637" y="0"/>
                  </a:cubicBezTo>
                  <a:cubicBezTo>
                    <a:pt x="2382" y="251"/>
                    <a:pt x="-563" y="1758"/>
                    <a:pt x="92" y="3391"/>
                  </a:cubicBezTo>
                  <a:cubicBezTo>
                    <a:pt x="5328" y="18963"/>
                    <a:pt x="5328" y="18963"/>
                    <a:pt x="5328" y="18963"/>
                  </a:cubicBezTo>
                  <a:cubicBezTo>
                    <a:pt x="5982" y="20470"/>
                    <a:pt x="9255" y="21600"/>
                    <a:pt x="13182" y="21600"/>
                  </a:cubicBezTo>
                  <a:cubicBezTo>
                    <a:pt x="13182" y="21600"/>
                    <a:pt x="13182" y="21600"/>
                    <a:pt x="13182" y="21600"/>
                  </a:cubicBezTo>
                  <a:cubicBezTo>
                    <a:pt x="13510" y="21600"/>
                    <a:pt x="13837" y="21600"/>
                    <a:pt x="14164" y="21600"/>
                  </a:cubicBezTo>
                  <a:cubicBezTo>
                    <a:pt x="16128" y="21474"/>
                    <a:pt x="18092" y="20972"/>
                    <a:pt x="19073" y="20344"/>
                  </a:cubicBezTo>
                  <a:cubicBezTo>
                    <a:pt x="20382" y="19716"/>
                    <a:pt x="21037" y="18963"/>
                    <a:pt x="20710" y="18209"/>
                  </a:cubicBezTo>
                  <a:lnTo>
                    <a:pt x="15146" y="2512"/>
                  </a:lnTo>
                  <a:close/>
                  <a:moveTo>
                    <a:pt x="15801" y="19340"/>
                  </a:moveTo>
                  <a:cubicBezTo>
                    <a:pt x="15146" y="19591"/>
                    <a:pt x="14492" y="19842"/>
                    <a:pt x="13510" y="19842"/>
                  </a:cubicBezTo>
                  <a:cubicBezTo>
                    <a:pt x="13510" y="19842"/>
                    <a:pt x="13182" y="19842"/>
                    <a:pt x="13182" y="19842"/>
                  </a:cubicBezTo>
                  <a:cubicBezTo>
                    <a:pt x="13182" y="19842"/>
                    <a:pt x="13182" y="19842"/>
                    <a:pt x="13182" y="19842"/>
                  </a:cubicBezTo>
                  <a:cubicBezTo>
                    <a:pt x="11546" y="19842"/>
                    <a:pt x="10237" y="19340"/>
                    <a:pt x="9910" y="18712"/>
                  </a:cubicBezTo>
                  <a:cubicBezTo>
                    <a:pt x="4346" y="3140"/>
                    <a:pt x="4346" y="3140"/>
                    <a:pt x="4346" y="3140"/>
                  </a:cubicBezTo>
                  <a:cubicBezTo>
                    <a:pt x="4346" y="2386"/>
                    <a:pt x="5328" y="1758"/>
                    <a:pt x="7292" y="1758"/>
                  </a:cubicBezTo>
                  <a:cubicBezTo>
                    <a:pt x="7292" y="1758"/>
                    <a:pt x="7619" y="1758"/>
                    <a:pt x="7619" y="1758"/>
                  </a:cubicBezTo>
                  <a:cubicBezTo>
                    <a:pt x="9255" y="1758"/>
                    <a:pt x="10564" y="2135"/>
                    <a:pt x="10892" y="2763"/>
                  </a:cubicBezTo>
                  <a:cubicBezTo>
                    <a:pt x="16455" y="18460"/>
                    <a:pt x="16455" y="18460"/>
                    <a:pt x="16455" y="18460"/>
                  </a:cubicBezTo>
                  <a:cubicBezTo>
                    <a:pt x="16455" y="18712"/>
                    <a:pt x="16128" y="19088"/>
                    <a:pt x="15801" y="1934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10" name="Group 6710"/>
          <p:cNvGrpSpPr/>
          <p:nvPr/>
        </p:nvGrpSpPr>
        <p:grpSpPr>
          <a:xfrm>
            <a:off x="10774826" y="9896058"/>
            <a:ext cx="1021779" cy="957707"/>
            <a:chOff x="0" y="0"/>
            <a:chExt cx="1021778" cy="957705"/>
          </a:xfrm>
        </p:grpSpPr>
        <p:sp>
          <p:nvSpPr>
            <p:cNvPr id="6701" name="Shape 6701"/>
            <p:cNvSpPr/>
            <p:nvPr/>
          </p:nvSpPr>
          <p:spPr>
            <a:xfrm>
              <a:off x="0" y="0"/>
              <a:ext cx="1021779" cy="957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2" y="4680"/>
                  </a:moveTo>
                  <a:cubicBezTo>
                    <a:pt x="17212" y="360"/>
                    <a:pt x="17212" y="360"/>
                    <a:pt x="17212" y="360"/>
                  </a:cubicBezTo>
                  <a:cubicBezTo>
                    <a:pt x="16875" y="180"/>
                    <a:pt x="16538" y="0"/>
                    <a:pt x="16200" y="0"/>
                  </a:cubicBezTo>
                  <a:cubicBezTo>
                    <a:pt x="2025" y="0"/>
                    <a:pt x="2025" y="0"/>
                    <a:pt x="2025" y="0"/>
                  </a:cubicBezTo>
                  <a:cubicBezTo>
                    <a:pt x="844" y="0"/>
                    <a:pt x="0" y="900"/>
                    <a:pt x="0" y="2160"/>
                  </a:cubicBezTo>
                  <a:cubicBezTo>
                    <a:pt x="0" y="19440"/>
                    <a:pt x="0" y="19440"/>
                    <a:pt x="0" y="19440"/>
                  </a:cubicBezTo>
                  <a:cubicBezTo>
                    <a:pt x="0" y="20700"/>
                    <a:pt x="844" y="21600"/>
                    <a:pt x="2025" y="21600"/>
                  </a:cubicBezTo>
                  <a:cubicBezTo>
                    <a:pt x="19575" y="21600"/>
                    <a:pt x="19575" y="21600"/>
                    <a:pt x="19575" y="21600"/>
                  </a:cubicBezTo>
                  <a:cubicBezTo>
                    <a:pt x="20756" y="21600"/>
                    <a:pt x="21600" y="20700"/>
                    <a:pt x="21600" y="19440"/>
                  </a:cubicBezTo>
                  <a:cubicBezTo>
                    <a:pt x="21600" y="5760"/>
                    <a:pt x="21600" y="5760"/>
                    <a:pt x="21600" y="5760"/>
                  </a:cubicBezTo>
                  <a:cubicBezTo>
                    <a:pt x="21600" y="5400"/>
                    <a:pt x="21431" y="5040"/>
                    <a:pt x="21262" y="4680"/>
                  </a:cubicBezTo>
                  <a:close/>
                  <a:moveTo>
                    <a:pt x="20250" y="19440"/>
                  </a:moveTo>
                  <a:cubicBezTo>
                    <a:pt x="20250" y="19800"/>
                    <a:pt x="19913" y="20160"/>
                    <a:pt x="19575" y="20160"/>
                  </a:cubicBezTo>
                  <a:cubicBezTo>
                    <a:pt x="2025" y="20160"/>
                    <a:pt x="2025" y="20160"/>
                    <a:pt x="2025" y="20160"/>
                  </a:cubicBezTo>
                  <a:cubicBezTo>
                    <a:pt x="1687" y="20160"/>
                    <a:pt x="1350" y="19800"/>
                    <a:pt x="1350" y="19440"/>
                  </a:cubicBezTo>
                  <a:cubicBezTo>
                    <a:pt x="1350" y="2160"/>
                    <a:pt x="1350" y="2160"/>
                    <a:pt x="1350" y="2160"/>
                  </a:cubicBezTo>
                  <a:cubicBezTo>
                    <a:pt x="1350" y="1800"/>
                    <a:pt x="1687" y="1440"/>
                    <a:pt x="2025" y="1440"/>
                  </a:cubicBezTo>
                  <a:cubicBezTo>
                    <a:pt x="15525" y="1440"/>
                    <a:pt x="15525" y="1440"/>
                    <a:pt x="15525" y="1440"/>
                  </a:cubicBezTo>
                  <a:cubicBezTo>
                    <a:pt x="15525" y="4320"/>
                    <a:pt x="15525" y="4320"/>
                    <a:pt x="15525" y="4320"/>
                  </a:cubicBezTo>
                  <a:cubicBezTo>
                    <a:pt x="15525" y="4320"/>
                    <a:pt x="15525" y="4320"/>
                    <a:pt x="15525" y="4320"/>
                  </a:cubicBezTo>
                  <a:cubicBezTo>
                    <a:pt x="15525" y="5580"/>
                    <a:pt x="16369" y="6480"/>
                    <a:pt x="17550" y="6480"/>
                  </a:cubicBezTo>
                  <a:cubicBezTo>
                    <a:pt x="18225" y="6480"/>
                    <a:pt x="18225" y="6480"/>
                    <a:pt x="18225" y="6480"/>
                  </a:cubicBezTo>
                  <a:cubicBezTo>
                    <a:pt x="20250" y="6480"/>
                    <a:pt x="20250" y="6480"/>
                    <a:pt x="20250" y="6480"/>
                  </a:cubicBezTo>
                  <a:lnTo>
                    <a:pt x="20250" y="19440"/>
                  </a:lnTo>
                  <a:close/>
                  <a:moveTo>
                    <a:pt x="18225" y="5760"/>
                  </a:moveTo>
                  <a:cubicBezTo>
                    <a:pt x="17550" y="5760"/>
                    <a:pt x="17550" y="5760"/>
                    <a:pt x="17550" y="5760"/>
                  </a:cubicBezTo>
                  <a:cubicBezTo>
                    <a:pt x="16875" y="5760"/>
                    <a:pt x="16200" y="5040"/>
                    <a:pt x="16200" y="4320"/>
                  </a:cubicBezTo>
                  <a:cubicBezTo>
                    <a:pt x="16200" y="4320"/>
                    <a:pt x="16200" y="4320"/>
                    <a:pt x="16200" y="4320"/>
                  </a:cubicBezTo>
                  <a:cubicBezTo>
                    <a:pt x="16200" y="1440"/>
                    <a:pt x="16200" y="1440"/>
                    <a:pt x="16200" y="1440"/>
                  </a:cubicBezTo>
                  <a:cubicBezTo>
                    <a:pt x="20250" y="5760"/>
                    <a:pt x="20250" y="5760"/>
                    <a:pt x="20250" y="5760"/>
                  </a:cubicBezTo>
                  <a:lnTo>
                    <a:pt x="18225" y="576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2" name="Shape 6702"/>
            <p:cNvSpPr/>
            <p:nvPr/>
          </p:nvSpPr>
          <p:spPr>
            <a:xfrm>
              <a:off x="478852" y="192214"/>
              <a:ext cx="192218" cy="337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 y="21600"/>
                  </a:moveTo>
                  <a:cubicBezTo>
                    <a:pt x="19800" y="21600"/>
                    <a:pt x="19800" y="21600"/>
                    <a:pt x="19800" y="21600"/>
                  </a:cubicBezTo>
                  <a:cubicBezTo>
                    <a:pt x="20700" y="21600"/>
                    <a:pt x="21600" y="16200"/>
                    <a:pt x="21600" y="10800"/>
                  </a:cubicBezTo>
                  <a:cubicBezTo>
                    <a:pt x="21600" y="5400"/>
                    <a:pt x="20700" y="0"/>
                    <a:pt x="19800" y="0"/>
                  </a:cubicBezTo>
                  <a:cubicBezTo>
                    <a:pt x="1800" y="0"/>
                    <a:pt x="1800" y="0"/>
                    <a:pt x="1800" y="0"/>
                  </a:cubicBezTo>
                  <a:cubicBezTo>
                    <a:pt x="900" y="0"/>
                    <a:pt x="0" y="5400"/>
                    <a:pt x="0" y="10800"/>
                  </a:cubicBezTo>
                  <a:cubicBezTo>
                    <a:pt x="0" y="16200"/>
                    <a:pt x="900" y="21600"/>
                    <a:pt x="1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3" name="Shape 6703"/>
            <p:cNvSpPr/>
            <p:nvPr/>
          </p:nvSpPr>
          <p:spPr>
            <a:xfrm>
              <a:off x="478852" y="290009"/>
              <a:ext cx="192218" cy="3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 y="21600"/>
                  </a:moveTo>
                  <a:cubicBezTo>
                    <a:pt x="19800" y="21600"/>
                    <a:pt x="19800" y="21600"/>
                    <a:pt x="19800" y="21600"/>
                  </a:cubicBezTo>
                  <a:cubicBezTo>
                    <a:pt x="20700" y="21600"/>
                    <a:pt x="21600" y="16200"/>
                    <a:pt x="21600" y="10800"/>
                  </a:cubicBezTo>
                  <a:cubicBezTo>
                    <a:pt x="21600" y="5400"/>
                    <a:pt x="20700" y="0"/>
                    <a:pt x="19800" y="0"/>
                  </a:cubicBezTo>
                  <a:cubicBezTo>
                    <a:pt x="1800" y="0"/>
                    <a:pt x="1800" y="0"/>
                    <a:pt x="1800" y="0"/>
                  </a:cubicBezTo>
                  <a:cubicBezTo>
                    <a:pt x="900" y="0"/>
                    <a:pt x="0" y="5400"/>
                    <a:pt x="0" y="10800"/>
                  </a:cubicBezTo>
                  <a:cubicBezTo>
                    <a:pt x="0" y="16200"/>
                    <a:pt x="900" y="21600"/>
                    <a:pt x="1800"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4" name="Shape 6704"/>
            <p:cNvSpPr/>
            <p:nvPr/>
          </p:nvSpPr>
          <p:spPr>
            <a:xfrm>
              <a:off x="478852" y="384431"/>
              <a:ext cx="414784" cy="3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200"/>
                    <a:pt x="415" y="21600"/>
                    <a:pt x="831" y="21600"/>
                  </a:cubicBezTo>
                  <a:cubicBezTo>
                    <a:pt x="20769" y="21600"/>
                    <a:pt x="20769" y="21600"/>
                    <a:pt x="20769" y="21600"/>
                  </a:cubicBezTo>
                  <a:cubicBezTo>
                    <a:pt x="21185" y="21600"/>
                    <a:pt x="21600" y="16200"/>
                    <a:pt x="21600" y="10800"/>
                  </a:cubicBezTo>
                  <a:cubicBezTo>
                    <a:pt x="21600" y="5400"/>
                    <a:pt x="21185" y="0"/>
                    <a:pt x="20769" y="0"/>
                  </a:cubicBezTo>
                  <a:cubicBezTo>
                    <a:pt x="831" y="0"/>
                    <a:pt x="831" y="0"/>
                    <a:pt x="831" y="0"/>
                  </a:cubicBezTo>
                  <a:cubicBezTo>
                    <a:pt x="415" y="0"/>
                    <a:pt x="0" y="5400"/>
                    <a:pt x="0" y="10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5" name="Shape 6705"/>
            <p:cNvSpPr/>
            <p:nvPr/>
          </p:nvSpPr>
          <p:spPr>
            <a:xfrm>
              <a:off x="128143" y="576645"/>
              <a:ext cx="765492" cy="3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6" name="Shape 6706"/>
            <p:cNvSpPr/>
            <p:nvPr/>
          </p:nvSpPr>
          <p:spPr>
            <a:xfrm>
              <a:off x="128143" y="671067"/>
              <a:ext cx="765492" cy="337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7" name="Shape 6707"/>
            <p:cNvSpPr/>
            <p:nvPr/>
          </p:nvSpPr>
          <p:spPr>
            <a:xfrm>
              <a:off x="128143" y="768862"/>
              <a:ext cx="765492" cy="30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8" name="Shape 6708"/>
            <p:cNvSpPr/>
            <p:nvPr/>
          </p:nvSpPr>
          <p:spPr>
            <a:xfrm>
              <a:off x="128143" y="478852"/>
              <a:ext cx="765492" cy="337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09" name="Shape 6709"/>
            <p:cNvSpPr/>
            <p:nvPr/>
          </p:nvSpPr>
          <p:spPr>
            <a:xfrm>
              <a:off x="128143" y="161865"/>
              <a:ext cx="286640" cy="2529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00" y="21600"/>
                  </a:moveTo>
                  <a:cubicBezTo>
                    <a:pt x="19200" y="21600"/>
                    <a:pt x="19200" y="21600"/>
                    <a:pt x="19200" y="21600"/>
                  </a:cubicBezTo>
                  <a:cubicBezTo>
                    <a:pt x="20400" y="21600"/>
                    <a:pt x="21600" y="20250"/>
                    <a:pt x="21600" y="18900"/>
                  </a:cubicBezTo>
                  <a:cubicBezTo>
                    <a:pt x="21600" y="2700"/>
                    <a:pt x="21600" y="2700"/>
                    <a:pt x="21600" y="2700"/>
                  </a:cubicBezTo>
                  <a:cubicBezTo>
                    <a:pt x="21600" y="1350"/>
                    <a:pt x="20400" y="0"/>
                    <a:pt x="19200" y="0"/>
                  </a:cubicBezTo>
                  <a:cubicBezTo>
                    <a:pt x="2400" y="0"/>
                    <a:pt x="2400" y="0"/>
                    <a:pt x="2400" y="0"/>
                  </a:cubicBezTo>
                  <a:cubicBezTo>
                    <a:pt x="1200" y="0"/>
                    <a:pt x="0" y="1350"/>
                    <a:pt x="0" y="2700"/>
                  </a:cubicBezTo>
                  <a:cubicBezTo>
                    <a:pt x="0" y="18900"/>
                    <a:pt x="0" y="18900"/>
                    <a:pt x="0" y="18900"/>
                  </a:cubicBezTo>
                  <a:cubicBezTo>
                    <a:pt x="0" y="20250"/>
                    <a:pt x="1200" y="21600"/>
                    <a:pt x="2400" y="21600"/>
                  </a:cubicBezTo>
                  <a:close/>
                  <a:moveTo>
                    <a:pt x="4800" y="5400"/>
                  </a:moveTo>
                  <a:cubicBezTo>
                    <a:pt x="16800" y="5400"/>
                    <a:pt x="16800" y="5400"/>
                    <a:pt x="16800" y="5400"/>
                  </a:cubicBezTo>
                  <a:cubicBezTo>
                    <a:pt x="16800" y="16200"/>
                    <a:pt x="16800" y="16200"/>
                    <a:pt x="16800" y="16200"/>
                  </a:cubicBezTo>
                  <a:cubicBezTo>
                    <a:pt x="4800" y="16200"/>
                    <a:pt x="4800" y="16200"/>
                    <a:pt x="4800" y="16200"/>
                  </a:cubicBezTo>
                  <a:lnTo>
                    <a:pt x="4800" y="54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711" name="Shape 6711"/>
          <p:cNvSpPr/>
          <p:nvPr/>
        </p:nvSpPr>
        <p:spPr>
          <a:xfrm>
            <a:off x="13367588" y="10019618"/>
            <a:ext cx="883551" cy="883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77" y="0"/>
                  <a:pt x="0" y="4877"/>
                  <a:pt x="0" y="10800"/>
                </a:cubicBezTo>
                <a:cubicBezTo>
                  <a:pt x="0" y="16723"/>
                  <a:pt x="4877" y="21600"/>
                  <a:pt x="10800" y="21600"/>
                </a:cubicBezTo>
                <a:cubicBezTo>
                  <a:pt x="16723" y="21600"/>
                  <a:pt x="21600" y="16723"/>
                  <a:pt x="21600" y="10800"/>
                </a:cubicBezTo>
                <a:cubicBezTo>
                  <a:pt x="21600" y="4877"/>
                  <a:pt x="16723" y="0"/>
                  <a:pt x="10800" y="0"/>
                </a:cubicBezTo>
                <a:close/>
                <a:moveTo>
                  <a:pt x="20206" y="10452"/>
                </a:moveTo>
                <a:cubicBezTo>
                  <a:pt x="16026" y="10452"/>
                  <a:pt x="16026" y="10452"/>
                  <a:pt x="16026" y="10452"/>
                </a:cubicBezTo>
                <a:cubicBezTo>
                  <a:pt x="16026" y="8884"/>
                  <a:pt x="15677" y="7490"/>
                  <a:pt x="15155" y="6097"/>
                </a:cubicBezTo>
                <a:cubicBezTo>
                  <a:pt x="16200" y="5748"/>
                  <a:pt x="17071" y="5226"/>
                  <a:pt x="17768" y="4529"/>
                </a:cubicBezTo>
                <a:cubicBezTo>
                  <a:pt x="19161" y="6097"/>
                  <a:pt x="20032" y="8187"/>
                  <a:pt x="20206" y="10452"/>
                </a:cubicBezTo>
                <a:close/>
                <a:moveTo>
                  <a:pt x="10452" y="20206"/>
                </a:moveTo>
                <a:cubicBezTo>
                  <a:pt x="9232" y="19161"/>
                  <a:pt x="8361" y="17942"/>
                  <a:pt x="7490" y="16548"/>
                </a:cubicBezTo>
                <a:cubicBezTo>
                  <a:pt x="8535" y="16200"/>
                  <a:pt x="9406" y="16026"/>
                  <a:pt x="10452" y="16026"/>
                </a:cubicBezTo>
                <a:cubicBezTo>
                  <a:pt x="10452" y="20206"/>
                  <a:pt x="10452" y="20206"/>
                  <a:pt x="10452" y="20206"/>
                </a:cubicBezTo>
                <a:cubicBezTo>
                  <a:pt x="10452" y="20206"/>
                  <a:pt x="10452" y="20206"/>
                  <a:pt x="10452" y="20206"/>
                </a:cubicBezTo>
                <a:close/>
                <a:moveTo>
                  <a:pt x="11148" y="1394"/>
                </a:moveTo>
                <a:cubicBezTo>
                  <a:pt x="12542" y="2439"/>
                  <a:pt x="13587" y="4006"/>
                  <a:pt x="14284" y="5748"/>
                </a:cubicBezTo>
                <a:cubicBezTo>
                  <a:pt x="13239" y="6097"/>
                  <a:pt x="12194" y="6271"/>
                  <a:pt x="11148" y="6271"/>
                </a:cubicBezTo>
                <a:cubicBezTo>
                  <a:pt x="11148" y="1394"/>
                  <a:pt x="11148" y="1394"/>
                  <a:pt x="11148" y="1394"/>
                </a:cubicBezTo>
                <a:cubicBezTo>
                  <a:pt x="11148" y="1394"/>
                  <a:pt x="11148" y="1394"/>
                  <a:pt x="11148" y="1394"/>
                </a:cubicBezTo>
                <a:close/>
                <a:moveTo>
                  <a:pt x="12368" y="1568"/>
                </a:moveTo>
                <a:cubicBezTo>
                  <a:pt x="14284" y="1916"/>
                  <a:pt x="16026" y="2787"/>
                  <a:pt x="17419" y="4006"/>
                </a:cubicBezTo>
                <a:cubicBezTo>
                  <a:pt x="16548" y="4529"/>
                  <a:pt x="15852" y="5052"/>
                  <a:pt x="14981" y="5400"/>
                </a:cubicBezTo>
                <a:cubicBezTo>
                  <a:pt x="14284" y="4006"/>
                  <a:pt x="13413" y="2613"/>
                  <a:pt x="12368" y="1568"/>
                </a:cubicBezTo>
                <a:close/>
                <a:moveTo>
                  <a:pt x="10452" y="1394"/>
                </a:moveTo>
                <a:cubicBezTo>
                  <a:pt x="10452" y="6271"/>
                  <a:pt x="10452" y="6271"/>
                  <a:pt x="10452" y="6271"/>
                </a:cubicBezTo>
                <a:cubicBezTo>
                  <a:pt x="9406" y="6271"/>
                  <a:pt x="8361" y="6097"/>
                  <a:pt x="7316" y="5748"/>
                </a:cubicBezTo>
                <a:cubicBezTo>
                  <a:pt x="8013" y="4006"/>
                  <a:pt x="9058" y="2439"/>
                  <a:pt x="10452" y="1394"/>
                </a:cubicBezTo>
                <a:cubicBezTo>
                  <a:pt x="10452" y="1394"/>
                  <a:pt x="10452" y="1394"/>
                  <a:pt x="10452" y="1394"/>
                </a:cubicBezTo>
                <a:close/>
                <a:moveTo>
                  <a:pt x="6619" y="5400"/>
                </a:moveTo>
                <a:cubicBezTo>
                  <a:pt x="5748" y="5052"/>
                  <a:pt x="5052" y="4529"/>
                  <a:pt x="4181" y="4006"/>
                </a:cubicBezTo>
                <a:cubicBezTo>
                  <a:pt x="5574" y="2787"/>
                  <a:pt x="7316" y="1916"/>
                  <a:pt x="9232" y="1568"/>
                </a:cubicBezTo>
                <a:cubicBezTo>
                  <a:pt x="8187" y="2613"/>
                  <a:pt x="7316" y="4006"/>
                  <a:pt x="6619" y="5400"/>
                </a:cubicBezTo>
                <a:close/>
                <a:moveTo>
                  <a:pt x="6968" y="6271"/>
                </a:moveTo>
                <a:cubicBezTo>
                  <a:pt x="8187" y="6619"/>
                  <a:pt x="9232" y="6968"/>
                  <a:pt x="10452" y="6968"/>
                </a:cubicBezTo>
                <a:cubicBezTo>
                  <a:pt x="10452" y="10452"/>
                  <a:pt x="10452" y="10452"/>
                  <a:pt x="10452" y="10452"/>
                </a:cubicBezTo>
                <a:cubicBezTo>
                  <a:pt x="6271" y="10452"/>
                  <a:pt x="6271" y="10452"/>
                  <a:pt x="6271" y="10452"/>
                </a:cubicBezTo>
                <a:cubicBezTo>
                  <a:pt x="6271" y="9058"/>
                  <a:pt x="6619" y="7665"/>
                  <a:pt x="6968" y="6271"/>
                </a:cubicBezTo>
                <a:close/>
                <a:moveTo>
                  <a:pt x="10452" y="11148"/>
                </a:moveTo>
                <a:cubicBezTo>
                  <a:pt x="10452" y="15329"/>
                  <a:pt x="10452" y="15329"/>
                  <a:pt x="10452" y="15329"/>
                </a:cubicBezTo>
                <a:cubicBezTo>
                  <a:pt x="9406" y="15329"/>
                  <a:pt x="8361" y="15503"/>
                  <a:pt x="7316" y="15852"/>
                </a:cubicBezTo>
                <a:cubicBezTo>
                  <a:pt x="6619" y="14458"/>
                  <a:pt x="6271" y="12890"/>
                  <a:pt x="6271" y="11148"/>
                </a:cubicBezTo>
                <a:lnTo>
                  <a:pt x="10452" y="11148"/>
                </a:lnTo>
                <a:close/>
                <a:moveTo>
                  <a:pt x="9232" y="20032"/>
                </a:moveTo>
                <a:cubicBezTo>
                  <a:pt x="7490" y="19858"/>
                  <a:pt x="5923" y="18987"/>
                  <a:pt x="4703" y="17942"/>
                </a:cubicBezTo>
                <a:cubicBezTo>
                  <a:pt x="5400" y="17419"/>
                  <a:pt x="6097" y="17071"/>
                  <a:pt x="6968" y="16723"/>
                </a:cubicBezTo>
                <a:cubicBezTo>
                  <a:pt x="7490" y="17942"/>
                  <a:pt x="8361" y="19161"/>
                  <a:pt x="9232" y="20032"/>
                </a:cubicBezTo>
                <a:close/>
                <a:moveTo>
                  <a:pt x="11148" y="20206"/>
                </a:moveTo>
                <a:cubicBezTo>
                  <a:pt x="11148" y="16026"/>
                  <a:pt x="11148" y="16026"/>
                  <a:pt x="11148" y="16026"/>
                </a:cubicBezTo>
                <a:cubicBezTo>
                  <a:pt x="12194" y="16026"/>
                  <a:pt x="13065" y="16200"/>
                  <a:pt x="14110" y="16548"/>
                </a:cubicBezTo>
                <a:cubicBezTo>
                  <a:pt x="13239" y="17942"/>
                  <a:pt x="12368" y="19161"/>
                  <a:pt x="11148" y="20206"/>
                </a:cubicBezTo>
                <a:cubicBezTo>
                  <a:pt x="11148" y="20206"/>
                  <a:pt x="11148" y="20206"/>
                  <a:pt x="11148" y="20206"/>
                </a:cubicBezTo>
                <a:close/>
                <a:moveTo>
                  <a:pt x="14632" y="16723"/>
                </a:moveTo>
                <a:cubicBezTo>
                  <a:pt x="15503" y="17071"/>
                  <a:pt x="16200" y="17419"/>
                  <a:pt x="16897" y="17942"/>
                </a:cubicBezTo>
                <a:cubicBezTo>
                  <a:pt x="15677" y="18987"/>
                  <a:pt x="14110" y="19858"/>
                  <a:pt x="12368" y="20032"/>
                </a:cubicBezTo>
                <a:cubicBezTo>
                  <a:pt x="13239" y="19161"/>
                  <a:pt x="14110" y="17942"/>
                  <a:pt x="14632" y="16723"/>
                </a:cubicBezTo>
                <a:close/>
                <a:moveTo>
                  <a:pt x="14284" y="15852"/>
                </a:moveTo>
                <a:cubicBezTo>
                  <a:pt x="13239" y="15503"/>
                  <a:pt x="12194" y="15329"/>
                  <a:pt x="11148" y="15329"/>
                </a:cubicBezTo>
                <a:cubicBezTo>
                  <a:pt x="11148" y="11148"/>
                  <a:pt x="11148" y="11148"/>
                  <a:pt x="11148" y="11148"/>
                </a:cubicBezTo>
                <a:cubicBezTo>
                  <a:pt x="15329" y="11148"/>
                  <a:pt x="15329" y="11148"/>
                  <a:pt x="15329" y="11148"/>
                </a:cubicBezTo>
                <a:cubicBezTo>
                  <a:pt x="15329" y="12890"/>
                  <a:pt x="14981" y="14458"/>
                  <a:pt x="14284" y="15852"/>
                </a:cubicBezTo>
                <a:close/>
                <a:moveTo>
                  <a:pt x="11148" y="10452"/>
                </a:moveTo>
                <a:cubicBezTo>
                  <a:pt x="11148" y="6968"/>
                  <a:pt x="11148" y="6968"/>
                  <a:pt x="11148" y="6968"/>
                </a:cubicBezTo>
                <a:cubicBezTo>
                  <a:pt x="12368" y="6968"/>
                  <a:pt x="13413" y="6619"/>
                  <a:pt x="14632" y="6271"/>
                </a:cubicBezTo>
                <a:cubicBezTo>
                  <a:pt x="14981" y="7665"/>
                  <a:pt x="15329" y="9058"/>
                  <a:pt x="15329" y="10452"/>
                </a:cubicBezTo>
                <a:lnTo>
                  <a:pt x="11148" y="10452"/>
                </a:lnTo>
                <a:close/>
                <a:moveTo>
                  <a:pt x="3832" y="4529"/>
                </a:moveTo>
                <a:cubicBezTo>
                  <a:pt x="4529" y="5226"/>
                  <a:pt x="5400" y="5748"/>
                  <a:pt x="6445" y="6097"/>
                </a:cubicBezTo>
                <a:cubicBezTo>
                  <a:pt x="5923" y="7490"/>
                  <a:pt x="5574" y="8884"/>
                  <a:pt x="5574" y="10452"/>
                </a:cubicBezTo>
                <a:cubicBezTo>
                  <a:pt x="1394" y="10452"/>
                  <a:pt x="1394" y="10452"/>
                  <a:pt x="1394" y="10452"/>
                </a:cubicBezTo>
                <a:cubicBezTo>
                  <a:pt x="1568" y="8187"/>
                  <a:pt x="2439" y="6097"/>
                  <a:pt x="3832" y="4529"/>
                </a:cubicBezTo>
                <a:close/>
                <a:moveTo>
                  <a:pt x="1394" y="11148"/>
                </a:moveTo>
                <a:cubicBezTo>
                  <a:pt x="5574" y="11148"/>
                  <a:pt x="5574" y="11148"/>
                  <a:pt x="5574" y="11148"/>
                </a:cubicBezTo>
                <a:cubicBezTo>
                  <a:pt x="5574" y="12890"/>
                  <a:pt x="5923" y="14632"/>
                  <a:pt x="6619" y="16200"/>
                </a:cubicBezTo>
                <a:cubicBezTo>
                  <a:pt x="5748" y="16548"/>
                  <a:pt x="4877" y="16897"/>
                  <a:pt x="4181" y="17419"/>
                </a:cubicBezTo>
                <a:cubicBezTo>
                  <a:pt x="2613" y="15852"/>
                  <a:pt x="1568" y="13587"/>
                  <a:pt x="1394" y="11148"/>
                </a:cubicBezTo>
                <a:close/>
                <a:moveTo>
                  <a:pt x="17419" y="17419"/>
                </a:moveTo>
                <a:cubicBezTo>
                  <a:pt x="16723" y="16897"/>
                  <a:pt x="15852" y="16548"/>
                  <a:pt x="14981" y="16200"/>
                </a:cubicBezTo>
                <a:cubicBezTo>
                  <a:pt x="15677" y="14632"/>
                  <a:pt x="16026" y="12890"/>
                  <a:pt x="16026" y="11148"/>
                </a:cubicBezTo>
                <a:cubicBezTo>
                  <a:pt x="20206" y="11148"/>
                  <a:pt x="20206" y="11148"/>
                  <a:pt x="20206" y="11148"/>
                </a:cubicBezTo>
                <a:cubicBezTo>
                  <a:pt x="20032" y="13587"/>
                  <a:pt x="18987" y="15852"/>
                  <a:pt x="17419" y="17419"/>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722" name="Group 6722"/>
          <p:cNvGrpSpPr/>
          <p:nvPr/>
        </p:nvGrpSpPr>
        <p:grpSpPr>
          <a:xfrm>
            <a:off x="14571631" y="9944814"/>
            <a:ext cx="916721" cy="913707"/>
            <a:chOff x="0" y="0"/>
            <a:chExt cx="916720" cy="913705"/>
          </a:xfrm>
        </p:grpSpPr>
        <p:sp>
          <p:nvSpPr>
            <p:cNvPr id="6712" name="Shape 6712"/>
            <p:cNvSpPr/>
            <p:nvPr/>
          </p:nvSpPr>
          <p:spPr>
            <a:xfrm>
              <a:off x="0" y="0"/>
              <a:ext cx="916720" cy="913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2025"/>
                  </a:moveTo>
                  <a:cubicBezTo>
                    <a:pt x="16875" y="2025"/>
                    <a:pt x="16875" y="2025"/>
                    <a:pt x="16875" y="2025"/>
                  </a:cubicBezTo>
                  <a:cubicBezTo>
                    <a:pt x="16875" y="675"/>
                    <a:pt x="16875" y="675"/>
                    <a:pt x="16875" y="675"/>
                  </a:cubicBezTo>
                  <a:cubicBezTo>
                    <a:pt x="16875" y="338"/>
                    <a:pt x="16537" y="0"/>
                    <a:pt x="16200" y="0"/>
                  </a:cubicBezTo>
                  <a:cubicBezTo>
                    <a:pt x="15862" y="0"/>
                    <a:pt x="15525" y="338"/>
                    <a:pt x="15525" y="675"/>
                  </a:cubicBezTo>
                  <a:cubicBezTo>
                    <a:pt x="15525" y="2025"/>
                    <a:pt x="15525" y="2025"/>
                    <a:pt x="15525" y="2025"/>
                  </a:cubicBezTo>
                  <a:cubicBezTo>
                    <a:pt x="11475" y="2025"/>
                    <a:pt x="11475" y="2025"/>
                    <a:pt x="11475" y="2025"/>
                  </a:cubicBezTo>
                  <a:cubicBezTo>
                    <a:pt x="11475" y="675"/>
                    <a:pt x="11475" y="675"/>
                    <a:pt x="11475" y="675"/>
                  </a:cubicBezTo>
                  <a:cubicBezTo>
                    <a:pt x="11475" y="338"/>
                    <a:pt x="11137" y="0"/>
                    <a:pt x="10800" y="0"/>
                  </a:cubicBezTo>
                  <a:cubicBezTo>
                    <a:pt x="10463" y="0"/>
                    <a:pt x="10125" y="338"/>
                    <a:pt x="10125" y="675"/>
                  </a:cubicBezTo>
                  <a:cubicBezTo>
                    <a:pt x="10125" y="2025"/>
                    <a:pt x="10125" y="2025"/>
                    <a:pt x="10125" y="2025"/>
                  </a:cubicBezTo>
                  <a:cubicBezTo>
                    <a:pt x="6075" y="2025"/>
                    <a:pt x="6075" y="2025"/>
                    <a:pt x="6075" y="2025"/>
                  </a:cubicBezTo>
                  <a:cubicBezTo>
                    <a:pt x="6075" y="675"/>
                    <a:pt x="6075" y="675"/>
                    <a:pt x="6075" y="675"/>
                  </a:cubicBezTo>
                  <a:cubicBezTo>
                    <a:pt x="6075" y="338"/>
                    <a:pt x="5738" y="0"/>
                    <a:pt x="5400" y="0"/>
                  </a:cubicBezTo>
                  <a:cubicBezTo>
                    <a:pt x="5063" y="0"/>
                    <a:pt x="4725" y="338"/>
                    <a:pt x="4725" y="675"/>
                  </a:cubicBezTo>
                  <a:cubicBezTo>
                    <a:pt x="4725" y="2025"/>
                    <a:pt x="4725" y="2025"/>
                    <a:pt x="4725" y="2025"/>
                  </a:cubicBezTo>
                  <a:cubicBezTo>
                    <a:pt x="1856" y="2025"/>
                    <a:pt x="1856" y="2025"/>
                    <a:pt x="1856" y="2025"/>
                  </a:cubicBezTo>
                  <a:cubicBezTo>
                    <a:pt x="844" y="2025"/>
                    <a:pt x="0" y="2869"/>
                    <a:pt x="0" y="3881"/>
                  </a:cubicBezTo>
                  <a:cubicBezTo>
                    <a:pt x="0" y="19744"/>
                    <a:pt x="0" y="19744"/>
                    <a:pt x="0" y="19744"/>
                  </a:cubicBezTo>
                  <a:cubicBezTo>
                    <a:pt x="0" y="20756"/>
                    <a:pt x="844" y="21600"/>
                    <a:pt x="1856" y="21600"/>
                  </a:cubicBezTo>
                  <a:cubicBezTo>
                    <a:pt x="19744" y="21600"/>
                    <a:pt x="19744" y="21600"/>
                    <a:pt x="19744" y="21600"/>
                  </a:cubicBezTo>
                  <a:cubicBezTo>
                    <a:pt x="20756" y="21600"/>
                    <a:pt x="21600" y="20756"/>
                    <a:pt x="21600" y="19744"/>
                  </a:cubicBezTo>
                  <a:cubicBezTo>
                    <a:pt x="21600" y="3881"/>
                    <a:pt x="21600" y="3881"/>
                    <a:pt x="21600" y="3881"/>
                  </a:cubicBezTo>
                  <a:cubicBezTo>
                    <a:pt x="21600" y="2869"/>
                    <a:pt x="20756" y="2025"/>
                    <a:pt x="19744" y="2025"/>
                  </a:cubicBezTo>
                  <a:close/>
                  <a:moveTo>
                    <a:pt x="20250" y="19744"/>
                  </a:moveTo>
                  <a:cubicBezTo>
                    <a:pt x="20250" y="20081"/>
                    <a:pt x="20081" y="20250"/>
                    <a:pt x="19744" y="20250"/>
                  </a:cubicBezTo>
                  <a:cubicBezTo>
                    <a:pt x="1856" y="20250"/>
                    <a:pt x="1856" y="20250"/>
                    <a:pt x="1856" y="20250"/>
                  </a:cubicBezTo>
                  <a:cubicBezTo>
                    <a:pt x="1519" y="20250"/>
                    <a:pt x="1350" y="20081"/>
                    <a:pt x="1350" y="19744"/>
                  </a:cubicBezTo>
                  <a:cubicBezTo>
                    <a:pt x="1350" y="3881"/>
                    <a:pt x="1350" y="3881"/>
                    <a:pt x="1350" y="3881"/>
                  </a:cubicBezTo>
                  <a:cubicBezTo>
                    <a:pt x="1350" y="3544"/>
                    <a:pt x="1519" y="3375"/>
                    <a:pt x="1856" y="3375"/>
                  </a:cubicBezTo>
                  <a:cubicBezTo>
                    <a:pt x="4725" y="3375"/>
                    <a:pt x="4725" y="3375"/>
                    <a:pt x="4725" y="3375"/>
                  </a:cubicBezTo>
                  <a:cubicBezTo>
                    <a:pt x="4725" y="4725"/>
                    <a:pt x="4725" y="4725"/>
                    <a:pt x="4725" y="4725"/>
                  </a:cubicBezTo>
                  <a:cubicBezTo>
                    <a:pt x="4725" y="5063"/>
                    <a:pt x="5063" y="5400"/>
                    <a:pt x="5400" y="5400"/>
                  </a:cubicBezTo>
                  <a:cubicBezTo>
                    <a:pt x="5738" y="5400"/>
                    <a:pt x="6075" y="5063"/>
                    <a:pt x="6075" y="4725"/>
                  </a:cubicBezTo>
                  <a:cubicBezTo>
                    <a:pt x="6075" y="3375"/>
                    <a:pt x="6075" y="3375"/>
                    <a:pt x="6075" y="3375"/>
                  </a:cubicBezTo>
                  <a:cubicBezTo>
                    <a:pt x="10125" y="3375"/>
                    <a:pt x="10125" y="3375"/>
                    <a:pt x="10125" y="3375"/>
                  </a:cubicBezTo>
                  <a:cubicBezTo>
                    <a:pt x="10125" y="4725"/>
                    <a:pt x="10125" y="4725"/>
                    <a:pt x="10125" y="4725"/>
                  </a:cubicBezTo>
                  <a:cubicBezTo>
                    <a:pt x="10125" y="5063"/>
                    <a:pt x="10463" y="5400"/>
                    <a:pt x="10800" y="5400"/>
                  </a:cubicBezTo>
                  <a:cubicBezTo>
                    <a:pt x="11137" y="5400"/>
                    <a:pt x="11475" y="5063"/>
                    <a:pt x="11475" y="4725"/>
                  </a:cubicBezTo>
                  <a:cubicBezTo>
                    <a:pt x="11475" y="3375"/>
                    <a:pt x="11475" y="3375"/>
                    <a:pt x="11475" y="3375"/>
                  </a:cubicBezTo>
                  <a:cubicBezTo>
                    <a:pt x="15525" y="3375"/>
                    <a:pt x="15525" y="3375"/>
                    <a:pt x="15525" y="3375"/>
                  </a:cubicBezTo>
                  <a:cubicBezTo>
                    <a:pt x="15525" y="4725"/>
                    <a:pt x="15525" y="4725"/>
                    <a:pt x="15525" y="4725"/>
                  </a:cubicBezTo>
                  <a:cubicBezTo>
                    <a:pt x="15525" y="5063"/>
                    <a:pt x="15862" y="5400"/>
                    <a:pt x="16200" y="5400"/>
                  </a:cubicBezTo>
                  <a:cubicBezTo>
                    <a:pt x="16537" y="5400"/>
                    <a:pt x="16875" y="5063"/>
                    <a:pt x="16875" y="4725"/>
                  </a:cubicBezTo>
                  <a:cubicBezTo>
                    <a:pt x="16875" y="3375"/>
                    <a:pt x="16875" y="3375"/>
                    <a:pt x="16875" y="3375"/>
                  </a:cubicBezTo>
                  <a:cubicBezTo>
                    <a:pt x="19744" y="3375"/>
                    <a:pt x="19744" y="3375"/>
                    <a:pt x="19744" y="3375"/>
                  </a:cubicBezTo>
                  <a:cubicBezTo>
                    <a:pt x="20081" y="3375"/>
                    <a:pt x="20250" y="3544"/>
                    <a:pt x="20250" y="3881"/>
                  </a:cubicBezTo>
                  <a:lnTo>
                    <a:pt x="20250" y="1974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3" name="Shape 6713"/>
            <p:cNvSpPr/>
            <p:nvPr/>
          </p:nvSpPr>
          <p:spPr>
            <a:xfrm>
              <a:off x="202041" y="343770"/>
              <a:ext cx="114591" cy="84433"/>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4" name="Shape 6714"/>
            <p:cNvSpPr/>
            <p:nvPr/>
          </p:nvSpPr>
          <p:spPr>
            <a:xfrm>
              <a:off x="202041" y="485500"/>
              <a:ext cx="114591" cy="8443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5" name="Shape 6715"/>
            <p:cNvSpPr/>
            <p:nvPr/>
          </p:nvSpPr>
          <p:spPr>
            <a:xfrm>
              <a:off x="202041" y="627229"/>
              <a:ext cx="114591" cy="87450"/>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6" name="Shape 6716"/>
            <p:cNvSpPr/>
            <p:nvPr/>
          </p:nvSpPr>
          <p:spPr>
            <a:xfrm>
              <a:off x="401065" y="627229"/>
              <a:ext cx="114591" cy="87450"/>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7" name="Shape 6717"/>
            <p:cNvSpPr/>
            <p:nvPr/>
          </p:nvSpPr>
          <p:spPr>
            <a:xfrm>
              <a:off x="401065" y="485500"/>
              <a:ext cx="114591" cy="8443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8" name="Shape 6718"/>
            <p:cNvSpPr/>
            <p:nvPr/>
          </p:nvSpPr>
          <p:spPr>
            <a:xfrm>
              <a:off x="401065" y="343770"/>
              <a:ext cx="114591" cy="84433"/>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19" name="Shape 6719"/>
            <p:cNvSpPr/>
            <p:nvPr/>
          </p:nvSpPr>
          <p:spPr>
            <a:xfrm>
              <a:off x="600090" y="627229"/>
              <a:ext cx="114591" cy="87450"/>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20" name="Shape 6720"/>
            <p:cNvSpPr/>
            <p:nvPr/>
          </p:nvSpPr>
          <p:spPr>
            <a:xfrm>
              <a:off x="600090" y="485500"/>
              <a:ext cx="114591" cy="84434"/>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21" name="Shape 6721"/>
            <p:cNvSpPr/>
            <p:nvPr/>
          </p:nvSpPr>
          <p:spPr>
            <a:xfrm>
              <a:off x="600090" y="343770"/>
              <a:ext cx="114591" cy="84433"/>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25" name="Group 6725"/>
          <p:cNvGrpSpPr/>
          <p:nvPr/>
        </p:nvGrpSpPr>
        <p:grpSpPr>
          <a:xfrm>
            <a:off x="16900360" y="9839909"/>
            <a:ext cx="1211535" cy="1146340"/>
            <a:chOff x="0" y="0"/>
            <a:chExt cx="1211534" cy="1146339"/>
          </a:xfrm>
        </p:grpSpPr>
        <p:sp>
          <p:nvSpPr>
            <p:cNvPr id="6723" name="Shape 6723"/>
            <p:cNvSpPr/>
            <p:nvPr/>
          </p:nvSpPr>
          <p:spPr>
            <a:xfrm>
              <a:off x="0" y="339556"/>
              <a:ext cx="833949" cy="6383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69" y="0"/>
                  </a:moveTo>
                  <a:cubicBezTo>
                    <a:pt x="17719" y="0"/>
                    <a:pt x="16538" y="1543"/>
                    <a:pt x="16538" y="3306"/>
                  </a:cubicBezTo>
                  <a:cubicBezTo>
                    <a:pt x="16538" y="4408"/>
                    <a:pt x="16875" y="5290"/>
                    <a:pt x="17381" y="5951"/>
                  </a:cubicBezTo>
                  <a:cubicBezTo>
                    <a:pt x="14344" y="11902"/>
                    <a:pt x="14344" y="11902"/>
                    <a:pt x="14344" y="11902"/>
                  </a:cubicBezTo>
                  <a:cubicBezTo>
                    <a:pt x="14006" y="11682"/>
                    <a:pt x="13669" y="11682"/>
                    <a:pt x="13331" y="11682"/>
                  </a:cubicBezTo>
                  <a:cubicBezTo>
                    <a:pt x="12319" y="11682"/>
                    <a:pt x="11475" y="12343"/>
                    <a:pt x="11138" y="13445"/>
                  </a:cubicBezTo>
                  <a:cubicBezTo>
                    <a:pt x="9281" y="12122"/>
                    <a:pt x="9281" y="12122"/>
                    <a:pt x="9281" y="12122"/>
                  </a:cubicBezTo>
                  <a:cubicBezTo>
                    <a:pt x="9450" y="11682"/>
                    <a:pt x="9619" y="11241"/>
                    <a:pt x="9619" y="10800"/>
                  </a:cubicBezTo>
                  <a:cubicBezTo>
                    <a:pt x="9619" y="9037"/>
                    <a:pt x="8438" y="7494"/>
                    <a:pt x="6919" y="7494"/>
                  </a:cubicBezTo>
                  <a:cubicBezTo>
                    <a:pt x="5569" y="7494"/>
                    <a:pt x="4388" y="9037"/>
                    <a:pt x="4388" y="10800"/>
                  </a:cubicBezTo>
                  <a:cubicBezTo>
                    <a:pt x="4388" y="11902"/>
                    <a:pt x="4725" y="12784"/>
                    <a:pt x="5400" y="13224"/>
                  </a:cubicBezTo>
                  <a:cubicBezTo>
                    <a:pt x="4050" y="15649"/>
                    <a:pt x="4050" y="15649"/>
                    <a:pt x="4050" y="15649"/>
                  </a:cubicBezTo>
                  <a:cubicBezTo>
                    <a:pt x="3544" y="15208"/>
                    <a:pt x="3038" y="14988"/>
                    <a:pt x="2531" y="14988"/>
                  </a:cubicBezTo>
                  <a:cubicBezTo>
                    <a:pt x="1181" y="14988"/>
                    <a:pt x="0" y="16531"/>
                    <a:pt x="0" y="18294"/>
                  </a:cubicBezTo>
                  <a:cubicBezTo>
                    <a:pt x="0" y="20057"/>
                    <a:pt x="1181" y="21600"/>
                    <a:pt x="2531" y="21600"/>
                  </a:cubicBezTo>
                  <a:cubicBezTo>
                    <a:pt x="3881" y="21600"/>
                    <a:pt x="5063" y="20057"/>
                    <a:pt x="5063" y="18294"/>
                  </a:cubicBezTo>
                  <a:cubicBezTo>
                    <a:pt x="5063" y="17412"/>
                    <a:pt x="4894" y="16751"/>
                    <a:pt x="4556" y="16090"/>
                  </a:cubicBezTo>
                  <a:cubicBezTo>
                    <a:pt x="5906" y="13886"/>
                    <a:pt x="5906" y="13886"/>
                    <a:pt x="5906" y="13886"/>
                  </a:cubicBezTo>
                  <a:cubicBezTo>
                    <a:pt x="6244" y="14106"/>
                    <a:pt x="6581" y="14106"/>
                    <a:pt x="6919" y="14106"/>
                  </a:cubicBezTo>
                  <a:cubicBezTo>
                    <a:pt x="7762" y="14106"/>
                    <a:pt x="8606" y="13665"/>
                    <a:pt x="9112" y="12784"/>
                  </a:cubicBezTo>
                  <a:cubicBezTo>
                    <a:pt x="10969" y="14106"/>
                    <a:pt x="10969" y="14106"/>
                    <a:pt x="10969" y="14106"/>
                  </a:cubicBezTo>
                  <a:cubicBezTo>
                    <a:pt x="10800" y="14547"/>
                    <a:pt x="10800" y="14767"/>
                    <a:pt x="10800" y="14988"/>
                  </a:cubicBezTo>
                  <a:cubicBezTo>
                    <a:pt x="10800" y="16751"/>
                    <a:pt x="11981" y="18294"/>
                    <a:pt x="13331" y="18294"/>
                  </a:cubicBezTo>
                  <a:cubicBezTo>
                    <a:pt x="14681" y="18294"/>
                    <a:pt x="15862" y="16751"/>
                    <a:pt x="15862" y="14988"/>
                  </a:cubicBezTo>
                  <a:cubicBezTo>
                    <a:pt x="15862" y="13886"/>
                    <a:pt x="15525" y="13004"/>
                    <a:pt x="14850" y="12343"/>
                  </a:cubicBezTo>
                  <a:cubicBezTo>
                    <a:pt x="17888" y="6392"/>
                    <a:pt x="17888" y="6392"/>
                    <a:pt x="17888" y="6392"/>
                  </a:cubicBezTo>
                  <a:cubicBezTo>
                    <a:pt x="18225" y="6612"/>
                    <a:pt x="18731" y="6612"/>
                    <a:pt x="19069" y="6612"/>
                  </a:cubicBezTo>
                  <a:cubicBezTo>
                    <a:pt x="20419" y="6612"/>
                    <a:pt x="21600" y="5290"/>
                    <a:pt x="21600" y="3306"/>
                  </a:cubicBezTo>
                  <a:cubicBezTo>
                    <a:pt x="21600" y="1543"/>
                    <a:pt x="20419" y="0"/>
                    <a:pt x="19069" y="0"/>
                  </a:cubicBezTo>
                  <a:close/>
                  <a:moveTo>
                    <a:pt x="2531" y="20057"/>
                  </a:moveTo>
                  <a:cubicBezTo>
                    <a:pt x="1856" y="20057"/>
                    <a:pt x="1350" y="19176"/>
                    <a:pt x="1350" y="18294"/>
                  </a:cubicBezTo>
                  <a:cubicBezTo>
                    <a:pt x="1350" y="17412"/>
                    <a:pt x="1856" y="16751"/>
                    <a:pt x="2531" y="16751"/>
                  </a:cubicBezTo>
                  <a:cubicBezTo>
                    <a:pt x="3206" y="16751"/>
                    <a:pt x="3881" y="17412"/>
                    <a:pt x="3881" y="18294"/>
                  </a:cubicBezTo>
                  <a:cubicBezTo>
                    <a:pt x="3881" y="19176"/>
                    <a:pt x="3206" y="20057"/>
                    <a:pt x="2531" y="20057"/>
                  </a:cubicBezTo>
                  <a:close/>
                  <a:moveTo>
                    <a:pt x="6919" y="12563"/>
                  </a:moveTo>
                  <a:cubicBezTo>
                    <a:pt x="6244" y="12563"/>
                    <a:pt x="5738" y="11682"/>
                    <a:pt x="5738" y="10800"/>
                  </a:cubicBezTo>
                  <a:cubicBezTo>
                    <a:pt x="5738" y="9918"/>
                    <a:pt x="6244" y="9257"/>
                    <a:pt x="6919" y="9257"/>
                  </a:cubicBezTo>
                  <a:cubicBezTo>
                    <a:pt x="7762" y="9257"/>
                    <a:pt x="8269" y="9918"/>
                    <a:pt x="8269" y="10800"/>
                  </a:cubicBezTo>
                  <a:cubicBezTo>
                    <a:pt x="8269" y="11682"/>
                    <a:pt x="7762" y="12563"/>
                    <a:pt x="6919" y="12563"/>
                  </a:cubicBezTo>
                  <a:close/>
                  <a:moveTo>
                    <a:pt x="13331" y="16751"/>
                  </a:moveTo>
                  <a:cubicBezTo>
                    <a:pt x="12656" y="16751"/>
                    <a:pt x="12150" y="15869"/>
                    <a:pt x="12150" y="14988"/>
                  </a:cubicBezTo>
                  <a:cubicBezTo>
                    <a:pt x="12150" y="14106"/>
                    <a:pt x="12656" y="13224"/>
                    <a:pt x="13331" y="13224"/>
                  </a:cubicBezTo>
                  <a:cubicBezTo>
                    <a:pt x="14006" y="13224"/>
                    <a:pt x="14681" y="14106"/>
                    <a:pt x="14681" y="14988"/>
                  </a:cubicBezTo>
                  <a:cubicBezTo>
                    <a:pt x="14681" y="15869"/>
                    <a:pt x="14006" y="16751"/>
                    <a:pt x="13331" y="16751"/>
                  </a:cubicBezTo>
                  <a:close/>
                  <a:moveTo>
                    <a:pt x="19069" y="5069"/>
                  </a:moveTo>
                  <a:cubicBezTo>
                    <a:pt x="18394" y="5069"/>
                    <a:pt x="17888" y="4188"/>
                    <a:pt x="17888" y="3306"/>
                  </a:cubicBezTo>
                  <a:cubicBezTo>
                    <a:pt x="17888" y="2424"/>
                    <a:pt x="18394" y="1763"/>
                    <a:pt x="19069" y="1763"/>
                  </a:cubicBezTo>
                  <a:cubicBezTo>
                    <a:pt x="19744" y="1763"/>
                    <a:pt x="20250" y="2424"/>
                    <a:pt x="20250" y="3306"/>
                  </a:cubicBezTo>
                  <a:cubicBezTo>
                    <a:pt x="20250" y="4188"/>
                    <a:pt x="19744" y="5069"/>
                    <a:pt x="19069" y="5069"/>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24" name="Shape 6724"/>
            <p:cNvSpPr/>
            <p:nvPr/>
          </p:nvSpPr>
          <p:spPr>
            <a:xfrm>
              <a:off x="247196" y="0"/>
              <a:ext cx="964339" cy="11463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65" y="0"/>
                  </a:moveTo>
                  <a:cubicBezTo>
                    <a:pt x="6422" y="0"/>
                    <a:pt x="6422" y="0"/>
                    <a:pt x="6422" y="0"/>
                  </a:cubicBezTo>
                  <a:cubicBezTo>
                    <a:pt x="5108" y="0"/>
                    <a:pt x="3941" y="859"/>
                    <a:pt x="3941" y="1964"/>
                  </a:cubicBezTo>
                  <a:cubicBezTo>
                    <a:pt x="3941" y="3314"/>
                    <a:pt x="3941" y="3314"/>
                    <a:pt x="3941" y="3314"/>
                  </a:cubicBezTo>
                  <a:cubicBezTo>
                    <a:pt x="2335" y="3314"/>
                    <a:pt x="2335" y="3314"/>
                    <a:pt x="2335" y="3314"/>
                  </a:cubicBezTo>
                  <a:cubicBezTo>
                    <a:pt x="1022" y="3314"/>
                    <a:pt x="0" y="4295"/>
                    <a:pt x="0" y="5400"/>
                  </a:cubicBezTo>
                  <a:cubicBezTo>
                    <a:pt x="0" y="9941"/>
                    <a:pt x="0" y="9941"/>
                    <a:pt x="0" y="9941"/>
                  </a:cubicBezTo>
                  <a:cubicBezTo>
                    <a:pt x="146" y="9818"/>
                    <a:pt x="292" y="9818"/>
                    <a:pt x="438" y="9818"/>
                  </a:cubicBezTo>
                  <a:cubicBezTo>
                    <a:pt x="876" y="9818"/>
                    <a:pt x="1168" y="9941"/>
                    <a:pt x="1605" y="10064"/>
                  </a:cubicBezTo>
                  <a:cubicBezTo>
                    <a:pt x="1605" y="5400"/>
                    <a:pt x="1605" y="5400"/>
                    <a:pt x="1605" y="5400"/>
                  </a:cubicBezTo>
                  <a:cubicBezTo>
                    <a:pt x="1605" y="5032"/>
                    <a:pt x="1897" y="4664"/>
                    <a:pt x="2335" y="4664"/>
                  </a:cubicBezTo>
                  <a:cubicBezTo>
                    <a:pt x="15178" y="4664"/>
                    <a:pt x="15178" y="4664"/>
                    <a:pt x="15178" y="4664"/>
                  </a:cubicBezTo>
                  <a:cubicBezTo>
                    <a:pt x="15616" y="4664"/>
                    <a:pt x="16054" y="5032"/>
                    <a:pt x="16054" y="5400"/>
                  </a:cubicBezTo>
                  <a:cubicBezTo>
                    <a:pt x="16054" y="19636"/>
                    <a:pt x="16054" y="19636"/>
                    <a:pt x="16054" y="19636"/>
                  </a:cubicBezTo>
                  <a:cubicBezTo>
                    <a:pt x="16054" y="19882"/>
                    <a:pt x="15616" y="20250"/>
                    <a:pt x="15178" y="20250"/>
                  </a:cubicBezTo>
                  <a:cubicBezTo>
                    <a:pt x="2335" y="20250"/>
                    <a:pt x="2335" y="20250"/>
                    <a:pt x="2335" y="20250"/>
                  </a:cubicBezTo>
                  <a:cubicBezTo>
                    <a:pt x="1897" y="20250"/>
                    <a:pt x="1605" y="19882"/>
                    <a:pt x="1605" y="19636"/>
                  </a:cubicBezTo>
                  <a:cubicBezTo>
                    <a:pt x="1605" y="14850"/>
                    <a:pt x="1605" y="14850"/>
                    <a:pt x="1605" y="14850"/>
                  </a:cubicBezTo>
                  <a:cubicBezTo>
                    <a:pt x="1168" y="14973"/>
                    <a:pt x="876" y="14973"/>
                    <a:pt x="438" y="14973"/>
                  </a:cubicBezTo>
                  <a:cubicBezTo>
                    <a:pt x="292" y="14973"/>
                    <a:pt x="146" y="14973"/>
                    <a:pt x="0" y="14973"/>
                  </a:cubicBezTo>
                  <a:cubicBezTo>
                    <a:pt x="0" y="19636"/>
                    <a:pt x="0" y="19636"/>
                    <a:pt x="0" y="19636"/>
                  </a:cubicBezTo>
                  <a:cubicBezTo>
                    <a:pt x="0" y="20741"/>
                    <a:pt x="1022" y="21600"/>
                    <a:pt x="2335" y="21600"/>
                  </a:cubicBezTo>
                  <a:cubicBezTo>
                    <a:pt x="15178" y="21600"/>
                    <a:pt x="15178" y="21600"/>
                    <a:pt x="15178" y="21600"/>
                  </a:cubicBezTo>
                  <a:cubicBezTo>
                    <a:pt x="16492" y="21600"/>
                    <a:pt x="17659" y="20741"/>
                    <a:pt x="17659" y="19636"/>
                  </a:cubicBezTo>
                  <a:cubicBezTo>
                    <a:pt x="17659" y="18164"/>
                    <a:pt x="17659" y="18164"/>
                    <a:pt x="17659" y="18164"/>
                  </a:cubicBezTo>
                  <a:cubicBezTo>
                    <a:pt x="19265" y="18164"/>
                    <a:pt x="19265" y="18164"/>
                    <a:pt x="19265" y="18164"/>
                  </a:cubicBezTo>
                  <a:cubicBezTo>
                    <a:pt x="20578" y="18164"/>
                    <a:pt x="21600" y="17305"/>
                    <a:pt x="21600" y="16200"/>
                  </a:cubicBezTo>
                  <a:cubicBezTo>
                    <a:pt x="21600" y="1964"/>
                    <a:pt x="21600" y="1964"/>
                    <a:pt x="21600" y="1964"/>
                  </a:cubicBezTo>
                  <a:cubicBezTo>
                    <a:pt x="21600" y="859"/>
                    <a:pt x="20578" y="0"/>
                    <a:pt x="19265" y="0"/>
                  </a:cubicBezTo>
                  <a:close/>
                  <a:moveTo>
                    <a:pt x="19995" y="16200"/>
                  </a:moveTo>
                  <a:cubicBezTo>
                    <a:pt x="19995" y="16568"/>
                    <a:pt x="19703" y="16814"/>
                    <a:pt x="19265" y="16814"/>
                  </a:cubicBezTo>
                  <a:cubicBezTo>
                    <a:pt x="17659" y="16814"/>
                    <a:pt x="17659" y="16814"/>
                    <a:pt x="17659" y="16814"/>
                  </a:cubicBezTo>
                  <a:cubicBezTo>
                    <a:pt x="17659" y="5400"/>
                    <a:pt x="17659" y="5400"/>
                    <a:pt x="17659" y="5400"/>
                  </a:cubicBezTo>
                  <a:cubicBezTo>
                    <a:pt x="17659" y="4295"/>
                    <a:pt x="16492" y="3314"/>
                    <a:pt x="15178" y="3314"/>
                  </a:cubicBezTo>
                  <a:cubicBezTo>
                    <a:pt x="5546" y="3314"/>
                    <a:pt x="5546" y="3314"/>
                    <a:pt x="5546" y="3314"/>
                  </a:cubicBezTo>
                  <a:cubicBezTo>
                    <a:pt x="5546" y="1964"/>
                    <a:pt x="5546" y="1964"/>
                    <a:pt x="5546" y="1964"/>
                  </a:cubicBezTo>
                  <a:cubicBezTo>
                    <a:pt x="5546" y="1595"/>
                    <a:pt x="5984" y="1350"/>
                    <a:pt x="6422" y="1350"/>
                  </a:cubicBezTo>
                  <a:cubicBezTo>
                    <a:pt x="19265" y="1350"/>
                    <a:pt x="19265" y="1350"/>
                    <a:pt x="19265" y="1350"/>
                  </a:cubicBezTo>
                  <a:cubicBezTo>
                    <a:pt x="19703" y="1350"/>
                    <a:pt x="19995" y="1595"/>
                    <a:pt x="19995" y="1964"/>
                  </a:cubicBezTo>
                  <a:lnTo>
                    <a:pt x="19995" y="162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726" name="Shape 6726"/>
          <p:cNvSpPr/>
          <p:nvPr/>
        </p:nvSpPr>
        <p:spPr>
          <a:xfrm>
            <a:off x="18402597" y="10015279"/>
            <a:ext cx="1168532" cy="7956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3" y="9488"/>
                </a:moveTo>
                <a:cubicBezTo>
                  <a:pt x="18711" y="8882"/>
                  <a:pt x="18848" y="8075"/>
                  <a:pt x="18848" y="7469"/>
                </a:cubicBezTo>
                <a:cubicBezTo>
                  <a:pt x="18848" y="3432"/>
                  <a:pt x="16510" y="0"/>
                  <a:pt x="13758" y="0"/>
                </a:cubicBezTo>
                <a:cubicBezTo>
                  <a:pt x="10456" y="0"/>
                  <a:pt x="10043" y="3634"/>
                  <a:pt x="10043" y="3634"/>
                </a:cubicBezTo>
                <a:cubicBezTo>
                  <a:pt x="10043" y="3634"/>
                  <a:pt x="8668" y="1211"/>
                  <a:pt x="6329" y="1615"/>
                </a:cubicBezTo>
                <a:cubicBezTo>
                  <a:pt x="4127" y="2221"/>
                  <a:pt x="2752" y="5047"/>
                  <a:pt x="2752" y="8075"/>
                </a:cubicBezTo>
                <a:cubicBezTo>
                  <a:pt x="2752" y="8479"/>
                  <a:pt x="2752" y="9084"/>
                  <a:pt x="2889" y="9488"/>
                </a:cubicBezTo>
                <a:cubicBezTo>
                  <a:pt x="1238" y="10295"/>
                  <a:pt x="0" y="12718"/>
                  <a:pt x="0" y="15342"/>
                </a:cubicBezTo>
                <a:cubicBezTo>
                  <a:pt x="0" y="18774"/>
                  <a:pt x="1926" y="21600"/>
                  <a:pt x="4265" y="21600"/>
                </a:cubicBezTo>
                <a:cubicBezTo>
                  <a:pt x="17335" y="21600"/>
                  <a:pt x="17335" y="21600"/>
                  <a:pt x="17335" y="21600"/>
                </a:cubicBezTo>
                <a:cubicBezTo>
                  <a:pt x="19674" y="21600"/>
                  <a:pt x="21600" y="18774"/>
                  <a:pt x="21600" y="15342"/>
                </a:cubicBezTo>
                <a:cubicBezTo>
                  <a:pt x="21600" y="12516"/>
                  <a:pt x="20362" y="10295"/>
                  <a:pt x="18573" y="9488"/>
                </a:cubicBezTo>
                <a:close/>
                <a:moveTo>
                  <a:pt x="16510" y="20389"/>
                </a:moveTo>
                <a:cubicBezTo>
                  <a:pt x="10869" y="20389"/>
                  <a:pt x="10869" y="20389"/>
                  <a:pt x="10869" y="20389"/>
                </a:cubicBezTo>
                <a:cubicBezTo>
                  <a:pt x="11282" y="19581"/>
                  <a:pt x="14308" y="15342"/>
                  <a:pt x="14308" y="15342"/>
                </a:cubicBezTo>
                <a:cubicBezTo>
                  <a:pt x="14308" y="15342"/>
                  <a:pt x="14721" y="14736"/>
                  <a:pt x="14171" y="14736"/>
                </a:cubicBezTo>
                <a:cubicBezTo>
                  <a:pt x="13620" y="14736"/>
                  <a:pt x="12657" y="14736"/>
                  <a:pt x="12657" y="14736"/>
                </a:cubicBezTo>
                <a:cubicBezTo>
                  <a:pt x="12657" y="14736"/>
                  <a:pt x="12657" y="14333"/>
                  <a:pt x="12657" y="13727"/>
                </a:cubicBezTo>
                <a:cubicBezTo>
                  <a:pt x="12657" y="12112"/>
                  <a:pt x="12657" y="8882"/>
                  <a:pt x="12657" y="7469"/>
                </a:cubicBezTo>
                <a:cubicBezTo>
                  <a:pt x="12657" y="7469"/>
                  <a:pt x="12657" y="7267"/>
                  <a:pt x="12382" y="7267"/>
                </a:cubicBezTo>
                <a:cubicBezTo>
                  <a:pt x="12107" y="7267"/>
                  <a:pt x="9218" y="7267"/>
                  <a:pt x="8805" y="7267"/>
                </a:cubicBezTo>
                <a:cubicBezTo>
                  <a:pt x="8530" y="7267"/>
                  <a:pt x="8530" y="7671"/>
                  <a:pt x="8530" y="7671"/>
                </a:cubicBezTo>
                <a:cubicBezTo>
                  <a:pt x="8530" y="8882"/>
                  <a:pt x="8530" y="12112"/>
                  <a:pt x="8530" y="13727"/>
                </a:cubicBezTo>
                <a:cubicBezTo>
                  <a:pt x="8530" y="14333"/>
                  <a:pt x="8530" y="14736"/>
                  <a:pt x="8530" y="14736"/>
                </a:cubicBezTo>
                <a:cubicBezTo>
                  <a:pt x="8530" y="14736"/>
                  <a:pt x="7429" y="14736"/>
                  <a:pt x="7017" y="14736"/>
                </a:cubicBezTo>
                <a:cubicBezTo>
                  <a:pt x="6604" y="14736"/>
                  <a:pt x="7017" y="15342"/>
                  <a:pt x="7017" y="15342"/>
                </a:cubicBezTo>
                <a:cubicBezTo>
                  <a:pt x="10456" y="20389"/>
                  <a:pt x="10456" y="20389"/>
                  <a:pt x="10456" y="20389"/>
                </a:cubicBezTo>
                <a:cubicBezTo>
                  <a:pt x="5228" y="20389"/>
                  <a:pt x="5228" y="20389"/>
                  <a:pt x="5228" y="20389"/>
                </a:cubicBezTo>
                <a:cubicBezTo>
                  <a:pt x="3164" y="20389"/>
                  <a:pt x="1513" y="17966"/>
                  <a:pt x="1513" y="15140"/>
                </a:cubicBezTo>
                <a:cubicBezTo>
                  <a:pt x="1513" y="12718"/>
                  <a:pt x="2614" y="10901"/>
                  <a:pt x="3990" y="10093"/>
                </a:cubicBezTo>
                <a:cubicBezTo>
                  <a:pt x="3852" y="9690"/>
                  <a:pt x="3852" y="9286"/>
                  <a:pt x="3852" y="8882"/>
                </a:cubicBezTo>
                <a:cubicBezTo>
                  <a:pt x="3852" y="6460"/>
                  <a:pt x="5090" y="4037"/>
                  <a:pt x="7017" y="3432"/>
                </a:cubicBezTo>
                <a:cubicBezTo>
                  <a:pt x="9080" y="3230"/>
                  <a:pt x="10318" y="6056"/>
                  <a:pt x="10318" y="6056"/>
                </a:cubicBezTo>
                <a:cubicBezTo>
                  <a:pt x="10318" y="6056"/>
                  <a:pt x="10594" y="2221"/>
                  <a:pt x="13483" y="2221"/>
                </a:cubicBezTo>
                <a:cubicBezTo>
                  <a:pt x="15822" y="2221"/>
                  <a:pt x="17610" y="5047"/>
                  <a:pt x="17610" y="8479"/>
                </a:cubicBezTo>
                <a:cubicBezTo>
                  <a:pt x="17610" y="9084"/>
                  <a:pt x="17610" y="9690"/>
                  <a:pt x="17473" y="10093"/>
                </a:cubicBezTo>
                <a:cubicBezTo>
                  <a:pt x="18986" y="10699"/>
                  <a:pt x="20224" y="12718"/>
                  <a:pt x="20224" y="15140"/>
                </a:cubicBezTo>
                <a:cubicBezTo>
                  <a:pt x="20224" y="17966"/>
                  <a:pt x="18573" y="20389"/>
                  <a:pt x="16510" y="20389"/>
                </a:cubicBez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sp>
        <p:nvSpPr>
          <p:cNvPr id="6727" name="Shape 6727"/>
          <p:cNvSpPr/>
          <p:nvPr/>
        </p:nvSpPr>
        <p:spPr>
          <a:xfrm>
            <a:off x="19850200" y="9843347"/>
            <a:ext cx="1139467" cy="11394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7914" y="0"/>
                  <a:pt x="5205" y="1123"/>
                  <a:pt x="3164" y="3164"/>
                </a:cubicBezTo>
                <a:cubicBezTo>
                  <a:pt x="1123" y="5196"/>
                  <a:pt x="0" y="7914"/>
                  <a:pt x="0" y="10800"/>
                </a:cubicBezTo>
                <a:cubicBezTo>
                  <a:pt x="0" y="13686"/>
                  <a:pt x="1123" y="16395"/>
                  <a:pt x="3164" y="18436"/>
                </a:cubicBezTo>
                <a:cubicBezTo>
                  <a:pt x="5205" y="20477"/>
                  <a:pt x="7914" y="21600"/>
                  <a:pt x="10800" y="21600"/>
                </a:cubicBezTo>
                <a:cubicBezTo>
                  <a:pt x="13686" y="21600"/>
                  <a:pt x="16395" y="20477"/>
                  <a:pt x="18436" y="18436"/>
                </a:cubicBezTo>
                <a:cubicBezTo>
                  <a:pt x="20477" y="16395"/>
                  <a:pt x="21600" y="13686"/>
                  <a:pt x="21600" y="10800"/>
                </a:cubicBezTo>
                <a:cubicBezTo>
                  <a:pt x="21600" y="7914"/>
                  <a:pt x="20477" y="5196"/>
                  <a:pt x="18436" y="3164"/>
                </a:cubicBezTo>
                <a:cubicBezTo>
                  <a:pt x="16395" y="1123"/>
                  <a:pt x="13686" y="0"/>
                  <a:pt x="10800" y="0"/>
                </a:cubicBezTo>
                <a:close/>
                <a:moveTo>
                  <a:pt x="18928" y="5910"/>
                </a:moveTo>
                <a:cubicBezTo>
                  <a:pt x="18241" y="5725"/>
                  <a:pt x="17536" y="5548"/>
                  <a:pt x="16840" y="5409"/>
                </a:cubicBezTo>
                <a:cubicBezTo>
                  <a:pt x="16766" y="4574"/>
                  <a:pt x="16070" y="3925"/>
                  <a:pt x="15216" y="3925"/>
                </a:cubicBezTo>
                <a:cubicBezTo>
                  <a:pt x="15022" y="3925"/>
                  <a:pt x="14827" y="3962"/>
                  <a:pt x="14651" y="4027"/>
                </a:cubicBezTo>
                <a:cubicBezTo>
                  <a:pt x="14029" y="3108"/>
                  <a:pt x="13296" y="2255"/>
                  <a:pt x="12442" y="1457"/>
                </a:cubicBezTo>
                <a:cubicBezTo>
                  <a:pt x="14354" y="1791"/>
                  <a:pt x="16107" y="2700"/>
                  <a:pt x="17499" y="4092"/>
                </a:cubicBezTo>
                <a:cubicBezTo>
                  <a:pt x="18056" y="4648"/>
                  <a:pt x="18538" y="5261"/>
                  <a:pt x="18928" y="5910"/>
                </a:cubicBezTo>
                <a:close/>
                <a:moveTo>
                  <a:pt x="19475" y="14632"/>
                </a:moveTo>
                <a:cubicBezTo>
                  <a:pt x="18260" y="15003"/>
                  <a:pt x="17026" y="15300"/>
                  <a:pt x="15773" y="15513"/>
                </a:cubicBezTo>
                <a:cubicBezTo>
                  <a:pt x="16395" y="14103"/>
                  <a:pt x="16720" y="12637"/>
                  <a:pt x="16766" y="11125"/>
                </a:cubicBezTo>
                <a:cubicBezTo>
                  <a:pt x="20273" y="11125"/>
                  <a:pt x="20273" y="11125"/>
                  <a:pt x="20273" y="11125"/>
                </a:cubicBezTo>
                <a:cubicBezTo>
                  <a:pt x="20236" y="12349"/>
                  <a:pt x="19958" y="13537"/>
                  <a:pt x="19475" y="14632"/>
                </a:cubicBezTo>
                <a:close/>
                <a:moveTo>
                  <a:pt x="11171" y="20273"/>
                </a:moveTo>
                <a:cubicBezTo>
                  <a:pt x="11153" y="20273"/>
                  <a:pt x="11143" y="20273"/>
                  <a:pt x="11134" y="20273"/>
                </a:cubicBezTo>
                <a:cubicBezTo>
                  <a:pt x="11134" y="17954"/>
                  <a:pt x="11134" y="17954"/>
                  <a:pt x="11134" y="17954"/>
                </a:cubicBezTo>
                <a:cubicBezTo>
                  <a:pt x="11737" y="17824"/>
                  <a:pt x="12229" y="17351"/>
                  <a:pt x="12377" y="16747"/>
                </a:cubicBezTo>
                <a:cubicBezTo>
                  <a:pt x="13055" y="16720"/>
                  <a:pt x="13732" y="16655"/>
                  <a:pt x="14400" y="16580"/>
                </a:cubicBezTo>
                <a:cubicBezTo>
                  <a:pt x="13593" y="17944"/>
                  <a:pt x="12507" y="19178"/>
                  <a:pt x="11171" y="20273"/>
                </a:cubicBezTo>
                <a:close/>
                <a:moveTo>
                  <a:pt x="7191" y="16580"/>
                </a:moveTo>
                <a:cubicBezTo>
                  <a:pt x="7868" y="16655"/>
                  <a:pt x="8545" y="16720"/>
                  <a:pt x="9223" y="16747"/>
                </a:cubicBezTo>
                <a:cubicBezTo>
                  <a:pt x="9371" y="17351"/>
                  <a:pt x="9854" y="17824"/>
                  <a:pt x="10466" y="17954"/>
                </a:cubicBezTo>
                <a:cubicBezTo>
                  <a:pt x="10466" y="20273"/>
                  <a:pt x="10466" y="20273"/>
                  <a:pt x="10466" y="20273"/>
                </a:cubicBezTo>
                <a:cubicBezTo>
                  <a:pt x="10457" y="20273"/>
                  <a:pt x="10438" y="20273"/>
                  <a:pt x="10429" y="20273"/>
                </a:cubicBezTo>
                <a:cubicBezTo>
                  <a:pt x="9093" y="19178"/>
                  <a:pt x="8007" y="17944"/>
                  <a:pt x="7191" y="16580"/>
                </a:cubicBezTo>
                <a:close/>
                <a:moveTo>
                  <a:pt x="2125" y="6968"/>
                </a:moveTo>
                <a:cubicBezTo>
                  <a:pt x="3340" y="6588"/>
                  <a:pt x="4574" y="6291"/>
                  <a:pt x="5818" y="6077"/>
                </a:cubicBezTo>
                <a:cubicBezTo>
                  <a:pt x="5381" y="7089"/>
                  <a:pt x="5085" y="8128"/>
                  <a:pt x="4936" y="9195"/>
                </a:cubicBezTo>
                <a:cubicBezTo>
                  <a:pt x="4268" y="9297"/>
                  <a:pt x="3739" y="9816"/>
                  <a:pt x="3600" y="10475"/>
                </a:cubicBezTo>
                <a:cubicBezTo>
                  <a:pt x="1327" y="10475"/>
                  <a:pt x="1327" y="10475"/>
                  <a:pt x="1327" y="10475"/>
                </a:cubicBezTo>
                <a:cubicBezTo>
                  <a:pt x="1364" y="9241"/>
                  <a:pt x="1642" y="8063"/>
                  <a:pt x="2125" y="6968"/>
                </a:cubicBezTo>
                <a:close/>
                <a:moveTo>
                  <a:pt x="10429" y="1327"/>
                </a:moveTo>
                <a:cubicBezTo>
                  <a:pt x="10438" y="1327"/>
                  <a:pt x="10457" y="1327"/>
                  <a:pt x="10466" y="1327"/>
                </a:cubicBezTo>
                <a:cubicBezTo>
                  <a:pt x="10466" y="4806"/>
                  <a:pt x="10466" y="4806"/>
                  <a:pt x="10466" y="4806"/>
                </a:cubicBezTo>
                <a:cubicBezTo>
                  <a:pt x="9371" y="4815"/>
                  <a:pt x="8276" y="4890"/>
                  <a:pt x="7191" y="5020"/>
                </a:cubicBezTo>
                <a:cubicBezTo>
                  <a:pt x="8007" y="3656"/>
                  <a:pt x="9093" y="2412"/>
                  <a:pt x="10429" y="1327"/>
                </a:cubicBezTo>
                <a:close/>
                <a:moveTo>
                  <a:pt x="14038" y="4435"/>
                </a:moveTo>
                <a:cubicBezTo>
                  <a:pt x="13899" y="4584"/>
                  <a:pt x="13788" y="4751"/>
                  <a:pt x="13713" y="4945"/>
                </a:cubicBezTo>
                <a:cubicBezTo>
                  <a:pt x="12860" y="4862"/>
                  <a:pt x="11997" y="4815"/>
                  <a:pt x="11134" y="4806"/>
                </a:cubicBezTo>
                <a:cubicBezTo>
                  <a:pt x="11134" y="1327"/>
                  <a:pt x="11134" y="1327"/>
                  <a:pt x="11134" y="1327"/>
                </a:cubicBezTo>
                <a:cubicBezTo>
                  <a:pt x="11143" y="1327"/>
                  <a:pt x="11153" y="1327"/>
                  <a:pt x="11171" y="1327"/>
                </a:cubicBezTo>
                <a:cubicBezTo>
                  <a:pt x="12312" y="2255"/>
                  <a:pt x="13277" y="3303"/>
                  <a:pt x="14038" y="4435"/>
                </a:cubicBezTo>
                <a:close/>
                <a:moveTo>
                  <a:pt x="11134" y="5660"/>
                </a:moveTo>
                <a:cubicBezTo>
                  <a:pt x="11960" y="5669"/>
                  <a:pt x="12795" y="5715"/>
                  <a:pt x="13611" y="5790"/>
                </a:cubicBezTo>
                <a:cubicBezTo>
                  <a:pt x="13732" y="6569"/>
                  <a:pt x="14409" y="7172"/>
                  <a:pt x="15216" y="7172"/>
                </a:cubicBezTo>
                <a:cubicBezTo>
                  <a:pt x="15281" y="7172"/>
                  <a:pt x="15346" y="7163"/>
                  <a:pt x="15411" y="7163"/>
                </a:cubicBezTo>
                <a:cubicBezTo>
                  <a:pt x="15792" y="8230"/>
                  <a:pt x="15996" y="9343"/>
                  <a:pt x="16033" y="10475"/>
                </a:cubicBezTo>
                <a:cubicBezTo>
                  <a:pt x="11134" y="10475"/>
                  <a:pt x="11134" y="10475"/>
                  <a:pt x="11134" y="10475"/>
                </a:cubicBezTo>
                <a:lnTo>
                  <a:pt x="11134" y="5660"/>
                </a:lnTo>
                <a:close/>
                <a:moveTo>
                  <a:pt x="15959" y="5548"/>
                </a:moveTo>
                <a:cubicBezTo>
                  <a:pt x="15959" y="5957"/>
                  <a:pt x="15625" y="6291"/>
                  <a:pt x="15216" y="6291"/>
                </a:cubicBezTo>
                <a:cubicBezTo>
                  <a:pt x="14808" y="6291"/>
                  <a:pt x="14474" y="5957"/>
                  <a:pt x="14474" y="5548"/>
                </a:cubicBezTo>
                <a:cubicBezTo>
                  <a:pt x="14474" y="5140"/>
                  <a:pt x="14808" y="4806"/>
                  <a:pt x="15216" y="4806"/>
                </a:cubicBezTo>
                <a:cubicBezTo>
                  <a:pt x="15625" y="4806"/>
                  <a:pt x="15959" y="5140"/>
                  <a:pt x="15959" y="5548"/>
                </a:cubicBezTo>
                <a:close/>
                <a:moveTo>
                  <a:pt x="10466" y="5660"/>
                </a:moveTo>
                <a:cubicBezTo>
                  <a:pt x="10466" y="10475"/>
                  <a:pt x="10466" y="10475"/>
                  <a:pt x="10466" y="10475"/>
                </a:cubicBezTo>
                <a:cubicBezTo>
                  <a:pt x="6782" y="10475"/>
                  <a:pt x="6782" y="10475"/>
                  <a:pt x="6782" y="10475"/>
                </a:cubicBezTo>
                <a:cubicBezTo>
                  <a:pt x="6671" y="9891"/>
                  <a:pt x="6235" y="9418"/>
                  <a:pt x="5669" y="9251"/>
                </a:cubicBezTo>
                <a:cubicBezTo>
                  <a:pt x="5836" y="8109"/>
                  <a:pt x="6179" y="7005"/>
                  <a:pt x="6699" y="5947"/>
                </a:cubicBezTo>
                <a:cubicBezTo>
                  <a:pt x="7942" y="5771"/>
                  <a:pt x="9204" y="5678"/>
                  <a:pt x="10466" y="5660"/>
                </a:cubicBezTo>
                <a:close/>
                <a:moveTo>
                  <a:pt x="5938" y="10800"/>
                </a:moveTo>
                <a:cubicBezTo>
                  <a:pt x="5938" y="11208"/>
                  <a:pt x="5604" y="11542"/>
                  <a:pt x="5196" y="11542"/>
                </a:cubicBezTo>
                <a:cubicBezTo>
                  <a:pt x="4788" y="11542"/>
                  <a:pt x="4454" y="11208"/>
                  <a:pt x="4454" y="10800"/>
                </a:cubicBezTo>
                <a:cubicBezTo>
                  <a:pt x="4454" y="10392"/>
                  <a:pt x="4788" y="10058"/>
                  <a:pt x="5196" y="10058"/>
                </a:cubicBezTo>
                <a:cubicBezTo>
                  <a:pt x="5604" y="10058"/>
                  <a:pt x="5938" y="10392"/>
                  <a:pt x="5938" y="10800"/>
                </a:cubicBezTo>
                <a:close/>
                <a:moveTo>
                  <a:pt x="1327" y="11125"/>
                </a:moveTo>
                <a:cubicBezTo>
                  <a:pt x="3600" y="11125"/>
                  <a:pt x="3600" y="11125"/>
                  <a:pt x="3600" y="11125"/>
                </a:cubicBezTo>
                <a:cubicBezTo>
                  <a:pt x="3739" y="11784"/>
                  <a:pt x="4268" y="12294"/>
                  <a:pt x="4936" y="12405"/>
                </a:cubicBezTo>
                <a:cubicBezTo>
                  <a:pt x="5085" y="13463"/>
                  <a:pt x="5381" y="14502"/>
                  <a:pt x="5818" y="15513"/>
                </a:cubicBezTo>
                <a:cubicBezTo>
                  <a:pt x="4574" y="15300"/>
                  <a:pt x="3340" y="15003"/>
                  <a:pt x="2125" y="14632"/>
                </a:cubicBezTo>
                <a:cubicBezTo>
                  <a:pt x="1642" y="13537"/>
                  <a:pt x="1364" y="12349"/>
                  <a:pt x="1327" y="11125"/>
                </a:cubicBezTo>
                <a:close/>
                <a:moveTo>
                  <a:pt x="5669" y="12349"/>
                </a:moveTo>
                <a:cubicBezTo>
                  <a:pt x="6235" y="12173"/>
                  <a:pt x="6671" y="11709"/>
                  <a:pt x="6782" y="11125"/>
                </a:cubicBezTo>
                <a:cubicBezTo>
                  <a:pt x="10466" y="11125"/>
                  <a:pt x="10466" y="11125"/>
                  <a:pt x="10466" y="11125"/>
                </a:cubicBezTo>
                <a:cubicBezTo>
                  <a:pt x="10466" y="14771"/>
                  <a:pt x="10466" y="14771"/>
                  <a:pt x="10466" y="14771"/>
                </a:cubicBezTo>
                <a:cubicBezTo>
                  <a:pt x="9881" y="14892"/>
                  <a:pt x="9418" y="15328"/>
                  <a:pt x="9241" y="15894"/>
                </a:cubicBezTo>
                <a:cubicBezTo>
                  <a:pt x="8388" y="15847"/>
                  <a:pt x="7543" y="15773"/>
                  <a:pt x="6699" y="15653"/>
                </a:cubicBezTo>
                <a:cubicBezTo>
                  <a:pt x="6179" y="14586"/>
                  <a:pt x="5836" y="13481"/>
                  <a:pt x="5669" y="12349"/>
                </a:cubicBezTo>
                <a:close/>
                <a:moveTo>
                  <a:pt x="11542" y="16367"/>
                </a:moveTo>
                <a:cubicBezTo>
                  <a:pt x="11542" y="16775"/>
                  <a:pt x="11208" y="17109"/>
                  <a:pt x="10800" y="17109"/>
                </a:cubicBezTo>
                <a:cubicBezTo>
                  <a:pt x="10392" y="17109"/>
                  <a:pt x="10058" y="16775"/>
                  <a:pt x="10058" y="16367"/>
                </a:cubicBezTo>
                <a:cubicBezTo>
                  <a:pt x="10058" y="15959"/>
                  <a:pt x="10392" y="15625"/>
                  <a:pt x="10800" y="15625"/>
                </a:cubicBezTo>
                <a:cubicBezTo>
                  <a:pt x="11208" y="15625"/>
                  <a:pt x="11542" y="15959"/>
                  <a:pt x="11542" y="16367"/>
                </a:cubicBezTo>
                <a:close/>
                <a:moveTo>
                  <a:pt x="12349" y="15894"/>
                </a:moveTo>
                <a:cubicBezTo>
                  <a:pt x="12182" y="15328"/>
                  <a:pt x="11709" y="14892"/>
                  <a:pt x="11134" y="14771"/>
                </a:cubicBezTo>
                <a:cubicBezTo>
                  <a:pt x="11134" y="11125"/>
                  <a:pt x="11134" y="11125"/>
                  <a:pt x="11134" y="11125"/>
                </a:cubicBezTo>
                <a:cubicBezTo>
                  <a:pt x="16033" y="11125"/>
                  <a:pt x="16033" y="11125"/>
                  <a:pt x="16033" y="11125"/>
                </a:cubicBezTo>
                <a:cubicBezTo>
                  <a:pt x="15987" y="12684"/>
                  <a:pt x="15606" y="14205"/>
                  <a:pt x="14901" y="15653"/>
                </a:cubicBezTo>
                <a:cubicBezTo>
                  <a:pt x="14057" y="15773"/>
                  <a:pt x="13212" y="15847"/>
                  <a:pt x="12349" y="15894"/>
                </a:cubicBezTo>
                <a:close/>
                <a:moveTo>
                  <a:pt x="16766" y="10475"/>
                </a:moveTo>
                <a:cubicBezTo>
                  <a:pt x="16729" y="9251"/>
                  <a:pt x="16506" y="8063"/>
                  <a:pt x="16107" y="6912"/>
                </a:cubicBezTo>
                <a:cubicBezTo>
                  <a:pt x="16348" y="6745"/>
                  <a:pt x="16553" y="6523"/>
                  <a:pt x="16682" y="6254"/>
                </a:cubicBezTo>
                <a:cubicBezTo>
                  <a:pt x="17629" y="6439"/>
                  <a:pt x="18557" y="6680"/>
                  <a:pt x="19475" y="6968"/>
                </a:cubicBezTo>
                <a:cubicBezTo>
                  <a:pt x="19958" y="8063"/>
                  <a:pt x="20236" y="9241"/>
                  <a:pt x="20273" y="10475"/>
                </a:cubicBezTo>
                <a:lnTo>
                  <a:pt x="16766" y="10475"/>
                </a:lnTo>
                <a:close/>
                <a:moveTo>
                  <a:pt x="4092" y="4092"/>
                </a:moveTo>
                <a:cubicBezTo>
                  <a:pt x="5493" y="2700"/>
                  <a:pt x="7246" y="1791"/>
                  <a:pt x="9158" y="1457"/>
                </a:cubicBezTo>
                <a:cubicBezTo>
                  <a:pt x="8026" y="2514"/>
                  <a:pt x="7098" y="3684"/>
                  <a:pt x="6384" y="4955"/>
                </a:cubicBezTo>
                <a:cubicBezTo>
                  <a:pt x="6346" y="5020"/>
                  <a:pt x="6309" y="5075"/>
                  <a:pt x="6281" y="5140"/>
                </a:cubicBezTo>
                <a:cubicBezTo>
                  <a:pt x="5066" y="5326"/>
                  <a:pt x="3860" y="5586"/>
                  <a:pt x="2672" y="5910"/>
                </a:cubicBezTo>
                <a:cubicBezTo>
                  <a:pt x="3062" y="5261"/>
                  <a:pt x="3544" y="4648"/>
                  <a:pt x="4092" y="4092"/>
                </a:cubicBezTo>
                <a:close/>
                <a:moveTo>
                  <a:pt x="2672" y="15680"/>
                </a:moveTo>
                <a:cubicBezTo>
                  <a:pt x="3860" y="16014"/>
                  <a:pt x="5066" y="16274"/>
                  <a:pt x="6281" y="16451"/>
                </a:cubicBezTo>
                <a:cubicBezTo>
                  <a:pt x="6309" y="16515"/>
                  <a:pt x="6346" y="16580"/>
                  <a:pt x="6384" y="16645"/>
                </a:cubicBezTo>
                <a:cubicBezTo>
                  <a:pt x="7098" y="17916"/>
                  <a:pt x="8026" y="19086"/>
                  <a:pt x="9158" y="20134"/>
                </a:cubicBezTo>
                <a:cubicBezTo>
                  <a:pt x="7246" y="19800"/>
                  <a:pt x="5493" y="18900"/>
                  <a:pt x="4092" y="17499"/>
                </a:cubicBezTo>
                <a:cubicBezTo>
                  <a:pt x="3544" y="16952"/>
                  <a:pt x="3062" y="16339"/>
                  <a:pt x="2672" y="15680"/>
                </a:cubicBezTo>
                <a:close/>
                <a:moveTo>
                  <a:pt x="17499" y="17499"/>
                </a:moveTo>
                <a:cubicBezTo>
                  <a:pt x="16107" y="18900"/>
                  <a:pt x="14354" y="19809"/>
                  <a:pt x="12442" y="20134"/>
                </a:cubicBezTo>
                <a:cubicBezTo>
                  <a:pt x="13574" y="19086"/>
                  <a:pt x="14502" y="17916"/>
                  <a:pt x="15216" y="16645"/>
                </a:cubicBezTo>
                <a:cubicBezTo>
                  <a:pt x="15254" y="16580"/>
                  <a:pt x="15281" y="16515"/>
                  <a:pt x="15319" y="16451"/>
                </a:cubicBezTo>
                <a:cubicBezTo>
                  <a:pt x="16534" y="16274"/>
                  <a:pt x="17740" y="16014"/>
                  <a:pt x="18928" y="15680"/>
                </a:cubicBezTo>
                <a:cubicBezTo>
                  <a:pt x="18538" y="16339"/>
                  <a:pt x="18056" y="16952"/>
                  <a:pt x="17499" y="17499"/>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730" name="Group 6730"/>
          <p:cNvGrpSpPr/>
          <p:nvPr/>
        </p:nvGrpSpPr>
        <p:grpSpPr>
          <a:xfrm>
            <a:off x="22182863" y="8517961"/>
            <a:ext cx="915514" cy="1027569"/>
            <a:chOff x="0" y="0"/>
            <a:chExt cx="915513" cy="1027568"/>
          </a:xfrm>
        </p:grpSpPr>
        <p:sp>
          <p:nvSpPr>
            <p:cNvPr id="6728" name="Shape 6728"/>
            <p:cNvSpPr/>
            <p:nvPr/>
          </p:nvSpPr>
          <p:spPr>
            <a:xfrm>
              <a:off x="0" y="0"/>
              <a:ext cx="915514" cy="10275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60" y="8745"/>
                  </a:moveTo>
                  <a:cubicBezTo>
                    <a:pt x="18715" y="7427"/>
                    <a:pt x="17350" y="6211"/>
                    <a:pt x="16037" y="5041"/>
                  </a:cubicBezTo>
                  <a:cubicBezTo>
                    <a:pt x="15717" y="4755"/>
                    <a:pt x="15406" y="4478"/>
                    <a:pt x="15107" y="4211"/>
                  </a:cubicBezTo>
                  <a:cubicBezTo>
                    <a:pt x="15200" y="4128"/>
                    <a:pt x="15262" y="4009"/>
                    <a:pt x="15262" y="3880"/>
                  </a:cubicBezTo>
                  <a:cubicBezTo>
                    <a:pt x="15262" y="3668"/>
                    <a:pt x="15107" y="3492"/>
                    <a:pt x="14900" y="3428"/>
                  </a:cubicBezTo>
                  <a:cubicBezTo>
                    <a:pt x="15179" y="3059"/>
                    <a:pt x="15458" y="2691"/>
                    <a:pt x="15737" y="2313"/>
                  </a:cubicBezTo>
                  <a:cubicBezTo>
                    <a:pt x="15965" y="2009"/>
                    <a:pt x="16037" y="1603"/>
                    <a:pt x="15934" y="1207"/>
                  </a:cubicBezTo>
                  <a:cubicBezTo>
                    <a:pt x="15665" y="212"/>
                    <a:pt x="14403" y="9"/>
                    <a:pt x="13400" y="9"/>
                  </a:cubicBezTo>
                  <a:cubicBezTo>
                    <a:pt x="12718" y="9"/>
                    <a:pt x="11870" y="92"/>
                    <a:pt x="11033" y="258"/>
                  </a:cubicBezTo>
                  <a:cubicBezTo>
                    <a:pt x="10774" y="304"/>
                    <a:pt x="10526" y="304"/>
                    <a:pt x="10278" y="240"/>
                  </a:cubicBezTo>
                  <a:cubicBezTo>
                    <a:pt x="9647" y="83"/>
                    <a:pt x="8954" y="0"/>
                    <a:pt x="8313" y="0"/>
                  </a:cubicBezTo>
                  <a:cubicBezTo>
                    <a:pt x="6917" y="0"/>
                    <a:pt x="5987" y="405"/>
                    <a:pt x="5697" y="1133"/>
                  </a:cubicBezTo>
                  <a:cubicBezTo>
                    <a:pt x="5542" y="1520"/>
                    <a:pt x="5604" y="1972"/>
                    <a:pt x="5863" y="2313"/>
                  </a:cubicBezTo>
                  <a:cubicBezTo>
                    <a:pt x="6132" y="2682"/>
                    <a:pt x="6411" y="3041"/>
                    <a:pt x="6680" y="3391"/>
                  </a:cubicBezTo>
                  <a:cubicBezTo>
                    <a:pt x="4901" y="2691"/>
                    <a:pt x="4901" y="2691"/>
                    <a:pt x="4901" y="2691"/>
                  </a:cubicBezTo>
                  <a:cubicBezTo>
                    <a:pt x="4725" y="2626"/>
                    <a:pt x="4529" y="2700"/>
                    <a:pt x="4456" y="2847"/>
                  </a:cubicBezTo>
                  <a:cubicBezTo>
                    <a:pt x="4384" y="2995"/>
                    <a:pt x="4456" y="3170"/>
                    <a:pt x="4622" y="3244"/>
                  </a:cubicBezTo>
                  <a:cubicBezTo>
                    <a:pt x="6007" y="3778"/>
                    <a:pt x="6007" y="3778"/>
                    <a:pt x="6007" y="3778"/>
                  </a:cubicBezTo>
                  <a:cubicBezTo>
                    <a:pt x="4622" y="4322"/>
                    <a:pt x="4622" y="4322"/>
                    <a:pt x="4622" y="4322"/>
                  </a:cubicBezTo>
                  <a:cubicBezTo>
                    <a:pt x="4456" y="4386"/>
                    <a:pt x="4384" y="4561"/>
                    <a:pt x="4456" y="4718"/>
                  </a:cubicBezTo>
                  <a:cubicBezTo>
                    <a:pt x="4529" y="4866"/>
                    <a:pt x="4725" y="4930"/>
                    <a:pt x="4901" y="4866"/>
                  </a:cubicBezTo>
                  <a:cubicBezTo>
                    <a:pt x="6442" y="4257"/>
                    <a:pt x="6442" y="4257"/>
                    <a:pt x="6442" y="4257"/>
                  </a:cubicBezTo>
                  <a:cubicBezTo>
                    <a:pt x="6173" y="4506"/>
                    <a:pt x="5894" y="4755"/>
                    <a:pt x="5604" y="5013"/>
                  </a:cubicBezTo>
                  <a:cubicBezTo>
                    <a:pt x="4281" y="6202"/>
                    <a:pt x="2906" y="7418"/>
                    <a:pt x="1851" y="8754"/>
                  </a:cubicBezTo>
                  <a:cubicBezTo>
                    <a:pt x="610" y="10321"/>
                    <a:pt x="0" y="11795"/>
                    <a:pt x="0" y="13270"/>
                  </a:cubicBezTo>
                  <a:cubicBezTo>
                    <a:pt x="0" y="15850"/>
                    <a:pt x="1189" y="18025"/>
                    <a:pt x="3433" y="19545"/>
                  </a:cubicBezTo>
                  <a:cubicBezTo>
                    <a:pt x="5387" y="20872"/>
                    <a:pt x="8003" y="21600"/>
                    <a:pt x="10805" y="21600"/>
                  </a:cubicBezTo>
                  <a:cubicBezTo>
                    <a:pt x="10805" y="21600"/>
                    <a:pt x="10805" y="21600"/>
                    <a:pt x="10805" y="21600"/>
                  </a:cubicBezTo>
                  <a:cubicBezTo>
                    <a:pt x="13597" y="21600"/>
                    <a:pt x="16213" y="20872"/>
                    <a:pt x="18167" y="19554"/>
                  </a:cubicBezTo>
                  <a:cubicBezTo>
                    <a:pt x="20411" y="18025"/>
                    <a:pt x="21600" y="15850"/>
                    <a:pt x="21600" y="13270"/>
                  </a:cubicBezTo>
                  <a:cubicBezTo>
                    <a:pt x="21600" y="11786"/>
                    <a:pt x="21000" y="10302"/>
                    <a:pt x="19760" y="8745"/>
                  </a:cubicBezTo>
                  <a:close/>
                  <a:moveTo>
                    <a:pt x="7052" y="1557"/>
                  </a:moveTo>
                  <a:cubicBezTo>
                    <a:pt x="7083" y="1484"/>
                    <a:pt x="7445" y="1281"/>
                    <a:pt x="8313" y="1281"/>
                  </a:cubicBezTo>
                  <a:cubicBezTo>
                    <a:pt x="8830" y="1281"/>
                    <a:pt x="9389" y="1355"/>
                    <a:pt x="9895" y="1474"/>
                  </a:cubicBezTo>
                  <a:cubicBezTo>
                    <a:pt x="10361" y="1594"/>
                    <a:pt x="10857" y="1603"/>
                    <a:pt x="11333" y="1511"/>
                  </a:cubicBezTo>
                  <a:cubicBezTo>
                    <a:pt x="12087" y="1364"/>
                    <a:pt x="12811" y="1290"/>
                    <a:pt x="13400" y="1290"/>
                  </a:cubicBezTo>
                  <a:cubicBezTo>
                    <a:pt x="14279" y="1290"/>
                    <a:pt x="14517" y="1465"/>
                    <a:pt x="14528" y="1493"/>
                  </a:cubicBezTo>
                  <a:cubicBezTo>
                    <a:pt x="14538" y="1548"/>
                    <a:pt x="14538" y="1594"/>
                    <a:pt x="14538" y="1613"/>
                  </a:cubicBezTo>
                  <a:cubicBezTo>
                    <a:pt x="14124" y="2166"/>
                    <a:pt x="13711" y="2709"/>
                    <a:pt x="13307" y="3234"/>
                  </a:cubicBezTo>
                  <a:cubicBezTo>
                    <a:pt x="8293" y="3234"/>
                    <a:pt x="8293" y="3234"/>
                    <a:pt x="8293" y="3234"/>
                  </a:cubicBezTo>
                  <a:cubicBezTo>
                    <a:pt x="7900" y="2718"/>
                    <a:pt x="7486" y="2166"/>
                    <a:pt x="7062" y="1603"/>
                  </a:cubicBezTo>
                  <a:cubicBezTo>
                    <a:pt x="7052" y="1594"/>
                    <a:pt x="7052" y="1576"/>
                    <a:pt x="7052" y="1557"/>
                  </a:cubicBezTo>
                  <a:close/>
                  <a:moveTo>
                    <a:pt x="17299" y="18531"/>
                  </a:moveTo>
                  <a:cubicBezTo>
                    <a:pt x="15593" y="19683"/>
                    <a:pt x="13287" y="20319"/>
                    <a:pt x="10805" y="20319"/>
                  </a:cubicBezTo>
                  <a:cubicBezTo>
                    <a:pt x="10805" y="20319"/>
                    <a:pt x="10805" y="20319"/>
                    <a:pt x="10805" y="20319"/>
                  </a:cubicBezTo>
                  <a:cubicBezTo>
                    <a:pt x="6297" y="20319"/>
                    <a:pt x="1437" y="18117"/>
                    <a:pt x="1437" y="13270"/>
                  </a:cubicBezTo>
                  <a:cubicBezTo>
                    <a:pt x="1437" y="10551"/>
                    <a:pt x="4074" y="8201"/>
                    <a:pt x="6618" y="5925"/>
                  </a:cubicBezTo>
                  <a:cubicBezTo>
                    <a:pt x="7135" y="5465"/>
                    <a:pt x="7672" y="4985"/>
                    <a:pt x="8169" y="4515"/>
                  </a:cubicBezTo>
                  <a:cubicBezTo>
                    <a:pt x="13431" y="4515"/>
                    <a:pt x="13431" y="4515"/>
                    <a:pt x="13431" y="4515"/>
                  </a:cubicBezTo>
                  <a:cubicBezTo>
                    <a:pt x="13938" y="4995"/>
                    <a:pt x="14486" y="5483"/>
                    <a:pt x="15014" y="5953"/>
                  </a:cubicBezTo>
                  <a:cubicBezTo>
                    <a:pt x="17547" y="8201"/>
                    <a:pt x="20163" y="10524"/>
                    <a:pt x="20163" y="13270"/>
                  </a:cubicBezTo>
                  <a:cubicBezTo>
                    <a:pt x="20163" y="15435"/>
                    <a:pt x="19170" y="17260"/>
                    <a:pt x="17299" y="1853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29" name="Shape 6729"/>
            <p:cNvSpPr/>
            <p:nvPr/>
          </p:nvSpPr>
          <p:spPr>
            <a:xfrm>
              <a:off x="282522" y="356430"/>
              <a:ext cx="349279" cy="4684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65" y="9667"/>
                  </a:moveTo>
                  <a:cubicBezTo>
                    <a:pt x="17779" y="9303"/>
                    <a:pt x="16396" y="8798"/>
                    <a:pt x="14364" y="8130"/>
                  </a:cubicBezTo>
                  <a:cubicBezTo>
                    <a:pt x="14039" y="8029"/>
                    <a:pt x="13768" y="7928"/>
                    <a:pt x="13497" y="7827"/>
                  </a:cubicBezTo>
                  <a:cubicBezTo>
                    <a:pt x="20570" y="7827"/>
                    <a:pt x="20570" y="7827"/>
                    <a:pt x="20570" y="7827"/>
                  </a:cubicBezTo>
                  <a:cubicBezTo>
                    <a:pt x="20679" y="7200"/>
                    <a:pt x="20679" y="7200"/>
                    <a:pt x="20679" y="7200"/>
                  </a:cubicBezTo>
                  <a:cubicBezTo>
                    <a:pt x="20733" y="6836"/>
                    <a:pt x="20760" y="6533"/>
                    <a:pt x="20760" y="6330"/>
                  </a:cubicBezTo>
                  <a:cubicBezTo>
                    <a:pt x="20760" y="4854"/>
                    <a:pt x="20028" y="3681"/>
                    <a:pt x="18592" y="2831"/>
                  </a:cubicBezTo>
                  <a:cubicBezTo>
                    <a:pt x="17372" y="2103"/>
                    <a:pt x="15692" y="1658"/>
                    <a:pt x="13497" y="1436"/>
                  </a:cubicBezTo>
                  <a:cubicBezTo>
                    <a:pt x="13497" y="0"/>
                    <a:pt x="13497" y="0"/>
                    <a:pt x="13497" y="0"/>
                  </a:cubicBezTo>
                  <a:cubicBezTo>
                    <a:pt x="7995" y="0"/>
                    <a:pt x="7995" y="0"/>
                    <a:pt x="7995" y="0"/>
                  </a:cubicBezTo>
                  <a:cubicBezTo>
                    <a:pt x="7995" y="1416"/>
                    <a:pt x="7995" y="1416"/>
                    <a:pt x="7995" y="1416"/>
                  </a:cubicBezTo>
                  <a:cubicBezTo>
                    <a:pt x="5556" y="1638"/>
                    <a:pt x="3713" y="2103"/>
                    <a:pt x="2385" y="2831"/>
                  </a:cubicBezTo>
                  <a:cubicBezTo>
                    <a:pt x="813" y="3681"/>
                    <a:pt x="0" y="4874"/>
                    <a:pt x="0" y="6391"/>
                  </a:cubicBezTo>
                  <a:cubicBezTo>
                    <a:pt x="0" y="7402"/>
                    <a:pt x="379" y="8333"/>
                    <a:pt x="1111" y="9142"/>
                  </a:cubicBezTo>
                  <a:cubicBezTo>
                    <a:pt x="1816" y="9910"/>
                    <a:pt x="2683" y="10537"/>
                    <a:pt x="3659" y="10962"/>
                  </a:cubicBezTo>
                  <a:cubicBezTo>
                    <a:pt x="4390" y="11306"/>
                    <a:pt x="5691" y="11771"/>
                    <a:pt x="7480" y="12398"/>
                  </a:cubicBezTo>
                  <a:cubicBezTo>
                    <a:pt x="136" y="12398"/>
                    <a:pt x="136" y="12398"/>
                    <a:pt x="136" y="12398"/>
                  </a:cubicBezTo>
                  <a:cubicBezTo>
                    <a:pt x="136" y="13935"/>
                    <a:pt x="136" y="13935"/>
                    <a:pt x="136" y="13935"/>
                  </a:cubicBezTo>
                  <a:cubicBezTo>
                    <a:pt x="136" y="16079"/>
                    <a:pt x="1057" y="17616"/>
                    <a:pt x="2900" y="18506"/>
                  </a:cubicBezTo>
                  <a:cubicBezTo>
                    <a:pt x="4390" y="19234"/>
                    <a:pt x="6098" y="19679"/>
                    <a:pt x="7995" y="19881"/>
                  </a:cubicBezTo>
                  <a:cubicBezTo>
                    <a:pt x="7995" y="21600"/>
                    <a:pt x="7995" y="21600"/>
                    <a:pt x="7995" y="21600"/>
                  </a:cubicBezTo>
                  <a:cubicBezTo>
                    <a:pt x="13497" y="21600"/>
                    <a:pt x="13497" y="21600"/>
                    <a:pt x="13497" y="21600"/>
                  </a:cubicBezTo>
                  <a:cubicBezTo>
                    <a:pt x="13497" y="19921"/>
                    <a:pt x="13497" y="19921"/>
                    <a:pt x="13497" y="19921"/>
                  </a:cubicBezTo>
                  <a:cubicBezTo>
                    <a:pt x="15963" y="19658"/>
                    <a:pt x="17887" y="19072"/>
                    <a:pt x="19242" y="18222"/>
                  </a:cubicBezTo>
                  <a:cubicBezTo>
                    <a:pt x="20787" y="17231"/>
                    <a:pt x="21600" y="15836"/>
                    <a:pt x="21600" y="14117"/>
                  </a:cubicBezTo>
                  <a:cubicBezTo>
                    <a:pt x="21600" y="13045"/>
                    <a:pt x="21302" y="12135"/>
                    <a:pt x="20706" y="11387"/>
                  </a:cubicBezTo>
                  <a:cubicBezTo>
                    <a:pt x="20137" y="10658"/>
                    <a:pt x="19405" y="10072"/>
                    <a:pt x="18565" y="9667"/>
                  </a:cubicBezTo>
                  <a:close/>
                  <a:moveTo>
                    <a:pt x="17995" y="17151"/>
                  </a:moveTo>
                  <a:cubicBezTo>
                    <a:pt x="16803" y="17919"/>
                    <a:pt x="14960" y="18404"/>
                    <a:pt x="12467" y="18587"/>
                  </a:cubicBezTo>
                  <a:cubicBezTo>
                    <a:pt x="11599" y="18647"/>
                    <a:pt x="11599" y="18647"/>
                    <a:pt x="11599" y="18647"/>
                  </a:cubicBezTo>
                  <a:cubicBezTo>
                    <a:pt x="11599" y="20184"/>
                    <a:pt x="11599" y="20184"/>
                    <a:pt x="11599" y="20184"/>
                  </a:cubicBezTo>
                  <a:cubicBezTo>
                    <a:pt x="9865" y="20184"/>
                    <a:pt x="9865" y="20184"/>
                    <a:pt x="9865" y="20184"/>
                  </a:cubicBezTo>
                  <a:cubicBezTo>
                    <a:pt x="9865" y="18587"/>
                    <a:pt x="9865" y="18587"/>
                    <a:pt x="9865" y="18587"/>
                  </a:cubicBezTo>
                  <a:cubicBezTo>
                    <a:pt x="8998" y="18526"/>
                    <a:pt x="8998" y="18526"/>
                    <a:pt x="8998" y="18526"/>
                  </a:cubicBezTo>
                  <a:cubicBezTo>
                    <a:pt x="7074" y="18425"/>
                    <a:pt x="5366" y="18020"/>
                    <a:pt x="3930" y="17333"/>
                  </a:cubicBezTo>
                  <a:cubicBezTo>
                    <a:pt x="2656" y="16706"/>
                    <a:pt x="2006" y="15593"/>
                    <a:pt x="2006" y="13935"/>
                  </a:cubicBezTo>
                  <a:cubicBezTo>
                    <a:pt x="2006" y="13813"/>
                    <a:pt x="2006" y="13813"/>
                    <a:pt x="2006" y="13813"/>
                  </a:cubicBezTo>
                  <a:cubicBezTo>
                    <a:pt x="7995" y="13813"/>
                    <a:pt x="7995" y="13813"/>
                    <a:pt x="7995" y="13813"/>
                  </a:cubicBezTo>
                  <a:cubicBezTo>
                    <a:pt x="7995" y="14157"/>
                    <a:pt x="7995" y="14157"/>
                    <a:pt x="7995" y="14157"/>
                  </a:cubicBezTo>
                  <a:cubicBezTo>
                    <a:pt x="7995" y="15796"/>
                    <a:pt x="8158" y="16301"/>
                    <a:pt x="8320" y="16564"/>
                  </a:cubicBezTo>
                  <a:cubicBezTo>
                    <a:pt x="8483" y="16867"/>
                    <a:pt x="8998" y="17393"/>
                    <a:pt x="10353" y="17393"/>
                  </a:cubicBezTo>
                  <a:cubicBezTo>
                    <a:pt x="11139" y="17393"/>
                    <a:pt x="11762" y="17231"/>
                    <a:pt x="12196" y="16908"/>
                  </a:cubicBezTo>
                  <a:cubicBezTo>
                    <a:pt x="12656" y="16584"/>
                    <a:pt x="12873" y="16119"/>
                    <a:pt x="12873" y="15553"/>
                  </a:cubicBezTo>
                  <a:cubicBezTo>
                    <a:pt x="12873" y="14481"/>
                    <a:pt x="12738" y="13712"/>
                    <a:pt x="12413" y="13207"/>
                  </a:cubicBezTo>
                  <a:cubicBezTo>
                    <a:pt x="12060" y="12620"/>
                    <a:pt x="11139" y="12094"/>
                    <a:pt x="9431" y="11508"/>
                  </a:cubicBezTo>
                  <a:cubicBezTo>
                    <a:pt x="7074" y="10719"/>
                    <a:pt x="5447" y="10133"/>
                    <a:pt x="4607" y="9748"/>
                  </a:cubicBezTo>
                  <a:cubicBezTo>
                    <a:pt x="3876" y="9425"/>
                    <a:pt x="3225" y="8960"/>
                    <a:pt x="2683" y="8353"/>
                  </a:cubicBezTo>
                  <a:cubicBezTo>
                    <a:pt x="2168" y="7766"/>
                    <a:pt x="1897" y="7119"/>
                    <a:pt x="1897" y="6391"/>
                  </a:cubicBezTo>
                  <a:cubicBezTo>
                    <a:pt x="1897" y="5339"/>
                    <a:pt x="2412" y="4551"/>
                    <a:pt x="3496" y="3964"/>
                  </a:cubicBezTo>
                  <a:cubicBezTo>
                    <a:pt x="4689" y="3317"/>
                    <a:pt x="6531" y="2912"/>
                    <a:pt x="9025" y="2751"/>
                  </a:cubicBezTo>
                  <a:cubicBezTo>
                    <a:pt x="9865" y="2710"/>
                    <a:pt x="9865" y="2710"/>
                    <a:pt x="9865" y="2710"/>
                  </a:cubicBezTo>
                  <a:cubicBezTo>
                    <a:pt x="9865" y="1396"/>
                    <a:pt x="9865" y="1396"/>
                    <a:pt x="9865" y="1396"/>
                  </a:cubicBezTo>
                  <a:cubicBezTo>
                    <a:pt x="11599" y="1396"/>
                    <a:pt x="11599" y="1396"/>
                    <a:pt x="11599" y="1396"/>
                  </a:cubicBezTo>
                  <a:cubicBezTo>
                    <a:pt x="11599" y="2690"/>
                    <a:pt x="11599" y="2690"/>
                    <a:pt x="11599" y="2690"/>
                  </a:cubicBezTo>
                  <a:cubicBezTo>
                    <a:pt x="12467" y="2751"/>
                    <a:pt x="12467" y="2751"/>
                    <a:pt x="12467" y="2751"/>
                  </a:cubicBezTo>
                  <a:cubicBezTo>
                    <a:pt x="14689" y="2912"/>
                    <a:pt x="16369" y="3297"/>
                    <a:pt x="17426" y="3924"/>
                  </a:cubicBezTo>
                  <a:cubicBezTo>
                    <a:pt x="18402" y="4510"/>
                    <a:pt x="18863" y="5299"/>
                    <a:pt x="18863" y="6330"/>
                  </a:cubicBezTo>
                  <a:cubicBezTo>
                    <a:pt x="18863" y="6351"/>
                    <a:pt x="18863" y="6391"/>
                    <a:pt x="18863" y="6431"/>
                  </a:cubicBezTo>
                  <a:cubicBezTo>
                    <a:pt x="12819" y="6431"/>
                    <a:pt x="12819" y="6431"/>
                    <a:pt x="12819" y="6431"/>
                  </a:cubicBezTo>
                  <a:cubicBezTo>
                    <a:pt x="12819" y="6431"/>
                    <a:pt x="12819" y="6431"/>
                    <a:pt x="12819" y="6431"/>
                  </a:cubicBezTo>
                  <a:cubicBezTo>
                    <a:pt x="12819" y="5521"/>
                    <a:pt x="12684" y="4955"/>
                    <a:pt x="12413" y="4591"/>
                  </a:cubicBezTo>
                  <a:cubicBezTo>
                    <a:pt x="12169" y="4288"/>
                    <a:pt x="11627" y="3903"/>
                    <a:pt x="10434" y="3903"/>
                  </a:cubicBezTo>
                  <a:cubicBezTo>
                    <a:pt x="9486" y="3903"/>
                    <a:pt x="8944" y="4187"/>
                    <a:pt x="8645" y="4429"/>
                  </a:cubicBezTo>
                  <a:cubicBezTo>
                    <a:pt x="8239" y="4773"/>
                    <a:pt x="8049" y="5218"/>
                    <a:pt x="8049" y="5804"/>
                  </a:cubicBezTo>
                  <a:cubicBezTo>
                    <a:pt x="8049" y="6715"/>
                    <a:pt x="8429" y="7362"/>
                    <a:pt x="9160" y="7766"/>
                  </a:cubicBezTo>
                  <a:cubicBezTo>
                    <a:pt x="9513" y="7969"/>
                    <a:pt x="10353" y="8353"/>
                    <a:pt x="13605" y="9404"/>
                  </a:cubicBezTo>
                  <a:cubicBezTo>
                    <a:pt x="15529" y="10052"/>
                    <a:pt x="16857" y="10537"/>
                    <a:pt x="17535" y="10861"/>
                  </a:cubicBezTo>
                  <a:cubicBezTo>
                    <a:pt x="18131" y="11144"/>
                    <a:pt x="18673" y="11569"/>
                    <a:pt x="19080" y="12094"/>
                  </a:cubicBezTo>
                  <a:cubicBezTo>
                    <a:pt x="19486" y="12620"/>
                    <a:pt x="19703" y="13308"/>
                    <a:pt x="19703" y="14117"/>
                  </a:cubicBezTo>
                  <a:cubicBezTo>
                    <a:pt x="19703" y="15431"/>
                    <a:pt x="19161" y="16422"/>
                    <a:pt x="17995" y="17151"/>
                  </a:cubicBezTo>
                  <a:close/>
                  <a:moveTo>
                    <a:pt x="9865" y="14157"/>
                  </a:moveTo>
                  <a:cubicBezTo>
                    <a:pt x="9865" y="13267"/>
                    <a:pt x="9865" y="13267"/>
                    <a:pt x="9865" y="13267"/>
                  </a:cubicBezTo>
                  <a:cubicBezTo>
                    <a:pt x="10543" y="13591"/>
                    <a:pt x="10678" y="13753"/>
                    <a:pt x="10705" y="13793"/>
                  </a:cubicBezTo>
                  <a:cubicBezTo>
                    <a:pt x="10814" y="13975"/>
                    <a:pt x="10976" y="14440"/>
                    <a:pt x="10976" y="15553"/>
                  </a:cubicBezTo>
                  <a:cubicBezTo>
                    <a:pt x="10976" y="15735"/>
                    <a:pt x="10949" y="15856"/>
                    <a:pt x="10868" y="15917"/>
                  </a:cubicBezTo>
                  <a:cubicBezTo>
                    <a:pt x="10814" y="15957"/>
                    <a:pt x="10651" y="15998"/>
                    <a:pt x="10353" y="15998"/>
                  </a:cubicBezTo>
                  <a:cubicBezTo>
                    <a:pt x="10163" y="15998"/>
                    <a:pt x="10082" y="15978"/>
                    <a:pt x="10028" y="15957"/>
                  </a:cubicBezTo>
                  <a:cubicBezTo>
                    <a:pt x="9973" y="15856"/>
                    <a:pt x="9865" y="15431"/>
                    <a:pt x="9865" y="14157"/>
                  </a:cubicBezTo>
                  <a:close/>
                  <a:moveTo>
                    <a:pt x="10922" y="6431"/>
                  </a:moveTo>
                  <a:cubicBezTo>
                    <a:pt x="10922" y="6917"/>
                    <a:pt x="10922" y="6917"/>
                    <a:pt x="10922" y="6917"/>
                  </a:cubicBezTo>
                  <a:cubicBezTo>
                    <a:pt x="10570" y="6775"/>
                    <a:pt x="10380" y="6694"/>
                    <a:pt x="10299" y="6634"/>
                  </a:cubicBezTo>
                  <a:cubicBezTo>
                    <a:pt x="10272" y="6634"/>
                    <a:pt x="10272" y="6634"/>
                    <a:pt x="10272" y="6634"/>
                  </a:cubicBezTo>
                  <a:cubicBezTo>
                    <a:pt x="10055" y="6512"/>
                    <a:pt x="9946" y="6229"/>
                    <a:pt x="9946" y="5804"/>
                  </a:cubicBezTo>
                  <a:cubicBezTo>
                    <a:pt x="9946" y="5562"/>
                    <a:pt x="10001" y="5420"/>
                    <a:pt x="10055" y="5380"/>
                  </a:cubicBezTo>
                  <a:cubicBezTo>
                    <a:pt x="10136" y="5319"/>
                    <a:pt x="10353" y="5299"/>
                    <a:pt x="10434" y="5299"/>
                  </a:cubicBezTo>
                  <a:cubicBezTo>
                    <a:pt x="10624" y="5299"/>
                    <a:pt x="10759" y="5319"/>
                    <a:pt x="10786" y="5339"/>
                  </a:cubicBezTo>
                  <a:cubicBezTo>
                    <a:pt x="10841" y="5440"/>
                    <a:pt x="10922" y="5724"/>
                    <a:pt x="10922" y="643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35" name="Group 6735"/>
          <p:cNvGrpSpPr/>
          <p:nvPr/>
        </p:nvGrpSpPr>
        <p:grpSpPr>
          <a:xfrm>
            <a:off x="21211475" y="9768761"/>
            <a:ext cx="1176728" cy="1178422"/>
            <a:chOff x="0" y="0"/>
            <a:chExt cx="1176726" cy="1178421"/>
          </a:xfrm>
        </p:grpSpPr>
        <p:sp>
          <p:nvSpPr>
            <p:cNvPr id="6731" name="Shape 6731"/>
            <p:cNvSpPr/>
            <p:nvPr/>
          </p:nvSpPr>
          <p:spPr>
            <a:xfrm>
              <a:off x="0" y="441907"/>
              <a:ext cx="1176727" cy="736515"/>
            </a:xfrm>
            <a:custGeom>
              <a:avLst/>
              <a:gdLst/>
              <a:ahLst/>
              <a:cxnLst>
                <a:cxn ang="0">
                  <a:pos x="wd2" y="hd2"/>
                </a:cxn>
                <a:cxn ang="5400000">
                  <a:pos x="wd2" y="hd2"/>
                </a:cxn>
                <a:cxn ang="10800000">
                  <a:pos x="wd2" y="hd2"/>
                </a:cxn>
                <a:cxn ang="16200000">
                  <a:pos x="wd2" y="hd2"/>
                </a:cxn>
              </a:cxnLst>
              <a:rect l="0" t="0" r="r" b="b"/>
              <a:pathLst>
                <a:path w="21498" h="21600" fill="norm" stroke="1" extrusionOk="0">
                  <a:moveTo>
                    <a:pt x="19758" y="9720"/>
                  </a:moveTo>
                  <a:cubicBezTo>
                    <a:pt x="17916" y="9720"/>
                    <a:pt x="17916" y="9720"/>
                    <a:pt x="17916" y="9720"/>
                  </a:cubicBezTo>
                  <a:cubicBezTo>
                    <a:pt x="17916" y="9450"/>
                    <a:pt x="17916" y="9180"/>
                    <a:pt x="17916" y="8910"/>
                  </a:cubicBezTo>
                  <a:cubicBezTo>
                    <a:pt x="21098" y="6480"/>
                    <a:pt x="21098" y="6480"/>
                    <a:pt x="21098" y="6480"/>
                  </a:cubicBezTo>
                  <a:cubicBezTo>
                    <a:pt x="21433" y="6210"/>
                    <a:pt x="21600" y="5400"/>
                    <a:pt x="21433" y="4860"/>
                  </a:cubicBezTo>
                  <a:cubicBezTo>
                    <a:pt x="21265" y="4320"/>
                    <a:pt x="20763" y="4050"/>
                    <a:pt x="20428" y="4320"/>
                  </a:cubicBezTo>
                  <a:cubicBezTo>
                    <a:pt x="17414" y="7020"/>
                    <a:pt x="17414" y="7020"/>
                    <a:pt x="17414" y="7020"/>
                  </a:cubicBezTo>
                  <a:cubicBezTo>
                    <a:pt x="16242" y="2970"/>
                    <a:pt x="13730" y="0"/>
                    <a:pt x="10716" y="0"/>
                  </a:cubicBezTo>
                  <a:cubicBezTo>
                    <a:pt x="7033" y="0"/>
                    <a:pt x="4186" y="4320"/>
                    <a:pt x="3516" y="9720"/>
                  </a:cubicBezTo>
                  <a:cubicBezTo>
                    <a:pt x="1674" y="9720"/>
                    <a:pt x="1674" y="9720"/>
                    <a:pt x="1674" y="9720"/>
                  </a:cubicBezTo>
                  <a:cubicBezTo>
                    <a:pt x="670" y="9720"/>
                    <a:pt x="0" y="10800"/>
                    <a:pt x="0" y="12420"/>
                  </a:cubicBezTo>
                  <a:cubicBezTo>
                    <a:pt x="0" y="12960"/>
                    <a:pt x="167" y="13500"/>
                    <a:pt x="335" y="13770"/>
                  </a:cubicBezTo>
                  <a:cubicBezTo>
                    <a:pt x="2679" y="18090"/>
                    <a:pt x="2679" y="18090"/>
                    <a:pt x="2679" y="18090"/>
                  </a:cubicBezTo>
                  <a:cubicBezTo>
                    <a:pt x="2679" y="18900"/>
                    <a:pt x="2679" y="18900"/>
                    <a:pt x="2679" y="18900"/>
                  </a:cubicBezTo>
                  <a:cubicBezTo>
                    <a:pt x="2679" y="20520"/>
                    <a:pt x="3349" y="21600"/>
                    <a:pt x="4353" y="21600"/>
                  </a:cubicBezTo>
                  <a:cubicBezTo>
                    <a:pt x="17079" y="21600"/>
                    <a:pt x="17079" y="21600"/>
                    <a:pt x="17079" y="21600"/>
                  </a:cubicBezTo>
                  <a:cubicBezTo>
                    <a:pt x="18084" y="21600"/>
                    <a:pt x="18753" y="20520"/>
                    <a:pt x="18753" y="18900"/>
                  </a:cubicBezTo>
                  <a:cubicBezTo>
                    <a:pt x="18753" y="18090"/>
                    <a:pt x="18753" y="18090"/>
                    <a:pt x="18753" y="18090"/>
                  </a:cubicBezTo>
                  <a:cubicBezTo>
                    <a:pt x="21098" y="13770"/>
                    <a:pt x="21098" y="13770"/>
                    <a:pt x="21098" y="13770"/>
                  </a:cubicBezTo>
                  <a:cubicBezTo>
                    <a:pt x="21265" y="13500"/>
                    <a:pt x="21433" y="12960"/>
                    <a:pt x="21433" y="12420"/>
                  </a:cubicBezTo>
                  <a:cubicBezTo>
                    <a:pt x="21433" y="10800"/>
                    <a:pt x="20763" y="9720"/>
                    <a:pt x="19758" y="9720"/>
                  </a:cubicBezTo>
                  <a:close/>
                  <a:moveTo>
                    <a:pt x="17247" y="9720"/>
                  </a:moveTo>
                  <a:cubicBezTo>
                    <a:pt x="16912" y="9720"/>
                    <a:pt x="16912" y="9720"/>
                    <a:pt x="16912" y="9720"/>
                  </a:cubicBezTo>
                  <a:cubicBezTo>
                    <a:pt x="17247" y="9450"/>
                    <a:pt x="17247" y="9450"/>
                    <a:pt x="17247" y="9450"/>
                  </a:cubicBezTo>
                  <a:cubicBezTo>
                    <a:pt x="17247" y="9450"/>
                    <a:pt x="17247" y="9720"/>
                    <a:pt x="17247" y="9720"/>
                  </a:cubicBezTo>
                  <a:close/>
                  <a:moveTo>
                    <a:pt x="10716" y="1080"/>
                  </a:moveTo>
                  <a:cubicBezTo>
                    <a:pt x="13395" y="1080"/>
                    <a:pt x="15740" y="3780"/>
                    <a:pt x="16744" y="7290"/>
                  </a:cubicBezTo>
                  <a:cubicBezTo>
                    <a:pt x="16242" y="7830"/>
                    <a:pt x="16242" y="7830"/>
                    <a:pt x="16242" y="7830"/>
                  </a:cubicBezTo>
                  <a:cubicBezTo>
                    <a:pt x="15237" y="4590"/>
                    <a:pt x="13228" y="2160"/>
                    <a:pt x="10716" y="2160"/>
                  </a:cubicBezTo>
                  <a:cubicBezTo>
                    <a:pt x="7870" y="2160"/>
                    <a:pt x="5526" y="5400"/>
                    <a:pt x="4856" y="9720"/>
                  </a:cubicBezTo>
                  <a:cubicBezTo>
                    <a:pt x="4186" y="9720"/>
                    <a:pt x="4186" y="9720"/>
                    <a:pt x="4186" y="9720"/>
                  </a:cubicBezTo>
                  <a:cubicBezTo>
                    <a:pt x="4856" y="4860"/>
                    <a:pt x="7535" y="1080"/>
                    <a:pt x="10716" y="1080"/>
                  </a:cubicBezTo>
                  <a:close/>
                  <a:moveTo>
                    <a:pt x="13730" y="9720"/>
                  </a:moveTo>
                  <a:cubicBezTo>
                    <a:pt x="13228" y="7830"/>
                    <a:pt x="12056" y="6480"/>
                    <a:pt x="10716" y="6480"/>
                  </a:cubicBezTo>
                  <a:cubicBezTo>
                    <a:pt x="9377" y="6480"/>
                    <a:pt x="8205" y="7830"/>
                    <a:pt x="7702" y="9720"/>
                  </a:cubicBezTo>
                  <a:cubicBezTo>
                    <a:pt x="6865" y="9720"/>
                    <a:pt x="6865" y="9720"/>
                    <a:pt x="6865" y="9720"/>
                  </a:cubicBezTo>
                  <a:cubicBezTo>
                    <a:pt x="7535" y="7290"/>
                    <a:pt x="9042" y="5400"/>
                    <a:pt x="10716" y="5400"/>
                  </a:cubicBezTo>
                  <a:cubicBezTo>
                    <a:pt x="12391" y="5400"/>
                    <a:pt x="13730" y="7020"/>
                    <a:pt x="14400" y="9450"/>
                  </a:cubicBezTo>
                  <a:cubicBezTo>
                    <a:pt x="13898" y="9720"/>
                    <a:pt x="13898" y="9720"/>
                    <a:pt x="13898" y="9720"/>
                  </a:cubicBezTo>
                  <a:lnTo>
                    <a:pt x="13730" y="9720"/>
                  </a:lnTo>
                  <a:close/>
                  <a:moveTo>
                    <a:pt x="10716" y="8640"/>
                  </a:moveTo>
                  <a:cubicBezTo>
                    <a:pt x="10047" y="8640"/>
                    <a:pt x="9544" y="9180"/>
                    <a:pt x="9209" y="9720"/>
                  </a:cubicBezTo>
                  <a:cubicBezTo>
                    <a:pt x="8372" y="9720"/>
                    <a:pt x="8372" y="9720"/>
                    <a:pt x="8372" y="9720"/>
                  </a:cubicBezTo>
                  <a:cubicBezTo>
                    <a:pt x="8874" y="8370"/>
                    <a:pt x="9712" y="7560"/>
                    <a:pt x="10716" y="7560"/>
                  </a:cubicBezTo>
                  <a:cubicBezTo>
                    <a:pt x="11721" y="7560"/>
                    <a:pt x="12558" y="8370"/>
                    <a:pt x="13060" y="9720"/>
                  </a:cubicBezTo>
                  <a:cubicBezTo>
                    <a:pt x="12223" y="9720"/>
                    <a:pt x="12223" y="9720"/>
                    <a:pt x="12223" y="9720"/>
                  </a:cubicBezTo>
                  <a:cubicBezTo>
                    <a:pt x="11888" y="9180"/>
                    <a:pt x="11386" y="8640"/>
                    <a:pt x="10716" y="8640"/>
                  </a:cubicBezTo>
                  <a:close/>
                  <a:moveTo>
                    <a:pt x="10716" y="4320"/>
                  </a:moveTo>
                  <a:cubicBezTo>
                    <a:pt x="8540" y="4320"/>
                    <a:pt x="6865" y="6480"/>
                    <a:pt x="6195" y="9720"/>
                  </a:cubicBezTo>
                  <a:cubicBezTo>
                    <a:pt x="5526" y="9720"/>
                    <a:pt x="5526" y="9720"/>
                    <a:pt x="5526" y="9720"/>
                  </a:cubicBezTo>
                  <a:cubicBezTo>
                    <a:pt x="6195" y="5940"/>
                    <a:pt x="8205" y="3240"/>
                    <a:pt x="10716" y="3240"/>
                  </a:cubicBezTo>
                  <a:cubicBezTo>
                    <a:pt x="12893" y="3240"/>
                    <a:pt x="14735" y="5400"/>
                    <a:pt x="15572" y="8370"/>
                  </a:cubicBezTo>
                  <a:cubicBezTo>
                    <a:pt x="15070" y="8910"/>
                    <a:pt x="15070" y="8910"/>
                    <a:pt x="15070" y="8910"/>
                  </a:cubicBezTo>
                  <a:cubicBezTo>
                    <a:pt x="14233" y="6210"/>
                    <a:pt x="12558" y="4320"/>
                    <a:pt x="10716" y="4320"/>
                  </a:cubicBezTo>
                  <a:close/>
                  <a:moveTo>
                    <a:pt x="17414" y="17280"/>
                  </a:moveTo>
                  <a:cubicBezTo>
                    <a:pt x="17414" y="18900"/>
                    <a:pt x="17414" y="18900"/>
                    <a:pt x="17414" y="18900"/>
                  </a:cubicBezTo>
                  <a:cubicBezTo>
                    <a:pt x="17414" y="19170"/>
                    <a:pt x="17247" y="19440"/>
                    <a:pt x="17079" y="19440"/>
                  </a:cubicBezTo>
                  <a:cubicBezTo>
                    <a:pt x="4353" y="19440"/>
                    <a:pt x="4353" y="19440"/>
                    <a:pt x="4353" y="19440"/>
                  </a:cubicBezTo>
                  <a:cubicBezTo>
                    <a:pt x="4186" y="19440"/>
                    <a:pt x="4019" y="19170"/>
                    <a:pt x="4019" y="18900"/>
                  </a:cubicBezTo>
                  <a:cubicBezTo>
                    <a:pt x="4019" y="17280"/>
                    <a:pt x="4019" y="17280"/>
                    <a:pt x="4019" y="17280"/>
                  </a:cubicBezTo>
                  <a:cubicBezTo>
                    <a:pt x="1340" y="12420"/>
                    <a:pt x="1340" y="12420"/>
                    <a:pt x="1340" y="12420"/>
                  </a:cubicBezTo>
                  <a:cubicBezTo>
                    <a:pt x="1340" y="12150"/>
                    <a:pt x="1507" y="11880"/>
                    <a:pt x="1674" y="11880"/>
                  </a:cubicBezTo>
                  <a:cubicBezTo>
                    <a:pt x="3349" y="11880"/>
                    <a:pt x="3349" y="11880"/>
                    <a:pt x="3349" y="11880"/>
                  </a:cubicBezTo>
                  <a:cubicBezTo>
                    <a:pt x="4019" y="11880"/>
                    <a:pt x="4019" y="11880"/>
                    <a:pt x="4019" y="11880"/>
                  </a:cubicBezTo>
                  <a:cubicBezTo>
                    <a:pt x="4688" y="11880"/>
                    <a:pt x="4688" y="11880"/>
                    <a:pt x="4688" y="11880"/>
                  </a:cubicBezTo>
                  <a:cubicBezTo>
                    <a:pt x="5358" y="11880"/>
                    <a:pt x="5358" y="11880"/>
                    <a:pt x="5358" y="11880"/>
                  </a:cubicBezTo>
                  <a:cubicBezTo>
                    <a:pt x="6028" y="11880"/>
                    <a:pt x="6028" y="11880"/>
                    <a:pt x="6028" y="11880"/>
                  </a:cubicBezTo>
                  <a:cubicBezTo>
                    <a:pt x="6698" y="11880"/>
                    <a:pt x="6698" y="11880"/>
                    <a:pt x="6698" y="11880"/>
                  </a:cubicBezTo>
                  <a:cubicBezTo>
                    <a:pt x="7367" y="11880"/>
                    <a:pt x="7367" y="11880"/>
                    <a:pt x="7367" y="11880"/>
                  </a:cubicBezTo>
                  <a:cubicBezTo>
                    <a:pt x="8037" y="11880"/>
                    <a:pt x="8037" y="11880"/>
                    <a:pt x="8037" y="11880"/>
                  </a:cubicBezTo>
                  <a:cubicBezTo>
                    <a:pt x="8707" y="11880"/>
                    <a:pt x="8707" y="11880"/>
                    <a:pt x="8707" y="11880"/>
                  </a:cubicBezTo>
                  <a:cubicBezTo>
                    <a:pt x="12726" y="11880"/>
                    <a:pt x="12726" y="11880"/>
                    <a:pt x="12726" y="11880"/>
                  </a:cubicBezTo>
                  <a:cubicBezTo>
                    <a:pt x="13395" y="11880"/>
                    <a:pt x="13395" y="11880"/>
                    <a:pt x="13395" y="11880"/>
                  </a:cubicBezTo>
                  <a:cubicBezTo>
                    <a:pt x="14065" y="11880"/>
                    <a:pt x="14065" y="11880"/>
                    <a:pt x="14065" y="11880"/>
                  </a:cubicBezTo>
                  <a:cubicBezTo>
                    <a:pt x="14735" y="11880"/>
                    <a:pt x="14735" y="11880"/>
                    <a:pt x="14735" y="11880"/>
                  </a:cubicBezTo>
                  <a:cubicBezTo>
                    <a:pt x="15405" y="11880"/>
                    <a:pt x="15405" y="11880"/>
                    <a:pt x="15405" y="11880"/>
                  </a:cubicBezTo>
                  <a:cubicBezTo>
                    <a:pt x="16074" y="11880"/>
                    <a:pt x="16074" y="11880"/>
                    <a:pt x="16074" y="11880"/>
                  </a:cubicBezTo>
                  <a:cubicBezTo>
                    <a:pt x="16744" y="11880"/>
                    <a:pt x="16744" y="11880"/>
                    <a:pt x="16744" y="11880"/>
                  </a:cubicBezTo>
                  <a:cubicBezTo>
                    <a:pt x="17414" y="11880"/>
                    <a:pt x="17414" y="11880"/>
                    <a:pt x="17414" y="11880"/>
                  </a:cubicBezTo>
                  <a:cubicBezTo>
                    <a:pt x="18084" y="11880"/>
                    <a:pt x="18084" y="11880"/>
                    <a:pt x="18084" y="11880"/>
                  </a:cubicBezTo>
                  <a:cubicBezTo>
                    <a:pt x="19758" y="11880"/>
                    <a:pt x="19758" y="11880"/>
                    <a:pt x="19758" y="11880"/>
                  </a:cubicBezTo>
                  <a:cubicBezTo>
                    <a:pt x="19926" y="11880"/>
                    <a:pt x="20093" y="12150"/>
                    <a:pt x="20093" y="12420"/>
                  </a:cubicBezTo>
                  <a:lnTo>
                    <a:pt x="17414" y="1728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32" name="Shape 6732"/>
            <p:cNvSpPr/>
            <p:nvPr/>
          </p:nvSpPr>
          <p:spPr>
            <a:xfrm>
              <a:off x="285958" y="166685"/>
              <a:ext cx="79319" cy="275223"/>
            </a:xfrm>
            <a:custGeom>
              <a:avLst/>
              <a:gdLst/>
              <a:ahLst/>
              <a:cxnLst>
                <a:cxn ang="0">
                  <a:pos x="wd2" y="hd2"/>
                </a:cxn>
                <a:cxn ang="5400000">
                  <a:pos x="wd2" y="hd2"/>
                </a:cxn>
                <a:cxn ang="10800000">
                  <a:pos x="wd2" y="hd2"/>
                </a:cxn>
                <a:cxn ang="16200000">
                  <a:pos x="wd2" y="hd2"/>
                </a:cxn>
              </a:cxnLst>
              <a:rect l="0" t="0" r="r" b="b"/>
              <a:pathLst>
                <a:path w="16999"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19440"/>
                  </a:cubicBezTo>
                  <a:cubicBezTo>
                    <a:pt x="9481" y="19440"/>
                    <a:pt x="9481" y="19440"/>
                    <a:pt x="9481" y="19440"/>
                  </a:cubicBezTo>
                  <a:cubicBezTo>
                    <a:pt x="5554" y="17280"/>
                    <a:pt x="9481" y="14400"/>
                    <a:pt x="11444" y="11520"/>
                  </a:cubicBezTo>
                  <a:cubicBezTo>
                    <a:pt x="15372" y="7920"/>
                    <a:pt x="19299" y="4320"/>
                    <a:pt x="15372" y="720"/>
                  </a:cubicBezTo>
                  <a:cubicBezTo>
                    <a:pt x="15372" y="720"/>
                    <a:pt x="13408" y="0"/>
                    <a:pt x="11444" y="0"/>
                  </a:cubicBezTo>
                  <a:cubicBezTo>
                    <a:pt x="9481" y="0"/>
                    <a:pt x="7517" y="720"/>
                    <a:pt x="7517" y="1440"/>
                  </a:cubicBezTo>
                  <a:cubicBezTo>
                    <a:pt x="7517" y="1440"/>
                    <a:pt x="7517" y="1440"/>
                    <a:pt x="7517" y="2160"/>
                  </a:cubicBezTo>
                  <a:cubicBezTo>
                    <a:pt x="7517" y="2160"/>
                    <a:pt x="7517" y="2160"/>
                    <a:pt x="7517" y="2160"/>
                  </a:cubicBezTo>
                  <a:cubicBezTo>
                    <a:pt x="7517" y="2160"/>
                    <a:pt x="7517" y="2160"/>
                    <a:pt x="7517" y="2160"/>
                  </a:cubicBezTo>
                  <a:cubicBezTo>
                    <a:pt x="7517" y="2160"/>
                    <a:pt x="7517" y="2160"/>
                    <a:pt x="7517" y="2160"/>
                  </a:cubicBezTo>
                  <a:cubicBezTo>
                    <a:pt x="11444" y="4320"/>
                    <a:pt x="7517" y="7200"/>
                    <a:pt x="5554" y="10080"/>
                  </a:cubicBezTo>
                  <a:cubicBezTo>
                    <a:pt x="1626" y="13680"/>
                    <a:pt x="-2301" y="17280"/>
                    <a:pt x="1626" y="20880"/>
                  </a:cubicBezTo>
                  <a:cubicBezTo>
                    <a:pt x="1626" y="20880"/>
                    <a:pt x="1626" y="20880"/>
                    <a:pt x="1626" y="2088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33" name="Shape 6733"/>
            <p:cNvSpPr/>
            <p:nvPr/>
          </p:nvSpPr>
          <p:spPr>
            <a:xfrm>
              <a:off x="729189" y="158933"/>
              <a:ext cx="85505" cy="275223"/>
            </a:xfrm>
            <a:custGeom>
              <a:avLst/>
              <a:gdLst/>
              <a:ahLst/>
              <a:cxnLst>
                <a:cxn ang="0">
                  <a:pos x="wd2" y="hd2"/>
                </a:cxn>
                <a:cxn ang="5400000">
                  <a:pos x="wd2" y="hd2"/>
                </a:cxn>
                <a:cxn ang="10800000">
                  <a:pos x="wd2" y="hd2"/>
                </a:cxn>
                <a:cxn ang="16200000">
                  <a:pos x="wd2" y="hd2"/>
                </a:cxn>
              </a:cxnLst>
              <a:rect l="0" t="0" r="r" b="b"/>
              <a:pathLst>
                <a:path w="16429" h="21600" fill="norm" stroke="1" extrusionOk="0">
                  <a:moveTo>
                    <a:pt x="2338" y="20880"/>
                  </a:moveTo>
                  <a:cubicBezTo>
                    <a:pt x="2338" y="20880"/>
                    <a:pt x="2338" y="20880"/>
                    <a:pt x="2338" y="20880"/>
                  </a:cubicBezTo>
                  <a:cubicBezTo>
                    <a:pt x="2338" y="20880"/>
                    <a:pt x="2338" y="20880"/>
                    <a:pt x="2338" y="20880"/>
                  </a:cubicBezTo>
                  <a:cubicBezTo>
                    <a:pt x="2338" y="21600"/>
                    <a:pt x="4138" y="21600"/>
                    <a:pt x="4138" y="21600"/>
                  </a:cubicBezTo>
                  <a:cubicBezTo>
                    <a:pt x="7738" y="21600"/>
                    <a:pt x="7738" y="21600"/>
                    <a:pt x="7738" y="20160"/>
                  </a:cubicBezTo>
                  <a:cubicBezTo>
                    <a:pt x="7738" y="20160"/>
                    <a:pt x="7738" y="20160"/>
                    <a:pt x="7738" y="20160"/>
                  </a:cubicBezTo>
                  <a:cubicBezTo>
                    <a:pt x="7738" y="20160"/>
                    <a:pt x="7738" y="20160"/>
                    <a:pt x="7738" y="20160"/>
                  </a:cubicBezTo>
                  <a:cubicBezTo>
                    <a:pt x="5938" y="17280"/>
                    <a:pt x="7738" y="14400"/>
                    <a:pt x="11338" y="11520"/>
                  </a:cubicBezTo>
                  <a:cubicBezTo>
                    <a:pt x="14938" y="8640"/>
                    <a:pt x="18538" y="5040"/>
                    <a:pt x="14938" y="1440"/>
                  </a:cubicBezTo>
                  <a:cubicBezTo>
                    <a:pt x="13138" y="720"/>
                    <a:pt x="13138" y="0"/>
                    <a:pt x="11338" y="0"/>
                  </a:cubicBezTo>
                  <a:cubicBezTo>
                    <a:pt x="9538" y="0"/>
                    <a:pt x="7738" y="720"/>
                    <a:pt x="7738" y="1440"/>
                  </a:cubicBezTo>
                  <a:cubicBezTo>
                    <a:pt x="7738" y="2160"/>
                    <a:pt x="7738" y="2160"/>
                    <a:pt x="7738" y="2160"/>
                  </a:cubicBezTo>
                  <a:cubicBezTo>
                    <a:pt x="7738" y="2160"/>
                    <a:pt x="7738" y="2160"/>
                    <a:pt x="7738" y="2160"/>
                  </a:cubicBezTo>
                  <a:cubicBezTo>
                    <a:pt x="7738" y="2160"/>
                    <a:pt x="7738" y="2160"/>
                    <a:pt x="7738" y="2160"/>
                  </a:cubicBezTo>
                  <a:cubicBezTo>
                    <a:pt x="7738" y="2160"/>
                    <a:pt x="7738" y="2160"/>
                    <a:pt x="7738" y="2160"/>
                  </a:cubicBezTo>
                  <a:cubicBezTo>
                    <a:pt x="11338" y="5040"/>
                    <a:pt x="7738" y="7920"/>
                    <a:pt x="4138" y="10800"/>
                  </a:cubicBezTo>
                  <a:cubicBezTo>
                    <a:pt x="2338" y="13680"/>
                    <a:pt x="-3062" y="17280"/>
                    <a:pt x="2338" y="20880"/>
                  </a:cubicBezTo>
                  <a:cubicBezTo>
                    <a:pt x="2338" y="20880"/>
                    <a:pt x="2338" y="20880"/>
                    <a:pt x="2338" y="2088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34" name="Shape 6734"/>
            <p:cNvSpPr/>
            <p:nvPr/>
          </p:nvSpPr>
          <p:spPr>
            <a:xfrm>
              <a:off x="541800" y="0"/>
              <a:ext cx="79569" cy="275223"/>
            </a:xfrm>
            <a:custGeom>
              <a:avLst/>
              <a:gdLst/>
              <a:ahLst/>
              <a:cxnLst>
                <a:cxn ang="0">
                  <a:pos x="wd2" y="hd2"/>
                </a:cxn>
                <a:cxn ang="5400000">
                  <a:pos x="wd2" y="hd2"/>
                </a:cxn>
                <a:cxn ang="10800000">
                  <a:pos x="wd2" y="hd2"/>
                </a:cxn>
                <a:cxn ang="16200000">
                  <a:pos x="wd2" y="hd2"/>
                </a:cxn>
              </a:cxnLst>
              <a:rect l="0" t="0" r="r" b="b"/>
              <a:pathLst>
                <a:path w="17053" h="21600" fill="norm" stroke="1" extrusionOk="0">
                  <a:moveTo>
                    <a:pt x="1626" y="20880"/>
                  </a:moveTo>
                  <a:cubicBezTo>
                    <a:pt x="1626" y="20880"/>
                    <a:pt x="1626" y="20880"/>
                    <a:pt x="1626" y="20880"/>
                  </a:cubicBezTo>
                  <a:cubicBezTo>
                    <a:pt x="1626" y="20880"/>
                    <a:pt x="1626" y="20880"/>
                    <a:pt x="1626" y="20880"/>
                  </a:cubicBezTo>
                  <a:cubicBezTo>
                    <a:pt x="1626" y="21600"/>
                    <a:pt x="3590" y="21600"/>
                    <a:pt x="5554" y="21600"/>
                  </a:cubicBezTo>
                  <a:cubicBezTo>
                    <a:pt x="7517" y="21600"/>
                    <a:pt x="9481" y="20880"/>
                    <a:pt x="9481" y="20160"/>
                  </a:cubicBezTo>
                  <a:cubicBezTo>
                    <a:pt x="9481" y="20160"/>
                    <a:pt x="9481" y="20160"/>
                    <a:pt x="9481" y="20160"/>
                  </a:cubicBezTo>
                  <a:cubicBezTo>
                    <a:pt x="9481" y="20160"/>
                    <a:pt x="9481" y="20160"/>
                    <a:pt x="9481" y="20160"/>
                  </a:cubicBezTo>
                  <a:cubicBezTo>
                    <a:pt x="5554" y="17280"/>
                    <a:pt x="9481" y="14400"/>
                    <a:pt x="13408" y="11520"/>
                  </a:cubicBezTo>
                  <a:cubicBezTo>
                    <a:pt x="15372" y="7920"/>
                    <a:pt x="19299" y="4320"/>
                    <a:pt x="15372" y="720"/>
                  </a:cubicBezTo>
                  <a:cubicBezTo>
                    <a:pt x="15372" y="720"/>
                    <a:pt x="13408" y="0"/>
                    <a:pt x="11444" y="0"/>
                  </a:cubicBezTo>
                  <a:cubicBezTo>
                    <a:pt x="9481" y="0"/>
                    <a:pt x="7517" y="720"/>
                    <a:pt x="7517" y="1440"/>
                  </a:cubicBezTo>
                  <a:cubicBezTo>
                    <a:pt x="7517" y="1440"/>
                    <a:pt x="7517" y="2160"/>
                    <a:pt x="9481" y="2160"/>
                  </a:cubicBezTo>
                  <a:cubicBezTo>
                    <a:pt x="9481" y="2160"/>
                    <a:pt x="9481" y="2160"/>
                    <a:pt x="9481" y="2160"/>
                  </a:cubicBezTo>
                  <a:cubicBezTo>
                    <a:pt x="9481" y="2160"/>
                    <a:pt x="9481" y="2160"/>
                    <a:pt x="9481" y="2160"/>
                  </a:cubicBezTo>
                  <a:cubicBezTo>
                    <a:pt x="9481" y="2160"/>
                    <a:pt x="9481" y="2160"/>
                    <a:pt x="9481" y="2160"/>
                  </a:cubicBezTo>
                  <a:cubicBezTo>
                    <a:pt x="11444" y="5040"/>
                    <a:pt x="9481" y="7200"/>
                    <a:pt x="5554" y="10080"/>
                  </a:cubicBezTo>
                  <a:cubicBezTo>
                    <a:pt x="1626" y="13680"/>
                    <a:pt x="-2301" y="17280"/>
                    <a:pt x="1626" y="20880"/>
                  </a:cubicBezTo>
                  <a:cubicBezTo>
                    <a:pt x="1626" y="20880"/>
                    <a:pt x="1626" y="20880"/>
                    <a:pt x="1626" y="2088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38" name="Group 6738"/>
          <p:cNvGrpSpPr/>
          <p:nvPr/>
        </p:nvGrpSpPr>
        <p:grpSpPr>
          <a:xfrm>
            <a:off x="22423769" y="5236010"/>
            <a:ext cx="723901" cy="962025"/>
            <a:chOff x="0" y="0"/>
            <a:chExt cx="723900" cy="962024"/>
          </a:xfrm>
        </p:grpSpPr>
        <p:sp>
          <p:nvSpPr>
            <p:cNvPr id="6736" name="Shape 6736"/>
            <p:cNvSpPr/>
            <p:nvPr/>
          </p:nvSpPr>
          <p:spPr>
            <a:xfrm>
              <a:off x="180973" y="171450"/>
              <a:ext cx="361951" cy="3619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650" y="21600"/>
                    <a:pt x="21600" y="16650"/>
                    <a:pt x="21600" y="10800"/>
                  </a:cubicBezTo>
                  <a:cubicBezTo>
                    <a:pt x="21600" y="4950"/>
                    <a:pt x="16650" y="0"/>
                    <a:pt x="10800" y="0"/>
                  </a:cubicBezTo>
                  <a:cubicBezTo>
                    <a:pt x="4950" y="0"/>
                    <a:pt x="0" y="4950"/>
                    <a:pt x="0" y="10800"/>
                  </a:cubicBezTo>
                  <a:cubicBezTo>
                    <a:pt x="0" y="16650"/>
                    <a:pt x="4950" y="21600"/>
                    <a:pt x="10800" y="21600"/>
                  </a:cubicBezTo>
                  <a:close/>
                  <a:moveTo>
                    <a:pt x="10800" y="1800"/>
                  </a:moveTo>
                  <a:cubicBezTo>
                    <a:pt x="15750" y="1800"/>
                    <a:pt x="19800" y="5850"/>
                    <a:pt x="19800" y="10800"/>
                  </a:cubicBezTo>
                  <a:cubicBezTo>
                    <a:pt x="19800" y="15750"/>
                    <a:pt x="15750" y="19800"/>
                    <a:pt x="10800" y="19800"/>
                  </a:cubicBezTo>
                  <a:cubicBezTo>
                    <a:pt x="5850" y="19800"/>
                    <a:pt x="1800" y="15750"/>
                    <a:pt x="1800" y="10800"/>
                  </a:cubicBezTo>
                  <a:cubicBezTo>
                    <a:pt x="1800" y="5850"/>
                    <a:pt x="5850" y="1800"/>
                    <a:pt x="10800" y="1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37" name="Shape 6737"/>
            <p:cNvSpPr/>
            <p:nvPr/>
          </p:nvSpPr>
          <p:spPr>
            <a:xfrm>
              <a:off x="0" y="0"/>
              <a:ext cx="723900" cy="9620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50" y="0"/>
                    <a:pt x="0" y="3544"/>
                    <a:pt x="0" y="8100"/>
                  </a:cubicBezTo>
                  <a:cubicBezTo>
                    <a:pt x="0" y="12825"/>
                    <a:pt x="5400" y="17719"/>
                    <a:pt x="9225" y="21094"/>
                  </a:cubicBezTo>
                  <a:cubicBezTo>
                    <a:pt x="9450" y="21094"/>
                    <a:pt x="9900" y="21600"/>
                    <a:pt x="10800" y="21600"/>
                  </a:cubicBezTo>
                  <a:cubicBezTo>
                    <a:pt x="10800" y="21600"/>
                    <a:pt x="10800" y="21600"/>
                    <a:pt x="10800" y="21600"/>
                  </a:cubicBezTo>
                  <a:cubicBezTo>
                    <a:pt x="11700" y="21600"/>
                    <a:pt x="12150" y="21094"/>
                    <a:pt x="12150" y="21094"/>
                  </a:cubicBezTo>
                  <a:cubicBezTo>
                    <a:pt x="16200" y="17719"/>
                    <a:pt x="21600" y="12825"/>
                    <a:pt x="21600" y="8100"/>
                  </a:cubicBezTo>
                  <a:cubicBezTo>
                    <a:pt x="21600" y="3544"/>
                    <a:pt x="16650" y="0"/>
                    <a:pt x="10800" y="0"/>
                  </a:cubicBezTo>
                  <a:close/>
                  <a:moveTo>
                    <a:pt x="10800" y="20250"/>
                  </a:moveTo>
                  <a:cubicBezTo>
                    <a:pt x="10800" y="20250"/>
                    <a:pt x="10800" y="20250"/>
                    <a:pt x="10800" y="20250"/>
                  </a:cubicBezTo>
                  <a:cubicBezTo>
                    <a:pt x="10800" y="20250"/>
                    <a:pt x="10800" y="20250"/>
                    <a:pt x="10575" y="20081"/>
                  </a:cubicBezTo>
                  <a:cubicBezTo>
                    <a:pt x="7425" y="17381"/>
                    <a:pt x="1800" y="12487"/>
                    <a:pt x="1800" y="8100"/>
                  </a:cubicBezTo>
                  <a:cubicBezTo>
                    <a:pt x="1800" y="4387"/>
                    <a:pt x="5850" y="1350"/>
                    <a:pt x="10800" y="1350"/>
                  </a:cubicBezTo>
                  <a:cubicBezTo>
                    <a:pt x="15750" y="1350"/>
                    <a:pt x="19800" y="4387"/>
                    <a:pt x="19800" y="8100"/>
                  </a:cubicBezTo>
                  <a:cubicBezTo>
                    <a:pt x="19800" y="12487"/>
                    <a:pt x="14175" y="17381"/>
                    <a:pt x="10800" y="2025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739" name="Shape 6739"/>
          <p:cNvSpPr/>
          <p:nvPr/>
        </p:nvSpPr>
        <p:spPr>
          <a:xfrm>
            <a:off x="22560320" y="9906883"/>
            <a:ext cx="939538" cy="992647"/>
          </a:xfrm>
          <a:custGeom>
            <a:avLst/>
            <a:gdLst/>
            <a:ahLst/>
            <a:cxnLst>
              <a:cxn ang="0">
                <a:pos x="wd2" y="hd2"/>
              </a:cxn>
              <a:cxn ang="5400000">
                <a:pos x="wd2" y="hd2"/>
              </a:cxn>
              <a:cxn ang="10800000">
                <a:pos x="wd2" y="hd2"/>
              </a:cxn>
              <a:cxn ang="16200000">
                <a:pos x="wd2" y="hd2"/>
              </a:cxn>
            </a:cxnLst>
            <a:rect l="0" t="0" r="r" b="b"/>
            <a:pathLst>
              <a:path w="21104" h="21600" fill="norm" stroke="1" extrusionOk="0">
                <a:moveTo>
                  <a:pt x="13625" y="14830"/>
                </a:moveTo>
                <a:cubicBezTo>
                  <a:pt x="21434" y="10155"/>
                  <a:pt x="21102" y="4191"/>
                  <a:pt x="21102" y="4191"/>
                </a:cubicBezTo>
                <a:cubicBezTo>
                  <a:pt x="21102" y="3385"/>
                  <a:pt x="21102" y="3385"/>
                  <a:pt x="21102" y="3385"/>
                </a:cubicBezTo>
                <a:cubicBezTo>
                  <a:pt x="21102" y="3385"/>
                  <a:pt x="21102" y="1612"/>
                  <a:pt x="19440" y="1612"/>
                </a:cubicBezTo>
                <a:cubicBezTo>
                  <a:pt x="18942" y="1612"/>
                  <a:pt x="18443" y="1612"/>
                  <a:pt x="18443" y="1612"/>
                </a:cubicBezTo>
                <a:cubicBezTo>
                  <a:pt x="17612" y="1612"/>
                  <a:pt x="17612" y="2418"/>
                  <a:pt x="17612" y="2418"/>
                </a:cubicBezTo>
                <a:cubicBezTo>
                  <a:pt x="17612" y="2418"/>
                  <a:pt x="17280" y="2579"/>
                  <a:pt x="16616" y="2579"/>
                </a:cubicBezTo>
                <a:cubicBezTo>
                  <a:pt x="16616" y="1934"/>
                  <a:pt x="16782" y="0"/>
                  <a:pt x="16782" y="0"/>
                </a:cubicBezTo>
                <a:cubicBezTo>
                  <a:pt x="9139" y="967"/>
                  <a:pt x="4486" y="0"/>
                  <a:pt x="4486" y="0"/>
                </a:cubicBezTo>
                <a:cubicBezTo>
                  <a:pt x="4486" y="2579"/>
                  <a:pt x="4486" y="2579"/>
                  <a:pt x="4486" y="2579"/>
                </a:cubicBezTo>
                <a:cubicBezTo>
                  <a:pt x="3822" y="2579"/>
                  <a:pt x="3656" y="2418"/>
                  <a:pt x="3656" y="2418"/>
                </a:cubicBezTo>
                <a:cubicBezTo>
                  <a:pt x="3656" y="2418"/>
                  <a:pt x="3489" y="1612"/>
                  <a:pt x="2825" y="1612"/>
                </a:cubicBezTo>
                <a:cubicBezTo>
                  <a:pt x="2825" y="1612"/>
                  <a:pt x="2326" y="1612"/>
                  <a:pt x="1828" y="1612"/>
                </a:cubicBezTo>
                <a:cubicBezTo>
                  <a:pt x="166" y="1612"/>
                  <a:pt x="0" y="3385"/>
                  <a:pt x="0" y="3385"/>
                </a:cubicBezTo>
                <a:cubicBezTo>
                  <a:pt x="0" y="4191"/>
                  <a:pt x="0" y="4191"/>
                  <a:pt x="0" y="4191"/>
                </a:cubicBezTo>
                <a:cubicBezTo>
                  <a:pt x="0" y="4191"/>
                  <a:pt x="-166" y="10155"/>
                  <a:pt x="7643" y="14830"/>
                </a:cubicBezTo>
                <a:cubicBezTo>
                  <a:pt x="7643" y="14830"/>
                  <a:pt x="8474" y="15636"/>
                  <a:pt x="9637" y="15636"/>
                </a:cubicBezTo>
                <a:cubicBezTo>
                  <a:pt x="9637" y="16603"/>
                  <a:pt x="9637" y="16603"/>
                  <a:pt x="9637" y="16603"/>
                </a:cubicBezTo>
                <a:cubicBezTo>
                  <a:pt x="9637" y="16603"/>
                  <a:pt x="8806" y="16442"/>
                  <a:pt x="8806" y="16925"/>
                </a:cubicBezTo>
                <a:cubicBezTo>
                  <a:pt x="8806" y="17570"/>
                  <a:pt x="9637" y="17409"/>
                  <a:pt x="9637" y="17409"/>
                </a:cubicBezTo>
                <a:cubicBezTo>
                  <a:pt x="9637" y="18376"/>
                  <a:pt x="9637" y="18376"/>
                  <a:pt x="9637" y="18376"/>
                </a:cubicBezTo>
                <a:cubicBezTo>
                  <a:pt x="9637" y="18376"/>
                  <a:pt x="9471" y="19182"/>
                  <a:pt x="8972" y="19182"/>
                </a:cubicBezTo>
                <a:cubicBezTo>
                  <a:pt x="8972" y="19988"/>
                  <a:pt x="7976" y="19988"/>
                  <a:pt x="7976" y="19988"/>
                </a:cubicBezTo>
                <a:cubicBezTo>
                  <a:pt x="7976" y="19988"/>
                  <a:pt x="7145" y="20149"/>
                  <a:pt x="7145" y="20794"/>
                </a:cubicBezTo>
                <a:cubicBezTo>
                  <a:pt x="7145" y="20794"/>
                  <a:pt x="6979" y="21600"/>
                  <a:pt x="7976" y="21600"/>
                </a:cubicBezTo>
                <a:cubicBezTo>
                  <a:pt x="9305" y="21600"/>
                  <a:pt x="13126" y="21600"/>
                  <a:pt x="13126" y="21600"/>
                </a:cubicBezTo>
                <a:cubicBezTo>
                  <a:pt x="13957" y="21600"/>
                  <a:pt x="14123" y="20794"/>
                  <a:pt x="14123" y="20794"/>
                </a:cubicBezTo>
                <a:cubicBezTo>
                  <a:pt x="14123" y="20794"/>
                  <a:pt x="14123" y="19988"/>
                  <a:pt x="13126" y="19988"/>
                </a:cubicBezTo>
                <a:cubicBezTo>
                  <a:pt x="12296" y="19988"/>
                  <a:pt x="12296" y="19021"/>
                  <a:pt x="12296" y="19021"/>
                </a:cubicBezTo>
                <a:cubicBezTo>
                  <a:pt x="12296" y="19021"/>
                  <a:pt x="11465" y="19182"/>
                  <a:pt x="11465" y="18376"/>
                </a:cubicBezTo>
                <a:cubicBezTo>
                  <a:pt x="11465" y="17409"/>
                  <a:pt x="11465" y="17409"/>
                  <a:pt x="11465" y="17409"/>
                </a:cubicBezTo>
                <a:cubicBezTo>
                  <a:pt x="11465" y="17409"/>
                  <a:pt x="12296" y="17570"/>
                  <a:pt x="12296" y="16925"/>
                </a:cubicBezTo>
                <a:cubicBezTo>
                  <a:pt x="12296" y="16442"/>
                  <a:pt x="11465" y="16603"/>
                  <a:pt x="11465" y="16603"/>
                </a:cubicBezTo>
                <a:cubicBezTo>
                  <a:pt x="11465" y="15636"/>
                  <a:pt x="11465" y="15636"/>
                  <a:pt x="11465" y="15636"/>
                </a:cubicBezTo>
                <a:cubicBezTo>
                  <a:pt x="12296" y="15636"/>
                  <a:pt x="12960" y="15313"/>
                  <a:pt x="13625" y="14830"/>
                </a:cubicBezTo>
                <a:close/>
                <a:moveTo>
                  <a:pt x="16782" y="3385"/>
                </a:moveTo>
                <a:cubicBezTo>
                  <a:pt x="16948" y="3385"/>
                  <a:pt x="17612" y="3385"/>
                  <a:pt x="17612" y="3385"/>
                </a:cubicBezTo>
                <a:cubicBezTo>
                  <a:pt x="18443" y="3385"/>
                  <a:pt x="18609" y="2579"/>
                  <a:pt x="18609" y="2579"/>
                </a:cubicBezTo>
                <a:cubicBezTo>
                  <a:pt x="19440" y="2579"/>
                  <a:pt x="19440" y="3385"/>
                  <a:pt x="19440" y="3385"/>
                </a:cubicBezTo>
                <a:cubicBezTo>
                  <a:pt x="19440" y="4191"/>
                  <a:pt x="19440" y="4191"/>
                  <a:pt x="19440" y="4191"/>
                </a:cubicBezTo>
                <a:cubicBezTo>
                  <a:pt x="19440" y="4191"/>
                  <a:pt x="19108" y="7576"/>
                  <a:pt x="14954" y="11445"/>
                </a:cubicBezTo>
                <a:cubicBezTo>
                  <a:pt x="15951" y="9833"/>
                  <a:pt x="16782" y="6125"/>
                  <a:pt x="16782" y="3385"/>
                </a:cubicBezTo>
                <a:close/>
                <a:moveTo>
                  <a:pt x="5982" y="11606"/>
                </a:moveTo>
                <a:cubicBezTo>
                  <a:pt x="1662" y="7737"/>
                  <a:pt x="1496" y="4352"/>
                  <a:pt x="1496" y="4352"/>
                </a:cubicBezTo>
                <a:cubicBezTo>
                  <a:pt x="1496" y="3546"/>
                  <a:pt x="1496" y="3546"/>
                  <a:pt x="1496" y="3546"/>
                </a:cubicBezTo>
                <a:cubicBezTo>
                  <a:pt x="1496" y="3546"/>
                  <a:pt x="1496" y="2579"/>
                  <a:pt x="2326" y="2579"/>
                </a:cubicBezTo>
                <a:cubicBezTo>
                  <a:pt x="2326" y="2579"/>
                  <a:pt x="2326" y="3546"/>
                  <a:pt x="3323" y="3546"/>
                </a:cubicBezTo>
                <a:cubicBezTo>
                  <a:pt x="3323" y="3546"/>
                  <a:pt x="3988" y="3546"/>
                  <a:pt x="4154" y="3546"/>
                </a:cubicBezTo>
                <a:cubicBezTo>
                  <a:pt x="4154" y="6287"/>
                  <a:pt x="4985" y="9994"/>
                  <a:pt x="5982" y="11606"/>
                </a:cubicBezTo>
                <a:close/>
              </a:path>
            </a:pathLst>
          </a:custGeom>
          <a:solidFill>
            <a:srgbClr val="FFFFFF"/>
          </a:solidFill>
          <a:ln w="38100">
            <a:solidFill>
              <a:srgbClr val="144973"/>
            </a:solidFill>
            <a:miter lim="400000"/>
          </a:ln>
        </p:spPr>
        <p:txBody>
          <a:bodyPr lIns="45719" rIns="45719"/>
          <a:lstStyle/>
          <a:p>
            <a:pPr algn="l" defTabSz="914400">
              <a:defRPr sz="1800">
                <a:latin typeface="Calibri"/>
                <a:ea typeface="Calibri"/>
                <a:cs typeface="Calibri"/>
                <a:sym typeface="Calibri"/>
              </a:defRPr>
            </a:pPr>
          </a:p>
        </p:txBody>
      </p:sp>
      <p:grpSp>
        <p:nvGrpSpPr>
          <p:cNvPr id="6743" name="Group 6743"/>
          <p:cNvGrpSpPr/>
          <p:nvPr/>
        </p:nvGrpSpPr>
        <p:grpSpPr>
          <a:xfrm>
            <a:off x="22603607" y="3570587"/>
            <a:ext cx="1129447" cy="958543"/>
            <a:chOff x="0" y="0"/>
            <a:chExt cx="1129445" cy="958541"/>
          </a:xfrm>
        </p:grpSpPr>
        <p:sp>
          <p:nvSpPr>
            <p:cNvPr id="6740" name="Shape 6740"/>
            <p:cNvSpPr/>
            <p:nvPr/>
          </p:nvSpPr>
          <p:spPr>
            <a:xfrm>
              <a:off x="282361" y="248924"/>
              <a:ext cx="564724" cy="5684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25" y="0"/>
                    <a:pt x="0" y="4725"/>
                    <a:pt x="0" y="10800"/>
                  </a:cubicBezTo>
                  <a:cubicBezTo>
                    <a:pt x="0" y="16875"/>
                    <a:pt x="4725" y="21600"/>
                    <a:pt x="10800" y="21600"/>
                  </a:cubicBezTo>
                  <a:cubicBezTo>
                    <a:pt x="16875" y="21600"/>
                    <a:pt x="21600" y="16875"/>
                    <a:pt x="21600" y="10800"/>
                  </a:cubicBezTo>
                  <a:cubicBezTo>
                    <a:pt x="21600" y="4725"/>
                    <a:pt x="16875" y="0"/>
                    <a:pt x="10800" y="0"/>
                  </a:cubicBezTo>
                  <a:close/>
                  <a:moveTo>
                    <a:pt x="16875" y="16200"/>
                  </a:moveTo>
                  <a:cubicBezTo>
                    <a:pt x="14175" y="19575"/>
                    <a:pt x="8775" y="19912"/>
                    <a:pt x="5400" y="16875"/>
                  </a:cubicBezTo>
                  <a:cubicBezTo>
                    <a:pt x="2025" y="14175"/>
                    <a:pt x="1688" y="8775"/>
                    <a:pt x="4725" y="5400"/>
                  </a:cubicBezTo>
                  <a:cubicBezTo>
                    <a:pt x="7425" y="2025"/>
                    <a:pt x="12825" y="1687"/>
                    <a:pt x="16200" y="4725"/>
                  </a:cubicBezTo>
                  <a:cubicBezTo>
                    <a:pt x="19575" y="7425"/>
                    <a:pt x="19912" y="12825"/>
                    <a:pt x="16875" y="162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41" name="Shape 6741"/>
            <p:cNvSpPr/>
            <p:nvPr/>
          </p:nvSpPr>
          <p:spPr>
            <a:xfrm>
              <a:off x="423542" y="390105"/>
              <a:ext cx="159759" cy="1597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0"/>
                  </a:moveTo>
                  <a:cubicBezTo>
                    <a:pt x="8400" y="0"/>
                    <a:pt x="0" y="8400"/>
                    <a:pt x="0" y="19200"/>
                  </a:cubicBezTo>
                  <a:cubicBezTo>
                    <a:pt x="0" y="19200"/>
                    <a:pt x="0" y="19200"/>
                    <a:pt x="0" y="19200"/>
                  </a:cubicBezTo>
                  <a:cubicBezTo>
                    <a:pt x="0" y="20400"/>
                    <a:pt x="1200" y="21600"/>
                    <a:pt x="2400" y="21600"/>
                  </a:cubicBezTo>
                  <a:cubicBezTo>
                    <a:pt x="3600" y="21600"/>
                    <a:pt x="4800" y="20400"/>
                    <a:pt x="4800" y="19200"/>
                  </a:cubicBezTo>
                  <a:cubicBezTo>
                    <a:pt x="4800" y="19200"/>
                    <a:pt x="4800" y="19200"/>
                    <a:pt x="4800" y="19200"/>
                  </a:cubicBezTo>
                  <a:cubicBezTo>
                    <a:pt x="4800" y="10800"/>
                    <a:pt x="10800" y="4800"/>
                    <a:pt x="19200" y="4800"/>
                  </a:cubicBezTo>
                  <a:cubicBezTo>
                    <a:pt x="20400" y="4800"/>
                    <a:pt x="21600" y="3600"/>
                    <a:pt x="21600" y="2400"/>
                  </a:cubicBezTo>
                  <a:cubicBezTo>
                    <a:pt x="21600" y="1200"/>
                    <a:pt x="20400" y="0"/>
                    <a:pt x="192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42" name="Shape 6742"/>
            <p:cNvSpPr/>
            <p:nvPr/>
          </p:nvSpPr>
          <p:spPr>
            <a:xfrm>
              <a:off x="0" y="0"/>
              <a:ext cx="1129446" cy="9585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12" y="4800"/>
                  </a:moveTo>
                  <a:cubicBezTo>
                    <a:pt x="17044" y="4200"/>
                    <a:pt x="17044" y="4200"/>
                    <a:pt x="17044" y="4200"/>
                  </a:cubicBezTo>
                  <a:cubicBezTo>
                    <a:pt x="16031" y="1600"/>
                    <a:pt x="16031" y="1600"/>
                    <a:pt x="16031" y="1600"/>
                  </a:cubicBezTo>
                  <a:cubicBezTo>
                    <a:pt x="15694" y="600"/>
                    <a:pt x="15019" y="0"/>
                    <a:pt x="14175" y="0"/>
                  </a:cubicBezTo>
                  <a:cubicBezTo>
                    <a:pt x="7425" y="0"/>
                    <a:pt x="7425" y="0"/>
                    <a:pt x="7425" y="0"/>
                  </a:cubicBezTo>
                  <a:cubicBezTo>
                    <a:pt x="6581" y="0"/>
                    <a:pt x="5906" y="600"/>
                    <a:pt x="5569" y="1600"/>
                  </a:cubicBezTo>
                  <a:cubicBezTo>
                    <a:pt x="4556" y="4200"/>
                    <a:pt x="4556" y="4200"/>
                    <a:pt x="4556" y="4200"/>
                  </a:cubicBezTo>
                  <a:cubicBezTo>
                    <a:pt x="1688" y="4800"/>
                    <a:pt x="1688" y="4800"/>
                    <a:pt x="1688" y="4800"/>
                  </a:cubicBezTo>
                  <a:cubicBezTo>
                    <a:pt x="675" y="5000"/>
                    <a:pt x="0" y="6000"/>
                    <a:pt x="0" y="7200"/>
                  </a:cubicBezTo>
                  <a:cubicBezTo>
                    <a:pt x="0" y="19200"/>
                    <a:pt x="0" y="19200"/>
                    <a:pt x="0" y="19200"/>
                  </a:cubicBezTo>
                  <a:cubicBezTo>
                    <a:pt x="0" y="20600"/>
                    <a:pt x="844" y="21600"/>
                    <a:pt x="2025" y="21600"/>
                  </a:cubicBezTo>
                  <a:cubicBezTo>
                    <a:pt x="19575" y="21600"/>
                    <a:pt x="19575" y="21600"/>
                    <a:pt x="19575" y="21600"/>
                  </a:cubicBezTo>
                  <a:cubicBezTo>
                    <a:pt x="20756" y="21600"/>
                    <a:pt x="21600" y="20600"/>
                    <a:pt x="21600" y="19200"/>
                  </a:cubicBezTo>
                  <a:cubicBezTo>
                    <a:pt x="21600" y="7200"/>
                    <a:pt x="21600" y="7200"/>
                    <a:pt x="21600" y="7200"/>
                  </a:cubicBezTo>
                  <a:cubicBezTo>
                    <a:pt x="21600" y="6000"/>
                    <a:pt x="20925" y="5000"/>
                    <a:pt x="19912" y="4800"/>
                  </a:cubicBezTo>
                  <a:close/>
                  <a:moveTo>
                    <a:pt x="20250" y="19200"/>
                  </a:moveTo>
                  <a:cubicBezTo>
                    <a:pt x="20250" y="19600"/>
                    <a:pt x="19912" y="20000"/>
                    <a:pt x="19575" y="20000"/>
                  </a:cubicBezTo>
                  <a:cubicBezTo>
                    <a:pt x="2025" y="20000"/>
                    <a:pt x="2025" y="20000"/>
                    <a:pt x="2025" y="20000"/>
                  </a:cubicBezTo>
                  <a:cubicBezTo>
                    <a:pt x="1688" y="20000"/>
                    <a:pt x="1350" y="19600"/>
                    <a:pt x="1350" y="19200"/>
                  </a:cubicBezTo>
                  <a:cubicBezTo>
                    <a:pt x="1350" y="7200"/>
                    <a:pt x="1350" y="7200"/>
                    <a:pt x="1350" y="7200"/>
                  </a:cubicBezTo>
                  <a:cubicBezTo>
                    <a:pt x="1350" y="6800"/>
                    <a:pt x="1519" y="6400"/>
                    <a:pt x="1856" y="6400"/>
                  </a:cubicBezTo>
                  <a:cubicBezTo>
                    <a:pt x="5569" y="5600"/>
                    <a:pt x="5569" y="5600"/>
                    <a:pt x="5569" y="5600"/>
                  </a:cubicBezTo>
                  <a:cubicBezTo>
                    <a:pt x="6750" y="2200"/>
                    <a:pt x="6750" y="2200"/>
                    <a:pt x="6750" y="2200"/>
                  </a:cubicBezTo>
                  <a:cubicBezTo>
                    <a:pt x="6919" y="1800"/>
                    <a:pt x="7088" y="1600"/>
                    <a:pt x="7425" y="1600"/>
                  </a:cubicBezTo>
                  <a:cubicBezTo>
                    <a:pt x="14175" y="1600"/>
                    <a:pt x="14175" y="1600"/>
                    <a:pt x="14175" y="1600"/>
                  </a:cubicBezTo>
                  <a:cubicBezTo>
                    <a:pt x="14513" y="1600"/>
                    <a:pt x="14681" y="1800"/>
                    <a:pt x="14850" y="2200"/>
                  </a:cubicBezTo>
                  <a:cubicBezTo>
                    <a:pt x="16031" y="5600"/>
                    <a:pt x="16031" y="5600"/>
                    <a:pt x="16031" y="5600"/>
                  </a:cubicBezTo>
                  <a:cubicBezTo>
                    <a:pt x="19744" y="6400"/>
                    <a:pt x="19744" y="6400"/>
                    <a:pt x="19744" y="6400"/>
                  </a:cubicBezTo>
                  <a:cubicBezTo>
                    <a:pt x="20081" y="6400"/>
                    <a:pt x="20250" y="6800"/>
                    <a:pt x="20250" y="7200"/>
                  </a:cubicBezTo>
                  <a:lnTo>
                    <a:pt x="20250" y="192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47" name="Group 6747"/>
          <p:cNvGrpSpPr/>
          <p:nvPr/>
        </p:nvGrpSpPr>
        <p:grpSpPr>
          <a:xfrm>
            <a:off x="1952398" y="11494462"/>
            <a:ext cx="1129790" cy="792803"/>
            <a:chOff x="0" y="0"/>
            <a:chExt cx="1129788" cy="792801"/>
          </a:xfrm>
        </p:grpSpPr>
        <p:sp>
          <p:nvSpPr>
            <p:cNvPr id="6744" name="Shape 6744"/>
            <p:cNvSpPr/>
            <p:nvPr/>
          </p:nvSpPr>
          <p:spPr>
            <a:xfrm>
              <a:off x="0" y="0"/>
              <a:ext cx="1129789" cy="7928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77" y="15094"/>
                  </a:moveTo>
                  <a:cubicBezTo>
                    <a:pt x="21023" y="15094"/>
                    <a:pt x="21023" y="15094"/>
                    <a:pt x="21023" y="15094"/>
                  </a:cubicBezTo>
                  <a:cubicBezTo>
                    <a:pt x="21023" y="11159"/>
                    <a:pt x="21023" y="11159"/>
                    <a:pt x="21023" y="11159"/>
                  </a:cubicBezTo>
                  <a:cubicBezTo>
                    <a:pt x="21023" y="10931"/>
                    <a:pt x="21023" y="10826"/>
                    <a:pt x="19562" y="7153"/>
                  </a:cubicBezTo>
                  <a:cubicBezTo>
                    <a:pt x="18874" y="5422"/>
                    <a:pt x="18174" y="3690"/>
                    <a:pt x="18162" y="3673"/>
                  </a:cubicBezTo>
                  <a:cubicBezTo>
                    <a:pt x="18137" y="3603"/>
                    <a:pt x="18137" y="3603"/>
                    <a:pt x="18137" y="3603"/>
                  </a:cubicBezTo>
                  <a:cubicBezTo>
                    <a:pt x="18088" y="3533"/>
                    <a:pt x="18088" y="3533"/>
                    <a:pt x="18088" y="3533"/>
                  </a:cubicBezTo>
                  <a:cubicBezTo>
                    <a:pt x="17867" y="3236"/>
                    <a:pt x="17585" y="3061"/>
                    <a:pt x="17290" y="3061"/>
                  </a:cubicBezTo>
                  <a:cubicBezTo>
                    <a:pt x="11899" y="3043"/>
                    <a:pt x="11899" y="3043"/>
                    <a:pt x="11899" y="3043"/>
                  </a:cubicBezTo>
                  <a:cubicBezTo>
                    <a:pt x="11899" y="3043"/>
                    <a:pt x="11899" y="3043"/>
                    <a:pt x="11899" y="3043"/>
                  </a:cubicBezTo>
                  <a:cubicBezTo>
                    <a:pt x="11850" y="3043"/>
                    <a:pt x="11801" y="3043"/>
                    <a:pt x="11752" y="3061"/>
                  </a:cubicBezTo>
                  <a:cubicBezTo>
                    <a:pt x="11752" y="1067"/>
                    <a:pt x="11752" y="1067"/>
                    <a:pt x="11752" y="1067"/>
                  </a:cubicBezTo>
                  <a:cubicBezTo>
                    <a:pt x="11752" y="490"/>
                    <a:pt x="11420" y="0"/>
                    <a:pt x="11003" y="0"/>
                  </a:cubicBezTo>
                  <a:cubicBezTo>
                    <a:pt x="761" y="0"/>
                    <a:pt x="761" y="0"/>
                    <a:pt x="761" y="0"/>
                  </a:cubicBezTo>
                  <a:cubicBezTo>
                    <a:pt x="344" y="0"/>
                    <a:pt x="0" y="490"/>
                    <a:pt x="0" y="1067"/>
                  </a:cubicBezTo>
                  <a:cubicBezTo>
                    <a:pt x="12" y="11246"/>
                    <a:pt x="12" y="11246"/>
                    <a:pt x="12" y="11246"/>
                  </a:cubicBezTo>
                  <a:cubicBezTo>
                    <a:pt x="12" y="16633"/>
                    <a:pt x="12" y="16633"/>
                    <a:pt x="12" y="16633"/>
                  </a:cubicBezTo>
                  <a:cubicBezTo>
                    <a:pt x="12" y="17507"/>
                    <a:pt x="516" y="18242"/>
                    <a:pt x="1142" y="18242"/>
                  </a:cubicBezTo>
                  <a:cubicBezTo>
                    <a:pt x="2370" y="18242"/>
                    <a:pt x="2370" y="18242"/>
                    <a:pt x="2370" y="18242"/>
                  </a:cubicBezTo>
                  <a:cubicBezTo>
                    <a:pt x="2616" y="20148"/>
                    <a:pt x="3782" y="21600"/>
                    <a:pt x="5194" y="21600"/>
                  </a:cubicBezTo>
                  <a:cubicBezTo>
                    <a:pt x="6606" y="21600"/>
                    <a:pt x="7785" y="20148"/>
                    <a:pt x="8019" y="18242"/>
                  </a:cubicBezTo>
                  <a:cubicBezTo>
                    <a:pt x="13323" y="18242"/>
                    <a:pt x="13323" y="18242"/>
                    <a:pt x="13323" y="18242"/>
                  </a:cubicBezTo>
                  <a:cubicBezTo>
                    <a:pt x="13557" y="20148"/>
                    <a:pt x="14736" y="21600"/>
                    <a:pt x="16148" y="21600"/>
                  </a:cubicBezTo>
                  <a:cubicBezTo>
                    <a:pt x="17548" y="21600"/>
                    <a:pt x="18727" y="20148"/>
                    <a:pt x="18960" y="18242"/>
                  </a:cubicBezTo>
                  <a:cubicBezTo>
                    <a:pt x="20888" y="18242"/>
                    <a:pt x="21084" y="18224"/>
                    <a:pt x="21477" y="18224"/>
                  </a:cubicBezTo>
                  <a:cubicBezTo>
                    <a:pt x="21539" y="18224"/>
                    <a:pt x="21600" y="18154"/>
                    <a:pt x="21600" y="18067"/>
                  </a:cubicBezTo>
                  <a:cubicBezTo>
                    <a:pt x="21600" y="15269"/>
                    <a:pt x="21600" y="15269"/>
                    <a:pt x="21600" y="15269"/>
                  </a:cubicBezTo>
                  <a:cubicBezTo>
                    <a:pt x="21600" y="15181"/>
                    <a:pt x="21539" y="15094"/>
                    <a:pt x="21477" y="15094"/>
                  </a:cubicBezTo>
                  <a:close/>
                  <a:moveTo>
                    <a:pt x="17351" y="4495"/>
                  </a:moveTo>
                  <a:cubicBezTo>
                    <a:pt x="18272" y="6786"/>
                    <a:pt x="19709" y="10371"/>
                    <a:pt x="20004" y="11229"/>
                  </a:cubicBezTo>
                  <a:cubicBezTo>
                    <a:pt x="15964" y="11229"/>
                    <a:pt x="15964" y="11229"/>
                    <a:pt x="15964" y="11229"/>
                  </a:cubicBezTo>
                  <a:cubicBezTo>
                    <a:pt x="15964" y="4477"/>
                    <a:pt x="15964" y="4477"/>
                    <a:pt x="15964" y="4477"/>
                  </a:cubicBezTo>
                  <a:cubicBezTo>
                    <a:pt x="17290" y="4477"/>
                    <a:pt x="17290" y="4477"/>
                    <a:pt x="17290" y="4477"/>
                  </a:cubicBezTo>
                  <a:cubicBezTo>
                    <a:pt x="17314" y="4477"/>
                    <a:pt x="17327" y="4477"/>
                    <a:pt x="17351" y="4495"/>
                  </a:cubicBezTo>
                  <a:close/>
                  <a:moveTo>
                    <a:pt x="11801" y="4512"/>
                  </a:moveTo>
                  <a:cubicBezTo>
                    <a:pt x="11825" y="4477"/>
                    <a:pt x="11862" y="4460"/>
                    <a:pt x="11899" y="4460"/>
                  </a:cubicBezTo>
                  <a:cubicBezTo>
                    <a:pt x="15460" y="4477"/>
                    <a:pt x="15460" y="4477"/>
                    <a:pt x="15460" y="4477"/>
                  </a:cubicBezTo>
                  <a:cubicBezTo>
                    <a:pt x="15460" y="11229"/>
                    <a:pt x="15460" y="11229"/>
                    <a:pt x="15460" y="11229"/>
                  </a:cubicBezTo>
                  <a:cubicBezTo>
                    <a:pt x="11764" y="11229"/>
                    <a:pt x="11764" y="11229"/>
                    <a:pt x="11764" y="11229"/>
                  </a:cubicBezTo>
                  <a:cubicBezTo>
                    <a:pt x="11764" y="4652"/>
                    <a:pt x="11764" y="4652"/>
                    <a:pt x="11764" y="4652"/>
                  </a:cubicBezTo>
                  <a:cubicBezTo>
                    <a:pt x="11764" y="4600"/>
                    <a:pt x="11776" y="4547"/>
                    <a:pt x="11801" y="4512"/>
                  </a:cubicBezTo>
                  <a:close/>
                  <a:moveTo>
                    <a:pt x="10757" y="1417"/>
                  </a:moveTo>
                  <a:cubicBezTo>
                    <a:pt x="10757" y="10564"/>
                    <a:pt x="10757" y="10564"/>
                    <a:pt x="10757" y="10564"/>
                  </a:cubicBezTo>
                  <a:cubicBezTo>
                    <a:pt x="2002" y="10564"/>
                    <a:pt x="2002" y="10564"/>
                    <a:pt x="2002" y="10564"/>
                  </a:cubicBezTo>
                  <a:cubicBezTo>
                    <a:pt x="1007" y="10564"/>
                    <a:pt x="1007" y="10564"/>
                    <a:pt x="1007" y="10564"/>
                  </a:cubicBezTo>
                  <a:cubicBezTo>
                    <a:pt x="995" y="1417"/>
                    <a:pt x="995" y="1417"/>
                    <a:pt x="995" y="1417"/>
                  </a:cubicBezTo>
                  <a:lnTo>
                    <a:pt x="10757" y="1417"/>
                  </a:lnTo>
                  <a:close/>
                  <a:moveTo>
                    <a:pt x="5194" y="20288"/>
                  </a:moveTo>
                  <a:cubicBezTo>
                    <a:pt x="4126" y="20288"/>
                    <a:pt x="3254" y="19046"/>
                    <a:pt x="3254" y="17525"/>
                  </a:cubicBezTo>
                  <a:cubicBezTo>
                    <a:pt x="3254" y="16003"/>
                    <a:pt x="4126" y="14761"/>
                    <a:pt x="5194" y="14761"/>
                  </a:cubicBezTo>
                  <a:cubicBezTo>
                    <a:pt x="6275" y="14761"/>
                    <a:pt x="7147" y="16003"/>
                    <a:pt x="7147" y="17525"/>
                  </a:cubicBezTo>
                  <a:cubicBezTo>
                    <a:pt x="7147" y="19046"/>
                    <a:pt x="6275" y="20288"/>
                    <a:pt x="5194" y="20288"/>
                  </a:cubicBezTo>
                  <a:close/>
                  <a:moveTo>
                    <a:pt x="5219" y="13397"/>
                  </a:moveTo>
                  <a:cubicBezTo>
                    <a:pt x="3782" y="13397"/>
                    <a:pt x="2591" y="14884"/>
                    <a:pt x="2358" y="16825"/>
                  </a:cubicBezTo>
                  <a:cubicBezTo>
                    <a:pt x="1142" y="16825"/>
                    <a:pt x="1142" y="16825"/>
                    <a:pt x="1142" y="16825"/>
                  </a:cubicBezTo>
                  <a:cubicBezTo>
                    <a:pt x="1068" y="16825"/>
                    <a:pt x="1007" y="16738"/>
                    <a:pt x="1007" y="16633"/>
                  </a:cubicBezTo>
                  <a:cubicBezTo>
                    <a:pt x="1007" y="11963"/>
                    <a:pt x="1007" y="11963"/>
                    <a:pt x="1007" y="11963"/>
                  </a:cubicBezTo>
                  <a:cubicBezTo>
                    <a:pt x="11752" y="11963"/>
                    <a:pt x="11752" y="11963"/>
                    <a:pt x="11752" y="11963"/>
                  </a:cubicBezTo>
                  <a:cubicBezTo>
                    <a:pt x="11764" y="11963"/>
                    <a:pt x="11764" y="11963"/>
                    <a:pt x="11764" y="11963"/>
                  </a:cubicBezTo>
                  <a:cubicBezTo>
                    <a:pt x="11764" y="11928"/>
                    <a:pt x="11764" y="11928"/>
                    <a:pt x="11764" y="11928"/>
                  </a:cubicBezTo>
                  <a:cubicBezTo>
                    <a:pt x="20028" y="11928"/>
                    <a:pt x="20028" y="11928"/>
                    <a:pt x="20028" y="11928"/>
                  </a:cubicBezTo>
                  <a:cubicBezTo>
                    <a:pt x="20028" y="15094"/>
                    <a:pt x="20028" y="15094"/>
                    <a:pt x="20028" y="15094"/>
                  </a:cubicBezTo>
                  <a:cubicBezTo>
                    <a:pt x="19574" y="15094"/>
                    <a:pt x="19574" y="15094"/>
                    <a:pt x="19574" y="15094"/>
                  </a:cubicBezTo>
                  <a:cubicBezTo>
                    <a:pt x="19512" y="15094"/>
                    <a:pt x="19451" y="15181"/>
                    <a:pt x="19451" y="15269"/>
                  </a:cubicBezTo>
                  <a:cubicBezTo>
                    <a:pt x="19451" y="16825"/>
                    <a:pt x="19451" y="16825"/>
                    <a:pt x="19451" y="16825"/>
                  </a:cubicBezTo>
                  <a:cubicBezTo>
                    <a:pt x="18997" y="16825"/>
                    <a:pt x="18997" y="16825"/>
                    <a:pt x="18997" y="16825"/>
                  </a:cubicBezTo>
                  <a:cubicBezTo>
                    <a:pt x="18763" y="14884"/>
                    <a:pt x="17572" y="13397"/>
                    <a:pt x="16148" y="13397"/>
                  </a:cubicBezTo>
                  <a:cubicBezTo>
                    <a:pt x="14711" y="13397"/>
                    <a:pt x="13520" y="14884"/>
                    <a:pt x="13287" y="16825"/>
                  </a:cubicBezTo>
                  <a:cubicBezTo>
                    <a:pt x="8080" y="16825"/>
                    <a:pt x="8080" y="16825"/>
                    <a:pt x="8080" y="16825"/>
                  </a:cubicBezTo>
                  <a:cubicBezTo>
                    <a:pt x="7834" y="14884"/>
                    <a:pt x="6643" y="13397"/>
                    <a:pt x="5219" y="13397"/>
                  </a:cubicBezTo>
                  <a:close/>
                  <a:moveTo>
                    <a:pt x="16148" y="20288"/>
                  </a:moveTo>
                  <a:cubicBezTo>
                    <a:pt x="15067" y="20288"/>
                    <a:pt x="14195" y="19046"/>
                    <a:pt x="14195" y="17525"/>
                  </a:cubicBezTo>
                  <a:cubicBezTo>
                    <a:pt x="14195" y="16003"/>
                    <a:pt x="15067" y="14761"/>
                    <a:pt x="16148" y="14761"/>
                  </a:cubicBezTo>
                  <a:cubicBezTo>
                    <a:pt x="17216" y="14761"/>
                    <a:pt x="18088" y="16003"/>
                    <a:pt x="18088" y="17525"/>
                  </a:cubicBezTo>
                  <a:cubicBezTo>
                    <a:pt x="18088" y="19046"/>
                    <a:pt x="17216" y="20288"/>
                    <a:pt x="16148" y="2028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45" name="Shape 6745"/>
            <p:cNvSpPr/>
            <p:nvPr/>
          </p:nvSpPr>
          <p:spPr>
            <a:xfrm>
              <a:off x="783517" y="584853"/>
              <a:ext cx="121614" cy="120686"/>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46" name="Shape 6746"/>
            <p:cNvSpPr/>
            <p:nvPr/>
          </p:nvSpPr>
          <p:spPr>
            <a:xfrm>
              <a:off x="211661" y="584853"/>
              <a:ext cx="120686" cy="120686"/>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50" name="Group 6750"/>
          <p:cNvGrpSpPr/>
          <p:nvPr/>
        </p:nvGrpSpPr>
        <p:grpSpPr>
          <a:xfrm>
            <a:off x="3266537" y="11307571"/>
            <a:ext cx="1231885" cy="985772"/>
            <a:chOff x="0" y="0"/>
            <a:chExt cx="1231883" cy="985771"/>
          </a:xfrm>
        </p:grpSpPr>
        <p:sp>
          <p:nvSpPr>
            <p:cNvPr id="6748" name="Shape 6748"/>
            <p:cNvSpPr/>
            <p:nvPr/>
          </p:nvSpPr>
          <p:spPr>
            <a:xfrm>
              <a:off x="0" y="0"/>
              <a:ext cx="1231884" cy="8219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800" y="21600"/>
                  </a:moveTo>
                  <a:cubicBezTo>
                    <a:pt x="15400" y="21600"/>
                    <a:pt x="15091" y="21136"/>
                    <a:pt x="15091" y="20536"/>
                  </a:cubicBezTo>
                  <a:cubicBezTo>
                    <a:pt x="15091" y="19936"/>
                    <a:pt x="15400" y="19445"/>
                    <a:pt x="15800" y="19445"/>
                  </a:cubicBezTo>
                  <a:cubicBezTo>
                    <a:pt x="17255" y="19445"/>
                    <a:pt x="17255" y="19445"/>
                    <a:pt x="17255" y="19445"/>
                  </a:cubicBezTo>
                  <a:cubicBezTo>
                    <a:pt x="17273" y="19445"/>
                    <a:pt x="17309" y="19445"/>
                    <a:pt x="17327" y="19445"/>
                  </a:cubicBezTo>
                  <a:cubicBezTo>
                    <a:pt x="17345" y="19445"/>
                    <a:pt x="17364" y="19445"/>
                    <a:pt x="17364" y="19445"/>
                  </a:cubicBezTo>
                  <a:cubicBezTo>
                    <a:pt x="18927" y="19364"/>
                    <a:pt x="20164" y="17455"/>
                    <a:pt x="20164" y="15136"/>
                  </a:cubicBezTo>
                  <a:cubicBezTo>
                    <a:pt x="20164" y="12736"/>
                    <a:pt x="18873" y="10800"/>
                    <a:pt x="17291" y="10800"/>
                  </a:cubicBezTo>
                  <a:cubicBezTo>
                    <a:pt x="17091" y="10800"/>
                    <a:pt x="16873" y="10855"/>
                    <a:pt x="16636" y="10936"/>
                  </a:cubicBezTo>
                  <a:cubicBezTo>
                    <a:pt x="16400" y="11018"/>
                    <a:pt x="16164" y="10909"/>
                    <a:pt x="15982" y="10664"/>
                  </a:cubicBezTo>
                  <a:cubicBezTo>
                    <a:pt x="15818" y="10418"/>
                    <a:pt x="15727" y="10064"/>
                    <a:pt x="15764" y="9709"/>
                  </a:cubicBezTo>
                  <a:cubicBezTo>
                    <a:pt x="15800" y="9355"/>
                    <a:pt x="15836" y="9000"/>
                    <a:pt x="15836" y="8645"/>
                  </a:cubicBezTo>
                  <a:cubicBezTo>
                    <a:pt x="15836" y="5073"/>
                    <a:pt x="13909" y="2155"/>
                    <a:pt x="11527" y="2155"/>
                  </a:cubicBezTo>
                  <a:cubicBezTo>
                    <a:pt x="9273" y="2155"/>
                    <a:pt x="7436" y="4691"/>
                    <a:pt x="7236" y="8073"/>
                  </a:cubicBezTo>
                  <a:cubicBezTo>
                    <a:pt x="7218" y="8400"/>
                    <a:pt x="7091" y="8700"/>
                    <a:pt x="6909" y="8891"/>
                  </a:cubicBezTo>
                  <a:cubicBezTo>
                    <a:pt x="6727" y="9055"/>
                    <a:pt x="6491" y="9109"/>
                    <a:pt x="6273" y="9000"/>
                  </a:cubicBezTo>
                  <a:cubicBezTo>
                    <a:pt x="5855" y="8755"/>
                    <a:pt x="5455" y="8645"/>
                    <a:pt x="5036" y="8645"/>
                  </a:cubicBezTo>
                  <a:cubicBezTo>
                    <a:pt x="3055" y="8645"/>
                    <a:pt x="1436" y="11073"/>
                    <a:pt x="1436" y="14045"/>
                  </a:cubicBezTo>
                  <a:cubicBezTo>
                    <a:pt x="1436" y="16991"/>
                    <a:pt x="3000" y="19364"/>
                    <a:pt x="4945" y="19445"/>
                  </a:cubicBezTo>
                  <a:cubicBezTo>
                    <a:pt x="4964" y="19445"/>
                    <a:pt x="4982" y="19445"/>
                    <a:pt x="5000" y="19445"/>
                  </a:cubicBezTo>
                  <a:cubicBezTo>
                    <a:pt x="5364" y="19445"/>
                    <a:pt x="5364" y="19445"/>
                    <a:pt x="5364" y="19445"/>
                  </a:cubicBezTo>
                  <a:cubicBezTo>
                    <a:pt x="6509" y="19445"/>
                    <a:pt x="6509" y="19445"/>
                    <a:pt x="6509" y="19445"/>
                  </a:cubicBezTo>
                  <a:cubicBezTo>
                    <a:pt x="6909" y="19445"/>
                    <a:pt x="7236" y="19936"/>
                    <a:pt x="7236" y="20536"/>
                  </a:cubicBezTo>
                  <a:cubicBezTo>
                    <a:pt x="7236" y="21136"/>
                    <a:pt x="6909" y="21600"/>
                    <a:pt x="6509" y="21600"/>
                  </a:cubicBezTo>
                  <a:cubicBezTo>
                    <a:pt x="5127" y="21600"/>
                    <a:pt x="5127" y="21600"/>
                    <a:pt x="5127" y="21600"/>
                  </a:cubicBezTo>
                  <a:cubicBezTo>
                    <a:pt x="5109" y="21600"/>
                    <a:pt x="5073" y="21600"/>
                    <a:pt x="5036" y="21600"/>
                  </a:cubicBezTo>
                  <a:cubicBezTo>
                    <a:pt x="2255" y="21600"/>
                    <a:pt x="0" y="18218"/>
                    <a:pt x="0" y="14045"/>
                  </a:cubicBezTo>
                  <a:cubicBezTo>
                    <a:pt x="0" y="9873"/>
                    <a:pt x="2255" y="6491"/>
                    <a:pt x="5036" y="6491"/>
                  </a:cubicBezTo>
                  <a:cubicBezTo>
                    <a:pt x="5345" y="6491"/>
                    <a:pt x="5636" y="6518"/>
                    <a:pt x="5945" y="6600"/>
                  </a:cubicBezTo>
                  <a:cubicBezTo>
                    <a:pt x="6545" y="2755"/>
                    <a:pt x="8818" y="0"/>
                    <a:pt x="11527" y="0"/>
                  </a:cubicBezTo>
                  <a:cubicBezTo>
                    <a:pt x="14691" y="0"/>
                    <a:pt x="17273" y="3873"/>
                    <a:pt x="17273" y="8645"/>
                  </a:cubicBezTo>
                  <a:cubicBezTo>
                    <a:pt x="17273" y="8645"/>
                    <a:pt x="17273" y="8645"/>
                    <a:pt x="17273" y="8645"/>
                  </a:cubicBezTo>
                  <a:cubicBezTo>
                    <a:pt x="17291" y="8645"/>
                    <a:pt x="17291" y="8645"/>
                    <a:pt x="17291" y="8645"/>
                  </a:cubicBezTo>
                  <a:cubicBezTo>
                    <a:pt x="19673" y="8645"/>
                    <a:pt x="21600" y="11564"/>
                    <a:pt x="21600" y="15136"/>
                  </a:cubicBezTo>
                  <a:cubicBezTo>
                    <a:pt x="21600" y="18709"/>
                    <a:pt x="19673" y="21600"/>
                    <a:pt x="17291" y="21600"/>
                  </a:cubicBezTo>
                  <a:cubicBezTo>
                    <a:pt x="17255" y="21600"/>
                    <a:pt x="17218" y="21600"/>
                    <a:pt x="17200" y="21600"/>
                  </a:cubicBezTo>
                  <a:lnTo>
                    <a:pt x="15800"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49" name="Shape 6749"/>
            <p:cNvSpPr/>
            <p:nvPr/>
          </p:nvSpPr>
          <p:spPr>
            <a:xfrm>
              <a:off x="451938" y="287717"/>
              <a:ext cx="409461" cy="6980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889"/>
                  </a:moveTo>
                  <a:lnTo>
                    <a:pt x="12960" y="8889"/>
                  </a:lnTo>
                  <a:lnTo>
                    <a:pt x="12960" y="0"/>
                  </a:lnTo>
                  <a:lnTo>
                    <a:pt x="0" y="12738"/>
                  </a:lnTo>
                  <a:lnTo>
                    <a:pt x="8640" y="12738"/>
                  </a:lnTo>
                  <a:lnTo>
                    <a:pt x="8640" y="21600"/>
                  </a:lnTo>
                  <a:lnTo>
                    <a:pt x="21600" y="8889"/>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53" name="Group 6753"/>
          <p:cNvGrpSpPr/>
          <p:nvPr/>
        </p:nvGrpSpPr>
        <p:grpSpPr>
          <a:xfrm>
            <a:off x="4806983" y="11278336"/>
            <a:ext cx="867525" cy="937966"/>
            <a:chOff x="0" y="0"/>
            <a:chExt cx="867523" cy="937965"/>
          </a:xfrm>
        </p:grpSpPr>
        <p:sp>
          <p:nvSpPr>
            <p:cNvPr id="6751" name="Shape 6751"/>
            <p:cNvSpPr/>
            <p:nvPr/>
          </p:nvSpPr>
          <p:spPr>
            <a:xfrm>
              <a:off x="0" y="0"/>
              <a:ext cx="867524" cy="937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631"/>
                  </a:moveTo>
                  <a:cubicBezTo>
                    <a:pt x="21600" y="8515"/>
                    <a:pt x="20025" y="5608"/>
                    <a:pt x="17325" y="3738"/>
                  </a:cubicBezTo>
                  <a:cubicBezTo>
                    <a:pt x="17325" y="3738"/>
                    <a:pt x="17325" y="3738"/>
                    <a:pt x="17325" y="3738"/>
                  </a:cubicBezTo>
                  <a:cubicBezTo>
                    <a:pt x="18225" y="2285"/>
                    <a:pt x="18225" y="2285"/>
                    <a:pt x="18225" y="2285"/>
                  </a:cubicBezTo>
                  <a:cubicBezTo>
                    <a:pt x="19575" y="2908"/>
                    <a:pt x="19575" y="2908"/>
                    <a:pt x="19575" y="2908"/>
                  </a:cubicBezTo>
                  <a:cubicBezTo>
                    <a:pt x="19800" y="2908"/>
                    <a:pt x="20025" y="2908"/>
                    <a:pt x="20025" y="2700"/>
                  </a:cubicBezTo>
                  <a:cubicBezTo>
                    <a:pt x="20250" y="2492"/>
                    <a:pt x="20250" y="2285"/>
                    <a:pt x="20025" y="2077"/>
                  </a:cubicBezTo>
                  <a:cubicBezTo>
                    <a:pt x="18000" y="1038"/>
                    <a:pt x="18000" y="1038"/>
                    <a:pt x="18000" y="1038"/>
                  </a:cubicBezTo>
                  <a:cubicBezTo>
                    <a:pt x="18000" y="1038"/>
                    <a:pt x="18000" y="1038"/>
                    <a:pt x="18000" y="1038"/>
                  </a:cubicBezTo>
                  <a:cubicBezTo>
                    <a:pt x="18000" y="1038"/>
                    <a:pt x="18000" y="1038"/>
                    <a:pt x="18000" y="1038"/>
                  </a:cubicBezTo>
                  <a:cubicBezTo>
                    <a:pt x="15975" y="0"/>
                    <a:pt x="15975" y="0"/>
                    <a:pt x="15975" y="0"/>
                  </a:cubicBezTo>
                  <a:cubicBezTo>
                    <a:pt x="15750" y="0"/>
                    <a:pt x="15525" y="0"/>
                    <a:pt x="15525" y="208"/>
                  </a:cubicBezTo>
                  <a:cubicBezTo>
                    <a:pt x="15300" y="415"/>
                    <a:pt x="15300" y="623"/>
                    <a:pt x="15525" y="831"/>
                  </a:cubicBezTo>
                  <a:cubicBezTo>
                    <a:pt x="16875" y="1454"/>
                    <a:pt x="16875" y="1454"/>
                    <a:pt x="16875" y="1454"/>
                  </a:cubicBezTo>
                  <a:cubicBezTo>
                    <a:pt x="15975" y="2908"/>
                    <a:pt x="15975" y="2908"/>
                    <a:pt x="15975" y="2908"/>
                  </a:cubicBezTo>
                  <a:cubicBezTo>
                    <a:pt x="14400" y="2077"/>
                    <a:pt x="12600" y="1662"/>
                    <a:pt x="10800" y="1662"/>
                  </a:cubicBezTo>
                  <a:cubicBezTo>
                    <a:pt x="9000" y="1662"/>
                    <a:pt x="7200" y="2077"/>
                    <a:pt x="5625" y="2908"/>
                  </a:cubicBezTo>
                  <a:cubicBezTo>
                    <a:pt x="4725" y="1454"/>
                    <a:pt x="4725" y="1454"/>
                    <a:pt x="4725" y="1454"/>
                  </a:cubicBezTo>
                  <a:cubicBezTo>
                    <a:pt x="6075" y="831"/>
                    <a:pt x="6075" y="831"/>
                    <a:pt x="6075" y="831"/>
                  </a:cubicBezTo>
                  <a:cubicBezTo>
                    <a:pt x="6300" y="623"/>
                    <a:pt x="6300" y="415"/>
                    <a:pt x="6075" y="208"/>
                  </a:cubicBezTo>
                  <a:cubicBezTo>
                    <a:pt x="6075" y="0"/>
                    <a:pt x="5850" y="0"/>
                    <a:pt x="5625" y="0"/>
                  </a:cubicBezTo>
                  <a:cubicBezTo>
                    <a:pt x="1575" y="2077"/>
                    <a:pt x="1575" y="2077"/>
                    <a:pt x="1575" y="2077"/>
                  </a:cubicBezTo>
                  <a:cubicBezTo>
                    <a:pt x="1350" y="2285"/>
                    <a:pt x="1350" y="2492"/>
                    <a:pt x="1575" y="2700"/>
                  </a:cubicBezTo>
                  <a:cubicBezTo>
                    <a:pt x="1575" y="2908"/>
                    <a:pt x="1800" y="2908"/>
                    <a:pt x="2025" y="2908"/>
                  </a:cubicBezTo>
                  <a:cubicBezTo>
                    <a:pt x="3375" y="2285"/>
                    <a:pt x="3375" y="2285"/>
                    <a:pt x="3375" y="2285"/>
                  </a:cubicBezTo>
                  <a:cubicBezTo>
                    <a:pt x="4275" y="3738"/>
                    <a:pt x="4275" y="3738"/>
                    <a:pt x="4275" y="3738"/>
                  </a:cubicBezTo>
                  <a:cubicBezTo>
                    <a:pt x="4275" y="3738"/>
                    <a:pt x="4275" y="3738"/>
                    <a:pt x="4275" y="3738"/>
                  </a:cubicBezTo>
                  <a:cubicBezTo>
                    <a:pt x="1575" y="5608"/>
                    <a:pt x="0" y="8515"/>
                    <a:pt x="0" y="11631"/>
                  </a:cubicBezTo>
                  <a:cubicBezTo>
                    <a:pt x="0" y="14746"/>
                    <a:pt x="1575" y="17446"/>
                    <a:pt x="3825" y="19108"/>
                  </a:cubicBezTo>
                  <a:cubicBezTo>
                    <a:pt x="3600" y="19523"/>
                    <a:pt x="3600" y="19731"/>
                    <a:pt x="3600" y="19938"/>
                  </a:cubicBezTo>
                  <a:cubicBezTo>
                    <a:pt x="3600" y="20769"/>
                    <a:pt x="4500" y="21600"/>
                    <a:pt x="5400" y="21600"/>
                  </a:cubicBezTo>
                  <a:cubicBezTo>
                    <a:pt x="6075" y="21600"/>
                    <a:pt x="6525" y="21392"/>
                    <a:pt x="6750" y="20977"/>
                  </a:cubicBezTo>
                  <a:cubicBezTo>
                    <a:pt x="8100" y="21392"/>
                    <a:pt x="9450" y="21600"/>
                    <a:pt x="10800" y="21600"/>
                  </a:cubicBezTo>
                  <a:cubicBezTo>
                    <a:pt x="12150" y="21600"/>
                    <a:pt x="13500" y="21392"/>
                    <a:pt x="14850" y="20977"/>
                  </a:cubicBezTo>
                  <a:cubicBezTo>
                    <a:pt x="15075" y="21392"/>
                    <a:pt x="15525" y="21600"/>
                    <a:pt x="16200" y="21600"/>
                  </a:cubicBezTo>
                  <a:cubicBezTo>
                    <a:pt x="17100" y="21600"/>
                    <a:pt x="18000" y="20769"/>
                    <a:pt x="18000" y="19938"/>
                  </a:cubicBezTo>
                  <a:cubicBezTo>
                    <a:pt x="18000" y="19731"/>
                    <a:pt x="18000" y="19523"/>
                    <a:pt x="17775" y="19108"/>
                  </a:cubicBezTo>
                  <a:cubicBezTo>
                    <a:pt x="20025" y="17446"/>
                    <a:pt x="21600" y="14746"/>
                    <a:pt x="21600" y="11631"/>
                  </a:cubicBezTo>
                  <a:close/>
                  <a:moveTo>
                    <a:pt x="1800" y="11631"/>
                  </a:moveTo>
                  <a:cubicBezTo>
                    <a:pt x="1800" y="7062"/>
                    <a:pt x="5850" y="3323"/>
                    <a:pt x="10800" y="3323"/>
                  </a:cubicBezTo>
                  <a:cubicBezTo>
                    <a:pt x="15750" y="3323"/>
                    <a:pt x="19800" y="7062"/>
                    <a:pt x="19800" y="11631"/>
                  </a:cubicBezTo>
                  <a:cubicBezTo>
                    <a:pt x="19800" y="16200"/>
                    <a:pt x="15750" y="19938"/>
                    <a:pt x="10800" y="19938"/>
                  </a:cubicBezTo>
                  <a:cubicBezTo>
                    <a:pt x="5850" y="19938"/>
                    <a:pt x="1800" y="16200"/>
                    <a:pt x="1800" y="1163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52" name="Shape 6752"/>
            <p:cNvSpPr/>
            <p:nvPr/>
          </p:nvSpPr>
          <p:spPr>
            <a:xfrm>
              <a:off x="396689" y="215027"/>
              <a:ext cx="218737" cy="3262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16800"/>
                  </a:moveTo>
                  <a:cubicBezTo>
                    <a:pt x="7200" y="16800"/>
                    <a:pt x="7200" y="16800"/>
                    <a:pt x="7200" y="16800"/>
                  </a:cubicBezTo>
                  <a:cubicBezTo>
                    <a:pt x="7200" y="2400"/>
                    <a:pt x="7200" y="2400"/>
                    <a:pt x="7200" y="2400"/>
                  </a:cubicBezTo>
                  <a:cubicBezTo>
                    <a:pt x="7200" y="1200"/>
                    <a:pt x="5400" y="0"/>
                    <a:pt x="3600" y="0"/>
                  </a:cubicBezTo>
                  <a:cubicBezTo>
                    <a:pt x="1800" y="0"/>
                    <a:pt x="0" y="1200"/>
                    <a:pt x="0" y="2400"/>
                  </a:cubicBezTo>
                  <a:cubicBezTo>
                    <a:pt x="0" y="19200"/>
                    <a:pt x="0" y="19200"/>
                    <a:pt x="0" y="19200"/>
                  </a:cubicBezTo>
                  <a:cubicBezTo>
                    <a:pt x="0" y="20400"/>
                    <a:pt x="1800" y="21600"/>
                    <a:pt x="3600" y="21600"/>
                  </a:cubicBezTo>
                  <a:cubicBezTo>
                    <a:pt x="18000" y="21600"/>
                    <a:pt x="18000" y="21600"/>
                    <a:pt x="18000" y="21600"/>
                  </a:cubicBezTo>
                  <a:cubicBezTo>
                    <a:pt x="19800" y="21600"/>
                    <a:pt x="21600" y="20400"/>
                    <a:pt x="21600" y="19200"/>
                  </a:cubicBezTo>
                  <a:cubicBezTo>
                    <a:pt x="21600" y="18000"/>
                    <a:pt x="19800" y="16800"/>
                    <a:pt x="18000" y="16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56" name="Group 6756"/>
          <p:cNvGrpSpPr/>
          <p:nvPr/>
        </p:nvGrpSpPr>
        <p:grpSpPr>
          <a:xfrm>
            <a:off x="6299607" y="11354166"/>
            <a:ext cx="1017741" cy="892581"/>
            <a:chOff x="0" y="0"/>
            <a:chExt cx="1017740" cy="892580"/>
          </a:xfrm>
        </p:grpSpPr>
        <p:sp>
          <p:nvSpPr>
            <p:cNvPr id="6754" name="Shape 6754"/>
            <p:cNvSpPr/>
            <p:nvPr/>
          </p:nvSpPr>
          <p:spPr>
            <a:xfrm>
              <a:off x="158095" y="158095"/>
              <a:ext cx="365596" cy="2404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61" y="0"/>
                  </a:moveTo>
                  <a:cubicBezTo>
                    <a:pt x="9391" y="0"/>
                    <a:pt x="0" y="9360"/>
                    <a:pt x="0" y="20160"/>
                  </a:cubicBezTo>
                  <a:cubicBezTo>
                    <a:pt x="0" y="20880"/>
                    <a:pt x="470" y="21600"/>
                    <a:pt x="939" y="21600"/>
                  </a:cubicBezTo>
                  <a:cubicBezTo>
                    <a:pt x="1409" y="21600"/>
                    <a:pt x="1878" y="20880"/>
                    <a:pt x="1878" y="20160"/>
                  </a:cubicBezTo>
                  <a:cubicBezTo>
                    <a:pt x="1878" y="10800"/>
                    <a:pt x="10800" y="2880"/>
                    <a:pt x="20661" y="2880"/>
                  </a:cubicBezTo>
                  <a:cubicBezTo>
                    <a:pt x="21130" y="2880"/>
                    <a:pt x="21600" y="2160"/>
                    <a:pt x="21600" y="1440"/>
                  </a:cubicBezTo>
                  <a:cubicBezTo>
                    <a:pt x="21600" y="720"/>
                    <a:pt x="21130" y="0"/>
                    <a:pt x="20661"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55" name="Shape 6755"/>
            <p:cNvSpPr/>
            <p:nvPr/>
          </p:nvSpPr>
          <p:spPr>
            <a:xfrm>
              <a:off x="0" y="0"/>
              <a:ext cx="1017741" cy="8925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94" y="0"/>
                    <a:pt x="0" y="4050"/>
                    <a:pt x="0" y="9257"/>
                  </a:cubicBezTo>
                  <a:cubicBezTo>
                    <a:pt x="0" y="12536"/>
                    <a:pt x="1856" y="15236"/>
                    <a:pt x="4725" y="16971"/>
                  </a:cubicBezTo>
                  <a:cubicBezTo>
                    <a:pt x="4725" y="16971"/>
                    <a:pt x="4725" y="16971"/>
                    <a:pt x="4725" y="16971"/>
                  </a:cubicBezTo>
                  <a:cubicBezTo>
                    <a:pt x="4725" y="18321"/>
                    <a:pt x="3881" y="19864"/>
                    <a:pt x="3375" y="20636"/>
                  </a:cubicBezTo>
                  <a:cubicBezTo>
                    <a:pt x="3375" y="20636"/>
                    <a:pt x="3375" y="20636"/>
                    <a:pt x="3375" y="20636"/>
                  </a:cubicBezTo>
                  <a:cubicBezTo>
                    <a:pt x="3375" y="20636"/>
                    <a:pt x="3375" y="20829"/>
                    <a:pt x="3375" y="20829"/>
                  </a:cubicBezTo>
                  <a:cubicBezTo>
                    <a:pt x="3375" y="21214"/>
                    <a:pt x="3712" y="21600"/>
                    <a:pt x="4050" y="21600"/>
                  </a:cubicBezTo>
                  <a:cubicBezTo>
                    <a:pt x="4050" y="21600"/>
                    <a:pt x="4219" y="21600"/>
                    <a:pt x="4219" y="21600"/>
                  </a:cubicBezTo>
                  <a:cubicBezTo>
                    <a:pt x="6244" y="21214"/>
                    <a:pt x="8269" y="18900"/>
                    <a:pt x="8775" y="18321"/>
                  </a:cubicBezTo>
                  <a:cubicBezTo>
                    <a:pt x="9450" y="18514"/>
                    <a:pt x="10125" y="18514"/>
                    <a:pt x="10800" y="18514"/>
                  </a:cubicBezTo>
                  <a:cubicBezTo>
                    <a:pt x="16706" y="18514"/>
                    <a:pt x="21600" y="14464"/>
                    <a:pt x="21600" y="9257"/>
                  </a:cubicBezTo>
                  <a:cubicBezTo>
                    <a:pt x="21600" y="4050"/>
                    <a:pt x="16706" y="0"/>
                    <a:pt x="10800" y="0"/>
                  </a:cubicBezTo>
                  <a:close/>
                  <a:moveTo>
                    <a:pt x="10800" y="16971"/>
                  </a:moveTo>
                  <a:cubicBezTo>
                    <a:pt x="10125" y="16971"/>
                    <a:pt x="9619" y="16971"/>
                    <a:pt x="8944" y="16779"/>
                  </a:cubicBezTo>
                  <a:cubicBezTo>
                    <a:pt x="8775" y="16779"/>
                    <a:pt x="8775" y="16779"/>
                    <a:pt x="8775" y="16779"/>
                  </a:cubicBezTo>
                  <a:cubicBezTo>
                    <a:pt x="8269" y="16779"/>
                    <a:pt x="7931" y="16971"/>
                    <a:pt x="7594" y="17357"/>
                  </a:cubicBezTo>
                  <a:cubicBezTo>
                    <a:pt x="7425" y="17743"/>
                    <a:pt x="6581" y="18707"/>
                    <a:pt x="5569" y="19286"/>
                  </a:cubicBezTo>
                  <a:cubicBezTo>
                    <a:pt x="5906" y="18707"/>
                    <a:pt x="6075" y="17936"/>
                    <a:pt x="6075" y="16971"/>
                  </a:cubicBezTo>
                  <a:cubicBezTo>
                    <a:pt x="6075" y="16971"/>
                    <a:pt x="6075" y="16971"/>
                    <a:pt x="6075" y="16971"/>
                  </a:cubicBezTo>
                  <a:cubicBezTo>
                    <a:pt x="6075" y="16393"/>
                    <a:pt x="5737" y="15814"/>
                    <a:pt x="5400" y="15621"/>
                  </a:cubicBezTo>
                  <a:cubicBezTo>
                    <a:pt x="2869" y="14079"/>
                    <a:pt x="1350" y="11764"/>
                    <a:pt x="1350" y="9257"/>
                  </a:cubicBezTo>
                  <a:cubicBezTo>
                    <a:pt x="1350" y="5014"/>
                    <a:pt x="5569" y="1543"/>
                    <a:pt x="10800" y="1543"/>
                  </a:cubicBezTo>
                  <a:cubicBezTo>
                    <a:pt x="16031" y="1543"/>
                    <a:pt x="20250" y="5014"/>
                    <a:pt x="20250" y="9257"/>
                  </a:cubicBezTo>
                  <a:cubicBezTo>
                    <a:pt x="20250" y="13500"/>
                    <a:pt x="16031" y="16971"/>
                    <a:pt x="10800" y="1697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59" name="Group 6759"/>
          <p:cNvGrpSpPr/>
          <p:nvPr/>
        </p:nvGrpSpPr>
        <p:grpSpPr>
          <a:xfrm>
            <a:off x="7673550" y="11273229"/>
            <a:ext cx="881591" cy="1012833"/>
            <a:chOff x="0" y="0"/>
            <a:chExt cx="881590" cy="1012832"/>
          </a:xfrm>
        </p:grpSpPr>
        <p:sp>
          <p:nvSpPr>
            <p:cNvPr id="6757" name="Shape 6757"/>
            <p:cNvSpPr/>
            <p:nvPr/>
          </p:nvSpPr>
          <p:spPr>
            <a:xfrm>
              <a:off x="-1" y="0"/>
              <a:ext cx="881592" cy="1012833"/>
            </a:xfrm>
            <a:custGeom>
              <a:avLst/>
              <a:gdLst/>
              <a:ahLst/>
              <a:cxnLst>
                <a:cxn ang="0">
                  <a:pos x="wd2" y="hd2"/>
                </a:cxn>
                <a:cxn ang="5400000">
                  <a:pos x="wd2" y="hd2"/>
                </a:cxn>
                <a:cxn ang="10800000">
                  <a:pos x="wd2" y="hd2"/>
                </a:cxn>
                <a:cxn ang="16200000">
                  <a:pos x="wd2" y="hd2"/>
                </a:cxn>
              </a:cxnLst>
              <a:rect l="0" t="0" r="r" b="b"/>
              <a:pathLst>
                <a:path w="21432" h="21600" fill="norm" stroke="1" extrusionOk="0">
                  <a:moveTo>
                    <a:pt x="19327" y="2838"/>
                  </a:moveTo>
                  <a:cubicBezTo>
                    <a:pt x="18386" y="1892"/>
                    <a:pt x="17210" y="1169"/>
                    <a:pt x="15799" y="671"/>
                  </a:cubicBezTo>
                  <a:cubicBezTo>
                    <a:pt x="14525" y="241"/>
                    <a:pt x="13074" y="0"/>
                    <a:pt x="11604" y="0"/>
                  </a:cubicBezTo>
                  <a:cubicBezTo>
                    <a:pt x="9428" y="0"/>
                    <a:pt x="7272" y="499"/>
                    <a:pt x="5547" y="1427"/>
                  </a:cubicBezTo>
                  <a:cubicBezTo>
                    <a:pt x="4607" y="1909"/>
                    <a:pt x="3823" y="2511"/>
                    <a:pt x="3195" y="3199"/>
                  </a:cubicBezTo>
                  <a:cubicBezTo>
                    <a:pt x="2509" y="3938"/>
                    <a:pt x="2019" y="4781"/>
                    <a:pt x="1764" y="5692"/>
                  </a:cubicBezTo>
                  <a:cubicBezTo>
                    <a:pt x="1549" y="6466"/>
                    <a:pt x="1529" y="7361"/>
                    <a:pt x="1706" y="8083"/>
                  </a:cubicBezTo>
                  <a:cubicBezTo>
                    <a:pt x="1784" y="8341"/>
                    <a:pt x="1784" y="8341"/>
                    <a:pt x="1784" y="8341"/>
                  </a:cubicBezTo>
                  <a:cubicBezTo>
                    <a:pt x="1804" y="8410"/>
                    <a:pt x="1823" y="8478"/>
                    <a:pt x="1843" y="8547"/>
                  </a:cubicBezTo>
                  <a:cubicBezTo>
                    <a:pt x="1843" y="8564"/>
                    <a:pt x="1843" y="8564"/>
                    <a:pt x="1843" y="8582"/>
                  </a:cubicBezTo>
                  <a:cubicBezTo>
                    <a:pt x="1804" y="8685"/>
                    <a:pt x="1804" y="8685"/>
                    <a:pt x="1804" y="8685"/>
                  </a:cubicBezTo>
                  <a:cubicBezTo>
                    <a:pt x="1588" y="9046"/>
                    <a:pt x="1294" y="9407"/>
                    <a:pt x="980" y="9785"/>
                  </a:cubicBezTo>
                  <a:cubicBezTo>
                    <a:pt x="765" y="10043"/>
                    <a:pt x="530" y="10336"/>
                    <a:pt x="314" y="10628"/>
                  </a:cubicBezTo>
                  <a:cubicBezTo>
                    <a:pt x="314" y="10628"/>
                    <a:pt x="314" y="10628"/>
                    <a:pt x="314" y="10628"/>
                  </a:cubicBezTo>
                  <a:cubicBezTo>
                    <a:pt x="314" y="10628"/>
                    <a:pt x="314" y="10628"/>
                    <a:pt x="314" y="10628"/>
                  </a:cubicBezTo>
                  <a:cubicBezTo>
                    <a:pt x="294" y="10645"/>
                    <a:pt x="294" y="10645"/>
                    <a:pt x="294" y="10645"/>
                  </a:cubicBezTo>
                  <a:cubicBezTo>
                    <a:pt x="0" y="11075"/>
                    <a:pt x="-78" y="11591"/>
                    <a:pt x="79" y="12073"/>
                  </a:cubicBezTo>
                  <a:cubicBezTo>
                    <a:pt x="216" y="12468"/>
                    <a:pt x="530" y="12812"/>
                    <a:pt x="922" y="13036"/>
                  </a:cubicBezTo>
                  <a:cubicBezTo>
                    <a:pt x="882" y="13328"/>
                    <a:pt x="941" y="13620"/>
                    <a:pt x="1098" y="13896"/>
                  </a:cubicBezTo>
                  <a:cubicBezTo>
                    <a:pt x="1157" y="13982"/>
                    <a:pt x="1216" y="14068"/>
                    <a:pt x="1274" y="14154"/>
                  </a:cubicBezTo>
                  <a:cubicBezTo>
                    <a:pt x="1235" y="14532"/>
                    <a:pt x="1353" y="14927"/>
                    <a:pt x="1627" y="15254"/>
                  </a:cubicBezTo>
                  <a:cubicBezTo>
                    <a:pt x="1980" y="15650"/>
                    <a:pt x="1980" y="15650"/>
                    <a:pt x="1980" y="15650"/>
                  </a:cubicBezTo>
                  <a:cubicBezTo>
                    <a:pt x="1960" y="15718"/>
                    <a:pt x="1960" y="15770"/>
                    <a:pt x="1960" y="15839"/>
                  </a:cubicBezTo>
                  <a:cubicBezTo>
                    <a:pt x="1941" y="16080"/>
                    <a:pt x="1921" y="16389"/>
                    <a:pt x="1960" y="16716"/>
                  </a:cubicBezTo>
                  <a:cubicBezTo>
                    <a:pt x="2039" y="17232"/>
                    <a:pt x="2235" y="17662"/>
                    <a:pt x="2588" y="17971"/>
                  </a:cubicBezTo>
                  <a:cubicBezTo>
                    <a:pt x="3058" y="18418"/>
                    <a:pt x="3725" y="18642"/>
                    <a:pt x="4567" y="18642"/>
                  </a:cubicBezTo>
                  <a:cubicBezTo>
                    <a:pt x="5116" y="18642"/>
                    <a:pt x="5743" y="18556"/>
                    <a:pt x="6508" y="18367"/>
                  </a:cubicBezTo>
                  <a:cubicBezTo>
                    <a:pt x="6547" y="18780"/>
                    <a:pt x="6586" y="19313"/>
                    <a:pt x="6625" y="20018"/>
                  </a:cubicBezTo>
                  <a:cubicBezTo>
                    <a:pt x="6684" y="20895"/>
                    <a:pt x="7507" y="21600"/>
                    <a:pt x="8527" y="21600"/>
                  </a:cubicBezTo>
                  <a:cubicBezTo>
                    <a:pt x="16896" y="21600"/>
                    <a:pt x="16896" y="21600"/>
                    <a:pt x="16896" y="21600"/>
                  </a:cubicBezTo>
                  <a:cubicBezTo>
                    <a:pt x="17465" y="21600"/>
                    <a:pt x="17994" y="21376"/>
                    <a:pt x="18366" y="20998"/>
                  </a:cubicBezTo>
                  <a:cubicBezTo>
                    <a:pt x="18719" y="20620"/>
                    <a:pt x="18876" y="20121"/>
                    <a:pt x="18778" y="19639"/>
                  </a:cubicBezTo>
                  <a:cubicBezTo>
                    <a:pt x="18013" y="15873"/>
                    <a:pt x="18013" y="15873"/>
                    <a:pt x="18013" y="15873"/>
                  </a:cubicBezTo>
                  <a:cubicBezTo>
                    <a:pt x="17974" y="15684"/>
                    <a:pt x="18033" y="15495"/>
                    <a:pt x="18170" y="15357"/>
                  </a:cubicBezTo>
                  <a:cubicBezTo>
                    <a:pt x="18778" y="14721"/>
                    <a:pt x="19484" y="13947"/>
                    <a:pt x="20052" y="13053"/>
                  </a:cubicBezTo>
                  <a:cubicBezTo>
                    <a:pt x="20679" y="12090"/>
                    <a:pt x="21071" y="11110"/>
                    <a:pt x="21267" y="10061"/>
                  </a:cubicBezTo>
                  <a:cubicBezTo>
                    <a:pt x="21522" y="8564"/>
                    <a:pt x="21483" y="7189"/>
                    <a:pt x="21130" y="5950"/>
                  </a:cubicBezTo>
                  <a:cubicBezTo>
                    <a:pt x="20797" y="4764"/>
                    <a:pt x="20189" y="3732"/>
                    <a:pt x="19327" y="2838"/>
                  </a:cubicBezTo>
                  <a:close/>
                  <a:moveTo>
                    <a:pt x="19954" y="9889"/>
                  </a:moveTo>
                  <a:cubicBezTo>
                    <a:pt x="19621" y="11849"/>
                    <a:pt x="18445" y="13259"/>
                    <a:pt x="17151" y="14601"/>
                  </a:cubicBezTo>
                  <a:cubicBezTo>
                    <a:pt x="16759" y="15013"/>
                    <a:pt x="16602" y="15546"/>
                    <a:pt x="16700" y="16080"/>
                  </a:cubicBezTo>
                  <a:cubicBezTo>
                    <a:pt x="17465" y="19829"/>
                    <a:pt x="17465" y="19829"/>
                    <a:pt x="17465" y="19829"/>
                  </a:cubicBezTo>
                  <a:cubicBezTo>
                    <a:pt x="17504" y="19983"/>
                    <a:pt x="17445" y="20138"/>
                    <a:pt x="17347" y="20259"/>
                  </a:cubicBezTo>
                  <a:cubicBezTo>
                    <a:pt x="17229" y="20362"/>
                    <a:pt x="17073" y="20431"/>
                    <a:pt x="16896" y="20431"/>
                  </a:cubicBezTo>
                  <a:cubicBezTo>
                    <a:pt x="8527" y="20431"/>
                    <a:pt x="8527" y="20431"/>
                    <a:pt x="8527" y="20431"/>
                  </a:cubicBezTo>
                  <a:cubicBezTo>
                    <a:pt x="8213" y="20431"/>
                    <a:pt x="7958" y="20224"/>
                    <a:pt x="7958" y="19949"/>
                  </a:cubicBezTo>
                  <a:cubicBezTo>
                    <a:pt x="7880" y="18676"/>
                    <a:pt x="7782" y="17903"/>
                    <a:pt x="7743" y="17455"/>
                  </a:cubicBezTo>
                  <a:cubicBezTo>
                    <a:pt x="7703" y="17249"/>
                    <a:pt x="7390" y="17008"/>
                    <a:pt x="7076" y="17008"/>
                  </a:cubicBezTo>
                  <a:cubicBezTo>
                    <a:pt x="7017" y="17008"/>
                    <a:pt x="6939" y="17025"/>
                    <a:pt x="6880" y="17043"/>
                  </a:cubicBezTo>
                  <a:cubicBezTo>
                    <a:pt x="5841" y="17352"/>
                    <a:pt x="5097" y="17473"/>
                    <a:pt x="4567" y="17473"/>
                  </a:cubicBezTo>
                  <a:cubicBezTo>
                    <a:pt x="2529" y="17473"/>
                    <a:pt x="3587" y="15615"/>
                    <a:pt x="3195" y="15151"/>
                  </a:cubicBezTo>
                  <a:cubicBezTo>
                    <a:pt x="2686" y="14549"/>
                    <a:pt x="2686" y="14549"/>
                    <a:pt x="2686" y="14549"/>
                  </a:cubicBezTo>
                  <a:cubicBezTo>
                    <a:pt x="2568" y="14411"/>
                    <a:pt x="2568" y="14205"/>
                    <a:pt x="2686" y="14050"/>
                  </a:cubicBezTo>
                  <a:cubicBezTo>
                    <a:pt x="2941" y="13689"/>
                    <a:pt x="2941" y="13689"/>
                    <a:pt x="2941" y="13689"/>
                  </a:cubicBezTo>
                  <a:cubicBezTo>
                    <a:pt x="2607" y="13620"/>
                    <a:pt x="2607" y="13620"/>
                    <a:pt x="2607" y="13620"/>
                  </a:cubicBezTo>
                  <a:cubicBezTo>
                    <a:pt x="2470" y="13586"/>
                    <a:pt x="2352" y="13500"/>
                    <a:pt x="2294" y="13380"/>
                  </a:cubicBezTo>
                  <a:cubicBezTo>
                    <a:pt x="2215" y="13276"/>
                    <a:pt x="2215" y="13139"/>
                    <a:pt x="2274" y="13018"/>
                  </a:cubicBezTo>
                  <a:cubicBezTo>
                    <a:pt x="2509" y="12503"/>
                    <a:pt x="2509" y="12503"/>
                    <a:pt x="2509" y="12503"/>
                  </a:cubicBezTo>
                  <a:cubicBezTo>
                    <a:pt x="2529" y="12451"/>
                    <a:pt x="2509" y="12399"/>
                    <a:pt x="2450" y="12382"/>
                  </a:cubicBezTo>
                  <a:cubicBezTo>
                    <a:pt x="1706" y="12090"/>
                    <a:pt x="1706" y="12090"/>
                    <a:pt x="1706" y="12090"/>
                  </a:cubicBezTo>
                  <a:cubicBezTo>
                    <a:pt x="1549" y="12021"/>
                    <a:pt x="1412" y="11883"/>
                    <a:pt x="1353" y="11729"/>
                  </a:cubicBezTo>
                  <a:cubicBezTo>
                    <a:pt x="1294" y="11574"/>
                    <a:pt x="1333" y="11402"/>
                    <a:pt x="1431" y="11264"/>
                  </a:cubicBezTo>
                  <a:cubicBezTo>
                    <a:pt x="1431" y="11247"/>
                    <a:pt x="1431" y="11247"/>
                    <a:pt x="1431" y="11247"/>
                  </a:cubicBezTo>
                  <a:cubicBezTo>
                    <a:pt x="1941" y="10559"/>
                    <a:pt x="2568" y="9923"/>
                    <a:pt x="2980" y="9201"/>
                  </a:cubicBezTo>
                  <a:cubicBezTo>
                    <a:pt x="3156" y="8874"/>
                    <a:pt x="3156" y="8874"/>
                    <a:pt x="3156" y="8874"/>
                  </a:cubicBezTo>
                  <a:cubicBezTo>
                    <a:pt x="3293" y="8668"/>
                    <a:pt x="3137" y="8324"/>
                    <a:pt x="3078" y="8083"/>
                  </a:cubicBezTo>
                  <a:cubicBezTo>
                    <a:pt x="2999" y="7825"/>
                    <a:pt x="2999" y="7825"/>
                    <a:pt x="2999" y="7825"/>
                  </a:cubicBezTo>
                  <a:cubicBezTo>
                    <a:pt x="2862" y="7257"/>
                    <a:pt x="2882" y="6535"/>
                    <a:pt x="3058" y="5968"/>
                  </a:cubicBezTo>
                  <a:cubicBezTo>
                    <a:pt x="3921" y="2906"/>
                    <a:pt x="7782" y="1169"/>
                    <a:pt x="11604" y="1169"/>
                  </a:cubicBezTo>
                  <a:cubicBezTo>
                    <a:pt x="16328" y="1169"/>
                    <a:pt x="21012" y="3818"/>
                    <a:pt x="19954" y="988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58" name="Shape 6758"/>
            <p:cNvSpPr/>
            <p:nvPr/>
          </p:nvSpPr>
          <p:spPr>
            <a:xfrm>
              <a:off x="166919" y="96834"/>
              <a:ext cx="626805" cy="5103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298" y="957"/>
                  </a:moveTo>
                  <a:cubicBezTo>
                    <a:pt x="13854" y="478"/>
                    <a:pt x="13271" y="205"/>
                    <a:pt x="12660" y="205"/>
                  </a:cubicBezTo>
                  <a:cubicBezTo>
                    <a:pt x="12271" y="205"/>
                    <a:pt x="11911" y="308"/>
                    <a:pt x="11605" y="478"/>
                  </a:cubicBezTo>
                  <a:cubicBezTo>
                    <a:pt x="11272" y="171"/>
                    <a:pt x="10856" y="0"/>
                    <a:pt x="10411" y="0"/>
                  </a:cubicBezTo>
                  <a:cubicBezTo>
                    <a:pt x="10078" y="0"/>
                    <a:pt x="9745" y="103"/>
                    <a:pt x="9467" y="308"/>
                  </a:cubicBezTo>
                  <a:cubicBezTo>
                    <a:pt x="9217" y="239"/>
                    <a:pt x="8968" y="205"/>
                    <a:pt x="8718" y="205"/>
                  </a:cubicBezTo>
                  <a:cubicBezTo>
                    <a:pt x="7885" y="205"/>
                    <a:pt x="7163" y="547"/>
                    <a:pt x="6552" y="1128"/>
                  </a:cubicBezTo>
                  <a:cubicBezTo>
                    <a:pt x="6497" y="1128"/>
                    <a:pt x="6413" y="1094"/>
                    <a:pt x="6358" y="1094"/>
                  </a:cubicBezTo>
                  <a:cubicBezTo>
                    <a:pt x="5303" y="1094"/>
                    <a:pt x="4387" y="1675"/>
                    <a:pt x="3748" y="2563"/>
                  </a:cubicBezTo>
                  <a:cubicBezTo>
                    <a:pt x="2471" y="2871"/>
                    <a:pt x="1499" y="4204"/>
                    <a:pt x="1471" y="5844"/>
                  </a:cubicBezTo>
                  <a:cubicBezTo>
                    <a:pt x="972" y="6118"/>
                    <a:pt x="583" y="6733"/>
                    <a:pt x="583" y="7451"/>
                  </a:cubicBezTo>
                  <a:cubicBezTo>
                    <a:pt x="583" y="7519"/>
                    <a:pt x="583" y="7587"/>
                    <a:pt x="611" y="7690"/>
                  </a:cubicBezTo>
                  <a:cubicBezTo>
                    <a:pt x="222" y="8339"/>
                    <a:pt x="0" y="9159"/>
                    <a:pt x="0" y="10014"/>
                  </a:cubicBezTo>
                  <a:cubicBezTo>
                    <a:pt x="0" y="11449"/>
                    <a:pt x="611" y="12714"/>
                    <a:pt x="1527" y="13466"/>
                  </a:cubicBezTo>
                  <a:cubicBezTo>
                    <a:pt x="1888" y="14730"/>
                    <a:pt x="2887" y="15653"/>
                    <a:pt x="4026" y="15653"/>
                  </a:cubicBezTo>
                  <a:cubicBezTo>
                    <a:pt x="4498" y="15653"/>
                    <a:pt x="4914" y="15516"/>
                    <a:pt x="5275" y="15277"/>
                  </a:cubicBezTo>
                  <a:cubicBezTo>
                    <a:pt x="5664" y="15892"/>
                    <a:pt x="6247" y="16337"/>
                    <a:pt x="6885" y="16473"/>
                  </a:cubicBezTo>
                  <a:cubicBezTo>
                    <a:pt x="7385" y="18114"/>
                    <a:pt x="8634" y="19276"/>
                    <a:pt x="10134" y="19276"/>
                  </a:cubicBezTo>
                  <a:cubicBezTo>
                    <a:pt x="10633" y="19276"/>
                    <a:pt x="11105" y="19139"/>
                    <a:pt x="11522" y="18900"/>
                  </a:cubicBezTo>
                  <a:cubicBezTo>
                    <a:pt x="12244" y="20506"/>
                    <a:pt x="13632" y="21600"/>
                    <a:pt x="15242" y="21600"/>
                  </a:cubicBezTo>
                  <a:cubicBezTo>
                    <a:pt x="17019" y="21600"/>
                    <a:pt x="18574" y="20233"/>
                    <a:pt x="19185" y="18285"/>
                  </a:cubicBezTo>
                  <a:cubicBezTo>
                    <a:pt x="20489" y="17396"/>
                    <a:pt x="21378" y="15687"/>
                    <a:pt x="21378" y="13705"/>
                  </a:cubicBezTo>
                  <a:cubicBezTo>
                    <a:pt x="21378" y="13397"/>
                    <a:pt x="21350" y="13090"/>
                    <a:pt x="21295" y="12782"/>
                  </a:cubicBezTo>
                  <a:cubicBezTo>
                    <a:pt x="21489" y="12304"/>
                    <a:pt x="21600" y="11791"/>
                    <a:pt x="21600" y="11210"/>
                  </a:cubicBezTo>
                  <a:cubicBezTo>
                    <a:pt x="21600" y="10322"/>
                    <a:pt x="21322" y="9501"/>
                    <a:pt x="20878" y="8852"/>
                  </a:cubicBezTo>
                  <a:cubicBezTo>
                    <a:pt x="20906" y="8681"/>
                    <a:pt x="20906" y="8510"/>
                    <a:pt x="20906" y="8305"/>
                  </a:cubicBezTo>
                  <a:cubicBezTo>
                    <a:pt x="20906" y="6870"/>
                    <a:pt x="20212" y="5605"/>
                    <a:pt x="19185" y="5058"/>
                  </a:cubicBezTo>
                  <a:cubicBezTo>
                    <a:pt x="18379" y="2700"/>
                    <a:pt x="16492" y="1025"/>
                    <a:pt x="14298" y="95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760" name="Shape 6760"/>
          <p:cNvSpPr/>
          <p:nvPr/>
        </p:nvSpPr>
        <p:spPr>
          <a:xfrm>
            <a:off x="8965112" y="11309235"/>
            <a:ext cx="1262507" cy="1006854"/>
          </a:xfrm>
          <a:custGeom>
            <a:avLst/>
            <a:gdLst/>
            <a:ahLst/>
            <a:cxnLst>
              <a:cxn ang="0">
                <a:pos x="wd2" y="hd2"/>
              </a:cxn>
              <a:cxn ang="5400000">
                <a:pos x="wd2" y="hd2"/>
              </a:cxn>
              <a:cxn ang="10800000">
                <a:pos x="wd2" y="hd2"/>
              </a:cxn>
              <a:cxn ang="16200000">
                <a:pos x="wd2" y="hd2"/>
              </a:cxn>
            </a:cxnLst>
            <a:rect l="0" t="0" r="r" b="b"/>
            <a:pathLst>
              <a:path w="21506" h="21600" fill="norm" stroke="1" extrusionOk="0">
                <a:moveTo>
                  <a:pt x="21430" y="6630"/>
                </a:moveTo>
                <a:cubicBezTo>
                  <a:pt x="18709" y="1925"/>
                  <a:pt x="18709" y="1925"/>
                  <a:pt x="18709" y="1925"/>
                </a:cubicBezTo>
                <a:cubicBezTo>
                  <a:pt x="18539" y="1711"/>
                  <a:pt x="18369" y="1497"/>
                  <a:pt x="18198" y="1497"/>
                </a:cubicBezTo>
                <a:cubicBezTo>
                  <a:pt x="18198" y="1497"/>
                  <a:pt x="18198" y="1497"/>
                  <a:pt x="18198" y="1497"/>
                </a:cubicBezTo>
                <a:cubicBezTo>
                  <a:pt x="10035" y="0"/>
                  <a:pt x="10035" y="0"/>
                  <a:pt x="10035" y="0"/>
                </a:cubicBezTo>
                <a:cubicBezTo>
                  <a:pt x="9865" y="0"/>
                  <a:pt x="9694" y="0"/>
                  <a:pt x="9694" y="0"/>
                </a:cubicBezTo>
                <a:cubicBezTo>
                  <a:pt x="3061" y="3208"/>
                  <a:pt x="3061" y="3208"/>
                  <a:pt x="3061" y="3208"/>
                </a:cubicBezTo>
                <a:cubicBezTo>
                  <a:pt x="3061" y="3208"/>
                  <a:pt x="3061" y="3208"/>
                  <a:pt x="3061" y="3208"/>
                </a:cubicBezTo>
                <a:cubicBezTo>
                  <a:pt x="3061" y="3208"/>
                  <a:pt x="3061" y="3208"/>
                  <a:pt x="3061" y="3208"/>
                </a:cubicBezTo>
                <a:cubicBezTo>
                  <a:pt x="3061" y="3208"/>
                  <a:pt x="3061" y="3208"/>
                  <a:pt x="3061" y="3208"/>
                </a:cubicBezTo>
                <a:cubicBezTo>
                  <a:pt x="2891" y="3208"/>
                  <a:pt x="2891" y="3208"/>
                  <a:pt x="2891" y="3208"/>
                </a:cubicBezTo>
                <a:cubicBezTo>
                  <a:pt x="2891" y="3208"/>
                  <a:pt x="2891" y="3422"/>
                  <a:pt x="2891" y="3422"/>
                </a:cubicBezTo>
                <a:cubicBezTo>
                  <a:pt x="2891" y="3422"/>
                  <a:pt x="2891" y="3422"/>
                  <a:pt x="2891" y="3422"/>
                </a:cubicBezTo>
                <a:cubicBezTo>
                  <a:pt x="0" y="8127"/>
                  <a:pt x="0" y="8127"/>
                  <a:pt x="0" y="8127"/>
                </a:cubicBezTo>
                <a:cubicBezTo>
                  <a:pt x="0" y="8341"/>
                  <a:pt x="0" y="8554"/>
                  <a:pt x="0" y="8768"/>
                </a:cubicBezTo>
                <a:cubicBezTo>
                  <a:pt x="0" y="8982"/>
                  <a:pt x="170" y="9196"/>
                  <a:pt x="340" y="9196"/>
                </a:cubicBezTo>
                <a:cubicBezTo>
                  <a:pt x="2721" y="10051"/>
                  <a:pt x="2721" y="10051"/>
                  <a:pt x="2721" y="10051"/>
                </a:cubicBezTo>
                <a:cubicBezTo>
                  <a:pt x="2721" y="17537"/>
                  <a:pt x="2721" y="17537"/>
                  <a:pt x="2721" y="17537"/>
                </a:cubicBezTo>
                <a:cubicBezTo>
                  <a:pt x="2721" y="17750"/>
                  <a:pt x="2891" y="18178"/>
                  <a:pt x="3231" y="18178"/>
                </a:cubicBezTo>
                <a:cubicBezTo>
                  <a:pt x="12076" y="21600"/>
                  <a:pt x="12076" y="21600"/>
                  <a:pt x="12076" y="21600"/>
                </a:cubicBezTo>
                <a:cubicBezTo>
                  <a:pt x="12076" y="21600"/>
                  <a:pt x="12076" y="21600"/>
                  <a:pt x="12076" y="21600"/>
                </a:cubicBezTo>
                <a:cubicBezTo>
                  <a:pt x="12076" y="21600"/>
                  <a:pt x="12076" y="21600"/>
                  <a:pt x="12246" y="21600"/>
                </a:cubicBezTo>
                <a:cubicBezTo>
                  <a:pt x="12246" y="21600"/>
                  <a:pt x="12246" y="21600"/>
                  <a:pt x="12246" y="21600"/>
                </a:cubicBezTo>
                <a:cubicBezTo>
                  <a:pt x="12246" y="21600"/>
                  <a:pt x="12246" y="21600"/>
                  <a:pt x="12246" y="21600"/>
                </a:cubicBezTo>
                <a:cubicBezTo>
                  <a:pt x="12416" y="21600"/>
                  <a:pt x="12416" y="21600"/>
                  <a:pt x="12416" y="21600"/>
                </a:cubicBezTo>
                <a:cubicBezTo>
                  <a:pt x="12416" y="21600"/>
                  <a:pt x="12416" y="21600"/>
                  <a:pt x="12416" y="21600"/>
                </a:cubicBezTo>
                <a:cubicBezTo>
                  <a:pt x="18709" y="17109"/>
                  <a:pt x="18709" y="17109"/>
                  <a:pt x="18709" y="17109"/>
                </a:cubicBezTo>
                <a:cubicBezTo>
                  <a:pt x="18879" y="16895"/>
                  <a:pt x="19049" y="16681"/>
                  <a:pt x="19049" y="16467"/>
                </a:cubicBezTo>
                <a:cubicBezTo>
                  <a:pt x="19049" y="8982"/>
                  <a:pt x="19049" y="8982"/>
                  <a:pt x="19049" y="8982"/>
                </a:cubicBezTo>
                <a:cubicBezTo>
                  <a:pt x="21260" y="7699"/>
                  <a:pt x="21260" y="7699"/>
                  <a:pt x="21260" y="7699"/>
                </a:cubicBezTo>
                <a:cubicBezTo>
                  <a:pt x="21430" y="7699"/>
                  <a:pt x="21430" y="7485"/>
                  <a:pt x="21430" y="7271"/>
                </a:cubicBezTo>
                <a:cubicBezTo>
                  <a:pt x="21600" y="7057"/>
                  <a:pt x="21430" y="6844"/>
                  <a:pt x="21430" y="6630"/>
                </a:cubicBezTo>
                <a:close/>
                <a:moveTo>
                  <a:pt x="1361" y="8127"/>
                </a:moveTo>
                <a:cubicBezTo>
                  <a:pt x="3572" y="4491"/>
                  <a:pt x="3572" y="4491"/>
                  <a:pt x="3572" y="4491"/>
                </a:cubicBezTo>
                <a:cubicBezTo>
                  <a:pt x="11225" y="6416"/>
                  <a:pt x="11225" y="6416"/>
                  <a:pt x="11225" y="6416"/>
                </a:cubicBezTo>
                <a:cubicBezTo>
                  <a:pt x="9014" y="10693"/>
                  <a:pt x="9014" y="10693"/>
                  <a:pt x="9014" y="10693"/>
                </a:cubicBezTo>
                <a:lnTo>
                  <a:pt x="1361" y="8127"/>
                </a:lnTo>
                <a:close/>
                <a:moveTo>
                  <a:pt x="11565" y="19889"/>
                </a:moveTo>
                <a:cubicBezTo>
                  <a:pt x="3912" y="17109"/>
                  <a:pt x="3912" y="17109"/>
                  <a:pt x="3912" y="17109"/>
                </a:cubicBezTo>
                <a:cubicBezTo>
                  <a:pt x="3912" y="10265"/>
                  <a:pt x="3912" y="10265"/>
                  <a:pt x="3912" y="10265"/>
                </a:cubicBezTo>
                <a:cubicBezTo>
                  <a:pt x="9014" y="11976"/>
                  <a:pt x="9014" y="11976"/>
                  <a:pt x="9014" y="11976"/>
                </a:cubicBezTo>
                <a:cubicBezTo>
                  <a:pt x="9184" y="11976"/>
                  <a:pt x="9184" y="11976"/>
                  <a:pt x="9184" y="11976"/>
                </a:cubicBezTo>
                <a:cubicBezTo>
                  <a:pt x="9354" y="11976"/>
                  <a:pt x="9524" y="11976"/>
                  <a:pt x="9694" y="11762"/>
                </a:cubicBezTo>
                <a:cubicBezTo>
                  <a:pt x="11565" y="8127"/>
                  <a:pt x="11565" y="8127"/>
                  <a:pt x="11565" y="8127"/>
                </a:cubicBezTo>
                <a:lnTo>
                  <a:pt x="11565" y="19889"/>
                </a:lnTo>
                <a:close/>
                <a:moveTo>
                  <a:pt x="12076" y="5133"/>
                </a:moveTo>
                <a:cubicBezTo>
                  <a:pt x="5272" y="3636"/>
                  <a:pt x="5272" y="3636"/>
                  <a:pt x="5272" y="3636"/>
                </a:cubicBezTo>
                <a:cubicBezTo>
                  <a:pt x="9865" y="1497"/>
                  <a:pt x="9865" y="1497"/>
                  <a:pt x="9865" y="1497"/>
                </a:cubicBezTo>
                <a:cubicBezTo>
                  <a:pt x="16328" y="2566"/>
                  <a:pt x="16328" y="2566"/>
                  <a:pt x="16328" y="2566"/>
                </a:cubicBezTo>
                <a:lnTo>
                  <a:pt x="12076" y="5133"/>
                </a:lnTo>
                <a:close/>
                <a:moveTo>
                  <a:pt x="12756" y="19675"/>
                </a:moveTo>
                <a:cubicBezTo>
                  <a:pt x="12756" y="8982"/>
                  <a:pt x="12756" y="8982"/>
                  <a:pt x="12756" y="8982"/>
                </a:cubicBezTo>
                <a:cubicBezTo>
                  <a:pt x="13606" y="11549"/>
                  <a:pt x="13606" y="11549"/>
                  <a:pt x="13606" y="11549"/>
                </a:cubicBezTo>
                <a:cubicBezTo>
                  <a:pt x="13776" y="11549"/>
                  <a:pt x="13776" y="11762"/>
                  <a:pt x="13946" y="11762"/>
                </a:cubicBezTo>
                <a:cubicBezTo>
                  <a:pt x="14117" y="11762"/>
                  <a:pt x="14117" y="11762"/>
                  <a:pt x="14117" y="11762"/>
                </a:cubicBezTo>
                <a:cubicBezTo>
                  <a:pt x="14287" y="11762"/>
                  <a:pt x="14287" y="11762"/>
                  <a:pt x="14457" y="11762"/>
                </a:cubicBezTo>
                <a:cubicBezTo>
                  <a:pt x="18028" y="9624"/>
                  <a:pt x="18028" y="9624"/>
                  <a:pt x="18028" y="9624"/>
                </a:cubicBezTo>
                <a:cubicBezTo>
                  <a:pt x="18028" y="16040"/>
                  <a:pt x="18028" y="16040"/>
                  <a:pt x="18028" y="16040"/>
                </a:cubicBezTo>
                <a:cubicBezTo>
                  <a:pt x="18028" y="16040"/>
                  <a:pt x="18028" y="16040"/>
                  <a:pt x="18028" y="16040"/>
                </a:cubicBezTo>
                <a:lnTo>
                  <a:pt x="12756" y="19675"/>
                </a:lnTo>
                <a:close/>
                <a:moveTo>
                  <a:pt x="14457" y="10265"/>
                </a:moveTo>
                <a:cubicBezTo>
                  <a:pt x="12926" y="6202"/>
                  <a:pt x="12926" y="6202"/>
                  <a:pt x="12926" y="6202"/>
                </a:cubicBezTo>
                <a:cubicBezTo>
                  <a:pt x="18028" y="3208"/>
                  <a:pt x="18028" y="3208"/>
                  <a:pt x="18028" y="3208"/>
                </a:cubicBezTo>
                <a:cubicBezTo>
                  <a:pt x="20069" y="6844"/>
                  <a:pt x="20069" y="6844"/>
                  <a:pt x="20069" y="6844"/>
                </a:cubicBezTo>
                <a:lnTo>
                  <a:pt x="14457" y="10265"/>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61" name="Shape 6761"/>
          <p:cNvSpPr/>
          <p:nvPr/>
        </p:nvSpPr>
        <p:spPr>
          <a:xfrm rot="7782">
            <a:off x="10297669" y="11322135"/>
            <a:ext cx="1408245" cy="956263"/>
          </a:xfrm>
          <a:custGeom>
            <a:avLst/>
            <a:gdLst/>
            <a:ahLst/>
            <a:cxnLst>
              <a:cxn ang="0">
                <a:pos x="wd2" y="hd2"/>
              </a:cxn>
              <a:cxn ang="5400000">
                <a:pos x="wd2" y="hd2"/>
              </a:cxn>
              <a:cxn ang="10800000">
                <a:pos x="wd2" y="hd2"/>
              </a:cxn>
              <a:cxn ang="16200000">
                <a:pos x="wd2" y="hd2"/>
              </a:cxn>
            </a:cxnLst>
            <a:rect l="0" t="0" r="r" b="b"/>
            <a:pathLst>
              <a:path w="21193" h="21104" fill="norm" stroke="1" extrusionOk="0">
                <a:moveTo>
                  <a:pt x="21172" y="2197"/>
                </a:moveTo>
                <a:cubicBezTo>
                  <a:pt x="21255" y="1708"/>
                  <a:pt x="21088" y="1220"/>
                  <a:pt x="20838" y="976"/>
                </a:cubicBezTo>
                <a:cubicBezTo>
                  <a:pt x="20755" y="976"/>
                  <a:pt x="9746" y="0"/>
                  <a:pt x="9746" y="0"/>
                </a:cubicBezTo>
                <a:cubicBezTo>
                  <a:pt x="9496" y="0"/>
                  <a:pt x="9246" y="244"/>
                  <a:pt x="9162" y="610"/>
                </a:cubicBezTo>
                <a:cubicBezTo>
                  <a:pt x="4992" y="15132"/>
                  <a:pt x="4992" y="15132"/>
                  <a:pt x="4992" y="15132"/>
                </a:cubicBezTo>
                <a:cubicBezTo>
                  <a:pt x="4492" y="14400"/>
                  <a:pt x="4158" y="13912"/>
                  <a:pt x="3658" y="13668"/>
                </a:cubicBezTo>
                <a:cubicBezTo>
                  <a:pt x="2240" y="12814"/>
                  <a:pt x="656" y="13424"/>
                  <a:pt x="155" y="15132"/>
                </a:cubicBezTo>
                <a:cubicBezTo>
                  <a:pt x="-345" y="16841"/>
                  <a:pt x="406" y="18915"/>
                  <a:pt x="1823" y="19769"/>
                </a:cubicBezTo>
                <a:cubicBezTo>
                  <a:pt x="3241" y="20624"/>
                  <a:pt x="4742" y="19892"/>
                  <a:pt x="5243" y="18183"/>
                </a:cubicBezTo>
                <a:cubicBezTo>
                  <a:pt x="5243" y="18183"/>
                  <a:pt x="5243" y="18183"/>
                  <a:pt x="5243" y="18183"/>
                </a:cubicBezTo>
                <a:cubicBezTo>
                  <a:pt x="5243" y="18183"/>
                  <a:pt x="5243" y="18183"/>
                  <a:pt x="5243" y="18183"/>
                </a:cubicBezTo>
                <a:cubicBezTo>
                  <a:pt x="9079" y="4759"/>
                  <a:pt x="9079" y="4759"/>
                  <a:pt x="9079" y="4759"/>
                </a:cubicBezTo>
                <a:cubicBezTo>
                  <a:pt x="18753" y="5614"/>
                  <a:pt x="18753" y="5614"/>
                  <a:pt x="18753" y="5614"/>
                </a:cubicBezTo>
                <a:cubicBezTo>
                  <a:pt x="15751" y="15986"/>
                  <a:pt x="15751" y="15986"/>
                  <a:pt x="15751" y="15986"/>
                </a:cubicBezTo>
                <a:cubicBezTo>
                  <a:pt x="15584" y="15376"/>
                  <a:pt x="15084" y="14888"/>
                  <a:pt x="14500" y="14522"/>
                </a:cubicBezTo>
                <a:cubicBezTo>
                  <a:pt x="13082" y="13668"/>
                  <a:pt x="11581" y="14400"/>
                  <a:pt x="11080" y="16108"/>
                </a:cubicBezTo>
                <a:cubicBezTo>
                  <a:pt x="10580" y="17817"/>
                  <a:pt x="11331" y="19892"/>
                  <a:pt x="12748" y="20746"/>
                </a:cubicBezTo>
                <a:cubicBezTo>
                  <a:pt x="14166" y="21600"/>
                  <a:pt x="15751" y="20868"/>
                  <a:pt x="16168" y="19159"/>
                </a:cubicBezTo>
                <a:cubicBezTo>
                  <a:pt x="16168" y="19159"/>
                  <a:pt x="16251" y="19159"/>
                  <a:pt x="16251" y="19159"/>
                </a:cubicBezTo>
                <a:cubicBezTo>
                  <a:pt x="16251" y="19159"/>
                  <a:pt x="16335" y="19159"/>
                  <a:pt x="16335" y="19159"/>
                </a:cubicBezTo>
                <a:lnTo>
                  <a:pt x="21172" y="2197"/>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62" name="Shape 6762"/>
          <p:cNvSpPr/>
          <p:nvPr/>
        </p:nvSpPr>
        <p:spPr>
          <a:xfrm rot="7782">
            <a:off x="12032820" y="11163071"/>
            <a:ext cx="1013432" cy="1152985"/>
          </a:xfrm>
          <a:custGeom>
            <a:avLst/>
            <a:gdLst/>
            <a:ahLst/>
            <a:cxnLst>
              <a:cxn ang="0">
                <a:pos x="wd2" y="hd2"/>
              </a:cxn>
              <a:cxn ang="5400000">
                <a:pos x="wd2" y="hd2"/>
              </a:cxn>
              <a:cxn ang="10800000">
                <a:pos x="wd2" y="hd2"/>
              </a:cxn>
              <a:cxn ang="16200000">
                <a:pos x="wd2" y="hd2"/>
              </a:cxn>
            </a:cxnLst>
            <a:rect l="0" t="0" r="r" b="b"/>
            <a:pathLst>
              <a:path w="21600" h="21576" fill="norm" stroke="1" extrusionOk="0">
                <a:moveTo>
                  <a:pt x="0" y="21576"/>
                </a:moveTo>
                <a:cubicBezTo>
                  <a:pt x="20073" y="21576"/>
                  <a:pt x="20073" y="21576"/>
                  <a:pt x="20073" y="21576"/>
                </a:cubicBezTo>
                <a:cubicBezTo>
                  <a:pt x="20073" y="20054"/>
                  <a:pt x="18655" y="20244"/>
                  <a:pt x="17018" y="20244"/>
                </a:cubicBezTo>
                <a:cubicBezTo>
                  <a:pt x="17018" y="17484"/>
                  <a:pt x="17018" y="17484"/>
                  <a:pt x="17018" y="17484"/>
                </a:cubicBezTo>
                <a:cubicBezTo>
                  <a:pt x="17018" y="16818"/>
                  <a:pt x="17018" y="16818"/>
                  <a:pt x="17018" y="16818"/>
                </a:cubicBezTo>
                <a:cubicBezTo>
                  <a:pt x="17018" y="16438"/>
                  <a:pt x="17345" y="16152"/>
                  <a:pt x="17782" y="16152"/>
                </a:cubicBezTo>
                <a:cubicBezTo>
                  <a:pt x="18000" y="16152"/>
                  <a:pt x="18000" y="16152"/>
                  <a:pt x="18000" y="16152"/>
                </a:cubicBezTo>
                <a:cubicBezTo>
                  <a:pt x="21600" y="16152"/>
                  <a:pt x="21600" y="16152"/>
                  <a:pt x="21600" y="16152"/>
                </a:cubicBezTo>
                <a:cubicBezTo>
                  <a:pt x="21600" y="14820"/>
                  <a:pt x="21600" y="14820"/>
                  <a:pt x="21600" y="14820"/>
                </a:cubicBezTo>
                <a:cubicBezTo>
                  <a:pt x="18436" y="14820"/>
                  <a:pt x="18436" y="14820"/>
                  <a:pt x="18436" y="14820"/>
                </a:cubicBezTo>
                <a:cubicBezTo>
                  <a:pt x="15164" y="14820"/>
                  <a:pt x="15164" y="14820"/>
                  <a:pt x="15164" y="14820"/>
                </a:cubicBezTo>
                <a:cubicBezTo>
                  <a:pt x="9273" y="14820"/>
                  <a:pt x="9273" y="14820"/>
                  <a:pt x="9273" y="14820"/>
                </a:cubicBezTo>
                <a:cubicBezTo>
                  <a:pt x="9273" y="16152"/>
                  <a:pt x="9273" y="16152"/>
                  <a:pt x="9273" y="16152"/>
                </a:cubicBezTo>
                <a:cubicBezTo>
                  <a:pt x="13091" y="16152"/>
                  <a:pt x="13091" y="16152"/>
                  <a:pt x="13091" y="16152"/>
                </a:cubicBezTo>
                <a:cubicBezTo>
                  <a:pt x="13527" y="16152"/>
                  <a:pt x="13855" y="16438"/>
                  <a:pt x="13855" y="16818"/>
                </a:cubicBezTo>
                <a:cubicBezTo>
                  <a:pt x="13855" y="17484"/>
                  <a:pt x="13855" y="17484"/>
                  <a:pt x="13855" y="17484"/>
                </a:cubicBezTo>
                <a:cubicBezTo>
                  <a:pt x="12764" y="18341"/>
                  <a:pt x="10800" y="18912"/>
                  <a:pt x="9273" y="18912"/>
                </a:cubicBezTo>
                <a:cubicBezTo>
                  <a:pt x="5891" y="18912"/>
                  <a:pt x="3055" y="16438"/>
                  <a:pt x="3055" y="13488"/>
                </a:cubicBezTo>
                <a:cubicBezTo>
                  <a:pt x="3055" y="10728"/>
                  <a:pt x="5455" y="8445"/>
                  <a:pt x="8509" y="8159"/>
                </a:cubicBezTo>
                <a:cubicBezTo>
                  <a:pt x="10145" y="10919"/>
                  <a:pt x="10145" y="10919"/>
                  <a:pt x="10145" y="10919"/>
                </a:cubicBezTo>
                <a:cubicBezTo>
                  <a:pt x="10582" y="11680"/>
                  <a:pt x="11564" y="11965"/>
                  <a:pt x="12327" y="11585"/>
                </a:cubicBezTo>
                <a:cubicBezTo>
                  <a:pt x="12327" y="11585"/>
                  <a:pt x="12327" y="11585"/>
                  <a:pt x="12327" y="11585"/>
                </a:cubicBezTo>
                <a:cubicBezTo>
                  <a:pt x="12982" y="12822"/>
                  <a:pt x="12982" y="12822"/>
                  <a:pt x="12982" y="12822"/>
                </a:cubicBezTo>
                <a:cubicBezTo>
                  <a:pt x="15709" y="11680"/>
                  <a:pt x="15709" y="11680"/>
                  <a:pt x="15709" y="11680"/>
                </a:cubicBezTo>
                <a:cubicBezTo>
                  <a:pt x="15055" y="10443"/>
                  <a:pt x="15055" y="10443"/>
                  <a:pt x="15055" y="10443"/>
                </a:cubicBezTo>
                <a:cubicBezTo>
                  <a:pt x="15818" y="10157"/>
                  <a:pt x="16145" y="9301"/>
                  <a:pt x="15709" y="8540"/>
                </a:cubicBezTo>
                <a:cubicBezTo>
                  <a:pt x="10800" y="452"/>
                  <a:pt x="10800" y="452"/>
                  <a:pt x="10800" y="452"/>
                </a:cubicBezTo>
                <a:cubicBezTo>
                  <a:pt x="10691" y="261"/>
                  <a:pt x="10582" y="71"/>
                  <a:pt x="10364" y="71"/>
                </a:cubicBezTo>
                <a:cubicBezTo>
                  <a:pt x="10145" y="-24"/>
                  <a:pt x="9927" y="-24"/>
                  <a:pt x="9709" y="71"/>
                </a:cubicBezTo>
                <a:cubicBezTo>
                  <a:pt x="5564" y="1784"/>
                  <a:pt x="5564" y="1784"/>
                  <a:pt x="5564" y="1784"/>
                </a:cubicBezTo>
                <a:cubicBezTo>
                  <a:pt x="5236" y="1974"/>
                  <a:pt x="5018" y="2450"/>
                  <a:pt x="5236" y="2735"/>
                </a:cubicBezTo>
                <a:cubicBezTo>
                  <a:pt x="6982" y="5685"/>
                  <a:pt x="6982" y="5685"/>
                  <a:pt x="6982" y="5685"/>
                </a:cubicBezTo>
                <a:cubicBezTo>
                  <a:pt x="2945" y="6542"/>
                  <a:pt x="0" y="9682"/>
                  <a:pt x="0" y="13488"/>
                </a:cubicBezTo>
                <a:cubicBezTo>
                  <a:pt x="0" y="16247"/>
                  <a:pt x="1636" y="18817"/>
                  <a:pt x="4145" y="20244"/>
                </a:cubicBezTo>
                <a:cubicBezTo>
                  <a:pt x="3055" y="20244"/>
                  <a:pt x="3055" y="20244"/>
                  <a:pt x="3055" y="20244"/>
                </a:cubicBezTo>
                <a:cubicBezTo>
                  <a:pt x="1418" y="20244"/>
                  <a:pt x="0" y="20054"/>
                  <a:pt x="0" y="21576"/>
                </a:cubicBezTo>
                <a:close/>
                <a:moveTo>
                  <a:pt x="8509" y="1784"/>
                </a:moveTo>
                <a:cubicBezTo>
                  <a:pt x="9382" y="1403"/>
                  <a:pt x="9382" y="1403"/>
                  <a:pt x="9382" y="1403"/>
                </a:cubicBezTo>
                <a:cubicBezTo>
                  <a:pt x="9600" y="1308"/>
                  <a:pt x="9709" y="1308"/>
                  <a:pt x="9927" y="1403"/>
                </a:cubicBezTo>
                <a:cubicBezTo>
                  <a:pt x="10145" y="1498"/>
                  <a:pt x="10364" y="1594"/>
                  <a:pt x="10364" y="1784"/>
                </a:cubicBezTo>
                <a:cubicBezTo>
                  <a:pt x="13855" y="7208"/>
                  <a:pt x="13855" y="7208"/>
                  <a:pt x="13855" y="7208"/>
                </a:cubicBezTo>
                <a:cubicBezTo>
                  <a:pt x="13855" y="7303"/>
                  <a:pt x="13855" y="7398"/>
                  <a:pt x="13855" y="7493"/>
                </a:cubicBezTo>
                <a:cubicBezTo>
                  <a:pt x="12545" y="8064"/>
                  <a:pt x="12545" y="8064"/>
                  <a:pt x="12545" y="8064"/>
                </a:cubicBezTo>
                <a:cubicBezTo>
                  <a:pt x="8945" y="2260"/>
                  <a:pt x="8945" y="2260"/>
                  <a:pt x="8945" y="2260"/>
                </a:cubicBezTo>
                <a:cubicBezTo>
                  <a:pt x="8836" y="2069"/>
                  <a:pt x="8727" y="1879"/>
                  <a:pt x="8509" y="1784"/>
                </a:cubicBezTo>
                <a:cubicBezTo>
                  <a:pt x="8509" y="1784"/>
                  <a:pt x="8509" y="1784"/>
                  <a:pt x="8509" y="1784"/>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766" name="Group 6766"/>
          <p:cNvGrpSpPr/>
          <p:nvPr/>
        </p:nvGrpSpPr>
        <p:grpSpPr>
          <a:xfrm>
            <a:off x="13435868" y="11094073"/>
            <a:ext cx="1190703" cy="1178422"/>
            <a:chOff x="0" y="0"/>
            <a:chExt cx="1190702" cy="1178421"/>
          </a:xfrm>
        </p:grpSpPr>
        <p:sp>
          <p:nvSpPr>
            <p:cNvPr id="6763" name="Shape 6763"/>
            <p:cNvSpPr/>
            <p:nvPr/>
          </p:nvSpPr>
          <p:spPr>
            <a:xfrm rot="7782">
              <a:off x="1153" y="157011"/>
              <a:ext cx="1022960" cy="10202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36" y="6654"/>
                  </a:moveTo>
                  <a:cubicBezTo>
                    <a:pt x="18707" y="5786"/>
                    <a:pt x="18707" y="5786"/>
                    <a:pt x="18707" y="5786"/>
                  </a:cubicBezTo>
                  <a:cubicBezTo>
                    <a:pt x="17357" y="7232"/>
                    <a:pt x="17357" y="7232"/>
                    <a:pt x="17357" y="7232"/>
                  </a:cubicBezTo>
                  <a:cubicBezTo>
                    <a:pt x="17936" y="8293"/>
                    <a:pt x="18225" y="9450"/>
                    <a:pt x="18225" y="10800"/>
                  </a:cubicBezTo>
                  <a:cubicBezTo>
                    <a:pt x="18225" y="14946"/>
                    <a:pt x="14850" y="18225"/>
                    <a:pt x="10800" y="18225"/>
                  </a:cubicBezTo>
                  <a:cubicBezTo>
                    <a:pt x="6654" y="18225"/>
                    <a:pt x="3375" y="14946"/>
                    <a:pt x="3375" y="10800"/>
                  </a:cubicBezTo>
                  <a:cubicBezTo>
                    <a:pt x="3375" y="6654"/>
                    <a:pt x="6654" y="3375"/>
                    <a:pt x="10800" y="3375"/>
                  </a:cubicBezTo>
                  <a:cubicBezTo>
                    <a:pt x="12150" y="3375"/>
                    <a:pt x="13500" y="3761"/>
                    <a:pt x="14561" y="4339"/>
                  </a:cubicBezTo>
                  <a:cubicBezTo>
                    <a:pt x="15911" y="3086"/>
                    <a:pt x="15911" y="3086"/>
                    <a:pt x="15911" y="3086"/>
                  </a:cubicBezTo>
                  <a:cubicBezTo>
                    <a:pt x="15043" y="1157"/>
                    <a:pt x="15043" y="1157"/>
                    <a:pt x="15043" y="1157"/>
                  </a:cubicBezTo>
                  <a:cubicBezTo>
                    <a:pt x="14946" y="771"/>
                    <a:pt x="14946" y="771"/>
                    <a:pt x="14946" y="771"/>
                  </a:cubicBezTo>
                  <a:cubicBezTo>
                    <a:pt x="13693" y="289"/>
                    <a:pt x="12246" y="0"/>
                    <a:pt x="10800" y="0"/>
                  </a:cubicBezTo>
                  <a:cubicBezTo>
                    <a:pt x="4821" y="0"/>
                    <a:pt x="0" y="4821"/>
                    <a:pt x="0" y="10800"/>
                  </a:cubicBezTo>
                  <a:cubicBezTo>
                    <a:pt x="0" y="16779"/>
                    <a:pt x="4821" y="21600"/>
                    <a:pt x="10800" y="21600"/>
                  </a:cubicBezTo>
                  <a:cubicBezTo>
                    <a:pt x="16779" y="21600"/>
                    <a:pt x="21600" y="16779"/>
                    <a:pt x="21600" y="10800"/>
                  </a:cubicBezTo>
                  <a:cubicBezTo>
                    <a:pt x="21600" y="9354"/>
                    <a:pt x="21311" y="8004"/>
                    <a:pt x="20829" y="6750"/>
                  </a:cubicBezTo>
                  <a:lnTo>
                    <a:pt x="20636" y="6654"/>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64" name="Shape 6764"/>
            <p:cNvSpPr/>
            <p:nvPr/>
          </p:nvSpPr>
          <p:spPr>
            <a:xfrm rot="7782">
              <a:off x="490863" y="790"/>
              <a:ext cx="699054" cy="694788"/>
            </a:xfrm>
            <a:custGeom>
              <a:avLst/>
              <a:gdLst/>
              <a:ahLst/>
              <a:cxnLst>
                <a:cxn ang="0">
                  <a:pos x="wd2" y="hd2"/>
                </a:cxn>
                <a:cxn ang="5400000">
                  <a:pos x="wd2" y="hd2"/>
                </a:cxn>
                <a:cxn ang="10800000">
                  <a:pos x="wd2" y="hd2"/>
                </a:cxn>
                <a:cxn ang="16200000">
                  <a:pos x="wd2" y="hd2"/>
                </a:cxn>
              </a:cxnLst>
              <a:rect l="0" t="0" r="r" b="b"/>
              <a:pathLst>
                <a:path w="21460" h="21494" fill="norm" stroke="1" extrusionOk="0">
                  <a:moveTo>
                    <a:pt x="18374" y="2965"/>
                  </a:moveTo>
                  <a:cubicBezTo>
                    <a:pt x="17954" y="2541"/>
                    <a:pt x="17112" y="2541"/>
                    <a:pt x="16691" y="2965"/>
                  </a:cubicBezTo>
                  <a:cubicBezTo>
                    <a:pt x="15850" y="3812"/>
                    <a:pt x="15850" y="3812"/>
                    <a:pt x="15850" y="3812"/>
                  </a:cubicBezTo>
                  <a:cubicBezTo>
                    <a:pt x="14307" y="0"/>
                    <a:pt x="14307" y="0"/>
                    <a:pt x="14307" y="0"/>
                  </a:cubicBezTo>
                  <a:cubicBezTo>
                    <a:pt x="8416" y="5788"/>
                    <a:pt x="8416" y="5788"/>
                    <a:pt x="8416" y="5788"/>
                  </a:cubicBezTo>
                  <a:cubicBezTo>
                    <a:pt x="10099" y="9600"/>
                    <a:pt x="10099" y="9600"/>
                    <a:pt x="10099" y="9600"/>
                  </a:cubicBezTo>
                  <a:cubicBezTo>
                    <a:pt x="421" y="19341"/>
                    <a:pt x="421" y="19341"/>
                    <a:pt x="421" y="19341"/>
                  </a:cubicBezTo>
                  <a:cubicBezTo>
                    <a:pt x="-140" y="19906"/>
                    <a:pt x="-140" y="20612"/>
                    <a:pt x="421" y="21176"/>
                  </a:cubicBezTo>
                  <a:cubicBezTo>
                    <a:pt x="842" y="21600"/>
                    <a:pt x="1683" y="21600"/>
                    <a:pt x="2104" y="21176"/>
                  </a:cubicBezTo>
                  <a:cubicBezTo>
                    <a:pt x="11782" y="11294"/>
                    <a:pt x="11782" y="11294"/>
                    <a:pt x="11782" y="11294"/>
                  </a:cubicBezTo>
                  <a:cubicBezTo>
                    <a:pt x="15569" y="12988"/>
                    <a:pt x="15569" y="12988"/>
                    <a:pt x="15569" y="12988"/>
                  </a:cubicBezTo>
                  <a:cubicBezTo>
                    <a:pt x="21460" y="7200"/>
                    <a:pt x="21460" y="7200"/>
                    <a:pt x="21460" y="7200"/>
                  </a:cubicBezTo>
                  <a:cubicBezTo>
                    <a:pt x="17673" y="5506"/>
                    <a:pt x="17673" y="5506"/>
                    <a:pt x="17673" y="5506"/>
                  </a:cubicBezTo>
                  <a:cubicBezTo>
                    <a:pt x="18374" y="4800"/>
                    <a:pt x="18374" y="4800"/>
                    <a:pt x="18374" y="4800"/>
                  </a:cubicBezTo>
                  <a:cubicBezTo>
                    <a:pt x="18935" y="4235"/>
                    <a:pt x="18935" y="3529"/>
                    <a:pt x="18374" y="296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65" name="Shape 6765"/>
            <p:cNvSpPr/>
            <p:nvPr/>
          </p:nvSpPr>
          <p:spPr>
            <a:xfrm rot="7782">
              <a:off x="258247" y="416807"/>
              <a:ext cx="506067" cy="500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13156"/>
                  </a:moveTo>
                  <a:cubicBezTo>
                    <a:pt x="12843" y="14727"/>
                    <a:pt x="10314" y="14727"/>
                    <a:pt x="8951" y="13156"/>
                  </a:cubicBezTo>
                  <a:cubicBezTo>
                    <a:pt x="7395" y="11585"/>
                    <a:pt x="7395" y="9033"/>
                    <a:pt x="8951" y="7462"/>
                  </a:cubicBezTo>
                  <a:cubicBezTo>
                    <a:pt x="15373" y="982"/>
                    <a:pt x="15373" y="982"/>
                    <a:pt x="15373" y="982"/>
                  </a:cubicBezTo>
                  <a:cubicBezTo>
                    <a:pt x="14011" y="196"/>
                    <a:pt x="12454" y="0"/>
                    <a:pt x="10897" y="0"/>
                  </a:cubicBezTo>
                  <a:cubicBezTo>
                    <a:pt x="4865" y="0"/>
                    <a:pt x="0" y="4713"/>
                    <a:pt x="0" y="10800"/>
                  </a:cubicBezTo>
                  <a:cubicBezTo>
                    <a:pt x="0" y="16887"/>
                    <a:pt x="4865" y="21600"/>
                    <a:pt x="10897" y="21600"/>
                  </a:cubicBezTo>
                  <a:cubicBezTo>
                    <a:pt x="16735" y="21600"/>
                    <a:pt x="21600" y="16887"/>
                    <a:pt x="21600" y="10800"/>
                  </a:cubicBezTo>
                  <a:cubicBezTo>
                    <a:pt x="21600" y="9425"/>
                    <a:pt x="21405" y="8051"/>
                    <a:pt x="20822" y="6676"/>
                  </a:cubicBezTo>
                  <a:lnTo>
                    <a:pt x="14400" y="13156"/>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70" name="Group 6770"/>
          <p:cNvGrpSpPr/>
          <p:nvPr/>
        </p:nvGrpSpPr>
        <p:grpSpPr>
          <a:xfrm>
            <a:off x="14852958" y="11372485"/>
            <a:ext cx="1706268" cy="739566"/>
            <a:chOff x="0" y="0"/>
            <a:chExt cx="1706267" cy="739564"/>
          </a:xfrm>
        </p:grpSpPr>
        <p:sp>
          <p:nvSpPr>
            <p:cNvPr id="6767" name="Shape 6767"/>
            <p:cNvSpPr/>
            <p:nvPr/>
          </p:nvSpPr>
          <p:spPr>
            <a:xfrm rot="7782">
              <a:off x="830" y="1928"/>
              <a:ext cx="1704607" cy="7357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86" y="0"/>
                  </a:moveTo>
                  <a:cubicBezTo>
                    <a:pt x="15057" y="0"/>
                    <a:pt x="13438" y="2598"/>
                    <a:pt x="12664" y="6334"/>
                  </a:cubicBezTo>
                  <a:cubicBezTo>
                    <a:pt x="12172" y="5359"/>
                    <a:pt x="11539" y="4872"/>
                    <a:pt x="10765" y="4872"/>
                  </a:cubicBezTo>
                  <a:cubicBezTo>
                    <a:pt x="10061" y="4872"/>
                    <a:pt x="9358" y="5359"/>
                    <a:pt x="8936" y="6334"/>
                  </a:cubicBezTo>
                  <a:cubicBezTo>
                    <a:pt x="8162" y="2598"/>
                    <a:pt x="6543" y="0"/>
                    <a:pt x="4644" y="0"/>
                  </a:cubicBezTo>
                  <a:cubicBezTo>
                    <a:pt x="2040" y="0"/>
                    <a:pt x="0" y="4872"/>
                    <a:pt x="0" y="10719"/>
                  </a:cubicBezTo>
                  <a:cubicBezTo>
                    <a:pt x="0" y="16728"/>
                    <a:pt x="2040" y="21600"/>
                    <a:pt x="4644" y="21600"/>
                  </a:cubicBezTo>
                  <a:cubicBezTo>
                    <a:pt x="7247" y="21600"/>
                    <a:pt x="9358" y="16728"/>
                    <a:pt x="9358" y="10719"/>
                  </a:cubicBezTo>
                  <a:cubicBezTo>
                    <a:pt x="9358" y="9744"/>
                    <a:pt x="9287" y="8770"/>
                    <a:pt x="9147" y="7958"/>
                  </a:cubicBezTo>
                  <a:cubicBezTo>
                    <a:pt x="9498" y="7146"/>
                    <a:pt x="10132" y="6659"/>
                    <a:pt x="10765" y="6659"/>
                  </a:cubicBezTo>
                  <a:cubicBezTo>
                    <a:pt x="11468" y="6659"/>
                    <a:pt x="12031" y="7146"/>
                    <a:pt x="12383" y="7958"/>
                  </a:cubicBezTo>
                  <a:cubicBezTo>
                    <a:pt x="12313" y="8770"/>
                    <a:pt x="12242" y="9744"/>
                    <a:pt x="12242" y="10719"/>
                  </a:cubicBezTo>
                  <a:cubicBezTo>
                    <a:pt x="12242" y="16728"/>
                    <a:pt x="14353" y="21600"/>
                    <a:pt x="16886" y="21600"/>
                  </a:cubicBezTo>
                  <a:cubicBezTo>
                    <a:pt x="19489" y="21600"/>
                    <a:pt x="21600" y="16728"/>
                    <a:pt x="21600" y="10719"/>
                  </a:cubicBezTo>
                  <a:cubicBezTo>
                    <a:pt x="21600" y="4872"/>
                    <a:pt x="19489" y="0"/>
                    <a:pt x="16886" y="0"/>
                  </a:cubicBezTo>
                  <a:close/>
                  <a:moveTo>
                    <a:pt x="4644" y="18189"/>
                  </a:moveTo>
                  <a:cubicBezTo>
                    <a:pt x="2885" y="18189"/>
                    <a:pt x="1407" y="14941"/>
                    <a:pt x="1407" y="10719"/>
                  </a:cubicBezTo>
                  <a:cubicBezTo>
                    <a:pt x="1407" y="6659"/>
                    <a:pt x="2885" y="3248"/>
                    <a:pt x="4644" y="3248"/>
                  </a:cubicBezTo>
                  <a:cubicBezTo>
                    <a:pt x="6473" y="3248"/>
                    <a:pt x="7880" y="6659"/>
                    <a:pt x="7880" y="10719"/>
                  </a:cubicBezTo>
                  <a:cubicBezTo>
                    <a:pt x="7880" y="14941"/>
                    <a:pt x="6473" y="18189"/>
                    <a:pt x="4644" y="18189"/>
                  </a:cubicBezTo>
                  <a:close/>
                  <a:moveTo>
                    <a:pt x="16886" y="18189"/>
                  </a:moveTo>
                  <a:cubicBezTo>
                    <a:pt x="15127" y="18189"/>
                    <a:pt x="13650" y="14941"/>
                    <a:pt x="13650" y="10719"/>
                  </a:cubicBezTo>
                  <a:cubicBezTo>
                    <a:pt x="13650" y="6659"/>
                    <a:pt x="15127" y="3248"/>
                    <a:pt x="16886" y="3248"/>
                  </a:cubicBezTo>
                  <a:cubicBezTo>
                    <a:pt x="18715" y="3248"/>
                    <a:pt x="20193" y="6659"/>
                    <a:pt x="20193" y="10719"/>
                  </a:cubicBezTo>
                  <a:cubicBezTo>
                    <a:pt x="20193" y="14941"/>
                    <a:pt x="18715" y="18189"/>
                    <a:pt x="16886" y="1818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68" name="Shape 6768"/>
            <p:cNvSpPr/>
            <p:nvPr/>
          </p:nvSpPr>
          <p:spPr>
            <a:xfrm rot="7782">
              <a:off x="198026" y="197765"/>
              <a:ext cx="225859" cy="226626"/>
            </a:xfrm>
            <a:custGeom>
              <a:avLst/>
              <a:gdLst/>
              <a:ahLst/>
              <a:cxnLst>
                <a:cxn ang="0">
                  <a:pos x="wd2" y="hd2"/>
                </a:cxn>
                <a:cxn ang="5400000">
                  <a:pos x="wd2" y="hd2"/>
                </a:cxn>
                <a:cxn ang="10800000">
                  <a:pos x="wd2" y="hd2"/>
                </a:cxn>
                <a:cxn ang="16200000">
                  <a:pos x="wd2" y="hd2"/>
                </a:cxn>
              </a:cxnLst>
              <a:rect l="0" t="0" r="r" b="b"/>
              <a:pathLst>
                <a:path w="21219" h="21600" fill="norm" stroke="1" extrusionOk="0">
                  <a:moveTo>
                    <a:pt x="19029" y="0"/>
                  </a:moveTo>
                  <a:cubicBezTo>
                    <a:pt x="18000" y="0"/>
                    <a:pt x="16971" y="0"/>
                    <a:pt x="15943" y="0"/>
                  </a:cubicBezTo>
                  <a:cubicBezTo>
                    <a:pt x="7200" y="0"/>
                    <a:pt x="0" y="6849"/>
                    <a:pt x="0" y="15805"/>
                  </a:cubicBezTo>
                  <a:cubicBezTo>
                    <a:pt x="0" y="16859"/>
                    <a:pt x="514" y="18439"/>
                    <a:pt x="514" y="19493"/>
                  </a:cubicBezTo>
                  <a:cubicBezTo>
                    <a:pt x="1029" y="20546"/>
                    <a:pt x="2057" y="21600"/>
                    <a:pt x="3086" y="21600"/>
                  </a:cubicBezTo>
                  <a:cubicBezTo>
                    <a:pt x="3086" y="21600"/>
                    <a:pt x="3600" y="21600"/>
                    <a:pt x="3600" y="21600"/>
                  </a:cubicBezTo>
                  <a:cubicBezTo>
                    <a:pt x="5143" y="21073"/>
                    <a:pt x="6171" y="19493"/>
                    <a:pt x="5657" y="17912"/>
                  </a:cubicBezTo>
                  <a:cubicBezTo>
                    <a:pt x="5657" y="17385"/>
                    <a:pt x="5657" y="16859"/>
                    <a:pt x="5657" y="15805"/>
                  </a:cubicBezTo>
                  <a:cubicBezTo>
                    <a:pt x="5657" y="10010"/>
                    <a:pt x="10286" y="5268"/>
                    <a:pt x="15943" y="5268"/>
                  </a:cubicBezTo>
                  <a:cubicBezTo>
                    <a:pt x="16971" y="5268"/>
                    <a:pt x="17486" y="5268"/>
                    <a:pt x="18000" y="5268"/>
                  </a:cubicBezTo>
                  <a:cubicBezTo>
                    <a:pt x="19543" y="5795"/>
                    <a:pt x="21086" y="4741"/>
                    <a:pt x="21086" y="3161"/>
                  </a:cubicBezTo>
                  <a:cubicBezTo>
                    <a:pt x="21600" y="1580"/>
                    <a:pt x="20571" y="527"/>
                    <a:pt x="19029"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69" name="Shape 6769"/>
            <p:cNvSpPr/>
            <p:nvPr/>
          </p:nvSpPr>
          <p:spPr>
            <a:xfrm rot="7782">
              <a:off x="1166922" y="199959"/>
              <a:ext cx="226624" cy="2266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93" y="0"/>
                  </a:moveTo>
                  <a:cubicBezTo>
                    <a:pt x="18439" y="0"/>
                    <a:pt x="17385" y="0"/>
                    <a:pt x="15805" y="0"/>
                  </a:cubicBezTo>
                  <a:cubicBezTo>
                    <a:pt x="6849" y="0"/>
                    <a:pt x="0" y="6849"/>
                    <a:pt x="0" y="15805"/>
                  </a:cubicBezTo>
                  <a:cubicBezTo>
                    <a:pt x="0" y="16859"/>
                    <a:pt x="0" y="18439"/>
                    <a:pt x="0" y="19493"/>
                  </a:cubicBezTo>
                  <a:cubicBezTo>
                    <a:pt x="527" y="20546"/>
                    <a:pt x="1580" y="21600"/>
                    <a:pt x="2634" y="21600"/>
                  </a:cubicBezTo>
                  <a:cubicBezTo>
                    <a:pt x="3161" y="21600"/>
                    <a:pt x="3161" y="21600"/>
                    <a:pt x="3161" y="21600"/>
                  </a:cubicBezTo>
                  <a:cubicBezTo>
                    <a:pt x="4741" y="21073"/>
                    <a:pt x="5795" y="19493"/>
                    <a:pt x="5268" y="17912"/>
                  </a:cubicBezTo>
                  <a:cubicBezTo>
                    <a:pt x="5268" y="17385"/>
                    <a:pt x="5268" y="16859"/>
                    <a:pt x="5268" y="15805"/>
                  </a:cubicBezTo>
                  <a:cubicBezTo>
                    <a:pt x="5268" y="10010"/>
                    <a:pt x="10010" y="5268"/>
                    <a:pt x="15805" y="5268"/>
                  </a:cubicBezTo>
                  <a:cubicBezTo>
                    <a:pt x="16859" y="5268"/>
                    <a:pt x="17385" y="5268"/>
                    <a:pt x="18439" y="5268"/>
                  </a:cubicBezTo>
                  <a:cubicBezTo>
                    <a:pt x="19493" y="5795"/>
                    <a:pt x="21073" y="4741"/>
                    <a:pt x="21600" y="3161"/>
                  </a:cubicBezTo>
                  <a:cubicBezTo>
                    <a:pt x="21600" y="1580"/>
                    <a:pt x="20546" y="527"/>
                    <a:pt x="19493"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75" name="Group 6775"/>
          <p:cNvGrpSpPr/>
          <p:nvPr/>
        </p:nvGrpSpPr>
        <p:grpSpPr>
          <a:xfrm>
            <a:off x="16910108" y="11242794"/>
            <a:ext cx="553022" cy="880979"/>
            <a:chOff x="0" y="0"/>
            <a:chExt cx="553020" cy="880978"/>
          </a:xfrm>
        </p:grpSpPr>
        <p:sp>
          <p:nvSpPr>
            <p:cNvPr id="6771" name="Shape 6771"/>
            <p:cNvSpPr/>
            <p:nvPr/>
          </p:nvSpPr>
          <p:spPr>
            <a:xfrm rot="7782">
              <a:off x="620" y="167883"/>
              <a:ext cx="551781" cy="548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68" y="0"/>
                    <a:pt x="0" y="4800"/>
                    <a:pt x="0" y="10909"/>
                  </a:cubicBezTo>
                  <a:cubicBezTo>
                    <a:pt x="0" y="16800"/>
                    <a:pt x="4968" y="21600"/>
                    <a:pt x="10800" y="21600"/>
                  </a:cubicBezTo>
                  <a:cubicBezTo>
                    <a:pt x="16848" y="21600"/>
                    <a:pt x="21600" y="16800"/>
                    <a:pt x="21600" y="10909"/>
                  </a:cubicBezTo>
                  <a:cubicBezTo>
                    <a:pt x="21600" y="4800"/>
                    <a:pt x="16848" y="0"/>
                    <a:pt x="10800" y="0"/>
                  </a:cubicBezTo>
                  <a:close/>
                  <a:moveTo>
                    <a:pt x="10800" y="19636"/>
                  </a:moveTo>
                  <a:cubicBezTo>
                    <a:pt x="6048" y="19636"/>
                    <a:pt x="2160" y="15709"/>
                    <a:pt x="2160" y="10909"/>
                  </a:cubicBezTo>
                  <a:cubicBezTo>
                    <a:pt x="2160" y="6109"/>
                    <a:pt x="6048" y="2182"/>
                    <a:pt x="10800" y="2182"/>
                  </a:cubicBezTo>
                  <a:cubicBezTo>
                    <a:pt x="15552" y="2182"/>
                    <a:pt x="19440" y="6109"/>
                    <a:pt x="19440" y="10909"/>
                  </a:cubicBezTo>
                  <a:cubicBezTo>
                    <a:pt x="19440" y="15709"/>
                    <a:pt x="15552" y="19636"/>
                    <a:pt x="10800" y="1963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72" name="Shape 6772"/>
            <p:cNvSpPr/>
            <p:nvPr/>
          </p:nvSpPr>
          <p:spPr>
            <a:xfrm rot="7782">
              <a:off x="109831" y="378"/>
              <a:ext cx="335011" cy="1543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5429"/>
                  </a:moveTo>
                  <a:cubicBezTo>
                    <a:pt x="14760" y="15429"/>
                    <a:pt x="18360" y="17743"/>
                    <a:pt x="21240" y="21600"/>
                  </a:cubicBezTo>
                  <a:cubicBezTo>
                    <a:pt x="21600" y="20829"/>
                    <a:pt x="21600" y="20057"/>
                    <a:pt x="21600" y="19286"/>
                  </a:cubicBezTo>
                  <a:cubicBezTo>
                    <a:pt x="21600" y="7714"/>
                    <a:pt x="21600" y="7714"/>
                    <a:pt x="21600" y="7714"/>
                  </a:cubicBezTo>
                  <a:cubicBezTo>
                    <a:pt x="21600" y="3857"/>
                    <a:pt x="19800" y="0"/>
                    <a:pt x="18000" y="0"/>
                  </a:cubicBezTo>
                  <a:cubicBezTo>
                    <a:pt x="3600" y="0"/>
                    <a:pt x="3600" y="0"/>
                    <a:pt x="3600" y="0"/>
                  </a:cubicBezTo>
                  <a:cubicBezTo>
                    <a:pt x="1800" y="0"/>
                    <a:pt x="0" y="3857"/>
                    <a:pt x="0" y="7714"/>
                  </a:cubicBezTo>
                  <a:cubicBezTo>
                    <a:pt x="0" y="19286"/>
                    <a:pt x="0" y="19286"/>
                    <a:pt x="0" y="19286"/>
                  </a:cubicBezTo>
                  <a:cubicBezTo>
                    <a:pt x="0" y="20057"/>
                    <a:pt x="0" y="20829"/>
                    <a:pt x="360" y="21600"/>
                  </a:cubicBezTo>
                  <a:cubicBezTo>
                    <a:pt x="3240" y="17743"/>
                    <a:pt x="6840" y="15429"/>
                    <a:pt x="10800" y="1542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73" name="Shape 6773"/>
            <p:cNvSpPr/>
            <p:nvPr/>
          </p:nvSpPr>
          <p:spPr>
            <a:xfrm rot="7782">
              <a:off x="108181" y="732800"/>
              <a:ext cx="335010" cy="147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5600"/>
                  </a:moveTo>
                  <a:cubicBezTo>
                    <a:pt x="6840" y="5600"/>
                    <a:pt x="3240" y="4000"/>
                    <a:pt x="360" y="0"/>
                  </a:cubicBezTo>
                  <a:cubicBezTo>
                    <a:pt x="0" y="800"/>
                    <a:pt x="0" y="800"/>
                    <a:pt x="0" y="1600"/>
                  </a:cubicBezTo>
                  <a:cubicBezTo>
                    <a:pt x="0" y="13600"/>
                    <a:pt x="0" y="13600"/>
                    <a:pt x="0" y="13600"/>
                  </a:cubicBezTo>
                  <a:cubicBezTo>
                    <a:pt x="0" y="18400"/>
                    <a:pt x="1800" y="21600"/>
                    <a:pt x="3600" y="21600"/>
                  </a:cubicBezTo>
                  <a:cubicBezTo>
                    <a:pt x="18000" y="21600"/>
                    <a:pt x="18000" y="21600"/>
                    <a:pt x="18000" y="21600"/>
                  </a:cubicBezTo>
                  <a:cubicBezTo>
                    <a:pt x="19800" y="21600"/>
                    <a:pt x="21600" y="18400"/>
                    <a:pt x="21600" y="13600"/>
                  </a:cubicBezTo>
                  <a:cubicBezTo>
                    <a:pt x="21600" y="1600"/>
                    <a:pt x="21600" y="1600"/>
                    <a:pt x="21600" y="1600"/>
                  </a:cubicBezTo>
                  <a:cubicBezTo>
                    <a:pt x="21600" y="800"/>
                    <a:pt x="21600" y="800"/>
                    <a:pt x="21240" y="0"/>
                  </a:cubicBezTo>
                  <a:cubicBezTo>
                    <a:pt x="18360" y="4000"/>
                    <a:pt x="14760" y="5600"/>
                    <a:pt x="10800" y="5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74" name="Shape 6774"/>
            <p:cNvSpPr/>
            <p:nvPr/>
          </p:nvSpPr>
          <p:spPr>
            <a:xfrm rot="7782">
              <a:off x="253661" y="282944"/>
              <a:ext cx="141229" cy="1937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15429"/>
                  </a:moveTo>
                  <a:cubicBezTo>
                    <a:pt x="8640" y="15429"/>
                    <a:pt x="8640" y="15429"/>
                    <a:pt x="8640" y="15429"/>
                  </a:cubicBezTo>
                  <a:cubicBezTo>
                    <a:pt x="8640" y="3086"/>
                    <a:pt x="8640" y="3086"/>
                    <a:pt x="8640" y="3086"/>
                  </a:cubicBezTo>
                  <a:cubicBezTo>
                    <a:pt x="8640" y="1234"/>
                    <a:pt x="6912" y="0"/>
                    <a:pt x="4320" y="0"/>
                  </a:cubicBezTo>
                  <a:cubicBezTo>
                    <a:pt x="1728" y="0"/>
                    <a:pt x="0" y="1234"/>
                    <a:pt x="0" y="3086"/>
                  </a:cubicBezTo>
                  <a:cubicBezTo>
                    <a:pt x="0" y="18514"/>
                    <a:pt x="0" y="18514"/>
                    <a:pt x="0" y="18514"/>
                  </a:cubicBezTo>
                  <a:cubicBezTo>
                    <a:pt x="0" y="19749"/>
                    <a:pt x="1728" y="21600"/>
                    <a:pt x="4320" y="21600"/>
                  </a:cubicBezTo>
                  <a:cubicBezTo>
                    <a:pt x="17280" y="21600"/>
                    <a:pt x="17280" y="21600"/>
                    <a:pt x="17280" y="21600"/>
                  </a:cubicBezTo>
                  <a:cubicBezTo>
                    <a:pt x="19872" y="21600"/>
                    <a:pt x="21600" y="19749"/>
                    <a:pt x="21600" y="18514"/>
                  </a:cubicBezTo>
                  <a:cubicBezTo>
                    <a:pt x="21600" y="16663"/>
                    <a:pt x="19872" y="15429"/>
                    <a:pt x="17280" y="1542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786" name="Group 6786"/>
          <p:cNvGrpSpPr/>
          <p:nvPr/>
        </p:nvGrpSpPr>
        <p:grpSpPr>
          <a:xfrm>
            <a:off x="17841248" y="11322970"/>
            <a:ext cx="1043251" cy="928557"/>
            <a:chOff x="0" y="0"/>
            <a:chExt cx="1043249" cy="928556"/>
          </a:xfrm>
        </p:grpSpPr>
        <p:sp>
          <p:nvSpPr>
            <p:cNvPr id="6776" name="Shape 6776"/>
            <p:cNvSpPr/>
            <p:nvPr/>
          </p:nvSpPr>
          <p:spPr>
            <a:xfrm rot="7782">
              <a:off x="1046" y="1177"/>
              <a:ext cx="1041158" cy="9262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26" y="776"/>
                  </a:moveTo>
                  <a:cubicBezTo>
                    <a:pt x="20911" y="776"/>
                    <a:pt x="18498" y="0"/>
                    <a:pt x="15970" y="0"/>
                  </a:cubicBezTo>
                  <a:cubicBezTo>
                    <a:pt x="14821" y="0"/>
                    <a:pt x="13787" y="129"/>
                    <a:pt x="12868" y="517"/>
                  </a:cubicBezTo>
                  <a:cubicBezTo>
                    <a:pt x="11834" y="905"/>
                    <a:pt x="11145" y="1423"/>
                    <a:pt x="10800" y="2069"/>
                  </a:cubicBezTo>
                  <a:cubicBezTo>
                    <a:pt x="10340" y="1423"/>
                    <a:pt x="9651" y="905"/>
                    <a:pt x="8617" y="517"/>
                  </a:cubicBezTo>
                  <a:cubicBezTo>
                    <a:pt x="7813" y="129"/>
                    <a:pt x="6664" y="0"/>
                    <a:pt x="5515" y="0"/>
                  </a:cubicBezTo>
                  <a:cubicBezTo>
                    <a:pt x="2987" y="0"/>
                    <a:pt x="574" y="776"/>
                    <a:pt x="460" y="776"/>
                  </a:cubicBezTo>
                  <a:cubicBezTo>
                    <a:pt x="0" y="1035"/>
                    <a:pt x="0" y="1035"/>
                    <a:pt x="0" y="1035"/>
                  </a:cubicBezTo>
                  <a:cubicBezTo>
                    <a:pt x="0" y="19789"/>
                    <a:pt x="0" y="19789"/>
                    <a:pt x="0" y="19789"/>
                  </a:cubicBezTo>
                  <a:cubicBezTo>
                    <a:pt x="919" y="19660"/>
                    <a:pt x="919" y="19660"/>
                    <a:pt x="919" y="19660"/>
                  </a:cubicBezTo>
                  <a:cubicBezTo>
                    <a:pt x="3677" y="19143"/>
                    <a:pt x="5400" y="19013"/>
                    <a:pt x="7928" y="19660"/>
                  </a:cubicBezTo>
                  <a:cubicBezTo>
                    <a:pt x="7928" y="19660"/>
                    <a:pt x="9996" y="19919"/>
                    <a:pt x="10800" y="21600"/>
                  </a:cubicBezTo>
                  <a:cubicBezTo>
                    <a:pt x="11489" y="19919"/>
                    <a:pt x="13557" y="19660"/>
                    <a:pt x="13557" y="19660"/>
                  </a:cubicBezTo>
                  <a:cubicBezTo>
                    <a:pt x="16200" y="19013"/>
                    <a:pt x="17809" y="19143"/>
                    <a:pt x="20681" y="19660"/>
                  </a:cubicBezTo>
                  <a:cubicBezTo>
                    <a:pt x="21600" y="19789"/>
                    <a:pt x="21600" y="19789"/>
                    <a:pt x="21600" y="19789"/>
                  </a:cubicBezTo>
                  <a:cubicBezTo>
                    <a:pt x="21600" y="1035"/>
                    <a:pt x="21600" y="1035"/>
                    <a:pt x="21600" y="1035"/>
                  </a:cubicBezTo>
                  <a:lnTo>
                    <a:pt x="21026" y="776"/>
                  </a:lnTo>
                  <a:close/>
                  <a:moveTo>
                    <a:pt x="9996" y="18884"/>
                  </a:moveTo>
                  <a:cubicBezTo>
                    <a:pt x="9536" y="18366"/>
                    <a:pt x="8962" y="18108"/>
                    <a:pt x="8502" y="17978"/>
                  </a:cubicBezTo>
                  <a:cubicBezTo>
                    <a:pt x="7468" y="17590"/>
                    <a:pt x="6089" y="17461"/>
                    <a:pt x="5170" y="17461"/>
                  </a:cubicBezTo>
                  <a:cubicBezTo>
                    <a:pt x="4021" y="17461"/>
                    <a:pt x="2757" y="17590"/>
                    <a:pt x="1494" y="17720"/>
                  </a:cubicBezTo>
                  <a:cubicBezTo>
                    <a:pt x="1494" y="2328"/>
                    <a:pt x="1494" y="2328"/>
                    <a:pt x="1494" y="2328"/>
                  </a:cubicBezTo>
                  <a:cubicBezTo>
                    <a:pt x="2298" y="2069"/>
                    <a:pt x="3906" y="1681"/>
                    <a:pt x="5515" y="1681"/>
                  </a:cubicBezTo>
                  <a:cubicBezTo>
                    <a:pt x="6549" y="1681"/>
                    <a:pt x="7353" y="1940"/>
                    <a:pt x="8043" y="2199"/>
                  </a:cubicBezTo>
                  <a:cubicBezTo>
                    <a:pt x="9651" y="2716"/>
                    <a:pt x="9881" y="3622"/>
                    <a:pt x="9996" y="4268"/>
                  </a:cubicBezTo>
                  <a:cubicBezTo>
                    <a:pt x="9996" y="4398"/>
                    <a:pt x="9996" y="4398"/>
                    <a:pt x="9996" y="4527"/>
                  </a:cubicBezTo>
                  <a:cubicBezTo>
                    <a:pt x="9996" y="18237"/>
                    <a:pt x="9996" y="18237"/>
                    <a:pt x="9996" y="18237"/>
                  </a:cubicBezTo>
                  <a:cubicBezTo>
                    <a:pt x="9996" y="18237"/>
                    <a:pt x="9996" y="18237"/>
                    <a:pt x="9996" y="18237"/>
                  </a:cubicBezTo>
                  <a:lnTo>
                    <a:pt x="9996" y="18884"/>
                  </a:lnTo>
                  <a:close/>
                  <a:moveTo>
                    <a:pt x="19991" y="17720"/>
                  </a:moveTo>
                  <a:cubicBezTo>
                    <a:pt x="18728" y="17590"/>
                    <a:pt x="17579" y="17461"/>
                    <a:pt x="16430" y="17461"/>
                  </a:cubicBezTo>
                  <a:cubicBezTo>
                    <a:pt x="15396" y="17461"/>
                    <a:pt x="14017" y="17590"/>
                    <a:pt x="12983" y="17978"/>
                  </a:cubicBezTo>
                  <a:cubicBezTo>
                    <a:pt x="12523" y="18108"/>
                    <a:pt x="12064" y="18366"/>
                    <a:pt x="11489" y="18884"/>
                  </a:cubicBezTo>
                  <a:cubicBezTo>
                    <a:pt x="11489" y="18237"/>
                    <a:pt x="11489" y="18237"/>
                    <a:pt x="11489" y="18237"/>
                  </a:cubicBezTo>
                  <a:cubicBezTo>
                    <a:pt x="11489" y="18237"/>
                    <a:pt x="11489" y="18237"/>
                    <a:pt x="11489" y="18237"/>
                  </a:cubicBezTo>
                  <a:cubicBezTo>
                    <a:pt x="11489" y="4527"/>
                    <a:pt x="11489" y="4527"/>
                    <a:pt x="11489" y="4527"/>
                  </a:cubicBezTo>
                  <a:cubicBezTo>
                    <a:pt x="11489" y="4398"/>
                    <a:pt x="11489" y="4398"/>
                    <a:pt x="11489" y="4268"/>
                  </a:cubicBezTo>
                  <a:cubicBezTo>
                    <a:pt x="11604" y="3622"/>
                    <a:pt x="11949" y="2716"/>
                    <a:pt x="13443" y="2199"/>
                  </a:cubicBezTo>
                  <a:cubicBezTo>
                    <a:pt x="14132" y="1940"/>
                    <a:pt x="14936" y="1681"/>
                    <a:pt x="15970" y="1681"/>
                  </a:cubicBezTo>
                  <a:cubicBezTo>
                    <a:pt x="17579" y="1681"/>
                    <a:pt x="19187" y="2069"/>
                    <a:pt x="19991" y="2328"/>
                  </a:cubicBezTo>
                  <a:lnTo>
                    <a:pt x="19991" y="1772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77" name="Shape 6777"/>
            <p:cNvSpPr/>
            <p:nvPr/>
          </p:nvSpPr>
          <p:spPr>
            <a:xfrm rot="7782">
              <a:off x="129706" y="167027"/>
              <a:ext cx="297498" cy="93069"/>
            </a:xfrm>
            <a:custGeom>
              <a:avLst/>
              <a:gdLst/>
              <a:ahLst/>
              <a:cxnLst>
                <a:cxn ang="0">
                  <a:pos x="wd2" y="hd2"/>
                </a:cxn>
                <a:cxn ang="5400000">
                  <a:pos x="wd2" y="hd2"/>
                </a:cxn>
                <a:cxn ang="10800000">
                  <a:pos x="wd2" y="hd2"/>
                </a:cxn>
                <a:cxn ang="16200000">
                  <a:pos x="wd2" y="hd2"/>
                </a:cxn>
              </a:cxnLst>
              <a:rect l="0" t="0" r="r" b="b"/>
              <a:pathLst>
                <a:path w="21500" h="18547" fill="norm" stroke="1" extrusionOk="0">
                  <a:moveTo>
                    <a:pt x="800" y="4507"/>
                  </a:moveTo>
                  <a:cubicBezTo>
                    <a:pt x="0" y="4507"/>
                    <a:pt x="0" y="6667"/>
                    <a:pt x="0" y="8827"/>
                  </a:cubicBezTo>
                  <a:cubicBezTo>
                    <a:pt x="400" y="10987"/>
                    <a:pt x="1200" y="12067"/>
                    <a:pt x="2000" y="10987"/>
                  </a:cubicBezTo>
                  <a:cubicBezTo>
                    <a:pt x="7200" y="5587"/>
                    <a:pt x="14400" y="4507"/>
                    <a:pt x="19200" y="17467"/>
                  </a:cubicBezTo>
                  <a:cubicBezTo>
                    <a:pt x="19600" y="18547"/>
                    <a:pt x="20000" y="18547"/>
                    <a:pt x="20000" y="18547"/>
                  </a:cubicBezTo>
                  <a:cubicBezTo>
                    <a:pt x="20400" y="18547"/>
                    <a:pt x="20800" y="18547"/>
                    <a:pt x="21200" y="17467"/>
                  </a:cubicBezTo>
                  <a:cubicBezTo>
                    <a:pt x="21600" y="16387"/>
                    <a:pt x="21600" y="13147"/>
                    <a:pt x="21200" y="12067"/>
                  </a:cubicBezTo>
                  <a:cubicBezTo>
                    <a:pt x="15200" y="-3053"/>
                    <a:pt x="6800" y="-1973"/>
                    <a:pt x="800" y="450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78" name="Shape 6778"/>
            <p:cNvSpPr/>
            <p:nvPr/>
          </p:nvSpPr>
          <p:spPr>
            <a:xfrm rot="7782">
              <a:off x="129468" y="272522"/>
              <a:ext cx="297497" cy="92674"/>
            </a:xfrm>
            <a:custGeom>
              <a:avLst/>
              <a:gdLst/>
              <a:ahLst/>
              <a:cxnLst>
                <a:cxn ang="0">
                  <a:pos x="wd2" y="hd2"/>
                </a:cxn>
                <a:cxn ang="5400000">
                  <a:pos x="wd2" y="hd2"/>
                </a:cxn>
                <a:cxn ang="10800000">
                  <a:pos x="wd2" y="hd2"/>
                </a:cxn>
                <a:cxn ang="16200000">
                  <a:pos x="wd2" y="hd2"/>
                </a:cxn>
              </a:cxnLst>
              <a:rect l="0" t="0" r="r" b="b"/>
              <a:pathLst>
                <a:path w="21500" h="18469" fill="norm" stroke="1" extrusionOk="0">
                  <a:moveTo>
                    <a:pt x="800" y="4429"/>
                  </a:moveTo>
                  <a:cubicBezTo>
                    <a:pt x="0" y="5509"/>
                    <a:pt x="0" y="7669"/>
                    <a:pt x="0" y="8749"/>
                  </a:cubicBezTo>
                  <a:cubicBezTo>
                    <a:pt x="400" y="10909"/>
                    <a:pt x="1200" y="11989"/>
                    <a:pt x="2000" y="10909"/>
                  </a:cubicBezTo>
                  <a:cubicBezTo>
                    <a:pt x="7200" y="5509"/>
                    <a:pt x="14400" y="4429"/>
                    <a:pt x="19200" y="17389"/>
                  </a:cubicBezTo>
                  <a:cubicBezTo>
                    <a:pt x="19600" y="18469"/>
                    <a:pt x="20000" y="18469"/>
                    <a:pt x="20000" y="18469"/>
                  </a:cubicBezTo>
                  <a:cubicBezTo>
                    <a:pt x="20400" y="18469"/>
                    <a:pt x="20800" y="18469"/>
                    <a:pt x="21200" y="17389"/>
                  </a:cubicBezTo>
                  <a:cubicBezTo>
                    <a:pt x="21600" y="16309"/>
                    <a:pt x="21600" y="14149"/>
                    <a:pt x="21200" y="13069"/>
                  </a:cubicBezTo>
                  <a:cubicBezTo>
                    <a:pt x="15200" y="-3131"/>
                    <a:pt x="6800" y="-2051"/>
                    <a:pt x="800" y="442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79" name="Shape 6779"/>
            <p:cNvSpPr/>
            <p:nvPr/>
          </p:nvSpPr>
          <p:spPr>
            <a:xfrm rot="7782">
              <a:off x="129220" y="379843"/>
              <a:ext cx="297497" cy="97021"/>
            </a:xfrm>
            <a:custGeom>
              <a:avLst/>
              <a:gdLst/>
              <a:ahLst/>
              <a:cxnLst>
                <a:cxn ang="0">
                  <a:pos x="wd2" y="hd2"/>
                </a:cxn>
                <a:cxn ang="5400000">
                  <a:pos x="wd2" y="hd2"/>
                </a:cxn>
                <a:cxn ang="10800000">
                  <a:pos x="wd2" y="hd2"/>
                </a:cxn>
                <a:cxn ang="16200000">
                  <a:pos x="wd2" y="hd2"/>
                </a:cxn>
              </a:cxnLst>
              <a:rect l="0" t="0" r="r" b="b"/>
              <a:pathLst>
                <a:path w="21500" h="18766" fill="norm" stroke="1" extrusionOk="0">
                  <a:moveTo>
                    <a:pt x="800" y="3646"/>
                  </a:moveTo>
                  <a:cubicBezTo>
                    <a:pt x="0" y="4726"/>
                    <a:pt x="0" y="6886"/>
                    <a:pt x="0" y="9046"/>
                  </a:cubicBezTo>
                  <a:cubicBezTo>
                    <a:pt x="400" y="11206"/>
                    <a:pt x="1200" y="11206"/>
                    <a:pt x="2000" y="11206"/>
                  </a:cubicBezTo>
                  <a:cubicBezTo>
                    <a:pt x="7200" y="5806"/>
                    <a:pt x="14400" y="4726"/>
                    <a:pt x="19200" y="17686"/>
                  </a:cubicBezTo>
                  <a:cubicBezTo>
                    <a:pt x="19600" y="17686"/>
                    <a:pt x="20000" y="18766"/>
                    <a:pt x="20000" y="18766"/>
                  </a:cubicBezTo>
                  <a:cubicBezTo>
                    <a:pt x="20400" y="18766"/>
                    <a:pt x="20800" y="17686"/>
                    <a:pt x="21200" y="17686"/>
                  </a:cubicBezTo>
                  <a:cubicBezTo>
                    <a:pt x="21600" y="15526"/>
                    <a:pt x="21600" y="13366"/>
                    <a:pt x="21200" y="12286"/>
                  </a:cubicBezTo>
                  <a:cubicBezTo>
                    <a:pt x="15200" y="-2834"/>
                    <a:pt x="6800" y="-1754"/>
                    <a:pt x="800" y="364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0" name="Shape 6780"/>
            <p:cNvSpPr/>
            <p:nvPr/>
          </p:nvSpPr>
          <p:spPr>
            <a:xfrm rot="7782">
              <a:off x="128981" y="486077"/>
              <a:ext cx="297497" cy="95887"/>
            </a:xfrm>
            <a:custGeom>
              <a:avLst/>
              <a:gdLst/>
              <a:ahLst/>
              <a:cxnLst>
                <a:cxn ang="0">
                  <a:pos x="wd2" y="hd2"/>
                </a:cxn>
                <a:cxn ang="5400000">
                  <a:pos x="wd2" y="hd2"/>
                </a:cxn>
                <a:cxn ang="10800000">
                  <a:pos x="wd2" y="hd2"/>
                </a:cxn>
                <a:cxn ang="16200000">
                  <a:pos x="wd2" y="hd2"/>
                </a:cxn>
              </a:cxnLst>
              <a:rect l="0" t="0" r="r" b="b"/>
              <a:pathLst>
                <a:path w="21500" h="18547" fill="norm" stroke="1" extrusionOk="0">
                  <a:moveTo>
                    <a:pt x="800" y="4507"/>
                  </a:moveTo>
                  <a:cubicBezTo>
                    <a:pt x="0" y="5587"/>
                    <a:pt x="0" y="7747"/>
                    <a:pt x="0" y="8827"/>
                  </a:cubicBezTo>
                  <a:cubicBezTo>
                    <a:pt x="400" y="10987"/>
                    <a:pt x="1200" y="12067"/>
                    <a:pt x="2000" y="10987"/>
                  </a:cubicBezTo>
                  <a:cubicBezTo>
                    <a:pt x="7200" y="5587"/>
                    <a:pt x="14400" y="4507"/>
                    <a:pt x="19200" y="17467"/>
                  </a:cubicBezTo>
                  <a:cubicBezTo>
                    <a:pt x="19600" y="18547"/>
                    <a:pt x="20000" y="18547"/>
                    <a:pt x="20000" y="18547"/>
                  </a:cubicBezTo>
                  <a:cubicBezTo>
                    <a:pt x="20400" y="18547"/>
                    <a:pt x="20800" y="18547"/>
                    <a:pt x="21200" y="17467"/>
                  </a:cubicBezTo>
                  <a:cubicBezTo>
                    <a:pt x="21600" y="16387"/>
                    <a:pt x="21600" y="14227"/>
                    <a:pt x="21200" y="12067"/>
                  </a:cubicBezTo>
                  <a:cubicBezTo>
                    <a:pt x="15200" y="-3053"/>
                    <a:pt x="6800" y="-1973"/>
                    <a:pt x="800" y="450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1" name="Shape 6781"/>
            <p:cNvSpPr/>
            <p:nvPr/>
          </p:nvSpPr>
          <p:spPr>
            <a:xfrm rot="7782">
              <a:off x="128732" y="594114"/>
              <a:ext cx="297498" cy="99520"/>
            </a:xfrm>
            <a:custGeom>
              <a:avLst/>
              <a:gdLst/>
              <a:ahLst/>
              <a:cxnLst>
                <a:cxn ang="0">
                  <a:pos x="wd2" y="hd2"/>
                </a:cxn>
                <a:cxn ang="5400000">
                  <a:pos x="wd2" y="hd2"/>
                </a:cxn>
                <a:cxn ang="10800000">
                  <a:pos x="wd2" y="hd2"/>
                </a:cxn>
                <a:cxn ang="16200000">
                  <a:pos x="wd2" y="hd2"/>
                </a:cxn>
              </a:cxnLst>
              <a:rect l="0" t="0" r="r" b="b"/>
              <a:pathLst>
                <a:path w="21500" h="18180" fill="norm" stroke="1" extrusionOk="0">
                  <a:moveTo>
                    <a:pt x="800" y="3780"/>
                  </a:moveTo>
                  <a:cubicBezTo>
                    <a:pt x="0" y="4809"/>
                    <a:pt x="0" y="6866"/>
                    <a:pt x="0" y="8923"/>
                  </a:cubicBezTo>
                  <a:cubicBezTo>
                    <a:pt x="400" y="9951"/>
                    <a:pt x="1200" y="10980"/>
                    <a:pt x="2000" y="10980"/>
                  </a:cubicBezTo>
                  <a:cubicBezTo>
                    <a:pt x="7200" y="5837"/>
                    <a:pt x="14400" y="3780"/>
                    <a:pt x="19200" y="17151"/>
                  </a:cubicBezTo>
                  <a:cubicBezTo>
                    <a:pt x="19600" y="17151"/>
                    <a:pt x="20000" y="18180"/>
                    <a:pt x="20000" y="18180"/>
                  </a:cubicBezTo>
                  <a:cubicBezTo>
                    <a:pt x="20400" y="18180"/>
                    <a:pt x="20800" y="17151"/>
                    <a:pt x="21200" y="17151"/>
                  </a:cubicBezTo>
                  <a:cubicBezTo>
                    <a:pt x="21600" y="15094"/>
                    <a:pt x="21600" y="13037"/>
                    <a:pt x="21200" y="12009"/>
                  </a:cubicBezTo>
                  <a:cubicBezTo>
                    <a:pt x="15200" y="-3420"/>
                    <a:pt x="6800" y="-1363"/>
                    <a:pt x="800" y="37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2" name="Shape 6782"/>
            <p:cNvSpPr/>
            <p:nvPr/>
          </p:nvSpPr>
          <p:spPr>
            <a:xfrm rot="7782">
              <a:off x="613885" y="168123"/>
              <a:ext cx="297455" cy="93069"/>
            </a:xfrm>
            <a:custGeom>
              <a:avLst/>
              <a:gdLst/>
              <a:ahLst/>
              <a:cxnLst>
                <a:cxn ang="0">
                  <a:pos x="wd2" y="hd2"/>
                </a:cxn>
                <a:cxn ang="5400000">
                  <a:pos x="wd2" y="hd2"/>
                </a:cxn>
                <a:cxn ang="10800000">
                  <a:pos x="wd2" y="hd2"/>
                </a:cxn>
                <a:cxn ang="16200000">
                  <a:pos x="wd2" y="hd2"/>
                </a:cxn>
              </a:cxnLst>
              <a:rect l="0" t="0" r="r" b="b"/>
              <a:pathLst>
                <a:path w="21263" h="18547" fill="norm" stroke="1" extrusionOk="0">
                  <a:moveTo>
                    <a:pt x="295" y="17467"/>
                  </a:moveTo>
                  <a:cubicBezTo>
                    <a:pt x="687" y="18547"/>
                    <a:pt x="1080" y="18547"/>
                    <a:pt x="1473" y="18547"/>
                  </a:cubicBezTo>
                  <a:cubicBezTo>
                    <a:pt x="1866" y="18547"/>
                    <a:pt x="1866" y="18547"/>
                    <a:pt x="2258" y="17467"/>
                  </a:cubicBezTo>
                  <a:cubicBezTo>
                    <a:pt x="6971" y="4507"/>
                    <a:pt x="14433" y="5587"/>
                    <a:pt x="19538" y="10987"/>
                  </a:cubicBezTo>
                  <a:cubicBezTo>
                    <a:pt x="19931" y="12067"/>
                    <a:pt x="20717" y="10987"/>
                    <a:pt x="21109" y="8827"/>
                  </a:cubicBezTo>
                  <a:cubicBezTo>
                    <a:pt x="21502" y="6667"/>
                    <a:pt x="21109" y="4507"/>
                    <a:pt x="20324" y="4507"/>
                  </a:cubicBezTo>
                  <a:cubicBezTo>
                    <a:pt x="14433" y="-1973"/>
                    <a:pt x="6186" y="-3053"/>
                    <a:pt x="295" y="12067"/>
                  </a:cubicBezTo>
                  <a:cubicBezTo>
                    <a:pt x="-98" y="13147"/>
                    <a:pt x="-98" y="16387"/>
                    <a:pt x="295" y="1746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3" name="Shape 6783"/>
            <p:cNvSpPr/>
            <p:nvPr/>
          </p:nvSpPr>
          <p:spPr>
            <a:xfrm rot="7782">
              <a:off x="613647" y="273618"/>
              <a:ext cx="297454" cy="92674"/>
            </a:xfrm>
            <a:custGeom>
              <a:avLst/>
              <a:gdLst/>
              <a:ahLst/>
              <a:cxnLst>
                <a:cxn ang="0">
                  <a:pos x="wd2" y="hd2"/>
                </a:cxn>
                <a:cxn ang="5400000">
                  <a:pos x="wd2" y="hd2"/>
                </a:cxn>
                <a:cxn ang="10800000">
                  <a:pos x="wd2" y="hd2"/>
                </a:cxn>
                <a:cxn ang="16200000">
                  <a:pos x="wd2" y="hd2"/>
                </a:cxn>
              </a:cxnLst>
              <a:rect l="0" t="0" r="r" b="b"/>
              <a:pathLst>
                <a:path w="21263" h="18469" fill="norm" stroke="1" extrusionOk="0">
                  <a:moveTo>
                    <a:pt x="20324" y="4429"/>
                  </a:moveTo>
                  <a:cubicBezTo>
                    <a:pt x="14433" y="-2051"/>
                    <a:pt x="6186" y="-3131"/>
                    <a:pt x="295" y="13069"/>
                  </a:cubicBezTo>
                  <a:cubicBezTo>
                    <a:pt x="-98" y="14149"/>
                    <a:pt x="-98" y="16309"/>
                    <a:pt x="295" y="17389"/>
                  </a:cubicBezTo>
                  <a:cubicBezTo>
                    <a:pt x="687" y="18469"/>
                    <a:pt x="1080" y="18469"/>
                    <a:pt x="1473" y="18469"/>
                  </a:cubicBezTo>
                  <a:cubicBezTo>
                    <a:pt x="1866" y="18469"/>
                    <a:pt x="1866" y="18469"/>
                    <a:pt x="2258" y="17389"/>
                  </a:cubicBezTo>
                  <a:cubicBezTo>
                    <a:pt x="6971" y="4429"/>
                    <a:pt x="14433" y="5509"/>
                    <a:pt x="19538" y="10909"/>
                  </a:cubicBezTo>
                  <a:cubicBezTo>
                    <a:pt x="19931" y="11989"/>
                    <a:pt x="20717" y="10909"/>
                    <a:pt x="21109" y="8749"/>
                  </a:cubicBezTo>
                  <a:cubicBezTo>
                    <a:pt x="21502" y="7669"/>
                    <a:pt x="21109" y="5509"/>
                    <a:pt x="20324" y="442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4" name="Shape 6784"/>
            <p:cNvSpPr/>
            <p:nvPr/>
          </p:nvSpPr>
          <p:spPr>
            <a:xfrm rot="7782">
              <a:off x="613399" y="380939"/>
              <a:ext cx="297454" cy="97021"/>
            </a:xfrm>
            <a:custGeom>
              <a:avLst/>
              <a:gdLst/>
              <a:ahLst/>
              <a:cxnLst>
                <a:cxn ang="0">
                  <a:pos x="wd2" y="hd2"/>
                </a:cxn>
                <a:cxn ang="5400000">
                  <a:pos x="wd2" y="hd2"/>
                </a:cxn>
                <a:cxn ang="10800000">
                  <a:pos x="wd2" y="hd2"/>
                </a:cxn>
                <a:cxn ang="16200000">
                  <a:pos x="wd2" y="hd2"/>
                </a:cxn>
              </a:cxnLst>
              <a:rect l="0" t="0" r="r" b="b"/>
              <a:pathLst>
                <a:path w="21263" h="18766" fill="norm" stroke="1" extrusionOk="0">
                  <a:moveTo>
                    <a:pt x="20324" y="3646"/>
                  </a:moveTo>
                  <a:cubicBezTo>
                    <a:pt x="14433" y="-1754"/>
                    <a:pt x="6186" y="-2834"/>
                    <a:pt x="295" y="12286"/>
                  </a:cubicBezTo>
                  <a:cubicBezTo>
                    <a:pt x="-98" y="13366"/>
                    <a:pt x="-98" y="15526"/>
                    <a:pt x="295" y="17686"/>
                  </a:cubicBezTo>
                  <a:cubicBezTo>
                    <a:pt x="687" y="17686"/>
                    <a:pt x="1080" y="18766"/>
                    <a:pt x="1473" y="18766"/>
                  </a:cubicBezTo>
                  <a:cubicBezTo>
                    <a:pt x="1866" y="18766"/>
                    <a:pt x="1866" y="17686"/>
                    <a:pt x="2258" y="17686"/>
                  </a:cubicBezTo>
                  <a:cubicBezTo>
                    <a:pt x="6971" y="4726"/>
                    <a:pt x="14433" y="5806"/>
                    <a:pt x="19538" y="11206"/>
                  </a:cubicBezTo>
                  <a:cubicBezTo>
                    <a:pt x="19931" y="11206"/>
                    <a:pt x="20717" y="11206"/>
                    <a:pt x="21109" y="9046"/>
                  </a:cubicBezTo>
                  <a:cubicBezTo>
                    <a:pt x="21502" y="6886"/>
                    <a:pt x="21109" y="4726"/>
                    <a:pt x="20324" y="364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5" name="Shape 6785"/>
            <p:cNvSpPr/>
            <p:nvPr/>
          </p:nvSpPr>
          <p:spPr>
            <a:xfrm rot="7782">
              <a:off x="613160" y="487173"/>
              <a:ext cx="297454" cy="95887"/>
            </a:xfrm>
            <a:custGeom>
              <a:avLst/>
              <a:gdLst/>
              <a:ahLst/>
              <a:cxnLst>
                <a:cxn ang="0">
                  <a:pos x="wd2" y="hd2"/>
                </a:cxn>
                <a:cxn ang="5400000">
                  <a:pos x="wd2" y="hd2"/>
                </a:cxn>
                <a:cxn ang="10800000">
                  <a:pos x="wd2" y="hd2"/>
                </a:cxn>
                <a:cxn ang="16200000">
                  <a:pos x="wd2" y="hd2"/>
                </a:cxn>
              </a:cxnLst>
              <a:rect l="0" t="0" r="r" b="b"/>
              <a:pathLst>
                <a:path w="21263" h="18547" fill="norm" stroke="1" extrusionOk="0">
                  <a:moveTo>
                    <a:pt x="20324" y="4507"/>
                  </a:moveTo>
                  <a:cubicBezTo>
                    <a:pt x="14433" y="-1973"/>
                    <a:pt x="6186" y="-3053"/>
                    <a:pt x="295" y="12067"/>
                  </a:cubicBezTo>
                  <a:cubicBezTo>
                    <a:pt x="-98" y="14227"/>
                    <a:pt x="-98" y="16387"/>
                    <a:pt x="295" y="17467"/>
                  </a:cubicBezTo>
                  <a:cubicBezTo>
                    <a:pt x="687" y="18547"/>
                    <a:pt x="1080" y="18547"/>
                    <a:pt x="1473" y="18547"/>
                  </a:cubicBezTo>
                  <a:cubicBezTo>
                    <a:pt x="1866" y="18547"/>
                    <a:pt x="1866" y="18547"/>
                    <a:pt x="2258" y="17467"/>
                  </a:cubicBezTo>
                  <a:cubicBezTo>
                    <a:pt x="6971" y="4507"/>
                    <a:pt x="14433" y="5587"/>
                    <a:pt x="19538" y="10987"/>
                  </a:cubicBezTo>
                  <a:cubicBezTo>
                    <a:pt x="19931" y="12067"/>
                    <a:pt x="20717" y="10987"/>
                    <a:pt x="21109" y="8827"/>
                  </a:cubicBezTo>
                  <a:cubicBezTo>
                    <a:pt x="21502" y="7747"/>
                    <a:pt x="21109" y="5587"/>
                    <a:pt x="20324" y="450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787" name="Shape 6787"/>
          <p:cNvSpPr/>
          <p:nvPr/>
        </p:nvSpPr>
        <p:spPr>
          <a:xfrm rot="7782">
            <a:off x="19259543" y="11147909"/>
            <a:ext cx="853993" cy="11842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147" y="0"/>
                </a:moveTo>
                <a:lnTo>
                  <a:pt x="0" y="3187"/>
                </a:lnTo>
                <a:lnTo>
                  <a:pt x="12453" y="21600"/>
                </a:lnTo>
                <a:lnTo>
                  <a:pt x="21600" y="18464"/>
                </a:lnTo>
                <a:lnTo>
                  <a:pt x="9147" y="0"/>
                </a:lnTo>
                <a:close/>
                <a:moveTo>
                  <a:pt x="8865" y="1922"/>
                </a:moveTo>
                <a:lnTo>
                  <a:pt x="7247" y="2479"/>
                </a:lnTo>
                <a:lnTo>
                  <a:pt x="7950" y="3592"/>
                </a:lnTo>
                <a:lnTo>
                  <a:pt x="9569" y="2985"/>
                </a:lnTo>
                <a:lnTo>
                  <a:pt x="10061" y="3693"/>
                </a:lnTo>
                <a:lnTo>
                  <a:pt x="6473" y="4957"/>
                </a:lnTo>
                <a:lnTo>
                  <a:pt x="7247" y="5969"/>
                </a:lnTo>
                <a:lnTo>
                  <a:pt x="10765" y="4806"/>
                </a:lnTo>
                <a:lnTo>
                  <a:pt x="11257" y="5463"/>
                </a:lnTo>
                <a:lnTo>
                  <a:pt x="9569" y="6070"/>
                </a:lnTo>
                <a:lnTo>
                  <a:pt x="10272" y="7183"/>
                </a:lnTo>
                <a:lnTo>
                  <a:pt x="12102" y="6576"/>
                </a:lnTo>
                <a:lnTo>
                  <a:pt x="12594" y="7284"/>
                </a:lnTo>
                <a:lnTo>
                  <a:pt x="9006" y="8549"/>
                </a:lnTo>
                <a:lnTo>
                  <a:pt x="9709" y="9662"/>
                </a:lnTo>
                <a:lnTo>
                  <a:pt x="13298" y="8397"/>
                </a:lnTo>
                <a:lnTo>
                  <a:pt x="13720" y="9055"/>
                </a:lnTo>
                <a:lnTo>
                  <a:pt x="12102" y="9662"/>
                </a:lnTo>
                <a:lnTo>
                  <a:pt x="12805" y="10775"/>
                </a:lnTo>
                <a:lnTo>
                  <a:pt x="14494" y="10168"/>
                </a:lnTo>
                <a:lnTo>
                  <a:pt x="14916" y="10926"/>
                </a:lnTo>
                <a:lnTo>
                  <a:pt x="11398" y="12141"/>
                </a:lnTo>
                <a:lnTo>
                  <a:pt x="12242" y="13253"/>
                </a:lnTo>
                <a:lnTo>
                  <a:pt x="15760" y="11989"/>
                </a:lnTo>
                <a:lnTo>
                  <a:pt x="16253" y="12748"/>
                </a:lnTo>
                <a:lnTo>
                  <a:pt x="14494" y="13355"/>
                </a:lnTo>
                <a:lnTo>
                  <a:pt x="15268" y="14366"/>
                </a:lnTo>
                <a:lnTo>
                  <a:pt x="16956" y="13860"/>
                </a:lnTo>
                <a:lnTo>
                  <a:pt x="17449" y="14518"/>
                </a:lnTo>
                <a:lnTo>
                  <a:pt x="13861" y="15732"/>
                </a:lnTo>
                <a:lnTo>
                  <a:pt x="14564" y="16845"/>
                </a:lnTo>
                <a:lnTo>
                  <a:pt x="18152" y="15631"/>
                </a:lnTo>
                <a:lnTo>
                  <a:pt x="18645" y="16339"/>
                </a:lnTo>
                <a:lnTo>
                  <a:pt x="16956" y="16896"/>
                </a:lnTo>
                <a:lnTo>
                  <a:pt x="17660" y="18008"/>
                </a:lnTo>
                <a:lnTo>
                  <a:pt x="19419" y="17401"/>
                </a:lnTo>
                <a:lnTo>
                  <a:pt x="19841" y="18008"/>
                </a:lnTo>
                <a:lnTo>
                  <a:pt x="13157" y="20335"/>
                </a:lnTo>
                <a:lnTo>
                  <a:pt x="1759" y="3592"/>
                </a:lnTo>
                <a:lnTo>
                  <a:pt x="8373" y="1315"/>
                </a:lnTo>
                <a:lnTo>
                  <a:pt x="8865" y="1922"/>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790" name="Group 6790"/>
          <p:cNvGrpSpPr/>
          <p:nvPr/>
        </p:nvGrpSpPr>
        <p:grpSpPr>
          <a:xfrm>
            <a:off x="20490701" y="11381142"/>
            <a:ext cx="919063" cy="852203"/>
            <a:chOff x="0" y="0"/>
            <a:chExt cx="919062" cy="852201"/>
          </a:xfrm>
        </p:grpSpPr>
        <p:sp>
          <p:nvSpPr>
            <p:cNvPr id="6788" name="Shape 6788"/>
            <p:cNvSpPr/>
            <p:nvPr/>
          </p:nvSpPr>
          <p:spPr>
            <a:xfrm rot="7782">
              <a:off x="122818" y="728357"/>
              <a:ext cx="671375" cy="1230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96" y="0"/>
                  </a:moveTo>
                  <a:cubicBezTo>
                    <a:pt x="304" y="0"/>
                    <a:pt x="304" y="0"/>
                    <a:pt x="304" y="0"/>
                  </a:cubicBezTo>
                  <a:cubicBezTo>
                    <a:pt x="304" y="0"/>
                    <a:pt x="0" y="1662"/>
                    <a:pt x="0" y="3323"/>
                  </a:cubicBezTo>
                  <a:cubicBezTo>
                    <a:pt x="0" y="19938"/>
                    <a:pt x="0" y="19938"/>
                    <a:pt x="0" y="19938"/>
                  </a:cubicBezTo>
                  <a:cubicBezTo>
                    <a:pt x="0" y="21600"/>
                    <a:pt x="304" y="21600"/>
                    <a:pt x="304" y="21600"/>
                  </a:cubicBezTo>
                  <a:cubicBezTo>
                    <a:pt x="21296" y="21600"/>
                    <a:pt x="21296" y="21600"/>
                    <a:pt x="21296" y="21600"/>
                  </a:cubicBezTo>
                  <a:cubicBezTo>
                    <a:pt x="21600" y="21600"/>
                    <a:pt x="21600" y="21600"/>
                    <a:pt x="21600" y="19938"/>
                  </a:cubicBezTo>
                  <a:cubicBezTo>
                    <a:pt x="21600" y="3323"/>
                    <a:pt x="21600" y="3323"/>
                    <a:pt x="21600" y="3323"/>
                  </a:cubicBezTo>
                  <a:cubicBezTo>
                    <a:pt x="21600" y="1662"/>
                    <a:pt x="21600" y="0"/>
                    <a:pt x="21296"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89" name="Shape 6789"/>
            <p:cNvSpPr/>
            <p:nvPr/>
          </p:nvSpPr>
          <p:spPr>
            <a:xfrm rot="7782">
              <a:off x="758" y="1037"/>
              <a:ext cx="917546" cy="6713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738"/>
                  </a:moveTo>
                  <a:cubicBezTo>
                    <a:pt x="21600" y="1217"/>
                    <a:pt x="20709" y="0"/>
                    <a:pt x="19596" y="0"/>
                  </a:cubicBezTo>
                  <a:cubicBezTo>
                    <a:pt x="18260" y="0"/>
                    <a:pt x="17369" y="1217"/>
                    <a:pt x="17369" y="2738"/>
                  </a:cubicBezTo>
                  <a:cubicBezTo>
                    <a:pt x="17369" y="3955"/>
                    <a:pt x="17814" y="4868"/>
                    <a:pt x="18260" y="5172"/>
                  </a:cubicBezTo>
                  <a:cubicBezTo>
                    <a:pt x="14474" y="15820"/>
                    <a:pt x="14474" y="15820"/>
                    <a:pt x="14474" y="15820"/>
                  </a:cubicBezTo>
                  <a:cubicBezTo>
                    <a:pt x="12025" y="5476"/>
                    <a:pt x="12025" y="5476"/>
                    <a:pt x="12025" y="5476"/>
                  </a:cubicBezTo>
                  <a:cubicBezTo>
                    <a:pt x="12693" y="4868"/>
                    <a:pt x="13138" y="3955"/>
                    <a:pt x="13138" y="2738"/>
                  </a:cubicBezTo>
                  <a:cubicBezTo>
                    <a:pt x="13138" y="1217"/>
                    <a:pt x="12025" y="0"/>
                    <a:pt x="10911" y="0"/>
                  </a:cubicBezTo>
                  <a:cubicBezTo>
                    <a:pt x="9575" y="0"/>
                    <a:pt x="8685" y="1217"/>
                    <a:pt x="8685" y="2738"/>
                  </a:cubicBezTo>
                  <a:cubicBezTo>
                    <a:pt x="8685" y="3955"/>
                    <a:pt x="9130" y="4868"/>
                    <a:pt x="9798" y="5476"/>
                  </a:cubicBezTo>
                  <a:cubicBezTo>
                    <a:pt x="7348" y="15820"/>
                    <a:pt x="7348" y="15820"/>
                    <a:pt x="7348" y="15820"/>
                  </a:cubicBezTo>
                  <a:cubicBezTo>
                    <a:pt x="3563" y="5172"/>
                    <a:pt x="3563" y="5172"/>
                    <a:pt x="3563" y="5172"/>
                  </a:cubicBezTo>
                  <a:cubicBezTo>
                    <a:pt x="4008" y="4868"/>
                    <a:pt x="4454" y="3955"/>
                    <a:pt x="4454" y="2738"/>
                  </a:cubicBezTo>
                  <a:cubicBezTo>
                    <a:pt x="4454" y="1217"/>
                    <a:pt x="3340" y="0"/>
                    <a:pt x="2227" y="0"/>
                  </a:cubicBezTo>
                  <a:cubicBezTo>
                    <a:pt x="1113" y="0"/>
                    <a:pt x="0" y="1217"/>
                    <a:pt x="0" y="2738"/>
                  </a:cubicBezTo>
                  <a:cubicBezTo>
                    <a:pt x="0" y="4259"/>
                    <a:pt x="668" y="5476"/>
                    <a:pt x="1559" y="5780"/>
                  </a:cubicBezTo>
                  <a:cubicBezTo>
                    <a:pt x="2895" y="21600"/>
                    <a:pt x="2895" y="21600"/>
                    <a:pt x="2895" y="21600"/>
                  </a:cubicBezTo>
                  <a:cubicBezTo>
                    <a:pt x="18705" y="21600"/>
                    <a:pt x="18705" y="21600"/>
                    <a:pt x="18705" y="21600"/>
                  </a:cubicBezTo>
                  <a:cubicBezTo>
                    <a:pt x="20041" y="5780"/>
                    <a:pt x="20041" y="5780"/>
                    <a:pt x="20041" y="5780"/>
                  </a:cubicBezTo>
                  <a:cubicBezTo>
                    <a:pt x="20932" y="5476"/>
                    <a:pt x="21600" y="4259"/>
                    <a:pt x="21600" y="273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791" name="Shape 6791"/>
          <p:cNvSpPr/>
          <p:nvPr/>
        </p:nvSpPr>
        <p:spPr>
          <a:xfrm rot="7782">
            <a:off x="1927818" y="12612362"/>
            <a:ext cx="927453" cy="8675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79" y="0"/>
                </a:moveTo>
                <a:cubicBezTo>
                  <a:pt x="4060" y="0"/>
                  <a:pt x="0" y="8673"/>
                  <a:pt x="0" y="14400"/>
                </a:cubicBezTo>
                <a:cubicBezTo>
                  <a:pt x="0" y="15873"/>
                  <a:pt x="2681" y="18736"/>
                  <a:pt x="4060" y="14400"/>
                </a:cubicBezTo>
                <a:cubicBezTo>
                  <a:pt x="4672" y="12518"/>
                  <a:pt x="8119" y="13009"/>
                  <a:pt x="8119" y="15873"/>
                </a:cubicBezTo>
                <a:cubicBezTo>
                  <a:pt x="8119" y="19064"/>
                  <a:pt x="9421" y="21600"/>
                  <a:pt x="12179" y="21600"/>
                </a:cubicBezTo>
                <a:cubicBezTo>
                  <a:pt x="20221" y="21600"/>
                  <a:pt x="21600" y="14400"/>
                  <a:pt x="21600" y="10145"/>
                </a:cubicBezTo>
                <a:cubicBezTo>
                  <a:pt x="21600" y="5809"/>
                  <a:pt x="20221" y="0"/>
                  <a:pt x="12179" y="0"/>
                </a:cubicBezTo>
                <a:close/>
                <a:moveTo>
                  <a:pt x="5438" y="10473"/>
                </a:moveTo>
                <a:cubicBezTo>
                  <a:pt x="4443" y="10473"/>
                  <a:pt x="3753" y="9655"/>
                  <a:pt x="3753" y="8673"/>
                </a:cubicBezTo>
                <a:cubicBezTo>
                  <a:pt x="3753" y="7691"/>
                  <a:pt x="4443" y="6873"/>
                  <a:pt x="5438" y="6873"/>
                </a:cubicBezTo>
                <a:cubicBezTo>
                  <a:pt x="6357" y="6873"/>
                  <a:pt x="7123" y="7691"/>
                  <a:pt x="7123" y="8673"/>
                </a:cubicBezTo>
                <a:cubicBezTo>
                  <a:pt x="7123" y="9655"/>
                  <a:pt x="6357" y="10473"/>
                  <a:pt x="5438" y="10473"/>
                </a:cubicBezTo>
                <a:close/>
                <a:moveTo>
                  <a:pt x="8426" y="5073"/>
                </a:moveTo>
                <a:cubicBezTo>
                  <a:pt x="8426" y="4091"/>
                  <a:pt x="9191" y="3273"/>
                  <a:pt x="10111" y="3273"/>
                </a:cubicBezTo>
                <a:cubicBezTo>
                  <a:pt x="11030" y="3273"/>
                  <a:pt x="11796" y="4091"/>
                  <a:pt x="11796" y="5073"/>
                </a:cubicBezTo>
                <a:cubicBezTo>
                  <a:pt x="11796" y="6055"/>
                  <a:pt x="11030" y="6873"/>
                  <a:pt x="10111" y="6873"/>
                </a:cubicBezTo>
                <a:cubicBezTo>
                  <a:pt x="9191" y="6873"/>
                  <a:pt x="8426" y="6055"/>
                  <a:pt x="8426" y="5073"/>
                </a:cubicBezTo>
                <a:close/>
                <a:moveTo>
                  <a:pt x="12791" y="17673"/>
                </a:moveTo>
                <a:cubicBezTo>
                  <a:pt x="11489" y="17673"/>
                  <a:pt x="10494" y="16527"/>
                  <a:pt x="10494" y="15136"/>
                </a:cubicBezTo>
                <a:cubicBezTo>
                  <a:pt x="10494" y="13745"/>
                  <a:pt x="11489" y="12600"/>
                  <a:pt x="12791" y="12600"/>
                </a:cubicBezTo>
                <a:cubicBezTo>
                  <a:pt x="14094" y="12600"/>
                  <a:pt x="15166" y="13745"/>
                  <a:pt x="15166" y="15136"/>
                </a:cubicBezTo>
                <a:cubicBezTo>
                  <a:pt x="15166" y="16527"/>
                  <a:pt x="14094" y="17673"/>
                  <a:pt x="12791" y="17673"/>
                </a:cubicBezTo>
                <a:close/>
                <a:moveTo>
                  <a:pt x="16851" y="13336"/>
                </a:moveTo>
                <a:cubicBezTo>
                  <a:pt x="16315" y="13336"/>
                  <a:pt x="15855" y="12845"/>
                  <a:pt x="15855" y="12273"/>
                </a:cubicBezTo>
                <a:cubicBezTo>
                  <a:pt x="15855" y="11700"/>
                  <a:pt x="16315" y="11209"/>
                  <a:pt x="16851" y="11209"/>
                </a:cubicBezTo>
                <a:cubicBezTo>
                  <a:pt x="17387" y="11209"/>
                  <a:pt x="17847" y="11700"/>
                  <a:pt x="17847" y="12273"/>
                </a:cubicBezTo>
                <a:cubicBezTo>
                  <a:pt x="17847" y="12845"/>
                  <a:pt x="17387" y="13336"/>
                  <a:pt x="16851" y="13336"/>
                </a:cubicBezTo>
                <a:close/>
                <a:moveTo>
                  <a:pt x="15549" y="9000"/>
                </a:moveTo>
                <a:cubicBezTo>
                  <a:pt x="14247" y="9000"/>
                  <a:pt x="13174" y="7936"/>
                  <a:pt x="13174" y="6545"/>
                </a:cubicBezTo>
                <a:cubicBezTo>
                  <a:pt x="13174" y="5155"/>
                  <a:pt x="14247" y="4009"/>
                  <a:pt x="15549" y="4009"/>
                </a:cubicBezTo>
                <a:cubicBezTo>
                  <a:pt x="16851" y="4009"/>
                  <a:pt x="17847" y="5155"/>
                  <a:pt x="17847" y="6545"/>
                </a:cubicBezTo>
                <a:cubicBezTo>
                  <a:pt x="17847" y="7936"/>
                  <a:pt x="16851" y="9000"/>
                  <a:pt x="15549" y="9000"/>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92" name="Shape 6792"/>
          <p:cNvSpPr/>
          <p:nvPr/>
        </p:nvSpPr>
        <p:spPr>
          <a:xfrm rot="7782">
            <a:off x="21514134" y="11380405"/>
            <a:ext cx="1161859" cy="9201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51" y="1800"/>
                </a:moveTo>
                <a:cubicBezTo>
                  <a:pt x="18030" y="1800"/>
                  <a:pt x="18208" y="2025"/>
                  <a:pt x="18387" y="2025"/>
                </a:cubicBezTo>
                <a:cubicBezTo>
                  <a:pt x="19815" y="4050"/>
                  <a:pt x="19815" y="4050"/>
                  <a:pt x="19815" y="4050"/>
                </a:cubicBezTo>
                <a:cubicBezTo>
                  <a:pt x="20172" y="4275"/>
                  <a:pt x="20172" y="4950"/>
                  <a:pt x="19815" y="5175"/>
                </a:cubicBezTo>
                <a:cubicBezTo>
                  <a:pt x="8569" y="19575"/>
                  <a:pt x="8569" y="19575"/>
                  <a:pt x="8569" y="19575"/>
                </a:cubicBezTo>
                <a:cubicBezTo>
                  <a:pt x="8390" y="19800"/>
                  <a:pt x="8212" y="19800"/>
                  <a:pt x="8033" y="19800"/>
                </a:cubicBezTo>
                <a:cubicBezTo>
                  <a:pt x="8033" y="19800"/>
                  <a:pt x="8033" y="19800"/>
                  <a:pt x="8033" y="19800"/>
                </a:cubicBezTo>
                <a:cubicBezTo>
                  <a:pt x="8033" y="19800"/>
                  <a:pt x="8033" y="19800"/>
                  <a:pt x="7855" y="19800"/>
                </a:cubicBezTo>
                <a:cubicBezTo>
                  <a:pt x="7676" y="19800"/>
                  <a:pt x="7498" y="19800"/>
                  <a:pt x="7498" y="19575"/>
                </a:cubicBezTo>
                <a:cubicBezTo>
                  <a:pt x="1785" y="12375"/>
                  <a:pt x="1785" y="12375"/>
                  <a:pt x="1785" y="12375"/>
                </a:cubicBezTo>
                <a:cubicBezTo>
                  <a:pt x="1428" y="11925"/>
                  <a:pt x="1428" y="11475"/>
                  <a:pt x="1785" y="11025"/>
                </a:cubicBezTo>
                <a:cubicBezTo>
                  <a:pt x="3213" y="9225"/>
                  <a:pt x="3213" y="9225"/>
                  <a:pt x="3213" y="9225"/>
                </a:cubicBezTo>
                <a:cubicBezTo>
                  <a:pt x="3392" y="9000"/>
                  <a:pt x="3570" y="9000"/>
                  <a:pt x="3749" y="9000"/>
                </a:cubicBezTo>
                <a:cubicBezTo>
                  <a:pt x="3927" y="9000"/>
                  <a:pt x="4106" y="9000"/>
                  <a:pt x="4284" y="9225"/>
                </a:cubicBezTo>
                <a:cubicBezTo>
                  <a:pt x="8033" y="13950"/>
                  <a:pt x="8033" y="13950"/>
                  <a:pt x="8033" y="13950"/>
                </a:cubicBezTo>
                <a:cubicBezTo>
                  <a:pt x="17316" y="2025"/>
                  <a:pt x="17316" y="2025"/>
                  <a:pt x="17316" y="2025"/>
                </a:cubicBezTo>
                <a:cubicBezTo>
                  <a:pt x="17494" y="2025"/>
                  <a:pt x="17673" y="1800"/>
                  <a:pt x="17851" y="1800"/>
                </a:cubicBezTo>
                <a:moveTo>
                  <a:pt x="6426" y="20925"/>
                </a:moveTo>
                <a:cubicBezTo>
                  <a:pt x="6783" y="21375"/>
                  <a:pt x="7319" y="21600"/>
                  <a:pt x="7855" y="21600"/>
                </a:cubicBezTo>
                <a:cubicBezTo>
                  <a:pt x="8033" y="21600"/>
                  <a:pt x="8033" y="21600"/>
                  <a:pt x="8033" y="21600"/>
                </a:cubicBezTo>
                <a:cubicBezTo>
                  <a:pt x="8033" y="21600"/>
                  <a:pt x="8033" y="21600"/>
                  <a:pt x="8033" y="21600"/>
                </a:cubicBezTo>
                <a:cubicBezTo>
                  <a:pt x="8569" y="21600"/>
                  <a:pt x="9104" y="21375"/>
                  <a:pt x="9461" y="20925"/>
                </a:cubicBezTo>
                <a:cubicBezTo>
                  <a:pt x="20886" y="6525"/>
                  <a:pt x="20886" y="6525"/>
                  <a:pt x="20886" y="6525"/>
                </a:cubicBezTo>
                <a:cubicBezTo>
                  <a:pt x="21243" y="6075"/>
                  <a:pt x="21600" y="5400"/>
                  <a:pt x="21600" y="4725"/>
                </a:cubicBezTo>
                <a:cubicBezTo>
                  <a:pt x="21600" y="3825"/>
                  <a:pt x="21243" y="3150"/>
                  <a:pt x="20886" y="2700"/>
                </a:cubicBezTo>
                <a:cubicBezTo>
                  <a:pt x="19458" y="900"/>
                  <a:pt x="19458" y="900"/>
                  <a:pt x="19458" y="900"/>
                </a:cubicBezTo>
                <a:cubicBezTo>
                  <a:pt x="18922" y="450"/>
                  <a:pt x="18387" y="0"/>
                  <a:pt x="17851" y="0"/>
                </a:cubicBezTo>
                <a:cubicBezTo>
                  <a:pt x="17851" y="0"/>
                  <a:pt x="17851" y="0"/>
                  <a:pt x="17851" y="0"/>
                </a:cubicBezTo>
                <a:cubicBezTo>
                  <a:pt x="17316" y="0"/>
                  <a:pt x="16780" y="450"/>
                  <a:pt x="16423" y="900"/>
                </a:cubicBezTo>
                <a:cubicBezTo>
                  <a:pt x="8033" y="11475"/>
                  <a:pt x="8033" y="11475"/>
                  <a:pt x="8033" y="11475"/>
                </a:cubicBezTo>
                <a:cubicBezTo>
                  <a:pt x="5177" y="7875"/>
                  <a:pt x="5177" y="7875"/>
                  <a:pt x="5177" y="7875"/>
                </a:cubicBezTo>
                <a:cubicBezTo>
                  <a:pt x="4820" y="7425"/>
                  <a:pt x="4284" y="7200"/>
                  <a:pt x="3749" y="7200"/>
                </a:cubicBezTo>
                <a:cubicBezTo>
                  <a:pt x="3213" y="7200"/>
                  <a:pt x="2678" y="7425"/>
                  <a:pt x="2142" y="7875"/>
                </a:cubicBezTo>
                <a:cubicBezTo>
                  <a:pt x="714" y="9900"/>
                  <a:pt x="714" y="9900"/>
                  <a:pt x="714" y="9900"/>
                </a:cubicBezTo>
                <a:cubicBezTo>
                  <a:pt x="357" y="10350"/>
                  <a:pt x="0" y="11025"/>
                  <a:pt x="0" y="11700"/>
                </a:cubicBezTo>
                <a:cubicBezTo>
                  <a:pt x="0" y="12375"/>
                  <a:pt x="357" y="13050"/>
                  <a:pt x="714" y="13500"/>
                </a:cubicBezTo>
                <a:lnTo>
                  <a:pt x="6426" y="20925"/>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93" name="Shape 6793"/>
          <p:cNvSpPr/>
          <p:nvPr/>
        </p:nvSpPr>
        <p:spPr>
          <a:xfrm rot="7782">
            <a:off x="22875760" y="11278337"/>
            <a:ext cx="578949" cy="9232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750"/>
                </a:moveTo>
                <a:cubicBezTo>
                  <a:pt x="21600" y="3086"/>
                  <a:pt x="16971" y="0"/>
                  <a:pt x="10800" y="0"/>
                </a:cubicBezTo>
                <a:cubicBezTo>
                  <a:pt x="4937" y="0"/>
                  <a:pt x="0" y="3086"/>
                  <a:pt x="0" y="6750"/>
                </a:cubicBezTo>
                <a:cubicBezTo>
                  <a:pt x="0" y="10029"/>
                  <a:pt x="3703" y="12729"/>
                  <a:pt x="8640" y="13307"/>
                </a:cubicBezTo>
                <a:cubicBezTo>
                  <a:pt x="8640" y="16200"/>
                  <a:pt x="8640" y="16200"/>
                  <a:pt x="8640" y="16200"/>
                </a:cubicBezTo>
                <a:cubicBezTo>
                  <a:pt x="4320" y="16200"/>
                  <a:pt x="4320" y="16200"/>
                  <a:pt x="4320" y="16200"/>
                </a:cubicBezTo>
                <a:cubicBezTo>
                  <a:pt x="4320" y="18900"/>
                  <a:pt x="4320" y="18900"/>
                  <a:pt x="4320" y="18900"/>
                </a:cubicBezTo>
                <a:cubicBezTo>
                  <a:pt x="8640" y="18900"/>
                  <a:pt x="8640" y="18900"/>
                  <a:pt x="8640" y="18900"/>
                </a:cubicBezTo>
                <a:cubicBezTo>
                  <a:pt x="8640" y="21600"/>
                  <a:pt x="8640" y="21600"/>
                  <a:pt x="8640" y="21600"/>
                </a:cubicBezTo>
                <a:cubicBezTo>
                  <a:pt x="12960" y="21600"/>
                  <a:pt x="12960" y="21600"/>
                  <a:pt x="12960" y="21600"/>
                </a:cubicBezTo>
                <a:cubicBezTo>
                  <a:pt x="12960" y="18900"/>
                  <a:pt x="12960" y="18900"/>
                  <a:pt x="12960" y="18900"/>
                </a:cubicBezTo>
                <a:cubicBezTo>
                  <a:pt x="17280" y="18900"/>
                  <a:pt x="17280" y="18900"/>
                  <a:pt x="17280" y="18900"/>
                </a:cubicBezTo>
                <a:cubicBezTo>
                  <a:pt x="17280" y="16200"/>
                  <a:pt x="17280" y="16200"/>
                  <a:pt x="17280" y="16200"/>
                </a:cubicBezTo>
                <a:cubicBezTo>
                  <a:pt x="12960" y="16200"/>
                  <a:pt x="12960" y="16200"/>
                  <a:pt x="12960" y="16200"/>
                </a:cubicBezTo>
                <a:cubicBezTo>
                  <a:pt x="12960" y="13307"/>
                  <a:pt x="12960" y="13307"/>
                  <a:pt x="12960" y="13307"/>
                </a:cubicBezTo>
                <a:cubicBezTo>
                  <a:pt x="17897" y="12729"/>
                  <a:pt x="21600" y="10029"/>
                  <a:pt x="21600" y="6750"/>
                </a:cubicBezTo>
                <a:close/>
                <a:moveTo>
                  <a:pt x="10800" y="10800"/>
                </a:moveTo>
                <a:cubicBezTo>
                  <a:pt x="7406" y="10800"/>
                  <a:pt x="4320" y="9064"/>
                  <a:pt x="4320" y="6750"/>
                </a:cubicBezTo>
                <a:cubicBezTo>
                  <a:pt x="4320" y="4629"/>
                  <a:pt x="7406" y="2700"/>
                  <a:pt x="10800" y="2700"/>
                </a:cubicBezTo>
                <a:cubicBezTo>
                  <a:pt x="14503" y="2700"/>
                  <a:pt x="17280" y="4629"/>
                  <a:pt x="17280" y="6750"/>
                </a:cubicBezTo>
                <a:cubicBezTo>
                  <a:pt x="17280" y="9064"/>
                  <a:pt x="14503" y="10800"/>
                  <a:pt x="10800" y="10800"/>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94" name="Shape 6794"/>
          <p:cNvSpPr/>
          <p:nvPr/>
        </p:nvSpPr>
        <p:spPr>
          <a:xfrm rot="7782">
            <a:off x="4448122" y="12525885"/>
            <a:ext cx="723502" cy="9240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41" y="14324"/>
                </a:moveTo>
                <a:cubicBezTo>
                  <a:pt x="21600" y="15234"/>
                  <a:pt x="21600" y="15234"/>
                  <a:pt x="21600" y="15234"/>
                </a:cubicBezTo>
                <a:cubicBezTo>
                  <a:pt x="21016" y="13642"/>
                  <a:pt x="21016" y="13642"/>
                  <a:pt x="21016" y="13642"/>
                </a:cubicBezTo>
                <a:cubicBezTo>
                  <a:pt x="20432" y="12051"/>
                  <a:pt x="20432" y="12051"/>
                  <a:pt x="20432" y="12051"/>
                </a:cubicBezTo>
                <a:cubicBezTo>
                  <a:pt x="18973" y="13187"/>
                  <a:pt x="18973" y="13187"/>
                  <a:pt x="18973" y="13187"/>
                </a:cubicBezTo>
                <a:cubicBezTo>
                  <a:pt x="17514" y="14552"/>
                  <a:pt x="17514" y="14552"/>
                  <a:pt x="17514" y="14552"/>
                </a:cubicBezTo>
                <a:cubicBezTo>
                  <a:pt x="19265" y="14097"/>
                  <a:pt x="19265" y="14097"/>
                  <a:pt x="19265" y="14097"/>
                </a:cubicBezTo>
                <a:cubicBezTo>
                  <a:pt x="18097" y="16598"/>
                  <a:pt x="15178" y="18189"/>
                  <a:pt x="11968" y="18417"/>
                </a:cubicBezTo>
                <a:cubicBezTo>
                  <a:pt x="11968" y="7503"/>
                  <a:pt x="11968" y="7503"/>
                  <a:pt x="11968" y="7503"/>
                </a:cubicBezTo>
                <a:cubicBezTo>
                  <a:pt x="16346" y="7503"/>
                  <a:pt x="16346" y="7503"/>
                  <a:pt x="16346" y="7503"/>
                </a:cubicBezTo>
                <a:cubicBezTo>
                  <a:pt x="16346" y="6366"/>
                  <a:pt x="16346" y="6366"/>
                  <a:pt x="16346" y="6366"/>
                </a:cubicBezTo>
                <a:cubicBezTo>
                  <a:pt x="11968" y="6366"/>
                  <a:pt x="11968" y="6366"/>
                  <a:pt x="11968" y="6366"/>
                </a:cubicBezTo>
                <a:cubicBezTo>
                  <a:pt x="11968" y="5684"/>
                  <a:pt x="11968" y="5684"/>
                  <a:pt x="11968" y="5684"/>
                </a:cubicBezTo>
                <a:cubicBezTo>
                  <a:pt x="13427" y="5229"/>
                  <a:pt x="14595" y="4093"/>
                  <a:pt x="14595" y="2956"/>
                </a:cubicBezTo>
                <a:cubicBezTo>
                  <a:pt x="14595" y="1364"/>
                  <a:pt x="12843" y="0"/>
                  <a:pt x="10800" y="0"/>
                </a:cubicBezTo>
                <a:cubicBezTo>
                  <a:pt x="8757" y="0"/>
                  <a:pt x="7005" y="1364"/>
                  <a:pt x="7005" y="2956"/>
                </a:cubicBezTo>
                <a:cubicBezTo>
                  <a:pt x="7005" y="4093"/>
                  <a:pt x="8173" y="5229"/>
                  <a:pt x="9632" y="5684"/>
                </a:cubicBezTo>
                <a:cubicBezTo>
                  <a:pt x="9632" y="6366"/>
                  <a:pt x="9632" y="6366"/>
                  <a:pt x="9632" y="6366"/>
                </a:cubicBezTo>
                <a:cubicBezTo>
                  <a:pt x="5546" y="6366"/>
                  <a:pt x="5546" y="6366"/>
                  <a:pt x="5546" y="6366"/>
                </a:cubicBezTo>
                <a:cubicBezTo>
                  <a:pt x="5546" y="7503"/>
                  <a:pt x="5546" y="7503"/>
                  <a:pt x="5546" y="7503"/>
                </a:cubicBezTo>
                <a:cubicBezTo>
                  <a:pt x="9632" y="7503"/>
                  <a:pt x="9632" y="7503"/>
                  <a:pt x="9632" y="7503"/>
                </a:cubicBezTo>
                <a:cubicBezTo>
                  <a:pt x="9632" y="18417"/>
                  <a:pt x="9632" y="18417"/>
                  <a:pt x="9632" y="18417"/>
                </a:cubicBezTo>
                <a:cubicBezTo>
                  <a:pt x="6422" y="18189"/>
                  <a:pt x="3503" y="16598"/>
                  <a:pt x="2335" y="14097"/>
                </a:cubicBezTo>
                <a:cubicBezTo>
                  <a:pt x="3795" y="14552"/>
                  <a:pt x="3795" y="14552"/>
                  <a:pt x="3795" y="14552"/>
                </a:cubicBezTo>
                <a:cubicBezTo>
                  <a:pt x="2627" y="13187"/>
                  <a:pt x="2627" y="13187"/>
                  <a:pt x="2627" y="13187"/>
                </a:cubicBezTo>
                <a:cubicBezTo>
                  <a:pt x="1459" y="12505"/>
                  <a:pt x="1459" y="12505"/>
                  <a:pt x="1459" y="12505"/>
                </a:cubicBezTo>
                <a:cubicBezTo>
                  <a:pt x="1459" y="12505"/>
                  <a:pt x="1459" y="12505"/>
                  <a:pt x="1459" y="12505"/>
                </a:cubicBezTo>
                <a:cubicBezTo>
                  <a:pt x="1459" y="12505"/>
                  <a:pt x="1459" y="12505"/>
                  <a:pt x="1459" y="12505"/>
                </a:cubicBezTo>
                <a:cubicBezTo>
                  <a:pt x="1168" y="12051"/>
                  <a:pt x="1168" y="12051"/>
                  <a:pt x="1168" y="12051"/>
                </a:cubicBezTo>
                <a:cubicBezTo>
                  <a:pt x="584" y="13642"/>
                  <a:pt x="584" y="13642"/>
                  <a:pt x="584" y="13642"/>
                </a:cubicBezTo>
                <a:cubicBezTo>
                  <a:pt x="0" y="15234"/>
                  <a:pt x="0" y="15234"/>
                  <a:pt x="0" y="15234"/>
                </a:cubicBezTo>
                <a:cubicBezTo>
                  <a:pt x="1459" y="14324"/>
                  <a:pt x="1459" y="14324"/>
                  <a:pt x="1459" y="14324"/>
                </a:cubicBezTo>
                <a:cubicBezTo>
                  <a:pt x="1751" y="17735"/>
                  <a:pt x="5254" y="20463"/>
                  <a:pt x="9632" y="20918"/>
                </a:cubicBezTo>
                <a:cubicBezTo>
                  <a:pt x="9632" y="21373"/>
                  <a:pt x="10216" y="21600"/>
                  <a:pt x="10800" y="21600"/>
                </a:cubicBezTo>
                <a:cubicBezTo>
                  <a:pt x="11384" y="21600"/>
                  <a:pt x="11968" y="21373"/>
                  <a:pt x="11968" y="20918"/>
                </a:cubicBezTo>
                <a:cubicBezTo>
                  <a:pt x="16346" y="20463"/>
                  <a:pt x="19557" y="17735"/>
                  <a:pt x="20141" y="14324"/>
                </a:cubicBezTo>
                <a:close/>
                <a:moveTo>
                  <a:pt x="8757" y="2956"/>
                </a:moveTo>
                <a:cubicBezTo>
                  <a:pt x="8757" y="2046"/>
                  <a:pt x="9632" y="1364"/>
                  <a:pt x="10800" y="1364"/>
                </a:cubicBezTo>
                <a:cubicBezTo>
                  <a:pt x="11968" y="1364"/>
                  <a:pt x="12843" y="2046"/>
                  <a:pt x="12843" y="2956"/>
                </a:cubicBezTo>
                <a:cubicBezTo>
                  <a:pt x="12843" y="3865"/>
                  <a:pt x="11968" y="4547"/>
                  <a:pt x="10800" y="4547"/>
                </a:cubicBezTo>
                <a:cubicBezTo>
                  <a:pt x="9632" y="4547"/>
                  <a:pt x="8757" y="3865"/>
                  <a:pt x="8757" y="2956"/>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95" name="Shape 6795"/>
          <p:cNvSpPr/>
          <p:nvPr/>
        </p:nvSpPr>
        <p:spPr>
          <a:xfrm rot="7782">
            <a:off x="3259634" y="12534414"/>
            <a:ext cx="888571" cy="8847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604"/>
                </a:moveTo>
                <a:lnTo>
                  <a:pt x="14874" y="10752"/>
                </a:lnTo>
                <a:lnTo>
                  <a:pt x="18853" y="10752"/>
                </a:lnTo>
                <a:lnTo>
                  <a:pt x="13453" y="5233"/>
                </a:lnTo>
                <a:lnTo>
                  <a:pt x="16105" y="5233"/>
                </a:lnTo>
                <a:lnTo>
                  <a:pt x="10705" y="0"/>
                </a:lnTo>
                <a:lnTo>
                  <a:pt x="5305" y="5233"/>
                </a:lnTo>
                <a:lnTo>
                  <a:pt x="7958" y="5233"/>
                </a:lnTo>
                <a:lnTo>
                  <a:pt x="2747" y="10752"/>
                </a:lnTo>
                <a:lnTo>
                  <a:pt x="6726" y="10752"/>
                </a:lnTo>
                <a:lnTo>
                  <a:pt x="0" y="17604"/>
                </a:lnTo>
                <a:lnTo>
                  <a:pt x="7958" y="17604"/>
                </a:lnTo>
                <a:lnTo>
                  <a:pt x="7958" y="21600"/>
                </a:lnTo>
                <a:lnTo>
                  <a:pt x="13453" y="21600"/>
                </a:lnTo>
                <a:lnTo>
                  <a:pt x="13453" y="17604"/>
                </a:lnTo>
                <a:lnTo>
                  <a:pt x="21600" y="17604"/>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796" name="Shape 6796"/>
          <p:cNvSpPr/>
          <p:nvPr/>
        </p:nvSpPr>
        <p:spPr>
          <a:xfrm>
            <a:off x="5473650" y="12612496"/>
            <a:ext cx="814023" cy="962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625"/>
                </a:moveTo>
                <a:lnTo>
                  <a:pt x="21600" y="5943"/>
                </a:lnTo>
                <a:lnTo>
                  <a:pt x="10800" y="0"/>
                </a:lnTo>
                <a:lnTo>
                  <a:pt x="0" y="5943"/>
                </a:lnTo>
                <a:lnTo>
                  <a:pt x="0" y="15625"/>
                </a:lnTo>
                <a:lnTo>
                  <a:pt x="10800" y="21600"/>
                </a:lnTo>
                <a:lnTo>
                  <a:pt x="21600" y="15625"/>
                </a:lnTo>
                <a:close/>
                <a:moveTo>
                  <a:pt x="19938" y="6454"/>
                </a:moveTo>
                <a:lnTo>
                  <a:pt x="10838" y="11471"/>
                </a:lnTo>
                <a:lnTo>
                  <a:pt x="7175" y="9426"/>
                </a:lnTo>
                <a:lnTo>
                  <a:pt x="16200" y="4409"/>
                </a:lnTo>
                <a:lnTo>
                  <a:pt x="19938" y="6454"/>
                </a:lnTo>
                <a:close/>
                <a:moveTo>
                  <a:pt x="5173" y="8276"/>
                </a:moveTo>
                <a:lnTo>
                  <a:pt x="1775" y="6391"/>
                </a:lnTo>
                <a:lnTo>
                  <a:pt x="10800" y="1438"/>
                </a:lnTo>
                <a:lnTo>
                  <a:pt x="14161" y="3291"/>
                </a:lnTo>
                <a:lnTo>
                  <a:pt x="5173" y="8276"/>
                </a:lnTo>
                <a:close/>
                <a:moveTo>
                  <a:pt x="1435" y="14986"/>
                </a:moveTo>
                <a:lnTo>
                  <a:pt x="1435" y="7093"/>
                </a:lnTo>
                <a:lnTo>
                  <a:pt x="4796" y="8947"/>
                </a:lnTo>
                <a:lnTo>
                  <a:pt x="4796" y="12334"/>
                </a:lnTo>
                <a:lnTo>
                  <a:pt x="6797" y="13324"/>
                </a:lnTo>
                <a:lnTo>
                  <a:pt x="6797" y="10065"/>
                </a:lnTo>
                <a:lnTo>
                  <a:pt x="10347" y="12014"/>
                </a:lnTo>
                <a:lnTo>
                  <a:pt x="10347" y="19938"/>
                </a:lnTo>
                <a:lnTo>
                  <a:pt x="1435" y="14986"/>
                </a:lnTo>
                <a:close/>
                <a:moveTo>
                  <a:pt x="11140" y="12078"/>
                </a:moveTo>
                <a:lnTo>
                  <a:pt x="20203" y="7062"/>
                </a:lnTo>
                <a:lnTo>
                  <a:pt x="20203" y="14986"/>
                </a:lnTo>
                <a:lnTo>
                  <a:pt x="11140" y="20002"/>
                </a:lnTo>
                <a:lnTo>
                  <a:pt x="11140" y="12078"/>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800" name="Group 6800"/>
          <p:cNvGrpSpPr/>
          <p:nvPr/>
        </p:nvGrpSpPr>
        <p:grpSpPr>
          <a:xfrm>
            <a:off x="6589756" y="12526042"/>
            <a:ext cx="984263" cy="911393"/>
            <a:chOff x="0" y="0"/>
            <a:chExt cx="984262" cy="911392"/>
          </a:xfrm>
        </p:grpSpPr>
        <p:sp>
          <p:nvSpPr>
            <p:cNvPr id="6797" name="Shape 6797"/>
            <p:cNvSpPr/>
            <p:nvPr/>
          </p:nvSpPr>
          <p:spPr>
            <a:xfrm rot="21545400">
              <a:off x="555857" y="1052"/>
              <a:ext cx="134921" cy="305354"/>
            </a:xfrm>
            <a:custGeom>
              <a:avLst/>
              <a:gdLst/>
              <a:ahLst/>
              <a:cxnLst>
                <a:cxn ang="0">
                  <a:pos x="wd2" y="hd2"/>
                </a:cxn>
                <a:cxn ang="5400000">
                  <a:pos x="wd2" y="hd2"/>
                </a:cxn>
                <a:cxn ang="10800000">
                  <a:pos x="wd2" y="hd2"/>
                </a:cxn>
                <a:cxn ang="16200000">
                  <a:pos x="wd2" y="hd2"/>
                </a:cxn>
              </a:cxnLst>
              <a:rect l="0" t="0" r="r" b="b"/>
              <a:pathLst>
                <a:path w="20333" h="21600" fill="norm" stroke="1" extrusionOk="0">
                  <a:moveTo>
                    <a:pt x="10587" y="9683"/>
                  </a:moveTo>
                  <a:cubicBezTo>
                    <a:pt x="18587" y="11172"/>
                    <a:pt x="20987" y="14524"/>
                    <a:pt x="20187" y="17131"/>
                  </a:cubicBezTo>
                  <a:cubicBezTo>
                    <a:pt x="19387" y="19738"/>
                    <a:pt x="14587" y="21600"/>
                    <a:pt x="8187" y="21600"/>
                  </a:cubicBezTo>
                  <a:cubicBezTo>
                    <a:pt x="6587" y="21600"/>
                    <a:pt x="5787" y="20855"/>
                    <a:pt x="5787" y="20483"/>
                  </a:cubicBezTo>
                  <a:cubicBezTo>
                    <a:pt x="5787" y="19738"/>
                    <a:pt x="6587" y="18993"/>
                    <a:pt x="8187" y="18993"/>
                  </a:cubicBezTo>
                  <a:cubicBezTo>
                    <a:pt x="12987" y="18993"/>
                    <a:pt x="14587" y="17876"/>
                    <a:pt x="15387" y="16759"/>
                  </a:cubicBezTo>
                  <a:cubicBezTo>
                    <a:pt x="16187" y="15269"/>
                    <a:pt x="14587" y="13034"/>
                    <a:pt x="8187" y="11917"/>
                  </a:cubicBezTo>
                  <a:cubicBezTo>
                    <a:pt x="987" y="10428"/>
                    <a:pt x="-613" y="7448"/>
                    <a:pt x="187" y="5214"/>
                  </a:cubicBezTo>
                  <a:cubicBezTo>
                    <a:pt x="987" y="2234"/>
                    <a:pt x="7387" y="0"/>
                    <a:pt x="14587" y="0"/>
                  </a:cubicBezTo>
                  <a:cubicBezTo>
                    <a:pt x="16187" y="0"/>
                    <a:pt x="16987" y="372"/>
                    <a:pt x="16987" y="1117"/>
                  </a:cubicBezTo>
                  <a:cubicBezTo>
                    <a:pt x="16987" y="1862"/>
                    <a:pt x="16187" y="2234"/>
                    <a:pt x="14587" y="2234"/>
                  </a:cubicBezTo>
                  <a:cubicBezTo>
                    <a:pt x="8987" y="2234"/>
                    <a:pt x="5787" y="4097"/>
                    <a:pt x="4987" y="5959"/>
                  </a:cubicBezTo>
                  <a:cubicBezTo>
                    <a:pt x="4187" y="7448"/>
                    <a:pt x="6587" y="8938"/>
                    <a:pt x="10587" y="968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98" name="Shape 6798"/>
            <p:cNvSpPr/>
            <p:nvPr/>
          </p:nvSpPr>
          <p:spPr>
            <a:xfrm rot="21545400">
              <a:off x="403244" y="3427"/>
              <a:ext cx="141074" cy="305354"/>
            </a:xfrm>
            <a:custGeom>
              <a:avLst/>
              <a:gdLst/>
              <a:ahLst/>
              <a:cxnLst>
                <a:cxn ang="0">
                  <a:pos x="wd2" y="hd2"/>
                </a:cxn>
                <a:cxn ang="5400000">
                  <a:pos x="wd2" y="hd2"/>
                </a:cxn>
                <a:cxn ang="10800000">
                  <a:pos x="wd2" y="hd2"/>
                </a:cxn>
                <a:cxn ang="16200000">
                  <a:pos x="wd2" y="hd2"/>
                </a:cxn>
              </a:cxnLst>
              <a:rect l="0" t="0" r="r" b="b"/>
              <a:pathLst>
                <a:path w="20374" h="21600" fill="norm" stroke="1" extrusionOk="0">
                  <a:moveTo>
                    <a:pt x="10207" y="9683"/>
                  </a:moveTo>
                  <a:cubicBezTo>
                    <a:pt x="18693" y="11172"/>
                    <a:pt x="21007" y="14524"/>
                    <a:pt x="20236" y="17131"/>
                  </a:cubicBezTo>
                  <a:cubicBezTo>
                    <a:pt x="18693" y="19738"/>
                    <a:pt x="14064" y="21600"/>
                    <a:pt x="8664" y="21600"/>
                  </a:cubicBezTo>
                  <a:cubicBezTo>
                    <a:pt x="7121" y="21600"/>
                    <a:pt x="6350" y="20855"/>
                    <a:pt x="6350" y="20483"/>
                  </a:cubicBezTo>
                  <a:cubicBezTo>
                    <a:pt x="6350" y="19738"/>
                    <a:pt x="7121" y="18993"/>
                    <a:pt x="8664" y="18993"/>
                  </a:cubicBezTo>
                  <a:cubicBezTo>
                    <a:pt x="12521" y="18993"/>
                    <a:pt x="14836" y="17876"/>
                    <a:pt x="14836" y="16759"/>
                  </a:cubicBezTo>
                  <a:cubicBezTo>
                    <a:pt x="15607" y="15269"/>
                    <a:pt x="14064" y="13034"/>
                    <a:pt x="8664" y="11917"/>
                  </a:cubicBezTo>
                  <a:cubicBezTo>
                    <a:pt x="950" y="10428"/>
                    <a:pt x="-593" y="7448"/>
                    <a:pt x="178" y="5214"/>
                  </a:cubicBezTo>
                  <a:cubicBezTo>
                    <a:pt x="1721" y="2234"/>
                    <a:pt x="7893" y="0"/>
                    <a:pt x="14836" y="0"/>
                  </a:cubicBezTo>
                  <a:cubicBezTo>
                    <a:pt x="15607" y="0"/>
                    <a:pt x="17150" y="372"/>
                    <a:pt x="17150" y="1117"/>
                  </a:cubicBezTo>
                  <a:cubicBezTo>
                    <a:pt x="17150" y="1862"/>
                    <a:pt x="15607" y="2234"/>
                    <a:pt x="14836" y="2234"/>
                  </a:cubicBezTo>
                  <a:cubicBezTo>
                    <a:pt x="9436" y="2234"/>
                    <a:pt x="6350" y="4097"/>
                    <a:pt x="5578" y="5959"/>
                  </a:cubicBezTo>
                  <a:cubicBezTo>
                    <a:pt x="4807" y="7448"/>
                    <a:pt x="6350" y="8938"/>
                    <a:pt x="10207" y="968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799" name="Shape 6799"/>
            <p:cNvSpPr/>
            <p:nvPr/>
          </p:nvSpPr>
          <p:spPr>
            <a:xfrm rot="21545400">
              <a:off x="4243" y="361519"/>
              <a:ext cx="975776" cy="542160"/>
            </a:xfrm>
            <a:custGeom>
              <a:avLst/>
              <a:gdLst/>
              <a:ahLst/>
              <a:cxnLst>
                <a:cxn ang="0">
                  <a:pos x="wd2" y="hd2"/>
                </a:cxn>
                <a:cxn ang="5400000">
                  <a:pos x="wd2" y="hd2"/>
                </a:cxn>
                <a:cxn ang="10800000">
                  <a:pos x="wd2" y="hd2"/>
                </a:cxn>
                <a:cxn ang="16200000">
                  <a:pos x="wd2" y="hd2"/>
                </a:cxn>
              </a:cxnLst>
              <a:rect l="0" t="0" r="r" b="b"/>
              <a:pathLst>
                <a:path w="21339" h="21600" fill="norm" stroke="1" extrusionOk="0">
                  <a:moveTo>
                    <a:pt x="888" y="13631"/>
                  </a:moveTo>
                  <a:cubicBezTo>
                    <a:pt x="1577" y="15518"/>
                    <a:pt x="2726" y="16357"/>
                    <a:pt x="3875" y="16357"/>
                  </a:cubicBezTo>
                  <a:cubicBezTo>
                    <a:pt x="4105" y="16357"/>
                    <a:pt x="4450" y="16357"/>
                    <a:pt x="4794" y="16148"/>
                  </a:cubicBezTo>
                  <a:cubicBezTo>
                    <a:pt x="6518" y="19503"/>
                    <a:pt x="9160" y="21600"/>
                    <a:pt x="12033" y="21600"/>
                  </a:cubicBezTo>
                  <a:cubicBezTo>
                    <a:pt x="17203" y="21600"/>
                    <a:pt x="21339" y="15309"/>
                    <a:pt x="21339" y="7340"/>
                  </a:cubicBezTo>
                  <a:cubicBezTo>
                    <a:pt x="21339" y="3775"/>
                    <a:pt x="21339" y="3775"/>
                    <a:pt x="21339" y="3775"/>
                  </a:cubicBezTo>
                  <a:cubicBezTo>
                    <a:pt x="21339" y="1678"/>
                    <a:pt x="20420" y="0"/>
                    <a:pt x="19271" y="0"/>
                  </a:cubicBezTo>
                  <a:cubicBezTo>
                    <a:pt x="4909" y="0"/>
                    <a:pt x="4909" y="0"/>
                    <a:pt x="4909" y="0"/>
                  </a:cubicBezTo>
                  <a:cubicBezTo>
                    <a:pt x="3760" y="0"/>
                    <a:pt x="2726" y="1678"/>
                    <a:pt x="2726" y="3775"/>
                  </a:cubicBezTo>
                  <a:cubicBezTo>
                    <a:pt x="2726" y="3984"/>
                    <a:pt x="2726" y="3984"/>
                    <a:pt x="2726" y="3984"/>
                  </a:cubicBezTo>
                  <a:cubicBezTo>
                    <a:pt x="1233" y="4194"/>
                    <a:pt x="543" y="5872"/>
                    <a:pt x="313" y="6711"/>
                  </a:cubicBezTo>
                  <a:cubicBezTo>
                    <a:pt x="-261" y="8808"/>
                    <a:pt x="-31" y="11534"/>
                    <a:pt x="888" y="13631"/>
                  </a:cubicBezTo>
                  <a:close/>
                  <a:moveTo>
                    <a:pt x="4220" y="7340"/>
                  </a:moveTo>
                  <a:cubicBezTo>
                    <a:pt x="4220" y="3775"/>
                    <a:pt x="4220" y="3775"/>
                    <a:pt x="4220" y="3775"/>
                  </a:cubicBezTo>
                  <a:cubicBezTo>
                    <a:pt x="4220" y="3146"/>
                    <a:pt x="4565" y="2726"/>
                    <a:pt x="4909" y="2726"/>
                  </a:cubicBezTo>
                  <a:cubicBezTo>
                    <a:pt x="19271" y="2726"/>
                    <a:pt x="19271" y="2726"/>
                    <a:pt x="19271" y="2726"/>
                  </a:cubicBezTo>
                  <a:cubicBezTo>
                    <a:pt x="19616" y="2726"/>
                    <a:pt x="19845" y="3146"/>
                    <a:pt x="19845" y="3775"/>
                  </a:cubicBezTo>
                  <a:cubicBezTo>
                    <a:pt x="19845" y="7340"/>
                    <a:pt x="19845" y="7340"/>
                    <a:pt x="19845" y="7340"/>
                  </a:cubicBezTo>
                  <a:cubicBezTo>
                    <a:pt x="19845" y="13841"/>
                    <a:pt x="16399" y="18874"/>
                    <a:pt x="12033" y="18874"/>
                  </a:cubicBezTo>
                  <a:cubicBezTo>
                    <a:pt x="7782" y="18874"/>
                    <a:pt x="4220" y="13841"/>
                    <a:pt x="4220" y="7340"/>
                  </a:cubicBezTo>
                  <a:close/>
                  <a:moveTo>
                    <a:pt x="1577" y="7969"/>
                  </a:moveTo>
                  <a:cubicBezTo>
                    <a:pt x="1807" y="7340"/>
                    <a:pt x="2152" y="6920"/>
                    <a:pt x="2726" y="6711"/>
                  </a:cubicBezTo>
                  <a:cubicBezTo>
                    <a:pt x="2726" y="7340"/>
                    <a:pt x="2726" y="7340"/>
                    <a:pt x="2726" y="7340"/>
                  </a:cubicBezTo>
                  <a:cubicBezTo>
                    <a:pt x="2726" y="9647"/>
                    <a:pt x="3071" y="11744"/>
                    <a:pt x="3760" y="13631"/>
                  </a:cubicBezTo>
                  <a:cubicBezTo>
                    <a:pt x="2841" y="13631"/>
                    <a:pt x="2267" y="12583"/>
                    <a:pt x="2037" y="11953"/>
                  </a:cubicBezTo>
                  <a:cubicBezTo>
                    <a:pt x="1462" y="10695"/>
                    <a:pt x="1348" y="9017"/>
                    <a:pt x="1577" y="796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801" name="Shape 6801"/>
          <p:cNvSpPr/>
          <p:nvPr/>
        </p:nvSpPr>
        <p:spPr>
          <a:xfrm rot="21545400">
            <a:off x="7878437" y="12598355"/>
            <a:ext cx="817794" cy="8958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63" y="0"/>
                </a:moveTo>
                <a:cubicBezTo>
                  <a:pt x="1937" y="0"/>
                  <a:pt x="1937" y="0"/>
                  <a:pt x="1937" y="0"/>
                </a:cubicBezTo>
                <a:cubicBezTo>
                  <a:pt x="894" y="0"/>
                  <a:pt x="0" y="810"/>
                  <a:pt x="0" y="1755"/>
                </a:cubicBezTo>
                <a:cubicBezTo>
                  <a:pt x="0" y="19845"/>
                  <a:pt x="0" y="19845"/>
                  <a:pt x="0" y="19845"/>
                </a:cubicBezTo>
                <a:cubicBezTo>
                  <a:pt x="0" y="20925"/>
                  <a:pt x="894" y="21600"/>
                  <a:pt x="1937" y="21600"/>
                </a:cubicBezTo>
                <a:cubicBezTo>
                  <a:pt x="19663" y="21600"/>
                  <a:pt x="19663" y="21600"/>
                  <a:pt x="19663" y="21600"/>
                </a:cubicBezTo>
                <a:cubicBezTo>
                  <a:pt x="20706" y="21600"/>
                  <a:pt x="21600" y="20925"/>
                  <a:pt x="21600" y="19845"/>
                </a:cubicBezTo>
                <a:cubicBezTo>
                  <a:pt x="21600" y="1755"/>
                  <a:pt x="21600" y="1755"/>
                  <a:pt x="21600" y="1755"/>
                </a:cubicBezTo>
                <a:cubicBezTo>
                  <a:pt x="21600" y="810"/>
                  <a:pt x="20706" y="0"/>
                  <a:pt x="19663" y="0"/>
                </a:cubicBezTo>
                <a:close/>
                <a:moveTo>
                  <a:pt x="1490" y="19845"/>
                </a:moveTo>
                <a:cubicBezTo>
                  <a:pt x="1490" y="1755"/>
                  <a:pt x="1490" y="1755"/>
                  <a:pt x="1490" y="1755"/>
                </a:cubicBezTo>
                <a:cubicBezTo>
                  <a:pt x="1490" y="1620"/>
                  <a:pt x="1788" y="1350"/>
                  <a:pt x="1937" y="1350"/>
                </a:cubicBezTo>
                <a:cubicBezTo>
                  <a:pt x="5363" y="1350"/>
                  <a:pt x="5363" y="1350"/>
                  <a:pt x="5363" y="1350"/>
                </a:cubicBezTo>
                <a:cubicBezTo>
                  <a:pt x="5363" y="20250"/>
                  <a:pt x="5363" y="20250"/>
                  <a:pt x="5363" y="20250"/>
                </a:cubicBezTo>
                <a:cubicBezTo>
                  <a:pt x="1937" y="20250"/>
                  <a:pt x="1937" y="20250"/>
                  <a:pt x="1937" y="20250"/>
                </a:cubicBezTo>
                <a:cubicBezTo>
                  <a:pt x="1788" y="20250"/>
                  <a:pt x="1490" y="20115"/>
                  <a:pt x="1490" y="19845"/>
                </a:cubicBezTo>
                <a:close/>
                <a:moveTo>
                  <a:pt x="19961" y="19845"/>
                </a:moveTo>
                <a:cubicBezTo>
                  <a:pt x="19961" y="20115"/>
                  <a:pt x="19812" y="20250"/>
                  <a:pt x="19663" y="20250"/>
                </a:cubicBezTo>
                <a:cubicBezTo>
                  <a:pt x="6108" y="20250"/>
                  <a:pt x="6108" y="20250"/>
                  <a:pt x="6108" y="20250"/>
                </a:cubicBezTo>
                <a:cubicBezTo>
                  <a:pt x="6108" y="1350"/>
                  <a:pt x="6108" y="1350"/>
                  <a:pt x="6108" y="1350"/>
                </a:cubicBezTo>
                <a:cubicBezTo>
                  <a:pt x="12662" y="1350"/>
                  <a:pt x="12662" y="1350"/>
                  <a:pt x="12662" y="1350"/>
                </a:cubicBezTo>
                <a:cubicBezTo>
                  <a:pt x="12662" y="6480"/>
                  <a:pt x="12662" y="6480"/>
                  <a:pt x="12662" y="6480"/>
                </a:cubicBezTo>
                <a:cubicBezTo>
                  <a:pt x="14599" y="4860"/>
                  <a:pt x="14599" y="4860"/>
                  <a:pt x="14599" y="4860"/>
                </a:cubicBezTo>
                <a:cubicBezTo>
                  <a:pt x="16535" y="6480"/>
                  <a:pt x="16535" y="6480"/>
                  <a:pt x="16535" y="6480"/>
                </a:cubicBezTo>
                <a:cubicBezTo>
                  <a:pt x="16535" y="1350"/>
                  <a:pt x="16535" y="1350"/>
                  <a:pt x="16535" y="1350"/>
                </a:cubicBezTo>
                <a:cubicBezTo>
                  <a:pt x="19663" y="1350"/>
                  <a:pt x="19663" y="1350"/>
                  <a:pt x="19663" y="1350"/>
                </a:cubicBezTo>
                <a:cubicBezTo>
                  <a:pt x="19812" y="1350"/>
                  <a:pt x="19961" y="1620"/>
                  <a:pt x="19961" y="1755"/>
                </a:cubicBezTo>
                <a:lnTo>
                  <a:pt x="19961" y="19845"/>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811" name="Group 6811"/>
          <p:cNvGrpSpPr/>
          <p:nvPr/>
        </p:nvGrpSpPr>
        <p:grpSpPr>
          <a:xfrm>
            <a:off x="9010063" y="12558824"/>
            <a:ext cx="908819" cy="852203"/>
            <a:chOff x="0" y="0"/>
            <a:chExt cx="908818" cy="852201"/>
          </a:xfrm>
        </p:grpSpPr>
        <p:sp>
          <p:nvSpPr>
            <p:cNvPr id="6802" name="Shape 6802"/>
            <p:cNvSpPr/>
            <p:nvPr/>
          </p:nvSpPr>
          <p:spPr>
            <a:xfrm>
              <a:off x="0" y="0"/>
              <a:ext cx="908819" cy="8522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63" y="4680"/>
                  </a:moveTo>
                  <a:cubicBezTo>
                    <a:pt x="17213" y="360"/>
                    <a:pt x="17213" y="360"/>
                    <a:pt x="17213" y="360"/>
                  </a:cubicBezTo>
                  <a:cubicBezTo>
                    <a:pt x="16875" y="180"/>
                    <a:pt x="16538" y="0"/>
                    <a:pt x="16200" y="0"/>
                  </a:cubicBezTo>
                  <a:cubicBezTo>
                    <a:pt x="2025" y="0"/>
                    <a:pt x="2025" y="0"/>
                    <a:pt x="2025" y="0"/>
                  </a:cubicBezTo>
                  <a:cubicBezTo>
                    <a:pt x="844" y="0"/>
                    <a:pt x="0" y="900"/>
                    <a:pt x="0" y="2160"/>
                  </a:cubicBezTo>
                  <a:cubicBezTo>
                    <a:pt x="0" y="19440"/>
                    <a:pt x="0" y="19440"/>
                    <a:pt x="0" y="19440"/>
                  </a:cubicBezTo>
                  <a:cubicBezTo>
                    <a:pt x="0" y="20700"/>
                    <a:pt x="844" y="21600"/>
                    <a:pt x="2025" y="21600"/>
                  </a:cubicBezTo>
                  <a:cubicBezTo>
                    <a:pt x="19575" y="21600"/>
                    <a:pt x="19575" y="21600"/>
                    <a:pt x="19575" y="21600"/>
                  </a:cubicBezTo>
                  <a:cubicBezTo>
                    <a:pt x="20756" y="21600"/>
                    <a:pt x="21600" y="20700"/>
                    <a:pt x="21600" y="19440"/>
                  </a:cubicBezTo>
                  <a:cubicBezTo>
                    <a:pt x="21600" y="5760"/>
                    <a:pt x="21600" y="5760"/>
                    <a:pt x="21600" y="5760"/>
                  </a:cubicBezTo>
                  <a:cubicBezTo>
                    <a:pt x="21600" y="5400"/>
                    <a:pt x="21431" y="5040"/>
                    <a:pt x="21263" y="4680"/>
                  </a:cubicBezTo>
                  <a:close/>
                  <a:moveTo>
                    <a:pt x="20250" y="19440"/>
                  </a:moveTo>
                  <a:cubicBezTo>
                    <a:pt x="20250" y="19800"/>
                    <a:pt x="19913" y="20160"/>
                    <a:pt x="19575" y="20160"/>
                  </a:cubicBezTo>
                  <a:cubicBezTo>
                    <a:pt x="2025" y="20160"/>
                    <a:pt x="2025" y="20160"/>
                    <a:pt x="2025" y="20160"/>
                  </a:cubicBezTo>
                  <a:cubicBezTo>
                    <a:pt x="1687" y="20160"/>
                    <a:pt x="1350" y="19800"/>
                    <a:pt x="1350" y="19440"/>
                  </a:cubicBezTo>
                  <a:cubicBezTo>
                    <a:pt x="1350" y="2160"/>
                    <a:pt x="1350" y="2160"/>
                    <a:pt x="1350" y="2160"/>
                  </a:cubicBezTo>
                  <a:cubicBezTo>
                    <a:pt x="1350" y="1800"/>
                    <a:pt x="1687" y="1440"/>
                    <a:pt x="2025" y="1440"/>
                  </a:cubicBezTo>
                  <a:cubicBezTo>
                    <a:pt x="15525" y="1440"/>
                    <a:pt x="15525" y="1440"/>
                    <a:pt x="15525" y="1440"/>
                  </a:cubicBezTo>
                  <a:cubicBezTo>
                    <a:pt x="15525" y="4320"/>
                    <a:pt x="15525" y="4320"/>
                    <a:pt x="15525" y="4320"/>
                  </a:cubicBezTo>
                  <a:cubicBezTo>
                    <a:pt x="15525" y="4320"/>
                    <a:pt x="15525" y="4320"/>
                    <a:pt x="15525" y="4320"/>
                  </a:cubicBezTo>
                  <a:cubicBezTo>
                    <a:pt x="15525" y="5580"/>
                    <a:pt x="16369" y="6480"/>
                    <a:pt x="17550" y="6480"/>
                  </a:cubicBezTo>
                  <a:cubicBezTo>
                    <a:pt x="18225" y="6480"/>
                    <a:pt x="18225" y="6480"/>
                    <a:pt x="18225" y="6480"/>
                  </a:cubicBezTo>
                  <a:cubicBezTo>
                    <a:pt x="20250" y="6480"/>
                    <a:pt x="20250" y="6480"/>
                    <a:pt x="20250" y="6480"/>
                  </a:cubicBezTo>
                  <a:lnTo>
                    <a:pt x="20250" y="19440"/>
                  </a:lnTo>
                  <a:close/>
                  <a:moveTo>
                    <a:pt x="18225" y="5760"/>
                  </a:moveTo>
                  <a:cubicBezTo>
                    <a:pt x="17550" y="5760"/>
                    <a:pt x="17550" y="5760"/>
                    <a:pt x="17550" y="5760"/>
                  </a:cubicBezTo>
                  <a:cubicBezTo>
                    <a:pt x="16875" y="5760"/>
                    <a:pt x="16200" y="5040"/>
                    <a:pt x="16200" y="4320"/>
                  </a:cubicBezTo>
                  <a:cubicBezTo>
                    <a:pt x="16200" y="4320"/>
                    <a:pt x="16200" y="4320"/>
                    <a:pt x="16200" y="4320"/>
                  </a:cubicBezTo>
                  <a:cubicBezTo>
                    <a:pt x="16200" y="1440"/>
                    <a:pt x="16200" y="1440"/>
                    <a:pt x="16200" y="1440"/>
                  </a:cubicBezTo>
                  <a:cubicBezTo>
                    <a:pt x="20250" y="5760"/>
                    <a:pt x="20250" y="5760"/>
                    <a:pt x="20250" y="5760"/>
                  </a:cubicBezTo>
                  <a:lnTo>
                    <a:pt x="18225" y="57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3" name="Shape 6803"/>
            <p:cNvSpPr/>
            <p:nvPr/>
          </p:nvSpPr>
          <p:spPr>
            <a:xfrm>
              <a:off x="426102" y="172824"/>
              <a:ext cx="169846" cy="268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 y="21600"/>
                  </a:moveTo>
                  <a:cubicBezTo>
                    <a:pt x="19800" y="21600"/>
                    <a:pt x="19800" y="21600"/>
                    <a:pt x="19800" y="21600"/>
                  </a:cubicBezTo>
                  <a:cubicBezTo>
                    <a:pt x="20700" y="21600"/>
                    <a:pt x="21600" y="16200"/>
                    <a:pt x="21600" y="10800"/>
                  </a:cubicBezTo>
                  <a:cubicBezTo>
                    <a:pt x="21600" y="5400"/>
                    <a:pt x="20700" y="0"/>
                    <a:pt x="19800" y="0"/>
                  </a:cubicBezTo>
                  <a:cubicBezTo>
                    <a:pt x="1800" y="0"/>
                    <a:pt x="1800" y="0"/>
                    <a:pt x="1800" y="0"/>
                  </a:cubicBezTo>
                  <a:cubicBezTo>
                    <a:pt x="900" y="0"/>
                    <a:pt x="0" y="5400"/>
                    <a:pt x="0" y="10800"/>
                  </a:cubicBezTo>
                  <a:cubicBezTo>
                    <a:pt x="0" y="16200"/>
                    <a:pt x="900" y="21600"/>
                    <a:pt x="18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4" name="Shape 6804"/>
            <p:cNvSpPr/>
            <p:nvPr/>
          </p:nvSpPr>
          <p:spPr>
            <a:xfrm>
              <a:off x="426102" y="256256"/>
              <a:ext cx="169846" cy="297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 y="21600"/>
                  </a:moveTo>
                  <a:cubicBezTo>
                    <a:pt x="19800" y="21600"/>
                    <a:pt x="19800" y="21600"/>
                    <a:pt x="19800" y="21600"/>
                  </a:cubicBezTo>
                  <a:cubicBezTo>
                    <a:pt x="20700" y="21600"/>
                    <a:pt x="21600" y="16200"/>
                    <a:pt x="21600" y="10800"/>
                  </a:cubicBezTo>
                  <a:cubicBezTo>
                    <a:pt x="21600" y="5400"/>
                    <a:pt x="20700" y="0"/>
                    <a:pt x="19800" y="0"/>
                  </a:cubicBezTo>
                  <a:cubicBezTo>
                    <a:pt x="1800" y="0"/>
                    <a:pt x="1800" y="0"/>
                    <a:pt x="1800" y="0"/>
                  </a:cubicBezTo>
                  <a:cubicBezTo>
                    <a:pt x="900" y="0"/>
                    <a:pt x="0" y="5400"/>
                    <a:pt x="0" y="10800"/>
                  </a:cubicBezTo>
                  <a:cubicBezTo>
                    <a:pt x="0" y="16200"/>
                    <a:pt x="900" y="21600"/>
                    <a:pt x="18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5" name="Shape 6805"/>
            <p:cNvSpPr/>
            <p:nvPr/>
          </p:nvSpPr>
          <p:spPr>
            <a:xfrm>
              <a:off x="426102" y="342669"/>
              <a:ext cx="369487" cy="268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200"/>
                    <a:pt x="415" y="21600"/>
                    <a:pt x="831" y="21600"/>
                  </a:cubicBezTo>
                  <a:cubicBezTo>
                    <a:pt x="20769" y="21600"/>
                    <a:pt x="20769" y="21600"/>
                    <a:pt x="20769" y="21600"/>
                  </a:cubicBezTo>
                  <a:cubicBezTo>
                    <a:pt x="21185" y="21600"/>
                    <a:pt x="21600" y="16200"/>
                    <a:pt x="21600" y="10800"/>
                  </a:cubicBezTo>
                  <a:cubicBezTo>
                    <a:pt x="21600" y="5400"/>
                    <a:pt x="21185" y="0"/>
                    <a:pt x="20769" y="0"/>
                  </a:cubicBezTo>
                  <a:cubicBezTo>
                    <a:pt x="831" y="0"/>
                    <a:pt x="831" y="0"/>
                    <a:pt x="831" y="0"/>
                  </a:cubicBezTo>
                  <a:cubicBezTo>
                    <a:pt x="415" y="0"/>
                    <a:pt x="0" y="5400"/>
                    <a:pt x="0" y="10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6" name="Shape 6806"/>
            <p:cNvSpPr/>
            <p:nvPr/>
          </p:nvSpPr>
          <p:spPr>
            <a:xfrm>
              <a:off x="113229" y="512513"/>
              <a:ext cx="682360" cy="268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7" name="Shape 6807"/>
            <p:cNvSpPr/>
            <p:nvPr/>
          </p:nvSpPr>
          <p:spPr>
            <a:xfrm>
              <a:off x="113229" y="595945"/>
              <a:ext cx="682360" cy="297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8" name="Shape 6808"/>
            <p:cNvSpPr/>
            <p:nvPr/>
          </p:nvSpPr>
          <p:spPr>
            <a:xfrm>
              <a:off x="113229" y="682358"/>
              <a:ext cx="682360" cy="268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09" name="Shape 6809"/>
            <p:cNvSpPr/>
            <p:nvPr/>
          </p:nvSpPr>
          <p:spPr>
            <a:xfrm>
              <a:off x="113229" y="426101"/>
              <a:ext cx="682360" cy="29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0" y="0"/>
                  </a:moveTo>
                  <a:cubicBezTo>
                    <a:pt x="450" y="0"/>
                    <a:pt x="450" y="0"/>
                    <a:pt x="450" y="0"/>
                  </a:cubicBezTo>
                  <a:cubicBezTo>
                    <a:pt x="225" y="0"/>
                    <a:pt x="0" y="5400"/>
                    <a:pt x="0" y="10800"/>
                  </a:cubicBezTo>
                  <a:cubicBezTo>
                    <a:pt x="0" y="16200"/>
                    <a:pt x="225" y="21600"/>
                    <a:pt x="450" y="21600"/>
                  </a:cubicBezTo>
                  <a:cubicBezTo>
                    <a:pt x="21150" y="21600"/>
                    <a:pt x="21150" y="21600"/>
                    <a:pt x="21150" y="21600"/>
                  </a:cubicBezTo>
                  <a:cubicBezTo>
                    <a:pt x="21375" y="21600"/>
                    <a:pt x="21600" y="16200"/>
                    <a:pt x="21600" y="10800"/>
                  </a:cubicBezTo>
                  <a:cubicBezTo>
                    <a:pt x="21600" y="5400"/>
                    <a:pt x="21375" y="0"/>
                    <a:pt x="2115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10" name="Shape 6810"/>
            <p:cNvSpPr/>
            <p:nvPr/>
          </p:nvSpPr>
          <p:spPr>
            <a:xfrm>
              <a:off x="113229" y="143026"/>
              <a:ext cx="256258" cy="226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00" y="21600"/>
                  </a:moveTo>
                  <a:cubicBezTo>
                    <a:pt x="19200" y="21600"/>
                    <a:pt x="19200" y="21600"/>
                    <a:pt x="19200" y="21600"/>
                  </a:cubicBezTo>
                  <a:cubicBezTo>
                    <a:pt x="20400" y="21600"/>
                    <a:pt x="21600" y="20250"/>
                    <a:pt x="21600" y="18900"/>
                  </a:cubicBezTo>
                  <a:cubicBezTo>
                    <a:pt x="21600" y="2700"/>
                    <a:pt x="21600" y="2700"/>
                    <a:pt x="21600" y="2700"/>
                  </a:cubicBezTo>
                  <a:cubicBezTo>
                    <a:pt x="21600" y="1350"/>
                    <a:pt x="20400" y="0"/>
                    <a:pt x="19200" y="0"/>
                  </a:cubicBezTo>
                  <a:cubicBezTo>
                    <a:pt x="2400" y="0"/>
                    <a:pt x="2400" y="0"/>
                    <a:pt x="2400" y="0"/>
                  </a:cubicBezTo>
                  <a:cubicBezTo>
                    <a:pt x="1200" y="0"/>
                    <a:pt x="0" y="1350"/>
                    <a:pt x="0" y="2700"/>
                  </a:cubicBezTo>
                  <a:cubicBezTo>
                    <a:pt x="0" y="18900"/>
                    <a:pt x="0" y="18900"/>
                    <a:pt x="0" y="18900"/>
                  </a:cubicBezTo>
                  <a:cubicBezTo>
                    <a:pt x="0" y="20250"/>
                    <a:pt x="1200" y="21600"/>
                    <a:pt x="2400" y="21600"/>
                  </a:cubicBezTo>
                  <a:close/>
                  <a:moveTo>
                    <a:pt x="4800" y="5400"/>
                  </a:moveTo>
                  <a:cubicBezTo>
                    <a:pt x="16800" y="5400"/>
                    <a:pt x="16800" y="5400"/>
                    <a:pt x="16800" y="5400"/>
                  </a:cubicBezTo>
                  <a:cubicBezTo>
                    <a:pt x="16800" y="16200"/>
                    <a:pt x="16800" y="16200"/>
                    <a:pt x="16800" y="16200"/>
                  </a:cubicBezTo>
                  <a:cubicBezTo>
                    <a:pt x="4800" y="16200"/>
                    <a:pt x="4800" y="16200"/>
                    <a:pt x="4800" y="16200"/>
                  </a:cubicBezTo>
                  <a:lnTo>
                    <a:pt x="4800" y="54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6381"/>
                                        </p:tgtEl>
                                        <p:attrNameLst>
                                          <p:attrName>style.visibility</p:attrName>
                                        </p:attrNameLst>
                                      </p:cBhvr>
                                      <p:to>
                                        <p:strVal val="visible"/>
                                      </p:to>
                                    </p:set>
                                    <p:anim calcmode="lin" valueType="num">
                                      <p:cBhvr>
                                        <p:cTn id="7" dur="500" fill="hold"/>
                                        <p:tgtEl>
                                          <p:spTgt spid="6381"/>
                                        </p:tgtEl>
                                        <p:attrNameLst>
                                          <p:attrName>ppt_w</p:attrName>
                                        </p:attrNameLst>
                                      </p:cBhvr>
                                      <p:tavLst>
                                        <p:tav tm="0">
                                          <p:val>
                                            <p:fltVal val="0"/>
                                          </p:val>
                                        </p:tav>
                                        <p:tav tm="100000">
                                          <p:val>
                                            <p:strVal val="#ppt_w"/>
                                          </p:val>
                                        </p:tav>
                                      </p:tavLst>
                                    </p:anim>
                                    <p:anim calcmode="lin" valueType="num">
                                      <p:cBhvr>
                                        <p:cTn id="8" dur="500" fill="hold"/>
                                        <p:tgtEl>
                                          <p:spTgt spid="638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ID="9" grpId="2" fill="hold">
                                  <p:stCondLst>
                                    <p:cond delay="0"/>
                                  </p:stCondLst>
                                  <p:iterate type="el" backwards="0">
                                    <p:tmAbs val="0"/>
                                  </p:iterate>
                                  <p:childTnLst>
                                    <p:set>
                                      <p:cBhvr>
                                        <p:cTn id="11" fill="hold"/>
                                        <p:tgtEl>
                                          <p:spTgt spid="6415"/>
                                        </p:tgtEl>
                                        <p:attrNameLst>
                                          <p:attrName>style.visibility</p:attrName>
                                        </p:attrNameLst>
                                      </p:cBhvr>
                                      <p:to>
                                        <p:strVal val="visible"/>
                                      </p:to>
                                    </p:set>
                                    <p:animEffect filter="dissolve" transition="in">
                                      <p:cBhvr>
                                        <p:cTn id="12" dur="500"/>
                                        <p:tgtEl>
                                          <p:spTgt spid="6415"/>
                                        </p:tgtEl>
                                      </p:cBhvr>
                                    </p:animEffect>
                                  </p:childTnLst>
                                </p:cTn>
                              </p:par>
                            </p:childTnLst>
                          </p:cTn>
                        </p:par>
                        <p:par>
                          <p:cTn id="13" fill="hold">
                            <p:stCondLst>
                              <p:cond delay="1000"/>
                            </p:stCondLst>
                            <p:childTnLst>
                              <p:par>
                                <p:cTn id="14" presetClass="entr" nodeType="afterEffect" presetID="9" grpId="3" fill="hold">
                                  <p:stCondLst>
                                    <p:cond delay="0"/>
                                  </p:stCondLst>
                                  <p:iterate type="el" backwards="0">
                                    <p:tmAbs val="0"/>
                                  </p:iterate>
                                  <p:childTnLst>
                                    <p:set>
                                      <p:cBhvr>
                                        <p:cTn id="15" fill="hold"/>
                                        <p:tgtEl>
                                          <p:spTgt spid="6511"/>
                                        </p:tgtEl>
                                        <p:attrNameLst>
                                          <p:attrName>style.visibility</p:attrName>
                                        </p:attrNameLst>
                                      </p:cBhvr>
                                      <p:to>
                                        <p:strVal val="visible"/>
                                      </p:to>
                                    </p:set>
                                    <p:animEffect filter="dissolve" transition="in">
                                      <p:cBhvr>
                                        <p:cTn id="16" dur="500"/>
                                        <p:tgtEl>
                                          <p:spTgt spid="6511"/>
                                        </p:tgtEl>
                                      </p:cBhvr>
                                    </p:animEffect>
                                  </p:childTnLst>
                                </p:cTn>
                              </p:par>
                            </p:childTnLst>
                          </p:cTn>
                        </p:par>
                        <p:par>
                          <p:cTn id="17" fill="hold">
                            <p:stCondLst>
                              <p:cond delay="1500"/>
                            </p:stCondLst>
                            <p:childTnLst>
                              <p:par>
                                <p:cTn id="18" presetClass="entr" nodeType="afterEffect" presetID="9" grpId="4" fill="hold">
                                  <p:stCondLst>
                                    <p:cond delay="0"/>
                                  </p:stCondLst>
                                  <p:iterate type="el" backwards="0">
                                    <p:tmAbs val="0"/>
                                  </p:iterate>
                                  <p:childTnLst>
                                    <p:set>
                                      <p:cBhvr>
                                        <p:cTn id="19" fill="hold"/>
                                        <p:tgtEl>
                                          <p:spTgt spid="6512"/>
                                        </p:tgtEl>
                                        <p:attrNameLst>
                                          <p:attrName>style.visibility</p:attrName>
                                        </p:attrNameLst>
                                      </p:cBhvr>
                                      <p:to>
                                        <p:strVal val="visible"/>
                                      </p:to>
                                    </p:set>
                                    <p:animEffect filter="dissolve" transition="in">
                                      <p:cBhvr>
                                        <p:cTn id="20" dur="500"/>
                                        <p:tgtEl>
                                          <p:spTgt spid="6512"/>
                                        </p:tgtEl>
                                      </p:cBhvr>
                                    </p:animEffect>
                                  </p:childTnLst>
                                </p:cTn>
                              </p:par>
                            </p:childTnLst>
                          </p:cTn>
                        </p:par>
                        <p:par>
                          <p:cTn id="21" fill="hold">
                            <p:stCondLst>
                              <p:cond delay="2000"/>
                            </p:stCondLst>
                            <p:childTnLst>
                              <p:par>
                                <p:cTn id="22" presetClass="entr" nodeType="afterEffect" presetSubtype="16" presetID="23" grpId="5" fill="hold">
                                  <p:stCondLst>
                                    <p:cond delay="0"/>
                                  </p:stCondLst>
                                  <p:iterate type="el" backwards="0">
                                    <p:tmAbs val="0"/>
                                  </p:iterate>
                                  <p:childTnLst>
                                    <p:set>
                                      <p:cBhvr>
                                        <p:cTn id="23" fill="hold"/>
                                        <p:tgtEl>
                                          <p:spTgt spid="6531"/>
                                        </p:tgtEl>
                                        <p:attrNameLst>
                                          <p:attrName>style.visibility</p:attrName>
                                        </p:attrNameLst>
                                      </p:cBhvr>
                                      <p:to>
                                        <p:strVal val="visible"/>
                                      </p:to>
                                    </p:set>
                                    <p:anim calcmode="lin" valueType="num">
                                      <p:cBhvr>
                                        <p:cTn id="24" dur="500" fill="hold"/>
                                        <p:tgtEl>
                                          <p:spTgt spid="6531"/>
                                        </p:tgtEl>
                                        <p:attrNameLst>
                                          <p:attrName>ppt_w</p:attrName>
                                        </p:attrNameLst>
                                      </p:cBhvr>
                                      <p:tavLst>
                                        <p:tav tm="0">
                                          <p:val>
                                            <p:fltVal val="0"/>
                                          </p:val>
                                        </p:tav>
                                        <p:tav tm="100000">
                                          <p:val>
                                            <p:strVal val="#ppt_w"/>
                                          </p:val>
                                        </p:tav>
                                      </p:tavLst>
                                    </p:anim>
                                    <p:anim calcmode="lin" valueType="num">
                                      <p:cBhvr>
                                        <p:cTn id="25" dur="500" fill="hold"/>
                                        <p:tgtEl>
                                          <p:spTgt spid="6531"/>
                                        </p:tgtEl>
                                        <p:attrNameLst>
                                          <p:attrName>ppt_h</p:attrName>
                                        </p:attrNameLst>
                                      </p:cBhvr>
                                      <p:tavLst>
                                        <p:tav tm="0">
                                          <p:val>
                                            <p:fltVal val="0"/>
                                          </p:val>
                                        </p:tav>
                                        <p:tav tm="100000">
                                          <p:val>
                                            <p:strVal val="#ppt_h"/>
                                          </p:val>
                                        </p:tav>
                                      </p:tavLst>
                                    </p:anim>
                                  </p:childTnLst>
                                </p:cTn>
                              </p:par>
                            </p:childTnLst>
                          </p:cTn>
                        </p:par>
                        <p:par>
                          <p:cTn id="26" fill="hold">
                            <p:stCondLst>
                              <p:cond delay="2500"/>
                            </p:stCondLst>
                            <p:childTnLst>
                              <p:par>
                                <p:cTn id="27" presetClass="entr" nodeType="afterEffect" presetSubtype="16" presetID="23" grpId="6" fill="hold">
                                  <p:stCondLst>
                                    <p:cond delay="0"/>
                                  </p:stCondLst>
                                  <p:iterate type="el" backwards="0">
                                    <p:tmAbs val="0"/>
                                  </p:iterate>
                                  <p:childTnLst>
                                    <p:set>
                                      <p:cBhvr>
                                        <p:cTn id="28" fill="hold"/>
                                        <p:tgtEl>
                                          <p:spTgt spid="6678"/>
                                        </p:tgtEl>
                                        <p:attrNameLst>
                                          <p:attrName>style.visibility</p:attrName>
                                        </p:attrNameLst>
                                      </p:cBhvr>
                                      <p:to>
                                        <p:strVal val="visible"/>
                                      </p:to>
                                    </p:set>
                                    <p:anim calcmode="lin" valueType="num">
                                      <p:cBhvr>
                                        <p:cTn id="29" dur="500" fill="hold"/>
                                        <p:tgtEl>
                                          <p:spTgt spid="6678"/>
                                        </p:tgtEl>
                                        <p:attrNameLst>
                                          <p:attrName>ppt_w</p:attrName>
                                        </p:attrNameLst>
                                      </p:cBhvr>
                                      <p:tavLst>
                                        <p:tav tm="0">
                                          <p:val>
                                            <p:fltVal val="0"/>
                                          </p:val>
                                        </p:tav>
                                        <p:tav tm="100000">
                                          <p:val>
                                            <p:strVal val="#ppt_w"/>
                                          </p:val>
                                        </p:tav>
                                      </p:tavLst>
                                    </p:anim>
                                    <p:anim calcmode="lin" valueType="num">
                                      <p:cBhvr>
                                        <p:cTn id="30" dur="500" fill="hold"/>
                                        <p:tgtEl>
                                          <p:spTgt spid="6678"/>
                                        </p:tgtEl>
                                        <p:attrNameLst>
                                          <p:attrName>ppt_h</p:attrName>
                                        </p:attrNameLst>
                                      </p:cBhvr>
                                      <p:tavLst>
                                        <p:tav tm="0">
                                          <p:val>
                                            <p:fltVal val="0"/>
                                          </p:val>
                                        </p:tav>
                                        <p:tav tm="100000">
                                          <p:val>
                                            <p:strVal val="#ppt_h"/>
                                          </p:val>
                                        </p:tav>
                                      </p:tavLst>
                                    </p:anim>
                                  </p:childTnLst>
                                </p:cTn>
                              </p:par>
                            </p:childTnLst>
                          </p:cTn>
                        </p:par>
                        <p:par>
                          <p:cTn id="31" fill="hold">
                            <p:stCondLst>
                              <p:cond delay="3000"/>
                            </p:stCondLst>
                            <p:childTnLst>
                              <p:par>
                                <p:cTn id="32" presetClass="entr" nodeType="afterEffect" presetSubtype="16" presetID="23" grpId="7" fill="hold">
                                  <p:stCondLst>
                                    <p:cond delay="0"/>
                                  </p:stCondLst>
                                  <p:iterate type="el" backwards="0">
                                    <p:tmAbs val="0"/>
                                  </p:iterate>
                                  <p:childTnLst>
                                    <p:set>
                                      <p:cBhvr>
                                        <p:cTn id="33" fill="hold"/>
                                        <p:tgtEl>
                                          <p:spTgt spid="6760"/>
                                        </p:tgtEl>
                                        <p:attrNameLst>
                                          <p:attrName>style.visibility</p:attrName>
                                        </p:attrNameLst>
                                      </p:cBhvr>
                                      <p:to>
                                        <p:strVal val="visible"/>
                                      </p:to>
                                    </p:set>
                                    <p:anim calcmode="lin" valueType="num">
                                      <p:cBhvr>
                                        <p:cTn id="34" dur="500" fill="hold"/>
                                        <p:tgtEl>
                                          <p:spTgt spid="6760"/>
                                        </p:tgtEl>
                                        <p:attrNameLst>
                                          <p:attrName>ppt_w</p:attrName>
                                        </p:attrNameLst>
                                      </p:cBhvr>
                                      <p:tavLst>
                                        <p:tav tm="0">
                                          <p:val>
                                            <p:fltVal val="0"/>
                                          </p:val>
                                        </p:tav>
                                        <p:tav tm="100000">
                                          <p:val>
                                            <p:strVal val="#ppt_w"/>
                                          </p:val>
                                        </p:tav>
                                      </p:tavLst>
                                    </p:anim>
                                    <p:anim calcmode="lin" valueType="num">
                                      <p:cBhvr>
                                        <p:cTn id="35" dur="500" fill="hold"/>
                                        <p:tgtEl>
                                          <p:spTgt spid="6760"/>
                                        </p:tgtEl>
                                        <p:attrNameLst>
                                          <p:attrName>ppt_h</p:attrName>
                                        </p:attrNameLst>
                                      </p:cBhvr>
                                      <p:tavLst>
                                        <p:tav tm="0">
                                          <p:val>
                                            <p:fltVal val="0"/>
                                          </p:val>
                                        </p:tav>
                                        <p:tav tm="100000">
                                          <p:val>
                                            <p:strVal val="#ppt_h"/>
                                          </p:val>
                                        </p:tav>
                                      </p:tavLst>
                                    </p:anim>
                                  </p:childTnLst>
                                </p:cTn>
                              </p:par>
                            </p:childTnLst>
                          </p:cTn>
                        </p:par>
                        <p:par>
                          <p:cTn id="36" fill="hold">
                            <p:stCondLst>
                              <p:cond delay="3500"/>
                            </p:stCondLst>
                            <p:childTnLst>
                              <p:par>
                                <p:cTn id="37" presetClass="entr" nodeType="afterEffect" presetSubtype="16" presetID="23" grpId="8" fill="hold">
                                  <p:stCondLst>
                                    <p:cond delay="0"/>
                                  </p:stCondLst>
                                  <p:iterate type="el" backwards="0">
                                    <p:tmAbs val="0"/>
                                  </p:iterate>
                                  <p:childTnLst>
                                    <p:set>
                                      <p:cBhvr>
                                        <p:cTn id="38" fill="hold"/>
                                        <p:tgtEl>
                                          <p:spTgt spid="6761"/>
                                        </p:tgtEl>
                                        <p:attrNameLst>
                                          <p:attrName>style.visibility</p:attrName>
                                        </p:attrNameLst>
                                      </p:cBhvr>
                                      <p:to>
                                        <p:strVal val="visible"/>
                                      </p:to>
                                    </p:set>
                                    <p:anim calcmode="lin" valueType="num">
                                      <p:cBhvr>
                                        <p:cTn id="39" dur="500" fill="hold"/>
                                        <p:tgtEl>
                                          <p:spTgt spid="6761"/>
                                        </p:tgtEl>
                                        <p:attrNameLst>
                                          <p:attrName>ppt_w</p:attrName>
                                        </p:attrNameLst>
                                      </p:cBhvr>
                                      <p:tavLst>
                                        <p:tav tm="0">
                                          <p:val>
                                            <p:fltVal val="0"/>
                                          </p:val>
                                        </p:tav>
                                        <p:tav tm="100000">
                                          <p:val>
                                            <p:strVal val="#ppt_w"/>
                                          </p:val>
                                        </p:tav>
                                      </p:tavLst>
                                    </p:anim>
                                    <p:anim calcmode="lin" valueType="num">
                                      <p:cBhvr>
                                        <p:cTn id="40" dur="500" fill="hold"/>
                                        <p:tgtEl>
                                          <p:spTgt spid="6761"/>
                                        </p:tgtEl>
                                        <p:attrNameLst>
                                          <p:attrName>ppt_h</p:attrName>
                                        </p:attrNameLst>
                                      </p:cBhvr>
                                      <p:tavLst>
                                        <p:tav tm="0">
                                          <p:val>
                                            <p:fltVal val="0"/>
                                          </p:val>
                                        </p:tav>
                                        <p:tav tm="100000">
                                          <p:val>
                                            <p:strVal val="#ppt_h"/>
                                          </p:val>
                                        </p:tav>
                                      </p:tavLst>
                                    </p:anim>
                                  </p:childTnLst>
                                </p:cTn>
                              </p:par>
                            </p:childTnLst>
                          </p:cTn>
                        </p:par>
                        <p:par>
                          <p:cTn id="41" fill="hold">
                            <p:stCondLst>
                              <p:cond delay="4000"/>
                            </p:stCondLst>
                            <p:childTnLst>
                              <p:par>
                                <p:cTn id="42" presetClass="entr" nodeType="afterEffect" presetSubtype="16" presetID="23" grpId="9" fill="hold">
                                  <p:stCondLst>
                                    <p:cond delay="0"/>
                                  </p:stCondLst>
                                  <p:iterate type="el" backwards="0">
                                    <p:tmAbs val="0"/>
                                  </p:iterate>
                                  <p:childTnLst>
                                    <p:set>
                                      <p:cBhvr>
                                        <p:cTn id="43" fill="hold"/>
                                        <p:tgtEl>
                                          <p:spTgt spid="6762"/>
                                        </p:tgtEl>
                                        <p:attrNameLst>
                                          <p:attrName>style.visibility</p:attrName>
                                        </p:attrNameLst>
                                      </p:cBhvr>
                                      <p:to>
                                        <p:strVal val="visible"/>
                                      </p:to>
                                    </p:set>
                                    <p:anim calcmode="lin" valueType="num">
                                      <p:cBhvr>
                                        <p:cTn id="44" dur="500" fill="hold"/>
                                        <p:tgtEl>
                                          <p:spTgt spid="6762"/>
                                        </p:tgtEl>
                                        <p:attrNameLst>
                                          <p:attrName>ppt_w</p:attrName>
                                        </p:attrNameLst>
                                      </p:cBhvr>
                                      <p:tavLst>
                                        <p:tav tm="0">
                                          <p:val>
                                            <p:fltVal val="0"/>
                                          </p:val>
                                        </p:tav>
                                        <p:tav tm="100000">
                                          <p:val>
                                            <p:strVal val="#ppt_w"/>
                                          </p:val>
                                        </p:tav>
                                      </p:tavLst>
                                    </p:anim>
                                    <p:anim calcmode="lin" valueType="num">
                                      <p:cBhvr>
                                        <p:cTn id="45" dur="500" fill="hold"/>
                                        <p:tgtEl>
                                          <p:spTgt spid="6762"/>
                                        </p:tgtEl>
                                        <p:attrNameLst>
                                          <p:attrName>ppt_h</p:attrName>
                                        </p:attrNameLst>
                                      </p:cBhvr>
                                      <p:tavLst>
                                        <p:tav tm="0">
                                          <p:val>
                                            <p:fltVal val="0"/>
                                          </p:val>
                                        </p:tav>
                                        <p:tav tm="100000">
                                          <p:val>
                                            <p:strVal val="#ppt_h"/>
                                          </p:val>
                                        </p:tav>
                                      </p:tavLst>
                                    </p:anim>
                                  </p:childTnLst>
                                </p:cTn>
                              </p:par>
                            </p:childTnLst>
                          </p:cTn>
                        </p:par>
                        <p:par>
                          <p:cTn id="46" fill="hold">
                            <p:stCondLst>
                              <p:cond delay="4500"/>
                            </p:stCondLst>
                            <p:childTnLst>
                              <p:par>
                                <p:cTn id="47" presetClass="entr" nodeType="afterEffect" presetSubtype="16" presetID="23" grpId="10" fill="hold">
                                  <p:stCondLst>
                                    <p:cond delay="0"/>
                                  </p:stCondLst>
                                  <p:iterate type="el" backwards="0">
                                    <p:tmAbs val="0"/>
                                  </p:iterate>
                                  <p:childTnLst>
                                    <p:set>
                                      <p:cBhvr>
                                        <p:cTn id="48" fill="hold"/>
                                        <p:tgtEl>
                                          <p:spTgt spid="6787"/>
                                        </p:tgtEl>
                                        <p:attrNameLst>
                                          <p:attrName>style.visibility</p:attrName>
                                        </p:attrNameLst>
                                      </p:cBhvr>
                                      <p:to>
                                        <p:strVal val="visible"/>
                                      </p:to>
                                    </p:set>
                                    <p:anim calcmode="lin" valueType="num">
                                      <p:cBhvr>
                                        <p:cTn id="49" dur="500" fill="hold"/>
                                        <p:tgtEl>
                                          <p:spTgt spid="6787"/>
                                        </p:tgtEl>
                                        <p:attrNameLst>
                                          <p:attrName>ppt_w</p:attrName>
                                        </p:attrNameLst>
                                      </p:cBhvr>
                                      <p:tavLst>
                                        <p:tav tm="0">
                                          <p:val>
                                            <p:fltVal val="0"/>
                                          </p:val>
                                        </p:tav>
                                        <p:tav tm="100000">
                                          <p:val>
                                            <p:strVal val="#ppt_w"/>
                                          </p:val>
                                        </p:tav>
                                      </p:tavLst>
                                    </p:anim>
                                    <p:anim calcmode="lin" valueType="num">
                                      <p:cBhvr>
                                        <p:cTn id="50" dur="500" fill="hold"/>
                                        <p:tgtEl>
                                          <p:spTgt spid="6787"/>
                                        </p:tgtEl>
                                        <p:attrNameLst>
                                          <p:attrName>ppt_h</p:attrName>
                                        </p:attrNameLst>
                                      </p:cBhvr>
                                      <p:tavLst>
                                        <p:tav tm="0">
                                          <p:val>
                                            <p:fltVal val="0"/>
                                          </p:val>
                                        </p:tav>
                                        <p:tav tm="100000">
                                          <p:val>
                                            <p:strVal val="#ppt_h"/>
                                          </p:val>
                                        </p:tav>
                                      </p:tavLst>
                                    </p:anim>
                                  </p:childTnLst>
                                </p:cTn>
                              </p:par>
                            </p:childTnLst>
                          </p:cTn>
                        </p:par>
                        <p:par>
                          <p:cTn id="51" fill="hold">
                            <p:stCondLst>
                              <p:cond delay="5000"/>
                            </p:stCondLst>
                            <p:childTnLst>
                              <p:par>
                                <p:cTn id="52" presetClass="entr" nodeType="afterEffect" presetSubtype="16" presetID="23" grpId="11" fill="hold">
                                  <p:stCondLst>
                                    <p:cond delay="0"/>
                                  </p:stCondLst>
                                  <p:iterate type="el" backwards="0">
                                    <p:tmAbs val="0"/>
                                  </p:iterate>
                                  <p:childTnLst>
                                    <p:set>
                                      <p:cBhvr>
                                        <p:cTn id="53" fill="hold"/>
                                        <p:tgtEl>
                                          <p:spTgt spid="6791"/>
                                        </p:tgtEl>
                                        <p:attrNameLst>
                                          <p:attrName>style.visibility</p:attrName>
                                        </p:attrNameLst>
                                      </p:cBhvr>
                                      <p:to>
                                        <p:strVal val="visible"/>
                                      </p:to>
                                    </p:set>
                                    <p:anim calcmode="lin" valueType="num">
                                      <p:cBhvr>
                                        <p:cTn id="54" dur="500" fill="hold"/>
                                        <p:tgtEl>
                                          <p:spTgt spid="6791"/>
                                        </p:tgtEl>
                                        <p:attrNameLst>
                                          <p:attrName>ppt_w</p:attrName>
                                        </p:attrNameLst>
                                      </p:cBhvr>
                                      <p:tavLst>
                                        <p:tav tm="0">
                                          <p:val>
                                            <p:fltVal val="0"/>
                                          </p:val>
                                        </p:tav>
                                        <p:tav tm="100000">
                                          <p:val>
                                            <p:strVal val="#ppt_w"/>
                                          </p:val>
                                        </p:tav>
                                      </p:tavLst>
                                    </p:anim>
                                    <p:anim calcmode="lin" valueType="num">
                                      <p:cBhvr>
                                        <p:cTn id="55" dur="500" fill="hold"/>
                                        <p:tgtEl>
                                          <p:spTgt spid="6791"/>
                                        </p:tgtEl>
                                        <p:attrNameLst>
                                          <p:attrName>ppt_h</p:attrName>
                                        </p:attrNameLst>
                                      </p:cBhvr>
                                      <p:tavLst>
                                        <p:tav tm="0">
                                          <p:val>
                                            <p:fltVal val="0"/>
                                          </p:val>
                                        </p:tav>
                                        <p:tav tm="100000">
                                          <p:val>
                                            <p:strVal val="#ppt_h"/>
                                          </p:val>
                                        </p:tav>
                                      </p:tavLst>
                                    </p:anim>
                                  </p:childTnLst>
                                </p:cTn>
                              </p:par>
                            </p:childTnLst>
                          </p:cTn>
                        </p:par>
                        <p:par>
                          <p:cTn id="56" fill="hold">
                            <p:stCondLst>
                              <p:cond delay="5500"/>
                            </p:stCondLst>
                            <p:childTnLst>
                              <p:par>
                                <p:cTn id="57" presetClass="entr" nodeType="afterEffect" presetSubtype="16" presetID="23" grpId="12" fill="hold">
                                  <p:stCondLst>
                                    <p:cond delay="0"/>
                                  </p:stCondLst>
                                  <p:iterate type="el" backwards="0">
                                    <p:tmAbs val="0"/>
                                  </p:iterate>
                                  <p:childTnLst>
                                    <p:set>
                                      <p:cBhvr>
                                        <p:cTn id="58" fill="hold"/>
                                        <p:tgtEl>
                                          <p:spTgt spid="6792"/>
                                        </p:tgtEl>
                                        <p:attrNameLst>
                                          <p:attrName>style.visibility</p:attrName>
                                        </p:attrNameLst>
                                      </p:cBhvr>
                                      <p:to>
                                        <p:strVal val="visible"/>
                                      </p:to>
                                    </p:set>
                                    <p:anim calcmode="lin" valueType="num">
                                      <p:cBhvr>
                                        <p:cTn id="59" dur="500" fill="hold"/>
                                        <p:tgtEl>
                                          <p:spTgt spid="6792"/>
                                        </p:tgtEl>
                                        <p:attrNameLst>
                                          <p:attrName>ppt_w</p:attrName>
                                        </p:attrNameLst>
                                      </p:cBhvr>
                                      <p:tavLst>
                                        <p:tav tm="0">
                                          <p:val>
                                            <p:fltVal val="0"/>
                                          </p:val>
                                        </p:tav>
                                        <p:tav tm="100000">
                                          <p:val>
                                            <p:strVal val="#ppt_w"/>
                                          </p:val>
                                        </p:tav>
                                      </p:tavLst>
                                    </p:anim>
                                    <p:anim calcmode="lin" valueType="num">
                                      <p:cBhvr>
                                        <p:cTn id="60" dur="500" fill="hold"/>
                                        <p:tgtEl>
                                          <p:spTgt spid="6792"/>
                                        </p:tgtEl>
                                        <p:attrNameLst>
                                          <p:attrName>ppt_h</p:attrName>
                                        </p:attrNameLst>
                                      </p:cBhvr>
                                      <p:tavLst>
                                        <p:tav tm="0">
                                          <p:val>
                                            <p:fltVal val="0"/>
                                          </p:val>
                                        </p:tav>
                                        <p:tav tm="100000">
                                          <p:val>
                                            <p:strVal val="#ppt_h"/>
                                          </p:val>
                                        </p:tav>
                                      </p:tavLst>
                                    </p:anim>
                                  </p:childTnLst>
                                </p:cTn>
                              </p:par>
                            </p:childTnLst>
                          </p:cTn>
                        </p:par>
                        <p:par>
                          <p:cTn id="61" fill="hold">
                            <p:stCondLst>
                              <p:cond delay="6000"/>
                            </p:stCondLst>
                            <p:childTnLst>
                              <p:par>
                                <p:cTn id="62" presetClass="entr" nodeType="afterEffect" presetSubtype="16" presetID="23" grpId="13" fill="hold">
                                  <p:stCondLst>
                                    <p:cond delay="0"/>
                                  </p:stCondLst>
                                  <p:iterate type="el" backwards="0">
                                    <p:tmAbs val="0"/>
                                  </p:iterate>
                                  <p:childTnLst>
                                    <p:set>
                                      <p:cBhvr>
                                        <p:cTn id="63" fill="hold"/>
                                        <p:tgtEl>
                                          <p:spTgt spid="6793"/>
                                        </p:tgtEl>
                                        <p:attrNameLst>
                                          <p:attrName>style.visibility</p:attrName>
                                        </p:attrNameLst>
                                      </p:cBhvr>
                                      <p:to>
                                        <p:strVal val="visible"/>
                                      </p:to>
                                    </p:set>
                                    <p:anim calcmode="lin" valueType="num">
                                      <p:cBhvr>
                                        <p:cTn id="64" dur="500" fill="hold"/>
                                        <p:tgtEl>
                                          <p:spTgt spid="6793"/>
                                        </p:tgtEl>
                                        <p:attrNameLst>
                                          <p:attrName>ppt_w</p:attrName>
                                        </p:attrNameLst>
                                      </p:cBhvr>
                                      <p:tavLst>
                                        <p:tav tm="0">
                                          <p:val>
                                            <p:fltVal val="0"/>
                                          </p:val>
                                        </p:tav>
                                        <p:tav tm="100000">
                                          <p:val>
                                            <p:strVal val="#ppt_w"/>
                                          </p:val>
                                        </p:tav>
                                      </p:tavLst>
                                    </p:anim>
                                    <p:anim calcmode="lin" valueType="num">
                                      <p:cBhvr>
                                        <p:cTn id="65" dur="500" fill="hold"/>
                                        <p:tgtEl>
                                          <p:spTgt spid="6793"/>
                                        </p:tgtEl>
                                        <p:attrNameLst>
                                          <p:attrName>ppt_h</p:attrName>
                                        </p:attrNameLst>
                                      </p:cBhvr>
                                      <p:tavLst>
                                        <p:tav tm="0">
                                          <p:val>
                                            <p:fltVal val="0"/>
                                          </p:val>
                                        </p:tav>
                                        <p:tav tm="100000">
                                          <p:val>
                                            <p:strVal val="#ppt_h"/>
                                          </p:val>
                                        </p:tav>
                                      </p:tavLst>
                                    </p:anim>
                                  </p:childTnLst>
                                </p:cTn>
                              </p:par>
                            </p:childTnLst>
                          </p:cTn>
                        </p:par>
                        <p:par>
                          <p:cTn id="66" fill="hold">
                            <p:stCondLst>
                              <p:cond delay="6500"/>
                            </p:stCondLst>
                            <p:childTnLst>
                              <p:par>
                                <p:cTn id="67" presetClass="entr" nodeType="afterEffect" presetSubtype="16" presetID="23" grpId="14" fill="hold">
                                  <p:stCondLst>
                                    <p:cond delay="0"/>
                                  </p:stCondLst>
                                  <p:iterate type="el" backwards="0">
                                    <p:tmAbs val="0"/>
                                  </p:iterate>
                                  <p:childTnLst>
                                    <p:set>
                                      <p:cBhvr>
                                        <p:cTn id="68" fill="hold"/>
                                        <p:tgtEl>
                                          <p:spTgt spid="6794"/>
                                        </p:tgtEl>
                                        <p:attrNameLst>
                                          <p:attrName>style.visibility</p:attrName>
                                        </p:attrNameLst>
                                      </p:cBhvr>
                                      <p:to>
                                        <p:strVal val="visible"/>
                                      </p:to>
                                    </p:set>
                                    <p:anim calcmode="lin" valueType="num">
                                      <p:cBhvr>
                                        <p:cTn id="69" dur="500" fill="hold"/>
                                        <p:tgtEl>
                                          <p:spTgt spid="6794"/>
                                        </p:tgtEl>
                                        <p:attrNameLst>
                                          <p:attrName>ppt_w</p:attrName>
                                        </p:attrNameLst>
                                      </p:cBhvr>
                                      <p:tavLst>
                                        <p:tav tm="0">
                                          <p:val>
                                            <p:fltVal val="0"/>
                                          </p:val>
                                        </p:tav>
                                        <p:tav tm="100000">
                                          <p:val>
                                            <p:strVal val="#ppt_w"/>
                                          </p:val>
                                        </p:tav>
                                      </p:tavLst>
                                    </p:anim>
                                    <p:anim calcmode="lin" valueType="num">
                                      <p:cBhvr>
                                        <p:cTn id="70" dur="500" fill="hold"/>
                                        <p:tgtEl>
                                          <p:spTgt spid="6794"/>
                                        </p:tgtEl>
                                        <p:attrNameLst>
                                          <p:attrName>ppt_h</p:attrName>
                                        </p:attrNameLst>
                                      </p:cBhvr>
                                      <p:tavLst>
                                        <p:tav tm="0">
                                          <p:val>
                                            <p:fltVal val="0"/>
                                          </p:val>
                                        </p:tav>
                                        <p:tav tm="100000">
                                          <p:val>
                                            <p:strVal val="#ppt_h"/>
                                          </p:val>
                                        </p:tav>
                                      </p:tavLst>
                                    </p:anim>
                                  </p:childTnLst>
                                </p:cTn>
                              </p:par>
                            </p:childTnLst>
                          </p:cTn>
                        </p:par>
                        <p:par>
                          <p:cTn id="71" fill="hold">
                            <p:stCondLst>
                              <p:cond delay="7000"/>
                            </p:stCondLst>
                            <p:childTnLst>
                              <p:par>
                                <p:cTn id="72" presetClass="entr" nodeType="afterEffect" presetSubtype="16" presetID="23" grpId="15" fill="hold">
                                  <p:stCondLst>
                                    <p:cond delay="0"/>
                                  </p:stCondLst>
                                  <p:iterate type="el" backwards="0">
                                    <p:tmAbs val="0"/>
                                  </p:iterate>
                                  <p:childTnLst>
                                    <p:set>
                                      <p:cBhvr>
                                        <p:cTn id="73" fill="hold"/>
                                        <p:tgtEl>
                                          <p:spTgt spid="6795"/>
                                        </p:tgtEl>
                                        <p:attrNameLst>
                                          <p:attrName>style.visibility</p:attrName>
                                        </p:attrNameLst>
                                      </p:cBhvr>
                                      <p:to>
                                        <p:strVal val="visible"/>
                                      </p:to>
                                    </p:set>
                                    <p:anim calcmode="lin" valueType="num">
                                      <p:cBhvr>
                                        <p:cTn id="74" dur="500" fill="hold"/>
                                        <p:tgtEl>
                                          <p:spTgt spid="6795"/>
                                        </p:tgtEl>
                                        <p:attrNameLst>
                                          <p:attrName>ppt_w</p:attrName>
                                        </p:attrNameLst>
                                      </p:cBhvr>
                                      <p:tavLst>
                                        <p:tav tm="0">
                                          <p:val>
                                            <p:fltVal val="0"/>
                                          </p:val>
                                        </p:tav>
                                        <p:tav tm="100000">
                                          <p:val>
                                            <p:strVal val="#ppt_w"/>
                                          </p:val>
                                        </p:tav>
                                      </p:tavLst>
                                    </p:anim>
                                    <p:anim calcmode="lin" valueType="num">
                                      <p:cBhvr>
                                        <p:cTn id="75" dur="500" fill="hold"/>
                                        <p:tgtEl>
                                          <p:spTgt spid="6795"/>
                                        </p:tgtEl>
                                        <p:attrNameLst>
                                          <p:attrName>ppt_h</p:attrName>
                                        </p:attrNameLst>
                                      </p:cBhvr>
                                      <p:tavLst>
                                        <p:tav tm="0">
                                          <p:val>
                                            <p:fltVal val="0"/>
                                          </p:val>
                                        </p:tav>
                                        <p:tav tm="100000">
                                          <p:val>
                                            <p:strVal val="#ppt_h"/>
                                          </p:val>
                                        </p:tav>
                                      </p:tavLst>
                                    </p:anim>
                                  </p:childTnLst>
                                </p:cTn>
                              </p:par>
                            </p:childTnLst>
                          </p:cTn>
                        </p:par>
                        <p:par>
                          <p:cTn id="76" fill="hold">
                            <p:stCondLst>
                              <p:cond delay="7500"/>
                            </p:stCondLst>
                            <p:childTnLst>
                              <p:par>
                                <p:cTn id="77" presetClass="entr" nodeType="afterEffect" presetSubtype="16" presetID="23" grpId="16" fill="hold">
                                  <p:stCondLst>
                                    <p:cond delay="0"/>
                                  </p:stCondLst>
                                  <p:iterate type="el" backwards="0">
                                    <p:tmAbs val="0"/>
                                  </p:iterate>
                                  <p:childTnLst>
                                    <p:set>
                                      <p:cBhvr>
                                        <p:cTn id="78" fill="hold"/>
                                        <p:tgtEl>
                                          <p:spTgt spid="6796"/>
                                        </p:tgtEl>
                                        <p:attrNameLst>
                                          <p:attrName>style.visibility</p:attrName>
                                        </p:attrNameLst>
                                      </p:cBhvr>
                                      <p:to>
                                        <p:strVal val="visible"/>
                                      </p:to>
                                    </p:set>
                                    <p:anim calcmode="lin" valueType="num">
                                      <p:cBhvr>
                                        <p:cTn id="79" dur="500" fill="hold"/>
                                        <p:tgtEl>
                                          <p:spTgt spid="6796"/>
                                        </p:tgtEl>
                                        <p:attrNameLst>
                                          <p:attrName>ppt_w</p:attrName>
                                        </p:attrNameLst>
                                      </p:cBhvr>
                                      <p:tavLst>
                                        <p:tav tm="0">
                                          <p:val>
                                            <p:fltVal val="0"/>
                                          </p:val>
                                        </p:tav>
                                        <p:tav tm="100000">
                                          <p:val>
                                            <p:strVal val="#ppt_w"/>
                                          </p:val>
                                        </p:tav>
                                      </p:tavLst>
                                    </p:anim>
                                    <p:anim calcmode="lin" valueType="num">
                                      <p:cBhvr>
                                        <p:cTn id="80" dur="500" fill="hold"/>
                                        <p:tgtEl>
                                          <p:spTgt spid="6796"/>
                                        </p:tgtEl>
                                        <p:attrNameLst>
                                          <p:attrName>ppt_h</p:attrName>
                                        </p:attrNameLst>
                                      </p:cBhvr>
                                      <p:tavLst>
                                        <p:tav tm="0">
                                          <p:val>
                                            <p:fltVal val="0"/>
                                          </p:val>
                                        </p:tav>
                                        <p:tav tm="100000">
                                          <p:val>
                                            <p:strVal val="#ppt_h"/>
                                          </p:val>
                                        </p:tav>
                                      </p:tavLst>
                                    </p:anim>
                                  </p:childTnLst>
                                </p:cTn>
                              </p:par>
                            </p:childTnLst>
                          </p:cTn>
                        </p:par>
                        <p:par>
                          <p:cTn id="81" fill="hold">
                            <p:stCondLst>
                              <p:cond delay="8000"/>
                            </p:stCondLst>
                            <p:childTnLst>
                              <p:par>
                                <p:cTn id="82" presetClass="entr" nodeType="afterEffect" presetSubtype="1" presetID="2" grpId="17" fill="hold">
                                  <p:stCondLst>
                                    <p:cond delay="0"/>
                                  </p:stCondLst>
                                  <p:iterate type="el" backwards="0">
                                    <p:tmAbs val="0"/>
                                  </p:iterate>
                                  <p:childTnLst>
                                    <p:set>
                                      <p:cBhvr>
                                        <p:cTn id="83" fill="hold"/>
                                        <p:tgtEl>
                                          <p:spTgt spid="6801"/>
                                        </p:tgtEl>
                                        <p:attrNameLst>
                                          <p:attrName>style.visibility</p:attrName>
                                        </p:attrNameLst>
                                      </p:cBhvr>
                                      <p:to>
                                        <p:strVal val="visible"/>
                                      </p:to>
                                    </p:set>
                                    <p:anim calcmode="lin" valueType="num">
                                      <p:cBhvr>
                                        <p:cTn id="84" dur="500" fill="hold"/>
                                        <p:tgtEl>
                                          <p:spTgt spid="6801"/>
                                        </p:tgtEl>
                                        <p:attrNameLst>
                                          <p:attrName>ppt_x</p:attrName>
                                        </p:attrNameLst>
                                      </p:cBhvr>
                                      <p:tavLst>
                                        <p:tav tm="0">
                                          <p:val>
                                            <p:strVal val="#ppt_x"/>
                                          </p:val>
                                        </p:tav>
                                        <p:tav tm="100000">
                                          <p:val>
                                            <p:strVal val="#ppt_x"/>
                                          </p:val>
                                        </p:tav>
                                      </p:tavLst>
                                    </p:anim>
                                    <p:anim calcmode="lin" valueType="num">
                                      <p:cBhvr>
                                        <p:cTn id="85" dur="500" fill="hold"/>
                                        <p:tgtEl>
                                          <p:spTgt spid="680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531" grpId="5"/>
      <p:bldP build="whole" bldLvl="1" animBg="1" rev="0" advAuto="0" spid="6787" grpId="10"/>
      <p:bldP build="whole" bldLvl="1" animBg="1" rev="0" advAuto="0" spid="6795" grpId="15"/>
      <p:bldP build="whole" bldLvl="1" animBg="1" rev="0" advAuto="0" spid="6796" grpId="16"/>
      <p:bldP build="whole" bldLvl="1" animBg="1" rev="0" advAuto="0" spid="6760" grpId="7"/>
      <p:bldP build="whole" bldLvl="1" animBg="1" rev="0" advAuto="0" spid="6794" grpId="14"/>
      <p:bldP build="whole" bldLvl="1" animBg="1" rev="0" advAuto="0" spid="6792" grpId="12"/>
      <p:bldP build="whole" bldLvl="1" animBg="1" rev="0" advAuto="0" spid="6801" grpId="17"/>
      <p:bldP build="whole" bldLvl="1" animBg="1" rev="0" advAuto="0" spid="6512" grpId="4"/>
      <p:bldP build="whole" bldLvl="1" animBg="1" rev="0" advAuto="0" spid="6762" grpId="9"/>
      <p:bldP build="whole" bldLvl="1" animBg="1" rev="0" advAuto="0" spid="6678" grpId="6"/>
      <p:bldP build="whole" bldLvl="1" animBg="1" rev="0" advAuto="0" spid="6415" grpId="2"/>
      <p:bldP build="whole" bldLvl="1" animBg="1" rev="0" advAuto="0" spid="6381" grpId="1"/>
      <p:bldP build="whole" bldLvl="1" animBg="1" rev="0" advAuto="0" spid="6791" grpId="11"/>
      <p:bldP build="whole" bldLvl="1" animBg="1" rev="0" advAuto="0" spid="6511" grpId="3"/>
      <p:bldP build="whole" bldLvl="1" animBg="1" rev="0" advAuto="0" spid="6761" grpId="8"/>
      <p:bldP build="whole" bldLvl="1" animBg="1" rev="0" advAuto="0" spid="6793" grpId="13"/>
    </p:bldLst>
  </p:timing>
</p:sld>
</file>

<file path=ppt/slides/slide18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813" name="Shape 6813"/>
          <p:cNvSpPr/>
          <p:nvPr>
            <p:ph type="title"/>
          </p:nvPr>
        </p:nvSpPr>
        <p:spPr>
          <a:prstGeom prst="rect">
            <a:avLst/>
          </a:prstGeom>
        </p:spPr>
        <p:txBody>
          <a:bodyPr/>
          <a:lstStyle/>
          <a:p>
            <a:pPr/>
            <a:r>
              <a:t>INSTRUCCIONES</a:t>
            </a:r>
          </a:p>
        </p:txBody>
      </p:sp>
      <p:sp>
        <p:nvSpPr>
          <p:cNvPr id="6814" name="Shape 6814"/>
          <p:cNvSpPr/>
          <p:nvPr/>
        </p:nvSpPr>
        <p:spPr>
          <a:xfrm>
            <a:off x="493800" y="1386462"/>
            <a:ext cx="8307388"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sp>
        <p:nvSpPr>
          <p:cNvPr id="6815" name="Shape 6815"/>
          <p:cNvSpPr/>
          <p:nvPr/>
        </p:nvSpPr>
        <p:spPr>
          <a:xfrm>
            <a:off x="3033404" y="10506658"/>
            <a:ext cx="450885" cy="9804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937"/>
                </a:moveTo>
                <a:cubicBezTo>
                  <a:pt x="14400" y="6937"/>
                  <a:pt x="14400" y="6937"/>
                  <a:pt x="14400" y="6937"/>
                </a:cubicBezTo>
                <a:cubicBezTo>
                  <a:pt x="14400" y="4730"/>
                  <a:pt x="14400" y="4730"/>
                  <a:pt x="14400" y="4730"/>
                </a:cubicBezTo>
                <a:cubicBezTo>
                  <a:pt x="14400" y="3942"/>
                  <a:pt x="15429" y="3784"/>
                  <a:pt x="16457" y="3784"/>
                </a:cubicBezTo>
                <a:cubicBezTo>
                  <a:pt x="17143" y="3784"/>
                  <a:pt x="21600" y="3784"/>
                  <a:pt x="21600" y="3784"/>
                </a:cubicBezTo>
                <a:cubicBezTo>
                  <a:pt x="21600" y="0"/>
                  <a:pt x="21600" y="0"/>
                  <a:pt x="21600" y="0"/>
                </a:cubicBezTo>
                <a:cubicBezTo>
                  <a:pt x="14400" y="0"/>
                  <a:pt x="14400" y="0"/>
                  <a:pt x="14400" y="0"/>
                </a:cubicBezTo>
                <a:cubicBezTo>
                  <a:pt x="6514" y="0"/>
                  <a:pt x="4457" y="2838"/>
                  <a:pt x="4457" y="4572"/>
                </a:cubicBezTo>
                <a:cubicBezTo>
                  <a:pt x="4457" y="6937"/>
                  <a:pt x="4457" y="6937"/>
                  <a:pt x="4457" y="6937"/>
                </a:cubicBezTo>
                <a:cubicBezTo>
                  <a:pt x="0" y="6937"/>
                  <a:pt x="0" y="6937"/>
                  <a:pt x="0" y="6937"/>
                </a:cubicBezTo>
                <a:cubicBezTo>
                  <a:pt x="0" y="10721"/>
                  <a:pt x="0" y="10721"/>
                  <a:pt x="0" y="10721"/>
                </a:cubicBezTo>
                <a:cubicBezTo>
                  <a:pt x="4457" y="10721"/>
                  <a:pt x="4457" y="10721"/>
                  <a:pt x="4457" y="10721"/>
                </a:cubicBezTo>
                <a:cubicBezTo>
                  <a:pt x="4457" y="15609"/>
                  <a:pt x="4457" y="21600"/>
                  <a:pt x="4457" y="21600"/>
                </a:cubicBezTo>
                <a:cubicBezTo>
                  <a:pt x="14400" y="21600"/>
                  <a:pt x="14400" y="21600"/>
                  <a:pt x="14400" y="21600"/>
                </a:cubicBezTo>
                <a:cubicBezTo>
                  <a:pt x="14400" y="21600"/>
                  <a:pt x="14400" y="15609"/>
                  <a:pt x="14400" y="10721"/>
                </a:cubicBezTo>
                <a:cubicBezTo>
                  <a:pt x="20914" y="10721"/>
                  <a:pt x="20914" y="10721"/>
                  <a:pt x="20914" y="10721"/>
                </a:cubicBezTo>
                <a:lnTo>
                  <a:pt x="21600" y="6937"/>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822" name="Group 6822"/>
          <p:cNvGrpSpPr/>
          <p:nvPr/>
        </p:nvGrpSpPr>
        <p:grpSpPr>
          <a:xfrm>
            <a:off x="5130824" y="10459894"/>
            <a:ext cx="1090589" cy="1064968"/>
            <a:chOff x="0" y="0"/>
            <a:chExt cx="1090587" cy="1064967"/>
          </a:xfrm>
        </p:grpSpPr>
        <p:sp>
          <p:nvSpPr>
            <p:cNvPr id="6816" name="Shape 6816"/>
            <p:cNvSpPr/>
            <p:nvPr/>
          </p:nvSpPr>
          <p:spPr>
            <a:xfrm>
              <a:off x="0" y="508695"/>
              <a:ext cx="1090588" cy="5562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57" y="0"/>
                  </a:moveTo>
                  <a:cubicBezTo>
                    <a:pt x="3943" y="0"/>
                    <a:pt x="3943" y="0"/>
                    <a:pt x="3943" y="0"/>
                  </a:cubicBezTo>
                  <a:cubicBezTo>
                    <a:pt x="1714" y="0"/>
                    <a:pt x="0" y="3375"/>
                    <a:pt x="0" y="7763"/>
                  </a:cubicBezTo>
                  <a:cubicBezTo>
                    <a:pt x="0" y="13837"/>
                    <a:pt x="0" y="13837"/>
                    <a:pt x="0" y="13837"/>
                  </a:cubicBezTo>
                  <a:cubicBezTo>
                    <a:pt x="0" y="18225"/>
                    <a:pt x="1714" y="21600"/>
                    <a:pt x="3943" y="21600"/>
                  </a:cubicBezTo>
                  <a:cubicBezTo>
                    <a:pt x="17657" y="21600"/>
                    <a:pt x="17657" y="21600"/>
                    <a:pt x="17657" y="21600"/>
                  </a:cubicBezTo>
                  <a:cubicBezTo>
                    <a:pt x="19714" y="21600"/>
                    <a:pt x="21600" y="18225"/>
                    <a:pt x="21600" y="13837"/>
                  </a:cubicBezTo>
                  <a:cubicBezTo>
                    <a:pt x="21600" y="7763"/>
                    <a:pt x="21600" y="7763"/>
                    <a:pt x="21600" y="7763"/>
                  </a:cubicBezTo>
                  <a:cubicBezTo>
                    <a:pt x="21600" y="3375"/>
                    <a:pt x="19714" y="0"/>
                    <a:pt x="17657" y="0"/>
                  </a:cubicBezTo>
                  <a:close/>
                  <a:moveTo>
                    <a:pt x="6857" y="4725"/>
                  </a:moveTo>
                  <a:cubicBezTo>
                    <a:pt x="5486" y="4725"/>
                    <a:pt x="5486" y="4725"/>
                    <a:pt x="5486" y="4725"/>
                  </a:cubicBezTo>
                  <a:cubicBezTo>
                    <a:pt x="5486" y="17212"/>
                    <a:pt x="5486" y="17212"/>
                    <a:pt x="5486" y="17212"/>
                  </a:cubicBezTo>
                  <a:cubicBezTo>
                    <a:pt x="4286" y="17212"/>
                    <a:pt x="4286" y="17212"/>
                    <a:pt x="4286" y="17212"/>
                  </a:cubicBezTo>
                  <a:cubicBezTo>
                    <a:pt x="4286" y="4725"/>
                    <a:pt x="4286" y="4725"/>
                    <a:pt x="4286" y="4725"/>
                  </a:cubicBezTo>
                  <a:cubicBezTo>
                    <a:pt x="3086" y="4725"/>
                    <a:pt x="3086" y="4725"/>
                    <a:pt x="3086" y="4725"/>
                  </a:cubicBezTo>
                  <a:cubicBezTo>
                    <a:pt x="3086" y="2700"/>
                    <a:pt x="3086" y="2700"/>
                    <a:pt x="3086" y="2700"/>
                  </a:cubicBezTo>
                  <a:cubicBezTo>
                    <a:pt x="6857" y="2700"/>
                    <a:pt x="6857" y="2700"/>
                    <a:pt x="6857" y="2700"/>
                  </a:cubicBezTo>
                  <a:lnTo>
                    <a:pt x="6857" y="4725"/>
                  </a:lnTo>
                  <a:close/>
                  <a:moveTo>
                    <a:pt x="10457" y="17212"/>
                  </a:moveTo>
                  <a:cubicBezTo>
                    <a:pt x="9257" y="17212"/>
                    <a:pt x="9257" y="17212"/>
                    <a:pt x="9257" y="17212"/>
                  </a:cubicBezTo>
                  <a:cubicBezTo>
                    <a:pt x="9257" y="16200"/>
                    <a:pt x="9257" y="16200"/>
                    <a:pt x="9257" y="16200"/>
                  </a:cubicBezTo>
                  <a:cubicBezTo>
                    <a:pt x="9086" y="16537"/>
                    <a:pt x="8914" y="16875"/>
                    <a:pt x="8571" y="17212"/>
                  </a:cubicBezTo>
                  <a:cubicBezTo>
                    <a:pt x="8400" y="17212"/>
                    <a:pt x="8229" y="17550"/>
                    <a:pt x="8057" y="17550"/>
                  </a:cubicBezTo>
                  <a:cubicBezTo>
                    <a:pt x="7714" y="17550"/>
                    <a:pt x="7543" y="17212"/>
                    <a:pt x="7371" y="16875"/>
                  </a:cubicBezTo>
                  <a:cubicBezTo>
                    <a:pt x="7371" y="16537"/>
                    <a:pt x="7200" y="16200"/>
                    <a:pt x="7200" y="15525"/>
                  </a:cubicBezTo>
                  <a:cubicBezTo>
                    <a:pt x="7200" y="6412"/>
                    <a:pt x="7200" y="6412"/>
                    <a:pt x="7200" y="6412"/>
                  </a:cubicBezTo>
                  <a:cubicBezTo>
                    <a:pt x="8400" y="6412"/>
                    <a:pt x="8400" y="6412"/>
                    <a:pt x="8400" y="6412"/>
                  </a:cubicBezTo>
                  <a:cubicBezTo>
                    <a:pt x="8400" y="14850"/>
                    <a:pt x="8400" y="14850"/>
                    <a:pt x="8400" y="14850"/>
                  </a:cubicBezTo>
                  <a:cubicBezTo>
                    <a:pt x="8400" y="14850"/>
                    <a:pt x="8400" y="15187"/>
                    <a:pt x="8400" y="15187"/>
                  </a:cubicBezTo>
                  <a:cubicBezTo>
                    <a:pt x="8400" y="15525"/>
                    <a:pt x="8571" y="15525"/>
                    <a:pt x="8571" y="15525"/>
                  </a:cubicBezTo>
                  <a:cubicBezTo>
                    <a:pt x="8743" y="15525"/>
                    <a:pt x="8743" y="15525"/>
                    <a:pt x="8914" y="15187"/>
                  </a:cubicBezTo>
                  <a:cubicBezTo>
                    <a:pt x="9086" y="15187"/>
                    <a:pt x="9257" y="14850"/>
                    <a:pt x="9257" y="14512"/>
                  </a:cubicBezTo>
                  <a:cubicBezTo>
                    <a:pt x="9257" y="6412"/>
                    <a:pt x="9257" y="6412"/>
                    <a:pt x="9257" y="6412"/>
                  </a:cubicBezTo>
                  <a:cubicBezTo>
                    <a:pt x="10457" y="6412"/>
                    <a:pt x="10457" y="6412"/>
                    <a:pt x="10457" y="6412"/>
                  </a:cubicBezTo>
                  <a:lnTo>
                    <a:pt x="10457" y="17212"/>
                  </a:lnTo>
                  <a:close/>
                  <a:moveTo>
                    <a:pt x="14400" y="14850"/>
                  </a:moveTo>
                  <a:cubicBezTo>
                    <a:pt x="14400" y="15862"/>
                    <a:pt x="14229" y="16200"/>
                    <a:pt x="14057" y="16875"/>
                  </a:cubicBezTo>
                  <a:cubicBezTo>
                    <a:pt x="13886" y="17212"/>
                    <a:pt x="13714" y="17212"/>
                    <a:pt x="13371" y="17212"/>
                  </a:cubicBezTo>
                  <a:cubicBezTo>
                    <a:pt x="13200" y="17212"/>
                    <a:pt x="12857" y="17212"/>
                    <a:pt x="12686" y="17212"/>
                  </a:cubicBezTo>
                  <a:cubicBezTo>
                    <a:pt x="12686" y="16875"/>
                    <a:pt x="12514" y="16875"/>
                    <a:pt x="12343" y="16537"/>
                  </a:cubicBezTo>
                  <a:cubicBezTo>
                    <a:pt x="12343" y="17212"/>
                    <a:pt x="12343" y="17212"/>
                    <a:pt x="12343" y="17212"/>
                  </a:cubicBezTo>
                  <a:cubicBezTo>
                    <a:pt x="11143" y="17212"/>
                    <a:pt x="11143" y="17212"/>
                    <a:pt x="11143" y="17212"/>
                  </a:cubicBezTo>
                  <a:cubicBezTo>
                    <a:pt x="11143" y="2700"/>
                    <a:pt x="11143" y="2700"/>
                    <a:pt x="11143" y="2700"/>
                  </a:cubicBezTo>
                  <a:cubicBezTo>
                    <a:pt x="12343" y="2700"/>
                    <a:pt x="12343" y="2700"/>
                    <a:pt x="12343" y="2700"/>
                  </a:cubicBezTo>
                  <a:cubicBezTo>
                    <a:pt x="12343" y="7425"/>
                    <a:pt x="12343" y="7425"/>
                    <a:pt x="12343" y="7425"/>
                  </a:cubicBezTo>
                  <a:cubicBezTo>
                    <a:pt x="12514" y="7088"/>
                    <a:pt x="12686" y="6750"/>
                    <a:pt x="12686" y="6750"/>
                  </a:cubicBezTo>
                  <a:cubicBezTo>
                    <a:pt x="12857" y="6412"/>
                    <a:pt x="13029" y="6412"/>
                    <a:pt x="13200" y="6412"/>
                  </a:cubicBezTo>
                  <a:cubicBezTo>
                    <a:pt x="13543" y="6412"/>
                    <a:pt x="13886" y="6412"/>
                    <a:pt x="14057" y="7088"/>
                  </a:cubicBezTo>
                  <a:cubicBezTo>
                    <a:pt x="14229" y="7425"/>
                    <a:pt x="14400" y="8100"/>
                    <a:pt x="14400" y="9112"/>
                  </a:cubicBezTo>
                  <a:lnTo>
                    <a:pt x="14400" y="14850"/>
                  </a:lnTo>
                  <a:close/>
                  <a:moveTo>
                    <a:pt x="18171" y="12150"/>
                  </a:moveTo>
                  <a:cubicBezTo>
                    <a:pt x="16114" y="12150"/>
                    <a:pt x="16114" y="12150"/>
                    <a:pt x="16114" y="12150"/>
                  </a:cubicBezTo>
                  <a:cubicBezTo>
                    <a:pt x="16114" y="14175"/>
                    <a:pt x="16114" y="14175"/>
                    <a:pt x="16114" y="14175"/>
                  </a:cubicBezTo>
                  <a:cubicBezTo>
                    <a:pt x="16114" y="14850"/>
                    <a:pt x="16114" y="15187"/>
                    <a:pt x="16114" y="15187"/>
                  </a:cubicBezTo>
                  <a:cubicBezTo>
                    <a:pt x="16286" y="15525"/>
                    <a:pt x="16286" y="15525"/>
                    <a:pt x="16457" y="15525"/>
                  </a:cubicBezTo>
                  <a:cubicBezTo>
                    <a:pt x="16629" y="15525"/>
                    <a:pt x="16800" y="15525"/>
                    <a:pt x="16971" y="15525"/>
                  </a:cubicBezTo>
                  <a:cubicBezTo>
                    <a:pt x="16971" y="15187"/>
                    <a:pt x="16971" y="14850"/>
                    <a:pt x="16971" y="14175"/>
                  </a:cubicBezTo>
                  <a:cubicBezTo>
                    <a:pt x="16971" y="13500"/>
                    <a:pt x="16971" y="13500"/>
                    <a:pt x="16971" y="13500"/>
                  </a:cubicBezTo>
                  <a:cubicBezTo>
                    <a:pt x="18171" y="13500"/>
                    <a:pt x="18171" y="13500"/>
                    <a:pt x="18171" y="13500"/>
                  </a:cubicBezTo>
                  <a:cubicBezTo>
                    <a:pt x="18171" y="14175"/>
                    <a:pt x="18171" y="14175"/>
                    <a:pt x="18171" y="14175"/>
                  </a:cubicBezTo>
                  <a:cubicBezTo>
                    <a:pt x="18171" y="15187"/>
                    <a:pt x="18000" y="16200"/>
                    <a:pt x="17657" y="16537"/>
                  </a:cubicBezTo>
                  <a:cubicBezTo>
                    <a:pt x="17486" y="17212"/>
                    <a:pt x="16971" y="17550"/>
                    <a:pt x="16457" y="17550"/>
                  </a:cubicBezTo>
                  <a:cubicBezTo>
                    <a:pt x="15943" y="17550"/>
                    <a:pt x="15600" y="17212"/>
                    <a:pt x="15257" y="16537"/>
                  </a:cubicBezTo>
                  <a:cubicBezTo>
                    <a:pt x="15086" y="16200"/>
                    <a:pt x="14914" y="15187"/>
                    <a:pt x="14914" y="14175"/>
                  </a:cubicBezTo>
                  <a:cubicBezTo>
                    <a:pt x="14914" y="9450"/>
                    <a:pt x="14914" y="9450"/>
                    <a:pt x="14914" y="9450"/>
                  </a:cubicBezTo>
                  <a:cubicBezTo>
                    <a:pt x="14914" y="8438"/>
                    <a:pt x="15086" y="7763"/>
                    <a:pt x="15429" y="7088"/>
                  </a:cubicBezTo>
                  <a:cubicBezTo>
                    <a:pt x="15600" y="6412"/>
                    <a:pt x="16114" y="6075"/>
                    <a:pt x="16629" y="6075"/>
                  </a:cubicBezTo>
                  <a:cubicBezTo>
                    <a:pt x="17143" y="6075"/>
                    <a:pt x="17486" y="6412"/>
                    <a:pt x="17657" y="7088"/>
                  </a:cubicBezTo>
                  <a:cubicBezTo>
                    <a:pt x="18000" y="7425"/>
                    <a:pt x="18171" y="8438"/>
                    <a:pt x="18171" y="9450"/>
                  </a:cubicBezTo>
                  <a:lnTo>
                    <a:pt x="18171" y="121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17" name="Shape 6817"/>
            <p:cNvSpPr/>
            <p:nvPr/>
          </p:nvSpPr>
          <p:spPr>
            <a:xfrm>
              <a:off x="812451" y="717298"/>
              <a:ext cx="43917" cy="622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40" y="0"/>
                  </a:moveTo>
                  <a:cubicBezTo>
                    <a:pt x="4320" y="0"/>
                    <a:pt x="4320" y="0"/>
                    <a:pt x="0" y="3086"/>
                  </a:cubicBezTo>
                  <a:cubicBezTo>
                    <a:pt x="0" y="3086"/>
                    <a:pt x="0" y="6171"/>
                    <a:pt x="0" y="12343"/>
                  </a:cubicBezTo>
                  <a:cubicBezTo>
                    <a:pt x="0" y="21600"/>
                    <a:pt x="0" y="21600"/>
                    <a:pt x="0" y="21600"/>
                  </a:cubicBezTo>
                  <a:cubicBezTo>
                    <a:pt x="21600" y="21600"/>
                    <a:pt x="21600" y="21600"/>
                    <a:pt x="21600" y="21600"/>
                  </a:cubicBezTo>
                  <a:cubicBezTo>
                    <a:pt x="21600" y="12343"/>
                    <a:pt x="21600" y="12343"/>
                    <a:pt x="21600" y="12343"/>
                  </a:cubicBezTo>
                  <a:cubicBezTo>
                    <a:pt x="21600" y="6171"/>
                    <a:pt x="21600" y="3086"/>
                    <a:pt x="17280" y="3086"/>
                  </a:cubicBezTo>
                  <a:cubicBezTo>
                    <a:pt x="17280" y="0"/>
                    <a:pt x="12960" y="0"/>
                    <a:pt x="864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18" name="Shape 6818"/>
            <p:cNvSpPr/>
            <p:nvPr/>
          </p:nvSpPr>
          <p:spPr>
            <a:xfrm>
              <a:off x="622147" y="717298"/>
              <a:ext cx="43917" cy="1903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40" y="0"/>
                  </a:moveTo>
                  <a:cubicBezTo>
                    <a:pt x="8640" y="0"/>
                    <a:pt x="8640" y="0"/>
                    <a:pt x="4320" y="0"/>
                  </a:cubicBezTo>
                  <a:cubicBezTo>
                    <a:pt x="4320" y="0"/>
                    <a:pt x="0" y="982"/>
                    <a:pt x="0" y="982"/>
                  </a:cubicBezTo>
                  <a:cubicBezTo>
                    <a:pt x="0" y="20618"/>
                    <a:pt x="0" y="20618"/>
                    <a:pt x="0" y="20618"/>
                  </a:cubicBezTo>
                  <a:cubicBezTo>
                    <a:pt x="0" y="21600"/>
                    <a:pt x="4320" y="21600"/>
                    <a:pt x="4320" y="21600"/>
                  </a:cubicBezTo>
                  <a:cubicBezTo>
                    <a:pt x="8640" y="21600"/>
                    <a:pt x="8640" y="21600"/>
                    <a:pt x="12960" y="21600"/>
                  </a:cubicBezTo>
                  <a:cubicBezTo>
                    <a:pt x="17280" y="21600"/>
                    <a:pt x="17280" y="21600"/>
                    <a:pt x="21600" y="21600"/>
                  </a:cubicBezTo>
                  <a:cubicBezTo>
                    <a:pt x="21600" y="20618"/>
                    <a:pt x="21600" y="20618"/>
                    <a:pt x="21600" y="19636"/>
                  </a:cubicBezTo>
                  <a:cubicBezTo>
                    <a:pt x="21600" y="2945"/>
                    <a:pt x="21600" y="2945"/>
                    <a:pt x="21600" y="2945"/>
                  </a:cubicBezTo>
                  <a:cubicBezTo>
                    <a:pt x="21600" y="1964"/>
                    <a:pt x="21600" y="982"/>
                    <a:pt x="17280" y="982"/>
                  </a:cubicBezTo>
                  <a:cubicBezTo>
                    <a:pt x="17280" y="0"/>
                    <a:pt x="12960" y="0"/>
                    <a:pt x="864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19" name="Shape 6819"/>
            <p:cNvSpPr/>
            <p:nvPr/>
          </p:nvSpPr>
          <p:spPr>
            <a:xfrm>
              <a:off x="208603" y="0"/>
              <a:ext cx="234221" cy="4135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087" y="21600"/>
                  </a:moveTo>
                  <a:lnTo>
                    <a:pt x="13500" y="21600"/>
                  </a:lnTo>
                  <a:lnTo>
                    <a:pt x="13500" y="12616"/>
                  </a:lnTo>
                  <a:lnTo>
                    <a:pt x="21600" y="0"/>
                  </a:lnTo>
                  <a:lnTo>
                    <a:pt x="14175" y="0"/>
                  </a:lnTo>
                  <a:lnTo>
                    <a:pt x="10463" y="8602"/>
                  </a:lnTo>
                  <a:lnTo>
                    <a:pt x="6413" y="0"/>
                  </a:lnTo>
                  <a:lnTo>
                    <a:pt x="0" y="0"/>
                  </a:lnTo>
                  <a:lnTo>
                    <a:pt x="7087" y="12998"/>
                  </a:lnTo>
                  <a:lnTo>
                    <a:pt x="7087"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20" name="Shape 6820"/>
            <p:cNvSpPr/>
            <p:nvPr/>
          </p:nvSpPr>
          <p:spPr>
            <a:xfrm>
              <a:off x="442823" y="102471"/>
              <a:ext cx="179327" cy="322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14" y="21600"/>
                  </a:moveTo>
                  <a:cubicBezTo>
                    <a:pt x="14400" y="21600"/>
                    <a:pt x="16457" y="21016"/>
                    <a:pt x="18514" y="19849"/>
                  </a:cubicBezTo>
                  <a:cubicBezTo>
                    <a:pt x="20571" y="18681"/>
                    <a:pt x="21600" y="17514"/>
                    <a:pt x="21600" y="15762"/>
                  </a:cubicBezTo>
                  <a:cubicBezTo>
                    <a:pt x="21600" y="5254"/>
                    <a:pt x="21600" y="5254"/>
                    <a:pt x="21600" y="5254"/>
                  </a:cubicBezTo>
                  <a:cubicBezTo>
                    <a:pt x="21600" y="3503"/>
                    <a:pt x="20571" y="2335"/>
                    <a:pt x="18514" y="1168"/>
                  </a:cubicBezTo>
                  <a:cubicBezTo>
                    <a:pt x="16457" y="584"/>
                    <a:pt x="14400" y="0"/>
                    <a:pt x="11314" y="0"/>
                  </a:cubicBezTo>
                  <a:cubicBezTo>
                    <a:pt x="8229" y="0"/>
                    <a:pt x="5143" y="584"/>
                    <a:pt x="3086" y="1168"/>
                  </a:cubicBezTo>
                  <a:cubicBezTo>
                    <a:pt x="1029" y="2335"/>
                    <a:pt x="0" y="3503"/>
                    <a:pt x="0" y="5254"/>
                  </a:cubicBezTo>
                  <a:cubicBezTo>
                    <a:pt x="0" y="15762"/>
                    <a:pt x="0" y="15762"/>
                    <a:pt x="0" y="15762"/>
                  </a:cubicBezTo>
                  <a:cubicBezTo>
                    <a:pt x="0" y="17514"/>
                    <a:pt x="1029" y="18681"/>
                    <a:pt x="3086" y="19849"/>
                  </a:cubicBezTo>
                  <a:cubicBezTo>
                    <a:pt x="5143" y="21016"/>
                    <a:pt x="7200" y="21600"/>
                    <a:pt x="11314" y="21600"/>
                  </a:cubicBezTo>
                  <a:close/>
                  <a:moveTo>
                    <a:pt x="8229" y="4670"/>
                  </a:moveTo>
                  <a:cubicBezTo>
                    <a:pt x="8229" y="4670"/>
                    <a:pt x="8229" y="4086"/>
                    <a:pt x="8229" y="4086"/>
                  </a:cubicBezTo>
                  <a:cubicBezTo>
                    <a:pt x="9257" y="3503"/>
                    <a:pt x="10286" y="3503"/>
                    <a:pt x="11314" y="3503"/>
                  </a:cubicBezTo>
                  <a:cubicBezTo>
                    <a:pt x="12343" y="3503"/>
                    <a:pt x="12343" y="3503"/>
                    <a:pt x="13371" y="4086"/>
                  </a:cubicBezTo>
                  <a:cubicBezTo>
                    <a:pt x="13371" y="4086"/>
                    <a:pt x="14400" y="4670"/>
                    <a:pt x="14400" y="4670"/>
                  </a:cubicBezTo>
                  <a:cubicBezTo>
                    <a:pt x="14400" y="16346"/>
                    <a:pt x="14400" y="16346"/>
                    <a:pt x="14400" y="16346"/>
                  </a:cubicBezTo>
                  <a:cubicBezTo>
                    <a:pt x="14400" y="16346"/>
                    <a:pt x="13371" y="16930"/>
                    <a:pt x="13371" y="17514"/>
                  </a:cubicBezTo>
                  <a:cubicBezTo>
                    <a:pt x="12343" y="17514"/>
                    <a:pt x="12343" y="18097"/>
                    <a:pt x="11314" y="18097"/>
                  </a:cubicBezTo>
                  <a:cubicBezTo>
                    <a:pt x="10286" y="18097"/>
                    <a:pt x="9257" y="17514"/>
                    <a:pt x="8229" y="17514"/>
                  </a:cubicBezTo>
                  <a:cubicBezTo>
                    <a:pt x="8229" y="16930"/>
                    <a:pt x="8229" y="16346"/>
                    <a:pt x="8229" y="16346"/>
                  </a:cubicBezTo>
                  <a:lnTo>
                    <a:pt x="8229" y="467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21" name="Shape 6821"/>
            <p:cNvSpPr/>
            <p:nvPr/>
          </p:nvSpPr>
          <p:spPr>
            <a:xfrm>
              <a:off x="677043" y="109790"/>
              <a:ext cx="172008" cy="3037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21600"/>
                  </a:moveTo>
                  <a:cubicBezTo>
                    <a:pt x="6480" y="21600"/>
                    <a:pt x="8640" y="21600"/>
                    <a:pt x="9720" y="20983"/>
                  </a:cubicBezTo>
                  <a:cubicBezTo>
                    <a:pt x="10800" y="20366"/>
                    <a:pt x="12960" y="19749"/>
                    <a:pt x="14040" y="19131"/>
                  </a:cubicBezTo>
                  <a:cubicBezTo>
                    <a:pt x="14040" y="21600"/>
                    <a:pt x="14040" y="21600"/>
                    <a:pt x="14040" y="21600"/>
                  </a:cubicBezTo>
                  <a:cubicBezTo>
                    <a:pt x="21600" y="21600"/>
                    <a:pt x="21600" y="21600"/>
                    <a:pt x="21600" y="21600"/>
                  </a:cubicBezTo>
                  <a:cubicBezTo>
                    <a:pt x="21600" y="0"/>
                    <a:pt x="21600" y="0"/>
                    <a:pt x="21600" y="0"/>
                  </a:cubicBezTo>
                  <a:cubicBezTo>
                    <a:pt x="14040" y="0"/>
                    <a:pt x="14040" y="0"/>
                    <a:pt x="14040" y="0"/>
                  </a:cubicBezTo>
                  <a:cubicBezTo>
                    <a:pt x="14040" y="16046"/>
                    <a:pt x="14040" y="16046"/>
                    <a:pt x="14040" y="16046"/>
                  </a:cubicBezTo>
                  <a:cubicBezTo>
                    <a:pt x="14040" y="16663"/>
                    <a:pt x="12960" y="17280"/>
                    <a:pt x="11880" y="17280"/>
                  </a:cubicBezTo>
                  <a:cubicBezTo>
                    <a:pt x="10800" y="17897"/>
                    <a:pt x="9720" y="17897"/>
                    <a:pt x="9720" y="17897"/>
                  </a:cubicBezTo>
                  <a:cubicBezTo>
                    <a:pt x="8640" y="17897"/>
                    <a:pt x="8640" y="17897"/>
                    <a:pt x="8640" y="17280"/>
                  </a:cubicBezTo>
                  <a:cubicBezTo>
                    <a:pt x="7560" y="17280"/>
                    <a:pt x="7560" y="16663"/>
                    <a:pt x="7560" y="16663"/>
                  </a:cubicBezTo>
                  <a:cubicBezTo>
                    <a:pt x="7560" y="0"/>
                    <a:pt x="7560" y="0"/>
                    <a:pt x="7560" y="0"/>
                  </a:cubicBezTo>
                  <a:cubicBezTo>
                    <a:pt x="0" y="0"/>
                    <a:pt x="0" y="0"/>
                    <a:pt x="0" y="0"/>
                  </a:cubicBezTo>
                  <a:cubicBezTo>
                    <a:pt x="0" y="17897"/>
                    <a:pt x="0" y="17897"/>
                    <a:pt x="0" y="17897"/>
                  </a:cubicBezTo>
                  <a:cubicBezTo>
                    <a:pt x="0" y="19131"/>
                    <a:pt x="0" y="20366"/>
                    <a:pt x="1080" y="20983"/>
                  </a:cubicBezTo>
                  <a:cubicBezTo>
                    <a:pt x="2160" y="21600"/>
                    <a:pt x="3240" y="21600"/>
                    <a:pt x="54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823" name="Shape 6823"/>
          <p:cNvSpPr/>
          <p:nvPr/>
        </p:nvSpPr>
        <p:spPr>
          <a:xfrm>
            <a:off x="3830173" y="10580960"/>
            <a:ext cx="1013151" cy="8228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439"/>
                </a:moveTo>
                <a:cubicBezTo>
                  <a:pt x="20894" y="2961"/>
                  <a:pt x="20047" y="3135"/>
                  <a:pt x="19059" y="3310"/>
                </a:cubicBezTo>
                <a:cubicBezTo>
                  <a:pt x="20047" y="2613"/>
                  <a:pt x="20753" y="1568"/>
                  <a:pt x="21035" y="348"/>
                </a:cubicBezTo>
                <a:cubicBezTo>
                  <a:pt x="20188" y="871"/>
                  <a:pt x="19200" y="1394"/>
                  <a:pt x="18212" y="1568"/>
                </a:cubicBezTo>
                <a:cubicBezTo>
                  <a:pt x="17506" y="523"/>
                  <a:pt x="16235" y="0"/>
                  <a:pt x="14965" y="0"/>
                </a:cubicBezTo>
                <a:cubicBezTo>
                  <a:pt x="12565" y="0"/>
                  <a:pt x="10588" y="2439"/>
                  <a:pt x="10588" y="5400"/>
                </a:cubicBezTo>
                <a:cubicBezTo>
                  <a:pt x="10588" y="5748"/>
                  <a:pt x="10588" y="6271"/>
                  <a:pt x="10729" y="6619"/>
                </a:cubicBezTo>
                <a:cubicBezTo>
                  <a:pt x="7059" y="6445"/>
                  <a:pt x="3671" y="4181"/>
                  <a:pt x="1553" y="871"/>
                </a:cubicBezTo>
                <a:cubicBezTo>
                  <a:pt x="1129" y="1742"/>
                  <a:pt x="988" y="2613"/>
                  <a:pt x="988" y="3658"/>
                </a:cubicBezTo>
                <a:cubicBezTo>
                  <a:pt x="988" y="5574"/>
                  <a:pt x="1694" y="7316"/>
                  <a:pt x="2965" y="8187"/>
                </a:cubicBezTo>
                <a:cubicBezTo>
                  <a:pt x="2259" y="8187"/>
                  <a:pt x="1553" y="8013"/>
                  <a:pt x="847" y="7490"/>
                </a:cubicBezTo>
                <a:cubicBezTo>
                  <a:pt x="847" y="7490"/>
                  <a:pt x="847" y="7665"/>
                  <a:pt x="847" y="7665"/>
                </a:cubicBezTo>
                <a:cubicBezTo>
                  <a:pt x="847" y="10277"/>
                  <a:pt x="2400" y="12542"/>
                  <a:pt x="4518" y="12890"/>
                </a:cubicBezTo>
                <a:cubicBezTo>
                  <a:pt x="4094" y="13065"/>
                  <a:pt x="3671" y="13239"/>
                  <a:pt x="3247" y="13239"/>
                </a:cubicBezTo>
                <a:cubicBezTo>
                  <a:pt x="2965" y="13239"/>
                  <a:pt x="2682" y="13065"/>
                  <a:pt x="2400" y="13065"/>
                </a:cubicBezTo>
                <a:cubicBezTo>
                  <a:pt x="2965" y="15155"/>
                  <a:pt x="4659" y="16897"/>
                  <a:pt x="6635" y="16897"/>
                </a:cubicBezTo>
                <a:cubicBezTo>
                  <a:pt x="5082" y="18290"/>
                  <a:pt x="3247" y="19161"/>
                  <a:pt x="1129" y="19161"/>
                </a:cubicBezTo>
                <a:cubicBezTo>
                  <a:pt x="706" y="19161"/>
                  <a:pt x="424" y="19161"/>
                  <a:pt x="0" y="19161"/>
                </a:cubicBezTo>
                <a:cubicBezTo>
                  <a:pt x="1976" y="20729"/>
                  <a:pt x="4376" y="21600"/>
                  <a:pt x="6776" y="21600"/>
                </a:cubicBezTo>
                <a:cubicBezTo>
                  <a:pt x="14965" y="21600"/>
                  <a:pt x="19482" y="13239"/>
                  <a:pt x="19482" y="6097"/>
                </a:cubicBezTo>
                <a:cubicBezTo>
                  <a:pt x="19482" y="5748"/>
                  <a:pt x="19482" y="5574"/>
                  <a:pt x="19482" y="5400"/>
                </a:cubicBezTo>
                <a:cubicBezTo>
                  <a:pt x="20329" y="4529"/>
                  <a:pt x="21035" y="3658"/>
                  <a:pt x="21600" y="2439"/>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824" name="Shape 6824"/>
          <p:cNvSpPr/>
          <p:nvPr/>
        </p:nvSpPr>
        <p:spPr>
          <a:xfrm>
            <a:off x="6520671" y="10403167"/>
            <a:ext cx="918584" cy="11784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11" y="0"/>
                </a:moveTo>
                <a:cubicBezTo>
                  <a:pt x="3872" y="0"/>
                  <a:pt x="0" y="4129"/>
                  <a:pt x="0" y="7782"/>
                </a:cubicBezTo>
                <a:cubicBezTo>
                  <a:pt x="0" y="9847"/>
                  <a:pt x="1019" y="11753"/>
                  <a:pt x="3260" y="12547"/>
                </a:cubicBezTo>
                <a:cubicBezTo>
                  <a:pt x="3668" y="12547"/>
                  <a:pt x="4075" y="12547"/>
                  <a:pt x="4075" y="12229"/>
                </a:cubicBezTo>
                <a:cubicBezTo>
                  <a:pt x="4279" y="11912"/>
                  <a:pt x="4483" y="11435"/>
                  <a:pt x="4483" y="11118"/>
                </a:cubicBezTo>
                <a:cubicBezTo>
                  <a:pt x="4483" y="10800"/>
                  <a:pt x="4483" y="10800"/>
                  <a:pt x="4279" y="10482"/>
                </a:cubicBezTo>
                <a:cubicBezTo>
                  <a:pt x="3668" y="9847"/>
                  <a:pt x="3260" y="9053"/>
                  <a:pt x="3260" y="8100"/>
                </a:cubicBezTo>
                <a:cubicBezTo>
                  <a:pt x="3260" y="4924"/>
                  <a:pt x="6113" y="2065"/>
                  <a:pt x="11004" y="2065"/>
                </a:cubicBezTo>
                <a:cubicBezTo>
                  <a:pt x="15283" y="2065"/>
                  <a:pt x="17728" y="4129"/>
                  <a:pt x="17728" y="6829"/>
                </a:cubicBezTo>
                <a:cubicBezTo>
                  <a:pt x="17728" y="10482"/>
                  <a:pt x="15691" y="13500"/>
                  <a:pt x="12634" y="13500"/>
                </a:cubicBezTo>
                <a:cubicBezTo>
                  <a:pt x="11004" y="13500"/>
                  <a:pt x="9781" y="12388"/>
                  <a:pt x="10189" y="11118"/>
                </a:cubicBezTo>
                <a:cubicBezTo>
                  <a:pt x="10596" y="9529"/>
                  <a:pt x="11615" y="7782"/>
                  <a:pt x="11615" y="6671"/>
                </a:cubicBezTo>
                <a:cubicBezTo>
                  <a:pt x="11615" y="5559"/>
                  <a:pt x="10800" y="4765"/>
                  <a:pt x="9374" y="4765"/>
                </a:cubicBezTo>
                <a:cubicBezTo>
                  <a:pt x="7743" y="4765"/>
                  <a:pt x="6317" y="6194"/>
                  <a:pt x="6317" y="7941"/>
                </a:cubicBezTo>
                <a:cubicBezTo>
                  <a:pt x="6317" y="9212"/>
                  <a:pt x="6725" y="10006"/>
                  <a:pt x="6725" y="10006"/>
                </a:cubicBezTo>
                <a:cubicBezTo>
                  <a:pt x="6725" y="10006"/>
                  <a:pt x="5094" y="15724"/>
                  <a:pt x="4687" y="16676"/>
                </a:cubicBezTo>
                <a:cubicBezTo>
                  <a:pt x="4075" y="18741"/>
                  <a:pt x="4687" y="21282"/>
                  <a:pt x="4687" y="21441"/>
                </a:cubicBezTo>
                <a:cubicBezTo>
                  <a:pt x="4687" y="21600"/>
                  <a:pt x="4891" y="21600"/>
                  <a:pt x="5094" y="21600"/>
                </a:cubicBezTo>
                <a:cubicBezTo>
                  <a:pt x="5298" y="21441"/>
                  <a:pt x="7336" y="19376"/>
                  <a:pt x="7947" y="17471"/>
                </a:cubicBezTo>
                <a:cubicBezTo>
                  <a:pt x="8151" y="16994"/>
                  <a:pt x="9170" y="14135"/>
                  <a:pt x="9170" y="14135"/>
                </a:cubicBezTo>
                <a:cubicBezTo>
                  <a:pt x="9577" y="14929"/>
                  <a:pt x="11208" y="15565"/>
                  <a:pt x="13042" y="15565"/>
                </a:cubicBezTo>
                <a:cubicBezTo>
                  <a:pt x="18136" y="15565"/>
                  <a:pt x="21600" y="11912"/>
                  <a:pt x="21600" y="7147"/>
                </a:cubicBezTo>
                <a:cubicBezTo>
                  <a:pt x="21600" y="3335"/>
                  <a:pt x="17525" y="0"/>
                  <a:pt x="11411" y="0"/>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825" name="Shape 6825"/>
          <p:cNvSpPr/>
          <p:nvPr/>
        </p:nvSpPr>
        <p:spPr>
          <a:xfrm>
            <a:off x="9415183" y="10557537"/>
            <a:ext cx="1009117" cy="882654"/>
          </a:xfrm>
          <a:custGeom>
            <a:avLst/>
            <a:gdLst/>
            <a:ahLst/>
            <a:cxnLst>
              <a:cxn ang="0">
                <a:pos x="wd2" y="hd2"/>
              </a:cxn>
              <a:cxn ang="5400000">
                <a:pos x="wd2" y="hd2"/>
              </a:cxn>
              <a:cxn ang="10800000">
                <a:pos x="wd2" y="hd2"/>
              </a:cxn>
              <a:cxn ang="16200000">
                <a:pos x="wd2" y="hd2"/>
              </a:cxn>
            </a:cxnLst>
            <a:rect l="0" t="0" r="r" b="b"/>
            <a:pathLst>
              <a:path w="20558" h="18509" fill="norm" stroke="1" extrusionOk="0">
                <a:moveTo>
                  <a:pt x="0" y="5026"/>
                </a:moveTo>
                <a:cubicBezTo>
                  <a:pt x="831" y="6203"/>
                  <a:pt x="831" y="6203"/>
                  <a:pt x="831" y="6203"/>
                </a:cubicBezTo>
                <a:cubicBezTo>
                  <a:pt x="831" y="6203"/>
                  <a:pt x="2492" y="4812"/>
                  <a:pt x="3115" y="5454"/>
                </a:cubicBezTo>
                <a:cubicBezTo>
                  <a:pt x="3738" y="6203"/>
                  <a:pt x="5919" y="14543"/>
                  <a:pt x="6646" y="16147"/>
                </a:cubicBezTo>
                <a:cubicBezTo>
                  <a:pt x="7269" y="17537"/>
                  <a:pt x="9035" y="19355"/>
                  <a:pt x="10904" y="18072"/>
                </a:cubicBezTo>
                <a:cubicBezTo>
                  <a:pt x="12877" y="16789"/>
                  <a:pt x="19315" y="11121"/>
                  <a:pt x="20458" y="4492"/>
                </a:cubicBezTo>
                <a:cubicBezTo>
                  <a:pt x="21600" y="-2245"/>
                  <a:pt x="12669" y="-855"/>
                  <a:pt x="11735" y="5026"/>
                </a:cubicBezTo>
                <a:cubicBezTo>
                  <a:pt x="14123" y="3529"/>
                  <a:pt x="15369" y="5561"/>
                  <a:pt x="14227" y="7913"/>
                </a:cubicBezTo>
                <a:cubicBezTo>
                  <a:pt x="12981" y="10159"/>
                  <a:pt x="11838" y="11656"/>
                  <a:pt x="11319" y="11656"/>
                </a:cubicBezTo>
                <a:cubicBezTo>
                  <a:pt x="10696" y="11656"/>
                  <a:pt x="10281" y="10159"/>
                  <a:pt x="9658" y="7486"/>
                </a:cubicBezTo>
                <a:cubicBezTo>
                  <a:pt x="8931" y="4705"/>
                  <a:pt x="8931" y="-427"/>
                  <a:pt x="6127" y="214"/>
                </a:cubicBezTo>
                <a:cubicBezTo>
                  <a:pt x="3531" y="749"/>
                  <a:pt x="0" y="5026"/>
                  <a:pt x="0" y="5026"/>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826" name="Shape 6826"/>
          <p:cNvSpPr/>
          <p:nvPr/>
        </p:nvSpPr>
        <p:spPr>
          <a:xfrm>
            <a:off x="7867949" y="10501755"/>
            <a:ext cx="1008524" cy="1012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55" y="0"/>
                </a:moveTo>
                <a:cubicBezTo>
                  <a:pt x="4145" y="0"/>
                  <a:pt x="4145" y="0"/>
                  <a:pt x="4145" y="0"/>
                </a:cubicBezTo>
                <a:cubicBezTo>
                  <a:pt x="1855" y="0"/>
                  <a:pt x="0" y="1855"/>
                  <a:pt x="0" y="4145"/>
                </a:cubicBezTo>
                <a:cubicBezTo>
                  <a:pt x="0" y="8509"/>
                  <a:pt x="0" y="8509"/>
                  <a:pt x="0" y="8509"/>
                </a:cubicBezTo>
                <a:cubicBezTo>
                  <a:pt x="0" y="17345"/>
                  <a:pt x="0" y="17345"/>
                  <a:pt x="0" y="17345"/>
                </a:cubicBezTo>
                <a:cubicBezTo>
                  <a:pt x="0" y="19745"/>
                  <a:pt x="1855" y="21600"/>
                  <a:pt x="4145" y="21600"/>
                </a:cubicBezTo>
                <a:cubicBezTo>
                  <a:pt x="17455" y="21600"/>
                  <a:pt x="17455" y="21600"/>
                  <a:pt x="17455" y="21600"/>
                </a:cubicBezTo>
                <a:cubicBezTo>
                  <a:pt x="19745" y="21600"/>
                  <a:pt x="21600" y="19745"/>
                  <a:pt x="21600" y="17345"/>
                </a:cubicBezTo>
                <a:cubicBezTo>
                  <a:pt x="21600" y="8509"/>
                  <a:pt x="21600" y="8509"/>
                  <a:pt x="21600" y="8509"/>
                </a:cubicBezTo>
                <a:cubicBezTo>
                  <a:pt x="21600" y="4145"/>
                  <a:pt x="21600" y="4145"/>
                  <a:pt x="21600" y="4145"/>
                </a:cubicBezTo>
                <a:cubicBezTo>
                  <a:pt x="21600" y="1855"/>
                  <a:pt x="19745" y="0"/>
                  <a:pt x="17455" y="0"/>
                </a:cubicBezTo>
                <a:close/>
                <a:moveTo>
                  <a:pt x="18655" y="2400"/>
                </a:moveTo>
                <a:cubicBezTo>
                  <a:pt x="19091" y="2400"/>
                  <a:pt x="19091" y="2400"/>
                  <a:pt x="19091" y="2400"/>
                </a:cubicBezTo>
                <a:cubicBezTo>
                  <a:pt x="19091" y="2945"/>
                  <a:pt x="19091" y="2945"/>
                  <a:pt x="19091" y="2945"/>
                </a:cubicBezTo>
                <a:cubicBezTo>
                  <a:pt x="19091" y="6109"/>
                  <a:pt x="19091" y="6109"/>
                  <a:pt x="19091" y="6109"/>
                </a:cubicBezTo>
                <a:cubicBezTo>
                  <a:pt x="15491" y="6109"/>
                  <a:pt x="15491" y="6109"/>
                  <a:pt x="15491" y="6109"/>
                </a:cubicBezTo>
                <a:cubicBezTo>
                  <a:pt x="15491" y="2400"/>
                  <a:pt x="15491" y="2400"/>
                  <a:pt x="15491" y="2400"/>
                </a:cubicBezTo>
                <a:lnTo>
                  <a:pt x="18655" y="2400"/>
                </a:lnTo>
                <a:close/>
                <a:moveTo>
                  <a:pt x="7745" y="8509"/>
                </a:moveTo>
                <a:cubicBezTo>
                  <a:pt x="8400" y="7636"/>
                  <a:pt x="9491" y="6982"/>
                  <a:pt x="10800" y="6982"/>
                </a:cubicBezTo>
                <a:cubicBezTo>
                  <a:pt x="12109" y="6982"/>
                  <a:pt x="13200" y="7636"/>
                  <a:pt x="13855" y="8509"/>
                </a:cubicBezTo>
                <a:cubicBezTo>
                  <a:pt x="14400" y="9164"/>
                  <a:pt x="14618" y="9927"/>
                  <a:pt x="14618" y="10800"/>
                </a:cubicBezTo>
                <a:cubicBezTo>
                  <a:pt x="14618" y="12873"/>
                  <a:pt x="12873" y="14618"/>
                  <a:pt x="10800" y="14618"/>
                </a:cubicBezTo>
                <a:cubicBezTo>
                  <a:pt x="8727" y="14618"/>
                  <a:pt x="6982" y="12873"/>
                  <a:pt x="6982" y="10800"/>
                </a:cubicBezTo>
                <a:cubicBezTo>
                  <a:pt x="6982" y="9927"/>
                  <a:pt x="7309" y="9164"/>
                  <a:pt x="7745" y="8509"/>
                </a:cubicBezTo>
                <a:close/>
                <a:moveTo>
                  <a:pt x="19527" y="17345"/>
                </a:moveTo>
                <a:cubicBezTo>
                  <a:pt x="19527" y="18545"/>
                  <a:pt x="18545" y="19418"/>
                  <a:pt x="17455" y="19418"/>
                </a:cubicBezTo>
                <a:cubicBezTo>
                  <a:pt x="4145" y="19418"/>
                  <a:pt x="4145" y="19418"/>
                  <a:pt x="4145" y="19418"/>
                </a:cubicBezTo>
                <a:cubicBezTo>
                  <a:pt x="3055" y="19418"/>
                  <a:pt x="2073" y="18545"/>
                  <a:pt x="2073" y="17345"/>
                </a:cubicBezTo>
                <a:cubicBezTo>
                  <a:pt x="2073" y="8509"/>
                  <a:pt x="2073" y="8509"/>
                  <a:pt x="2073" y="8509"/>
                </a:cubicBezTo>
                <a:cubicBezTo>
                  <a:pt x="5345" y="8509"/>
                  <a:pt x="5345" y="8509"/>
                  <a:pt x="5345" y="8509"/>
                </a:cubicBezTo>
                <a:cubicBezTo>
                  <a:pt x="5018" y="9273"/>
                  <a:pt x="4909" y="9927"/>
                  <a:pt x="4909" y="10800"/>
                </a:cubicBezTo>
                <a:cubicBezTo>
                  <a:pt x="4909" y="14073"/>
                  <a:pt x="7527" y="16691"/>
                  <a:pt x="10800" y="16691"/>
                </a:cubicBezTo>
                <a:cubicBezTo>
                  <a:pt x="14073" y="16691"/>
                  <a:pt x="16691" y="14073"/>
                  <a:pt x="16691" y="10800"/>
                </a:cubicBezTo>
                <a:cubicBezTo>
                  <a:pt x="16691" y="9927"/>
                  <a:pt x="16582" y="9273"/>
                  <a:pt x="16255" y="8509"/>
                </a:cubicBezTo>
                <a:cubicBezTo>
                  <a:pt x="19527" y="8509"/>
                  <a:pt x="19527" y="8509"/>
                  <a:pt x="19527" y="8509"/>
                </a:cubicBezTo>
                <a:lnTo>
                  <a:pt x="19527" y="17345"/>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846" name="Group 6846"/>
          <p:cNvGrpSpPr/>
          <p:nvPr/>
        </p:nvGrpSpPr>
        <p:grpSpPr>
          <a:xfrm>
            <a:off x="2924566" y="4435654"/>
            <a:ext cx="2906650" cy="2865978"/>
            <a:chOff x="0" y="0"/>
            <a:chExt cx="2906648" cy="2865976"/>
          </a:xfrm>
        </p:grpSpPr>
        <p:sp>
          <p:nvSpPr>
            <p:cNvPr id="6827" name="Shape 6827"/>
            <p:cNvSpPr/>
            <p:nvPr/>
          </p:nvSpPr>
          <p:spPr>
            <a:xfrm>
              <a:off x="2133837" y="1761567"/>
              <a:ext cx="772812" cy="1104411"/>
            </a:xfrm>
            <a:custGeom>
              <a:avLst/>
              <a:gdLst/>
              <a:ahLst/>
              <a:cxnLst>
                <a:cxn ang="0">
                  <a:pos x="wd2" y="hd2"/>
                </a:cxn>
                <a:cxn ang="5400000">
                  <a:pos x="wd2" y="hd2"/>
                </a:cxn>
                <a:cxn ang="10800000">
                  <a:pos x="wd2" y="hd2"/>
                </a:cxn>
                <a:cxn ang="16200000">
                  <a:pos x="wd2" y="hd2"/>
                </a:cxn>
              </a:cxnLst>
              <a:rect l="0" t="0" r="r" b="b"/>
              <a:pathLst>
                <a:path w="21600" h="21477" fill="norm" stroke="1" extrusionOk="0">
                  <a:moveTo>
                    <a:pt x="8723" y="20027"/>
                  </a:moveTo>
                  <a:cubicBezTo>
                    <a:pt x="8723" y="20752"/>
                    <a:pt x="9762" y="21477"/>
                    <a:pt x="10800" y="21477"/>
                  </a:cubicBezTo>
                  <a:cubicBezTo>
                    <a:pt x="12046" y="21477"/>
                    <a:pt x="13085" y="20752"/>
                    <a:pt x="13085" y="20027"/>
                  </a:cubicBezTo>
                  <a:cubicBezTo>
                    <a:pt x="13085" y="19303"/>
                    <a:pt x="12462" y="18868"/>
                    <a:pt x="11631" y="18578"/>
                  </a:cubicBezTo>
                  <a:cubicBezTo>
                    <a:pt x="11838" y="16548"/>
                    <a:pt x="11838" y="16548"/>
                    <a:pt x="11838" y="16548"/>
                  </a:cubicBezTo>
                  <a:cubicBezTo>
                    <a:pt x="14538" y="16693"/>
                    <a:pt x="16200" y="17128"/>
                    <a:pt x="17238" y="17418"/>
                  </a:cubicBezTo>
                  <a:cubicBezTo>
                    <a:pt x="17862" y="17708"/>
                    <a:pt x="18277" y="17853"/>
                    <a:pt x="18485" y="17998"/>
                  </a:cubicBezTo>
                  <a:cubicBezTo>
                    <a:pt x="18485" y="17998"/>
                    <a:pt x="18485" y="18143"/>
                    <a:pt x="18485" y="18143"/>
                  </a:cubicBezTo>
                  <a:cubicBezTo>
                    <a:pt x="18485" y="18723"/>
                    <a:pt x="18485" y="18723"/>
                    <a:pt x="18485" y="18723"/>
                  </a:cubicBezTo>
                  <a:cubicBezTo>
                    <a:pt x="17862" y="18868"/>
                    <a:pt x="17446" y="19447"/>
                    <a:pt x="17446" y="20027"/>
                  </a:cubicBezTo>
                  <a:cubicBezTo>
                    <a:pt x="17446" y="20752"/>
                    <a:pt x="18277" y="21477"/>
                    <a:pt x="19523" y="21477"/>
                  </a:cubicBezTo>
                  <a:cubicBezTo>
                    <a:pt x="20562" y="21477"/>
                    <a:pt x="21600" y="20752"/>
                    <a:pt x="21600" y="20027"/>
                  </a:cubicBezTo>
                  <a:cubicBezTo>
                    <a:pt x="21600" y="19303"/>
                    <a:pt x="20977" y="18723"/>
                    <a:pt x="20146" y="18578"/>
                  </a:cubicBezTo>
                  <a:cubicBezTo>
                    <a:pt x="20146" y="17708"/>
                    <a:pt x="20146" y="17708"/>
                    <a:pt x="20146" y="17708"/>
                  </a:cubicBezTo>
                  <a:cubicBezTo>
                    <a:pt x="19938" y="17708"/>
                    <a:pt x="19938" y="17708"/>
                    <a:pt x="19938" y="17708"/>
                  </a:cubicBezTo>
                  <a:cubicBezTo>
                    <a:pt x="19938" y="17418"/>
                    <a:pt x="18069" y="15678"/>
                    <a:pt x="12046" y="15533"/>
                  </a:cubicBezTo>
                  <a:cubicBezTo>
                    <a:pt x="12254" y="13359"/>
                    <a:pt x="12254" y="13359"/>
                    <a:pt x="12254" y="13359"/>
                  </a:cubicBezTo>
                  <a:cubicBezTo>
                    <a:pt x="18485" y="13359"/>
                    <a:pt x="18485" y="13359"/>
                    <a:pt x="18485" y="13359"/>
                  </a:cubicBezTo>
                  <a:cubicBezTo>
                    <a:pt x="19523" y="13359"/>
                    <a:pt x="20354" y="12779"/>
                    <a:pt x="20354" y="12054"/>
                  </a:cubicBezTo>
                  <a:cubicBezTo>
                    <a:pt x="21185" y="1472"/>
                    <a:pt x="21185" y="1472"/>
                    <a:pt x="21185" y="1472"/>
                  </a:cubicBezTo>
                  <a:cubicBezTo>
                    <a:pt x="21392" y="747"/>
                    <a:pt x="20562" y="22"/>
                    <a:pt x="19523" y="22"/>
                  </a:cubicBezTo>
                  <a:cubicBezTo>
                    <a:pt x="18277" y="-123"/>
                    <a:pt x="17446" y="457"/>
                    <a:pt x="17446" y="1327"/>
                  </a:cubicBezTo>
                  <a:cubicBezTo>
                    <a:pt x="17446" y="1327"/>
                    <a:pt x="17446" y="1327"/>
                    <a:pt x="17446" y="1327"/>
                  </a:cubicBezTo>
                  <a:cubicBezTo>
                    <a:pt x="16615" y="10605"/>
                    <a:pt x="16615" y="10605"/>
                    <a:pt x="16615" y="10605"/>
                  </a:cubicBezTo>
                  <a:cubicBezTo>
                    <a:pt x="3115" y="10605"/>
                    <a:pt x="3115" y="10605"/>
                    <a:pt x="3115" y="10605"/>
                  </a:cubicBezTo>
                  <a:cubicBezTo>
                    <a:pt x="2077" y="10605"/>
                    <a:pt x="1246" y="11184"/>
                    <a:pt x="1246" y="11909"/>
                  </a:cubicBezTo>
                  <a:cubicBezTo>
                    <a:pt x="1246" y="12634"/>
                    <a:pt x="2077" y="13359"/>
                    <a:pt x="3115" y="13359"/>
                  </a:cubicBezTo>
                  <a:cubicBezTo>
                    <a:pt x="9138" y="13359"/>
                    <a:pt x="9138" y="13359"/>
                    <a:pt x="9138" y="13359"/>
                  </a:cubicBezTo>
                  <a:cubicBezTo>
                    <a:pt x="9554" y="15533"/>
                    <a:pt x="9554" y="15533"/>
                    <a:pt x="9554" y="15533"/>
                  </a:cubicBezTo>
                  <a:cubicBezTo>
                    <a:pt x="3323" y="15678"/>
                    <a:pt x="1662" y="17418"/>
                    <a:pt x="1454" y="17708"/>
                  </a:cubicBezTo>
                  <a:cubicBezTo>
                    <a:pt x="1454" y="17708"/>
                    <a:pt x="1454" y="17708"/>
                    <a:pt x="1454" y="17708"/>
                  </a:cubicBezTo>
                  <a:cubicBezTo>
                    <a:pt x="1454" y="18578"/>
                    <a:pt x="1454" y="18578"/>
                    <a:pt x="1454" y="18578"/>
                  </a:cubicBezTo>
                  <a:cubicBezTo>
                    <a:pt x="623" y="18868"/>
                    <a:pt x="0" y="19303"/>
                    <a:pt x="0" y="20027"/>
                  </a:cubicBezTo>
                  <a:cubicBezTo>
                    <a:pt x="0" y="20752"/>
                    <a:pt x="1038" y="21477"/>
                    <a:pt x="2077" y="21477"/>
                  </a:cubicBezTo>
                  <a:cubicBezTo>
                    <a:pt x="3323" y="21477"/>
                    <a:pt x="4154" y="20752"/>
                    <a:pt x="4154" y="20027"/>
                  </a:cubicBezTo>
                  <a:cubicBezTo>
                    <a:pt x="4154" y="19303"/>
                    <a:pt x="3738" y="18868"/>
                    <a:pt x="2908" y="18578"/>
                  </a:cubicBezTo>
                  <a:cubicBezTo>
                    <a:pt x="2908" y="18143"/>
                    <a:pt x="2908" y="18143"/>
                    <a:pt x="2908" y="18143"/>
                  </a:cubicBezTo>
                  <a:cubicBezTo>
                    <a:pt x="3323" y="17708"/>
                    <a:pt x="4985" y="16693"/>
                    <a:pt x="9554" y="16548"/>
                  </a:cubicBezTo>
                  <a:cubicBezTo>
                    <a:pt x="9969" y="18723"/>
                    <a:pt x="9969" y="18723"/>
                    <a:pt x="9969" y="18723"/>
                  </a:cubicBezTo>
                  <a:cubicBezTo>
                    <a:pt x="9346" y="18868"/>
                    <a:pt x="8723" y="19447"/>
                    <a:pt x="8723" y="2002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28" name="Shape 6828"/>
            <p:cNvSpPr/>
            <p:nvPr/>
          </p:nvSpPr>
          <p:spPr>
            <a:xfrm>
              <a:off x="0" y="1761567"/>
              <a:ext cx="775941" cy="1104411"/>
            </a:xfrm>
            <a:custGeom>
              <a:avLst/>
              <a:gdLst/>
              <a:ahLst/>
              <a:cxnLst>
                <a:cxn ang="0">
                  <a:pos x="wd2" y="hd2"/>
                </a:cxn>
                <a:cxn ang="5400000">
                  <a:pos x="wd2" y="hd2"/>
                </a:cxn>
                <a:cxn ang="10800000">
                  <a:pos x="wd2" y="hd2"/>
                </a:cxn>
                <a:cxn ang="16200000">
                  <a:pos x="wd2" y="hd2"/>
                </a:cxn>
              </a:cxnLst>
              <a:rect l="0" t="0" r="r" b="b"/>
              <a:pathLst>
                <a:path w="21600" h="21477" fill="norm" stroke="1" extrusionOk="0">
                  <a:moveTo>
                    <a:pt x="1662" y="17708"/>
                  </a:moveTo>
                  <a:cubicBezTo>
                    <a:pt x="1454" y="17708"/>
                    <a:pt x="1454" y="17708"/>
                    <a:pt x="1454" y="17708"/>
                  </a:cubicBezTo>
                  <a:cubicBezTo>
                    <a:pt x="1454" y="18578"/>
                    <a:pt x="1454" y="18578"/>
                    <a:pt x="1454" y="18578"/>
                  </a:cubicBezTo>
                  <a:cubicBezTo>
                    <a:pt x="623" y="18723"/>
                    <a:pt x="0" y="19303"/>
                    <a:pt x="0" y="20027"/>
                  </a:cubicBezTo>
                  <a:cubicBezTo>
                    <a:pt x="0" y="20752"/>
                    <a:pt x="1038" y="21477"/>
                    <a:pt x="2077" y="21477"/>
                  </a:cubicBezTo>
                  <a:cubicBezTo>
                    <a:pt x="3323" y="21477"/>
                    <a:pt x="4154" y="20752"/>
                    <a:pt x="4154" y="20027"/>
                  </a:cubicBezTo>
                  <a:cubicBezTo>
                    <a:pt x="4154" y="19447"/>
                    <a:pt x="3738" y="18868"/>
                    <a:pt x="2908" y="18723"/>
                  </a:cubicBezTo>
                  <a:cubicBezTo>
                    <a:pt x="2908" y="18143"/>
                    <a:pt x="2908" y="18143"/>
                    <a:pt x="2908" y="18143"/>
                  </a:cubicBezTo>
                  <a:cubicBezTo>
                    <a:pt x="3323" y="17708"/>
                    <a:pt x="4985" y="16693"/>
                    <a:pt x="9762" y="16548"/>
                  </a:cubicBezTo>
                  <a:cubicBezTo>
                    <a:pt x="9969" y="18578"/>
                    <a:pt x="9969" y="18578"/>
                    <a:pt x="9969" y="18578"/>
                  </a:cubicBezTo>
                  <a:cubicBezTo>
                    <a:pt x="9138" y="18868"/>
                    <a:pt x="8515" y="19303"/>
                    <a:pt x="8515" y="20027"/>
                  </a:cubicBezTo>
                  <a:cubicBezTo>
                    <a:pt x="8515" y="20752"/>
                    <a:pt x="9554" y="21477"/>
                    <a:pt x="10592" y="21477"/>
                  </a:cubicBezTo>
                  <a:cubicBezTo>
                    <a:pt x="11838" y="21477"/>
                    <a:pt x="12877" y="20752"/>
                    <a:pt x="12877" y="20027"/>
                  </a:cubicBezTo>
                  <a:cubicBezTo>
                    <a:pt x="12877" y="19447"/>
                    <a:pt x="12254" y="18868"/>
                    <a:pt x="11631" y="18723"/>
                  </a:cubicBezTo>
                  <a:cubicBezTo>
                    <a:pt x="12046" y="16548"/>
                    <a:pt x="12046" y="16548"/>
                    <a:pt x="12046" y="16548"/>
                  </a:cubicBezTo>
                  <a:cubicBezTo>
                    <a:pt x="14746" y="16693"/>
                    <a:pt x="16408" y="17128"/>
                    <a:pt x="17446" y="17418"/>
                  </a:cubicBezTo>
                  <a:cubicBezTo>
                    <a:pt x="17862" y="17708"/>
                    <a:pt x="18277" y="17853"/>
                    <a:pt x="18485" y="17998"/>
                  </a:cubicBezTo>
                  <a:cubicBezTo>
                    <a:pt x="18485" y="17998"/>
                    <a:pt x="18692" y="18143"/>
                    <a:pt x="18692" y="18143"/>
                  </a:cubicBezTo>
                  <a:cubicBezTo>
                    <a:pt x="18692" y="18578"/>
                    <a:pt x="18692" y="18578"/>
                    <a:pt x="18692" y="18578"/>
                  </a:cubicBezTo>
                  <a:cubicBezTo>
                    <a:pt x="17862" y="18868"/>
                    <a:pt x="17446" y="19303"/>
                    <a:pt x="17446" y="20027"/>
                  </a:cubicBezTo>
                  <a:cubicBezTo>
                    <a:pt x="17446" y="20752"/>
                    <a:pt x="18277" y="21477"/>
                    <a:pt x="19523" y="21477"/>
                  </a:cubicBezTo>
                  <a:cubicBezTo>
                    <a:pt x="20562" y="21477"/>
                    <a:pt x="21600" y="20752"/>
                    <a:pt x="21600" y="20027"/>
                  </a:cubicBezTo>
                  <a:cubicBezTo>
                    <a:pt x="21600" y="19303"/>
                    <a:pt x="20977" y="18868"/>
                    <a:pt x="20146" y="18578"/>
                  </a:cubicBezTo>
                  <a:cubicBezTo>
                    <a:pt x="20146" y="17708"/>
                    <a:pt x="20146" y="17708"/>
                    <a:pt x="20146" y="17708"/>
                  </a:cubicBezTo>
                  <a:cubicBezTo>
                    <a:pt x="20146" y="17708"/>
                    <a:pt x="20146" y="17708"/>
                    <a:pt x="20146" y="17708"/>
                  </a:cubicBezTo>
                  <a:cubicBezTo>
                    <a:pt x="19938" y="17418"/>
                    <a:pt x="18277" y="15678"/>
                    <a:pt x="12046" y="15533"/>
                  </a:cubicBezTo>
                  <a:cubicBezTo>
                    <a:pt x="12462" y="13359"/>
                    <a:pt x="12462" y="13359"/>
                    <a:pt x="12462" y="13359"/>
                  </a:cubicBezTo>
                  <a:cubicBezTo>
                    <a:pt x="18485" y="13359"/>
                    <a:pt x="18485" y="13359"/>
                    <a:pt x="18485" y="13359"/>
                  </a:cubicBezTo>
                  <a:cubicBezTo>
                    <a:pt x="19523" y="13359"/>
                    <a:pt x="20354" y="12634"/>
                    <a:pt x="20354" y="11909"/>
                  </a:cubicBezTo>
                  <a:cubicBezTo>
                    <a:pt x="20354" y="11184"/>
                    <a:pt x="19523" y="10605"/>
                    <a:pt x="18485" y="10605"/>
                  </a:cubicBezTo>
                  <a:cubicBezTo>
                    <a:pt x="4985" y="10605"/>
                    <a:pt x="4985" y="10605"/>
                    <a:pt x="4985" y="10605"/>
                  </a:cubicBezTo>
                  <a:cubicBezTo>
                    <a:pt x="4154" y="1327"/>
                    <a:pt x="4154" y="1327"/>
                    <a:pt x="4154" y="1327"/>
                  </a:cubicBezTo>
                  <a:cubicBezTo>
                    <a:pt x="4154" y="457"/>
                    <a:pt x="3115" y="-123"/>
                    <a:pt x="2077" y="22"/>
                  </a:cubicBezTo>
                  <a:cubicBezTo>
                    <a:pt x="1038" y="22"/>
                    <a:pt x="208" y="747"/>
                    <a:pt x="208" y="1472"/>
                  </a:cubicBezTo>
                  <a:cubicBezTo>
                    <a:pt x="208" y="1472"/>
                    <a:pt x="208" y="1472"/>
                    <a:pt x="208" y="1472"/>
                  </a:cubicBezTo>
                  <a:cubicBezTo>
                    <a:pt x="1246" y="12054"/>
                    <a:pt x="1246" y="12054"/>
                    <a:pt x="1246" y="12054"/>
                  </a:cubicBezTo>
                  <a:cubicBezTo>
                    <a:pt x="1246" y="12779"/>
                    <a:pt x="2077" y="13359"/>
                    <a:pt x="3115" y="13359"/>
                  </a:cubicBezTo>
                  <a:cubicBezTo>
                    <a:pt x="9138" y="13359"/>
                    <a:pt x="9138" y="13359"/>
                    <a:pt x="9138" y="13359"/>
                  </a:cubicBezTo>
                  <a:cubicBezTo>
                    <a:pt x="9554" y="15533"/>
                    <a:pt x="9554" y="15533"/>
                    <a:pt x="9554" y="15533"/>
                  </a:cubicBezTo>
                  <a:cubicBezTo>
                    <a:pt x="3323" y="15678"/>
                    <a:pt x="1662" y="17418"/>
                    <a:pt x="1662" y="1770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29" name="Shape 6829"/>
            <p:cNvSpPr/>
            <p:nvPr/>
          </p:nvSpPr>
          <p:spPr>
            <a:xfrm>
              <a:off x="844774" y="1733351"/>
              <a:ext cx="1116980" cy="11169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6" y="0"/>
                  </a:moveTo>
                  <a:cubicBezTo>
                    <a:pt x="1008" y="0"/>
                    <a:pt x="1008" y="0"/>
                    <a:pt x="1008" y="0"/>
                  </a:cubicBezTo>
                  <a:cubicBezTo>
                    <a:pt x="432" y="0"/>
                    <a:pt x="0" y="288"/>
                    <a:pt x="0" y="864"/>
                  </a:cubicBezTo>
                  <a:cubicBezTo>
                    <a:pt x="0" y="1008"/>
                    <a:pt x="0" y="1008"/>
                    <a:pt x="0" y="1008"/>
                  </a:cubicBezTo>
                  <a:cubicBezTo>
                    <a:pt x="0" y="1440"/>
                    <a:pt x="432" y="1872"/>
                    <a:pt x="1008" y="1872"/>
                  </a:cubicBezTo>
                  <a:cubicBezTo>
                    <a:pt x="6912" y="1872"/>
                    <a:pt x="6912" y="1872"/>
                    <a:pt x="6912" y="1872"/>
                  </a:cubicBezTo>
                  <a:cubicBezTo>
                    <a:pt x="6912" y="21600"/>
                    <a:pt x="6912" y="21600"/>
                    <a:pt x="6912" y="21600"/>
                  </a:cubicBezTo>
                  <a:cubicBezTo>
                    <a:pt x="9072" y="21600"/>
                    <a:pt x="9072" y="21600"/>
                    <a:pt x="9072" y="21600"/>
                  </a:cubicBezTo>
                  <a:cubicBezTo>
                    <a:pt x="9072" y="1728"/>
                    <a:pt x="9072" y="1728"/>
                    <a:pt x="9072" y="1728"/>
                  </a:cubicBezTo>
                  <a:cubicBezTo>
                    <a:pt x="12528" y="1728"/>
                    <a:pt x="12528" y="1728"/>
                    <a:pt x="12528" y="1728"/>
                  </a:cubicBezTo>
                  <a:cubicBezTo>
                    <a:pt x="12528" y="21600"/>
                    <a:pt x="12528" y="21600"/>
                    <a:pt x="12528" y="21600"/>
                  </a:cubicBezTo>
                  <a:cubicBezTo>
                    <a:pt x="14832" y="21600"/>
                    <a:pt x="14832" y="21600"/>
                    <a:pt x="14832" y="21600"/>
                  </a:cubicBezTo>
                  <a:cubicBezTo>
                    <a:pt x="14832" y="1872"/>
                    <a:pt x="14832" y="1872"/>
                    <a:pt x="14832" y="1872"/>
                  </a:cubicBezTo>
                  <a:cubicBezTo>
                    <a:pt x="20736" y="1872"/>
                    <a:pt x="20736" y="1872"/>
                    <a:pt x="20736" y="1872"/>
                  </a:cubicBezTo>
                  <a:cubicBezTo>
                    <a:pt x="21168" y="1872"/>
                    <a:pt x="21600" y="1440"/>
                    <a:pt x="21600" y="1008"/>
                  </a:cubicBezTo>
                  <a:cubicBezTo>
                    <a:pt x="21600" y="864"/>
                    <a:pt x="21600" y="864"/>
                    <a:pt x="21600" y="864"/>
                  </a:cubicBezTo>
                  <a:cubicBezTo>
                    <a:pt x="21600" y="288"/>
                    <a:pt x="21168" y="0"/>
                    <a:pt x="20736"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0" name="Shape 6830"/>
            <p:cNvSpPr/>
            <p:nvPr/>
          </p:nvSpPr>
          <p:spPr>
            <a:xfrm>
              <a:off x="2155738" y="922995"/>
              <a:ext cx="416129" cy="4255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014" y="21600"/>
                    <a:pt x="0" y="16674"/>
                    <a:pt x="0" y="10989"/>
                  </a:cubicBezTo>
                  <a:cubicBezTo>
                    <a:pt x="0" y="4926"/>
                    <a:pt x="5014" y="379"/>
                    <a:pt x="10800" y="0"/>
                  </a:cubicBezTo>
                  <a:cubicBezTo>
                    <a:pt x="16971" y="0"/>
                    <a:pt x="21600" y="4926"/>
                    <a:pt x="21600" y="10611"/>
                  </a:cubicBezTo>
                  <a:cubicBezTo>
                    <a:pt x="21600" y="16674"/>
                    <a:pt x="16971" y="21600"/>
                    <a:pt x="108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1" name="Shape 6831"/>
            <p:cNvSpPr/>
            <p:nvPr/>
          </p:nvSpPr>
          <p:spPr>
            <a:xfrm>
              <a:off x="1774075" y="1416207"/>
              <a:ext cx="822654" cy="269046"/>
            </a:xfrm>
            <a:custGeom>
              <a:avLst/>
              <a:gdLst/>
              <a:ahLst/>
              <a:cxnLst>
                <a:cxn ang="0">
                  <a:pos x="wd2" y="hd2"/>
                </a:cxn>
                <a:cxn ang="5400000">
                  <a:pos x="wd2" y="hd2"/>
                </a:cxn>
                <a:cxn ang="10800000">
                  <a:pos x="wd2" y="hd2"/>
                </a:cxn>
                <a:cxn ang="16200000">
                  <a:pos x="wd2" y="hd2"/>
                </a:cxn>
              </a:cxnLst>
              <a:rect l="0" t="0" r="r" b="b"/>
              <a:pathLst>
                <a:path w="21271" h="19148" fill="norm" stroke="1" extrusionOk="0">
                  <a:moveTo>
                    <a:pt x="16037" y="4681"/>
                  </a:moveTo>
                  <a:cubicBezTo>
                    <a:pt x="16808" y="3628"/>
                    <a:pt x="17387" y="2574"/>
                    <a:pt x="17773" y="2047"/>
                  </a:cubicBezTo>
                  <a:cubicBezTo>
                    <a:pt x="17966" y="2047"/>
                    <a:pt x="17966" y="1520"/>
                    <a:pt x="17966" y="1520"/>
                  </a:cubicBezTo>
                  <a:cubicBezTo>
                    <a:pt x="18158" y="1520"/>
                    <a:pt x="18158" y="1520"/>
                    <a:pt x="18158" y="1520"/>
                  </a:cubicBezTo>
                  <a:cubicBezTo>
                    <a:pt x="18158" y="1520"/>
                    <a:pt x="18158" y="1520"/>
                    <a:pt x="18158" y="1520"/>
                  </a:cubicBezTo>
                  <a:cubicBezTo>
                    <a:pt x="18930" y="-587"/>
                    <a:pt x="20087" y="-587"/>
                    <a:pt x="20858" y="2047"/>
                  </a:cubicBezTo>
                  <a:cubicBezTo>
                    <a:pt x="21437" y="4154"/>
                    <a:pt x="21437" y="7315"/>
                    <a:pt x="20666" y="9423"/>
                  </a:cubicBezTo>
                  <a:cubicBezTo>
                    <a:pt x="20666" y="9423"/>
                    <a:pt x="20666" y="9423"/>
                    <a:pt x="20666" y="9423"/>
                  </a:cubicBezTo>
                  <a:cubicBezTo>
                    <a:pt x="20473" y="9423"/>
                    <a:pt x="19508" y="12057"/>
                    <a:pt x="17387" y="14164"/>
                  </a:cubicBezTo>
                  <a:cubicBezTo>
                    <a:pt x="17387" y="14164"/>
                    <a:pt x="17387" y="14164"/>
                    <a:pt x="17387" y="14164"/>
                  </a:cubicBezTo>
                  <a:cubicBezTo>
                    <a:pt x="14494" y="17852"/>
                    <a:pt x="9287" y="21013"/>
                    <a:pt x="1573" y="17852"/>
                  </a:cubicBezTo>
                  <a:cubicBezTo>
                    <a:pt x="608" y="17325"/>
                    <a:pt x="-163" y="14691"/>
                    <a:pt x="30" y="12057"/>
                  </a:cubicBezTo>
                  <a:cubicBezTo>
                    <a:pt x="223" y="8896"/>
                    <a:pt x="1187" y="7315"/>
                    <a:pt x="2151" y="7315"/>
                  </a:cubicBezTo>
                  <a:cubicBezTo>
                    <a:pt x="9287" y="10476"/>
                    <a:pt x="13723" y="7315"/>
                    <a:pt x="16037" y="468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2" name="Shape 6832"/>
            <p:cNvSpPr/>
            <p:nvPr/>
          </p:nvSpPr>
          <p:spPr>
            <a:xfrm>
              <a:off x="2221443" y="1667648"/>
              <a:ext cx="112638" cy="222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12960"/>
                  </a:moveTo>
                  <a:cubicBezTo>
                    <a:pt x="17280" y="8640"/>
                    <a:pt x="20160" y="4320"/>
                    <a:pt x="21600" y="0"/>
                  </a:cubicBezTo>
                  <a:cubicBezTo>
                    <a:pt x="17280" y="720"/>
                    <a:pt x="11520" y="1440"/>
                    <a:pt x="5760" y="1440"/>
                  </a:cubicBezTo>
                  <a:cubicBezTo>
                    <a:pt x="4320" y="5040"/>
                    <a:pt x="1440" y="7920"/>
                    <a:pt x="0" y="10800"/>
                  </a:cubicBezTo>
                  <a:cubicBezTo>
                    <a:pt x="1440" y="14400"/>
                    <a:pt x="2880" y="18000"/>
                    <a:pt x="5760" y="21600"/>
                  </a:cubicBezTo>
                  <a:cubicBezTo>
                    <a:pt x="8640" y="18000"/>
                    <a:pt x="12960" y="15120"/>
                    <a:pt x="17280" y="129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3" name="Shape 6833"/>
            <p:cNvSpPr/>
            <p:nvPr/>
          </p:nvSpPr>
          <p:spPr>
            <a:xfrm>
              <a:off x="1796184" y="1324127"/>
              <a:ext cx="935274" cy="1476145"/>
            </a:xfrm>
            <a:custGeom>
              <a:avLst/>
              <a:gdLst/>
              <a:ahLst/>
              <a:cxnLst>
                <a:cxn ang="0">
                  <a:pos x="wd2" y="hd2"/>
                </a:cxn>
                <a:cxn ang="5400000">
                  <a:pos x="wd2" y="hd2"/>
                </a:cxn>
                <a:cxn ang="10800000">
                  <a:pos x="wd2" y="hd2"/>
                </a:cxn>
                <a:cxn ang="16200000">
                  <a:pos x="wd2" y="hd2"/>
                </a:cxn>
              </a:cxnLst>
              <a:rect l="0" t="0" r="r" b="b"/>
              <a:pathLst>
                <a:path w="21170" h="21187" fill="norm" stroke="1" extrusionOk="0">
                  <a:moveTo>
                    <a:pt x="20947" y="3009"/>
                  </a:moveTo>
                  <a:cubicBezTo>
                    <a:pt x="20440" y="870"/>
                    <a:pt x="17740" y="-413"/>
                    <a:pt x="15547" y="122"/>
                  </a:cubicBezTo>
                  <a:cubicBezTo>
                    <a:pt x="15209" y="229"/>
                    <a:pt x="14872" y="336"/>
                    <a:pt x="14703" y="442"/>
                  </a:cubicBezTo>
                  <a:cubicBezTo>
                    <a:pt x="14534" y="442"/>
                    <a:pt x="14534" y="442"/>
                    <a:pt x="14534" y="549"/>
                  </a:cubicBezTo>
                  <a:cubicBezTo>
                    <a:pt x="14197" y="656"/>
                    <a:pt x="13184" y="1298"/>
                    <a:pt x="13184" y="1298"/>
                  </a:cubicBezTo>
                  <a:cubicBezTo>
                    <a:pt x="13015" y="1512"/>
                    <a:pt x="12678" y="1833"/>
                    <a:pt x="12509" y="2260"/>
                  </a:cubicBezTo>
                  <a:cubicBezTo>
                    <a:pt x="12847" y="2153"/>
                    <a:pt x="13015" y="2153"/>
                    <a:pt x="13353" y="2046"/>
                  </a:cubicBezTo>
                  <a:cubicBezTo>
                    <a:pt x="14028" y="1833"/>
                    <a:pt x="14534" y="1726"/>
                    <a:pt x="14872" y="1619"/>
                  </a:cubicBezTo>
                  <a:cubicBezTo>
                    <a:pt x="14872" y="1512"/>
                    <a:pt x="15040" y="1512"/>
                    <a:pt x="15040" y="1405"/>
                  </a:cubicBezTo>
                  <a:cubicBezTo>
                    <a:pt x="15547" y="1191"/>
                    <a:pt x="15884" y="1084"/>
                    <a:pt x="16390" y="1084"/>
                  </a:cubicBezTo>
                  <a:cubicBezTo>
                    <a:pt x="17065" y="1084"/>
                    <a:pt x="17572" y="1298"/>
                    <a:pt x="17909" y="1512"/>
                  </a:cubicBezTo>
                  <a:cubicBezTo>
                    <a:pt x="18753" y="2046"/>
                    <a:pt x="18584" y="2902"/>
                    <a:pt x="17740" y="3330"/>
                  </a:cubicBezTo>
                  <a:cubicBezTo>
                    <a:pt x="17572" y="3437"/>
                    <a:pt x="16728" y="3971"/>
                    <a:pt x="14872" y="4399"/>
                  </a:cubicBezTo>
                  <a:cubicBezTo>
                    <a:pt x="14365" y="4613"/>
                    <a:pt x="13522" y="4720"/>
                    <a:pt x="12678" y="4934"/>
                  </a:cubicBezTo>
                  <a:cubicBezTo>
                    <a:pt x="12678" y="6431"/>
                    <a:pt x="12509" y="7928"/>
                    <a:pt x="11834" y="9425"/>
                  </a:cubicBezTo>
                  <a:cubicBezTo>
                    <a:pt x="11665" y="9638"/>
                    <a:pt x="11497" y="9852"/>
                    <a:pt x="11497" y="10173"/>
                  </a:cubicBezTo>
                  <a:cubicBezTo>
                    <a:pt x="4578" y="10173"/>
                    <a:pt x="4578" y="10173"/>
                    <a:pt x="4578" y="10173"/>
                  </a:cubicBezTo>
                  <a:cubicBezTo>
                    <a:pt x="3228" y="10173"/>
                    <a:pt x="2047" y="10708"/>
                    <a:pt x="1878" y="11563"/>
                  </a:cubicBezTo>
                  <a:cubicBezTo>
                    <a:pt x="22" y="19262"/>
                    <a:pt x="22" y="19262"/>
                    <a:pt x="22" y="19262"/>
                  </a:cubicBezTo>
                  <a:cubicBezTo>
                    <a:pt x="-147" y="20118"/>
                    <a:pt x="697" y="20973"/>
                    <a:pt x="2216" y="21187"/>
                  </a:cubicBezTo>
                  <a:cubicBezTo>
                    <a:pt x="2384" y="21187"/>
                    <a:pt x="2553" y="21187"/>
                    <a:pt x="2553" y="21187"/>
                  </a:cubicBezTo>
                  <a:cubicBezTo>
                    <a:pt x="3903" y="21187"/>
                    <a:pt x="5084" y="20545"/>
                    <a:pt x="5253" y="19797"/>
                  </a:cubicBezTo>
                  <a:cubicBezTo>
                    <a:pt x="6772" y="13488"/>
                    <a:pt x="6772" y="13488"/>
                    <a:pt x="6772" y="13488"/>
                  </a:cubicBezTo>
                  <a:cubicBezTo>
                    <a:pt x="15209" y="13488"/>
                    <a:pt x="15209" y="13488"/>
                    <a:pt x="15209" y="13488"/>
                  </a:cubicBezTo>
                  <a:cubicBezTo>
                    <a:pt x="15378" y="13488"/>
                    <a:pt x="15378" y="13488"/>
                    <a:pt x="15547" y="13488"/>
                  </a:cubicBezTo>
                  <a:cubicBezTo>
                    <a:pt x="15547" y="13488"/>
                    <a:pt x="15716" y="13488"/>
                    <a:pt x="15716" y="13488"/>
                  </a:cubicBezTo>
                  <a:cubicBezTo>
                    <a:pt x="17403" y="13381"/>
                    <a:pt x="19090" y="12419"/>
                    <a:pt x="19765" y="10922"/>
                  </a:cubicBezTo>
                  <a:cubicBezTo>
                    <a:pt x="21115" y="8355"/>
                    <a:pt x="21453" y="5682"/>
                    <a:pt x="20947" y="300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4" name="Shape 6834"/>
            <p:cNvSpPr/>
            <p:nvPr/>
          </p:nvSpPr>
          <p:spPr>
            <a:xfrm>
              <a:off x="2118192" y="1338404"/>
              <a:ext cx="188391" cy="179063"/>
            </a:xfrm>
            <a:custGeom>
              <a:avLst/>
              <a:gdLst/>
              <a:ahLst/>
              <a:cxnLst>
                <a:cxn ang="0">
                  <a:pos x="wd2" y="hd2"/>
                </a:cxn>
                <a:cxn ang="5400000">
                  <a:pos x="wd2" y="hd2"/>
                </a:cxn>
                <a:cxn ang="10800000">
                  <a:pos x="wd2" y="hd2"/>
                </a:cxn>
                <a:cxn ang="16200000">
                  <a:pos x="wd2" y="hd2"/>
                </a:cxn>
              </a:cxnLst>
              <a:rect l="0" t="0" r="r" b="b"/>
              <a:pathLst>
                <a:path w="20977" h="20952" fill="norm" stroke="1" extrusionOk="0">
                  <a:moveTo>
                    <a:pt x="17446" y="19224"/>
                  </a:moveTo>
                  <a:cubicBezTo>
                    <a:pt x="18277" y="15768"/>
                    <a:pt x="19938" y="12312"/>
                    <a:pt x="20769" y="8856"/>
                  </a:cubicBezTo>
                  <a:cubicBezTo>
                    <a:pt x="21600" y="5400"/>
                    <a:pt x="19938" y="1080"/>
                    <a:pt x="15785" y="216"/>
                  </a:cubicBezTo>
                  <a:cubicBezTo>
                    <a:pt x="12462" y="-648"/>
                    <a:pt x="8308" y="1080"/>
                    <a:pt x="7477" y="5400"/>
                  </a:cubicBezTo>
                  <a:cubicBezTo>
                    <a:pt x="5815" y="12312"/>
                    <a:pt x="3323" y="17496"/>
                    <a:pt x="0" y="20952"/>
                  </a:cubicBezTo>
                  <a:cubicBezTo>
                    <a:pt x="0" y="20952"/>
                    <a:pt x="0" y="20952"/>
                    <a:pt x="0" y="20952"/>
                  </a:cubicBezTo>
                  <a:cubicBezTo>
                    <a:pt x="5815" y="20952"/>
                    <a:pt x="11631" y="20088"/>
                    <a:pt x="17446" y="1922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5" name="Shape 6835"/>
            <p:cNvSpPr/>
            <p:nvPr/>
          </p:nvSpPr>
          <p:spPr>
            <a:xfrm>
              <a:off x="322264" y="891707"/>
              <a:ext cx="416130" cy="4255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586" y="21600"/>
                    <a:pt x="21600" y="16674"/>
                    <a:pt x="21600" y="10989"/>
                  </a:cubicBezTo>
                  <a:cubicBezTo>
                    <a:pt x="21600" y="4926"/>
                    <a:pt x="16586" y="379"/>
                    <a:pt x="10800" y="0"/>
                  </a:cubicBezTo>
                  <a:cubicBezTo>
                    <a:pt x="4629" y="0"/>
                    <a:pt x="0" y="4926"/>
                    <a:pt x="0" y="10611"/>
                  </a:cubicBezTo>
                  <a:cubicBezTo>
                    <a:pt x="0" y="16674"/>
                    <a:pt x="4629" y="21600"/>
                    <a:pt x="10800"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6" name="Shape 6836"/>
            <p:cNvSpPr/>
            <p:nvPr/>
          </p:nvSpPr>
          <p:spPr>
            <a:xfrm>
              <a:off x="323746" y="1416207"/>
              <a:ext cx="827577" cy="269046"/>
            </a:xfrm>
            <a:custGeom>
              <a:avLst/>
              <a:gdLst/>
              <a:ahLst/>
              <a:cxnLst>
                <a:cxn ang="0">
                  <a:pos x="wd2" y="hd2"/>
                </a:cxn>
                <a:cxn ang="5400000">
                  <a:pos x="wd2" y="hd2"/>
                </a:cxn>
                <a:cxn ang="10800000">
                  <a:pos x="wd2" y="hd2"/>
                </a:cxn>
                <a:cxn ang="16200000">
                  <a:pos x="wd2" y="hd2"/>
                </a:cxn>
              </a:cxnLst>
              <a:rect l="0" t="0" r="r" b="b"/>
              <a:pathLst>
                <a:path w="21160" h="19148" fill="norm" stroke="1" extrusionOk="0">
                  <a:moveTo>
                    <a:pt x="5265" y="4681"/>
                  </a:moveTo>
                  <a:cubicBezTo>
                    <a:pt x="4501" y="3628"/>
                    <a:pt x="3927" y="2574"/>
                    <a:pt x="3545" y="2047"/>
                  </a:cubicBezTo>
                  <a:cubicBezTo>
                    <a:pt x="3354" y="2047"/>
                    <a:pt x="3354" y="1520"/>
                    <a:pt x="3163" y="1520"/>
                  </a:cubicBezTo>
                  <a:cubicBezTo>
                    <a:pt x="3163" y="1520"/>
                    <a:pt x="3163" y="1520"/>
                    <a:pt x="3163" y="1520"/>
                  </a:cubicBezTo>
                  <a:cubicBezTo>
                    <a:pt x="3163" y="1520"/>
                    <a:pt x="3163" y="1520"/>
                    <a:pt x="3163" y="1520"/>
                  </a:cubicBezTo>
                  <a:cubicBezTo>
                    <a:pt x="2398" y="-587"/>
                    <a:pt x="1251" y="-587"/>
                    <a:pt x="487" y="2047"/>
                  </a:cubicBezTo>
                  <a:cubicBezTo>
                    <a:pt x="-278" y="4154"/>
                    <a:pt x="-87" y="7315"/>
                    <a:pt x="678" y="9423"/>
                  </a:cubicBezTo>
                  <a:cubicBezTo>
                    <a:pt x="678" y="9423"/>
                    <a:pt x="678" y="9423"/>
                    <a:pt x="678" y="9423"/>
                  </a:cubicBezTo>
                  <a:cubicBezTo>
                    <a:pt x="678" y="9423"/>
                    <a:pt x="1825" y="12057"/>
                    <a:pt x="3736" y="14164"/>
                  </a:cubicBezTo>
                  <a:cubicBezTo>
                    <a:pt x="3736" y="14164"/>
                    <a:pt x="3736" y="14164"/>
                    <a:pt x="3736" y="14164"/>
                  </a:cubicBezTo>
                  <a:cubicBezTo>
                    <a:pt x="6795" y="17852"/>
                    <a:pt x="11956" y="21013"/>
                    <a:pt x="19410" y="17852"/>
                  </a:cubicBezTo>
                  <a:cubicBezTo>
                    <a:pt x="20557" y="17325"/>
                    <a:pt x="21322" y="14691"/>
                    <a:pt x="21131" y="12057"/>
                  </a:cubicBezTo>
                  <a:cubicBezTo>
                    <a:pt x="20940" y="8896"/>
                    <a:pt x="19984" y="7315"/>
                    <a:pt x="19028" y="7315"/>
                  </a:cubicBezTo>
                  <a:cubicBezTo>
                    <a:pt x="11956" y="10476"/>
                    <a:pt x="7559" y="7315"/>
                    <a:pt x="5265" y="468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7" name="Shape 6837"/>
            <p:cNvSpPr/>
            <p:nvPr/>
          </p:nvSpPr>
          <p:spPr>
            <a:xfrm>
              <a:off x="591341" y="1667648"/>
              <a:ext cx="109507" cy="222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20" y="12960"/>
                  </a:moveTo>
                  <a:cubicBezTo>
                    <a:pt x="8640" y="15120"/>
                    <a:pt x="12960" y="18000"/>
                    <a:pt x="15840" y="21600"/>
                  </a:cubicBezTo>
                  <a:cubicBezTo>
                    <a:pt x="18720" y="18000"/>
                    <a:pt x="20160" y="14400"/>
                    <a:pt x="21600" y="10800"/>
                  </a:cubicBezTo>
                  <a:cubicBezTo>
                    <a:pt x="20160" y="7920"/>
                    <a:pt x="17280" y="5040"/>
                    <a:pt x="14400" y="1440"/>
                  </a:cubicBezTo>
                  <a:cubicBezTo>
                    <a:pt x="8640" y="1440"/>
                    <a:pt x="4320" y="720"/>
                    <a:pt x="0" y="0"/>
                  </a:cubicBezTo>
                  <a:cubicBezTo>
                    <a:pt x="1440" y="4320"/>
                    <a:pt x="2880" y="8640"/>
                    <a:pt x="4320" y="129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8" name="Shape 6838"/>
            <p:cNvSpPr/>
            <p:nvPr/>
          </p:nvSpPr>
          <p:spPr>
            <a:xfrm>
              <a:off x="193923" y="1324127"/>
              <a:ext cx="932080" cy="1476145"/>
            </a:xfrm>
            <a:custGeom>
              <a:avLst/>
              <a:gdLst/>
              <a:ahLst/>
              <a:cxnLst>
                <a:cxn ang="0">
                  <a:pos x="wd2" y="hd2"/>
                </a:cxn>
                <a:cxn ang="5400000">
                  <a:pos x="wd2" y="hd2"/>
                </a:cxn>
                <a:cxn ang="10800000">
                  <a:pos x="wd2" y="hd2"/>
                </a:cxn>
                <a:cxn ang="16200000">
                  <a:pos x="wd2" y="hd2"/>
                </a:cxn>
              </a:cxnLst>
              <a:rect l="0" t="0" r="r" b="b"/>
              <a:pathLst>
                <a:path w="21167" h="21187" fill="norm" stroke="1" extrusionOk="0">
                  <a:moveTo>
                    <a:pt x="19292" y="11563"/>
                  </a:moveTo>
                  <a:cubicBezTo>
                    <a:pt x="18955" y="10708"/>
                    <a:pt x="17942" y="10173"/>
                    <a:pt x="16592" y="10173"/>
                  </a:cubicBezTo>
                  <a:cubicBezTo>
                    <a:pt x="9504" y="10173"/>
                    <a:pt x="9504" y="10173"/>
                    <a:pt x="9504" y="10173"/>
                  </a:cubicBezTo>
                  <a:cubicBezTo>
                    <a:pt x="9504" y="9852"/>
                    <a:pt x="9504" y="9638"/>
                    <a:pt x="9336" y="9425"/>
                  </a:cubicBezTo>
                  <a:cubicBezTo>
                    <a:pt x="8661" y="7928"/>
                    <a:pt x="8323" y="6431"/>
                    <a:pt x="8492" y="4934"/>
                  </a:cubicBezTo>
                  <a:cubicBezTo>
                    <a:pt x="7648" y="4720"/>
                    <a:pt x="6805" y="4613"/>
                    <a:pt x="6298" y="4399"/>
                  </a:cubicBezTo>
                  <a:cubicBezTo>
                    <a:pt x="4442" y="3971"/>
                    <a:pt x="3429" y="3437"/>
                    <a:pt x="3261" y="3330"/>
                  </a:cubicBezTo>
                  <a:cubicBezTo>
                    <a:pt x="2586" y="2902"/>
                    <a:pt x="2417" y="2046"/>
                    <a:pt x="3092" y="1512"/>
                  </a:cubicBezTo>
                  <a:cubicBezTo>
                    <a:pt x="3598" y="1298"/>
                    <a:pt x="4104" y="1084"/>
                    <a:pt x="4611" y="1084"/>
                  </a:cubicBezTo>
                  <a:cubicBezTo>
                    <a:pt x="5117" y="1084"/>
                    <a:pt x="5623" y="1191"/>
                    <a:pt x="5961" y="1405"/>
                  </a:cubicBezTo>
                  <a:cubicBezTo>
                    <a:pt x="6129" y="1512"/>
                    <a:pt x="6129" y="1512"/>
                    <a:pt x="6298" y="1619"/>
                  </a:cubicBezTo>
                  <a:cubicBezTo>
                    <a:pt x="6636" y="1726"/>
                    <a:pt x="7142" y="1833"/>
                    <a:pt x="7817" y="2046"/>
                  </a:cubicBezTo>
                  <a:cubicBezTo>
                    <a:pt x="7986" y="2153"/>
                    <a:pt x="8323" y="2153"/>
                    <a:pt x="8661" y="2260"/>
                  </a:cubicBezTo>
                  <a:cubicBezTo>
                    <a:pt x="8492" y="1833"/>
                    <a:pt x="8155" y="1512"/>
                    <a:pt x="7817" y="1298"/>
                  </a:cubicBezTo>
                  <a:cubicBezTo>
                    <a:pt x="7986" y="1298"/>
                    <a:pt x="6973" y="656"/>
                    <a:pt x="6636" y="549"/>
                  </a:cubicBezTo>
                  <a:cubicBezTo>
                    <a:pt x="6636" y="442"/>
                    <a:pt x="6467" y="442"/>
                    <a:pt x="6467" y="442"/>
                  </a:cubicBezTo>
                  <a:cubicBezTo>
                    <a:pt x="6129" y="336"/>
                    <a:pt x="5961" y="229"/>
                    <a:pt x="5623" y="122"/>
                  </a:cubicBezTo>
                  <a:cubicBezTo>
                    <a:pt x="3429" y="-413"/>
                    <a:pt x="729" y="870"/>
                    <a:pt x="223" y="3009"/>
                  </a:cubicBezTo>
                  <a:cubicBezTo>
                    <a:pt x="-283" y="5682"/>
                    <a:pt x="54" y="8355"/>
                    <a:pt x="1404" y="10922"/>
                  </a:cubicBezTo>
                  <a:cubicBezTo>
                    <a:pt x="2079" y="12419"/>
                    <a:pt x="3767" y="13381"/>
                    <a:pt x="5454" y="13488"/>
                  </a:cubicBezTo>
                  <a:cubicBezTo>
                    <a:pt x="5454" y="13488"/>
                    <a:pt x="5454" y="13488"/>
                    <a:pt x="5623" y="13488"/>
                  </a:cubicBezTo>
                  <a:cubicBezTo>
                    <a:pt x="5623" y="13488"/>
                    <a:pt x="5792" y="13488"/>
                    <a:pt x="5961" y="13488"/>
                  </a:cubicBezTo>
                  <a:cubicBezTo>
                    <a:pt x="14398" y="13488"/>
                    <a:pt x="14398" y="13488"/>
                    <a:pt x="14398" y="13488"/>
                  </a:cubicBezTo>
                  <a:cubicBezTo>
                    <a:pt x="15917" y="19797"/>
                    <a:pt x="15917" y="19797"/>
                    <a:pt x="15917" y="19797"/>
                  </a:cubicBezTo>
                  <a:cubicBezTo>
                    <a:pt x="16086" y="20545"/>
                    <a:pt x="17267" y="21187"/>
                    <a:pt x="18448" y="21187"/>
                  </a:cubicBezTo>
                  <a:cubicBezTo>
                    <a:pt x="18617" y="21187"/>
                    <a:pt x="18786" y="21187"/>
                    <a:pt x="18955" y="21187"/>
                  </a:cubicBezTo>
                  <a:cubicBezTo>
                    <a:pt x="20305" y="20973"/>
                    <a:pt x="21317" y="20118"/>
                    <a:pt x="21148" y="19262"/>
                  </a:cubicBezTo>
                  <a:lnTo>
                    <a:pt x="19292" y="1156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39" name="Shape 6839"/>
            <p:cNvSpPr/>
            <p:nvPr/>
          </p:nvSpPr>
          <p:spPr>
            <a:xfrm>
              <a:off x="575698" y="1413511"/>
              <a:ext cx="577422" cy="119598"/>
            </a:xfrm>
            <a:custGeom>
              <a:avLst/>
              <a:gdLst/>
              <a:ahLst/>
              <a:cxnLst>
                <a:cxn ang="0">
                  <a:pos x="wd2" y="hd2"/>
                </a:cxn>
                <a:cxn ang="5400000">
                  <a:pos x="wd2" y="hd2"/>
                </a:cxn>
                <a:cxn ang="10800000">
                  <a:pos x="wd2" y="hd2"/>
                </a:cxn>
                <a:cxn ang="16200000">
                  <a:pos x="wd2" y="hd2"/>
                </a:cxn>
              </a:cxnLst>
              <a:rect l="0" t="0" r="r" b="b"/>
              <a:pathLst>
                <a:path w="21432" h="20641" fill="norm" stroke="1" extrusionOk="0">
                  <a:moveTo>
                    <a:pt x="10523" y="19370"/>
                  </a:moveTo>
                  <a:cubicBezTo>
                    <a:pt x="13015" y="19370"/>
                    <a:pt x="15508" y="18100"/>
                    <a:pt x="18000" y="15559"/>
                  </a:cubicBezTo>
                  <a:cubicBezTo>
                    <a:pt x="18277" y="15559"/>
                    <a:pt x="18277" y="15559"/>
                    <a:pt x="18554" y="15559"/>
                  </a:cubicBezTo>
                  <a:cubicBezTo>
                    <a:pt x="19385" y="15559"/>
                    <a:pt x="20215" y="18100"/>
                    <a:pt x="20769" y="20641"/>
                  </a:cubicBezTo>
                  <a:cubicBezTo>
                    <a:pt x="21323" y="16829"/>
                    <a:pt x="21600" y="13017"/>
                    <a:pt x="21323" y="9206"/>
                  </a:cubicBezTo>
                  <a:cubicBezTo>
                    <a:pt x="20769" y="1582"/>
                    <a:pt x="19385" y="-959"/>
                    <a:pt x="17723" y="312"/>
                  </a:cubicBezTo>
                  <a:cubicBezTo>
                    <a:pt x="9692" y="13017"/>
                    <a:pt x="3877" y="14288"/>
                    <a:pt x="0" y="11747"/>
                  </a:cubicBezTo>
                  <a:cubicBezTo>
                    <a:pt x="3046" y="16829"/>
                    <a:pt x="6646" y="19370"/>
                    <a:pt x="10523" y="1937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0" name="Shape 6840"/>
            <p:cNvSpPr/>
            <p:nvPr/>
          </p:nvSpPr>
          <p:spPr>
            <a:xfrm>
              <a:off x="1045017" y="1198329"/>
              <a:ext cx="75092" cy="3879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077"/>
                  </a:moveTo>
                  <a:lnTo>
                    <a:pt x="15300" y="21600"/>
                  </a:lnTo>
                  <a:lnTo>
                    <a:pt x="0" y="0"/>
                  </a:lnTo>
                  <a:lnTo>
                    <a:pt x="8100" y="0"/>
                  </a:lnTo>
                  <a:lnTo>
                    <a:pt x="21600" y="21077"/>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1" name="Shape 6841"/>
            <p:cNvSpPr/>
            <p:nvPr/>
          </p:nvSpPr>
          <p:spPr>
            <a:xfrm>
              <a:off x="1379797" y="362940"/>
              <a:ext cx="791585" cy="7008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709" y="21600"/>
                  </a:moveTo>
                  <a:cubicBezTo>
                    <a:pt x="16709" y="21600"/>
                    <a:pt x="16506" y="21600"/>
                    <a:pt x="16506" y="21600"/>
                  </a:cubicBezTo>
                  <a:cubicBezTo>
                    <a:pt x="13857" y="19762"/>
                    <a:pt x="13857" y="19762"/>
                    <a:pt x="13857" y="19762"/>
                  </a:cubicBezTo>
                  <a:cubicBezTo>
                    <a:pt x="12634" y="20221"/>
                    <a:pt x="11411" y="20221"/>
                    <a:pt x="10189" y="20221"/>
                  </a:cubicBezTo>
                  <a:cubicBezTo>
                    <a:pt x="4279" y="20221"/>
                    <a:pt x="0" y="16085"/>
                    <a:pt x="0" y="10111"/>
                  </a:cubicBezTo>
                  <a:cubicBezTo>
                    <a:pt x="0" y="4366"/>
                    <a:pt x="4279" y="0"/>
                    <a:pt x="10189" y="0"/>
                  </a:cubicBezTo>
                  <a:cubicBezTo>
                    <a:pt x="16506" y="0"/>
                    <a:pt x="21600" y="4596"/>
                    <a:pt x="21600" y="10111"/>
                  </a:cubicBezTo>
                  <a:cubicBezTo>
                    <a:pt x="21600" y="13098"/>
                    <a:pt x="20174" y="16085"/>
                    <a:pt x="17525" y="17923"/>
                  </a:cubicBezTo>
                  <a:cubicBezTo>
                    <a:pt x="17525" y="20451"/>
                    <a:pt x="17525" y="20451"/>
                    <a:pt x="17525" y="20451"/>
                  </a:cubicBezTo>
                  <a:cubicBezTo>
                    <a:pt x="17525" y="20681"/>
                    <a:pt x="17525" y="20681"/>
                    <a:pt x="17525" y="20681"/>
                  </a:cubicBezTo>
                  <a:cubicBezTo>
                    <a:pt x="17525" y="21140"/>
                    <a:pt x="17321" y="21600"/>
                    <a:pt x="16913" y="21600"/>
                  </a:cubicBezTo>
                  <a:cubicBezTo>
                    <a:pt x="16913" y="21600"/>
                    <a:pt x="16913" y="21600"/>
                    <a:pt x="16709" y="21600"/>
                  </a:cubicBezTo>
                  <a:close/>
                  <a:moveTo>
                    <a:pt x="13857" y="17923"/>
                  </a:moveTo>
                  <a:cubicBezTo>
                    <a:pt x="14060" y="17923"/>
                    <a:pt x="14264" y="17923"/>
                    <a:pt x="14264" y="18153"/>
                  </a:cubicBezTo>
                  <a:cubicBezTo>
                    <a:pt x="16098" y="19302"/>
                    <a:pt x="16098" y="19302"/>
                    <a:pt x="16098" y="19302"/>
                  </a:cubicBezTo>
                  <a:cubicBezTo>
                    <a:pt x="16098" y="17464"/>
                    <a:pt x="16098" y="17464"/>
                    <a:pt x="16098" y="17464"/>
                  </a:cubicBezTo>
                  <a:cubicBezTo>
                    <a:pt x="16098" y="17234"/>
                    <a:pt x="16098" y="16774"/>
                    <a:pt x="16302" y="16774"/>
                  </a:cubicBezTo>
                  <a:cubicBezTo>
                    <a:pt x="18747" y="15166"/>
                    <a:pt x="19970" y="12638"/>
                    <a:pt x="19970" y="10111"/>
                  </a:cubicBezTo>
                  <a:cubicBezTo>
                    <a:pt x="19970" y="5515"/>
                    <a:pt x="15691" y="1838"/>
                    <a:pt x="10189" y="1838"/>
                  </a:cubicBezTo>
                  <a:cubicBezTo>
                    <a:pt x="5094" y="1838"/>
                    <a:pt x="1630" y="5285"/>
                    <a:pt x="1630" y="10111"/>
                  </a:cubicBezTo>
                  <a:cubicBezTo>
                    <a:pt x="1630" y="15166"/>
                    <a:pt x="5094" y="18613"/>
                    <a:pt x="10189" y="18613"/>
                  </a:cubicBezTo>
                  <a:cubicBezTo>
                    <a:pt x="11411" y="18613"/>
                    <a:pt x="12634" y="18383"/>
                    <a:pt x="13653" y="17923"/>
                  </a:cubicBezTo>
                  <a:cubicBezTo>
                    <a:pt x="13857" y="17923"/>
                    <a:pt x="13857" y="17923"/>
                    <a:pt x="13857" y="17923"/>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2" name="Shape 6842"/>
            <p:cNvSpPr/>
            <p:nvPr/>
          </p:nvSpPr>
          <p:spPr>
            <a:xfrm>
              <a:off x="722750" y="0"/>
              <a:ext cx="1185813" cy="10637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770" y="18428"/>
                  </a:moveTo>
                  <a:cubicBezTo>
                    <a:pt x="12362" y="18428"/>
                    <a:pt x="11955" y="18579"/>
                    <a:pt x="11547" y="18579"/>
                  </a:cubicBezTo>
                  <a:cubicBezTo>
                    <a:pt x="10325" y="18579"/>
                    <a:pt x="9102" y="18277"/>
                    <a:pt x="8015" y="17975"/>
                  </a:cubicBezTo>
                  <a:cubicBezTo>
                    <a:pt x="7879" y="17975"/>
                    <a:pt x="7879" y="17975"/>
                    <a:pt x="7743" y="17975"/>
                  </a:cubicBezTo>
                  <a:cubicBezTo>
                    <a:pt x="7608" y="17975"/>
                    <a:pt x="7472" y="17975"/>
                    <a:pt x="7336" y="18126"/>
                  </a:cubicBezTo>
                  <a:cubicBezTo>
                    <a:pt x="5570" y="19183"/>
                    <a:pt x="5570" y="19183"/>
                    <a:pt x="5570" y="19183"/>
                  </a:cubicBezTo>
                  <a:cubicBezTo>
                    <a:pt x="5570" y="17371"/>
                    <a:pt x="5570" y="17371"/>
                    <a:pt x="5570" y="17371"/>
                  </a:cubicBezTo>
                  <a:cubicBezTo>
                    <a:pt x="5570" y="17069"/>
                    <a:pt x="5434" y="16766"/>
                    <a:pt x="5298" y="16615"/>
                  </a:cubicBezTo>
                  <a:cubicBezTo>
                    <a:pt x="2853" y="15105"/>
                    <a:pt x="1630" y="12688"/>
                    <a:pt x="1630" y="10120"/>
                  </a:cubicBezTo>
                  <a:cubicBezTo>
                    <a:pt x="1630" y="5438"/>
                    <a:pt x="5977" y="1662"/>
                    <a:pt x="11547" y="1662"/>
                  </a:cubicBezTo>
                  <a:cubicBezTo>
                    <a:pt x="15487" y="1662"/>
                    <a:pt x="18611" y="3776"/>
                    <a:pt x="19834" y="6948"/>
                  </a:cubicBezTo>
                  <a:cubicBezTo>
                    <a:pt x="20377" y="6948"/>
                    <a:pt x="21057" y="7099"/>
                    <a:pt x="21600" y="7250"/>
                  </a:cubicBezTo>
                  <a:cubicBezTo>
                    <a:pt x="20377" y="2870"/>
                    <a:pt x="16574" y="0"/>
                    <a:pt x="11547" y="0"/>
                  </a:cubicBezTo>
                  <a:cubicBezTo>
                    <a:pt x="5026" y="0"/>
                    <a:pt x="0" y="4380"/>
                    <a:pt x="0" y="10120"/>
                  </a:cubicBezTo>
                  <a:cubicBezTo>
                    <a:pt x="0" y="13141"/>
                    <a:pt x="1494" y="16011"/>
                    <a:pt x="4075" y="17824"/>
                  </a:cubicBezTo>
                  <a:cubicBezTo>
                    <a:pt x="4075" y="20543"/>
                    <a:pt x="4075" y="20543"/>
                    <a:pt x="4075" y="20543"/>
                  </a:cubicBezTo>
                  <a:cubicBezTo>
                    <a:pt x="4075" y="20543"/>
                    <a:pt x="4075" y="20694"/>
                    <a:pt x="4075" y="20694"/>
                  </a:cubicBezTo>
                  <a:cubicBezTo>
                    <a:pt x="4075" y="21147"/>
                    <a:pt x="4347" y="21600"/>
                    <a:pt x="4755" y="21600"/>
                  </a:cubicBezTo>
                  <a:cubicBezTo>
                    <a:pt x="4755" y="21600"/>
                    <a:pt x="4755" y="21600"/>
                    <a:pt x="4891" y="21600"/>
                  </a:cubicBezTo>
                  <a:cubicBezTo>
                    <a:pt x="5026" y="21600"/>
                    <a:pt x="5162" y="21600"/>
                    <a:pt x="5162" y="21449"/>
                  </a:cubicBezTo>
                  <a:cubicBezTo>
                    <a:pt x="7879" y="19787"/>
                    <a:pt x="7879" y="19787"/>
                    <a:pt x="7879" y="19787"/>
                  </a:cubicBezTo>
                  <a:cubicBezTo>
                    <a:pt x="9102" y="20090"/>
                    <a:pt x="10325" y="20241"/>
                    <a:pt x="11547" y="20241"/>
                  </a:cubicBezTo>
                  <a:cubicBezTo>
                    <a:pt x="12498" y="20241"/>
                    <a:pt x="13313" y="20241"/>
                    <a:pt x="14264" y="19938"/>
                  </a:cubicBezTo>
                  <a:cubicBezTo>
                    <a:pt x="13721" y="19485"/>
                    <a:pt x="13177" y="19032"/>
                    <a:pt x="12770" y="1842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3" name="Shape 6843"/>
            <p:cNvSpPr/>
            <p:nvPr/>
          </p:nvSpPr>
          <p:spPr>
            <a:xfrm>
              <a:off x="1536236" y="638274"/>
              <a:ext cx="128281" cy="1282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165" y="21600"/>
                  </a:moveTo>
                  <a:cubicBezTo>
                    <a:pt x="5082" y="21600"/>
                    <a:pt x="0" y="16518"/>
                    <a:pt x="0" y="10165"/>
                  </a:cubicBezTo>
                  <a:cubicBezTo>
                    <a:pt x="0" y="5082"/>
                    <a:pt x="5082" y="0"/>
                    <a:pt x="10165" y="0"/>
                  </a:cubicBezTo>
                  <a:cubicBezTo>
                    <a:pt x="16518" y="0"/>
                    <a:pt x="21600" y="5082"/>
                    <a:pt x="21600" y="10165"/>
                  </a:cubicBezTo>
                  <a:cubicBezTo>
                    <a:pt x="21600" y="16518"/>
                    <a:pt x="16518" y="21600"/>
                    <a:pt x="10165" y="21600"/>
                  </a:cubicBezTo>
                  <a:close/>
                  <a:moveTo>
                    <a:pt x="10165" y="5082"/>
                  </a:moveTo>
                  <a:cubicBezTo>
                    <a:pt x="7624" y="5082"/>
                    <a:pt x="5082" y="7624"/>
                    <a:pt x="5082" y="10165"/>
                  </a:cubicBezTo>
                  <a:cubicBezTo>
                    <a:pt x="5082" y="13976"/>
                    <a:pt x="7624" y="16518"/>
                    <a:pt x="10165" y="16518"/>
                  </a:cubicBezTo>
                  <a:cubicBezTo>
                    <a:pt x="13976" y="16518"/>
                    <a:pt x="16518" y="13976"/>
                    <a:pt x="16518" y="10165"/>
                  </a:cubicBezTo>
                  <a:cubicBezTo>
                    <a:pt x="16518" y="7624"/>
                    <a:pt x="13976" y="5082"/>
                    <a:pt x="10165" y="508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4" name="Shape 6844"/>
            <p:cNvSpPr/>
            <p:nvPr/>
          </p:nvSpPr>
          <p:spPr>
            <a:xfrm>
              <a:off x="1698934" y="638274"/>
              <a:ext cx="128280" cy="1282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518"/>
                    <a:pt x="0" y="10165"/>
                  </a:cubicBezTo>
                  <a:cubicBezTo>
                    <a:pt x="0" y="5082"/>
                    <a:pt x="5082" y="0"/>
                    <a:pt x="11435" y="0"/>
                  </a:cubicBezTo>
                  <a:cubicBezTo>
                    <a:pt x="16518" y="0"/>
                    <a:pt x="21600" y="5082"/>
                    <a:pt x="21600" y="10165"/>
                  </a:cubicBezTo>
                  <a:cubicBezTo>
                    <a:pt x="21600" y="16518"/>
                    <a:pt x="16518" y="21600"/>
                    <a:pt x="11435" y="21600"/>
                  </a:cubicBezTo>
                  <a:close/>
                  <a:moveTo>
                    <a:pt x="11435" y="5082"/>
                  </a:moveTo>
                  <a:cubicBezTo>
                    <a:pt x="7624" y="5082"/>
                    <a:pt x="5082" y="7624"/>
                    <a:pt x="5082" y="10165"/>
                  </a:cubicBezTo>
                  <a:cubicBezTo>
                    <a:pt x="5082" y="13976"/>
                    <a:pt x="7624" y="16518"/>
                    <a:pt x="11435" y="16518"/>
                  </a:cubicBezTo>
                  <a:cubicBezTo>
                    <a:pt x="13976" y="16518"/>
                    <a:pt x="16518" y="13976"/>
                    <a:pt x="16518" y="10165"/>
                  </a:cubicBezTo>
                  <a:cubicBezTo>
                    <a:pt x="16518" y="7624"/>
                    <a:pt x="13976" y="5082"/>
                    <a:pt x="11435" y="508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5" name="Shape 6845"/>
            <p:cNvSpPr/>
            <p:nvPr/>
          </p:nvSpPr>
          <p:spPr>
            <a:xfrm>
              <a:off x="1864761" y="638274"/>
              <a:ext cx="125153" cy="1282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35" y="21600"/>
                  </a:moveTo>
                  <a:cubicBezTo>
                    <a:pt x="5082" y="21600"/>
                    <a:pt x="0" y="16518"/>
                    <a:pt x="0" y="10165"/>
                  </a:cubicBezTo>
                  <a:cubicBezTo>
                    <a:pt x="0" y="5082"/>
                    <a:pt x="5082" y="0"/>
                    <a:pt x="11435" y="0"/>
                  </a:cubicBezTo>
                  <a:cubicBezTo>
                    <a:pt x="16518" y="0"/>
                    <a:pt x="21600" y="5082"/>
                    <a:pt x="21600" y="10165"/>
                  </a:cubicBezTo>
                  <a:cubicBezTo>
                    <a:pt x="21600" y="16518"/>
                    <a:pt x="16518" y="21600"/>
                    <a:pt x="11435" y="21600"/>
                  </a:cubicBezTo>
                  <a:close/>
                  <a:moveTo>
                    <a:pt x="11435" y="5082"/>
                  </a:moveTo>
                  <a:cubicBezTo>
                    <a:pt x="7624" y="5082"/>
                    <a:pt x="5082" y="7624"/>
                    <a:pt x="5082" y="10165"/>
                  </a:cubicBezTo>
                  <a:cubicBezTo>
                    <a:pt x="5082" y="13976"/>
                    <a:pt x="7624" y="16518"/>
                    <a:pt x="11435" y="16518"/>
                  </a:cubicBezTo>
                  <a:cubicBezTo>
                    <a:pt x="13976" y="16518"/>
                    <a:pt x="16518" y="13976"/>
                    <a:pt x="16518" y="10165"/>
                  </a:cubicBezTo>
                  <a:cubicBezTo>
                    <a:pt x="16518" y="7624"/>
                    <a:pt x="13976" y="5082"/>
                    <a:pt x="11435" y="508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860" name="Group 6860"/>
          <p:cNvGrpSpPr/>
          <p:nvPr/>
        </p:nvGrpSpPr>
        <p:grpSpPr>
          <a:xfrm>
            <a:off x="7222802" y="4497188"/>
            <a:ext cx="1861606" cy="2742910"/>
            <a:chOff x="0" y="0"/>
            <a:chExt cx="1861604" cy="2742908"/>
          </a:xfrm>
        </p:grpSpPr>
        <p:sp>
          <p:nvSpPr>
            <p:cNvPr id="6847" name="Shape 6847"/>
            <p:cNvSpPr/>
            <p:nvPr/>
          </p:nvSpPr>
          <p:spPr>
            <a:xfrm>
              <a:off x="134303" y="1653597"/>
              <a:ext cx="191163" cy="33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21600" y="21600"/>
                    <a:pt x="21600" y="21600"/>
                    <a:pt x="21600" y="21600"/>
                  </a:cubicBezTo>
                  <a:cubicBezTo>
                    <a:pt x="21600" y="0"/>
                    <a:pt x="21600" y="0"/>
                    <a:pt x="21600" y="0"/>
                  </a:cubicBezTo>
                  <a:cubicBezTo>
                    <a:pt x="14595" y="0"/>
                    <a:pt x="14595" y="0"/>
                    <a:pt x="14595" y="0"/>
                  </a:cubicBezTo>
                  <a:cubicBezTo>
                    <a:pt x="13427" y="3600"/>
                    <a:pt x="12259" y="7200"/>
                    <a:pt x="11092" y="7200"/>
                  </a:cubicBezTo>
                  <a:cubicBezTo>
                    <a:pt x="10508" y="7200"/>
                    <a:pt x="10508" y="7200"/>
                    <a:pt x="9924" y="7200"/>
                  </a:cubicBezTo>
                  <a:cubicBezTo>
                    <a:pt x="8757" y="7200"/>
                    <a:pt x="7005" y="3600"/>
                    <a:pt x="5838" y="0"/>
                  </a:cubicBezTo>
                  <a:cubicBezTo>
                    <a:pt x="0" y="0"/>
                    <a:pt x="0" y="0"/>
                    <a:pt x="0" y="0"/>
                  </a:cubicBezTo>
                  <a:lnTo>
                    <a:pt x="0"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8" name="Shape 6848"/>
            <p:cNvSpPr/>
            <p:nvPr/>
          </p:nvSpPr>
          <p:spPr>
            <a:xfrm>
              <a:off x="1057304" y="-1"/>
              <a:ext cx="530193" cy="527462"/>
            </a:xfrm>
            <a:custGeom>
              <a:avLst/>
              <a:gdLst/>
              <a:ahLst/>
              <a:cxnLst>
                <a:cxn ang="0">
                  <a:pos x="wd2" y="hd2"/>
                </a:cxn>
                <a:cxn ang="5400000">
                  <a:pos x="wd2" y="hd2"/>
                </a:cxn>
                <a:cxn ang="10800000">
                  <a:pos x="wd2" y="hd2"/>
                </a:cxn>
                <a:cxn ang="16200000">
                  <a:pos x="wd2" y="hd2"/>
                </a:cxn>
              </a:cxnLst>
              <a:rect l="0" t="0" r="r" b="b"/>
              <a:pathLst>
                <a:path w="19455" h="19455" fill="norm" stroke="1" extrusionOk="0">
                  <a:moveTo>
                    <a:pt x="12437" y="19060"/>
                  </a:moveTo>
                  <a:cubicBezTo>
                    <a:pt x="17598" y="17531"/>
                    <a:pt x="20465" y="12178"/>
                    <a:pt x="19127" y="7017"/>
                  </a:cubicBezTo>
                  <a:cubicBezTo>
                    <a:pt x="17598" y="1856"/>
                    <a:pt x="12246" y="-1011"/>
                    <a:pt x="7084" y="327"/>
                  </a:cubicBezTo>
                  <a:cubicBezTo>
                    <a:pt x="1923" y="1856"/>
                    <a:pt x="-1135" y="7208"/>
                    <a:pt x="394" y="12370"/>
                  </a:cubicBezTo>
                  <a:cubicBezTo>
                    <a:pt x="1923" y="17531"/>
                    <a:pt x="7276" y="20589"/>
                    <a:pt x="12437" y="190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49" name="Shape 6849"/>
            <p:cNvSpPr/>
            <p:nvPr/>
          </p:nvSpPr>
          <p:spPr>
            <a:xfrm>
              <a:off x="1281265" y="559070"/>
              <a:ext cx="580340" cy="2183839"/>
            </a:xfrm>
            <a:custGeom>
              <a:avLst/>
              <a:gdLst/>
              <a:ahLst/>
              <a:cxnLst>
                <a:cxn ang="0">
                  <a:pos x="wd2" y="hd2"/>
                </a:cxn>
                <a:cxn ang="5400000">
                  <a:pos x="wd2" y="hd2"/>
                </a:cxn>
                <a:cxn ang="10800000">
                  <a:pos x="wd2" y="hd2"/>
                </a:cxn>
                <a:cxn ang="16200000">
                  <a:pos x="wd2" y="hd2"/>
                </a:cxn>
              </a:cxnLst>
              <a:rect l="0" t="0" r="r" b="b"/>
              <a:pathLst>
                <a:path w="21186" h="21384" fill="norm" stroke="1" extrusionOk="0">
                  <a:moveTo>
                    <a:pt x="21032" y="8201"/>
                  </a:moveTo>
                  <a:cubicBezTo>
                    <a:pt x="21600" y="5615"/>
                    <a:pt x="20653" y="4145"/>
                    <a:pt x="17242" y="1914"/>
                  </a:cubicBezTo>
                  <a:cubicBezTo>
                    <a:pt x="14779" y="240"/>
                    <a:pt x="9474" y="-216"/>
                    <a:pt x="5874" y="88"/>
                  </a:cubicBezTo>
                  <a:cubicBezTo>
                    <a:pt x="3979" y="240"/>
                    <a:pt x="2653" y="697"/>
                    <a:pt x="2084" y="1254"/>
                  </a:cubicBezTo>
                  <a:cubicBezTo>
                    <a:pt x="947" y="1914"/>
                    <a:pt x="189" y="3638"/>
                    <a:pt x="0" y="5108"/>
                  </a:cubicBezTo>
                  <a:cubicBezTo>
                    <a:pt x="1326" y="4702"/>
                    <a:pt x="2274" y="4246"/>
                    <a:pt x="2842" y="3840"/>
                  </a:cubicBezTo>
                  <a:cubicBezTo>
                    <a:pt x="2842" y="3688"/>
                    <a:pt x="2842" y="3536"/>
                    <a:pt x="2842" y="3384"/>
                  </a:cubicBezTo>
                  <a:cubicBezTo>
                    <a:pt x="2842" y="3485"/>
                    <a:pt x="3032" y="3587"/>
                    <a:pt x="3032" y="3688"/>
                  </a:cubicBezTo>
                  <a:cubicBezTo>
                    <a:pt x="3221" y="3587"/>
                    <a:pt x="3411" y="3435"/>
                    <a:pt x="3411" y="3333"/>
                  </a:cubicBezTo>
                  <a:cubicBezTo>
                    <a:pt x="3979" y="2928"/>
                    <a:pt x="4168" y="2522"/>
                    <a:pt x="4358" y="2269"/>
                  </a:cubicBezTo>
                  <a:cubicBezTo>
                    <a:pt x="4547" y="2116"/>
                    <a:pt x="4547" y="2015"/>
                    <a:pt x="4547" y="1964"/>
                  </a:cubicBezTo>
                  <a:cubicBezTo>
                    <a:pt x="4547" y="1914"/>
                    <a:pt x="4547" y="1914"/>
                    <a:pt x="4547" y="1914"/>
                  </a:cubicBezTo>
                  <a:cubicBezTo>
                    <a:pt x="4547" y="1863"/>
                    <a:pt x="4547" y="1863"/>
                    <a:pt x="4547" y="1863"/>
                  </a:cubicBezTo>
                  <a:cubicBezTo>
                    <a:pt x="4547" y="1254"/>
                    <a:pt x="6442" y="798"/>
                    <a:pt x="8716" y="798"/>
                  </a:cubicBezTo>
                  <a:cubicBezTo>
                    <a:pt x="8905" y="798"/>
                    <a:pt x="8905" y="798"/>
                    <a:pt x="8905" y="798"/>
                  </a:cubicBezTo>
                  <a:cubicBezTo>
                    <a:pt x="10042" y="798"/>
                    <a:pt x="11179" y="899"/>
                    <a:pt x="11937" y="1153"/>
                  </a:cubicBezTo>
                  <a:cubicBezTo>
                    <a:pt x="12695" y="1356"/>
                    <a:pt x="13074" y="1660"/>
                    <a:pt x="13074" y="1964"/>
                  </a:cubicBezTo>
                  <a:cubicBezTo>
                    <a:pt x="13074" y="1964"/>
                    <a:pt x="13074" y="1964"/>
                    <a:pt x="13074" y="1964"/>
                  </a:cubicBezTo>
                  <a:cubicBezTo>
                    <a:pt x="13074" y="1964"/>
                    <a:pt x="13074" y="1964"/>
                    <a:pt x="13074" y="1964"/>
                  </a:cubicBezTo>
                  <a:cubicBezTo>
                    <a:pt x="13074" y="1964"/>
                    <a:pt x="13074" y="1964"/>
                    <a:pt x="13074" y="1964"/>
                  </a:cubicBezTo>
                  <a:cubicBezTo>
                    <a:pt x="12884" y="2471"/>
                    <a:pt x="12505" y="3840"/>
                    <a:pt x="9853" y="5260"/>
                  </a:cubicBezTo>
                  <a:cubicBezTo>
                    <a:pt x="8526" y="5869"/>
                    <a:pt x="7011" y="6477"/>
                    <a:pt x="5116" y="6933"/>
                  </a:cubicBezTo>
                  <a:cubicBezTo>
                    <a:pt x="5305" y="7187"/>
                    <a:pt x="5495" y="7491"/>
                    <a:pt x="5495" y="7694"/>
                  </a:cubicBezTo>
                  <a:cubicBezTo>
                    <a:pt x="5495" y="19964"/>
                    <a:pt x="5495" y="19964"/>
                    <a:pt x="5495" y="19964"/>
                  </a:cubicBezTo>
                  <a:cubicBezTo>
                    <a:pt x="5495" y="20776"/>
                    <a:pt x="7958" y="21384"/>
                    <a:pt x="10800" y="21384"/>
                  </a:cubicBezTo>
                  <a:cubicBezTo>
                    <a:pt x="13832" y="21384"/>
                    <a:pt x="16295" y="20776"/>
                    <a:pt x="16295" y="19964"/>
                  </a:cubicBezTo>
                  <a:cubicBezTo>
                    <a:pt x="16295" y="10128"/>
                    <a:pt x="16295" y="10128"/>
                    <a:pt x="16295" y="10128"/>
                  </a:cubicBezTo>
                  <a:cubicBezTo>
                    <a:pt x="18568" y="9823"/>
                    <a:pt x="20463" y="9316"/>
                    <a:pt x="21032" y="820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0" name="Shape 6850"/>
            <p:cNvSpPr/>
            <p:nvPr/>
          </p:nvSpPr>
          <p:spPr>
            <a:xfrm>
              <a:off x="1329814" y="1313756"/>
              <a:ext cx="45516" cy="819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6800" y="1350"/>
                    <a:pt x="12000" y="2700"/>
                    <a:pt x="7200" y="5400"/>
                  </a:cubicBezTo>
                  <a:cubicBezTo>
                    <a:pt x="4800" y="5400"/>
                    <a:pt x="2400" y="6750"/>
                    <a:pt x="0" y="8100"/>
                  </a:cubicBezTo>
                  <a:cubicBezTo>
                    <a:pt x="4800" y="13500"/>
                    <a:pt x="9600" y="18900"/>
                    <a:pt x="14400" y="21600"/>
                  </a:cubicBezTo>
                  <a:cubicBezTo>
                    <a:pt x="16800" y="16200"/>
                    <a:pt x="19200" y="8100"/>
                    <a:pt x="216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1" name="Shape 6851"/>
            <p:cNvSpPr/>
            <p:nvPr/>
          </p:nvSpPr>
          <p:spPr>
            <a:xfrm>
              <a:off x="862533" y="661385"/>
              <a:ext cx="755541" cy="7616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15" y="18514"/>
                  </a:moveTo>
                  <a:cubicBezTo>
                    <a:pt x="16126" y="16751"/>
                    <a:pt x="17901" y="14253"/>
                    <a:pt x="19085" y="11902"/>
                  </a:cubicBezTo>
                  <a:cubicBezTo>
                    <a:pt x="21452" y="7347"/>
                    <a:pt x="21452" y="2939"/>
                    <a:pt x="21600" y="2792"/>
                  </a:cubicBezTo>
                  <a:cubicBezTo>
                    <a:pt x="21600" y="1322"/>
                    <a:pt x="20416" y="0"/>
                    <a:pt x="18937" y="0"/>
                  </a:cubicBezTo>
                  <a:cubicBezTo>
                    <a:pt x="17458" y="0"/>
                    <a:pt x="16274" y="1176"/>
                    <a:pt x="16126" y="2645"/>
                  </a:cubicBezTo>
                  <a:cubicBezTo>
                    <a:pt x="16126" y="2645"/>
                    <a:pt x="16126" y="2645"/>
                    <a:pt x="16126" y="2645"/>
                  </a:cubicBezTo>
                  <a:cubicBezTo>
                    <a:pt x="16126" y="2645"/>
                    <a:pt x="16126" y="2792"/>
                    <a:pt x="16126" y="2792"/>
                  </a:cubicBezTo>
                  <a:cubicBezTo>
                    <a:pt x="16126" y="3086"/>
                    <a:pt x="16126" y="3380"/>
                    <a:pt x="16126" y="3820"/>
                  </a:cubicBezTo>
                  <a:cubicBezTo>
                    <a:pt x="15978" y="4555"/>
                    <a:pt x="15682" y="5731"/>
                    <a:pt x="15386" y="7053"/>
                  </a:cubicBezTo>
                  <a:cubicBezTo>
                    <a:pt x="14499" y="9551"/>
                    <a:pt x="13019" y="12343"/>
                    <a:pt x="10356" y="14106"/>
                  </a:cubicBezTo>
                  <a:cubicBezTo>
                    <a:pt x="8581" y="15429"/>
                    <a:pt x="6214" y="16163"/>
                    <a:pt x="2811" y="16163"/>
                  </a:cubicBezTo>
                  <a:cubicBezTo>
                    <a:pt x="2811" y="16163"/>
                    <a:pt x="2663" y="16163"/>
                    <a:pt x="2663" y="16163"/>
                  </a:cubicBezTo>
                  <a:cubicBezTo>
                    <a:pt x="1184" y="16310"/>
                    <a:pt x="0" y="17486"/>
                    <a:pt x="0" y="18955"/>
                  </a:cubicBezTo>
                  <a:cubicBezTo>
                    <a:pt x="0" y="20424"/>
                    <a:pt x="1184" y="21600"/>
                    <a:pt x="2663" y="21600"/>
                  </a:cubicBezTo>
                  <a:cubicBezTo>
                    <a:pt x="2663" y="21600"/>
                    <a:pt x="2663" y="21600"/>
                    <a:pt x="2663" y="21600"/>
                  </a:cubicBezTo>
                  <a:cubicBezTo>
                    <a:pt x="2663" y="21600"/>
                    <a:pt x="2663" y="21600"/>
                    <a:pt x="2811" y="21600"/>
                  </a:cubicBezTo>
                  <a:cubicBezTo>
                    <a:pt x="7101" y="21600"/>
                    <a:pt x="10652" y="20424"/>
                    <a:pt x="13315" y="1851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2" name="Shape 6852"/>
            <p:cNvSpPr/>
            <p:nvPr/>
          </p:nvSpPr>
          <p:spPr>
            <a:xfrm>
              <a:off x="274297" y="-1"/>
              <a:ext cx="527462" cy="527462"/>
            </a:xfrm>
            <a:custGeom>
              <a:avLst/>
              <a:gdLst/>
              <a:ahLst/>
              <a:cxnLst>
                <a:cxn ang="0">
                  <a:pos x="wd2" y="hd2"/>
                </a:cxn>
                <a:cxn ang="5400000">
                  <a:pos x="wd2" y="hd2"/>
                </a:cxn>
                <a:cxn ang="10800000">
                  <a:pos x="wd2" y="hd2"/>
                </a:cxn>
                <a:cxn ang="16200000">
                  <a:pos x="wd2" y="hd2"/>
                </a:cxn>
              </a:cxnLst>
              <a:rect l="0" t="0" r="r" b="b"/>
              <a:pathLst>
                <a:path w="19455" h="19455" fill="norm" stroke="1" extrusionOk="0">
                  <a:moveTo>
                    <a:pt x="394" y="7017"/>
                  </a:moveTo>
                  <a:cubicBezTo>
                    <a:pt x="-1135" y="12178"/>
                    <a:pt x="1923" y="17531"/>
                    <a:pt x="7084" y="19060"/>
                  </a:cubicBezTo>
                  <a:cubicBezTo>
                    <a:pt x="12246" y="20589"/>
                    <a:pt x="17598" y="17531"/>
                    <a:pt x="19127" y="12370"/>
                  </a:cubicBezTo>
                  <a:cubicBezTo>
                    <a:pt x="20465" y="7208"/>
                    <a:pt x="17598" y="1856"/>
                    <a:pt x="12437" y="327"/>
                  </a:cubicBezTo>
                  <a:cubicBezTo>
                    <a:pt x="7276" y="-1011"/>
                    <a:pt x="1923" y="1856"/>
                    <a:pt x="394" y="701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3" name="Shape 6853"/>
            <p:cNvSpPr/>
            <p:nvPr/>
          </p:nvSpPr>
          <p:spPr>
            <a:xfrm>
              <a:off x="128235" y="647491"/>
              <a:ext cx="308193" cy="990936"/>
            </a:xfrm>
            <a:custGeom>
              <a:avLst/>
              <a:gdLst/>
              <a:ahLst/>
              <a:cxnLst>
                <a:cxn ang="0">
                  <a:pos x="wd2" y="hd2"/>
                </a:cxn>
                <a:cxn ang="5400000">
                  <a:pos x="wd2" y="hd2"/>
                </a:cxn>
                <a:cxn ang="10800000">
                  <a:pos x="wd2" y="hd2"/>
                </a:cxn>
                <a:cxn ang="16200000">
                  <a:pos x="wd2" y="hd2"/>
                </a:cxn>
              </a:cxnLst>
              <a:rect l="0" t="0" r="r" b="b"/>
              <a:pathLst>
                <a:path w="20697" h="21311" fill="norm" stroke="1" extrusionOk="0">
                  <a:moveTo>
                    <a:pt x="6271" y="21311"/>
                  </a:moveTo>
                  <a:cubicBezTo>
                    <a:pt x="6619" y="21311"/>
                    <a:pt x="6619" y="21311"/>
                    <a:pt x="6619" y="21311"/>
                  </a:cubicBezTo>
                  <a:cubicBezTo>
                    <a:pt x="10103" y="21311"/>
                    <a:pt x="12890" y="20309"/>
                    <a:pt x="12542" y="19196"/>
                  </a:cubicBezTo>
                  <a:cubicBezTo>
                    <a:pt x="12542" y="18193"/>
                    <a:pt x="12542" y="17191"/>
                    <a:pt x="12542" y="16301"/>
                  </a:cubicBezTo>
                  <a:cubicBezTo>
                    <a:pt x="12542" y="7505"/>
                    <a:pt x="19510" y="3274"/>
                    <a:pt x="19858" y="3051"/>
                  </a:cubicBezTo>
                  <a:cubicBezTo>
                    <a:pt x="19858" y="3051"/>
                    <a:pt x="19858" y="3051"/>
                    <a:pt x="19858" y="3051"/>
                  </a:cubicBezTo>
                  <a:cubicBezTo>
                    <a:pt x="19858" y="3051"/>
                    <a:pt x="19858" y="3051"/>
                    <a:pt x="19858" y="3051"/>
                  </a:cubicBezTo>
                  <a:cubicBezTo>
                    <a:pt x="19858" y="3051"/>
                    <a:pt x="19858" y="3051"/>
                    <a:pt x="19858" y="3051"/>
                  </a:cubicBezTo>
                  <a:cubicBezTo>
                    <a:pt x="21600" y="2049"/>
                    <a:pt x="20555" y="824"/>
                    <a:pt x="17419" y="268"/>
                  </a:cubicBezTo>
                  <a:cubicBezTo>
                    <a:pt x="14632" y="-289"/>
                    <a:pt x="10800" y="45"/>
                    <a:pt x="9058" y="1047"/>
                  </a:cubicBezTo>
                  <a:cubicBezTo>
                    <a:pt x="8361" y="1270"/>
                    <a:pt x="0" y="6169"/>
                    <a:pt x="0" y="16301"/>
                  </a:cubicBezTo>
                  <a:cubicBezTo>
                    <a:pt x="0" y="17303"/>
                    <a:pt x="0" y="18305"/>
                    <a:pt x="0" y="19418"/>
                  </a:cubicBezTo>
                  <a:cubicBezTo>
                    <a:pt x="348" y="20532"/>
                    <a:pt x="3135" y="21311"/>
                    <a:pt x="6271" y="2131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4" name="Shape 6854"/>
            <p:cNvSpPr/>
            <p:nvPr/>
          </p:nvSpPr>
          <p:spPr>
            <a:xfrm>
              <a:off x="0" y="559070"/>
              <a:ext cx="917151" cy="2183839"/>
            </a:xfrm>
            <a:custGeom>
              <a:avLst/>
              <a:gdLst/>
              <a:ahLst/>
              <a:cxnLst>
                <a:cxn ang="0">
                  <a:pos x="wd2" y="hd2"/>
                </a:cxn>
                <a:cxn ang="5400000">
                  <a:pos x="wd2" y="hd2"/>
                </a:cxn>
                <a:cxn ang="10800000">
                  <a:pos x="wd2" y="hd2"/>
                </a:cxn>
                <a:cxn ang="16200000">
                  <a:pos x="wd2" y="hd2"/>
                </a:cxn>
              </a:cxnLst>
              <a:rect l="0" t="0" r="r" b="b"/>
              <a:pathLst>
                <a:path w="21336" h="21384" fill="norm" stroke="1" extrusionOk="0">
                  <a:moveTo>
                    <a:pt x="21336" y="6426"/>
                  </a:moveTo>
                  <a:cubicBezTo>
                    <a:pt x="18681" y="6426"/>
                    <a:pt x="16751" y="6122"/>
                    <a:pt x="15302" y="5716"/>
                  </a:cubicBezTo>
                  <a:cubicBezTo>
                    <a:pt x="14578" y="5514"/>
                    <a:pt x="13975" y="5260"/>
                    <a:pt x="13492" y="5007"/>
                  </a:cubicBezTo>
                  <a:cubicBezTo>
                    <a:pt x="13251" y="3587"/>
                    <a:pt x="12768" y="1914"/>
                    <a:pt x="12165" y="1305"/>
                  </a:cubicBezTo>
                  <a:cubicBezTo>
                    <a:pt x="11803" y="697"/>
                    <a:pt x="10958" y="240"/>
                    <a:pt x="9752" y="88"/>
                  </a:cubicBezTo>
                  <a:cubicBezTo>
                    <a:pt x="7459" y="-216"/>
                    <a:pt x="4080" y="240"/>
                    <a:pt x="2511" y="1914"/>
                  </a:cubicBezTo>
                  <a:cubicBezTo>
                    <a:pt x="339" y="4145"/>
                    <a:pt x="-264" y="5615"/>
                    <a:pt x="98" y="8201"/>
                  </a:cubicBezTo>
                  <a:cubicBezTo>
                    <a:pt x="339" y="9012"/>
                    <a:pt x="1063" y="9519"/>
                    <a:pt x="2029" y="9823"/>
                  </a:cubicBezTo>
                  <a:cubicBezTo>
                    <a:pt x="2391" y="9823"/>
                    <a:pt x="2391" y="9823"/>
                    <a:pt x="2391" y="9823"/>
                  </a:cubicBezTo>
                  <a:cubicBezTo>
                    <a:pt x="2391" y="9823"/>
                    <a:pt x="2270" y="9773"/>
                    <a:pt x="2270" y="9773"/>
                  </a:cubicBezTo>
                  <a:cubicBezTo>
                    <a:pt x="2270" y="9266"/>
                    <a:pt x="2270" y="8759"/>
                    <a:pt x="2270" y="8302"/>
                  </a:cubicBezTo>
                  <a:cubicBezTo>
                    <a:pt x="2270" y="3485"/>
                    <a:pt x="5408" y="1254"/>
                    <a:pt x="5528" y="1204"/>
                  </a:cubicBezTo>
                  <a:cubicBezTo>
                    <a:pt x="6011" y="798"/>
                    <a:pt x="6976" y="595"/>
                    <a:pt x="7942" y="595"/>
                  </a:cubicBezTo>
                  <a:cubicBezTo>
                    <a:pt x="8545" y="595"/>
                    <a:pt x="9028" y="646"/>
                    <a:pt x="9510" y="747"/>
                  </a:cubicBezTo>
                  <a:cubicBezTo>
                    <a:pt x="10114" y="899"/>
                    <a:pt x="10596" y="1204"/>
                    <a:pt x="10838" y="1508"/>
                  </a:cubicBezTo>
                  <a:cubicBezTo>
                    <a:pt x="10958" y="1761"/>
                    <a:pt x="10958" y="2015"/>
                    <a:pt x="10596" y="2269"/>
                  </a:cubicBezTo>
                  <a:cubicBezTo>
                    <a:pt x="10596" y="2269"/>
                    <a:pt x="10596" y="2269"/>
                    <a:pt x="10596" y="2269"/>
                  </a:cubicBezTo>
                  <a:cubicBezTo>
                    <a:pt x="10596" y="2319"/>
                    <a:pt x="10596" y="2319"/>
                    <a:pt x="10596" y="2319"/>
                  </a:cubicBezTo>
                  <a:cubicBezTo>
                    <a:pt x="10596" y="2370"/>
                    <a:pt x="10476" y="2370"/>
                    <a:pt x="10476" y="2421"/>
                  </a:cubicBezTo>
                  <a:cubicBezTo>
                    <a:pt x="10476" y="2421"/>
                    <a:pt x="10476" y="2421"/>
                    <a:pt x="10476" y="2421"/>
                  </a:cubicBezTo>
                  <a:cubicBezTo>
                    <a:pt x="10234" y="2623"/>
                    <a:pt x="8062" y="4449"/>
                    <a:pt x="8062" y="8302"/>
                  </a:cubicBezTo>
                  <a:cubicBezTo>
                    <a:pt x="8062" y="8708"/>
                    <a:pt x="8062" y="9164"/>
                    <a:pt x="8062" y="9621"/>
                  </a:cubicBezTo>
                  <a:cubicBezTo>
                    <a:pt x="8183" y="10280"/>
                    <a:pt x="6976" y="10888"/>
                    <a:pt x="5408" y="10888"/>
                  </a:cubicBezTo>
                  <a:cubicBezTo>
                    <a:pt x="5287" y="10888"/>
                    <a:pt x="5287" y="10888"/>
                    <a:pt x="5166" y="10888"/>
                  </a:cubicBezTo>
                  <a:cubicBezTo>
                    <a:pt x="4442" y="10888"/>
                    <a:pt x="3718" y="10787"/>
                    <a:pt x="3115" y="10533"/>
                  </a:cubicBezTo>
                  <a:cubicBezTo>
                    <a:pt x="3115" y="19964"/>
                    <a:pt x="3115" y="19964"/>
                    <a:pt x="3115" y="19964"/>
                  </a:cubicBezTo>
                  <a:cubicBezTo>
                    <a:pt x="3115" y="20776"/>
                    <a:pt x="4683" y="21384"/>
                    <a:pt x="6494" y="21384"/>
                  </a:cubicBezTo>
                  <a:cubicBezTo>
                    <a:pt x="8424" y="21384"/>
                    <a:pt x="9993" y="20776"/>
                    <a:pt x="9993" y="19964"/>
                  </a:cubicBezTo>
                  <a:cubicBezTo>
                    <a:pt x="9993" y="11040"/>
                    <a:pt x="9993" y="11040"/>
                    <a:pt x="9993" y="11040"/>
                  </a:cubicBezTo>
                  <a:cubicBezTo>
                    <a:pt x="9993" y="9114"/>
                    <a:pt x="9993" y="9114"/>
                    <a:pt x="9993" y="9114"/>
                  </a:cubicBezTo>
                  <a:cubicBezTo>
                    <a:pt x="9993" y="7694"/>
                    <a:pt x="9993" y="7694"/>
                    <a:pt x="9993" y="7694"/>
                  </a:cubicBezTo>
                  <a:cubicBezTo>
                    <a:pt x="9993" y="7288"/>
                    <a:pt x="10234" y="6781"/>
                    <a:pt x="10355" y="6274"/>
                  </a:cubicBezTo>
                  <a:cubicBezTo>
                    <a:pt x="10596" y="6376"/>
                    <a:pt x="10717" y="6477"/>
                    <a:pt x="10958" y="6578"/>
                  </a:cubicBezTo>
                  <a:cubicBezTo>
                    <a:pt x="11200" y="6984"/>
                    <a:pt x="11441" y="7795"/>
                    <a:pt x="11682" y="8201"/>
                  </a:cubicBezTo>
                  <a:cubicBezTo>
                    <a:pt x="12044" y="7998"/>
                    <a:pt x="12406" y="7592"/>
                    <a:pt x="12768" y="7187"/>
                  </a:cubicBezTo>
                  <a:cubicBezTo>
                    <a:pt x="12768" y="7187"/>
                    <a:pt x="12889" y="7238"/>
                    <a:pt x="12889" y="7238"/>
                  </a:cubicBezTo>
                  <a:cubicBezTo>
                    <a:pt x="14699" y="7745"/>
                    <a:pt x="17113" y="8150"/>
                    <a:pt x="20009" y="8252"/>
                  </a:cubicBezTo>
                  <a:cubicBezTo>
                    <a:pt x="19647" y="8049"/>
                    <a:pt x="19405" y="7795"/>
                    <a:pt x="19405" y="7542"/>
                  </a:cubicBezTo>
                  <a:cubicBezTo>
                    <a:pt x="19405" y="7238"/>
                    <a:pt x="19647" y="6933"/>
                    <a:pt x="20250" y="6730"/>
                  </a:cubicBezTo>
                  <a:cubicBezTo>
                    <a:pt x="20491" y="6578"/>
                    <a:pt x="20853" y="6477"/>
                    <a:pt x="21336" y="6426"/>
                  </a:cubicBezTo>
                  <a:close/>
                  <a:moveTo>
                    <a:pt x="11682" y="3688"/>
                  </a:moveTo>
                  <a:cubicBezTo>
                    <a:pt x="11682" y="3688"/>
                    <a:pt x="11562" y="3638"/>
                    <a:pt x="11562" y="3587"/>
                  </a:cubicBezTo>
                  <a:cubicBezTo>
                    <a:pt x="11562" y="3536"/>
                    <a:pt x="11682" y="3485"/>
                    <a:pt x="11682" y="3384"/>
                  </a:cubicBezTo>
                  <a:cubicBezTo>
                    <a:pt x="11682" y="3485"/>
                    <a:pt x="11682" y="3587"/>
                    <a:pt x="11682" y="368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5" name="Shape 6855"/>
            <p:cNvSpPr/>
            <p:nvPr/>
          </p:nvSpPr>
          <p:spPr>
            <a:xfrm>
              <a:off x="565173" y="2187632"/>
              <a:ext cx="706991" cy="2032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523"/>
                  </a:moveTo>
                  <a:cubicBezTo>
                    <a:pt x="21600" y="5538"/>
                    <a:pt x="21600" y="5538"/>
                    <a:pt x="21600" y="5538"/>
                  </a:cubicBezTo>
                  <a:cubicBezTo>
                    <a:pt x="21600" y="2769"/>
                    <a:pt x="20965" y="0"/>
                    <a:pt x="20012" y="0"/>
                  </a:cubicBezTo>
                  <a:cubicBezTo>
                    <a:pt x="1588" y="0"/>
                    <a:pt x="1588" y="0"/>
                    <a:pt x="1588" y="0"/>
                  </a:cubicBezTo>
                  <a:cubicBezTo>
                    <a:pt x="635" y="0"/>
                    <a:pt x="0" y="2769"/>
                    <a:pt x="0" y="5538"/>
                  </a:cubicBezTo>
                  <a:cubicBezTo>
                    <a:pt x="0" y="10523"/>
                    <a:pt x="0" y="10523"/>
                    <a:pt x="0" y="10523"/>
                  </a:cubicBezTo>
                  <a:cubicBezTo>
                    <a:pt x="10800" y="21600"/>
                    <a:pt x="10800" y="21600"/>
                    <a:pt x="10800" y="21600"/>
                  </a:cubicBezTo>
                  <a:lnTo>
                    <a:pt x="21600" y="1052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6" name="Shape 6856"/>
            <p:cNvSpPr/>
            <p:nvPr/>
          </p:nvSpPr>
          <p:spPr>
            <a:xfrm>
              <a:off x="565173" y="2327209"/>
              <a:ext cx="706991" cy="4157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71" y="4860"/>
                  </a:moveTo>
                  <a:cubicBezTo>
                    <a:pt x="12071" y="7560"/>
                    <a:pt x="12071" y="7560"/>
                    <a:pt x="12071" y="7560"/>
                  </a:cubicBezTo>
                  <a:cubicBezTo>
                    <a:pt x="12071" y="7830"/>
                    <a:pt x="11912" y="8370"/>
                    <a:pt x="11594" y="8370"/>
                  </a:cubicBezTo>
                  <a:cubicBezTo>
                    <a:pt x="9847" y="8370"/>
                    <a:pt x="9847" y="8370"/>
                    <a:pt x="9847" y="8370"/>
                  </a:cubicBezTo>
                  <a:cubicBezTo>
                    <a:pt x="9688" y="8370"/>
                    <a:pt x="9529" y="7830"/>
                    <a:pt x="9529" y="7560"/>
                  </a:cubicBezTo>
                  <a:cubicBezTo>
                    <a:pt x="9529" y="4860"/>
                    <a:pt x="9529" y="4860"/>
                    <a:pt x="9529" y="4860"/>
                  </a:cubicBezTo>
                  <a:cubicBezTo>
                    <a:pt x="0" y="0"/>
                    <a:pt x="0" y="0"/>
                    <a:pt x="0" y="0"/>
                  </a:cubicBezTo>
                  <a:cubicBezTo>
                    <a:pt x="0" y="18900"/>
                    <a:pt x="0" y="18900"/>
                    <a:pt x="0" y="18900"/>
                  </a:cubicBezTo>
                  <a:cubicBezTo>
                    <a:pt x="0" y="20520"/>
                    <a:pt x="635" y="21600"/>
                    <a:pt x="1588" y="21600"/>
                  </a:cubicBezTo>
                  <a:cubicBezTo>
                    <a:pt x="20012" y="21600"/>
                    <a:pt x="20012" y="21600"/>
                    <a:pt x="20012" y="21600"/>
                  </a:cubicBezTo>
                  <a:cubicBezTo>
                    <a:pt x="20965" y="21600"/>
                    <a:pt x="21600" y="20520"/>
                    <a:pt x="21600" y="18900"/>
                  </a:cubicBezTo>
                  <a:cubicBezTo>
                    <a:pt x="21600" y="0"/>
                    <a:pt x="21600" y="0"/>
                    <a:pt x="21600" y="0"/>
                  </a:cubicBezTo>
                  <a:lnTo>
                    <a:pt x="12071" y="486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7" name="Shape 6857"/>
            <p:cNvSpPr/>
            <p:nvPr/>
          </p:nvSpPr>
          <p:spPr>
            <a:xfrm>
              <a:off x="774540" y="2093570"/>
              <a:ext cx="288259" cy="33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8000"/>
                    <a:pt x="21214" y="21600"/>
                    <a:pt x="20443" y="21600"/>
                  </a:cubicBezTo>
                  <a:cubicBezTo>
                    <a:pt x="1157" y="21600"/>
                    <a:pt x="1157" y="21600"/>
                    <a:pt x="1157" y="21600"/>
                  </a:cubicBezTo>
                  <a:cubicBezTo>
                    <a:pt x="386" y="21600"/>
                    <a:pt x="0" y="18000"/>
                    <a:pt x="0" y="10800"/>
                  </a:cubicBezTo>
                  <a:cubicBezTo>
                    <a:pt x="0" y="7200"/>
                    <a:pt x="386" y="0"/>
                    <a:pt x="1157" y="0"/>
                  </a:cubicBezTo>
                  <a:cubicBezTo>
                    <a:pt x="20443" y="0"/>
                    <a:pt x="20443" y="0"/>
                    <a:pt x="20443" y="0"/>
                  </a:cubicBezTo>
                  <a:cubicBezTo>
                    <a:pt x="21214" y="0"/>
                    <a:pt x="21600" y="7200"/>
                    <a:pt x="21600" y="10800"/>
                  </a:cubicBezTo>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8" name="Shape 6858"/>
            <p:cNvSpPr/>
            <p:nvPr/>
          </p:nvSpPr>
          <p:spPr>
            <a:xfrm>
              <a:off x="1044372" y="2111776"/>
              <a:ext cx="9543" cy="103164"/>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59" name="Shape 6859"/>
            <p:cNvSpPr/>
            <p:nvPr/>
          </p:nvSpPr>
          <p:spPr>
            <a:xfrm>
              <a:off x="777573" y="2111776"/>
              <a:ext cx="15172" cy="106199"/>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879" name="Group 6879"/>
          <p:cNvGrpSpPr/>
          <p:nvPr/>
        </p:nvGrpSpPr>
        <p:grpSpPr>
          <a:xfrm>
            <a:off x="10808706" y="4612748"/>
            <a:ext cx="1861605" cy="2645185"/>
            <a:chOff x="0" y="0"/>
            <a:chExt cx="1861604" cy="2645183"/>
          </a:xfrm>
        </p:grpSpPr>
        <p:sp>
          <p:nvSpPr>
            <p:cNvPr id="6861" name="Shape 6861"/>
            <p:cNvSpPr/>
            <p:nvPr/>
          </p:nvSpPr>
          <p:spPr>
            <a:xfrm>
              <a:off x="0" y="1471708"/>
              <a:ext cx="827750" cy="1173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4" y="17805"/>
                  </a:moveTo>
                  <a:cubicBezTo>
                    <a:pt x="1454" y="17951"/>
                    <a:pt x="1454" y="17951"/>
                    <a:pt x="1454" y="17951"/>
                  </a:cubicBezTo>
                  <a:cubicBezTo>
                    <a:pt x="1454" y="18681"/>
                    <a:pt x="1454" y="18681"/>
                    <a:pt x="1454" y="18681"/>
                  </a:cubicBezTo>
                  <a:cubicBezTo>
                    <a:pt x="623" y="18973"/>
                    <a:pt x="0" y="19411"/>
                    <a:pt x="0" y="20141"/>
                  </a:cubicBezTo>
                  <a:cubicBezTo>
                    <a:pt x="0" y="21016"/>
                    <a:pt x="831" y="21600"/>
                    <a:pt x="2077" y="21600"/>
                  </a:cubicBezTo>
                  <a:cubicBezTo>
                    <a:pt x="3115" y="21600"/>
                    <a:pt x="4154" y="21016"/>
                    <a:pt x="4154" y="20141"/>
                  </a:cubicBezTo>
                  <a:cubicBezTo>
                    <a:pt x="4154" y="19557"/>
                    <a:pt x="3738" y="18973"/>
                    <a:pt x="2908" y="18827"/>
                  </a:cubicBezTo>
                  <a:cubicBezTo>
                    <a:pt x="2908" y="18243"/>
                    <a:pt x="2908" y="18243"/>
                    <a:pt x="2908" y="18243"/>
                  </a:cubicBezTo>
                  <a:cubicBezTo>
                    <a:pt x="3323" y="17951"/>
                    <a:pt x="4985" y="16930"/>
                    <a:pt x="9554" y="16638"/>
                  </a:cubicBezTo>
                  <a:cubicBezTo>
                    <a:pt x="9969" y="18681"/>
                    <a:pt x="9969" y="18681"/>
                    <a:pt x="9969" y="18681"/>
                  </a:cubicBezTo>
                  <a:cubicBezTo>
                    <a:pt x="9138" y="18973"/>
                    <a:pt x="8515" y="19557"/>
                    <a:pt x="8515" y="20141"/>
                  </a:cubicBezTo>
                  <a:cubicBezTo>
                    <a:pt x="8515" y="21016"/>
                    <a:pt x="9554" y="21600"/>
                    <a:pt x="10592" y="21600"/>
                  </a:cubicBezTo>
                  <a:cubicBezTo>
                    <a:pt x="11838" y="21600"/>
                    <a:pt x="12669" y="21016"/>
                    <a:pt x="12669" y="20141"/>
                  </a:cubicBezTo>
                  <a:cubicBezTo>
                    <a:pt x="12669" y="19557"/>
                    <a:pt x="12254" y="19119"/>
                    <a:pt x="11631" y="18827"/>
                  </a:cubicBezTo>
                  <a:cubicBezTo>
                    <a:pt x="11838" y="16638"/>
                    <a:pt x="11838" y="16638"/>
                    <a:pt x="11838" y="16638"/>
                  </a:cubicBezTo>
                  <a:cubicBezTo>
                    <a:pt x="14538" y="16784"/>
                    <a:pt x="16200" y="17222"/>
                    <a:pt x="17238" y="17514"/>
                  </a:cubicBezTo>
                  <a:cubicBezTo>
                    <a:pt x="17862" y="17805"/>
                    <a:pt x="18277" y="17951"/>
                    <a:pt x="18485" y="18097"/>
                  </a:cubicBezTo>
                  <a:cubicBezTo>
                    <a:pt x="18485" y="18243"/>
                    <a:pt x="18485" y="18243"/>
                    <a:pt x="18485" y="18243"/>
                  </a:cubicBezTo>
                  <a:cubicBezTo>
                    <a:pt x="18485" y="18827"/>
                    <a:pt x="18485" y="18827"/>
                    <a:pt x="18485" y="18827"/>
                  </a:cubicBezTo>
                  <a:cubicBezTo>
                    <a:pt x="17862" y="18973"/>
                    <a:pt x="17238" y="19557"/>
                    <a:pt x="17238" y="20141"/>
                  </a:cubicBezTo>
                  <a:cubicBezTo>
                    <a:pt x="17238" y="21016"/>
                    <a:pt x="18277" y="21600"/>
                    <a:pt x="19315" y="21600"/>
                  </a:cubicBezTo>
                  <a:cubicBezTo>
                    <a:pt x="20562" y="21600"/>
                    <a:pt x="21600" y="21016"/>
                    <a:pt x="21600" y="20141"/>
                  </a:cubicBezTo>
                  <a:cubicBezTo>
                    <a:pt x="21600" y="19557"/>
                    <a:pt x="20977" y="18973"/>
                    <a:pt x="20146" y="18681"/>
                  </a:cubicBezTo>
                  <a:cubicBezTo>
                    <a:pt x="20146" y="17951"/>
                    <a:pt x="20146" y="17951"/>
                    <a:pt x="20146" y="17951"/>
                  </a:cubicBezTo>
                  <a:cubicBezTo>
                    <a:pt x="19938" y="17805"/>
                    <a:pt x="19938" y="17805"/>
                    <a:pt x="19938" y="17805"/>
                  </a:cubicBezTo>
                  <a:cubicBezTo>
                    <a:pt x="19938" y="17659"/>
                    <a:pt x="18277" y="15762"/>
                    <a:pt x="12046" y="15616"/>
                  </a:cubicBezTo>
                  <a:cubicBezTo>
                    <a:pt x="12462" y="13427"/>
                    <a:pt x="12462" y="13427"/>
                    <a:pt x="12462" y="13427"/>
                  </a:cubicBezTo>
                  <a:cubicBezTo>
                    <a:pt x="18277" y="13427"/>
                    <a:pt x="18277" y="13427"/>
                    <a:pt x="18277" y="13427"/>
                  </a:cubicBezTo>
                  <a:cubicBezTo>
                    <a:pt x="19523" y="13427"/>
                    <a:pt x="20354" y="12843"/>
                    <a:pt x="20354" y="12114"/>
                  </a:cubicBezTo>
                  <a:cubicBezTo>
                    <a:pt x="20354" y="11238"/>
                    <a:pt x="19523" y="10654"/>
                    <a:pt x="18277" y="10654"/>
                  </a:cubicBezTo>
                  <a:cubicBezTo>
                    <a:pt x="4985" y="10654"/>
                    <a:pt x="4985" y="10654"/>
                    <a:pt x="4985" y="10654"/>
                  </a:cubicBezTo>
                  <a:cubicBezTo>
                    <a:pt x="4154" y="1314"/>
                    <a:pt x="4154" y="1314"/>
                    <a:pt x="4154" y="1314"/>
                  </a:cubicBezTo>
                  <a:cubicBezTo>
                    <a:pt x="4154" y="584"/>
                    <a:pt x="3115" y="0"/>
                    <a:pt x="2077" y="0"/>
                  </a:cubicBezTo>
                  <a:cubicBezTo>
                    <a:pt x="1038" y="0"/>
                    <a:pt x="208" y="730"/>
                    <a:pt x="208" y="1459"/>
                  </a:cubicBezTo>
                  <a:cubicBezTo>
                    <a:pt x="208" y="1459"/>
                    <a:pt x="208" y="1459"/>
                    <a:pt x="208" y="1459"/>
                  </a:cubicBezTo>
                  <a:cubicBezTo>
                    <a:pt x="1246" y="12114"/>
                    <a:pt x="1246" y="12114"/>
                    <a:pt x="1246" y="12114"/>
                  </a:cubicBezTo>
                  <a:cubicBezTo>
                    <a:pt x="1246" y="12843"/>
                    <a:pt x="2077" y="13427"/>
                    <a:pt x="3115" y="13427"/>
                  </a:cubicBezTo>
                  <a:cubicBezTo>
                    <a:pt x="9138" y="13427"/>
                    <a:pt x="9138" y="13427"/>
                    <a:pt x="9138" y="13427"/>
                  </a:cubicBezTo>
                  <a:cubicBezTo>
                    <a:pt x="9554" y="15616"/>
                    <a:pt x="9554" y="15616"/>
                    <a:pt x="9554" y="15616"/>
                  </a:cubicBezTo>
                  <a:cubicBezTo>
                    <a:pt x="3323" y="15762"/>
                    <a:pt x="1662" y="17659"/>
                    <a:pt x="1454" y="1780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2" name="Shape 6862"/>
            <p:cNvSpPr/>
            <p:nvPr/>
          </p:nvSpPr>
          <p:spPr>
            <a:xfrm>
              <a:off x="335754" y="554204"/>
              <a:ext cx="445458" cy="442131"/>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3" name="Shape 6863"/>
            <p:cNvSpPr/>
            <p:nvPr/>
          </p:nvSpPr>
          <p:spPr>
            <a:xfrm>
              <a:off x="344620" y="1104289"/>
              <a:ext cx="882045" cy="286304"/>
            </a:xfrm>
            <a:custGeom>
              <a:avLst/>
              <a:gdLst/>
              <a:ahLst/>
              <a:cxnLst>
                <a:cxn ang="0">
                  <a:pos x="wd2" y="hd2"/>
                </a:cxn>
                <a:cxn ang="5400000">
                  <a:pos x="wd2" y="hd2"/>
                </a:cxn>
                <a:cxn ang="10800000">
                  <a:pos x="wd2" y="hd2"/>
                </a:cxn>
                <a:cxn ang="16200000">
                  <a:pos x="wd2" y="hd2"/>
                </a:cxn>
              </a:cxnLst>
              <a:rect l="0" t="0" r="r" b="b"/>
              <a:pathLst>
                <a:path w="21385" h="18983" fill="norm" stroke="1" extrusionOk="0">
                  <a:moveTo>
                    <a:pt x="5378" y="4502"/>
                  </a:moveTo>
                  <a:cubicBezTo>
                    <a:pt x="4606" y="3449"/>
                    <a:pt x="4028" y="2922"/>
                    <a:pt x="3642" y="2395"/>
                  </a:cubicBezTo>
                  <a:cubicBezTo>
                    <a:pt x="3449" y="1868"/>
                    <a:pt x="3256" y="1868"/>
                    <a:pt x="3256" y="1341"/>
                  </a:cubicBezTo>
                  <a:cubicBezTo>
                    <a:pt x="3256" y="1341"/>
                    <a:pt x="3256" y="1341"/>
                    <a:pt x="3256" y="1341"/>
                  </a:cubicBezTo>
                  <a:cubicBezTo>
                    <a:pt x="3256" y="1341"/>
                    <a:pt x="3256" y="1341"/>
                    <a:pt x="3256" y="1341"/>
                  </a:cubicBezTo>
                  <a:cubicBezTo>
                    <a:pt x="2485" y="-766"/>
                    <a:pt x="1135" y="-239"/>
                    <a:pt x="556" y="1868"/>
                  </a:cubicBezTo>
                  <a:cubicBezTo>
                    <a:pt x="-215" y="3975"/>
                    <a:pt x="-215" y="7136"/>
                    <a:pt x="749" y="9244"/>
                  </a:cubicBezTo>
                  <a:cubicBezTo>
                    <a:pt x="749" y="9244"/>
                    <a:pt x="749" y="9244"/>
                    <a:pt x="749" y="9244"/>
                  </a:cubicBezTo>
                  <a:cubicBezTo>
                    <a:pt x="749" y="9771"/>
                    <a:pt x="1714" y="11878"/>
                    <a:pt x="3835" y="14512"/>
                  </a:cubicBezTo>
                  <a:cubicBezTo>
                    <a:pt x="3835" y="14512"/>
                    <a:pt x="3835" y="14512"/>
                    <a:pt x="3835" y="14512"/>
                  </a:cubicBezTo>
                  <a:cubicBezTo>
                    <a:pt x="6921" y="17673"/>
                    <a:pt x="11935" y="20834"/>
                    <a:pt x="19649" y="17673"/>
                  </a:cubicBezTo>
                  <a:cubicBezTo>
                    <a:pt x="20806" y="17673"/>
                    <a:pt x="21385" y="15039"/>
                    <a:pt x="21385" y="11878"/>
                  </a:cubicBezTo>
                  <a:cubicBezTo>
                    <a:pt x="21192" y="9244"/>
                    <a:pt x="20228" y="7136"/>
                    <a:pt x="19071" y="7663"/>
                  </a:cubicBezTo>
                  <a:cubicBezTo>
                    <a:pt x="12128" y="10297"/>
                    <a:pt x="7692" y="7136"/>
                    <a:pt x="5378" y="450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4" name="Shape 6864"/>
            <p:cNvSpPr/>
            <p:nvPr/>
          </p:nvSpPr>
          <p:spPr>
            <a:xfrm>
              <a:off x="628291" y="1378628"/>
              <a:ext cx="119676" cy="2293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20" y="12662"/>
                  </a:moveTo>
                  <a:cubicBezTo>
                    <a:pt x="8640" y="15641"/>
                    <a:pt x="11520" y="18621"/>
                    <a:pt x="15840" y="21600"/>
                  </a:cubicBezTo>
                  <a:cubicBezTo>
                    <a:pt x="17280" y="17876"/>
                    <a:pt x="20160" y="14152"/>
                    <a:pt x="21600" y="10428"/>
                  </a:cubicBezTo>
                  <a:cubicBezTo>
                    <a:pt x="18720" y="8193"/>
                    <a:pt x="17280" y="4469"/>
                    <a:pt x="14400" y="1490"/>
                  </a:cubicBezTo>
                  <a:cubicBezTo>
                    <a:pt x="8640" y="745"/>
                    <a:pt x="4320" y="0"/>
                    <a:pt x="0" y="0"/>
                  </a:cubicBezTo>
                  <a:cubicBezTo>
                    <a:pt x="1440" y="3724"/>
                    <a:pt x="2880" y="8193"/>
                    <a:pt x="4320" y="12662"/>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5" name="Shape 6865"/>
            <p:cNvSpPr/>
            <p:nvPr/>
          </p:nvSpPr>
          <p:spPr>
            <a:xfrm>
              <a:off x="205921" y="1008217"/>
              <a:ext cx="997041" cy="1563831"/>
            </a:xfrm>
            <a:custGeom>
              <a:avLst/>
              <a:gdLst/>
              <a:ahLst/>
              <a:cxnLst>
                <a:cxn ang="0">
                  <a:pos x="wd2" y="hd2"/>
                </a:cxn>
                <a:cxn ang="5400000">
                  <a:pos x="wd2" y="hd2"/>
                </a:cxn>
                <a:cxn ang="10800000">
                  <a:pos x="wd2" y="hd2"/>
                </a:cxn>
                <a:cxn ang="16200000">
                  <a:pos x="wd2" y="hd2"/>
                </a:cxn>
              </a:cxnLst>
              <a:rect l="0" t="0" r="r" b="b"/>
              <a:pathLst>
                <a:path w="21171" h="21258" fill="norm" stroke="1" extrusionOk="0">
                  <a:moveTo>
                    <a:pt x="19128" y="11586"/>
                  </a:moveTo>
                  <a:cubicBezTo>
                    <a:pt x="18960" y="10834"/>
                    <a:pt x="17947" y="10189"/>
                    <a:pt x="16597" y="10189"/>
                  </a:cubicBezTo>
                  <a:cubicBezTo>
                    <a:pt x="9509" y="10189"/>
                    <a:pt x="9509" y="10189"/>
                    <a:pt x="9509" y="10189"/>
                  </a:cubicBezTo>
                  <a:cubicBezTo>
                    <a:pt x="9509" y="9974"/>
                    <a:pt x="9509" y="9652"/>
                    <a:pt x="9341" y="9437"/>
                  </a:cubicBezTo>
                  <a:cubicBezTo>
                    <a:pt x="8666" y="8040"/>
                    <a:pt x="8328" y="6428"/>
                    <a:pt x="8497" y="4924"/>
                  </a:cubicBezTo>
                  <a:cubicBezTo>
                    <a:pt x="7484" y="4709"/>
                    <a:pt x="6809" y="4601"/>
                    <a:pt x="6134" y="4386"/>
                  </a:cubicBezTo>
                  <a:cubicBezTo>
                    <a:pt x="4447" y="3957"/>
                    <a:pt x="3434" y="3419"/>
                    <a:pt x="3266" y="3312"/>
                  </a:cubicBezTo>
                  <a:cubicBezTo>
                    <a:pt x="2422" y="2882"/>
                    <a:pt x="2422" y="2022"/>
                    <a:pt x="3097" y="1592"/>
                  </a:cubicBezTo>
                  <a:cubicBezTo>
                    <a:pt x="3434" y="1270"/>
                    <a:pt x="4109" y="1162"/>
                    <a:pt x="4616" y="1162"/>
                  </a:cubicBezTo>
                  <a:cubicBezTo>
                    <a:pt x="5122" y="1162"/>
                    <a:pt x="5628" y="1270"/>
                    <a:pt x="5966" y="1485"/>
                  </a:cubicBezTo>
                  <a:cubicBezTo>
                    <a:pt x="6134" y="1485"/>
                    <a:pt x="6134" y="1485"/>
                    <a:pt x="6303" y="1592"/>
                  </a:cubicBezTo>
                  <a:cubicBezTo>
                    <a:pt x="6641" y="1700"/>
                    <a:pt x="7147" y="1915"/>
                    <a:pt x="7822" y="2022"/>
                  </a:cubicBezTo>
                  <a:cubicBezTo>
                    <a:pt x="7991" y="2130"/>
                    <a:pt x="8328" y="2237"/>
                    <a:pt x="8497" y="2237"/>
                  </a:cubicBezTo>
                  <a:cubicBezTo>
                    <a:pt x="8328" y="1807"/>
                    <a:pt x="8159" y="1592"/>
                    <a:pt x="7822" y="1270"/>
                  </a:cubicBezTo>
                  <a:cubicBezTo>
                    <a:pt x="7822" y="1270"/>
                    <a:pt x="6978" y="625"/>
                    <a:pt x="6641" y="518"/>
                  </a:cubicBezTo>
                  <a:cubicBezTo>
                    <a:pt x="6641" y="518"/>
                    <a:pt x="6472" y="410"/>
                    <a:pt x="6472" y="410"/>
                  </a:cubicBezTo>
                  <a:cubicBezTo>
                    <a:pt x="6134" y="303"/>
                    <a:pt x="5797" y="195"/>
                    <a:pt x="5628" y="88"/>
                  </a:cubicBezTo>
                  <a:cubicBezTo>
                    <a:pt x="3434" y="-342"/>
                    <a:pt x="734" y="840"/>
                    <a:pt x="228" y="2989"/>
                  </a:cubicBezTo>
                  <a:cubicBezTo>
                    <a:pt x="-278" y="5676"/>
                    <a:pt x="59" y="8470"/>
                    <a:pt x="1241" y="11049"/>
                  </a:cubicBezTo>
                  <a:cubicBezTo>
                    <a:pt x="1916" y="12446"/>
                    <a:pt x="3772" y="13413"/>
                    <a:pt x="5459" y="13521"/>
                  </a:cubicBezTo>
                  <a:cubicBezTo>
                    <a:pt x="5459" y="13521"/>
                    <a:pt x="5459" y="13521"/>
                    <a:pt x="5459" y="13521"/>
                  </a:cubicBezTo>
                  <a:cubicBezTo>
                    <a:pt x="5628" y="13521"/>
                    <a:pt x="5797" y="13521"/>
                    <a:pt x="5966" y="13521"/>
                  </a:cubicBezTo>
                  <a:cubicBezTo>
                    <a:pt x="14403" y="13521"/>
                    <a:pt x="14403" y="13521"/>
                    <a:pt x="14403" y="13521"/>
                  </a:cubicBezTo>
                  <a:cubicBezTo>
                    <a:pt x="15922" y="19861"/>
                    <a:pt x="15922" y="19861"/>
                    <a:pt x="15922" y="19861"/>
                  </a:cubicBezTo>
                  <a:cubicBezTo>
                    <a:pt x="16091" y="20721"/>
                    <a:pt x="17272" y="21258"/>
                    <a:pt x="18453" y="21258"/>
                  </a:cubicBezTo>
                  <a:cubicBezTo>
                    <a:pt x="18622" y="21258"/>
                    <a:pt x="18791" y="21258"/>
                    <a:pt x="18960" y="21258"/>
                  </a:cubicBezTo>
                  <a:cubicBezTo>
                    <a:pt x="20309" y="21151"/>
                    <a:pt x="21322" y="20291"/>
                    <a:pt x="21153" y="19324"/>
                  </a:cubicBezTo>
                  <a:lnTo>
                    <a:pt x="19128" y="11586"/>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6" name="Shape 6866"/>
            <p:cNvSpPr/>
            <p:nvPr/>
          </p:nvSpPr>
          <p:spPr>
            <a:xfrm>
              <a:off x="614994" y="1103483"/>
              <a:ext cx="613502" cy="122229"/>
            </a:xfrm>
            <a:custGeom>
              <a:avLst/>
              <a:gdLst/>
              <a:ahLst/>
              <a:cxnLst>
                <a:cxn ang="0">
                  <a:pos x="wd2" y="hd2"/>
                </a:cxn>
                <a:cxn ang="5400000">
                  <a:pos x="wd2" y="hd2"/>
                </a:cxn>
                <a:cxn ang="10800000">
                  <a:pos x="wd2" y="hd2"/>
                </a:cxn>
                <a:cxn ang="16200000">
                  <a:pos x="wd2" y="hd2"/>
                </a:cxn>
              </a:cxnLst>
              <a:rect l="0" t="0" r="r" b="b"/>
              <a:pathLst>
                <a:path w="21432" h="19855" fill="norm" stroke="1" extrusionOk="0">
                  <a:moveTo>
                    <a:pt x="10523" y="18584"/>
                  </a:moveTo>
                  <a:cubicBezTo>
                    <a:pt x="12738" y="18584"/>
                    <a:pt x="15231" y="17314"/>
                    <a:pt x="18000" y="16043"/>
                  </a:cubicBezTo>
                  <a:cubicBezTo>
                    <a:pt x="18277" y="16043"/>
                    <a:pt x="18277" y="16043"/>
                    <a:pt x="18554" y="16043"/>
                  </a:cubicBezTo>
                  <a:cubicBezTo>
                    <a:pt x="19385" y="16043"/>
                    <a:pt x="20215" y="17314"/>
                    <a:pt x="20769" y="19855"/>
                  </a:cubicBezTo>
                  <a:cubicBezTo>
                    <a:pt x="21323" y="17314"/>
                    <a:pt x="21600" y="12231"/>
                    <a:pt x="21323" y="8420"/>
                  </a:cubicBezTo>
                  <a:cubicBezTo>
                    <a:pt x="20769" y="2067"/>
                    <a:pt x="19108" y="-1745"/>
                    <a:pt x="17723" y="796"/>
                  </a:cubicBezTo>
                  <a:cubicBezTo>
                    <a:pt x="9692" y="12231"/>
                    <a:pt x="3877" y="13502"/>
                    <a:pt x="0" y="10961"/>
                  </a:cubicBezTo>
                  <a:cubicBezTo>
                    <a:pt x="3046" y="16043"/>
                    <a:pt x="6646" y="18584"/>
                    <a:pt x="10523" y="1858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7" name="Shape 6867"/>
            <p:cNvSpPr/>
            <p:nvPr/>
          </p:nvSpPr>
          <p:spPr>
            <a:xfrm>
              <a:off x="764586" y="0"/>
              <a:ext cx="836678" cy="727068"/>
            </a:xfrm>
            <a:custGeom>
              <a:avLst/>
              <a:gdLst/>
              <a:ahLst/>
              <a:cxnLst>
                <a:cxn ang="0">
                  <a:pos x="wd2" y="hd2"/>
                </a:cxn>
                <a:cxn ang="5400000">
                  <a:pos x="wd2" y="hd2"/>
                </a:cxn>
                <a:cxn ang="10800000">
                  <a:pos x="wd2" y="hd2"/>
                </a:cxn>
                <a:cxn ang="16200000">
                  <a:pos x="wd2" y="hd2"/>
                </a:cxn>
              </a:cxnLst>
              <a:rect l="0" t="0" r="r" b="b"/>
              <a:pathLst>
                <a:path w="21403" h="21377" fill="norm" stroke="1" extrusionOk="0">
                  <a:moveTo>
                    <a:pt x="4279" y="21377"/>
                  </a:moveTo>
                  <a:cubicBezTo>
                    <a:pt x="4075" y="21377"/>
                    <a:pt x="4075" y="21145"/>
                    <a:pt x="4075" y="20912"/>
                  </a:cubicBezTo>
                  <a:cubicBezTo>
                    <a:pt x="4075" y="20912"/>
                    <a:pt x="4075" y="20912"/>
                    <a:pt x="4075" y="20912"/>
                  </a:cubicBezTo>
                  <a:cubicBezTo>
                    <a:pt x="4075" y="20912"/>
                    <a:pt x="4075" y="20912"/>
                    <a:pt x="4075" y="20912"/>
                  </a:cubicBezTo>
                  <a:cubicBezTo>
                    <a:pt x="4075" y="17661"/>
                    <a:pt x="4075" y="17661"/>
                    <a:pt x="4075" y="17661"/>
                  </a:cubicBezTo>
                  <a:cubicBezTo>
                    <a:pt x="3872" y="17661"/>
                    <a:pt x="3872" y="17661"/>
                    <a:pt x="3872" y="17661"/>
                  </a:cubicBezTo>
                  <a:cubicBezTo>
                    <a:pt x="1426" y="15571"/>
                    <a:pt x="0" y="12783"/>
                    <a:pt x="0" y="9764"/>
                  </a:cubicBezTo>
                  <a:cubicBezTo>
                    <a:pt x="204" y="4190"/>
                    <a:pt x="5094" y="-223"/>
                    <a:pt x="11411" y="9"/>
                  </a:cubicBezTo>
                  <a:cubicBezTo>
                    <a:pt x="17321" y="9"/>
                    <a:pt x="21600" y="4422"/>
                    <a:pt x="21396" y="10229"/>
                  </a:cubicBezTo>
                  <a:cubicBezTo>
                    <a:pt x="21396" y="16267"/>
                    <a:pt x="17117" y="20216"/>
                    <a:pt x="11208" y="20216"/>
                  </a:cubicBezTo>
                  <a:cubicBezTo>
                    <a:pt x="9985" y="20216"/>
                    <a:pt x="8762" y="19983"/>
                    <a:pt x="7540" y="19519"/>
                  </a:cubicBezTo>
                  <a:cubicBezTo>
                    <a:pt x="7540" y="19519"/>
                    <a:pt x="7540" y="19519"/>
                    <a:pt x="7540" y="19519"/>
                  </a:cubicBezTo>
                  <a:cubicBezTo>
                    <a:pt x="4483" y="21377"/>
                    <a:pt x="4483" y="21377"/>
                    <a:pt x="4483" y="21377"/>
                  </a:cubicBezTo>
                  <a:cubicBezTo>
                    <a:pt x="4483" y="21377"/>
                    <a:pt x="4483" y="21377"/>
                    <a:pt x="4483" y="21377"/>
                  </a:cubicBezTo>
                  <a:lnTo>
                    <a:pt x="4279" y="21377"/>
                  </a:lnTo>
                  <a:close/>
                  <a:moveTo>
                    <a:pt x="11411" y="938"/>
                  </a:moveTo>
                  <a:cubicBezTo>
                    <a:pt x="5706" y="706"/>
                    <a:pt x="815" y="4887"/>
                    <a:pt x="815" y="9764"/>
                  </a:cubicBezTo>
                  <a:cubicBezTo>
                    <a:pt x="815" y="12783"/>
                    <a:pt x="2242" y="15338"/>
                    <a:pt x="4687" y="17196"/>
                  </a:cubicBezTo>
                  <a:cubicBezTo>
                    <a:pt x="4687" y="17196"/>
                    <a:pt x="4891" y="17429"/>
                    <a:pt x="4891" y="17429"/>
                  </a:cubicBezTo>
                  <a:cubicBezTo>
                    <a:pt x="4687" y="20216"/>
                    <a:pt x="4687" y="20216"/>
                    <a:pt x="4687" y="20216"/>
                  </a:cubicBezTo>
                  <a:cubicBezTo>
                    <a:pt x="7132" y="18590"/>
                    <a:pt x="7132" y="18590"/>
                    <a:pt x="7132" y="18590"/>
                  </a:cubicBezTo>
                  <a:cubicBezTo>
                    <a:pt x="7336" y="18590"/>
                    <a:pt x="7336" y="18590"/>
                    <a:pt x="7336" y="18590"/>
                  </a:cubicBezTo>
                  <a:cubicBezTo>
                    <a:pt x="7540" y="18590"/>
                    <a:pt x="7540" y="18590"/>
                    <a:pt x="7540" y="18590"/>
                  </a:cubicBezTo>
                  <a:cubicBezTo>
                    <a:pt x="8762" y="19054"/>
                    <a:pt x="9985" y="19287"/>
                    <a:pt x="11208" y="19287"/>
                  </a:cubicBezTo>
                  <a:cubicBezTo>
                    <a:pt x="16709" y="19287"/>
                    <a:pt x="20581" y="15571"/>
                    <a:pt x="20785" y="10229"/>
                  </a:cubicBezTo>
                  <a:cubicBezTo>
                    <a:pt x="20785" y="4887"/>
                    <a:pt x="16913" y="938"/>
                    <a:pt x="11411" y="938"/>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8" name="Shape 6868"/>
            <p:cNvSpPr/>
            <p:nvPr/>
          </p:nvSpPr>
          <p:spPr>
            <a:xfrm>
              <a:off x="1090367" y="1355357"/>
              <a:ext cx="352373" cy="46539"/>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69" name="Shape 6869"/>
            <p:cNvSpPr/>
            <p:nvPr/>
          </p:nvSpPr>
          <p:spPr>
            <a:xfrm>
              <a:off x="1472661" y="1883920"/>
              <a:ext cx="388944" cy="7446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04" y="21600"/>
                  </a:moveTo>
                  <a:cubicBezTo>
                    <a:pt x="19396" y="21600"/>
                    <a:pt x="19396" y="21600"/>
                    <a:pt x="19396" y="21600"/>
                  </a:cubicBezTo>
                  <a:cubicBezTo>
                    <a:pt x="20718" y="21140"/>
                    <a:pt x="21600" y="20221"/>
                    <a:pt x="21600" y="19302"/>
                  </a:cubicBezTo>
                  <a:cubicBezTo>
                    <a:pt x="21600" y="2757"/>
                    <a:pt x="21600" y="2757"/>
                    <a:pt x="21600" y="2757"/>
                  </a:cubicBezTo>
                  <a:cubicBezTo>
                    <a:pt x="21600" y="1149"/>
                    <a:pt x="19396" y="0"/>
                    <a:pt x="16310" y="0"/>
                  </a:cubicBezTo>
                  <a:cubicBezTo>
                    <a:pt x="5290" y="0"/>
                    <a:pt x="5290" y="0"/>
                    <a:pt x="5290" y="0"/>
                  </a:cubicBezTo>
                  <a:cubicBezTo>
                    <a:pt x="2204" y="0"/>
                    <a:pt x="0" y="1149"/>
                    <a:pt x="0" y="2757"/>
                  </a:cubicBezTo>
                  <a:cubicBezTo>
                    <a:pt x="0" y="19302"/>
                    <a:pt x="0" y="19302"/>
                    <a:pt x="0" y="19302"/>
                  </a:cubicBezTo>
                  <a:cubicBezTo>
                    <a:pt x="0" y="20221"/>
                    <a:pt x="882" y="21140"/>
                    <a:pt x="2204" y="216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0" name="Shape 6870"/>
            <p:cNvSpPr/>
            <p:nvPr/>
          </p:nvSpPr>
          <p:spPr>
            <a:xfrm>
              <a:off x="1632227" y="657256"/>
              <a:ext cx="96406" cy="704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7015"/>
                  </a:lnTo>
                  <a:lnTo>
                    <a:pt x="10428" y="17015"/>
                  </a:lnTo>
                  <a:lnTo>
                    <a:pt x="10428" y="21600"/>
                  </a:lnTo>
                  <a:lnTo>
                    <a:pt x="21600" y="21600"/>
                  </a:lnTo>
                  <a:lnTo>
                    <a:pt x="21600" y="0"/>
                  </a:lnTo>
                  <a:lnTo>
                    <a:pt x="0" y="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1" name="Shape 6871"/>
            <p:cNvSpPr/>
            <p:nvPr/>
          </p:nvSpPr>
          <p:spPr>
            <a:xfrm>
              <a:off x="1569064" y="1355357"/>
              <a:ext cx="206107" cy="465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8000"/>
                    <a:pt x="19938" y="21600"/>
                    <a:pt x="19108" y="21600"/>
                  </a:cubicBezTo>
                  <a:cubicBezTo>
                    <a:pt x="2492" y="21600"/>
                    <a:pt x="2492" y="21600"/>
                    <a:pt x="2492" y="21600"/>
                  </a:cubicBezTo>
                  <a:cubicBezTo>
                    <a:pt x="831" y="21600"/>
                    <a:pt x="0" y="18000"/>
                    <a:pt x="0" y="10800"/>
                  </a:cubicBezTo>
                  <a:cubicBezTo>
                    <a:pt x="0" y="10800"/>
                    <a:pt x="0" y="10800"/>
                    <a:pt x="0" y="10800"/>
                  </a:cubicBezTo>
                  <a:cubicBezTo>
                    <a:pt x="0" y="3600"/>
                    <a:pt x="831" y="0"/>
                    <a:pt x="2492" y="0"/>
                  </a:cubicBezTo>
                  <a:cubicBezTo>
                    <a:pt x="19108" y="0"/>
                    <a:pt x="19108" y="0"/>
                    <a:pt x="19108" y="0"/>
                  </a:cubicBezTo>
                  <a:cubicBezTo>
                    <a:pt x="19938" y="0"/>
                    <a:pt x="21600" y="3600"/>
                    <a:pt x="21600" y="108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2" name="Shape 6872"/>
            <p:cNvSpPr/>
            <p:nvPr/>
          </p:nvSpPr>
          <p:spPr>
            <a:xfrm>
              <a:off x="924152" y="228424"/>
              <a:ext cx="309161" cy="319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31" y="1620"/>
                  </a:moveTo>
                  <a:cubicBezTo>
                    <a:pt x="11631" y="1620"/>
                    <a:pt x="12185" y="2160"/>
                    <a:pt x="12185" y="2160"/>
                  </a:cubicBezTo>
                  <a:cubicBezTo>
                    <a:pt x="12185" y="3240"/>
                    <a:pt x="12185" y="3240"/>
                    <a:pt x="12185" y="3240"/>
                  </a:cubicBezTo>
                  <a:cubicBezTo>
                    <a:pt x="13292" y="3780"/>
                    <a:pt x="14400" y="3780"/>
                    <a:pt x="14954" y="4320"/>
                  </a:cubicBezTo>
                  <a:cubicBezTo>
                    <a:pt x="15508" y="3780"/>
                    <a:pt x="15508" y="3780"/>
                    <a:pt x="15508" y="3780"/>
                  </a:cubicBezTo>
                  <a:cubicBezTo>
                    <a:pt x="15508" y="3780"/>
                    <a:pt x="16062" y="3780"/>
                    <a:pt x="16062" y="3780"/>
                  </a:cubicBezTo>
                  <a:cubicBezTo>
                    <a:pt x="16615" y="3780"/>
                    <a:pt x="16615" y="3780"/>
                    <a:pt x="16615" y="3780"/>
                  </a:cubicBezTo>
                  <a:cubicBezTo>
                    <a:pt x="17723" y="4860"/>
                    <a:pt x="17723" y="4860"/>
                    <a:pt x="17723" y="4860"/>
                  </a:cubicBezTo>
                  <a:cubicBezTo>
                    <a:pt x="18277" y="5400"/>
                    <a:pt x="18277" y="5400"/>
                    <a:pt x="17723" y="5940"/>
                  </a:cubicBezTo>
                  <a:cubicBezTo>
                    <a:pt x="17169" y="6480"/>
                    <a:pt x="17169" y="6480"/>
                    <a:pt x="17169" y="6480"/>
                  </a:cubicBezTo>
                  <a:cubicBezTo>
                    <a:pt x="17723" y="7560"/>
                    <a:pt x="18277" y="8100"/>
                    <a:pt x="18277" y="9180"/>
                  </a:cubicBezTo>
                  <a:cubicBezTo>
                    <a:pt x="19385" y="9180"/>
                    <a:pt x="19385" y="9180"/>
                    <a:pt x="19385" y="9180"/>
                  </a:cubicBezTo>
                  <a:cubicBezTo>
                    <a:pt x="19385" y="9180"/>
                    <a:pt x="19938" y="9720"/>
                    <a:pt x="19938" y="10260"/>
                  </a:cubicBezTo>
                  <a:cubicBezTo>
                    <a:pt x="19938" y="11340"/>
                    <a:pt x="19938" y="11340"/>
                    <a:pt x="19938" y="11340"/>
                  </a:cubicBezTo>
                  <a:cubicBezTo>
                    <a:pt x="19938" y="11880"/>
                    <a:pt x="19385" y="12420"/>
                    <a:pt x="19385" y="12420"/>
                  </a:cubicBezTo>
                  <a:cubicBezTo>
                    <a:pt x="18277" y="12420"/>
                    <a:pt x="18277" y="12420"/>
                    <a:pt x="18277" y="12420"/>
                  </a:cubicBezTo>
                  <a:cubicBezTo>
                    <a:pt x="18277" y="13500"/>
                    <a:pt x="17723" y="14040"/>
                    <a:pt x="17169" y="15120"/>
                  </a:cubicBezTo>
                  <a:cubicBezTo>
                    <a:pt x="17723" y="15660"/>
                    <a:pt x="17723" y="15660"/>
                    <a:pt x="17723" y="15660"/>
                  </a:cubicBezTo>
                  <a:cubicBezTo>
                    <a:pt x="18277" y="15660"/>
                    <a:pt x="18277" y="16200"/>
                    <a:pt x="17723" y="16740"/>
                  </a:cubicBezTo>
                  <a:cubicBezTo>
                    <a:pt x="16615" y="17820"/>
                    <a:pt x="16615" y="17820"/>
                    <a:pt x="16615" y="17820"/>
                  </a:cubicBezTo>
                  <a:cubicBezTo>
                    <a:pt x="16615" y="17820"/>
                    <a:pt x="16615" y="17820"/>
                    <a:pt x="16062" y="17820"/>
                  </a:cubicBezTo>
                  <a:cubicBezTo>
                    <a:pt x="16062" y="17820"/>
                    <a:pt x="15508" y="17820"/>
                    <a:pt x="15508" y="17820"/>
                  </a:cubicBezTo>
                  <a:cubicBezTo>
                    <a:pt x="14954" y="17280"/>
                    <a:pt x="14954" y="17280"/>
                    <a:pt x="14954" y="17280"/>
                  </a:cubicBezTo>
                  <a:cubicBezTo>
                    <a:pt x="14400" y="17820"/>
                    <a:pt x="13292" y="17820"/>
                    <a:pt x="12185" y="18360"/>
                  </a:cubicBezTo>
                  <a:cubicBezTo>
                    <a:pt x="12185" y="18900"/>
                    <a:pt x="12185" y="18900"/>
                    <a:pt x="12185" y="18900"/>
                  </a:cubicBezTo>
                  <a:cubicBezTo>
                    <a:pt x="12185" y="19440"/>
                    <a:pt x="11631" y="19980"/>
                    <a:pt x="11631" y="19980"/>
                  </a:cubicBezTo>
                  <a:cubicBezTo>
                    <a:pt x="9969" y="19980"/>
                    <a:pt x="9969" y="19980"/>
                    <a:pt x="9969" y="19980"/>
                  </a:cubicBezTo>
                  <a:cubicBezTo>
                    <a:pt x="9415" y="19980"/>
                    <a:pt x="8862" y="19440"/>
                    <a:pt x="8862" y="18900"/>
                  </a:cubicBezTo>
                  <a:cubicBezTo>
                    <a:pt x="8862" y="18360"/>
                    <a:pt x="8862" y="18360"/>
                    <a:pt x="8862" y="18360"/>
                  </a:cubicBezTo>
                  <a:cubicBezTo>
                    <a:pt x="8308" y="17820"/>
                    <a:pt x="7200" y="17820"/>
                    <a:pt x="6646" y="17280"/>
                  </a:cubicBezTo>
                  <a:cubicBezTo>
                    <a:pt x="5538" y="17820"/>
                    <a:pt x="5538" y="17820"/>
                    <a:pt x="5538" y="17820"/>
                  </a:cubicBezTo>
                  <a:cubicBezTo>
                    <a:pt x="5538" y="17820"/>
                    <a:pt x="5538" y="17820"/>
                    <a:pt x="4985" y="17820"/>
                  </a:cubicBezTo>
                  <a:cubicBezTo>
                    <a:pt x="4985" y="17820"/>
                    <a:pt x="4985" y="17820"/>
                    <a:pt x="4431" y="17820"/>
                  </a:cubicBezTo>
                  <a:cubicBezTo>
                    <a:pt x="3323" y="16740"/>
                    <a:pt x="3323" y="16740"/>
                    <a:pt x="3323" y="16740"/>
                  </a:cubicBezTo>
                  <a:cubicBezTo>
                    <a:pt x="3323" y="16200"/>
                    <a:pt x="3323" y="15660"/>
                    <a:pt x="3323" y="15660"/>
                  </a:cubicBezTo>
                  <a:cubicBezTo>
                    <a:pt x="4431" y="15120"/>
                    <a:pt x="4431" y="15120"/>
                    <a:pt x="4431" y="15120"/>
                  </a:cubicBezTo>
                  <a:cubicBezTo>
                    <a:pt x="3877" y="14040"/>
                    <a:pt x="3323" y="13500"/>
                    <a:pt x="3323" y="12420"/>
                  </a:cubicBezTo>
                  <a:cubicBezTo>
                    <a:pt x="2215" y="12420"/>
                    <a:pt x="2215" y="12420"/>
                    <a:pt x="2215" y="12420"/>
                  </a:cubicBezTo>
                  <a:cubicBezTo>
                    <a:pt x="1662" y="12420"/>
                    <a:pt x="1108" y="11880"/>
                    <a:pt x="1108" y="11340"/>
                  </a:cubicBezTo>
                  <a:cubicBezTo>
                    <a:pt x="1108" y="10260"/>
                    <a:pt x="1108" y="10260"/>
                    <a:pt x="1108" y="10260"/>
                  </a:cubicBezTo>
                  <a:cubicBezTo>
                    <a:pt x="1108" y="9720"/>
                    <a:pt x="1662" y="9180"/>
                    <a:pt x="2215" y="9180"/>
                  </a:cubicBezTo>
                  <a:cubicBezTo>
                    <a:pt x="3323" y="9180"/>
                    <a:pt x="3323" y="9180"/>
                    <a:pt x="3323" y="9180"/>
                  </a:cubicBezTo>
                  <a:cubicBezTo>
                    <a:pt x="3323" y="8100"/>
                    <a:pt x="3877" y="7560"/>
                    <a:pt x="4431" y="6480"/>
                  </a:cubicBezTo>
                  <a:cubicBezTo>
                    <a:pt x="3323" y="5940"/>
                    <a:pt x="3323" y="5940"/>
                    <a:pt x="3323" y="5940"/>
                  </a:cubicBezTo>
                  <a:cubicBezTo>
                    <a:pt x="3323" y="5400"/>
                    <a:pt x="3323" y="5400"/>
                    <a:pt x="3323" y="4860"/>
                  </a:cubicBezTo>
                  <a:cubicBezTo>
                    <a:pt x="4431" y="3780"/>
                    <a:pt x="4431" y="3780"/>
                    <a:pt x="4431" y="3780"/>
                  </a:cubicBezTo>
                  <a:cubicBezTo>
                    <a:pt x="4985" y="3780"/>
                    <a:pt x="4985" y="3780"/>
                    <a:pt x="4985" y="3780"/>
                  </a:cubicBezTo>
                  <a:cubicBezTo>
                    <a:pt x="5538" y="3780"/>
                    <a:pt x="5538" y="3780"/>
                    <a:pt x="5538" y="3780"/>
                  </a:cubicBezTo>
                  <a:cubicBezTo>
                    <a:pt x="6646" y="4320"/>
                    <a:pt x="6646" y="4320"/>
                    <a:pt x="6646" y="4320"/>
                  </a:cubicBezTo>
                  <a:cubicBezTo>
                    <a:pt x="7200" y="3780"/>
                    <a:pt x="8308" y="3780"/>
                    <a:pt x="8862" y="3240"/>
                  </a:cubicBezTo>
                  <a:cubicBezTo>
                    <a:pt x="8862" y="2160"/>
                    <a:pt x="8862" y="2160"/>
                    <a:pt x="8862" y="2160"/>
                  </a:cubicBezTo>
                  <a:cubicBezTo>
                    <a:pt x="8862" y="2160"/>
                    <a:pt x="9415" y="1620"/>
                    <a:pt x="9969" y="1620"/>
                  </a:cubicBezTo>
                  <a:cubicBezTo>
                    <a:pt x="11631" y="1620"/>
                    <a:pt x="11631" y="1620"/>
                    <a:pt x="11631" y="1620"/>
                  </a:cubicBezTo>
                  <a:moveTo>
                    <a:pt x="11631" y="0"/>
                  </a:moveTo>
                  <a:cubicBezTo>
                    <a:pt x="9969" y="0"/>
                    <a:pt x="9969" y="0"/>
                    <a:pt x="9969" y="0"/>
                  </a:cubicBezTo>
                  <a:cubicBezTo>
                    <a:pt x="8862" y="0"/>
                    <a:pt x="7754" y="1080"/>
                    <a:pt x="7754" y="2160"/>
                  </a:cubicBezTo>
                  <a:cubicBezTo>
                    <a:pt x="7200" y="2160"/>
                    <a:pt x="7200" y="2160"/>
                    <a:pt x="6646" y="2700"/>
                  </a:cubicBezTo>
                  <a:cubicBezTo>
                    <a:pt x="6092" y="2160"/>
                    <a:pt x="5538" y="2160"/>
                    <a:pt x="4985" y="2160"/>
                  </a:cubicBezTo>
                  <a:cubicBezTo>
                    <a:pt x="4431" y="2160"/>
                    <a:pt x="3877" y="2160"/>
                    <a:pt x="3323" y="2700"/>
                  </a:cubicBezTo>
                  <a:cubicBezTo>
                    <a:pt x="2215" y="3780"/>
                    <a:pt x="2215" y="3780"/>
                    <a:pt x="2215" y="3780"/>
                  </a:cubicBezTo>
                  <a:cubicBezTo>
                    <a:pt x="2215" y="4320"/>
                    <a:pt x="1662" y="4860"/>
                    <a:pt x="1662" y="5400"/>
                  </a:cubicBezTo>
                  <a:cubicBezTo>
                    <a:pt x="1662" y="5940"/>
                    <a:pt x="2215" y="6480"/>
                    <a:pt x="2215" y="7020"/>
                  </a:cubicBezTo>
                  <a:cubicBezTo>
                    <a:pt x="2215" y="7020"/>
                    <a:pt x="2215" y="7560"/>
                    <a:pt x="1662" y="7560"/>
                  </a:cubicBezTo>
                  <a:cubicBezTo>
                    <a:pt x="554" y="8100"/>
                    <a:pt x="0" y="8640"/>
                    <a:pt x="0" y="10260"/>
                  </a:cubicBezTo>
                  <a:cubicBezTo>
                    <a:pt x="0" y="11340"/>
                    <a:pt x="0" y="11340"/>
                    <a:pt x="0" y="11340"/>
                  </a:cubicBezTo>
                  <a:cubicBezTo>
                    <a:pt x="0" y="12420"/>
                    <a:pt x="554" y="13500"/>
                    <a:pt x="1662" y="14040"/>
                  </a:cubicBezTo>
                  <a:cubicBezTo>
                    <a:pt x="2215" y="14040"/>
                    <a:pt x="2215" y="14580"/>
                    <a:pt x="2215" y="14580"/>
                  </a:cubicBezTo>
                  <a:cubicBezTo>
                    <a:pt x="2215" y="15120"/>
                    <a:pt x="1662" y="15660"/>
                    <a:pt x="1662" y="16200"/>
                  </a:cubicBezTo>
                  <a:cubicBezTo>
                    <a:pt x="1662" y="16740"/>
                    <a:pt x="2215" y="17280"/>
                    <a:pt x="2215" y="17820"/>
                  </a:cubicBezTo>
                  <a:cubicBezTo>
                    <a:pt x="3323" y="18900"/>
                    <a:pt x="3323" y="18900"/>
                    <a:pt x="3323" y="18900"/>
                  </a:cubicBezTo>
                  <a:cubicBezTo>
                    <a:pt x="3877" y="19440"/>
                    <a:pt x="4431" y="19440"/>
                    <a:pt x="4985" y="19440"/>
                  </a:cubicBezTo>
                  <a:cubicBezTo>
                    <a:pt x="5538" y="19440"/>
                    <a:pt x="6092" y="19440"/>
                    <a:pt x="6646" y="18900"/>
                  </a:cubicBezTo>
                  <a:cubicBezTo>
                    <a:pt x="7200" y="18900"/>
                    <a:pt x="7200" y="19440"/>
                    <a:pt x="7754" y="19440"/>
                  </a:cubicBezTo>
                  <a:cubicBezTo>
                    <a:pt x="7754" y="20520"/>
                    <a:pt x="8862" y="21600"/>
                    <a:pt x="9969" y="21600"/>
                  </a:cubicBezTo>
                  <a:cubicBezTo>
                    <a:pt x="11631" y="21600"/>
                    <a:pt x="11631" y="21600"/>
                    <a:pt x="11631" y="21600"/>
                  </a:cubicBezTo>
                  <a:cubicBezTo>
                    <a:pt x="12738" y="21600"/>
                    <a:pt x="13846" y="20520"/>
                    <a:pt x="13846" y="19440"/>
                  </a:cubicBezTo>
                  <a:cubicBezTo>
                    <a:pt x="13846" y="19440"/>
                    <a:pt x="14400" y="18900"/>
                    <a:pt x="14954" y="18900"/>
                  </a:cubicBezTo>
                  <a:cubicBezTo>
                    <a:pt x="14954" y="19440"/>
                    <a:pt x="15508" y="19440"/>
                    <a:pt x="16062" y="19440"/>
                  </a:cubicBezTo>
                  <a:cubicBezTo>
                    <a:pt x="16615" y="19440"/>
                    <a:pt x="17169" y="19440"/>
                    <a:pt x="17723" y="18900"/>
                  </a:cubicBezTo>
                  <a:cubicBezTo>
                    <a:pt x="18831" y="17820"/>
                    <a:pt x="18831" y="17820"/>
                    <a:pt x="18831" y="17820"/>
                  </a:cubicBezTo>
                  <a:cubicBezTo>
                    <a:pt x="19385" y="17280"/>
                    <a:pt x="19385" y="16740"/>
                    <a:pt x="19385" y="16200"/>
                  </a:cubicBezTo>
                  <a:cubicBezTo>
                    <a:pt x="19385" y="15660"/>
                    <a:pt x="19385" y="15120"/>
                    <a:pt x="18831" y="14580"/>
                  </a:cubicBezTo>
                  <a:cubicBezTo>
                    <a:pt x="19385" y="14580"/>
                    <a:pt x="19385" y="14040"/>
                    <a:pt x="19385" y="14040"/>
                  </a:cubicBezTo>
                  <a:cubicBezTo>
                    <a:pt x="20492" y="13500"/>
                    <a:pt x="21600" y="12420"/>
                    <a:pt x="21600" y="11340"/>
                  </a:cubicBezTo>
                  <a:cubicBezTo>
                    <a:pt x="21600" y="10260"/>
                    <a:pt x="21600" y="10260"/>
                    <a:pt x="21600" y="10260"/>
                  </a:cubicBezTo>
                  <a:cubicBezTo>
                    <a:pt x="21600" y="8640"/>
                    <a:pt x="20492" y="8100"/>
                    <a:pt x="19385" y="7560"/>
                  </a:cubicBezTo>
                  <a:cubicBezTo>
                    <a:pt x="19385" y="7560"/>
                    <a:pt x="19385" y="7020"/>
                    <a:pt x="18831" y="7020"/>
                  </a:cubicBezTo>
                  <a:cubicBezTo>
                    <a:pt x="19385" y="6480"/>
                    <a:pt x="19385" y="5940"/>
                    <a:pt x="19385" y="5400"/>
                  </a:cubicBezTo>
                  <a:cubicBezTo>
                    <a:pt x="19385" y="4860"/>
                    <a:pt x="19385" y="4320"/>
                    <a:pt x="18831" y="3780"/>
                  </a:cubicBezTo>
                  <a:cubicBezTo>
                    <a:pt x="17723" y="2700"/>
                    <a:pt x="17723" y="2700"/>
                    <a:pt x="17723" y="2700"/>
                  </a:cubicBezTo>
                  <a:cubicBezTo>
                    <a:pt x="17169" y="2160"/>
                    <a:pt x="16615" y="2160"/>
                    <a:pt x="16062" y="2160"/>
                  </a:cubicBezTo>
                  <a:cubicBezTo>
                    <a:pt x="15508" y="2160"/>
                    <a:pt x="14954" y="2160"/>
                    <a:pt x="14954" y="2700"/>
                  </a:cubicBezTo>
                  <a:cubicBezTo>
                    <a:pt x="14400" y="2160"/>
                    <a:pt x="13846" y="2160"/>
                    <a:pt x="13846" y="2160"/>
                  </a:cubicBezTo>
                  <a:cubicBezTo>
                    <a:pt x="13846" y="1080"/>
                    <a:pt x="12738" y="0"/>
                    <a:pt x="11631"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3" name="Shape 6873"/>
            <p:cNvSpPr/>
            <p:nvPr/>
          </p:nvSpPr>
          <p:spPr>
            <a:xfrm>
              <a:off x="1003935" y="318178"/>
              <a:ext cx="142947" cy="1396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00" y="21600"/>
                    <a:pt x="0" y="16800"/>
                    <a:pt x="0" y="10800"/>
                  </a:cubicBezTo>
                  <a:cubicBezTo>
                    <a:pt x="0" y="4800"/>
                    <a:pt x="4800" y="0"/>
                    <a:pt x="10800" y="0"/>
                  </a:cubicBezTo>
                  <a:cubicBezTo>
                    <a:pt x="16800" y="0"/>
                    <a:pt x="21600" y="4800"/>
                    <a:pt x="21600" y="10800"/>
                  </a:cubicBezTo>
                  <a:cubicBezTo>
                    <a:pt x="21600" y="16800"/>
                    <a:pt x="16800" y="21600"/>
                    <a:pt x="10800" y="21600"/>
                  </a:cubicBezTo>
                  <a:close/>
                  <a:moveTo>
                    <a:pt x="10800" y="1200"/>
                  </a:moveTo>
                  <a:cubicBezTo>
                    <a:pt x="6000" y="1200"/>
                    <a:pt x="2400" y="6000"/>
                    <a:pt x="2400" y="10800"/>
                  </a:cubicBezTo>
                  <a:cubicBezTo>
                    <a:pt x="2400" y="15600"/>
                    <a:pt x="6000" y="20400"/>
                    <a:pt x="10800" y="20400"/>
                  </a:cubicBezTo>
                  <a:cubicBezTo>
                    <a:pt x="16800" y="20400"/>
                    <a:pt x="20400" y="15600"/>
                    <a:pt x="20400" y="10800"/>
                  </a:cubicBezTo>
                  <a:cubicBezTo>
                    <a:pt x="20400" y="6000"/>
                    <a:pt x="16800" y="1200"/>
                    <a:pt x="10800" y="12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4" name="Shape 6874"/>
            <p:cNvSpPr/>
            <p:nvPr/>
          </p:nvSpPr>
          <p:spPr>
            <a:xfrm>
              <a:off x="1033855" y="348098"/>
              <a:ext cx="79784" cy="797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6480" y="21600"/>
                    <a:pt x="0" y="17280"/>
                    <a:pt x="0" y="10800"/>
                  </a:cubicBezTo>
                  <a:cubicBezTo>
                    <a:pt x="0" y="4320"/>
                    <a:pt x="6480" y="0"/>
                    <a:pt x="10800" y="0"/>
                  </a:cubicBezTo>
                  <a:cubicBezTo>
                    <a:pt x="17280" y="0"/>
                    <a:pt x="21600" y="4320"/>
                    <a:pt x="21600" y="10800"/>
                  </a:cubicBezTo>
                  <a:cubicBezTo>
                    <a:pt x="21600" y="17280"/>
                    <a:pt x="17280" y="21600"/>
                    <a:pt x="10800" y="21600"/>
                  </a:cubicBezTo>
                  <a:close/>
                  <a:moveTo>
                    <a:pt x="10800" y="2160"/>
                  </a:moveTo>
                  <a:cubicBezTo>
                    <a:pt x="6480" y="2160"/>
                    <a:pt x="4320" y="6480"/>
                    <a:pt x="4320" y="10800"/>
                  </a:cubicBezTo>
                  <a:cubicBezTo>
                    <a:pt x="4320" y="15120"/>
                    <a:pt x="6480" y="17280"/>
                    <a:pt x="10800" y="17280"/>
                  </a:cubicBezTo>
                  <a:cubicBezTo>
                    <a:pt x="15120" y="17280"/>
                    <a:pt x="19440" y="15120"/>
                    <a:pt x="19440" y="10800"/>
                  </a:cubicBezTo>
                  <a:cubicBezTo>
                    <a:pt x="19440" y="6480"/>
                    <a:pt x="15120" y="2160"/>
                    <a:pt x="10800" y="216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5" name="Shape 6875"/>
            <p:cNvSpPr/>
            <p:nvPr/>
          </p:nvSpPr>
          <p:spPr>
            <a:xfrm>
              <a:off x="1233312" y="151964"/>
              <a:ext cx="255973" cy="242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75" y="1394"/>
                  </a:moveTo>
                  <a:cubicBezTo>
                    <a:pt x="12150" y="1394"/>
                    <a:pt x="12150" y="1394"/>
                    <a:pt x="12150" y="2090"/>
                  </a:cubicBezTo>
                  <a:cubicBezTo>
                    <a:pt x="12150" y="2787"/>
                    <a:pt x="12150" y="2787"/>
                    <a:pt x="12150" y="2787"/>
                  </a:cubicBezTo>
                  <a:cubicBezTo>
                    <a:pt x="12825" y="3484"/>
                    <a:pt x="14175" y="3484"/>
                    <a:pt x="14850" y="4181"/>
                  </a:cubicBezTo>
                  <a:cubicBezTo>
                    <a:pt x="15525" y="3484"/>
                    <a:pt x="15525" y="3484"/>
                    <a:pt x="15525" y="3484"/>
                  </a:cubicBezTo>
                  <a:cubicBezTo>
                    <a:pt x="15525" y="3484"/>
                    <a:pt x="15525" y="3484"/>
                    <a:pt x="16200" y="3484"/>
                  </a:cubicBezTo>
                  <a:cubicBezTo>
                    <a:pt x="16200" y="3484"/>
                    <a:pt x="16200" y="3484"/>
                    <a:pt x="16875" y="3484"/>
                  </a:cubicBezTo>
                  <a:cubicBezTo>
                    <a:pt x="17550" y="4877"/>
                    <a:pt x="17550" y="4877"/>
                    <a:pt x="17550" y="4877"/>
                  </a:cubicBezTo>
                  <a:cubicBezTo>
                    <a:pt x="18225" y="4877"/>
                    <a:pt x="18225" y="5574"/>
                    <a:pt x="17550" y="5574"/>
                  </a:cubicBezTo>
                  <a:cubicBezTo>
                    <a:pt x="16875" y="6271"/>
                    <a:pt x="16875" y="6271"/>
                    <a:pt x="16875" y="6271"/>
                  </a:cubicBezTo>
                  <a:cubicBezTo>
                    <a:pt x="17550" y="6968"/>
                    <a:pt x="18225" y="8361"/>
                    <a:pt x="18225" y="9058"/>
                  </a:cubicBezTo>
                  <a:cubicBezTo>
                    <a:pt x="18900" y="9058"/>
                    <a:pt x="18900" y="9058"/>
                    <a:pt x="18900" y="9058"/>
                  </a:cubicBezTo>
                  <a:cubicBezTo>
                    <a:pt x="19575" y="9058"/>
                    <a:pt x="19575" y="9755"/>
                    <a:pt x="19575" y="9755"/>
                  </a:cubicBezTo>
                  <a:cubicBezTo>
                    <a:pt x="19575" y="11845"/>
                    <a:pt x="19575" y="11845"/>
                    <a:pt x="19575" y="11845"/>
                  </a:cubicBezTo>
                  <a:cubicBezTo>
                    <a:pt x="19575" y="11845"/>
                    <a:pt x="19575" y="12542"/>
                    <a:pt x="18900" y="12542"/>
                  </a:cubicBezTo>
                  <a:cubicBezTo>
                    <a:pt x="18225" y="12542"/>
                    <a:pt x="18225" y="12542"/>
                    <a:pt x="18225" y="12542"/>
                  </a:cubicBezTo>
                  <a:cubicBezTo>
                    <a:pt x="18225" y="13239"/>
                    <a:pt x="17550" y="13935"/>
                    <a:pt x="16875" y="15329"/>
                  </a:cubicBezTo>
                  <a:cubicBezTo>
                    <a:pt x="17550" y="16026"/>
                    <a:pt x="17550" y="16026"/>
                    <a:pt x="17550" y="16026"/>
                  </a:cubicBezTo>
                  <a:cubicBezTo>
                    <a:pt x="18225" y="16026"/>
                    <a:pt x="18225" y="16723"/>
                    <a:pt x="17550" y="16723"/>
                  </a:cubicBezTo>
                  <a:cubicBezTo>
                    <a:pt x="16875" y="18116"/>
                    <a:pt x="16875" y="18116"/>
                    <a:pt x="16875" y="18116"/>
                  </a:cubicBezTo>
                  <a:cubicBezTo>
                    <a:pt x="16200" y="18116"/>
                    <a:pt x="16200" y="18116"/>
                    <a:pt x="16200" y="18116"/>
                  </a:cubicBezTo>
                  <a:cubicBezTo>
                    <a:pt x="15525" y="18116"/>
                    <a:pt x="15525" y="18116"/>
                    <a:pt x="15525" y="18116"/>
                  </a:cubicBezTo>
                  <a:cubicBezTo>
                    <a:pt x="14850" y="17419"/>
                    <a:pt x="14850" y="17419"/>
                    <a:pt x="14850" y="17419"/>
                  </a:cubicBezTo>
                  <a:cubicBezTo>
                    <a:pt x="14175" y="18116"/>
                    <a:pt x="12825" y="18116"/>
                    <a:pt x="12150" y="18813"/>
                  </a:cubicBezTo>
                  <a:cubicBezTo>
                    <a:pt x="12150" y="19510"/>
                    <a:pt x="12150" y="19510"/>
                    <a:pt x="12150" y="19510"/>
                  </a:cubicBezTo>
                  <a:cubicBezTo>
                    <a:pt x="12150" y="20206"/>
                    <a:pt x="12150" y="20206"/>
                    <a:pt x="11475" y="20206"/>
                  </a:cubicBezTo>
                  <a:cubicBezTo>
                    <a:pt x="10125" y="20206"/>
                    <a:pt x="10125" y="20206"/>
                    <a:pt x="10125" y="20206"/>
                  </a:cubicBezTo>
                  <a:cubicBezTo>
                    <a:pt x="9450" y="20206"/>
                    <a:pt x="9450" y="20206"/>
                    <a:pt x="9450" y="19510"/>
                  </a:cubicBezTo>
                  <a:cubicBezTo>
                    <a:pt x="9450" y="18813"/>
                    <a:pt x="9450" y="18813"/>
                    <a:pt x="9450" y="18813"/>
                  </a:cubicBezTo>
                  <a:cubicBezTo>
                    <a:pt x="8100" y="18116"/>
                    <a:pt x="7425" y="18116"/>
                    <a:pt x="6750" y="17419"/>
                  </a:cubicBezTo>
                  <a:cubicBezTo>
                    <a:pt x="6075" y="18116"/>
                    <a:pt x="6075" y="18116"/>
                    <a:pt x="6075" y="18116"/>
                  </a:cubicBezTo>
                  <a:cubicBezTo>
                    <a:pt x="5400" y="18116"/>
                    <a:pt x="5400" y="18116"/>
                    <a:pt x="5400" y="18116"/>
                  </a:cubicBezTo>
                  <a:cubicBezTo>
                    <a:pt x="4725" y="18116"/>
                    <a:pt x="4725" y="18116"/>
                    <a:pt x="4725" y="18116"/>
                  </a:cubicBezTo>
                  <a:cubicBezTo>
                    <a:pt x="3375" y="16723"/>
                    <a:pt x="3375" y="16723"/>
                    <a:pt x="3375" y="16723"/>
                  </a:cubicBezTo>
                  <a:cubicBezTo>
                    <a:pt x="3375" y="16723"/>
                    <a:pt x="3375" y="16026"/>
                    <a:pt x="3375" y="16026"/>
                  </a:cubicBezTo>
                  <a:cubicBezTo>
                    <a:pt x="4050" y="15329"/>
                    <a:pt x="4050" y="15329"/>
                    <a:pt x="4050" y="15329"/>
                  </a:cubicBezTo>
                  <a:cubicBezTo>
                    <a:pt x="4050" y="13935"/>
                    <a:pt x="3375" y="13239"/>
                    <a:pt x="3375" y="12542"/>
                  </a:cubicBezTo>
                  <a:cubicBezTo>
                    <a:pt x="2025" y="12542"/>
                    <a:pt x="2025" y="12542"/>
                    <a:pt x="2025" y="12542"/>
                  </a:cubicBezTo>
                  <a:cubicBezTo>
                    <a:pt x="2025" y="12542"/>
                    <a:pt x="1350" y="11845"/>
                    <a:pt x="1350" y="11845"/>
                  </a:cubicBezTo>
                  <a:cubicBezTo>
                    <a:pt x="1350" y="9755"/>
                    <a:pt x="1350" y="9755"/>
                    <a:pt x="1350" y="9755"/>
                  </a:cubicBezTo>
                  <a:cubicBezTo>
                    <a:pt x="1350" y="9755"/>
                    <a:pt x="2025" y="9058"/>
                    <a:pt x="2025" y="9058"/>
                  </a:cubicBezTo>
                  <a:cubicBezTo>
                    <a:pt x="3375" y="9058"/>
                    <a:pt x="3375" y="9058"/>
                    <a:pt x="3375" y="9058"/>
                  </a:cubicBezTo>
                  <a:cubicBezTo>
                    <a:pt x="3375" y="8361"/>
                    <a:pt x="4050" y="6968"/>
                    <a:pt x="4050" y="6271"/>
                  </a:cubicBezTo>
                  <a:cubicBezTo>
                    <a:pt x="3375" y="5574"/>
                    <a:pt x="3375" y="5574"/>
                    <a:pt x="3375" y="5574"/>
                  </a:cubicBezTo>
                  <a:cubicBezTo>
                    <a:pt x="3375" y="5574"/>
                    <a:pt x="3375" y="4877"/>
                    <a:pt x="3375" y="4877"/>
                  </a:cubicBezTo>
                  <a:cubicBezTo>
                    <a:pt x="4725" y="3484"/>
                    <a:pt x="4725" y="3484"/>
                    <a:pt x="4725" y="3484"/>
                  </a:cubicBezTo>
                  <a:cubicBezTo>
                    <a:pt x="4725" y="3484"/>
                    <a:pt x="4725" y="3484"/>
                    <a:pt x="5400" y="3484"/>
                  </a:cubicBezTo>
                  <a:cubicBezTo>
                    <a:pt x="5400" y="3484"/>
                    <a:pt x="5400" y="3484"/>
                    <a:pt x="6075" y="3484"/>
                  </a:cubicBezTo>
                  <a:cubicBezTo>
                    <a:pt x="6750" y="4181"/>
                    <a:pt x="6750" y="4181"/>
                    <a:pt x="6750" y="4181"/>
                  </a:cubicBezTo>
                  <a:cubicBezTo>
                    <a:pt x="7425" y="3484"/>
                    <a:pt x="8100" y="3484"/>
                    <a:pt x="9450" y="2787"/>
                  </a:cubicBezTo>
                  <a:cubicBezTo>
                    <a:pt x="9450" y="2090"/>
                    <a:pt x="9450" y="2090"/>
                    <a:pt x="9450" y="2090"/>
                  </a:cubicBezTo>
                  <a:cubicBezTo>
                    <a:pt x="9450" y="1394"/>
                    <a:pt x="9450" y="1394"/>
                    <a:pt x="10125" y="1394"/>
                  </a:cubicBezTo>
                  <a:cubicBezTo>
                    <a:pt x="11475" y="1394"/>
                    <a:pt x="11475" y="1394"/>
                    <a:pt x="11475" y="1394"/>
                  </a:cubicBezTo>
                  <a:moveTo>
                    <a:pt x="11475" y="0"/>
                  </a:moveTo>
                  <a:cubicBezTo>
                    <a:pt x="10125" y="0"/>
                    <a:pt x="10125" y="0"/>
                    <a:pt x="10125" y="0"/>
                  </a:cubicBezTo>
                  <a:cubicBezTo>
                    <a:pt x="8775" y="0"/>
                    <a:pt x="7425" y="697"/>
                    <a:pt x="7425" y="2090"/>
                  </a:cubicBezTo>
                  <a:cubicBezTo>
                    <a:pt x="7425" y="2090"/>
                    <a:pt x="6750" y="2090"/>
                    <a:pt x="6750" y="2090"/>
                  </a:cubicBezTo>
                  <a:cubicBezTo>
                    <a:pt x="6075" y="2090"/>
                    <a:pt x="6075" y="1394"/>
                    <a:pt x="5400" y="1394"/>
                  </a:cubicBezTo>
                  <a:cubicBezTo>
                    <a:pt x="4725" y="1394"/>
                    <a:pt x="4050" y="2090"/>
                    <a:pt x="3375" y="2090"/>
                  </a:cubicBezTo>
                  <a:cubicBezTo>
                    <a:pt x="2700" y="3484"/>
                    <a:pt x="2700" y="3484"/>
                    <a:pt x="2700" y="3484"/>
                  </a:cubicBezTo>
                  <a:cubicBezTo>
                    <a:pt x="2025" y="4181"/>
                    <a:pt x="2025" y="4877"/>
                    <a:pt x="2025" y="4877"/>
                  </a:cubicBezTo>
                  <a:cubicBezTo>
                    <a:pt x="2025" y="5574"/>
                    <a:pt x="2025" y="6271"/>
                    <a:pt x="2700" y="6968"/>
                  </a:cubicBezTo>
                  <a:cubicBezTo>
                    <a:pt x="2025" y="6968"/>
                    <a:pt x="2025" y="6968"/>
                    <a:pt x="2025" y="7665"/>
                  </a:cubicBezTo>
                  <a:cubicBezTo>
                    <a:pt x="675" y="7665"/>
                    <a:pt x="0" y="9058"/>
                    <a:pt x="0" y="9755"/>
                  </a:cubicBezTo>
                  <a:cubicBezTo>
                    <a:pt x="0" y="11845"/>
                    <a:pt x="0" y="11845"/>
                    <a:pt x="0" y="11845"/>
                  </a:cubicBezTo>
                  <a:cubicBezTo>
                    <a:pt x="0" y="12542"/>
                    <a:pt x="675" y="13935"/>
                    <a:pt x="2025" y="13935"/>
                  </a:cubicBezTo>
                  <a:cubicBezTo>
                    <a:pt x="2025" y="13935"/>
                    <a:pt x="2025" y="14632"/>
                    <a:pt x="2700" y="14632"/>
                  </a:cubicBezTo>
                  <a:cubicBezTo>
                    <a:pt x="2025" y="15329"/>
                    <a:pt x="2025" y="16026"/>
                    <a:pt x="2025" y="16026"/>
                  </a:cubicBezTo>
                  <a:cubicBezTo>
                    <a:pt x="2025" y="16723"/>
                    <a:pt x="2025" y="17419"/>
                    <a:pt x="2700" y="18116"/>
                  </a:cubicBezTo>
                  <a:cubicBezTo>
                    <a:pt x="3375" y="18813"/>
                    <a:pt x="3375" y="18813"/>
                    <a:pt x="3375" y="18813"/>
                  </a:cubicBezTo>
                  <a:cubicBezTo>
                    <a:pt x="4050" y="19510"/>
                    <a:pt x="4725" y="19510"/>
                    <a:pt x="5400" y="19510"/>
                  </a:cubicBezTo>
                  <a:cubicBezTo>
                    <a:pt x="6075" y="19510"/>
                    <a:pt x="6075" y="19510"/>
                    <a:pt x="6750" y="19510"/>
                  </a:cubicBezTo>
                  <a:cubicBezTo>
                    <a:pt x="6750" y="19510"/>
                    <a:pt x="7425" y="19510"/>
                    <a:pt x="7425" y="19510"/>
                  </a:cubicBezTo>
                  <a:cubicBezTo>
                    <a:pt x="7425" y="20903"/>
                    <a:pt x="8775" y="21600"/>
                    <a:pt x="10125" y="21600"/>
                  </a:cubicBezTo>
                  <a:cubicBezTo>
                    <a:pt x="11475" y="21600"/>
                    <a:pt x="11475" y="21600"/>
                    <a:pt x="11475" y="21600"/>
                  </a:cubicBezTo>
                  <a:cubicBezTo>
                    <a:pt x="12825" y="21600"/>
                    <a:pt x="13500" y="20903"/>
                    <a:pt x="13500" y="19510"/>
                  </a:cubicBezTo>
                  <a:cubicBezTo>
                    <a:pt x="14175" y="19510"/>
                    <a:pt x="14175" y="19510"/>
                    <a:pt x="14850" y="19510"/>
                  </a:cubicBezTo>
                  <a:cubicBezTo>
                    <a:pt x="14850" y="19510"/>
                    <a:pt x="15525" y="19510"/>
                    <a:pt x="16200" y="19510"/>
                  </a:cubicBezTo>
                  <a:cubicBezTo>
                    <a:pt x="16875" y="19510"/>
                    <a:pt x="17550" y="19510"/>
                    <a:pt x="17550" y="18813"/>
                  </a:cubicBezTo>
                  <a:cubicBezTo>
                    <a:pt x="18900" y="18116"/>
                    <a:pt x="18900" y="18116"/>
                    <a:pt x="18900" y="18116"/>
                  </a:cubicBezTo>
                  <a:cubicBezTo>
                    <a:pt x="18900" y="17419"/>
                    <a:pt x="19575" y="16723"/>
                    <a:pt x="19575" y="16026"/>
                  </a:cubicBezTo>
                  <a:cubicBezTo>
                    <a:pt x="19575" y="16026"/>
                    <a:pt x="19575" y="15329"/>
                    <a:pt x="18900" y="14632"/>
                  </a:cubicBezTo>
                  <a:cubicBezTo>
                    <a:pt x="18900" y="14632"/>
                    <a:pt x="18900" y="13935"/>
                    <a:pt x="19575" y="13935"/>
                  </a:cubicBezTo>
                  <a:cubicBezTo>
                    <a:pt x="20250" y="13935"/>
                    <a:pt x="21600" y="12542"/>
                    <a:pt x="21600" y="11845"/>
                  </a:cubicBezTo>
                  <a:cubicBezTo>
                    <a:pt x="21600" y="9755"/>
                    <a:pt x="21600" y="9755"/>
                    <a:pt x="21600" y="9755"/>
                  </a:cubicBezTo>
                  <a:cubicBezTo>
                    <a:pt x="21600" y="9058"/>
                    <a:pt x="20250" y="7665"/>
                    <a:pt x="19575" y="7665"/>
                  </a:cubicBezTo>
                  <a:cubicBezTo>
                    <a:pt x="18900" y="6968"/>
                    <a:pt x="18900" y="6968"/>
                    <a:pt x="18900" y="6968"/>
                  </a:cubicBezTo>
                  <a:cubicBezTo>
                    <a:pt x="19575" y="6271"/>
                    <a:pt x="19575" y="5574"/>
                    <a:pt x="19575" y="4877"/>
                  </a:cubicBezTo>
                  <a:cubicBezTo>
                    <a:pt x="19575" y="4877"/>
                    <a:pt x="18900" y="4181"/>
                    <a:pt x="18900" y="3484"/>
                  </a:cubicBezTo>
                  <a:cubicBezTo>
                    <a:pt x="17550" y="2090"/>
                    <a:pt x="17550" y="2090"/>
                    <a:pt x="17550" y="2090"/>
                  </a:cubicBezTo>
                  <a:cubicBezTo>
                    <a:pt x="17550" y="2090"/>
                    <a:pt x="16875" y="1394"/>
                    <a:pt x="16200" y="1394"/>
                  </a:cubicBezTo>
                  <a:cubicBezTo>
                    <a:pt x="15525" y="1394"/>
                    <a:pt x="14850" y="2090"/>
                    <a:pt x="14850" y="2090"/>
                  </a:cubicBezTo>
                  <a:cubicBezTo>
                    <a:pt x="14175" y="2090"/>
                    <a:pt x="14175" y="2090"/>
                    <a:pt x="13500" y="2090"/>
                  </a:cubicBezTo>
                  <a:cubicBezTo>
                    <a:pt x="13500" y="697"/>
                    <a:pt x="12825" y="0"/>
                    <a:pt x="11475"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6" name="Shape 6876"/>
            <p:cNvSpPr/>
            <p:nvPr/>
          </p:nvSpPr>
          <p:spPr>
            <a:xfrm>
              <a:off x="1296473" y="215126"/>
              <a:ext cx="119675" cy="1163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21600"/>
                  </a:moveTo>
                  <a:cubicBezTo>
                    <a:pt x="5760" y="21600"/>
                    <a:pt x="0" y="15840"/>
                    <a:pt x="0" y="10080"/>
                  </a:cubicBezTo>
                  <a:cubicBezTo>
                    <a:pt x="0" y="4320"/>
                    <a:pt x="5760" y="0"/>
                    <a:pt x="11520" y="0"/>
                  </a:cubicBezTo>
                  <a:cubicBezTo>
                    <a:pt x="17280" y="0"/>
                    <a:pt x="21600" y="4320"/>
                    <a:pt x="21600" y="10080"/>
                  </a:cubicBezTo>
                  <a:cubicBezTo>
                    <a:pt x="21600" y="15840"/>
                    <a:pt x="17280" y="21600"/>
                    <a:pt x="11520" y="21600"/>
                  </a:cubicBezTo>
                  <a:close/>
                  <a:moveTo>
                    <a:pt x="11520" y="1440"/>
                  </a:moveTo>
                  <a:cubicBezTo>
                    <a:pt x="5760" y="1440"/>
                    <a:pt x="2880" y="5760"/>
                    <a:pt x="2880" y="10080"/>
                  </a:cubicBezTo>
                  <a:cubicBezTo>
                    <a:pt x="2880" y="15840"/>
                    <a:pt x="5760" y="20160"/>
                    <a:pt x="11520" y="20160"/>
                  </a:cubicBezTo>
                  <a:cubicBezTo>
                    <a:pt x="15840" y="20160"/>
                    <a:pt x="20160" y="15840"/>
                    <a:pt x="20160" y="10080"/>
                  </a:cubicBezTo>
                  <a:cubicBezTo>
                    <a:pt x="20160" y="5760"/>
                    <a:pt x="15840" y="1440"/>
                    <a:pt x="11520" y="144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7" name="Shape 6877"/>
            <p:cNvSpPr/>
            <p:nvPr/>
          </p:nvSpPr>
          <p:spPr>
            <a:xfrm>
              <a:off x="1329716" y="238395"/>
              <a:ext cx="63163" cy="631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5400" y="21600"/>
                    <a:pt x="0" y="18900"/>
                    <a:pt x="0" y="10800"/>
                  </a:cubicBezTo>
                  <a:cubicBezTo>
                    <a:pt x="0" y="5400"/>
                    <a:pt x="5400" y="0"/>
                    <a:pt x="10800" y="0"/>
                  </a:cubicBezTo>
                  <a:cubicBezTo>
                    <a:pt x="16200" y="0"/>
                    <a:pt x="21600" y="5400"/>
                    <a:pt x="21600" y="10800"/>
                  </a:cubicBezTo>
                  <a:cubicBezTo>
                    <a:pt x="21600" y="18900"/>
                    <a:pt x="16200" y="21600"/>
                    <a:pt x="10800" y="21600"/>
                  </a:cubicBezTo>
                  <a:close/>
                  <a:moveTo>
                    <a:pt x="10800" y="5400"/>
                  </a:moveTo>
                  <a:cubicBezTo>
                    <a:pt x="5400" y="5400"/>
                    <a:pt x="2700" y="8100"/>
                    <a:pt x="2700" y="10800"/>
                  </a:cubicBezTo>
                  <a:cubicBezTo>
                    <a:pt x="2700" y="16200"/>
                    <a:pt x="5400" y="18900"/>
                    <a:pt x="10800" y="18900"/>
                  </a:cubicBezTo>
                  <a:cubicBezTo>
                    <a:pt x="13500" y="18900"/>
                    <a:pt x="18900" y="16200"/>
                    <a:pt x="18900" y="10800"/>
                  </a:cubicBezTo>
                  <a:cubicBezTo>
                    <a:pt x="18900" y="8100"/>
                    <a:pt x="13500" y="5400"/>
                    <a:pt x="10800" y="540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78" name="Shape 6878"/>
            <p:cNvSpPr/>
            <p:nvPr/>
          </p:nvSpPr>
          <p:spPr>
            <a:xfrm>
              <a:off x="900883" y="1441788"/>
              <a:ext cx="897560" cy="11867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72" y="21600"/>
                  </a:moveTo>
                  <a:cubicBezTo>
                    <a:pt x="13189" y="21168"/>
                    <a:pt x="12998" y="20736"/>
                    <a:pt x="12998" y="20160"/>
                  </a:cubicBezTo>
                  <a:cubicBezTo>
                    <a:pt x="12998" y="9792"/>
                    <a:pt x="12998" y="9792"/>
                    <a:pt x="12998" y="9792"/>
                  </a:cubicBezTo>
                  <a:cubicBezTo>
                    <a:pt x="12998" y="8496"/>
                    <a:pt x="14336" y="7488"/>
                    <a:pt x="16057" y="7488"/>
                  </a:cubicBezTo>
                  <a:cubicBezTo>
                    <a:pt x="21600" y="7488"/>
                    <a:pt x="21600" y="7488"/>
                    <a:pt x="21600" y="7488"/>
                  </a:cubicBezTo>
                  <a:cubicBezTo>
                    <a:pt x="21600" y="0"/>
                    <a:pt x="21600" y="0"/>
                    <a:pt x="21600" y="0"/>
                  </a:cubicBezTo>
                  <a:cubicBezTo>
                    <a:pt x="1147" y="0"/>
                    <a:pt x="1147" y="0"/>
                    <a:pt x="1147" y="0"/>
                  </a:cubicBezTo>
                  <a:cubicBezTo>
                    <a:pt x="573" y="0"/>
                    <a:pt x="0" y="432"/>
                    <a:pt x="0" y="864"/>
                  </a:cubicBezTo>
                  <a:cubicBezTo>
                    <a:pt x="0" y="1008"/>
                    <a:pt x="0" y="1008"/>
                    <a:pt x="0" y="1008"/>
                  </a:cubicBezTo>
                  <a:cubicBezTo>
                    <a:pt x="0" y="1440"/>
                    <a:pt x="573" y="1872"/>
                    <a:pt x="1147" y="1872"/>
                  </a:cubicBezTo>
                  <a:cubicBezTo>
                    <a:pt x="9175" y="1872"/>
                    <a:pt x="9175" y="1872"/>
                    <a:pt x="9175" y="1872"/>
                  </a:cubicBezTo>
                  <a:cubicBezTo>
                    <a:pt x="9175" y="21600"/>
                    <a:pt x="9175" y="21600"/>
                    <a:pt x="9175" y="21600"/>
                  </a:cubicBezTo>
                  <a:lnTo>
                    <a:pt x="13572" y="2160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884" name="Group 6884"/>
          <p:cNvGrpSpPr/>
          <p:nvPr/>
        </p:nvGrpSpPr>
        <p:grpSpPr>
          <a:xfrm>
            <a:off x="14205112" y="4494698"/>
            <a:ext cx="2900925" cy="2747890"/>
            <a:chOff x="0" y="0"/>
            <a:chExt cx="2900923" cy="2747888"/>
          </a:xfrm>
        </p:grpSpPr>
        <p:sp>
          <p:nvSpPr>
            <p:cNvPr id="6880" name="Shape 6880"/>
            <p:cNvSpPr/>
            <p:nvPr/>
          </p:nvSpPr>
          <p:spPr>
            <a:xfrm>
              <a:off x="794434" y="0"/>
              <a:ext cx="2106490" cy="16136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9" y="1871"/>
                  </a:moveTo>
                  <a:cubicBezTo>
                    <a:pt x="21361" y="1871"/>
                    <a:pt x="21361" y="1871"/>
                    <a:pt x="21361" y="1871"/>
                  </a:cubicBezTo>
                  <a:cubicBezTo>
                    <a:pt x="21361" y="19806"/>
                    <a:pt x="21361" y="19806"/>
                    <a:pt x="21361" y="19806"/>
                  </a:cubicBezTo>
                  <a:cubicBezTo>
                    <a:pt x="239" y="19806"/>
                    <a:pt x="239" y="19806"/>
                    <a:pt x="239" y="19806"/>
                  </a:cubicBezTo>
                  <a:cubicBezTo>
                    <a:pt x="239" y="15908"/>
                    <a:pt x="239" y="15908"/>
                    <a:pt x="239" y="15908"/>
                  </a:cubicBezTo>
                  <a:cubicBezTo>
                    <a:pt x="149" y="15947"/>
                    <a:pt x="60" y="15986"/>
                    <a:pt x="0" y="16025"/>
                  </a:cubicBezTo>
                  <a:cubicBezTo>
                    <a:pt x="0" y="19923"/>
                    <a:pt x="0" y="19923"/>
                    <a:pt x="0" y="19923"/>
                  </a:cubicBezTo>
                  <a:cubicBezTo>
                    <a:pt x="0" y="20157"/>
                    <a:pt x="0" y="20157"/>
                    <a:pt x="0" y="20157"/>
                  </a:cubicBezTo>
                  <a:cubicBezTo>
                    <a:pt x="0" y="21600"/>
                    <a:pt x="0" y="21600"/>
                    <a:pt x="0" y="21600"/>
                  </a:cubicBezTo>
                  <a:cubicBezTo>
                    <a:pt x="21600" y="21600"/>
                    <a:pt x="21600" y="21600"/>
                    <a:pt x="21600" y="21600"/>
                  </a:cubicBezTo>
                  <a:cubicBezTo>
                    <a:pt x="21600" y="20157"/>
                    <a:pt x="21600" y="20157"/>
                    <a:pt x="21600" y="20157"/>
                  </a:cubicBezTo>
                  <a:cubicBezTo>
                    <a:pt x="21600" y="19962"/>
                    <a:pt x="21600" y="19962"/>
                    <a:pt x="21600" y="19962"/>
                  </a:cubicBezTo>
                  <a:cubicBezTo>
                    <a:pt x="21600" y="19923"/>
                    <a:pt x="21600" y="19923"/>
                    <a:pt x="21600" y="19923"/>
                  </a:cubicBezTo>
                  <a:cubicBezTo>
                    <a:pt x="21600" y="1677"/>
                    <a:pt x="21600" y="1677"/>
                    <a:pt x="21600" y="1677"/>
                  </a:cubicBezTo>
                  <a:cubicBezTo>
                    <a:pt x="21600" y="1521"/>
                    <a:pt x="21600" y="1521"/>
                    <a:pt x="21600" y="1521"/>
                  </a:cubicBezTo>
                  <a:cubicBezTo>
                    <a:pt x="21600" y="0"/>
                    <a:pt x="21600" y="0"/>
                    <a:pt x="21600" y="0"/>
                  </a:cubicBezTo>
                  <a:cubicBezTo>
                    <a:pt x="0" y="0"/>
                    <a:pt x="0" y="0"/>
                    <a:pt x="0" y="0"/>
                  </a:cubicBezTo>
                  <a:cubicBezTo>
                    <a:pt x="0" y="1521"/>
                    <a:pt x="0" y="1521"/>
                    <a:pt x="0" y="1521"/>
                  </a:cubicBezTo>
                  <a:cubicBezTo>
                    <a:pt x="0" y="1677"/>
                    <a:pt x="0" y="1677"/>
                    <a:pt x="0" y="1677"/>
                  </a:cubicBezTo>
                  <a:cubicBezTo>
                    <a:pt x="0" y="13373"/>
                    <a:pt x="0" y="13373"/>
                    <a:pt x="0" y="13373"/>
                  </a:cubicBezTo>
                  <a:cubicBezTo>
                    <a:pt x="60" y="13334"/>
                    <a:pt x="149" y="13295"/>
                    <a:pt x="239" y="13256"/>
                  </a:cubicBezTo>
                  <a:lnTo>
                    <a:pt x="239" y="18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81" name="Shape 6881"/>
            <p:cNvSpPr/>
            <p:nvPr/>
          </p:nvSpPr>
          <p:spPr>
            <a:xfrm>
              <a:off x="243056" y="632398"/>
              <a:ext cx="389344" cy="393842"/>
            </a:xfrm>
            <a:prstGeom prst="ellipse">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82" name="Shape 6882"/>
            <p:cNvSpPr/>
            <p:nvPr/>
          </p:nvSpPr>
          <p:spPr>
            <a:xfrm>
              <a:off x="0" y="811328"/>
              <a:ext cx="1332808" cy="1936561"/>
            </a:xfrm>
            <a:custGeom>
              <a:avLst/>
              <a:gdLst/>
              <a:ahLst/>
              <a:cxnLst>
                <a:cxn ang="0">
                  <a:pos x="wd2" y="hd2"/>
                </a:cxn>
                <a:cxn ang="5400000">
                  <a:pos x="wd2" y="hd2"/>
                </a:cxn>
                <a:cxn ang="10800000">
                  <a:pos x="wd2" y="hd2"/>
                </a:cxn>
                <a:cxn ang="16200000">
                  <a:pos x="wd2" y="hd2"/>
                </a:cxn>
              </a:cxnLst>
              <a:rect l="0" t="0" r="r" b="b"/>
              <a:pathLst>
                <a:path w="21463" h="21487" fill="norm" stroke="1" extrusionOk="0">
                  <a:moveTo>
                    <a:pt x="21271" y="340"/>
                  </a:moveTo>
                  <a:cubicBezTo>
                    <a:pt x="20896" y="-16"/>
                    <a:pt x="20191" y="-113"/>
                    <a:pt x="19675" y="146"/>
                  </a:cubicBezTo>
                  <a:cubicBezTo>
                    <a:pt x="17421" y="1245"/>
                    <a:pt x="14885" y="1956"/>
                    <a:pt x="12913" y="2377"/>
                  </a:cubicBezTo>
                  <a:cubicBezTo>
                    <a:pt x="11927" y="2571"/>
                    <a:pt x="11082" y="2700"/>
                    <a:pt x="10471" y="2797"/>
                  </a:cubicBezTo>
                  <a:cubicBezTo>
                    <a:pt x="10190" y="2830"/>
                    <a:pt x="9955" y="2862"/>
                    <a:pt x="9767" y="2894"/>
                  </a:cubicBezTo>
                  <a:cubicBezTo>
                    <a:pt x="9720" y="2894"/>
                    <a:pt x="9626" y="2894"/>
                    <a:pt x="9626" y="2927"/>
                  </a:cubicBezTo>
                  <a:cubicBezTo>
                    <a:pt x="9579" y="2927"/>
                    <a:pt x="9579" y="2927"/>
                    <a:pt x="9579" y="2927"/>
                  </a:cubicBezTo>
                  <a:cubicBezTo>
                    <a:pt x="4508" y="2927"/>
                    <a:pt x="4508" y="2927"/>
                    <a:pt x="4508" y="2927"/>
                  </a:cubicBezTo>
                  <a:cubicBezTo>
                    <a:pt x="4461" y="2927"/>
                    <a:pt x="4414" y="2894"/>
                    <a:pt x="4320" y="2894"/>
                  </a:cubicBezTo>
                  <a:cubicBezTo>
                    <a:pt x="4038" y="2894"/>
                    <a:pt x="3616" y="2927"/>
                    <a:pt x="3099" y="3121"/>
                  </a:cubicBezTo>
                  <a:cubicBezTo>
                    <a:pt x="2348" y="3379"/>
                    <a:pt x="1550" y="3929"/>
                    <a:pt x="986" y="4931"/>
                  </a:cubicBezTo>
                  <a:cubicBezTo>
                    <a:pt x="423" y="5934"/>
                    <a:pt x="0" y="7389"/>
                    <a:pt x="0" y="9588"/>
                  </a:cubicBezTo>
                  <a:cubicBezTo>
                    <a:pt x="0" y="10170"/>
                    <a:pt x="47" y="10784"/>
                    <a:pt x="94" y="11431"/>
                  </a:cubicBezTo>
                  <a:cubicBezTo>
                    <a:pt x="141" y="11851"/>
                    <a:pt x="610" y="12174"/>
                    <a:pt x="1221" y="12174"/>
                  </a:cubicBezTo>
                  <a:cubicBezTo>
                    <a:pt x="1221" y="12174"/>
                    <a:pt x="1268" y="12174"/>
                    <a:pt x="1268" y="12174"/>
                  </a:cubicBezTo>
                  <a:cubicBezTo>
                    <a:pt x="1925" y="12142"/>
                    <a:pt x="2395" y="11786"/>
                    <a:pt x="2348" y="11366"/>
                  </a:cubicBezTo>
                  <a:cubicBezTo>
                    <a:pt x="2301" y="10719"/>
                    <a:pt x="2254" y="10105"/>
                    <a:pt x="2254" y="9588"/>
                  </a:cubicBezTo>
                  <a:cubicBezTo>
                    <a:pt x="2254" y="7227"/>
                    <a:pt x="2770" y="5934"/>
                    <a:pt x="3240" y="5255"/>
                  </a:cubicBezTo>
                  <a:cubicBezTo>
                    <a:pt x="3193" y="20291"/>
                    <a:pt x="3193" y="20291"/>
                    <a:pt x="3193" y="20291"/>
                  </a:cubicBezTo>
                  <a:cubicBezTo>
                    <a:pt x="3193" y="20937"/>
                    <a:pt x="3991" y="21487"/>
                    <a:pt x="4930" y="21487"/>
                  </a:cubicBezTo>
                  <a:cubicBezTo>
                    <a:pt x="5917" y="21487"/>
                    <a:pt x="6668" y="20937"/>
                    <a:pt x="6668" y="20291"/>
                  </a:cubicBezTo>
                  <a:cubicBezTo>
                    <a:pt x="6715" y="11043"/>
                    <a:pt x="6715" y="11043"/>
                    <a:pt x="6715" y="11043"/>
                  </a:cubicBezTo>
                  <a:cubicBezTo>
                    <a:pt x="7372" y="11043"/>
                    <a:pt x="7372" y="11043"/>
                    <a:pt x="7372" y="11043"/>
                  </a:cubicBezTo>
                  <a:cubicBezTo>
                    <a:pt x="7325" y="20291"/>
                    <a:pt x="7325" y="20291"/>
                    <a:pt x="7325" y="20291"/>
                  </a:cubicBezTo>
                  <a:cubicBezTo>
                    <a:pt x="7325" y="20937"/>
                    <a:pt x="8123" y="21487"/>
                    <a:pt x="9063" y="21487"/>
                  </a:cubicBezTo>
                  <a:cubicBezTo>
                    <a:pt x="10049" y="21487"/>
                    <a:pt x="10847" y="20937"/>
                    <a:pt x="10847" y="20291"/>
                  </a:cubicBezTo>
                  <a:cubicBezTo>
                    <a:pt x="10847" y="4317"/>
                    <a:pt x="10847" y="4317"/>
                    <a:pt x="10847" y="4317"/>
                  </a:cubicBezTo>
                  <a:cubicBezTo>
                    <a:pt x="12725" y="4058"/>
                    <a:pt x="17139" y="3282"/>
                    <a:pt x="20990" y="1407"/>
                  </a:cubicBezTo>
                  <a:cubicBezTo>
                    <a:pt x="21506" y="1148"/>
                    <a:pt x="21600" y="695"/>
                    <a:pt x="21271" y="340"/>
                  </a:cubicBezTo>
                  <a:close/>
                  <a:moveTo>
                    <a:pt x="6527" y="3703"/>
                  </a:moveTo>
                  <a:cubicBezTo>
                    <a:pt x="7043" y="3703"/>
                    <a:pt x="7043" y="3703"/>
                    <a:pt x="7043" y="3703"/>
                  </a:cubicBezTo>
                  <a:cubicBezTo>
                    <a:pt x="7560" y="3703"/>
                    <a:pt x="7560" y="3703"/>
                    <a:pt x="7560" y="3703"/>
                  </a:cubicBezTo>
                  <a:cubicBezTo>
                    <a:pt x="7842" y="4446"/>
                    <a:pt x="7842" y="4446"/>
                    <a:pt x="7842" y="4446"/>
                  </a:cubicBezTo>
                  <a:cubicBezTo>
                    <a:pt x="7795" y="4479"/>
                    <a:pt x="7795" y="4479"/>
                    <a:pt x="7795" y="4479"/>
                  </a:cubicBezTo>
                  <a:cubicBezTo>
                    <a:pt x="7607" y="4608"/>
                    <a:pt x="7325" y="4673"/>
                    <a:pt x="7043" y="4673"/>
                  </a:cubicBezTo>
                  <a:cubicBezTo>
                    <a:pt x="6762" y="4673"/>
                    <a:pt x="6480" y="4608"/>
                    <a:pt x="6292" y="4479"/>
                  </a:cubicBezTo>
                  <a:cubicBezTo>
                    <a:pt x="6245" y="4446"/>
                    <a:pt x="6245" y="4446"/>
                    <a:pt x="6245" y="4446"/>
                  </a:cubicBezTo>
                  <a:lnTo>
                    <a:pt x="6527" y="3703"/>
                  </a:lnTo>
                  <a:close/>
                  <a:moveTo>
                    <a:pt x="7043" y="9943"/>
                  </a:moveTo>
                  <a:cubicBezTo>
                    <a:pt x="5729" y="8779"/>
                    <a:pt x="5729" y="8779"/>
                    <a:pt x="5729" y="8779"/>
                  </a:cubicBezTo>
                  <a:cubicBezTo>
                    <a:pt x="6480" y="4899"/>
                    <a:pt x="6480" y="4899"/>
                    <a:pt x="6480" y="4899"/>
                  </a:cubicBezTo>
                  <a:cubicBezTo>
                    <a:pt x="6668" y="4931"/>
                    <a:pt x="6856" y="4964"/>
                    <a:pt x="7043" y="4964"/>
                  </a:cubicBezTo>
                  <a:cubicBezTo>
                    <a:pt x="7043" y="4964"/>
                    <a:pt x="7043" y="4964"/>
                    <a:pt x="7043" y="4964"/>
                  </a:cubicBezTo>
                  <a:cubicBezTo>
                    <a:pt x="7043" y="4964"/>
                    <a:pt x="7043" y="4964"/>
                    <a:pt x="7043" y="4964"/>
                  </a:cubicBezTo>
                  <a:cubicBezTo>
                    <a:pt x="7231" y="4964"/>
                    <a:pt x="7419" y="4931"/>
                    <a:pt x="7607" y="4899"/>
                  </a:cubicBezTo>
                  <a:cubicBezTo>
                    <a:pt x="8358" y="8779"/>
                    <a:pt x="8358" y="8779"/>
                    <a:pt x="8358" y="8779"/>
                  </a:cubicBezTo>
                  <a:lnTo>
                    <a:pt x="7043" y="994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83" name="Shape 6883"/>
            <p:cNvSpPr/>
            <p:nvPr/>
          </p:nvSpPr>
          <p:spPr>
            <a:xfrm>
              <a:off x="1340559" y="303079"/>
              <a:ext cx="1111023" cy="8585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69" y="0"/>
                  </a:moveTo>
                  <a:cubicBezTo>
                    <a:pt x="17550" y="0"/>
                    <a:pt x="16537" y="1543"/>
                    <a:pt x="16537" y="3306"/>
                  </a:cubicBezTo>
                  <a:cubicBezTo>
                    <a:pt x="16537" y="4188"/>
                    <a:pt x="16875" y="5069"/>
                    <a:pt x="17381" y="5731"/>
                  </a:cubicBezTo>
                  <a:cubicBezTo>
                    <a:pt x="14175" y="11902"/>
                    <a:pt x="14175" y="11902"/>
                    <a:pt x="14175" y="11902"/>
                  </a:cubicBezTo>
                  <a:cubicBezTo>
                    <a:pt x="14006" y="11682"/>
                    <a:pt x="13669" y="11461"/>
                    <a:pt x="13331" y="11461"/>
                  </a:cubicBezTo>
                  <a:cubicBezTo>
                    <a:pt x="12319" y="11461"/>
                    <a:pt x="11475" y="12343"/>
                    <a:pt x="11137" y="13224"/>
                  </a:cubicBezTo>
                  <a:cubicBezTo>
                    <a:pt x="9281" y="11902"/>
                    <a:pt x="9281" y="11902"/>
                    <a:pt x="9281" y="11902"/>
                  </a:cubicBezTo>
                  <a:cubicBezTo>
                    <a:pt x="9450" y="11682"/>
                    <a:pt x="9450" y="11241"/>
                    <a:pt x="9450" y="10800"/>
                  </a:cubicBezTo>
                  <a:cubicBezTo>
                    <a:pt x="9450" y="8816"/>
                    <a:pt x="8269" y="7494"/>
                    <a:pt x="6919" y="7494"/>
                  </a:cubicBezTo>
                  <a:cubicBezTo>
                    <a:pt x="5569" y="7494"/>
                    <a:pt x="4388" y="8816"/>
                    <a:pt x="4388" y="10800"/>
                  </a:cubicBezTo>
                  <a:cubicBezTo>
                    <a:pt x="4388" y="11682"/>
                    <a:pt x="4725" y="12563"/>
                    <a:pt x="5231" y="13224"/>
                  </a:cubicBezTo>
                  <a:cubicBezTo>
                    <a:pt x="3881" y="15429"/>
                    <a:pt x="3881" y="15429"/>
                    <a:pt x="3881" y="15429"/>
                  </a:cubicBezTo>
                  <a:cubicBezTo>
                    <a:pt x="3544" y="15208"/>
                    <a:pt x="3038" y="14988"/>
                    <a:pt x="2531" y="14988"/>
                  </a:cubicBezTo>
                  <a:cubicBezTo>
                    <a:pt x="1013" y="14988"/>
                    <a:pt x="0" y="16310"/>
                    <a:pt x="0" y="18294"/>
                  </a:cubicBezTo>
                  <a:cubicBezTo>
                    <a:pt x="0" y="20057"/>
                    <a:pt x="1013" y="21600"/>
                    <a:pt x="2531" y="21600"/>
                  </a:cubicBezTo>
                  <a:cubicBezTo>
                    <a:pt x="3881" y="21600"/>
                    <a:pt x="5063" y="20057"/>
                    <a:pt x="5063" y="18294"/>
                  </a:cubicBezTo>
                  <a:cubicBezTo>
                    <a:pt x="5063" y="17412"/>
                    <a:pt x="4725" y="16751"/>
                    <a:pt x="4388" y="16090"/>
                  </a:cubicBezTo>
                  <a:cubicBezTo>
                    <a:pt x="5738" y="13665"/>
                    <a:pt x="5738" y="13665"/>
                    <a:pt x="5738" y="13665"/>
                  </a:cubicBezTo>
                  <a:cubicBezTo>
                    <a:pt x="6075" y="13886"/>
                    <a:pt x="6581" y="14106"/>
                    <a:pt x="6919" y="14106"/>
                  </a:cubicBezTo>
                  <a:cubicBezTo>
                    <a:pt x="7762" y="14106"/>
                    <a:pt x="8606" y="13445"/>
                    <a:pt x="8944" y="12563"/>
                  </a:cubicBezTo>
                  <a:cubicBezTo>
                    <a:pt x="10800" y="14106"/>
                    <a:pt x="10800" y="14106"/>
                    <a:pt x="10800" y="14106"/>
                  </a:cubicBezTo>
                  <a:cubicBezTo>
                    <a:pt x="10800" y="14327"/>
                    <a:pt x="10800" y="14547"/>
                    <a:pt x="10800" y="14988"/>
                  </a:cubicBezTo>
                  <a:cubicBezTo>
                    <a:pt x="10800" y="16751"/>
                    <a:pt x="11813" y="18294"/>
                    <a:pt x="13331" y="18294"/>
                  </a:cubicBezTo>
                  <a:cubicBezTo>
                    <a:pt x="14681" y="18294"/>
                    <a:pt x="15862" y="16751"/>
                    <a:pt x="15862" y="14988"/>
                  </a:cubicBezTo>
                  <a:cubicBezTo>
                    <a:pt x="15862" y="13886"/>
                    <a:pt x="15356" y="12784"/>
                    <a:pt x="14850" y="12343"/>
                  </a:cubicBezTo>
                  <a:cubicBezTo>
                    <a:pt x="17887" y="6171"/>
                    <a:pt x="17887" y="6171"/>
                    <a:pt x="17887" y="6171"/>
                  </a:cubicBezTo>
                  <a:cubicBezTo>
                    <a:pt x="18225" y="6392"/>
                    <a:pt x="18562" y="6612"/>
                    <a:pt x="19069" y="6612"/>
                  </a:cubicBezTo>
                  <a:cubicBezTo>
                    <a:pt x="20419" y="6612"/>
                    <a:pt x="21600" y="5069"/>
                    <a:pt x="21600" y="3306"/>
                  </a:cubicBezTo>
                  <a:cubicBezTo>
                    <a:pt x="21600" y="1543"/>
                    <a:pt x="20419" y="0"/>
                    <a:pt x="19069" y="0"/>
                  </a:cubicBezTo>
                  <a:close/>
                  <a:moveTo>
                    <a:pt x="2531" y="19837"/>
                  </a:moveTo>
                  <a:cubicBezTo>
                    <a:pt x="1856" y="19837"/>
                    <a:pt x="1181" y="19176"/>
                    <a:pt x="1181" y="18294"/>
                  </a:cubicBezTo>
                  <a:cubicBezTo>
                    <a:pt x="1181" y="17192"/>
                    <a:pt x="1856" y="16531"/>
                    <a:pt x="2531" y="16531"/>
                  </a:cubicBezTo>
                  <a:cubicBezTo>
                    <a:pt x="3206" y="16531"/>
                    <a:pt x="3713" y="17192"/>
                    <a:pt x="3713" y="18294"/>
                  </a:cubicBezTo>
                  <a:cubicBezTo>
                    <a:pt x="3713" y="19176"/>
                    <a:pt x="3206" y="19837"/>
                    <a:pt x="2531" y="19837"/>
                  </a:cubicBezTo>
                  <a:close/>
                  <a:moveTo>
                    <a:pt x="6919" y="12343"/>
                  </a:moveTo>
                  <a:cubicBezTo>
                    <a:pt x="6244" y="12343"/>
                    <a:pt x="5738" y="11682"/>
                    <a:pt x="5738" y="10800"/>
                  </a:cubicBezTo>
                  <a:cubicBezTo>
                    <a:pt x="5738" y="9918"/>
                    <a:pt x="6244" y="9037"/>
                    <a:pt x="6919" y="9037"/>
                  </a:cubicBezTo>
                  <a:cubicBezTo>
                    <a:pt x="7594" y="9037"/>
                    <a:pt x="8269" y="9918"/>
                    <a:pt x="8269" y="10800"/>
                  </a:cubicBezTo>
                  <a:cubicBezTo>
                    <a:pt x="8269" y="11682"/>
                    <a:pt x="7594" y="12343"/>
                    <a:pt x="6919" y="12343"/>
                  </a:cubicBezTo>
                  <a:close/>
                  <a:moveTo>
                    <a:pt x="13331" y="16531"/>
                  </a:moveTo>
                  <a:cubicBezTo>
                    <a:pt x="12656" y="16531"/>
                    <a:pt x="11981" y="15869"/>
                    <a:pt x="11981" y="14988"/>
                  </a:cubicBezTo>
                  <a:cubicBezTo>
                    <a:pt x="11981" y="13886"/>
                    <a:pt x="12656" y="13224"/>
                    <a:pt x="13331" y="13224"/>
                  </a:cubicBezTo>
                  <a:cubicBezTo>
                    <a:pt x="14006" y="13224"/>
                    <a:pt x="14512" y="13886"/>
                    <a:pt x="14512" y="14988"/>
                  </a:cubicBezTo>
                  <a:cubicBezTo>
                    <a:pt x="14512" y="15869"/>
                    <a:pt x="14006" y="16531"/>
                    <a:pt x="13331" y="16531"/>
                  </a:cubicBezTo>
                  <a:close/>
                  <a:moveTo>
                    <a:pt x="19069" y="4849"/>
                  </a:moveTo>
                  <a:cubicBezTo>
                    <a:pt x="18225" y="4849"/>
                    <a:pt x="17719" y="4188"/>
                    <a:pt x="17719" y="3306"/>
                  </a:cubicBezTo>
                  <a:cubicBezTo>
                    <a:pt x="17719" y="2424"/>
                    <a:pt x="18225" y="1543"/>
                    <a:pt x="19069" y="1543"/>
                  </a:cubicBezTo>
                  <a:cubicBezTo>
                    <a:pt x="19744" y="1543"/>
                    <a:pt x="20250" y="2424"/>
                    <a:pt x="20250" y="3306"/>
                  </a:cubicBezTo>
                  <a:cubicBezTo>
                    <a:pt x="20250" y="4188"/>
                    <a:pt x="19744" y="4849"/>
                    <a:pt x="19069" y="4849"/>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885" name="Shape 6885"/>
          <p:cNvSpPr/>
          <p:nvPr/>
        </p:nvSpPr>
        <p:spPr>
          <a:xfrm>
            <a:off x="6478256" y="8658996"/>
            <a:ext cx="95865" cy="93125"/>
          </a:xfrm>
          <a:prstGeom prst="ellipse">
            <a:avLst/>
          </a:pr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886" name="Shape 6886"/>
          <p:cNvSpPr/>
          <p:nvPr/>
        </p:nvSpPr>
        <p:spPr>
          <a:xfrm>
            <a:off x="5377218" y="7949622"/>
            <a:ext cx="1752897" cy="17474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9" y="0"/>
                </a:moveTo>
                <a:cubicBezTo>
                  <a:pt x="4834" y="0"/>
                  <a:pt x="0" y="4848"/>
                  <a:pt x="0" y="10800"/>
                </a:cubicBezTo>
                <a:cubicBezTo>
                  <a:pt x="0" y="16814"/>
                  <a:pt x="4834" y="21600"/>
                  <a:pt x="10769" y="21600"/>
                </a:cubicBezTo>
                <a:cubicBezTo>
                  <a:pt x="16766" y="21600"/>
                  <a:pt x="21600" y="16814"/>
                  <a:pt x="21600" y="10800"/>
                </a:cubicBezTo>
                <a:cubicBezTo>
                  <a:pt x="21600" y="4848"/>
                  <a:pt x="16766" y="0"/>
                  <a:pt x="10769" y="0"/>
                </a:cubicBezTo>
                <a:close/>
                <a:moveTo>
                  <a:pt x="17561" y="9941"/>
                </a:moveTo>
                <a:cubicBezTo>
                  <a:pt x="16399" y="11230"/>
                  <a:pt x="16399" y="11230"/>
                  <a:pt x="16399" y="11230"/>
                </a:cubicBezTo>
                <a:cubicBezTo>
                  <a:pt x="16399" y="15280"/>
                  <a:pt x="13707" y="17734"/>
                  <a:pt x="9790" y="17734"/>
                </a:cubicBezTo>
                <a:cubicBezTo>
                  <a:pt x="6486" y="17734"/>
                  <a:pt x="3855" y="14175"/>
                  <a:pt x="3855" y="11720"/>
                </a:cubicBezTo>
                <a:cubicBezTo>
                  <a:pt x="3855" y="10616"/>
                  <a:pt x="4283" y="11843"/>
                  <a:pt x="5140" y="12395"/>
                </a:cubicBezTo>
                <a:cubicBezTo>
                  <a:pt x="6058" y="13009"/>
                  <a:pt x="8628" y="13377"/>
                  <a:pt x="8567" y="10739"/>
                </a:cubicBezTo>
                <a:cubicBezTo>
                  <a:pt x="8505" y="10493"/>
                  <a:pt x="8505" y="10248"/>
                  <a:pt x="8505" y="10064"/>
                </a:cubicBezTo>
                <a:cubicBezTo>
                  <a:pt x="8505" y="7855"/>
                  <a:pt x="9852" y="5952"/>
                  <a:pt x="12054" y="5952"/>
                </a:cubicBezTo>
                <a:cubicBezTo>
                  <a:pt x="14012" y="5952"/>
                  <a:pt x="15481" y="7118"/>
                  <a:pt x="15848" y="8407"/>
                </a:cubicBezTo>
                <a:cubicBezTo>
                  <a:pt x="17561" y="9205"/>
                  <a:pt x="17561" y="9205"/>
                  <a:pt x="17561" y="9205"/>
                </a:cubicBezTo>
                <a:cubicBezTo>
                  <a:pt x="17684" y="9327"/>
                  <a:pt x="17745" y="9450"/>
                  <a:pt x="17745" y="9573"/>
                </a:cubicBezTo>
                <a:cubicBezTo>
                  <a:pt x="17745" y="9695"/>
                  <a:pt x="17684" y="9818"/>
                  <a:pt x="17561" y="9941"/>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887" name="Shape 6887"/>
          <p:cNvSpPr/>
          <p:nvPr/>
        </p:nvSpPr>
        <p:spPr>
          <a:xfrm>
            <a:off x="3002590" y="7943781"/>
            <a:ext cx="1739203" cy="17392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14" y="0"/>
                  <a:pt x="0" y="4814"/>
                  <a:pt x="0" y="10800"/>
                </a:cubicBezTo>
                <a:cubicBezTo>
                  <a:pt x="0" y="16786"/>
                  <a:pt x="4814" y="21600"/>
                  <a:pt x="10800" y="21600"/>
                </a:cubicBezTo>
                <a:cubicBezTo>
                  <a:pt x="16725" y="21600"/>
                  <a:pt x="21600" y="16786"/>
                  <a:pt x="21600" y="10800"/>
                </a:cubicBezTo>
                <a:cubicBezTo>
                  <a:pt x="21600" y="4814"/>
                  <a:pt x="16725" y="0"/>
                  <a:pt x="10800" y="0"/>
                </a:cubicBezTo>
                <a:close/>
                <a:moveTo>
                  <a:pt x="17095" y="15861"/>
                </a:moveTo>
                <a:cubicBezTo>
                  <a:pt x="16539" y="16107"/>
                  <a:pt x="16539" y="16107"/>
                  <a:pt x="16539" y="16107"/>
                </a:cubicBezTo>
                <a:cubicBezTo>
                  <a:pt x="16293" y="16231"/>
                  <a:pt x="16046" y="16293"/>
                  <a:pt x="15737" y="16293"/>
                </a:cubicBezTo>
                <a:cubicBezTo>
                  <a:pt x="15737" y="16478"/>
                  <a:pt x="15552" y="16663"/>
                  <a:pt x="15305" y="16663"/>
                </a:cubicBezTo>
                <a:cubicBezTo>
                  <a:pt x="14194" y="16663"/>
                  <a:pt x="14194" y="16663"/>
                  <a:pt x="14194" y="16663"/>
                </a:cubicBezTo>
                <a:cubicBezTo>
                  <a:pt x="13947" y="16663"/>
                  <a:pt x="13762" y="16478"/>
                  <a:pt x="13762" y="16293"/>
                </a:cubicBezTo>
                <a:cubicBezTo>
                  <a:pt x="13762" y="10800"/>
                  <a:pt x="13762" y="10800"/>
                  <a:pt x="13762" y="10800"/>
                </a:cubicBezTo>
                <a:cubicBezTo>
                  <a:pt x="13762" y="10553"/>
                  <a:pt x="13947" y="10430"/>
                  <a:pt x="14194" y="10430"/>
                </a:cubicBezTo>
                <a:cubicBezTo>
                  <a:pt x="15305" y="10430"/>
                  <a:pt x="15305" y="10430"/>
                  <a:pt x="15305" y="10430"/>
                </a:cubicBezTo>
                <a:cubicBezTo>
                  <a:pt x="15552" y="10430"/>
                  <a:pt x="15737" y="10553"/>
                  <a:pt x="15737" y="10800"/>
                </a:cubicBezTo>
                <a:cubicBezTo>
                  <a:pt x="15861" y="10800"/>
                  <a:pt x="15984" y="10800"/>
                  <a:pt x="16169" y="10862"/>
                </a:cubicBezTo>
                <a:cubicBezTo>
                  <a:pt x="15922" y="8085"/>
                  <a:pt x="13577" y="5925"/>
                  <a:pt x="10800" y="5925"/>
                </a:cubicBezTo>
                <a:cubicBezTo>
                  <a:pt x="7961" y="5925"/>
                  <a:pt x="5678" y="8085"/>
                  <a:pt x="5431" y="10862"/>
                </a:cubicBezTo>
                <a:cubicBezTo>
                  <a:pt x="5554" y="10800"/>
                  <a:pt x="5678" y="10800"/>
                  <a:pt x="5863" y="10800"/>
                </a:cubicBezTo>
                <a:cubicBezTo>
                  <a:pt x="5863" y="10553"/>
                  <a:pt x="6048" y="10430"/>
                  <a:pt x="6233" y="10430"/>
                </a:cubicBezTo>
                <a:cubicBezTo>
                  <a:pt x="7406" y="10430"/>
                  <a:pt x="7406" y="10430"/>
                  <a:pt x="7406" y="10430"/>
                </a:cubicBezTo>
                <a:cubicBezTo>
                  <a:pt x="7591" y="10430"/>
                  <a:pt x="7776" y="10553"/>
                  <a:pt x="7776" y="10800"/>
                </a:cubicBezTo>
                <a:cubicBezTo>
                  <a:pt x="7776" y="16293"/>
                  <a:pt x="7776" y="16293"/>
                  <a:pt x="7776" y="16293"/>
                </a:cubicBezTo>
                <a:cubicBezTo>
                  <a:pt x="7776" y="16478"/>
                  <a:pt x="7591" y="16663"/>
                  <a:pt x="7406" y="16663"/>
                </a:cubicBezTo>
                <a:cubicBezTo>
                  <a:pt x="6233" y="16663"/>
                  <a:pt x="6233" y="16663"/>
                  <a:pt x="6233" y="16663"/>
                </a:cubicBezTo>
                <a:cubicBezTo>
                  <a:pt x="6048" y="16663"/>
                  <a:pt x="5863" y="16478"/>
                  <a:pt x="5863" y="16293"/>
                </a:cubicBezTo>
                <a:cubicBezTo>
                  <a:pt x="4382" y="16231"/>
                  <a:pt x="3209" y="14997"/>
                  <a:pt x="3209" y="13515"/>
                </a:cubicBezTo>
                <a:cubicBezTo>
                  <a:pt x="3209" y="12590"/>
                  <a:pt x="3641" y="11787"/>
                  <a:pt x="4382" y="11294"/>
                </a:cubicBezTo>
                <a:cubicBezTo>
                  <a:pt x="4382" y="7776"/>
                  <a:pt x="7282" y="4937"/>
                  <a:pt x="10800" y="4937"/>
                </a:cubicBezTo>
                <a:cubicBezTo>
                  <a:pt x="14318" y="4937"/>
                  <a:pt x="17157" y="7776"/>
                  <a:pt x="17218" y="11294"/>
                </a:cubicBezTo>
                <a:cubicBezTo>
                  <a:pt x="17897" y="11787"/>
                  <a:pt x="18391" y="12590"/>
                  <a:pt x="18391" y="13515"/>
                </a:cubicBezTo>
                <a:cubicBezTo>
                  <a:pt x="18391" y="14503"/>
                  <a:pt x="17897" y="15367"/>
                  <a:pt x="17095" y="15861"/>
                </a:cubicBez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898" name="Group 6898"/>
          <p:cNvGrpSpPr/>
          <p:nvPr/>
        </p:nvGrpSpPr>
        <p:grpSpPr>
          <a:xfrm>
            <a:off x="7771016" y="7949996"/>
            <a:ext cx="1772069" cy="1772069"/>
            <a:chOff x="0" y="0"/>
            <a:chExt cx="1772067" cy="1772067"/>
          </a:xfrm>
        </p:grpSpPr>
        <p:sp>
          <p:nvSpPr>
            <p:cNvPr id="6888" name="Shape 6888"/>
            <p:cNvSpPr/>
            <p:nvPr/>
          </p:nvSpPr>
          <p:spPr>
            <a:xfrm>
              <a:off x="373400" y="854390"/>
              <a:ext cx="148727" cy="63286"/>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89" name="Shape 6889"/>
            <p:cNvSpPr/>
            <p:nvPr/>
          </p:nvSpPr>
          <p:spPr>
            <a:xfrm>
              <a:off x="499976" y="1123365"/>
              <a:ext cx="151892" cy="151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850"/>
                  </a:moveTo>
                  <a:lnTo>
                    <a:pt x="6300" y="21600"/>
                  </a:lnTo>
                  <a:lnTo>
                    <a:pt x="21600" y="6750"/>
                  </a:lnTo>
                  <a:lnTo>
                    <a:pt x="15300" y="0"/>
                  </a:lnTo>
                  <a:lnTo>
                    <a:pt x="0" y="148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0" name="Shape 6890"/>
            <p:cNvSpPr/>
            <p:nvPr/>
          </p:nvSpPr>
          <p:spPr>
            <a:xfrm>
              <a:off x="499976" y="499976"/>
              <a:ext cx="151892" cy="1550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171"/>
                  </a:moveTo>
                  <a:lnTo>
                    <a:pt x="15300" y="21600"/>
                  </a:lnTo>
                  <a:lnTo>
                    <a:pt x="21600" y="14988"/>
                  </a:lnTo>
                  <a:lnTo>
                    <a:pt x="6300" y="0"/>
                  </a:lnTo>
                  <a:lnTo>
                    <a:pt x="0" y="61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1" name="Shape 6891"/>
            <p:cNvSpPr/>
            <p:nvPr/>
          </p:nvSpPr>
          <p:spPr>
            <a:xfrm>
              <a:off x="854390" y="373400"/>
              <a:ext cx="63286" cy="148727"/>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2" name="Shape 6892"/>
            <p:cNvSpPr/>
            <p:nvPr/>
          </p:nvSpPr>
          <p:spPr>
            <a:xfrm>
              <a:off x="1123365" y="499976"/>
              <a:ext cx="148729" cy="1550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171"/>
                  </a:moveTo>
                  <a:lnTo>
                    <a:pt x="15166" y="0"/>
                  </a:lnTo>
                  <a:lnTo>
                    <a:pt x="0" y="14988"/>
                  </a:lnTo>
                  <a:lnTo>
                    <a:pt x="6894" y="21600"/>
                  </a:lnTo>
                  <a:lnTo>
                    <a:pt x="21600" y="61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3" name="Shape 6893"/>
            <p:cNvSpPr/>
            <p:nvPr/>
          </p:nvSpPr>
          <p:spPr>
            <a:xfrm>
              <a:off x="1249941" y="854390"/>
              <a:ext cx="148728" cy="63286"/>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4" name="Shape 6894"/>
            <p:cNvSpPr/>
            <p:nvPr/>
          </p:nvSpPr>
          <p:spPr>
            <a:xfrm>
              <a:off x="1123365" y="1123365"/>
              <a:ext cx="148729" cy="1518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750"/>
                  </a:moveTo>
                  <a:lnTo>
                    <a:pt x="15166" y="21600"/>
                  </a:lnTo>
                  <a:lnTo>
                    <a:pt x="21600" y="14850"/>
                  </a:lnTo>
                  <a:lnTo>
                    <a:pt x="6894" y="0"/>
                  </a:lnTo>
                  <a:lnTo>
                    <a:pt x="0" y="675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5" name="Shape 6895"/>
            <p:cNvSpPr/>
            <p:nvPr/>
          </p:nvSpPr>
          <p:spPr>
            <a:xfrm>
              <a:off x="0" y="0"/>
              <a:ext cx="1772069" cy="17720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35" y="0"/>
                  </a:moveTo>
                  <a:cubicBezTo>
                    <a:pt x="4823" y="0"/>
                    <a:pt x="0" y="4893"/>
                    <a:pt x="0" y="10835"/>
                  </a:cubicBezTo>
                  <a:cubicBezTo>
                    <a:pt x="0" y="16777"/>
                    <a:pt x="4823" y="21600"/>
                    <a:pt x="10835" y="21600"/>
                  </a:cubicBezTo>
                  <a:cubicBezTo>
                    <a:pt x="16777" y="21600"/>
                    <a:pt x="21600" y="16777"/>
                    <a:pt x="21600" y="10835"/>
                  </a:cubicBezTo>
                  <a:cubicBezTo>
                    <a:pt x="21600" y="4893"/>
                    <a:pt x="16777" y="0"/>
                    <a:pt x="10835" y="0"/>
                  </a:cubicBezTo>
                  <a:close/>
                  <a:moveTo>
                    <a:pt x="10835" y="17685"/>
                  </a:moveTo>
                  <a:cubicBezTo>
                    <a:pt x="6990" y="17685"/>
                    <a:pt x="3915" y="14610"/>
                    <a:pt x="3915" y="10835"/>
                  </a:cubicBezTo>
                  <a:cubicBezTo>
                    <a:pt x="3915" y="7060"/>
                    <a:pt x="6990" y="3984"/>
                    <a:pt x="10835" y="3984"/>
                  </a:cubicBezTo>
                  <a:cubicBezTo>
                    <a:pt x="14610" y="3984"/>
                    <a:pt x="17685" y="7060"/>
                    <a:pt x="17685" y="10835"/>
                  </a:cubicBezTo>
                  <a:cubicBezTo>
                    <a:pt x="17685" y="14610"/>
                    <a:pt x="14610" y="17685"/>
                    <a:pt x="10835" y="17685"/>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6" name="Shape 6896"/>
            <p:cNvSpPr/>
            <p:nvPr/>
          </p:nvSpPr>
          <p:spPr>
            <a:xfrm>
              <a:off x="854390" y="1256270"/>
              <a:ext cx="63286" cy="148728"/>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897" name="Shape 6897"/>
            <p:cNvSpPr/>
            <p:nvPr/>
          </p:nvSpPr>
          <p:spPr>
            <a:xfrm>
              <a:off x="749965" y="677183"/>
              <a:ext cx="363909" cy="2626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40" y="14053"/>
                  </a:moveTo>
                  <a:lnTo>
                    <a:pt x="2817" y="6506"/>
                  </a:lnTo>
                  <a:lnTo>
                    <a:pt x="0" y="10410"/>
                  </a:lnTo>
                  <a:lnTo>
                    <a:pt x="8640" y="21600"/>
                  </a:lnTo>
                  <a:lnTo>
                    <a:pt x="21600" y="3904"/>
                  </a:lnTo>
                  <a:lnTo>
                    <a:pt x="18783" y="0"/>
                  </a:lnTo>
                  <a:lnTo>
                    <a:pt x="8640" y="1405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899" name="Shape 6899"/>
          <p:cNvSpPr/>
          <p:nvPr/>
        </p:nvSpPr>
        <p:spPr>
          <a:xfrm>
            <a:off x="12336402" y="7967649"/>
            <a:ext cx="1772072" cy="17720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8" y="0"/>
                  <a:pt x="0" y="4848"/>
                  <a:pt x="0" y="10800"/>
                </a:cubicBezTo>
                <a:cubicBezTo>
                  <a:pt x="0" y="16752"/>
                  <a:pt x="4848" y="21600"/>
                  <a:pt x="10800" y="21600"/>
                </a:cubicBezTo>
                <a:cubicBezTo>
                  <a:pt x="16752" y="21600"/>
                  <a:pt x="21600" y="16752"/>
                  <a:pt x="21600" y="10800"/>
                </a:cubicBezTo>
                <a:cubicBezTo>
                  <a:pt x="21600" y="4848"/>
                  <a:pt x="16752" y="0"/>
                  <a:pt x="10800" y="0"/>
                </a:cubicBezTo>
                <a:close/>
                <a:moveTo>
                  <a:pt x="5461" y="5523"/>
                </a:moveTo>
                <a:cubicBezTo>
                  <a:pt x="16139" y="5523"/>
                  <a:pt x="16139" y="5523"/>
                  <a:pt x="16139" y="5523"/>
                </a:cubicBezTo>
                <a:cubicBezTo>
                  <a:pt x="16445" y="5523"/>
                  <a:pt x="16691" y="5584"/>
                  <a:pt x="16936" y="5707"/>
                </a:cubicBezTo>
                <a:cubicBezTo>
                  <a:pt x="10800" y="11168"/>
                  <a:pt x="10800" y="11168"/>
                  <a:pt x="10800" y="11168"/>
                </a:cubicBezTo>
                <a:cubicBezTo>
                  <a:pt x="4602" y="5707"/>
                  <a:pt x="4602" y="5707"/>
                  <a:pt x="4602" y="5707"/>
                </a:cubicBezTo>
                <a:cubicBezTo>
                  <a:pt x="4848" y="5584"/>
                  <a:pt x="5155" y="5523"/>
                  <a:pt x="5461" y="5523"/>
                </a:cubicBezTo>
                <a:close/>
                <a:moveTo>
                  <a:pt x="3682" y="14420"/>
                </a:moveTo>
                <a:cubicBezTo>
                  <a:pt x="3682" y="7302"/>
                  <a:pt x="3682" y="7302"/>
                  <a:pt x="3682" y="7302"/>
                </a:cubicBezTo>
                <a:cubicBezTo>
                  <a:pt x="3682" y="6934"/>
                  <a:pt x="3805" y="6627"/>
                  <a:pt x="3989" y="6320"/>
                </a:cubicBezTo>
                <a:cubicBezTo>
                  <a:pt x="8407" y="10248"/>
                  <a:pt x="8407" y="10248"/>
                  <a:pt x="8407" y="10248"/>
                </a:cubicBezTo>
                <a:cubicBezTo>
                  <a:pt x="3927" y="15218"/>
                  <a:pt x="3927" y="15218"/>
                  <a:pt x="3927" y="15218"/>
                </a:cubicBezTo>
                <a:cubicBezTo>
                  <a:pt x="3805" y="14973"/>
                  <a:pt x="3682" y="14727"/>
                  <a:pt x="3682" y="14420"/>
                </a:cubicBezTo>
                <a:close/>
                <a:moveTo>
                  <a:pt x="16139" y="16139"/>
                </a:moveTo>
                <a:cubicBezTo>
                  <a:pt x="5461" y="16139"/>
                  <a:pt x="5461" y="16139"/>
                  <a:pt x="5461" y="16139"/>
                </a:cubicBezTo>
                <a:cubicBezTo>
                  <a:pt x="5093" y="16139"/>
                  <a:pt x="4786" y="16077"/>
                  <a:pt x="4541" y="15893"/>
                </a:cubicBezTo>
                <a:cubicBezTo>
                  <a:pt x="9082" y="10800"/>
                  <a:pt x="9082" y="10800"/>
                  <a:pt x="9082" y="10800"/>
                </a:cubicBezTo>
                <a:cubicBezTo>
                  <a:pt x="10493" y="12089"/>
                  <a:pt x="10493" y="12089"/>
                  <a:pt x="10493" y="12089"/>
                </a:cubicBezTo>
                <a:cubicBezTo>
                  <a:pt x="10555" y="12150"/>
                  <a:pt x="10677" y="12150"/>
                  <a:pt x="10800" y="12150"/>
                </a:cubicBezTo>
                <a:cubicBezTo>
                  <a:pt x="10923" y="12150"/>
                  <a:pt x="10984" y="12150"/>
                  <a:pt x="11107" y="12089"/>
                </a:cubicBezTo>
                <a:cubicBezTo>
                  <a:pt x="12518" y="10800"/>
                  <a:pt x="12518" y="10800"/>
                  <a:pt x="12518" y="10800"/>
                </a:cubicBezTo>
                <a:cubicBezTo>
                  <a:pt x="17059" y="15893"/>
                  <a:pt x="17059" y="15893"/>
                  <a:pt x="17059" y="15893"/>
                </a:cubicBezTo>
                <a:cubicBezTo>
                  <a:pt x="16814" y="16077"/>
                  <a:pt x="16445" y="16139"/>
                  <a:pt x="16139" y="16139"/>
                </a:cubicBezTo>
                <a:close/>
                <a:moveTo>
                  <a:pt x="17550" y="14298"/>
                </a:moveTo>
                <a:cubicBezTo>
                  <a:pt x="17550" y="14605"/>
                  <a:pt x="17489" y="14911"/>
                  <a:pt x="17366" y="15157"/>
                </a:cubicBezTo>
                <a:cubicBezTo>
                  <a:pt x="12948" y="10248"/>
                  <a:pt x="12948" y="10248"/>
                  <a:pt x="12948" y="10248"/>
                </a:cubicBezTo>
                <a:cubicBezTo>
                  <a:pt x="17305" y="6443"/>
                  <a:pt x="17305" y="6443"/>
                  <a:pt x="17305" y="6443"/>
                </a:cubicBezTo>
                <a:cubicBezTo>
                  <a:pt x="17489" y="6689"/>
                  <a:pt x="17550" y="7057"/>
                  <a:pt x="17550" y="7364"/>
                </a:cubicBezTo>
                <a:lnTo>
                  <a:pt x="17550" y="14298"/>
                </a:lnTo>
                <a:close/>
              </a:path>
            </a:pathLst>
          </a:custGeom>
          <a:solidFill>
            <a:srgbClr val="144973"/>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903" name="Group 6903"/>
          <p:cNvGrpSpPr/>
          <p:nvPr/>
        </p:nvGrpSpPr>
        <p:grpSpPr>
          <a:xfrm>
            <a:off x="10183986" y="7967649"/>
            <a:ext cx="1724759" cy="1736763"/>
            <a:chOff x="0" y="0"/>
            <a:chExt cx="1724757" cy="1736762"/>
          </a:xfrm>
        </p:grpSpPr>
        <p:sp>
          <p:nvSpPr>
            <p:cNvPr id="6900" name="Shape 6900"/>
            <p:cNvSpPr/>
            <p:nvPr/>
          </p:nvSpPr>
          <p:spPr>
            <a:xfrm>
              <a:off x="376165" y="676295"/>
              <a:ext cx="596263" cy="592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17" y="15805"/>
                  </a:moveTo>
                  <a:cubicBezTo>
                    <a:pt x="1580" y="16332"/>
                    <a:pt x="1844" y="16595"/>
                    <a:pt x="1844" y="16859"/>
                  </a:cubicBezTo>
                  <a:cubicBezTo>
                    <a:pt x="2107" y="16859"/>
                    <a:pt x="2107" y="17122"/>
                    <a:pt x="2371" y="17385"/>
                  </a:cubicBezTo>
                  <a:cubicBezTo>
                    <a:pt x="2371" y="17385"/>
                    <a:pt x="2634" y="17649"/>
                    <a:pt x="2634" y="17912"/>
                  </a:cubicBezTo>
                  <a:cubicBezTo>
                    <a:pt x="2898" y="17912"/>
                    <a:pt x="3161" y="18176"/>
                    <a:pt x="3161" y="18439"/>
                  </a:cubicBezTo>
                  <a:cubicBezTo>
                    <a:pt x="3424" y="18702"/>
                    <a:pt x="3688" y="18966"/>
                    <a:pt x="3951" y="18966"/>
                  </a:cubicBezTo>
                  <a:cubicBezTo>
                    <a:pt x="4215" y="19229"/>
                    <a:pt x="4215" y="19229"/>
                    <a:pt x="4478" y="19493"/>
                  </a:cubicBezTo>
                  <a:cubicBezTo>
                    <a:pt x="4741" y="19493"/>
                    <a:pt x="5005" y="19756"/>
                    <a:pt x="5268" y="20020"/>
                  </a:cubicBezTo>
                  <a:cubicBezTo>
                    <a:pt x="6059" y="20546"/>
                    <a:pt x="6849" y="20810"/>
                    <a:pt x="7639" y="21073"/>
                  </a:cubicBezTo>
                  <a:cubicBezTo>
                    <a:pt x="8693" y="21337"/>
                    <a:pt x="9746" y="21600"/>
                    <a:pt x="10800" y="21600"/>
                  </a:cubicBezTo>
                  <a:cubicBezTo>
                    <a:pt x="13961" y="21600"/>
                    <a:pt x="16859" y="20283"/>
                    <a:pt x="18702" y="17912"/>
                  </a:cubicBezTo>
                  <a:cubicBezTo>
                    <a:pt x="19229" y="17649"/>
                    <a:pt x="19493" y="17122"/>
                    <a:pt x="19756" y="16859"/>
                  </a:cubicBezTo>
                  <a:cubicBezTo>
                    <a:pt x="20283" y="16068"/>
                    <a:pt x="20546" y="15278"/>
                    <a:pt x="20810" y="14488"/>
                  </a:cubicBezTo>
                  <a:cubicBezTo>
                    <a:pt x="21337" y="13434"/>
                    <a:pt x="21600" y="12117"/>
                    <a:pt x="21600" y="10800"/>
                  </a:cubicBezTo>
                  <a:cubicBezTo>
                    <a:pt x="21600" y="10537"/>
                    <a:pt x="21600" y="10010"/>
                    <a:pt x="21600" y="9746"/>
                  </a:cubicBezTo>
                  <a:cubicBezTo>
                    <a:pt x="21337" y="9483"/>
                    <a:pt x="21337" y="8956"/>
                    <a:pt x="21337" y="8693"/>
                  </a:cubicBezTo>
                  <a:cubicBezTo>
                    <a:pt x="21073" y="7902"/>
                    <a:pt x="21073" y="7376"/>
                    <a:pt x="20810" y="6585"/>
                  </a:cubicBezTo>
                  <a:cubicBezTo>
                    <a:pt x="20546" y="6322"/>
                    <a:pt x="20546" y="6059"/>
                    <a:pt x="20283" y="5795"/>
                  </a:cubicBezTo>
                  <a:cubicBezTo>
                    <a:pt x="20020" y="5268"/>
                    <a:pt x="20020" y="5005"/>
                    <a:pt x="19756" y="4741"/>
                  </a:cubicBezTo>
                  <a:cubicBezTo>
                    <a:pt x="19493" y="4478"/>
                    <a:pt x="19229" y="3951"/>
                    <a:pt x="18702" y="3688"/>
                  </a:cubicBezTo>
                  <a:cubicBezTo>
                    <a:pt x="16859" y="1317"/>
                    <a:pt x="13961" y="0"/>
                    <a:pt x="10800" y="0"/>
                  </a:cubicBezTo>
                  <a:cubicBezTo>
                    <a:pt x="7902" y="0"/>
                    <a:pt x="5005" y="1317"/>
                    <a:pt x="3161" y="3424"/>
                  </a:cubicBezTo>
                  <a:cubicBezTo>
                    <a:pt x="2898" y="3688"/>
                    <a:pt x="2634" y="3688"/>
                    <a:pt x="2634" y="3951"/>
                  </a:cubicBezTo>
                  <a:cubicBezTo>
                    <a:pt x="2371" y="4215"/>
                    <a:pt x="2107" y="4478"/>
                    <a:pt x="1844" y="4741"/>
                  </a:cubicBezTo>
                  <a:cubicBezTo>
                    <a:pt x="1844" y="5005"/>
                    <a:pt x="1580" y="5268"/>
                    <a:pt x="1317" y="5795"/>
                  </a:cubicBezTo>
                  <a:cubicBezTo>
                    <a:pt x="1317" y="6059"/>
                    <a:pt x="1054" y="6322"/>
                    <a:pt x="1054" y="6585"/>
                  </a:cubicBezTo>
                  <a:cubicBezTo>
                    <a:pt x="790" y="7376"/>
                    <a:pt x="527" y="7902"/>
                    <a:pt x="263" y="8693"/>
                  </a:cubicBezTo>
                  <a:cubicBezTo>
                    <a:pt x="263" y="8956"/>
                    <a:pt x="263" y="9483"/>
                    <a:pt x="263" y="9746"/>
                  </a:cubicBezTo>
                  <a:cubicBezTo>
                    <a:pt x="0" y="10010"/>
                    <a:pt x="0" y="10537"/>
                    <a:pt x="0" y="10800"/>
                  </a:cubicBezTo>
                  <a:cubicBezTo>
                    <a:pt x="0" y="12117"/>
                    <a:pt x="263" y="13434"/>
                    <a:pt x="790" y="14488"/>
                  </a:cubicBezTo>
                  <a:cubicBezTo>
                    <a:pt x="1054" y="15015"/>
                    <a:pt x="1054" y="15541"/>
                    <a:pt x="1317" y="15805"/>
                  </a:cubicBezTo>
                  <a:close/>
                  <a:moveTo>
                    <a:pt x="10800" y="3161"/>
                  </a:moveTo>
                  <a:cubicBezTo>
                    <a:pt x="15015" y="3161"/>
                    <a:pt x="18439" y="6585"/>
                    <a:pt x="18439" y="10800"/>
                  </a:cubicBezTo>
                  <a:cubicBezTo>
                    <a:pt x="18439" y="15015"/>
                    <a:pt x="15015" y="18439"/>
                    <a:pt x="10800" y="18439"/>
                  </a:cubicBezTo>
                  <a:cubicBezTo>
                    <a:pt x="6585" y="18439"/>
                    <a:pt x="3161" y="15015"/>
                    <a:pt x="3161" y="10800"/>
                  </a:cubicBezTo>
                  <a:cubicBezTo>
                    <a:pt x="3161" y="6585"/>
                    <a:pt x="6585" y="3161"/>
                    <a:pt x="10800" y="316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01" name="Shape 6901"/>
            <p:cNvSpPr/>
            <p:nvPr/>
          </p:nvSpPr>
          <p:spPr>
            <a:xfrm>
              <a:off x="0" y="0"/>
              <a:ext cx="1724758" cy="17367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10" y="0"/>
                    <a:pt x="0" y="4880"/>
                    <a:pt x="0" y="10755"/>
                  </a:cubicBezTo>
                  <a:cubicBezTo>
                    <a:pt x="0" y="16720"/>
                    <a:pt x="4810" y="21600"/>
                    <a:pt x="10800" y="21600"/>
                  </a:cubicBezTo>
                  <a:cubicBezTo>
                    <a:pt x="16790" y="21600"/>
                    <a:pt x="21600" y="16720"/>
                    <a:pt x="21600" y="10755"/>
                  </a:cubicBezTo>
                  <a:cubicBezTo>
                    <a:pt x="21600" y="4880"/>
                    <a:pt x="16790" y="0"/>
                    <a:pt x="10800" y="0"/>
                  </a:cubicBezTo>
                  <a:close/>
                  <a:moveTo>
                    <a:pt x="12615" y="5965"/>
                  </a:moveTo>
                  <a:cubicBezTo>
                    <a:pt x="15066" y="5965"/>
                    <a:pt x="15066" y="5965"/>
                    <a:pt x="15066" y="5965"/>
                  </a:cubicBezTo>
                  <a:cubicBezTo>
                    <a:pt x="15066" y="7049"/>
                    <a:pt x="15066" y="7049"/>
                    <a:pt x="15066" y="7049"/>
                  </a:cubicBezTo>
                  <a:cubicBezTo>
                    <a:pt x="12615" y="7049"/>
                    <a:pt x="12615" y="7049"/>
                    <a:pt x="12615" y="7049"/>
                  </a:cubicBezTo>
                  <a:lnTo>
                    <a:pt x="12615" y="5965"/>
                  </a:lnTo>
                  <a:close/>
                  <a:moveTo>
                    <a:pt x="16518" y="16810"/>
                  </a:moveTo>
                  <a:cubicBezTo>
                    <a:pt x="3630" y="16810"/>
                    <a:pt x="3630" y="16810"/>
                    <a:pt x="3630" y="16810"/>
                  </a:cubicBezTo>
                  <a:cubicBezTo>
                    <a:pt x="3630" y="7411"/>
                    <a:pt x="3630" y="7411"/>
                    <a:pt x="3630" y="7411"/>
                  </a:cubicBezTo>
                  <a:cubicBezTo>
                    <a:pt x="16518" y="7411"/>
                    <a:pt x="16518" y="7411"/>
                    <a:pt x="16518" y="7411"/>
                  </a:cubicBezTo>
                  <a:lnTo>
                    <a:pt x="16518" y="16810"/>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02" name="Shape 6902"/>
            <p:cNvSpPr/>
            <p:nvPr/>
          </p:nvSpPr>
          <p:spPr>
            <a:xfrm>
              <a:off x="1000438" y="684299"/>
              <a:ext cx="212095" cy="120052"/>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07" name="Group 6907"/>
          <p:cNvGrpSpPr/>
          <p:nvPr/>
        </p:nvGrpSpPr>
        <p:grpSpPr>
          <a:xfrm>
            <a:off x="14536131" y="7979975"/>
            <a:ext cx="1753638" cy="1747417"/>
            <a:chOff x="0" y="0"/>
            <a:chExt cx="1753637" cy="1747416"/>
          </a:xfrm>
        </p:grpSpPr>
        <p:sp>
          <p:nvSpPr>
            <p:cNvPr id="6904" name="Shape 6904"/>
            <p:cNvSpPr/>
            <p:nvPr/>
          </p:nvSpPr>
          <p:spPr>
            <a:xfrm>
              <a:off x="1032282" y="443656"/>
              <a:ext cx="202106" cy="125342"/>
            </a:xfrm>
            <a:custGeom>
              <a:avLst/>
              <a:gdLst/>
              <a:ahLst/>
              <a:cxnLst>
                <a:cxn ang="0">
                  <a:pos x="wd2" y="hd2"/>
                </a:cxn>
                <a:cxn ang="5400000">
                  <a:pos x="wd2" y="hd2"/>
                </a:cxn>
                <a:cxn ang="10800000">
                  <a:pos x="wd2" y="hd2"/>
                </a:cxn>
                <a:cxn ang="16200000">
                  <a:pos x="wd2" y="hd2"/>
                </a:cxn>
              </a:cxnLst>
              <a:rect l="0" t="0" r="r" b="b"/>
              <a:pathLst>
                <a:path w="21600" h="20732" fill="norm" stroke="1" extrusionOk="0">
                  <a:moveTo>
                    <a:pt x="21600" y="1010"/>
                  </a:moveTo>
                  <a:cubicBezTo>
                    <a:pt x="21000" y="1010"/>
                    <a:pt x="21000" y="71"/>
                    <a:pt x="20400" y="71"/>
                  </a:cubicBezTo>
                  <a:cubicBezTo>
                    <a:pt x="11400" y="-868"/>
                    <a:pt x="3000" y="7584"/>
                    <a:pt x="0" y="20732"/>
                  </a:cubicBezTo>
                  <a:cubicBezTo>
                    <a:pt x="4800" y="19793"/>
                    <a:pt x="9000" y="16975"/>
                    <a:pt x="13200" y="13219"/>
                  </a:cubicBezTo>
                  <a:cubicBezTo>
                    <a:pt x="15000" y="10402"/>
                    <a:pt x="17400" y="8523"/>
                    <a:pt x="19200" y="4767"/>
                  </a:cubicBezTo>
                  <a:cubicBezTo>
                    <a:pt x="19200" y="4767"/>
                    <a:pt x="21000" y="1949"/>
                    <a:pt x="21600" y="101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05" name="Shape 6905"/>
            <p:cNvSpPr/>
            <p:nvPr/>
          </p:nvSpPr>
          <p:spPr>
            <a:xfrm>
              <a:off x="513033" y="443656"/>
              <a:ext cx="202105" cy="125342"/>
            </a:xfrm>
            <a:custGeom>
              <a:avLst/>
              <a:gdLst/>
              <a:ahLst/>
              <a:cxnLst>
                <a:cxn ang="0">
                  <a:pos x="wd2" y="hd2"/>
                </a:cxn>
                <a:cxn ang="5400000">
                  <a:pos x="wd2" y="hd2"/>
                </a:cxn>
                <a:cxn ang="10800000">
                  <a:pos x="wd2" y="hd2"/>
                </a:cxn>
                <a:cxn ang="16200000">
                  <a:pos x="wd2" y="hd2"/>
                </a:cxn>
              </a:cxnLst>
              <a:rect l="0" t="0" r="r" b="b"/>
              <a:pathLst>
                <a:path w="21600" h="20732" fill="norm" stroke="1" extrusionOk="0">
                  <a:moveTo>
                    <a:pt x="2400" y="4767"/>
                  </a:moveTo>
                  <a:cubicBezTo>
                    <a:pt x="4200" y="8523"/>
                    <a:pt x="6000" y="10402"/>
                    <a:pt x="8400" y="13219"/>
                  </a:cubicBezTo>
                  <a:cubicBezTo>
                    <a:pt x="12600" y="16975"/>
                    <a:pt x="16800" y="19793"/>
                    <a:pt x="21600" y="20732"/>
                  </a:cubicBezTo>
                  <a:cubicBezTo>
                    <a:pt x="18600" y="7584"/>
                    <a:pt x="10200" y="-868"/>
                    <a:pt x="1200" y="71"/>
                  </a:cubicBezTo>
                  <a:cubicBezTo>
                    <a:pt x="600" y="71"/>
                    <a:pt x="600" y="1010"/>
                    <a:pt x="0" y="1010"/>
                  </a:cubicBezTo>
                  <a:cubicBezTo>
                    <a:pt x="600" y="1949"/>
                    <a:pt x="1800" y="4767"/>
                    <a:pt x="2400" y="476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06" name="Shape 6906"/>
            <p:cNvSpPr/>
            <p:nvPr/>
          </p:nvSpPr>
          <p:spPr>
            <a:xfrm>
              <a:off x="0" y="0"/>
              <a:ext cx="1753638" cy="17474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5" y="0"/>
                  </a:moveTo>
                  <a:cubicBezTo>
                    <a:pt x="4862" y="0"/>
                    <a:pt x="0" y="4808"/>
                    <a:pt x="0" y="10800"/>
                  </a:cubicBezTo>
                  <a:cubicBezTo>
                    <a:pt x="0" y="16723"/>
                    <a:pt x="4862" y="21600"/>
                    <a:pt x="10765" y="21600"/>
                  </a:cubicBezTo>
                  <a:cubicBezTo>
                    <a:pt x="16738" y="21600"/>
                    <a:pt x="21600" y="16723"/>
                    <a:pt x="21600" y="10800"/>
                  </a:cubicBezTo>
                  <a:cubicBezTo>
                    <a:pt x="21600" y="4808"/>
                    <a:pt x="16738" y="0"/>
                    <a:pt x="10765" y="0"/>
                  </a:cubicBezTo>
                  <a:close/>
                  <a:moveTo>
                    <a:pt x="12988" y="5086"/>
                  </a:moveTo>
                  <a:cubicBezTo>
                    <a:pt x="13405" y="4738"/>
                    <a:pt x="13891" y="4599"/>
                    <a:pt x="14446" y="4529"/>
                  </a:cubicBezTo>
                  <a:cubicBezTo>
                    <a:pt x="14863" y="4459"/>
                    <a:pt x="15419" y="4459"/>
                    <a:pt x="15766" y="4668"/>
                  </a:cubicBezTo>
                  <a:cubicBezTo>
                    <a:pt x="16808" y="5435"/>
                    <a:pt x="15766" y="6550"/>
                    <a:pt x="15071" y="7107"/>
                  </a:cubicBezTo>
                  <a:cubicBezTo>
                    <a:pt x="14863" y="7246"/>
                    <a:pt x="14655" y="7386"/>
                    <a:pt x="14446" y="7525"/>
                  </a:cubicBezTo>
                  <a:cubicBezTo>
                    <a:pt x="11529" y="7525"/>
                    <a:pt x="11529" y="7525"/>
                    <a:pt x="11529" y="7525"/>
                  </a:cubicBezTo>
                  <a:cubicBezTo>
                    <a:pt x="11668" y="6550"/>
                    <a:pt x="12154" y="5574"/>
                    <a:pt x="12988" y="5086"/>
                  </a:cubicBezTo>
                  <a:close/>
                  <a:moveTo>
                    <a:pt x="10279" y="6410"/>
                  </a:moveTo>
                  <a:cubicBezTo>
                    <a:pt x="10279" y="5714"/>
                    <a:pt x="11321" y="5714"/>
                    <a:pt x="11321" y="6410"/>
                  </a:cubicBezTo>
                  <a:cubicBezTo>
                    <a:pt x="11321" y="7525"/>
                    <a:pt x="11321" y="7525"/>
                    <a:pt x="11321" y="7525"/>
                  </a:cubicBezTo>
                  <a:cubicBezTo>
                    <a:pt x="10279" y="7525"/>
                    <a:pt x="10279" y="7525"/>
                    <a:pt x="10279" y="7525"/>
                  </a:cubicBezTo>
                  <a:lnTo>
                    <a:pt x="10279" y="6410"/>
                  </a:lnTo>
                  <a:close/>
                  <a:moveTo>
                    <a:pt x="5765" y="4668"/>
                  </a:moveTo>
                  <a:cubicBezTo>
                    <a:pt x="6112" y="4459"/>
                    <a:pt x="6668" y="4459"/>
                    <a:pt x="7084" y="4529"/>
                  </a:cubicBezTo>
                  <a:cubicBezTo>
                    <a:pt x="7570" y="4599"/>
                    <a:pt x="8057" y="4738"/>
                    <a:pt x="8543" y="5086"/>
                  </a:cubicBezTo>
                  <a:cubicBezTo>
                    <a:pt x="9376" y="5574"/>
                    <a:pt x="9862" y="6550"/>
                    <a:pt x="9932" y="7525"/>
                  </a:cubicBezTo>
                  <a:cubicBezTo>
                    <a:pt x="7084" y="7525"/>
                    <a:pt x="7084" y="7525"/>
                    <a:pt x="7084" y="7525"/>
                  </a:cubicBezTo>
                  <a:cubicBezTo>
                    <a:pt x="6876" y="7386"/>
                    <a:pt x="6668" y="7246"/>
                    <a:pt x="6390" y="7107"/>
                  </a:cubicBezTo>
                  <a:cubicBezTo>
                    <a:pt x="5695" y="6550"/>
                    <a:pt x="4653" y="5435"/>
                    <a:pt x="5765" y="4668"/>
                  </a:cubicBezTo>
                  <a:close/>
                  <a:moveTo>
                    <a:pt x="16530" y="17071"/>
                  </a:moveTo>
                  <a:cubicBezTo>
                    <a:pt x="5070" y="17071"/>
                    <a:pt x="5070" y="17071"/>
                    <a:pt x="5070" y="17071"/>
                  </a:cubicBezTo>
                  <a:cubicBezTo>
                    <a:pt x="5070" y="7943"/>
                    <a:pt x="5070" y="7943"/>
                    <a:pt x="5070" y="7943"/>
                  </a:cubicBezTo>
                  <a:cubicBezTo>
                    <a:pt x="8057" y="7943"/>
                    <a:pt x="8057" y="7943"/>
                    <a:pt x="8057" y="7943"/>
                  </a:cubicBezTo>
                  <a:cubicBezTo>
                    <a:pt x="9515" y="7943"/>
                    <a:pt x="9515" y="7943"/>
                    <a:pt x="9515" y="7943"/>
                  </a:cubicBezTo>
                  <a:cubicBezTo>
                    <a:pt x="9515" y="8222"/>
                    <a:pt x="9515" y="8222"/>
                    <a:pt x="9515" y="8222"/>
                  </a:cubicBezTo>
                  <a:cubicBezTo>
                    <a:pt x="9515" y="12751"/>
                    <a:pt x="9515" y="12751"/>
                    <a:pt x="9515" y="12751"/>
                  </a:cubicBezTo>
                  <a:cubicBezTo>
                    <a:pt x="10835" y="11636"/>
                    <a:pt x="10835" y="11636"/>
                    <a:pt x="10835" y="11636"/>
                  </a:cubicBezTo>
                  <a:cubicBezTo>
                    <a:pt x="12154" y="12751"/>
                    <a:pt x="12154" y="12751"/>
                    <a:pt x="12154" y="12751"/>
                  </a:cubicBezTo>
                  <a:cubicBezTo>
                    <a:pt x="12154" y="8152"/>
                    <a:pt x="12154" y="8152"/>
                    <a:pt x="12154" y="8152"/>
                  </a:cubicBezTo>
                  <a:cubicBezTo>
                    <a:pt x="12154" y="7943"/>
                    <a:pt x="12154" y="7943"/>
                    <a:pt x="12154" y="7943"/>
                  </a:cubicBezTo>
                  <a:cubicBezTo>
                    <a:pt x="13474" y="7943"/>
                    <a:pt x="13474" y="7943"/>
                    <a:pt x="13474" y="7943"/>
                  </a:cubicBezTo>
                  <a:cubicBezTo>
                    <a:pt x="16530" y="7943"/>
                    <a:pt x="16530" y="7943"/>
                    <a:pt x="16530" y="7943"/>
                  </a:cubicBezTo>
                  <a:lnTo>
                    <a:pt x="16530" y="170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10" name="Group 6910"/>
          <p:cNvGrpSpPr/>
          <p:nvPr/>
        </p:nvGrpSpPr>
        <p:grpSpPr>
          <a:xfrm>
            <a:off x="16717427" y="7934859"/>
            <a:ext cx="1752897" cy="1752897"/>
            <a:chOff x="0" y="0"/>
            <a:chExt cx="1752896" cy="1752896"/>
          </a:xfrm>
        </p:grpSpPr>
        <p:sp>
          <p:nvSpPr>
            <p:cNvPr id="6908" name="Shape 6908"/>
            <p:cNvSpPr/>
            <p:nvPr/>
          </p:nvSpPr>
          <p:spPr>
            <a:xfrm>
              <a:off x="720329" y="451919"/>
              <a:ext cx="440963" cy="232807"/>
            </a:xfrm>
            <a:prstGeom prst="rect">
              <a:avLst/>
            </a:pr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09" name="Shape 6909"/>
            <p:cNvSpPr/>
            <p:nvPr/>
          </p:nvSpPr>
          <p:spPr>
            <a:xfrm>
              <a:off x="0" y="0"/>
              <a:ext cx="1752897" cy="17528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9" y="0"/>
                  </a:moveTo>
                  <a:cubicBezTo>
                    <a:pt x="4834" y="0"/>
                    <a:pt x="0" y="4834"/>
                    <a:pt x="0" y="10769"/>
                  </a:cubicBezTo>
                  <a:cubicBezTo>
                    <a:pt x="0" y="16766"/>
                    <a:pt x="4834" y="21600"/>
                    <a:pt x="10769" y="21600"/>
                  </a:cubicBezTo>
                  <a:cubicBezTo>
                    <a:pt x="16766" y="21600"/>
                    <a:pt x="21600" y="16766"/>
                    <a:pt x="21600" y="10769"/>
                  </a:cubicBezTo>
                  <a:cubicBezTo>
                    <a:pt x="21600" y="4834"/>
                    <a:pt x="16766" y="0"/>
                    <a:pt x="10769" y="0"/>
                  </a:cubicBezTo>
                  <a:close/>
                  <a:moveTo>
                    <a:pt x="16582" y="17133"/>
                  </a:moveTo>
                  <a:cubicBezTo>
                    <a:pt x="6547" y="17133"/>
                    <a:pt x="6547" y="17133"/>
                    <a:pt x="6547" y="17133"/>
                  </a:cubicBezTo>
                  <a:cubicBezTo>
                    <a:pt x="6547" y="15726"/>
                    <a:pt x="6547" y="15726"/>
                    <a:pt x="6547" y="15726"/>
                  </a:cubicBezTo>
                  <a:cubicBezTo>
                    <a:pt x="6364" y="15726"/>
                    <a:pt x="6119" y="15726"/>
                    <a:pt x="5997" y="15848"/>
                  </a:cubicBezTo>
                  <a:cubicBezTo>
                    <a:pt x="5629" y="16093"/>
                    <a:pt x="5691" y="16644"/>
                    <a:pt x="5691" y="17011"/>
                  </a:cubicBezTo>
                  <a:cubicBezTo>
                    <a:pt x="5752" y="17439"/>
                    <a:pt x="5018" y="17439"/>
                    <a:pt x="5018" y="17011"/>
                  </a:cubicBezTo>
                  <a:cubicBezTo>
                    <a:pt x="4956" y="16399"/>
                    <a:pt x="5018" y="15787"/>
                    <a:pt x="5446" y="15359"/>
                  </a:cubicBezTo>
                  <a:cubicBezTo>
                    <a:pt x="5752" y="15114"/>
                    <a:pt x="6180" y="14992"/>
                    <a:pt x="6547" y="14992"/>
                  </a:cubicBezTo>
                  <a:cubicBezTo>
                    <a:pt x="6547" y="13033"/>
                    <a:pt x="6547" y="13033"/>
                    <a:pt x="6547" y="13033"/>
                  </a:cubicBezTo>
                  <a:cubicBezTo>
                    <a:pt x="6364" y="13033"/>
                    <a:pt x="6119" y="13033"/>
                    <a:pt x="5997" y="13156"/>
                  </a:cubicBezTo>
                  <a:cubicBezTo>
                    <a:pt x="5629" y="13401"/>
                    <a:pt x="5691" y="13951"/>
                    <a:pt x="5691" y="14318"/>
                  </a:cubicBezTo>
                  <a:cubicBezTo>
                    <a:pt x="5752" y="14747"/>
                    <a:pt x="5018" y="14747"/>
                    <a:pt x="5018" y="14318"/>
                  </a:cubicBezTo>
                  <a:cubicBezTo>
                    <a:pt x="4956" y="13707"/>
                    <a:pt x="5018" y="13095"/>
                    <a:pt x="5446" y="12666"/>
                  </a:cubicBezTo>
                  <a:cubicBezTo>
                    <a:pt x="5752" y="12360"/>
                    <a:pt x="6180" y="12299"/>
                    <a:pt x="6547" y="12299"/>
                  </a:cubicBezTo>
                  <a:cubicBezTo>
                    <a:pt x="6547" y="10341"/>
                    <a:pt x="6547" y="10341"/>
                    <a:pt x="6547" y="10341"/>
                  </a:cubicBezTo>
                  <a:cubicBezTo>
                    <a:pt x="6364" y="10341"/>
                    <a:pt x="6119" y="10341"/>
                    <a:pt x="5997" y="10463"/>
                  </a:cubicBezTo>
                  <a:cubicBezTo>
                    <a:pt x="5629" y="10708"/>
                    <a:pt x="5691" y="11259"/>
                    <a:pt x="5691" y="11626"/>
                  </a:cubicBezTo>
                  <a:cubicBezTo>
                    <a:pt x="5752" y="12054"/>
                    <a:pt x="5018" y="12054"/>
                    <a:pt x="5018" y="11626"/>
                  </a:cubicBezTo>
                  <a:cubicBezTo>
                    <a:pt x="4956" y="11014"/>
                    <a:pt x="5018" y="10402"/>
                    <a:pt x="5446" y="9974"/>
                  </a:cubicBezTo>
                  <a:cubicBezTo>
                    <a:pt x="5752" y="9668"/>
                    <a:pt x="6180" y="9607"/>
                    <a:pt x="6547" y="9607"/>
                  </a:cubicBezTo>
                  <a:cubicBezTo>
                    <a:pt x="6547" y="7649"/>
                    <a:pt x="6547" y="7649"/>
                    <a:pt x="6547" y="7649"/>
                  </a:cubicBezTo>
                  <a:cubicBezTo>
                    <a:pt x="6364" y="7649"/>
                    <a:pt x="6119" y="7649"/>
                    <a:pt x="5997" y="7771"/>
                  </a:cubicBezTo>
                  <a:cubicBezTo>
                    <a:pt x="5629" y="8016"/>
                    <a:pt x="5691" y="8567"/>
                    <a:pt x="5691" y="8934"/>
                  </a:cubicBezTo>
                  <a:cubicBezTo>
                    <a:pt x="5752" y="9362"/>
                    <a:pt x="5018" y="9362"/>
                    <a:pt x="5018" y="8934"/>
                  </a:cubicBezTo>
                  <a:cubicBezTo>
                    <a:pt x="4956" y="8322"/>
                    <a:pt x="5018" y="7710"/>
                    <a:pt x="5446" y="7282"/>
                  </a:cubicBezTo>
                  <a:cubicBezTo>
                    <a:pt x="5752" y="6976"/>
                    <a:pt x="6180" y="6914"/>
                    <a:pt x="6547" y="6914"/>
                  </a:cubicBezTo>
                  <a:cubicBezTo>
                    <a:pt x="6547" y="4956"/>
                    <a:pt x="6547" y="4956"/>
                    <a:pt x="6547" y="4956"/>
                  </a:cubicBezTo>
                  <a:cubicBezTo>
                    <a:pt x="6364" y="4956"/>
                    <a:pt x="6119" y="4956"/>
                    <a:pt x="5997" y="5079"/>
                  </a:cubicBezTo>
                  <a:cubicBezTo>
                    <a:pt x="5629" y="5324"/>
                    <a:pt x="5691" y="5874"/>
                    <a:pt x="5691" y="6241"/>
                  </a:cubicBezTo>
                  <a:cubicBezTo>
                    <a:pt x="5752" y="6670"/>
                    <a:pt x="5018" y="6670"/>
                    <a:pt x="5018" y="6241"/>
                  </a:cubicBezTo>
                  <a:cubicBezTo>
                    <a:pt x="4956" y="5629"/>
                    <a:pt x="5018" y="5018"/>
                    <a:pt x="5446" y="4589"/>
                  </a:cubicBezTo>
                  <a:cubicBezTo>
                    <a:pt x="5752" y="4283"/>
                    <a:pt x="6180" y="4222"/>
                    <a:pt x="6547" y="4222"/>
                  </a:cubicBezTo>
                  <a:cubicBezTo>
                    <a:pt x="6547" y="4222"/>
                    <a:pt x="6547" y="4222"/>
                    <a:pt x="6547" y="4222"/>
                  </a:cubicBezTo>
                  <a:cubicBezTo>
                    <a:pt x="16582" y="4222"/>
                    <a:pt x="16582" y="4222"/>
                    <a:pt x="16582" y="4222"/>
                  </a:cubicBezTo>
                  <a:lnTo>
                    <a:pt x="16582" y="17133"/>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6887"/>
                                        </p:tgtEl>
                                        <p:attrNameLst>
                                          <p:attrName>style.visibility</p:attrName>
                                        </p:attrNameLst>
                                      </p:cBhvr>
                                      <p:to>
                                        <p:strVal val="visible"/>
                                      </p:to>
                                    </p:set>
                                    <p:anim calcmode="lin" valueType="num">
                                      <p:cBhvr>
                                        <p:cTn id="7" dur="500" fill="hold"/>
                                        <p:tgtEl>
                                          <p:spTgt spid="6887"/>
                                        </p:tgtEl>
                                        <p:attrNameLst>
                                          <p:attrName>ppt_w</p:attrName>
                                        </p:attrNameLst>
                                      </p:cBhvr>
                                      <p:tavLst>
                                        <p:tav tm="0">
                                          <p:val>
                                            <p:fltVal val="0"/>
                                          </p:val>
                                        </p:tav>
                                        <p:tav tm="100000">
                                          <p:val>
                                            <p:strVal val="#ppt_w"/>
                                          </p:val>
                                        </p:tav>
                                      </p:tavLst>
                                    </p:anim>
                                    <p:anim calcmode="lin" valueType="num">
                                      <p:cBhvr>
                                        <p:cTn id="8" dur="500" fill="hold"/>
                                        <p:tgtEl>
                                          <p:spTgt spid="6887"/>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6899"/>
                                        </p:tgtEl>
                                        <p:attrNameLst>
                                          <p:attrName>style.visibility</p:attrName>
                                        </p:attrNameLst>
                                      </p:cBhvr>
                                      <p:to>
                                        <p:strVal val="visible"/>
                                      </p:to>
                                    </p:set>
                                    <p:anim calcmode="lin" valueType="num">
                                      <p:cBhvr>
                                        <p:cTn id="12" dur="500" fill="hold"/>
                                        <p:tgtEl>
                                          <p:spTgt spid="6899"/>
                                        </p:tgtEl>
                                        <p:attrNameLst>
                                          <p:attrName>ppt_w</p:attrName>
                                        </p:attrNameLst>
                                      </p:cBhvr>
                                      <p:tavLst>
                                        <p:tav tm="0">
                                          <p:val>
                                            <p:fltVal val="0"/>
                                          </p:val>
                                        </p:tav>
                                        <p:tav tm="100000">
                                          <p:val>
                                            <p:strVal val="#ppt_w"/>
                                          </p:val>
                                        </p:tav>
                                      </p:tavLst>
                                    </p:anim>
                                    <p:anim calcmode="lin" valueType="num">
                                      <p:cBhvr>
                                        <p:cTn id="13" dur="500" fill="hold"/>
                                        <p:tgtEl>
                                          <p:spTgt spid="689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887" grpId="1"/>
      <p:bldP build="whole" bldLvl="1" animBg="1" rev="0" advAuto="0" spid="6899" grpId="2"/>
    </p:bldLst>
  </p:timing>
</p:sld>
</file>

<file path=ppt/slides/slide18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6912" name="Shape 6912"/>
          <p:cNvSpPr/>
          <p:nvPr>
            <p:ph type="title"/>
          </p:nvPr>
        </p:nvSpPr>
        <p:spPr>
          <a:prstGeom prst="rect">
            <a:avLst/>
          </a:prstGeom>
        </p:spPr>
        <p:txBody>
          <a:bodyPr/>
          <a:lstStyle/>
          <a:p>
            <a:pPr/>
            <a:r>
              <a:t>INSTRUCCIONES</a:t>
            </a:r>
          </a:p>
        </p:txBody>
      </p:sp>
      <p:sp>
        <p:nvSpPr>
          <p:cNvPr id="6913" name="Shape 6913"/>
          <p:cNvSpPr/>
          <p:nvPr/>
        </p:nvSpPr>
        <p:spPr>
          <a:xfrm>
            <a:off x="493800" y="1894462"/>
            <a:ext cx="8307388"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grpSp>
        <p:nvGrpSpPr>
          <p:cNvPr id="6916" name="Group 6916"/>
          <p:cNvGrpSpPr/>
          <p:nvPr/>
        </p:nvGrpSpPr>
        <p:grpSpPr>
          <a:xfrm>
            <a:off x="7945917" y="5137991"/>
            <a:ext cx="884507" cy="933985"/>
            <a:chOff x="0" y="0"/>
            <a:chExt cx="884506" cy="933983"/>
          </a:xfrm>
        </p:grpSpPr>
        <p:sp>
          <p:nvSpPr>
            <p:cNvPr id="6914" name="Shape 6914"/>
            <p:cNvSpPr/>
            <p:nvPr/>
          </p:nvSpPr>
          <p:spPr>
            <a:xfrm>
              <a:off x="136077" y="0"/>
              <a:ext cx="748430" cy="6494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06" y="0"/>
                  </a:moveTo>
                  <a:cubicBezTo>
                    <a:pt x="0" y="0"/>
                    <a:pt x="0" y="0"/>
                    <a:pt x="0" y="0"/>
                  </a:cubicBezTo>
                  <a:cubicBezTo>
                    <a:pt x="6776" y="3927"/>
                    <a:pt x="6776" y="3927"/>
                    <a:pt x="6776" y="3927"/>
                  </a:cubicBezTo>
                  <a:cubicBezTo>
                    <a:pt x="18212" y="3927"/>
                    <a:pt x="18212" y="3927"/>
                    <a:pt x="18212" y="3927"/>
                  </a:cubicBezTo>
                  <a:cubicBezTo>
                    <a:pt x="18212" y="5891"/>
                    <a:pt x="18212" y="5891"/>
                    <a:pt x="18212" y="5891"/>
                  </a:cubicBezTo>
                  <a:cubicBezTo>
                    <a:pt x="10165" y="5891"/>
                    <a:pt x="10165" y="5891"/>
                    <a:pt x="10165" y="5891"/>
                  </a:cubicBezTo>
                  <a:cubicBezTo>
                    <a:pt x="12282" y="7364"/>
                    <a:pt x="12282" y="7364"/>
                    <a:pt x="12282" y="7364"/>
                  </a:cubicBezTo>
                  <a:cubicBezTo>
                    <a:pt x="13129" y="7855"/>
                    <a:pt x="13976" y="8836"/>
                    <a:pt x="14400" y="9818"/>
                  </a:cubicBezTo>
                  <a:cubicBezTo>
                    <a:pt x="18212" y="9818"/>
                    <a:pt x="18212" y="9818"/>
                    <a:pt x="18212" y="9818"/>
                  </a:cubicBezTo>
                  <a:cubicBezTo>
                    <a:pt x="18212" y="11782"/>
                    <a:pt x="18212" y="11782"/>
                    <a:pt x="18212" y="11782"/>
                  </a:cubicBezTo>
                  <a:cubicBezTo>
                    <a:pt x="14824" y="11782"/>
                    <a:pt x="14824" y="11782"/>
                    <a:pt x="14824" y="11782"/>
                  </a:cubicBezTo>
                  <a:cubicBezTo>
                    <a:pt x="14824" y="21600"/>
                    <a:pt x="14824" y="21600"/>
                    <a:pt x="14824" y="21600"/>
                  </a:cubicBezTo>
                  <a:cubicBezTo>
                    <a:pt x="19906" y="21600"/>
                    <a:pt x="19906" y="21600"/>
                    <a:pt x="19906" y="21600"/>
                  </a:cubicBezTo>
                  <a:cubicBezTo>
                    <a:pt x="20753" y="21600"/>
                    <a:pt x="21600" y="20618"/>
                    <a:pt x="21600" y="19636"/>
                  </a:cubicBezTo>
                  <a:cubicBezTo>
                    <a:pt x="21600" y="1964"/>
                    <a:pt x="21600" y="1964"/>
                    <a:pt x="21600" y="1964"/>
                  </a:cubicBezTo>
                  <a:cubicBezTo>
                    <a:pt x="21600" y="982"/>
                    <a:pt x="20753" y="0"/>
                    <a:pt x="1990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15" name="Shape 6915"/>
            <p:cNvSpPr/>
            <p:nvPr/>
          </p:nvSpPr>
          <p:spPr>
            <a:xfrm>
              <a:off x="0" y="18554"/>
              <a:ext cx="587610" cy="9154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5923"/>
                  </a:moveTo>
                  <a:cubicBezTo>
                    <a:pt x="2160" y="348"/>
                    <a:pt x="2160" y="348"/>
                    <a:pt x="2160" y="348"/>
                  </a:cubicBezTo>
                  <a:cubicBezTo>
                    <a:pt x="1620" y="348"/>
                    <a:pt x="1620" y="0"/>
                    <a:pt x="1080" y="0"/>
                  </a:cubicBezTo>
                  <a:cubicBezTo>
                    <a:pt x="540" y="0"/>
                    <a:pt x="0" y="348"/>
                    <a:pt x="0" y="1045"/>
                  </a:cubicBezTo>
                  <a:cubicBezTo>
                    <a:pt x="0" y="13587"/>
                    <a:pt x="0" y="13587"/>
                    <a:pt x="0" y="13587"/>
                  </a:cubicBezTo>
                  <a:cubicBezTo>
                    <a:pt x="0" y="14284"/>
                    <a:pt x="1080" y="15329"/>
                    <a:pt x="2160" y="15677"/>
                  </a:cubicBezTo>
                  <a:cubicBezTo>
                    <a:pt x="19440" y="21252"/>
                    <a:pt x="19440" y="21252"/>
                    <a:pt x="19440" y="21252"/>
                  </a:cubicBezTo>
                  <a:cubicBezTo>
                    <a:pt x="19980" y="21252"/>
                    <a:pt x="19980" y="21600"/>
                    <a:pt x="20520" y="21600"/>
                  </a:cubicBezTo>
                  <a:cubicBezTo>
                    <a:pt x="21060" y="21600"/>
                    <a:pt x="21600" y="21252"/>
                    <a:pt x="21600" y="20555"/>
                  </a:cubicBezTo>
                  <a:cubicBezTo>
                    <a:pt x="21600" y="8013"/>
                    <a:pt x="21600" y="8013"/>
                    <a:pt x="21600" y="8013"/>
                  </a:cubicBezTo>
                  <a:cubicBezTo>
                    <a:pt x="21600" y="7316"/>
                    <a:pt x="20520" y="6271"/>
                    <a:pt x="19440" y="5923"/>
                  </a:cubicBezTo>
                  <a:close/>
                  <a:moveTo>
                    <a:pt x="15120" y="14981"/>
                  </a:moveTo>
                  <a:cubicBezTo>
                    <a:pt x="14040" y="14981"/>
                    <a:pt x="12960" y="13935"/>
                    <a:pt x="12960" y="12890"/>
                  </a:cubicBezTo>
                  <a:cubicBezTo>
                    <a:pt x="12960" y="11845"/>
                    <a:pt x="14040" y="10800"/>
                    <a:pt x="15120" y="10800"/>
                  </a:cubicBezTo>
                  <a:cubicBezTo>
                    <a:pt x="16200" y="10800"/>
                    <a:pt x="17280" y="11845"/>
                    <a:pt x="17280" y="12890"/>
                  </a:cubicBezTo>
                  <a:cubicBezTo>
                    <a:pt x="17280" y="13935"/>
                    <a:pt x="16200" y="14981"/>
                    <a:pt x="15120" y="1498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19" name="Group 6919"/>
          <p:cNvGrpSpPr/>
          <p:nvPr/>
        </p:nvGrpSpPr>
        <p:grpSpPr>
          <a:xfrm>
            <a:off x="6735097" y="5104068"/>
            <a:ext cx="726529" cy="841243"/>
            <a:chOff x="0" y="0"/>
            <a:chExt cx="726527" cy="841242"/>
          </a:xfrm>
        </p:grpSpPr>
        <p:sp>
          <p:nvSpPr>
            <p:cNvPr id="6917" name="Shape 6917"/>
            <p:cNvSpPr/>
            <p:nvPr/>
          </p:nvSpPr>
          <p:spPr>
            <a:xfrm>
              <a:off x="0" y="0"/>
              <a:ext cx="726528" cy="4206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43" y="21600"/>
                  </a:moveTo>
                  <a:cubicBezTo>
                    <a:pt x="20057" y="21600"/>
                    <a:pt x="20057" y="21600"/>
                    <a:pt x="20057" y="21600"/>
                  </a:cubicBezTo>
                  <a:cubicBezTo>
                    <a:pt x="20829" y="21600"/>
                    <a:pt x="21600" y="20250"/>
                    <a:pt x="21600" y="18900"/>
                  </a:cubicBezTo>
                  <a:cubicBezTo>
                    <a:pt x="21600" y="17550"/>
                    <a:pt x="20829" y="16200"/>
                    <a:pt x="20057" y="16200"/>
                  </a:cubicBezTo>
                  <a:cubicBezTo>
                    <a:pt x="15429" y="16200"/>
                    <a:pt x="15429" y="16200"/>
                    <a:pt x="15429" y="16200"/>
                  </a:cubicBezTo>
                  <a:cubicBezTo>
                    <a:pt x="14657" y="16200"/>
                    <a:pt x="13886" y="14850"/>
                    <a:pt x="13886" y="13500"/>
                  </a:cubicBezTo>
                  <a:cubicBezTo>
                    <a:pt x="13886" y="2700"/>
                    <a:pt x="13886" y="2700"/>
                    <a:pt x="13886" y="2700"/>
                  </a:cubicBezTo>
                  <a:cubicBezTo>
                    <a:pt x="13886" y="1350"/>
                    <a:pt x="13114" y="0"/>
                    <a:pt x="12343" y="0"/>
                  </a:cubicBezTo>
                  <a:cubicBezTo>
                    <a:pt x="9257" y="0"/>
                    <a:pt x="9257" y="0"/>
                    <a:pt x="9257" y="0"/>
                  </a:cubicBezTo>
                  <a:cubicBezTo>
                    <a:pt x="8486" y="0"/>
                    <a:pt x="7714" y="1350"/>
                    <a:pt x="7714" y="2700"/>
                  </a:cubicBezTo>
                  <a:cubicBezTo>
                    <a:pt x="7714" y="13500"/>
                    <a:pt x="7714" y="13500"/>
                    <a:pt x="7714" y="13500"/>
                  </a:cubicBezTo>
                  <a:cubicBezTo>
                    <a:pt x="7714" y="14850"/>
                    <a:pt x="6943" y="16200"/>
                    <a:pt x="6171" y="16200"/>
                  </a:cubicBezTo>
                  <a:cubicBezTo>
                    <a:pt x="1543" y="16200"/>
                    <a:pt x="1543" y="16200"/>
                    <a:pt x="1543" y="16200"/>
                  </a:cubicBezTo>
                  <a:cubicBezTo>
                    <a:pt x="771" y="16200"/>
                    <a:pt x="0" y="17550"/>
                    <a:pt x="0" y="18900"/>
                  </a:cubicBezTo>
                  <a:cubicBezTo>
                    <a:pt x="0" y="20250"/>
                    <a:pt x="771" y="21600"/>
                    <a:pt x="1543" y="21600"/>
                  </a:cubicBezTo>
                  <a:close/>
                  <a:moveTo>
                    <a:pt x="10029" y="2700"/>
                  </a:moveTo>
                  <a:cubicBezTo>
                    <a:pt x="11571" y="2700"/>
                    <a:pt x="11571" y="2700"/>
                    <a:pt x="11571" y="2700"/>
                  </a:cubicBezTo>
                  <a:cubicBezTo>
                    <a:pt x="11957" y="2700"/>
                    <a:pt x="12343" y="3375"/>
                    <a:pt x="12343" y="4050"/>
                  </a:cubicBezTo>
                  <a:cubicBezTo>
                    <a:pt x="12343" y="4725"/>
                    <a:pt x="11957" y="5400"/>
                    <a:pt x="11571" y="5400"/>
                  </a:cubicBezTo>
                  <a:cubicBezTo>
                    <a:pt x="10029" y="5400"/>
                    <a:pt x="10029" y="5400"/>
                    <a:pt x="10029" y="5400"/>
                  </a:cubicBezTo>
                  <a:cubicBezTo>
                    <a:pt x="9643" y="5400"/>
                    <a:pt x="9257" y="4725"/>
                    <a:pt x="9257" y="4050"/>
                  </a:cubicBezTo>
                  <a:cubicBezTo>
                    <a:pt x="9257" y="3375"/>
                    <a:pt x="9643" y="2700"/>
                    <a:pt x="10029" y="27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18" name="Shape 6918"/>
            <p:cNvSpPr/>
            <p:nvPr/>
          </p:nvSpPr>
          <p:spPr>
            <a:xfrm>
              <a:off x="0" y="469784"/>
              <a:ext cx="726528" cy="3714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86" y="0"/>
                  </a:moveTo>
                  <a:cubicBezTo>
                    <a:pt x="2314" y="0"/>
                    <a:pt x="2314" y="0"/>
                    <a:pt x="2314" y="0"/>
                  </a:cubicBezTo>
                  <a:cubicBezTo>
                    <a:pt x="1929" y="0"/>
                    <a:pt x="1543" y="771"/>
                    <a:pt x="1543" y="1543"/>
                  </a:cubicBezTo>
                  <a:cubicBezTo>
                    <a:pt x="0" y="21600"/>
                    <a:pt x="0" y="21600"/>
                    <a:pt x="0" y="21600"/>
                  </a:cubicBezTo>
                  <a:cubicBezTo>
                    <a:pt x="4629" y="21600"/>
                    <a:pt x="4629" y="21600"/>
                    <a:pt x="4629" y="21600"/>
                  </a:cubicBezTo>
                  <a:cubicBezTo>
                    <a:pt x="6171" y="12343"/>
                    <a:pt x="6171" y="12343"/>
                    <a:pt x="6171" y="12343"/>
                  </a:cubicBezTo>
                  <a:cubicBezTo>
                    <a:pt x="6171" y="21600"/>
                    <a:pt x="6171" y="21600"/>
                    <a:pt x="6171" y="21600"/>
                  </a:cubicBezTo>
                  <a:cubicBezTo>
                    <a:pt x="15429" y="21600"/>
                    <a:pt x="15429" y="21600"/>
                    <a:pt x="15429" y="21600"/>
                  </a:cubicBezTo>
                  <a:cubicBezTo>
                    <a:pt x="15429" y="12343"/>
                    <a:pt x="15429" y="12343"/>
                    <a:pt x="15429" y="12343"/>
                  </a:cubicBezTo>
                  <a:cubicBezTo>
                    <a:pt x="16971" y="21600"/>
                    <a:pt x="16971" y="21600"/>
                    <a:pt x="16971" y="21600"/>
                  </a:cubicBezTo>
                  <a:cubicBezTo>
                    <a:pt x="21600" y="21600"/>
                    <a:pt x="21600" y="21600"/>
                    <a:pt x="21600" y="21600"/>
                  </a:cubicBezTo>
                  <a:cubicBezTo>
                    <a:pt x="20057" y="1543"/>
                    <a:pt x="20057" y="1543"/>
                    <a:pt x="20057" y="1543"/>
                  </a:cubicBezTo>
                  <a:cubicBezTo>
                    <a:pt x="20057" y="771"/>
                    <a:pt x="19671" y="0"/>
                    <a:pt x="1928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920" name="Shape 6920"/>
          <p:cNvSpPr/>
          <p:nvPr/>
        </p:nvSpPr>
        <p:spPr>
          <a:xfrm>
            <a:off x="10526648" y="5030999"/>
            <a:ext cx="933985" cy="9339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95" y="13589"/>
                </a:moveTo>
                <a:lnTo>
                  <a:pt x="17595" y="9441"/>
                </a:lnTo>
                <a:lnTo>
                  <a:pt x="12159" y="9441"/>
                </a:lnTo>
                <a:lnTo>
                  <a:pt x="12159" y="8154"/>
                </a:lnTo>
                <a:lnTo>
                  <a:pt x="16164" y="8154"/>
                </a:lnTo>
                <a:lnTo>
                  <a:pt x="16164" y="0"/>
                </a:lnTo>
                <a:lnTo>
                  <a:pt x="6723" y="0"/>
                </a:lnTo>
                <a:lnTo>
                  <a:pt x="6723" y="8154"/>
                </a:lnTo>
                <a:lnTo>
                  <a:pt x="10728" y="8154"/>
                </a:lnTo>
                <a:lnTo>
                  <a:pt x="10728" y="9441"/>
                </a:lnTo>
                <a:lnTo>
                  <a:pt x="4005" y="9441"/>
                </a:lnTo>
                <a:lnTo>
                  <a:pt x="4005" y="13589"/>
                </a:lnTo>
                <a:lnTo>
                  <a:pt x="0" y="13589"/>
                </a:lnTo>
                <a:lnTo>
                  <a:pt x="0" y="21600"/>
                </a:lnTo>
                <a:lnTo>
                  <a:pt x="9441" y="21600"/>
                </a:lnTo>
                <a:lnTo>
                  <a:pt x="9441" y="13589"/>
                </a:lnTo>
                <a:lnTo>
                  <a:pt x="5293" y="13589"/>
                </a:lnTo>
                <a:lnTo>
                  <a:pt x="5293" y="10872"/>
                </a:lnTo>
                <a:lnTo>
                  <a:pt x="16164" y="10872"/>
                </a:lnTo>
                <a:lnTo>
                  <a:pt x="16164" y="13589"/>
                </a:lnTo>
                <a:lnTo>
                  <a:pt x="12159" y="13589"/>
                </a:lnTo>
                <a:lnTo>
                  <a:pt x="12159" y="21600"/>
                </a:lnTo>
                <a:lnTo>
                  <a:pt x="21600" y="21600"/>
                </a:lnTo>
                <a:lnTo>
                  <a:pt x="21600" y="13589"/>
                </a:lnTo>
                <a:lnTo>
                  <a:pt x="17595" y="13589"/>
                </a:lnTo>
                <a:close/>
                <a:moveTo>
                  <a:pt x="8011" y="14877"/>
                </a:moveTo>
                <a:lnTo>
                  <a:pt x="8011" y="16307"/>
                </a:lnTo>
                <a:lnTo>
                  <a:pt x="1287" y="16307"/>
                </a:lnTo>
                <a:lnTo>
                  <a:pt x="1287" y="14877"/>
                </a:lnTo>
                <a:lnTo>
                  <a:pt x="8011" y="14877"/>
                </a:lnTo>
                <a:close/>
                <a:moveTo>
                  <a:pt x="8011" y="2718"/>
                </a:moveTo>
                <a:lnTo>
                  <a:pt x="8011" y="1287"/>
                </a:lnTo>
                <a:lnTo>
                  <a:pt x="14877" y="1287"/>
                </a:lnTo>
                <a:lnTo>
                  <a:pt x="14877" y="2718"/>
                </a:lnTo>
                <a:lnTo>
                  <a:pt x="8011" y="2718"/>
                </a:lnTo>
                <a:close/>
                <a:moveTo>
                  <a:pt x="20313" y="16307"/>
                </a:moveTo>
                <a:lnTo>
                  <a:pt x="13446" y="16307"/>
                </a:lnTo>
                <a:lnTo>
                  <a:pt x="13446" y="14877"/>
                </a:lnTo>
                <a:lnTo>
                  <a:pt x="20313" y="14877"/>
                </a:lnTo>
                <a:lnTo>
                  <a:pt x="20313" y="1630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923" name="Group 6923"/>
          <p:cNvGrpSpPr/>
          <p:nvPr/>
        </p:nvGrpSpPr>
        <p:grpSpPr>
          <a:xfrm>
            <a:off x="2234051" y="5033852"/>
            <a:ext cx="793783" cy="981675"/>
            <a:chOff x="0" y="0"/>
            <a:chExt cx="793781" cy="981673"/>
          </a:xfrm>
        </p:grpSpPr>
        <p:sp>
          <p:nvSpPr>
            <p:cNvPr id="6921" name="Shape 6921"/>
            <p:cNvSpPr/>
            <p:nvPr/>
          </p:nvSpPr>
          <p:spPr>
            <a:xfrm>
              <a:off x="144030" y="0"/>
              <a:ext cx="507353" cy="242599"/>
            </a:xfrm>
            <a:custGeom>
              <a:avLst/>
              <a:gdLst/>
              <a:ahLst/>
              <a:cxnLst>
                <a:cxn ang="0">
                  <a:pos x="wd2" y="hd2"/>
                </a:cxn>
                <a:cxn ang="5400000">
                  <a:pos x="wd2" y="hd2"/>
                </a:cxn>
                <a:cxn ang="10800000">
                  <a:pos x="wd2" y="hd2"/>
                </a:cxn>
                <a:cxn ang="16200000">
                  <a:pos x="wd2" y="hd2"/>
                </a:cxn>
              </a:cxnLst>
              <a:rect l="0" t="0" r="r" b="b"/>
              <a:pathLst>
                <a:path w="20239" h="21600" fill="norm" stroke="1" extrusionOk="0">
                  <a:moveTo>
                    <a:pt x="17535" y="21600"/>
                  </a:moveTo>
                  <a:cubicBezTo>
                    <a:pt x="19956" y="16615"/>
                    <a:pt x="20887" y="9969"/>
                    <a:pt x="19770" y="7062"/>
                  </a:cubicBezTo>
                  <a:cubicBezTo>
                    <a:pt x="18653" y="4985"/>
                    <a:pt x="16604" y="5815"/>
                    <a:pt x="14370" y="9138"/>
                  </a:cubicBezTo>
                  <a:cubicBezTo>
                    <a:pt x="13811" y="3738"/>
                    <a:pt x="12135" y="0"/>
                    <a:pt x="10087" y="0"/>
                  </a:cubicBezTo>
                  <a:cubicBezTo>
                    <a:pt x="8039" y="0"/>
                    <a:pt x="6363" y="3738"/>
                    <a:pt x="5804" y="9138"/>
                  </a:cubicBezTo>
                  <a:cubicBezTo>
                    <a:pt x="3756" y="5815"/>
                    <a:pt x="1521" y="4985"/>
                    <a:pt x="590" y="7062"/>
                  </a:cubicBezTo>
                  <a:cubicBezTo>
                    <a:pt x="-713" y="9969"/>
                    <a:pt x="218" y="16615"/>
                    <a:pt x="2639" y="21600"/>
                  </a:cubicBezTo>
                  <a:lnTo>
                    <a:pt x="17535"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22" name="Shape 6922"/>
            <p:cNvSpPr/>
            <p:nvPr/>
          </p:nvSpPr>
          <p:spPr>
            <a:xfrm>
              <a:off x="0" y="302762"/>
              <a:ext cx="793782" cy="678912"/>
            </a:xfrm>
            <a:custGeom>
              <a:avLst/>
              <a:gdLst/>
              <a:ahLst/>
              <a:cxnLst>
                <a:cxn ang="0">
                  <a:pos x="wd2" y="hd2"/>
                </a:cxn>
                <a:cxn ang="5400000">
                  <a:pos x="wd2" y="hd2"/>
                </a:cxn>
                <a:cxn ang="10800000">
                  <a:pos x="wd2" y="hd2"/>
                </a:cxn>
                <a:cxn ang="16200000">
                  <a:pos x="wd2" y="hd2"/>
                </a:cxn>
              </a:cxnLst>
              <a:rect l="0" t="0" r="r" b="b"/>
              <a:pathLst>
                <a:path w="21600" h="21165" fill="norm" stroke="1" extrusionOk="0">
                  <a:moveTo>
                    <a:pt x="20965" y="13772"/>
                  </a:moveTo>
                  <a:cubicBezTo>
                    <a:pt x="20965" y="13772"/>
                    <a:pt x="20965" y="13772"/>
                    <a:pt x="20965" y="13772"/>
                  </a:cubicBezTo>
                  <a:cubicBezTo>
                    <a:pt x="21346" y="12467"/>
                    <a:pt x="21600" y="11017"/>
                    <a:pt x="21600" y="9568"/>
                  </a:cubicBezTo>
                  <a:cubicBezTo>
                    <a:pt x="21600" y="5654"/>
                    <a:pt x="19694" y="2030"/>
                    <a:pt x="16772" y="0"/>
                  </a:cubicBezTo>
                  <a:cubicBezTo>
                    <a:pt x="4828" y="0"/>
                    <a:pt x="4828" y="0"/>
                    <a:pt x="4828" y="0"/>
                  </a:cubicBezTo>
                  <a:cubicBezTo>
                    <a:pt x="1906" y="2030"/>
                    <a:pt x="0" y="5654"/>
                    <a:pt x="0" y="9568"/>
                  </a:cubicBezTo>
                  <a:cubicBezTo>
                    <a:pt x="0" y="11452"/>
                    <a:pt x="381" y="13192"/>
                    <a:pt x="1144" y="14642"/>
                  </a:cubicBezTo>
                  <a:cubicBezTo>
                    <a:pt x="1398" y="15366"/>
                    <a:pt x="1652" y="16236"/>
                    <a:pt x="1525" y="16526"/>
                  </a:cubicBezTo>
                  <a:cubicBezTo>
                    <a:pt x="1016" y="17541"/>
                    <a:pt x="889" y="18701"/>
                    <a:pt x="1271" y="19715"/>
                  </a:cubicBezTo>
                  <a:cubicBezTo>
                    <a:pt x="2033" y="21165"/>
                    <a:pt x="3812" y="21455"/>
                    <a:pt x="5464" y="20585"/>
                  </a:cubicBezTo>
                  <a:cubicBezTo>
                    <a:pt x="5464" y="20585"/>
                    <a:pt x="5464" y="20585"/>
                    <a:pt x="5464" y="20585"/>
                  </a:cubicBezTo>
                  <a:cubicBezTo>
                    <a:pt x="5464" y="20585"/>
                    <a:pt x="6353" y="20150"/>
                    <a:pt x="7751" y="20585"/>
                  </a:cubicBezTo>
                  <a:cubicBezTo>
                    <a:pt x="7751" y="20585"/>
                    <a:pt x="7751" y="20585"/>
                    <a:pt x="7751" y="20585"/>
                  </a:cubicBezTo>
                  <a:cubicBezTo>
                    <a:pt x="8767" y="20875"/>
                    <a:pt x="9784" y="21165"/>
                    <a:pt x="10800" y="21165"/>
                  </a:cubicBezTo>
                  <a:cubicBezTo>
                    <a:pt x="11944" y="21165"/>
                    <a:pt x="12960" y="20875"/>
                    <a:pt x="13976" y="20585"/>
                  </a:cubicBezTo>
                  <a:cubicBezTo>
                    <a:pt x="13976" y="20585"/>
                    <a:pt x="13976" y="20585"/>
                    <a:pt x="13976" y="20585"/>
                  </a:cubicBezTo>
                  <a:cubicBezTo>
                    <a:pt x="15120" y="20295"/>
                    <a:pt x="15882" y="20440"/>
                    <a:pt x="16136" y="20585"/>
                  </a:cubicBezTo>
                  <a:cubicBezTo>
                    <a:pt x="17788" y="21600"/>
                    <a:pt x="19567" y="21165"/>
                    <a:pt x="20329" y="19715"/>
                  </a:cubicBezTo>
                  <a:cubicBezTo>
                    <a:pt x="20711" y="18846"/>
                    <a:pt x="20711" y="17686"/>
                    <a:pt x="20075" y="16671"/>
                  </a:cubicBezTo>
                  <a:cubicBezTo>
                    <a:pt x="20075" y="16671"/>
                    <a:pt x="20075" y="16671"/>
                    <a:pt x="20075" y="16671"/>
                  </a:cubicBezTo>
                  <a:cubicBezTo>
                    <a:pt x="19948" y="16381"/>
                    <a:pt x="20329" y="15366"/>
                    <a:pt x="20584" y="14642"/>
                  </a:cubicBezTo>
                  <a:cubicBezTo>
                    <a:pt x="20711" y="14352"/>
                    <a:pt x="20965" y="13772"/>
                    <a:pt x="20965" y="13772"/>
                  </a:cubicBezTo>
                  <a:close/>
                  <a:moveTo>
                    <a:pt x="11562" y="16381"/>
                  </a:moveTo>
                  <a:cubicBezTo>
                    <a:pt x="10038" y="16381"/>
                    <a:pt x="10038" y="16381"/>
                    <a:pt x="10038" y="16381"/>
                  </a:cubicBezTo>
                  <a:cubicBezTo>
                    <a:pt x="10038" y="14787"/>
                    <a:pt x="10038" y="14787"/>
                    <a:pt x="10038" y="14787"/>
                  </a:cubicBezTo>
                  <a:cubicBezTo>
                    <a:pt x="9021" y="14642"/>
                    <a:pt x="8005" y="14352"/>
                    <a:pt x="7369" y="13917"/>
                  </a:cubicBezTo>
                  <a:cubicBezTo>
                    <a:pt x="7878" y="12032"/>
                    <a:pt x="7878" y="12032"/>
                    <a:pt x="7878" y="12032"/>
                  </a:cubicBezTo>
                  <a:cubicBezTo>
                    <a:pt x="8386" y="12322"/>
                    <a:pt x="9529" y="12757"/>
                    <a:pt x="10292" y="12757"/>
                  </a:cubicBezTo>
                  <a:cubicBezTo>
                    <a:pt x="11054" y="12757"/>
                    <a:pt x="11689" y="12467"/>
                    <a:pt x="11689" y="12032"/>
                  </a:cubicBezTo>
                  <a:cubicBezTo>
                    <a:pt x="11689" y="11597"/>
                    <a:pt x="11435" y="11307"/>
                    <a:pt x="10165" y="10872"/>
                  </a:cubicBezTo>
                  <a:cubicBezTo>
                    <a:pt x="8259" y="10148"/>
                    <a:pt x="7496" y="9423"/>
                    <a:pt x="7496" y="7973"/>
                  </a:cubicBezTo>
                  <a:cubicBezTo>
                    <a:pt x="7496" y="6668"/>
                    <a:pt x="8513" y="5654"/>
                    <a:pt x="10165" y="5364"/>
                  </a:cubicBezTo>
                  <a:cubicBezTo>
                    <a:pt x="10165" y="3624"/>
                    <a:pt x="10165" y="3624"/>
                    <a:pt x="10165" y="3624"/>
                  </a:cubicBezTo>
                  <a:cubicBezTo>
                    <a:pt x="11689" y="3624"/>
                    <a:pt x="11689" y="3624"/>
                    <a:pt x="11689" y="3624"/>
                  </a:cubicBezTo>
                  <a:cubicBezTo>
                    <a:pt x="11689" y="5364"/>
                    <a:pt x="11689" y="5364"/>
                    <a:pt x="11689" y="5364"/>
                  </a:cubicBezTo>
                  <a:cubicBezTo>
                    <a:pt x="12579" y="5364"/>
                    <a:pt x="13468" y="5654"/>
                    <a:pt x="13849" y="5944"/>
                  </a:cubicBezTo>
                  <a:cubicBezTo>
                    <a:pt x="13341" y="7828"/>
                    <a:pt x="13341" y="7828"/>
                    <a:pt x="13341" y="7828"/>
                  </a:cubicBezTo>
                  <a:cubicBezTo>
                    <a:pt x="12960" y="7538"/>
                    <a:pt x="12198" y="7248"/>
                    <a:pt x="11308" y="7248"/>
                  </a:cubicBezTo>
                  <a:cubicBezTo>
                    <a:pt x="10673" y="7248"/>
                    <a:pt x="10165" y="7393"/>
                    <a:pt x="10165" y="7828"/>
                  </a:cubicBezTo>
                  <a:cubicBezTo>
                    <a:pt x="10165" y="8263"/>
                    <a:pt x="10292" y="8553"/>
                    <a:pt x="11689" y="8988"/>
                  </a:cubicBezTo>
                  <a:cubicBezTo>
                    <a:pt x="13595" y="9713"/>
                    <a:pt x="14231" y="10583"/>
                    <a:pt x="14231" y="11887"/>
                  </a:cubicBezTo>
                  <a:cubicBezTo>
                    <a:pt x="14231" y="13192"/>
                    <a:pt x="13341" y="14352"/>
                    <a:pt x="11562" y="14642"/>
                  </a:cubicBezTo>
                  <a:lnTo>
                    <a:pt x="11562" y="1638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28" name="Group 6928"/>
          <p:cNvGrpSpPr/>
          <p:nvPr/>
        </p:nvGrpSpPr>
        <p:grpSpPr>
          <a:xfrm>
            <a:off x="9314715" y="5089508"/>
            <a:ext cx="787791" cy="957707"/>
            <a:chOff x="0" y="0"/>
            <a:chExt cx="787789" cy="957705"/>
          </a:xfrm>
        </p:grpSpPr>
        <p:sp>
          <p:nvSpPr>
            <p:cNvPr id="6924" name="Shape 6924"/>
            <p:cNvSpPr/>
            <p:nvPr/>
          </p:nvSpPr>
          <p:spPr>
            <a:xfrm flipH="1">
              <a:off x="89592" y="0"/>
              <a:ext cx="630232" cy="6364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673"/>
                  </a:moveTo>
                  <a:cubicBezTo>
                    <a:pt x="21600" y="4828"/>
                    <a:pt x="16714" y="0"/>
                    <a:pt x="10800" y="0"/>
                  </a:cubicBezTo>
                  <a:cubicBezTo>
                    <a:pt x="4886" y="0"/>
                    <a:pt x="0" y="4828"/>
                    <a:pt x="0" y="10673"/>
                  </a:cubicBezTo>
                  <a:cubicBezTo>
                    <a:pt x="0" y="16772"/>
                    <a:pt x="4886" y="21600"/>
                    <a:pt x="10800" y="21600"/>
                  </a:cubicBezTo>
                  <a:cubicBezTo>
                    <a:pt x="16714" y="21600"/>
                    <a:pt x="21600" y="16772"/>
                    <a:pt x="21600" y="10673"/>
                  </a:cubicBezTo>
                  <a:close/>
                  <a:moveTo>
                    <a:pt x="10800" y="18296"/>
                  </a:moveTo>
                  <a:cubicBezTo>
                    <a:pt x="6686" y="18296"/>
                    <a:pt x="3086" y="14993"/>
                    <a:pt x="3086" y="10673"/>
                  </a:cubicBezTo>
                  <a:cubicBezTo>
                    <a:pt x="3086" y="6607"/>
                    <a:pt x="6686" y="3304"/>
                    <a:pt x="10800" y="3304"/>
                  </a:cubicBezTo>
                  <a:cubicBezTo>
                    <a:pt x="14914" y="3304"/>
                    <a:pt x="18514" y="6607"/>
                    <a:pt x="18514" y="10673"/>
                  </a:cubicBezTo>
                  <a:cubicBezTo>
                    <a:pt x="18514" y="14993"/>
                    <a:pt x="14914" y="18296"/>
                    <a:pt x="10800" y="1829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r" defTabSz="914400">
                <a:defRPr sz="3600">
                  <a:solidFill>
                    <a:srgbClr val="0A0A0A"/>
                  </a:solidFill>
                  <a:latin typeface="Calibri"/>
                  <a:ea typeface="Calibri"/>
                  <a:cs typeface="Calibri"/>
                  <a:sym typeface="Calibri"/>
                </a:defRPr>
              </a:pPr>
            </a:p>
          </p:txBody>
        </p:sp>
        <p:sp>
          <p:nvSpPr>
            <p:cNvPr id="6925" name="Shape 6925"/>
            <p:cNvSpPr/>
            <p:nvPr/>
          </p:nvSpPr>
          <p:spPr>
            <a:xfrm flipH="1">
              <a:off x="-1" y="574622"/>
              <a:ext cx="379995" cy="383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859" y="0"/>
                  </a:moveTo>
                  <a:cubicBezTo>
                    <a:pt x="8894" y="2965"/>
                    <a:pt x="4659" y="4659"/>
                    <a:pt x="0" y="5082"/>
                  </a:cubicBezTo>
                  <a:cubicBezTo>
                    <a:pt x="11012" y="21600"/>
                    <a:pt x="11012" y="21600"/>
                    <a:pt x="11012" y="21600"/>
                  </a:cubicBezTo>
                  <a:cubicBezTo>
                    <a:pt x="12282" y="12282"/>
                    <a:pt x="12282" y="12282"/>
                    <a:pt x="12282" y="12282"/>
                  </a:cubicBezTo>
                  <a:cubicBezTo>
                    <a:pt x="21600" y="14824"/>
                    <a:pt x="21600" y="14824"/>
                    <a:pt x="21600" y="14824"/>
                  </a:cubicBezTo>
                  <a:lnTo>
                    <a:pt x="11859"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r" defTabSz="914400">
                <a:defRPr sz="3600">
                  <a:solidFill>
                    <a:srgbClr val="0A0A0A"/>
                  </a:solidFill>
                  <a:latin typeface="Calibri"/>
                  <a:ea typeface="Calibri"/>
                  <a:cs typeface="Calibri"/>
                  <a:sym typeface="Calibri"/>
                </a:defRPr>
              </a:pPr>
            </a:p>
          </p:txBody>
        </p:sp>
        <p:sp>
          <p:nvSpPr>
            <p:cNvPr id="6926" name="Shape 6926"/>
            <p:cNvSpPr/>
            <p:nvPr/>
          </p:nvSpPr>
          <p:spPr>
            <a:xfrm flipH="1">
              <a:off x="404708" y="590070"/>
              <a:ext cx="383082" cy="3676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547"/>
                  </a:moveTo>
                  <a:cubicBezTo>
                    <a:pt x="9318" y="11902"/>
                    <a:pt x="9318" y="11902"/>
                    <a:pt x="9318" y="11902"/>
                  </a:cubicBezTo>
                  <a:cubicBezTo>
                    <a:pt x="10588" y="21600"/>
                    <a:pt x="10588" y="21600"/>
                    <a:pt x="10588" y="21600"/>
                  </a:cubicBezTo>
                  <a:cubicBezTo>
                    <a:pt x="21600" y="4408"/>
                    <a:pt x="21600" y="4408"/>
                    <a:pt x="21600" y="4408"/>
                  </a:cubicBezTo>
                  <a:cubicBezTo>
                    <a:pt x="16941" y="4408"/>
                    <a:pt x="12706" y="2645"/>
                    <a:pt x="9318" y="0"/>
                  </a:cubicBezTo>
                  <a:lnTo>
                    <a:pt x="0" y="14547"/>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r" defTabSz="914400">
                <a:defRPr sz="3600">
                  <a:solidFill>
                    <a:srgbClr val="0A0A0A"/>
                  </a:solidFill>
                  <a:latin typeface="Calibri"/>
                  <a:ea typeface="Calibri"/>
                  <a:cs typeface="Calibri"/>
                  <a:sym typeface="Calibri"/>
                </a:defRPr>
              </a:pPr>
            </a:p>
          </p:txBody>
        </p:sp>
        <p:sp>
          <p:nvSpPr>
            <p:cNvPr id="6927" name="Shape 6927"/>
            <p:cNvSpPr/>
            <p:nvPr/>
          </p:nvSpPr>
          <p:spPr>
            <a:xfrm flipH="1">
              <a:off x="251671" y="167460"/>
              <a:ext cx="298768" cy="282154"/>
            </a:xfrm>
            <a:custGeom>
              <a:avLst/>
              <a:gdLst/>
              <a:ahLst/>
              <a:cxnLst>
                <a:cxn ang="0">
                  <a:pos x="wd2" y="hd2"/>
                </a:cxn>
                <a:cxn ang="5400000">
                  <a:pos x="wd2" y="hd2"/>
                </a:cxn>
                <a:cxn ang="10800000">
                  <a:pos x="wd2" y="hd2"/>
                </a:cxn>
                <a:cxn ang="16200000">
                  <a:pos x="wd2" y="hd2"/>
                </a:cxn>
              </a:cxnLst>
              <a:rect l="0" t="0" r="r" b="b"/>
              <a:pathLst>
                <a:path w="21100" h="20987" fill="norm" stroke="1" extrusionOk="0">
                  <a:moveTo>
                    <a:pt x="19839" y="7477"/>
                  </a:moveTo>
                  <a:cubicBezTo>
                    <a:pt x="16151" y="6923"/>
                    <a:pt x="16151" y="6923"/>
                    <a:pt x="16151" y="6923"/>
                  </a:cubicBezTo>
                  <a:cubicBezTo>
                    <a:pt x="15097" y="6923"/>
                    <a:pt x="13517" y="5815"/>
                    <a:pt x="12990" y="4708"/>
                  </a:cubicBezTo>
                  <a:cubicBezTo>
                    <a:pt x="11409" y="831"/>
                    <a:pt x="11409" y="831"/>
                    <a:pt x="11409" y="831"/>
                  </a:cubicBezTo>
                  <a:cubicBezTo>
                    <a:pt x="10882" y="-277"/>
                    <a:pt x="10356" y="-277"/>
                    <a:pt x="9829" y="831"/>
                  </a:cubicBezTo>
                  <a:cubicBezTo>
                    <a:pt x="8248" y="4708"/>
                    <a:pt x="8248" y="4708"/>
                    <a:pt x="8248" y="4708"/>
                  </a:cubicBezTo>
                  <a:cubicBezTo>
                    <a:pt x="7721" y="5815"/>
                    <a:pt x="6141" y="6923"/>
                    <a:pt x="5087" y="6923"/>
                  </a:cubicBezTo>
                  <a:cubicBezTo>
                    <a:pt x="873" y="7477"/>
                    <a:pt x="873" y="7477"/>
                    <a:pt x="873" y="7477"/>
                  </a:cubicBezTo>
                  <a:cubicBezTo>
                    <a:pt x="-181" y="7477"/>
                    <a:pt x="-181" y="8585"/>
                    <a:pt x="346" y="9138"/>
                  </a:cubicBezTo>
                  <a:cubicBezTo>
                    <a:pt x="3507" y="11908"/>
                    <a:pt x="3507" y="11908"/>
                    <a:pt x="3507" y="11908"/>
                  </a:cubicBezTo>
                  <a:cubicBezTo>
                    <a:pt x="4560" y="13015"/>
                    <a:pt x="5087" y="14677"/>
                    <a:pt x="4560" y="15785"/>
                  </a:cubicBezTo>
                  <a:cubicBezTo>
                    <a:pt x="4034" y="19661"/>
                    <a:pt x="4034" y="19661"/>
                    <a:pt x="4034" y="19661"/>
                  </a:cubicBezTo>
                  <a:cubicBezTo>
                    <a:pt x="3507" y="20769"/>
                    <a:pt x="4034" y="21323"/>
                    <a:pt x="5087" y="20769"/>
                  </a:cubicBezTo>
                  <a:cubicBezTo>
                    <a:pt x="8775" y="18554"/>
                    <a:pt x="8775" y="18554"/>
                    <a:pt x="8775" y="18554"/>
                  </a:cubicBezTo>
                  <a:cubicBezTo>
                    <a:pt x="9829" y="18000"/>
                    <a:pt x="11409" y="18000"/>
                    <a:pt x="12463" y="18554"/>
                  </a:cubicBezTo>
                  <a:cubicBezTo>
                    <a:pt x="15624" y="20769"/>
                    <a:pt x="15624" y="20769"/>
                    <a:pt x="15624" y="20769"/>
                  </a:cubicBezTo>
                  <a:cubicBezTo>
                    <a:pt x="16678" y="21323"/>
                    <a:pt x="17731" y="20769"/>
                    <a:pt x="17204" y="19661"/>
                  </a:cubicBezTo>
                  <a:cubicBezTo>
                    <a:pt x="16151" y="15785"/>
                    <a:pt x="16151" y="15785"/>
                    <a:pt x="16151" y="15785"/>
                  </a:cubicBezTo>
                  <a:cubicBezTo>
                    <a:pt x="16151" y="14677"/>
                    <a:pt x="16678" y="13015"/>
                    <a:pt x="17731" y="11908"/>
                  </a:cubicBezTo>
                  <a:cubicBezTo>
                    <a:pt x="20365" y="9138"/>
                    <a:pt x="20365" y="9138"/>
                    <a:pt x="20365" y="9138"/>
                  </a:cubicBezTo>
                  <a:cubicBezTo>
                    <a:pt x="21419" y="8585"/>
                    <a:pt x="21419" y="7477"/>
                    <a:pt x="19839" y="7477"/>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r" defTabSz="914400">
                <a:defRPr sz="3600">
                  <a:solidFill>
                    <a:srgbClr val="0A0A0A"/>
                  </a:solidFill>
                  <a:latin typeface="Calibri"/>
                  <a:ea typeface="Calibri"/>
                  <a:cs typeface="Calibri"/>
                  <a:sym typeface="Calibri"/>
                </a:defRPr>
              </a:pPr>
            </a:p>
          </p:txBody>
        </p:sp>
      </p:grpSp>
      <p:grpSp>
        <p:nvGrpSpPr>
          <p:cNvPr id="6934" name="Group 6934"/>
          <p:cNvGrpSpPr/>
          <p:nvPr/>
        </p:nvGrpSpPr>
        <p:grpSpPr>
          <a:xfrm>
            <a:off x="5111168" y="5226734"/>
            <a:ext cx="1134928" cy="738975"/>
            <a:chOff x="0" y="0"/>
            <a:chExt cx="1134926" cy="738973"/>
          </a:xfrm>
        </p:grpSpPr>
        <p:sp>
          <p:nvSpPr>
            <p:cNvPr id="6929" name="Shape 6929"/>
            <p:cNvSpPr/>
            <p:nvPr/>
          </p:nvSpPr>
          <p:spPr>
            <a:xfrm>
              <a:off x="-1" y="465536"/>
              <a:ext cx="533800" cy="273438"/>
            </a:xfrm>
            <a:custGeom>
              <a:avLst/>
              <a:gdLst/>
              <a:ahLst/>
              <a:cxnLst>
                <a:cxn ang="0">
                  <a:pos x="wd2" y="hd2"/>
                </a:cxn>
                <a:cxn ang="5400000">
                  <a:pos x="wd2" y="hd2"/>
                </a:cxn>
                <a:cxn ang="10800000">
                  <a:pos x="wd2" y="hd2"/>
                </a:cxn>
                <a:cxn ang="16200000">
                  <a:pos x="wd2" y="hd2"/>
                </a:cxn>
              </a:cxnLst>
              <a:rect l="0" t="0" r="r" b="b"/>
              <a:pathLst>
                <a:path w="21150" h="21600" fill="norm" stroke="1" extrusionOk="0">
                  <a:moveTo>
                    <a:pt x="18430" y="2945"/>
                  </a:moveTo>
                  <a:cubicBezTo>
                    <a:pt x="18102" y="1309"/>
                    <a:pt x="17120" y="0"/>
                    <a:pt x="16139" y="0"/>
                  </a:cubicBezTo>
                  <a:cubicBezTo>
                    <a:pt x="5011" y="0"/>
                    <a:pt x="5011" y="0"/>
                    <a:pt x="5011" y="0"/>
                  </a:cubicBezTo>
                  <a:cubicBezTo>
                    <a:pt x="4030" y="0"/>
                    <a:pt x="3048" y="1309"/>
                    <a:pt x="2720" y="2945"/>
                  </a:cubicBezTo>
                  <a:cubicBezTo>
                    <a:pt x="102" y="18655"/>
                    <a:pt x="102" y="18655"/>
                    <a:pt x="102" y="18655"/>
                  </a:cubicBezTo>
                  <a:cubicBezTo>
                    <a:pt x="-225" y="20291"/>
                    <a:pt x="266" y="21600"/>
                    <a:pt x="1084" y="21600"/>
                  </a:cubicBezTo>
                  <a:cubicBezTo>
                    <a:pt x="20066" y="21600"/>
                    <a:pt x="20066" y="21600"/>
                    <a:pt x="20066" y="21600"/>
                  </a:cubicBezTo>
                  <a:cubicBezTo>
                    <a:pt x="20884" y="21600"/>
                    <a:pt x="21375" y="20291"/>
                    <a:pt x="21048" y="18655"/>
                  </a:cubicBezTo>
                  <a:lnTo>
                    <a:pt x="18430" y="2945"/>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0" name="Shape 6930"/>
            <p:cNvSpPr/>
            <p:nvPr/>
          </p:nvSpPr>
          <p:spPr>
            <a:xfrm>
              <a:off x="598793" y="465536"/>
              <a:ext cx="536134" cy="273438"/>
            </a:xfrm>
            <a:custGeom>
              <a:avLst/>
              <a:gdLst/>
              <a:ahLst/>
              <a:cxnLst>
                <a:cxn ang="0">
                  <a:pos x="wd2" y="hd2"/>
                </a:cxn>
                <a:cxn ang="5400000">
                  <a:pos x="wd2" y="hd2"/>
                </a:cxn>
                <a:cxn ang="10800000">
                  <a:pos x="wd2" y="hd2"/>
                </a:cxn>
                <a:cxn ang="16200000">
                  <a:pos x="wd2" y="hd2"/>
                </a:cxn>
              </a:cxnLst>
              <a:rect l="0" t="0" r="r" b="b"/>
              <a:pathLst>
                <a:path w="21243" h="21600" fill="norm" stroke="1" extrusionOk="0">
                  <a:moveTo>
                    <a:pt x="21211" y="18655"/>
                  </a:moveTo>
                  <a:cubicBezTo>
                    <a:pt x="18430" y="2945"/>
                    <a:pt x="18430" y="2945"/>
                    <a:pt x="18430" y="2945"/>
                  </a:cubicBezTo>
                  <a:cubicBezTo>
                    <a:pt x="18102" y="1309"/>
                    <a:pt x="17120" y="0"/>
                    <a:pt x="16302" y="0"/>
                  </a:cubicBezTo>
                  <a:cubicBezTo>
                    <a:pt x="5011" y="0"/>
                    <a:pt x="5011" y="0"/>
                    <a:pt x="5011" y="0"/>
                  </a:cubicBezTo>
                  <a:cubicBezTo>
                    <a:pt x="4030" y="0"/>
                    <a:pt x="3048" y="1309"/>
                    <a:pt x="2884" y="2945"/>
                  </a:cubicBezTo>
                  <a:cubicBezTo>
                    <a:pt x="102" y="18655"/>
                    <a:pt x="102" y="18655"/>
                    <a:pt x="102" y="18655"/>
                  </a:cubicBezTo>
                  <a:cubicBezTo>
                    <a:pt x="-225" y="20291"/>
                    <a:pt x="266" y="21600"/>
                    <a:pt x="1084" y="21600"/>
                  </a:cubicBezTo>
                  <a:cubicBezTo>
                    <a:pt x="20066" y="21600"/>
                    <a:pt x="20066" y="21600"/>
                    <a:pt x="20066" y="21600"/>
                  </a:cubicBezTo>
                  <a:cubicBezTo>
                    <a:pt x="20884" y="21600"/>
                    <a:pt x="21375" y="20291"/>
                    <a:pt x="21211" y="1865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1" name="Shape 6931"/>
            <p:cNvSpPr/>
            <p:nvPr/>
          </p:nvSpPr>
          <p:spPr>
            <a:xfrm>
              <a:off x="297698" y="136718"/>
              <a:ext cx="537197" cy="275169"/>
            </a:xfrm>
            <a:custGeom>
              <a:avLst/>
              <a:gdLst/>
              <a:ahLst/>
              <a:cxnLst>
                <a:cxn ang="0">
                  <a:pos x="wd2" y="hd2"/>
                </a:cxn>
                <a:cxn ang="5400000">
                  <a:pos x="wd2" y="hd2"/>
                </a:cxn>
                <a:cxn ang="10800000">
                  <a:pos x="wd2" y="hd2"/>
                </a:cxn>
                <a:cxn ang="16200000">
                  <a:pos x="wd2" y="hd2"/>
                </a:cxn>
              </a:cxnLst>
              <a:rect l="0" t="0" r="r" b="b"/>
              <a:pathLst>
                <a:path w="21151" h="21600" fill="norm" stroke="1" extrusionOk="0">
                  <a:moveTo>
                    <a:pt x="1237" y="21600"/>
                  </a:moveTo>
                  <a:cubicBezTo>
                    <a:pt x="19913" y="21600"/>
                    <a:pt x="19913" y="21600"/>
                    <a:pt x="19913" y="21600"/>
                  </a:cubicBezTo>
                  <a:cubicBezTo>
                    <a:pt x="20888" y="21600"/>
                    <a:pt x="21375" y="20291"/>
                    <a:pt x="21050" y="18655"/>
                  </a:cubicBezTo>
                  <a:cubicBezTo>
                    <a:pt x="18289" y="2945"/>
                    <a:pt x="18289" y="2945"/>
                    <a:pt x="18289" y="2945"/>
                  </a:cubicBezTo>
                  <a:cubicBezTo>
                    <a:pt x="17964" y="1309"/>
                    <a:pt x="17152" y="0"/>
                    <a:pt x="16178" y="0"/>
                  </a:cubicBezTo>
                  <a:cubicBezTo>
                    <a:pt x="4972" y="0"/>
                    <a:pt x="4972" y="0"/>
                    <a:pt x="4972" y="0"/>
                  </a:cubicBezTo>
                  <a:cubicBezTo>
                    <a:pt x="4160" y="0"/>
                    <a:pt x="3186" y="1309"/>
                    <a:pt x="2861" y="2945"/>
                  </a:cubicBezTo>
                  <a:cubicBezTo>
                    <a:pt x="100" y="18655"/>
                    <a:pt x="100" y="18655"/>
                    <a:pt x="100" y="18655"/>
                  </a:cubicBezTo>
                  <a:cubicBezTo>
                    <a:pt x="-225" y="20291"/>
                    <a:pt x="262" y="21600"/>
                    <a:pt x="1237" y="21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2" name="Shape 6932"/>
            <p:cNvSpPr/>
            <p:nvPr/>
          </p:nvSpPr>
          <p:spPr>
            <a:xfrm>
              <a:off x="849252" y="100375"/>
              <a:ext cx="238826" cy="237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043" y="14347"/>
                  </a:moveTo>
                  <a:lnTo>
                    <a:pt x="10800" y="21600"/>
                  </a:lnTo>
                  <a:lnTo>
                    <a:pt x="14557" y="14347"/>
                  </a:lnTo>
                  <a:lnTo>
                    <a:pt x="21600" y="10564"/>
                  </a:lnTo>
                  <a:lnTo>
                    <a:pt x="14557" y="6780"/>
                  </a:lnTo>
                  <a:lnTo>
                    <a:pt x="10800" y="0"/>
                  </a:lnTo>
                  <a:lnTo>
                    <a:pt x="7043" y="6780"/>
                  </a:lnTo>
                  <a:lnTo>
                    <a:pt x="0" y="10564"/>
                  </a:lnTo>
                  <a:lnTo>
                    <a:pt x="7043" y="14347"/>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3" name="Shape 6933"/>
            <p:cNvSpPr/>
            <p:nvPr/>
          </p:nvSpPr>
          <p:spPr>
            <a:xfrm>
              <a:off x="771374" y="0"/>
              <a:ext cx="140180" cy="1453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67" y="21600"/>
                  </a:moveTo>
                  <a:lnTo>
                    <a:pt x="14400" y="14914"/>
                  </a:lnTo>
                  <a:lnTo>
                    <a:pt x="21600" y="11057"/>
                  </a:lnTo>
                  <a:lnTo>
                    <a:pt x="14400" y="7457"/>
                  </a:lnTo>
                  <a:lnTo>
                    <a:pt x="10667" y="0"/>
                  </a:lnTo>
                  <a:lnTo>
                    <a:pt x="6933" y="7457"/>
                  </a:lnTo>
                  <a:lnTo>
                    <a:pt x="0" y="11057"/>
                  </a:lnTo>
                  <a:lnTo>
                    <a:pt x="6933" y="14914"/>
                  </a:lnTo>
                  <a:lnTo>
                    <a:pt x="10667"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39" name="Group 6939"/>
          <p:cNvGrpSpPr/>
          <p:nvPr/>
        </p:nvGrpSpPr>
        <p:grpSpPr>
          <a:xfrm>
            <a:off x="3516835" y="5279136"/>
            <a:ext cx="1105332" cy="634171"/>
            <a:chOff x="0" y="0"/>
            <a:chExt cx="1105330" cy="634170"/>
          </a:xfrm>
        </p:grpSpPr>
        <p:sp>
          <p:nvSpPr>
            <p:cNvPr id="6935" name="Shape 6935"/>
            <p:cNvSpPr/>
            <p:nvPr/>
          </p:nvSpPr>
          <p:spPr>
            <a:xfrm>
              <a:off x="125047" y="131747"/>
              <a:ext cx="296990" cy="370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429" y="10800"/>
                  </a:moveTo>
                  <a:cubicBezTo>
                    <a:pt x="15429" y="6480"/>
                    <a:pt x="17743" y="2469"/>
                    <a:pt x="21600" y="0"/>
                  </a:cubicBezTo>
                  <a:cubicBezTo>
                    <a:pt x="7714" y="0"/>
                    <a:pt x="7714" y="0"/>
                    <a:pt x="7714" y="0"/>
                  </a:cubicBezTo>
                  <a:cubicBezTo>
                    <a:pt x="6943" y="3086"/>
                    <a:pt x="3857" y="5246"/>
                    <a:pt x="0" y="5863"/>
                  </a:cubicBezTo>
                  <a:cubicBezTo>
                    <a:pt x="0" y="15737"/>
                    <a:pt x="0" y="15737"/>
                    <a:pt x="0" y="15737"/>
                  </a:cubicBezTo>
                  <a:cubicBezTo>
                    <a:pt x="3857" y="16046"/>
                    <a:pt x="6943" y="18514"/>
                    <a:pt x="7714" y="21600"/>
                  </a:cubicBezTo>
                  <a:cubicBezTo>
                    <a:pt x="21600" y="21600"/>
                    <a:pt x="21600" y="21600"/>
                    <a:pt x="21600" y="21600"/>
                  </a:cubicBezTo>
                  <a:cubicBezTo>
                    <a:pt x="17743" y="19131"/>
                    <a:pt x="15429" y="15120"/>
                    <a:pt x="15429" y="108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6" name="Shape 6936"/>
            <p:cNvSpPr/>
            <p:nvPr/>
          </p:nvSpPr>
          <p:spPr>
            <a:xfrm>
              <a:off x="683293" y="131747"/>
              <a:ext cx="290291" cy="370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745" y="0"/>
                  </a:moveTo>
                  <a:cubicBezTo>
                    <a:pt x="0" y="0"/>
                    <a:pt x="0" y="0"/>
                    <a:pt x="0" y="0"/>
                  </a:cubicBezTo>
                  <a:cubicBezTo>
                    <a:pt x="3535" y="2469"/>
                    <a:pt x="5891" y="6480"/>
                    <a:pt x="5891" y="10800"/>
                  </a:cubicBezTo>
                  <a:cubicBezTo>
                    <a:pt x="5891" y="15120"/>
                    <a:pt x="3535" y="19131"/>
                    <a:pt x="0" y="21600"/>
                  </a:cubicBezTo>
                  <a:cubicBezTo>
                    <a:pt x="13745" y="21600"/>
                    <a:pt x="13745" y="21600"/>
                    <a:pt x="13745" y="21600"/>
                  </a:cubicBezTo>
                  <a:cubicBezTo>
                    <a:pt x="14531" y="18514"/>
                    <a:pt x="17673" y="16046"/>
                    <a:pt x="21600" y="15737"/>
                  </a:cubicBezTo>
                  <a:cubicBezTo>
                    <a:pt x="21600" y="5863"/>
                    <a:pt x="21600" y="5863"/>
                    <a:pt x="21600" y="5863"/>
                  </a:cubicBezTo>
                  <a:cubicBezTo>
                    <a:pt x="17673" y="5246"/>
                    <a:pt x="14531" y="3086"/>
                    <a:pt x="13745"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7" name="Shape 6937"/>
            <p:cNvSpPr/>
            <p:nvPr/>
          </p:nvSpPr>
          <p:spPr>
            <a:xfrm>
              <a:off x="386307" y="131747"/>
              <a:ext cx="328250" cy="370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77" y="0"/>
                    <a:pt x="0" y="4629"/>
                    <a:pt x="0" y="10800"/>
                  </a:cubicBezTo>
                  <a:cubicBezTo>
                    <a:pt x="0" y="16663"/>
                    <a:pt x="4877" y="21600"/>
                    <a:pt x="10800" y="21600"/>
                  </a:cubicBezTo>
                  <a:cubicBezTo>
                    <a:pt x="16723" y="21600"/>
                    <a:pt x="21600" y="16663"/>
                    <a:pt x="21600" y="10800"/>
                  </a:cubicBezTo>
                  <a:cubicBezTo>
                    <a:pt x="21600" y="4629"/>
                    <a:pt x="16723" y="0"/>
                    <a:pt x="10800" y="0"/>
                  </a:cubicBezTo>
                  <a:close/>
                  <a:moveTo>
                    <a:pt x="11845" y="16663"/>
                  </a:moveTo>
                  <a:cubicBezTo>
                    <a:pt x="11845" y="18823"/>
                    <a:pt x="11845" y="18823"/>
                    <a:pt x="11845" y="18823"/>
                  </a:cubicBezTo>
                  <a:cubicBezTo>
                    <a:pt x="9755" y="18823"/>
                    <a:pt x="9755" y="18823"/>
                    <a:pt x="9755" y="18823"/>
                  </a:cubicBezTo>
                  <a:cubicBezTo>
                    <a:pt x="9755" y="16971"/>
                    <a:pt x="9755" y="16971"/>
                    <a:pt x="9755" y="16971"/>
                  </a:cubicBezTo>
                  <a:cubicBezTo>
                    <a:pt x="8361" y="16663"/>
                    <a:pt x="6968" y="16354"/>
                    <a:pt x="5923" y="16046"/>
                  </a:cubicBezTo>
                  <a:cubicBezTo>
                    <a:pt x="6619" y="13886"/>
                    <a:pt x="6619" y="13886"/>
                    <a:pt x="6619" y="13886"/>
                  </a:cubicBezTo>
                  <a:cubicBezTo>
                    <a:pt x="7665" y="14194"/>
                    <a:pt x="8710" y="14503"/>
                    <a:pt x="10103" y="14503"/>
                  </a:cubicBezTo>
                  <a:cubicBezTo>
                    <a:pt x="11497" y="14503"/>
                    <a:pt x="12542" y="14194"/>
                    <a:pt x="12542" y="13269"/>
                  </a:cubicBezTo>
                  <a:cubicBezTo>
                    <a:pt x="12542" y="12651"/>
                    <a:pt x="11845" y="12343"/>
                    <a:pt x="10103" y="11726"/>
                  </a:cubicBezTo>
                  <a:cubicBezTo>
                    <a:pt x="7665" y="11109"/>
                    <a:pt x="6271" y="10183"/>
                    <a:pt x="6271" y="8023"/>
                  </a:cubicBezTo>
                  <a:cubicBezTo>
                    <a:pt x="6271" y="6480"/>
                    <a:pt x="7316" y="4937"/>
                    <a:pt x="9755" y="4629"/>
                  </a:cubicBezTo>
                  <a:cubicBezTo>
                    <a:pt x="9755" y="2777"/>
                    <a:pt x="9755" y="2777"/>
                    <a:pt x="9755" y="2777"/>
                  </a:cubicBezTo>
                  <a:cubicBezTo>
                    <a:pt x="11845" y="2777"/>
                    <a:pt x="11845" y="2777"/>
                    <a:pt x="11845" y="2777"/>
                  </a:cubicBezTo>
                  <a:cubicBezTo>
                    <a:pt x="11845" y="4629"/>
                    <a:pt x="11845" y="4629"/>
                    <a:pt x="11845" y="4629"/>
                  </a:cubicBezTo>
                  <a:cubicBezTo>
                    <a:pt x="13239" y="4629"/>
                    <a:pt x="14284" y="4937"/>
                    <a:pt x="15329" y="5246"/>
                  </a:cubicBezTo>
                  <a:cubicBezTo>
                    <a:pt x="14632" y="7406"/>
                    <a:pt x="14632" y="7406"/>
                    <a:pt x="14632" y="7406"/>
                  </a:cubicBezTo>
                  <a:cubicBezTo>
                    <a:pt x="13935" y="7097"/>
                    <a:pt x="12890" y="6789"/>
                    <a:pt x="11497" y="6789"/>
                  </a:cubicBezTo>
                  <a:cubicBezTo>
                    <a:pt x="9755" y="6789"/>
                    <a:pt x="9406" y="7406"/>
                    <a:pt x="9406" y="7714"/>
                  </a:cubicBezTo>
                  <a:cubicBezTo>
                    <a:pt x="9406" y="8331"/>
                    <a:pt x="10103" y="8949"/>
                    <a:pt x="12194" y="9566"/>
                  </a:cubicBezTo>
                  <a:cubicBezTo>
                    <a:pt x="14632" y="10183"/>
                    <a:pt x="15677" y="11417"/>
                    <a:pt x="15677" y="13269"/>
                  </a:cubicBezTo>
                  <a:cubicBezTo>
                    <a:pt x="15677" y="14811"/>
                    <a:pt x="14284" y="16354"/>
                    <a:pt x="11845" y="1666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38" name="Shape 6938"/>
            <p:cNvSpPr/>
            <p:nvPr/>
          </p:nvSpPr>
          <p:spPr>
            <a:xfrm>
              <a:off x="0" y="0"/>
              <a:ext cx="1105331" cy="6341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43" y="0"/>
                  </a:moveTo>
                  <a:cubicBezTo>
                    <a:pt x="1654" y="0"/>
                    <a:pt x="1654" y="0"/>
                    <a:pt x="1654" y="0"/>
                  </a:cubicBezTo>
                  <a:cubicBezTo>
                    <a:pt x="723" y="0"/>
                    <a:pt x="0" y="1440"/>
                    <a:pt x="0" y="3060"/>
                  </a:cubicBezTo>
                  <a:cubicBezTo>
                    <a:pt x="0" y="18540"/>
                    <a:pt x="0" y="18540"/>
                    <a:pt x="0" y="18540"/>
                  </a:cubicBezTo>
                  <a:cubicBezTo>
                    <a:pt x="0" y="20160"/>
                    <a:pt x="723" y="21600"/>
                    <a:pt x="1654" y="21600"/>
                  </a:cubicBezTo>
                  <a:cubicBezTo>
                    <a:pt x="19843" y="21600"/>
                    <a:pt x="19843" y="21600"/>
                    <a:pt x="19843" y="21600"/>
                  </a:cubicBezTo>
                  <a:cubicBezTo>
                    <a:pt x="20773" y="21600"/>
                    <a:pt x="21600" y="20160"/>
                    <a:pt x="21600" y="18540"/>
                  </a:cubicBezTo>
                  <a:cubicBezTo>
                    <a:pt x="21600" y="3060"/>
                    <a:pt x="21600" y="3060"/>
                    <a:pt x="21600" y="3060"/>
                  </a:cubicBezTo>
                  <a:cubicBezTo>
                    <a:pt x="21600" y="1440"/>
                    <a:pt x="20773" y="0"/>
                    <a:pt x="19843" y="0"/>
                  </a:cubicBezTo>
                  <a:close/>
                  <a:moveTo>
                    <a:pt x="20050" y="15120"/>
                  </a:moveTo>
                  <a:cubicBezTo>
                    <a:pt x="19533" y="15120"/>
                    <a:pt x="19533" y="15120"/>
                    <a:pt x="19533" y="15120"/>
                  </a:cubicBezTo>
                  <a:cubicBezTo>
                    <a:pt x="18603" y="15120"/>
                    <a:pt x="17879" y="16380"/>
                    <a:pt x="17879" y="18000"/>
                  </a:cubicBezTo>
                  <a:cubicBezTo>
                    <a:pt x="17879" y="18900"/>
                    <a:pt x="17879" y="18900"/>
                    <a:pt x="17879" y="18900"/>
                  </a:cubicBezTo>
                  <a:cubicBezTo>
                    <a:pt x="3617" y="18900"/>
                    <a:pt x="3617" y="18900"/>
                    <a:pt x="3617" y="18900"/>
                  </a:cubicBezTo>
                  <a:cubicBezTo>
                    <a:pt x="3617" y="18000"/>
                    <a:pt x="3617" y="18000"/>
                    <a:pt x="3617" y="18000"/>
                  </a:cubicBezTo>
                  <a:cubicBezTo>
                    <a:pt x="3617" y="16380"/>
                    <a:pt x="2894" y="15120"/>
                    <a:pt x="1964" y="15120"/>
                  </a:cubicBezTo>
                  <a:cubicBezTo>
                    <a:pt x="1550" y="15120"/>
                    <a:pt x="1550" y="15120"/>
                    <a:pt x="1550" y="15120"/>
                  </a:cubicBezTo>
                  <a:cubicBezTo>
                    <a:pt x="1550" y="6300"/>
                    <a:pt x="1550" y="6300"/>
                    <a:pt x="1550" y="6300"/>
                  </a:cubicBezTo>
                  <a:cubicBezTo>
                    <a:pt x="1964" y="6300"/>
                    <a:pt x="1964" y="6300"/>
                    <a:pt x="1964" y="6300"/>
                  </a:cubicBezTo>
                  <a:cubicBezTo>
                    <a:pt x="2894" y="6300"/>
                    <a:pt x="3617" y="5220"/>
                    <a:pt x="3617" y="3600"/>
                  </a:cubicBezTo>
                  <a:cubicBezTo>
                    <a:pt x="3617" y="2700"/>
                    <a:pt x="3617" y="2700"/>
                    <a:pt x="3617" y="2700"/>
                  </a:cubicBezTo>
                  <a:cubicBezTo>
                    <a:pt x="17879" y="2700"/>
                    <a:pt x="17879" y="2700"/>
                    <a:pt x="17879" y="2700"/>
                  </a:cubicBezTo>
                  <a:cubicBezTo>
                    <a:pt x="17879" y="3600"/>
                    <a:pt x="17879" y="3600"/>
                    <a:pt x="17879" y="3600"/>
                  </a:cubicBezTo>
                  <a:cubicBezTo>
                    <a:pt x="17879" y="5220"/>
                    <a:pt x="18603" y="6300"/>
                    <a:pt x="19533" y="6300"/>
                  </a:cubicBezTo>
                  <a:cubicBezTo>
                    <a:pt x="20050" y="6300"/>
                    <a:pt x="20050" y="6300"/>
                    <a:pt x="20050" y="6300"/>
                  </a:cubicBezTo>
                  <a:lnTo>
                    <a:pt x="20050" y="1512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43" name="Group 6943"/>
          <p:cNvGrpSpPr/>
          <p:nvPr/>
        </p:nvGrpSpPr>
        <p:grpSpPr>
          <a:xfrm>
            <a:off x="11877957" y="5157775"/>
            <a:ext cx="1247075" cy="859303"/>
            <a:chOff x="0" y="0"/>
            <a:chExt cx="1247074" cy="859302"/>
          </a:xfrm>
        </p:grpSpPr>
        <p:sp>
          <p:nvSpPr>
            <p:cNvPr id="6940" name="Shape 6940"/>
            <p:cNvSpPr/>
            <p:nvPr/>
          </p:nvSpPr>
          <p:spPr>
            <a:xfrm>
              <a:off x="220254" y="218704"/>
              <a:ext cx="718154" cy="4684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184" y="16665"/>
                  </a:moveTo>
                  <a:lnTo>
                    <a:pt x="4525" y="9584"/>
                  </a:lnTo>
                  <a:lnTo>
                    <a:pt x="0" y="21600"/>
                  </a:lnTo>
                  <a:lnTo>
                    <a:pt x="21600" y="21600"/>
                  </a:lnTo>
                  <a:lnTo>
                    <a:pt x="13483" y="0"/>
                  </a:lnTo>
                  <a:lnTo>
                    <a:pt x="7184" y="16665"/>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41" name="Shape 6941"/>
            <p:cNvSpPr/>
            <p:nvPr/>
          </p:nvSpPr>
          <p:spPr>
            <a:xfrm>
              <a:off x="823627" y="173722"/>
              <a:ext cx="190784" cy="192333"/>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42" name="Shape 6942"/>
            <p:cNvSpPr/>
            <p:nvPr/>
          </p:nvSpPr>
          <p:spPr>
            <a:xfrm>
              <a:off x="0" y="0"/>
              <a:ext cx="1247075" cy="8593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26" y="0"/>
                  </a:moveTo>
                  <a:cubicBezTo>
                    <a:pt x="18539" y="0"/>
                    <a:pt x="18539" y="0"/>
                    <a:pt x="18539" y="0"/>
                  </a:cubicBezTo>
                  <a:cubicBezTo>
                    <a:pt x="3061" y="0"/>
                    <a:pt x="3061" y="0"/>
                    <a:pt x="3061" y="0"/>
                  </a:cubicBezTo>
                  <a:cubicBezTo>
                    <a:pt x="874" y="0"/>
                    <a:pt x="874" y="0"/>
                    <a:pt x="874" y="0"/>
                  </a:cubicBezTo>
                  <a:cubicBezTo>
                    <a:pt x="394" y="0"/>
                    <a:pt x="0" y="604"/>
                    <a:pt x="0" y="1302"/>
                  </a:cubicBezTo>
                  <a:cubicBezTo>
                    <a:pt x="0" y="20361"/>
                    <a:pt x="0" y="20361"/>
                    <a:pt x="0" y="20361"/>
                  </a:cubicBezTo>
                  <a:cubicBezTo>
                    <a:pt x="0" y="21060"/>
                    <a:pt x="394" y="21600"/>
                    <a:pt x="874" y="21600"/>
                  </a:cubicBezTo>
                  <a:cubicBezTo>
                    <a:pt x="3061" y="21600"/>
                    <a:pt x="3061" y="21600"/>
                    <a:pt x="3061" y="21600"/>
                  </a:cubicBezTo>
                  <a:cubicBezTo>
                    <a:pt x="18539" y="21600"/>
                    <a:pt x="18539" y="21600"/>
                    <a:pt x="18539" y="21600"/>
                  </a:cubicBezTo>
                  <a:cubicBezTo>
                    <a:pt x="20726" y="21600"/>
                    <a:pt x="20726" y="21600"/>
                    <a:pt x="20726" y="21600"/>
                  </a:cubicBezTo>
                  <a:cubicBezTo>
                    <a:pt x="21206" y="21600"/>
                    <a:pt x="21600" y="21060"/>
                    <a:pt x="21600" y="20361"/>
                  </a:cubicBezTo>
                  <a:cubicBezTo>
                    <a:pt x="21600" y="1302"/>
                    <a:pt x="21600" y="1302"/>
                    <a:pt x="21600" y="1302"/>
                  </a:cubicBezTo>
                  <a:cubicBezTo>
                    <a:pt x="21600" y="604"/>
                    <a:pt x="21206" y="0"/>
                    <a:pt x="20726" y="0"/>
                  </a:cubicBezTo>
                  <a:close/>
                  <a:moveTo>
                    <a:pt x="19676" y="17534"/>
                  </a:moveTo>
                  <a:cubicBezTo>
                    <a:pt x="19676" y="18233"/>
                    <a:pt x="19283" y="18805"/>
                    <a:pt x="18802" y="18805"/>
                  </a:cubicBezTo>
                  <a:cubicBezTo>
                    <a:pt x="2798" y="18805"/>
                    <a:pt x="2798" y="18805"/>
                    <a:pt x="2798" y="18805"/>
                  </a:cubicBezTo>
                  <a:cubicBezTo>
                    <a:pt x="2317" y="18805"/>
                    <a:pt x="1924" y="18233"/>
                    <a:pt x="1924" y="17534"/>
                  </a:cubicBezTo>
                  <a:cubicBezTo>
                    <a:pt x="1924" y="4066"/>
                    <a:pt x="1924" y="4066"/>
                    <a:pt x="1924" y="4066"/>
                  </a:cubicBezTo>
                  <a:cubicBezTo>
                    <a:pt x="1924" y="3367"/>
                    <a:pt x="2317" y="2795"/>
                    <a:pt x="2798" y="2795"/>
                  </a:cubicBezTo>
                  <a:cubicBezTo>
                    <a:pt x="18802" y="2795"/>
                    <a:pt x="18802" y="2795"/>
                    <a:pt x="18802" y="2795"/>
                  </a:cubicBezTo>
                  <a:cubicBezTo>
                    <a:pt x="19283" y="2795"/>
                    <a:pt x="19676" y="3367"/>
                    <a:pt x="19676" y="4066"/>
                  </a:cubicBezTo>
                  <a:lnTo>
                    <a:pt x="19676" y="1753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944" name="Shape 6944"/>
          <p:cNvSpPr/>
          <p:nvPr/>
        </p:nvSpPr>
        <p:spPr>
          <a:xfrm>
            <a:off x="16515160" y="5303551"/>
            <a:ext cx="575077" cy="550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4" y="0"/>
                </a:moveTo>
                <a:cubicBezTo>
                  <a:pt x="1856" y="0"/>
                  <a:pt x="1856" y="0"/>
                  <a:pt x="1856" y="0"/>
                </a:cubicBezTo>
                <a:cubicBezTo>
                  <a:pt x="844" y="0"/>
                  <a:pt x="0" y="885"/>
                  <a:pt x="0" y="1948"/>
                </a:cubicBezTo>
                <a:cubicBezTo>
                  <a:pt x="0" y="16466"/>
                  <a:pt x="0" y="16466"/>
                  <a:pt x="0" y="16466"/>
                </a:cubicBezTo>
                <a:cubicBezTo>
                  <a:pt x="0" y="17528"/>
                  <a:pt x="844" y="18413"/>
                  <a:pt x="1856" y="18413"/>
                </a:cubicBezTo>
                <a:cubicBezTo>
                  <a:pt x="7256" y="18413"/>
                  <a:pt x="7256" y="18413"/>
                  <a:pt x="7256" y="18413"/>
                </a:cubicBezTo>
                <a:cubicBezTo>
                  <a:pt x="6919" y="18767"/>
                  <a:pt x="6581" y="19298"/>
                  <a:pt x="6244" y="19475"/>
                </a:cubicBezTo>
                <a:cubicBezTo>
                  <a:pt x="6075" y="19652"/>
                  <a:pt x="5906" y="19830"/>
                  <a:pt x="5738" y="20007"/>
                </a:cubicBezTo>
                <a:cubicBezTo>
                  <a:pt x="5738" y="20184"/>
                  <a:pt x="5569" y="20538"/>
                  <a:pt x="5738" y="20892"/>
                </a:cubicBezTo>
                <a:cubicBezTo>
                  <a:pt x="5906" y="21246"/>
                  <a:pt x="6244" y="21600"/>
                  <a:pt x="7088" y="21600"/>
                </a:cubicBezTo>
                <a:cubicBezTo>
                  <a:pt x="14512" y="21600"/>
                  <a:pt x="14512" y="21600"/>
                  <a:pt x="14512" y="21600"/>
                </a:cubicBezTo>
                <a:cubicBezTo>
                  <a:pt x="15356" y="21600"/>
                  <a:pt x="15694" y="21246"/>
                  <a:pt x="15862" y="20892"/>
                </a:cubicBezTo>
                <a:cubicBezTo>
                  <a:pt x="16031" y="20538"/>
                  <a:pt x="15862" y="20184"/>
                  <a:pt x="15862" y="20007"/>
                </a:cubicBezTo>
                <a:cubicBezTo>
                  <a:pt x="15694" y="19830"/>
                  <a:pt x="15525" y="19652"/>
                  <a:pt x="15356" y="19475"/>
                </a:cubicBezTo>
                <a:cubicBezTo>
                  <a:pt x="15019" y="19298"/>
                  <a:pt x="14681" y="18767"/>
                  <a:pt x="14344" y="18413"/>
                </a:cubicBezTo>
                <a:cubicBezTo>
                  <a:pt x="19744" y="18413"/>
                  <a:pt x="19744" y="18413"/>
                  <a:pt x="19744" y="18413"/>
                </a:cubicBezTo>
                <a:cubicBezTo>
                  <a:pt x="20756" y="18413"/>
                  <a:pt x="21600" y="17528"/>
                  <a:pt x="21600" y="16466"/>
                </a:cubicBezTo>
                <a:cubicBezTo>
                  <a:pt x="21600" y="1948"/>
                  <a:pt x="21600" y="1948"/>
                  <a:pt x="21600" y="1948"/>
                </a:cubicBezTo>
                <a:cubicBezTo>
                  <a:pt x="21600" y="885"/>
                  <a:pt x="20756" y="0"/>
                  <a:pt x="19744" y="0"/>
                </a:cubicBezTo>
                <a:close/>
                <a:moveTo>
                  <a:pt x="14850" y="20007"/>
                </a:moveTo>
                <a:cubicBezTo>
                  <a:pt x="15019" y="20184"/>
                  <a:pt x="15187" y="20361"/>
                  <a:pt x="15187" y="20538"/>
                </a:cubicBezTo>
                <a:cubicBezTo>
                  <a:pt x="15187" y="20538"/>
                  <a:pt x="15356" y="20538"/>
                  <a:pt x="15187" y="20538"/>
                </a:cubicBezTo>
                <a:cubicBezTo>
                  <a:pt x="15187" y="20715"/>
                  <a:pt x="14850" y="20892"/>
                  <a:pt x="14512" y="20892"/>
                </a:cubicBezTo>
                <a:cubicBezTo>
                  <a:pt x="7088" y="20892"/>
                  <a:pt x="7088" y="20892"/>
                  <a:pt x="7088" y="20892"/>
                </a:cubicBezTo>
                <a:cubicBezTo>
                  <a:pt x="6750" y="20892"/>
                  <a:pt x="6413" y="20715"/>
                  <a:pt x="6413" y="20538"/>
                </a:cubicBezTo>
                <a:cubicBezTo>
                  <a:pt x="6413" y="20538"/>
                  <a:pt x="6413" y="20538"/>
                  <a:pt x="6413" y="20538"/>
                </a:cubicBezTo>
                <a:cubicBezTo>
                  <a:pt x="6413" y="20538"/>
                  <a:pt x="6413" y="20538"/>
                  <a:pt x="6413" y="20538"/>
                </a:cubicBezTo>
                <a:cubicBezTo>
                  <a:pt x="6413" y="20361"/>
                  <a:pt x="6581" y="20184"/>
                  <a:pt x="6750" y="20007"/>
                </a:cubicBezTo>
                <a:cubicBezTo>
                  <a:pt x="7425" y="19298"/>
                  <a:pt x="7931" y="18767"/>
                  <a:pt x="8100" y="18413"/>
                </a:cubicBezTo>
                <a:cubicBezTo>
                  <a:pt x="13500" y="18413"/>
                  <a:pt x="13500" y="18413"/>
                  <a:pt x="13500" y="18413"/>
                </a:cubicBezTo>
                <a:cubicBezTo>
                  <a:pt x="13669" y="18767"/>
                  <a:pt x="14175" y="19298"/>
                  <a:pt x="14850" y="20007"/>
                </a:cubicBezTo>
                <a:close/>
                <a:moveTo>
                  <a:pt x="20250" y="16466"/>
                </a:moveTo>
                <a:cubicBezTo>
                  <a:pt x="20250" y="16820"/>
                  <a:pt x="20081" y="16997"/>
                  <a:pt x="19744" y="16997"/>
                </a:cubicBezTo>
                <a:cubicBezTo>
                  <a:pt x="1856" y="16997"/>
                  <a:pt x="1856" y="16997"/>
                  <a:pt x="1856" y="16997"/>
                </a:cubicBezTo>
                <a:cubicBezTo>
                  <a:pt x="1519" y="16997"/>
                  <a:pt x="1350" y="16820"/>
                  <a:pt x="1350" y="16466"/>
                </a:cubicBezTo>
                <a:cubicBezTo>
                  <a:pt x="1350" y="1948"/>
                  <a:pt x="1350" y="1948"/>
                  <a:pt x="1350" y="1948"/>
                </a:cubicBezTo>
                <a:cubicBezTo>
                  <a:pt x="1350" y="1593"/>
                  <a:pt x="1519" y="1416"/>
                  <a:pt x="1856" y="1416"/>
                </a:cubicBezTo>
                <a:cubicBezTo>
                  <a:pt x="19744" y="1416"/>
                  <a:pt x="19744" y="1416"/>
                  <a:pt x="19744" y="1416"/>
                </a:cubicBezTo>
                <a:cubicBezTo>
                  <a:pt x="20081" y="1416"/>
                  <a:pt x="20250" y="1593"/>
                  <a:pt x="20250" y="1948"/>
                </a:cubicBezTo>
                <a:lnTo>
                  <a:pt x="20250" y="16466"/>
                </a:ln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945" name="Shape 6945"/>
          <p:cNvSpPr/>
          <p:nvPr/>
        </p:nvSpPr>
        <p:spPr>
          <a:xfrm>
            <a:off x="16775712" y="5673909"/>
            <a:ext cx="53972" cy="53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5400"/>
                  <a:pt x="0" y="10800"/>
                </a:cubicBezTo>
                <a:cubicBezTo>
                  <a:pt x="0" y="16200"/>
                  <a:pt x="5400" y="21600"/>
                  <a:pt x="10800" y="21600"/>
                </a:cubicBezTo>
                <a:cubicBezTo>
                  <a:pt x="16200" y="21600"/>
                  <a:pt x="21600" y="16200"/>
                  <a:pt x="21600" y="10800"/>
                </a:cubicBezTo>
                <a:cubicBezTo>
                  <a:pt x="21600" y="5400"/>
                  <a:pt x="16200" y="0"/>
                  <a:pt x="10800" y="0"/>
                </a:cubicBezTo>
                <a:close/>
                <a:moveTo>
                  <a:pt x="10800" y="14400"/>
                </a:moveTo>
                <a:cubicBezTo>
                  <a:pt x="9000" y="14400"/>
                  <a:pt x="7200" y="12600"/>
                  <a:pt x="7200" y="10800"/>
                </a:cubicBezTo>
                <a:cubicBezTo>
                  <a:pt x="7200" y="9000"/>
                  <a:pt x="9000" y="7200"/>
                  <a:pt x="10800" y="7200"/>
                </a:cubicBezTo>
                <a:cubicBezTo>
                  <a:pt x="12600" y="7200"/>
                  <a:pt x="14400" y="9000"/>
                  <a:pt x="14400" y="10800"/>
                </a:cubicBezTo>
                <a:cubicBezTo>
                  <a:pt x="14400" y="12600"/>
                  <a:pt x="12600" y="14400"/>
                  <a:pt x="10800" y="14400"/>
                </a:cubicBezTo>
                <a:close/>
              </a:path>
            </a:pathLst>
          </a:custGeom>
          <a:solidFill>
            <a:srgbClr val="FFFFFF"/>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6946" name="Shape 6946"/>
          <p:cNvSpPr/>
          <p:nvPr/>
        </p:nvSpPr>
        <p:spPr>
          <a:xfrm rot="5400000">
            <a:off x="16730643" y="5424558"/>
            <a:ext cx="216987" cy="1345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21600" y="21600"/>
                </a:lnTo>
                <a:lnTo>
                  <a:pt x="0" y="21600"/>
                </a:lnTo>
                <a:close/>
              </a:path>
            </a:pathLst>
          </a:custGeom>
          <a:solidFill>
            <a:srgbClr val="FFFFFF"/>
          </a:solidFill>
          <a:ln w="12700">
            <a:solidFill>
              <a:srgbClr val="FFFFFF"/>
            </a:solidFill>
            <a:miter/>
          </a:ln>
        </p:spPr>
        <p:txBody>
          <a:bodyPr tIns="91439" bIns="91439" anchor="ctr"/>
          <a:lstStyle/>
          <a:p>
            <a:pPr algn="l" defTabSz="914400">
              <a:defRPr sz="3600">
                <a:solidFill>
                  <a:srgbClr val="0A0A0A"/>
                </a:solidFill>
                <a:latin typeface="Calibri"/>
                <a:ea typeface="Calibri"/>
                <a:cs typeface="Calibri"/>
                <a:sym typeface="Calibri"/>
              </a:defRPr>
            </a:pPr>
          </a:p>
        </p:txBody>
      </p:sp>
      <p:grpSp>
        <p:nvGrpSpPr>
          <p:cNvPr id="6950" name="Group 6950"/>
          <p:cNvGrpSpPr/>
          <p:nvPr/>
        </p:nvGrpSpPr>
        <p:grpSpPr>
          <a:xfrm>
            <a:off x="16762026" y="5182075"/>
            <a:ext cx="843794" cy="793836"/>
            <a:chOff x="0" y="0"/>
            <a:chExt cx="843793" cy="793834"/>
          </a:xfrm>
        </p:grpSpPr>
        <p:sp>
          <p:nvSpPr>
            <p:cNvPr id="6947" name="Shape 6947"/>
            <p:cNvSpPr/>
            <p:nvPr/>
          </p:nvSpPr>
          <p:spPr>
            <a:xfrm>
              <a:off x="0" y="0"/>
              <a:ext cx="843794" cy="3164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12" y="7200"/>
                  </a:moveTo>
                  <a:cubicBezTo>
                    <a:pt x="18562" y="3600"/>
                    <a:pt x="16200" y="0"/>
                    <a:pt x="10800" y="0"/>
                  </a:cubicBezTo>
                  <a:cubicBezTo>
                    <a:pt x="5400" y="0"/>
                    <a:pt x="3375" y="3600"/>
                    <a:pt x="1688" y="7200"/>
                  </a:cubicBezTo>
                  <a:cubicBezTo>
                    <a:pt x="675" y="9900"/>
                    <a:pt x="0" y="10800"/>
                    <a:pt x="0" y="14400"/>
                  </a:cubicBezTo>
                  <a:cubicBezTo>
                    <a:pt x="0" y="18000"/>
                    <a:pt x="0" y="18000"/>
                    <a:pt x="0" y="18000"/>
                  </a:cubicBezTo>
                  <a:cubicBezTo>
                    <a:pt x="0" y="19800"/>
                    <a:pt x="675" y="21600"/>
                    <a:pt x="1350" y="21600"/>
                  </a:cubicBezTo>
                  <a:cubicBezTo>
                    <a:pt x="4050" y="21600"/>
                    <a:pt x="4050" y="21600"/>
                    <a:pt x="4050" y="21600"/>
                  </a:cubicBezTo>
                  <a:cubicBezTo>
                    <a:pt x="4725" y="21600"/>
                    <a:pt x="5400" y="19800"/>
                    <a:pt x="5400" y="18000"/>
                  </a:cubicBezTo>
                  <a:cubicBezTo>
                    <a:pt x="5400" y="16200"/>
                    <a:pt x="5400" y="14400"/>
                    <a:pt x="6075" y="11700"/>
                  </a:cubicBezTo>
                  <a:cubicBezTo>
                    <a:pt x="6750" y="9900"/>
                    <a:pt x="8100" y="7200"/>
                    <a:pt x="10800" y="7200"/>
                  </a:cubicBezTo>
                  <a:cubicBezTo>
                    <a:pt x="13500" y="7200"/>
                    <a:pt x="14850" y="9900"/>
                    <a:pt x="15525" y="11700"/>
                  </a:cubicBezTo>
                  <a:cubicBezTo>
                    <a:pt x="16200" y="14400"/>
                    <a:pt x="16200" y="16200"/>
                    <a:pt x="16200" y="18000"/>
                  </a:cubicBezTo>
                  <a:cubicBezTo>
                    <a:pt x="16200" y="19800"/>
                    <a:pt x="16875" y="21600"/>
                    <a:pt x="17550" y="21600"/>
                  </a:cubicBezTo>
                  <a:cubicBezTo>
                    <a:pt x="20250" y="21600"/>
                    <a:pt x="20250" y="21600"/>
                    <a:pt x="20250" y="21600"/>
                  </a:cubicBezTo>
                  <a:cubicBezTo>
                    <a:pt x="20925" y="21600"/>
                    <a:pt x="21600" y="19800"/>
                    <a:pt x="21600" y="18000"/>
                  </a:cubicBezTo>
                  <a:cubicBezTo>
                    <a:pt x="21600" y="14400"/>
                    <a:pt x="21600" y="14400"/>
                    <a:pt x="21600" y="14400"/>
                  </a:cubicBezTo>
                  <a:cubicBezTo>
                    <a:pt x="21600" y="10800"/>
                    <a:pt x="20925" y="9900"/>
                    <a:pt x="19912" y="72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48" name="Shape 6948"/>
            <p:cNvSpPr/>
            <p:nvPr/>
          </p:nvSpPr>
          <p:spPr>
            <a:xfrm>
              <a:off x="316420" y="477409"/>
              <a:ext cx="210952" cy="210952"/>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49" name="Shape 6949"/>
            <p:cNvSpPr/>
            <p:nvPr/>
          </p:nvSpPr>
          <p:spPr>
            <a:xfrm>
              <a:off x="55512" y="210948"/>
              <a:ext cx="738322" cy="5828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3927"/>
                  </a:moveTo>
                  <a:cubicBezTo>
                    <a:pt x="15429" y="3927"/>
                    <a:pt x="15429" y="3927"/>
                    <a:pt x="15429" y="3927"/>
                  </a:cubicBezTo>
                  <a:cubicBezTo>
                    <a:pt x="15429" y="1473"/>
                    <a:pt x="15429" y="1473"/>
                    <a:pt x="15429" y="1473"/>
                  </a:cubicBezTo>
                  <a:cubicBezTo>
                    <a:pt x="15429" y="491"/>
                    <a:pt x="14657" y="0"/>
                    <a:pt x="13886" y="0"/>
                  </a:cubicBezTo>
                  <a:cubicBezTo>
                    <a:pt x="13114" y="0"/>
                    <a:pt x="12343" y="491"/>
                    <a:pt x="12343" y="1473"/>
                  </a:cubicBezTo>
                  <a:cubicBezTo>
                    <a:pt x="12343" y="3927"/>
                    <a:pt x="12343" y="3927"/>
                    <a:pt x="12343" y="3927"/>
                  </a:cubicBezTo>
                  <a:cubicBezTo>
                    <a:pt x="9257" y="3927"/>
                    <a:pt x="9257" y="3927"/>
                    <a:pt x="9257" y="3927"/>
                  </a:cubicBezTo>
                  <a:cubicBezTo>
                    <a:pt x="9257" y="1473"/>
                    <a:pt x="9257" y="1473"/>
                    <a:pt x="9257" y="1473"/>
                  </a:cubicBezTo>
                  <a:cubicBezTo>
                    <a:pt x="9257" y="491"/>
                    <a:pt x="8486" y="0"/>
                    <a:pt x="7714" y="0"/>
                  </a:cubicBezTo>
                  <a:cubicBezTo>
                    <a:pt x="6943" y="0"/>
                    <a:pt x="6171" y="491"/>
                    <a:pt x="6171" y="1473"/>
                  </a:cubicBezTo>
                  <a:cubicBezTo>
                    <a:pt x="6171" y="3927"/>
                    <a:pt x="6171" y="3927"/>
                    <a:pt x="6171" y="3927"/>
                  </a:cubicBezTo>
                  <a:cubicBezTo>
                    <a:pt x="5400" y="3927"/>
                    <a:pt x="5400" y="3927"/>
                    <a:pt x="5400" y="3927"/>
                  </a:cubicBezTo>
                  <a:cubicBezTo>
                    <a:pt x="5014" y="3927"/>
                    <a:pt x="4629" y="4418"/>
                    <a:pt x="4243" y="4909"/>
                  </a:cubicBezTo>
                  <a:cubicBezTo>
                    <a:pt x="3086" y="6873"/>
                    <a:pt x="0" y="13255"/>
                    <a:pt x="0" y="15709"/>
                  </a:cubicBezTo>
                  <a:cubicBezTo>
                    <a:pt x="0" y="19636"/>
                    <a:pt x="0" y="19636"/>
                    <a:pt x="0" y="19636"/>
                  </a:cubicBezTo>
                  <a:cubicBezTo>
                    <a:pt x="0" y="20618"/>
                    <a:pt x="771" y="21600"/>
                    <a:pt x="1543" y="21600"/>
                  </a:cubicBezTo>
                  <a:cubicBezTo>
                    <a:pt x="20057" y="21600"/>
                    <a:pt x="20057" y="21600"/>
                    <a:pt x="20057" y="21600"/>
                  </a:cubicBezTo>
                  <a:cubicBezTo>
                    <a:pt x="20829" y="21600"/>
                    <a:pt x="21600" y="20618"/>
                    <a:pt x="21600" y="19636"/>
                  </a:cubicBezTo>
                  <a:cubicBezTo>
                    <a:pt x="21600" y="18164"/>
                    <a:pt x="21600" y="15709"/>
                    <a:pt x="21600" y="15709"/>
                  </a:cubicBezTo>
                  <a:cubicBezTo>
                    <a:pt x="21600" y="12273"/>
                    <a:pt x="18514" y="6873"/>
                    <a:pt x="17357" y="4909"/>
                  </a:cubicBezTo>
                  <a:cubicBezTo>
                    <a:pt x="16971" y="4418"/>
                    <a:pt x="16586" y="3927"/>
                    <a:pt x="16200" y="3927"/>
                  </a:cubicBezTo>
                  <a:close/>
                  <a:moveTo>
                    <a:pt x="10800" y="19636"/>
                  </a:moveTo>
                  <a:cubicBezTo>
                    <a:pt x="8100" y="19636"/>
                    <a:pt x="6171" y="17182"/>
                    <a:pt x="6171" y="13745"/>
                  </a:cubicBezTo>
                  <a:cubicBezTo>
                    <a:pt x="6171" y="10309"/>
                    <a:pt x="8100" y="7855"/>
                    <a:pt x="10800" y="7855"/>
                  </a:cubicBezTo>
                  <a:cubicBezTo>
                    <a:pt x="13500" y="7855"/>
                    <a:pt x="15429" y="10309"/>
                    <a:pt x="15429" y="13745"/>
                  </a:cubicBezTo>
                  <a:cubicBezTo>
                    <a:pt x="15429" y="17182"/>
                    <a:pt x="13500" y="19636"/>
                    <a:pt x="10800" y="1963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55" name="Group 6955"/>
          <p:cNvGrpSpPr/>
          <p:nvPr/>
        </p:nvGrpSpPr>
        <p:grpSpPr>
          <a:xfrm>
            <a:off x="15297187" y="5040994"/>
            <a:ext cx="925267" cy="901691"/>
            <a:chOff x="0" y="0"/>
            <a:chExt cx="925265" cy="901690"/>
          </a:xfrm>
        </p:grpSpPr>
        <p:sp>
          <p:nvSpPr>
            <p:cNvPr id="6951" name="Shape 6951"/>
            <p:cNvSpPr/>
            <p:nvPr/>
          </p:nvSpPr>
          <p:spPr>
            <a:xfrm>
              <a:off x="0" y="514471"/>
              <a:ext cx="406647" cy="157376"/>
            </a:xfrm>
            <a:custGeom>
              <a:avLst/>
              <a:gdLst/>
              <a:ahLst/>
              <a:cxnLst>
                <a:cxn ang="0">
                  <a:pos x="wd2" y="hd2"/>
                </a:cxn>
                <a:cxn ang="5400000">
                  <a:pos x="wd2" y="hd2"/>
                </a:cxn>
                <a:cxn ang="10800000">
                  <a:pos x="wd2" y="hd2"/>
                </a:cxn>
                <a:cxn ang="16200000">
                  <a:pos x="wd2" y="hd2"/>
                </a:cxn>
              </a:cxnLst>
              <a:rect l="0" t="0" r="r" b="b"/>
              <a:pathLst>
                <a:path w="21600" h="20600" fill="norm" stroke="1" extrusionOk="0">
                  <a:moveTo>
                    <a:pt x="2314" y="17000"/>
                  </a:moveTo>
                  <a:cubicBezTo>
                    <a:pt x="7714" y="20600"/>
                    <a:pt x="7714" y="20600"/>
                    <a:pt x="7714" y="20600"/>
                  </a:cubicBezTo>
                  <a:cubicBezTo>
                    <a:pt x="21600" y="13400"/>
                    <a:pt x="21600" y="13400"/>
                    <a:pt x="21600" y="13400"/>
                  </a:cubicBezTo>
                  <a:cubicBezTo>
                    <a:pt x="3857" y="800"/>
                    <a:pt x="3857" y="800"/>
                    <a:pt x="3857" y="800"/>
                  </a:cubicBezTo>
                  <a:cubicBezTo>
                    <a:pt x="3086" y="-1000"/>
                    <a:pt x="2314" y="800"/>
                    <a:pt x="1543" y="800"/>
                  </a:cubicBezTo>
                  <a:cubicBezTo>
                    <a:pt x="771" y="2600"/>
                    <a:pt x="0" y="4400"/>
                    <a:pt x="0" y="8000"/>
                  </a:cubicBezTo>
                  <a:cubicBezTo>
                    <a:pt x="0" y="9800"/>
                    <a:pt x="0" y="9800"/>
                    <a:pt x="0" y="9800"/>
                  </a:cubicBezTo>
                  <a:cubicBezTo>
                    <a:pt x="0" y="13400"/>
                    <a:pt x="771" y="15200"/>
                    <a:pt x="2314" y="170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52" name="Shape 6952"/>
            <p:cNvSpPr/>
            <p:nvPr/>
          </p:nvSpPr>
          <p:spPr>
            <a:xfrm>
              <a:off x="624700" y="760248"/>
              <a:ext cx="300566" cy="1414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14" y="0"/>
                  </a:moveTo>
                  <a:cubicBezTo>
                    <a:pt x="18514" y="0"/>
                    <a:pt x="18514" y="0"/>
                    <a:pt x="18514" y="0"/>
                  </a:cubicBezTo>
                  <a:cubicBezTo>
                    <a:pt x="0" y="10800"/>
                    <a:pt x="0" y="10800"/>
                    <a:pt x="0" y="10800"/>
                  </a:cubicBezTo>
                  <a:cubicBezTo>
                    <a:pt x="16457" y="21600"/>
                    <a:pt x="16457" y="21600"/>
                    <a:pt x="16457" y="21600"/>
                  </a:cubicBezTo>
                  <a:cubicBezTo>
                    <a:pt x="17486" y="21600"/>
                    <a:pt x="18514" y="21600"/>
                    <a:pt x="19543" y="19440"/>
                  </a:cubicBezTo>
                  <a:cubicBezTo>
                    <a:pt x="20571" y="17280"/>
                    <a:pt x="21600" y="15120"/>
                    <a:pt x="21600" y="12960"/>
                  </a:cubicBezTo>
                  <a:cubicBezTo>
                    <a:pt x="21600" y="8640"/>
                    <a:pt x="21600" y="8640"/>
                    <a:pt x="21600" y="8640"/>
                  </a:cubicBezTo>
                  <a:cubicBezTo>
                    <a:pt x="21600" y="4320"/>
                    <a:pt x="20571" y="2160"/>
                    <a:pt x="18514"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53" name="Shape 6953"/>
            <p:cNvSpPr/>
            <p:nvPr/>
          </p:nvSpPr>
          <p:spPr>
            <a:xfrm>
              <a:off x="0" y="559873"/>
              <a:ext cx="925266" cy="3418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5" y="900"/>
                  </a:moveTo>
                  <a:cubicBezTo>
                    <a:pt x="20925" y="900"/>
                    <a:pt x="20587" y="0"/>
                    <a:pt x="20250" y="0"/>
                  </a:cubicBezTo>
                  <a:cubicBezTo>
                    <a:pt x="19913" y="0"/>
                    <a:pt x="19913" y="0"/>
                    <a:pt x="19913" y="0"/>
                  </a:cubicBezTo>
                  <a:cubicBezTo>
                    <a:pt x="1013" y="12600"/>
                    <a:pt x="1013" y="12600"/>
                    <a:pt x="1013" y="12600"/>
                  </a:cubicBezTo>
                  <a:cubicBezTo>
                    <a:pt x="338" y="13500"/>
                    <a:pt x="0" y="14400"/>
                    <a:pt x="0" y="16200"/>
                  </a:cubicBezTo>
                  <a:cubicBezTo>
                    <a:pt x="0" y="18000"/>
                    <a:pt x="0" y="18000"/>
                    <a:pt x="0" y="18000"/>
                  </a:cubicBezTo>
                  <a:cubicBezTo>
                    <a:pt x="0" y="18900"/>
                    <a:pt x="338" y="19800"/>
                    <a:pt x="675" y="20700"/>
                  </a:cubicBezTo>
                  <a:cubicBezTo>
                    <a:pt x="675" y="21600"/>
                    <a:pt x="1013" y="21600"/>
                    <a:pt x="1350" y="21600"/>
                  </a:cubicBezTo>
                  <a:cubicBezTo>
                    <a:pt x="1688" y="21600"/>
                    <a:pt x="1688" y="21600"/>
                    <a:pt x="1688" y="21600"/>
                  </a:cubicBezTo>
                  <a:cubicBezTo>
                    <a:pt x="20587" y="9000"/>
                    <a:pt x="20587" y="9000"/>
                    <a:pt x="20587" y="9000"/>
                  </a:cubicBezTo>
                  <a:cubicBezTo>
                    <a:pt x="21263" y="8100"/>
                    <a:pt x="21600" y="7200"/>
                    <a:pt x="21600" y="5400"/>
                  </a:cubicBezTo>
                  <a:cubicBezTo>
                    <a:pt x="21600" y="3600"/>
                    <a:pt x="21600" y="3600"/>
                    <a:pt x="21600" y="3600"/>
                  </a:cubicBezTo>
                  <a:cubicBezTo>
                    <a:pt x="21600" y="2700"/>
                    <a:pt x="21263" y="1800"/>
                    <a:pt x="20925" y="9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54" name="Shape 6954"/>
            <p:cNvSpPr/>
            <p:nvPr/>
          </p:nvSpPr>
          <p:spPr>
            <a:xfrm>
              <a:off x="290838" y="0"/>
              <a:ext cx="393274" cy="564467"/>
            </a:xfrm>
            <a:custGeom>
              <a:avLst/>
              <a:gdLst/>
              <a:ahLst/>
              <a:cxnLst>
                <a:cxn ang="0">
                  <a:pos x="wd2" y="hd2"/>
                </a:cxn>
                <a:cxn ang="5400000">
                  <a:pos x="wd2" y="hd2"/>
                </a:cxn>
                <a:cxn ang="10800000">
                  <a:pos x="wd2" y="hd2"/>
                </a:cxn>
                <a:cxn ang="16200000">
                  <a:pos x="wd2" y="hd2"/>
                </a:cxn>
              </a:cxnLst>
              <a:rect l="0" t="0" r="r" b="b"/>
              <a:pathLst>
                <a:path w="15839" h="19703" fill="norm" stroke="1" extrusionOk="0">
                  <a:moveTo>
                    <a:pt x="1027" y="15709"/>
                  </a:moveTo>
                  <a:cubicBezTo>
                    <a:pt x="2779" y="19636"/>
                    <a:pt x="10368" y="21600"/>
                    <a:pt x="14454" y="17182"/>
                  </a:cubicBezTo>
                  <a:cubicBezTo>
                    <a:pt x="17957" y="12273"/>
                    <a:pt x="14454" y="4909"/>
                    <a:pt x="8033" y="0"/>
                  </a:cubicBezTo>
                  <a:cubicBezTo>
                    <a:pt x="9200" y="5400"/>
                    <a:pt x="-3643" y="7364"/>
                    <a:pt x="1027" y="15709"/>
                  </a:cubicBezTo>
                  <a:close/>
                  <a:moveTo>
                    <a:pt x="5114" y="13745"/>
                  </a:moveTo>
                  <a:cubicBezTo>
                    <a:pt x="6281" y="12764"/>
                    <a:pt x="8616" y="11782"/>
                    <a:pt x="8616" y="7855"/>
                  </a:cubicBezTo>
                  <a:cubicBezTo>
                    <a:pt x="14454" y="10800"/>
                    <a:pt x="12119" y="18655"/>
                    <a:pt x="8033" y="17673"/>
                  </a:cubicBezTo>
                  <a:cubicBezTo>
                    <a:pt x="3946" y="17182"/>
                    <a:pt x="3946" y="14727"/>
                    <a:pt x="5114" y="1374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956" name="Shape 6956"/>
          <p:cNvSpPr/>
          <p:nvPr/>
        </p:nvSpPr>
        <p:spPr>
          <a:xfrm>
            <a:off x="13536066" y="5016594"/>
            <a:ext cx="1114537" cy="981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1543"/>
                </a:moveTo>
                <a:cubicBezTo>
                  <a:pt x="17550" y="3086"/>
                  <a:pt x="17550" y="3086"/>
                  <a:pt x="17550" y="3086"/>
                </a:cubicBezTo>
                <a:cubicBezTo>
                  <a:pt x="2700" y="7714"/>
                  <a:pt x="2700" y="7714"/>
                  <a:pt x="2700" y="7714"/>
                </a:cubicBezTo>
                <a:cubicBezTo>
                  <a:pt x="0" y="6171"/>
                  <a:pt x="0" y="6171"/>
                  <a:pt x="0" y="6171"/>
                </a:cubicBezTo>
                <a:cubicBezTo>
                  <a:pt x="0" y="15429"/>
                  <a:pt x="0" y="15429"/>
                  <a:pt x="0" y="15429"/>
                </a:cubicBezTo>
                <a:cubicBezTo>
                  <a:pt x="2700" y="13886"/>
                  <a:pt x="2700" y="13886"/>
                  <a:pt x="2700" y="13886"/>
                </a:cubicBezTo>
                <a:cubicBezTo>
                  <a:pt x="4387" y="14271"/>
                  <a:pt x="4387" y="14271"/>
                  <a:pt x="4387" y="14271"/>
                </a:cubicBezTo>
                <a:cubicBezTo>
                  <a:pt x="3713" y="16200"/>
                  <a:pt x="3713" y="16200"/>
                  <a:pt x="3713" y="16200"/>
                </a:cubicBezTo>
                <a:cubicBezTo>
                  <a:pt x="3713" y="17743"/>
                  <a:pt x="4387" y="18900"/>
                  <a:pt x="5400" y="19286"/>
                </a:cubicBezTo>
                <a:cubicBezTo>
                  <a:pt x="9450" y="20443"/>
                  <a:pt x="9450" y="20443"/>
                  <a:pt x="9450" y="20443"/>
                </a:cubicBezTo>
                <a:cubicBezTo>
                  <a:pt x="9450" y="20443"/>
                  <a:pt x="9788" y="20443"/>
                  <a:pt x="9788" y="20443"/>
                </a:cubicBezTo>
                <a:cubicBezTo>
                  <a:pt x="10800" y="20443"/>
                  <a:pt x="11475" y="19671"/>
                  <a:pt x="11812" y="18514"/>
                </a:cubicBezTo>
                <a:cubicBezTo>
                  <a:pt x="12150" y="16971"/>
                  <a:pt x="12150" y="16971"/>
                  <a:pt x="12150" y="16971"/>
                </a:cubicBezTo>
                <a:cubicBezTo>
                  <a:pt x="17550" y="18514"/>
                  <a:pt x="17550" y="18514"/>
                  <a:pt x="17550" y="18514"/>
                </a:cubicBezTo>
                <a:cubicBezTo>
                  <a:pt x="17550" y="20057"/>
                  <a:pt x="17550" y="20057"/>
                  <a:pt x="17550" y="20057"/>
                </a:cubicBezTo>
                <a:cubicBezTo>
                  <a:pt x="21600" y="21600"/>
                  <a:pt x="21600" y="21600"/>
                  <a:pt x="21600" y="21600"/>
                </a:cubicBezTo>
                <a:cubicBezTo>
                  <a:pt x="21600" y="0"/>
                  <a:pt x="21600" y="0"/>
                  <a:pt x="21600" y="0"/>
                </a:cubicBezTo>
                <a:lnTo>
                  <a:pt x="17550" y="1543"/>
                </a:lnTo>
                <a:close/>
                <a:moveTo>
                  <a:pt x="10463" y="18129"/>
                </a:moveTo>
                <a:cubicBezTo>
                  <a:pt x="10463" y="18514"/>
                  <a:pt x="10125" y="18900"/>
                  <a:pt x="9788" y="18900"/>
                </a:cubicBezTo>
                <a:cubicBezTo>
                  <a:pt x="5738" y="17743"/>
                  <a:pt x="5738" y="17743"/>
                  <a:pt x="5738" y="17743"/>
                </a:cubicBezTo>
                <a:cubicBezTo>
                  <a:pt x="5400" y="17357"/>
                  <a:pt x="5063" y="16971"/>
                  <a:pt x="5063" y="16586"/>
                </a:cubicBezTo>
                <a:cubicBezTo>
                  <a:pt x="5738" y="14657"/>
                  <a:pt x="5738" y="14657"/>
                  <a:pt x="5738" y="14657"/>
                </a:cubicBezTo>
                <a:cubicBezTo>
                  <a:pt x="10800" y="16586"/>
                  <a:pt x="10800" y="16586"/>
                  <a:pt x="10800" y="16586"/>
                </a:cubicBezTo>
                <a:lnTo>
                  <a:pt x="10463" y="18129"/>
                </a:lnTo>
                <a:close/>
                <a:moveTo>
                  <a:pt x="17550" y="10800"/>
                </a:moveTo>
                <a:cubicBezTo>
                  <a:pt x="2700" y="10800"/>
                  <a:pt x="2700" y="10800"/>
                  <a:pt x="2700" y="10800"/>
                </a:cubicBezTo>
                <a:cubicBezTo>
                  <a:pt x="2700" y="9257"/>
                  <a:pt x="2700" y="9257"/>
                  <a:pt x="2700" y="9257"/>
                </a:cubicBezTo>
                <a:cubicBezTo>
                  <a:pt x="17550" y="4629"/>
                  <a:pt x="17550" y="4629"/>
                  <a:pt x="17550" y="4629"/>
                </a:cubicBezTo>
                <a:lnTo>
                  <a:pt x="17550" y="10800"/>
                </a:lnTo>
                <a:close/>
                <a:moveTo>
                  <a:pt x="20250" y="10800"/>
                </a:moveTo>
                <a:cubicBezTo>
                  <a:pt x="18900" y="10800"/>
                  <a:pt x="18900" y="10800"/>
                  <a:pt x="18900" y="10800"/>
                </a:cubicBezTo>
                <a:cubicBezTo>
                  <a:pt x="18900" y="3086"/>
                  <a:pt x="18900" y="3086"/>
                  <a:pt x="18900" y="3086"/>
                </a:cubicBezTo>
                <a:cubicBezTo>
                  <a:pt x="20250" y="3086"/>
                  <a:pt x="20250" y="3086"/>
                  <a:pt x="20250" y="3086"/>
                </a:cubicBezTo>
                <a:lnTo>
                  <a:pt x="20250" y="108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959" name="Group 6959"/>
          <p:cNvGrpSpPr/>
          <p:nvPr/>
        </p:nvGrpSpPr>
        <p:grpSpPr>
          <a:xfrm>
            <a:off x="3566862" y="6484382"/>
            <a:ext cx="1005278" cy="937253"/>
            <a:chOff x="0" y="0"/>
            <a:chExt cx="1005276" cy="937251"/>
          </a:xfrm>
        </p:grpSpPr>
        <p:sp>
          <p:nvSpPr>
            <p:cNvPr id="6957" name="Shape 6957"/>
            <p:cNvSpPr/>
            <p:nvPr/>
          </p:nvSpPr>
          <p:spPr>
            <a:xfrm>
              <a:off x="132272" y="804977"/>
              <a:ext cx="736953" cy="1322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0"/>
                  </a:moveTo>
                  <a:cubicBezTo>
                    <a:pt x="491" y="0"/>
                    <a:pt x="491" y="0"/>
                    <a:pt x="491" y="0"/>
                  </a:cubicBezTo>
                  <a:cubicBezTo>
                    <a:pt x="0" y="0"/>
                    <a:pt x="0" y="0"/>
                    <a:pt x="0" y="2700"/>
                  </a:cubicBezTo>
                  <a:cubicBezTo>
                    <a:pt x="0" y="18900"/>
                    <a:pt x="0" y="18900"/>
                    <a:pt x="0" y="18900"/>
                  </a:cubicBezTo>
                  <a:cubicBezTo>
                    <a:pt x="0" y="21600"/>
                    <a:pt x="0" y="21600"/>
                    <a:pt x="491" y="21600"/>
                  </a:cubicBezTo>
                  <a:cubicBezTo>
                    <a:pt x="21109" y="21600"/>
                    <a:pt x="21109" y="21600"/>
                    <a:pt x="21109" y="21600"/>
                  </a:cubicBezTo>
                  <a:cubicBezTo>
                    <a:pt x="21600" y="21600"/>
                    <a:pt x="21600" y="21600"/>
                    <a:pt x="21600" y="18900"/>
                  </a:cubicBezTo>
                  <a:cubicBezTo>
                    <a:pt x="21600" y="2700"/>
                    <a:pt x="21600" y="2700"/>
                    <a:pt x="21600" y="2700"/>
                  </a:cubicBezTo>
                  <a:cubicBezTo>
                    <a:pt x="21600" y="0"/>
                    <a:pt x="21600" y="0"/>
                    <a:pt x="21109"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58" name="Shape 6958"/>
            <p:cNvSpPr/>
            <p:nvPr/>
          </p:nvSpPr>
          <p:spPr>
            <a:xfrm>
              <a:off x="0" y="0"/>
              <a:ext cx="1005277" cy="7369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945"/>
                  </a:moveTo>
                  <a:cubicBezTo>
                    <a:pt x="21600" y="1473"/>
                    <a:pt x="20520" y="0"/>
                    <a:pt x="19440" y="0"/>
                  </a:cubicBezTo>
                  <a:cubicBezTo>
                    <a:pt x="18360" y="0"/>
                    <a:pt x="17280" y="1473"/>
                    <a:pt x="17280" y="2945"/>
                  </a:cubicBezTo>
                  <a:cubicBezTo>
                    <a:pt x="17280" y="3927"/>
                    <a:pt x="17640" y="4909"/>
                    <a:pt x="18360" y="5400"/>
                  </a:cubicBezTo>
                  <a:cubicBezTo>
                    <a:pt x="14400" y="15709"/>
                    <a:pt x="14400" y="15709"/>
                    <a:pt x="14400" y="15709"/>
                  </a:cubicBezTo>
                  <a:cubicBezTo>
                    <a:pt x="11880" y="5400"/>
                    <a:pt x="11880" y="5400"/>
                    <a:pt x="11880" y="5400"/>
                  </a:cubicBezTo>
                  <a:cubicBezTo>
                    <a:pt x="12600" y="4909"/>
                    <a:pt x="12960" y="3927"/>
                    <a:pt x="12960" y="2945"/>
                  </a:cubicBezTo>
                  <a:cubicBezTo>
                    <a:pt x="12960" y="1473"/>
                    <a:pt x="11880" y="0"/>
                    <a:pt x="10800" y="0"/>
                  </a:cubicBezTo>
                  <a:cubicBezTo>
                    <a:pt x="9720" y="0"/>
                    <a:pt x="8640" y="1473"/>
                    <a:pt x="8640" y="2945"/>
                  </a:cubicBezTo>
                  <a:cubicBezTo>
                    <a:pt x="8640" y="3927"/>
                    <a:pt x="9000" y="4909"/>
                    <a:pt x="9720" y="5400"/>
                  </a:cubicBezTo>
                  <a:cubicBezTo>
                    <a:pt x="7200" y="15709"/>
                    <a:pt x="7200" y="15709"/>
                    <a:pt x="7200" y="15709"/>
                  </a:cubicBezTo>
                  <a:cubicBezTo>
                    <a:pt x="3240" y="5400"/>
                    <a:pt x="3240" y="5400"/>
                    <a:pt x="3240" y="5400"/>
                  </a:cubicBezTo>
                  <a:cubicBezTo>
                    <a:pt x="3960" y="4909"/>
                    <a:pt x="4320" y="3927"/>
                    <a:pt x="4320" y="2945"/>
                  </a:cubicBezTo>
                  <a:cubicBezTo>
                    <a:pt x="4320" y="1473"/>
                    <a:pt x="3240" y="0"/>
                    <a:pt x="2160" y="0"/>
                  </a:cubicBezTo>
                  <a:cubicBezTo>
                    <a:pt x="1080" y="0"/>
                    <a:pt x="0" y="1473"/>
                    <a:pt x="0" y="2945"/>
                  </a:cubicBezTo>
                  <a:cubicBezTo>
                    <a:pt x="0" y="4418"/>
                    <a:pt x="720" y="5400"/>
                    <a:pt x="1440" y="5891"/>
                  </a:cubicBezTo>
                  <a:cubicBezTo>
                    <a:pt x="2880" y="21600"/>
                    <a:pt x="2880" y="21600"/>
                    <a:pt x="2880" y="21600"/>
                  </a:cubicBezTo>
                  <a:cubicBezTo>
                    <a:pt x="18720" y="21600"/>
                    <a:pt x="18720" y="21600"/>
                    <a:pt x="18720" y="21600"/>
                  </a:cubicBezTo>
                  <a:cubicBezTo>
                    <a:pt x="20160" y="5891"/>
                    <a:pt x="20160" y="5891"/>
                    <a:pt x="20160" y="5891"/>
                  </a:cubicBezTo>
                  <a:cubicBezTo>
                    <a:pt x="20880" y="5400"/>
                    <a:pt x="21600" y="4418"/>
                    <a:pt x="21600" y="294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62" name="Group 6962"/>
          <p:cNvGrpSpPr/>
          <p:nvPr/>
        </p:nvGrpSpPr>
        <p:grpSpPr>
          <a:xfrm>
            <a:off x="2176723" y="6439224"/>
            <a:ext cx="1114537" cy="1027569"/>
            <a:chOff x="0" y="0"/>
            <a:chExt cx="1114535" cy="1027568"/>
          </a:xfrm>
        </p:grpSpPr>
        <p:sp>
          <p:nvSpPr>
            <p:cNvPr id="6960" name="Shape 6960"/>
            <p:cNvSpPr/>
            <p:nvPr/>
          </p:nvSpPr>
          <p:spPr>
            <a:xfrm>
              <a:off x="0" y="233341"/>
              <a:ext cx="1114536" cy="794228"/>
            </a:xfrm>
            <a:custGeom>
              <a:avLst/>
              <a:gdLst/>
              <a:ahLst/>
              <a:cxnLst>
                <a:cxn ang="0">
                  <a:pos x="wd2" y="hd2"/>
                </a:cxn>
                <a:cxn ang="5400000">
                  <a:pos x="wd2" y="hd2"/>
                </a:cxn>
                <a:cxn ang="10800000">
                  <a:pos x="wd2" y="hd2"/>
                </a:cxn>
                <a:cxn ang="16200000">
                  <a:pos x="wd2" y="hd2"/>
                </a:cxn>
              </a:cxnLst>
              <a:rect l="0" t="0" r="r" b="b"/>
              <a:pathLst>
                <a:path w="21600" h="20969" fill="norm" stroke="1" extrusionOk="0">
                  <a:moveTo>
                    <a:pt x="18404" y="5550"/>
                  </a:moveTo>
                  <a:cubicBezTo>
                    <a:pt x="18514" y="5400"/>
                    <a:pt x="18514" y="5250"/>
                    <a:pt x="18404" y="5250"/>
                  </a:cubicBezTo>
                  <a:cubicBezTo>
                    <a:pt x="18404" y="5100"/>
                    <a:pt x="18404" y="4950"/>
                    <a:pt x="18404" y="4950"/>
                  </a:cubicBezTo>
                  <a:cubicBezTo>
                    <a:pt x="17963" y="4950"/>
                    <a:pt x="17412" y="5100"/>
                    <a:pt x="16861" y="5100"/>
                  </a:cubicBezTo>
                  <a:cubicBezTo>
                    <a:pt x="14657" y="5100"/>
                    <a:pt x="12894" y="3900"/>
                    <a:pt x="12673" y="2550"/>
                  </a:cubicBezTo>
                  <a:cubicBezTo>
                    <a:pt x="13445" y="3300"/>
                    <a:pt x="14547" y="4050"/>
                    <a:pt x="14988" y="4200"/>
                  </a:cubicBezTo>
                  <a:cubicBezTo>
                    <a:pt x="14988" y="4200"/>
                    <a:pt x="15098" y="4200"/>
                    <a:pt x="15098" y="4200"/>
                  </a:cubicBezTo>
                  <a:cubicBezTo>
                    <a:pt x="16420" y="4950"/>
                    <a:pt x="18955" y="4200"/>
                    <a:pt x="18955" y="4200"/>
                  </a:cubicBezTo>
                  <a:cubicBezTo>
                    <a:pt x="18955" y="4200"/>
                    <a:pt x="19065" y="4050"/>
                    <a:pt x="18845" y="3750"/>
                  </a:cubicBezTo>
                  <a:cubicBezTo>
                    <a:pt x="18514" y="3300"/>
                    <a:pt x="18184" y="3150"/>
                    <a:pt x="18404" y="2700"/>
                  </a:cubicBezTo>
                  <a:cubicBezTo>
                    <a:pt x="18514" y="2400"/>
                    <a:pt x="18735" y="2100"/>
                    <a:pt x="18624" y="1800"/>
                  </a:cubicBezTo>
                  <a:cubicBezTo>
                    <a:pt x="18624" y="1800"/>
                    <a:pt x="18514" y="1650"/>
                    <a:pt x="18404" y="1650"/>
                  </a:cubicBezTo>
                  <a:cubicBezTo>
                    <a:pt x="17963" y="1650"/>
                    <a:pt x="17302" y="1800"/>
                    <a:pt x="17302" y="1800"/>
                  </a:cubicBezTo>
                  <a:cubicBezTo>
                    <a:pt x="17302" y="1800"/>
                    <a:pt x="17192" y="1350"/>
                    <a:pt x="16641" y="1200"/>
                  </a:cubicBezTo>
                  <a:cubicBezTo>
                    <a:pt x="16200" y="1050"/>
                    <a:pt x="15429" y="750"/>
                    <a:pt x="14988" y="750"/>
                  </a:cubicBezTo>
                  <a:cubicBezTo>
                    <a:pt x="14988" y="750"/>
                    <a:pt x="14988" y="900"/>
                    <a:pt x="14988" y="900"/>
                  </a:cubicBezTo>
                  <a:cubicBezTo>
                    <a:pt x="14657" y="1050"/>
                    <a:pt x="14216" y="1500"/>
                    <a:pt x="13776" y="1350"/>
                  </a:cubicBezTo>
                  <a:cubicBezTo>
                    <a:pt x="13555" y="1200"/>
                    <a:pt x="13445" y="1200"/>
                    <a:pt x="13445" y="1050"/>
                  </a:cubicBezTo>
                  <a:cubicBezTo>
                    <a:pt x="13224" y="1050"/>
                    <a:pt x="13114" y="900"/>
                    <a:pt x="12894" y="1050"/>
                  </a:cubicBezTo>
                  <a:cubicBezTo>
                    <a:pt x="12453" y="1050"/>
                    <a:pt x="12453" y="1500"/>
                    <a:pt x="12453" y="1500"/>
                  </a:cubicBezTo>
                  <a:cubicBezTo>
                    <a:pt x="12453" y="1500"/>
                    <a:pt x="12343" y="1500"/>
                    <a:pt x="12343" y="1500"/>
                  </a:cubicBezTo>
                  <a:cubicBezTo>
                    <a:pt x="12122" y="1200"/>
                    <a:pt x="11792" y="1050"/>
                    <a:pt x="11571" y="900"/>
                  </a:cubicBezTo>
                  <a:cubicBezTo>
                    <a:pt x="11682" y="750"/>
                    <a:pt x="11682" y="600"/>
                    <a:pt x="11461" y="450"/>
                  </a:cubicBezTo>
                  <a:cubicBezTo>
                    <a:pt x="11571" y="300"/>
                    <a:pt x="11571" y="150"/>
                    <a:pt x="11571" y="0"/>
                  </a:cubicBezTo>
                  <a:cubicBezTo>
                    <a:pt x="10580" y="300"/>
                    <a:pt x="9367" y="450"/>
                    <a:pt x="8045" y="450"/>
                  </a:cubicBezTo>
                  <a:cubicBezTo>
                    <a:pt x="6833" y="450"/>
                    <a:pt x="5620" y="300"/>
                    <a:pt x="4739" y="0"/>
                  </a:cubicBezTo>
                  <a:cubicBezTo>
                    <a:pt x="4629" y="300"/>
                    <a:pt x="4518" y="600"/>
                    <a:pt x="4518" y="750"/>
                  </a:cubicBezTo>
                  <a:cubicBezTo>
                    <a:pt x="1873" y="2550"/>
                    <a:pt x="0" y="6300"/>
                    <a:pt x="0" y="10650"/>
                  </a:cubicBezTo>
                  <a:cubicBezTo>
                    <a:pt x="0" y="13950"/>
                    <a:pt x="1102" y="16950"/>
                    <a:pt x="2865" y="19050"/>
                  </a:cubicBezTo>
                  <a:cubicBezTo>
                    <a:pt x="4739" y="21300"/>
                    <a:pt x="9808" y="21600"/>
                    <a:pt x="11902" y="19800"/>
                  </a:cubicBezTo>
                  <a:cubicBezTo>
                    <a:pt x="12233" y="19650"/>
                    <a:pt x="12563" y="19200"/>
                    <a:pt x="12894" y="18900"/>
                  </a:cubicBezTo>
                  <a:cubicBezTo>
                    <a:pt x="14547" y="19950"/>
                    <a:pt x="17412" y="19950"/>
                    <a:pt x="18735" y="18900"/>
                  </a:cubicBezTo>
                  <a:cubicBezTo>
                    <a:pt x="20278" y="17700"/>
                    <a:pt x="21600" y="15000"/>
                    <a:pt x="21600" y="12450"/>
                  </a:cubicBezTo>
                  <a:cubicBezTo>
                    <a:pt x="21600" y="9300"/>
                    <a:pt x="20278" y="6750"/>
                    <a:pt x="18404" y="5550"/>
                  </a:cubicBezTo>
                  <a:close/>
                  <a:moveTo>
                    <a:pt x="8376" y="15300"/>
                  </a:moveTo>
                  <a:cubicBezTo>
                    <a:pt x="8376" y="16350"/>
                    <a:pt x="8376" y="16350"/>
                    <a:pt x="8376" y="16350"/>
                  </a:cubicBezTo>
                  <a:cubicBezTo>
                    <a:pt x="8376" y="16350"/>
                    <a:pt x="8376" y="16500"/>
                    <a:pt x="8265" y="16500"/>
                  </a:cubicBezTo>
                  <a:cubicBezTo>
                    <a:pt x="7053" y="16500"/>
                    <a:pt x="7053" y="16500"/>
                    <a:pt x="7053" y="16500"/>
                  </a:cubicBezTo>
                  <a:cubicBezTo>
                    <a:pt x="6943" y="16500"/>
                    <a:pt x="6943" y="16350"/>
                    <a:pt x="6943" y="15300"/>
                  </a:cubicBezTo>
                  <a:cubicBezTo>
                    <a:pt x="5180" y="15150"/>
                    <a:pt x="4188" y="13950"/>
                    <a:pt x="4078" y="11850"/>
                  </a:cubicBezTo>
                  <a:cubicBezTo>
                    <a:pt x="4078" y="11700"/>
                    <a:pt x="4188" y="11700"/>
                    <a:pt x="4188" y="11700"/>
                  </a:cubicBezTo>
                  <a:cubicBezTo>
                    <a:pt x="5841" y="11400"/>
                    <a:pt x="5841" y="11400"/>
                    <a:pt x="5841" y="11400"/>
                  </a:cubicBezTo>
                  <a:cubicBezTo>
                    <a:pt x="5951" y="11400"/>
                    <a:pt x="5951" y="11400"/>
                    <a:pt x="6061" y="11550"/>
                  </a:cubicBezTo>
                  <a:cubicBezTo>
                    <a:pt x="6171" y="12600"/>
                    <a:pt x="6943" y="12600"/>
                    <a:pt x="7384" y="12600"/>
                  </a:cubicBezTo>
                  <a:cubicBezTo>
                    <a:pt x="7604" y="12450"/>
                    <a:pt x="7714" y="12300"/>
                    <a:pt x="7714" y="12150"/>
                  </a:cubicBezTo>
                  <a:cubicBezTo>
                    <a:pt x="7824" y="11550"/>
                    <a:pt x="7494" y="10950"/>
                    <a:pt x="5951" y="10050"/>
                  </a:cubicBezTo>
                  <a:cubicBezTo>
                    <a:pt x="4849" y="9300"/>
                    <a:pt x="4298" y="9000"/>
                    <a:pt x="4298" y="7800"/>
                  </a:cubicBezTo>
                  <a:cubicBezTo>
                    <a:pt x="4188" y="6450"/>
                    <a:pt x="4959" y="4950"/>
                    <a:pt x="6502" y="4500"/>
                  </a:cubicBezTo>
                  <a:cubicBezTo>
                    <a:pt x="6502" y="3450"/>
                    <a:pt x="6502" y="3450"/>
                    <a:pt x="6502" y="3450"/>
                  </a:cubicBezTo>
                  <a:cubicBezTo>
                    <a:pt x="6502" y="3450"/>
                    <a:pt x="6612" y="3300"/>
                    <a:pt x="6612" y="3300"/>
                  </a:cubicBezTo>
                  <a:cubicBezTo>
                    <a:pt x="7824" y="3300"/>
                    <a:pt x="7824" y="3300"/>
                    <a:pt x="7824" y="3300"/>
                  </a:cubicBezTo>
                  <a:cubicBezTo>
                    <a:pt x="7935" y="3300"/>
                    <a:pt x="7935" y="3300"/>
                    <a:pt x="8045" y="4350"/>
                  </a:cubicBezTo>
                  <a:cubicBezTo>
                    <a:pt x="9588" y="4650"/>
                    <a:pt x="10580" y="6000"/>
                    <a:pt x="10580" y="7500"/>
                  </a:cubicBezTo>
                  <a:cubicBezTo>
                    <a:pt x="10580" y="7650"/>
                    <a:pt x="10580" y="7650"/>
                    <a:pt x="10469" y="7800"/>
                  </a:cubicBezTo>
                  <a:cubicBezTo>
                    <a:pt x="8706" y="7950"/>
                    <a:pt x="8706" y="7950"/>
                    <a:pt x="8706" y="7950"/>
                  </a:cubicBezTo>
                  <a:cubicBezTo>
                    <a:pt x="8706" y="7950"/>
                    <a:pt x="8596" y="7050"/>
                    <a:pt x="7714" y="7200"/>
                  </a:cubicBezTo>
                  <a:cubicBezTo>
                    <a:pt x="7384" y="7200"/>
                    <a:pt x="7384" y="7500"/>
                    <a:pt x="7384" y="7650"/>
                  </a:cubicBezTo>
                  <a:cubicBezTo>
                    <a:pt x="7384" y="8250"/>
                    <a:pt x="7935" y="8550"/>
                    <a:pt x="9037" y="9300"/>
                  </a:cubicBezTo>
                  <a:cubicBezTo>
                    <a:pt x="10139" y="10050"/>
                    <a:pt x="10690" y="10650"/>
                    <a:pt x="10800" y="11850"/>
                  </a:cubicBezTo>
                  <a:cubicBezTo>
                    <a:pt x="10800" y="13500"/>
                    <a:pt x="9918" y="14850"/>
                    <a:pt x="8376" y="15300"/>
                  </a:cubicBezTo>
                  <a:close/>
                  <a:moveTo>
                    <a:pt x="15980" y="15600"/>
                  </a:moveTo>
                  <a:cubicBezTo>
                    <a:pt x="15980" y="16200"/>
                    <a:pt x="15980" y="16200"/>
                    <a:pt x="15980" y="16200"/>
                  </a:cubicBezTo>
                  <a:cubicBezTo>
                    <a:pt x="15980" y="16350"/>
                    <a:pt x="15980" y="16350"/>
                    <a:pt x="15980" y="16350"/>
                  </a:cubicBezTo>
                  <a:cubicBezTo>
                    <a:pt x="15098" y="16500"/>
                    <a:pt x="15098" y="16500"/>
                    <a:pt x="15098" y="16500"/>
                  </a:cubicBezTo>
                  <a:cubicBezTo>
                    <a:pt x="14988" y="16500"/>
                    <a:pt x="14988" y="16350"/>
                    <a:pt x="14988" y="15600"/>
                  </a:cubicBezTo>
                  <a:cubicBezTo>
                    <a:pt x="13665" y="15450"/>
                    <a:pt x="13004" y="14550"/>
                    <a:pt x="13004" y="13050"/>
                  </a:cubicBezTo>
                  <a:cubicBezTo>
                    <a:pt x="13004" y="13050"/>
                    <a:pt x="13004" y="13050"/>
                    <a:pt x="13114" y="13050"/>
                  </a:cubicBezTo>
                  <a:cubicBezTo>
                    <a:pt x="14216" y="12750"/>
                    <a:pt x="14216" y="12750"/>
                    <a:pt x="14216" y="12750"/>
                  </a:cubicBezTo>
                  <a:cubicBezTo>
                    <a:pt x="14327" y="12750"/>
                    <a:pt x="14327" y="12900"/>
                    <a:pt x="14327" y="12900"/>
                  </a:cubicBezTo>
                  <a:cubicBezTo>
                    <a:pt x="14437" y="13650"/>
                    <a:pt x="14988" y="13650"/>
                    <a:pt x="15318" y="13650"/>
                  </a:cubicBezTo>
                  <a:cubicBezTo>
                    <a:pt x="15429" y="13500"/>
                    <a:pt x="15539" y="13500"/>
                    <a:pt x="15539" y="13350"/>
                  </a:cubicBezTo>
                  <a:cubicBezTo>
                    <a:pt x="15649" y="12900"/>
                    <a:pt x="15429" y="12450"/>
                    <a:pt x="14216" y="11850"/>
                  </a:cubicBezTo>
                  <a:cubicBezTo>
                    <a:pt x="13555" y="11400"/>
                    <a:pt x="13114" y="11100"/>
                    <a:pt x="13114" y="10200"/>
                  </a:cubicBezTo>
                  <a:cubicBezTo>
                    <a:pt x="13004" y="9300"/>
                    <a:pt x="13665" y="8250"/>
                    <a:pt x="14657" y="7950"/>
                  </a:cubicBezTo>
                  <a:cubicBezTo>
                    <a:pt x="14657" y="7200"/>
                    <a:pt x="14657" y="7200"/>
                    <a:pt x="14657" y="7200"/>
                  </a:cubicBezTo>
                  <a:cubicBezTo>
                    <a:pt x="14657" y="7200"/>
                    <a:pt x="14767" y="7050"/>
                    <a:pt x="14767" y="7050"/>
                  </a:cubicBezTo>
                  <a:cubicBezTo>
                    <a:pt x="15649" y="7050"/>
                    <a:pt x="15649" y="7050"/>
                    <a:pt x="15649" y="7050"/>
                  </a:cubicBezTo>
                  <a:cubicBezTo>
                    <a:pt x="15759" y="7050"/>
                    <a:pt x="15759" y="7050"/>
                    <a:pt x="15759" y="7800"/>
                  </a:cubicBezTo>
                  <a:cubicBezTo>
                    <a:pt x="16861" y="7950"/>
                    <a:pt x="17522" y="9000"/>
                    <a:pt x="17633" y="10050"/>
                  </a:cubicBezTo>
                  <a:cubicBezTo>
                    <a:pt x="17633" y="10200"/>
                    <a:pt x="17522" y="10200"/>
                    <a:pt x="17412" y="10200"/>
                  </a:cubicBezTo>
                  <a:cubicBezTo>
                    <a:pt x="16200" y="10350"/>
                    <a:pt x="16200" y="10350"/>
                    <a:pt x="16200" y="10350"/>
                  </a:cubicBezTo>
                  <a:cubicBezTo>
                    <a:pt x="16200" y="10350"/>
                    <a:pt x="16200" y="9750"/>
                    <a:pt x="15539" y="9750"/>
                  </a:cubicBezTo>
                  <a:cubicBezTo>
                    <a:pt x="15318" y="9900"/>
                    <a:pt x="15318" y="10050"/>
                    <a:pt x="15318" y="10200"/>
                  </a:cubicBezTo>
                  <a:cubicBezTo>
                    <a:pt x="15318" y="10500"/>
                    <a:pt x="15649" y="10800"/>
                    <a:pt x="16531" y="11250"/>
                  </a:cubicBezTo>
                  <a:cubicBezTo>
                    <a:pt x="17302" y="11850"/>
                    <a:pt x="17633" y="12300"/>
                    <a:pt x="17743" y="13050"/>
                  </a:cubicBezTo>
                  <a:cubicBezTo>
                    <a:pt x="17743" y="14400"/>
                    <a:pt x="17082" y="15300"/>
                    <a:pt x="15980" y="156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61" name="Shape 6961"/>
            <p:cNvSpPr/>
            <p:nvPr/>
          </p:nvSpPr>
          <p:spPr>
            <a:xfrm>
              <a:off x="113824" y="-1"/>
              <a:ext cx="607068" cy="226228"/>
            </a:xfrm>
            <a:custGeom>
              <a:avLst/>
              <a:gdLst/>
              <a:ahLst/>
              <a:cxnLst>
                <a:cxn ang="0">
                  <a:pos x="wd2" y="hd2"/>
                </a:cxn>
                <a:cxn ang="5400000">
                  <a:pos x="wd2" y="hd2"/>
                </a:cxn>
                <a:cxn ang="10800000">
                  <a:pos x="wd2" y="hd2"/>
                </a:cxn>
                <a:cxn ang="16200000">
                  <a:pos x="wd2" y="hd2"/>
                </a:cxn>
              </a:cxnLst>
              <a:rect l="0" t="0" r="r" b="b"/>
              <a:pathLst>
                <a:path w="21600" h="21465" fill="norm" stroke="1" extrusionOk="0">
                  <a:moveTo>
                    <a:pt x="5249" y="20385"/>
                  </a:moveTo>
                  <a:cubicBezTo>
                    <a:pt x="6662" y="21465"/>
                    <a:pt x="8479" y="21465"/>
                    <a:pt x="10093" y="21465"/>
                  </a:cubicBezTo>
                  <a:cubicBezTo>
                    <a:pt x="12718" y="21465"/>
                    <a:pt x="14938" y="20925"/>
                    <a:pt x="16957" y="19845"/>
                  </a:cubicBezTo>
                  <a:cubicBezTo>
                    <a:pt x="21600" y="13365"/>
                    <a:pt x="21600" y="13365"/>
                    <a:pt x="21600" y="13365"/>
                  </a:cubicBezTo>
                  <a:cubicBezTo>
                    <a:pt x="21600" y="13365"/>
                    <a:pt x="21600" y="11745"/>
                    <a:pt x="20591" y="10665"/>
                  </a:cubicBezTo>
                  <a:cubicBezTo>
                    <a:pt x="19783" y="9045"/>
                    <a:pt x="18572" y="8505"/>
                    <a:pt x="18774" y="6345"/>
                  </a:cubicBezTo>
                  <a:cubicBezTo>
                    <a:pt x="18976" y="4185"/>
                    <a:pt x="19379" y="1485"/>
                    <a:pt x="19178" y="405"/>
                  </a:cubicBezTo>
                  <a:cubicBezTo>
                    <a:pt x="18976" y="-135"/>
                    <a:pt x="18774" y="-135"/>
                    <a:pt x="18370" y="405"/>
                  </a:cubicBezTo>
                  <a:cubicBezTo>
                    <a:pt x="16957" y="945"/>
                    <a:pt x="15140" y="3645"/>
                    <a:pt x="15140" y="3645"/>
                  </a:cubicBezTo>
                  <a:cubicBezTo>
                    <a:pt x="15140" y="3645"/>
                    <a:pt x="14736" y="1485"/>
                    <a:pt x="12920" y="1485"/>
                  </a:cubicBezTo>
                  <a:cubicBezTo>
                    <a:pt x="11507" y="1485"/>
                    <a:pt x="9084" y="1485"/>
                    <a:pt x="8075" y="2565"/>
                  </a:cubicBezTo>
                  <a:cubicBezTo>
                    <a:pt x="7873" y="2565"/>
                    <a:pt x="7873" y="3105"/>
                    <a:pt x="7873" y="3105"/>
                  </a:cubicBezTo>
                  <a:cubicBezTo>
                    <a:pt x="7267" y="4185"/>
                    <a:pt x="6056" y="8505"/>
                    <a:pt x="4643" y="8505"/>
                  </a:cubicBezTo>
                  <a:cubicBezTo>
                    <a:pt x="4239" y="8505"/>
                    <a:pt x="3836" y="7965"/>
                    <a:pt x="3432" y="7965"/>
                  </a:cubicBezTo>
                  <a:cubicBezTo>
                    <a:pt x="3028" y="7425"/>
                    <a:pt x="2826" y="7425"/>
                    <a:pt x="2019" y="8505"/>
                  </a:cubicBezTo>
                  <a:cubicBezTo>
                    <a:pt x="1009" y="10125"/>
                    <a:pt x="1009" y="12285"/>
                    <a:pt x="1009" y="12285"/>
                  </a:cubicBezTo>
                  <a:cubicBezTo>
                    <a:pt x="1009" y="12285"/>
                    <a:pt x="0" y="11745"/>
                    <a:pt x="0" y="14985"/>
                  </a:cubicBezTo>
                  <a:cubicBezTo>
                    <a:pt x="3028" y="18765"/>
                    <a:pt x="5450" y="20385"/>
                    <a:pt x="5450" y="20385"/>
                  </a:cubicBezTo>
                  <a:cubicBezTo>
                    <a:pt x="5450" y="20385"/>
                    <a:pt x="5249" y="20385"/>
                    <a:pt x="5249" y="2038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68" name="Group 6968"/>
          <p:cNvGrpSpPr/>
          <p:nvPr/>
        </p:nvGrpSpPr>
        <p:grpSpPr>
          <a:xfrm>
            <a:off x="11942745" y="6500743"/>
            <a:ext cx="1002104" cy="904531"/>
            <a:chOff x="0" y="0"/>
            <a:chExt cx="1002102" cy="904530"/>
          </a:xfrm>
        </p:grpSpPr>
        <p:sp>
          <p:nvSpPr>
            <p:cNvPr id="6963" name="Shape 6963"/>
            <p:cNvSpPr/>
            <p:nvPr/>
          </p:nvSpPr>
          <p:spPr>
            <a:xfrm>
              <a:off x="204375" y="708065"/>
              <a:ext cx="590714" cy="1964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0"/>
                  </a:moveTo>
                  <a:cubicBezTo>
                    <a:pt x="3600" y="0"/>
                    <a:pt x="3600" y="0"/>
                    <a:pt x="3600" y="0"/>
                  </a:cubicBezTo>
                  <a:cubicBezTo>
                    <a:pt x="1624" y="0"/>
                    <a:pt x="0" y="4771"/>
                    <a:pt x="0" y="10734"/>
                  </a:cubicBezTo>
                  <a:cubicBezTo>
                    <a:pt x="0" y="16829"/>
                    <a:pt x="1624" y="21600"/>
                    <a:pt x="3600" y="21600"/>
                  </a:cubicBezTo>
                  <a:cubicBezTo>
                    <a:pt x="18000" y="21600"/>
                    <a:pt x="18000" y="21600"/>
                    <a:pt x="18000" y="21600"/>
                  </a:cubicBezTo>
                  <a:cubicBezTo>
                    <a:pt x="19976" y="21600"/>
                    <a:pt x="21600" y="16829"/>
                    <a:pt x="21600" y="10734"/>
                  </a:cubicBezTo>
                  <a:cubicBezTo>
                    <a:pt x="21600" y="4771"/>
                    <a:pt x="19976" y="0"/>
                    <a:pt x="180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64" name="Shape 6964"/>
            <p:cNvSpPr/>
            <p:nvPr/>
          </p:nvSpPr>
          <p:spPr>
            <a:xfrm>
              <a:off x="0" y="0"/>
              <a:ext cx="1002103" cy="8438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9" y="10185"/>
                  </a:moveTo>
                  <a:cubicBezTo>
                    <a:pt x="17177" y="10185"/>
                    <a:pt x="17177" y="10185"/>
                    <a:pt x="17177" y="10185"/>
                  </a:cubicBezTo>
                  <a:cubicBezTo>
                    <a:pt x="17177" y="0"/>
                    <a:pt x="17177" y="0"/>
                    <a:pt x="17177" y="0"/>
                  </a:cubicBezTo>
                  <a:cubicBezTo>
                    <a:pt x="4501" y="0"/>
                    <a:pt x="4501" y="0"/>
                    <a:pt x="4501" y="0"/>
                  </a:cubicBezTo>
                  <a:cubicBezTo>
                    <a:pt x="4501" y="10185"/>
                    <a:pt x="4501" y="10185"/>
                    <a:pt x="4501" y="10185"/>
                  </a:cubicBezTo>
                  <a:cubicBezTo>
                    <a:pt x="2871" y="10185"/>
                    <a:pt x="2871" y="10185"/>
                    <a:pt x="2871" y="10185"/>
                  </a:cubicBezTo>
                  <a:cubicBezTo>
                    <a:pt x="1268" y="10185"/>
                    <a:pt x="0" y="11723"/>
                    <a:pt x="0" y="13600"/>
                  </a:cubicBezTo>
                  <a:cubicBezTo>
                    <a:pt x="0" y="18185"/>
                    <a:pt x="0" y="18185"/>
                    <a:pt x="0" y="18185"/>
                  </a:cubicBezTo>
                  <a:cubicBezTo>
                    <a:pt x="0" y="20062"/>
                    <a:pt x="1268" y="21600"/>
                    <a:pt x="2871" y="21600"/>
                  </a:cubicBezTo>
                  <a:cubicBezTo>
                    <a:pt x="4010" y="21600"/>
                    <a:pt x="4010" y="21600"/>
                    <a:pt x="4010" y="21600"/>
                  </a:cubicBezTo>
                  <a:cubicBezTo>
                    <a:pt x="3932" y="21323"/>
                    <a:pt x="3880" y="20985"/>
                    <a:pt x="3880" y="20646"/>
                  </a:cubicBezTo>
                  <a:cubicBezTo>
                    <a:pt x="3880" y="18923"/>
                    <a:pt x="5070" y="17538"/>
                    <a:pt x="6519" y="17538"/>
                  </a:cubicBezTo>
                  <a:cubicBezTo>
                    <a:pt x="15004" y="17538"/>
                    <a:pt x="15004" y="17538"/>
                    <a:pt x="15004" y="17538"/>
                  </a:cubicBezTo>
                  <a:cubicBezTo>
                    <a:pt x="16452" y="17538"/>
                    <a:pt x="17642" y="18923"/>
                    <a:pt x="17642" y="20646"/>
                  </a:cubicBezTo>
                  <a:cubicBezTo>
                    <a:pt x="17642" y="20985"/>
                    <a:pt x="17590" y="21323"/>
                    <a:pt x="17513" y="21600"/>
                  </a:cubicBezTo>
                  <a:cubicBezTo>
                    <a:pt x="18729" y="21600"/>
                    <a:pt x="18729" y="21600"/>
                    <a:pt x="18729" y="21600"/>
                  </a:cubicBezTo>
                  <a:cubicBezTo>
                    <a:pt x="20307" y="21600"/>
                    <a:pt x="21600" y="20062"/>
                    <a:pt x="21600" y="18185"/>
                  </a:cubicBezTo>
                  <a:cubicBezTo>
                    <a:pt x="21600" y="13600"/>
                    <a:pt x="21600" y="13600"/>
                    <a:pt x="21600" y="13600"/>
                  </a:cubicBezTo>
                  <a:cubicBezTo>
                    <a:pt x="21600" y="11723"/>
                    <a:pt x="20307" y="10185"/>
                    <a:pt x="18729" y="10185"/>
                  </a:cubicBezTo>
                  <a:close/>
                  <a:moveTo>
                    <a:pt x="5018" y="615"/>
                  </a:moveTo>
                  <a:cubicBezTo>
                    <a:pt x="16659" y="615"/>
                    <a:pt x="16659" y="615"/>
                    <a:pt x="16659" y="615"/>
                  </a:cubicBezTo>
                  <a:cubicBezTo>
                    <a:pt x="16659" y="13046"/>
                    <a:pt x="16659" y="13046"/>
                    <a:pt x="16659" y="13046"/>
                  </a:cubicBezTo>
                  <a:cubicBezTo>
                    <a:pt x="5018" y="13046"/>
                    <a:pt x="5018" y="13046"/>
                    <a:pt x="5018" y="13046"/>
                  </a:cubicBezTo>
                  <a:lnTo>
                    <a:pt x="5018" y="615"/>
                  </a:lnTo>
                  <a:close/>
                  <a:moveTo>
                    <a:pt x="12262" y="15662"/>
                  </a:moveTo>
                  <a:cubicBezTo>
                    <a:pt x="9131" y="15662"/>
                    <a:pt x="9131" y="15662"/>
                    <a:pt x="9131" y="15662"/>
                  </a:cubicBezTo>
                  <a:cubicBezTo>
                    <a:pt x="9002" y="15662"/>
                    <a:pt x="8873" y="15508"/>
                    <a:pt x="8873" y="15354"/>
                  </a:cubicBezTo>
                  <a:cubicBezTo>
                    <a:pt x="8873" y="15169"/>
                    <a:pt x="9002" y="15046"/>
                    <a:pt x="9131" y="15046"/>
                  </a:cubicBezTo>
                  <a:cubicBezTo>
                    <a:pt x="12262" y="15046"/>
                    <a:pt x="12262" y="15046"/>
                    <a:pt x="12262" y="15046"/>
                  </a:cubicBezTo>
                  <a:cubicBezTo>
                    <a:pt x="12417" y="15046"/>
                    <a:pt x="12520" y="15169"/>
                    <a:pt x="12520" y="15354"/>
                  </a:cubicBezTo>
                  <a:cubicBezTo>
                    <a:pt x="12520" y="15508"/>
                    <a:pt x="12417" y="15662"/>
                    <a:pt x="12262" y="1566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65" name="Shape 6965"/>
            <p:cNvSpPr/>
            <p:nvPr/>
          </p:nvSpPr>
          <p:spPr>
            <a:xfrm>
              <a:off x="316453" y="160863"/>
              <a:ext cx="371834" cy="237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03" y="0"/>
                  </a:moveTo>
                  <a:cubicBezTo>
                    <a:pt x="697" y="0"/>
                    <a:pt x="697" y="0"/>
                    <a:pt x="697" y="0"/>
                  </a:cubicBezTo>
                  <a:cubicBezTo>
                    <a:pt x="279" y="0"/>
                    <a:pt x="0" y="4320"/>
                    <a:pt x="0" y="10800"/>
                  </a:cubicBezTo>
                  <a:cubicBezTo>
                    <a:pt x="0" y="16200"/>
                    <a:pt x="279" y="21600"/>
                    <a:pt x="697" y="21600"/>
                  </a:cubicBezTo>
                  <a:cubicBezTo>
                    <a:pt x="20903" y="21600"/>
                    <a:pt x="20903" y="21600"/>
                    <a:pt x="20903" y="21600"/>
                  </a:cubicBezTo>
                  <a:cubicBezTo>
                    <a:pt x="21321" y="21600"/>
                    <a:pt x="21600" y="16200"/>
                    <a:pt x="21600" y="10800"/>
                  </a:cubicBezTo>
                  <a:cubicBezTo>
                    <a:pt x="21600" y="4320"/>
                    <a:pt x="21321" y="0"/>
                    <a:pt x="2090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66" name="Shape 6966"/>
            <p:cNvSpPr/>
            <p:nvPr/>
          </p:nvSpPr>
          <p:spPr>
            <a:xfrm>
              <a:off x="316453" y="236021"/>
              <a:ext cx="371834" cy="250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03" y="0"/>
                  </a:moveTo>
                  <a:cubicBezTo>
                    <a:pt x="697" y="0"/>
                    <a:pt x="697" y="0"/>
                    <a:pt x="697" y="0"/>
                  </a:cubicBezTo>
                  <a:cubicBezTo>
                    <a:pt x="279" y="0"/>
                    <a:pt x="0" y="5400"/>
                    <a:pt x="0" y="10800"/>
                  </a:cubicBezTo>
                  <a:cubicBezTo>
                    <a:pt x="0" y="17280"/>
                    <a:pt x="279" y="21600"/>
                    <a:pt x="697" y="21600"/>
                  </a:cubicBezTo>
                  <a:cubicBezTo>
                    <a:pt x="20903" y="21600"/>
                    <a:pt x="20903" y="21600"/>
                    <a:pt x="20903" y="21600"/>
                  </a:cubicBezTo>
                  <a:cubicBezTo>
                    <a:pt x="21321" y="21600"/>
                    <a:pt x="21600" y="17280"/>
                    <a:pt x="21600" y="10800"/>
                  </a:cubicBezTo>
                  <a:cubicBezTo>
                    <a:pt x="21600" y="5400"/>
                    <a:pt x="21321" y="0"/>
                    <a:pt x="2090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67" name="Shape 6967"/>
            <p:cNvSpPr/>
            <p:nvPr/>
          </p:nvSpPr>
          <p:spPr>
            <a:xfrm>
              <a:off x="316453" y="313816"/>
              <a:ext cx="371834" cy="237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03" y="0"/>
                  </a:moveTo>
                  <a:cubicBezTo>
                    <a:pt x="697" y="0"/>
                    <a:pt x="697" y="0"/>
                    <a:pt x="697" y="0"/>
                  </a:cubicBezTo>
                  <a:cubicBezTo>
                    <a:pt x="279" y="0"/>
                    <a:pt x="0" y="4320"/>
                    <a:pt x="0" y="10800"/>
                  </a:cubicBezTo>
                  <a:cubicBezTo>
                    <a:pt x="0" y="16200"/>
                    <a:pt x="279" y="21600"/>
                    <a:pt x="697" y="21600"/>
                  </a:cubicBezTo>
                  <a:cubicBezTo>
                    <a:pt x="20903" y="21600"/>
                    <a:pt x="20903" y="21600"/>
                    <a:pt x="20903" y="21600"/>
                  </a:cubicBezTo>
                  <a:cubicBezTo>
                    <a:pt x="21321" y="21600"/>
                    <a:pt x="21600" y="16200"/>
                    <a:pt x="21600" y="10800"/>
                  </a:cubicBezTo>
                  <a:cubicBezTo>
                    <a:pt x="21600" y="4320"/>
                    <a:pt x="21321" y="0"/>
                    <a:pt x="2090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6969" name="Shape 6969"/>
          <p:cNvSpPr/>
          <p:nvPr/>
        </p:nvSpPr>
        <p:spPr>
          <a:xfrm>
            <a:off x="9566606" y="8138479"/>
            <a:ext cx="1020619" cy="978906"/>
          </a:xfrm>
          <a:custGeom>
            <a:avLst/>
            <a:gdLst/>
            <a:ahLst/>
            <a:cxnLst>
              <a:cxn ang="0">
                <a:pos x="wd2" y="hd2"/>
              </a:cxn>
              <a:cxn ang="5400000">
                <a:pos x="wd2" y="hd2"/>
              </a:cxn>
              <a:cxn ang="10800000">
                <a:pos x="wd2" y="hd2"/>
              </a:cxn>
              <a:cxn ang="16200000">
                <a:pos x="wd2" y="hd2"/>
              </a:cxn>
            </a:cxnLst>
            <a:rect l="0" t="0" r="r" b="b"/>
            <a:pathLst>
              <a:path w="20770" h="20056" fill="norm" stroke="1" extrusionOk="0">
                <a:moveTo>
                  <a:pt x="19703" y="13740"/>
                </a:moveTo>
                <a:cubicBezTo>
                  <a:pt x="18644" y="11931"/>
                  <a:pt x="12820" y="10016"/>
                  <a:pt x="12397" y="9910"/>
                </a:cubicBezTo>
                <a:cubicBezTo>
                  <a:pt x="12291" y="9910"/>
                  <a:pt x="11126" y="9591"/>
                  <a:pt x="11655" y="8952"/>
                </a:cubicBezTo>
                <a:cubicBezTo>
                  <a:pt x="12608" y="8101"/>
                  <a:pt x="13244" y="6824"/>
                  <a:pt x="13350" y="5760"/>
                </a:cubicBezTo>
                <a:cubicBezTo>
                  <a:pt x="13350" y="5654"/>
                  <a:pt x="13455" y="5654"/>
                  <a:pt x="13455" y="5654"/>
                </a:cubicBezTo>
                <a:cubicBezTo>
                  <a:pt x="13455" y="5654"/>
                  <a:pt x="13667" y="5015"/>
                  <a:pt x="13667" y="4058"/>
                </a:cubicBezTo>
                <a:cubicBezTo>
                  <a:pt x="13667" y="3738"/>
                  <a:pt x="13667" y="3419"/>
                  <a:pt x="13667" y="3100"/>
                </a:cubicBezTo>
                <a:cubicBezTo>
                  <a:pt x="13667" y="3100"/>
                  <a:pt x="13244" y="546"/>
                  <a:pt x="11020" y="121"/>
                </a:cubicBezTo>
                <a:cubicBezTo>
                  <a:pt x="11020" y="121"/>
                  <a:pt x="9114" y="-305"/>
                  <a:pt x="7950" y="440"/>
                </a:cubicBezTo>
                <a:cubicBezTo>
                  <a:pt x="6573" y="972"/>
                  <a:pt x="6361" y="2142"/>
                  <a:pt x="6361" y="2142"/>
                </a:cubicBezTo>
                <a:cubicBezTo>
                  <a:pt x="5938" y="2674"/>
                  <a:pt x="5938" y="3313"/>
                  <a:pt x="5938" y="3845"/>
                </a:cubicBezTo>
                <a:cubicBezTo>
                  <a:pt x="5938" y="4696"/>
                  <a:pt x="6150" y="5441"/>
                  <a:pt x="6150" y="5441"/>
                </a:cubicBezTo>
                <a:cubicBezTo>
                  <a:pt x="6255" y="5441"/>
                  <a:pt x="6255" y="5441"/>
                  <a:pt x="6361" y="5547"/>
                </a:cubicBezTo>
                <a:cubicBezTo>
                  <a:pt x="6361" y="6824"/>
                  <a:pt x="7103" y="8207"/>
                  <a:pt x="8055" y="9059"/>
                </a:cubicBezTo>
                <a:cubicBezTo>
                  <a:pt x="8267" y="9165"/>
                  <a:pt x="8055" y="9591"/>
                  <a:pt x="7526" y="9803"/>
                </a:cubicBezTo>
                <a:cubicBezTo>
                  <a:pt x="6997" y="10016"/>
                  <a:pt x="5726" y="10548"/>
                  <a:pt x="4455" y="11187"/>
                </a:cubicBezTo>
                <a:cubicBezTo>
                  <a:pt x="3185" y="11825"/>
                  <a:pt x="1914" y="12463"/>
                  <a:pt x="1491" y="12889"/>
                </a:cubicBezTo>
                <a:cubicBezTo>
                  <a:pt x="432" y="13847"/>
                  <a:pt x="-521" y="16613"/>
                  <a:pt x="326" y="17784"/>
                </a:cubicBezTo>
                <a:cubicBezTo>
                  <a:pt x="5620" y="20337"/>
                  <a:pt x="13985" y="21295"/>
                  <a:pt x="20655" y="17677"/>
                </a:cubicBezTo>
                <a:cubicBezTo>
                  <a:pt x="21079" y="16720"/>
                  <a:pt x="20232" y="14592"/>
                  <a:pt x="19703" y="1374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6973" name="Group 6973"/>
          <p:cNvGrpSpPr/>
          <p:nvPr/>
        </p:nvGrpSpPr>
        <p:grpSpPr>
          <a:xfrm>
            <a:off x="10397671" y="6370877"/>
            <a:ext cx="1087035" cy="1164264"/>
            <a:chOff x="0" y="0"/>
            <a:chExt cx="1087034" cy="1164263"/>
          </a:xfrm>
        </p:grpSpPr>
        <p:sp>
          <p:nvSpPr>
            <p:cNvPr id="6970" name="Shape 6970"/>
            <p:cNvSpPr/>
            <p:nvPr/>
          </p:nvSpPr>
          <p:spPr>
            <a:xfrm>
              <a:off x="132309" y="-1"/>
              <a:ext cx="954726" cy="705793"/>
            </a:xfrm>
            <a:custGeom>
              <a:avLst/>
              <a:gdLst/>
              <a:ahLst/>
              <a:cxnLst>
                <a:cxn ang="0">
                  <a:pos x="wd2" y="hd2"/>
                </a:cxn>
                <a:cxn ang="5400000">
                  <a:pos x="wd2" y="hd2"/>
                </a:cxn>
                <a:cxn ang="10800000">
                  <a:pos x="wd2" y="hd2"/>
                </a:cxn>
                <a:cxn ang="16200000">
                  <a:pos x="wd2" y="hd2"/>
                </a:cxn>
              </a:cxnLst>
              <a:rect l="0" t="0" r="r" b="b"/>
              <a:pathLst>
                <a:path w="21600" h="16954" fill="norm" stroke="1" extrusionOk="0">
                  <a:moveTo>
                    <a:pt x="14256" y="540"/>
                  </a:moveTo>
                  <a:cubicBezTo>
                    <a:pt x="11952" y="-2654"/>
                    <a:pt x="6768" y="9515"/>
                    <a:pt x="0" y="5560"/>
                  </a:cubicBezTo>
                  <a:cubicBezTo>
                    <a:pt x="2448" y="11492"/>
                    <a:pt x="3744" y="14231"/>
                    <a:pt x="4608" y="16664"/>
                  </a:cubicBezTo>
                  <a:cubicBezTo>
                    <a:pt x="9936" y="18946"/>
                    <a:pt x="14976" y="6929"/>
                    <a:pt x="21600" y="9059"/>
                  </a:cubicBezTo>
                  <a:cubicBezTo>
                    <a:pt x="20160" y="4343"/>
                    <a:pt x="16848" y="4191"/>
                    <a:pt x="14256" y="54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71" name="Shape 6971"/>
            <p:cNvSpPr/>
            <p:nvPr/>
          </p:nvSpPr>
          <p:spPr>
            <a:xfrm>
              <a:off x="55615" y="251852"/>
              <a:ext cx="439014" cy="9124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38"/>
                  </a:moveTo>
                  <a:lnTo>
                    <a:pt x="19128" y="21600"/>
                  </a:lnTo>
                  <a:lnTo>
                    <a:pt x="21600" y="20974"/>
                  </a:lnTo>
                  <a:lnTo>
                    <a:pt x="2602" y="0"/>
                  </a:lnTo>
                  <a:lnTo>
                    <a:pt x="0" y="43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72" name="Shape 6972"/>
            <p:cNvSpPr/>
            <p:nvPr/>
          </p:nvSpPr>
          <p:spPr>
            <a:xfrm>
              <a:off x="0" y="137980"/>
              <a:ext cx="104375" cy="106091"/>
            </a:xfrm>
            <a:custGeom>
              <a:avLst/>
              <a:gdLst/>
              <a:ahLst/>
              <a:cxnLst>
                <a:cxn ang="0">
                  <a:pos x="wd2" y="hd2"/>
                </a:cxn>
                <a:cxn ang="5400000">
                  <a:pos x="wd2" y="hd2"/>
                </a:cxn>
                <a:cxn ang="10800000">
                  <a:pos x="wd2" y="hd2"/>
                </a:cxn>
                <a:cxn ang="16200000">
                  <a:pos x="wd2" y="hd2"/>
                </a:cxn>
              </a:cxnLst>
              <a:rect l="0" t="0" r="r" b="b"/>
              <a:pathLst>
                <a:path w="19374" h="18837" fill="norm" stroke="1" extrusionOk="0">
                  <a:moveTo>
                    <a:pt x="18942" y="5439"/>
                  </a:moveTo>
                  <a:cubicBezTo>
                    <a:pt x="16542" y="892"/>
                    <a:pt x="10542" y="-1382"/>
                    <a:pt x="5742" y="892"/>
                  </a:cubicBezTo>
                  <a:cubicBezTo>
                    <a:pt x="942" y="3165"/>
                    <a:pt x="-1458" y="8850"/>
                    <a:pt x="942" y="13397"/>
                  </a:cubicBezTo>
                  <a:cubicBezTo>
                    <a:pt x="3342" y="17944"/>
                    <a:pt x="9342" y="20218"/>
                    <a:pt x="14142" y="17944"/>
                  </a:cubicBezTo>
                  <a:cubicBezTo>
                    <a:pt x="18942" y="15671"/>
                    <a:pt x="20142" y="9986"/>
                    <a:pt x="18942" y="5439"/>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77" name="Group 6977"/>
          <p:cNvGrpSpPr/>
          <p:nvPr/>
        </p:nvGrpSpPr>
        <p:grpSpPr>
          <a:xfrm>
            <a:off x="17129081" y="8118915"/>
            <a:ext cx="1075794" cy="883434"/>
            <a:chOff x="0" y="0"/>
            <a:chExt cx="1075792" cy="883432"/>
          </a:xfrm>
        </p:grpSpPr>
        <p:sp>
          <p:nvSpPr>
            <p:cNvPr id="6974" name="Shape 6974"/>
            <p:cNvSpPr/>
            <p:nvPr/>
          </p:nvSpPr>
          <p:spPr>
            <a:xfrm>
              <a:off x="74807" y="53434"/>
              <a:ext cx="840685" cy="8299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7973"/>
                  </a:moveTo>
                  <a:cubicBezTo>
                    <a:pt x="6537" y="8553"/>
                    <a:pt x="6537" y="8553"/>
                    <a:pt x="6537" y="8553"/>
                  </a:cubicBezTo>
                  <a:cubicBezTo>
                    <a:pt x="6537" y="8698"/>
                    <a:pt x="6537" y="8698"/>
                    <a:pt x="6537" y="8698"/>
                  </a:cubicBezTo>
                  <a:cubicBezTo>
                    <a:pt x="6537" y="9568"/>
                    <a:pt x="7105" y="10438"/>
                    <a:pt x="7816" y="10728"/>
                  </a:cubicBezTo>
                  <a:cubicBezTo>
                    <a:pt x="5826" y="14497"/>
                    <a:pt x="3411" y="18701"/>
                    <a:pt x="2842" y="20005"/>
                  </a:cubicBezTo>
                  <a:cubicBezTo>
                    <a:pt x="2700" y="20005"/>
                    <a:pt x="2700" y="20005"/>
                    <a:pt x="2700" y="20005"/>
                  </a:cubicBezTo>
                  <a:cubicBezTo>
                    <a:pt x="2274" y="20005"/>
                    <a:pt x="1989" y="20295"/>
                    <a:pt x="1989" y="20730"/>
                  </a:cubicBezTo>
                  <a:cubicBezTo>
                    <a:pt x="1989" y="21165"/>
                    <a:pt x="2274" y="21600"/>
                    <a:pt x="2700" y="21600"/>
                  </a:cubicBezTo>
                  <a:cubicBezTo>
                    <a:pt x="4121" y="21600"/>
                    <a:pt x="4121" y="21600"/>
                    <a:pt x="4121" y="21600"/>
                  </a:cubicBezTo>
                  <a:cubicBezTo>
                    <a:pt x="4547" y="21600"/>
                    <a:pt x="4974" y="21165"/>
                    <a:pt x="4974" y="20730"/>
                  </a:cubicBezTo>
                  <a:cubicBezTo>
                    <a:pt x="4974" y="20440"/>
                    <a:pt x="4689" y="20150"/>
                    <a:pt x="4263" y="20005"/>
                  </a:cubicBezTo>
                  <a:cubicBezTo>
                    <a:pt x="9521" y="10872"/>
                    <a:pt x="9521" y="10872"/>
                    <a:pt x="9521" y="10872"/>
                  </a:cubicBezTo>
                  <a:cubicBezTo>
                    <a:pt x="9663" y="10872"/>
                    <a:pt x="9663" y="10872"/>
                    <a:pt x="9663" y="10872"/>
                  </a:cubicBezTo>
                  <a:cubicBezTo>
                    <a:pt x="13784" y="20150"/>
                    <a:pt x="13784" y="20150"/>
                    <a:pt x="13784" y="20150"/>
                  </a:cubicBezTo>
                  <a:cubicBezTo>
                    <a:pt x="13500" y="20295"/>
                    <a:pt x="13216" y="20440"/>
                    <a:pt x="13216" y="20875"/>
                  </a:cubicBezTo>
                  <a:cubicBezTo>
                    <a:pt x="13216" y="21165"/>
                    <a:pt x="13642" y="21600"/>
                    <a:pt x="14068" y="21600"/>
                  </a:cubicBezTo>
                  <a:cubicBezTo>
                    <a:pt x="15489" y="21600"/>
                    <a:pt x="15489" y="21600"/>
                    <a:pt x="15489" y="21600"/>
                  </a:cubicBezTo>
                  <a:cubicBezTo>
                    <a:pt x="15916" y="21600"/>
                    <a:pt x="16342" y="21165"/>
                    <a:pt x="16342" y="20875"/>
                  </a:cubicBezTo>
                  <a:cubicBezTo>
                    <a:pt x="16342" y="20440"/>
                    <a:pt x="16058" y="20150"/>
                    <a:pt x="15632" y="20005"/>
                  </a:cubicBezTo>
                  <a:cubicBezTo>
                    <a:pt x="11226" y="10583"/>
                    <a:pt x="11226" y="10583"/>
                    <a:pt x="11226" y="10583"/>
                  </a:cubicBezTo>
                  <a:cubicBezTo>
                    <a:pt x="11653" y="10293"/>
                    <a:pt x="12079" y="9713"/>
                    <a:pt x="12221" y="9133"/>
                  </a:cubicBezTo>
                  <a:cubicBezTo>
                    <a:pt x="21600" y="10003"/>
                    <a:pt x="21600" y="10003"/>
                    <a:pt x="21600" y="10003"/>
                  </a:cubicBezTo>
                  <a:cubicBezTo>
                    <a:pt x="21600" y="0"/>
                    <a:pt x="21600" y="0"/>
                    <a:pt x="21600" y="0"/>
                  </a:cubicBezTo>
                  <a:cubicBezTo>
                    <a:pt x="0" y="3769"/>
                    <a:pt x="0" y="3769"/>
                    <a:pt x="0" y="3769"/>
                  </a:cubicBezTo>
                  <a:lnTo>
                    <a:pt x="0" y="7973"/>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75" name="Shape 6975"/>
            <p:cNvSpPr/>
            <p:nvPr/>
          </p:nvSpPr>
          <p:spPr>
            <a:xfrm>
              <a:off x="943989" y="0"/>
              <a:ext cx="131804" cy="4915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1456"/>
                    <a:pt x="0" y="2912"/>
                  </a:cubicBezTo>
                  <a:cubicBezTo>
                    <a:pt x="0" y="18688"/>
                    <a:pt x="0" y="18688"/>
                    <a:pt x="0" y="18688"/>
                  </a:cubicBezTo>
                  <a:cubicBezTo>
                    <a:pt x="0" y="20387"/>
                    <a:pt x="5400" y="21600"/>
                    <a:pt x="10800" y="21600"/>
                  </a:cubicBezTo>
                  <a:cubicBezTo>
                    <a:pt x="17100" y="21600"/>
                    <a:pt x="21600" y="20387"/>
                    <a:pt x="21600" y="18688"/>
                  </a:cubicBezTo>
                  <a:cubicBezTo>
                    <a:pt x="21600" y="2912"/>
                    <a:pt x="21600" y="2912"/>
                    <a:pt x="21600" y="2912"/>
                  </a:cubicBezTo>
                  <a:cubicBezTo>
                    <a:pt x="21600" y="1456"/>
                    <a:pt x="17100" y="0"/>
                    <a:pt x="108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76" name="Shape 6976"/>
            <p:cNvSpPr/>
            <p:nvPr/>
          </p:nvSpPr>
          <p:spPr>
            <a:xfrm>
              <a:off x="0" y="192359"/>
              <a:ext cx="46310" cy="178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5400" y="0"/>
                    <a:pt x="0" y="1350"/>
                    <a:pt x="0" y="2700"/>
                  </a:cubicBezTo>
                  <a:cubicBezTo>
                    <a:pt x="0" y="18900"/>
                    <a:pt x="0" y="18900"/>
                    <a:pt x="0" y="18900"/>
                  </a:cubicBezTo>
                  <a:cubicBezTo>
                    <a:pt x="0" y="20250"/>
                    <a:pt x="5400" y="21600"/>
                    <a:pt x="10800" y="21600"/>
                  </a:cubicBezTo>
                  <a:cubicBezTo>
                    <a:pt x="18900" y="21600"/>
                    <a:pt x="21600" y="20250"/>
                    <a:pt x="21600" y="18900"/>
                  </a:cubicBezTo>
                  <a:cubicBezTo>
                    <a:pt x="21600" y="2700"/>
                    <a:pt x="21600" y="2700"/>
                    <a:pt x="21600" y="2700"/>
                  </a:cubicBezTo>
                  <a:cubicBezTo>
                    <a:pt x="21600" y="1350"/>
                    <a:pt x="18900" y="0"/>
                    <a:pt x="108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81" name="Group 6981"/>
          <p:cNvGrpSpPr/>
          <p:nvPr/>
        </p:nvGrpSpPr>
        <p:grpSpPr>
          <a:xfrm>
            <a:off x="12732869" y="8166730"/>
            <a:ext cx="1363984" cy="908375"/>
            <a:chOff x="0" y="0"/>
            <a:chExt cx="1363983" cy="908374"/>
          </a:xfrm>
        </p:grpSpPr>
        <p:sp>
          <p:nvSpPr>
            <p:cNvPr id="6978" name="Shape 6978"/>
            <p:cNvSpPr/>
            <p:nvPr/>
          </p:nvSpPr>
          <p:spPr>
            <a:xfrm>
              <a:off x="0" y="0"/>
              <a:ext cx="899831" cy="9083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09" y="7200"/>
                  </a:moveTo>
                  <a:cubicBezTo>
                    <a:pt x="18982" y="6382"/>
                    <a:pt x="18982" y="6382"/>
                    <a:pt x="18982" y="6382"/>
                  </a:cubicBezTo>
                  <a:cubicBezTo>
                    <a:pt x="19309" y="6055"/>
                    <a:pt x="19800" y="5727"/>
                    <a:pt x="20127" y="5400"/>
                  </a:cubicBezTo>
                  <a:cubicBezTo>
                    <a:pt x="19636" y="4582"/>
                    <a:pt x="18982" y="3764"/>
                    <a:pt x="18491" y="3273"/>
                  </a:cubicBezTo>
                  <a:cubicBezTo>
                    <a:pt x="18000" y="3436"/>
                    <a:pt x="17509" y="3764"/>
                    <a:pt x="17018" y="3927"/>
                  </a:cubicBezTo>
                  <a:cubicBezTo>
                    <a:pt x="16855" y="3764"/>
                    <a:pt x="16691" y="3600"/>
                    <a:pt x="16364" y="3436"/>
                  </a:cubicBezTo>
                  <a:cubicBezTo>
                    <a:pt x="16200" y="3273"/>
                    <a:pt x="15873" y="3109"/>
                    <a:pt x="15709" y="2945"/>
                  </a:cubicBezTo>
                  <a:cubicBezTo>
                    <a:pt x="15873" y="2455"/>
                    <a:pt x="16036" y="1964"/>
                    <a:pt x="16036" y="1473"/>
                  </a:cubicBezTo>
                  <a:cubicBezTo>
                    <a:pt x="15218" y="982"/>
                    <a:pt x="14400" y="655"/>
                    <a:pt x="13582" y="327"/>
                  </a:cubicBezTo>
                  <a:cubicBezTo>
                    <a:pt x="13255" y="818"/>
                    <a:pt x="13091" y="1309"/>
                    <a:pt x="12764" y="1800"/>
                  </a:cubicBezTo>
                  <a:cubicBezTo>
                    <a:pt x="12436" y="1636"/>
                    <a:pt x="12273" y="1636"/>
                    <a:pt x="11945" y="1636"/>
                  </a:cubicBezTo>
                  <a:cubicBezTo>
                    <a:pt x="11618" y="1473"/>
                    <a:pt x="11291" y="1473"/>
                    <a:pt x="11127" y="1473"/>
                  </a:cubicBezTo>
                  <a:cubicBezTo>
                    <a:pt x="10964" y="982"/>
                    <a:pt x="10800" y="491"/>
                    <a:pt x="10636" y="0"/>
                  </a:cubicBezTo>
                  <a:cubicBezTo>
                    <a:pt x="9818" y="0"/>
                    <a:pt x="8836" y="164"/>
                    <a:pt x="8018" y="327"/>
                  </a:cubicBezTo>
                  <a:cubicBezTo>
                    <a:pt x="8018" y="982"/>
                    <a:pt x="7855" y="1473"/>
                    <a:pt x="8018" y="1964"/>
                  </a:cubicBezTo>
                  <a:cubicBezTo>
                    <a:pt x="7200" y="2291"/>
                    <a:pt x="7200" y="2291"/>
                    <a:pt x="7200" y="2291"/>
                  </a:cubicBezTo>
                  <a:cubicBezTo>
                    <a:pt x="6382" y="2618"/>
                    <a:pt x="6382" y="2618"/>
                    <a:pt x="6382" y="2618"/>
                  </a:cubicBezTo>
                  <a:cubicBezTo>
                    <a:pt x="6055" y="2291"/>
                    <a:pt x="5564" y="1964"/>
                    <a:pt x="5236" y="1473"/>
                  </a:cubicBezTo>
                  <a:cubicBezTo>
                    <a:pt x="4418" y="1964"/>
                    <a:pt x="3764" y="2618"/>
                    <a:pt x="3109" y="3109"/>
                  </a:cubicBezTo>
                  <a:cubicBezTo>
                    <a:pt x="3273" y="3600"/>
                    <a:pt x="3600" y="4091"/>
                    <a:pt x="3927" y="4582"/>
                  </a:cubicBezTo>
                  <a:cubicBezTo>
                    <a:pt x="3764" y="4745"/>
                    <a:pt x="3436" y="4909"/>
                    <a:pt x="3273" y="5236"/>
                  </a:cubicBezTo>
                  <a:cubicBezTo>
                    <a:pt x="3109" y="5400"/>
                    <a:pt x="2945" y="5727"/>
                    <a:pt x="2782" y="5891"/>
                  </a:cubicBezTo>
                  <a:cubicBezTo>
                    <a:pt x="2291" y="5727"/>
                    <a:pt x="1800" y="5727"/>
                    <a:pt x="1309" y="5564"/>
                  </a:cubicBezTo>
                  <a:cubicBezTo>
                    <a:pt x="818" y="6382"/>
                    <a:pt x="491" y="7200"/>
                    <a:pt x="327" y="8018"/>
                  </a:cubicBezTo>
                  <a:cubicBezTo>
                    <a:pt x="818" y="8345"/>
                    <a:pt x="1145" y="8509"/>
                    <a:pt x="1636" y="8836"/>
                  </a:cubicBezTo>
                  <a:cubicBezTo>
                    <a:pt x="1636" y="9164"/>
                    <a:pt x="1636" y="9327"/>
                    <a:pt x="1473" y="9655"/>
                  </a:cubicBezTo>
                  <a:cubicBezTo>
                    <a:pt x="1473" y="9982"/>
                    <a:pt x="1473" y="10309"/>
                    <a:pt x="1473" y="10473"/>
                  </a:cubicBezTo>
                  <a:cubicBezTo>
                    <a:pt x="982" y="10636"/>
                    <a:pt x="491" y="10800"/>
                    <a:pt x="0" y="10964"/>
                  </a:cubicBezTo>
                  <a:cubicBezTo>
                    <a:pt x="0" y="11945"/>
                    <a:pt x="0" y="12764"/>
                    <a:pt x="327" y="13582"/>
                  </a:cubicBezTo>
                  <a:cubicBezTo>
                    <a:pt x="818" y="13745"/>
                    <a:pt x="1309" y="13745"/>
                    <a:pt x="1800" y="13582"/>
                  </a:cubicBezTo>
                  <a:cubicBezTo>
                    <a:pt x="2127" y="14400"/>
                    <a:pt x="2127" y="14400"/>
                    <a:pt x="2127" y="14400"/>
                  </a:cubicBezTo>
                  <a:cubicBezTo>
                    <a:pt x="2455" y="15218"/>
                    <a:pt x="2455" y="15218"/>
                    <a:pt x="2455" y="15218"/>
                  </a:cubicBezTo>
                  <a:cubicBezTo>
                    <a:pt x="2127" y="15545"/>
                    <a:pt x="1800" y="16036"/>
                    <a:pt x="1473" y="16364"/>
                  </a:cubicBezTo>
                  <a:cubicBezTo>
                    <a:pt x="1964" y="17182"/>
                    <a:pt x="2455" y="17836"/>
                    <a:pt x="3109" y="18491"/>
                  </a:cubicBezTo>
                  <a:cubicBezTo>
                    <a:pt x="3600" y="18327"/>
                    <a:pt x="4091" y="18000"/>
                    <a:pt x="4418" y="17673"/>
                  </a:cubicBezTo>
                  <a:cubicBezTo>
                    <a:pt x="4745" y="17836"/>
                    <a:pt x="4909" y="18164"/>
                    <a:pt x="5073" y="18327"/>
                  </a:cubicBezTo>
                  <a:cubicBezTo>
                    <a:pt x="5400" y="18491"/>
                    <a:pt x="5564" y="18655"/>
                    <a:pt x="5891" y="18818"/>
                  </a:cubicBezTo>
                  <a:cubicBezTo>
                    <a:pt x="5727" y="19309"/>
                    <a:pt x="5564" y="19800"/>
                    <a:pt x="5400" y="20291"/>
                  </a:cubicBezTo>
                  <a:cubicBezTo>
                    <a:pt x="6218" y="20782"/>
                    <a:pt x="7036" y="21109"/>
                    <a:pt x="8018" y="21273"/>
                  </a:cubicBezTo>
                  <a:cubicBezTo>
                    <a:pt x="8182" y="20782"/>
                    <a:pt x="8509" y="20455"/>
                    <a:pt x="8673" y="19964"/>
                  </a:cubicBezTo>
                  <a:cubicBezTo>
                    <a:pt x="9000" y="19964"/>
                    <a:pt x="9327" y="20127"/>
                    <a:pt x="9655" y="20127"/>
                  </a:cubicBezTo>
                  <a:cubicBezTo>
                    <a:pt x="9818" y="20127"/>
                    <a:pt x="10145" y="20127"/>
                    <a:pt x="10473" y="20127"/>
                  </a:cubicBezTo>
                  <a:cubicBezTo>
                    <a:pt x="10636" y="20618"/>
                    <a:pt x="10800" y="21273"/>
                    <a:pt x="10964" y="21600"/>
                  </a:cubicBezTo>
                  <a:cubicBezTo>
                    <a:pt x="11782" y="21600"/>
                    <a:pt x="12764" y="21600"/>
                    <a:pt x="13582" y="21273"/>
                  </a:cubicBezTo>
                  <a:cubicBezTo>
                    <a:pt x="13582" y="20782"/>
                    <a:pt x="13582" y="20291"/>
                    <a:pt x="13582" y="19800"/>
                  </a:cubicBezTo>
                  <a:cubicBezTo>
                    <a:pt x="14400" y="19473"/>
                    <a:pt x="14400" y="19473"/>
                    <a:pt x="14400" y="19473"/>
                  </a:cubicBezTo>
                  <a:cubicBezTo>
                    <a:pt x="15218" y="19145"/>
                    <a:pt x="15218" y="19145"/>
                    <a:pt x="15218" y="19145"/>
                  </a:cubicBezTo>
                  <a:cubicBezTo>
                    <a:pt x="15545" y="19473"/>
                    <a:pt x="15873" y="19800"/>
                    <a:pt x="16364" y="20127"/>
                  </a:cubicBezTo>
                  <a:cubicBezTo>
                    <a:pt x="17018" y="19800"/>
                    <a:pt x="17836" y="19145"/>
                    <a:pt x="18491" y="18491"/>
                  </a:cubicBezTo>
                  <a:cubicBezTo>
                    <a:pt x="18164" y="18000"/>
                    <a:pt x="17836" y="17673"/>
                    <a:pt x="17673" y="17182"/>
                  </a:cubicBezTo>
                  <a:cubicBezTo>
                    <a:pt x="17836" y="16855"/>
                    <a:pt x="18000" y="16691"/>
                    <a:pt x="18164" y="16527"/>
                  </a:cubicBezTo>
                  <a:cubicBezTo>
                    <a:pt x="18327" y="16200"/>
                    <a:pt x="18491" y="16036"/>
                    <a:pt x="18655" y="15709"/>
                  </a:cubicBezTo>
                  <a:cubicBezTo>
                    <a:pt x="19145" y="15873"/>
                    <a:pt x="19636" y="16036"/>
                    <a:pt x="20127" y="16200"/>
                  </a:cubicBezTo>
                  <a:cubicBezTo>
                    <a:pt x="20618" y="15382"/>
                    <a:pt x="20945" y="14564"/>
                    <a:pt x="21273" y="13582"/>
                  </a:cubicBezTo>
                  <a:cubicBezTo>
                    <a:pt x="20782" y="13418"/>
                    <a:pt x="20291" y="13091"/>
                    <a:pt x="19800" y="12927"/>
                  </a:cubicBezTo>
                  <a:cubicBezTo>
                    <a:pt x="19964" y="12600"/>
                    <a:pt x="19964" y="12273"/>
                    <a:pt x="19964" y="11945"/>
                  </a:cubicBezTo>
                  <a:cubicBezTo>
                    <a:pt x="20127" y="11782"/>
                    <a:pt x="20127" y="11455"/>
                    <a:pt x="20127" y="11127"/>
                  </a:cubicBezTo>
                  <a:cubicBezTo>
                    <a:pt x="20618" y="10964"/>
                    <a:pt x="21109" y="10964"/>
                    <a:pt x="21600" y="10800"/>
                  </a:cubicBezTo>
                  <a:cubicBezTo>
                    <a:pt x="21600" y="9818"/>
                    <a:pt x="21436" y="8836"/>
                    <a:pt x="21273" y="8018"/>
                  </a:cubicBezTo>
                  <a:cubicBezTo>
                    <a:pt x="20618" y="8018"/>
                    <a:pt x="20127" y="8018"/>
                    <a:pt x="19636" y="8018"/>
                  </a:cubicBezTo>
                  <a:lnTo>
                    <a:pt x="19309" y="7200"/>
                  </a:lnTo>
                  <a:close/>
                  <a:moveTo>
                    <a:pt x="14891" y="14073"/>
                  </a:moveTo>
                  <a:cubicBezTo>
                    <a:pt x="14400" y="14727"/>
                    <a:pt x="13582" y="15382"/>
                    <a:pt x="12764" y="15709"/>
                  </a:cubicBezTo>
                  <a:cubicBezTo>
                    <a:pt x="11945" y="16036"/>
                    <a:pt x="10964" y="16200"/>
                    <a:pt x="10145" y="16036"/>
                  </a:cubicBezTo>
                  <a:cubicBezTo>
                    <a:pt x="9164" y="15873"/>
                    <a:pt x="8345" y="15545"/>
                    <a:pt x="7527" y="15055"/>
                  </a:cubicBezTo>
                  <a:cubicBezTo>
                    <a:pt x="6873" y="14564"/>
                    <a:pt x="6218" y="13745"/>
                    <a:pt x="5891" y="12927"/>
                  </a:cubicBezTo>
                  <a:cubicBezTo>
                    <a:pt x="5564" y="12109"/>
                    <a:pt x="5400" y="11127"/>
                    <a:pt x="5564" y="10145"/>
                  </a:cubicBezTo>
                  <a:cubicBezTo>
                    <a:pt x="5727" y="9327"/>
                    <a:pt x="6055" y="8345"/>
                    <a:pt x="6545" y="7691"/>
                  </a:cubicBezTo>
                  <a:cubicBezTo>
                    <a:pt x="7200" y="6873"/>
                    <a:pt x="7855" y="6382"/>
                    <a:pt x="8673" y="6055"/>
                  </a:cubicBezTo>
                  <a:cubicBezTo>
                    <a:pt x="9655" y="5727"/>
                    <a:pt x="10473" y="5564"/>
                    <a:pt x="11455" y="5564"/>
                  </a:cubicBezTo>
                  <a:cubicBezTo>
                    <a:pt x="12273" y="5727"/>
                    <a:pt x="13255" y="6055"/>
                    <a:pt x="13909" y="6709"/>
                  </a:cubicBezTo>
                  <a:cubicBezTo>
                    <a:pt x="14727" y="7200"/>
                    <a:pt x="15218" y="8018"/>
                    <a:pt x="15545" y="8836"/>
                  </a:cubicBezTo>
                  <a:cubicBezTo>
                    <a:pt x="15873" y="9655"/>
                    <a:pt x="16036" y="10636"/>
                    <a:pt x="16036" y="11455"/>
                  </a:cubicBezTo>
                  <a:cubicBezTo>
                    <a:pt x="15873" y="12436"/>
                    <a:pt x="15545" y="13255"/>
                    <a:pt x="14891" y="1407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79" name="Shape 6979"/>
            <p:cNvSpPr/>
            <p:nvPr/>
          </p:nvSpPr>
          <p:spPr>
            <a:xfrm>
              <a:off x="0" y="0"/>
              <a:ext cx="899831" cy="9083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09" y="7200"/>
                  </a:moveTo>
                  <a:cubicBezTo>
                    <a:pt x="18982" y="6382"/>
                    <a:pt x="18982" y="6382"/>
                    <a:pt x="18982" y="6382"/>
                  </a:cubicBezTo>
                  <a:cubicBezTo>
                    <a:pt x="19309" y="6055"/>
                    <a:pt x="19800" y="5727"/>
                    <a:pt x="20127" y="5400"/>
                  </a:cubicBezTo>
                  <a:cubicBezTo>
                    <a:pt x="19636" y="4582"/>
                    <a:pt x="18982" y="3764"/>
                    <a:pt x="18491" y="3273"/>
                  </a:cubicBezTo>
                  <a:cubicBezTo>
                    <a:pt x="18000" y="3436"/>
                    <a:pt x="17509" y="3764"/>
                    <a:pt x="17018" y="3927"/>
                  </a:cubicBezTo>
                  <a:cubicBezTo>
                    <a:pt x="16855" y="3764"/>
                    <a:pt x="16691" y="3600"/>
                    <a:pt x="16364" y="3436"/>
                  </a:cubicBezTo>
                  <a:cubicBezTo>
                    <a:pt x="16200" y="3273"/>
                    <a:pt x="15873" y="3109"/>
                    <a:pt x="15709" y="2945"/>
                  </a:cubicBezTo>
                  <a:cubicBezTo>
                    <a:pt x="15873" y="2455"/>
                    <a:pt x="16036" y="1964"/>
                    <a:pt x="16036" y="1473"/>
                  </a:cubicBezTo>
                  <a:cubicBezTo>
                    <a:pt x="15218" y="982"/>
                    <a:pt x="14400" y="655"/>
                    <a:pt x="13582" y="327"/>
                  </a:cubicBezTo>
                  <a:cubicBezTo>
                    <a:pt x="13255" y="818"/>
                    <a:pt x="13091" y="1309"/>
                    <a:pt x="12764" y="1800"/>
                  </a:cubicBezTo>
                  <a:cubicBezTo>
                    <a:pt x="12436" y="1636"/>
                    <a:pt x="12273" y="1636"/>
                    <a:pt x="11945" y="1636"/>
                  </a:cubicBezTo>
                  <a:cubicBezTo>
                    <a:pt x="11618" y="1473"/>
                    <a:pt x="11291" y="1473"/>
                    <a:pt x="11127" y="1473"/>
                  </a:cubicBezTo>
                  <a:cubicBezTo>
                    <a:pt x="10964" y="982"/>
                    <a:pt x="10800" y="491"/>
                    <a:pt x="10636" y="0"/>
                  </a:cubicBezTo>
                  <a:cubicBezTo>
                    <a:pt x="9818" y="0"/>
                    <a:pt x="8836" y="164"/>
                    <a:pt x="8018" y="327"/>
                  </a:cubicBezTo>
                  <a:cubicBezTo>
                    <a:pt x="8018" y="982"/>
                    <a:pt x="7855" y="1473"/>
                    <a:pt x="8018" y="1964"/>
                  </a:cubicBezTo>
                  <a:cubicBezTo>
                    <a:pt x="7200" y="2291"/>
                    <a:pt x="7200" y="2291"/>
                    <a:pt x="7200" y="2291"/>
                  </a:cubicBezTo>
                  <a:cubicBezTo>
                    <a:pt x="6382" y="2618"/>
                    <a:pt x="6382" y="2618"/>
                    <a:pt x="6382" y="2618"/>
                  </a:cubicBezTo>
                  <a:cubicBezTo>
                    <a:pt x="6055" y="2291"/>
                    <a:pt x="5564" y="1964"/>
                    <a:pt x="5236" y="1473"/>
                  </a:cubicBezTo>
                  <a:cubicBezTo>
                    <a:pt x="4418" y="1964"/>
                    <a:pt x="3764" y="2618"/>
                    <a:pt x="3109" y="3109"/>
                  </a:cubicBezTo>
                  <a:cubicBezTo>
                    <a:pt x="3273" y="3600"/>
                    <a:pt x="3600" y="4091"/>
                    <a:pt x="3927" y="4582"/>
                  </a:cubicBezTo>
                  <a:cubicBezTo>
                    <a:pt x="3764" y="4745"/>
                    <a:pt x="3436" y="4909"/>
                    <a:pt x="3273" y="5236"/>
                  </a:cubicBezTo>
                  <a:cubicBezTo>
                    <a:pt x="3109" y="5400"/>
                    <a:pt x="2945" y="5727"/>
                    <a:pt x="2782" y="5891"/>
                  </a:cubicBezTo>
                  <a:cubicBezTo>
                    <a:pt x="2291" y="5727"/>
                    <a:pt x="1800" y="5727"/>
                    <a:pt x="1309" y="5564"/>
                  </a:cubicBezTo>
                  <a:cubicBezTo>
                    <a:pt x="818" y="6382"/>
                    <a:pt x="491" y="7200"/>
                    <a:pt x="327" y="8018"/>
                  </a:cubicBezTo>
                  <a:cubicBezTo>
                    <a:pt x="818" y="8345"/>
                    <a:pt x="1145" y="8509"/>
                    <a:pt x="1636" y="8836"/>
                  </a:cubicBezTo>
                  <a:cubicBezTo>
                    <a:pt x="1636" y="9164"/>
                    <a:pt x="1636" y="9327"/>
                    <a:pt x="1473" y="9655"/>
                  </a:cubicBezTo>
                  <a:cubicBezTo>
                    <a:pt x="1473" y="9982"/>
                    <a:pt x="1473" y="10309"/>
                    <a:pt x="1473" y="10473"/>
                  </a:cubicBezTo>
                  <a:cubicBezTo>
                    <a:pt x="982" y="10636"/>
                    <a:pt x="491" y="10800"/>
                    <a:pt x="0" y="10964"/>
                  </a:cubicBezTo>
                  <a:cubicBezTo>
                    <a:pt x="0" y="11945"/>
                    <a:pt x="0" y="12764"/>
                    <a:pt x="327" y="13582"/>
                  </a:cubicBezTo>
                  <a:cubicBezTo>
                    <a:pt x="818" y="13745"/>
                    <a:pt x="1309" y="13745"/>
                    <a:pt x="1800" y="13582"/>
                  </a:cubicBezTo>
                  <a:cubicBezTo>
                    <a:pt x="2127" y="14400"/>
                    <a:pt x="2127" y="14400"/>
                    <a:pt x="2127" y="14400"/>
                  </a:cubicBezTo>
                  <a:cubicBezTo>
                    <a:pt x="2455" y="15218"/>
                    <a:pt x="2455" y="15218"/>
                    <a:pt x="2455" y="15218"/>
                  </a:cubicBezTo>
                  <a:cubicBezTo>
                    <a:pt x="2127" y="15545"/>
                    <a:pt x="1800" y="16036"/>
                    <a:pt x="1473" y="16364"/>
                  </a:cubicBezTo>
                  <a:cubicBezTo>
                    <a:pt x="1964" y="17182"/>
                    <a:pt x="2455" y="17836"/>
                    <a:pt x="3109" y="18491"/>
                  </a:cubicBezTo>
                  <a:cubicBezTo>
                    <a:pt x="3600" y="18327"/>
                    <a:pt x="4091" y="18000"/>
                    <a:pt x="4418" y="17673"/>
                  </a:cubicBezTo>
                  <a:cubicBezTo>
                    <a:pt x="4745" y="17836"/>
                    <a:pt x="4909" y="18164"/>
                    <a:pt x="5073" y="18327"/>
                  </a:cubicBezTo>
                  <a:cubicBezTo>
                    <a:pt x="5400" y="18491"/>
                    <a:pt x="5564" y="18655"/>
                    <a:pt x="5891" y="18818"/>
                  </a:cubicBezTo>
                  <a:cubicBezTo>
                    <a:pt x="5727" y="19309"/>
                    <a:pt x="5564" y="19800"/>
                    <a:pt x="5400" y="20291"/>
                  </a:cubicBezTo>
                  <a:cubicBezTo>
                    <a:pt x="6218" y="20782"/>
                    <a:pt x="7036" y="21109"/>
                    <a:pt x="8018" y="21273"/>
                  </a:cubicBezTo>
                  <a:cubicBezTo>
                    <a:pt x="8182" y="20782"/>
                    <a:pt x="8509" y="20455"/>
                    <a:pt x="8673" y="19964"/>
                  </a:cubicBezTo>
                  <a:cubicBezTo>
                    <a:pt x="9000" y="19964"/>
                    <a:pt x="9327" y="20127"/>
                    <a:pt x="9655" y="20127"/>
                  </a:cubicBezTo>
                  <a:cubicBezTo>
                    <a:pt x="9818" y="20127"/>
                    <a:pt x="10145" y="20127"/>
                    <a:pt x="10473" y="20127"/>
                  </a:cubicBezTo>
                  <a:cubicBezTo>
                    <a:pt x="10636" y="20618"/>
                    <a:pt x="10800" y="21273"/>
                    <a:pt x="10964" y="21600"/>
                  </a:cubicBezTo>
                  <a:cubicBezTo>
                    <a:pt x="11782" y="21600"/>
                    <a:pt x="12764" y="21600"/>
                    <a:pt x="13582" y="21273"/>
                  </a:cubicBezTo>
                  <a:cubicBezTo>
                    <a:pt x="13582" y="20782"/>
                    <a:pt x="13582" y="20291"/>
                    <a:pt x="13582" y="19800"/>
                  </a:cubicBezTo>
                  <a:cubicBezTo>
                    <a:pt x="14400" y="19473"/>
                    <a:pt x="14400" y="19473"/>
                    <a:pt x="14400" y="19473"/>
                  </a:cubicBezTo>
                  <a:cubicBezTo>
                    <a:pt x="15218" y="19145"/>
                    <a:pt x="15218" y="19145"/>
                    <a:pt x="15218" y="19145"/>
                  </a:cubicBezTo>
                  <a:cubicBezTo>
                    <a:pt x="15545" y="19473"/>
                    <a:pt x="15873" y="19800"/>
                    <a:pt x="16364" y="20127"/>
                  </a:cubicBezTo>
                  <a:cubicBezTo>
                    <a:pt x="17018" y="19800"/>
                    <a:pt x="17836" y="19145"/>
                    <a:pt x="18491" y="18491"/>
                  </a:cubicBezTo>
                  <a:cubicBezTo>
                    <a:pt x="18164" y="18000"/>
                    <a:pt x="17836" y="17673"/>
                    <a:pt x="17673" y="17182"/>
                  </a:cubicBezTo>
                  <a:cubicBezTo>
                    <a:pt x="17836" y="16855"/>
                    <a:pt x="18000" y="16691"/>
                    <a:pt x="18164" y="16527"/>
                  </a:cubicBezTo>
                  <a:cubicBezTo>
                    <a:pt x="18327" y="16200"/>
                    <a:pt x="18491" y="16036"/>
                    <a:pt x="18655" y="15709"/>
                  </a:cubicBezTo>
                  <a:cubicBezTo>
                    <a:pt x="19145" y="15873"/>
                    <a:pt x="19636" y="16036"/>
                    <a:pt x="20127" y="16200"/>
                  </a:cubicBezTo>
                  <a:cubicBezTo>
                    <a:pt x="20618" y="15382"/>
                    <a:pt x="20945" y="14564"/>
                    <a:pt x="21273" y="13582"/>
                  </a:cubicBezTo>
                  <a:cubicBezTo>
                    <a:pt x="20782" y="13418"/>
                    <a:pt x="20291" y="13091"/>
                    <a:pt x="19800" y="12927"/>
                  </a:cubicBezTo>
                  <a:cubicBezTo>
                    <a:pt x="19964" y="12600"/>
                    <a:pt x="19964" y="12273"/>
                    <a:pt x="19964" y="11945"/>
                  </a:cubicBezTo>
                  <a:cubicBezTo>
                    <a:pt x="20127" y="11782"/>
                    <a:pt x="20127" y="11455"/>
                    <a:pt x="20127" y="11127"/>
                  </a:cubicBezTo>
                  <a:cubicBezTo>
                    <a:pt x="20618" y="10964"/>
                    <a:pt x="21109" y="10964"/>
                    <a:pt x="21600" y="10800"/>
                  </a:cubicBezTo>
                  <a:cubicBezTo>
                    <a:pt x="21600" y="9818"/>
                    <a:pt x="21436" y="8836"/>
                    <a:pt x="21273" y="8018"/>
                  </a:cubicBezTo>
                  <a:cubicBezTo>
                    <a:pt x="20618" y="8018"/>
                    <a:pt x="20127" y="8018"/>
                    <a:pt x="19636" y="8018"/>
                  </a:cubicBezTo>
                  <a:lnTo>
                    <a:pt x="19309" y="7200"/>
                  </a:lnTo>
                  <a:close/>
                  <a:moveTo>
                    <a:pt x="14891" y="14073"/>
                  </a:moveTo>
                  <a:cubicBezTo>
                    <a:pt x="14400" y="14727"/>
                    <a:pt x="13582" y="15382"/>
                    <a:pt x="12764" y="15709"/>
                  </a:cubicBezTo>
                  <a:cubicBezTo>
                    <a:pt x="11945" y="16036"/>
                    <a:pt x="10964" y="16200"/>
                    <a:pt x="10145" y="16036"/>
                  </a:cubicBezTo>
                  <a:cubicBezTo>
                    <a:pt x="9164" y="15873"/>
                    <a:pt x="8345" y="15545"/>
                    <a:pt x="7527" y="15055"/>
                  </a:cubicBezTo>
                  <a:cubicBezTo>
                    <a:pt x="6873" y="14564"/>
                    <a:pt x="6218" y="13745"/>
                    <a:pt x="5891" y="12927"/>
                  </a:cubicBezTo>
                  <a:cubicBezTo>
                    <a:pt x="5564" y="12109"/>
                    <a:pt x="5400" y="11127"/>
                    <a:pt x="5564" y="10145"/>
                  </a:cubicBezTo>
                  <a:cubicBezTo>
                    <a:pt x="5727" y="9327"/>
                    <a:pt x="6055" y="8345"/>
                    <a:pt x="6545" y="7691"/>
                  </a:cubicBezTo>
                  <a:cubicBezTo>
                    <a:pt x="7200" y="6873"/>
                    <a:pt x="7855" y="6382"/>
                    <a:pt x="8673" y="6055"/>
                  </a:cubicBezTo>
                  <a:cubicBezTo>
                    <a:pt x="9655" y="5727"/>
                    <a:pt x="10473" y="5564"/>
                    <a:pt x="11455" y="5564"/>
                  </a:cubicBezTo>
                  <a:cubicBezTo>
                    <a:pt x="12273" y="5727"/>
                    <a:pt x="13255" y="6055"/>
                    <a:pt x="13909" y="6709"/>
                  </a:cubicBezTo>
                  <a:cubicBezTo>
                    <a:pt x="14727" y="7200"/>
                    <a:pt x="15218" y="8018"/>
                    <a:pt x="15545" y="8836"/>
                  </a:cubicBezTo>
                  <a:cubicBezTo>
                    <a:pt x="15873" y="9655"/>
                    <a:pt x="16036" y="10636"/>
                    <a:pt x="16036" y="11455"/>
                  </a:cubicBezTo>
                  <a:cubicBezTo>
                    <a:pt x="15873" y="12436"/>
                    <a:pt x="15545" y="13255"/>
                    <a:pt x="14891" y="1407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80" name="Shape 6980"/>
            <p:cNvSpPr/>
            <p:nvPr/>
          </p:nvSpPr>
          <p:spPr>
            <a:xfrm>
              <a:off x="919763" y="330318"/>
              <a:ext cx="444221" cy="447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71" y="10634"/>
                  </a:moveTo>
                  <a:cubicBezTo>
                    <a:pt x="19938" y="9969"/>
                    <a:pt x="19938" y="9969"/>
                    <a:pt x="19938" y="9969"/>
                  </a:cubicBezTo>
                  <a:cubicBezTo>
                    <a:pt x="20603" y="9637"/>
                    <a:pt x="20935" y="9305"/>
                    <a:pt x="21600" y="9305"/>
                  </a:cubicBezTo>
                  <a:cubicBezTo>
                    <a:pt x="21268" y="8308"/>
                    <a:pt x="21268" y="7311"/>
                    <a:pt x="20935" y="6646"/>
                  </a:cubicBezTo>
                  <a:cubicBezTo>
                    <a:pt x="20271" y="6646"/>
                    <a:pt x="19938" y="6646"/>
                    <a:pt x="19274" y="6646"/>
                  </a:cubicBezTo>
                  <a:cubicBezTo>
                    <a:pt x="19274" y="6646"/>
                    <a:pt x="18942" y="6314"/>
                    <a:pt x="18942" y="5982"/>
                  </a:cubicBezTo>
                  <a:cubicBezTo>
                    <a:pt x="18609" y="5649"/>
                    <a:pt x="18609" y="5317"/>
                    <a:pt x="18277" y="5317"/>
                  </a:cubicBezTo>
                  <a:cubicBezTo>
                    <a:pt x="18609" y="4985"/>
                    <a:pt x="18942" y="4320"/>
                    <a:pt x="19274" y="3988"/>
                  </a:cubicBezTo>
                  <a:cubicBezTo>
                    <a:pt x="18942" y="3323"/>
                    <a:pt x="18277" y="2658"/>
                    <a:pt x="17280" y="1994"/>
                  </a:cubicBezTo>
                  <a:cubicBezTo>
                    <a:pt x="16948" y="2326"/>
                    <a:pt x="16615" y="2658"/>
                    <a:pt x="16283" y="2991"/>
                  </a:cubicBezTo>
                  <a:cubicBezTo>
                    <a:pt x="15951" y="2658"/>
                    <a:pt x="15618" y="2658"/>
                    <a:pt x="15286" y="2658"/>
                  </a:cubicBezTo>
                  <a:cubicBezTo>
                    <a:pt x="15286" y="2326"/>
                    <a:pt x="14954" y="2326"/>
                    <a:pt x="14622" y="1994"/>
                  </a:cubicBezTo>
                  <a:cubicBezTo>
                    <a:pt x="14622" y="1662"/>
                    <a:pt x="14622" y="997"/>
                    <a:pt x="14954" y="665"/>
                  </a:cubicBezTo>
                  <a:cubicBezTo>
                    <a:pt x="13957" y="332"/>
                    <a:pt x="12960" y="0"/>
                    <a:pt x="12295" y="0"/>
                  </a:cubicBezTo>
                  <a:cubicBezTo>
                    <a:pt x="11963" y="332"/>
                    <a:pt x="11631" y="665"/>
                    <a:pt x="11631" y="1329"/>
                  </a:cubicBezTo>
                  <a:cubicBezTo>
                    <a:pt x="10634" y="1329"/>
                    <a:pt x="10634" y="1329"/>
                    <a:pt x="10634" y="1329"/>
                  </a:cubicBezTo>
                  <a:cubicBezTo>
                    <a:pt x="9969" y="1329"/>
                    <a:pt x="9969" y="1329"/>
                    <a:pt x="9969" y="1329"/>
                  </a:cubicBezTo>
                  <a:cubicBezTo>
                    <a:pt x="9637" y="665"/>
                    <a:pt x="9305" y="332"/>
                    <a:pt x="9305" y="0"/>
                  </a:cubicBezTo>
                  <a:cubicBezTo>
                    <a:pt x="8308" y="0"/>
                    <a:pt x="7311" y="332"/>
                    <a:pt x="6646" y="665"/>
                  </a:cubicBezTo>
                  <a:cubicBezTo>
                    <a:pt x="6646" y="997"/>
                    <a:pt x="6646" y="1662"/>
                    <a:pt x="6646" y="1994"/>
                  </a:cubicBezTo>
                  <a:cubicBezTo>
                    <a:pt x="6646" y="2326"/>
                    <a:pt x="6314" y="2326"/>
                    <a:pt x="5982" y="2658"/>
                  </a:cubicBezTo>
                  <a:cubicBezTo>
                    <a:pt x="5649" y="2658"/>
                    <a:pt x="5317" y="2658"/>
                    <a:pt x="5317" y="2991"/>
                  </a:cubicBezTo>
                  <a:cubicBezTo>
                    <a:pt x="4985" y="2658"/>
                    <a:pt x="4320" y="2326"/>
                    <a:pt x="3988" y="1994"/>
                  </a:cubicBezTo>
                  <a:cubicBezTo>
                    <a:pt x="3323" y="2658"/>
                    <a:pt x="2658" y="3323"/>
                    <a:pt x="1994" y="3988"/>
                  </a:cubicBezTo>
                  <a:cubicBezTo>
                    <a:pt x="2326" y="4320"/>
                    <a:pt x="2658" y="4985"/>
                    <a:pt x="2991" y="5317"/>
                  </a:cubicBezTo>
                  <a:cubicBezTo>
                    <a:pt x="2658" y="5317"/>
                    <a:pt x="2658" y="5649"/>
                    <a:pt x="2658" y="5982"/>
                  </a:cubicBezTo>
                  <a:cubicBezTo>
                    <a:pt x="2326" y="6314"/>
                    <a:pt x="2326" y="6646"/>
                    <a:pt x="1994" y="6646"/>
                  </a:cubicBezTo>
                  <a:cubicBezTo>
                    <a:pt x="1662" y="6646"/>
                    <a:pt x="997" y="6646"/>
                    <a:pt x="665" y="6646"/>
                  </a:cubicBezTo>
                  <a:cubicBezTo>
                    <a:pt x="332" y="7311"/>
                    <a:pt x="0" y="8308"/>
                    <a:pt x="0" y="9305"/>
                  </a:cubicBezTo>
                  <a:cubicBezTo>
                    <a:pt x="332" y="9305"/>
                    <a:pt x="665" y="9637"/>
                    <a:pt x="1329" y="9969"/>
                  </a:cubicBezTo>
                  <a:cubicBezTo>
                    <a:pt x="1329" y="10634"/>
                    <a:pt x="1329" y="10634"/>
                    <a:pt x="1329" y="10634"/>
                  </a:cubicBezTo>
                  <a:cubicBezTo>
                    <a:pt x="1329" y="11631"/>
                    <a:pt x="1329" y="11631"/>
                    <a:pt x="1329" y="11631"/>
                  </a:cubicBezTo>
                  <a:cubicBezTo>
                    <a:pt x="665" y="11631"/>
                    <a:pt x="332" y="11963"/>
                    <a:pt x="0" y="12295"/>
                  </a:cubicBezTo>
                  <a:cubicBezTo>
                    <a:pt x="0" y="12960"/>
                    <a:pt x="332" y="13957"/>
                    <a:pt x="665" y="14954"/>
                  </a:cubicBezTo>
                  <a:cubicBezTo>
                    <a:pt x="997" y="14622"/>
                    <a:pt x="1662" y="14622"/>
                    <a:pt x="1994" y="14622"/>
                  </a:cubicBezTo>
                  <a:cubicBezTo>
                    <a:pt x="2326" y="14954"/>
                    <a:pt x="2326" y="15286"/>
                    <a:pt x="2658" y="15286"/>
                  </a:cubicBezTo>
                  <a:cubicBezTo>
                    <a:pt x="2658" y="15618"/>
                    <a:pt x="2658" y="15951"/>
                    <a:pt x="2991" y="16283"/>
                  </a:cubicBezTo>
                  <a:cubicBezTo>
                    <a:pt x="2658" y="16615"/>
                    <a:pt x="2326" y="16948"/>
                    <a:pt x="1994" y="17280"/>
                  </a:cubicBezTo>
                  <a:cubicBezTo>
                    <a:pt x="2658" y="18277"/>
                    <a:pt x="3323" y="18609"/>
                    <a:pt x="3988" y="19274"/>
                  </a:cubicBezTo>
                  <a:cubicBezTo>
                    <a:pt x="4320" y="18942"/>
                    <a:pt x="4985" y="18609"/>
                    <a:pt x="5317" y="18277"/>
                  </a:cubicBezTo>
                  <a:cubicBezTo>
                    <a:pt x="5317" y="18609"/>
                    <a:pt x="5649" y="18609"/>
                    <a:pt x="5982" y="18942"/>
                  </a:cubicBezTo>
                  <a:cubicBezTo>
                    <a:pt x="6314" y="18942"/>
                    <a:pt x="6646" y="19274"/>
                    <a:pt x="6646" y="19274"/>
                  </a:cubicBezTo>
                  <a:cubicBezTo>
                    <a:pt x="6646" y="19606"/>
                    <a:pt x="6646" y="20271"/>
                    <a:pt x="6646" y="20935"/>
                  </a:cubicBezTo>
                  <a:cubicBezTo>
                    <a:pt x="7311" y="21268"/>
                    <a:pt x="8308" y="21268"/>
                    <a:pt x="9305" y="21600"/>
                  </a:cubicBezTo>
                  <a:cubicBezTo>
                    <a:pt x="9305" y="20935"/>
                    <a:pt x="9637" y="20603"/>
                    <a:pt x="9969" y="19938"/>
                  </a:cubicBezTo>
                  <a:cubicBezTo>
                    <a:pt x="10634" y="20271"/>
                    <a:pt x="10634" y="20271"/>
                    <a:pt x="10634" y="20271"/>
                  </a:cubicBezTo>
                  <a:cubicBezTo>
                    <a:pt x="11631" y="19938"/>
                    <a:pt x="11631" y="19938"/>
                    <a:pt x="11631" y="19938"/>
                  </a:cubicBezTo>
                  <a:cubicBezTo>
                    <a:pt x="11631" y="20603"/>
                    <a:pt x="11963" y="20935"/>
                    <a:pt x="12295" y="21600"/>
                  </a:cubicBezTo>
                  <a:cubicBezTo>
                    <a:pt x="12960" y="21268"/>
                    <a:pt x="13957" y="21268"/>
                    <a:pt x="14954" y="20935"/>
                  </a:cubicBezTo>
                  <a:cubicBezTo>
                    <a:pt x="14622" y="20271"/>
                    <a:pt x="14622" y="19606"/>
                    <a:pt x="14622" y="19274"/>
                  </a:cubicBezTo>
                  <a:cubicBezTo>
                    <a:pt x="14954" y="19274"/>
                    <a:pt x="15286" y="18942"/>
                    <a:pt x="15286" y="18942"/>
                  </a:cubicBezTo>
                  <a:cubicBezTo>
                    <a:pt x="15618" y="18609"/>
                    <a:pt x="15951" y="18609"/>
                    <a:pt x="16283" y="18277"/>
                  </a:cubicBezTo>
                  <a:cubicBezTo>
                    <a:pt x="16615" y="18609"/>
                    <a:pt x="16948" y="18942"/>
                    <a:pt x="17280" y="19274"/>
                  </a:cubicBezTo>
                  <a:cubicBezTo>
                    <a:pt x="18277" y="18609"/>
                    <a:pt x="18942" y="18277"/>
                    <a:pt x="19274" y="17280"/>
                  </a:cubicBezTo>
                  <a:cubicBezTo>
                    <a:pt x="18942" y="16948"/>
                    <a:pt x="18609" y="16615"/>
                    <a:pt x="18277" y="16283"/>
                  </a:cubicBezTo>
                  <a:cubicBezTo>
                    <a:pt x="18609" y="15951"/>
                    <a:pt x="18609" y="15618"/>
                    <a:pt x="18942" y="15286"/>
                  </a:cubicBezTo>
                  <a:cubicBezTo>
                    <a:pt x="18942" y="15286"/>
                    <a:pt x="19274" y="14954"/>
                    <a:pt x="19274" y="14622"/>
                  </a:cubicBezTo>
                  <a:cubicBezTo>
                    <a:pt x="19938" y="14622"/>
                    <a:pt x="20271" y="14622"/>
                    <a:pt x="20935" y="14954"/>
                  </a:cubicBezTo>
                  <a:cubicBezTo>
                    <a:pt x="21268" y="13957"/>
                    <a:pt x="21268" y="12960"/>
                    <a:pt x="21600" y="12295"/>
                  </a:cubicBezTo>
                  <a:cubicBezTo>
                    <a:pt x="20935" y="11963"/>
                    <a:pt x="20603" y="11631"/>
                    <a:pt x="19938" y="11631"/>
                  </a:cubicBezTo>
                  <a:lnTo>
                    <a:pt x="20271" y="10634"/>
                  </a:lnTo>
                  <a:close/>
                  <a:moveTo>
                    <a:pt x="13292" y="15286"/>
                  </a:moveTo>
                  <a:cubicBezTo>
                    <a:pt x="12628" y="15618"/>
                    <a:pt x="11631" y="15951"/>
                    <a:pt x="10634" y="15951"/>
                  </a:cubicBezTo>
                  <a:cubicBezTo>
                    <a:pt x="9637" y="15951"/>
                    <a:pt x="8972" y="15618"/>
                    <a:pt x="7975" y="15286"/>
                  </a:cubicBezTo>
                  <a:cubicBezTo>
                    <a:pt x="7311" y="14954"/>
                    <a:pt x="6646" y="14289"/>
                    <a:pt x="5982" y="13292"/>
                  </a:cubicBezTo>
                  <a:cubicBezTo>
                    <a:pt x="5649" y="12628"/>
                    <a:pt x="5317" y="11631"/>
                    <a:pt x="5317" y="10634"/>
                  </a:cubicBezTo>
                  <a:cubicBezTo>
                    <a:pt x="5317" y="9637"/>
                    <a:pt x="5649" y="8972"/>
                    <a:pt x="5982" y="7975"/>
                  </a:cubicBezTo>
                  <a:cubicBezTo>
                    <a:pt x="6646" y="7311"/>
                    <a:pt x="7311" y="6646"/>
                    <a:pt x="7975" y="5982"/>
                  </a:cubicBezTo>
                  <a:cubicBezTo>
                    <a:pt x="8972" y="5649"/>
                    <a:pt x="9637" y="5317"/>
                    <a:pt x="10634" y="5317"/>
                  </a:cubicBezTo>
                  <a:cubicBezTo>
                    <a:pt x="11631" y="5317"/>
                    <a:pt x="12628" y="5649"/>
                    <a:pt x="13292" y="5982"/>
                  </a:cubicBezTo>
                  <a:cubicBezTo>
                    <a:pt x="14289" y="6646"/>
                    <a:pt x="14954" y="7311"/>
                    <a:pt x="15286" y="7975"/>
                  </a:cubicBezTo>
                  <a:cubicBezTo>
                    <a:pt x="15618" y="8972"/>
                    <a:pt x="15951" y="9637"/>
                    <a:pt x="15951" y="10634"/>
                  </a:cubicBezTo>
                  <a:cubicBezTo>
                    <a:pt x="15951" y="11631"/>
                    <a:pt x="15618" y="12628"/>
                    <a:pt x="15286" y="13292"/>
                  </a:cubicBezTo>
                  <a:cubicBezTo>
                    <a:pt x="14954" y="14289"/>
                    <a:pt x="14289" y="14954"/>
                    <a:pt x="13292" y="15286"/>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85" name="Group 6985"/>
          <p:cNvGrpSpPr/>
          <p:nvPr/>
        </p:nvGrpSpPr>
        <p:grpSpPr>
          <a:xfrm>
            <a:off x="2095428" y="9410906"/>
            <a:ext cx="1158854" cy="1012611"/>
            <a:chOff x="0" y="0"/>
            <a:chExt cx="1158853" cy="1012609"/>
          </a:xfrm>
        </p:grpSpPr>
        <p:sp>
          <p:nvSpPr>
            <p:cNvPr id="6982" name="Shape 6982"/>
            <p:cNvSpPr/>
            <p:nvPr/>
          </p:nvSpPr>
          <p:spPr>
            <a:xfrm>
              <a:off x="0" y="0"/>
              <a:ext cx="1158854" cy="10126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30" y="3894"/>
                  </a:moveTo>
                  <a:cubicBezTo>
                    <a:pt x="15937" y="3894"/>
                    <a:pt x="15937" y="3894"/>
                    <a:pt x="15937" y="3894"/>
                  </a:cubicBezTo>
                  <a:cubicBezTo>
                    <a:pt x="11730" y="1112"/>
                    <a:pt x="11730" y="1112"/>
                    <a:pt x="11730" y="1112"/>
                  </a:cubicBezTo>
                  <a:cubicBezTo>
                    <a:pt x="11730" y="1020"/>
                    <a:pt x="11730" y="1020"/>
                    <a:pt x="11730" y="1020"/>
                  </a:cubicBezTo>
                  <a:cubicBezTo>
                    <a:pt x="11730" y="464"/>
                    <a:pt x="11326" y="0"/>
                    <a:pt x="10840" y="0"/>
                  </a:cubicBezTo>
                  <a:cubicBezTo>
                    <a:pt x="10274" y="0"/>
                    <a:pt x="9870" y="464"/>
                    <a:pt x="9870" y="1020"/>
                  </a:cubicBezTo>
                  <a:cubicBezTo>
                    <a:pt x="9870" y="1020"/>
                    <a:pt x="9870" y="1020"/>
                    <a:pt x="9870" y="1020"/>
                  </a:cubicBezTo>
                  <a:cubicBezTo>
                    <a:pt x="5663" y="3894"/>
                    <a:pt x="5663" y="3894"/>
                    <a:pt x="5663" y="3894"/>
                  </a:cubicBezTo>
                  <a:cubicBezTo>
                    <a:pt x="2751" y="3894"/>
                    <a:pt x="2751" y="3894"/>
                    <a:pt x="2751" y="3894"/>
                  </a:cubicBezTo>
                  <a:cubicBezTo>
                    <a:pt x="1213" y="3894"/>
                    <a:pt x="0" y="5284"/>
                    <a:pt x="0" y="7045"/>
                  </a:cubicBezTo>
                  <a:cubicBezTo>
                    <a:pt x="0" y="18541"/>
                    <a:pt x="0" y="18541"/>
                    <a:pt x="0" y="18541"/>
                  </a:cubicBezTo>
                  <a:cubicBezTo>
                    <a:pt x="0" y="20209"/>
                    <a:pt x="1213" y="21600"/>
                    <a:pt x="2751" y="21600"/>
                  </a:cubicBezTo>
                  <a:cubicBezTo>
                    <a:pt x="18930" y="21600"/>
                    <a:pt x="18930" y="21600"/>
                    <a:pt x="18930" y="21600"/>
                  </a:cubicBezTo>
                  <a:cubicBezTo>
                    <a:pt x="20387" y="21600"/>
                    <a:pt x="21600" y="20209"/>
                    <a:pt x="21600" y="18541"/>
                  </a:cubicBezTo>
                  <a:cubicBezTo>
                    <a:pt x="21600" y="7045"/>
                    <a:pt x="21600" y="7045"/>
                    <a:pt x="21600" y="7045"/>
                  </a:cubicBezTo>
                  <a:cubicBezTo>
                    <a:pt x="21600" y="5284"/>
                    <a:pt x="20387" y="3894"/>
                    <a:pt x="18930" y="3894"/>
                  </a:cubicBezTo>
                  <a:close/>
                  <a:moveTo>
                    <a:pt x="9951" y="1483"/>
                  </a:moveTo>
                  <a:cubicBezTo>
                    <a:pt x="10112" y="1854"/>
                    <a:pt x="10436" y="2132"/>
                    <a:pt x="10840" y="2132"/>
                  </a:cubicBezTo>
                  <a:cubicBezTo>
                    <a:pt x="11164" y="2132"/>
                    <a:pt x="11488" y="1854"/>
                    <a:pt x="11649" y="1483"/>
                  </a:cubicBezTo>
                  <a:cubicBezTo>
                    <a:pt x="15290" y="3894"/>
                    <a:pt x="15290" y="3894"/>
                    <a:pt x="15290" y="3894"/>
                  </a:cubicBezTo>
                  <a:cubicBezTo>
                    <a:pt x="6310" y="3894"/>
                    <a:pt x="6310" y="3894"/>
                    <a:pt x="6310" y="3894"/>
                  </a:cubicBezTo>
                  <a:lnTo>
                    <a:pt x="9951" y="1483"/>
                  </a:lnTo>
                  <a:close/>
                  <a:moveTo>
                    <a:pt x="19982" y="18541"/>
                  </a:moveTo>
                  <a:cubicBezTo>
                    <a:pt x="19982" y="19190"/>
                    <a:pt x="19497" y="19746"/>
                    <a:pt x="18930" y="19746"/>
                  </a:cubicBezTo>
                  <a:cubicBezTo>
                    <a:pt x="2751" y="19746"/>
                    <a:pt x="2751" y="19746"/>
                    <a:pt x="2751" y="19746"/>
                  </a:cubicBezTo>
                  <a:cubicBezTo>
                    <a:pt x="2103" y="19746"/>
                    <a:pt x="1618" y="19190"/>
                    <a:pt x="1618" y="18541"/>
                  </a:cubicBezTo>
                  <a:cubicBezTo>
                    <a:pt x="1618" y="7045"/>
                    <a:pt x="1618" y="7045"/>
                    <a:pt x="1618" y="7045"/>
                  </a:cubicBezTo>
                  <a:cubicBezTo>
                    <a:pt x="1618" y="6304"/>
                    <a:pt x="2103" y="5748"/>
                    <a:pt x="2751" y="5748"/>
                  </a:cubicBezTo>
                  <a:cubicBezTo>
                    <a:pt x="18930" y="5748"/>
                    <a:pt x="18930" y="5748"/>
                    <a:pt x="18930" y="5748"/>
                  </a:cubicBezTo>
                  <a:cubicBezTo>
                    <a:pt x="19497" y="5748"/>
                    <a:pt x="19982" y="6304"/>
                    <a:pt x="19982" y="7045"/>
                  </a:cubicBezTo>
                  <a:lnTo>
                    <a:pt x="19982" y="1854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83" name="Shape 6983"/>
            <p:cNvSpPr/>
            <p:nvPr/>
          </p:nvSpPr>
          <p:spPr>
            <a:xfrm>
              <a:off x="538435" y="511844"/>
              <a:ext cx="443157" cy="3390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600" y="0"/>
                  </a:lnTo>
                  <a:lnTo>
                    <a:pt x="0" y="21600"/>
                  </a:lnTo>
                  <a:lnTo>
                    <a:pt x="2160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84" name="Shape 6984"/>
            <p:cNvSpPr/>
            <p:nvPr/>
          </p:nvSpPr>
          <p:spPr>
            <a:xfrm>
              <a:off x="430585" y="347877"/>
              <a:ext cx="606401" cy="483040"/>
            </a:xfrm>
            <a:custGeom>
              <a:avLst/>
              <a:gdLst/>
              <a:ahLst/>
              <a:cxnLst>
                <a:cxn ang="0">
                  <a:pos x="wd2" y="hd2"/>
                </a:cxn>
                <a:cxn ang="5400000">
                  <a:pos x="wd2" y="hd2"/>
                </a:cxn>
                <a:cxn ang="10800000">
                  <a:pos x="wd2" y="hd2"/>
                </a:cxn>
                <a:cxn ang="16200000">
                  <a:pos x="wd2" y="hd2"/>
                </a:cxn>
              </a:cxnLst>
              <a:rect l="0" t="0" r="r" b="b"/>
              <a:pathLst>
                <a:path w="21418" h="21600" fill="norm" stroke="1" extrusionOk="0">
                  <a:moveTo>
                    <a:pt x="17282" y="2530"/>
                  </a:moveTo>
                  <a:cubicBezTo>
                    <a:pt x="431" y="18681"/>
                    <a:pt x="431" y="18681"/>
                    <a:pt x="431" y="18681"/>
                  </a:cubicBezTo>
                  <a:cubicBezTo>
                    <a:pt x="-29" y="19265"/>
                    <a:pt x="-182" y="20238"/>
                    <a:pt x="278" y="20822"/>
                  </a:cubicBezTo>
                  <a:cubicBezTo>
                    <a:pt x="584" y="21211"/>
                    <a:pt x="890" y="21600"/>
                    <a:pt x="1350" y="21600"/>
                  </a:cubicBezTo>
                  <a:cubicBezTo>
                    <a:pt x="1503" y="21600"/>
                    <a:pt x="1809" y="21405"/>
                    <a:pt x="2116" y="21211"/>
                  </a:cubicBezTo>
                  <a:cubicBezTo>
                    <a:pt x="18814" y="4670"/>
                    <a:pt x="18814" y="4670"/>
                    <a:pt x="18814" y="4670"/>
                  </a:cubicBezTo>
                  <a:cubicBezTo>
                    <a:pt x="19580" y="5643"/>
                    <a:pt x="19580" y="5643"/>
                    <a:pt x="19580" y="5643"/>
                  </a:cubicBezTo>
                  <a:cubicBezTo>
                    <a:pt x="21418" y="0"/>
                    <a:pt x="21418" y="0"/>
                    <a:pt x="21418" y="0"/>
                  </a:cubicBezTo>
                  <a:cubicBezTo>
                    <a:pt x="16516" y="1557"/>
                    <a:pt x="16516" y="1557"/>
                    <a:pt x="16516" y="1557"/>
                  </a:cubicBezTo>
                  <a:lnTo>
                    <a:pt x="17282" y="253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89" name="Group 6989"/>
          <p:cNvGrpSpPr/>
          <p:nvPr/>
        </p:nvGrpSpPr>
        <p:grpSpPr>
          <a:xfrm>
            <a:off x="6421255" y="9538922"/>
            <a:ext cx="1039081" cy="1027957"/>
            <a:chOff x="0" y="0"/>
            <a:chExt cx="1039080" cy="1027956"/>
          </a:xfrm>
        </p:grpSpPr>
        <p:sp>
          <p:nvSpPr>
            <p:cNvPr id="6986" name="Shape 6986"/>
            <p:cNvSpPr/>
            <p:nvPr/>
          </p:nvSpPr>
          <p:spPr>
            <a:xfrm>
              <a:off x="0" y="685570"/>
              <a:ext cx="342387" cy="3423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224" y="0"/>
                  </a:moveTo>
                  <a:lnTo>
                    <a:pt x="967" y="10639"/>
                  </a:lnTo>
                  <a:lnTo>
                    <a:pt x="0" y="21600"/>
                  </a:lnTo>
                  <a:lnTo>
                    <a:pt x="10961" y="20633"/>
                  </a:lnTo>
                  <a:lnTo>
                    <a:pt x="21600" y="18376"/>
                  </a:lnTo>
                  <a:lnTo>
                    <a:pt x="11928" y="9672"/>
                  </a:lnTo>
                  <a:lnTo>
                    <a:pt x="3224" y="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87" name="Shape 6987"/>
            <p:cNvSpPr/>
            <p:nvPr/>
          </p:nvSpPr>
          <p:spPr>
            <a:xfrm>
              <a:off x="102204" y="148994"/>
              <a:ext cx="756314" cy="7767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81" y="19184"/>
                  </a:moveTo>
                  <a:lnTo>
                    <a:pt x="6859" y="17763"/>
                  </a:lnTo>
                  <a:lnTo>
                    <a:pt x="19265" y="5826"/>
                  </a:lnTo>
                  <a:lnTo>
                    <a:pt x="16200" y="2984"/>
                  </a:lnTo>
                  <a:lnTo>
                    <a:pt x="3941" y="14921"/>
                  </a:lnTo>
                  <a:lnTo>
                    <a:pt x="2481" y="13500"/>
                  </a:lnTo>
                  <a:lnTo>
                    <a:pt x="14741" y="1421"/>
                  </a:lnTo>
                  <a:lnTo>
                    <a:pt x="13719" y="0"/>
                  </a:lnTo>
                  <a:lnTo>
                    <a:pt x="0" y="13500"/>
                  </a:lnTo>
                  <a:lnTo>
                    <a:pt x="7881" y="21600"/>
                  </a:lnTo>
                  <a:lnTo>
                    <a:pt x="21600" y="8242"/>
                  </a:lnTo>
                  <a:lnTo>
                    <a:pt x="20724" y="6821"/>
                  </a:lnTo>
                  <a:lnTo>
                    <a:pt x="7881" y="1918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88" name="Shape 6988"/>
            <p:cNvSpPr/>
            <p:nvPr/>
          </p:nvSpPr>
          <p:spPr>
            <a:xfrm>
              <a:off x="638779" y="0"/>
              <a:ext cx="400302" cy="409618"/>
            </a:xfrm>
            <a:custGeom>
              <a:avLst/>
              <a:gdLst/>
              <a:ahLst/>
              <a:cxnLst>
                <a:cxn ang="0">
                  <a:pos x="wd2" y="hd2"/>
                </a:cxn>
                <a:cxn ang="5400000">
                  <a:pos x="wd2" y="hd2"/>
                </a:cxn>
                <a:cxn ang="10800000">
                  <a:pos x="wd2" y="hd2"/>
                </a:cxn>
                <a:cxn ang="16200000">
                  <a:pos x="wd2" y="hd2"/>
                </a:cxn>
              </a:cxnLst>
              <a:rect l="0" t="0" r="r" b="b"/>
              <a:pathLst>
                <a:path w="21150" h="21375" fill="norm" stroke="1" extrusionOk="0">
                  <a:moveTo>
                    <a:pt x="19800" y="10575"/>
                  </a:moveTo>
                  <a:cubicBezTo>
                    <a:pt x="9900" y="675"/>
                    <a:pt x="9900" y="675"/>
                    <a:pt x="9900" y="675"/>
                  </a:cubicBezTo>
                  <a:cubicBezTo>
                    <a:pt x="8100" y="-225"/>
                    <a:pt x="6300" y="-225"/>
                    <a:pt x="4500" y="675"/>
                  </a:cubicBezTo>
                  <a:cubicBezTo>
                    <a:pt x="4500" y="675"/>
                    <a:pt x="4500" y="675"/>
                    <a:pt x="4500" y="675"/>
                  </a:cubicBezTo>
                  <a:cubicBezTo>
                    <a:pt x="4500" y="675"/>
                    <a:pt x="4500" y="675"/>
                    <a:pt x="4500" y="675"/>
                  </a:cubicBezTo>
                  <a:cubicBezTo>
                    <a:pt x="0" y="6075"/>
                    <a:pt x="0" y="6075"/>
                    <a:pt x="0" y="6075"/>
                  </a:cubicBezTo>
                  <a:cubicBezTo>
                    <a:pt x="15300" y="21375"/>
                    <a:pt x="15300" y="21375"/>
                    <a:pt x="15300" y="21375"/>
                  </a:cubicBezTo>
                  <a:cubicBezTo>
                    <a:pt x="19800" y="15975"/>
                    <a:pt x="19800" y="15975"/>
                    <a:pt x="19800" y="15975"/>
                  </a:cubicBezTo>
                  <a:cubicBezTo>
                    <a:pt x="19800" y="15975"/>
                    <a:pt x="19800" y="15975"/>
                    <a:pt x="19800" y="15975"/>
                  </a:cubicBezTo>
                  <a:cubicBezTo>
                    <a:pt x="19800" y="15975"/>
                    <a:pt x="19800" y="15975"/>
                    <a:pt x="19800" y="15975"/>
                  </a:cubicBezTo>
                  <a:cubicBezTo>
                    <a:pt x="21600" y="14175"/>
                    <a:pt x="21600" y="12375"/>
                    <a:pt x="19800" y="1057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6997" name="Group 6997"/>
          <p:cNvGrpSpPr/>
          <p:nvPr/>
        </p:nvGrpSpPr>
        <p:grpSpPr>
          <a:xfrm>
            <a:off x="10889568" y="8301656"/>
            <a:ext cx="1444277" cy="638523"/>
            <a:chOff x="0" y="0"/>
            <a:chExt cx="1444276" cy="638522"/>
          </a:xfrm>
        </p:grpSpPr>
        <p:sp>
          <p:nvSpPr>
            <p:cNvPr id="6990" name="Shape 6990"/>
            <p:cNvSpPr/>
            <p:nvPr/>
          </p:nvSpPr>
          <p:spPr>
            <a:xfrm>
              <a:off x="589873" y="422641"/>
              <a:ext cx="176355" cy="179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0" y="6300"/>
                  </a:moveTo>
                  <a:cubicBezTo>
                    <a:pt x="20700" y="5400"/>
                    <a:pt x="21600" y="4500"/>
                    <a:pt x="21600" y="2700"/>
                  </a:cubicBezTo>
                  <a:cubicBezTo>
                    <a:pt x="20700" y="1800"/>
                    <a:pt x="20700" y="1800"/>
                    <a:pt x="19800" y="900"/>
                  </a:cubicBezTo>
                  <a:cubicBezTo>
                    <a:pt x="19800" y="0"/>
                    <a:pt x="18900" y="0"/>
                    <a:pt x="18000" y="0"/>
                  </a:cubicBezTo>
                  <a:cubicBezTo>
                    <a:pt x="16200" y="0"/>
                    <a:pt x="15300" y="900"/>
                    <a:pt x="14400" y="1800"/>
                  </a:cubicBezTo>
                  <a:cubicBezTo>
                    <a:pt x="0" y="19800"/>
                    <a:pt x="0" y="19800"/>
                    <a:pt x="0" y="19800"/>
                  </a:cubicBezTo>
                  <a:cubicBezTo>
                    <a:pt x="2700" y="20700"/>
                    <a:pt x="4500" y="20700"/>
                    <a:pt x="7200" y="21600"/>
                  </a:cubicBezTo>
                  <a:cubicBezTo>
                    <a:pt x="7200" y="21600"/>
                    <a:pt x="7200" y="21600"/>
                    <a:pt x="7200" y="21600"/>
                  </a:cubicBezTo>
                  <a:cubicBezTo>
                    <a:pt x="18900" y="8100"/>
                    <a:pt x="18900" y="8100"/>
                    <a:pt x="18900" y="8100"/>
                  </a:cubicBezTo>
                  <a:cubicBezTo>
                    <a:pt x="18900" y="7200"/>
                    <a:pt x="19800" y="6300"/>
                    <a:pt x="20700" y="63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1" name="Shape 6991"/>
            <p:cNvSpPr/>
            <p:nvPr/>
          </p:nvSpPr>
          <p:spPr>
            <a:xfrm>
              <a:off x="501695" y="416560"/>
              <a:ext cx="155070" cy="1550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114"/>
                  </a:moveTo>
                  <a:cubicBezTo>
                    <a:pt x="21600" y="2057"/>
                    <a:pt x="20571" y="1029"/>
                    <a:pt x="19543" y="1029"/>
                  </a:cubicBezTo>
                  <a:cubicBezTo>
                    <a:pt x="19543" y="0"/>
                    <a:pt x="18514" y="0"/>
                    <a:pt x="17486" y="0"/>
                  </a:cubicBezTo>
                  <a:cubicBezTo>
                    <a:pt x="16457" y="0"/>
                    <a:pt x="14400" y="1029"/>
                    <a:pt x="13371" y="2057"/>
                  </a:cubicBezTo>
                  <a:cubicBezTo>
                    <a:pt x="0" y="18514"/>
                    <a:pt x="0" y="18514"/>
                    <a:pt x="0" y="18514"/>
                  </a:cubicBezTo>
                  <a:cubicBezTo>
                    <a:pt x="3086" y="19543"/>
                    <a:pt x="5143" y="20571"/>
                    <a:pt x="8229" y="21600"/>
                  </a:cubicBezTo>
                  <a:cubicBezTo>
                    <a:pt x="20571" y="7200"/>
                    <a:pt x="20571" y="7200"/>
                    <a:pt x="20571" y="7200"/>
                  </a:cubicBezTo>
                  <a:cubicBezTo>
                    <a:pt x="21600" y="6171"/>
                    <a:pt x="21600" y="5143"/>
                    <a:pt x="21600" y="411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2" name="Shape 6992"/>
            <p:cNvSpPr/>
            <p:nvPr/>
          </p:nvSpPr>
          <p:spPr>
            <a:xfrm>
              <a:off x="678049" y="498655"/>
              <a:ext cx="137341" cy="133787"/>
            </a:xfrm>
            <a:custGeom>
              <a:avLst/>
              <a:gdLst/>
              <a:ahLst/>
              <a:cxnLst>
                <a:cxn ang="0">
                  <a:pos x="wd2" y="hd2"/>
                </a:cxn>
                <a:cxn ang="5400000">
                  <a:pos x="wd2" y="hd2"/>
                </a:cxn>
                <a:cxn ang="10800000">
                  <a:pos x="wd2" y="hd2"/>
                </a:cxn>
                <a:cxn ang="16200000">
                  <a:pos x="wd2" y="hd2"/>
                </a:cxn>
              </a:cxnLst>
              <a:rect l="0" t="0" r="r" b="b"/>
              <a:pathLst>
                <a:path w="21210" h="21600" fill="norm" stroke="1" extrusionOk="0">
                  <a:moveTo>
                    <a:pt x="15916" y="0"/>
                  </a:moveTo>
                  <a:cubicBezTo>
                    <a:pt x="15916" y="0"/>
                    <a:pt x="14779" y="0"/>
                    <a:pt x="14779" y="0"/>
                  </a:cubicBezTo>
                  <a:cubicBezTo>
                    <a:pt x="0" y="19200"/>
                    <a:pt x="0" y="19200"/>
                    <a:pt x="0" y="19200"/>
                  </a:cubicBezTo>
                  <a:cubicBezTo>
                    <a:pt x="3411" y="19200"/>
                    <a:pt x="6821" y="20400"/>
                    <a:pt x="10232" y="21600"/>
                  </a:cubicBezTo>
                  <a:cubicBezTo>
                    <a:pt x="19326" y="9600"/>
                    <a:pt x="19326" y="9600"/>
                    <a:pt x="19326" y="9600"/>
                  </a:cubicBezTo>
                  <a:cubicBezTo>
                    <a:pt x="19326" y="8400"/>
                    <a:pt x="19326" y="8400"/>
                    <a:pt x="19326" y="8400"/>
                  </a:cubicBezTo>
                  <a:cubicBezTo>
                    <a:pt x="20463" y="7200"/>
                    <a:pt x="20463" y="7200"/>
                    <a:pt x="20463" y="7200"/>
                  </a:cubicBezTo>
                  <a:cubicBezTo>
                    <a:pt x="21600" y="6000"/>
                    <a:pt x="21600" y="2400"/>
                    <a:pt x="19326" y="1200"/>
                  </a:cubicBezTo>
                  <a:cubicBezTo>
                    <a:pt x="18189" y="0"/>
                    <a:pt x="17053" y="0"/>
                    <a:pt x="15916"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3" name="Shape 6993"/>
            <p:cNvSpPr/>
            <p:nvPr/>
          </p:nvSpPr>
          <p:spPr>
            <a:xfrm>
              <a:off x="437844" y="462168"/>
              <a:ext cx="74846" cy="72975"/>
            </a:xfrm>
            <a:custGeom>
              <a:avLst/>
              <a:gdLst/>
              <a:ahLst/>
              <a:cxnLst>
                <a:cxn ang="0">
                  <a:pos x="wd2" y="hd2"/>
                </a:cxn>
                <a:cxn ang="5400000">
                  <a:pos x="wd2" y="hd2"/>
                </a:cxn>
                <a:cxn ang="10800000">
                  <a:pos x="wd2" y="hd2"/>
                </a:cxn>
                <a:cxn ang="16200000">
                  <a:pos x="wd2" y="hd2"/>
                </a:cxn>
              </a:cxnLst>
              <a:rect l="0" t="0" r="r" b="b"/>
              <a:pathLst>
                <a:path w="20450" h="21600" fill="norm" stroke="1" extrusionOk="0">
                  <a:moveTo>
                    <a:pt x="17673" y="2160"/>
                  </a:moveTo>
                  <a:cubicBezTo>
                    <a:pt x="15709" y="0"/>
                    <a:pt x="13745" y="0"/>
                    <a:pt x="11782" y="0"/>
                  </a:cubicBezTo>
                  <a:cubicBezTo>
                    <a:pt x="11782" y="0"/>
                    <a:pt x="11782" y="0"/>
                    <a:pt x="11782" y="0"/>
                  </a:cubicBezTo>
                  <a:cubicBezTo>
                    <a:pt x="0" y="15120"/>
                    <a:pt x="0" y="15120"/>
                    <a:pt x="0" y="15120"/>
                  </a:cubicBezTo>
                  <a:cubicBezTo>
                    <a:pt x="3927" y="17280"/>
                    <a:pt x="5891" y="19440"/>
                    <a:pt x="9818" y="21600"/>
                  </a:cubicBezTo>
                  <a:cubicBezTo>
                    <a:pt x="19636" y="8640"/>
                    <a:pt x="19636" y="8640"/>
                    <a:pt x="19636" y="8640"/>
                  </a:cubicBezTo>
                  <a:cubicBezTo>
                    <a:pt x="21600" y="8640"/>
                    <a:pt x="19636" y="4320"/>
                    <a:pt x="17673" y="216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4" name="Shape 6994"/>
            <p:cNvSpPr/>
            <p:nvPr/>
          </p:nvSpPr>
          <p:spPr>
            <a:xfrm>
              <a:off x="772308" y="602035"/>
              <a:ext cx="30407" cy="364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21600"/>
                    <a:pt x="0" y="21600"/>
                    <a:pt x="0" y="21600"/>
                  </a:cubicBezTo>
                  <a:cubicBezTo>
                    <a:pt x="10800" y="21600"/>
                    <a:pt x="21600" y="17280"/>
                    <a:pt x="21600" y="17280"/>
                  </a:cubicBezTo>
                  <a:cubicBezTo>
                    <a:pt x="21600" y="0"/>
                    <a:pt x="21600" y="0"/>
                    <a:pt x="21600" y="0"/>
                  </a:cubicBezTo>
                  <a:lnTo>
                    <a:pt x="0"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5" name="Shape 6995"/>
            <p:cNvSpPr/>
            <p:nvPr/>
          </p:nvSpPr>
          <p:spPr>
            <a:xfrm>
              <a:off x="591084" y="12162"/>
              <a:ext cx="853193" cy="486494"/>
            </a:xfrm>
            <a:custGeom>
              <a:avLst/>
              <a:gdLst/>
              <a:ahLst/>
              <a:cxnLst>
                <a:cxn ang="0">
                  <a:pos x="wd2" y="hd2"/>
                </a:cxn>
                <a:cxn ang="5400000">
                  <a:pos x="wd2" y="hd2"/>
                </a:cxn>
                <a:cxn ang="10800000">
                  <a:pos x="wd2" y="hd2"/>
                </a:cxn>
                <a:cxn ang="16200000">
                  <a:pos x="wd2" y="hd2"/>
                </a:cxn>
              </a:cxnLst>
              <a:rect l="0" t="0" r="r" b="b"/>
              <a:pathLst>
                <a:path w="21417" h="21600" fill="norm" stroke="1" extrusionOk="0">
                  <a:moveTo>
                    <a:pt x="21234" y="2991"/>
                  </a:moveTo>
                  <a:cubicBezTo>
                    <a:pt x="21234" y="1329"/>
                    <a:pt x="19953" y="0"/>
                    <a:pt x="18305" y="0"/>
                  </a:cubicBezTo>
                  <a:cubicBezTo>
                    <a:pt x="16658" y="0"/>
                    <a:pt x="15376" y="1662"/>
                    <a:pt x="15376" y="3323"/>
                  </a:cubicBezTo>
                  <a:cubicBezTo>
                    <a:pt x="15376" y="4320"/>
                    <a:pt x="15376" y="4320"/>
                    <a:pt x="15376" y="4320"/>
                  </a:cubicBezTo>
                  <a:cubicBezTo>
                    <a:pt x="11349" y="6978"/>
                    <a:pt x="11349" y="6978"/>
                    <a:pt x="11349" y="6978"/>
                  </a:cubicBezTo>
                  <a:cubicBezTo>
                    <a:pt x="11166" y="6646"/>
                    <a:pt x="11166" y="6646"/>
                    <a:pt x="11166" y="6646"/>
                  </a:cubicBezTo>
                  <a:cubicBezTo>
                    <a:pt x="10800" y="5982"/>
                    <a:pt x="8054" y="3655"/>
                    <a:pt x="6407" y="2326"/>
                  </a:cubicBezTo>
                  <a:cubicBezTo>
                    <a:pt x="6407" y="2326"/>
                    <a:pt x="6407" y="2326"/>
                    <a:pt x="6407" y="2326"/>
                  </a:cubicBezTo>
                  <a:cubicBezTo>
                    <a:pt x="6041" y="1994"/>
                    <a:pt x="5675" y="1662"/>
                    <a:pt x="5309" y="1662"/>
                  </a:cubicBezTo>
                  <a:cubicBezTo>
                    <a:pt x="4759" y="1662"/>
                    <a:pt x="4393" y="2326"/>
                    <a:pt x="4393" y="2326"/>
                  </a:cubicBezTo>
                  <a:cubicBezTo>
                    <a:pt x="4393" y="2326"/>
                    <a:pt x="4393" y="2326"/>
                    <a:pt x="4393" y="2326"/>
                  </a:cubicBezTo>
                  <a:cubicBezTo>
                    <a:pt x="1098" y="5649"/>
                    <a:pt x="1098" y="5649"/>
                    <a:pt x="1098" y="5649"/>
                  </a:cubicBezTo>
                  <a:cubicBezTo>
                    <a:pt x="366" y="9637"/>
                    <a:pt x="366" y="9637"/>
                    <a:pt x="366" y="9637"/>
                  </a:cubicBezTo>
                  <a:cubicBezTo>
                    <a:pt x="-183" y="12295"/>
                    <a:pt x="0" y="12960"/>
                    <a:pt x="183" y="12960"/>
                  </a:cubicBezTo>
                  <a:cubicBezTo>
                    <a:pt x="183" y="12960"/>
                    <a:pt x="183" y="13292"/>
                    <a:pt x="366" y="13292"/>
                  </a:cubicBezTo>
                  <a:cubicBezTo>
                    <a:pt x="732" y="13292"/>
                    <a:pt x="1098" y="12960"/>
                    <a:pt x="1281" y="12628"/>
                  </a:cubicBezTo>
                  <a:cubicBezTo>
                    <a:pt x="2746" y="10966"/>
                    <a:pt x="3661" y="6646"/>
                    <a:pt x="3661" y="6646"/>
                  </a:cubicBezTo>
                  <a:cubicBezTo>
                    <a:pt x="3844" y="5982"/>
                    <a:pt x="3844" y="5982"/>
                    <a:pt x="3844" y="5982"/>
                  </a:cubicBezTo>
                  <a:cubicBezTo>
                    <a:pt x="4210" y="6314"/>
                    <a:pt x="4210" y="6314"/>
                    <a:pt x="4210" y="6314"/>
                  </a:cubicBezTo>
                  <a:cubicBezTo>
                    <a:pt x="4393" y="6646"/>
                    <a:pt x="4576" y="6646"/>
                    <a:pt x="4942" y="6978"/>
                  </a:cubicBezTo>
                  <a:cubicBezTo>
                    <a:pt x="5309" y="7311"/>
                    <a:pt x="5858" y="7643"/>
                    <a:pt x="6041" y="7975"/>
                  </a:cubicBezTo>
                  <a:cubicBezTo>
                    <a:pt x="6041" y="7975"/>
                    <a:pt x="6041" y="7975"/>
                    <a:pt x="6041" y="7975"/>
                  </a:cubicBezTo>
                  <a:cubicBezTo>
                    <a:pt x="6773" y="9305"/>
                    <a:pt x="7505" y="10302"/>
                    <a:pt x="8237" y="11298"/>
                  </a:cubicBezTo>
                  <a:cubicBezTo>
                    <a:pt x="9153" y="12628"/>
                    <a:pt x="10068" y="13625"/>
                    <a:pt x="10434" y="15286"/>
                  </a:cubicBezTo>
                  <a:cubicBezTo>
                    <a:pt x="10434" y="15286"/>
                    <a:pt x="10434" y="15286"/>
                    <a:pt x="10434" y="15286"/>
                  </a:cubicBezTo>
                  <a:cubicBezTo>
                    <a:pt x="10434" y="15286"/>
                    <a:pt x="10434" y="15286"/>
                    <a:pt x="10434" y="15286"/>
                  </a:cubicBezTo>
                  <a:cubicBezTo>
                    <a:pt x="10617" y="17945"/>
                    <a:pt x="10617" y="20271"/>
                    <a:pt x="10617" y="21600"/>
                  </a:cubicBezTo>
                  <a:cubicBezTo>
                    <a:pt x="15559" y="17280"/>
                    <a:pt x="15559" y="17280"/>
                    <a:pt x="15559" y="17280"/>
                  </a:cubicBezTo>
                  <a:cubicBezTo>
                    <a:pt x="15925" y="18609"/>
                    <a:pt x="17024" y="19274"/>
                    <a:pt x="18488" y="19274"/>
                  </a:cubicBezTo>
                  <a:cubicBezTo>
                    <a:pt x="20136" y="19274"/>
                    <a:pt x="21417" y="17945"/>
                    <a:pt x="21417" y="16283"/>
                  </a:cubicBezTo>
                  <a:lnTo>
                    <a:pt x="21234" y="299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6" name="Shape 6996"/>
            <p:cNvSpPr/>
            <p:nvPr/>
          </p:nvSpPr>
          <p:spPr>
            <a:xfrm>
              <a:off x="0" y="0"/>
              <a:ext cx="985764" cy="626360"/>
            </a:xfrm>
            <a:custGeom>
              <a:avLst/>
              <a:gdLst/>
              <a:ahLst/>
              <a:cxnLst>
                <a:cxn ang="0">
                  <a:pos x="wd2" y="hd2"/>
                </a:cxn>
                <a:cxn ang="5400000">
                  <a:pos x="wd2" y="hd2"/>
                </a:cxn>
                <a:cxn ang="10800000">
                  <a:pos x="wd2" y="hd2"/>
                </a:cxn>
                <a:cxn ang="16200000">
                  <a:pos x="wd2" y="hd2"/>
                </a:cxn>
              </a:cxnLst>
              <a:rect l="0" t="0" r="r" b="b"/>
              <a:pathLst>
                <a:path w="21481" h="21600" fill="norm" stroke="1" extrusionOk="0">
                  <a:moveTo>
                    <a:pt x="19535" y="9771"/>
                  </a:moveTo>
                  <a:cubicBezTo>
                    <a:pt x="19059" y="9000"/>
                    <a:pt x="18265" y="8229"/>
                    <a:pt x="17788" y="7457"/>
                  </a:cubicBezTo>
                  <a:cubicBezTo>
                    <a:pt x="17629" y="7200"/>
                    <a:pt x="17312" y="6943"/>
                    <a:pt x="16994" y="6686"/>
                  </a:cubicBezTo>
                  <a:cubicBezTo>
                    <a:pt x="16835" y="6686"/>
                    <a:pt x="16676" y="6686"/>
                    <a:pt x="16518" y="6429"/>
                  </a:cubicBezTo>
                  <a:cubicBezTo>
                    <a:pt x="16200" y="7457"/>
                    <a:pt x="15406" y="10029"/>
                    <a:pt x="14294" y="11057"/>
                  </a:cubicBezTo>
                  <a:cubicBezTo>
                    <a:pt x="14294" y="11057"/>
                    <a:pt x="14294" y="11057"/>
                    <a:pt x="14294" y="11057"/>
                  </a:cubicBezTo>
                  <a:cubicBezTo>
                    <a:pt x="14135" y="11057"/>
                    <a:pt x="13659" y="11571"/>
                    <a:pt x="13182" y="11571"/>
                  </a:cubicBezTo>
                  <a:cubicBezTo>
                    <a:pt x="12865" y="11571"/>
                    <a:pt x="12547" y="11314"/>
                    <a:pt x="12547" y="11057"/>
                  </a:cubicBezTo>
                  <a:cubicBezTo>
                    <a:pt x="12229" y="10543"/>
                    <a:pt x="12229" y="9514"/>
                    <a:pt x="12706" y="7714"/>
                  </a:cubicBezTo>
                  <a:cubicBezTo>
                    <a:pt x="13341" y="4371"/>
                    <a:pt x="13341" y="4371"/>
                    <a:pt x="13341" y="4371"/>
                  </a:cubicBezTo>
                  <a:cubicBezTo>
                    <a:pt x="15088" y="2571"/>
                    <a:pt x="15088" y="2571"/>
                    <a:pt x="15088" y="2571"/>
                  </a:cubicBezTo>
                  <a:cubicBezTo>
                    <a:pt x="14771" y="2314"/>
                    <a:pt x="14294" y="2057"/>
                    <a:pt x="13818" y="2057"/>
                  </a:cubicBezTo>
                  <a:cubicBezTo>
                    <a:pt x="11753" y="2314"/>
                    <a:pt x="9053" y="4886"/>
                    <a:pt x="9053" y="4886"/>
                  </a:cubicBezTo>
                  <a:cubicBezTo>
                    <a:pt x="9053" y="5143"/>
                    <a:pt x="9053" y="5143"/>
                    <a:pt x="9053" y="5143"/>
                  </a:cubicBezTo>
                  <a:cubicBezTo>
                    <a:pt x="5082" y="2314"/>
                    <a:pt x="5082" y="2314"/>
                    <a:pt x="5082" y="2314"/>
                  </a:cubicBezTo>
                  <a:cubicBezTo>
                    <a:pt x="5082" y="1029"/>
                    <a:pt x="3971" y="0"/>
                    <a:pt x="2541" y="0"/>
                  </a:cubicBezTo>
                  <a:cubicBezTo>
                    <a:pt x="1112" y="257"/>
                    <a:pt x="0" y="1286"/>
                    <a:pt x="0" y="2571"/>
                  </a:cubicBezTo>
                  <a:cubicBezTo>
                    <a:pt x="0" y="12600"/>
                    <a:pt x="0" y="12600"/>
                    <a:pt x="0" y="12600"/>
                  </a:cubicBezTo>
                  <a:cubicBezTo>
                    <a:pt x="0" y="14143"/>
                    <a:pt x="1271" y="15171"/>
                    <a:pt x="2700" y="14914"/>
                  </a:cubicBezTo>
                  <a:cubicBezTo>
                    <a:pt x="3971" y="14914"/>
                    <a:pt x="4924" y="14143"/>
                    <a:pt x="5241" y="13114"/>
                  </a:cubicBezTo>
                  <a:cubicBezTo>
                    <a:pt x="9053" y="15943"/>
                    <a:pt x="9053" y="15943"/>
                    <a:pt x="9053" y="15943"/>
                  </a:cubicBezTo>
                  <a:cubicBezTo>
                    <a:pt x="9053" y="16200"/>
                    <a:pt x="9053" y="16200"/>
                    <a:pt x="9053" y="16200"/>
                  </a:cubicBezTo>
                  <a:cubicBezTo>
                    <a:pt x="9053" y="16457"/>
                    <a:pt x="9053" y="16714"/>
                    <a:pt x="9212" y="16971"/>
                  </a:cubicBezTo>
                  <a:cubicBezTo>
                    <a:pt x="10006" y="15429"/>
                    <a:pt x="10006" y="15429"/>
                    <a:pt x="10006" y="15429"/>
                  </a:cubicBezTo>
                  <a:cubicBezTo>
                    <a:pt x="10006" y="15171"/>
                    <a:pt x="10324" y="14914"/>
                    <a:pt x="10482" y="14914"/>
                  </a:cubicBezTo>
                  <a:cubicBezTo>
                    <a:pt x="10800" y="14914"/>
                    <a:pt x="11118" y="15171"/>
                    <a:pt x="11276" y="15429"/>
                  </a:cubicBezTo>
                  <a:cubicBezTo>
                    <a:pt x="11435" y="15686"/>
                    <a:pt x="11594" y="15943"/>
                    <a:pt x="11594" y="15943"/>
                  </a:cubicBezTo>
                  <a:cubicBezTo>
                    <a:pt x="12547" y="14143"/>
                    <a:pt x="12547" y="14143"/>
                    <a:pt x="12547" y="14143"/>
                  </a:cubicBezTo>
                  <a:cubicBezTo>
                    <a:pt x="12865" y="13629"/>
                    <a:pt x="13182" y="13371"/>
                    <a:pt x="13659" y="13371"/>
                  </a:cubicBezTo>
                  <a:cubicBezTo>
                    <a:pt x="13976" y="13371"/>
                    <a:pt x="14294" y="13629"/>
                    <a:pt x="14453" y="13886"/>
                  </a:cubicBezTo>
                  <a:cubicBezTo>
                    <a:pt x="14612" y="14143"/>
                    <a:pt x="14771" y="14400"/>
                    <a:pt x="14771" y="14657"/>
                  </a:cubicBezTo>
                  <a:cubicBezTo>
                    <a:pt x="14929" y="14657"/>
                    <a:pt x="14929" y="14657"/>
                    <a:pt x="14929" y="14657"/>
                  </a:cubicBezTo>
                  <a:cubicBezTo>
                    <a:pt x="15247" y="13886"/>
                    <a:pt x="15565" y="13629"/>
                    <a:pt x="16041" y="13629"/>
                  </a:cubicBezTo>
                  <a:cubicBezTo>
                    <a:pt x="16359" y="13629"/>
                    <a:pt x="16518" y="13886"/>
                    <a:pt x="16835" y="14143"/>
                  </a:cubicBezTo>
                  <a:cubicBezTo>
                    <a:pt x="16994" y="14400"/>
                    <a:pt x="17153" y="14914"/>
                    <a:pt x="17153" y="15429"/>
                  </a:cubicBezTo>
                  <a:cubicBezTo>
                    <a:pt x="17312" y="15686"/>
                    <a:pt x="17153" y="15943"/>
                    <a:pt x="17153" y="16200"/>
                  </a:cubicBezTo>
                  <a:cubicBezTo>
                    <a:pt x="17471" y="16200"/>
                    <a:pt x="17629" y="16457"/>
                    <a:pt x="17947" y="16714"/>
                  </a:cubicBezTo>
                  <a:cubicBezTo>
                    <a:pt x="18424" y="17486"/>
                    <a:pt x="18582" y="18771"/>
                    <a:pt x="18106" y="19543"/>
                  </a:cubicBezTo>
                  <a:cubicBezTo>
                    <a:pt x="17947" y="20057"/>
                    <a:pt x="17947" y="20057"/>
                    <a:pt x="17947" y="20057"/>
                  </a:cubicBezTo>
                  <a:cubicBezTo>
                    <a:pt x="17947" y="21600"/>
                    <a:pt x="17947" y="21600"/>
                    <a:pt x="17947" y="21600"/>
                  </a:cubicBezTo>
                  <a:cubicBezTo>
                    <a:pt x="17947" y="21600"/>
                    <a:pt x="17947" y="21600"/>
                    <a:pt x="18106" y="21600"/>
                  </a:cubicBezTo>
                  <a:cubicBezTo>
                    <a:pt x="18582" y="21600"/>
                    <a:pt x="18900" y="20829"/>
                    <a:pt x="18900" y="20571"/>
                  </a:cubicBezTo>
                  <a:cubicBezTo>
                    <a:pt x="18900" y="20057"/>
                    <a:pt x="19059" y="17743"/>
                    <a:pt x="18900" y="16457"/>
                  </a:cubicBezTo>
                  <a:cubicBezTo>
                    <a:pt x="18900" y="16200"/>
                    <a:pt x="18741" y="16200"/>
                    <a:pt x="18741" y="15943"/>
                  </a:cubicBezTo>
                  <a:cubicBezTo>
                    <a:pt x="18582" y="15171"/>
                    <a:pt x="17312" y="13629"/>
                    <a:pt x="16835" y="12857"/>
                  </a:cubicBezTo>
                  <a:cubicBezTo>
                    <a:pt x="17153" y="12343"/>
                    <a:pt x="17153" y="12343"/>
                    <a:pt x="17153" y="12343"/>
                  </a:cubicBezTo>
                  <a:cubicBezTo>
                    <a:pt x="17312" y="12600"/>
                    <a:pt x="18900" y="14400"/>
                    <a:pt x="19218" y="15686"/>
                  </a:cubicBezTo>
                  <a:cubicBezTo>
                    <a:pt x="19218" y="15943"/>
                    <a:pt x="19218" y="15943"/>
                    <a:pt x="19376" y="16200"/>
                  </a:cubicBezTo>
                  <a:cubicBezTo>
                    <a:pt x="19535" y="17486"/>
                    <a:pt x="19376" y="19543"/>
                    <a:pt x="19376" y="20314"/>
                  </a:cubicBezTo>
                  <a:cubicBezTo>
                    <a:pt x="19535" y="20314"/>
                    <a:pt x="19535" y="20314"/>
                    <a:pt x="19535" y="20314"/>
                  </a:cubicBezTo>
                  <a:cubicBezTo>
                    <a:pt x="20171" y="20314"/>
                    <a:pt x="20329" y="19800"/>
                    <a:pt x="20329" y="19543"/>
                  </a:cubicBezTo>
                  <a:cubicBezTo>
                    <a:pt x="20329" y="19543"/>
                    <a:pt x="20329" y="18257"/>
                    <a:pt x="20329" y="16971"/>
                  </a:cubicBezTo>
                  <a:cubicBezTo>
                    <a:pt x="20329" y="14914"/>
                    <a:pt x="20171" y="13886"/>
                    <a:pt x="20171" y="13629"/>
                  </a:cubicBezTo>
                  <a:cubicBezTo>
                    <a:pt x="19853" y="12600"/>
                    <a:pt x="18265" y="10543"/>
                    <a:pt x="17629" y="9771"/>
                  </a:cubicBezTo>
                  <a:cubicBezTo>
                    <a:pt x="17947" y="9257"/>
                    <a:pt x="17947" y="9257"/>
                    <a:pt x="17947" y="9257"/>
                  </a:cubicBezTo>
                  <a:cubicBezTo>
                    <a:pt x="17947" y="9257"/>
                    <a:pt x="20171" y="11829"/>
                    <a:pt x="20488" y="13371"/>
                  </a:cubicBezTo>
                  <a:cubicBezTo>
                    <a:pt x="20647" y="13886"/>
                    <a:pt x="20806" y="15171"/>
                    <a:pt x="20806" y="16971"/>
                  </a:cubicBezTo>
                  <a:cubicBezTo>
                    <a:pt x="20806" y="18000"/>
                    <a:pt x="20806" y="19029"/>
                    <a:pt x="20806" y="19286"/>
                  </a:cubicBezTo>
                  <a:cubicBezTo>
                    <a:pt x="20806" y="19286"/>
                    <a:pt x="20806" y="19286"/>
                    <a:pt x="20806" y="19286"/>
                  </a:cubicBezTo>
                  <a:cubicBezTo>
                    <a:pt x="21124" y="19286"/>
                    <a:pt x="21282" y="19286"/>
                    <a:pt x="21441" y="19029"/>
                  </a:cubicBezTo>
                  <a:cubicBezTo>
                    <a:pt x="21441" y="18771"/>
                    <a:pt x="21441" y="18771"/>
                    <a:pt x="21441" y="18771"/>
                  </a:cubicBezTo>
                  <a:cubicBezTo>
                    <a:pt x="21441" y="18771"/>
                    <a:pt x="21600" y="16200"/>
                    <a:pt x="21282" y="12600"/>
                  </a:cubicBezTo>
                  <a:cubicBezTo>
                    <a:pt x="21124" y="11571"/>
                    <a:pt x="20329" y="10800"/>
                    <a:pt x="19535" y="977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002" name="Group 7002"/>
          <p:cNvGrpSpPr/>
          <p:nvPr/>
        </p:nvGrpSpPr>
        <p:grpSpPr>
          <a:xfrm>
            <a:off x="13594382" y="9416362"/>
            <a:ext cx="1181596" cy="1177786"/>
            <a:chOff x="0" y="0"/>
            <a:chExt cx="1181595" cy="1177784"/>
          </a:xfrm>
        </p:grpSpPr>
        <p:sp>
          <p:nvSpPr>
            <p:cNvPr id="6998" name="Shape 6998"/>
            <p:cNvSpPr/>
            <p:nvPr/>
          </p:nvSpPr>
          <p:spPr>
            <a:xfrm>
              <a:off x="0" y="0"/>
              <a:ext cx="1181596" cy="11777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94" y="0"/>
                    <a:pt x="0" y="4894"/>
                    <a:pt x="0" y="10800"/>
                  </a:cubicBezTo>
                  <a:cubicBezTo>
                    <a:pt x="0" y="16706"/>
                    <a:pt x="4894" y="21600"/>
                    <a:pt x="10800" y="21600"/>
                  </a:cubicBezTo>
                  <a:cubicBezTo>
                    <a:pt x="16875" y="21600"/>
                    <a:pt x="21600" y="16706"/>
                    <a:pt x="21600" y="10800"/>
                  </a:cubicBezTo>
                  <a:cubicBezTo>
                    <a:pt x="21600" y="4894"/>
                    <a:pt x="16875" y="0"/>
                    <a:pt x="10800" y="0"/>
                  </a:cubicBezTo>
                  <a:close/>
                  <a:moveTo>
                    <a:pt x="11812" y="20250"/>
                  </a:moveTo>
                  <a:cubicBezTo>
                    <a:pt x="11812" y="18056"/>
                    <a:pt x="11812" y="18056"/>
                    <a:pt x="11812" y="18056"/>
                  </a:cubicBezTo>
                  <a:cubicBezTo>
                    <a:pt x="11644" y="18056"/>
                    <a:pt x="11475" y="18056"/>
                    <a:pt x="11306" y="18056"/>
                  </a:cubicBezTo>
                  <a:cubicBezTo>
                    <a:pt x="11306" y="15862"/>
                    <a:pt x="11306" y="15862"/>
                    <a:pt x="11306" y="15862"/>
                  </a:cubicBezTo>
                  <a:cubicBezTo>
                    <a:pt x="11137" y="15862"/>
                    <a:pt x="10969" y="16031"/>
                    <a:pt x="10800" y="16031"/>
                  </a:cubicBezTo>
                  <a:cubicBezTo>
                    <a:pt x="10800" y="16031"/>
                    <a:pt x="10631" y="15862"/>
                    <a:pt x="10463" y="15862"/>
                  </a:cubicBezTo>
                  <a:cubicBezTo>
                    <a:pt x="10463" y="18056"/>
                    <a:pt x="10463" y="18056"/>
                    <a:pt x="10463" y="18056"/>
                  </a:cubicBezTo>
                  <a:cubicBezTo>
                    <a:pt x="10294" y="18056"/>
                    <a:pt x="10125" y="18056"/>
                    <a:pt x="9956" y="18056"/>
                  </a:cubicBezTo>
                  <a:cubicBezTo>
                    <a:pt x="9956" y="20250"/>
                    <a:pt x="9956" y="20250"/>
                    <a:pt x="9956" y="20250"/>
                  </a:cubicBezTo>
                  <a:cubicBezTo>
                    <a:pt x="5400" y="19912"/>
                    <a:pt x="1856" y="16200"/>
                    <a:pt x="1350" y="11812"/>
                  </a:cubicBezTo>
                  <a:cubicBezTo>
                    <a:pt x="3713" y="11812"/>
                    <a:pt x="3713" y="11812"/>
                    <a:pt x="3713" y="11812"/>
                  </a:cubicBezTo>
                  <a:cubicBezTo>
                    <a:pt x="3713" y="11644"/>
                    <a:pt x="3713" y="11306"/>
                    <a:pt x="3713" y="11137"/>
                  </a:cubicBezTo>
                  <a:cubicBezTo>
                    <a:pt x="5738" y="11137"/>
                    <a:pt x="5738" y="11137"/>
                    <a:pt x="5738" y="11137"/>
                  </a:cubicBezTo>
                  <a:cubicBezTo>
                    <a:pt x="5738" y="11137"/>
                    <a:pt x="5738" y="10969"/>
                    <a:pt x="5738" y="10800"/>
                  </a:cubicBezTo>
                  <a:cubicBezTo>
                    <a:pt x="5738" y="10631"/>
                    <a:pt x="5738" y="10631"/>
                    <a:pt x="5738" y="10462"/>
                  </a:cubicBezTo>
                  <a:cubicBezTo>
                    <a:pt x="3713" y="10462"/>
                    <a:pt x="3713" y="10462"/>
                    <a:pt x="3713" y="10462"/>
                  </a:cubicBezTo>
                  <a:cubicBezTo>
                    <a:pt x="3713" y="10294"/>
                    <a:pt x="3713" y="10125"/>
                    <a:pt x="3713" y="9787"/>
                  </a:cubicBezTo>
                  <a:cubicBezTo>
                    <a:pt x="1350" y="9787"/>
                    <a:pt x="1350" y="9787"/>
                    <a:pt x="1350" y="9787"/>
                  </a:cubicBezTo>
                  <a:cubicBezTo>
                    <a:pt x="1856" y="5400"/>
                    <a:pt x="5400" y="1856"/>
                    <a:pt x="9956" y="1350"/>
                  </a:cubicBezTo>
                  <a:cubicBezTo>
                    <a:pt x="9956" y="3712"/>
                    <a:pt x="9956" y="3712"/>
                    <a:pt x="9956" y="3712"/>
                  </a:cubicBezTo>
                  <a:cubicBezTo>
                    <a:pt x="10125" y="3544"/>
                    <a:pt x="10294" y="3544"/>
                    <a:pt x="10463" y="3544"/>
                  </a:cubicBezTo>
                  <a:cubicBezTo>
                    <a:pt x="10463" y="5737"/>
                    <a:pt x="10463" y="5737"/>
                    <a:pt x="10463" y="5737"/>
                  </a:cubicBezTo>
                  <a:cubicBezTo>
                    <a:pt x="10631" y="5737"/>
                    <a:pt x="10800" y="5737"/>
                    <a:pt x="10800" y="5737"/>
                  </a:cubicBezTo>
                  <a:cubicBezTo>
                    <a:pt x="10969" y="5737"/>
                    <a:pt x="11137" y="5737"/>
                    <a:pt x="11306" y="5737"/>
                  </a:cubicBezTo>
                  <a:cubicBezTo>
                    <a:pt x="11306" y="3544"/>
                    <a:pt x="11306" y="3544"/>
                    <a:pt x="11306" y="3544"/>
                  </a:cubicBezTo>
                  <a:cubicBezTo>
                    <a:pt x="11475" y="3544"/>
                    <a:pt x="11644" y="3544"/>
                    <a:pt x="11812" y="3712"/>
                  </a:cubicBezTo>
                  <a:cubicBezTo>
                    <a:pt x="11812" y="1350"/>
                    <a:pt x="11812" y="1350"/>
                    <a:pt x="11812" y="1350"/>
                  </a:cubicBezTo>
                  <a:cubicBezTo>
                    <a:pt x="16369" y="1856"/>
                    <a:pt x="19912" y="5400"/>
                    <a:pt x="20419" y="9787"/>
                  </a:cubicBezTo>
                  <a:cubicBezTo>
                    <a:pt x="18056" y="9787"/>
                    <a:pt x="18056" y="9787"/>
                    <a:pt x="18056" y="9787"/>
                  </a:cubicBezTo>
                  <a:cubicBezTo>
                    <a:pt x="18056" y="10125"/>
                    <a:pt x="18056" y="10294"/>
                    <a:pt x="18056" y="10462"/>
                  </a:cubicBezTo>
                  <a:cubicBezTo>
                    <a:pt x="16031" y="10462"/>
                    <a:pt x="16031" y="10462"/>
                    <a:pt x="16031" y="10462"/>
                  </a:cubicBezTo>
                  <a:cubicBezTo>
                    <a:pt x="16031" y="10631"/>
                    <a:pt x="16031" y="10631"/>
                    <a:pt x="16031" y="10800"/>
                  </a:cubicBezTo>
                  <a:cubicBezTo>
                    <a:pt x="16031" y="10969"/>
                    <a:pt x="16031" y="11137"/>
                    <a:pt x="16031" y="11137"/>
                  </a:cubicBezTo>
                  <a:cubicBezTo>
                    <a:pt x="18056" y="11137"/>
                    <a:pt x="18056" y="11137"/>
                    <a:pt x="18056" y="11137"/>
                  </a:cubicBezTo>
                  <a:cubicBezTo>
                    <a:pt x="18056" y="11306"/>
                    <a:pt x="18056" y="11644"/>
                    <a:pt x="18056" y="11812"/>
                  </a:cubicBezTo>
                  <a:cubicBezTo>
                    <a:pt x="20419" y="11812"/>
                    <a:pt x="20419" y="11812"/>
                    <a:pt x="20419" y="11812"/>
                  </a:cubicBezTo>
                  <a:cubicBezTo>
                    <a:pt x="19912" y="16200"/>
                    <a:pt x="16369" y="19912"/>
                    <a:pt x="11812" y="2025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6999" name="Shape 6999"/>
            <p:cNvSpPr/>
            <p:nvPr/>
          </p:nvSpPr>
          <p:spPr>
            <a:xfrm>
              <a:off x="369726" y="423088"/>
              <a:ext cx="453582" cy="4078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343" y="13745"/>
                  </a:moveTo>
                  <a:cubicBezTo>
                    <a:pt x="12343" y="12764"/>
                    <a:pt x="12343" y="12764"/>
                    <a:pt x="12343" y="12764"/>
                  </a:cubicBezTo>
                  <a:cubicBezTo>
                    <a:pt x="14106" y="11291"/>
                    <a:pt x="15429" y="7855"/>
                    <a:pt x="15429" y="5400"/>
                  </a:cubicBezTo>
                  <a:cubicBezTo>
                    <a:pt x="15429" y="1473"/>
                    <a:pt x="12784" y="0"/>
                    <a:pt x="10580" y="0"/>
                  </a:cubicBezTo>
                  <a:cubicBezTo>
                    <a:pt x="9257" y="0"/>
                    <a:pt x="6171" y="1473"/>
                    <a:pt x="6171" y="5400"/>
                  </a:cubicBezTo>
                  <a:cubicBezTo>
                    <a:pt x="6171" y="7855"/>
                    <a:pt x="7494" y="11291"/>
                    <a:pt x="9257" y="12764"/>
                  </a:cubicBezTo>
                  <a:cubicBezTo>
                    <a:pt x="9257" y="13745"/>
                    <a:pt x="9257" y="13745"/>
                    <a:pt x="9257" y="13745"/>
                  </a:cubicBezTo>
                  <a:cubicBezTo>
                    <a:pt x="4849" y="13745"/>
                    <a:pt x="1322" y="16200"/>
                    <a:pt x="0" y="19145"/>
                  </a:cubicBezTo>
                  <a:cubicBezTo>
                    <a:pt x="3086" y="20618"/>
                    <a:pt x="6612" y="21600"/>
                    <a:pt x="10580" y="21600"/>
                  </a:cubicBezTo>
                  <a:cubicBezTo>
                    <a:pt x="14988" y="21600"/>
                    <a:pt x="18514" y="20618"/>
                    <a:pt x="21600" y="19145"/>
                  </a:cubicBezTo>
                  <a:cubicBezTo>
                    <a:pt x="20278" y="16200"/>
                    <a:pt x="16751" y="13745"/>
                    <a:pt x="12343" y="13745"/>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00" name="Shape 7000"/>
            <p:cNvSpPr/>
            <p:nvPr/>
          </p:nvSpPr>
          <p:spPr>
            <a:xfrm>
              <a:off x="667030" y="415465"/>
              <a:ext cx="274436" cy="339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60" y="13427"/>
                  </a:moveTo>
                  <a:cubicBezTo>
                    <a:pt x="9360" y="12843"/>
                    <a:pt x="9360" y="12843"/>
                    <a:pt x="9360" y="12843"/>
                  </a:cubicBezTo>
                  <a:cubicBezTo>
                    <a:pt x="12240" y="11676"/>
                    <a:pt x="13680" y="8173"/>
                    <a:pt x="13680" y="5254"/>
                  </a:cubicBezTo>
                  <a:cubicBezTo>
                    <a:pt x="13680" y="1751"/>
                    <a:pt x="10080" y="0"/>
                    <a:pt x="7200" y="0"/>
                  </a:cubicBezTo>
                  <a:cubicBezTo>
                    <a:pt x="5760" y="0"/>
                    <a:pt x="3600" y="584"/>
                    <a:pt x="2160" y="2335"/>
                  </a:cubicBezTo>
                  <a:cubicBezTo>
                    <a:pt x="3600" y="3503"/>
                    <a:pt x="4320" y="4670"/>
                    <a:pt x="4320" y="7005"/>
                  </a:cubicBezTo>
                  <a:cubicBezTo>
                    <a:pt x="4320" y="8173"/>
                    <a:pt x="3600" y="9341"/>
                    <a:pt x="2880" y="11092"/>
                  </a:cubicBezTo>
                  <a:cubicBezTo>
                    <a:pt x="3600" y="11676"/>
                    <a:pt x="4320" y="12259"/>
                    <a:pt x="5040" y="12843"/>
                  </a:cubicBezTo>
                  <a:cubicBezTo>
                    <a:pt x="5040" y="13427"/>
                    <a:pt x="5040" y="13427"/>
                    <a:pt x="5040" y="13427"/>
                  </a:cubicBezTo>
                  <a:cubicBezTo>
                    <a:pt x="3600" y="13427"/>
                    <a:pt x="2160" y="14011"/>
                    <a:pt x="1440" y="14011"/>
                  </a:cubicBezTo>
                  <a:cubicBezTo>
                    <a:pt x="720" y="14595"/>
                    <a:pt x="0" y="15178"/>
                    <a:pt x="0" y="15762"/>
                  </a:cubicBezTo>
                  <a:cubicBezTo>
                    <a:pt x="5760" y="16346"/>
                    <a:pt x="10080" y="18681"/>
                    <a:pt x="12240" y="21600"/>
                  </a:cubicBezTo>
                  <a:cubicBezTo>
                    <a:pt x="15840" y="21016"/>
                    <a:pt x="19440" y="20432"/>
                    <a:pt x="21600" y="19265"/>
                  </a:cubicBezTo>
                  <a:cubicBezTo>
                    <a:pt x="20160" y="16346"/>
                    <a:pt x="15840" y="14011"/>
                    <a:pt x="9360" y="13427"/>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01" name="Shape 7001"/>
            <p:cNvSpPr/>
            <p:nvPr/>
          </p:nvSpPr>
          <p:spPr>
            <a:xfrm>
              <a:off x="251565" y="415465"/>
              <a:ext cx="274436" cy="339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762"/>
                  </a:moveTo>
                  <a:cubicBezTo>
                    <a:pt x="21600" y="15178"/>
                    <a:pt x="20880" y="14595"/>
                    <a:pt x="20160" y="14011"/>
                  </a:cubicBezTo>
                  <a:cubicBezTo>
                    <a:pt x="19440" y="14011"/>
                    <a:pt x="18000" y="13427"/>
                    <a:pt x="16560" y="13427"/>
                  </a:cubicBezTo>
                  <a:cubicBezTo>
                    <a:pt x="16560" y="12843"/>
                    <a:pt x="16560" y="12843"/>
                    <a:pt x="16560" y="12843"/>
                  </a:cubicBezTo>
                  <a:cubicBezTo>
                    <a:pt x="17280" y="12259"/>
                    <a:pt x="18000" y="11676"/>
                    <a:pt x="18720" y="11092"/>
                  </a:cubicBezTo>
                  <a:cubicBezTo>
                    <a:pt x="18000" y="9341"/>
                    <a:pt x="17280" y="8173"/>
                    <a:pt x="17280" y="7005"/>
                  </a:cubicBezTo>
                  <a:cubicBezTo>
                    <a:pt x="17280" y="4670"/>
                    <a:pt x="18000" y="3503"/>
                    <a:pt x="19440" y="2335"/>
                  </a:cubicBezTo>
                  <a:cubicBezTo>
                    <a:pt x="18000" y="584"/>
                    <a:pt x="15840" y="0"/>
                    <a:pt x="14400" y="0"/>
                  </a:cubicBezTo>
                  <a:cubicBezTo>
                    <a:pt x="11520" y="0"/>
                    <a:pt x="7920" y="1751"/>
                    <a:pt x="7920" y="5254"/>
                  </a:cubicBezTo>
                  <a:cubicBezTo>
                    <a:pt x="7920" y="8173"/>
                    <a:pt x="9360" y="11676"/>
                    <a:pt x="12240" y="12843"/>
                  </a:cubicBezTo>
                  <a:cubicBezTo>
                    <a:pt x="12240" y="13427"/>
                    <a:pt x="12240" y="13427"/>
                    <a:pt x="12240" y="13427"/>
                  </a:cubicBezTo>
                  <a:cubicBezTo>
                    <a:pt x="5760" y="14011"/>
                    <a:pt x="1440" y="16346"/>
                    <a:pt x="0" y="19265"/>
                  </a:cubicBezTo>
                  <a:cubicBezTo>
                    <a:pt x="2160" y="20432"/>
                    <a:pt x="5760" y="21016"/>
                    <a:pt x="9360" y="21600"/>
                  </a:cubicBezTo>
                  <a:cubicBezTo>
                    <a:pt x="11520" y="18681"/>
                    <a:pt x="15840" y="16346"/>
                    <a:pt x="21600" y="1576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005" name="Group 7005"/>
          <p:cNvGrpSpPr/>
          <p:nvPr/>
        </p:nvGrpSpPr>
        <p:grpSpPr>
          <a:xfrm>
            <a:off x="6504230" y="8069313"/>
            <a:ext cx="1020139" cy="982638"/>
            <a:chOff x="0" y="0"/>
            <a:chExt cx="1020138" cy="982637"/>
          </a:xfrm>
        </p:grpSpPr>
        <p:sp>
          <p:nvSpPr>
            <p:cNvPr id="7003" name="Shape 7003"/>
            <p:cNvSpPr/>
            <p:nvPr/>
          </p:nvSpPr>
          <p:spPr>
            <a:xfrm>
              <a:off x="0" y="0"/>
              <a:ext cx="1020139" cy="9826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38" y="0"/>
                  </a:moveTo>
                  <a:cubicBezTo>
                    <a:pt x="1462" y="0"/>
                    <a:pt x="1462" y="0"/>
                    <a:pt x="1462" y="0"/>
                  </a:cubicBezTo>
                  <a:cubicBezTo>
                    <a:pt x="650" y="0"/>
                    <a:pt x="0" y="680"/>
                    <a:pt x="0" y="1531"/>
                  </a:cubicBezTo>
                  <a:cubicBezTo>
                    <a:pt x="0" y="15477"/>
                    <a:pt x="0" y="15477"/>
                    <a:pt x="0" y="15477"/>
                  </a:cubicBezTo>
                  <a:cubicBezTo>
                    <a:pt x="0" y="16328"/>
                    <a:pt x="650" y="17008"/>
                    <a:pt x="1462" y="17008"/>
                  </a:cubicBezTo>
                  <a:cubicBezTo>
                    <a:pt x="8608" y="17008"/>
                    <a:pt x="8608" y="17008"/>
                    <a:pt x="8608" y="17008"/>
                  </a:cubicBezTo>
                  <a:cubicBezTo>
                    <a:pt x="8608" y="17008"/>
                    <a:pt x="8932" y="20069"/>
                    <a:pt x="6334" y="20069"/>
                  </a:cubicBezTo>
                  <a:cubicBezTo>
                    <a:pt x="6334" y="21600"/>
                    <a:pt x="6334" y="21600"/>
                    <a:pt x="6334" y="21600"/>
                  </a:cubicBezTo>
                  <a:cubicBezTo>
                    <a:pt x="8608" y="21600"/>
                    <a:pt x="8608" y="21600"/>
                    <a:pt x="8608" y="21600"/>
                  </a:cubicBezTo>
                  <a:cubicBezTo>
                    <a:pt x="12992" y="21600"/>
                    <a:pt x="12992" y="21600"/>
                    <a:pt x="12992" y="21600"/>
                  </a:cubicBezTo>
                  <a:cubicBezTo>
                    <a:pt x="15104" y="21600"/>
                    <a:pt x="15104" y="21600"/>
                    <a:pt x="15104" y="21600"/>
                  </a:cubicBezTo>
                  <a:cubicBezTo>
                    <a:pt x="15104" y="20069"/>
                    <a:pt x="15104" y="20069"/>
                    <a:pt x="15104" y="20069"/>
                  </a:cubicBezTo>
                  <a:cubicBezTo>
                    <a:pt x="12505" y="20069"/>
                    <a:pt x="12992" y="17008"/>
                    <a:pt x="12992" y="17008"/>
                  </a:cubicBezTo>
                  <a:cubicBezTo>
                    <a:pt x="20138" y="17008"/>
                    <a:pt x="20138" y="17008"/>
                    <a:pt x="20138" y="17008"/>
                  </a:cubicBezTo>
                  <a:cubicBezTo>
                    <a:pt x="20950" y="17008"/>
                    <a:pt x="21600" y="16328"/>
                    <a:pt x="21600" y="15477"/>
                  </a:cubicBezTo>
                  <a:cubicBezTo>
                    <a:pt x="21600" y="1531"/>
                    <a:pt x="21600" y="1531"/>
                    <a:pt x="21600" y="1531"/>
                  </a:cubicBezTo>
                  <a:cubicBezTo>
                    <a:pt x="21600" y="680"/>
                    <a:pt x="20950" y="0"/>
                    <a:pt x="20138" y="0"/>
                  </a:cubicBezTo>
                  <a:close/>
                  <a:moveTo>
                    <a:pt x="9582" y="15137"/>
                  </a:moveTo>
                  <a:cubicBezTo>
                    <a:pt x="9582" y="14457"/>
                    <a:pt x="10232" y="13946"/>
                    <a:pt x="10881" y="13946"/>
                  </a:cubicBezTo>
                  <a:cubicBezTo>
                    <a:pt x="11531" y="13946"/>
                    <a:pt x="12180" y="14457"/>
                    <a:pt x="12180" y="15137"/>
                  </a:cubicBezTo>
                  <a:cubicBezTo>
                    <a:pt x="12180" y="15817"/>
                    <a:pt x="11531" y="16498"/>
                    <a:pt x="10881" y="16498"/>
                  </a:cubicBezTo>
                  <a:cubicBezTo>
                    <a:pt x="10232" y="16498"/>
                    <a:pt x="9582" y="15817"/>
                    <a:pt x="9582" y="15137"/>
                  </a:cubicBezTo>
                  <a:close/>
                  <a:moveTo>
                    <a:pt x="19976" y="13436"/>
                  </a:moveTo>
                  <a:cubicBezTo>
                    <a:pt x="1462" y="13436"/>
                    <a:pt x="1462" y="13436"/>
                    <a:pt x="1462" y="13436"/>
                  </a:cubicBezTo>
                  <a:cubicBezTo>
                    <a:pt x="1462" y="1701"/>
                    <a:pt x="1462" y="1701"/>
                    <a:pt x="1462" y="1701"/>
                  </a:cubicBezTo>
                  <a:cubicBezTo>
                    <a:pt x="19976" y="1701"/>
                    <a:pt x="19976" y="1701"/>
                    <a:pt x="19976" y="1701"/>
                  </a:cubicBezTo>
                  <a:lnTo>
                    <a:pt x="19976" y="13436"/>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04" name="Shape 7004"/>
            <p:cNvSpPr/>
            <p:nvPr/>
          </p:nvSpPr>
          <p:spPr>
            <a:xfrm>
              <a:off x="480065" y="645088"/>
              <a:ext cx="75013" cy="82514"/>
            </a:xfrm>
            <a:prstGeom prst="ellipse">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7006" name="Shape 7006"/>
          <p:cNvSpPr/>
          <p:nvPr/>
        </p:nvSpPr>
        <p:spPr>
          <a:xfrm>
            <a:off x="17261844" y="6605523"/>
            <a:ext cx="880733" cy="7780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cubicBezTo>
                  <a:pt x="21600" y="3960"/>
                  <a:pt x="16676" y="0"/>
                  <a:pt x="10800" y="0"/>
                </a:cubicBezTo>
                <a:cubicBezTo>
                  <a:pt x="4765" y="0"/>
                  <a:pt x="0" y="3960"/>
                  <a:pt x="0" y="8640"/>
                </a:cubicBezTo>
                <a:cubicBezTo>
                  <a:pt x="0" y="12060"/>
                  <a:pt x="2382" y="14940"/>
                  <a:pt x="5876" y="16380"/>
                </a:cubicBezTo>
                <a:cubicBezTo>
                  <a:pt x="6035" y="17280"/>
                  <a:pt x="5718" y="19080"/>
                  <a:pt x="3335" y="21600"/>
                </a:cubicBezTo>
                <a:cubicBezTo>
                  <a:pt x="3335" y="21600"/>
                  <a:pt x="8576" y="19980"/>
                  <a:pt x="11435" y="17280"/>
                </a:cubicBezTo>
                <a:cubicBezTo>
                  <a:pt x="17153" y="16920"/>
                  <a:pt x="21600" y="13140"/>
                  <a:pt x="21600" y="8640"/>
                </a:cubicBez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grpSp>
        <p:nvGrpSpPr>
          <p:cNvPr id="7013" name="Group 7013"/>
          <p:cNvGrpSpPr/>
          <p:nvPr/>
        </p:nvGrpSpPr>
        <p:grpSpPr>
          <a:xfrm>
            <a:off x="15832218" y="8138479"/>
            <a:ext cx="901062" cy="877468"/>
            <a:chOff x="0" y="0"/>
            <a:chExt cx="901061" cy="877467"/>
          </a:xfrm>
        </p:grpSpPr>
        <p:sp>
          <p:nvSpPr>
            <p:cNvPr id="7007" name="Shape 7007"/>
            <p:cNvSpPr/>
            <p:nvPr/>
          </p:nvSpPr>
          <p:spPr>
            <a:xfrm>
              <a:off x="422767" y="403671"/>
              <a:ext cx="478295" cy="473797"/>
            </a:xfrm>
            <a:custGeom>
              <a:avLst/>
              <a:gdLst/>
              <a:ahLst/>
              <a:cxnLst>
                <a:cxn ang="0">
                  <a:pos x="wd2" y="hd2"/>
                </a:cxn>
                <a:cxn ang="5400000">
                  <a:pos x="wd2" y="hd2"/>
                </a:cxn>
                <a:cxn ang="10800000">
                  <a:pos x="wd2" y="hd2"/>
                </a:cxn>
                <a:cxn ang="16200000">
                  <a:pos x="wd2" y="hd2"/>
                </a:cxn>
              </a:cxnLst>
              <a:rect l="0" t="0" r="r" b="b"/>
              <a:pathLst>
                <a:path w="21009" h="21086" fill="norm" stroke="1" extrusionOk="0">
                  <a:moveTo>
                    <a:pt x="19238" y="11657"/>
                  </a:moveTo>
                  <a:cubicBezTo>
                    <a:pt x="10125" y="2400"/>
                    <a:pt x="10125" y="2400"/>
                    <a:pt x="10125" y="2400"/>
                  </a:cubicBezTo>
                  <a:cubicBezTo>
                    <a:pt x="8775" y="1029"/>
                    <a:pt x="6750" y="343"/>
                    <a:pt x="4725" y="1029"/>
                  </a:cubicBezTo>
                  <a:cubicBezTo>
                    <a:pt x="3712" y="0"/>
                    <a:pt x="3712" y="0"/>
                    <a:pt x="3712" y="0"/>
                  </a:cubicBezTo>
                  <a:cubicBezTo>
                    <a:pt x="2700" y="1371"/>
                    <a:pt x="2700" y="1371"/>
                    <a:pt x="2700" y="1371"/>
                  </a:cubicBezTo>
                  <a:cubicBezTo>
                    <a:pt x="1012" y="1714"/>
                    <a:pt x="1012" y="1714"/>
                    <a:pt x="1012" y="1714"/>
                  </a:cubicBezTo>
                  <a:cubicBezTo>
                    <a:pt x="675" y="3086"/>
                    <a:pt x="675" y="3086"/>
                    <a:pt x="675" y="3086"/>
                  </a:cubicBezTo>
                  <a:cubicBezTo>
                    <a:pt x="0" y="3771"/>
                    <a:pt x="0" y="3771"/>
                    <a:pt x="0" y="3771"/>
                  </a:cubicBezTo>
                  <a:cubicBezTo>
                    <a:pt x="1012" y="5143"/>
                    <a:pt x="1012" y="5143"/>
                    <a:pt x="1012" y="5143"/>
                  </a:cubicBezTo>
                  <a:cubicBezTo>
                    <a:pt x="675" y="6857"/>
                    <a:pt x="1012" y="8914"/>
                    <a:pt x="2363" y="10286"/>
                  </a:cubicBezTo>
                  <a:cubicBezTo>
                    <a:pt x="11475" y="19543"/>
                    <a:pt x="11475" y="19543"/>
                    <a:pt x="11475" y="19543"/>
                  </a:cubicBezTo>
                  <a:cubicBezTo>
                    <a:pt x="13838" y="21600"/>
                    <a:pt x="17213" y="21600"/>
                    <a:pt x="19238" y="19543"/>
                  </a:cubicBezTo>
                  <a:cubicBezTo>
                    <a:pt x="21600" y="17486"/>
                    <a:pt x="21600" y="13714"/>
                    <a:pt x="19238" y="11657"/>
                  </a:cubicBezTo>
                  <a:close/>
                  <a:moveTo>
                    <a:pt x="17550" y="17829"/>
                  </a:moveTo>
                  <a:cubicBezTo>
                    <a:pt x="16200" y="19200"/>
                    <a:pt x="13838" y="19200"/>
                    <a:pt x="12487" y="17829"/>
                  </a:cubicBezTo>
                  <a:cubicBezTo>
                    <a:pt x="4388" y="9600"/>
                    <a:pt x="4388" y="9600"/>
                    <a:pt x="4388" y="9600"/>
                  </a:cubicBezTo>
                  <a:cubicBezTo>
                    <a:pt x="3712" y="8914"/>
                    <a:pt x="3375" y="7886"/>
                    <a:pt x="3038" y="7200"/>
                  </a:cubicBezTo>
                  <a:cubicBezTo>
                    <a:pt x="4725" y="8571"/>
                    <a:pt x="4725" y="8571"/>
                    <a:pt x="4725" y="8571"/>
                  </a:cubicBezTo>
                  <a:cubicBezTo>
                    <a:pt x="5738" y="9600"/>
                    <a:pt x="7425" y="9600"/>
                    <a:pt x="8438" y="8571"/>
                  </a:cubicBezTo>
                  <a:cubicBezTo>
                    <a:pt x="9450" y="7543"/>
                    <a:pt x="9450" y="5829"/>
                    <a:pt x="8438" y="4800"/>
                  </a:cubicBezTo>
                  <a:cubicBezTo>
                    <a:pt x="6750" y="3086"/>
                    <a:pt x="6750" y="3086"/>
                    <a:pt x="6750" y="3086"/>
                  </a:cubicBezTo>
                  <a:cubicBezTo>
                    <a:pt x="7763" y="3086"/>
                    <a:pt x="8775" y="3429"/>
                    <a:pt x="9450" y="4114"/>
                  </a:cubicBezTo>
                  <a:cubicBezTo>
                    <a:pt x="17550" y="12343"/>
                    <a:pt x="17550" y="12343"/>
                    <a:pt x="17550" y="12343"/>
                  </a:cubicBezTo>
                  <a:cubicBezTo>
                    <a:pt x="18900" y="14057"/>
                    <a:pt x="19238" y="16457"/>
                    <a:pt x="17550" y="17829"/>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08" name="Shape 7008"/>
            <p:cNvSpPr/>
            <p:nvPr/>
          </p:nvSpPr>
          <p:spPr>
            <a:xfrm>
              <a:off x="0" y="0"/>
              <a:ext cx="486630" cy="461146"/>
            </a:xfrm>
            <a:custGeom>
              <a:avLst/>
              <a:gdLst/>
              <a:ahLst/>
              <a:cxnLst>
                <a:cxn ang="0">
                  <a:pos x="wd2" y="hd2"/>
                </a:cxn>
                <a:cxn ang="5400000">
                  <a:pos x="wd2" y="hd2"/>
                </a:cxn>
                <a:cxn ang="10800000">
                  <a:pos x="wd2" y="hd2"/>
                </a:cxn>
                <a:cxn ang="16200000">
                  <a:pos x="wd2" y="hd2"/>
                </a:cxn>
              </a:cxnLst>
              <a:rect l="0" t="0" r="r" b="b"/>
              <a:pathLst>
                <a:path w="21102" h="21077" fill="norm" stroke="1" extrusionOk="0">
                  <a:moveTo>
                    <a:pt x="16117" y="20380"/>
                  </a:moveTo>
                  <a:cubicBezTo>
                    <a:pt x="17114" y="21077"/>
                    <a:pt x="17114" y="21077"/>
                    <a:pt x="17114" y="21077"/>
                  </a:cubicBezTo>
                  <a:cubicBezTo>
                    <a:pt x="18776" y="20380"/>
                    <a:pt x="18776" y="20380"/>
                    <a:pt x="18776" y="20380"/>
                  </a:cubicBezTo>
                  <a:cubicBezTo>
                    <a:pt x="19440" y="19335"/>
                    <a:pt x="19440" y="19335"/>
                    <a:pt x="19440" y="19335"/>
                  </a:cubicBezTo>
                  <a:cubicBezTo>
                    <a:pt x="20437" y="19335"/>
                    <a:pt x="20437" y="19335"/>
                    <a:pt x="20437" y="19335"/>
                  </a:cubicBezTo>
                  <a:cubicBezTo>
                    <a:pt x="21102" y="17593"/>
                    <a:pt x="21102" y="17593"/>
                    <a:pt x="21102" y="17593"/>
                  </a:cubicBezTo>
                  <a:cubicBezTo>
                    <a:pt x="19773" y="16200"/>
                    <a:pt x="19773" y="16200"/>
                    <a:pt x="19773" y="16200"/>
                  </a:cubicBezTo>
                  <a:cubicBezTo>
                    <a:pt x="20105" y="14458"/>
                    <a:pt x="19440" y="12367"/>
                    <a:pt x="18111" y="10974"/>
                  </a:cubicBezTo>
                  <a:cubicBezTo>
                    <a:pt x="9139" y="1567"/>
                    <a:pt x="9139" y="1567"/>
                    <a:pt x="9139" y="1567"/>
                  </a:cubicBezTo>
                  <a:cubicBezTo>
                    <a:pt x="7145" y="-523"/>
                    <a:pt x="3822" y="-523"/>
                    <a:pt x="1496" y="1567"/>
                  </a:cubicBezTo>
                  <a:cubicBezTo>
                    <a:pt x="-498" y="4006"/>
                    <a:pt x="-498" y="7490"/>
                    <a:pt x="1496" y="9580"/>
                  </a:cubicBezTo>
                  <a:cubicBezTo>
                    <a:pt x="10468" y="18987"/>
                    <a:pt x="10468" y="18987"/>
                    <a:pt x="10468" y="18987"/>
                  </a:cubicBezTo>
                  <a:cubicBezTo>
                    <a:pt x="12130" y="20729"/>
                    <a:pt x="14456" y="21077"/>
                    <a:pt x="16117" y="20380"/>
                  </a:cubicBezTo>
                  <a:close/>
                  <a:moveTo>
                    <a:pt x="3490" y="8883"/>
                  </a:moveTo>
                  <a:cubicBezTo>
                    <a:pt x="1828" y="7142"/>
                    <a:pt x="1828" y="4703"/>
                    <a:pt x="3157" y="3309"/>
                  </a:cubicBezTo>
                  <a:cubicBezTo>
                    <a:pt x="4487" y="1916"/>
                    <a:pt x="6813" y="1916"/>
                    <a:pt x="8474" y="3658"/>
                  </a:cubicBezTo>
                  <a:cubicBezTo>
                    <a:pt x="16450" y="12019"/>
                    <a:pt x="16450" y="12019"/>
                    <a:pt x="16450" y="12019"/>
                  </a:cubicBezTo>
                  <a:cubicBezTo>
                    <a:pt x="17114" y="12367"/>
                    <a:pt x="17447" y="13064"/>
                    <a:pt x="17447" y="13761"/>
                  </a:cubicBezTo>
                  <a:cubicBezTo>
                    <a:pt x="16450" y="13064"/>
                    <a:pt x="14788" y="13064"/>
                    <a:pt x="13791" y="14109"/>
                  </a:cubicBezTo>
                  <a:cubicBezTo>
                    <a:pt x="12794" y="15154"/>
                    <a:pt x="12794" y="16896"/>
                    <a:pt x="13791" y="17942"/>
                  </a:cubicBezTo>
                  <a:cubicBezTo>
                    <a:pt x="14456" y="18290"/>
                    <a:pt x="14456" y="18290"/>
                    <a:pt x="14456" y="18290"/>
                  </a:cubicBezTo>
                  <a:cubicBezTo>
                    <a:pt x="13459" y="18290"/>
                    <a:pt x="12130" y="17942"/>
                    <a:pt x="11465" y="17245"/>
                  </a:cubicBezTo>
                  <a:lnTo>
                    <a:pt x="3490" y="8883"/>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09" name="Shape 7009"/>
            <p:cNvSpPr/>
            <p:nvPr/>
          </p:nvSpPr>
          <p:spPr>
            <a:xfrm>
              <a:off x="499401" y="269559"/>
              <a:ext cx="25545" cy="89406"/>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10" name="Shape 7010"/>
            <p:cNvSpPr/>
            <p:nvPr/>
          </p:nvSpPr>
          <p:spPr>
            <a:xfrm>
              <a:off x="531334" y="365354"/>
              <a:ext cx="95796" cy="19162"/>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11" name="Shape 7011"/>
            <p:cNvSpPr/>
            <p:nvPr/>
          </p:nvSpPr>
          <p:spPr>
            <a:xfrm>
              <a:off x="384450" y="505851"/>
              <a:ext cx="25545" cy="89406"/>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12" name="Shape 7012"/>
            <p:cNvSpPr/>
            <p:nvPr/>
          </p:nvSpPr>
          <p:spPr>
            <a:xfrm>
              <a:off x="288658" y="480306"/>
              <a:ext cx="89406" cy="25545"/>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16" name="Group 7016"/>
          <p:cNvGrpSpPr/>
          <p:nvPr/>
        </p:nvGrpSpPr>
        <p:grpSpPr>
          <a:xfrm>
            <a:off x="19401584" y="5069595"/>
            <a:ext cx="634336" cy="957707"/>
            <a:chOff x="0" y="0"/>
            <a:chExt cx="634334" cy="957705"/>
          </a:xfrm>
        </p:grpSpPr>
        <p:sp>
          <p:nvSpPr>
            <p:cNvPr id="7014" name="Shape 7014"/>
            <p:cNvSpPr/>
            <p:nvPr/>
          </p:nvSpPr>
          <p:spPr>
            <a:xfrm>
              <a:off x="0" y="0"/>
              <a:ext cx="541049" cy="957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29" y="17581"/>
                  </a:moveTo>
                  <a:cubicBezTo>
                    <a:pt x="2071" y="17581"/>
                    <a:pt x="2071" y="17581"/>
                    <a:pt x="2071" y="17581"/>
                  </a:cubicBezTo>
                  <a:cubicBezTo>
                    <a:pt x="2071" y="2679"/>
                    <a:pt x="2071" y="2679"/>
                    <a:pt x="2071" y="2679"/>
                  </a:cubicBezTo>
                  <a:cubicBezTo>
                    <a:pt x="19529" y="2679"/>
                    <a:pt x="19529" y="2679"/>
                    <a:pt x="19529" y="2679"/>
                  </a:cubicBezTo>
                  <a:cubicBezTo>
                    <a:pt x="19529" y="5860"/>
                    <a:pt x="19529" y="5860"/>
                    <a:pt x="19529" y="5860"/>
                  </a:cubicBezTo>
                  <a:cubicBezTo>
                    <a:pt x="21600" y="5860"/>
                    <a:pt x="21600" y="5860"/>
                    <a:pt x="21600" y="5860"/>
                  </a:cubicBezTo>
                  <a:cubicBezTo>
                    <a:pt x="21600" y="1674"/>
                    <a:pt x="21600" y="1674"/>
                    <a:pt x="21600" y="1674"/>
                  </a:cubicBezTo>
                  <a:cubicBezTo>
                    <a:pt x="21600" y="837"/>
                    <a:pt x="20121" y="0"/>
                    <a:pt x="18641" y="0"/>
                  </a:cubicBezTo>
                  <a:cubicBezTo>
                    <a:pt x="2663" y="0"/>
                    <a:pt x="2663" y="0"/>
                    <a:pt x="2663" y="0"/>
                  </a:cubicBezTo>
                  <a:cubicBezTo>
                    <a:pt x="1184" y="0"/>
                    <a:pt x="0" y="837"/>
                    <a:pt x="0" y="1674"/>
                  </a:cubicBezTo>
                  <a:cubicBezTo>
                    <a:pt x="0" y="20093"/>
                    <a:pt x="0" y="20093"/>
                    <a:pt x="0" y="20093"/>
                  </a:cubicBezTo>
                  <a:cubicBezTo>
                    <a:pt x="0" y="20930"/>
                    <a:pt x="1184" y="21600"/>
                    <a:pt x="2663" y="21600"/>
                  </a:cubicBezTo>
                  <a:cubicBezTo>
                    <a:pt x="18641" y="21600"/>
                    <a:pt x="18641" y="21600"/>
                    <a:pt x="18641" y="21600"/>
                  </a:cubicBezTo>
                  <a:cubicBezTo>
                    <a:pt x="20121" y="21600"/>
                    <a:pt x="21600" y="20930"/>
                    <a:pt x="21600" y="20093"/>
                  </a:cubicBezTo>
                  <a:cubicBezTo>
                    <a:pt x="21600" y="13228"/>
                    <a:pt x="21600" y="13228"/>
                    <a:pt x="21600" y="13228"/>
                  </a:cubicBezTo>
                  <a:cubicBezTo>
                    <a:pt x="19529" y="13228"/>
                    <a:pt x="19529" y="13228"/>
                    <a:pt x="19529" y="13228"/>
                  </a:cubicBezTo>
                  <a:lnTo>
                    <a:pt x="19529" y="17581"/>
                  </a:lnTo>
                  <a:close/>
                  <a:moveTo>
                    <a:pt x="16866" y="1005"/>
                  </a:moveTo>
                  <a:cubicBezTo>
                    <a:pt x="17162" y="1005"/>
                    <a:pt x="17753" y="1172"/>
                    <a:pt x="17753" y="1507"/>
                  </a:cubicBezTo>
                  <a:cubicBezTo>
                    <a:pt x="17753" y="1674"/>
                    <a:pt x="17162" y="1842"/>
                    <a:pt x="16866" y="1842"/>
                  </a:cubicBezTo>
                  <a:cubicBezTo>
                    <a:pt x="16570" y="1842"/>
                    <a:pt x="16274" y="1674"/>
                    <a:pt x="16274" y="1507"/>
                  </a:cubicBezTo>
                  <a:cubicBezTo>
                    <a:pt x="16274" y="1172"/>
                    <a:pt x="16570" y="1005"/>
                    <a:pt x="16866" y="1005"/>
                  </a:cubicBezTo>
                  <a:close/>
                  <a:moveTo>
                    <a:pt x="7101" y="1172"/>
                  </a:moveTo>
                  <a:cubicBezTo>
                    <a:pt x="14499" y="1172"/>
                    <a:pt x="14499" y="1172"/>
                    <a:pt x="14499" y="1172"/>
                  </a:cubicBezTo>
                  <a:cubicBezTo>
                    <a:pt x="14499" y="1674"/>
                    <a:pt x="14499" y="1674"/>
                    <a:pt x="14499" y="1674"/>
                  </a:cubicBezTo>
                  <a:cubicBezTo>
                    <a:pt x="7101" y="1674"/>
                    <a:pt x="7101" y="1674"/>
                    <a:pt x="7101" y="1674"/>
                  </a:cubicBezTo>
                  <a:lnTo>
                    <a:pt x="7101" y="1172"/>
                  </a:lnTo>
                  <a:close/>
                  <a:moveTo>
                    <a:pt x="14203" y="19926"/>
                  </a:moveTo>
                  <a:cubicBezTo>
                    <a:pt x="7397" y="19926"/>
                    <a:pt x="7397" y="19926"/>
                    <a:pt x="7397" y="19926"/>
                  </a:cubicBezTo>
                  <a:cubicBezTo>
                    <a:pt x="7397" y="18753"/>
                    <a:pt x="7397" y="18753"/>
                    <a:pt x="7397" y="18753"/>
                  </a:cubicBezTo>
                  <a:cubicBezTo>
                    <a:pt x="14203" y="18753"/>
                    <a:pt x="14203" y="18753"/>
                    <a:pt x="14203" y="18753"/>
                  </a:cubicBezTo>
                  <a:lnTo>
                    <a:pt x="14203" y="19926"/>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15" name="Shape 7015"/>
            <p:cNvSpPr/>
            <p:nvPr/>
          </p:nvSpPr>
          <p:spPr>
            <a:xfrm>
              <a:off x="230102" y="279847"/>
              <a:ext cx="404233" cy="3855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329"/>
                  </a:moveTo>
                  <a:lnTo>
                    <a:pt x="2658" y="15329"/>
                  </a:lnTo>
                  <a:lnTo>
                    <a:pt x="0" y="21600"/>
                  </a:lnTo>
                  <a:lnTo>
                    <a:pt x="7311" y="15329"/>
                  </a:lnTo>
                  <a:lnTo>
                    <a:pt x="21600" y="15329"/>
                  </a:lnTo>
                  <a:lnTo>
                    <a:pt x="21600" y="0"/>
                  </a:lnTo>
                  <a:lnTo>
                    <a:pt x="0" y="0"/>
                  </a:lnTo>
                  <a:lnTo>
                    <a:pt x="0" y="15329"/>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20" name="Group 7020"/>
          <p:cNvGrpSpPr/>
          <p:nvPr/>
        </p:nvGrpSpPr>
        <p:grpSpPr>
          <a:xfrm>
            <a:off x="10357742" y="9355591"/>
            <a:ext cx="1172294" cy="1164265"/>
            <a:chOff x="0" y="0"/>
            <a:chExt cx="1172292" cy="1164263"/>
          </a:xfrm>
        </p:grpSpPr>
        <p:sp>
          <p:nvSpPr>
            <p:cNvPr id="7017" name="Shape 7017"/>
            <p:cNvSpPr/>
            <p:nvPr/>
          </p:nvSpPr>
          <p:spPr>
            <a:xfrm>
              <a:off x="0" y="0"/>
              <a:ext cx="1172293" cy="1164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80" y="0"/>
                    <a:pt x="0" y="4780"/>
                    <a:pt x="0" y="10800"/>
                  </a:cubicBezTo>
                  <a:cubicBezTo>
                    <a:pt x="0" y="16820"/>
                    <a:pt x="4780" y="21600"/>
                    <a:pt x="10800" y="21600"/>
                  </a:cubicBezTo>
                  <a:cubicBezTo>
                    <a:pt x="16643" y="21600"/>
                    <a:pt x="21600" y="16820"/>
                    <a:pt x="21600" y="10800"/>
                  </a:cubicBezTo>
                  <a:cubicBezTo>
                    <a:pt x="21600" y="4780"/>
                    <a:pt x="16643" y="0"/>
                    <a:pt x="10800" y="0"/>
                  </a:cubicBezTo>
                  <a:close/>
                  <a:moveTo>
                    <a:pt x="11331" y="19298"/>
                  </a:moveTo>
                  <a:cubicBezTo>
                    <a:pt x="11331" y="18059"/>
                    <a:pt x="11331" y="18059"/>
                    <a:pt x="11331" y="18059"/>
                  </a:cubicBezTo>
                  <a:cubicBezTo>
                    <a:pt x="10092" y="18059"/>
                    <a:pt x="10092" y="18059"/>
                    <a:pt x="10092" y="18059"/>
                  </a:cubicBezTo>
                  <a:cubicBezTo>
                    <a:pt x="10092" y="19298"/>
                    <a:pt x="10092" y="19298"/>
                    <a:pt x="10092" y="19298"/>
                  </a:cubicBezTo>
                  <a:cubicBezTo>
                    <a:pt x="8144" y="19121"/>
                    <a:pt x="6551" y="18413"/>
                    <a:pt x="5134" y="17174"/>
                  </a:cubicBezTo>
                  <a:cubicBezTo>
                    <a:pt x="5134" y="17174"/>
                    <a:pt x="5134" y="17174"/>
                    <a:pt x="4957" y="17174"/>
                  </a:cubicBezTo>
                  <a:cubicBezTo>
                    <a:pt x="4957" y="16997"/>
                    <a:pt x="4780" y="16997"/>
                    <a:pt x="4780" y="16820"/>
                  </a:cubicBezTo>
                  <a:cubicBezTo>
                    <a:pt x="4603" y="16820"/>
                    <a:pt x="4426" y="16643"/>
                    <a:pt x="4426" y="16466"/>
                  </a:cubicBezTo>
                  <a:cubicBezTo>
                    <a:pt x="4426" y="16466"/>
                    <a:pt x="4426" y="16466"/>
                    <a:pt x="4249" y="16466"/>
                  </a:cubicBezTo>
                  <a:cubicBezTo>
                    <a:pt x="3187" y="15049"/>
                    <a:pt x="2302" y="13279"/>
                    <a:pt x="2302" y="11508"/>
                  </a:cubicBezTo>
                  <a:cubicBezTo>
                    <a:pt x="3541" y="11508"/>
                    <a:pt x="3541" y="11508"/>
                    <a:pt x="3541" y="11508"/>
                  </a:cubicBezTo>
                  <a:cubicBezTo>
                    <a:pt x="3541" y="10269"/>
                    <a:pt x="3541" y="10269"/>
                    <a:pt x="3541" y="10269"/>
                  </a:cubicBezTo>
                  <a:cubicBezTo>
                    <a:pt x="2302" y="10269"/>
                    <a:pt x="2302" y="10269"/>
                    <a:pt x="2302" y="10269"/>
                  </a:cubicBezTo>
                  <a:cubicBezTo>
                    <a:pt x="2656" y="6020"/>
                    <a:pt x="5843" y="2656"/>
                    <a:pt x="10092" y="2302"/>
                  </a:cubicBezTo>
                  <a:cubicBezTo>
                    <a:pt x="10092" y="3541"/>
                    <a:pt x="10092" y="3541"/>
                    <a:pt x="10092" y="3541"/>
                  </a:cubicBezTo>
                  <a:cubicBezTo>
                    <a:pt x="11331" y="3541"/>
                    <a:pt x="11331" y="3541"/>
                    <a:pt x="11331" y="3541"/>
                  </a:cubicBezTo>
                  <a:cubicBezTo>
                    <a:pt x="11331" y="2302"/>
                    <a:pt x="11331" y="2302"/>
                    <a:pt x="11331" y="2302"/>
                  </a:cubicBezTo>
                  <a:cubicBezTo>
                    <a:pt x="12570" y="2479"/>
                    <a:pt x="13633" y="2833"/>
                    <a:pt x="14695" y="3187"/>
                  </a:cubicBezTo>
                  <a:cubicBezTo>
                    <a:pt x="14695" y="3364"/>
                    <a:pt x="14695" y="3364"/>
                    <a:pt x="14695" y="3364"/>
                  </a:cubicBezTo>
                  <a:cubicBezTo>
                    <a:pt x="14872" y="3364"/>
                    <a:pt x="15049" y="3541"/>
                    <a:pt x="15226" y="3718"/>
                  </a:cubicBezTo>
                  <a:cubicBezTo>
                    <a:pt x="15403" y="3718"/>
                    <a:pt x="15403" y="3718"/>
                    <a:pt x="15403" y="3718"/>
                  </a:cubicBezTo>
                  <a:cubicBezTo>
                    <a:pt x="15580" y="3895"/>
                    <a:pt x="15757" y="3895"/>
                    <a:pt x="15934" y="4072"/>
                  </a:cubicBezTo>
                  <a:cubicBezTo>
                    <a:pt x="15934" y="4072"/>
                    <a:pt x="16111" y="4249"/>
                    <a:pt x="16111" y="4249"/>
                  </a:cubicBezTo>
                  <a:cubicBezTo>
                    <a:pt x="16289" y="4426"/>
                    <a:pt x="16289" y="4426"/>
                    <a:pt x="16466" y="4603"/>
                  </a:cubicBezTo>
                  <a:cubicBezTo>
                    <a:pt x="16643" y="4603"/>
                    <a:pt x="16643" y="4780"/>
                    <a:pt x="16643" y="4780"/>
                  </a:cubicBezTo>
                  <a:cubicBezTo>
                    <a:pt x="16820" y="4957"/>
                    <a:pt x="16997" y="4957"/>
                    <a:pt x="16997" y="5134"/>
                  </a:cubicBezTo>
                  <a:cubicBezTo>
                    <a:pt x="17174" y="5134"/>
                    <a:pt x="17174" y="5311"/>
                    <a:pt x="17351" y="5489"/>
                  </a:cubicBezTo>
                  <a:cubicBezTo>
                    <a:pt x="17351" y="5489"/>
                    <a:pt x="17351" y="5666"/>
                    <a:pt x="17528" y="5666"/>
                  </a:cubicBezTo>
                  <a:cubicBezTo>
                    <a:pt x="17528" y="5843"/>
                    <a:pt x="17705" y="6020"/>
                    <a:pt x="17882" y="6197"/>
                  </a:cubicBezTo>
                  <a:cubicBezTo>
                    <a:pt x="17882" y="6197"/>
                    <a:pt x="17882" y="6197"/>
                    <a:pt x="17882" y="6374"/>
                  </a:cubicBezTo>
                  <a:cubicBezTo>
                    <a:pt x="18059" y="6551"/>
                    <a:pt x="18236" y="6728"/>
                    <a:pt x="18236" y="6905"/>
                  </a:cubicBezTo>
                  <a:cubicBezTo>
                    <a:pt x="18236" y="6905"/>
                    <a:pt x="18236" y="6905"/>
                    <a:pt x="18236" y="6905"/>
                  </a:cubicBezTo>
                  <a:cubicBezTo>
                    <a:pt x="18767" y="7967"/>
                    <a:pt x="19121" y="9030"/>
                    <a:pt x="19121" y="10269"/>
                  </a:cubicBezTo>
                  <a:cubicBezTo>
                    <a:pt x="18059" y="10269"/>
                    <a:pt x="18059" y="10269"/>
                    <a:pt x="18059" y="10269"/>
                  </a:cubicBezTo>
                  <a:cubicBezTo>
                    <a:pt x="18059" y="11508"/>
                    <a:pt x="18059" y="11508"/>
                    <a:pt x="18059" y="11508"/>
                  </a:cubicBezTo>
                  <a:cubicBezTo>
                    <a:pt x="19121" y="11508"/>
                    <a:pt x="19121" y="11508"/>
                    <a:pt x="19121" y="11508"/>
                  </a:cubicBezTo>
                  <a:cubicBezTo>
                    <a:pt x="18944" y="15580"/>
                    <a:pt x="15580" y="18944"/>
                    <a:pt x="11331" y="19298"/>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18" name="Shape 7018"/>
            <p:cNvSpPr/>
            <p:nvPr/>
          </p:nvSpPr>
          <p:spPr>
            <a:xfrm>
              <a:off x="425555" y="297084"/>
              <a:ext cx="353295" cy="4978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12046"/>
                  </a:moveTo>
                  <a:cubicBezTo>
                    <a:pt x="5400" y="12046"/>
                    <a:pt x="5400" y="12046"/>
                    <a:pt x="5400" y="12046"/>
                  </a:cubicBezTo>
                  <a:cubicBezTo>
                    <a:pt x="0" y="21600"/>
                    <a:pt x="0" y="21600"/>
                    <a:pt x="0" y="21600"/>
                  </a:cubicBezTo>
                  <a:cubicBezTo>
                    <a:pt x="12000" y="14954"/>
                    <a:pt x="12000" y="14954"/>
                    <a:pt x="12000" y="14954"/>
                  </a:cubicBezTo>
                  <a:cubicBezTo>
                    <a:pt x="12000" y="14954"/>
                    <a:pt x="12000" y="14954"/>
                    <a:pt x="12000" y="14954"/>
                  </a:cubicBezTo>
                  <a:cubicBezTo>
                    <a:pt x="13200" y="14538"/>
                    <a:pt x="13200" y="13708"/>
                    <a:pt x="13200" y="13292"/>
                  </a:cubicBezTo>
                  <a:cubicBezTo>
                    <a:pt x="21600" y="0"/>
                    <a:pt x="21600" y="0"/>
                    <a:pt x="21600" y="0"/>
                  </a:cubicBezTo>
                  <a:cubicBezTo>
                    <a:pt x="6600" y="10385"/>
                    <a:pt x="6600" y="10385"/>
                    <a:pt x="6600" y="10385"/>
                  </a:cubicBezTo>
                  <a:cubicBezTo>
                    <a:pt x="6000" y="10800"/>
                    <a:pt x="5400" y="11215"/>
                    <a:pt x="5400" y="12046"/>
                  </a:cubicBezTo>
                  <a:close/>
                  <a:moveTo>
                    <a:pt x="9600" y="11215"/>
                  </a:moveTo>
                  <a:cubicBezTo>
                    <a:pt x="10200" y="11215"/>
                    <a:pt x="11400" y="11631"/>
                    <a:pt x="11400" y="12462"/>
                  </a:cubicBezTo>
                  <a:cubicBezTo>
                    <a:pt x="11400" y="13292"/>
                    <a:pt x="10200" y="13708"/>
                    <a:pt x="9600" y="13708"/>
                  </a:cubicBezTo>
                  <a:cubicBezTo>
                    <a:pt x="8400" y="13708"/>
                    <a:pt x="7800" y="13292"/>
                    <a:pt x="7800" y="12462"/>
                  </a:cubicBezTo>
                  <a:cubicBezTo>
                    <a:pt x="7800" y="11631"/>
                    <a:pt x="8400" y="11215"/>
                    <a:pt x="9600" y="11215"/>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19" name="Shape 7019"/>
            <p:cNvSpPr/>
            <p:nvPr/>
          </p:nvSpPr>
          <p:spPr>
            <a:xfrm>
              <a:off x="562058" y="570083"/>
              <a:ext cx="32120" cy="32120"/>
            </a:xfrm>
            <a:prstGeom prst="ellipse">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23" name="Group 7023"/>
          <p:cNvGrpSpPr/>
          <p:nvPr/>
        </p:nvGrpSpPr>
        <p:grpSpPr>
          <a:xfrm>
            <a:off x="9182179" y="6457749"/>
            <a:ext cx="757454" cy="990519"/>
            <a:chOff x="0" y="0"/>
            <a:chExt cx="757453" cy="990518"/>
          </a:xfrm>
        </p:grpSpPr>
        <p:sp>
          <p:nvSpPr>
            <p:cNvPr id="7021" name="Shape 7021"/>
            <p:cNvSpPr/>
            <p:nvPr/>
          </p:nvSpPr>
          <p:spPr>
            <a:xfrm>
              <a:off x="0" y="0"/>
              <a:ext cx="757454" cy="9905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09" y="10344"/>
                  </a:moveTo>
                  <a:cubicBezTo>
                    <a:pt x="19024" y="10344"/>
                    <a:pt x="19024" y="10344"/>
                    <a:pt x="19024" y="10344"/>
                  </a:cubicBezTo>
                  <a:cubicBezTo>
                    <a:pt x="19024" y="6693"/>
                    <a:pt x="19024" y="6693"/>
                    <a:pt x="19024" y="6693"/>
                  </a:cubicBezTo>
                  <a:cubicBezTo>
                    <a:pt x="19024" y="4868"/>
                    <a:pt x="18231" y="3194"/>
                    <a:pt x="16646" y="1977"/>
                  </a:cubicBezTo>
                  <a:cubicBezTo>
                    <a:pt x="15259" y="761"/>
                    <a:pt x="13079" y="0"/>
                    <a:pt x="10899" y="0"/>
                  </a:cubicBezTo>
                  <a:cubicBezTo>
                    <a:pt x="8521" y="0"/>
                    <a:pt x="6341" y="761"/>
                    <a:pt x="4954" y="1977"/>
                  </a:cubicBezTo>
                  <a:cubicBezTo>
                    <a:pt x="3369" y="3194"/>
                    <a:pt x="2576" y="4868"/>
                    <a:pt x="2576" y="6693"/>
                  </a:cubicBezTo>
                  <a:cubicBezTo>
                    <a:pt x="2576" y="10344"/>
                    <a:pt x="2576" y="10344"/>
                    <a:pt x="2576" y="10344"/>
                  </a:cubicBezTo>
                  <a:cubicBezTo>
                    <a:pt x="1189" y="10344"/>
                    <a:pt x="1189" y="10344"/>
                    <a:pt x="1189" y="10344"/>
                  </a:cubicBezTo>
                  <a:cubicBezTo>
                    <a:pt x="594" y="10344"/>
                    <a:pt x="0" y="10800"/>
                    <a:pt x="0" y="11104"/>
                  </a:cubicBezTo>
                  <a:cubicBezTo>
                    <a:pt x="0" y="20839"/>
                    <a:pt x="0" y="20839"/>
                    <a:pt x="0" y="20839"/>
                  </a:cubicBezTo>
                  <a:cubicBezTo>
                    <a:pt x="0" y="21296"/>
                    <a:pt x="594" y="21600"/>
                    <a:pt x="1189" y="21600"/>
                  </a:cubicBezTo>
                  <a:cubicBezTo>
                    <a:pt x="20609" y="21600"/>
                    <a:pt x="20609" y="21600"/>
                    <a:pt x="20609" y="21600"/>
                  </a:cubicBezTo>
                  <a:cubicBezTo>
                    <a:pt x="21204" y="21600"/>
                    <a:pt x="21600" y="21296"/>
                    <a:pt x="21600" y="20839"/>
                  </a:cubicBezTo>
                  <a:cubicBezTo>
                    <a:pt x="21600" y="11104"/>
                    <a:pt x="21600" y="11104"/>
                    <a:pt x="21600" y="11104"/>
                  </a:cubicBezTo>
                  <a:cubicBezTo>
                    <a:pt x="21600" y="10800"/>
                    <a:pt x="21204" y="10344"/>
                    <a:pt x="20609" y="10344"/>
                  </a:cubicBezTo>
                  <a:close/>
                  <a:moveTo>
                    <a:pt x="13079" y="18862"/>
                  </a:moveTo>
                  <a:cubicBezTo>
                    <a:pt x="13079" y="19927"/>
                    <a:pt x="12088" y="20687"/>
                    <a:pt x="10899" y="20687"/>
                  </a:cubicBezTo>
                  <a:cubicBezTo>
                    <a:pt x="9512" y="20687"/>
                    <a:pt x="8521" y="19927"/>
                    <a:pt x="8521" y="18862"/>
                  </a:cubicBezTo>
                  <a:cubicBezTo>
                    <a:pt x="8521" y="15668"/>
                    <a:pt x="8521" y="15668"/>
                    <a:pt x="8521" y="15668"/>
                  </a:cubicBezTo>
                  <a:cubicBezTo>
                    <a:pt x="8521" y="14603"/>
                    <a:pt x="9512" y="13842"/>
                    <a:pt x="10899" y="13842"/>
                  </a:cubicBezTo>
                  <a:cubicBezTo>
                    <a:pt x="12088" y="13842"/>
                    <a:pt x="13079" y="14603"/>
                    <a:pt x="13079" y="15668"/>
                  </a:cubicBezTo>
                  <a:lnTo>
                    <a:pt x="13079" y="18862"/>
                  </a:lnTo>
                  <a:close/>
                  <a:moveTo>
                    <a:pt x="15259" y="10344"/>
                  </a:moveTo>
                  <a:cubicBezTo>
                    <a:pt x="6539" y="10344"/>
                    <a:pt x="6539" y="10344"/>
                    <a:pt x="6539" y="10344"/>
                  </a:cubicBezTo>
                  <a:cubicBezTo>
                    <a:pt x="6539" y="6693"/>
                    <a:pt x="6539" y="6693"/>
                    <a:pt x="6539" y="6693"/>
                  </a:cubicBezTo>
                  <a:cubicBezTo>
                    <a:pt x="6539" y="5628"/>
                    <a:pt x="6936" y="4715"/>
                    <a:pt x="7728" y="4107"/>
                  </a:cubicBezTo>
                  <a:cubicBezTo>
                    <a:pt x="8521" y="3499"/>
                    <a:pt x="9710" y="3042"/>
                    <a:pt x="10899" y="3042"/>
                  </a:cubicBezTo>
                  <a:cubicBezTo>
                    <a:pt x="11890" y="3042"/>
                    <a:pt x="13079" y="3499"/>
                    <a:pt x="13872" y="4107"/>
                  </a:cubicBezTo>
                  <a:cubicBezTo>
                    <a:pt x="14664" y="4715"/>
                    <a:pt x="15259" y="5628"/>
                    <a:pt x="15259" y="6693"/>
                  </a:cubicBezTo>
                  <a:lnTo>
                    <a:pt x="15259" y="10344"/>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22" name="Shape 7022"/>
            <p:cNvSpPr/>
            <p:nvPr/>
          </p:nvSpPr>
          <p:spPr>
            <a:xfrm>
              <a:off x="332116" y="675883"/>
              <a:ext cx="93226" cy="221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31" y="0"/>
                  </a:moveTo>
                  <a:cubicBezTo>
                    <a:pt x="4985" y="0"/>
                    <a:pt x="0" y="2025"/>
                    <a:pt x="0" y="4725"/>
                  </a:cubicBezTo>
                  <a:cubicBezTo>
                    <a:pt x="0" y="16875"/>
                    <a:pt x="0" y="16875"/>
                    <a:pt x="0" y="16875"/>
                  </a:cubicBezTo>
                  <a:cubicBezTo>
                    <a:pt x="0" y="19575"/>
                    <a:pt x="4985" y="21600"/>
                    <a:pt x="11631" y="21600"/>
                  </a:cubicBezTo>
                  <a:cubicBezTo>
                    <a:pt x="16615" y="21600"/>
                    <a:pt x="21600" y="19575"/>
                    <a:pt x="21600" y="16875"/>
                  </a:cubicBezTo>
                  <a:cubicBezTo>
                    <a:pt x="21600" y="4725"/>
                    <a:pt x="21600" y="4725"/>
                    <a:pt x="21600" y="4725"/>
                  </a:cubicBezTo>
                  <a:cubicBezTo>
                    <a:pt x="21600" y="2025"/>
                    <a:pt x="16615" y="0"/>
                    <a:pt x="11631" y="0"/>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27" name="Group 7027"/>
          <p:cNvGrpSpPr/>
          <p:nvPr/>
        </p:nvGrpSpPr>
        <p:grpSpPr>
          <a:xfrm>
            <a:off x="15775151" y="6506128"/>
            <a:ext cx="1015197" cy="1030481"/>
            <a:chOff x="0" y="0"/>
            <a:chExt cx="1015195" cy="1030480"/>
          </a:xfrm>
        </p:grpSpPr>
        <p:sp>
          <p:nvSpPr>
            <p:cNvPr id="7024" name="Shape 7024"/>
            <p:cNvSpPr/>
            <p:nvPr/>
          </p:nvSpPr>
          <p:spPr>
            <a:xfrm>
              <a:off x="354107" y="-1"/>
              <a:ext cx="661089" cy="662503"/>
            </a:xfrm>
            <a:custGeom>
              <a:avLst/>
              <a:gdLst/>
              <a:ahLst/>
              <a:cxnLst>
                <a:cxn ang="0">
                  <a:pos x="wd2" y="hd2"/>
                </a:cxn>
                <a:cxn ang="5400000">
                  <a:pos x="wd2" y="hd2"/>
                </a:cxn>
                <a:cxn ang="10800000">
                  <a:pos x="wd2" y="hd2"/>
                </a:cxn>
                <a:cxn ang="16200000">
                  <a:pos x="wd2" y="hd2"/>
                </a:cxn>
              </a:cxnLst>
              <a:rect l="0" t="0" r="r" b="b"/>
              <a:pathLst>
                <a:path w="19661" h="19703" fill="norm" stroke="1" extrusionOk="0">
                  <a:moveTo>
                    <a:pt x="16790" y="2871"/>
                  </a:moveTo>
                  <a:cubicBezTo>
                    <a:pt x="12962" y="-957"/>
                    <a:pt x="6674" y="-957"/>
                    <a:pt x="2846" y="2871"/>
                  </a:cubicBezTo>
                  <a:cubicBezTo>
                    <a:pt x="-709" y="6425"/>
                    <a:pt x="-982" y="12167"/>
                    <a:pt x="2299" y="16268"/>
                  </a:cubicBezTo>
                  <a:cubicBezTo>
                    <a:pt x="2299" y="16268"/>
                    <a:pt x="2299" y="16268"/>
                    <a:pt x="2299" y="16268"/>
                  </a:cubicBezTo>
                  <a:cubicBezTo>
                    <a:pt x="2846" y="16815"/>
                    <a:pt x="3119" y="17089"/>
                    <a:pt x="3666" y="17635"/>
                  </a:cubicBezTo>
                  <a:cubicBezTo>
                    <a:pt x="7494" y="20643"/>
                    <a:pt x="13236" y="20370"/>
                    <a:pt x="16790" y="16815"/>
                  </a:cubicBezTo>
                  <a:cubicBezTo>
                    <a:pt x="20618" y="12987"/>
                    <a:pt x="20618" y="6699"/>
                    <a:pt x="16790" y="2871"/>
                  </a:cubicBezTo>
                  <a:close/>
                  <a:moveTo>
                    <a:pt x="14876" y="15175"/>
                  </a:moveTo>
                  <a:cubicBezTo>
                    <a:pt x="12142" y="17909"/>
                    <a:pt x="7494" y="17909"/>
                    <a:pt x="4486" y="15175"/>
                  </a:cubicBezTo>
                  <a:cubicBezTo>
                    <a:pt x="1752" y="12167"/>
                    <a:pt x="1752" y="7519"/>
                    <a:pt x="4486" y="4785"/>
                  </a:cubicBezTo>
                  <a:cubicBezTo>
                    <a:pt x="7494" y="1777"/>
                    <a:pt x="12142" y="1777"/>
                    <a:pt x="15150" y="4785"/>
                  </a:cubicBezTo>
                  <a:cubicBezTo>
                    <a:pt x="17884" y="7519"/>
                    <a:pt x="17884" y="12167"/>
                    <a:pt x="14876" y="15175"/>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25" name="Shape 7025"/>
            <p:cNvSpPr/>
            <p:nvPr/>
          </p:nvSpPr>
          <p:spPr>
            <a:xfrm>
              <a:off x="0" y="587068"/>
              <a:ext cx="443413" cy="4434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7131"/>
                  </a:moveTo>
                  <a:lnTo>
                    <a:pt x="4097" y="21600"/>
                  </a:lnTo>
                  <a:lnTo>
                    <a:pt x="21600" y="2607"/>
                  </a:lnTo>
                  <a:lnTo>
                    <a:pt x="18621" y="0"/>
                  </a:lnTo>
                  <a:lnTo>
                    <a:pt x="0" y="17131"/>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26" name="Shape 7026"/>
            <p:cNvSpPr/>
            <p:nvPr/>
          </p:nvSpPr>
          <p:spPr>
            <a:xfrm>
              <a:off x="695696" y="212464"/>
              <a:ext cx="184025" cy="328739"/>
            </a:xfrm>
            <a:custGeom>
              <a:avLst/>
              <a:gdLst/>
              <a:ahLst/>
              <a:cxnLst>
                <a:cxn ang="0">
                  <a:pos x="wd2" y="hd2"/>
                </a:cxn>
                <a:cxn ang="5400000">
                  <a:pos x="wd2" y="hd2"/>
                </a:cxn>
                <a:cxn ang="10800000">
                  <a:pos x="wd2" y="hd2"/>
                </a:cxn>
                <a:cxn ang="16200000">
                  <a:pos x="wd2" y="hd2"/>
                </a:cxn>
              </a:cxnLst>
              <a:rect l="0" t="0" r="r" b="b"/>
              <a:pathLst>
                <a:path w="14443" h="21600" fill="norm" stroke="1" extrusionOk="0">
                  <a:moveTo>
                    <a:pt x="11520" y="0"/>
                  </a:moveTo>
                  <a:cubicBezTo>
                    <a:pt x="15120" y="15600"/>
                    <a:pt x="0" y="20400"/>
                    <a:pt x="0" y="20400"/>
                  </a:cubicBezTo>
                  <a:cubicBezTo>
                    <a:pt x="4320" y="21600"/>
                    <a:pt x="4320" y="21600"/>
                    <a:pt x="4320" y="21600"/>
                  </a:cubicBezTo>
                  <a:cubicBezTo>
                    <a:pt x="21600" y="12600"/>
                    <a:pt x="11520" y="0"/>
                    <a:pt x="11520" y="0"/>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42" name="Group 7042"/>
          <p:cNvGrpSpPr/>
          <p:nvPr/>
        </p:nvGrpSpPr>
        <p:grpSpPr>
          <a:xfrm>
            <a:off x="15196960" y="9469178"/>
            <a:ext cx="1136411" cy="1100217"/>
            <a:chOff x="0" y="0"/>
            <a:chExt cx="1136409" cy="1100215"/>
          </a:xfrm>
        </p:grpSpPr>
        <p:sp>
          <p:nvSpPr>
            <p:cNvPr id="7028" name="Shape 7028"/>
            <p:cNvSpPr/>
            <p:nvPr/>
          </p:nvSpPr>
          <p:spPr>
            <a:xfrm>
              <a:off x="405343" y="441531"/>
              <a:ext cx="130289" cy="115811"/>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29" name="Shape 7029"/>
            <p:cNvSpPr/>
            <p:nvPr/>
          </p:nvSpPr>
          <p:spPr>
            <a:xfrm>
              <a:off x="608012" y="441531"/>
              <a:ext cx="130290" cy="115811"/>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0" name="Shape 7030"/>
            <p:cNvSpPr/>
            <p:nvPr/>
          </p:nvSpPr>
          <p:spPr>
            <a:xfrm>
              <a:off x="803448" y="441531"/>
              <a:ext cx="130290" cy="115811"/>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1" name="Shape 7031"/>
            <p:cNvSpPr/>
            <p:nvPr/>
          </p:nvSpPr>
          <p:spPr>
            <a:xfrm>
              <a:off x="405343" y="629726"/>
              <a:ext cx="130289"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2" name="Shape 7032"/>
            <p:cNvSpPr/>
            <p:nvPr/>
          </p:nvSpPr>
          <p:spPr>
            <a:xfrm>
              <a:off x="608012" y="629726"/>
              <a:ext cx="130290"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3" name="Shape 7033"/>
            <p:cNvSpPr/>
            <p:nvPr/>
          </p:nvSpPr>
          <p:spPr>
            <a:xfrm>
              <a:off x="803448" y="629726"/>
              <a:ext cx="130290"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4" name="Shape 7034"/>
            <p:cNvSpPr/>
            <p:nvPr/>
          </p:nvSpPr>
          <p:spPr>
            <a:xfrm>
              <a:off x="405343" y="810685"/>
              <a:ext cx="130289"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5" name="Shape 7035"/>
            <p:cNvSpPr/>
            <p:nvPr/>
          </p:nvSpPr>
          <p:spPr>
            <a:xfrm>
              <a:off x="209911" y="629726"/>
              <a:ext cx="115811"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6" name="Shape 7036"/>
            <p:cNvSpPr/>
            <p:nvPr/>
          </p:nvSpPr>
          <p:spPr>
            <a:xfrm>
              <a:off x="209911" y="810685"/>
              <a:ext cx="130290"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7" name="Shape 7037"/>
            <p:cNvSpPr/>
            <p:nvPr/>
          </p:nvSpPr>
          <p:spPr>
            <a:xfrm>
              <a:off x="608012" y="810685"/>
              <a:ext cx="130290"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8" name="Shape 7038"/>
            <p:cNvSpPr/>
            <p:nvPr/>
          </p:nvSpPr>
          <p:spPr>
            <a:xfrm>
              <a:off x="803448" y="810685"/>
              <a:ext cx="130290" cy="10857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39" name="Shape 7039"/>
            <p:cNvSpPr/>
            <p:nvPr/>
          </p:nvSpPr>
          <p:spPr>
            <a:xfrm>
              <a:off x="0" y="79618"/>
              <a:ext cx="1136410" cy="10205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8573" y="0"/>
                  </a:lnTo>
                  <a:lnTo>
                    <a:pt x="18573" y="2298"/>
                  </a:lnTo>
                  <a:lnTo>
                    <a:pt x="15684" y="2298"/>
                  </a:lnTo>
                  <a:lnTo>
                    <a:pt x="15684" y="0"/>
                  </a:lnTo>
                  <a:lnTo>
                    <a:pt x="6466" y="0"/>
                  </a:lnTo>
                  <a:lnTo>
                    <a:pt x="6466" y="2298"/>
                  </a:lnTo>
                  <a:lnTo>
                    <a:pt x="3439" y="2298"/>
                  </a:lnTo>
                  <a:lnTo>
                    <a:pt x="3439" y="0"/>
                  </a:lnTo>
                  <a:lnTo>
                    <a:pt x="0" y="0"/>
                  </a:lnTo>
                  <a:lnTo>
                    <a:pt x="0" y="21600"/>
                  </a:lnTo>
                  <a:lnTo>
                    <a:pt x="21600" y="21600"/>
                  </a:lnTo>
                  <a:lnTo>
                    <a:pt x="21600" y="0"/>
                  </a:lnTo>
                  <a:close/>
                  <a:moveTo>
                    <a:pt x="20087" y="19762"/>
                  </a:moveTo>
                  <a:lnTo>
                    <a:pt x="1651" y="19762"/>
                  </a:lnTo>
                  <a:lnTo>
                    <a:pt x="1651" y="6128"/>
                  </a:lnTo>
                  <a:lnTo>
                    <a:pt x="20087" y="6128"/>
                  </a:lnTo>
                  <a:lnTo>
                    <a:pt x="20087" y="19762"/>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40" name="Shape 7040"/>
            <p:cNvSpPr/>
            <p:nvPr/>
          </p:nvSpPr>
          <p:spPr>
            <a:xfrm>
              <a:off x="217147" y="0"/>
              <a:ext cx="94098" cy="159241"/>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41" name="Shape 7041"/>
            <p:cNvSpPr/>
            <p:nvPr/>
          </p:nvSpPr>
          <p:spPr>
            <a:xfrm>
              <a:off x="846879" y="0"/>
              <a:ext cx="108577" cy="159241"/>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48" name="Group 7048"/>
          <p:cNvGrpSpPr/>
          <p:nvPr/>
        </p:nvGrpSpPr>
        <p:grpSpPr>
          <a:xfrm>
            <a:off x="4880441" y="9366653"/>
            <a:ext cx="1212868" cy="1270758"/>
            <a:chOff x="0" y="0"/>
            <a:chExt cx="1212867" cy="1270757"/>
          </a:xfrm>
        </p:grpSpPr>
        <p:sp>
          <p:nvSpPr>
            <p:cNvPr id="7043" name="Shape 7043"/>
            <p:cNvSpPr/>
            <p:nvPr/>
          </p:nvSpPr>
          <p:spPr>
            <a:xfrm>
              <a:off x="0" y="474592"/>
              <a:ext cx="473183" cy="796166"/>
            </a:xfrm>
            <a:custGeom>
              <a:avLst/>
              <a:gdLst/>
              <a:ahLst/>
              <a:cxnLst>
                <a:cxn ang="0">
                  <a:pos x="wd2" y="hd2"/>
                </a:cxn>
                <a:cxn ang="5400000">
                  <a:pos x="wd2" y="hd2"/>
                </a:cxn>
                <a:cxn ang="10800000">
                  <a:pos x="wd2" y="hd2"/>
                </a:cxn>
                <a:cxn ang="16200000">
                  <a:pos x="wd2" y="hd2"/>
                </a:cxn>
              </a:cxnLst>
              <a:rect l="0" t="0" r="r" b="b"/>
              <a:pathLst>
                <a:path w="17973" h="21168" fill="norm" stroke="1" extrusionOk="0">
                  <a:moveTo>
                    <a:pt x="14232" y="12384"/>
                  </a:moveTo>
                  <a:cubicBezTo>
                    <a:pt x="14232" y="12384"/>
                    <a:pt x="14964" y="10584"/>
                    <a:pt x="14598" y="10070"/>
                  </a:cubicBezTo>
                  <a:cubicBezTo>
                    <a:pt x="10205" y="813"/>
                    <a:pt x="10205" y="813"/>
                    <a:pt x="10205" y="813"/>
                  </a:cubicBezTo>
                  <a:cubicBezTo>
                    <a:pt x="10205" y="813"/>
                    <a:pt x="9839" y="-216"/>
                    <a:pt x="8375" y="41"/>
                  </a:cubicBezTo>
                  <a:cubicBezTo>
                    <a:pt x="2883" y="1327"/>
                    <a:pt x="2883" y="1327"/>
                    <a:pt x="2883" y="1327"/>
                  </a:cubicBezTo>
                  <a:cubicBezTo>
                    <a:pt x="2883" y="1327"/>
                    <a:pt x="-1144" y="2613"/>
                    <a:pt x="320" y="5441"/>
                  </a:cubicBezTo>
                  <a:cubicBezTo>
                    <a:pt x="2151" y="9298"/>
                    <a:pt x="2151" y="9298"/>
                    <a:pt x="2151" y="9298"/>
                  </a:cubicBezTo>
                  <a:cubicBezTo>
                    <a:pt x="2151" y="9298"/>
                    <a:pt x="3615" y="12641"/>
                    <a:pt x="7642" y="11613"/>
                  </a:cubicBezTo>
                  <a:cubicBezTo>
                    <a:pt x="7642" y="11613"/>
                    <a:pt x="9473" y="11355"/>
                    <a:pt x="10205" y="13155"/>
                  </a:cubicBezTo>
                  <a:cubicBezTo>
                    <a:pt x="13500" y="20355"/>
                    <a:pt x="13500" y="20355"/>
                    <a:pt x="13500" y="20355"/>
                  </a:cubicBezTo>
                  <a:cubicBezTo>
                    <a:pt x="13500" y="20355"/>
                    <a:pt x="13866" y="21384"/>
                    <a:pt x="15331" y="21127"/>
                  </a:cubicBezTo>
                  <a:cubicBezTo>
                    <a:pt x="15331" y="21127"/>
                    <a:pt x="20456" y="20355"/>
                    <a:pt x="16429" y="17527"/>
                  </a:cubicBezTo>
                  <a:cubicBezTo>
                    <a:pt x="17527" y="15984"/>
                    <a:pt x="14232" y="14698"/>
                    <a:pt x="14232" y="12384"/>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44" name="Shape 7044"/>
            <p:cNvSpPr/>
            <p:nvPr/>
          </p:nvSpPr>
          <p:spPr>
            <a:xfrm>
              <a:off x="301290" y="0"/>
              <a:ext cx="767612" cy="870376"/>
            </a:xfrm>
            <a:custGeom>
              <a:avLst/>
              <a:gdLst/>
              <a:ahLst/>
              <a:cxnLst>
                <a:cxn ang="0">
                  <a:pos x="wd2" y="hd2"/>
                </a:cxn>
                <a:cxn ang="5400000">
                  <a:pos x="wd2" y="hd2"/>
                </a:cxn>
                <a:cxn ang="10800000">
                  <a:pos x="wd2" y="hd2"/>
                </a:cxn>
                <a:cxn ang="16200000">
                  <a:pos x="wd2" y="hd2"/>
                </a:cxn>
              </a:cxnLst>
              <a:rect l="0" t="0" r="r" b="b"/>
              <a:pathLst>
                <a:path w="20826" h="20479" fill="norm" stroke="1" extrusionOk="0">
                  <a:moveTo>
                    <a:pt x="17781" y="12731"/>
                  </a:moveTo>
                  <a:cubicBezTo>
                    <a:pt x="18834" y="12049"/>
                    <a:pt x="19098" y="10912"/>
                    <a:pt x="18571" y="9775"/>
                  </a:cubicBezTo>
                  <a:cubicBezTo>
                    <a:pt x="18307" y="8638"/>
                    <a:pt x="17254" y="7956"/>
                    <a:pt x="15937" y="7729"/>
                  </a:cubicBezTo>
                  <a:cubicBezTo>
                    <a:pt x="13039" y="453"/>
                    <a:pt x="13039" y="453"/>
                    <a:pt x="13039" y="453"/>
                  </a:cubicBezTo>
                  <a:cubicBezTo>
                    <a:pt x="12776" y="-684"/>
                    <a:pt x="12249" y="680"/>
                    <a:pt x="12249" y="680"/>
                  </a:cubicBezTo>
                  <a:cubicBezTo>
                    <a:pt x="10142" y="7956"/>
                    <a:pt x="659" y="10230"/>
                    <a:pt x="659" y="10230"/>
                  </a:cubicBezTo>
                  <a:cubicBezTo>
                    <a:pt x="-395" y="10457"/>
                    <a:pt x="132" y="11367"/>
                    <a:pt x="132" y="11367"/>
                  </a:cubicBezTo>
                  <a:cubicBezTo>
                    <a:pt x="2766" y="18188"/>
                    <a:pt x="2766" y="18188"/>
                    <a:pt x="2766" y="18188"/>
                  </a:cubicBezTo>
                  <a:cubicBezTo>
                    <a:pt x="3029" y="19097"/>
                    <a:pt x="4083" y="18870"/>
                    <a:pt x="4083" y="18870"/>
                  </a:cubicBezTo>
                  <a:cubicBezTo>
                    <a:pt x="14356" y="15687"/>
                    <a:pt x="20151" y="20234"/>
                    <a:pt x="20151" y="20234"/>
                  </a:cubicBezTo>
                  <a:cubicBezTo>
                    <a:pt x="20151" y="20234"/>
                    <a:pt x="21205" y="20916"/>
                    <a:pt x="20678" y="20007"/>
                  </a:cubicBezTo>
                  <a:lnTo>
                    <a:pt x="17781" y="12731"/>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45" name="Shape 7045"/>
            <p:cNvSpPr/>
            <p:nvPr/>
          </p:nvSpPr>
          <p:spPr>
            <a:xfrm>
              <a:off x="969145" y="157759"/>
              <a:ext cx="121865" cy="1543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37"/>
                  </a:moveTo>
                  <a:lnTo>
                    <a:pt x="18720" y="0"/>
                  </a:lnTo>
                  <a:lnTo>
                    <a:pt x="0" y="20463"/>
                  </a:lnTo>
                  <a:lnTo>
                    <a:pt x="2880" y="21600"/>
                  </a:lnTo>
                  <a:lnTo>
                    <a:pt x="21600" y="1137"/>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46" name="Shape 7046"/>
            <p:cNvSpPr/>
            <p:nvPr/>
          </p:nvSpPr>
          <p:spPr>
            <a:xfrm>
              <a:off x="1034138" y="515217"/>
              <a:ext cx="170608" cy="1137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629"/>
                  </a:moveTo>
                  <a:lnTo>
                    <a:pt x="19543" y="21600"/>
                  </a:lnTo>
                  <a:lnTo>
                    <a:pt x="21600" y="18514"/>
                  </a:lnTo>
                  <a:lnTo>
                    <a:pt x="1029" y="0"/>
                  </a:lnTo>
                  <a:lnTo>
                    <a:pt x="0" y="4629"/>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47" name="Shape 7047"/>
            <p:cNvSpPr/>
            <p:nvPr/>
          </p:nvSpPr>
          <p:spPr>
            <a:xfrm>
              <a:off x="1026011" y="344615"/>
              <a:ext cx="186857" cy="731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9" y="21600"/>
                  </a:moveTo>
                  <a:lnTo>
                    <a:pt x="21600" y="7200"/>
                  </a:lnTo>
                  <a:lnTo>
                    <a:pt x="20661" y="0"/>
                  </a:lnTo>
                  <a:lnTo>
                    <a:pt x="0" y="14400"/>
                  </a:lnTo>
                  <a:lnTo>
                    <a:pt x="939" y="2160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53" name="Group 7053"/>
          <p:cNvGrpSpPr/>
          <p:nvPr/>
        </p:nvGrpSpPr>
        <p:grpSpPr>
          <a:xfrm>
            <a:off x="7278384" y="9538922"/>
            <a:ext cx="1104172" cy="1100217"/>
            <a:chOff x="0" y="0"/>
            <a:chExt cx="1104170" cy="1100215"/>
          </a:xfrm>
        </p:grpSpPr>
        <p:sp>
          <p:nvSpPr>
            <p:cNvPr id="7049" name="Shape 7049"/>
            <p:cNvSpPr/>
            <p:nvPr/>
          </p:nvSpPr>
          <p:spPr>
            <a:xfrm>
              <a:off x="0" y="794263"/>
              <a:ext cx="305953" cy="3059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771" y="514"/>
                  </a:moveTo>
                  <a:lnTo>
                    <a:pt x="0" y="21600"/>
                  </a:lnTo>
                  <a:lnTo>
                    <a:pt x="21600" y="12343"/>
                  </a:lnTo>
                  <a:lnTo>
                    <a:pt x="9771" y="0"/>
                  </a:lnTo>
                  <a:lnTo>
                    <a:pt x="9771" y="514"/>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0" name="Shape 7050"/>
            <p:cNvSpPr/>
            <p:nvPr/>
          </p:nvSpPr>
          <p:spPr>
            <a:xfrm>
              <a:off x="174830" y="58524"/>
              <a:ext cx="757597" cy="77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23" y="0"/>
                  </a:moveTo>
                  <a:lnTo>
                    <a:pt x="0" y="19562"/>
                  </a:lnTo>
                  <a:lnTo>
                    <a:pt x="1869" y="21600"/>
                  </a:lnTo>
                  <a:lnTo>
                    <a:pt x="21600" y="2038"/>
                  </a:lnTo>
                  <a:lnTo>
                    <a:pt x="19523" y="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1" name="Shape 7051"/>
            <p:cNvSpPr/>
            <p:nvPr/>
          </p:nvSpPr>
          <p:spPr>
            <a:xfrm>
              <a:off x="276814" y="175076"/>
              <a:ext cx="757597" cy="7575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31" y="0"/>
                  </a:moveTo>
                  <a:lnTo>
                    <a:pt x="0" y="19523"/>
                  </a:lnTo>
                  <a:lnTo>
                    <a:pt x="2077" y="21600"/>
                  </a:lnTo>
                  <a:lnTo>
                    <a:pt x="21600" y="1869"/>
                  </a:lnTo>
                  <a:lnTo>
                    <a:pt x="19731" y="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2" name="Shape 7052"/>
            <p:cNvSpPr/>
            <p:nvPr/>
          </p:nvSpPr>
          <p:spPr>
            <a:xfrm>
              <a:off x="910570" y="-1"/>
              <a:ext cx="193601" cy="189648"/>
            </a:xfrm>
            <a:custGeom>
              <a:avLst/>
              <a:gdLst/>
              <a:ahLst/>
              <a:cxnLst>
                <a:cxn ang="0">
                  <a:pos x="wd2" y="hd2"/>
                </a:cxn>
                <a:cxn ang="5400000">
                  <a:pos x="wd2" y="hd2"/>
                </a:cxn>
                <a:cxn ang="10800000">
                  <a:pos x="wd2" y="hd2"/>
                </a:cxn>
                <a:cxn ang="16200000">
                  <a:pos x="wd2" y="hd2"/>
                </a:cxn>
              </a:cxnLst>
              <a:rect l="0" t="0" r="r" b="b"/>
              <a:pathLst>
                <a:path w="17939" h="18140" fill="norm" stroke="1" extrusionOk="0">
                  <a:moveTo>
                    <a:pt x="14123" y="3186"/>
                  </a:moveTo>
                  <a:cubicBezTo>
                    <a:pt x="7477" y="-3460"/>
                    <a:pt x="0" y="2355"/>
                    <a:pt x="0" y="2355"/>
                  </a:cubicBezTo>
                  <a:cubicBezTo>
                    <a:pt x="15785" y="18140"/>
                    <a:pt x="15785" y="18140"/>
                    <a:pt x="15785" y="18140"/>
                  </a:cubicBezTo>
                  <a:cubicBezTo>
                    <a:pt x="15785" y="18140"/>
                    <a:pt x="21600" y="10663"/>
                    <a:pt x="14123" y="3186"/>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60" name="Group 7060"/>
          <p:cNvGrpSpPr/>
          <p:nvPr/>
        </p:nvGrpSpPr>
        <p:grpSpPr>
          <a:xfrm>
            <a:off x="16641013" y="9569185"/>
            <a:ext cx="1291314" cy="1100217"/>
            <a:chOff x="0" y="0"/>
            <a:chExt cx="1291312" cy="1100215"/>
          </a:xfrm>
        </p:grpSpPr>
        <p:sp>
          <p:nvSpPr>
            <p:cNvPr id="7054" name="Shape 7054"/>
            <p:cNvSpPr/>
            <p:nvPr/>
          </p:nvSpPr>
          <p:spPr>
            <a:xfrm>
              <a:off x="416297" y="631883"/>
              <a:ext cx="237885" cy="2378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150"/>
                  </a:moveTo>
                  <a:lnTo>
                    <a:pt x="10125" y="0"/>
                  </a:lnTo>
                  <a:lnTo>
                    <a:pt x="0" y="21600"/>
                  </a:lnTo>
                  <a:lnTo>
                    <a:pt x="21600" y="1215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5" name="Shape 7055"/>
            <p:cNvSpPr/>
            <p:nvPr/>
          </p:nvSpPr>
          <p:spPr>
            <a:xfrm>
              <a:off x="653471" y="764983"/>
              <a:ext cx="8857" cy="8857"/>
            </a:xfrm>
            <a:prstGeom prst="rect">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6" name="Shape 7056"/>
            <p:cNvSpPr/>
            <p:nvPr/>
          </p:nvSpPr>
          <p:spPr>
            <a:xfrm>
              <a:off x="557538" y="52039"/>
              <a:ext cx="594712" cy="5947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10" y="0"/>
                  </a:moveTo>
                  <a:lnTo>
                    <a:pt x="0" y="19710"/>
                  </a:lnTo>
                  <a:lnTo>
                    <a:pt x="1890" y="21600"/>
                  </a:lnTo>
                  <a:lnTo>
                    <a:pt x="21600" y="2160"/>
                  </a:lnTo>
                  <a:lnTo>
                    <a:pt x="19710" y="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7" name="Shape 7057"/>
            <p:cNvSpPr/>
            <p:nvPr/>
          </p:nvSpPr>
          <p:spPr>
            <a:xfrm>
              <a:off x="639313" y="133810"/>
              <a:ext cx="602148" cy="602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9733"/>
                  </a:moveTo>
                  <a:lnTo>
                    <a:pt x="1867" y="21600"/>
                  </a:lnTo>
                  <a:lnTo>
                    <a:pt x="21600" y="2400"/>
                  </a:lnTo>
                  <a:lnTo>
                    <a:pt x="19733" y="0"/>
                  </a:lnTo>
                  <a:lnTo>
                    <a:pt x="0" y="19733"/>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8" name="Shape 7058"/>
            <p:cNvSpPr/>
            <p:nvPr/>
          </p:nvSpPr>
          <p:spPr>
            <a:xfrm>
              <a:off x="1137381" y="7436"/>
              <a:ext cx="153932" cy="148679"/>
            </a:xfrm>
            <a:custGeom>
              <a:avLst/>
              <a:gdLst/>
              <a:ahLst/>
              <a:cxnLst>
                <a:cxn ang="0">
                  <a:pos x="wd2" y="hd2"/>
                </a:cxn>
                <a:cxn ang="5400000">
                  <a:pos x="wd2" y="hd2"/>
                </a:cxn>
                <a:cxn ang="10800000">
                  <a:pos x="wd2" y="hd2"/>
                </a:cxn>
                <a:cxn ang="16200000">
                  <a:pos x="wd2" y="hd2"/>
                </a:cxn>
              </a:cxnLst>
              <a:rect l="0" t="0" r="r" b="b"/>
              <a:pathLst>
                <a:path w="17890" h="18000" fill="norm" stroke="1" extrusionOk="0">
                  <a:moveTo>
                    <a:pt x="14400" y="2880"/>
                  </a:moveTo>
                  <a:cubicBezTo>
                    <a:pt x="8229" y="-3600"/>
                    <a:pt x="0" y="2880"/>
                    <a:pt x="0" y="2880"/>
                  </a:cubicBezTo>
                  <a:cubicBezTo>
                    <a:pt x="15429" y="18000"/>
                    <a:pt x="15429" y="18000"/>
                    <a:pt x="15429" y="18000"/>
                  </a:cubicBezTo>
                  <a:cubicBezTo>
                    <a:pt x="15429" y="18000"/>
                    <a:pt x="21600" y="11520"/>
                    <a:pt x="14400" y="2880"/>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59" name="Shape 7059"/>
            <p:cNvSpPr/>
            <p:nvPr/>
          </p:nvSpPr>
          <p:spPr>
            <a:xfrm>
              <a:off x="0" y="0"/>
              <a:ext cx="1115083" cy="11002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08" y="19119"/>
                  </a:moveTo>
                  <a:lnTo>
                    <a:pt x="2592" y="19119"/>
                  </a:lnTo>
                  <a:lnTo>
                    <a:pt x="2592" y="2627"/>
                  </a:lnTo>
                  <a:lnTo>
                    <a:pt x="17856" y="2627"/>
                  </a:lnTo>
                  <a:lnTo>
                    <a:pt x="20736" y="0"/>
                  </a:lnTo>
                  <a:lnTo>
                    <a:pt x="0" y="0"/>
                  </a:lnTo>
                  <a:lnTo>
                    <a:pt x="0" y="21600"/>
                  </a:lnTo>
                  <a:lnTo>
                    <a:pt x="21600" y="21600"/>
                  </a:lnTo>
                  <a:lnTo>
                    <a:pt x="21600" y="8027"/>
                  </a:lnTo>
                  <a:lnTo>
                    <a:pt x="19008" y="10654"/>
                  </a:lnTo>
                  <a:lnTo>
                    <a:pt x="19008" y="19119"/>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7061" name="Shape 7061"/>
          <p:cNvSpPr/>
          <p:nvPr/>
        </p:nvSpPr>
        <p:spPr>
          <a:xfrm>
            <a:off x="3432399" y="9469178"/>
            <a:ext cx="1008690" cy="1065708"/>
          </a:xfrm>
          <a:custGeom>
            <a:avLst/>
            <a:gdLst/>
            <a:ahLst/>
            <a:cxnLst>
              <a:cxn ang="0">
                <a:pos x="wd2" y="hd2"/>
              </a:cxn>
              <a:cxn ang="5400000">
                <a:pos x="wd2" y="hd2"/>
              </a:cxn>
              <a:cxn ang="10800000">
                <a:pos x="wd2" y="hd2"/>
              </a:cxn>
              <a:cxn ang="16200000">
                <a:pos x="wd2" y="hd2"/>
              </a:cxn>
            </a:cxnLst>
            <a:rect l="0" t="0" r="r" b="b"/>
            <a:pathLst>
              <a:path w="21104" h="21600" fill="norm" stroke="1" extrusionOk="0">
                <a:moveTo>
                  <a:pt x="13625" y="14830"/>
                </a:moveTo>
                <a:cubicBezTo>
                  <a:pt x="21434" y="10155"/>
                  <a:pt x="21102" y="4191"/>
                  <a:pt x="21102" y="4191"/>
                </a:cubicBezTo>
                <a:cubicBezTo>
                  <a:pt x="21102" y="3385"/>
                  <a:pt x="21102" y="3385"/>
                  <a:pt x="21102" y="3385"/>
                </a:cubicBezTo>
                <a:cubicBezTo>
                  <a:pt x="21102" y="3385"/>
                  <a:pt x="21102" y="1612"/>
                  <a:pt x="19440" y="1612"/>
                </a:cubicBezTo>
                <a:cubicBezTo>
                  <a:pt x="18942" y="1612"/>
                  <a:pt x="18443" y="1612"/>
                  <a:pt x="18443" y="1612"/>
                </a:cubicBezTo>
                <a:cubicBezTo>
                  <a:pt x="17612" y="1612"/>
                  <a:pt x="17612" y="2418"/>
                  <a:pt x="17612" y="2418"/>
                </a:cubicBezTo>
                <a:cubicBezTo>
                  <a:pt x="17612" y="2418"/>
                  <a:pt x="17280" y="2579"/>
                  <a:pt x="16616" y="2579"/>
                </a:cubicBezTo>
                <a:cubicBezTo>
                  <a:pt x="16616" y="1934"/>
                  <a:pt x="16782" y="0"/>
                  <a:pt x="16782" y="0"/>
                </a:cubicBezTo>
                <a:cubicBezTo>
                  <a:pt x="9139" y="967"/>
                  <a:pt x="4486" y="0"/>
                  <a:pt x="4486" y="0"/>
                </a:cubicBezTo>
                <a:cubicBezTo>
                  <a:pt x="4486" y="2579"/>
                  <a:pt x="4486" y="2579"/>
                  <a:pt x="4486" y="2579"/>
                </a:cubicBezTo>
                <a:cubicBezTo>
                  <a:pt x="3822" y="2579"/>
                  <a:pt x="3656" y="2418"/>
                  <a:pt x="3656" y="2418"/>
                </a:cubicBezTo>
                <a:cubicBezTo>
                  <a:pt x="3656" y="2418"/>
                  <a:pt x="3489" y="1612"/>
                  <a:pt x="2825" y="1612"/>
                </a:cubicBezTo>
                <a:cubicBezTo>
                  <a:pt x="2825" y="1612"/>
                  <a:pt x="2326" y="1612"/>
                  <a:pt x="1828" y="1612"/>
                </a:cubicBezTo>
                <a:cubicBezTo>
                  <a:pt x="166" y="1612"/>
                  <a:pt x="0" y="3385"/>
                  <a:pt x="0" y="3385"/>
                </a:cubicBezTo>
                <a:cubicBezTo>
                  <a:pt x="0" y="4191"/>
                  <a:pt x="0" y="4191"/>
                  <a:pt x="0" y="4191"/>
                </a:cubicBezTo>
                <a:cubicBezTo>
                  <a:pt x="0" y="4191"/>
                  <a:pt x="-166" y="10155"/>
                  <a:pt x="7643" y="14830"/>
                </a:cubicBezTo>
                <a:cubicBezTo>
                  <a:pt x="7643" y="14830"/>
                  <a:pt x="8474" y="15636"/>
                  <a:pt x="9637" y="15636"/>
                </a:cubicBezTo>
                <a:cubicBezTo>
                  <a:pt x="9637" y="16603"/>
                  <a:pt x="9637" y="16603"/>
                  <a:pt x="9637" y="16603"/>
                </a:cubicBezTo>
                <a:cubicBezTo>
                  <a:pt x="9637" y="16603"/>
                  <a:pt x="8806" y="16442"/>
                  <a:pt x="8806" y="16925"/>
                </a:cubicBezTo>
                <a:cubicBezTo>
                  <a:pt x="8806" y="17570"/>
                  <a:pt x="9637" y="17409"/>
                  <a:pt x="9637" y="17409"/>
                </a:cubicBezTo>
                <a:cubicBezTo>
                  <a:pt x="9637" y="18376"/>
                  <a:pt x="9637" y="18376"/>
                  <a:pt x="9637" y="18376"/>
                </a:cubicBezTo>
                <a:cubicBezTo>
                  <a:pt x="9637" y="18376"/>
                  <a:pt x="9471" y="19182"/>
                  <a:pt x="8972" y="19182"/>
                </a:cubicBezTo>
                <a:cubicBezTo>
                  <a:pt x="8972" y="19988"/>
                  <a:pt x="7976" y="19988"/>
                  <a:pt x="7976" y="19988"/>
                </a:cubicBezTo>
                <a:cubicBezTo>
                  <a:pt x="7976" y="19988"/>
                  <a:pt x="7145" y="20149"/>
                  <a:pt x="7145" y="20794"/>
                </a:cubicBezTo>
                <a:cubicBezTo>
                  <a:pt x="7145" y="20794"/>
                  <a:pt x="6979" y="21600"/>
                  <a:pt x="7976" y="21600"/>
                </a:cubicBezTo>
                <a:cubicBezTo>
                  <a:pt x="9305" y="21600"/>
                  <a:pt x="13126" y="21600"/>
                  <a:pt x="13126" y="21600"/>
                </a:cubicBezTo>
                <a:cubicBezTo>
                  <a:pt x="13957" y="21600"/>
                  <a:pt x="14123" y="20794"/>
                  <a:pt x="14123" y="20794"/>
                </a:cubicBezTo>
                <a:cubicBezTo>
                  <a:pt x="14123" y="20794"/>
                  <a:pt x="14123" y="19988"/>
                  <a:pt x="13126" y="19988"/>
                </a:cubicBezTo>
                <a:cubicBezTo>
                  <a:pt x="12296" y="19988"/>
                  <a:pt x="12296" y="19021"/>
                  <a:pt x="12296" y="19021"/>
                </a:cubicBezTo>
                <a:cubicBezTo>
                  <a:pt x="12296" y="19021"/>
                  <a:pt x="11465" y="19182"/>
                  <a:pt x="11465" y="18376"/>
                </a:cubicBezTo>
                <a:cubicBezTo>
                  <a:pt x="11465" y="17409"/>
                  <a:pt x="11465" y="17409"/>
                  <a:pt x="11465" y="17409"/>
                </a:cubicBezTo>
                <a:cubicBezTo>
                  <a:pt x="11465" y="17409"/>
                  <a:pt x="12296" y="17570"/>
                  <a:pt x="12296" y="16925"/>
                </a:cubicBezTo>
                <a:cubicBezTo>
                  <a:pt x="12296" y="16442"/>
                  <a:pt x="11465" y="16603"/>
                  <a:pt x="11465" y="16603"/>
                </a:cubicBezTo>
                <a:cubicBezTo>
                  <a:pt x="11465" y="15636"/>
                  <a:pt x="11465" y="15636"/>
                  <a:pt x="11465" y="15636"/>
                </a:cubicBezTo>
                <a:cubicBezTo>
                  <a:pt x="12296" y="15636"/>
                  <a:pt x="12960" y="15313"/>
                  <a:pt x="13625" y="14830"/>
                </a:cubicBezTo>
                <a:close/>
                <a:moveTo>
                  <a:pt x="16782" y="3385"/>
                </a:moveTo>
                <a:cubicBezTo>
                  <a:pt x="16948" y="3385"/>
                  <a:pt x="17612" y="3385"/>
                  <a:pt x="17612" y="3385"/>
                </a:cubicBezTo>
                <a:cubicBezTo>
                  <a:pt x="18443" y="3385"/>
                  <a:pt x="18609" y="2579"/>
                  <a:pt x="18609" y="2579"/>
                </a:cubicBezTo>
                <a:cubicBezTo>
                  <a:pt x="19440" y="2579"/>
                  <a:pt x="19440" y="3385"/>
                  <a:pt x="19440" y="3385"/>
                </a:cubicBezTo>
                <a:cubicBezTo>
                  <a:pt x="19440" y="4191"/>
                  <a:pt x="19440" y="4191"/>
                  <a:pt x="19440" y="4191"/>
                </a:cubicBezTo>
                <a:cubicBezTo>
                  <a:pt x="19440" y="4191"/>
                  <a:pt x="19108" y="7576"/>
                  <a:pt x="14954" y="11445"/>
                </a:cubicBezTo>
                <a:cubicBezTo>
                  <a:pt x="15951" y="9833"/>
                  <a:pt x="16782" y="6125"/>
                  <a:pt x="16782" y="3385"/>
                </a:cubicBezTo>
                <a:close/>
                <a:moveTo>
                  <a:pt x="5982" y="11606"/>
                </a:moveTo>
                <a:cubicBezTo>
                  <a:pt x="1662" y="7737"/>
                  <a:pt x="1496" y="4352"/>
                  <a:pt x="1496" y="4352"/>
                </a:cubicBezTo>
                <a:cubicBezTo>
                  <a:pt x="1496" y="3546"/>
                  <a:pt x="1496" y="3546"/>
                  <a:pt x="1496" y="3546"/>
                </a:cubicBezTo>
                <a:cubicBezTo>
                  <a:pt x="1496" y="3546"/>
                  <a:pt x="1496" y="2579"/>
                  <a:pt x="2326" y="2579"/>
                </a:cubicBezTo>
                <a:cubicBezTo>
                  <a:pt x="2326" y="2579"/>
                  <a:pt x="2326" y="3546"/>
                  <a:pt x="3323" y="3546"/>
                </a:cubicBezTo>
                <a:cubicBezTo>
                  <a:pt x="3323" y="3546"/>
                  <a:pt x="3988" y="3546"/>
                  <a:pt x="4154" y="3546"/>
                </a:cubicBezTo>
                <a:cubicBezTo>
                  <a:pt x="4154" y="6287"/>
                  <a:pt x="4985" y="9994"/>
                  <a:pt x="5982" y="11606"/>
                </a:cubicBez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sp>
        <p:nvSpPr>
          <p:cNvPr id="7062" name="Shape 7062"/>
          <p:cNvSpPr/>
          <p:nvPr/>
        </p:nvSpPr>
        <p:spPr>
          <a:xfrm>
            <a:off x="14594008" y="6470286"/>
            <a:ext cx="1021179" cy="1058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609" y="8670"/>
                </a:moveTo>
                <a:cubicBezTo>
                  <a:pt x="21600" y="8670"/>
                  <a:pt x="21600" y="8670"/>
                  <a:pt x="21600" y="8670"/>
                </a:cubicBezTo>
                <a:cubicBezTo>
                  <a:pt x="20496" y="4411"/>
                  <a:pt x="16555" y="1065"/>
                  <a:pt x="11982" y="608"/>
                </a:cubicBezTo>
                <a:cubicBezTo>
                  <a:pt x="11667" y="304"/>
                  <a:pt x="11352" y="0"/>
                  <a:pt x="10879" y="0"/>
                </a:cubicBezTo>
                <a:cubicBezTo>
                  <a:pt x="10406" y="0"/>
                  <a:pt x="10091" y="304"/>
                  <a:pt x="9775" y="608"/>
                </a:cubicBezTo>
                <a:cubicBezTo>
                  <a:pt x="5045" y="1065"/>
                  <a:pt x="1104" y="4259"/>
                  <a:pt x="0" y="8670"/>
                </a:cubicBezTo>
                <a:cubicBezTo>
                  <a:pt x="6149" y="8670"/>
                  <a:pt x="6149" y="8670"/>
                  <a:pt x="6149" y="8670"/>
                </a:cubicBezTo>
                <a:cubicBezTo>
                  <a:pt x="6149" y="3651"/>
                  <a:pt x="9145" y="1217"/>
                  <a:pt x="9775" y="761"/>
                </a:cubicBezTo>
                <a:cubicBezTo>
                  <a:pt x="9775" y="761"/>
                  <a:pt x="9775" y="761"/>
                  <a:pt x="9775" y="913"/>
                </a:cubicBezTo>
                <a:cubicBezTo>
                  <a:pt x="6464" y="4868"/>
                  <a:pt x="6937" y="8670"/>
                  <a:pt x="6937" y="8670"/>
                </a:cubicBezTo>
                <a:cubicBezTo>
                  <a:pt x="10091" y="8670"/>
                  <a:pt x="10091" y="8670"/>
                  <a:pt x="10091" y="8670"/>
                </a:cubicBezTo>
                <a:cubicBezTo>
                  <a:pt x="10091" y="18710"/>
                  <a:pt x="10091" y="18710"/>
                  <a:pt x="10091" y="18710"/>
                </a:cubicBezTo>
                <a:cubicBezTo>
                  <a:pt x="10091" y="19014"/>
                  <a:pt x="10091" y="19014"/>
                  <a:pt x="10091" y="19014"/>
                </a:cubicBezTo>
                <a:cubicBezTo>
                  <a:pt x="10091" y="19775"/>
                  <a:pt x="10091" y="19775"/>
                  <a:pt x="10091" y="19775"/>
                </a:cubicBezTo>
                <a:cubicBezTo>
                  <a:pt x="10091" y="20839"/>
                  <a:pt x="10879" y="21600"/>
                  <a:pt x="11982" y="21600"/>
                </a:cubicBezTo>
                <a:cubicBezTo>
                  <a:pt x="12928" y="21600"/>
                  <a:pt x="13874" y="20839"/>
                  <a:pt x="13874" y="19775"/>
                </a:cubicBezTo>
                <a:cubicBezTo>
                  <a:pt x="13874" y="19014"/>
                  <a:pt x="13874" y="19014"/>
                  <a:pt x="13874" y="19014"/>
                </a:cubicBezTo>
                <a:cubicBezTo>
                  <a:pt x="12455" y="19014"/>
                  <a:pt x="12455" y="19014"/>
                  <a:pt x="12455" y="19014"/>
                </a:cubicBezTo>
                <a:cubicBezTo>
                  <a:pt x="12455" y="19318"/>
                  <a:pt x="12455" y="19318"/>
                  <a:pt x="12455" y="19318"/>
                </a:cubicBezTo>
                <a:cubicBezTo>
                  <a:pt x="12455" y="19775"/>
                  <a:pt x="12455" y="19775"/>
                  <a:pt x="12455" y="19775"/>
                </a:cubicBezTo>
                <a:cubicBezTo>
                  <a:pt x="12455" y="20079"/>
                  <a:pt x="12298" y="20383"/>
                  <a:pt x="11982" y="20383"/>
                </a:cubicBezTo>
                <a:cubicBezTo>
                  <a:pt x="11667" y="20383"/>
                  <a:pt x="11352" y="20079"/>
                  <a:pt x="11352" y="19775"/>
                </a:cubicBezTo>
                <a:cubicBezTo>
                  <a:pt x="11352" y="19318"/>
                  <a:pt x="11352" y="19318"/>
                  <a:pt x="11352" y="19318"/>
                </a:cubicBezTo>
                <a:cubicBezTo>
                  <a:pt x="11352" y="19014"/>
                  <a:pt x="11352" y="19014"/>
                  <a:pt x="11352" y="19014"/>
                </a:cubicBezTo>
                <a:cubicBezTo>
                  <a:pt x="11352" y="17037"/>
                  <a:pt x="11352" y="17037"/>
                  <a:pt x="11352" y="17037"/>
                </a:cubicBezTo>
                <a:cubicBezTo>
                  <a:pt x="11352" y="8670"/>
                  <a:pt x="11352" y="8670"/>
                  <a:pt x="11352" y="8670"/>
                </a:cubicBezTo>
                <a:cubicBezTo>
                  <a:pt x="14820" y="8670"/>
                  <a:pt x="14820" y="8670"/>
                  <a:pt x="14820" y="8670"/>
                </a:cubicBezTo>
                <a:cubicBezTo>
                  <a:pt x="14820" y="8670"/>
                  <a:pt x="15293" y="4868"/>
                  <a:pt x="11982" y="913"/>
                </a:cubicBezTo>
                <a:cubicBezTo>
                  <a:pt x="11982" y="761"/>
                  <a:pt x="11982" y="761"/>
                  <a:pt x="11982" y="761"/>
                </a:cubicBezTo>
                <a:cubicBezTo>
                  <a:pt x="12613" y="1217"/>
                  <a:pt x="15609" y="3651"/>
                  <a:pt x="15609" y="8670"/>
                </a:cubicBez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sp>
        <p:nvSpPr>
          <p:cNvPr id="7063" name="Shape 7063"/>
          <p:cNvSpPr/>
          <p:nvPr/>
        </p:nvSpPr>
        <p:spPr>
          <a:xfrm>
            <a:off x="14505266" y="8138479"/>
            <a:ext cx="962615" cy="9455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44" y="13239"/>
                </a:moveTo>
                <a:cubicBezTo>
                  <a:pt x="18644" y="13239"/>
                  <a:pt x="21600" y="12077"/>
                  <a:pt x="21600" y="11845"/>
                </a:cubicBezTo>
                <a:cubicBezTo>
                  <a:pt x="21600" y="9523"/>
                  <a:pt x="21600" y="9523"/>
                  <a:pt x="21600" y="9523"/>
                </a:cubicBezTo>
                <a:cubicBezTo>
                  <a:pt x="21600" y="9290"/>
                  <a:pt x="18644" y="8129"/>
                  <a:pt x="18644" y="8129"/>
                </a:cubicBezTo>
                <a:cubicBezTo>
                  <a:pt x="18189" y="6968"/>
                  <a:pt x="18189" y="6968"/>
                  <a:pt x="18189" y="6968"/>
                </a:cubicBezTo>
                <a:cubicBezTo>
                  <a:pt x="18189" y="6968"/>
                  <a:pt x="19326" y="3948"/>
                  <a:pt x="19326" y="3948"/>
                </a:cubicBezTo>
                <a:cubicBezTo>
                  <a:pt x="17507" y="2090"/>
                  <a:pt x="17507" y="2090"/>
                  <a:pt x="17507" y="2090"/>
                </a:cubicBezTo>
                <a:cubicBezTo>
                  <a:pt x="17507" y="2090"/>
                  <a:pt x="14552" y="3484"/>
                  <a:pt x="14552" y="3484"/>
                </a:cubicBezTo>
                <a:cubicBezTo>
                  <a:pt x="13187" y="2787"/>
                  <a:pt x="13187" y="2787"/>
                  <a:pt x="13187" y="2787"/>
                </a:cubicBezTo>
                <a:cubicBezTo>
                  <a:pt x="13187" y="2787"/>
                  <a:pt x="12051" y="0"/>
                  <a:pt x="12051" y="0"/>
                </a:cubicBezTo>
                <a:cubicBezTo>
                  <a:pt x="9549" y="0"/>
                  <a:pt x="9549" y="0"/>
                  <a:pt x="9549" y="0"/>
                </a:cubicBezTo>
                <a:cubicBezTo>
                  <a:pt x="9322" y="0"/>
                  <a:pt x="8413" y="2787"/>
                  <a:pt x="8413" y="2787"/>
                </a:cubicBezTo>
                <a:cubicBezTo>
                  <a:pt x="7048" y="3484"/>
                  <a:pt x="7048" y="3484"/>
                  <a:pt x="7048" y="3484"/>
                </a:cubicBezTo>
                <a:cubicBezTo>
                  <a:pt x="7048" y="3484"/>
                  <a:pt x="4093" y="2090"/>
                  <a:pt x="4093" y="2323"/>
                </a:cubicBezTo>
                <a:cubicBezTo>
                  <a:pt x="2274" y="3948"/>
                  <a:pt x="2274" y="3948"/>
                  <a:pt x="2274" y="3948"/>
                </a:cubicBezTo>
                <a:cubicBezTo>
                  <a:pt x="2274" y="4181"/>
                  <a:pt x="3411" y="6968"/>
                  <a:pt x="3411" y="6968"/>
                </a:cubicBezTo>
                <a:cubicBezTo>
                  <a:pt x="2956" y="8361"/>
                  <a:pt x="2956" y="8361"/>
                  <a:pt x="2956" y="8361"/>
                </a:cubicBezTo>
                <a:cubicBezTo>
                  <a:pt x="2956" y="8361"/>
                  <a:pt x="0" y="9523"/>
                  <a:pt x="0" y="9523"/>
                </a:cubicBezTo>
                <a:cubicBezTo>
                  <a:pt x="0" y="11845"/>
                  <a:pt x="0" y="11845"/>
                  <a:pt x="0" y="11845"/>
                </a:cubicBezTo>
                <a:cubicBezTo>
                  <a:pt x="0" y="12077"/>
                  <a:pt x="2956" y="13239"/>
                  <a:pt x="2956" y="13239"/>
                </a:cubicBezTo>
                <a:cubicBezTo>
                  <a:pt x="3638" y="14400"/>
                  <a:pt x="3638" y="14400"/>
                  <a:pt x="3638" y="14400"/>
                </a:cubicBezTo>
                <a:cubicBezTo>
                  <a:pt x="3638" y="14400"/>
                  <a:pt x="2274" y="17419"/>
                  <a:pt x="2274" y="17652"/>
                </a:cubicBezTo>
                <a:cubicBezTo>
                  <a:pt x="4093" y="19277"/>
                  <a:pt x="4093" y="19277"/>
                  <a:pt x="4093" y="19277"/>
                </a:cubicBezTo>
                <a:cubicBezTo>
                  <a:pt x="4093" y="19277"/>
                  <a:pt x="7048" y="17884"/>
                  <a:pt x="7048" y="17884"/>
                </a:cubicBezTo>
                <a:cubicBezTo>
                  <a:pt x="8413" y="18581"/>
                  <a:pt x="8413" y="18581"/>
                  <a:pt x="8413" y="18581"/>
                </a:cubicBezTo>
                <a:cubicBezTo>
                  <a:pt x="8413" y="18581"/>
                  <a:pt x="9549" y="21600"/>
                  <a:pt x="9777" y="21600"/>
                </a:cubicBezTo>
                <a:cubicBezTo>
                  <a:pt x="12051" y="21600"/>
                  <a:pt x="12051" y="21600"/>
                  <a:pt x="12051" y="21600"/>
                </a:cubicBezTo>
                <a:cubicBezTo>
                  <a:pt x="12278" y="21600"/>
                  <a:pt x="13187" y="18581"/>
                  <a:pt x="13187" y="18581"/>
                </a:cubicBezTo>
                <a:cubicBezTo>
                  <a:pt x="14552" y="17884"/>
                  <a:pt x="14552" y="17884"/>
                  <a:pt x="14552" y="17884"/>
                </a:cubicBezTo>
                <a:cubicBezTo>
                  <a:pt x="14552" y="17884"/>
                  <a:pt x="17507" y="19277"/>
                  <a:pt x="17735" y="19045"/>
                </a:cubicBezTo>
                <a:cubicBezTo>
                  <a:pt x="19326" y="17419"/>
                  <a:pt x="19326" y="17419"/>
                  <a:pt x="19326" y="17419"/>
                </a:cubicBezTo>
                <a:cubicBezTo>
                  <a:pt x="19326" y="17419"/>
                  <a:pt x="18189" y="14400"/>
                  <a:pt x="18189" y="14400"/>
                </a:cubicBezTo>
                <a:lnTo>
                  <a:pt x="18644" y="13239"/>
                </a:lnTo>
                <a:close/>
                <a:moveTo>
                  <a:pt x="10914" y="14168"/>
                </a:moveTo>
                <a:cubicBezTo>
                  <a:pt x="8867" y="14168"/>
                  <a:pt x="7276" y="12542"/>
                  <a:pt x="7276" y="10684"/>
                </a:cubicBezTo>
                <a:cubicBezTo>
                  <a:pt x="7276" y="8826"/>
                  <a:pt x="8867" y="7200"/>
                  <a:pt x="10914" y="7200"/>
                </a:cubicBezTo>
                <a:cubicBezTo>
                  <a:pt x="12733" y="7200"/>
                  <a:pt x="14324" y="8826"/>
                  <a:pt x="14324" y="10684"/>
                </a:cubicBezTo>
                <a:cubicBezTo>
                  <a:pt x="14324" y="12542"/>
                  <a:pt x="12733" y="14168"/>
                  <a:pt x="10914" y="14168"/>
                </a:cubicBez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grpSp>
        <p:nvGrpSpPr>
          <p:cNvPr id="7066" name="Group 7066"/>
          <p:cNvGrpSpPr/>
          <p:nvPr/>
        </p:nvGrpSpPr>
        <p:grpSpPr>
          <a:xfrm>
            <a:off x="11848901" y="9458480"/>
            <a:ext cx="1536646" cy="1058536"/>
            <a:chOff x="0" y="0"/>
            <a:chExt cx="1536645" cy="1058535"/>
          </a:xfrm>
        </p:grpSpPr>
        <p:sp>
          <p:nvSpPr>
            <p:cNvPr id="7064" name="Shape 7064"/>
            <p:cNvSpPr/>
            <p:nvPr/>
          </p:nvSpPr>
          <p:spPr>
            <a:xfrm>
              <a:off x="0" y="0"/>
              <a:ext cx="1095355" cy="1058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64" y="13361"/>
                  </a:moveTo>
                  <a:cubicBezTo>
                    <a:pt x="18764" y="13361"/>
                    <a:pt x="21600" y="12025"/>
                    <a:pt x="21600" y="12025"/>
                  </a:cubicBezTo>
                  <a:cubicBezTo>
                    <a:pt x="21600" y="9575"/>
                    <a:pt x="21600" y="9575"/>
                    <a:pt x="21600" y="9575"/>
                  </a:cubicBezTo>
                  <a:cubicBezTo>
                    <a:pt x="21600" y="9353"/>
                    <a:pt x="18764" y="8239"/>
                    <a:pt x="18764" y="8239"/>
                  </a:cubicBezTo>
                  <a:cubicBezTo>
                    <a:pt x="18109" y="6903"/>
                    <a:pt x="18109" y="6903"/>
                    <a:pt x="18109" y="6903"/>
                  </a:cubicBezTo>
                  <a:cubicBezTo>
                    <a:pt x="18109" y="6903"/>
                    <a:pt x="19418" y="4008"/>
                    <a:pt x="19200" y="4008"/>
                  </a:cubicBezTo>
                  <a:cubicBezTo>
                    <a:pt x="17673" y="2227"/>
                    <a:pt x="17673" y="2227"/>
                    <a:pt x="17673" y="2227"/>
                  </a:cubicBezTo>
                  <a:cubicBezTo>
                    <a:pt x="17455" y="2227"/>
                    <a:pt x="14618" y="3563"/>
                    <a:pt x="14618" y="3563"/>
                  </a:cubicBezTo>
                  <a:cubicBezTo>
                    <a:pt x="13309" y="2895"/>
                    <a:pt x="13309" y="2895"/>
                    <a:pt x="13309" y="2895"/>
                  </a:cubicBezTo>
                  <a:cubicBezTo>
                    <a:pt x="13309" y="2895"/>
                    <a:pt x="12218" y="0"/>
                    <a:pt x="12000" y="0"/>
                  </a:cubicBezTo>
                  <a:cubicBezTo>
                    <a:pt x="9600" y="0"/>
                    <a:pt x="9600" y="0"/>
                    <a:pt x="9600" y="0"/>
                  </a:cubicBezTo>
                  <a:cubicBezTo>
                    <a:pt x="9382" y="0"/>
                    <a:pt x="8291" y="2895"/>
                    <a:pt x="8291" y="2895"/>
                  </a:cubicBezTo>
                  <a:cubicBezTo>
                    <a:pt x="6982" y="3563"/>
                    <a:pt x="6982" y="3563"/>
                    <a:pt x="6982" y="3563"/>
                  </a:cubicBezTo>
                  <a:cubicBezTo>
                    <a:pt x="6982" y="3563"/>
                    <a:pt x="4145" y="2227"/>
                    <a:pt x="3927" y="2449"/>
                  </a:cubicBezTo>
                  <a:cubicBezTo>
                    <a:pt x="2400" y="4008"/>
                    <a:pt x="2400" y="4008"/>
                    <a:pt x="2400" y="4008"/>
                  </a:cubicBezTo>
                  <a:cubicBezTo>
                    <a:pt x="2182" y="4231"/>
                    <a:pt x="3491" y="7126"/>
                    <a:pt x="3491" y="7126"/>
                  </a:cubicBezTo>
                  <a:cubicBezTo>
                    <a:pt x="3055" y="8239"/>
                    <a:pt x="3055" y="8239"/>
                    <a:pt x="3055" y="8239"/>
                  </a:cubicBezTo>
                  <a:cubicBezTo>
                    <a:pt x="3055" y="8239"/>
                    <a:pt x="0" y="9575"/>
                    <a:pt x="0" y="9575"/>
                  </a:cubicBezTo>
                  <a:cubicBezTo>
                    <a:pt x="0" y="12025"/>
                    <a:pt x="0" y="12025"/>
                    <a:pt x="0" y="12025"/>
                  </a:cubicBezTo>
                  <a:cubicBezTo>
                    <a:pt x="0" y="12247"/>
                    <a:pt x="3055" y="13361"/>
                    <a:pt x="3055" y="13361"/>
                  </a:cubicBezTo>
                  <a:cubicBezTo>
                    <a:pt x="3491" y="14697"/>
                    <a:pt x="3491" y="14697"/>
                    <a:pt x="3491" y="14697"/>
                  </a:cubicBezTo>
                  <a:cubicBezTo>
                    <a:pt x="3491" y="14697"/>
                    <a:pt x="2182" y="17592"/>
                    <a:pt x="2400" y="17592"/>
                  </a:cubicBezTo>
                  <a:cubicBezTo>
                    <a:pt x="4145" y="19373"/>
                    <a:pt x="4145" y="19373"/>
                    <a:pt x="4145" y="19373"/>
                  </a:cubicBezTo>
                  <a:cubicBezTo>
                    <a:pt x="4145" y="19373"/>
                    <a:pt x="6982" y="18037"/>
                    <a:pt x="6982" y="18037"/>
                  </a:cubicBezTo>
                  <a:cubicBezTo>
                    <a:pt x="8291" y="18705"/>
                    <a:pt x="8291" y="18705"/>
                    <a:pt x="8291" y="18705"/>
                  </a:cubicBezTo>
                  <a:cubicBezTo>
                    <a:pt x="8291" y="18705"/>
                    <a:pt x="9600" y="21600"/>
                    <a:pt x="9818" y="21600"/>
                  </a:cubicBezTo>
                  <a:cubicBezTo>
                    <a:pt x="12000" y="21600"/>
                    <a:pt x="12000" y="21600"/>
                    <a:pt x="12000" y="21600"/>
                  </a:cubicBezTo>
                  <a:cubicBezTo>
                    <a:pt x="12218" y="21600"/>
                    <a:pt x="13309" y="18705"/>
                    <a:pt x="13309" y="18705"/>
                  </a:cubicBezTo>
                  <a:cubicBezTo>
                    <a:pt x="14618" y="18037"/>
                    <a:pt x="14618" y="18037"/>
                    <a:pt x="14618" y="18037"/>
                  </a:cubicBezTo>
                  <a:cubicBezTo>
                    <a:pt x="14618" y="18037"/>
                    <a:pt x="17673" y="19373"/>
                    <a:pt x="17673" y="19151"/>
                  </a:cubicBezTo>
                  <a:cubicBezTo>
                    <a:pt x="19418" y="17592"/>
                    <a:pt x="19418" y="17592"/>
                    <a:pt x="19418" y="17592"/>
                  </a:cubicBezTo>
                  <a:cubicBezTo>
                    <a:pt x="19418" y="17369"/>
                    <a:pt x="18109" y="14697"/>
                    <a:pt x="18109" y="14697"/>
                  </a:cubicBezTo>
                  <a:lnTo>
                    <a:pt x="18764" y="13361"/>
                  </a:lnTo>
                  <a:close/>
                  <a:moveTo>
                    <a:pt x="10909" y="14252"/>
                  </a:moveTo>
                  <a:cubicBezTo>
                    <a:pt x="8945" y="14252"/>
                    <a:pt x="7418" y="12693"/>
                    <a:pt x="7418" y="10911"/>
                  </a:cubicBezTo>
                  <a:cubicBezTo>
                    <a:pt x="7418" y="8907"/>
                    <a:pt x="8945" y="7348"/>
                    <a:pt x="10909" y="7348"/>
                  </a:cubicBezTo>
                  <a:cubicBezTo>
                    <a:pt x="12655" y="7348"/>
                    <a:pt x="14400" y="8907"/>
                    <a:pt x="14400" y="10911"/>
                  </a:cubicBezTo>
                  <a:cubicBezTo>
                    <a:pt x="14400" y="12693"/>
                    <a:pt x="12655" y="14252"/>
                    <a:pt x="10909" y="14252"/>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65" name="Shape 7065"/>
            <p:cNvSpPr/>
            <p:nvPr/>
          </p:nvSpPr>
          <p:spPr>
            <a:xfrm>
              <a:off x="1030919" y="534368"/>
              <a:ext cx="505727" cy="514966"/>
            </a:xfrm>
            <a:custGeom>
              <a:avLst/>
              <a:gdLst/>
              <a:ahLst/>
              <a:cxnLst>
                <a:cxn ang="0">
                  <a:pos x="wd2" y="hd2"/>
                </a:cxn>
                <a:cxn ang="5400000">
                  <a:pos x="wd2" y="hd2"/>
                </a:cxn>
                <a:cxn ang="10800000">
                  <a:pos x="wd2" y="hd2"/>
                </a:cxn>
                <a:cxn ang="16200000">
                  <a:pos x="wd2" y="hd2"/>
                </a:cxn>
              </a:cxnLst>
              <a:rect l="0" t="0" r="r" b="b"/>
              <a:pathLst>
                <a:path w="21192" h="21201" fill="norm" stroke="1" extrusionOk="0">
                  <a:moveTo>
                    <a:pt x="18843" y="9951"/>
                  </a:moveTo>
                  <a:cubicBezTo>
                    <a:pt x="18843" y="8601"/>
                    <a:pt x="18843" y="8601"/>
                    <a:pt x="18843" y="8601"/>
                  </a:cubicBezTo>
                  <a:cubicBezTo>
                    <a:pt x="18843" y="8601"/>
                    <a:pt x="20681" y="5901"/>
                    <a:pt x="20681" y="5901"/>
                  </a:cubicBezTo>
                  <a:cubicBezTo>
                    <a:pt x="19302" y="3651"/>
                    <a:pt x="19302" y="3651"/>
                    <a:pt x="19302" y="3651"/>
                  </a:cubicBezTo>
                  <a:cubicBezTo>
                    <a:pt x="19302" y="3651"/>
                    <a:pt x="16085" y="4551"/>
                    <a:pt x="16085" y="4551"/>
                  </a:cubicBezTo>
                  <a:cubicBezTo>
                    <a:pt x="15166" y="3651"/>
                    <a:pt x="15166" y="3651"/>
                    <a:pt x="15166" y="3651"/>
                  </a:cubicBezTo>
                  <a:cubicBezTo>
                    <a:pt x="15166" y="3651"/>
                    <a:pt x="14706" y="501"/>
                    <a:pt x="14247" y="501"/>
                  </a:cubicBezTo>
                  <a:cubicBezTo>
                    <a:pt x="11949" y="51"/>
                    <a:pt x="11949" y="51"/>
                    <a:pt x="11949" y="51"/>
                  </a:cubicBezTo>
                  <a:cubicBezTo>
                    <a:pt x="11949" y="-399"/>
                    <a:pt x="10111" y="2301"/>
                    <a:pt x="10111" y="2301"/>
                  </a:cubicBezTo>
                  <a:cubicBezTo>
                    <a:pt x="8732" y="2751"/>
                    <a:pt x="8732" y="2751"/>
                    <a:pt x="8732" y="2751"/>
                  </a:cubicBezTo>
                  <a:cubicBezTo>
                    <a:pt x="8732" y="2751"/>
                    <a:pt x="6434" y="501"/>
                    <a:pt x="6434" y="951"/>
                  </a:cubicBezTo>
                  <a:cubicBezTo>
                    <a:pt x="4136" y="1851"/>
                    <a:pt x="4136" y="1851"/>
                    <a:pt x="4136" y="1851"/>
                  </a:cubicBezTo>
                  <a:cubicBezTo>
                    <a:pt x="4136" y="2301"/>
                    <a:pt x="4596" y="5001"/>
                    <a:pt x="4596" y="5001"/>
                  </a:cubicBezTo>
                  <a:cubicBezTo>
                    <a:pt x="3677" y="6351"/>
                    <a:pt x="3677" y="6351"/>
                    <a:pt x="3677" y="6351"/>
                  </a:cubicBezTo>
                  <a:cubicBezTo>
                    <a:pt x="3677" y="6351"/>
                    <a:pt x="919" y="6801"/>
                    <a:pt x="460" y="6801"/>
                  </a:cubicBezTo>
                  <a:cubicBezTo>
                    <a:pt x="0" y="9051"/>
                    <a:pt x="0" y="9051"/>
                    <a:pt x="0" y="9051"/>
                  </a:cubicBezTo>
                  <a:cubicBezTo>
                    <a:pt x="0" y="9501"/>
                    <a:pt x="2757" y="10851"/>
                    <a:pt x="2757" y="10851"/>
                  </a:cubicBezTo>
                  <a:cubicBezTo>
                    <a:pt x="2757" y="12201"/>
                    <a:pt x="2757" y="12201"/>
                    <a:pt x="2757" y="12201"/>
                  </a:cubicBezTo>
                  <a:cubicBezTo>
                    <a:pt x="2757" y="12201"/>
                    <a:pt x="919" y="14901"/>
                    <a:pt x="919" y="14901"/>
                  </a:cubicBezTo>
                  <a:cubicBezTo>
                    <a:pt x="2298" y="17151"/>
                    <a:pt x="2298" y="17151"/>
                    <a:pt x="2298" y="17151"/>
                  </a:cubicBezTo>
                  <a:cubicBezTo>
                    <a:pt x="2298" y="17151"/>
                    <a:pt x="5515" y="16701"/>
                    <a:pt x="5515" y="16701"/>
                  </a:cubicBezTo>
                  <a:cubicBezTo>
                    <a:pt x="6434" y="17151"/>
                    <a:pt x="6434" y="17151"/>
                    <a:pt x="6434" y="17151"/>
                  </a:cubicBezTo>
                  <a:cubicBezTo>
                    <a:pt x="6434" y="17151"/>
                    <a:pt x="6894" y="20301"/>
                    <a:pt x="6894" y="20301"/>
                  </a:cubicBezTo>
                  <a:cubicBezTo>
                    <a:pt x="9191" y="21201"/>
                    <a:pt x="9191" y="21201"/>
                    <a:pt x="9191" y="21201"/>
                  </a:cubicBezTo>
                  <a:cubicBezTo>
                    <a:pt x="9651" y="21201"/>
                    <a:pt x="11030" y="18501"/>
                    <a:pt x="11030" y="18501"/>
                  </a:cubicBezTo>
                  <a:cubicBezTo>
                    <a:pt x="12409" y="18501"/>
                    <a:pt x="12409" y="18501"/>
                    <a:pt x="12409" y="18501"/>
                  </a:cubicBezTo>
                  <a:cubicBezTo>
                    <a:pt x="12409" y="18501"/>
                    <a:pt x="15166" y="20301"/>
                    <a:pt x="15166" y="20301"/>
                  </a:cubicBezTo>
                  <a:cubicBezTo>
                    <a:pt x="17464" y="18951"/>
                    <a:pt x="17464" y="18951"/>
                    <a:pt x="17464" y="18951"/>
                  </a:cubicBezTo>
                  <a:cubicBezTo>
                    <a:pt x="17464" y="18951"/>
                    <a:pt x="17004" y="15801"/>
                    <a:pt x="17004" y="15801"/>
                  </a:cubicBezTo>
                  <a:cubicBezTo>
                    <a:pt x="17464" y="14451"/>
                    <a:pt x="17464" y="14451"/>
                    <a:pt x="17464" y="14451"/>
                  </a:cubicBezTo>
                  <a:cubicBezTo>
                    <a:pt x="17464" y="14451"/>
                    <a:pt x="20681" y="14001"/>
                    <a:pt x="20681" y="14001"/>
                  </a:cubicBezTo>
                  <a:cubicBezTo>
                    <a:pt x="21140" y="11751"/>
                    <a:pt x="21140" y="11751"/>
                    <a:pt x="21140" y="11751"/>
                  </a:cubicBezTo>
                  <a:cubicBezTo>
                    <a:pt x="21600" y="11751"/>
                    <a:pt x="18843" y="9951"/>
                    <a:pt x="18843" y="9951"/>
                  </a:cubicBezTo>
                  <a:close/>
                  <a:moveTo>
                    <a:pt x="14247" y="11301"/>
                  </a:moveTo>
                  <a:cubicBezTo>
                    <a:pt x="13787" y="13101"/>
                    <a:pt x="11949" y="14001"/>
                    <a:pt x="10111" y="13551"/>
                  </a:cubicBezTo>
                  <a:cubicBezTo>
                    <a:pt x="8272" y="13101"/>
                    <a:pt x="6894" y="11301"/>
                    <a:pt x="7353" y="9501"/>
                  </a:cubicBezTo>
                  <a:cubicBezTo>
                    <a:pt x="7813" y="7701"/>
                    <a:pt x="9651" y="6801"/>
                    <a:pt x="11489" y="7251"/>
                  </a:cubicBezTo>
                  <a:cubicBezTo>
                    <a:pt x="13328" y="7701"/>
                    <a:pt x="14706" y="9501"/>
                    <a:pt x="14247" y="11301"/>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7070" name="Group 7070"/>
          <p:cNvGrpSpPr/>
          <p:nvPr/>
        </p:nvGrpSpPr>
        <p:grpSpPr>
          <a:xfrm>
            <a:off x="7762648" y="6516876"/>
            <a:ext cx="1078542" cy="872264"/>
            <a:chOff x="0" y="0"/>
            <a:chExt cx="1078541" cy="872263"/>
          </a:xfrm>
        </p:grpSpPr>
        <p:sp>
          <p:nvSpPr>
            <p:cNvPr id="7067" name="Shape 7067"/>
            <p:cNvSpPr/>
            <p:nvPr/>
          </p:nvSpPr>
          <p:spPr>
            <a:xfrm>
              <a:off x="0" y="0"/>
              <a:ext cx="1078542" cy="872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012" y="0"/>
                  </a:moveTo>
                  <a:cubicBezTo>
                    <a:pt x="0" y="11845"/>
                    <a:pt x="0" y="11845"/>
                    <a:pt x="0" y="11845"/>
                  </a:cubicBezTo>
                  <a:cubicBezTo>
                    <a:pt x="0" y="11845"/>
                    <a:pt x="706" y="13413"/>
                    <a:pt x="2118" y="11845"/>
                  </a:cubicBezTo>
                  <a:cubicBezTo>
                    <a:pt x="2965" y="10974"/>
                    <a:pt x="2965" y="10974"/>
                    <a:pt x="2965" y="10974"/>
                  </a:cubicBezTo>
                  <a:cubicBezTo>
                    <a:pt x="2965" y="20903"/>
                    <a:pt x="2965" y="20903"/>
                    <a:pt x="2965" y="20903"/>
                  </a:cubicBezTo>
                  <a:cubicBezTo>
                    <a:pt x="2965" y="20903"/>
                    <a:pt x="2824" y="21600"/>
                    <a:pt x="3388" y="21600"/>
                  </a:cubicBezTo>
                  <a:cubicBezTo>
                    <a:pt x="3953" y="21600"/>
                    <a:pt x="8753" y="21600"/>
                    <a:pt x="8753" y="21600"/>
                  </a:cubicBezTo>
                  <a:cubicBezTo>
                    <a:pt x="8753" y="16026"/>
                    <a:pt x="8753" y="16026"/>
                    <a:pt x="8753" y="16026"/>
                  </a:cubicBezTo>
                  <a:cubicBezTo>
                    <a:pt x="8753" y="16026"/>
                    <a:pt x="8753" y="15155"/>
                    <a:pt x="9459" y="15155"/>
                  </a:cubicBezTo>
                  <a:cubicBezTo>
                    <a:pt x="11718" y="15155"/>
                    <a:pt x="11718" y="15155"/>
                    <a:pt x="11718" y="15155"/>
                  </a:cubicBezTo>
                  <a:cubicBezTo>
                    <a:pt x="12565" y="15155"/>
                    <a:pt x="12565" y="16026"/>
                    <a:pt x="12565" y="16026"/>
                  </a:cubicBezTo>
                  <a:cubicBezTo>
                    <a:pt x="12424" y="21600"/>
                    <a:pt x="12424" y="21600"/>
                    <a:pt x="12424" y="21600"/>
                  </a:cubicBezTo>
                  <a:cubicBezTo>
                    <a:pt x="12424" y="21600"/>
                    <a:pt x="17082" y="21600"/>
                    <a:pt x="17788" y="21600"/>
                  </a:cubicBezTo>
                  <a:cubicBezTo>
                    <a:pt x="18353" y="21600"/>
                    <a:pt x="18353" y="20729"/>
                    <a:pt x="18353" y="20729"/>
                  </a:cubicBezTo>
                  <a:cubicBezTo>
                    <a:pt x="18353" y="10800"/>
                    <a:pt x="18353" y="10800"/>
                    <a:pt x="18353" y="10800"/>
                  </a:cubicBezTo>
                  <a:cubicBezTo>
                    <a:pt x="19200" y="11845"/>
                    <a:pt x="19200" y="11845"/>
                    <a:pt x="19200" y="11845"/>
                  </a:cubicBezTo>
                  <a:cubicBezTo>
                    <a:pt x="20894" y="13239"/>
                    <a:pt x="21600" y="11845"/>
                    <a:pt x="21600" y="11845"/>
                  </a:cubicBezTo>
                  <a:lnTo>
                    <a:pt x="11012" y="0"/>
                  </a:lnTo>
                  <a:close/>
                  <a:moveTo>
                    <a:pt x="10729" y="13065"/>
                  </a:moveTo>
                  <a:cubicBezTo>
                    <a:pt x="9459" y="13065"/>
                    <a:pt x="8329" y="11845"/>
                    <a:pt x="8329" y="10277"/>
                  </a:cubicBezTo>
                  <a:cubicBezTo>
                    <a:pt x="8329" y="8710"/>
                    <a:pt x="9459" y="7316"/>
                    <a:pt x="10729" y="7316"/>
                  </a:cubicBezTo>
                  <a:cubicBezTo>
                    <a:pt x="12000" y="7316"/>
                    <a:pt x="12988" y="8710"/>
                    <a:pt x="12988" y="10277"/>
                  </a:cubicBezTo>
                  <a:cubicBezTo>
                    <a:pt x="12988" y="11845"/>
                    <a:pt x="12000" y="13065"/>
                    <a:pt x="10729" y="13065"/>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68" name="Shape 7068"/>
            <p:cNvSpPr/>
            <p:nvPr/>
          </p:nvSpPr>
          <p:spPr>
            <a:xfrm>
              <a:off x="848686" y="106085"/>
              <a:ext cx="106087" cy="2180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600" y="0"/>
                  </a:lnTo>
                  <a:lnTo>
                    <a:pt x="0" y="0"/>
                  </a:lnTo>
                  <a:lnTo>
                    <a:pt x="0" y="12259"/>
                  </a:lnTo>
                  <a:lnTo>
                    <a:pt x="21600" y="2160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69" name="Shape 7069"/>
            <p:cNvSpPr/>
            <p:nvPr/>
          </p:nvSpPr>
          <p:spPr>
            <a:xfrm>
              <a:off x="471492" y="353619"/>
              <a:ext cx="123770" cy="117876"/>
            </a:xfrm>
            <a:prstGeom prst="ellipse">
              <a:avLst/>
            </a:pr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7071" name="Shape 7071"/>
          <p:cNvSpPr/>
          <p:nvPr/>
        </p:nvSpPr>
        <p:spPr>
          <a:xfrm>
            <a:off x="8660565" y="9441789"/>
            <a:ext cx="1238129" cy="1100217"/>
          </a:xfrm>
          <a:custGeom>
            <a:avLst/>
            <a:gdLst/>
            <a:ahLst/>
            <a:cxnLst>
              <a:cxn ang="0">
                <a:pos x="wd2" y="hd2"/>
              </a:cxn>
              <a:cxn ang="5400000">
                <a:pos x="wd2" y="hd2"/>
              </a:cxn>
              <a:cxn ang="10800000">
                <a:pos x="wd2" y="hd2"/>
              </a:cxn>
              <a:cxn ang="16200000">
                <a:pos x="wd2" y="hd2"/>
              </a:cxn>
            </a:cxnLst>
            <a:rect l="0" t="0" r="r" b="b"/>
            <a:pathLst>
              <a:path w="21263" h="21266" fill="norm" stroke="1" extrusionOk="0">
                <a:moveTo>
                  <a:pt x="21142" y="2570"/>
                </a:moveTo>
                <a:cubicBezTo>
                  <a:pt x="19207" y="574"/>
                  <a:pt x="19207" y="574"/>
                  <a:pt x="19207" y="574"/>
                </a:cubicBezTo>
                <a:cubicBezTo>
                  <a:pt x="18885" y="211"/>
                  <a:pt x="18563" y="211"/>
                  <a:pt x="18240" y="574"/>
                </a:cubicBezTo>
                <a:cubicBezTo>
                  <a:pt x="18079" y="755"/>
                  <a:pt x="18079" y="937"/>
                  <a:pt x="18079" y="1118"/>
                </a:cubicBezTo>
                <a:cubicBezTo>
                  <a:pt x="17918" y="1118"/>
                  <a:pt x="17757" y="1118"/>
                  <a:pt x="17596" y="1300"/>
                </a:cubicBezTo>
                <a:cubicBezTo>
                  <a:pt x="17596" y="1300"/>
                  <a:pt x="17596" y="1300"/>
                  <a:pt x="17596" y="1300"/>
                </a:cubicBezTo>
                <a:cubicBezTo>
                  <a:pt x="12760" y="6745"/>
                  <a:pt x="12760" y="6745"/>
                  <a:pt x="12760" y="6745"/>
                </a:cubicBezTo>
                <a:cubicBezTo>
                  <a:pt x="12760" y="7290"/>
                  <a:pt x="12599" y="7834"/>
                  <a:pt x="12437" y="8197"/>
                </a:cubicBezTo>
                <a:cubicBezTo>
                  <a:pt x="12921" y="8742"/>
                  <a:pt x="12921" y="8742"/>
                  <a:pt x="12921" y="8742"/>
                </a:cubicBezTo>
                <a:cubicBezTo>
                  <a:pt x="12921" y="8742"/>
                  <a:pt x="12921" y="8742"/>
                  <a:pt x="12921" y="8742"/>
                </a:cubicBezTo>
                <a:cubicBezTo>
                  <a:pt x="13082" y="8923"/>
                  <a:pt x="13082" y="8923"/>
                  <a:pt x="13082" y="8923"/>
                </a:cubicBezTo>
                <a:cubicBezTo>
                  <a:pt x="11954" y="10012"/>
                  <a:pt x="11954" y="10012"/>
                  <a:pt x="11954" y="10012"/>
                </a:cubicBezTo>
                <a:cubicBezTo>
                  <a:pt x="8407" y="6019"/>
                  <a:pt x="8407" y="6019"/>
                  <a:pt x="8407" y="6019"/>
                </a:cubicBezTo>
                <a:cubicBezTo>
                  <a:pt x="8730" y="4385"/>
                  <a:pt x="8407" y="2752"/>
                  <a:pt x="7279" y="1481"/>
                </a:cubicBezTo>
                <a:cubicBezTo>
                  <a:pt x="6151" y="211"/>
                  <a:pt x="4539" y="-334"/>
                  <a:pt x="3088" y="211"/>
                </a:cubicBezTo>
                <a:cubicBezTo>
                  <a:pt x="5506" y="2933"/>
                  <a:pt x="5506" y="2933"/>
                  <a:pt x="5506" y="2933"/>
                </a:cubicBezTo>
                <a:cubicBezTo>
                  <a:pt x="4861" y="5474"/>
                  <a:pt x="4861" y="5474"/>
                  <a:pt x="4861" y="5474"/>
                </a:cubicBezTo>
                <a:cubicBezTo>
                  <a:pt x="2604" y="6200"/>
                  <a:pt x="2604" y="6200"/>
                  <a:pt x="2604" y="6200"/>
                </a:cubicBezTo>
                <a:cubicBezTo>
                  <a:pt x="187" y="3478"/>
                  <a:pt x="187" y="3478"/>
                  <a:pt x="187" y="3478"/>
                </a:cubicBezTo>
                <a:cubicBezTo>
                  <a:pt x="-297" y="5111"/>
                  <a:pt x="187" y="6927"/>
                  <a:pt x="1315" y="8197"/>
                </a:cubicBezTo>
                <a:cubicBezTo>
                  <a:pt x="2443" y="9468"/>
                  <a:pt x="4055" y="9831"/>
                  <a:pt x="5506" y="9286"/>
                </a:cubicBezTo>
                <a:cubicBezTo>
                  <a:pt x="5667" y="9286"/>
                  <a:pt x="5667" y="9286"/>
                  <a:pt x="5667" y="9286"/>
                </a:cubicBezTo>
                <a:cubicBezTo>
                  <a:pt x="9052" y="13279"/>
                  <a:pt x="9052" y="13279"/>
                  <a:pt x="9052" y="13279"/>
                </a:cubicBezTo>
                <a:cubicBezTo>
                  <a:pt x="5828" y="17091"/>
                  <a:pt x="5828" y="17091"/>
                  <a:pt x="5828" y="17091"/>
                </a:cubicBezTo>
                <a:cubicBezTo>
                  <a:pt x="5506" y="16910"/>
                  <a:pt x="5506" y="16910"/>
                  <a:pt x="5506" y="16910"/>
                </a:cubicBezTo>
                <a:cubicBezTo>
                  <a:pt x="4700" y="17636"/>
                  <a:pt x="4700" y="17636"/>
                  <a:pt x="4700" y="17636"/>
                </a:cubicBezTo>
                <a:cubicBezTo>
                  <a:pt x="3088" y="20540"/>
                  <a:pt x="3088" y="20540"/>
                  <a:pt x="3088" y="20540"/>
                </a:cubicBezTo>
                <a:cubicBezTo>
                  <a:pt x="3410" y="20903"/>
                  <a:pt x="3410" y="20903"/>
                  <a:pt x="3410" y="20903"/>
                </a:cubicBezTo>
                <a:cubicBezTo>
                  <a:pt x="5990" y="19088"/>
                  <a:pt x="5990" y="19088"/>
                  <a:pt x="5990" y="19088"/>
                </a:cubicBezTo>
                <a:cubicBezTo>
                  <a:pt x="6634" y="17999"/>
                  <a:pt x="6634" y="17999"/>
                  <a:pt x="6634" y="17999"/>
                </a:cubicBezTo>
                <a:cubicBezTo>
                  <a:pt x="6473" y="17817"/>
                  <a:pt x="6473" y="17817"/>
                  <a:pt x="6473" y="17817"/>
                </a:cubicBezTo>
                <a:cubicBezTo>
                  <a:pt x="9858" y="14187"/>
                  <a:pt x="9858" y="14187"/>
                  <a:pt x="9858" y="14187"/>
                </a:cubicBezTo>
                <a:cubicBezTo>
                  <a:pt x="15500" y="20540"/>
                  <a:pt x="15500" y="20540"/>
                  <a:pt x="15500" y="20540"/>
                </a:cubicBezTo>
                <a:cubicBezTo>
                  <a:pt x="15984" y="20903"/>
                  <a:pt x="16467" y="21266"/>
                  <a:pt x="16951" y="21266"/>
                </a:cubicBezTo>
                <a:cubicBezTo>
                  <a:pt x="17434" y="21266"/>
                  <a:pt x="17918" y="20903"/>
                  <a:pt x="18402" y="20540"/>
                </a:cubicBezTo>
                <a:cubicBezTo>
                  <a:pt x="19207" y="19632"/>
                  <a:pt x="19207" y="18180"/>
                  <a:pt x="18402" y="17273"/>
                </a:cubicBezTo>
                <a:cubicBezTo>
                  <a:pt x="12760" y="10920"/>
                  <a:pt x="12760" y="10920"/>
                  <a:pt x="12760" y="10920"/>
                </a:cubicBezTo>
                <a:cubicBezTo>
                  <a:pt x="13727" y="9831"/>
                  <a:pt x="13727" y="9831"/>
                  <a:pt x="13727" y="9831"/>
                </a:cubicBezTo>
                <a:cubicBezTo>
                  <a:pt x="14210" y="10375"/>
                  <a:pt x="14210" y="10375"/>
                  <a:pt x="14210" y="10375"/>
                </a:cubicBezTo>
                <a:cubicBezTo>
                  <a:pt x="14533" y="10012"/>
                  <a:pt x="15016" y="9831"/>
                  <a:pt x="15500" y="10012"/>
                </a:cubicBezTo>
                <a:cubicBezTo>
                  <a:pt x="20336" y="4385"/>
                  <a:pt x="20336" y="4385"/>
                  <a:pt x="20336" y="4385"/>
                </a:cubicBezTo>
                <a:cubicBezTo>
                  <a:pt x="20336" y="4385"/>
                  <a:pt x="20336" y="4385"/>
                  <a:pt x="20336" y="4385"/>
                </a:cubicBezTo>
                <a:cubicBezTo>
                  <a:pt x="20336" y="4385"/>
                  <a:pt x="20336" y="4385"/>
                  <a:pt x="20336" y="4385"/>
                </a:cubicBezTo>
                <a:cubicBezTo>
                  <a:pt x="20497" y="4204"/>
                  <a:pt x="20497" y="4022"/>
                  <a:pt x="20497" y="3841"/>
                </a:cubicBezTo>
                <a:cubicBezTo>
                  <a:pt x="20658" y="4022"/>
                  <a:pt x="20981" y="3841"/>
                  <a:pt x="21142" y="3659"/>
                </a:cubicBezTo>
                <a:cubicBezTo>
                  <a:pt x="21303" y="3478"/>
                  <a:pt x="21303" y="2933"/>
                  <a:pt x="21142" y="2570"/>
                </a:cubicBezTo>
                <a:close/>
                <a:moveTo>
                  <a:pt x="17112" y="18362"/>
                </a:moveTo>
                <a:cubicBezTo>
                  <a:pt x="17596" y="18362"/>
                  <a:pt x="17918" y="18906"/>
                  <a:pt x="17918" y="19269"/>
                </a:cubicBezTo>
                <a:cubicBezTo>
                  <a:pt x="17918" y="19814"/>
                  <a:pt x="17596" y="20177"/>
                  <a:pt x="17112" y="20177"/>
                </a:cubicBezTo>
                <a:cubicBezTo>
                  <a:pt x="16628" y="20177"/>
                  <a:pt x="16306" y="19814"/>
                  <a:pt x="16306" y="19269"/>
                </a:cubicBezTo>
                <a:cubicBezTo>
                  <a:pt x="16306" y="18906"/>
                  <a:pt x="16628" y="18362"/>
                  <a:pt x="17112" y="18362"/>
                </a:cubicBezTo>
                <a:close/>
                <a:moveTo>
                  <a:pt x="14372" y="7108"/>
                </a:moveTo>
                <a:cubicBezTo>
                  <a:pt x="14049" y="6745"/>
                  <a:pt x="14049" y="6745"/>
                  <a:pt x="14049" y="6745"/>
                </a:cubicBezTo>
                <a:cubicBezTo>
                  <a:pt x="17757" y="2752"/>
                  <a:pt x="17757" y="2752"/>
                  <a:pt x="17757" y="2752"/>
                </a:cubicBezTo>
                <a:cubicBezTo>
                  <a:pt x="18079" y="3115"/>
                  <a:pt x="18079" y="3115"/>
                  <a:pt x="18079" y="3115"/>
                </a:cubicBezTo>
                <a:lnTo>
                  <a:pt x="14372" y="7108"/>
                </a:lnTo>
                <a:close/>
                <a:moveTo>
                  <a:pt x="15500" y="8379"/>
                </a:moveTo>
                <a:cubicBezTo>
                  <a:pt x="15178" y="8197"/>
                  <a:pt x="15178" y="8197"/>
                  <a:pt x="15178" y="8197"/>
                </a:cubicBezTo>
                <a:cubicBezTo>
                  <a:pt x="18885" y="4022"/>
                  <a:pt x="18885" y="4022"/>
                  <a:pt x="18885" y="4022"/>
                </a:cubicBezTo>
                <a:cubicBezTo>
                  <a:pt x="19207" y="4385"/>
                  <a:pt x="19207" y="4385"/>
                  <a:pt x="19207" y="4385"/>
                </a:cubicBezTo>
                <a:lnTo>
                  <a:pt x="15500" y="8379"/>
                </a:ln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sp>
        <p:nvSpPr>
          <p:cNvPr id="7072" name="Shape 7072"/>
          <p:cNvSpPr/>
          <p:nvPr/>
        </p:nvSpPr>
        <p:spPr>
          <a:xfrm>
            <a:off x="13402050" y="6500743"/>
            <a:ext cx="974132" cy="9673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60" y="0"/>
                  <a:pt x="0" y="4860"/>
                  <a:pt x="0" y="10800"/>
                </a:cubicBezTo>
                <a:cubicBezTo>
                  <a:pt x="0" y="16740"/>
                  <a:pt x="4860" y="21600"/>
                  <a:pt x="10800" y="21600"/>
                </a:cubicBezTo>
                <a:cubicBezTo>
                  <a:pt x="16740" y="21600"/>
                  <a:pt x="21600" y="16740"/>
                  <a:pt x="21600" y="10800"/>
                </a:cubicBezTo>
                <a:cubicBezTo>
                  <a:pt x="21600" y="4860"/>
                  <a:pt x="16740" y="0"/>
                  <a:pt x="10800" y="0"/>
                </a:cubicBezTo>
                <a:close/>
                <a:moveTo>
                  <a:pt x="14940" y="4320"/>
                </a:moveTo>
                <a:cubicBezTo>
                  <a:pt x="15660" y="3780"/>
                  <a:pt x="15660" y="3780"/>
                  <a:pt x="15660" y="3780"/>
                </a:cubicBezTo>
                <a:cubicBezTo>
                  <a:pt x="15660" y="3780"/>
                  <a:pt x="15300" y="3060"/>
                  <a:pt x="15480" y="2520"/>
                </a:cubicBezTo>
                <a:cubicBezTo>
                  <a:pt x="15660" y="2520"/>
                  <a:pt x="16380" y="2880"/>
                  <a:pt x="16920" y="3600"/>
                </a:cubicBezTo>
                <a:cubicBezTo>
                  <a:pt x="16560" y="5220"/>
                  <a:pt x="15480" y="5040"/>
                  <a:pt x="15480" y="5040"/>
                </a:cubicBezTo>
                <a:cubicBezTo>
                  <a:pt x="15480" y="5040"/>
                  <a:pt x="14760" y="5040"/>
                  <a:pt x="14940" y="4320"/>
                </a:cubicBezTo>
                <a:close/>
                <a:moveTo>
                  <a:pt x="8460" y="13860"/>
                </a:moveTo>
                <a:cubicBezTo>
                  <a:pt x="8280" y="14040"/>
                  <a:pt x="8100" y="14580"/>
                  <a:pt x="7920" y="15120"/>
                </a:cubicBezTo>
                <a:cubicBezTo>
                  <a:pt x="7740" y="15480"/>
                  <a:pt x="7560" y="15660"/>
                  <a:pt x="7380" y="15840"/>
                </a:cubicBezTo>
                <a:cubicBezTo>
                  <a:pt x="7020" y="16020"/>
                  <a:pt x="7020" y="16380"/>
                  <a:pt x="7020" y="16380"/>
                </a:cubicBezTo>
                <a:cubicBezTo>
                  <a:pt x="6840" y="17100"/>
                  <a:pt x="6840" y="17100"/>
                  <a:pt x="6840" y="17100"/>
                </a:cubicBezTo>
                <a:cubicBezTo>
                  <a:pt x="6840" y="17100"/>
                  <a:pt x="7020" y="17820"/>
                  <a:pt x="7200" y="18000"/>
                </a:cubicBezTo>
                <a:cubicBezTo>
                  <a:pt x="7200" y="18360"/>
                  <a:pt x="6660" y="19800"/>
                  <a:pt x="6660" y="19800"/>
                </a:cubicBezTo>
                <a:cubicBezTo>
                  <a:pt x="6120" y="19620"/>
                  <a:pt x="5940" y="19080"/>
                  <a:pt x="5760" y="18720"/>
                </a:cubicBezTo>
                <a:cubicBezTo>
                  <a:pt x="5760" y="18360"/>
                  <a:pt x="5400" y="18180"/>
                  <a:pt x="5580" y="17820"/>
                </a:cubicBezTo>
                <a:cubicBezTo>
                  <a:pt x="5580" y="17280"/>
                  <a:pt x="5220" y="17100"/>
                  <a:pt x="5040" y="16920"/>
                </a:cubicBezTo>
                <a:cubicBezTo>
                  <a:pt x="4860" y="16560"/>
                  <a:pt x="4680" y="16200"/>
                  <a:pt x="4680" y="16020"/>
                </a:cubicBezTo>
                <a:cubicBezTo>
                  <a:pt x="4680" y="15840"/>
                  <a:pt x="4140" y="15480"/>
                  <a:pt x="4140" y="15480"/>
                </a:cubicBezTo>
                <a:cubicBezTo>
                  <a:pt x="4140" y="15480"/>
                  <a:pt x="3240" y="14940"/>
                  <a:pt x="3060" y="14760"/>
                </a:cubicBezTo>
                <a:cubicBezTo>
                  <a:pt x="2880" y="14580"/>
                  <a:pt x="2700" y="13860"/>
                  <a:pt x="2700" y="13500"/>
                </a:cubicBezTo>
                <a:cubicBezTo>
                  <a:pt x="2700" y="13140"/>
                  <a:pt x="2880" y="12240"/>
                  <a:pt x="2880" y="12240"/>
                </a:cubicBezTo>
                <a:cubicBezTo>
                  <a:pt x="2880" y="12240"/>
                  <a:pt x="3240" y="11880"/>
                  <a:pt x="3060" y="11700"/>
                </a:cubicBezTo>
                <a:cubicBezTo>
                  <a:pt x="2700" y="11520"/>
                  <a:pt x="2700" y="10800"/>
                  <a:pt x="2700" y="10800"/>
                </a:cubicBezTo>
                <a:cubicBezTo>
                  <a:pt x="2340" y="10440"/>
                  <a:pt x="2340" y="10440"/>
                  <a:pt x="2340" y="10440"/>
                </a:cubicBezTo>
                <a:cubicBezTo>
                  <a:pt x="2340" y="10440"/>
                  <a:pt x="1980" y="9900"/>
                  <a:pt x="1800" y="9720"/>
                </a:cubicBezTo>
                <a:cubicBezTo>
                  <a:pt x="1800" y="9360"/>
                  <a:pt x="1800" y="9180"/>
                  <a:pt x="1980" y="9000"/>
                </a:cubicBezTo>
                <a:cubicBezTo>
                  <a:pt x="1980" y="8820"/>
                  <a:pt x="1800" y="8280"/>
                  <a:pt x="1800" y="8100"/>
                </a:cubicBezTo>
                <a:cubicBezTo>
                  <a:pt x="3600" y="3600"/>
                  <a:pt x="6660" y="2700"/>
                  <a:pt x="6660" y="2700"/>
                </a:cubicBezTo>
                <a:cubicBezTo>
                  <a:pt x="6840" y="3600"/>
                  <a:pt x="6840" y="3600"/>
                  <a:pt x="6840" y="3600"/>
                </a:cubicBezTo>
                <a:cubicBezTo>
                  <a:pt x="6840" y="3600"/>
                  <a:pt x="6300" y="3780"/>
                  <a:pt x="6120" y="3780"/>
                </a:cubicBezTo>
                <a:cubicBezTo>
                  <a:pt x="5760" y="3600"/>
                  <a:pt x="5580" y="3600"/>
                  <a:pt x="5580" y="3600"/>
                </a:cubicBezTo>
                <a:cubicBezTo>
                  <a:pt x="5220" y="4140"/>
                  <a:pt x="5220" y="4140"/>
                  <a:pt x="5220" y="4140"/>
                </a:cubicBezTo>
                <a:cubicBezTo>
                  <a:pt x="5220" y="4140"/>
                  <a:pt x="5040" y="4500"/>
                  <a:pt x="5040" y="4680"/>
                </a:cubicBezTo>
                <a:cubicBezTo>
                  <a:pt x="5040" y="4860"/>
                  <a:pt x="5220" y="5220"/>
                  <a:pt x="5220" y="5220"/>
                </a:cubicBezTo>
                <a:cubicBezTo>
                  <a:pt x="5220" y="5220"/>
                  <a:pt x="5760" y="5220"/>
                  <a:pt x="5760" y="5040"/>
                </a:cubicBezTo>
                <a:cubicBezTo>
                  <a:pt x="5760" y="4860"/>
                  <a:pt x="5760" y="4680"/>
                  <a:pt x="5760" y="4680"/>
                </a:cubicBezTo>
                <a:cubicBezTo>
                  <a:pt x="5580" y="4320"/>
                  <a:pt x="5580" y="4320"/>
                  <a:pt x="5580" y="4320"/>
                </a:cubicBezTo>
                <a:cubicBezTo>
                  <a:pt x="5580" y="4320"/>
                  <a:pt x="6120" y="4140"/>
                  <a:pt x="7200" y="4320"/>
                </a:cubicBezTo>
                <a:cubicBezTo>
                  <a:pt x="8460" y="4320"/>
                  <a:pt x="7920" y="5220"/>
                  <a:pt x="8460" y="5400"/>
                </a:cubicBezTo>
                <a:cubicBezTo>
                  <a:pt x="9000" y="5580"/>
                  <a:pt x="8100" y="6300"/>
                  <a:pt x="7920" y="6660"/>
                </a:cubicBezTo>
                <a:cubicBezTo>
                  <a:pt x="7740" y="7020"/>
                  <a:pt x="7380" y="6120"/>
                  <a:pt x="7380" y="6120"/>
                </a:cubicBezTo>
                <a:cubicBezTo>
                  <a:pt x="7380" y="6120"/>
                  <a:pt x="7740" y="5760"/>
                  <a:pt x="7200" y="5760"/>
                </a:cubicBezTo>
                <a:cubicBezTo>
                  <a:pt x="6660" y="5580"/>
                  <a:pt x="6300" y="6480"/>
                  <a:pt x="6660" y="6480"/>
                </a:cubicBezTo>
                <a:cubicBezTo>
                  <a:pt x="6840" y="6480"/>
                  <a:pt x="7200" y="6840"/>
                  <a:pt x="7020" y="7020"/>
                </a:cubicBezTo>
                <a:cubicBezTo>
                  <a:pt x="7020" y="7200"/>
                  <a:pt x="7020" y="7200"/>
                  <a:pt x="6840" y="7740"/>
                </a:cubicBezTo>
                <a:cubicBezTo>
                  <a:pt x="6480" y="8280"/>
                  <a:pt x="6120" y="8640"/>
                  <a:pt x="6120" y="8640"/>
                </a:cubicBezTo>
                <a:cubicBezTo>
                  <a:pt x="6120" y="8640"/>
                  <a:pt x="5760" y="8460"/>
                  <a:pt x="5940" y="8820"/>
                </a:cubicBezTo>
                <a:cubicBezTo>
                  <a:pt x="6120" y="9180"/>
                  <a:pt x="5940" y="9720"/>
                  <a:pt x="5940" y="9900"/>
                </a:cubicBezTo>
                <a:cubicBezTo>
                  <a:pt x="5940" y="10260"/>
                  <a:pt x="5220" y="9720"/>
                  <a:pt x="5220" y="9180"/>
                </a:cubicBezTo>
                <a:cubicBezTo>
                  <a:pt x="5040" y="8640"/>
                  <a:pt x="4500" y="9180"/>
                  <a:pt x="4320" y="9180"/>
                </a:cubicBezTo>
                <a:cubicBezTo>
                  <a:pt x="4140" y="9180"/>
                  <a:pt x="3780" y="9000"/>
                  <a:pt x="3780" y="8820"/>
                </a:cubicBezTo>
                <a:cubicBezTo>
                  <a:pt x="3600" y="8640"/>
                  <a:pt x="2700" y="9360"/>
                  <a:pt x="2520" y="9360"/>
                </a:cubicBezTo>
                <a:cubicBezTo>
                  <a:pt x="2340" y="9540"/>
                  <a:pt x="2340" y="9900"/>
                  <a:pt x="2700" y="9720"/>
                </a:cubicBezTo>
                <a:cubicBezTo>
                  <a:pt x="3060" y="9540"/>
                  <a:pt x="3420" y="9720"/>
                  <a:pt x="3420" y="10080"/>
                </a:cubicBezTo>
                <a:cubicBezTo>
                  <a:pt x="3240" y="10440"/>
                  <a:pt x="2880" y="10260"/>
                  <a:pt x="2880" y="10440"/>
                </a:cubicBezTo>
                <a:cubicBezTo>
                  <a:pt x="3060" y="10800"/>
                  <a:pt x="3420" y="10980"/>
                  <a:pt x="3420" y="11340"/>
                </a:cubicBezTo>
                <a:cubicBezTo>
                  <a:pt x="3600" y="11700"/>
                  <a:pt x="4500" y="11340"/>
                  <a:pt x="4860" y="11160"/>
                </a:cubicBezTo>
                <a:cubicBezTo>
                  <a:pt x="5040" y="11160"/>
                  <a:pt x="5940" y="10980"/>
                  <a:pt x="5940" y="11340"/>
                </a:cubicBezTo>
                <a:cubicBezTo>
                  <a:pt x="6120" y="11700"/>
                  <a:pt x="7020" y="11880"/>
                  <a:pt x="7380" y="11880"/>
                </a:cubicBezTo>
                <a:cubicBezTo>
                  <a:pt x="7740" y="12060"/>
                  <a:pt x="8280" y="12060"/>
                  <a:pt x="8820" y="12420"/>
                </a:cubicBezTo>
                <a:cubicBezTo>
                  <a:pt x="9180" y="12960"/>
                  <a:pt x="8460" y="13680"/>
                  <a:pt x="8460" y="13860"/>
                </a:cubicBezTo>
                <a:close/>
                <a:moveTo>
                  <a:pt x="10620" y="2520"/>
                </a:moveTo>
                <a:cubicBezTo>
                  <a:pt x="10440" y="3060"/>
                  <a:pt x="9720" y="3600"/>
                  <a:pt x="9900" y="3780"/>
                </a:cubicBezTo>
                <a:cubicBezTo>
                  <a:pt x="9900" y="3960"/>
                  <a:pt x="9900" y="4860"/>
                  <a:pt x="9180" y="4140"/>
                </a:cubicBezTo>
                <a:cubicBezTo>
                  <a:pt x="8460" y="3420"/>
                  <a:pt x="7740" y="3240"/>
                  <a:pt x="7920" y="2700"/>
                </a:cubicBezTo>
                <a:cubicBezTo>
                  <a:pt x="7920" y="2520"/>
                  <a:pt x="8640" y="2520"/>
                  <a:pt x="8640" y="2340"/>
                </a:cubicBezTo>
                <a:cubicBezTo>
                  <a:pt x="9540" y="1260"/>
                  <a:pt x="11160" y="1440"/>
                  <a:pt x="11340" y="1800"/>
                </a:cubicBezTo>
                <a:cubicBezTo>
                  <a:pt x="10980" y="2160"/>
                  <a:pt x="10620" y="1980"/>
                  <a:pt x="10620" y="2520"/>
                </a:cubicBezTo>
                <a:close/>
                <a:moveTo>
                  <a:pt x="19260" y="11160"/>
                </a:moveTo>
                <a:cubicBezTo>
                  <a:pt x="19260" y="11160"/>
                  <a:pt x="19620" y="11700"/>
                  <a:pt x="20160" y="11700"/>
                </a:cubicBezTo>
                <a:cubicBezTo>
                  <a:pt x="19800" y="15660"/>
                  <a:pt x="16560" y="18360"/>
                  <a:pt x="16560" y="18360"/>
                </a:cubicBezTo>
                <a:cubicBezTo>
                  <a:pt x="16020" y="17820"/>
                  <a:pt x="16200" y="17280"/>
                  <a:pt x="16200" y="17280"/>
                </a:cubicBezTo>
                <a:cubicBezTo>
                  <a:pt x="16380" y="16560"/>
                  <a:pt x="16380" y="16560"/>
                  <a:pt x="16380" y="16560"/>
                </a:cubicBezTo>
                <a:cubicBezTo>
                  <a:pt x="16380" y="15300"/>
                  <a:pt x="16380" y="15300"/>
                  <a:pt x="16380" y="15300"/>
                </a:cubicBezTo>
                <a:cubicBezTo>
                  <a:pt x="16380" y="15300"/>
                  <a:pt x="16380" y="13860"/>
                  <a:pt x="15120" y="14580"/>
                </a:cubicBezTo>
                <a:cubicBezTo>
                  <a:pt x="13860" y="14940"/>
                  <a:pt x="14400" y="14940"/>
                  <a:pt x="12960" y="14940"/>
                </a:cubicBezTo>
                <a:cubicBezTo>
                  <a:pt x="11520" y="15120"/>
                  <a:pt x="11880" y="12060"/>
                  <a:pt x="11880" y="12060"/>
                </a:cubicBezTo>
                <a:cubicBezTo>
                  <a:pt x="11880" y="7740"/>
                  <a:pt x="15120" y="10980"/>
                  <a:pt x="15120" y="10980"/>
                </a:cubicBezTo>
                <a:cubicBezTo>
                  <a:pt x="17100" y="12420"/>
                  <a:pt x="17460" y="10080"/>
                  <a:pt x="17460" y="10080"/>
                </a:cubicBezTo>
                <a:cubicBezTo>
                  <a:pt x="18720" y="9540"/>
                  <a:pt x="18720" y="9540"/>
                  <a:pt x="18720" y="9540"/>
                </a:cubicBezTo>
                <a:cubicBezTo>
                  <a:pt x="18900" y="8820"/>
                  <a:pt x="18900" y="8820"/>
                  <a:pt x="18900" y="8820"/>
                </a:cubicBezTo>
                <a:cubicBezTo>
                  <a:pt x="18720" y="7920"/>
                  <a:pt x="18720" y="7920"/>
                  <a:pt x="18720" y="7920"/>
                </a:cubicBezTo>
                <a:cubicBezTo>
                  <a:pt x="16740" y="7020"/>
                  <a:pt x="16740" y="7020"/>
                  <a:pt x="16740" y="7020"/>
                </a:cubicBezTo>
                <a:cubicBezTo>
                  <a:pt x="16740" y="7020"/>
                  <a:pt x="16380" y="7740"/>
                  <a:pt x="16920" y="8640"/>
                </a:cubicBezTo>
                <a:cubicBezTo>
                  <a:pt x="16920" y="8640"/>
                  <a:pt x="16740" y="9540"/>
                  <a:pt x="16380" y="9360"/>
                </a:cubicBezTo>
                <a:cubicBezTo>
                  <a:pt x="15120" y="8640"/>
                  <a:pt x="15120" y="8640"/>
                  <a:pt x="15120" y="8640"/>
                </a:cubicBezTo>
                <a:cubicBezTo>
                  <a:pt x="15120" y="8640"/>
                  <a:pt x="14760" y="8460"/>
                  <a:pt x="14220" y="8820"/>
                </a:cubicBezTo>
                <a:cubicBezTo>
                  <a:pt x="13500" y="9360"/>
                  <a:pt x="12420" y="8820"/>
                  <a:pt x="12420" y="8820"/>
                </a:cubicBezTo>
                <a:cubicBezTo>
                  <a:pt x="12420" y="8820"/>
                  <a:pt x="12420" y="8280"/>
                  <a:pt x="13140" y="7920"/>
                </a:cubicBezTo>
                <a:cubicBezTo>
                  <a:pt x="13680" y="7560"/>
                  <a:pt x="13680" y="7560"/>
                  <a:pt x="13680" y="7560"/>
                </a:cubicBezTo>
                <a:cubicBezTo>
                  <a:pt x="13680" y="7560"/>
                  <a:pt x="13500" y="6840"/>
                  <a:pt x="13680" y="6300"/>
                </a:cubicBezTo>
                <a:cubicBezTo>
                  <a:pt x="13860" y="5760"/>
                  <a:pt x="14040" y="6300"/>
                  <a:pt x="14580" y="5940"/>
                </a:cubicBezTo>
                <a:cubicBezTo>
                  <a:pt x="15120" y="5580"/>
                  <a:pt x="15480" y="6660"/>
                  <a:pt x="16200" y="6480"/>
                </a:cubicBezTo>
                <a:cubicBezTo>
                  <a:pt x="16920" y="6480"/>
                  <a:pt x="16560" y="6300"/>
                  <a:pt x="17100" y="5940"/>
                </a:cubicBezTo>
                <a:cubicBezTo>
                  <a:pt x="17640" y="5760"/>
                  <a:pt x="18000" y="6480"/>
                  <a:pt x="18000" y="6480"/>
                </a:cubicBezTo>
                <a:cubicBezTo>
                  <a:pt x="19080" y="6660"/>
                  <a:pt x="19080" y="6660"/>
                  <a:pt x="19080" y="6660"/>
                </a:cubicBezTo>
                <a:cubicBezTo>
                  <a:pt x="19080" y="6660"/>
                  <a:pt x="18900" y="5400"/>
                  <a:pt x="18900" y="5760"/>
                </a:cubicBezTo>
                <a:cubicBezTo>
                  <a:pt x="19620" y="6840"/>
                  <a:pt x="20520" y="9900"/>
                  <a:pt x="20160" y="10440"/>
                </a:cubicBezTo>
                <a:cubicBezTo>
                  <a:pt x="19980" y="10260"/>
                  <a:pt x="19800" y="10260"/>
                  <a:pt x="19800" y="10260"/>
                </a:cubicBezTo>
                <a:cubicBezTo>
                  <a:pt x="18540" y="10260"/>
                  <a:pt x="18540" y="10260"/>
                  <a:pt x="18540" y="10260"/>
                </a:cubicBezTo>
                <a:lnTo>
                  <a:pt x="19260" y="11160"/>
                </a:lnTo>
                <a:close/>
              </a:path>
            </a:pathLst>
          </a:custGeom>
          <a:solidFill>
            <a:srgbClr val="2F5379"/>
          </a:solidFill>
          <a:ln w="12700">
            <a:miter lim="400000"/>
          </a:ln>
        </p:spPr>
        <p:txBody>
          <a:bodyPr lIns="45719" rIns="45719"/>
          <a:lstStyle/>
          <a:p>
            <a:pPr algn="l" defTabSz="914400">
              <a:defRPr sz="1800">
                <a:latin typeface="Calibri"/>
                <a:ea typeface="Calibri"/>
                <a:cs typeface="Calibri"/>
                <a:sym typeface="Calibri"/>
              </a:defRPr>
            </a:pPr>
          </a:p>
        </p:txBody>
      </p:sp>
      <p:grpSp>
        <p:nvGrpSpPr>
          <p:cNvPr id="7077" name="Group 7077"/>
          <p:cNvGrpSpPr/>
          <p:nvPr/>
        </p:nvGrpSpPr>
        <p:grpSpPr>
          <a:xfrm>
            <a:off x="18084161" y="5001021"/>
            <a:ext cx="937243" cy="1058537"/>
            <a:chOff x="0" y="0"/>
            <a:chExt cx="937242" cy="1058535"/>
          </a:xfrm>
        </p:grpSpPr>
        <p:sp>
          <p:nvSpPr>
            <p:cNvPr id="7073" name="Shape 7073"/>
            <p:cNvSpPr/>
            <p:nvPr/>
          </p:nvSpPr>
          <p:spPr>
            <a:xfrm>
              <a:off x="0" y="0"/>
              <a:ext cx="430029" cy="7663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144"/>
                  </a:moveTo>
                  <a:cubicBezTo>
                    <a:pt x="21600" y="1456"/>
                    <a:pt x="21600" y="1456"/>
                    <a:pt x="21600" y="1456"/>
                  </a:cubicBezTo>
                  <a:cubicBezTo>
                    <a:pt x="21600" y="728"/>
                    <a:pt x="20304" y="0"/>
                    <a:pt x="19008" y="0"/>
                  </a:cubicBezTo>
                  <a:cubicBezTo>
                    <a:pt x="2592" y="0"/>
                    <a:pt x="2592" y="0"/>
                    <a:pt x="2592" y="0"/>
                  </a:cubicBezTo>
                  <a:cubicBezTo>
                    <a:pt x="1296" y="0"/>
                    <a:pt x="0" y="728"/>
                    <a:pt x="0" y="1456"/>
                  </a:cubicBezTo>
                  <a:cubicBezTo>
                    <a:pt x="0" y="20144"/>
                    <a:pt x="0" y="20144"/>
                    <a:pt x="0" y="20144"/>
                  </a:cubicBezTo>
                  <a:cubicBezTo>
                    <a:pt x="0" y="20872"/>
                    <a:pt x="1296" y="21600"/>
                    <a:pt x="2592" y="21600"/>
                  </a:cubicBezTo>
                  <a:cubicBezTo>
                    <a:pt x="19008" y="21600"/>
                    <a:pt x="19008" y="21600"/>
                    <a:pt x="19008" y="21600"/>
                  </a:cubicBezTo>
                  <a:cubicBezTo>
                    <a:pt x="20304" y="21600"/>
                    <a:pt x="21600" y="20872"/>
                    <a:pt x="21600" y="20144"/>
                  </a:cubicBezTo>
                  <a:close/>
                  <a:moveTo>
                    <a:pt x="16848" y="971"/>
                  </a:moveTo>
                  <a:cubicBezTo>
                    <a:pt x="17280" y="971"/>
                    <a:pt x="17712" y="1213"/>
                    <a:pt x="17712" y="1456"/>
                  </a:cubicBezTo>
                  <a:cubicBezTo>
                    <a:pt x="17712" y="1699"/>
                    <a:pt x="17280" y="1699"/>
                    <a:pt x="16848" y="1699"/>
                  </a:cubicBezTo>
                  <a:cubicBezTo>
                    <a:pt x="16416" y="1699"/>
                    <a:pt x="16416" y="1699"/>
                    <a:pt x="16416" y="1456"/>
                  </a:cubicBezTo>
                  <a:cubicBezTo>
                    <a:pt x="16416" y="1213"/>
                    <a:pt x="16416" y="971"/>
                    <a:pt x="16848" y="971"/>
                  </a:cubicBezTo>
                  <a:close/>
                  <a:moveTo>
                    <a:pt x="6912" y="1213"/>
                  </a:moveTo>
                  <a:cubicBezTo>
                    <a:pt x="14688" y="1213"/>
                    <a:pt x="14688" y="1213"/>
                    <a:pt x="14688" y="1213"/>
                  </a:cubicBezTo>
                  <a:cubicBezTo>
                    <a:pt x="14688" y="1456"/>
                    <a:pt x="14688" y="1456"/>
                    <a:pt x="14688" y="1456"/>
                  </a:cubicBezTo>
                  <a:cubicBezTo>
                    <a:pt x="6912" y="1456"/>
                    <a:pt x="6912" y="1456"/>
                    <a:pt x="6912" y="1456"/>
                  </a:cubicBezTo>
                  <a:lnTo>
                    <a:pt x="6912" y="1213"/>
                  </a:lnTo>
                  <a:close/>
                  <a:moveTo>
                    <a:pt x="1728" y="16503"/>
                  </a:moveTo>
                  <a:cubicBezTo>
                    <a:pt x="1728" y="2670"/>
                    <a:pt x="1728" y="2670"/>
                    <a:pt x="1728" y="2670"/>
                  </a:cubicBezTo>
                  <a:cubicBezTo>
                    <a:pt x="19440" y="2670"/>
                    <a:pt x="19440" y="2670"/>
                    <a:pt x="19440" y="2670"/>
                  </a:cubicBezTo>
                  <a:cubicBezTo>
                    <a:pt x="19440" y="16503"/>
                    <a:pt x="19440" y="16503"/>
                    <a:pt x="19440" y="16503"/>
                  </a:cubicBezTo>
                  <a:lnTo>
                    <a:pt x="1728" y="16503"/>
                  </a:lnTo>
                  <a:close/>
                  <a:moveTo>
                    <a:pt x="10800" y="20144"/>
                  </a:moveTo>
                  <a:cubicBezTo>
                    <a:pt x="9936" y="20144"/>
                    <a:pt x="9072" y="19658"/>
                    <a:pt x="9072" y="18930"/>
                  </a:cubicBezTo>
                  <a:cubicBezTo>
                    <a:pt x="9072" y="18445"/>
                    <a:pt x="9936" y="17960"/>
                    <a:pt x="10800" y="17960"/>
                  </a:cubicBezTo>
                  <a:cubicBezTo>
                    <a:pt x="11664" y="17960"/>
                    <a:pt x="12528" y="18445"/>
                    <a:pt x="12528" y="18930"/>
                  </a:cubicBezTo>
                  <a:cubicBezTo>
                    <a:pt x="12528" y="19658"/>
                    <a:pt x="11664" y="20144"/>
                    <a:pt x="10800" y="20144"/>
                  </a:cubicBez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74" name="Shape 7074"/>
            <p:cNvSpPr/>
            <p:nvPr/>
          </p:nvSpPr>
          <p:spPr>
            <a:xfrm>
              <a:off x="496187" y="292200"/>
              <a:ext cx="441056" cy="7663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35" y="0"/>
                  </a:moveTo>
                  <a:cubicBezTo>
                    <a:pt x="2965" y="0"/>
                    <a:pt x="2965" y="0"/>
                    <a:pt x="2965" y="0"/>
                  </a:cubicBezTo>
                  <a:cubicBezTo>
                    <a:pt x="1271" y="0"/>
                    <a:pt x="0" y="728"/>
                    <a:pt x="0" y="1456"/>
                  </a:cubicBezTo>
                  <a:cubicBezTo>
                    <a:pt x="0" y="20144"/>
                    <a:pt x="0" y="20144"/>
                    <a:pt x="0" y="20144"/>
                  </a:cubicBezTo>
                  <a:cubicBezTo>
                    <a:pt x="0" y="20872"/>
                    <a:pt x="1271" y="21600"/>
                    <a:pt x="2965" y="21600"/>
                  </a:cubicBezTo>
                  <a:cubicBezTo>
                    <a:pt x="18635" y="21600"/>
                    <a:pt x="18635" y="21600"/>
                    <a:pt x="18635" y="21600"/>
                  </a:cubicBezTo>
                  <a:cubicBezTo>
                    <a:pt x="20329" y="21600"/>
                    <a:pt x="21600" y="20872"/>
                    <a:pt x="21600" y="20144"/>
                  </a:cubicBezTo>
                  <a:cubicBezTo>
                    <a:pt x="21600" y="1456"/>
                    <a:pt x="21600" y="1456"/>
                    <a:pt x="21600" y="1456"/>
                  </a:cubicBezTo>
                  <a:cubicBezTo>
                    <a:pt x="21600" y="728"/>
                    <a:pt x="20329" y="0"/>
                    <a:pt x="18635" y="0"/>
                  </a:cubicBezTo>
                  <a:close/>
                  <a:moveTo>
                    <a:pt x="16941" y="971"/>
                  </a:moveTo>
                  <a:cubicBezTo>
                    <a:pt x="17365" y="971"/>
                    <a:pt x="17788" y="1213"/>
                    <a:pt x="17788" y="1456"/>
                  </a:cubicBezTo>
                  <a:cubicBezTo>
                    <a:pt x="17788" y="1699"/>
                    <a:pt x="17365" y="1699"/>
                    <a:pt x="16941" y="1699"/>
                  </a:cubicBezTo>
                  <a:cubicBezTo>
                    <a:pt x="16518" y="1699"/>
                    <a:pt x="16094" y="1699"/>
                    <a:pt x="16094" y="1456"/>
                  </a:cubicBezTo>
                  <a:cubicBezTo>
                    <a:pt x="16094" y="1213"/>
                    <a:pt x="16518" y="971"/>
                    <a:pt x="16941" y="971"/>
                  </a:cubicBezTo>
                  <a:close/>
                  <a:moveTo>
                    <a:pt x="7200" y="1213"/>
                  </a:moveTo>
                  <a:cubicBezTo>
                    <a:pt x="14400" y="1213"/>
                    <a:pt x="14400" y="1213"/>
                    <a:pt x="14400" y="1213"/>
                  </a:cubicBezTo>
                  <a:cubicBezTo>
                    <a:pt x="14400" y="1456"/>
                    <a:pt x="14400" y="1456"/>
                    <a:pt x="14400" y="1456"/>
                  </a:cubicBezTo>
                  <a:cubicBezTo>
                    <a:pt x="7200" y="1456"/>
                    <a:pt x="7200" y="1456"/>
                    <a:pt x="7200" y="1456"/>
                  </a:cubicBezTo>
                  <a:lnTo>
                    <a:pt x="7200" y="1213"/>
                  </a:lnTo>
                  <a:close/>
                  <a:moveTo>
                    <a:pt x="11012" y="20144"/>
                  </a:moveTo>
                  <a:cubicBezTo>
                    <a:pt x="9741" y="20144"/>
                    <a:pt x="8894" y="19658"/>
                    <a:pt x="8894" y="18930"/>
                  </a:cubicBezTo>
                  <a:cubicBezTo>
                    <a:pt x="8894" y="18445"/>
                    <a:pt x="9741" y="17960"/>
                    <a:pt x="11012" y="17960"/>
                  </a:cubicBezTo>
                  <a:cubicBezTo>
                    <a:pt x="11859" y="17960"/>
                    <a:pt x="12706" y="18445"/>
                    <a:pt x="12706" y="18930"/>
                  </a:cubicBezTo>
                  <a:cubicBezTo>
                    <a:pt x="12706" y="19658"/>
                    <a:pt x="11859" y="20144"/>
                    <a:pt x="11012" y="20144"/>
                  </a:cubicBezTo>
                  <a:close/>
                  <a:moveTo>
                    <a:pt x="19482" y="16503"/>
                  </a:moveTo>
                  <a:cubicBezTo>
                    <a:pt x="2118" y="16503"/>
                    <a:pt x="2118" y="16503"/>
                    <a:pt x="2118" y="16503"/>
                  </a:cubicBezTo>
                  <a:cubicBezTo>
                    <a:pt x="2118" y="2670"/>
                    <a:pt x="2118" y="2670"/>
                    <a:pt x="2118" y="2670"/>
                  </a:cubicBezTo>
                  <a:cubicBezTo>
                    <a:pt x="19482" y="2670"/>
                    <a:pt x="19482" y="2670"/>
                    <a:pt x="19482" y="2670"/>
                  </a:cubicBezTo>
                  <a:lnTo>
                    <a:pt x="19482" y="16503"/>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75" name="Shape 7075"/>
            <p:cNvSpPr/>
            <p:nvPr/>
          </p:nvSpPr>
          <p:spPr>
            <a:xfrm>
              <a:off x="463107" y="38594"/>
              <a:ext cx="259123" cy="220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64" y="21600"/>
                  </a:moveTo>
                  <a:lnTo>
                    <a:pt x="21600" y="21600"/>
                  </a:lnTo>
                  <a:lnTo>
                    <a:pt x="21600" y="0"/>
                  </a:lnTo>
                  <a:lnTo>
                    <a:pt x="0" y="0"/>
                  </a:lnTo>
                  <a:lnTo>
                    <a:pt x="0" y="5940"/>
                  </a:lnTo>
                  <a:lnTo>
                    <a:pt x="17464" y="5940"/>
                  </a:lnTo>
                  <a:lnTo>
                    <a:pt x="17464" y="2160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7076" name="Shape 7076"/>
            <p:cNvSpPr/>
            <p:nvPr/>
          </p:nvSpPr>
          <p:spPr>
            <a:xfrm>
              <a:off x="231553" y="815952"/>
              <a:ext cx="215017" cy="2150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538" y="0"/>
                  </a:moveTo>
                  <a:lnTo>
                    <a:pt x="0" y="0"/>
                  </a:lnTo>
                  <a:lnTo>
                    <a:pt x="0" y="21600"/>
                  </a:lnTo>
                  <a:lnTo>
                    <a:pt x="21600" y="21600"/>
                  </a:lnTo>
                  <a:lnTo>
                    <a:pt x="21600" y="15508"/>
                  </a:lnTo>
                  <a:lnTo>
                    <a:pt x="5538" y="15508"/>
                  </a:lnTo>
                  <a:lnTo>
                    <a:pt x="5538" y="0"/>
                  </a:lnTo>
                  <a:close/>
                </a:path>
              </a:pathLst>
            </a:custGeom>
            <a:solidFill>
              <a:srgbClr val="2F537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7078" name="Shape 7078"/>
          <p:cNvSpPr/>
          <p:nvPr/>
        </p:nvSpPr>
        <p:spPr>
          <a:xfrm>
            <a:off x="4847742" y="6516457"/>
            <a:ext cx="1358424" cy="957707"/>
          </a:xfrm>
          <a:custGeom>
            <a:avLst/>
            <a:gdLst/>
            <a:ahLst/>
            <a:cxnLst>
              <a:cxn ang="0">
                <a:pos x="wd2" y="hd2"/>
              </a:cxn>
              <a:cxn ang="5400000">
                <a:pos x="wd2" y="hd2"/>
              </a:cxn>
              <a:cxn ang="10800000">
                <a:pos x="wd2" y="hd2"/>
              </a:cxn>
              <a:cxn ang="16200000">
                <a:pos x="wd2" y="hd2"/>
              </a:cxn>
            </a:cxnLst>
            <a:rect l="0" t="0" r="r" b="b"/>
            <a:pathLst>
              <a:path w="21372" h="21600" fill="norm" stroke="1" extrusionOk="0">
                <a:moveTo>
                  <a:pt x="21058" y="8410"/>
                </a:moveTo>
                <a:cubicBezTo>
                  <a:pt x="15673" y="346"/>
                  <a:pt x="15673" y="346"/>
                  <a:pt x="15673" y="346"/>
                </a:cubicBezTo>
                <a:cubicBezTo>
                  <a:pt x="15573" y="173"/>
                  <a:pt x="14950" y="58"/>
                  <a:pt x="14046" y="0"/>
                </a:cubicBezTo>
                <a:cubicBezTo>
                  <a:pt x="13865" y="2909"/>
                  <a:pt x="12418" y="5155"/>
                  <a:pt x="10690" y="5155"/>
                </a:cubicBezTo>
                <a:cubicBezTo>
                  <a:pt x="8962" y="5155"/>
                  <a:pt x="7556" y="2938"/>
                  <a:pt x="7335" y="86"/>
                </a:cubicBezTo>
                <a:cubicBezTo>
                  <a:pt x="6591" y="144"/>
                  <a:pt x="6069" y="259"/>
                  <a:pt x="5968" y="403"/>
                </a:cubicBezTo>
                <a:cubicBezTo>
                  <a:pt x="342" y="8122"/>
                  <a:pt x="342" y="8122"/>
                  <a:pt x="342" y="8122"/>
                </a:cubicBezTo>
                <a:cubicBezTo>
                  <a:pt x="-100" y="8726"/>
                  <a:pt x="-120" y="9734"/>
                  <a:pt x="322" y="10368"/>
                </a:cubicBezTo>
                <a:cubicBezTo>
                  <a:pt x="2070" y="12989"/>
                  <a:pt x="2070" y="12989"/>
                  <a:pt x="2070" y="12989"/>
                </a:cubicBezTo>
                <a:cubicBezTo>
                  <a:pt x="2492" y="13651"/>
                  <a:pt x="3175" y="13651"/>
                  <a:pt x="3617" y="13046"/>
                </a:cubicBezTo>
                <a:cubicBezTo>
                  <a:pt x="5546" y="10368"/>
                  <a:pt x="5546" y="10368"/>
                  <a:pt x="5546" y="10368"/>
                </a:cubicBezTo>
                <a:cubicBezTo>
                  <a:pt x="5546" y="20016"/>
                  <a:pt x="5546" y="20016"/>
                  <a:pt x="5546" y="20016"/>
                </a:cubicBezTo>
                <a:cubicBezTo>
                  <a:pt x="5546" y="20880"/>
                  <a:pt x="6109" y="21600"/>
                  <a:pt x="6712" y="21600"/>
                </a:cubicBezTo>
                <a:cubicBezTo>
                  <a:pt x="14749" y="21600"/>
                  <a:pt x="14749" y="21600"/>
                  <a:pt x="14749" y="21600"/>
                </a:cubicBezTo>
                <a:cubicBezTo>
                  <a:pt x="15352" y="21600"/>
                  <a:pt x="15914" y="20880"/>
                  <a:pt x="15914" y="20016"/>
                </a:cubicBezTo>
                <a:cubicBezTo>
                  <a:pt x="15914" y="10483"/>
                  <a:pt x="15914" y="10483"/>
                  <a:pt x="15914" y="10483"/>
                </a:cubicBezTo>
                <a:cubicBezTo>
                  <a:pt x="17642" y="13104"/>
                  <a:pt x="17642" y="13104"/>
                  <a:pt x="17642" y="13104"/>
                </a:cubicBezTo>
                <a:cubicBezTo>
                  <a:pt x="18084" y="13766"/>
                  <a:pt x="18767" y="13766"/>
                  <a:pt x="19209" y="13162"/>
                </a:cubicBezTo>
                <a:cubicBezTo>
                  <a:pt x="21038" y="10656"/>
                  <a:pt x="21038" y="10656"/>
                  <a:pt x="21038" y="10656"/>
                </a:cubicBezTo>
                <a:cubicBezTo>
                  <a:pt x="21480" y="10051"/>
                  <a:pt x="21480" y="9043"/>
                  <a:pt x="21058" y="841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7079" name="Shape 7079"/>
          <p:cNvSpPr/>
          <p:nvPr/>
        </p:nvSpPr>
        <p:spPr>
          <a:xfrm>
            <a:off x="7852657" y="8141284"/>
            <a:ext cx="1386342" cy="9650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29" y="9511"/>
                </a:moveTo>
                <a:cubicBezTo>
                  <a:pt x="20105" y="9511"/>
                  <a:pt x="20105" y="9511"/>
                  <a:pt x="20081" y="9511"/>
                </a:cubicBezTo>
                <a:cubicBezTo>
                  <a:pt x="17020" y="1777"/>
                  <a:pt x="17020" y="1777"/>
                  <a:pt x="17020" y="1777"/>
                </a:cubicBezTo>
                <a:cubicBezTo>
                  <a:pt x="16610" y="732"/>
                  <a:pt x="15525" y="0"/>
                  <a:pt x="14609" y="0"/>
                </a:cubicBezTo>
                <a:cubicBezTo>
                  <a:pt x="14344" y="0"/>
                  <a:pt x="14344" y="0"/>
                  <a:pt x="14344" y="0"/>
                </a:cubicBezTo>
                <a:cubicBezTo>
                  <a:pt x="12174" y="0"/>
                  <a:pt x="12174" y="0"/>
                  <a:pt x="12174" y="0"/>
                </a:cubicBezTo>
                <a:cubicBezTo>
                  <a:pt x="9281" y="0"/>
                  <a:pt x="9281" y="0"/>
                  <a:pt x="9281" y="0"/>
                </a:cubicBezTo>
                <a:cubicBezTo>
                  <a:pt x="7136" y="0"/>
                  <a:pt x="7136" y="0"/>
                  <a:pt x="7136" y="0"/>
                </a:cubicBezTo>
                <a:cubicBezTo>
                  <a:pt x="6846" y="0"/>
                  <a:pt x="6846" y="0"/>
                  <a:pt x="6846" y="0"/>
                </a:cubicBezTo>
                <a:cubicBezTo>
                  <a:pt x="5930" y="0"/>
                  <a:pt x="4870" y="732"/>
                  <a:pt x="4460" y="1777"/>
                </a:cubicBezTo>
                <a:cubicBezTo>
                  <a:pt x="1398" y="9511"/>
                  <a:pt x="1398" y="9511"/>
                  <a:pt x="1398" y="9511"/>
                </a:cubicBezTo>
                <a:cubicBezTo>
                  <a:pt x="1398" y="9546"/>
                  <a:pt x="1422" y="9546"/>
                  <a:pt x="1422" y="9546"/>
                </a:cubicBezTo>
                <a:cubicBezTo>
                  <a:pt x="554" y="10312"/>
                  <a:pt x="0" y="11706"/>
                  <a:pt x="0" y="13308"/>
                </a:cubicBezTo>
                <a:cubicBezTo>
                  <a:pt x="0" y="17141"/>
                  <a:pt x="0" y="17141"/>
                  <a:pt x="0" y="17141"/>
                </a:cubicBezTo>
                <a:cubicBezTo>
                  <a:pt x="1639" y="17141"/>
                  <a:pt x="1639" y="17141"/>
                  <a:pt x="1639" y="17141"/>
                </a:cubicBezTo>
                <a:cubicBezTo>
                  <a:pt x="1639" y="19370"/>
                  <a:pt x="1639" y="19370"/>
                  <a:pt x="1639" y="19370"/>
                </a:cubicBezTo>
                <a:cubicBezTo>
                  <a:pt x="1639" y="20590"/>
                  <a:pt x="2363" y="21600"/>
                  <a:pt x="3230" y="21600"/>
                </a:cubicBezTo>
                <a:cubicBezTo>
                  <a:pt x="4098" y="21600"/>
                  <a:pt x="4821" y="20590"/>
                  <a:pt x="4821" y="19370"/>
                </a:cubicBezTo>
                <a:cubicBezTo>
                  <a:pt x="4821" y="17141"/>
                  <a:pt x="4821" y="17141"/>
                  <a:pt x="4821" y="17141"/>
                </a:cubicBezTo>
                <a:cubicBezTo>
                  <a:pt x="9281" y="17141"/>
                  <a:pt x="9281" y="17141"/>
                  <a:pt x="9281" y="17141"/>
                </a:cubicBezTo>
                <a:cubicBezTo>
                  <a:pt x="12174" y="17141"/>
                  <a:pt x="12174" y="17141"/>
                  <a:pt x="12174" y="17141"/>
                </a:cubicBezTo>
                <a:cubicBezTo>
                  <a:pt x="16779" y="17141"/>
                  <a:pt x="16779" y="17141"/>
                  <a:pt x="16779" y="17141"/>
                </a:cubicBezTo>
                <a:cubicBezTo>
                  <a:pt x="16779" y="19370"/>
                  <a:pt x="16779" y="19370"/>
                  <a:pt x="16779" y="19370"/>
                </a:cubicBezTo>
                <a:cubicBezTo>
                  <a:pt x="16779" y="20590"/>
                  <a:pt x="17502" y="21600"/>
                  <a:pt x="18370" y="21600"/>
                </a:cubicBezTo>
                <a:cubicBezTo>
                  <a:pt x="19238" y="21600"/>
                  <a:pt x="19961" y="20590"/>
                  <a:pt x="19961" y="19370"/>
                </a:cubicBezTo>
                <a:cubicBezTo>
                  <a:pt x="19961" y="17141"/>
                  <a:pt x="19961" y="17141"/>
                  <a:pt x="19961" y="17141"/>
                </a:cubicBezTo>
                <a:cubicBezTo>
                  <a:pt x="21600" y="17141"/>
                  <a:pt x="21600" y="17141"/>
                  <a:pt x="21600" y="17141"/>
                </a:cubicBezTo>
                <a:cubicBezTo>
                  <a:pt x="21600" y="13308"/>
                  <a:pt x="21600" y="13308"/>
                  <a:pt x="21600" y="13308"/>
                </a:cubicBezTo>
                <a:cubicBezTo>
                  <a:pt x="21600" y="11706"/>
                  <a:pt x="20973" y="10312"/>
                  <a:pt x="20129" y="9511"/>
                </a:cubicBezTo>
                <a:close/>
                <a:moveTo>
                  <a:pt x="4725" y="13901"/>
                </a:moveTo>
                <a:cubicBezTo>
                  <a:pt x="4556" y="14911"/>
                  <a:pt x="3929" y="15643"/>
                  <a:pt x="3182" y="15643"/>
                </a:cubicBezTo>
                <a:cubicBezTo>
                  <a:pt x="2338" y="15643"/>
                  <a:pt x="1639" y="14632"/>
                  <a:pt x="1639" y="13413"/>
                </a:cubicBezTo>
                <a:cubicBezTo>
                  <a:pt x="1639" y="12159"/>
                  <a:pt x="2338" y="11148"/>
                  <a:pt x="3182" y="11148"/>
                </a:cubicBezTo>
                <a:cubicBezTo>
                  <a:pt x="3423" y="11148"/>
                  <a:pt x="3664" y="11218"/>
                  <a:pt x="3857" y="11357"/>
                </a:cubicBezTo>
                <a:cubicBezTo>
                  <a:pt x="4388" y="11741"/>
                  <a:pt x="4749" y="12507"/>
                  <a:pt x="4749" y="13413"/>
                </a:cubicBezTo>
                <a:cubicBezTo>
                  <a:pt x="4749" y="13552"/>
                  <a:pt x="4749" y="13726"/>
                  <a:pt x="4725" y="13901"/>
                </a:cubicBezTo>
                <a:close/>
                <a:moveTo>
                  <a:pt x="3978" y="8919"/>
                </a:moveTo>
                <a:cubicBezTo>
                  <a:pt x="5930" y="3937"/>
                  <a:pt x="5930" y="3937"/>
                  <a:pt x="5930" y="3937"/>
                </a:cubicBezTo>
                <a:cubicBezTo>
                  <a:pt x="6268" y="3135"/>
                  <a:pt x="7112" y="2508"/>
                  <a:pt x="7835" y="2508"/>
                </a:cubicBezTo>
                <a:cubicBezTo>
                  <a:pt x="8052" y="2508"/>
                  <a:pt x="8052" y="2508"/>
                  <a:pt x="8052" y="2508"/>
                </a:cubicBezTo>
                <a:cubicBezTo>
                  <a:pt x="13404" y="2508"/>
                  <a:pt x="13404" y="2508"/>
                  <a:pt x="13404" y="2508"/>
                </a:cubicBezTo>
                <a:cubicBezTo>
                  <a:pt x="13621" y="2508"/>
                  <a:pt x="13621" y="2508"/>
                  <a:pt x="13621" y="2508"/>
                </a:cubicBezTo>
                <a:cubicBezTo>
                  <a:pt x="14344" y="2508"/>
                  <a:pt x="15188" y="3135"/>
                  <a:pt x="15525" y="3937"/>
                </a:cubicBezTo>
                <a:cubicBezTo>
                  <a:pt x="17478" y="8919"/>
                  <a:pt x="17478" y="8919"/>
                  <a:pt x="17478" y="8919"/>
                </a:cubicBezTo>
                <a:lnTo>
                  <a:pt x="3978" y="8919"/>
                </a:lnTo>
                <a:close/>
                <a:moveTo>
                  <a:pt x="18273" y="15643"/>
                </a:moveTo>
                <a:cubicBezTo>
                  <a:pt x="17526" y="15643"/>
                  <a:pt x="16899" y="14911"/>
                  <a:pt x="16754" y="13901"/>
                </a:cubicBezTo>
                <a:cubicBezTo>
                  <a:pt x="16730" y="13726"/>
                  <a:pt x="16706" y="13552"/>
                  <a:pt x="16706" y="13413"/>
                </a:cubicBezTo>
                <a:cubicBezTo>
                  <a:pt x="16706" y="12507"/>
                  <a:pt x="17068" y="11741"/>
                  <a:pt x="17598" y="11357"/>
                </a:cubicBezTo>
                <a:cubicBezTo>
                  <a:pt x="17815" y="11218"/>
                  <a:pt x="18032" y="11148"/>
                  <a:pt x="18273" y="11148"/>
                </a:cubicBezTo>
                <a:cubicBezTo>
                  <a:pt x="19141" y="11148"/>
                  <a:pt x="19840" y="12159"/>
                  <a:pt x="19840" y="13413"/>
                </a:cubicBezTo>
                <a:cubicBezTo>
                  <a:pt x="19840" y="14632"/>
                  <a:pt x="19141" y="15643"/>
                  <a:pt x="18273" y="1564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7082" name="Group 7082"/>
          <p:cNvGrpSpPr/>
          <p:nvPr/>
        </p:nvGrpSpPr>
        <p:grpSpPr>
          <a:xfrm>
            <a:off x="3368419" y="8161494"/>
            <a:ext cx="1128564" cy="933985"/>
            <a:chOff x="0" y="0"/>
            <a:chExt cx="1128562" cy="933983"/>
          </a:xfrm>
        </p:grpSpPr>
        <p:sp>
          <p:nvSpPr>
            <p:cNvPr id="7080" name="Shape 7080"/>
            <p:cNvSpPr/>
            <p:nvPr/>
          </p:nvSpPr>
          <p:spPr>
            <a:xfrm>
              <a:off x="0" y="0"/>
              <a:ext cx="1128563" cy="9339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6" y="4717"/>
                  </a:moveTo>
                  <a:cubicBezTo>
                    <a:pt x="15176" y="4717"/>
                    <a:pt x="15176" y="4717"/>
                    <a:pt x="15176" y="4717"/>
                  </a:cubicBezTo>
                  <a:cubicBezTo>
                    <a:pt x="14434" y="652"/>
                    <a:pt x="14434" y="652"/>
                    <a:pt x="14434" y="652"/>
                  </a:cubicBezTo>
                  <a:cubicBezTo>
                    <a:pt x="14383" y="341"/>
                    <a:pt x="14127" y="0"/>
                    <a:pt x="13871" y="0"/>
                  </a:cubicBezTo>
                  <a:cubicBezTo>
                    <a:pt x="7959" y="0"/>
                    <a:pt x="7959" y="0"/>
                    <a:pt x="7959" y="0"/>
                  </a:cubicBezTo>
                  <a:cubicBezTo>
                    <a:pt x="7678" y="0"/>
                    <a:pt x="7422" y="310"/>
                    <a:pt x="7371" y="652"/>
                  </a:cubicBezTo>
                  <a:cubicBezTo>
                    <a:pt x="6628" y="4717"/>
                    <a:pt x="6628" y="4717"/>
                    <a:pt x="6628" y="4717"/>
                  </a:cubicBezTo>
                  <a:cubicBezTo>
                    <a:pt x="1664" y="4717"/>
                    <a:pt x="1664" y="4717"/>
                    <a:pt x="1664" y="4717"/>
                  </a:cubicBezTo>
                  <a:cubicBezTo>
                    <a:pt x="742" y="4717"/>
                    <a:pt x="0" y="5462"/>
                    <a:pt x="0" y="6579"/>
                  </a:cubicBezTo>
                  <a:cubicBezTo>
                    <a:pt x="0" y="19459"/>
                    <a:pt x="0" y="19459"/>
                    <a:pt x="0" y="19459"/>
                  </a:cubicBezTo>
                  <a:cubicBezTo>
                    <a:pt x="0" y="20576"/>
                    <a:pt x="742" y="21600"/>
                    <a:pt x="1664" y="21600"/>
                  </a:cubicBezTo>
                  <a:cubicBezTo>
                    <a:pt x="19936" y="21600"/>
                    <a:pt x="19936" y="21600"/>
                    <a:pt x="19936" y="21600"/>
                  </a:cubicBezTo>
                  <a:cubicBezTo>
                    <a:pt x="20858" y="21600"/>
                    <a:pt x="21600" y="20576"/>
                    <a:pt x="21600" y="19459"/>
                  </a:cubicBezTo>
                  <a:cubicBezTo>
                    <a:pt x="21600" y="6579"/>
                    <a:pt x="21600" y="6579"/>
                    <a:pt x="21600" y="6579"/>
                  </a:cubicBezTo>
                  <a:cubicBezTo>
                    <a:pt x="21600" y="5462"/>
                    <a:pt x="20858" y="4717"/>
                    <a:pt x="19936" y="4717"/>
                  </a:cubicBezTo>
                  <a:close/>
                  <a:moveTo>
                    <a:pt x="10902" y="19459"/>
                  </a:moveTo>
                  <a:cubicBezTo>
                    <a:pt x="7857" y="19459"/>
                    <a:pt x="5400" y="16448"/>
                    <a:pt x="5400" y="12786"/>
                  </a:cubicBezTo>
                  <a:cubicBezTo>
                    <a:pt x="5400" y="9093"/>
                    <a:pt x="7857" y="6114"/>
                    <a:pt x="10902" y="6114"/>
                  </a:cubicBezTo>
                  <a:cubicBezTo>
                    <a:pt x="13948" y="6114"/>
                    <a:pt x="16405" y="9093"/>
                    <a:pt x="16405" y="12786"/>
                  </a:cubicBezTo>
                  <a:cubicBezTo>
                    <a:pt x="16405" y="16448"/>
                    <a:pt x="13948" y="19459"/>
                    <a:pt x="10902" y="19459"/>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81" name="Shape 7081"/>
            <p:cNvSpPr/>
            <p:nvPr/>
          </p:nvSpPr>
          <p:spPr>
            <a:xfrm>
              <a:off x="373593" y="350243"/>
              <a:ext cx="393051" cy="400838"/>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086" name="Group 7086"/>
          <p:cNvGrpSpPr/>
          <p:nvPr/>
        </p:nvGrpSpPr>
        <p:grpSpPr>
          <a:xfrm>
            <a:off x="4881465" y="8062538"/>
            <a:ext cx="1212868" cy="1027569"/>
            <a:chOff x="0" y="0"/>
            <a:chExt cx="1212867" cy="1027568"/>
          </a:xfrm>
        </p:grpSpPr>
        <p:sp>
          <p:nvSpPr>
            <p:cNvPr id="7083" name="Shape 7083"/>
            <p:cNvSpPr/>
            <p:nvPr/>
          </p:nvSpPr>
          <p:spPr>
            <a:xfrm>
              <a:off x="0" y="551684"/>
              <a:ext cx="1212868" cy="4758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6308"/>
                  </a:moveTo>
                  <a:lnTo>
                    <a:pt x="18000" y="8602"/>
                  </a:lnTo>
                  <a:lnTo>
                    <a:pt x="18000" y="0"/>
                  </a:lnTo>
                  <a:lnTo>
                    <a:pt x="0" y="0"/>
                  </a:lnTo>
                  <a:lnTo>
                    <a:pt x="0" y="21600"/>
                  </a:lnTo>
                  <a:lnTo>
                    <a:pt x="18000" y="21600"/>
                  </a:lnTo>
                  <a:lnTo>
                    <a:pt x="18000" y="13189"/>
                  </a:lnTo>
                  <a:lnTo>
                    <a:pt x="19200" y="15483"/>
                  </a:lnTo>
                  <a:lnTo>
                    <a:pt x="21600" y="20262"/>
                  </a:lnTo>
                  <a:lnTo>
                    <a:pt x="21600" y="1720"/>
                  </a:lnTo>
                  <a:lnTo>
                    <a:pt x="19200" y="6308"/>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84" name="Shape 7084"/>
            <p:cNvSpPr/>
            <p:nvPr/>
          </p:nvSpPr>
          <p:spPr>
            <a:xfrm>
              <a:off x="4212" y="0"/>
              <a:ext cx="475884" cy="471671"/>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85" name="Shape 7085"/>
            <p:cNvSpPr/>
            <p:nvPr/>
          </p:nvSpPr>
          <p:spPr>
            <a:xfrm>
              <a:off x="534842" y="0"/>
              <a:ext cx="475884" cy="471671"/>
            </a:xfrm>
            <a:prstGeom prst="ellipse">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094" name="Group 7094"/>
          <p:cNvGrpSpPr/>
          <p:nvPr/>
        </p:nvGrpSpPr>
        <p:grpSpPr>
          <a:xfrm>
            <a:off x="19305353" y="7654738"/>
            <a:ext cx="844085" cy="660919"/>
            <a:chOff x="0" y="0"/>
            <a:chExt cx="844084" cy="660917"/>
          </a:xfrm>
        </p:grpSpPr>
        <p:sp>
          <p:nvSpPr>
            <p:cNvPr id="7087" name="Shape 7087"/>
            <p:cNvSpPr/>
            <p:nvPr/>
          </p:nvSpPr>
          <p:spPr>
            <a:xfrm>
              <a:off x="104244" y="100933"/>
              <a:ext cx="528840" cy="427026"/>
            </a:xfrm>
            <a:custGeom>
              <a:avLst/>
              <a:gdLst/>
              <a:ahLst/>
              <a:cxnLst>
                <a:cxn ang="0">
                  <a:pos x="wd2" y="hd2"/>
                </a:cxn>
                <a:cxn ang="5400000">
                  <a:pos x="wd2" y="hd2"/>
                </a:cxn>
                <a:cxn ang="10800000">
                  <a:pos x="wd2" y="hd2"/>
                </a:cxn>
                <a:cxn ang="16200000">
                  <a:pos x="wd2" y="hd2"/>
                </a:cxn>
              </a:cxnLst>
              <a:rect l="0" t="0" r="r" b="b"/>
              <a:pathLst>
                <a:path w="20832" h="21600" fill="norm" stroke="1" extrusionOk="0">
                  <a:moveTo>
                    <a:pt x="18957" y="1045"/>
                  </a:moveTo>
                  <a:cubicBezTo>
                    <a:pt x="16065" y="348"/>
                    <a:pt x="13263" y="0"/>
                    <a:pt x="10461" y="0"/>
                  </a:cubicBezTo>
                  <a:cubicBezTo>
                    <a:pt x="7569" y="0"/>
                    <a:pt x="4767" y="348"/>
                    <a:pt x="1966" y="1045"/>
                  </a:cubicBezTo>
                  <a:cubicBezTo>
                    <a:pt x="1604" y="1161"/>
                    <a:pt x="1243" y="1510"/>
                    <a:pt x="1152" y="1974"/>
                  </a:cubicBezTo>
                  <a:cubicBezTo>
                    <a:pt x="-384" y="7781"/>
                    <a:pt x="-384" y="13703"/>
                    <a:pt x="1152" y="19626"/>
                  </a:cubicBezTo>
                  <a:cubicBezTo>
                    <a:pt x="1243" y="20090"/>
                    <a:pt x="1604" y="20439"/>
                    <a:pt x="1966" y="20555"/>
                  </a:cubicBezTo>
                  <a:cubicBezTo>
                    <a:pt x="4767" y="21252"/>
                    <a:pt x="7569" y="21600"/>
                    <a:pt x="10461" y="21600"/>
                  </a:cubicBezTo>
                  <a:cubicBezTo>
                    <a:pt x="13263" y="21600"/>
                    <a:pt x="16065" y="21252"/>
                    <a:pt x="18957" y="20555"/>
                  </a:cubicBezTo>
                  <a:cubicBezTo>
                    <a:pt x="19318" y="20439"/>
                    <a:pt x="19589" y="20090"/>
                    <a:pt x="19680" y="19626"/>
                  </a:cubicBezTo>
                  <a:cubicBezTo>
                    <a:pt x="21216" y="13703"/>
                    <a:pt x="21216" y="7781"/>
                    <a:pt x="19680" y="1974"/>
                  </a:cubicBezTo>
                  <a:cubicBezTo>
                    <a:pt x="19589" y="1510"/>
                    <a:pt x="19318" y="1161"/>
                    <a:pt x="18957" y="1045"/>
                  </a:cubicBezTo>
                  <a:close/>
                  <a:moveTo>
                    <a:pt x="18685" y="19161"/>
                  </a:moveTo>
                  <a:cubicBezTo>
                    <a:pt x="13172" y="20671"/>
                    <a:pt x="7660" y="20671"/>
                    <a:pt x="2147" y="19161"/>
                  </a:cubicBezTo>
                  <a:cubicBezTo>
                    <a:pt x="701" y="13587"/>
                    <a:pt x="701" y="8013"/>
                    <a:pt x="2147" y="2439"/>
                  </a:cubicBezTo>
                  <a:cubicBezTo>
                    <a:pt x="7660" y="929"/>
                    <a:pt x="13172" y="929"/>
                    <a:pt x="18685" y="2439"/>
                  </a:cubicBezTo>
                  <a:cubicBezTo>
                    <a:pt x="20131" y="8013"/>
                    <a:pt x="20131" y="13587"/>
                    <a:pt x="18685" y="19161"/>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88" name="Shape 7088"/>
            <p:cNvSpPr/>
            <p:nvPr/>
          </p:nvSpPr>
          <p:spPr>
            <a:xfrm>
              <a:off x="-1" y="0"/>
              <a:ext cx="844086" cy="660919"/>
            </a:xfrm>
            <a:custGeom>
              <a:avLst/>
              <a:gdLst/>
              <a:ahLst/>
              <a:cxnLst>
                <a:cxn ang="0">
                  <a:pos x="wd2" y="hd2"/>
                </a:cxn>
                <a:cxn ang="5400000">
                  <a:pos x="wd2" y="hd2"/>
                </a:cxn>
                <a:cxn ang="10800000">
                  <a:pos x="wd2" y="hd2"/>
                </a:cxn>
                <a:cxn ang="16200000">
                  <a:pos x="wd2" y="hd2"/>
                </a:cxn>
              </a:cxnLst>
              <a:rect l="0" t="0" r="r" b="b"/>
              <a:pathLst>
                <a:path w="21084" h="21600" fill="norm" stroke="1" extrusionOk="0">
                  <a:moveTo>
                    <a:pt x="20311" y="2025"/>
                  </a:moveTo>
                  <a:cubicBezTo>
                    <a:pt x="20196" y="1275"/>
                    <a:pt x="19738" y="750"/>
                    <a:pt x="19222" y="675"/>
                  </a:cubicBezTo>
                  <a:cubicBezTo>
                    <a:pt x="16357" y="225"/>
                    <a:pt x="13435" y="0"/>
                    <a:pt x="10571" y="0"/>
                  </a:cubicBezTo>
                  <a:cubicBezTo>
                    <a:pt x="7649" y="0"/>
                    <a:pt x="4727" y="225"/>
                    <a:pt x="1862" y="675"/>
                  </a:cubicBezTo>
                  <a:cubicBezTo>
                    <a:pt x="1346" y="750"/>
                    <a:pt x="888" y="1275"/>
                    <a:pt x="773" y="2025"/>
                  </a:cubicBezTo>
                  <a:cubicBezTo>
                    <a:pt x="-258" y="7575"/>
                    <a:pt x="-258" y="13200"/>
                    <a:pt x="773" y="18750"/>
                  </a:cubicBezTo>
                  <a:cubicBezTo>
                    <a:pt x="888" y="19425"/>
                    <a:pt x="1346" y="19950"/>
                    <a:pt x="1862" y="20025"/>
                  </a:cubicBezTo>
                  <a:cubicBezTo>
                    <a:pt x="3237" y="20250"/>
                    <a:pt x="4669" y="20400"/>
                    <a:pt x="6044" y="20550"/>
                  </a:cubicBezTo>
                  <a:cubicBezTo>
                    <a:pt x="5987" y="20625"/>
                    <a:pt x="5930" y="20625"/>
                    <a:pt x="5930" y="20700"/>
                  </a:cubicBezTo>
                  <a:cubicBezTo>
                    <a:pt x="5930" y="21225"/>
                    <a:pt x="7992" y="21600"/>
                    <a:pt x="10571" y="21600"/>
                  </a:cubicBezTo>
                  <a:cubicBezTo>
                    <a:pt x="13092" y="21600"/>
                    <a:pt x="15154" y="21225"/>
                    <a:pt x="15154" y="20700"/>
                  </a:cubicBezTo>
                  <a:cubicBezTo>
                    <a:pt x="15154" y="20625"/>
                    <a:pt x="15097" y="20625"/>
                    <a:pt x="15040" y="20550"/>
                  </a:cubicBezTo>
                  <a:cubicBezTo>
                    <a:pt x="16415" y="20400"/>
                    <a:pt x="17847" y="20250"/>
                    <a:pt x="19222" y="20025"/>
                  </a:cubicBezTo>
                  <a:cubicBezTo>
                    <a:pt x="19738" y="19950"/>
                    <a:pt x="20196" y="19425"/>
                    <a:pt x="20311" y="18750"/>
                  </a:cubicBezTo>
                  <a:cubicBezTo>
                    <a:pt x="21342" y="13200"/>
                    <a:pt x="21342" y="7575"/>
                    <a:pt x="20311" y="2025"/>
                  </a:cubicBezTo>
                  <a:close/>
                  <a:moveTo>
                    <a:pt x="19050" y="18300"/>
                  </a:moveTo>
                  <a:cubicBezTo>
                    <a:pt x="13378" y="19200"/>
                    <a:pt x="7706" y="19200"/>
                    <a:pt x="2034" y="18300"/>
                  </a:cubicBezTo>
                  <a:cubicBezTo>
                    <a:pt x="1060" y="13050"/>
                    <a:pt x="1060" y="7725"/>
                    <a:pt x="2034" y="2400"/>
                  </a:cubicBezTo>
                  <a:cubicBezTo>
                    <a:pt x="7706" y="1500"/>
                    <a:pt x="13378" y="1500"/>
                    <a:pt x="19050" y="2400"/>
                  </a:cubicBezTo>
                  <a:cubicBezTo>
                    <a:pt x="20024" y="7725"/>
                    <a:pt x="20024" y="13050"/>
                    <a:pt x="19050" y="1830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89" name="Shape 7089"/>
            <p:cNvSpPr/>
            <p:nvPr/>
          </p:nvSpPr>
          <p:spPr>
            <a:xfrm>
              <a:off x="659332" y="132959"/>
              <a:ext cx="80554" cy="786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91" y="21600"/>
                  </a:moveTo>
                  <a:cubicBezTo>
                    <a:pt x="16663" y="21600"/>
                    <a:pt x="21600" y="16518"/>
                    <a:pt x="21600" y="10800"/>
                  </a:cubicBezTo>
                  <a:cubicBezTo>
                    <a:pt x="21600" y="4447"/>
                    <a:pt x="16663" y="0"/>
                    <a:pt x="10491" y="0"/>
                  </a:cubicBezTo>
                  <a:cubicBezTo>
                    <a:pt x="4937" y="0"/>
                    <a:pt x="0" y="4447"/>
                    <a:pt x="0" y="10800"/>
                  </a:cubicBezTo>
                  <a:cubicBezTo>
                    <a:pt x="0" y="16518"/>
                    <a:pt x="4937" y="21600"/>
                    <a:pt x="10491" y="21600"/>
                  </a:cubicBezTo>
                  <a:close/>
                  <a:moveTo>
                    <a:pt x="10491" y="6988"/>
                  </a:moveTo>
                  <a:cubicBezTo>
                    <a:pt x="12960" y="6988"/>
                    <a:pt x="14194" y="8894"/>
                    <a:pt x="14194" y="10800"/>
                  </a:cubicBezTo>
                  <a:cubicBezTo>
                    <a:pt x="14194" y="12706"/>
                    <a:pt x="12960" y="14612"/>
                    <a:pt x="10491" y="14612"/>
                  </a:cubicBezTo>
                  <a:cubicBezTo>
                    <a:pt x="8640" y="14612"/>
                    <a:pt x="7406" y="12706"/>
                    <a:pt x="7406" y="10800"/>
                  </a:cubicBezTo>
                  <a:cubicBezTo>
                    <a:pt x="7406" y="8894"/>
                    <a:pt x="8640" y="6988"/>
                    <a:pt x="10491" y="6988"/>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90" name="Shape 7090"/>
            <p:cNvSpPr/>
            <p:nvPr/>
          </p:nvSpPr>
          <p:spPr>
            <a:xfrm>
              <a:off x="634099" y="474579"/>
              <a:ext cx="105787" cy="28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348" y="0"/>
                    <a:pt x="2348" y="0"/>
                    <a:pt x="2348" y="0"/>
                  </a:cubicBezTo>
                  <a:cubicBezTo>
                    <a:pt x="939" y="0"/>
                    <a:pt x="0" y="5400"/>
                    <a:pt x="0" y="10800"/>
                  </a:cubicBezTo>
                  <a:cubicBezTo>
                    <a:pt x="0" y="16200"/>
                    <a:pt x="939" y="21600"/>
                    <a:pt x="2348" y="21600"/>
                  </a:cubicBezTo>
                  <a:cubicBezTo>
                    <a:pt x="18783" y="21600"/>
                    <a:pt x="18783" y="21600"/>
                    <a:pt x="18783" y="21600"/>
                  </a:cubicBezTo>
                  <a:cubicBezTo>
                    <a:pt x="20191" y="21600"/>
                    <a:pt x="21600" y="16200"/>
                    <a:pt x="21600" y="10800"/>
                  </a:cubicBezTo>
                  <a:cubicBezTo>
                    <a:pt x="21600" y="5400"/>
                    <a:pt x="20191" y="0"/>
                    <a:pt x="18783" y="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91" name="Shape 7091"/>
            <p:cNvSpPr/>
            <p:nvPr/>
          </p:nvSpPr>
          <p:spPr>
            <a:xfrm>
              <a:off x="659332" y="396938"/>
              <a:ext cx="105788" cy="252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817" y="0"/>
                    <a:pt x="2817" y="0"/>
                    <a:pt x="2817" y="0"/>
                  </a:cubicBezTo>
                  <a:cubicBezTo>
                    <a:pt x="1409" y="0"/>
                    <a:pt x="0" y="3927"/>
                    <a:pt x="0" y="9818"/>
                  </a:cubicBezTo>
                  <a:cubicBezTo>
                    <a:pt x="0" y="17673"/>
                    <a:pt x="1409" y="21600"/>
                    <a:pt x="2817" y="21600"/>
                  </a:cubicBezTo>
                  <a:cubicBezTo>
                    <a:pt x="18783" y="21600"/>
                    <a:pt x="18783" y="21600"/>
                    <a:pt x="18783" y="21600"/>
                  </a:cubicBezTo>
                  <a:cubicBezTo>
                    <a:pt x="20661" y="21600"/>
                    <a:pt x="21600" y="17673"/>
                    <a:pt x="21600" y="9818"/>
                  </a:cubicBezTo>
                  <a:cubicBezTo>
                    <a:pt x="21600" y="3927"/>
                    <a:pt x="20661" y="0"/>
                    <a:pt x="18783" y="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92" name="Shape 7092"/>
            <p:cNvSpPr/>
            <p:nvPr/>
          </p:nvSpPr>
          <p:spPr>
            <a:xfrm>
              <a:off x="659332" y="316386"/>
              <a:ext cx="105788" cy="28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817" y="0"/>
                    <a:pt x="2817" y="0"/>
                    <a:pt x="2817" y="0"/>
                  </a:cubicBezTo>
                  <a:cubicBezTo>
                    <a:pt x="1409" y="0"/>
                    <a:pt x="0" y="5400"/>
                    <a:pt x="0" y="10800"/>
                  </a:cubicBezTo>
                  <a:cubicBezTo>
                    <a:pt x="0" y="16200"/>
                    <a:pt x="1409" y="21600"/>
                    <a:pt x="2817" y="21600"/>
                  </a:cubicBezTo>
                  <a:cubicBezTo>
                    <a:pt x="18783" y="21600"/>
                    <a:pt x="18783" y="21600"/>
                    <a:pt x="18783" y="21600"/>
                  </a:cubicBezTo>
                  <a:cubicBezTo>
                    <a:pt x="20661" y="21600"/>
                    <a:pt x="21600" y="16200"/>
                    <a:pt x="21600" y="10800"/>
                  </a:cubicBezTo>
                  <a:cubicBezTo>
                    <a:pt x="21600" y="5400"/>
                    <a:pt x="20661" y="0"/>
                    <a:pt x="18783" y="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93" name="Shape 7093"/>
            <p:cNvSpPr/>
            <p:nvPr/>
          </p:nvSpPr>
          <p:spPr>
            <a:xfrm>
              <a:off x="211925" y="206718"/>
              <a:ext cx="158195" cy="1096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22" y="0"/>
                  </a:moveTo>
                  <a:cubicBezTo>
                    <a:pt x="3130" y="1800"/>
                    <a:pt x="3130" y="1800"/>
                    <a:pt x="3130" y="1800"/>
                  </a:cubicBezTo>
                  <a:cubicBezTo>
                    <a:pt x="2191" y="1800"/>
                    <a:pt x="1252" y="3150"/>
                    <a:pt x="939" y="4500"/>
                  </a:cubicBezTo>
                  <a:cubicBezTo>
                    <a:pt x="0" y="18900"/>
                    <a:pt x="0" y="18900"/>
                    <a:pt x="0" y="18900"/>
                  </a:cubicBezTo>
                  <a:cubicBezTo>
                    <a:pt x="0" y="20700"/>
                    <a:pt x="626" y="21600"/>
                    <a:pt x="1565" y="21600"/>
                  </a:cubicBezTo>
                  <a:cubicBezTo>
                    <a:pt x="2504" y="21600"/>
                    <a:pt x="3443" y="20700"/>
                    <a:pt x="3443" y="18900"/>
                  </a:cubicBezTo>
                  <a:cubicBezTo>
                    <a:pt x="4070" y="9450"/>
                    <a:pt x="4070" y="9450"/>
                    <a:pt x="4070" y="9450"/>
                  </a:cubicBezTo>
                  <a:cubicBezTo>
                    <a:pt x="4383" y="7650"/>
                    <a:pt x="5009" y="6750"/>
                    <a:pt x="6261" y="6300"/>
                  </a:cubicBezTo>
                  <a:cubicBezTo>
                    <a:pt x="19722" y="4950"/>
                    <a:pt x="19722" y="4950"/>
                    <a:pt x="19722" y="4950"/>
                  </a:cubicBezTo>
                  <a:cubicBezTo>
                    <a:pt x="20661" y="4950"/>
                    <a:pt x="21600" y="4050"/>
                    <a:pt x="21600" y="2250"/>
                  </a:cubicBezTo>
                  <a:cubicBezTo>
                    <a:pt x="21600" y="900"/>
                    <a:pt x="20661" y="0"/>
                    <a:pt x="19722" y="0"/>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098" name="Group 7098"/>
          <p:cNvGrpSpPr/>
          <p:nvPr/>
        </p:nvGrpSpPr>
        <p:grpSpPr>
          <a:xfrm>
            <a:off x="14037995" y="7515660"/>
            <a:ext cx="790969" cy="844347"/>
            <a:chOff x="0" y="0"/>
            <a:chExt cx="790967" cy="844346"/>
          </a:xfrm>
        </p:grpSpPr>
        <p:sp>
          <p:nvSpPr>
            <p:cNvPr id="7095" name="Shape 7095"/>
            <p:cNvSpPr/>
            <p:nvPr/>
          </p:nvSpPr>
          <p:spPr>
            <a:xfrm>
              <a:off x="0" y="0"/>
              <a:ext cx="790969" cy="844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0"/>
                  </a:moveTo>
                  <a:cubicBezTo>
                    <a:pt x="2880" y="0"/>
                    <a:pt x="2880" y="0"/>
                    <a:pt x="2880" y="0"/>
                  </a:cubicBezTo>
                  <a:cubicBezTo>
                    <a:pt x="1252" y="0"/>
                    <a:pt x="0" y="1233"/>
                    <a:pt x="0" y="2700"/>
                  </a:cubicBezTo>
                  <a:cubicBezTo>
                    <a:pt x="0" y="18900"/>
                    <a:pt x="0" y="18900"/>
                    <a:pt x="0" y="18900"/>
                  </a:cubicBezTo>
                  <a:cubicBezTo>
                    <a:pt x="0" y="20426"/>
                    <a:pt x="1252" y="21600"/>
                    <a:pt x="2880" y="21600"/>
                  </a:cubicBezTo>
                  <a:cubicBezTo>
                    <a:pt x="18720" y="21600"/>
                    <a:pt x="18720" y="21600"/>
                    <a:pt x="18720" y="21600"/>
                  </a:cubicBezTo>
                  <a:cubicBezTo>
                    <a:pt x="20285" y="21600"/>
                    <a:pt x="21600" y="20426"/>
                    <a:pt x="21600" y="18900"/>
                  </a:cubicBezTo>
                  <a:cubicBezTo>
                    <a:pt x="21600" y="2700"/>
                    <a:pt x="21600" y="2700"/>
                    <a:pt x="21600" y="2700"/>
                  </a:cubicBezTo>
                  <a:cubicBezTo>
                    <a:pt x="21600" y="1233"/>
                    <a:pt x="20285" y="0"/>
                    <a:pt x="18720" y="0"/>
                  </a:cubicBezTo>
                  <a:close/>
                  <a:moveTo>
                    <a:pt x="20160" y="18900"/>
                  </a:moveTo>
                  <a:cubicBezTo>
                    <a:pt x="20160" y="19663"/>
                    <a:pt x="19534" y="20250"/>
                    <a:pt x="18720" y="20250"/>
                  </a:cubicBezTo>
                  <a:cubicBezTo>
                    <a:pt x="2880" y="20250"/>
                    <a:pt x="2880" y="20250"/>
                    <a:pt x="2880" y="20250"/>
                  </a:cubicBezTo>
                  <a:cubicBezTo>
                    <a:pt x="2066" y="20250"/>
                    <a:pt x="1440" y="19663"/>
                    <a:pt x="1440" y="18900"/>
                  </a:cubicBezTo>
                  <a:cubicBezTo>
                    <a:pt x="1440" y="2700"/>
                    <a:pt x="1440" y="2700"/>
                    <a:pt x="1440" y="2700"/>
                  </a:cubicBezTo>
                  <a:cubicBezTo>
                    <a:pt x="1440" y="1937"/>
                    <a:pt x="2066" y="1350"/>
                    <a:pt x="2880" y="1350"/>
                  </a:cubicBezTo>
                  <a:cubicBezTo>
                    <a:pt x="18720" y="1350"/>
                    <a:pt x="18720" y="1350"/>
                    <a:pt x="18720" y="1350"/>
                  </a:cubicBezTo>
                  <a:cubicBezTo>
                    <a:pt x="19534" y="1350"/>
                    <a:pt x="20160" y="1937"/>
                    <a:pt x="20160" y="2700"/>
                  </a:cubicBezTo>
                  <a:lnTo>
                    <a:pt x="20160" y="18900"/>
                  </a:ln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96" name="Shape 7096"/>
            <p:cNvSpPr/>
            <p:nvPr/>
          </p:nvSpPr>
          <p:spPr>
            <a:xfrm>
              <a:off x="104815" y="105786"/>
              <a:ext cx="580367" cy="5279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5" y="0"/>
                  </a:moveTo>
                  <a:cubicBezTo>
                    <a:pt x="939" y="0"/>
                    <a:pt x="939" y="0"/>
                    <a:pt x="939" y="0"/>
                  </a:cubicBezTo>
                  <a:cubicBezTo>
                    <a:pt x="427" y="0"/>
                    <a:pt x="0" y="470"/>
                    <a:pt x="0" y="1033"/>
                  </a:cubicBezTo>
                  <a:cubicBezTo>
                    <a:pt x="0" y="20567"/>
                    <a:pt x="0" y="20567"/>
                    <a:pt x="0" y="20567"/>
                  </a:cubicBezTo>
                  <a:cubicBezTo>
                    <a:pt x="0" y="21130"/>
                    <a:pt x="427" y="21600"/>
                    <a:pt x="939" y="21600"/>
                  </a:cubicBezTo>
                  <a:cubicBezTo>
                    <a:pt x="20575" y="21600"/>
                    <a:pt x="20575" y="21600"/>
                    <a:pt x="20575" y="21600"/>
                  </a:cubicBezTo>
                  <a:cubicBezTo>
                    <a:pt x="21173" y="21600"/>
                    <a:pt x="21600" y="21130"/>
                    <a:pt x="21600" y="20567"/>
                  </a:cubicBezTo>
                  <a:cubicBezTo>
                    <a:pt x="21600" y="1033"/>
                    <a:pt x="21600" y="1033"/>
                    <a:pt x="21600" y="1033"/>
                  </a:cubicBezTo>
                  <a:cubicBezTo>
                    <a:pt x="21600" y="470"/>
                    <a:pt x="21173" y="0"/>
                    <a:pt x="20575" y="0"/>
                  </a:cubicBezTo>
                  <a:close/>
                  <a:moveTo>
                    <a:pt x="20575" y="1033"/>
                  </a:moveTo>
                  <a:cubicBezTo>
                    <a:pt x="20575" y="16059"/>
                    <a:pt x="20575" y="16059"/>
                    <a:pt x="20575" y="16059"/>
                  </a:cubicBezTo>
                  <a:cubicBezTo>
                    <a:pt x="17417" y="12209"/>
                    <a:pt x="17417" y="12209"/>
                    <a:pt x="17417" y="12209"/>
                  </a:cubicBezTo>
                  <a:cubicBezTo>
                    <a:pt x="17246" y="12021"/>
                    <a:pt x="16990" y="11927"/>
                    <a:pt x="16648" y="11927"/>
                  </a:cubicBezTo>
                  <a:cubicBezTo>
                    <a:pt x="16392" y="11927"/>
                    <a:pt x="16136" y="12021"/>
                    <a:pt x="15965" y="12209"/>
                  </a:cubicBezTo>
                  <a:cubicBezTo>
                    <a:pt x="13404" y="15402"/>
                    <a:pt x="13404" y="15402"/>
                    <a:pt x="13404" y="15402"/>
                  </a:cubicBezTo>
                  <a:cubicBezTo>
                    <a:pt x="5635" y="5729"/>
                    <a:pt x="5635" y="5729"/>
                    <a:pt x="5635" y="5729"/>
                  </a:cubicBezTo>
                  <a:cubicBezTo>
                    <a:pt x="5464" y="5541"/>
                    <a:pt x="5208" y="5353"/>
                    <a:pt x="4866" y="5353"/>
                  </a:cubicBezTo>
                  <a:cubicBezTo>
                    <a:pt x="4610" y="5353"/>
                    <a:pt x="4354" y="5541"/>
                    <a:pt x="4183" y="5729"/>
                  </a:cubicBezTo>
                  <a:cubicBezTo>
                    <a:pt x="939" y="9861"/>
                    <a:pt x="939" y="9861"/>
                    <a:pt x="939" y="9861"/>
                  </a:cubicBezTo>
                  <a:cubicBezTo>
                    <a:pt x="939" y="1033"/>
                    <a:pt x="939" y="1033"/>
                    <a:pt x="939" y="1033"/>
                  </a:cubicBezTo>
                  <a:lnTo>
                    <a:pt x="20575" y="1033"/>
                  </a:lnTo>
                  <a:close/>
                  <a:moveTo>
                    <a:pt x="939" y="11457"/>
                  </a:moveTo>
                  <a:cubicBezTo>
                    <a:pt x="4866" y="6480"/>
                    <a:pt x="4866" y="6480"/>
                    <a:pt x="4866" y="6480"/>
                  </a:cubicBezTo>
                  <a:cubicBezTo>
                    <a:pt x="12806" y="16341"/>
                    <a:pt x="12806" y="16341"/>
                    <a:pt x="12806" y="16341"/>
                  </a:cubicBezTo>
                  <a:cubicBezTo>
                    <a:pt x="13404" y="17092"/>
                    <a:pt x="13404" y="17092"/>
                    <a:pt x="13404" y="17092"/>
                  </a:cubicBezTo>
                  <a:cubicBezTo>
                    <a:pt x="16136" y="20567"/>
                    <a:pt x="16136" y="20567"/>
                    <a:pt x="16136" y="20567"/>
                  </a:cubicBezTo>
                  <a:cubicBezTo>
                    <a:pt x="939" y="20567"/>
                    <a:pt x="939" y="20567"/>
                    <a:pt x="939" y="20567"/>
                  </a:cubicBezTo>
                  <a:lnTo>
                    <a:pt x="939" y="11457"/>
                  </a:lnTo>
                  <a:close/>
                  <a:moveTo>
                    <a:pt x="17417" y="20567"/>
                  </a:moveTo>
                  <a:cubicBezTo>
                    <a:pt x="14087" y="16247"/>
                    <a:pt x="14087" y="16247"/>
                    <a:pt x="14087" y="16247"/>
                  </a:cubicBezTo>
                  <a:cubicBezTo>
                    <a:pt x="16648" y="12960"/>
                    <a:pt x="16648" y="12960"/>
                    <a:pt x="16648" y="12960"/>
                  </a:cubicBezTo>
                  <a:cubicBezTo>
                    <a:pt x="20575" y="17656"/>
                    <a:pt x="20575" y="17656"/>
                    <a:pt x="20575" y="17656"/>
                  </a:cubicBezTo>
                  <a:cubicBezTo>
                    <a:pt x="20575" y="20567"/>
                    <a:pt x="20575" y="20567"/>
                    <a:pt x="20575" y="20567"/>
                  </a:cubicBezTo>
                  <a:lnTo>
                    <a:pt x="17417" y="20567"/>
                  </a:ln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097" name="Shape 7097"/>
            <p:cNvSpPr/>
            <p:nvPr/>
          </p:nvSpPr>
          <p:spPr>
            <a:xfrm>
              <a:off x="422172" y="183427"/>
              <a:ext cx="158195" cy="161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43" y="21600"/>
                  </a:moveTo>
                  <a:cubicBezTo>
                    <a:pt x="16591" y="21600"/>
                    <a:pt x="21600" y="16663"/>
                    <a:pt x="21600" y="10800"/>
                  </a:cubicBezTo>
                  <a:cubicBezTo>
                    <a:pt x="21600" y="4937"/>
                    <a:pt x="16591" y="0"/>
                    <a:pt x="10643" y="0"/>
                  </a:cubicBezTo>
                  <a:cubicBezTo>
                    <a:pt x="4696" y="0"/>
                    <a:pt x="0" y="4937"/>
                    <a:pt x="0" y="10800"/>
                  </a:cubicBezTo>
                  <a:cubicBezTo>
                    <a:pt x="0" y="16663"/>
                    <a:pt x="4696" y="21600"/>
                    <a:pt x="10643" y="21600"/>
                  </a:cubicBezTo>
                  <a:close/>
                  <a:moveTo>
                    <a:pt x="10643" y="3703"/>
                  </a:moveTo>
                  <a:cubicBezTo>
                    <a:pt x="14713" y="3703"/>
                    <a:pt x="17843" y="6789"/>
                    <a:pt x="17843" y="10800"/>
                  </a:cubicBezTo>
                  <a:cubicBezTo>
                    <a:pt x="17843" y="14811"/>
                    <a:pt x="14713" y="17897"/>
                    <a:pt x="10643" y="17897"/>
                  </a:cubicBezTo>
                  <a:cubicBezTo>
                    <a:pt x="6887" y="17897"/>
                    <a:pt x="3443" y="14811"/>
                    <a:pt x="3443" y="10800"/>
                  </a:cubicBezTo>
                  <a:cubicBezTo>
                    <a:pt x="3443" y="6789"/>
                    <a:pt x="6887" y="3703"/>
                    <a:pt x="10643" y="3703"/>
                  </a:cubicBez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01" name="Group 7101"/>
          <p:cNvGrpSpPr/>
          <p:nvPr/>
        </p:nvGrpSpPr>
        <p:grpSpPr>
          <a:xfrm>
            <a:off x="14004263" y="11760094"/>
            <a:ext cx="890096" cy="1065575"/>
            <a:chOff x="0" y="0"/>
            <a:chExt cx="890095" cy="1065574"/>
          </a:xfrm>
        </p:grpSpPr>
        <p:sp>
          <p:nvSpPr>
            <p:cNvPr id="7099" name="Shape 7099"/>
            <p:cNvSpPr/>
            <p:nvPr/>
          </p:nvSpPr>
          <p:spPr>
            <a:xfrm>
              <a:off x="0" y="-1"/>
              <a:ext cx="890096" cy="1065576"/>
            </a:xfrm>
            <a:custGeom>
              <a:avLst/>
              <a:gdLst/>
              <a:ahLst/>
              <a:cxnLst>
                <a:cxn ang="0">
                  <a:pos x="wd2" y="hd2"/>
                </a:cxn>
                <a:cxn ang="5400000">
                  <a:pos x="wd2" y="hd2"/>
                </a:cxn>
                <a:cxn ang="10800000">
                  <a:pos x="wd2" y="hd2"/>
                </a:cxn>
                <a:cxn ang="16200000">
                  <a:pos x="wd2" y="hd2"/>
                </a:cxn>
              </a:cxnLst>
              <a:rect l="0" t="0" r="r" b="b"/>
              <a:pathLst>
                <a:path w="21600" h="21534" fill="norm" stroke="1" extrusionOk="0">
                  <a:moveTo>
                    <a:pt x="10800" y="21534"/>
                  </a:moveTo>
                  <a:cubicBezTo>
                    <a:pt x="10694" y="21534"/>
                    <a:pt x="10694" y="21534"/>
                    <a:pt x="10588" y="21534"/>
                  </a:cubicBezTo>
                  <a:cubicBezTo>
                    <a:pt x="1271" y="19330"/>
                    <a:pt x="106" y="14216"/>
                    <a:pt x="0" y="14040"/>
                  </a:cubicBezTo>
                  <a:cubicBezTo>
                    <a:pt x="0" y="14040"/>
                    <a:pt x="0" y="13952"/>
                    <a:pt x="0" y="13952"/>
                  </a:cubicBezTo>
                  <a:cubicBezTo>
                    <a:pt x="0" y="1256"/>
                    <a:pt x="0" y="1256"/>
                    <a:pt x="0" y="1256"/>
                  </a:cubicBezTo>
                  <a:cubicBezTo>
                    <a:pt x="0" y="1080"/>
                    <a:pt x="106" y="816"/>
                    <a:pt x="424" y="727"/>
                  </a:cubicBezTo>
                  <a:cubicBezTo>
                    <a:pt x="635" y="727"/>
                    <a:pt x="953" y="727"/>
                    <a:pt x="1059" y="904"/>
                  </a:cubicBezTo>
                  <a:cubicBezTo>
                    <a:pt x="2224" y="1785"/>
                    <a:pt x="3176" y="2138"/>
                    <a:pt x="4871" y="2138"/>
                  </a:cubicBezTo>
                  <a:cubicBezTo>
                    <a:pt x="6988" y="2138"/>
                    <a:pt x="9212" y="1345"/>
                    <a:pt x="10271" y="198"/>
                  </a:cubicBezTo>
                  <a:cubicBezTo>
                    <a:pt x="10482" y="-66"/>
                    <a:pt x="11012" y="-66"/>
                    <a:pt x="11329" y="198"/>
                  </a:cubicBezTo>
                  <a:cubicBezTo>
                    <a:pt x="12388" y="1345"/>
                    <a:pt x="14612" y="2138"/>
                    <a:pt x="16729" y="2138"/>
                  </a:cubicBezTo>
                  <a:cubicBezTo>
                    <a:pt x="18424" y="2138"/>
                    <a:pt x="19376" y="1785"/>
                    <a:pt x="20541" y="904"/>
                  </a:cubicBezTo>
                  <a:cubicBezTo>
                    <a:pt x="20647" y="727"/>
                    <a:pt x="20965" y="727"/>
                    <a:pt x="21176" y="727"/>
                  </a:cubicBezTo>
                  <a:cubicBezTo>
                    <a:pt x="21494" y="816"/>
                    <a:pt x="21600" y="1080"/>
                    <a:pt x="21600" y="1256"/>
                  </a:cubicBezTo>
                  <a:cubicBezTo>
                    <a:pt x="21600" y="13952"/>
                    <a:pt x="21600" y="13952"/>
                    <a:pt x="21600" y="13952"/>
                  </a:cubicBezTo>
                  <a:cubicBezTo>
                    <a:pt x="21600" y="13952"/>
                    <a:pt x="21600" y="14040"/>
                    <a:pt x="21600" y="14040"/>
                  </a:cubicBezTo>
                  <a:cubicBezTo>
                    <a:pt x="21494" y="14216"/>
                    <a:pt x="20329" y="19330"/>
                    <a:pt x="11012" y="21534"/>
                  </a:cubicBezTo>
                  <a:cubicBezTo>
                    <a:pt x="10906" y="21534"/>
                    <a:pt x="10906" y="21534"/>
                    <a:pt x="10800" y="21534"/>
                  </a:cubicBezTo>
                  <a:close/>
                  <a:moveTo>
                    <a:pt x="1271" y="13864"/>
                  </a:moveTo>
                  <a:cubicBezTo>
                    <a:pt x="1376" y="14393"/>
                    <a:pt x="2647" y="18536"/>
                    <a:pt x="10800" y="20476"/>
                  </a:cubicBezTo>
                  <a:cubicBezTo>
                    <a:pt x="18953" y="18536"/>
                    <a:pt x="20224" y="14393"/>
                    <a:pt x="20329" y="13864"/>
                  </a:cubicBezTo>
                  <a:cubicBezTo>
                    <a:pt x="20329" y="2403"/>
                    <a:pt x="20329" y="2403"/>
                    <a:pt x="20329" y="2403"/>
                  </a:cubicBezTo>
                  <a:cubicBezTo>
                    <a:pt x="19271" y="2932"/>
                    <a:pt x="18212" y="3196"/>
                    <a:pt x="16729" y="3196"/>
                  </a:cubicBezTo>
                  <a:cubicBezTo>
                    <a:pt x="14506" y="3196"/>
                    <a:pt x="12176" y="2403"/>
                    <a:pt x="10800" y="1345"/>
                  </a:cubicBezTo>
                  <a:cubicBezTo>
                    <a:pt x="9424" y="2403"/>
                    <a:pt x="7094" y="3196"/>
                    <a:pt x="4871" y="3196"/>
                  </a:cubicBezTo>
                  <a:cubicBezTo>
                    <a:pt x="3388" y="3196"/>
                    <a:pt x="2329" y="2932"/>
                    <a:pt x="1271" y="2403"/>
                  </a:cubicBezTo>
                  <a:lnTo>
                    <a:pt x="1271" y="13864"/>
                  </a:ln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00" name="Shape 7100"/>
            <p:cNvSpPr/>
            <p:nvPr/>
          </p:nvSpPr>
          <p:spPr>
            <a:xfrm>
              <a:off x="175100" y="244787"/>
              <a:ext cx="541720" cy="5417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87" y="21600"/>
                  </a:moveTo>
                  <a:cubicBezTo>
                    <a:pt x="8013" y="21600"/>
                    <a:pt x="8013" y="21600"/>
                    <a:pt x="8013" y="21600"/>
                  </a:cubicBezTo>
                  <a:cubicBezTo>
                    <a:pt x="7490" y="21600"/>
                    <a:pt x="6968" y="21077"/>
                    <a:pt x="6968" y="20555"/>
                  </a:cubicBezTo>
                  <a:cubicBezTo>
                    <a:pt x="6968" y="14632"/>
                    <a:pt x="6968" y="14632"/>
                    <a:pt x="6968" y="14632"/>
                  </a:cubicBezTo>
                  <a:cubicBezTo>
                    <a:pt x="1045" y="14632"/>
                    <a:pt x="1045" y="14632"/>
                    <a:pt x="1045" y="14632"/>
                  </a:cubicBezTo>
                  <a:cubicBezTo>
                    <a:pt x="523" y="14632"/>
                    <a:pt x="0" y="14110"/>
                    <a:pt x="0" y="13587"/>
                  </a:cubicBezTo>
                  <a:cubicBezTo>
                    <a:pt x="0" y="8013"/>
                    <a:pt x="0" y="8013"/>
                    <a:pt x="0" y="8013"/>
                  </a:cubicBezTo>
                  <a:cubicBezTo>
                    <a:pt x="0" y="7490"/>
                    <a:pt x="523" y="6968"/>
                    <a:pt x="1045" y="6968"/>
                  </a:cubicBezTo>
                  <a:cubicBezTo>
                    <a:pt x="6968" y="6968"/>
                    <a:pt x="6968" y="6968"/>
                    <a:pt x="6968" y="6968"/>
                  </a:cubicBezTo>
                  <a:cubicBezTo>
                    <a:pt x="6968" y="1045"/>
                    <a:pt x="6968" y="1045"/>
                    <a:pt x="6968" y="1045"/>
                  </a:cubicBezTo>
                  <a:cubicBezTo>
                    <a:pt x="6968" y="523"/>
                    <a:pt x="7490" y="0"/>
                    <a:pt x="8013" y="0"/>
                  </a:cubicBezTo>
                  <a:cubicBezTo>
                    <a:pt x="13587" y="0"/>
                    <a:pt x="13587" y="0"/>
                    <a:pt x="13587" y="0"/>
                  </a:cubicBezTo>
                  <a:cubicBezTo>
                    <a:pt x="14110" y="0"/>
                    <a:pt x="14632" y="523"/>
                    <a:pt x="14632" y="1045"/>
                  </a:cubicBezTo>
                  <a:cubicBezTo>
                    <a:pt x="14632" y="6968"/>
                    <a:pt x="14632" y="6968"/>
                    <a:pt x="14632" y="6968"/>
                  </a:cubicBezTo>
                  <a:cubicBezTo>
                    <a:pt x="20555" y="6968"/>
                    <a:pt x="20555" y="6968"/>
                    <a:pt x="20555" y="6968"/>
                  </a:cubicBezTo>
                  <a:cubicBezTo>
                    <a:pt x="21077" y="6968"/>
                    <a:pt x="21600" y="7490"/>
                    <a:pt x="21600" y="8013"/>
                  </a:cubicBezTo>
                  <a:cubicBezTo>
                    <a:pt x="21600" y="13587"/>
                    <a:pt x="21600" y="13587"/>
                    <a:pt x="21600" y="13587"/>
                  </a:cubicBezTo>
                  <a:cubicBezTo>
                    <a:pt x="21600" y="14110"/>
                    <a:pt x="21077" y="14632"/>
                    <a:pt x="20555" y="14632"/>
                  </a:cubicBezTo>
                  <a:cubicBezTo>
                    <a:pt x="14632" y="14632"/>
                    <a:pt x="14632" y="14632"/>
                    <a:pt x="14632" y="14632"/>
                  </a:cubicBezTo>
                  <a:cubicBezTo>
                    <a:pt x="14632" y="20555"/>
                    <a:pt x="14632" y="20555"/>
                    <a:pt x="14632" y="20555"/>
                  </a:cubicBezTo>
                  <a:cubicBezTo>
                    <a:pt x="14632" y="21077"/>
                    <a:pt x="14110" y="21600"/>
                    <a:pt x="13587" y="21600"/>
                  </a:cubicBezTo>
                  <a:close/>
                  <a:moveTo>
                    <a:pt x="9058" y="19510"/>
                  </a:moveTo>
                  <a:cubicBezTo>
                    <a:pt x="12542" y="19510"/>
                    <a:pt x="12542" y="19510"/>
                    <a:pt x="12542" y="19510"/>
                  </a:cubicBezTo>
                  <a:cubicBezTo>
                    <a:pt x="12542" y="13587"/>
                    <a:pt x="12542" y="13587"/>
                    <a:pt x="12542" y="13587"/>
                  </a:cubicBezTo>
                  <a:cubicBezTo>
                    <a:pt x="12542" y="13065"/>
                    <a:pt x="13065" y="12542"/>
                    <a:pt x="13587" y="12542"/>
                  </a:cubicBezTo>
                  <a:cubicBezTo>
                    <a:pt x="19510" y="12542"/>
                    <a:pt x="19510" y="12542"/>
                    <a:pt x="19510" y="12542"/>
                  </a:cubicBezTo>
                  <a:cubicBezTo>
                    <a:pt x="19510" y="9058"/>
                    <a:pt x="19510" y="9058"/>
                    <a:pt x="19510" y="9058"/>
                  </a:cubicBezTo>
                  <a:cubicBezTo>
                    <a:pt x="13587" y="9058"/>
                    <a:pt x="13587" y="9058"/>
                    <a:pt x="13587" y="9058"/>
                  </a:cubicBezTo>
                  <a:cubicBezTo>
                    <a:pt x="13065" y="9058"/>
                    <a:pt x="12542" y="8535"/>
                    <a:pt x="12542" y="8013"/>
                  </a:cubicBezTo>
                  <a:cubicBezTo>
                    <a:pt x="12542" y="2090"/>
                    <a:pt x="12542" y="2090"/>
                    <a:pt x="12542" y="2090"/>
                  </a:cubicBezTo>
                  <a:cubicBezTo>
                    <a:pt x="9058" y="2090"/>
                    <a:pt x="9058" y="2090"/>
                    <a:pt x="9058" y="2090"/>
                  </a:cubicBezTo>
                  <a:cubicBezTo>
                    <a:pt x="9058" y="8013"/>
                    <a:pt x="9058" y="8013"/>
                    <a:pt x="9058" y="8013"/>
                  </a:cubicBezTo>
                  <a:cubicBezTo>
                    <a:pt x="9058" y="8535"/>
                    <a:pt x="8535" y="9058"/>
                    <a:pt x="8013" y="9058"/>
                  </a:cubicBezTo>
                  <a:cubicBezTo>
                    <a:pt x="2090" y="9058"/>
                    <a:pt x="2090" y="9058"/>
                    <a:pt x="2090" y="9058"/>
                  </a:cubicBezTo>
                  <a:cubicBezTo>
                    <a:pt x="2090" y="12542"/>
                    <a:pt x="2090" y="12542"/>
                    <a:pt x="2090" y="12542"/>
                  </a:cubicBezTo>
                  <a:cubicBezTo>
                    <a:pt x="8013" y="12542"/>
                    <a:pt x="8013" y="12542"/>
                    <a:pt x="8013" y="12542"/>
                  </a:cubicBezTo>
                  <a:cubicBezTo>
                    <a:pt x="8535" y="12542"/>
                    <a:pt x="9058" y="13065"/>
                    <a:pt x="9058" y="13587"/>
                  </a:cubicBezTo>
                  <a:lnTo>
                    <a:pt x="9058" y="19510"/>
                  </a:lnTo>
                  <a:close/>
                </a:path>
              </a:pathLst>
            </a:custGeom>
            <a:solidFill>
              <a:srgbClr val="FFFFFF"/>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07" name="Group 7107"/>
          <p:cNvGrpSpPr/>
          <p:nvPr/>
        </p:nvGrpSpPr>
        <p:grpSpPr>
          <a:xfrm>
            <a:off x="6481768" y="6402900"/>
            <a:ext cx="939891" cy="1100217"/>
            <a:chOff x="0" y="0"/>
            <a:chExt cx="939890" cy="1100215"/>
          </a:xfrm>
        </p:grpSpPr>
        <p:sp>
          <p:nvSpPr>
            <p:cNvPr id="7102" name="Shape 7102"/>
            <p:cNvSpPr/>
            <p:nvPr/>
          </p:nvSpPr>
          <p:spPr>
            <a:xfrm rot="468924">
              <a:off x="49950" y="271202"/>
              <a:ext cx="718893" cy="783776"/>
            </a:xfrm>
            <a:custGeom>
              <a:avLst/>
              <a:gdLst/>
              <a:ahLst/>
              <a:cxnLst>
                <a:cxn ang="0">
                  <a:pos x="wd2" y="hd2"/>
                </a:cxn>
                <a:cxn ang="5400000">
                  <a:pos x="wd2" y="hd2"/>
                </a:cxn>
                <a:cxn ang="10800000">
                  <a:pos x="wd2" y="hd2"/>
                </a:cxn>
                <a:cxn ang="16200000">
                  <a:pos x="wd2" y="hd2"/>
                </a:cxn>
              </a:cxnLst>
              <a:rect l="0" t="0" r="r" b="b"/>
              <a:pathLst>
                <a:path w="19973" h="19965" fill="norm" stroke="1" extrusionOk="0">
                  <a:moveTo>
                    <a:pt x="18640" y="12627"/>
                  </a:moveTo>
                  <a:cubicBezTo>
                    <a:pt x="18640" y="12627"/>
                    <a:pt x="15106" y="11553"/>
                    <a:pt x="15106" y="9644"/>
                  </a:cubicBezTo>
                  <a:cubicBezTo>
                    <a:pt x="15106" y="9524"/>
                    <a:pt x="15106" y="9405"/>
                    <a:pt x="15106" y="9286"/>
                  </a:cubicBezTo>
                  <a:cubicBezTo>
                    <a:pt x="13797" y="10121"/>
                    <a:pt x="12357" y="10956"/>
                    <a:pt x="11833" y="11195"/>
                  </a:cubicBezTo>
                  <a:cubicBezTo>
                    <a:pt x="11178" y="11553"/>
                    <a:pt x="11178" y="11553"/>
                    <a:pt x="11178" y="11553"/>
                  </a:cubicBezTo>
                  <a:cubicBezTo>
                    <a:pt x="11047" y="10718"/>
                    <a:pt x="11047" y="10718"/>
                    <a:pt x="11047" y="10718"/>
                  </a:cubicBezTo>
                  <a:cubicBezTo>
                    <a:pt x="10917" y="10121"/>
                    <a:pt x="10524" y="6541"/>
                    <a:pt x="11309" y="5348"/>
                  </a:cubicBezTo>
                  <a:cubicBezTo>
                    <a:pt x="11702" y="4751"/>
                    <a:pt x="12226" y="4273"/>
                    <a:pt x="13011" y="4035"/>
                  </a:cubicBezTo>
                  <a:cubicBezTo>
                    <a:pt x="13011" y="4035"/>
                    <a:pt x="13142" y="4035"/>
                    <a:pt x="13142" y="4035"/>
                  </a:cubicBezTo>
                  <a:cubicBezTo>
                    <a:pt x="13142" y="3796"/>
                    <a:pt x="13142" y="3796"/>
                    <a:pt x="13142" y="3796"/>
                  </a:cubicBezTo>
                  <a:cubicBezTo>
                    <a:pt x="13142" y="3199"/>
                    <a:pt x="13142" y="2125"/>
                    <a:pt x="13535" y="1409"/>
                  </a:cubicBezTo>
                  <a:cubicBezTo>
                    <a:pt x="13797" y="813"/>
                    <a:pt x="13797" y="813"/>
                    <a:pt x="13797" y="813"/>
                  </a:cubicBezTo>
                  <a:cubicBezTo>
                    <a:pt x="13797" y="932"/>
                    <a:pt x="13797" y="932"/>
                    <a:pt x="13797" y="932"/>
                  </a:cubicBezTo>
                  <a:cubicBezTo>
                    <a:pt x="14189" y="455"/>
                    <a:pt x="14189" y="455"/>
                    <a:pt x="14189" y="455"/>
                  </a:cubicBezTo>
                  <a:cubicBezTo>
                    <a:pt x="14189" y="335"/>
                    <a:pt x="14320" y="335"/>
                    <a:pt x="14451" y="216"/>
                  </a:cubicBezTo>
                  <a:cubicBezTo>
                    <a:pt x="10786" y="-500"/>
                    <a:pt x="6727" y="574"/>
                    <a:pt x="3717" y="3319"/>
                  </a:cubicBezTo>
                  <a:cubicBezTo>
                    <a:pt x="-865" y="7376"/>
                    <a:pt x="-1258" y="13701"/>
                    <a:pt x="2800" y="17401"/>
                  </a:cubicBezTo>
                  <a:cubicBezTo>
                    <a:pt x="6858" y="21100"/>
                    <a:pt x="13797" y="20742"/>
                    <a:pt x="18378" y="16685"/>
                  </a:cubicBezTo>
                  <a:cubicBezTo>
                    <a:pt x="19426" y="15610"/>
                    <a:pt x="19687" y="15133"/>
                    <a:pt x="19687" y="15133"/>
                  </a:cubicBezTo>
                  <a:cubicBezTo>
                    <a:pt x="20342" y="14178"/>
                    <a:pt x="19818" y="13104"/>
                    <a:pt x="18640" y="12627"/>
                  </a:cubicBezTo>
                  <a:close/>
                  <a:moveTo>
                    <a:pt x="5680" y="13582"/>
                  </a:moveTo>
                  <a:cubicBezTo>
                    <a:pt x="5026" y="14178"/>
                    <a:pt x="3978" y="14178"/>
                    <a:pt x="3324" y="13582"/>
                  </a:cubicBezTo>
                  <a:cubicBezTo>
                    <a:pt x="2669" y="12985"/>
                    <a:pt x="2669" y="12030"/>
                    <a:pt x="3324" y="11434"/>
                  </a:cubicBezTo>
                  <a:cubicBezTo>
                    <a:pt x="3978" y="10837"/>
                    <a:pt x="5026" y="10837"/>
                    <a:pt x="5680" y="11434"/>
                  </a:cubicBezTo>
                  <a:cubicBezTo>
                    <a:pt x="6335" y="12030"/>
                    <a:pt x="6335" y="12985"/>
                    <a:pt x="5680" y="13582"/>
                  </a:cubicBezTo>
                  <a:close/>
                  <a:moveTo>
                    <a:pt x="4109" y="8570"/>
                  </a:moveTo>
                  <a:cubicBezTo>
                    <a:pt x="3455" y="7973"/>
                    <a:pt x="3455" y="7018"/>
                    <a:pt x="4109" y="6422"/>
                  </a:cubicBezTo>
                  <a:cubicBezTo>
                    <a:pt x="4764" y="5825"/>
                    <a:pt x="5811" y="5825"/>
                    <a:pt x="6466" y="6422"/>
                  </a:cubicBezTo>
                  <a:cubicBezTo>
                    <a:pt x="7120" y="7018"/>
                    <a:pt x="7120" y="7973"/>
                    <a:pt x="6466" y="8570"/>
                  </a:cubicBezTo>
                  <a:cubicBezTo>
                    <a:pt x="5811" y="9166"/>
                    <a:pt x="4764" y="9166"/>
                    <a:pt x="4109" y="8570"/>
                  </a:cubicBezTo>
                  <a:close/>
                  <a:moveTo>
                    <a:pt x="9738" y="17043"/>
                  </a:moveTo>
                  <a:cubicBezTo>
                    <a:pt x="9084" y="17639"/>
                    <a:pt x="8037" y="17639"/>
                    <a:pt x="7382" y="17043"/>
                  </a:cubicBezTo>
                  <a:cubicBezTo>
                    <a:pt x="6727" y="16446"/>
                    <a:pt x="6727" y="15491"/>
                    <a:pt x="7382" y="14894"/>
                  </a:cubicBezTo>
                  <a:cubicBezTo>
                    <a:pt x="8037" y="14298"/>
                    <a:pt x="9084" y="14298"/>
                    <a:pt x="9738" y="14894"/>
                  </a:cubicBezTo>
                  <a:cubicBezTo>
                    <a:pt x="10393" y="15491"/>
                    <a:pt x="10393" y="16446"/>
                    <a:pt x="9738" y="17043"/>
                  </a:cubicBezTo>
                  <a:close/>
                  <a:moveTo>
                    <a:pt x="8037" y="4990"/>
                  </a:moveTo>
                  <a:cubicBezTo>
                    <a:pt x="7382" y="4393"/>
                    <a:pt x="7382" y="3438"/>
                    <a:pt x="8037" y="2841"/>
                  </a:cubicBezTo>
                  <a:cubicBezTo>
                    <a:pt x="8691" y="2245"/>
                    <a:pt x="9738" y="2245"/>
                    <a:pt x="10393" y="2841"/>
                  </a:cubicBezTo>
                  <a:cubicBezTo>
                    <a:pt x="11047" y="3438"/>
                    <a:pt x="11047" y="4393"/>
                    <a:pt x="10393" y="4990"/>
                  </a:cubicBezTo>
                  <a:cubicBezTo>
                    <a:pt x="9738" y="5586"/>
                    <a:pt x="8691" y="5586"/>
                    <a:pt x="8037" y="4990"/>
                  </a:cubicBezTo>
                  <a:close/>
                  <a:moveTo>
                    <a:pt x="15106" y="17043"/>
                  </a:moveTo>
                  <a:cubicBezTo>
                    <a:pt x="14451" y="17639"/>
                    <a:pt x="13404" y="17639"/>
                    <a:pt x="12749" y="17043"/>
                  </a:cubicBezTo>
                  <a:cubicBezTo>
                    <a:pt x="12095" y="16446"/>
                    <a:pt x="12095" y="15491"/>
                    <a:pt x="12749" y="14894"/>
                  </a:cubicBezTo>
                  <a:cubicBezTo>
                    <a:pt x="13404" y="14298"/>
                    <a:pt x="14451" y="14298"/>
                    <a:pt x="15106" y="14894"/>
                  </a:cubicBezTo>
                  <a:cubicBezTo>
                    <a:pt x="15760" y="15491"/>
                    <a:pt x="15760" y="16446"/>
                    <a:pt x="15106" y="1704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03" name="Shape 7103"/>
            <p:cNvSpPr/>
            <p:nvPr/>
          </p:nvSpPr>
          <p:spPr>
            <a:xfrm rot="468924">
              <a:off x="678187" y="423493"/>
              <a:ext cx="139251" cy="182126"/>
            </a:xfrm>
            <a:custGeom>
              <a:avLst/>
              <a:gdLst/>
              <a:ahLst/>
              <a:cxnLst>
                <a:cxn ang="0">
                  <a:pos x="wd2" y="hd2"/>
                </a:cxn>
                <a:cxn ang="5400000">
                  <a:pos x="wd2" y="hd2"/>
                </a:cxn>
                <a:cxn ang="10800000">
                  <a:pos x="wd2" y="hd2"/>
                </a:cxn>
                <a:cxn ang="16200000">
                  <a:pos x="wd2" y="hd2"/>
                </a:cxn>
              </a:cxnLst>
              <a:rect l="0" t="0" r="r" b="b"/>
              <a:pathLst>
                <a:path w="19947" h="21600" fill="norm" stroke="1" extrusionOk="0">
                  <a:moveTo>
                    <a:pt x="13500" y="0"/>
                  </a:moveTo>
                  <a:cubicBezTo>
                    <a:pt x="13500" y="554"/>
                    <a:pt x="13500" y="1108"/>
                    <a:pt x="13500" y="1108"/>
                  </a:cubicBezTo>
                  <a:cubicBezTo>
                    <a:pt x="12150" y="3323"/>
                    <a:pt x="12150" y="3323"/>
                    <a:pt x="12150" y="3323"/>
                  </a:cubicBezTo>
                  <a:cubicBezTo>
                    <a:pt x="12150" y="3323"/>
                    <a:pt x="12150" y="3323"/>
                    <a:pt x="12150" y="3323"/>
                  </a:cubicBezTo>
                  <a:cubicBezTo>
                    <a:pt x="10800" y="5538"/>
                    <a:pt x="10800" y="5538"/>
                    <a:pt x="10800" y="5538"/>
                  </a:cubicBezTo>
                  <a:cubicBezTo>
                    <a:pt x="8100" y="8862"/>
                    <a:pt x="4050" y="12185"/>
                    <a:pt x="675" y="13846"/>
                  </a:cubicBezTo>
                  <a:cubicBezTo>
                    <a:pt x="0" y="13846"/>
                    <a:pt x="0" y="13846"/>
                    <a:pt x="0" y="13846"/>
                  </a:cubicBezTo>
                  <a:cubicBezTo>
                    <a:pt x="675" y="16615"/>
                    <a:pt x="1350" y="18831"/>
                    <a:pt x="0" y="21600"/>
                  </a:cubicBezTo>
                  <a:cubicBezTo>
                    <a:pt x="6075" y="18831"/>
                    <a:pt x="12825" y="17169"/>
                    <a:pt x="12825" y="17169"/>
                  </a:cubicBezTo>
                  <a:cubicBezTo>
                    <a:pt x="18900" y="15508"/>
                    <a:pt x="21600" y="10523"/>
                    <a:pt x="18900" y="5538"/>
                  </a:cubicBezTo>
                  <a:cubicBezTo>
                    <a:pt x="18900" y="5538"/>
                    <a:pt x="17550" y="3877"/>
                    <a:pt x="135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04" name="Shape 7104"/>
            <p:cNvSpPr/>
            <p:nvPr/>
          </p:nvSpPr>
          <p:spPr>
            <a:xfrm rot="468924">
              <a:off x="471888" y="466936"/>
              <a:ext cx="177740" cy="251054"/>
            </a:xfrm>
            <a:custGeom>
              <a:avLst/>
              <a:gdLst/>
              <a:ahLst/>
              <a:cxnLst>
                <a:cxn ang="0">
                  <a:pos x="wd2" y="hd2"/>
                </a:cxn>
                <a:cxn ang="5400000">
                  <a:pos x="wd2" y="hd2"/>
                </a:cxn>
                <a:cxn ang="10800000">
                  <a:pos x="wd2" y="hd2"/>
                </a:cxn>
                <a:cxn ang="16200000">
                  <a:pos x="wd2" y="hd2"/>
                </a:cxn>
              </a:cxnLst>
              <a:rect l="0" t="0" r="r" b="b"/>
              <a:pathLst>
                <a:path w="19033" h="20512" fill="norm" stroke="1" extrusionOk="0">
                  <a:moveTo>
                    <a:pt x="13822" y="841"/>
                  </a:moveTo>
                  <a:cubicBezTo>
                    <a:pt x="9301" y="-1088"/>
                    <a:pt x="3775" y="455"/>
                    <a:pt x="1264" y="3926"/>
                  </a:cubicBezTo>
                  <a:cubicBezTo>
                    <a:pt x="-1248" y="7398"/>
                    <a:pt x="761" y="20512"/>
                    <a:pt x="761" y="20512"/>
                  </a:cubicBezTo>
                  <a:cubicBezTo>
                    <a:pt x="761" y="20512"/>
                    <a:pt x="15831" y="13955"/>
                    <a:pt x="17840" y="10483"/>
                  </a:cubicBezTo>
                  <a:cubicBezTo>
                    <a:pt x="20352" y="7012"/>
                    <a:pt x="18845" y="2769"/>
                    <a:pt x="13822" y="84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05" name="Shape 7105"/>
            <p:cNvSpPr/>
            <p:nvPr/>
          </p:nvSpPr>
          <p:spPr>
            <a:xfrm rot="468924">
              <a:off x="637848" y="16808"/>
              <a:ext cx="275332" cy="411659"/>
            </a:xfrm>
            <a:custGeom>
              <a:avLst/>
              <a:gdLst/>
              <a:ahLst/>
              <a:cxnLst>
                <a:cxn ang="0">
                  <a:pos x="wd2" y="hd2"/>
                </a:cxn>
                <a:cxn ang="5400000">
                  <a:pos x="wd2" y="hd2"/>
                </a:cxn>
                <a:cxn ang="10800000">
                  <a:pos x="wd2" y="hd2"/>
                </a:cxn>
                <a:cxn ang="16200000">
                  <a:pos x="wd2" y="hd2"/>
                </a:cxn>
              </a:cxnLst>
              <a:rect l="0" t="0" r="r" b="b"/>
              <a:pathLst>
                <a:path w="20944" h="20828" fill="norm" stroke="1" extrusionOk="0">
                  <a:moveTo>
                    <a:pt x="18360" y="1364"/>
                  </a:moveTo>
                  <a:cubicBezTo>
                    <a:pt x="18360" y="1364"/>
                    <a:pt x="4320" y="12758"/>
                    <a:pt x="0" y="17030"/>
                  </a:cubicBezTo>
                  <a:cubicBezTo>
                    <a:pt x="11520" y="20828"/>
                    <a:pt x="11520" y="20828"/>
                    <a:pt x="11520" y="20828"/>
                  </a:cubicBezTo>
                  <a:cubicBezTo>
                    <a:pt x="14400" y="16081"/>
                    <a:pt x="20520" y="2076"/>
                    <a:pt x="20520" y="2076"/>
                  </a:cubicBezTo>
                  <a:cubicBezTo>
                    <a:pt x="21600" y="-297"/>
                    <a:pt x="20520" y="-772"/>
                    <a:pt x="18360" y="136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06" name="Shape 7106"/>
            <p:cNvSpPr/>
            <p:nvPr/>
          </p:nvSpPr>
          <p:spPr>
            <a:xfrm rot="468924">
              <a:off x="575851" y="367787"/>
              <a:ext cx="168418" cy="1449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542"/>
                  </a:moveTo>
                  <a:cubicBezTo>
                    <a:pt x="1800" y="0"/>
                    <a:pt x="1800" y="0"/>
                    <a:pt x="1800" y="0"/>
                  </a:cubicBezTo>
                  <a:cubicBezTo>
                    <a:pt x="0" y="4181"/>
                    <a:pt x="0" y="10452"/>
                    <a:pt x="0" y="13239"/>
                  </a:cubicBezTo>
                  <a:cubicBezTo>
                    <a:pt x="2400" y="13239"/>
                    <a:pt x="4800" y="13935"/>
                    <a:pt x="7800" y="15329"/>
                  </a:cubicBezTo>
                  <a:cubicBezTo>
                    <a:pt x="10200" y="16723"/>
                    <a:pt x="12000" y="18813"/>
                    <a:pt x="13200" y="21600"/>
                  </a:cubicBezTo>
                  <a:cubicBezTo>
                    <a:pt x="15600" y="19510"/>
                    <a:pt x="19200" y="16026"/>
                    <a:pt x="21600" y="12542"/>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11" name="Group 7111"/>
          <p:cNvGrpSpPr/>
          <p:nvPr/>
        </p:nvGrpSpPr>
        <p:grpSpPr>
          <a:xfrm>
            <a:off x="18460257" y="6501010"/>
            <a:ext cx="968949" cy="966841"/>
            <a:chOff x="0" y="0"/>
            <a:chExt cx="968948" cy="966839"/>
          </a:xfrm>
        </p:grpSpPr>
        <p:sp>
          <p:nvSpPr>
            <p:cNvPr id="7108" name="Shape 7108"/>
            <p:cNvSpPr/>
            <p:nvPr/>
          </p:nvSpPr>
          <p:spPr>
            <a:xfrm>
              <a:off x="0" y="126384"/>
              <a:ext cx="838351" cy="8404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59" y="6636"/>
                  </a:moveTo>
                  <a:cubicBezTo>
                    <a:pt x="18737" y="5855"/>
                    <a:pt x="18737" y="5855"/>
                    <a:pt x="18737" y="5855"/>
                  </a:cubicBezTo>
                  <a:cubicBezTo>
                    <a:pt x="17306" y="7157"/>
                    <a:pt x="17306" y="7157"/>
                    <a:pt x="17306" y="7157"/>
                  </a:cubicBezTo>
                  <a:cubicBezTo>
                    <a:pt x="17827" y="8328"/>
                    <a:pt x="18217" y="9499"/>
                    <a:pt x="18217" y="10800"/>
                  </a:cubicBezTo>
                  <a:cubicBezTo>
                    <a:pt x="18217" y="14834"/>
                    <a:pt x="14834" y="18217"/>
                    <a:pt x="10800" y="18217"/>
                  </a:cubicBezTo>
                  <a:cubicBezTo>
                    <a:pt x="6636" y="18217"/>
                    <a:pt x="3383" y="14834"/>
                    <a:pt x="3383" y="10800"/>
                  </a:cubicBezTo>
                  <a:cubicBezTo>
                    <a:pt x="3383" y="6636"/>
                    <a:pt x="6636" y="3383"/>
                    <a:pt x="10800" y="3383"/>
                  </a:cubicBezTo>
                  <a:cubicBezTo>
                    <a:pt x="12101" y="3383"/>
                    <a:pt x="13402" y="3773"/>
                    <a:pt x="14573" y="4424"/>
                  </a:cubicBezTo>
                  <a:cubicBezTo>
                    <a:pt x="15875" y="3123"/>
                    <a:pt x="15875" y="3123"/>
                    <a:pt x="15875" y="3123"/>
                  </a:cubicBezTo>
                  <a:cubicBezTo>
                    <a:pt x="15094" y="1171"/>
                    <a:pt x="15094" y="1171"/>
                    <a:pt x="15094" y="1171"/>
                  </a:cubicBezTo>
                  <a:cubicBezTo>
                    <a:pt x="14964" y="781"/>
                    <a:pt x="14964" y="781"/>
                    <a:pt x="14964" y="781"/>
                  </a:cubicBezTo>
                  <a:cubicBezTo>
                    <a:pt x="13663" y="260"/>
                    <a:pt x="12231" y="0"/>
                    <a:pt x="10800" y="0"/>
                  </a:cubicBezTo>
                  <a:cubicBezTo>
                    <a:pt x="4814" y="0"/>
                    <a:pt x="0" y="4814"/>
                    <a:pt x="0" y="10800"/>
                  </a:cubicBezTo>
                  <a:cubicBezTo>
                    <a:pt x="0" y="16786"/>
                    <a:pt x="4814" y="21600"/>
                    <a:pt x="10800" y="21600"/>
                  </a:cubicBezTo>
                  <a:cubicBezTo>
                    <a:pt x="16786" y="21600"/>
                    <a:pt x="21600" y="16786"/>
                    <a:pt x="21600" y="10800"/>
                  </a:cubicBezTo>
                  <a:cubicBezTo>
                    <a:pt x="21600" y="9369"/>
                    <a:pt x="21340" y="7937"/>
                    <a:pt x="20819" y="6766"/>
                  </a:cubicBezTo>
                  <a:lnTo>
                    <a:pt x="20559" y="6636"/>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09" name="Shape 7109"/>
            <p:cNvSpPr/>
            <p:nvPr/>
          </p:nvSpPr>
          <p:spPr>
            <a:xfrm>
              <a:off x="402734" y="0"/>
              <a:ext cx="566215" cy="570408"/>
            </a:xfrm>
            <a:custGeom>
              <a:avLst/>
              <a:gdLst/>
              <a:ahLst/>
              <a:cxnLst>
                <a:cxn ang="0">
                  <a:pos x="wd2" y="hd2"/>
                </a:cxn>
                <a:cxn ang="5400000">
                  <a:pos x="wd2" y="hd2"/>
                </a:cxn>
                <a:cxn ang="10800000">
                  <a:pos x="wd2" y="hd2"/>
                </a:cxn>
                <a:cxn ang="16200000">
                  <a:pos x="wd2" y="hd2"/>
                </a:cxn>
              </a:cxnLst>
              <a:rect l="0" t="0" r="r" b="b"/>
              <a:pathLst>
                <a:path w="21504" h="21504" fill="norm" stroke="1" extrusionOk="0">
                  <a:moveTo>
                    <a:pt x="18446" y="3058"/>
                  </a:moveTo>
                  <a:cubicBezTo>
                    <a:pt x="18063" y="2485"/>
                    <a:pt x="17299" y="2485"/>
                    <a:pt x="16725" y="3058"/>
                  </a:cubicBezTo>
                  <a:cubicBezTo>
                    <a:pt x="15961" y="3823"/>
                    <a:pt x="15961" y="3823"/>
                    <a:pt x="15961" y="3823"/>
                  </a:cubicBezTo>
                  <a:cubicBezTo>
                    <a:pt x="14240" y="0"/>
                    <a:pt x="14240" y="0"/>
                    <a:pt x="14240" y="0"/>
                  </a:cubicBezTo>
                  <a:cubicBezTo>
                    <a:pt x="8506" y="5926"/>
                    <a:pt x="8506" y="5926"/>
                    <a:pt x="8506" y="5926"/>
                  </a:cubicBezTo>
                  <a:cubicBezTo>
                    <a:pt x="10035" y="9749"/>
                    <a:pt x="10035" y="9749"/>
                    <a:pt x="10035" y="9749"/>
                  </a:cubicBezTo>
                  <a:cubicBezTo>
                    <a:pt x="286" y="19497"/>
                    <a:pt x="286" y="19497"/>
                    <a:pt x="286" y="19497"/>
                  </a:cubicBezTo>
                  <a:cubicBezTo>
                    <a:pt x="-96" y="19880"/>
                    <a:pt x="-96" y="20644"/>
                    <a:pt x="286" y="21218"/>
                  </a:cubicBezTo>
                  <a:cubicBezTo>
                    <a:pt x="860" y="21600"/>
                    <a:pt x="1624" y="21600"/>
                    <a:pt x="2007" y="21218"/>
                  </a:cubicBezTo>
                  <a:cubicBezTo>
                    <a:pt x="11946" y="11469"/>
                    <a:pt x="11946" y="11469"/>
                    <a:pt x="11946" y="11469"/>
                  </a:cubicBezTo>
                  <a:cubicBezTo>
                    <a:pt x="15578" y="12998"/>
                    <a:pt x="15578" y="12998"/>
                    <a:pt x="15578" y="12998"/>
                  </a:cubicBezTo>
                  <a:cubicBezTo>
                    <a:pt x="21504" y="7264"/>
                    <a:pt x="21504" y="7264"/>
                    <a:pt x="21504" y="7264"/>
                  </a:cubicBezTo>
                  <a:cubicBezTo>
                    <a:pt x="17681" y="5543"/>
                    <a:pt x="17681" y="5543"/>
                    <a:pt x="17681" y="5543"/>
                  </a:cubicBezTo>
                  <a:cubicBezTo>
                    <a:pt x="18446" y="4779"/>
                    <a:pt x="18446" y="4779"/>
                    <a:pt x="18446" y="4779"/>
                  </a:cubicBezTo>
                  <a:cubicBezTo>
                    <a:pt x="19019" y="4205"/>
                    <a:pt x="19019" y="3441"/>
                    <a:pt x="18446" y="305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10" name="Shape 7110"/>
            <p:cNvSpPr/>
            <p:nvPr/>
          </p:nvSpPr>
          <p:spPr>
            <a:xfrm>
              <a:off x="212747" y="339130"/>
              <a:ext cx="412858" cy="414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88" y="13171"/>
                  </a:moveTo>
                  <a:cubicBezTo>
                    <a:pt x="12907" y="14751"/>
                    <a:pt x="10273" y="14751"/>
                    <a:pt x="8693" y="13171"/>
                  </a:cubicBezTo>
                  <a:cubicBezTo>
                    <a:pt x="7112" y="11590"/>
                    <a:pt x="7112" y="8956"/>
                    <a:pt x="8693" y="7376"/>
                  </a:cubicBezTo>
                  <a:cubicBezTo>
                    <a:pt x="15278" y="1054"/>
                    <a:pt x="15278" y="1054"/>
                    <a:pt x="15278" y="1054"/>
                  </a:cubicBezTo>
                  <a:cubicBezTo>
                    <a:pt x="13961" y="263"/>
                    <a:pt x="12380" y="0"/>
                    <a:pt x="10800" y="0"/>
                  </a:cubicBezTo>
                  <a:cubicBezTo>
                    <a:pt x="4741" y="0"/>
                    <a:pt x="0" y="4741"/>
                    <a:pt x="0" y="10800"/>
                  </a:cubicBezTo>
                  <a:cubicBezTo>
                    <a:pt x="0" y="16595"/>
                    <a:pt x="4741" y="21600"/>
                    <a:pt x="10800" y="21600"/>
                  </a:cubicBezTo>
                  <a:cubicBezTo>
                    <a:pt x="16595" y="21600"/>
                    <a:pt x="21600" y="16595"/>
                    <a:pt x="21600" y="10800"/>
                  </a:cubicBezTo>
                  <a:cubicBezTo>
                    <a:pt x="21600" y="9220"/>
                    <a:pt x="21337" y="7902"/>
                    <a:pt x="20810" y="6849"/>
                  </a:cubicBezTo>
                  <a:lnTo>
                    <a:pt x="14488" y="13171"/>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14" name="Group 7114"/>
          <p:cNvGrpSpPr/>
          <p:nvPr/>
        </p:nvGrpSpPr>
        <p:grpSpPr>
          <a:xfrm>
            <a:off x="2086024" y="8108270"/>
            <a:ext cx="897913" cy="1005995"/>
            <a:chOff x="0" y="0"/>
            <a:chExt cx="897911" cy="1005994"/>
          </a:xfrm>
        </p:grpSpPr>
        <p:sp>
          <p:nvSpPr>
            <p:cNvPr id="7112" name="Shape 7112"/>
            <p:cNvSpPr/>
            <p:nvPr/>
          </p:nvSpPr>
          <p:spPr>
            <a:xfrm>
              <a:off x="0" y="205978"/>
              <a:ext cx="897912" cy="800017"/>
            </a:xfrm>
            <a:custGeom>
              <a:avLst/>
              <a:gdLst/>
              <a:ahLst/>
              <a:cxnLst>
                <a:cxn ang="0">
                  <a:pos x="wd2" y="hd2"/>
                </a:cxn>
                <a:cxn ang="5400000">
                  <a:pos x="wd2" y="hd2"/>
                </a:cxn>
                <a:cxn ang="10800000">
                  <a:pos x="wd2" y="hd2"/>
                </a:cxn>
                <a:cxn ang="16200000">
                  <a:pos x="wd2" y="hd2"/>
                </a:cxn>
              </a:cxnLst>
              <a:rect l="0" t="0" r="r" b="b"/>
              <a:pathLst>
                <a:path w="21600" h="21427" fill="norm" stroke="1" extrusionOk="0">
                  <a:moveTo>
                    <a:pt x="20453" y="9510"/>
                  </a:moveTo>
                  <a:cubicBezTo>
                    <a:pt x="20453" y="9510"/>
                    <a:pt x="20358" y="9510"/>
                    <a:pt x="20262" y="9510"/>
                  </a:cubicBezTo>
                  <a:cubicBezTo>
                    <a:pt x="20166" y="8765"/>
                    <a:pt x="19975" y="8020"/>
                    <a:pt x="19593" y="7382"/>
                  </a:cubicBezTo>
                  <a:cubicBezTo>
                    <a:pt x="18446" y="8446"/>
                    <a:pt x="16917" y="9084"/>
                    <a:pt x="15196" y="9084"/>
                  </a:cubicBezTo>
                  <a:cubicBezTo>
                    <a:pt x="11660" y="9084"/>
                    <a:pt x="8697" y="6105"/>
                    <a:pt x="8315" y="2381"/>
                  </a:cubicBezTo>
                  <a:cubicBezTo>
                    <a:pt x="4970" y="146"/>
                    <a:pt x="4970" y="146"/>
                    <a:pt x="4970" y="146"/>
                  </a:cubicBezTo>
                  <a:cubicBezTo>
                    <a:pt x="4492" y="-173"/>
                    <a:pt x="4110" y="40"/>
                    <a:pt x="4110" y="678"/>
                  </a:cubicBezTo>
                  <a:cubicBezTo>
                    <a:pt x="4014" y="4934"/>
                    <a:pt x="4014" y="4934"/>
                    <a:pt x="4014" y="4934"/>
                  </a:cubicBezTo>
                  <a:cubicBezTo>
                    <a:pt x="3058" y="5998"/>
                    <a:pt x="2389" y="7169"/>
                    <a:pt x="2007" y="8552"/>
                  </a:cubicBezTo>
                  <a:cubicBezTo>
                    <a:pt x="1147" y="8552"/>
                    <a:pt x="1147" y="8552"/>
                    <a:pt x="1147" y="8552"/>
                  </a:cubicBezTo>
                  <a:cubicBezTo>
                    <a:pt x="478" y="8552"/>
                    <a:pt x="0" y="9084"/>
                    <a:pt x="0" y="9723"/>
                  </a:cubicBezTo>
                  <a:cubicBezTo>
                    <a:pt x="0" y="11957"/>
                    <a:pt x="0" y="11957"/>
                    <a:pt x="0" y="11957"/>
                  </a:cubicBezTo>
                  <a:cubicBezTo>
                    <a:pt x="0" y="12595"/>
                    <a:pt x="478" y="13127"/>
                    <a:pt x="1147" y="13127"/>
                  </a:cubicBezTo>
                  <a:cubicBezTo>
                    <a:pt x="2007" y="13127"/>
                    <a:pt x="2007" y="13127"/>
                    <a:pt x="2007" y="13127"/>
                  </a:cubicBezTo>
                  <a:cubicBezTo>
                    <a:pt x="2676" y="15468"/>
                    <a:pt x="4301" y="17384"/>
                    <a:pt x="6404" y="18554"/>
                  </a:cubicBezTo>
                  <a:cubicBezTo>
                    <a:pt x="6404" y="18660"/>
                    <a:pt x="6404" y="18660"/>
                    <a:pt x="6404" y="18767"/>
                  </a:cubicBezTo>
                  <a:cubicBezTo>
                    <a:pt x="6404" y="20257"/>
                    <a:pt x="6404" y="20257"/>
                    <a:pt x="6404" y="20257"/>
                  </a:cubicBezTo>
                  <a:cubicBezTo>
                    <a:pt x="6404" y="20895"/>
                    <a:pt x="6881" y="21427"/>
                    <a:pt x="7455" y="21427"/>
                  </a:cubicBezTo>
                  <a:cubicBezTo>
                    <a:pt x="8697" y="21427"/>
                    <a:pt x="8697" y="21427"/>
                    <a:pt x="8697" y="21427"/>
                  </a:cubicBezTo>
                  <a:cubicBezTo>
                    <a:pt x="9271" y="21427"/>
                    <a:pt x="9749" y="20895"/>
                    <a:pt x="9749" y="20257"/>
                  </a:cubicBezTo>
                  <a:cubicBezTo>
                    <a:pt x="9749" y="19618"/>
                    <a:pt x="9749" y="19618"/>
                    <a:pt x="9749" y="19618"/>
                  </a:cubicBezTo>
                  <a:cubicBezTo>
                    <a:pt x="10131" y="19618"/>
                    <a:pt x="10609" y="19725"/>
                    <a:pt x="10991" y="19725"/>
                  </a:cubicBezTo>
                  <a:cubicBezTo>
                    <a:pt x="11373" y="19725"/>
                    <a:pt x="11756" y="19618"/>
                    <a:pt x="12138" y="19618"/>
                  </a:cubicBezTo>
                  <a:cubicBezTo>
                    <a:pt x="12138" y="20257"/>
                    <a:pt x="12138" y="20257"/>
                    <a:pt x="12138" y="20257"/>
                  </a:cubicBezTo>
                  <a:cubicBezTo>
                    <a:pt x="12138" y="20895"/>
                    <a:pt x="12616" y="21427"/>
                    <a:pt x="13189" y="21427"/>
                  </a:cubicBezTo>
                  <a:cubicBezTo>
                    <a:pt x="14432" y="21427"/>
                    <a:pt x="14432" y="21427"/>
                    <a:pt x="14432" y="21427"/>
                  </a:cubicBezTo>
                  <a:cubicBezTo>
                    <a:pt x="15005" y="21427"/>
                    <a:pt x="15483" y="20895"/>
                    <a:pt x="15483" y="20257"/>
                  </a:cubicBezTo>
                  <a:cubicBezTo>
                    <a:pt x="15483" y="18767"/>
                    <a:pt x="15483" y="18767"/>
                    <a:pt x="15483" y="18767"/>
                  </a:cubicBezTo>
                  <a:cubicBezTo>
                    <a:pt x="15483" y="18767"/>
                    <a:pt x="15483" y="18660"/>
                    <a:pt x="15483" y="18660"/>
                  </a:cubicBezTo>
                  <a:cubicBezTo>
                    <a:pt x="17968" y="17277"/>
                    <a:pt x="19880" y="14936"/>
                    <a:pt x="20262" y="12063"/>
                  </a:cubicBezTo>
                  <a:cubicBezTo>
                    <a:pt x="20358" y="12063"/>
                    <a:pt x="20453" y="12063"/>
                    <a:pt x="20453" y="12063"/>
                  </a:cubicBezTo>
                  <a:cubicBezTo>
                    <a:pt x="21122" y="12063"/>
                    <a:pt x="21600" y="11531"/>
                    <a:pt x="21600" y="10787"/>
                  </a:cubicBezTo>
                  <a:cubicBezTo>
                    <a:pt x="21600" y="10148"/>
                    <a:pt x="21122" y="9510"/>
                    <a:pt x="20453" y="9510"/>
                  </a:cubicBezTo>
                  <a:close/>
                  <a:moveTo>
                    <a:pt x="5065" y="8978"/>
                  </a:moveTo>
                  <a:cubicBezTo>
                    <a:pt x="4396" y="8978"/>
                    <a:pt x="4014" y="8446"/>
                    <a:pt x="4014" y="7807"/>
                  </a:cubicBezTo>
                  <a:cubicBezTo>
                    <a:pt x="4014" y="7169"/>
                    <a:pt x="4396" y="6637"/>
                    <a:pt x="5065" y="6637"/>
                  </a:cubicBezTo>
                  <a:cubicBezTo>
                    <a:pt x="5639" y="6637"/>
                    <a:pt x="6117" y="7169"/>
                    <a:pt x="6117" y="7807"/>
                  </a:cubicBezTo>
                  <a:cubicBezTo>
                    <a:pt x="6117" y="8446"/>
                    <a:pt x="5639" y="8978"/>
                    <a:pt x="5065" y="897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13" name="Shape 7113"/>
            <p:cNvSpPr/>
            <p:nvPr/>
          </p:nvSpPr>
          <p:spPr>
            <a:xfrm>
              <a:off x="374130" y="0"/>
              <a:ext cx="517132" cy="517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782" y="21600"/>
                    <a:pt x="21600" y="16782"/>
                    <a:pt x="21600" y="10800"/>
                  </a:cubicBezTo>
                  <a:cubicBezTo>
                    <a:pt x="21600" y="4818"/>
                    <a:pt x="16782" y="0"/>
                    <a:pt x="10800" y="0"/>
                  </a:cubicBezTo>
                  <a:cubicBezTo>
                    <a:pt x="4818" y="0"/>
                    <a:pt x="0" y="4818"/>
                    <a:pt x="0" y="10800"/>
                  </a:cubicBezTo>
                  <a:cubicBezTo>
                    <a:pt x="0" y="16782"/>
                    <a:pt x="4818" y="21600"/>
                    <a:pt x="10800" y="21600"/>
                  </a:cubicBezTo>
                  <a:close/>
                  <a:moveTo>
                    <a:pt x="10135" y="11298"/>
                  </a:moveTo>
                  <a:cubicBezTo>
                    <a:pt x="8474" y="10634"/>
                    <a:pt x="7311" y="9969"/>
                    <a:pt x="7311" y="8308"/>
                  </a:cubicBezTo>
                  <a:cubicBezTo>
                    <a:pt x="7311" y="6978"/>
                    <a:pt x="8308" y="5815"/>
                    <a:pt x="9969" y="5483"/>
                  </a:cubicBezTo>
                  <a:cubicBezTo>
                    <a:pt x="9969" y="3988"/>
                    <a:pt x="9969" y="3988"/>
                    <a:pt x="9969" y="3988"/>
                  </a:cubicBezTo>
                  <a:cubicBezTo>
                    <a:pt x="11631" y="3988"/>
                    <a:pt x="11631" y="3988"/>
                    <a:pt x="11631" y="3988"/>
                  </a:cubicBezTo>
                  <a:cubicBezTo>
                    <a:pt x="11631" y="5483"/>
                    <a:pt x="11631" y="5483"/>
                    <a:pt x="11631" y="5483"/>
                  </a:cubicBezTo>
                  <a:cubicBezTo>
                    <a:pt x="12628" y="5483"/>
                    <a:pt x="13292" y="5649"/>
                    <a:pt x="13957" y="5982"/>
                  </a:cubicBezTo>
                  <a:cubicBezTo>
                    <a:pt x="13458" y="7809"/>
                    <a:pt x="13458" y="7809"/>
                    <a:pt x="13458" y="7809"/>
                  </a:cubicBezTo>
                  <a:cubicBezTo>
                    <a:pt x="12960" y="7477"/>
                    <a:pt x="12295" y="7145"/>
                    <a:pt x="11132" y="7145"/>
                  </a:cubicBezTo>
                  <a:cubicBezTo>
                    <a:pt x="10135" y="7145"/>
                    <a:pt x="9803" y="7643"/>
                    <a:pt x="9803" y="8142"/>
                  </a:cubicBezTo>
                  <a:cubicBezTo>
                    <a:pt x="9803" y="8640"/>
                    <a:pt x="10302" y="8972"/>
                    <a:pt x="11631" y="9471"/>
                  </a:cubicBezTo>
                  <a:cubicBezTo>
                    <a:pt x="13625" y="10135"/>
                    <a:pt x="14289" y="10966"/>
                    <a:pt x="14289" y="12462"/>
                  </a:cubicBezTo>
                  <a:cubicBezTo>
                    <a:pt x="14289" y="13791"/>
                    <a:pt x="13292" y="15120"/>
                    <a:pt x="11465" y="15286"/>
                  </a:cubicBezTo>
                  <a:cubicBezTo>
                    <a:pt x="11465" y="16948"/>
                    <a:pt x="11465" y="16948"/>
                    <a:pt x="11465" y="16948"/>
                  </a:cubicBezTo>
                  <a:cubicBezTo>
                    <a:pt x="9969" y="16948"/>
                    <a:pt x="9969" y="16948"/>
                    <a:pt x="9969" y="16948"/>
                  </a:cubicBezTo>
                  <a:cubicBezTo>
                    <a:pt x="9969" y="15452"/>
                    <a:pt x="9969" y="15452"/>
                    <a:pt x="9969" y="15452"/>
                  </a:cubicBezTo>
                  <a:cubicBezTo>
                    <a:pt x="8972" y="15452"/>
                    <a:pt x="7809" y="15120"/>
                    <a:pt x="7311" y="14788"/>
                  </a:cubicBezTo>
                  <a:cubicBezTo>
                    <a:pt x="7809" y="12960"/>
                    <a:pt x="7809" y="12960"/>
                    <a:pt x="7809" y="12960"/>
                  </a:cubicBezTo>
                  <a:cubicBezTo>
                    <a:pt x="8474" y="13292"/>
                    <a:pt x="9305" y="13625"/>
                    <a:pt x="10302" y="13625"/>
                  </a:cubicBezTo>
                  <a:cubicBezTo>
                    <a:pt x="11298" y="13625"/>
                    <a:pt x="11963" y="13292"/>
                    <a:pt x="11963" y="12628"/>
                  </a:cubicBezTo>
                  <a:cubicBezTo>
                    <a:pt x="11963" y="11963"/>
                    <a:pt x="11465" y="11631"/>
                    <a:pt x="10135" y="1129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18" name="Group 7118"/>
          <p:cNvGrpSpPr/>
          <p:nvPr/>
        </p:nvGrpSpPr>
        <p:grpSpPr>
          <a:xfrm>
            <a:off x="18603898" y="8049879"/>
            <a:ext cx="1038762" cy="1006037"/>
            <a:chOff x="0" y="0"/>
            <a:chExt cx="1038761" cy="1006035"/>
          </a:xfrm>
        </p:grpSpPr>
        <p:sp>
          <p:nvSpPr>
            <p:cNvPr id="7115" name="Shape 7115"/>
            <p:cNvSpPr/>
            <p:nvPr/>
          </p:nvSpPr>
          <p:spPr>
            <a:xfrm>
              <a:off x="0" y="0"/>
              <a:ext cx="1003785" cy="10060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90" y="18000"/>
                  </a:moveTo>
                  <a:cubicBezTo>
                    <a:pt x="15910" y="18465"/>
                    <a:pt x="15213" y="18929"/>
                    <a:pt x="14516" y="19161"/>
                  </a:cubicBezTo>
                  <a:cubicBezTo>
                    <a:pt x="14748" y="18813"/>
                    <a:pt x="14981" y="18465"/>
                    <a:pt x="15213" y="18116"/>
                  </a:cubicBezTo>
                  <a:cubicBezTo>
                    <a:pt x="14865" y="18232"/>
                    <a:pt x="14400" y="18232"/>
                    <a:pt x="14052" y="18232"/>
                  </a:cubicBezTo>
                  <a:cubicBezTo>
                    <a:pt x="13819" y="18232"/>
                    <a:pt x="13587" y="18232"/>
                    <a:pt x="13239" y="18116"/>
                  </a:cubicBezTo>
                  <a:cubicBezTo>
                    <a:pt x="12542" y="19277"/>
                    <a:pt x="11613" y="19974"/>
                    <a:pt x="10800" y="19974"/>
                  </a:cubicBezTo>
                  <a:cubicBezTo>
                    <a:pt x="9406" y="19974"/>
                    <a:pt x="7781" y="18116"/>
                    <a:pt x="6968" y="15213"/>
                  </a:cubicBezTo>
                  <a:cubicBezTo>
                    <a:pt x="8826" y="15213"/>
                    <a:pt x="8826" y="15213"/>
                    <a:pt x="8826" y="15213"/>
                  </a:cubicBezTo>
                  <a:cubicBezTo>
                    <a:pt x="8594" y="14748"/>
                    <a:pt x="8477" y="14400"/>
                    <a:pt x="8361" y="13935"/>
                  </a:cubicBezTo>
                  <a:cubicBezTo>
                    <a:pt x="8245" y="13819"/>
                    <a:pt x="8245" y="13703"/>
                    <a:pt x="8245" y="13587"/>
                  </a:cubicBezTo>
                  <a:cubicBezTo>
                    <a:pt x="6619" y="13587"/>
                    <a:pt x="6619" y="13587"/>
                    <a:pt x="6619" y="13587"/>
                  </a:cubicBezTo>
                  <a:cubicBezTo>
                    <a:pt x="6503" y="12658"/>
                    <a:pt x="6503" y="11729"/>
                    <a:pt x="6503" y="10800"/>
                  </a:cubicBezTo>
                  <a:cubicBezTo>
                    <a:pt x="6503" y="9987"/>
                    <a:pt x="6503" y="9174"/>
                    <a:pt x="6619" y="8361"/>
                  </a:cubicBezTo>
                  <a:cubicBezTo>
                    <a:pt x="9406" y="8361"/>
                    <a:pt x="9406" y="8361"/>
                    <a:pt x="9406" y="8361"/>
                  </a:cubicBezTo>
                  <a:cubicBezTo>
                    <a:pt x="9871" y="7665"/>
                    <a:pt x="10568" y="7200"/>
                    <a:pt x="11381" y="6735"/>
                  </a:cubicBezTo>
                  <a:cubicBezTo>
                    <a:pt x="6968" y="6735"/>
                    <a:pt x="6968" y="6735"/>
                    <a:pt x="6968" y="6735"/>
                  </a:cubicBezTo>
                  <a:cubicBezTo>
                    <a:pt x="7665" y="3716"/>
                    <a:pt x="9290" y="1626"/>
                    <a:pt x="10800" y="1626"/>
                  </a:cubicBezTo>
                  <a:cubicBezTo>
                    <a:pt x="12194" y="1626"/>
                    <a:pt x="13703" y="3368"/>
                    <a:pt x="14516" y="6155"/>
                  </a:cubicBezTo>
                  <a:cubicBezTo>
                    <a:pt x="15097" y="6155"/>
                    <a:pt x="15677" y="6271"/>
                    <a:pt x="16258" y="6503"/>
                  </a:cubicBezTo>
                  <a:cubicBezTo>
                    <a:pt x="15910" y="4877"/>
                    <a:pt x="15329" y="3484"/>
                    <a:pt x="14516" y="2439"/>
                  </a:cubicBezTo>
                  <a:cubicBezTo>
                    <a:pt x="16490" y="3252"/>
                    <a:pt x="18116" y="4877"/>
                    <a:pt x="19045" y="6735"/>
                  </a:cubicBezTo>
                  <a:cubicBezTo>
                    <a:pt x="16839" y="6735"/>
                    <a:pt x="16839" y="6735"/>
                    <a:pt x="16839" y="6735"/>
                  </a:cubicBezTo>
                  <a:cubicBezTo>
                    <a:pt x="17535" y="7200"/>
                    <a:pt x="18232" y="7665"/>
                    <a:pt x="18813" y="8361"/>
                  </a:cubicBezTo>
                  <a:cubicBezTo>
                    <a:pt x="19626" y="8361"/>
                    <a:pt x="19626" y="8361"/>
                    <a:pt x="19626" y="8361"/>
                  </a:cubicBezTo>
                  <a:cubicBezTo>
                    <a:pt x="19858" y="9174"/>
                    <a:pt x="19974" y="9987"/>
                    <a:pt x="19974" y="10800"/>
                  </a:cubicBezTo>
                  <a:cubicBezTo>
                    <a:pt x="19974" y="10800"/>
                    <a:pt x="19974" y="10916"/>
                    <a:pt x="19974" y="10916"/>
                  </a:cubicBezTo>
                  <a:cubicBezTo>
                    <a:pt x="20206" y="12077"/>
                    <a:pt x="20090" y="13123"/>
                    <a:pt x="19742" y="14284"/>
                  </a:cubicBezTo>
                  <a:cubicBezTo>
                    <a:pt x="20671" y="15213"/>
                    <a:pt x="20671" y="15213"/>
                    <a:pt x="20671" y="15213"/>
                  </a:cubicBezTo>
                  <a:cubicBezTo>
                    <a:pt x="20671" y="15213"/>
                    <a:pt x="20671" y="15213"/>
                    <a:pt x="20671" y="15213"/>
                  </a:cubicBezTo>
                  <a:cubicBezTo>
                    <a:pt x="20787" y="15213"/>
                    <a:pt x="20787" y="15213"/>
                    <a:pt x="20787" y="15213"/>
                  </a:cubicBezTo>
                  <a:cubicBezTo>
                    <a:pt x="20787" y="14865"/>
                    <a:pt x="20787" y="14865"/>
                    <a:pt x="20787" y="14865"/>
                  </a:cubicBezTo>
                  <a:cubicBezTo>
                    <a:pt x="21368" y="13587"/>
                    <a:pt x="21600" y="12310"/>
                    <a:pt x="21600" y="10800"/>
                  </a:cubicBezTo>
                  <a:cubicBezTo>
                    <a:pt x="21600" y="4877"/>
                    <a:pt x="16723" y="0"/>
                    <a:pt x="10800" y="0"/>
                  </a:cubicBezTo>
                  <a:cubicBezTo>
                    <a:pt x="4877" y="0"/>
                    <a:pt x="0" y="4877"/>
                    <a:pt x="0" y="10800"/>
                  </a:cubicBezTo>
                  <a:cubicBezTo>
                    <a:pt x="0" y="16723"/>
                    <a:pt x="4877" y="21600"/>
                    <a:pt x="10800" y="21600"/>
                  </a:cubicBezTo>
                  <a:cubicBezTo>
                    <a:pt x="13355" y="21600"/>
                    <a:pt x="15677" y="20671"/>
                    <a:pt x="17535" y="19277"/>
                  </a:cubicBezTo>
                  <a:lnTo>
                    <a:pt x="16490" y="18000"/>
                  </a:lnTo>
                  <a:close/>
                  <a:moveTo>
                    <a:pt x="7084" y="2439"/>
                  </a:moveTo>
                  <a:cubicBezTo>
                    <a:pt x="6271" y="3600"/>
                    <a:pt x="5690" y="5110"/>
                    <a:pt x="5226" y="6735"/>
                  </a:cubicBezTo>
                  <a:cubicBezTo>
                    <a:pt x="2555" y="6735"/>
                    <a:pt x="2555" y="6735"/>
                    <a:pt x="2555" y="6735"/>
                  </a:cubicBezTo>
                  <a:cubicBezTo>
                    <a:pt x="3484" y="4877"/>
                    <a:pt x="5110" y="3252"/>
                    <a:pt x="7084" y="2439"/>
                  </a:cubicBezTo>
                  <a:close/>
                  <a:moveTo>
                    <a:pt x="1626" y="10800"/>
                  </a:moveTo>
                  <a:cubicBezTo>
                    <a:pt x="1626" y="9987"/>
                    <a:pt x="1742" y="9174"/>
                    <a:pt x="1974" y="8361"/>
                  </a:cubicBezTo>
                  <a:cubicBezTo>
                    <a:pt x="4994" y="8361"/>
                    <a:pt x="4994" y="8361"/>
                    <a:pt x="4994" y="8361"/>
                  </a:cubicBezTo>
                  <a:cubicBezTo>
                    <a:pt x="4877" y="9174"/>
                    <a:pt x="4877" y="9987"/>
                    <a:pt x="4877" y="10800"/>
                  </a:cubicBezTo>
                  <a:cubicBezTo>
                    <a:pt x="4877" y="11729"/>
                    <a:pt x="4877" y="12658"/>
                    <a:pt x="4994" y="13587"/>
                  </a:cubicBezTo>
                  <a:cubicBezTo>
                    <a:pt x="1974" y="13587"/>
                    <a:pt x="1974" y="13587"/>
                    <a:pt x="1974" y="13587"/>
                  </a:cubicBezTo>
                  <a:cubicBezTo>
                    <a:pt x="1742" y="12658"/>
                    <a:pt x="1626" y="11729"/>
                    <a:pt x="1626" y="10800"/>
                  </a:cubicBezTo>
                  <a:close/>
                  <a:moveTo>
                    <a:pt x="2671" y="15213"/>
                  </a:moveTo>
                  <a:cubicBezTo>
                    <a:pt x="5342" y="15213"/>
                    <a:pt x="5342" y="15213"/>
                    <a:pt x="5342" y="15213"/>
                  </a:cubicBezTo>
                  <a:cubicBezTo>
                    <a:pt x="5690" y="16723"/>
                    <a:pt x="6271" y="18116"/>
                    <a:pt x="7084" y="19161"/>
                  </a:cubicBezTo>
                  <a:cubicBezTo>
                    <a:pt x="5226" y="18348"/>
                    <a:pt x="3716" y="16955"/>
                    <a:pt x="2671" y="1521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16" name="Shape 7116"/>
            <p:cNvSpPr/>
            <p:nvPr/>
          </p:nvSpPr>
          <p:spPr>
            <a:xfrm>
              <a:off x="436633" y="350003"/>
              <a:ext cx="602129" cy="606916"/>
            </a:xfrm>
            <a:custGeom>
              <a:avLst/>
              <a:gdLst/>
              <a:ahLst/>
              <a:cxnLst>
                <a:cxn ang="0">
                  <a:pos x="wd2" y="hd2"/>
                </a:cxn>
                <a:cxn ang="5400000">
                  <a:pos x="wd2" y="hd2"/>
                </a:cxn>
                <a:cxn ang="10800000">
                  <a:pos x="wd2" y="hd2"/>
                </a:cxn>
                <a:cxn ang="16200000">
                  <a:pos x="wd2" y="hd2"/>
                </a:cxn>
              </a:cxnLst>
              <a:rect l="0" t="0" r="r" b="b"/>
              <a:pathLst>
                <a:path w="20565" h="20729" fill="norm" stroke="1" extrusionOk="0">
                  <a:moveTo>
                    <a:pt x="20492" y="18207"/>
                  </a:moveTo>
                  <a:cubicBezTo>
                    <a:pt x="14031" y="11192"/>
                    <a:pt x="14031" y="11192"/>
                    <a:pt x="14031" y="11192"/>
                  </a:cubicBezTo>
                  <a:cubicBezTo>
                    <a:pt x="14031" y="11192"/>
                    <a:pt x="13846" y="11192"/>
                    <a:pt x="13846" y="11192"/>
                  </a:cubicBezTo>
                  <a:cubicBezTo>
                    <a:pt x="14954" y="9346"/>
                    <a:pt x="15139" y="7315"/>
                    <a:pt x="14585" y="5284"/>
                  </a:cubicBezTo>
                  <a:cubicBezTo>
                    <a:pt x="13292" y="1223"/>
                    <a:pt x="9046" y="-808"/>
                    <a:pt x="5169" y="300"/>
                  </a:cubicBezTo>
                  <a:cubicBezTo>
                    <a:pt x="1292" y="1592"/>
                    <a:pt x="-923" y="5838"/>
                    <a:pt x="369" y="9715"/>
                  </a:cubicBezTo>
                  <a:cubicBezTo>
                    <a:pt x="1477" y="13592"/>
                    <a:pt x="5723" y="15807"/>
                    <a:pt x="9600" y="14515"/>
                  </a:cubicBezTo>
                  <a:cubicBezTo>
                    <a:pt x="10339" y="14330"/>
                    <a:pt x="10892" y="14146"/>
                    <a:pt x="11446" y="13777"/>
                  </a:cubicBezTo>
                  <a:cubicBezTo>
                    <a:pt x="17723" y="20607"/>
                    <a:pt x="17723" y="20607"/>
                    <a:pt x="17723" y="20607"/>
                  </a:cubicBezTo>
                  <a:cubicBezTo>
                    <a:pt x="17908" y="20792"/>
                    <a:pt x="18277" y="20792"/>
                    <a:pt x="18646" y="20423"/>
                  </a:cubicBezTo>
                  <a:cubicBezTo>
                    <a:pt x="20123" y="19130"/>
                    <a:pt x="20123" y="19130"/>
                    <a:pt x="20123" y="19130"/>
                  </a:cubicBezTo>
                  <a:cubicBezTo>
                    <a:pt x="20492" y="18761"/>
                    <a:pt x="20677" y="18392"/>
                    <a:pt x="20492" y="18207"/>
                  </a:cubicBezTo>
                  <a:close/>
                  <a:moveTo>
                    <a:pt x="2215" y="9161"/>
                  </a:moveTo>
                  <a:cubicBezTo>
                    <a:pt x="1292" y="6207"/>
                    <a:pt x="2954" y="3254"/>
                    <a:pt x="5723" y="2330"/>
                  </a:cubicBezTo>
                  <a:cubicBezTo>
                    <a:pt x="8677" y="1407"/>
                    <a:pt x="11815" y="2884"/>
                    <a:pt x="12554" y="5838"/>
                  </a:cubicBezTo>
                  <a:cubicBezTo>
                    <a:pt x="13477" y="8792"/>
                    <a:pt x="12000" y="11746"/>
                    <a:pt x="9046" y="12669"/>
                  </a:cubicBezTo>
                  <a:cubicBezTo>
                    <a:pt x="6277" y="13592"/>
                    <a:pt x="3139" y="11930"/>
                    <a:pt x="2215" y="916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17" name="Shape 7117"/>
            <p:cNvSpPr/>
            <p:nvPr/>
          </p:nvSpPr>
          <p:spPr>
            <a:xfrm>
              <a:off x="524399" y="431944"/>
              <a:ext cx="268224" cy="184733"/>
            </a:xfrm>
            <a:custGeom>
              <a:avLst/>
              <a:gdLst/>
              <a:ahLst/>
              <a:cxnLst>
                <a:cxn ang="0">
                  <a:pos x="wd2" y="hd2"/>
                </a:cxn>
                <a:cxn ang="5400000">
                  <a:pos x="wd2" y="hd2"/>
                </a:cxn>
                <a:cxn ang="10800000">
                  <a:pos x="wd2" y="hd2"/>
                </a:cxn>
                <a:cxn ang="16200000">
                  <a:pos x="wd2" y="hd2"/>
                </a:cxn>
              </a:cxnLst>
              <a:rect l="0" t="0" r="r" b="b"/>
              <a:pathLst>
                <a:path w="21452" h="19920" fill="norm" stroke="1" extrusionOk="0">
                  <a:moveTo>
                    <a:pt x="4320" y="7661"/>
                  </a:moveTo>
                  <a:cubicBezTo>
                    <a:pt x="11232" y="4742"/>
                    <a:pt x="18576" y="9996"/>
                    <a:pt x="20736" y="19336"/>
                  </a:cubicBezTo>
                  <a:cubicBezTo>
                    <a:pt x="20736" y="19336"/>
                    <a:pt x="20736" y="19336"/>
                    <a:pt x="20736" y="19920"/>
                  </a:cubicBezTo>
                  <a:cubicBezTo>
                    <a:pt x="21600" y="17001"/>
                    <a:pt x="21600" y="13498"/>
                    <a:pt x="21168" y="9996"/>
                  </a:cubicBezTo>
                  <a:cubicBezTo>
                    <a:pt x="19440" y="2406"/>
                    <a:pt x="12960" y="-1680"/>
                    <a:pt x="7344" y="655"/>
                  </a:cubicBezTo>
                  <a:cubicBezTo>
                    <a:pt x="3456" y="1823"/>
                    <a:pt x="864" y="5909"/>
                    <a:pt x="0" y="10579"/>
                  </a:cubicBezTo>
                  <a:cubicBezTo>
                    <a:pt x="1296" y="9412"/>
                    <a:pt x="2592" y="8244"/>
                    <a:pt x="4320" y="766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7119" name="Shape 7119"/>
          <p:cNvSpPr/>
          <p:nvPr/>
        </p:nvSpPr>
        <p:spPr>
          <a:xfrm>
            <a:off x="19789232" y="6487349"/>
            <a:ext cx="498299" cy="931319"/>
          </a:xfrm>
          <a:custGeom>
            <a:avLst/>
            <a:gdLst/>
            <a:ahLst/>
            <a:cxnLst>
              <a:cxn ang="0">
                <a:pos x="wd2" y="hd2"/>
              </a:cxn>
              <a:cxn ang="5400000">
                <a:pos x="wd2" y="hd2"/>
              </a:cxn>
              <a:cxn ang="10800000">
                <a:pos x="wd2" y="hd2"/>
              </a:cxn>
              <a:cxn ang="16200000">
                <a:pos x="wd2" y="hd2"/>
              </a:cxn>
            </a:cxnLst>
            <a:rect l="0" t="0" r="r" b="b"/>
            <a:pathLst>
              <a:path w="21501" h="21600" fill="norm" stroke="1" extrusionOk="0">
                <a:moveTo>
                  <a:pt x="20765" y="20429"/>
                </a:moveTo>
                <a:cubicBezTo>
                  <a:pt x="21010" y="20429"/>
                  <a:pt x="21256" y="20429"/>
                  <a:pt x="21256" y="20299"/>
                </a:cubicBezTo>
                <a:cubicBezTo>
                  <a:pt x="21501" y="20299"/>
                  <a:pt x="21501" y="20169"/>
                  <a:pt x="21501" y="20039"/>
                </a:cubicBezTo>
                <a:cubicBezTo>
                  <a:pt x="21501" y="19388"/>
                  <a:pt x="21501" y="19388"/>
                  <a:pt x="21501" y="19388"/>
                </a:cubicBezTo>
                <a:cubicBezTo>
                  <a:pt x="20028" y="19388"/>
                  <a:pt x="18556" y="18607"/>
                  <a:pt x="18556" y="17827"/>
                </a:cubicBezTo>
                <a:cubicBezTo>
                  <a:pt x="18801" y="17827"/>
                  <a:pt x="18801" y="17827"/>
                  <a:pt x="18801" y="17827"/>
                </a:cubicBezTo>
                <a:cubicBezTo>
                  <a:pt x="19046" y="17827"/>
                  <a:pt x="19046" y="17827"/>
                  <a:pt x="19046" y="17696"/>
                </a:cubicBezTo>
                <a:cubicBezTo>
                  <a:pt x="19292" y="17696"/>
                  <a:pt x="19292" y="17566"/>
                  <a:pt x="19292" y="17566"/>
                </a:cubicBezTo>
                <a:cubicBezTo>
                  <a:pt x="19292" y="17436"/>
                  <a:pt x="19292" y="17436"/>
                  <a:pt x="19046" y="17306"/>
                </a:cubicBezTo>
                <a:cubicBezTo>
                  <a:pt x="19046" y="17306"/>
                  <a:pt x="19046" y="17306"/>
                  <a:pt x="18801" y="17306"/>
                </a:cubicBezTo>
                <a:cubicBezTo>
                  <a:pt x="18065" y="17306"/>
                  <a:pt x="18065" y="17306"/>
                  <a:pt x="18065" y="17306"/>
                </a:cubicBezTo>
                <a:cubicBezTo>
                  <a:pt x="20519" y="16655"/>
                  <a:pt x="21256" y="15354"/>
                  <a:pt x="21256" y="15354"/>
                </a:cubicBezTo>
                <a:cubicBezTo>
                  <a:pt x="21256" y="15354"/>
                  <a:pt x="21256" y="15354"/>
                  <a:pt x="21256" y="15354"/>
                </a:cubicBezTo>
                <a:cubicBezTo>
                  <a:pt x="21256" y="15354"/>
                  <a:pt x="21256" y="15354"/>
                  <a:pt x="21256" y="15354"/>
                </a:cubicBezTo>
                <a:cubicBezTo>
                  <a:pt x="21256" y="15354"/>
                  <a:pt x="21256" y="15354"/>
                  <a:pt x="21256" y="15354"/>
                </a:cubicBezTo>
                <a:cubicBezTo>
                  <a:pt x="19292" y="14704"/>
                  <a:pt x="19292" y="14704"/>
                  <a:pt x="19292" y="14704"/>
                </a:cubicBezTo>
                <a:cubicBezTo>
                  <a:pt x="15856" y="13533"/>
                  <a:pt x="9228" y="10670"/>
                  <a:pt x="8492" y="6896"/>
                </a:cubicBezTo>
                <a:cubicBezTo>
                  <a:pt x="9474" y="7157"/>
                  <a:pt x="11928" y="7287"/>
                  <a:pt x="13401" y="6896"/>
                </a:cubicBezTo>
                <a:cubicBezTo>
                  <a:pt x="13646" y="7027"/>
                  <a:pt x="14383" y="7417"/>
                  <a:pt x="14137" y="8067"/>
                </a:cubicBezTo>
                <a:cubicBezTo>
                  <a:pt x="15856" y="8588"/>
                  <a:pt x="18556" y="8328"/>
                  <a:pt x="18556" y="8328"/>
                </a:cubicBezTo>
                <a:cubicBezTo>
                  <a:pt x="20028" y="6766"/>
                  <a:pt x="20028" y="6766"/>
                  <a:pt x="20028" y="6766"/>
                </a:cubicBezTo>
                <a:cubicBezTo>
                  <a:pt x="20028" y="6636"/>
                  <a:pt x="20028" y="6506"/>
                  <a:pt x="20028" y="6506"/>
                </a:cubicBezTo>
                <a:cubicBezTo>
                  <a:pt x="20028" y="6376"/>
                  <a:pt x="19783" y="6376"/>
                  <a:pt x="19783" y="6246"/>
                </a:cubicBezTo>
                <a:cubicBezTo>
                  <a:pt x="19292" y="6116"/>
                  <a:pt x="19292" y="6116"/>
                  <a:pt x="19292" y="6116"/>
                </a:cubicBezTo>
                <a:cubicBezTo>
                  <a:pt x="15856" y="3773"/>
                  <a:pt x="15856" y="3773"/>
                  <a:pt x="15856" y="3773"/>
                </a:cubicBezTo>
                <a:cubicBezTo>
                  <a:pt x="15610" y="3513"/>
                  <a:pt x="15610" y="3513"/>
                  <a:pt x="15610" y="3513"/>
                </a:cubicBezTo>
                <a:cubicBezTo>
                  <a:pt x="15610" y="3383"/>
                  <a:pt x="15610" y="3383"/>
                  <a:pt x="15610" y="3383"/>
                </a:cubicBezTo>
                <a:cubicBezTo>
                  <a:pt x="15365" y="3253"/>
                  <a:pt x="15365" y="3253"/>
                  <a:pt x="15365" y="3123"/>
                </a:cubicBezTo>
                <a:cubicBezTo>
                  <a:pt x="13156" y="2082"/>
                  <a:pt x="13156" y="2082"/>
                  <a:pt x="13156" y="2082"/>
                </a:cubicBezTo>
                <a:cubicBezTo>
                  <a:pt x="15856" y="1041"/>
                  <a:pt x="15856" y="1041"/>
                  <a:pt x="15856" y="1041"/>
                </a:cubicBezTo>
                <a:cubicBezTo>
                  <a:pt x="7265" y="0"/>
                  <a:pt x="7265" y="0"/>
                  <a:pt x="7265" y="0"/>
                </a:cubicBezTo>
                <a:cubicBezTo>
                  <a:pt x="4074" y="1692"/>
                  <a:pt x="4074" y="1692"/>
                  <a:pt x="4074" y="1692"/>
                </a:cubicBezTo>
                <a:cubicBezTo>
                  <a:pt x="2601" y="2472"/>
                  <a:pt x="1374" y="3383"/>
                  <a:pt x="637" y="4424"/>
                </a:cubicBezTo>
                <a:cubicBezTo>
                  <a:pt x="-99" y="5595"/>
                  <a:pt x="-99" y="6636"/>
                  <a:pt x="146" y="7677"/>
                </a:cubicBezTo>
                <a:cubicBezTo>
                  <a:pt x="1865" y="16005"/>
                  <a:pt x="1865" y="16005"/>
                  <a:pt x="1865" y="16005"/>
                </a:cubicBezTo>
                <a:cubicBezTo>
                  <a:pt x="4074" y="17306"/>
                  <a:pt x="4074" y="17306"/>
                  <a:pt x="4074" y="17306"/>
                </a:cubicBezTo>
                <a:cubicBezTo>
                  <a:pt x="3092" y="17306"/>
                  <a:pt x="3092" y="17306"/>
                  <a:pt x="3092" y="17306"/>
                </a:cubicBezTo>
                <a:cubicBezTo>
                  <a:pt x="3092" y="17306"/>
                  <a:pt x="2846" y="17306"/>
                  <a:pt x="2846" y="17306"/>
                </a:cubicBezTo>
                <a:cubicBezTo>
                  <a:pt x="2601" y="17436"/>
                  <a:pt x="2601" y="17436"/>
                  <a:pt x="2601" y="17566"/>
                </a:cubicBezTo>
                <a:cubicBezTo>
                  <a:pt x="2601" y="17566"/>
                  <a:pt x="2601" y="17696"/>
                  <a:pt x="2846" y="17696"/>
                </a:cubicBezTo>
                <a:cubicBezTo>
                  <a:pt x="2846" y="17827"/>
                  <a:pt x="3092" y="17827"/>
                  <a:pt x="3092" y="17827"/>
                </a:cubicBezTo>
                <a:cubicBezTo>
                  <a:pt x="3337" y="17827"/>
                  <a:pt x="3337" y="17827"/>
                  <a:pt x="3337" y="17827"/>
                </a:cubicBezTo>
                <a:cubicBezTo>
                  <a:pt x="3337" y="18607"/>
                  <a:pt x="2110" y="19388"/>
                  <a:pt x="392" y="19388"/>
                </a:cubicBezTo>
                <a:cubicBezTo>
                  <a:pt x="392" y="20039"/>
                  <a:pt x="392" y="20039"/>
                  <a:pt x="392" y="20039"/>
                </a:cubicBezTo>
                <a:cubicBezTo>
                  <a:pt x="392" y="20169"/>
                  <a:pt x="392" y="20299"/>
                  <a:pt x="637" y="20299"/>
                </a:cubicBezTo>
                <a:cubicBezTo>
                  <a:pt x="637" y="20429"/>
                  <a:pt x="883" y="20429"/>
                  <a:pt x="1128" y="20429"/>
                </a:cubicBezTo>
                <a:cubicBezTo>
                  <a:pt x="1128" y="20429"/>
                  <a:pt x="1128" y="20429"/>
                  <a:pt x="1128" y="20429"/>
                </a:cubicBezTo>
                <a:cubicBezTo>
                  <a:pt x="1128" y="20819"/>
                  <a:pt x="1128" y="20819"/>
                  <a:pt x="1128" y="20819"/>
                </a:cubicBezTo>
                <a:cubicBezTo>
                  <a:pt x="1128" y="20819"/>
                  <a:pt x="1128" y="20819"/>
                  <a:pt x="1128" y="20819"/>
                </a:cubicBezTo>
                <a:cubicBezTo>
                  <a:pt x="883" y="20819"/>
                  <a:pt x="637" y="20819"/>
                  <a:pt x="637" y="20819"/>
                </a:cubicBezTo>
                <a:cubicBezTo>
                  <a:pt x="392" y="20949"/>
                  <a:pt x="392" y="21080"/>
                  <a:pt x="392" y="21210"/>
                </a:cubicBezTo>
                <a:cubicBezTo>
                  <a:pt x="392" y="21210"/>
                  <a:pt x="392" y="21210"/>
                  <a:pt x="392" y="21210"/>
                </a:cubicBezTo>
                <a:cubicBezTo>
                  <a:pt x="392" y="21340"/>
                  <a:pt x="392" y="21470"/>
                  <a:pt x="637" y="21470"/>
                </a:cubicBezTo>
                <a:cubicBezTo>
                  <a:pt x="637" y="21600"/>
                  <a:pt x="883" y="21600"/>
                  <a:pt x="1128" y="21600"/>
                </a:cubicBezTo>
                <a:cubicBezTo>
                  <a:pt x="20765" y="21600"/>
                  <a:pt x="20765" y="21600"/>
                  <a:pt x="20765" y="21600"/>
                </a:cubicBezTo>
                <a:cubicBezTo>
                  <a:pt x="21010" y="21600"/>
                  <a:pt x="21256" y="21600"/>
                  <a:pt x="21256" y="21470"/>
                </a:cubicBezTo>
                <a:cubicBezTo>
                  <a:pt x="21501" y="21470"/>
                  <a:pt x="21501" y="21340"/>
                  <a:pt x="21501" y="21210"/>
                </a:cubicBezTo>
                <a:cubicBezTo>
                  <a:pt x="21501" y="21210"/>
                  <a:pt x="21501" y="21210"/>
                  <a:pt x="21501" y="21210"/>
                </a:cubicBezTo>
                <a:cubicBezTo>
                  <a:pt x="21501" y="21080"/>
                  <a:pt x="21501" y="20949"/>
                  <a:pt x="21256" y="20819"/>
                </a:cubicBezTo>
                <a:cubicBezTo>
                  <a:pt x="21256" y="20819"/>
                  <a:pt x="21010" y="20819"/>
                  <a:pt x="20765" y="20819"/>
                </a:cubicBezTo>
                <a:cubicBezTo>
                  <a:pt x="20765" y="20819"/>
                  <a:pt x="20765" y="20819"/>
                  <a:pt x="20765" y="20819"/>
                </a:cubicBezTo>
                <a:cubicBezTo>
                  <a:pt x="20765" y="20429"/>
                  <a:pt x="20765" y="20429"/>
                  <a:pt x="20765" y="20429"/>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7124" name="Group 7124"/>
          <p:cNvGrpSpPr/>
          <p:nvPr/>
        </p:nvGrpSpPr>
        <p:grpSpPr>
          <a:xfrm>
            <a:off x="20000295" y="9469178"/>
            <a:ext cx="717624" cy="1100217"/>
            <a:chOff x="0" y="0"/>
            <a:chExt cx="717622" cy="1100216"/>
          </a:xfrm>
        </p:grpSpPr>
        <p:sp>
          <p:nvSpPr>
            <p:cNvPr id="7120" name="Shape 7120"/>
            <p:cNvSpPr/>
            <p:nvPr/>
          </p:nvSpPr>
          <p:spPr>
            <a:xfrm>
              <a:off x="0" y="0"/>
              <a:ext cx="717623" cy="8127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50" y="0"/>
                    <a:pt x="0" y="4215"/>
                    <a:pt x="0" y="9351"/>
                  </a:cubicBezTo>
                  <a:cubicBezTo>
                    <a:pt x="0" y="11459"/>
                    <a:pt x="1050" y="13302"/>
                    <a:pt x="1950" y="14751"/>
                  </a:cubicBezTo>
                  <a:cubicBezTo>
                    <a:pt x="1950" y="14883"/>
                    <a:pt x="2550" y="15937"/>
                    <a:pt x="2850" y="16463"/>
                  </a:cubicBezTo>
                  <a:cubicBezTo>
                    <a:pt x="3150" y="16990"/>
                    <a:pt x="3450" y="17517"/>
                    <a:pt x="3750" y="18044"/>
                  </a:cubicBezTo>
                  <a:cubicBezTo>
                    <a:pt x="4200" y="19098"/>
                    <a:pt x="4500" y="20283"/>
                    <a:pt x="4950" y="21468"/>
                  </a:cubicBezTo>
                  <a:cubicBezTo>
                    <a:pt x="4950" y="21468"/>
                    <a:pt x="4950" y="21600"/>
                    <a:pt x="4950" y="21600"/>
                  </a:cubicBezTo>
                  <a:cubicBezTo>
                    <a:pt x="7050" y="21600"/>
                    <a:pt x="7050" y="21600"/>
                    <a:pt x="7050" y="21600"/>
                  </a:cubicBezTo>
                  <a:cubicBezTo>
                    <a:pt x="7050" y="21468"/>
                    <a:pt x="6900" y="21205"/>
                    <a:pt x="6900" y="20941"/>
                  </a:cubicBezTo>
                  <a:cubicBezTo>
                    <a:pt x="6450" y="19756"/>
                    <a:pt x="6000" y="18571"/>
                    <a:pt x="5550" y="17517"/>
                  </a:cubicBezTo>
                  <a:cubicBezTo>
                    <a:pt x="5250" y="16859"/>
                    <a:pt x="4950" y="16200"/>
                    <a:pt x="4650" y="15673"/>
                  </a:cubicBezTo>
                  <a:cubicBezTo>
                    <a:pt x="4350" y="15146"/>
                    <a:pt x="3750" y="13961"/>
                    <a:pt x="3750" y="13961"/>
                  </a:cubicBezTo>
                  <a:cubicBezTo>
                    <a:pt x="3750" y="13961"/>
                    <a:pt x="3750" y="13961"/>
                    <a:pt x="3750" y="13961"/>
                  </a:cubicBezTo>
                  <a:cubicBezTo>
                    <a:pt x="2700" y="12249"/>
                    <a:pt x="2100" y="10932"/>
                    <a:pt x="2100" y="9351"/>
                  </a:cubicBezTo>
                  <a:cubicBezTo>
                    <a:pt x="2100" y="5137"/>
                    <a:pt x="6000" y="1712"/>
                    <a:pt x="10800" y="1712"/>
                  </a:cubicBezTo>
                  <a:cubicBezTo>
                    <a:pt x="15600" y="1712"/>
                    <a:pt x="19650" y="5137"/>
                    <a:pt x="19650" y="9351"/>
                  </a:cubicBezTo>
                  <a:cubicBezTo>
                    <a:pt x="19650" y="11063"/>
                    <a:pt x="18900" y="12380"/>
                    <a:pt x="18000" y="14093"/>
                  </a:cubicBezTo>
                  <a:cubicBezTo>
                    <a:pt x="17850" y="14093"/>
                    <a:pt x="17250" y="15146"/>
                    <a:pt x="16950" y="15673"/>
                  </a:cubicBezTo>
                  <a:cubicBezTo>
                    <a:pt x="16650" y="16200"/>
                    <a:pt x="16350" y="16727"/>
                    <a:pt x="16050" y="17517"/>
                  </a:cubicBezTo>
                  <a:cubicBezTo>
                    <a:pt x="15600" y="18571"/>
                    <a:pt x="15150" y="19756"/>
                    <a:pt x="14850" y="20941"/>
                  </a:cubicBezTo>
                  <a:cubicBezTo>
                    <a:pt x="14700" y="21205"/>
                    <a:pt x="14700" y="21468"/>
                    <a:pt x="14550" y="21600"/>
                  </a:cubicBezTo>
                  <a:cubicBezTo>
                    <a:pt x="16650" y="21600"/>
                    <a:pt x="16650" y="21600"/>
                    <a:pt x="16650" y="21600"/>
                  </a:cubicBezTo>
                  <a:cubicBezTo>
                    <a:pt x="16650" y="21600"/>
                    <a:pt x="16650" y="21468"/>
                    <a:pt x="16800" y="21468"/>
                  </a:cubicBezTo>
                  <a:cubicBezTo>
                    <a:pt x="17100" y="20283"/>
                    <a:pt x="17550" y="19229"/>
                    <a:pt x="18000" y="18044"/>
                  </a:cubicBezTo>
                  <a:cubicBezTo>
                    <a:pt x="18300" y="17517"/>
                    <a:pt x="18450" y="16990"/>
                    <a:pt x="18750" y="16463"/>
                  </a:cubicBezTo>
                  <a:cubicBezTo>
                    <a:pt x="19050" y="15937"/>
                    <a:pt x="19650" y="14883"/>
                    <a:pt x="19650" y="14883"/>
                  </a:cubicBezTo>
                  <a:cubicBezTo>
                    <a:pt x="20850" y="13039"/>
                    <a:pt x="21600" y="11327"/>
                    <a:pt x="21600" y="9351"/>
                  </a:cubicBezTo>
                  <a:cubicBezTo>
                    <a:pt x="21600" y="4215"/>
                    <a:pt x="16800" y="0"/>
                    <a:pt x="10800"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21" name="Shape 7121"/>
            <p:cNvSpPr/>
            <p:nvPr/>
          </p:nvSpPr>
          <p:spPr>
            <a:xfrm>
              <a:off x="163378" y="926497"/>
              <a:ext cx="388799" cy="173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703"/>
                  </a:moveTo>
                  <a:cubicBezTo>
                    <a:pt x="0" y="8640"/>
                    <a:pt x="1938" y="12343"/>
                    <a:pt x="4154" y="12343"/>
                  </a:cubicBezTo>
                  <a:cubicBezTo>
                    <a:pt x="5262" y="12343"/>
                    <a:pt x="5262" y="12343"/>
                    <a:pt x="5262" y="12343"/>
                  </a:cubicBezTo>
                  <a:cubicBezTo>
                    <a:pt x="5262" y="12960"/>
                    <a:pt x="5262" y="12960"/>
                    <a:pt x="5262" y="12960"/>
                  </a:cubicBezTo>
                  <a:cubicBezTo>
                    <a:pt x="5262" y="17897"/>
                    <a:pt x="6923" y="21600"/>
                    <a:pt x="9138" y="21600"/>
                  </a:cubicBezTo>
                  <a:cubicBezTo>
                    <a:pt x="12738" y="21600"/>
                    <a:pt x="12738" y="21600"/>
                    <a:pt x="12738" y="21600"/>
                  </a:cubicBezTo>
                  <a:cubicBezTo>
                    <a:pt x="14677" y="21600"/>
                    <a:pt x="16615" y="17897"/>
                    <a:pt x="16615" y="12960"/>
                  </a:cubicBezTo>
                  <a:cubicBezTo>
                    <a:pt x="16615" y="12343"/>
                    <a:pt x="16615" y="12343"/>
                    <a:pt x="16615" y="12343"/>
                  </a:cubicBezTo>
                  <a:cubicBezTo>
                    <a:pt x="17723" y="12343"/>
                    <a:pt x="17723" y="12343"/>
                    <a:pt x="17723" y="12343"/>
                  </a:cubicBezTo>
                  <a:cubicBezTo>
                    <a:pt x="19938" y="12343"/>
                    <a:pt x="21600" y="8640"/>
                    <a:pt x="21600" y="3703"/>
                  </a:cubicBezTo>
                  <a:cubicBezTo>
                    <a:pt x="21600" y="0"/>
                    <a:pt x="21600" y="0"/>
                    <a:pt x="21600" y="0"/>
                  </a:cubicBezTo>
                  <a:cubicBezTo>
                    <a:pt x="0" y="0"/>
                    <a:pt x="0" y="0"/>
                    <a:pt x="0" y="0"/>
                  </a:cubicBezTo>
                  <a:lnTo>
                    <a:pt x="0" y="3703"/>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22" name="Shape 7122"/>
            <p:cNvSpPr/>
            <p:nvPr/>
          </p:nvSpPr>
          <p:spPr>
            <a:xfrm>
              <a:off x="163378" y="852046"/>
              <a:ext cx="388799" cy="39293"/>
            </a:xfrm>
            <a:prstGeom prst="rect">
              <a:avLst/>
            </a:pr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23" name="Shape 7123"/>
            <p:cNvSpPr/>
            <p:nvPr/>
          </p:nvSpPr>
          <p:spPr>
            <a:xfrm>
              <a:off x="148901" y="415682"/>
              <a:ext cx="423957" cy="3970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85" y="21600"/>
                  </a:moveTo>
                  <a:cubicBezTo>
                    <a:pt x="21092" y="2430"/>
                    <a:pt x="21092" y="2430"/>
                    <a:pt x="21092" y="2430"/>
                  </a:cubicBezTo>
                  <a:cubicBezTo>
                    <a:pt x="21600" y="810"/>
                    <a:pt x="21600" y="810"/>
                    <a:pt x="21600" y="810"/>
                  </a:cubicBezTo>
                  <a:cubicBezTo>
                    <a:pt x="21346" y="270"/>
                    <a:pt x="20838" y="0"/>
                    <a:pt x="20329" y="0"/>
                  </a:cubicBezTo>
                  <a:cubicBezTo>
                    <a:pt x="20329" y="0"/>
                    <a:pt x="20329" y="0"/>
                    <a:pt x="20329" y="0"/>
                  </a:cubicBezTo>
                  <a:cubicBezTo>
                    <a:pt x="19059" y="0"/>
                    <a:pt x="18296" y="1350"/>
                    <a:pt x="18042" y="2160"/>
                  </a:cubicBezTo>
                  <a:cubicBezTo>
                    <a:pt x="17534" y="2970"/>
                    <a:pt x="17280" y="3240"/>
                    <a:pt x="17026" y="3240"/>
                  </a:cubicBezTo>
                  <a:cubicBezTo>
                    <a:pt x="16772" y="3240"/>
                    <a:pt x="16518" y="2970"/>
                    <a:pt x="16264" y="2160"/>
                  </a:cubicBezTo>
                  <a:cubicBezTo>
                    <a:pt x="15755" y="1350"/>
                    <a:pt x="15247" y="0"/>
                    <a:pt x="13976" y="0"/>
                  </a:cubicBezTo>
                  <a:cubicBezTo>
                    <a:pt x="12706" y="0"/>
                    <a:pt x="11944" y="1350"/>
                    <a:pt x="11689" y="2160"/>
                  </a:cubicBezTo>
                  <a:cubicBezTo>
                    <a:pt x="11181" y="2970"/>
                    <a:pt x="10927" y="3240"/>
                    <a:pt x="10673" y="3240"/>
                  </a:cubicBezTo>
                  <a:cubicBezTo>
                    <a:pt x="10419" y="3240"/>
                    <a:pt x="10165" y="2970"/>
                    <a:pt x="9911" y="2160"/>
                  </a:cubicBezTo>
                  <a:cubicBezTo>
                    <a:pt x="9402" y="1350"/>
                    <a:pt x="8894" y="0"/>
                    <a:pt x="7624" y="0"/>
                  </a:cubicBezTo>
                  <a:cubicBezTo>
                    <a:pt x="6353" y="0"/>
                    <a:pt x="5591" y="1350"/>
                    <a:pt x="5336" y="2160"/>
                  </a:cubicBezTo>
                  <a:cubicBezTo>
                    <a:pt x="4828" y="2970"/>
                    <a:pt x="4574" y="3240"/>
                    <a:pt x="4320" y="3240"/>
                  </a:cubicBezTo>
                  <a:cubicBezTo>
                    <a:pt x="4066" y="3240"/>
                    <a:pt x="3812" y="2970"/>
                    <a:pt x="3558" y="2160"/>
                  </a:cubicBezTo>
                  <a:cubicBezTo>
                    <a:pt x="3049" y="1350"/>
                    <a:pt x="2541" y="0"/>
                    <a:pt x="1271" y="0"/>
                  </a:cubicBezTo>
                  <a:cubicBezTo>
                    <a:pt x="1016" y="0"/>
                    <a:pt x="1016" y="0"/>
                    <a:pt x="1016" y="0"/>
                  </a:cubicBezTo>
                  <a:cubicBezTo>
                    <a:pt x="508" y="0"/>
                    <a:pt x="0" y="270"/>
                    <a:pt x="0" y="810"/>
                  </a:cubicBezTo>
                  <a:cubicBezTo>
                    <a:pt x="508" y="2700"/>
                    <a:pt x="508" y="2700"/>
                    <a:pt x="508" y="2700"/>
                  </a:cubicBezTo>
                  <a:cubicBezTo>
                    <a:pt x="7369" y="21600"/>
                    <a:pt x="7369" y="21600"/>
                    <a:pt x="7369" y="21600"/>
                  </a:cubicBezTo>
                  <a:cubicBezTo>
                    <a:pt x="8894" y="21600"/>
                    <a:pt x="8894" y="21600"/>
                    <a:pt x="8894" y="21600"/>
                  </a:cubicBezTo>
                  <a:cubicBezTo>
                    <a:pt x="2541" y="3510"/>
                    <a:pt x="2541" y="3510"/>
                    <a:pt x="2541" y="3510"/>
                  </a:cubicBezTo>
                  <a:cubicBezTo>
                    <a:pt x="2795" y="4320"/>
                    <a:pt x="3558" y="4860"/>
                    <a:pt x="4320" y="4860"/>
                  </a:cubicBezTo>
                  <a:cubicBezTo>
                    <a:pt x="5591" y="4860"/>
                    <a:pt x="6353" y="3780"/>
                    <a:pt x="6607" y="2970"/>
                  </a:cubicBezTo>
                  <a:cubicBezTo>
                    <a:pt x="7115" y="2160"/>
                    <a:pt x="7369" y="1620"/>
                    <a:pt x="7624" y="1620"/>
                  </a:cubicBezTo>
                  <a:cubicBezTo>
                    <a:pt x="7878" y="1620"/>
                    <a:pt x="8132" y="2160"/>
                    <a:pt x="8386" y="2970"/>
                  </a:cubicBezTo>
                  <a:cubicBezTo>
                    <a:pt x="8894" y="3780"/>
                    <a:pt x="9402" y="4860"/>
                    <a:pt x="10673" y="4860"/>
                  </a:cubicBezTo>
                  <a:cubicBezTo>
                    <a:pt x="11944" y="4860"/>
                    <a:pt x="12452" y="3780"/>
                    <a:pt x="12960" y="2970"/>
                  </a:cubicBezTo>
                  <a:cubicBezTo>
                    <a:pt x="13468" y="2160"/>
                    <a:pt x="13468" y="1620"/>
                    <a:pt x="13976" y="1620"/>
                  </a:cubicBezTo>
                  <a:cubicBezTo>
                    <a:pt x="14231" y="1620"/>
                    <a:pt x="14485" y="2160"/>
                    <a:pt x="14739" y="2970"/>
                  </a:cubicBezTo>
                  <a:cubicBezTo>
                    <a:pt x="15247" y="3780"/>
                    <a:pt x="15755" y="4860"/>
                    <a:pt x="17026" y="4860"/>
                  </a:cubicBezTo>
                  <a:cubicBezTo>
                    <a:pt x="18042" y="4860"/>
                    <a:pt x="18551" y="4050"/>
                    <a:pt x="19059" y="3510"/>
                  </a:cubicBezTo>
                  <a:cubicBezTo>
                    <a:pt x="12706" y="21600"/>
                    <a:pt x="12706" y="21600"/>
                    <a:pt x="12706" y="21600"/>
                  </a:cubicBezTo>
                  <a:lnTo>
                    <a:pt x="14485" y="216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28" name="Group 7128"/>
          <p:cNvGrpSpPr/>
          <p:nvPr/>
        </p:nvGrpSpPr>
        <p:grpSpPr>
          <a:xfrm>
            <a:off x="18232256" y="9583173"/>
            <a:ext cx="1439379" cy="1065709"/>
            <a:chOff x="0" y="0"/>
            <a:chExt cx="1439378" cy="1065707"/>
          </a:xfrm>
        </p:grpSpPr>
        <p:sp>
          <p:nvSpPr>
            <p:cNvPr id="7125" name="Shape 7125"/>
            <p:cNvSpPr/>
            <p:nvPr/>
          </p:nvSpPr>
          <p:spPr>
            <a:xfrm>
              <a:off x="102523" y="563880"/>
              <a:ext cx="400652" cy="3993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9" y="0"/>
                    <a:pt x="0" y="4828"/>
                    <a:pt x="0" y="10786"/>
                  </a:cubicBezTo>
                  <a:cubicBezTo>
                    <a:pt x="0" y="16772"/>
                    <a:pt x="4849" y="21600"/>
                    <a:pt x="10800" y="21600"/>
                  </a:cubicBezTo>
                  <a:cubicBezTo>
                    <a:pt x="16751" y="21600"/>
                    <a:pt x="21600" y="16772"/>
                    <a:pt x="21600" y="10786"/>
                  </a:cubicBezTo>
                  <a:cubicBezTo>
                    <a:pt x="21600" y="4828"/>
                    <a:pt x="16751" y="0"/>
                    <a:pt x="10800" y="0"/>
                  </a:cubicBezTo>
                  <a:close/>
                  <a:moveTo>
                    <a:pt x="10800" y="19641"/>
                  </a:moveTo>
                  <a:cubicBezTo>
                    <a:pt x="5951" y="19641"/>
                    <a:pt x="1984" y="15669"/>
                    <a:pt x="1984" y="10786"/>
                  </a:cubicBezTo>
                  <a:cubicBezTo>
                    <a:pt x="1984" y="5931"/>
                    <a:pt x="5951" y="1959"/>
                    <a:pt x="10800" y="1959"/>
                  </a:cubicBezTo>
                  <a:cubicBezTo>
                    <a:pt x="15677" y="1959"/>
                    <a:pt x="19644" y="5931"/>
                    <a:pt x="19644" y="10786"/>
                  </a:cubicBezTo>
                  <a:cubicBezTo>
                    <a:pt x="19644" y="15669"/>
                    <a:pt x="15677" y="19641"/>
                    <a:pt x="10800" y="1964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26" name="Shape 7126"/>
            <p:cNvSpPr/>
            <p:nvPr/>
          </p:nvSpPr>
          <p:spPr>
            <a:xfrm>
              <a:off x="210443" y="634028"/>
              <a:ext cx="186162" cy="2549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44" y="10238"/>
                  </a:moveTo>
                  <a:cubicBezTo>
                    <a:pt x="17970" y="9850"/>
                    <a:pt x="16483" y="9331"/>
                    <a:pt x="14281" y="8640"/>
                  </a:cubicBezTo>
                  <a:cubicBezTo>
                    <a:pt x="11663" y="7819"/>
                    <a:pt x="10116" y="7258"/>
                    <a:pt x="9580" y="6955"/>
                  </a:cubicBezTo>
                  <a:cubicBezTo>
                    <a:pt x="9045" y="6696"/>
                    <a:pt x="8807" y="6178"/>
                    <a:pt x="8807" y="5486"/>
                  </a:cubicBezTo>
                  <a:cubicBezTo>
                    <a:pt x="8807" y="5054"/>
                    <a:pt x="8926" y="4709"/>
                    <a:pt x="9164" y="4536"/>
                  </a:cubicBezTo>
                  <a:cubicBezTo>
                    <a:pt x="9461" y="4320"/>
                    <a:pt x="9878" y="4190"/>
                    <a:pt x="10354" y="4190"/>
                  </a:cubicBezTo>
                  <a:cubicBezTo>
                    <a:pt x="11008" y="4190"/>
                    <a:pt x="11484" y="4320"/>
                    <a:pt x="11663" y="4579"/>
                  </a:cubicBezTo>
                  <a:cubicBezTo>
                    <a:pt x="11841" y="4795"/>
                    <a:pt x="11960" y="5357"/>
                    <a:pt x="11960" y="6134"/>
                  </a:cubicBezTo>
                  <a:cubicBezTo>
                    <a:pt x="11960" y="6912"/>
                    <a:pt x="11960" y="6912"/>
                    <a:pt x="11960" y="6912"/>
                  </a:cubicBezTo>
                  <a:cubicBezTo>
                    <a:pt x="20588" y="6912"/>
                    <a:pt x="20588" y="6912"/>
                    <a:pt x="20588" y="6912"/>
                  </a:cubicBezTo>
                  <a:cubicBezTo>
                    <a:pt x="20648" y="6523"/>
                    <a:pt x="20648" y="6221"/>
                    <a:pt x="20648" y="6048"/>
                  </a:cubicBezTo>
                  <a:cubicBezTo>
                    <a:pt x="20648" y="4709"/>
                    <a:pt x="19993" y="3629"/>
                    <a:pt x="18684" y="2894"/>
                  </a:cubicBezTo>
                  <a:cubicBezTo>
                    <a:pt x="17375" y="2117"/>
                    <a:pt x="15352" y="1642"/>
                    <a:pt x="12734" y="1469"/>
                  </a:cubicBezTo>
                  <a:cubicBezTo>
                    <a:pt x="12734" y="0"/>
                    <a:pt x="12734" y="0"/>
                    <a:pt x="12734" y="0"/>
                  </a:cubicBezTo>
                  <a:cubicBezTo>
                    <a:pt x="8747" y="0"/>
                    <a:pt x="8747" y="0"/>
                    <a:pt x="8747" y="0"/>
                  </a:cubicBezTo>
                  <a:cubicBezTo>
                    <a:pt x="8747" y="1469"/>
                    <a:pt x="8747" y="1469"/>
                    <a:pt x="8747" y="1469"/>
                  </a:cubicBezTo>
                  <a:cubicBezTo>
                    <a:pt x="5831" y="1642"/>
                    <a:pt x="3630" y="2117"/>
                    <a:pt x="2142" y="2894"/>
                  </a:cubicBezTo>
                  <a:cubicBezTo>
                    <a:pt x="714" y="3672"/>
                    <a:pt x="0" y="4752"/>
                    <a:pt x="0" y="6091"/>
                  </a:cubicBezTo>
                  <a:cubicBezTo>
                    <a:pt x="0" y="7042"/>
                    <a:pt x="298" y="7862"/>
                    <a:pt x="1012" y="8597"/>
                  </a:cubicBezTo>
                  <a:cubicBezTo>
                    <a:pt x="1726" y="9374"/>
                    <a:pt x="2499" y="9936"/>
                    <a:pt x="3451" y="10325"/>
                  </a:cubicBezTo>
                  <a:cubicBezTo>
                    <a:pt x="4403" y="10757"/>
                    <a:pt x="6188" y="11405"/>
                    <a:pt x="8866" y="12269"/>
                  </a:cubicBezTo>
                  <a:cubicBezTo>
                    <a:pt x="10413" y="12787"/>
                    <a:pt x="11365" y="13262"/>
                    <a:pt x="11603" y="13694"/>
                  </a:cubicBezTo>
                  <a:cubicBezTo>
                    <a:pt x="11901" y="14126"/>
                    <a:pt x="12020" y="14861"/>
                    <a:pt x="12020" y="15898"/>
                  </a:cubicBezTo>
                  <a:cubicBezTo>
                    <a:pt x="12020" y="16286"/>
                    <a:pt x="11901" y="16589"/>
                    <a:pt x="11603" y="16805"/>
                  </a:cubicBezTo>
                  <a:cubicBezTo>
                    <a:pt x="11306" y="17021"/>
                    <a:pt x="10889" y="17107"/>
                    <a:pt x="10294" y="17107"/>
                  </a:cubicBezTo>
                  <a:cubicBezTo>
                    <a:pt x="9580" y="17107"/>
                    <a:pt x="9164" y="16978"/>
                    <a:pt x="8985" y="16675"/>
                  </a:cubicBezTo>
                  <a:cubicBezTo>
                    <a:pt x="8807" y="16373"/>
                    <a:pt x="8747" y="15595"/>
                    <a:pt x="8747" y="14386"/>
                  </a:cubicBezTo>
                  <a:cubicBezTo>
                    <a:pt x="8747" y="13262"/>
                    <a:pt x="8747" y="13262"/>
                    <a:pt x="8747" y="13262"/>
                  </a:cubicBezTo>
                  <a:cubicBezTo>
                    <a:pt x="119" y="13262"/>
                    <a:pt x="119" y="13262"/>
                    <a:pt x="119" y="13262"/>
                  </a:cubicBezTo>
                  <a:cubicBezTo>
                    <a:pt x="119" y="14170"/>
                    <a:pt x="119" y="14170"/>
                    <a:pt x="119" y="14170"/>
                  </a:cubicBezTo>
                  <a:cubicBezTo>
                    <a:pt x="119" y="16200"/>
                    <a:pt x="952" y="17626"/>
                    <a:pt x="2678" y="18403"/>
                  </a:cubicBezTo>
                  <a:cubicBezTo>
                    <a:pt x="4403" y="19224"/>
                    <a:pt x="6426" y="19699"/>
                    <a:pt x="8747" y="19829"/>
                  </a:cubicBezTo>
                  <a:cubicBezTo>
                    <a:pt x="8747" y="21600"/>
                    <a:pt x="8747" y="21600"/>
                    <a:pt x="8747" y="21600"/>
                  </a:cubicBezTo>
                  <a:cubicBezTo>
                    <a:pt x="12734" y="21600"/>
                    <a:pt x="12734" y="21600"/>
                    <a:pt x="12734" y="21600"/>
                  </a:cubicBezTo>
                  <a:cubicBezTo>
                    <a:pt x="12734" y="19872"/>
                    <a:pt x="12734" y="19872"/>
                    <a:pt x="12734" y="19872"/>
                  </a:cubicBezTo>
                  <a:cubicBezTo>
                    <a:pt x="15650" y="19656"/>
                    <a:pt x="17911" y="19094"/>
                    <a:pt x="19339" y="18187"/>
                  </a:cubicBezTo>
                  <a:cubicBezTo>
                    <a:pt x="20826" y="17237"/>
                    <a:pt x="21600" y="15984"/>
                    <a:pt x="21600" y="14342"/>
                  </a:cubicBezTo>
                  <a:cubicBezTo>
                    <a:pt x="21600" y="13349"/>
                    <a:pt x="21302" y="12485"/>
                    <a:pt x="20767" y="11837"/>
                  </a:cubicBezTo>
                  <a:cubicBezTo>
                    <a:pt x="20231" y="11146"/>
                    <a:pt x="19517" y="10627"/>
                    <a:pt x="18744" y="1023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27" name="Shape 7127"/>
            <p:cNvSpPr/>
            <p:nvPr/>
          </p:nvSpPr>
          <p:spPr>
            <a:xfrm>
              <a:off x="0" y="0"/>
              <a:ext cx="1439379" cy="1065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57" y="9766"/>
                  </a:moveTo>
                  <a:cubicBezTo>
                    <a:pt x="20436" y="9766"/>
                    <a:pt x="20436" y="9766"/>
                    <a:pt x="20436" y="9766"/>
                  </a:cubicBezTo>
                  <a:cubicBezTo>
                    <a:pt x="20436" y="8266"/>
                    <a:pt x="20436" y="8266"/>
                    <a:pt x="20436" y="8266"/>
                  </a:cubicBezTo>
                  <a:cubicBezTo>
                    <a:pt x="20436" y="7252"/>
                    <a:pt x="20436" y="7252"/>
                    <a:pt x="20436" y="7252"/>
                  </a:cubicBezTo>
                  <a:cubicBezTo>
                    <a:pt x="19693" y="7252"/>
                    <a:pt x="19693" y="7252"/>
                    <a:pt x="19693" y="7252"/>
                  </a:cubicBezTo>
                  <a:cubicBezTo>
                    <a:pt x="11367" y="7252"/>
                    <a:pt x="11367" y="7252"/>
                    <a:pt x="11367" y="7252"/>
                  </a:cubicBezTo>
                  <a:cubicBezTo>
                    <a:pt x="11367" y="5907"/>
                    <a:pt x="11367" y="5907"/>
                    <a:pt x="11367" y="5907"/>
                  </a:cubicBezTo>
                  <a:cubicBezTo>
                    <a:pt x="11367" y="4903"/>
                    <a:pt x="11367" y="4903"/>
                    <a:pt x="11367" y="4903"/>
                  </a:cubicBezTo>
                  <a:cubicBezTo>
                    <a:pt x="10700" y="4903"/>
                    <a:pt x="10700" y="4903"/>
                    <a:pt x="10700" y="4903"/>
                  </a:cubicBezTo>
                  <a:cubicBezTo>
                    <a:pt x="10700" y="4459"/>
                    <a:pt x="10700" y="4459"/>
                    <a:pt x="10700" y="4459"/>
                  </a:cubicBezTo>
                  <a:cubicBezTo>
                    <a:pt x="11122" y="4459"/>
                    <a:pt x="11122" y="4459"/>
                    <a:pt x="11122" y="4459"/>
                  </a:cubicBezTo>
                  <a:cubicBezTo>
                    <a:pt x="11865" y="4459"/>
                    <a:pt x="11865" y="4459"/>
                    <a:pt x="11865" y="4459"/>
                  </a:cubicBezTo>
                  <a:cubicBezTo>
                    <a:pt x="11865" y="3455"/>
                    <a:pt x="11865" y="3455"/>
                    <a:pt x="11865" y="3455"/>
                  </a:cubicBezTo>
                  <a:cubicBezTo>
                    <a:pt x="11865" y="1003"/>
                    <a:pt x="11865" y="1003"/>
                    <a:pt x="11865" y="1003"/>
                  </a:cubicBezTo>
                  <a:cubicBezTo>
                    <a:pt x="11865" y="0"/>
                    <a:pt x="11865" y="0"/>
                    <a:pt x="11865" y="0"/>
                  </a:cubicBezTo>
                  <a:cubicBezTo>
                    <a:pt x="11122" y="0"/>
                    <a:pt x="11122" y="0"/>
                    <a:pt x="11122" y="0"/>
                  </a:cubicBezTo>
                  <a:cubicBezTo>
                    <a:pt x="3761" y="0"/>
                    <a:pt x="3761" y="0"/>
                    <a:pt x="3761" y="0"/>
                  </a:cubicBezTo>
                  <a:cubicBezTo>
                    <a:pt x="3010" y="0"/>
                    <a:pt x="3010" y="0"/>
                    <a:pt x="3010" y="0"/>
                  </a:cubicBezTo>
                  <a:cubicBezTo>
                    <a:pt x="3010" y="1003"/>
                    <a:pt x="3010" y="1003"/>
                    <a:pt x="3010" y="1003"/>
                  </a:cubicBezTo>
                  <a:cubicBezTo>
                    <a:pt x="3010" y="2452"/>
                    <a:pt x="3010" y="2452"/>
                    <a:pt x="3010" y="2452"/>
                  </a:cubicBezTo>
                  <a:cubicBezTo>
                    <a:pt x="2589" y="2452"/>
                    <a:pt x="2589" y="2452"/>
                    <a:pt x="2589" y="2452"/>
                  </a:cubicBezTo>
                  <a:cubicBezTo>
                    <a:pt x="1846" y="2452"/>
                    <a:pt x="1846" y="2452"/>
                    <a:pt x="1846" y="2452"/>
                  </a:cubicBezTo>
                  <a:cubicBezTo>
                    <a:pt x="1846" y="3455"/>
                    <a:pt x="1846" y="3455"/>
                    <a:pt x="1846" y="3455"/>
                  </a:cubicBezTo>
                  <a:cubicBezTo>
                    <a:pt x="1846" y="5907"/>
                    <a:pt x="1846" y="5907"/>
                    <a:pt x="1846" y="5907"/>
                  </a:cubicBezTo>
                  <a:cubicBezTo>
                    <a:pt x="1846" y="6910"/>
                    <a:pt x="1846" y="6910"/>
                    <a:pt x="1846" y="6910"/>
                  </a:cubicBezTo>
                  <a:cubicBezTo>
                    <a:pt x="2512" y="6910"/>
                    <a:pt x="2512" y="6910"/>
                    <a:pt x="2512" y="6910"/>
                  </a:cubicBezTo>
                  <a:cubicBezTo>
                    <a:pt x="2512" y="8359"/>
                    <a:pt x="2512" y="8359"/>
                    <a:pt x="2512" y="8359"/>
                  </a:cubicBezTo>
                  <a:cubicBezTo>
                    <a:pt x="2512" y="9362"/>
                    <a:pt x="2512" y="9362"/>
                    <a:pt x="2512" y="9362"/>
                  </a:cubicBezTo>
                  <a:cubicBezTo>
                    <a:pt x="3263" y="9362"/>
                    <a:pt x="3263" y="9362"/>
                    <a:pt x="3263" y="9362"/>
                  </a:cubicBezTo>
                  <a:cubicBezTo>
                    <a:pt x="3431" y="9362"/>
                    <a:pt x="3431" y="9362"/>
                    <a:pt x="3431" y="9362"/>
                  </a:cubicBezTo>
                  <a:cubicBezTo>
                    <a:pt x="3431" y="9528"/>
                    <a:pt x="3431" y="9528"/>
                    <a:pt x="3431" y="9528"/>
                  </a:cubicBezTo>
                  <a:cubicBezTo>
                    <a:pt x="2574" y="9817"/>
                    <a:pt x="1800" y="10438"/>
                    <a:pt x="1195" y="11338"/>
                  </a:cubicBezTo>
                  <a:cubicBezTo>
                    <a:pt x="421" y="12466"/>
                    <a:pt x="0" y="13934"/>
                    <a:pt x="0" y="15466"/>
                  </a:cubicBezTo>
                  <a:cubicBezTo>
                    <a:pt x="0" y="18848"/>
                    <a:pt x="2037" y="21600"/>
                    <a:pt x="4542" y="21600"/>
                  </a:cubicBezTo>
                  <a:cubicBezTo>
                    <a:pt x="11903" y="21600"/>
                    <a:pt x="11903" y="21600"/>
                    <a:pt x="11903" y="21600"/>
                  </a:cubicBezTo>
                  <a:cubicBezTo>
                    <a:pt x="12654" y="21600"/>
                    <a:pt x="12654" y="21600"/>
                    <a:pt x="12654" y="21600"/>
                  </a:cubicBezTo>
                  <a:cubicBezTo>
                    <a:pt x="12654" y="21590"/>
                    <a:pt x="12654" y="21590"/>
                    <a:pt x="12654" y="21590"/>
                  </a:cubicBezTo>
                  <a:cubicBezTo>
                    <a:pt x="12998" y="21590"/>
                    <a:pt x="12998" y="21590"/>
                    <a:pt x="12998" y="21590"/>
                  </a:cubicBezTo>
                  <a:cubicBezTo>
                    <a:pt x="20367" y="21590"/>
                    <a:pt x="20367" y="21590"/>
                    <a:pt x="20367" y="21590"/>
                  </a:cubicBezTo>
                  <a:cubicBezTo>
                    <a:pt x="21110" y="21590"/>
                    <a:pt x="21110" y="21590"/>
                    <a:pt x="21110" y="21590"/>
                  </a:cubicBezTo>
                  <a:cubicBezTo>
                    <a:pt x="21110" y="20586"/>
                    <a:pt x="21110" y="20586"/>
                    <a:pt x="21110" y="20586"/>
                  </a:cubicBezTo>
                  <a:cubicBezTo>
                    <a:pt x="21110" y="18134"/>
                    <a:pt x="21110" y="18134"/>
                    <a:pt x="21110" y="18134"/>
                  </a:cubicBezTo>
                  <a:cubicBezTo>
                    <a:pt x="21110" y="17121"/>
                    <a:pt x="21110" y="17121"/>
                    <a:pt x="21110" y="17121"/>
                  </a:cubicBezTo>
                  <a:cubicBezTo>
                    <a:pt x="20367" y="17121"/>
                    <a:pt x="20367" y="17121"/>
                    <a:pt x="20367" y="17121"/>
                  </a:cubicBezTo>
                  <a:cubicBezTo>
                    <a:pt x="19501" y="17121"/>
                    <a:pt x="19501" y="17121"/>
                    <a:pt x="19501" y="17121"/>
                  </a:cubicBezTo>
                  <a:cubicBezTo>
                    <a:pt x="19501" y="16686"/>
                    <a:pt x="19501" y="16686"/>
                    <a:pt x="19501" y="16686"/>
                  </a:cubicBezTo>
                  <a:cubicBezTo>
                    <a:pt x="19693" y="16686"/>
                    <a:pt x="19693" y="16686"/>
                    <a:pt x="19693" y="16686"/>
                  </a:cubicBezTo>
                  <a:cubicBezTo>
                    <a:pt x="20436" y="16686"/>
                    <a:pt x="20436" y="16686"/>
                    <a:pt x="20436" y="16686"/>
                  </a:cubicBezTo>
                  <a:cubicBezTo>
                    <a:pt x="20436" y="15683"/>
                    <a:pt x="20436" y="15683"/>
                    <a:pt x="20436" y="15683"/>
                  </a:cubicBezTo>
                  <a:cubicBezTo>
                    <a:pt x="20436" y="14234"/>
                    <a:pt x="20436" y="14234"/>
                    <a:pt x="20436" y="14234"/>
                  </a:cubicBezTo>
                  <a:cubicBezTo>
                    <a:pt x="20857" y="14234"/>
                    <a:pt x="20857" y="14234"/>
                    <a:pt x="20857" y="14234"/>
                  </a:cubicBezTo>
                  <a:cubicBezTo>
                    <a:pt x="21600" y="14234"/>
                    <a:pt x="21600" y="14234"/>
                    <a:pt x="21600" y="14234"/>
                  </a:cubicBezTo>
                  <a:cubicBezTo>
                    <a:pt x="21600" y="13231"/>
                    <a:pt x="21600" y="13231"/>
                    <a:pt x="21600" y="13231"/>
                  </a:cubicBezTo>
                  <a:cubicBezTo>
                    <a:pt x="21600" y="10779"/>
                    <a:pt x="21600" y="10779"/>
                    <a:pt x="21600" y="10779"/>
                  </a:cubicBezTo>
                  <a:cubicBezTo>
                    <a:pt x="21600" y="9766"/>
                    <a:pt x="21600" y="9766"/>
                    <a:pt x="21600" y="9766"/>
                  </a:cubicBezTo>
                  <a:lnTo>
                    <a:pt x="20857" y="9766"/>
                  </a:lnTo>
                  <a:close/>
                  <a:moveTo>
                    <a:pt x="12700" y="8772"/>
                  </a:moveTo>
                  <a:cubicBezTo>
                    <a:pt x="19317" y="8772"/>
                    <a:pt x="19317" y="8772"/>
                    <a:pt x="19317" y="8772"/>
                  </a:cubicBezTo>
                  <a:cubicBezTo>
                    <a:pt x="19317" y="10210"/>
                    <a:pt x="19317" y="10210"/>
                    <a:pt x="19317" y="10210"/>
                  </a:cubicBezTo>
                  <a:cubicBezTo>
                    <a:pt x="12700" y="10210"/>
                    <a:pt x="12700" y="10210"/>
                    <a:pt x="12700" y="10210"/>
                  </a:cubicBezTo>
                  <a:lnTo>
                    <a:pt x="12700" y="8772"/>
                  </a:lnTo>
                  <a:close/>
                  <a:moveTo>
                    <a:pt x="12592" y="11224"/>
                  </a:moveTo>
                  <a:cubicBezTo>
                    <a:pt x="13121" y="11224"/>
                    <a:pt x="13121" y="11224"/>
                    <a:pt x="13121" y="11224"/>
                  </a:cubicBezTo>
                  <a:cubicBezTo>
                    <a:pt x="13121" y="12724"/>
                    <a:pt x="13121" y="12724"/>
                    <a:pt x="13121" y="12724"/>
                  </a:cubicBezTo>
                  <a:cubicBezTo>
                    <a:pt x="12592" y="12724"/>
                    <a:pt x="12592" y="12724"/>
                    <a:pt x="12592" y="12724"/>
                  </a:cubicBezTo>
                  <a:lnTo>
                    <a:pt x="12592" y="11224"/>
                  </a:lnTo>
                  <a:close/>
                  <a:moveTo>
                    <a:pt x="19317" y="13728"/>
                  </a:moveTo>
                  <a:cubicBezTo>
                    <a:pt x="19317" y="15176"/>
                    <a:pt x="19317" y="15176"/>
                    <a:pt x="19317" y="15176"/>
                  </a:cubicBezTo>
                  <a:cubicBezTo>
                    <a:pt x="19126" y="15176"/>
                    <a:pt x="19126" y="15176"/>
                    <a:pt x="19126" y="15176"/>
                  </a:cubicBezTo>
                  <a:cubicBezTo>
                    <a:pt x="12700" y="15176"/>
                    <a:pt x="12700" y="15176"/>
                    <a:pt x="12700" y="15176"/>
                  </a:cubicBezTo>
                  <a:cubicBezTo>
                    <a:pt x="12700" y="13728"/>
                    <a:pt x="12700" y="13728"/>
                    <a:pt x="12700" y="13728"/>
                  </a:cubicBezTo>
                  <a:cubicBezTo>
                    <a:pt x="13121" y="13728"/>
                    <a:pt x="13121" y="13728"/>
                    <a:pt x="13121" y="13728"/>
                  </a:cubicBezTo>
                  <a:lnTo>
                    <a:pt x="19317" y="13728"/>
                  </a:lnTo>
                  <a:close/>
                  <a:moveTo>
                    <a:pt x="8678" y="16190"/>
                  </a:moveTo>
                  <a:cubicBezTo>
                    <a:pt x="10999" y="16190"/>
                    <a:pt x="10999" y="16190"/>
                    <a:pt x="10999" y="16190"/>
                  </a:cubicBezTo>
                  <a:cubicBezTo>
                    <a:pt x="11022" y="16190"/>
                    <a:pt x="11022" y="16190"/>
                    <a:pt x="11022" y="16190"/>
                  </a:cubicBezTo>
                  <a:cubicBezTo>
                    <a:pt x="11022" y="17638"/>
                    <a:pt x="11022" y="17638"/>
                    <a:pt x="11022" y="17638"/>
                  </a:cubicBezTo>
                  <a:cubicBezTo>
                    <a:pt x="8395" y="17638"/>
                    <a:pt x="8395" y="17638"/>
                    <a:pt x="8395" y="17638"/>
                  </a:cubicBezTo>
                  <a:cubicBezTo>
                    <a:pt x="8533" y="17183"/>
                    <a:pt x="8632" y="16697"/>
                    <a:pt x="8678" y="16190"/>
                  </a:cubicBezTo>
                  <a:close/>
                  <a:moveTo>
                    <a:pt x="8510" y="13748"/>
                  </a:moveTo>
                  <a:cubicBezTo>
                    <a:pt x="10249" y="13748"/>
                    <a:pt x="10249" y="13748"/>
                    <a:pt x="10249" y="13748"/>
                  </a:cubicBezTo>
                  <a:cubicBezTo>
                    <a:pt x="10249" y="15186"/>
                    <a:pt x="10249" y="15186"/>
                    <a:pt x="10249" y="15186"/>
                  </a:cubicBezTo>
                  <a:cubicBezTo>
                    <a:pt x="8709" y="15186"/>
                    <a:pt x="8709" y="15186"/>
                    <a:pt x="8709" y="15186"/>
                  </a:cubicBezTo>
                  <a:cubicBezTo>
                    <a:pt x="8686" y="14679"/>
                    <a:pt x="8625" y="14203"/>
                    <a:pt x="8510" y="13748"/>
                  </a:cubicBezTo>
                  <a:close/>
                  <a:moveTo>
                    <a:pt x="10999" y="15186"/>
                  </a:moveTo>
                  <a:cubicBezTo>
                    <a:pt x="10999" y="13748"/>
                    <a:pt x="10999" y="13748"/>
                    <a:pt x="10999" y="13748"/>
                  </a:cubicBezTo>
                  <a:cubicBezTo>
                    <a:pt x="11957" y="13748"/>
                    <a:pt x="11957" y="13748"/>
                    <a:pt x="11957" y="13748"/>
                  </a:cubicBezTo>
                  <a:cubicBezTo>
                    <a:pt x="11957" y="15176"/>
                    <a:pt x="11957" y="15176"/>
                    <a:pt x="11957" y="15176"/>
                  </a:cubicBezTo>
                  <a:cubicBezTo>
                    <a:pt x="11022" y="15176"/>
                    <a:pt x="11022" y="15176"/>
                    <a:pt x="11022" y="15176"/>
                  </a:cubicBezTo>
                  <a:cubicBezTo>
                    <a:pt x="11022" y="15186"/>
                    <a:pt x="11022" y="15186"/>
                    <a:pt x="11022" y="15186"/>
                  </a:cubicBezTo>
                  <a:lnTo>
                    <a:pt x="10999" y="15186"/>
                  </a:lnTo>
                  <a:close/>
                  <a:moveTo>
                    <a:pt x="11842" y="11317"/>
                  </a:moveTo>
                  <a:cubicBezTo>
                    <a:pt x="11842" y="12734"/>
                    <a:pt x="11842" y="12734"/>
                    <a:pt x="11842" y="12734"/>
                  </a:cubicBezTo>
                  <a:cubicBezTo>
                    <a:pt x="8188" y="12734"/>
                    <a:pt x="8188" y="12734"/>
                    <a:pt x="8188" y="12734"/>
                  </a:cubicBezTo>
                  <a:cubicBezTo>
                    <a:pt x="7966" y="12207"/>
                    <a:pt x="7683" y="11721"/>
                    <a:pt x="7353" y="11317"/>
                  </a:cubicBezTo>
                  <a:lnTo>
                    <a:pt x="11842" y="11317"/>
                  </a:lnTo>
                  <a:close/>
                  <a:moveTo>
                    <a:pt x="10999" y="8866"/>
                  </a:moveTo>
                  <a:cubicBezTo>
                    <a:pt x="11168" y="8866"/>
                    <a:pt x="11168" y="8866"/>
                    <a:pt x="11168" y="8866"/>
                  </a:cubicBezTo>
                  <a:cubicBezTo>
                    <a:pt x="11168" y="10303"/>
                    <a:pt x="11168" y="10303"/>
                    <a:pt x="11168" y="10303"/>
                  </a:cubicBezTo>
                  <a:cubicBezTo>
                    <a:pt x="6204" y="10303"/>
                    <a:pt x="6204" y="10303"/>
                    <a:pt x="6204" y="10303"/>
                  </a:cubicBezTo>
                  <a:cubicBezTo>
                    <a:pt x="5699" y="10003"/>
                    <a:pt x="5140" y="9838"/>
                    <a:pt x="4550" y="9838"/>
                  </a:cubicBezTo>
                  <a:cubicBezTo>
                    <a:pt x="4550" y="8866"/>
                    <a:pt x="4550" y="8866"/>
                    <a:pt x="4550" y="8866"/>
                  </a:cubicBezTo>
                  <a:lnTo>
                    <a:pt x="10999" y="8866"/>
                  </a:lnTo>
                  <a:close/>
                  <a:moveTo>
                    <a:pt x="3807" y="7852"/>
                  </a:moveTo>
                  <a:cubicBezTo>
                    <a:pt x="3631" y="7852"/>
                    <a:pt x="3631" y="7852"/>
                    <a:pt x="3631" y="7852"/>
                  </a:cubicBezTo>
                  <a:cubicBezTo>
                    <a:pt x="3631" y="6414"/>
                    <a:pt x="3631" y="6414"/>
                    <a:pt x="3631" y="6414"/>
                  </a:cubicBezTo>
                  <a:cubicBezTo>
                    <a:pt x="10249" y="6414"/>
                    <a:pt x="10249" y="6414"/>
                    <a:pt x="10249" y="6414"/>
                  </a:cubicBezTo>
                  <a:cubicBezTo>
                    <a:pt x="10249" y="7852"/>
                    <a:pt x="10249" y="7852"/>
                    <a:pt x="10249" y="7852"/>
                  </a:cubicBezTo>
                  <a:lnTo>
                    <a:pt x="3807" y="7852"/>
                  </a:lnTo>
                  <a:close/>
                  <a:moveTo>
                    <a:pt x="4129" y="1510"/>
                  </a:moveTo>
                  <a:cubicBezTo>
                    <a:pt x="10746" y="1510"/>
                    <a:pt x="10746" y="1510"/>
                    <a:pt x="10746" y="1510"/>
                  </a:cubicBezTo>
                  <a:cubicBezTo>
                    <a:pt x="10746" y="2948"/>
                    <a:pt x="10746" y="2948"/>
                    <a:pt x="10746" y="2948"/>
                  </a:cubicBezTo>
                  <a:cubicBezTo>
                    <a:pt x="10325" y="2948"/>
                    <a:pt x="10325" y="2948"/>
                    <a:pt x="10325" y="2948"/>
                  </a:cubicBezTo>
                  <a:cubicBezTo>
                    <a:pt x="4129" y="2948"/>
                    <a:pt x="4129" y="2948"/>
                    <a:pt x="4129" y="2948"/>
                  </a:cubicBezTo>
                  <a:lnTo>
                    <a:pt x="4129" y="1510"/>
                  </a:lnTo>
                  <a:close/>
                  <a:moveTo>
                    <a:pt x="2964" y="5400"/>
                  </a:moveTo>
                  <a:cubicBezTo>
                    <a:pt x="2964" y="3962"/>
                    <a:pt x="2964" y="3962"/>
                    <a:pt x="2964" y="3962"/>
                  </a:cubicBezTo>
                  <a:cubicBezTo>
                    <a:pt x="3386" y="3962"/>
                    <a:pt x="3386" y="3962"/>
                    <a:pt x="3386" y="3962"/>
                  </a:cubicBezTo>
                  <a:cubicBezTo>
                    <a:pt x="9582" y="3962"/>
                    <a:pt x="9582" y="3962"/>
                    <a:pt x="9582" y="3962"/>
                  </a:cubicBezTo>
                  <a:cubicBezTo>
                    <a:pt x="9582" y="5400"/>
                    <a:pt x="9582" y="5400"/>
                    <a:pt x="9582" y="5400"/>
                  </a:cubicBezTo>
                  <a:lnTo>
                    <a:pt x="2964" y="5400"/>
                  </a:lnTo>
                  <a:close/>
                  <a:moveTo>
                    <a:pt x="1118" y="15466"/>
                  </a:moveTo>
                  <a:cubicBezTo>
                    <a:pt x="1118" y="12921"/>
                    <a:pt x="2658" y="10852"/>
                    <a:pt x="4542" y="10852"/>
                  </a:cubicBezTo>
                  <a:cubicBezTo>
                    <a:pt x="6434" y="10852"/>
                    <a:pt x="7966" y="12921"/>
                    <a:pt x="7966" y="15466"/>
                  </a:cubicBezTo>
                  <a:cubicBezTo>
                    <a:pt x="7966" y="18021"/>
                    <a:pt x="6434" y="20090"/>
                    <a:pt x="4542" y="20090"/>
                  </a:cubicBezTo>
                  <a:cubicBezTo>
                    <a:pt x="2658" y="20090"/>
                    <a:pt x="1118" y="18021"/>
                    <a:pt x="1118" y="15466"/>
                  </a:cubicBezTo>
                  <a:close/>
                  <a:moveTo>
                    <a:pt x="11535" y="20090"/>
                  </a:moveTo>
                  <a:cubicBezTo>
                    <a:pt x="6924" y="20090"/>
                    <a:pt x="6924" y="20090"/>
                    <a:pt x="6924" y="20090"/>
                  </a:cubicBezTo>
                  <a:cubicBezTo>
                    <a:pt x="7338" y="19707"/>
                    <a:pt x="7698" y="19210"/>
                    <a:pt x="7981" y="18652"/>
                  </a:cubicBezTo>
                  <a:cubicBezTo>
                    <a:pt x="11535" y="18652"/>
                    <a:pt x="11535" y="18652"/>
                    <a:pt x="11535" y="18652"/>
                  </a:cubicBezTo>
                  <a:lnTo>
                    <a:pt x="11535" y="20090"/>
                  </a:lnTo>
                  <a:close/>
                  <a:moveTo>
                    <a:pt x="12631" y="17628"/>
                  </a:moveTo>
                  <a:cubicBezTo>
                    <a:pt x="11765" y="17628"/>
                    <a:pt x="11765" y="17628"/>
                    <a:pt x="11765" y="17628"/>
                  </a:cubicBezTo>
                  <a:cubicBezTo>
                    <a:pt x="11765" y="16179"/>
                    <a:pt x="11765" y="16179"/>
                    <a:pt x="11765" y="16179"/>
                  </a:cubicBezTo>
                  <a:cubicBezTo>
                    <a:pt x="11957" y="16179"/>
                    <a:pt x="11957" y="16179"/>
                    <a:pt x="11957" y="16179"/>
                  </a:cubicBezTo>
                  <a:cubicBezTo>
                    <a:pt x="18383" y="16179"/>
                    <a:pt x="18383" y="16179"/>
                    <a:pt x="18383" y="16179"/>
                  </a:cubicBezTo>
                  <a:cubicBezTo>
                    <a:pt x="18383" y="17628"/>
                    <a:pt x="18383" y="17628"/>
                    <a:pt x="18383" y="17628"/>
                  </a:cubicBezTo>
                  <a:lnTo>
                    <a:pt x="12631" y="17628"/>
                  </a:lnTo>
                  <a:close/>
                  <a:moveTo>
                    <a:pt x="19991" y="18631"/>
                  </a:moveTo>
                  <a:cubicBezTo>
                    <a:pt x="19991" y="20079"/>
                    <a:pt x="19991" y="20079"/>
                    <a:pt x="19991" y="20079"/>
                  </a:cubicBezTo>
                  <a:cubicBezTo>
                    <a:pt x="13374" y="20079"/>
                    <a:pt x="13374" y="20079"/>
                    <a:pt x="13374" y="20079"/>
                  </a:cubicBezTo>
                  <a:cubicBezTo>
                    <a:pt x="13374" y="18631"/>
                    <a:pt x="13374" y="18631"/>
                    <a:pt x="13374" y="18631"/>
                  </a:cubicBezTo>
                  <a:cubicBezTo>
                    <a:pt x="19126" y="18631"/>
                    <a:pt x="19126" y="18631"/>
                    <a:pt x="19126" y="18631"/>
                  </a:cubicBezTo>
                  <a:lnTo>
                    <a:pt x="19991" y="18631"/>
                  </a:lnTo>
                  <a:close/>
                  <a:moveTo>
                    <a:pt x="20482" y="12724"/>
                  </a:moveTo>
                  <a:cubicBezTo>
                    <a:pt x="20060" y="12724"/>
                    <a:pt x="20060" y="12724"/>
                    <a:pt x="20060" y="12724"/>
                  </a:cubicBezTo>
                  <a:cubicBezTo>
                    <a:pt x="13864" y="12724"/>
                    <a:pt x="13864" y="12724"/>
                    <a:pt x="13864" y="12724"/>
                  </a:cubicBezTo>
                  <a:cubicBezTo>
                    <a:pt x="13864" y="11276"/>
                    <a:pt x="13864" y="11276"/>
                    <a:pt x="13864" y="11276"/>
                  </a:cubicBezTo>
                  <a:cubicBezTo>
                    <a:pt x="20482" y="11276"/>
                    <a:pt x="20482" y="11276"/>
                    <a:pt x="20482" y="11276"/>
                  </a:cubicBezTo>
                  <a:lnTo>
                    <a:pt x="20482" y="1272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7137" name="Group 7137"/>
          <p:cNvGrpSpPr/>
          <p:nvPr/>
        </p:nvGrpSpPr>
        <p:grpSpPr>
          <a:xfrm>
            <a:off x="20041683" y="8049879"/>
            <a:ext cx="649067" cy="967376"/>
            <a:chOff x="0" y="0"/>
            <a:chExt cx="649065" cy="967375"/>
          </a:xfrm>
        </p:grpSpPr>
        <p:sp>
          <p:nvSpPr>
            <p:cNvPr id="7129" name="Shape 7129"/>
            <p:cNvSpPr/>
            <p:nvPr/>
          </p:nvSpPr>
          <p:spPr>
            <a:xfrm>
              <a:off x="304472" y="290315"/>
              <a:ext cx="39585" cy="96636"/>
            </a:xfrm>
            <a:custGeom>
              <a:avLst/>
              <a:gdLst/>
              <a:ahLst/>
              <a:cxnLst>
                <a:cxn ang="0">
                  <a:pos x="wd2" y="hd2"/>
                </a:cxn>
                <a:cxn ang="5400000">
                  <a:pos x="wd2" y="hd2"/>
                </a:cxn>
                <a:cxn ang="10800000">
                  <a:pos x="wd2" y="hd2"/>
                </a:cxn>
                <a:cxn ang="16200000">
                  <a:pos x="wd2" y="hd2"/>
                </a:cxn>
              </a:cxnLst>
              <a:rect l="0" t="0" r="r" b="b"/>
              <a:pathLst>
                <a:path w="13573" h="17182" fill="norm" stroke="1" extrusionOk="0">
                  <a:moveTo>
                    <a:pt x="10350" y="12486"/>
                  </a:moveTo>
                  <a:cubicBezTo>
                    <a:pt x="21150" y="278"/>
                    <a:pt x="1350" y="-4418"/>
                    <a:pt x="1350" y="4973"/>
                  </a:cubicBezTo>
                  <a:cubicBezTo>
                    <a:pt x="-450" y="6852"/>
                    <a:pt x="-450" y="8730"/>
                    <a:pt x="1350" y="10608"/>
                  </a:cubicBezTo>
                  <a:cubicBezTo>
                    <a:pt x="1350" y="12486"/>
                    <a:pt x="1350" y="15304"/>
                    <a:pt x="3150" y="17182"/>
                  </a:cubicBezTo>
                  <a:cubicBezTo>
                    <a:pt x="6750" y="16243"/>
                    <a:pt x="8550" y="14365"/>
                    <a:pt x="10350" y="1248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0" name="Shape 7130"/>
            <p:cNvSpPr/>
            <p:nvPr/>
          </p:nvSpPr>
          <p:spPr>
            <a:xfrm>
              <a:off x="162518" y="344206"/>
              <a:ext cx="39407" cy="53994"/>
            </a:xfrm>
            <a:custGeom>
              <a:avLst/>
              <a:gdLst/>
              <a:ahLst/>
              <a:cxnLst>
                <a:cxn ang="0">
                  <a:pos x="wd2" y="hd2"/>
                </a:cxn>
                <a:cxn ang="5400000">
                  <a:pos x="wd2" y="hd2"/>
                </a:cxn>
                <a:cxn ang="10800000">
                  <a:pos x="wd2" y="hd2"/>
                </a:cxn>
                <a:cxn ang="16200000">
                  <a:pos x="wd2" y="hd2"/>
                </a:cxn>
              </a:cxnLst>
              <a:rect l="0" t="0" r="r" b="b"/>
              <a:pathLst>
                <a:path w="19913" h="21600" fill="norm" stroke="1" extrusionOk="0">
                  <a:moveTo>
                    <a:pt x="9113" y="17280"/>
                  </a:moveTo>
                  <a:cubicBezTo>
                    <a:pt x="11813" y="19440"/>
                    <a:pt x="14513" y="19440"/>
                    <a:pt x="19913" y="21600"/>
                  </a:cubicBezTo>
                  <a:cubicBezTo>
                    <a:pt x="14513" y="12960"/>
                    <a:pt x="9113" y="4320"/>
                    <a:pt x="1013" y="0"/>
                  </a:cubicBezTo>
                  <a:cubicBezTo>
                    <a:pt x="-1687" y="8640"/>
                    <a:pt x="1013" y="12960"/>
                    <a:pt x="9113" y="1728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1" name="Shape 7131"/>
            <p:cNvSpPr/>
            <p:nvPr/>
          </p:nvSpPr>
          <p:spPr>
            <a:xfrm>
              <a:off x="399898" y="418669"/>
              <a:ext cx="92619" cy="69518"/>
            </a:xfrm>
            <a:custGeom>
              <a:avLst/>
              <a:gdLst/>
              <a:ahLst/>
              <a:cxnLst>
                <a:cxn ang="0">
                  <a:pos x="wd2" y="hd2"/>
                </a:cxn>
                <a:cxn ang="5400000">
                  <a:pos x="wd2" y="hd2"/>
                </a:cxn>
                <a:cxn ang="10800000">
                  <a:pos x="wd2" y="hd2"/>
                </a:cxn>
                <a:cxn ang="16200000">
                  <a:pos x="wd2" y="hd2"/>
                </a:cxn>
              </a:cxnLst>
              <a:rect l="0" t="0" r="r" b="b"/>
              <a:pathLst>
                <a:path w="19761" h="20226" fill="norm" stroke="1" extrusionOk="0">
                  <a:moveTo>
                    <a:pt x="6821" y="20226"/>
                  </a:moveTo>
                  <a:cubicBezTo>
                    <a:pt x="9095" y="20226"/>
                    <a:pt x="11368" y="18683"/>
                    <a:pt x="13642" y="17140"/>
                  </a:cubicBezTo>
                  <a:cubicBezTo>
                    <a:pt x="21600" y="10969"/>
                    <a:pt x="21600" y="4797"/>
                    <a:pt x="14779" y="169"/>
                  </a:cubicBezTo>
                  <a:cubicBezTo>
                    <a:pt x="9095" y="-1374"/>
                    <a:pt x="3411" y="7883"/>
                    <a:pt x="0" y="18683"/>
                  </a:cubicBezTo>
                  <a:cubicBezTo>
                    <a:pt x="2274" y="20226"/>
                    <a:pt x="4547" y="20226"/>
                    <a:pt x="6821" y="2022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2" name="Shape 7132"/>
            <p:cNvSpPr/>
            <p:nvPr/>
          </p:nvSpPr>
          <p:spPr>
            <a:xfrm>
              <a:off x="249167" y="429695"/>
              <a:ext cx="123735" cy="3037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926"/>
                  </a:moveTo>
                  <a:cubicBezTo>
                    <a:pt x="17843" y="4547"/>
                    <a:pt x="14087" y="3411"/>
                    <a:pt x="12209" y="2653"/>
                  </a:cubicBezTo>
                  <a:cubicBezTo>
                    <a:pt x="11270" y="1895"/>
                    <a:pt x="9391" y="1137"/>
                    <a:pt x="8452" y="0"/>
                  </a:cubicBezTo>
                  <a:cubicBezTo>
                    <a:pt x="5635" y="379"/>
                    <a:pt x="2817" y="758"/>
                    <a:pt x="0" y="758"/>
                  </a:cubicBezTo>
                  <a:cubicBezTo>
                    <a:pt x="4696" y="7200"/>
                    <a:pt x="5635" y="14021"/>
                    <a:pt x="7513" y="20842"/>
                  </a:cubicBezTo>
                  <a:cubicBezTo>
                    <a:pt x="7513" y="20842"/>
                    <a:pt x="6574" y="21221"/>
                    <a:pt x="6574" y="21600"/>
                  </a:cubicBezTo>
                  <a:cubicBezTo>
                    <a:pt x="13148" y="21600"/>
                    <a:pt x="13148" y="21600"/>
                    <a:pt x="13148" y="21600"/>
                  </a:cubicBezTo>
                  <a:cubicBezTo>
                    <a:pt x="21600" y="21600"/>
                    <a:pt x="21600" y="21600"/>
                    <a:pt x="21600" y="21600"/>
                  </a:cubicBezTo>
                  <a:cubicBezTo>
                    <a:pt x="16904" y="15916"/>
                    <a:pt x="16904" y="10232"/>
                    <a:pt x="21600" y="492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3" name="Shape 7133"/>
            <p:cNvSpPr/>
            <p:nvPr/>
          </p:nvSpPr>
          <p:spPr>
            <a:xfrm>
              <a:off x="-1" y="0"/>
              <a:ext cx="649067" cy="734956"/>
            </a:xfrm>
            <a:custGeom>
              <a:avLst/>
              <a:gdLst/>
              <a:ahLst/>
              <a:cxnLst>
                <a:cxn ang="0">
                  <a:pos x="wd2" y="hd2"/>
                </a:cxn>
                <a:cxn ang="5400000">
                  <a:pos x="wd2" y="hd2"/>
                </a:cxn>
                <a:cxn ang="10800000">
                  <a:pos x="wd2" y="hd2"/>
                </a:cxn>
                <a:cxn ang="16200000">
                  <a:pos x="wd2" y="hd2"/>
                </a:cxn>
              </a:cxnLst>
              <a:rect l="0" t="0" r="r" b="b"/>
              <a:pathLst>
                <a:path w="16443" h="21448" fill="norm" stroke="1" extrusionOk="0">
                  <a:moveTo>
                    <a:pt x="13756" y="2331"/>
                  </a:moveTo>
                  <a:cubicBezTo>
                    <a:pt x="12676" y="1243"/>
                    <a:pt x="11326" y="0"/>
                    <a:pt x="8221" y="0"/>
                  </a:cubicBezTo>
                  <a:cubicBezTo>
                    <a:pt x="5116" y="0"/>
                    <a:pt x="3766" y="1243"/>
                    <a:pt x="2686" y="2331"/>
                  </a:cubicBezTo>
                  <a:cubicBezTo>
                    <a:pt x="-2579" y="8391"/>
                    <a:pt x="1471" y="14607"/>
                    <a:pt x="1741" y="15384"/>
                  </a:cubicBezTo>
                  <a:cubicBezTo>
                    <a:pt x="2146" y="16006"/>
                    <a:pt x="3091" y="18337"/>
                    <a:pt x="3226" y="19891"/>
                  </a:cubicBezTo>
                  <a:cubicBezTo>
                    <a:pt x="3361" y="21600"/>
                    <a:pt x="3901" y="21445"/>
                    <a:pt x="3901" y="21445"/>
                  </a:cubicBezTo>
                  <a:cubicBezTo>
                    <a:pt x="6601" y="21445"/>
                    <a:pt x="6601" y="21445"/>
                    <a:pt x="6601" y="21445"/>
                  </a:cubicBezTo>
                  <a:cubicBezTo>
                    <a:pt x="6466" y="18647"/>
                    <a:pt x="6331" y="15695"/>
                    <a:pt x="5521" y="13053"/>
                  </a:cubicBezTo>
                  <a:cubicBezTo>
                    <a:pt x="5521" y="13053"/>
                    <a:pt x="5521" y="12898"/>
                    <a:pt x="5386" y="12898"/>
                  </a:cubicBezTo>
                  <a:cubicBezTo>
                    <a:pt x="5116" y="12742"/>
                    <a:pt x="4711" y="12587"/>
                    <a:pt x="4306" y="12432"/>
                  </a:cubicBezTo>
                  <a:cubicBezTo>
                    <a:pt x="3766" y="11965"/>
                    <a:pt x="2821" y="11188"/>
                    <a:pt x="3091" y="10256"/>
                  </a:cubicBezTo>
                  <a:cubicBezTo>
                    <a:pt x="3901" y="7459"/>
                    <a:pt x="5386" y="10101"/>
                    <a:pt x="5926" y="11499"/>
                  </a:cubicBezTo>
                  <a:cubicBezTo>
                    <a:pt x="5926" y="11655"/>
                    <a:pt x="5926" y="11810"/>
                    <a:pt x="6061" y="11965"/>
                  </a:cubicBezTo>
                  <a:cubicBezTo>
                    <a:pt x="6466" y="12121"/>
                    <a:pt x="6871" y="11965"/>
                    <a:pt x="7276" y="11810"/>
                  </a:cubicBezTo>
                  <a:cubicBezTo>
                    <a:pt x="6871" y="10256"/>
                    <a:pt x="6601" y="8081"/>
                    <a:pt x="7951" y="7459"/>
                  </a:cubicBezTo>
                  <a:cubicBezTo>
                    <a:pt x="8761" y="7148"/>
                    <a:pt x="9436" y="8391"/>
                    <a:pt x="9436" y="9168"/>
                  </a:cubicBezTo>
                  <a:cubicBezTo>
                    <a:pt x="9436" y="10256"/>
                    <a:pt x="8896" y="11344"/>
                    <a:pt x="8221" y="11965"/>
                  </a:cubicBezTo>
                  <a:cubicBezTo>
                    <a:pt x="8221" y="12121"/>
                    <a:pt x="8356" y="12276"/>
                    <a:pt x="8491" y="12432"/>
                  </a:cubicBezTo>
                  <a:cubicBezTo>
                    <a:pt x="8761" y="13053"/>
                    <a:pt x="9166" y="13519"/>
                    <a:pt x="9706" y="13830"/>
                  </a:cubicBezTo>
                  <a:cubicBezTo>
                    <a:pt x="9841" y="13519"/>
                    <a:pt x="9976" y="13209"/>
                    <a:pt x="10111" y="12898"/>
                  </a:cubicBezTo>
                  <a:cubicBezTo>
                    <a:pt x="10516" y="12276"/>
                    <a:pt x="11326" y="11188"/>
                    <a:pt x="12136" y="11344"/>
                  </a:cubicBezTo>
                  <a:cubicBezTo>
                    <a:pt x="12811" y="11499"/>
                    <a:pt x="13486" y="12432"/>
                    <a:pt x="13216" y="13209"/>
                  </a:cubicBezTo>
                  <a:cubicBezTo>
                    <a:pt x="12811" y="15073"/>
                    <a:pt x="11326" y="15384"/>
                    <a:pt x="9976" y="14918"/>
                  </a:cubicBezTo>
                  <a:cubicBezTo>
                    <a:pt x="9841" y="15229"/>
                    <a:pt x="9706" y="15540"/>
                    <a:pt x="9706" y="15695"/>
                  </a:cubicBezTo>
                  <a:cubicBezTo>
                    <a:pt x="9571" y="17560"/>
                    <a:pt x="9706" y="19424"/>
                    <a:pt x="10246" y="21134"/>
                  </a:cubicBezTo>
                  <a:cubicBezTo>
                    <a:pt x="10246" y="21134"/>
                    <a:pt x="10246" y="21289"/>
                    <a:pt x="10246" y="21445"/>
                  </a:cubicBezTo>
                  <a:cubicBezTo>
                    <a:pt x="12541" y="21445"/>
                    <a:pt x="12541" y="21445"/>
                    <a:pt x="12541" y="21445"/>
                  </a:cubicBezTo>
                  <a:cubicBezTo>
                    <a:pt x="12541" y="21445"/>
                    <a:pt x="13081" y="21600"/>
                    <a:pt x="13216" y="19891"/>
                  </a:cubicBezTo>
                  <a:cubicBezTo>
                    <a:pt x="13351" y="18337"/>
                    <a:pt x="14296" y="16006"/>
                    <a:pt x="14701" y="15384"/>
                  </a:cubicBezTo>
                  <a:cubicBezTo>
                    <a:pt x="14971" y="14607"/>
                    <a:pt x="19021" y="8391"/>
                    <a:pt x="13756" y="2331"/>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4" name="Shape 7134"/>
            <p:cNvSpPr/>
            <p:nvPr/>
          </p:nvSpPr>
          <p:spPr>
            <a:xfrm>
              <a:off x="143431" y="764901"/>
              <a:ext cx="373453" cy="652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9" y="0"/>
                  </a:moveTo>
                  <a:cubicBezTo>
                    <a:pt x="1851" y="0"/>
                    <a:pt x="1851" y="0"/>
                    <a:pt x="1851" y="0"/>
                  </a:cubicBezTo>
                  <a:cubicBezTo>
                    <a:pt x="926" y="0"/>
                    <a:pt x="0" y="5400"/>
                    <a:pt x="0" y="10800"/>
                  </a:cubicBezTo>
                  <a:cubicBezTo>
                    <a:pt x="0" y="18000"/>
                    <a:pt x="926" y="21600"/>
                    <a:pt x="1851" y="21600"/>
                  </a:cubicBezTo>
                  <a:cubicBezTo>
                    <a:pt x="19749" y="21600"/>
                    <a:pt x="19749" y="21600"/>
                    <a:pt x="19749" y="21600"/>
                  </a:cubicBezTo>
                  <a:cubicBezTo>
                    <a:pt x="20674" y="21600"/>
                    <a:pt x="21600" y="18000"/>
                    <a:pt x="21600" y="10800"/>
                  </a:cubicBezTo>
                  <a:cubicBezTo>
                    <a:pt x="21600" y="5400"/>
                    <a:pt x="20674" y="0"/>
                    <a:pt x="19749"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5" name="Shape 7135"/>
            <p:cNvSpPr/>
            <p:nvPr/>
          </p:nvSpPr>
          <p:spPr>
            <a:xfrm>
              <a:off x="154679" y="845891"/>
              <a:ext cx="350956" cy="58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1964" y="0"/>
                    <a:pt x="1964" y="0"/>
                    <a:pt x="1964" y="0"/>
                  </a:cubicBezTo>
                  <a:cubicBezTo>
                    <a:pt x="982" y="0"/>
                    <a:pt x="0" y="5891"/>
                    <a:pt x="0" y="11782"/>
                  </a:cubicBezTo>
                  <a:cubicBezTo>
                    <a:pt x="0" y="17673"/>
                    <a:pt x="982" y="21600"/>
                    <a:pt x="1964" y="21600"/>
                  </a:cubicBezTo>
                  <a:cubicBezTo>
                    <a:pt x="19964" y="21600"/>
                    <a:pt x="19964" y="21600"/>
                    <a:pt x="19964" y="21600"/>
                  </a:cubicBezTo>
                  <a:cubicBezTo>
                    <a:pt x="20945" y="21600"/>
                    <a:pt x="21600" y="17673"/>
                    <a:pt x="21600" y="11782"/>
                  </a:cubicBezTo>
                  <a:cubicBezTo>
                    <a:pt x="21600" y="5891"/>
                    <a:pt x="20945" y="0"/>
                    <a:pt x="19964"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7136" name="Shape 7136"/>
            <p:cNvSpPr/>
            <p:nvPr/>
          </p:nvSpPr>
          <p:spPr>
            <a:xfrm>
              <a:off x="233419" y="920132"/>
              <a:ext cx="193476" cy="472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0"/>
                  </a:moveTo>
                  <a:cubicBezTo>
                    <a:pt x="2400" y="0"/>
                    <a:pt x="2400" y="0"/>
                    <a:pt x="2400" y="0"/>
                  </a:cubicBezTo>
                  <a:cubicBezTo>
                    <a:pt x="1200" y="0"/>
                    <a:pt x="0" y="4800"/>
                    <a:pt x="0" y="9600"/>
                  </a:cubicBezTo>
                  <a:cubicBezTo>
                    <a:pt x="0" y="16800"/>
                    <a:pt x="1200" y="21600"/>
                    <a:pt x="2400" y="21600"/>
                  </a:cubicBezTo>
                  <a:cubicBezTo>
                    <a:pt x="19200" y="21600"/>
                    <a:pt x="19200" y="21600"/>
                    <a:pt x="19200" y="21600"/>
                  </a:cubicBezTo>
                  <a:cubicBezTo>
                    <a:pt x="20400" y="21600"/>
                    <a:pt x="21600" y="16800"/>
                    <a:pt x="21600" y="9600"/>
                  </a:cubicBezTo>
                  <a:cubicBezTo>
                    <a:pt x="21600" y="4800"/>
                    <a:pt x="20400" y="0"/>
                    <a:pt x="19200" y="0"/>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6920"/>
                                        </p:tgtEl>
                                        <p:attrNameLst>
                                          <p:attrName>style.visibility</p:attrName>
                                        </p:attrNameLst>
                                      </p:cBhvr>
                                      <p:to>
                                        <p:strVal val="visible"/>
                                      </p:to>
                                    </p:set>
                                    <p:anim calcmode="lin" valueType="num">
                                      <p:cBhvr>
                                        <p:cTn id="7" dur="500" fill="hold"/>
                                        <p:tgtEl>
                                          <p:spTgt spid="6920"/>
                                        </p:tgtEl>
                                        <p:attrNameLst>
                                          <p:attrName>ppt_w</p:attrName>
                                        </p:attrNameLst>
                                      </p:cBhvr>
                                      <p:tavLst>
                                        <p:tav tm="0">
                                          <p:val>
                                            <p:fltVal val="0"/>
                                          </p:val>
                                        </p:tav>
                                        <p:tav tm="100000">
                                          <p:val>
                                            <p:strVal val="#ppt_w"/>
                                          </p:val>
                                        </p:tav>
                                      </p:tavLst>
                                    </p:anim>
                                    <p:anim calcmode="lin" valueType="num">
                                      <p:cBhvr>
                                        <p:cTn id="8" dur="500" fill="hold"/>
                                        <p:tgtEl>
                                          <p:spTgt spid="6920"/>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7098"/>
                                        </p:tgtEl>
                                        <p:attrNameLst>
                                          <p:attrName>style.visibility</p:attrName>
                                        </p:attrNameLst>
                                      </p:cBhvr>
                                      <p:to>
                                        <p:strVal val="visible"/>
                                      </p:to>
                                    </p:set>
                                    <p:anim calcmode="lin" valueType="num">
                                      <p:cBhvr>
                                        <p:cTn id="12" dur="500" fill="hold"/>
                                        <p:tgtEl>
                                          <p:spTgt spid="7098"/>
                                        </p:tgtEl>
                                        <p:attrNameLst>
                                          <p:attrName>ppt_w</p:attrName>
                                        </p:attrNameLst>
                                      </p:cBhvr>
                                      <p:tavLst>
                                        <p:tav tm="0">
                                          <p:val>
                                            <p:fltVal val="0"/>
                                          </p:val>
                                        </p:tav>
                                        <p:tav tm="100000">
                                          <p:val>
                                            <p:strVal val="#ppt_w"/>
                                          </p:val>
                                        </p:tav>
                                      </p:tavLst>
                                    </p:anim>
                                    <p:anim calcmode="lin" valueType="num">
                                      <p:cBhvr>
                                        <p:cTn id="13" dur="500" fill="hold"/>
                                        <p:tgtEl>
                                          <p:spTgt spid="709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7094"/>
                                        </p:tgtEl>
                                        <p:attrNameLst>
                                          <p:attrName>style.visibility</p:attrName>
                                        </p:attrNameLst>
                                      </p:cBhvr>
                                      <p:to>
                                        <p:strVal val="visible"/>
                                      </p:to>
                                    </p:set>
                                    <p:anim calcmode="lin" valueType="num">
                                      <p:cBhvr>
                                        <p:cTn id="17" dur="500" fill="hold"/>
                                        <p:tgtEl>
                                          <p:spTgt spid="7094"/>
                                        </p:tgtEl>
                                        <p:attrNameLst>
                                          <p:attrName>ppt_w</p:attrName>
                                        </p:attrNameLst>
                                      </p:cBhvr>
                                      <p:tavLst>
                                        <p:tav tm="0">
                                          <p:val>
                                            <p:fltVal val="0"/>
                                          </p:val>
                                        </p:tav>
                                        <p:tav tm="100000">
                                          <p:val>
                                            <p:strVal val="#ppt_w"/>
                                          </p:val>
                                        </p:tav>
                                      </p:tavLst>
                                    </p:anim>
                                    <p:anim calcmode="lin" valueType="num">
                                      <p:cBhvr>
                                        <p:cTn id="18" dur="500" fill="hold"/>
                                        <p:tgtEl>
                                          <p:spTgt spid="7094"/>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7101"/>
                                        </p:tgtEl>
                                        <p:attrNameLst>
                                          <p:attrName>style.visibility</p:attrName>
                                        </p:attrNameLst>
                                      </p:cBhvr>
                                      <p:to>
                                        <p:strVal val="visible"/>
                                      </p:to>
                                    </p:set>
                                    <p:anim calcmode="lin" valueType="num">
                                      <p:cBhvr>
                                        <p:cTn id="22" dur="500" fill="hold"/>
                                        <p:tgtEl>
                                          <p:spTgt spid="7101"/>
                                        </p:tgtEl>
                                        <p:attrNameLst>
                                          <p:attrName>ppt_w</p:attrName>
                                        </p:attrNameLst>
                                      </p:cBhvr>
                                      <p:tavLst>
                                        <p:tav tm="0">
                                          <p:val>
                                            <p:fltVal val="0"/>
                                          </p:val>
                                        </p:tav>
                                        <p:tav tm="100000">
                                          <p:val>
                                            <p:strVal val="#ppt_w"/>
                                          </p:val>
                                        </p:tav>
                                      </p:tavLst>
                                    </p:anim>
                                    <p:anim calcmode="lin" valueType="num">
                                      <p:cBhvr>
                                        <p:cTn id="23" dur="500" fill="hold"/>
                                        <p:tgtEl>
                                          <p:spTgt spid="7101"/>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ID="9" grpId="5" fill="hold">
                                  <p:stCondLst>
                                    <p:cond delay="0"/>
                                  </p:stCondLst>
                                  <p:iterate type="el" backwards="0">
                                    <p:tmAbs val="0"/>
                                  </p:iterate>
                                  <p:childTnLst>
                                    <p:set>
                                      <p:cBhvr>
                                        <p:cTn id="26" fill="hold"/>
                                        <p:tgtEl>
                                          <p:spTgt spid="7119"/>
                                        </p:tgtEl>
                                        <p:attrNameLst>
                                          <p:attrName>style.visibility</p:attrName>
                                        </p:attrNameLst>
                                      </p:cBhvr>
                                      <p:to>
                                        <p:strVal val="visible"/>
                                      </p:to>
                                    </p:set>
                                    <p:animEffect filter="dissolve" transition="in">
                                      <p:cBhvr>
                                        <p:cTn id="27" dur="500"/>
                                        <p:tgtEl>
                                          <p:spTgt spid="71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6920" grpId="1"/>
      <p:bldP build="whole" bldLvl="1" animBg="1" rev="0" advAuto="0" spid="7119" grpId="5"/>
      <p:bldP build="whole" bldLvl="1" animBg="1" rev="0" advAuto="0" spid="7094" grpId="3"/>
      <p:bldP build="whole" bldLvl="1" animBg="1" rev="0" advAuto="0" spid="7098" grpId="2"/>
      <p:bldP build="whole" bldLvl="1" animBg="1" rev="0" advAuto="0" spid="7101" grpId="4"/>
    </p:bldLst>
  </p:timing>
</p:sld>
</file>

<file path=ppt/slides/slide18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139" name="Shape 7139"/>
          <p:cNvSpPr/>
          <p:nvPr/>
        </p:nvSpPr>
        <p:spPr>
          <a:xfrm>
            <a:off x="17310523" y="6636349"/>
            <a:ext cx="633555" cy="576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8949"/>
                </a:moveTo>
                <a:cubicBezTo>
                  <a:pt x="1403" y="8949"/>
                  <a:pt x="1403" y="8949"/>
                  <a:pt x="1403" y="8949"/>
                </a:cubicBezTo>
                <a:cubicBezTo>
                  <a:pt x="1403" y="8023"/>
                  <a:pt x="1403" y="8023"/>
                  <a:pt x="1403" y="8023"/>
                </a:cubicBezTo>
                <a:cubicBezTo>
                  <a:pt x="1403" y="5863"/>
                  <a:pt x="2244" y="3703"/>
                  <a:pt x="3647" y="2469"/>
                </a:cubicBezTo>
                <a:cubicBezTo>
                  <a:pt x="4769" y="926"/>
                  <a:pt x="6732" y="0"/>
                  <a:pt x="8696" y="0"/>
                </a:cubicBezTo>
                <a:cubicBezTo>
                  <a:pt x="13465" y="0"/>
                  <a:pt x="13465" y="0"/>
                  <a:pt x="13465" y="0"/>
                </a:cubicBezTo>
                <a:cubicBezTo>
                  <a:pt x="15429" y="0"/>
                  <a:pt x="17112" y="926"/>
                  <a:pt x="18514" y="2469"/>
                </a:cubicBezTo>
                <a:cubicBezTo>
                  <a:pt x="19917" y="3703"/>
                  <a:pt x="20758" y="5863"/>
                  <a:pt x="20758" y="8023"/>
                </a:cubicBezTo>
                <a:cubicBezTo>
                  <a:pt x="20758" y="8949"/>
                  <a:pt x="20758" y="8949"/>
                  <a:pt x="20758" y="8949"/>
                </a:cubicBezTo>
                <a:cubicBezTo>
                  <a:pt x="21600" y="8949"/>
                  <a:pt x="21600" y="8949"/>
                  <a:pt x="21600" y="8949"/>
                </a:cubicBezTo>
                <a:cubicBezTo>
                  <a:pt x="21600" y="17897"/>
                  <a:pt x="21600" y="17897"/>
                  <a:pt x="21600" y="17897"/>
                </a:cubicBezTo>
                <a:cubicBezTo>
                  <a:pt x="19917" y="17897"/>
                  <a:pt x="19917" y="17897"/>
                  <a:pt x="19917" y="17897"/>
                </a:cubicBezTo>
                <a:cubicBezTo>
                  <a:pt x="19917" y="21600"/>
                  <a:pt x="19917" y="21600"/>
                  <a:pt x="19917" y="21600"/>
                </a:cubicBezTo>
                <a:cubicBezTo>
                  <a:pt x="15709" y="21600"/>
                  <a:pt x="15709" y="21600"/>
                  <a:pt x="15709" y="21600"/>
                </a:cubicBezTo>
                <a:cubicBezTo>
                  <a:pt x="15709" y="17897"/>
                  <a:pt x="15709" y="17897"/>
                  <a:pt x="15709" y="17897"/>
                </a:cubicBezTo>
                <a:cubicBezTo>
                  <a:pt x="5891" y="17897"/>
                  <a:pt x="5891" y="17897"/>
                  <a:pt x="5891" y="17897"/>
                </a:cubicBezTo>
                <a:cubicBezTo>
                  <a:pt x="5891" y="21600"/>
                  <a:pt x="5891" y="21600"/>
                  <a:pt x="5891" y="21600"/>
                </a:cubicBezTo>
                <a:cubicBezTo>
                  <a:pt x="1964" y="21600"/>
                  <a:pt x="1964" y="21600"/>
                  <a:pt x="1964" y="21600"/>
                </a:cubicBezTo>
                <a:cubicBezTo>
                  <a:pt x="1964" y="17897"/>
                  <a:pt x="1964" y="17897"/>
                  <a:pt x="1964" y="17897"/>
                </a:cubicBezTo>
                <a:cubicBezTo>
                  <a:pt x="0" y="17897"/>
                  <a:pt x="0" y="17897"/>
                  <a:pt x="0" y="17897"/>
                </a:cubicBezTo>
                <a:cubicBezTo>
                  <a:pt x="0" y="8949"/>
                  <a:pt x="0" y="8949"/>
                  <a:pt x="0" y="8949"/>
                </a:cubicBezTo>
                <a:close/>
                <a:moveTo>
                  <a:pt x="4488" y="8949"/>
                </a:moveTo>
                <a:cubicBezTo>
                  <a:pt x="17673" y="8949"/>
                  <a:pt x="17673" y="8949"/>
                  <a:pt x="17673" y="8949"/>
                </a:cubicBezTo>
                <a:cubicBezTo>
                  <a:pt x="17673" y="8023"/>
                  <a:pt x="17673" y="8023"/>
                  <a:pt x="17673" y="8023"/>
                </a:cubicBezTo>
                <a:cubicBezTo>
                  <a:pt x="17673" y="6789"/>
                  <a:pt x="17112" y="5554"/>
                  <a:pt x="16551" y="4629"/>
                </a:cubicBezTo>
                <a:cubicBezTo>
                  <a:pt x="15709" y="4011"/>
                  <a:pt x="14587" y="3394"/>
                  <a:pt x="13465" y="3394"/>
                </a:cubicBezTo>
                <a:cubicBezTo>
                  <a:pt x="8696" y="3394"/>
                  <a:pt x="8696" y="3394"/>
                  <a:pt x="8696" y="3394"/>
                </a:cubicBezTo>
                <a:cubicBezTo>
                  <a:pt x="7574" y="3394"/>
                  <a:pt x="6452" y="4011"/>
                  <a:pt x="5610" y="4629"/>
                </a:cubicBezTo>
                <a:cubicBezTo>
                  <a:pt x="5049" y="5554"/>
                  <a:pt x="4488" y="6789"/>
                  <a:pt x="4488" y="8023"/>
                </a:cubicBezTo>
                <a:cubicBezTo>
                  <a:pt x="4488" y="8949"/>
                  <a:pt x="4488" y="8949"/>
                  <a:pt x="4488" y="8949"/>
                </a:cubicBezTo>
                <a:close/>
                <a:moveTo>
                  <a:pt x="19636" y="11417"/>
                </a:moveTo>
                <a:cubicBezTo>
                  <a:pt x="14868" y="12343"/>
                  <a:pt x="14868" y="12343"/>
                  <a:pt x="14868" y="12343"/>
                </a:cubicBezTo>
                <a:cubicBezTo>
                  <a:pt x="14868" y="14811"/>
                  <a:pt x="14868" y="14811"/>
                  <a:pt x="14868" y="14811"/>
                </a:cubicBezTo>
                <a:cubicBezTo>
                  <a:pt x="17673" y="14811"/>
                  <a:pt x="17673" y="14811"/>
                  <a:pt x="17673" y="14811"/>
                </a:cubicBezTo>
                <a:cubicBezTo>
                  <a:pt x="19636" y="14811"/>
                  <a:pt x="19636" y="14811"/>
                  <a:pt x="19636" y="14811"/>
                </a:cubicBezTo>
                <a:cubicBezTo>
                  <a:pt x="19636" y="11417"/>
                  <a:pt x="19636" y="11417"/>
                  <a:pt x="19636" y="11417"/>
                </a:cubicBezTo>
                <a:close/>
                <a:moveTo>
                  <a:pt x="1964" y="11417"/>
                </a:moveTo>
                <a:cubicBezTo>
                  <a:pt x="1964" y="14811"/>
                  <a:pt x="1964" y="14811"/>
                  <a:pt x="1964" y="14811"/>
                </a:cubicBezTo>
                <a:cubicBezTo>
                  <a:pt x="4488" y="14811"/>
                  <a:pt x="4488" y="14811"/>
                  <a:pt x="4488" y="14811"/>
                </a:cubicBezTo>
                <a:cubicBezTo>
                  <a:pt x="6732" y="14811"/>
                  <a:pt x="6732" y="14811"/>
                  <a:pt x="6732" y="14811"/>
                </a:cubicBezTo>
                <a:cubicBezTo>
                  <a:pt x="6732" y="12343"/>
                  <a:pt x="6732" y="12343"/>
                  <a:pt x="6732" y="12343"/>
                </a:cubicBezTo>
                <a:lnTo>
                  <a:pt x="1964" y="11417"/>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0" name="Shape 7140"/>
          <p:cNvSpPr/>
          <p:nvPr/>
        </p:nvSpPr>
        <p:spPr>
          <a:xfrm>
            <a:off x="12520699" y="3422779"/>
            <a:ext cx="854917" cy="8549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46" y="10385"/>
                </a:moveTo>
                <a:cubicBezTo>
                  <a:pt x="8931" y="5608"/>
                  <a:pt x="8931" y="5608"/>
                  <a:pt x="8931" y="5608"/>
                </a:cubicBezTo>
                <a:cubicBezTo>
                  <a:pt x="11423" y="9554"/>
                  <a:pt x="11423" y="9554"/>
                  <a:pt x="11423" y="9554"/>
                </a:cubicBezTo>
                <a:cubicBezTo>
                  <a:pt x="12462" y="9762"/>
                  <a:pt x="13085" y="10592"/>
                  <a:pt x="13085" y="11631"/>
                </a:cubicBezTo>
                <a:cubicBezTo>
                  <a:pt x="13085" y="12877"/>
                  <a:pt x="12254" y="13915"/>
                  <a:pt x="11008" y="13915"/>
                </a:cubicBezTo>
                <a:cubicBezTo>
                  <a:pt x="9969" y="13915"/>
                  <a:pt x="8931" y="12877"/>
                  <a:pt x="8931" y="11631"/>
                </a:cubicBezTo>
                <a:cubicBezTo>
                  <a:pt x="8931" y="11215"/>
                  <a:pt x="9138" y="10800"/>
                  <a:pt x="9346" y="10385"/>
                </a:cubicBezTo>
                <a:close/>
                <a:moveTo>
                  <a:pt x="10800" y="0"/>
                </a:moveTo>
                <a:cubicBezTo>
                  <a:pt x="7892" y="0"/>
                  <a:pt x="5192" y="1246"/>
                  <a:pt x="3115" y="3115"/>
                </a:cubicBezTo>
                <a:cubicBezTo>
                  <a:pt x="1246" y="5192"/>
                  <a:pt x="0" y="7892"/>
                  <a:pt x="0" y="10800"/>
                </a:cubicBezTo>
                <a:cubicBezTo>
                  <a:pt x="0" y="13708"/>
                  <a:pt x="1246" y="16408"/>
                  <a:pt x="3115" y="18485"/>
                </a:cubicBezTo>
                <a:cubicBezTo>
                  <a:pt x="5192" y="20354"/>
                  <a:pt x="7892" y="21600"/>
                  <a:pt x="10800" y="21600"/>
                </a:cubicBezTo>
                <a:cubicBezTo>
                  <a:pt x="13915" y="21600"/>
                  <a:pt x="16615" y="20354"/>
                  <a:pt x="18485" y="18485"/>
                </a:cubicBezTo>
                <a:cubicBezTo>
                  <a:pt x="20354" y="16408"/>
                  <a:pt x="21600" y="13708"/>
                  <a:pt x="21600" y="10800"/>
                </a:cubicBezTo>
                <a:cubicBezTo>
                  <a:pt x="21600" y="7892"/>
                  <a:pt x="20354" y="5192"/>
                  <a:pt x="18485" y="3115"/>
                </a:cubicBezTo>
                <a:cubicBezTo>
                  <a:pt x="16615" y="1246"/>
                  <a:pt x="13915" y="0"/>
                  <a:pt x="10800" y="0"/>
                </a:cubicBezTo>
                <a:close/>
                <a:moveTo>
                  <a:pt x="17238" y="4569"/>
                </a:moveTo>
                <a:cubicBezTo>
                  <a:pt x="15577" y="2908"/>
                  <a:pt x="13292" y="1869"/>
                  <a:pt x="10800" y="1869"/>
                </a:cubicBezTo>
                <a:cubicBezTo>
                  <a:pt x="8308" y="1869"/>
                  <a:pt x="6231" y="2908"/>
                  <a:pt x="4569" y="4569"/>
                </a:cubicBezTo>
                <a:cubicBezTo>
                  <a:pt x="2908" y="6231"/>
                  <a:pt x="1869" y="8308"/>
                  <a:pt x="1869" y="10800"/>
                </a:cubicBezTo>
                <a:cubicBezTo>
                  <a:pt x="1869" y="13292"/>
                  <a:pt x="2908" y="15577"/>
                  <a:pt x="4569" y="17031"/>
                </a:cubicBezTo>
                <a:cubicBezTo>
                  <a:pt x="6231" y="18692"/>
                  <a:pt x="8308" y="19731"/>
                  <a:pt x="10800" y="19731"/>
                </a:cubicBezTo>
                <a:cubicBezTo>
                  <a:pt x="13292" y="19731"/>
                  <a:pt x="15577" y="18692"/>
                  <a:pt x="17238" y="17031"/>
                </a:cubicBezTo>
                <a:cubicBezTo>
                  <a:pt x="18692" y="15577"/>
                  <a:pt x="19731" y="13292"/>
                  <a:pt x="19731" y="10800"/>
                </a:cubicBezTo>
                <a:cubicBezTo>
                  <a:pt x="19731" y="8308"/>
                  <a:pt x="18692" y="6231"/>
                  <a:pt x="17238" y="4569"/>
                </a:cubicBezTo>
                <a:close/>
                <a:moveTo>
                  <a:pt x="4985" y="13292"/>
                </a:moveTo>
                <a:cubicBezTo>
                  <a:pt x="4777" y="12877"/>
                  <a:pt x="4569" y="12046"/>
                  <a:pt x="4569" y="11423"/>
                </a:cubicBezTo>
                <a:cubicBezTo>
                  <a:pt x="5815" y="11423"/>
                  <a:pt x="5815" y="11423"/>
                  <a:pt x="5815" y="11423"/>
                </a:cubicBezTo>
                <a:cubicBezTo>
                  <a:pt x="5815" y="10177"/>
                  <a:pt x="5815" y="10177"/>
                  <a:pt x="5815" y="10177"/>
                </a:cubicBezTo>
                <a:cubicBezTo>
                  <a:pt x="4569" y="10177"/>
                  <a:pt x="4569" y="10177"/>
                  <a:pt x="4569" y="10177"/>
                </a:cubicBezTo>
                <a:cubicBezTo>
                  <a:pt x="4569" y="9554"/>
                  <a:pt x="4777" y="8931"/>
                  <a:pt x="4985" y="8308"/>
                </a:cubicBezTo>
                <a:cubicBezTo>
                  <a:pt x="5815" y="8931"/>
                  <a:pt x="5815" y="8931"/>
                  <a:pt x="5815" y="8931"/>
                </a:cubicBezTo>
                <a:cubicBezTo>
                  <a:pt x="6646" y="7685"/>
                  <a:pt x="6646" y="7685"/>
                  <a:pt x="6646" y="7685"/>
                </a:cubicBezTo>
                <a:cubicBezTo>
                  <a:pt x="5608" y="7062"/>
                  <a:pt x="5608" y="7062"/>
                  <a:pt x="5608" y="7062"/>
                </a:cubicBezTo>
                <a:cubicBezTo>
                  <a:pt x="5815" y="6854"/>
                  <a:pt x="6023" y="6646"/>
                  <a:pt x="6438" y="6231"/>
                </a:cubicBezTo>
                <a:cubicBezTo>
                  <a:pt x="6438" y="6231"/>
                  <a:pt x="6646" y="6023"/>
                  <a:pt x="6854" y="5815"/>
                </a:cubicBezTo>
                <a:cubicBezTo>
                  <a:pt x="7269" y="6646"/>
                  <a:pt x="7269" y="6646"/>
                  <a:pt x="7269" y="6646"/>
                </a:cubicBezTo>
                <a:cubicBezTo>
                  <a:pt x="8515" y="6023"/>
                  <a:pt x="8515" y="6023"/>
                  <a:pt x="8515" y="6023"/>
                </a:cubicBezTo>
                <a:cubicBezTo>
                  <a:pt x="8100" y="4985"/>
                  <a:pt x="8100" y="4985"/>
                  <a:pt x="8100" y="4985"/>
                </a:cubicBezTo>
                <a:cubicBezTo>
                  <a:pt x="8723" y="4777"/>
                  <a:pt x="9138" y="4569"/>
                  <a:pt x="9762" y="4569"/>
                </a:cubicBezTo>
                <a:cubicBezTo>
                  <a:pt x="9762" y="5400"/>
                  <a:pt x="9762" y="5400"/>
                  <a:pt x="9762" y="5400"/>
                </a:cubicBezTo>
                <a:cubicBezTo>
                  <a:pt x="11215" y="5400"/>
                  <a:pt x="11215" y="5400"/>
                  <a:pt x="11215" y="5400"/>
                </a:cubicBezTo>
                <a:cubicBezTo>
                  <a:pt x="11215" y="4362"/>
                  <a:pt x="11215" y="4362"/>
                  <a:pt x="11215" y="4362"/>
                </a:cubicBezTo>
                <a:cubicBezTo>
                  <a:pt x="11838" y="4569"/>
                  <a:pt x="12254" y="4569"/>
                  <a:pt x="12877" y="4777"/>
                </a:cubicBezTo>
                <a:cubicBezTo>
                  <a:pt x="12462" y="5608"/>
                  <a:pt x="12462" y="5608"/>
                  <a:pt x="12462" y="5608"/>
                </a:cubicBezTo>
                <a:cubicBezTo>
                  <a:pt x="13708" y="6231"/>
                  <a:pt x="13708" y="6231"/>
                  <a:pt x="13708" y="6231"/>
                </a:cubicBezTo>
                <a:cubicBezTo>
                  <a:pt x="14123" y="5400"/>
                  <a:pt x="14123" y="5400"/>
                  <a:pt x="14123" y="5400"/>
                </a:cubicBezTo>
                <a:cubicBezTo>
                  <a:pt x="14538" y="5608"/>
                  <a:pt x="14954" y="6023"/>
                  <a:pt x="15369" y="6231"/>
                </a:cubicBezTo>
                <a:cubicBezTo>
                  <a:pt x="15369" y="6438"/>
                  <a:pt x="15577" y="6438"/>
                  <a:pt x="15577" y="6646"/>
                </a:cubicBezTo>
                <a:cubicBezTo>
                  <a:pt x="14538" y="7062"/>
                  <a:pt x="14538" y="7062"/>
                  <a:pt x="14538" y="7062"/>
                </a:cubicBezTo>
                <a:cubicBezTo>
                  <a:pt x="15369" y="8308"/>
                  <a:pt x="15369" y="8308"/>
                  <a:pt x="15369" y="8308"/>
                </a:cubicBezTo>
                <a:cubicBezTo>
                  <a:pt x="16408" y="7685"/>
                  <a:pt x="16408" y="7685"/>
                  <a:pt x="16408" y="7685"/>
                </a:cubicBezTo>
                <a:cubicBezTo>
                  <a:pt x="16615" y="8308"/>
                  <a:pt x="17031" y="8931"/>
                  <a:pt x="17031" y="9554"/>
                </a:cubicBezTo>
                <a:cubicBezTo>
                  <a:pt x="15785" y="9554"/>
                  <a:pt x="15785" y="9554"/>
                  <a:pt x="15785" y="9554"/>
                </a:cubicBezTo>
                <a:cubicBezTo>
                  <a:pt x="15785" y="10800"/>
                  <a:pt x="15785" y="10800"/>
                  <a:pt x="15785" y="10800"/>
                </a:cubicBezTo>
                <a:cubicBezTo>
                  <a:pt x="17238" y="10800"/>
                  <a:pt x="17238" y="10800"/>
                  <a:pt x="17238" y="10800"/>
                </a:cubicBezTo>
                <a:cubicBezTo>
                  <a:pt x="17238" y="11423"/>
                  <a:pt x="17031" y="12254"/>
                  <a:pt x="16823" y="12877"/>
                </a:cubicBezTo>
                <a:cubicBezTo>
                  <a:pt x="15577" y="12046"/>
                  <a:pt x="15577" y="12046"/>
                  <a:pt x="15577" y="12046"/>
                </a:cubicBezTo>
                <a:cubicBezTo>
                  <a:pt x="14954" y="13292"/>
                  <a:pt x="14954" y="13292"/>
                  <a:pt x="14954" y="13292"/>
                </a:cubicBezTo>
                <a:cubicBezTo>
                  <a:pt x="16200" y="14123"/>
                  <a:pt x="16200" y="14123"/>
                  <a:pt x="16200" y="14123"/>
                </a:cubicBezTo>
                <a:cubicBezTo>
                  <a:pt x="17446" y="14746"/>
                  <a:pt x="17446" y="14746"/>
                  <a:pt x="17446" y="14746"/>
                </a:cubicBezTo>
                <a:cubicBezTo>
                  <a:pt x="18069" y="13708"/>
                  <a:pt x="18692" y="12046"/>
                  <a:pt x="18692" y="10800"/>
                </a:cubicBezTo>
                <a:cubicBezTo>
                  <a:pt x="18692" y="8723"/>
                  <a:pt x="17654" y="6646"/>
                  <a:pt x="16408" y="5400"/>
                </a:cubicBezTo>
                <a:cubicBezTo>
                  <a:pt x="14954" y="3946"/>
                  <a:pt x="13085" y="3115"/>
                  <a:pt x="10800" y="3115"/>
                </a:cubicBezTo>
                <a:cubicBezTo>
                  <a:pt x="8723" y="3115"/>
                  <a:pt x="6854" y="3946"/>
                  <a:pt x="5400" y="5400"/>
                </a:cubicBezTo>
                <a:cubicBezTo>
                  <a:pt x="3946" y="6646"/>
                  <a:pt x="3115" y="8723"/>
                  <a:pt x="3115" y="10800"/>
                </a:cubicBezTo>
                <a:cubicBezTo>
                  <a:pt x="3115" y="12462"/>
                  <a:pt x="3738" y="14123"/>
                  <a:pt x="4569" y="15369"/>
                </a:cubicBezTo>
                <a:cubicBezTo>
                  <a:pt x="5608" y="14538"/>
                  <a:pt x="5608" y="14538"/>
                  <a:pt x="5608" y="14538"/>
                </a:cubicBezTo>
                <a:cubicBezTo>
                  <a:pt x="5608" y="14538"/>
                  <a:pt x="5608" y="14538"/>
                  <a:pt x="5608" y="14538"/>
                </a:cubicBezTo>
                <a:cubicBezTo>
                  <a:pt x="6854" y="13915"/>
                  <a:pt x="6854" y="13915"/>
                  <a:pt x="6854" y="13915"/>
                </a:cubicBezTo>
                <a:cubicBezTo>
                  <a:pt x="6231" y="12669"/>
                  <a:pt x="6231" y="12669"/>
                  <a:pt x="6231" y="12669"/>
                </a:cubicBezTo>
                <a:cubicBezTo>
                  <a:pt x="4985" y="13292"/>
                  <a:pt x="4985" y="13292"/>
                  <a:pt x="4985" y="13292"/>
                </a:cubicBezTo>
                <a:close/>
                <a:moveTo>
                  <a:pt x="11008" y="10592"/>
                </a:moveTo>
                <a:cubicBezTo>
                  <a:pt x="10385" y="10592"/>
                  <a:pt x="9969" y="11008"/>
                  <a:pt x="9969" y="11631"/>
                </a:cubicBezTo>
                <a:cubicBezTo>
                  <a:pt x="9969" y="12254"/>
                  <a:pt x="10385" y="12669"/>
                  <a:pt x="11008" y="12669"/>
                </a:cubicBezTo>
                <a:cubicBezTo>
                  <a:pt x="11631" y="12669"/>
                  <a:pt x="12046" y="12254"/>
                  <a:pt x="12046" y="11631"/>
                </a:cubicBezTo>
                <a:cubicBezTo>
                  <a:pt x="12046" y="11008"/>
                  <a:pt x="11631" y="10592"/>
                  <a:pt x="11008" y="1059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1" name="Shape 7141"/>
          <p:cNvSpPr/>
          <p:nvPr/>
        </p:nvSpPr>
        <p:spPr>
          <a:xfrm>
            <a:off x="15711369" y="5048648"/>
            <a:ext cx="782401" cy="625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161"/>
                </a:moveTo>
                <a:lnTo>
                  <a:pt x="2318" y="3161"/>
                </a:lnTo>
                <a:lnTo>
                  <a:pt x="2950" y="0"/>
                </a:lnTo>
                <a:lnTo>
                  <a:pt x="5479" y="0"/>
                </a:lnTo>
                <a:lnTo>
                  <a:pt x="6427" y="3161"/>
                </a:lnTo>
                <a:lnTo>
                  <a:pt x="15067" y="3161"/>
                </a:lnTo>
                <a:lnTo>
                  <a:pt x="15910" y="0"/>
                </a:lnTo>
                <a:lnTo>
                  <a:pt x="18439" y="0"/>
                </a:lnTo>
                <a:lnTo>
                  <a:pt x="19387" y="3161"/>
                </a:lnTo>
                <a:lnTo>
                  <a:pt x="21389" y="3161"/>
                </a:lnTo>
                <a:lnTo>
                  <a:pt x="21389" y="7112"/>
                </a:lnTo>
                <a:lnTo>
                  <a:pt x="0" y="7112"/>
                </a:lnTo>
                <a:lnTo>
                  <a:pt x="0" y="3161"/>
                </a:lnTo>
                <a:close/>
                <a:moveTo>
                  <a:pt x="8429" y="9746"/>
                </a:moveTo>
                <a:lnTo>
                  <a:pt x="12960" y="9746"/>
                </a:lnTo>
                <a:lnTo>
                  <a:pt x="11590" y="14224"/>
                </a:lnTo>
                <a:lnTo>
                  <a:pt x="13908" y="14224"/>
                </a:lnTo>
                <a:lnTo>
                  <a:pt x="9588" y="19624"/>
                </a:lnTo>
                <a:lnTo>
                  <a:pt x="10220" y="16859"/>
                </a:lnTo>
                <a:lnTo>
                  <a:pt x="8008" y="15146"/>
                </a:lnTo>
                <a:lnTo>
                  <a:pt x="8429" y="9746"/>
                </a:lnTo>
                <a:close/>
                <a:moveTo>
                  <a:pt x="0" y="18176"/>
                </a:moveTo>
                <a:lnTo>
                  <a:pt x="0" y="21600"/>
                </a:lnTo>
                <a:lnTo>
                  <a:pt x="21600" y="21600"/>
                </a:lnTo>
                <a:lnTo>
                  <a:pt x="21600" y="18176"/>
                </a:lnTo>
                <a:lnTo>
                  <a:pt x="19809" y="18176"/>
                </a:lnTo>
                <a:lnTo>
                  <a:pt x="19809" y="8298"/>
                </a:lnTo>
                <a:lnTo>
                  <a:pt x="1580" y="8298"/>
                </a:lnTo>
                <a:lnTo>
                  <a:pt x="1580" y="18176"/>
                </a:lnTo>
                <a:lnTo>
                  <a:pt x="0" y="1817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2" name="Shape 7142"/>
          <p:cNvSpPr/>
          <p:nvPr/>
        </p:nvSpPr>
        <p:spPr>
          <a:xfrm>
            <a:off x="15730453" y="9540776"/>
            <a:ext cx="701508" cy="774771"/>
          </a:xfrm>
          <a:custGeom>
            <a:avLst/>
            <a:gdLst/>
            <a:ahLst/>
            <a:cxnLst>
              <a:cxn ang="0">
                <a:pos x="wd2" y="hd2"/>
              </a:cxn>
              <a:cxn ang="5400000">
                <a:pos x="wd2" y="hd2"/>
              </a:cxn>
              <a:cxn ang="10800000">
                <a:pos x="wd2" y="hd2"/>
              </a:cxn>
              <a:cxn ang="16200000">
                <a:pos x="wd2" y="hd2"/>
              </a:cxn>
            </a:cxnLst>
            <a:rect l="0" t="0" r="r" b="b"/>
            <a:pathLst>
              <a:path w="21460" h="21600" fill="norm" stroke="1" extrusionOk="0">
                <a:moveTo>
                  <a:pt x="18586" y="14477"/>
                </a:moveTo>
                <a:cubicBezTo>
                  <a:pt x="18084" y="14477"/>
                  <a:pt x="17833" y="14477"/>
                  <a:pt x="17581" y="14247"/>
                </a:cubicBezTo>
                <a:cubicBezTo>
                  <a:pt x="17330" y="13787"/>
                  <a:pt x="17833" y="13328"/>
                  <a:pt x="18084" y="13098"/>
                </a:cubicBezTo>
                <a:cubicBezTo>
                  <a:pt x="18335" y="12868"/>
                  <a:pt x="18837" y="12409"/>
                  <a:pt x="19088" y="12179"/>
                </a:cubicBezTo>
                <a:cubicBezTo>
                  <a:pt x="19591" y="11949"/>
                  <a:pt x="19842" y="11719"/>
                  <a:pt x="20093" y="11489"/>
                </a:cubicBezTo>
                <a:cubicBezTo>
                  <a:pt x="20344" y="11260"/>
                  <a:pt x="20595" y="11260"/>
                  <a:pt x="20847" y="11030"/>
                </a:cubicBezTo>
                <a:cubicBezTo>
                  <a:pt x="21349" y="11260"/>
                  <a:pt x="21349" y="11260"/>
                  <a:pt x="21349" y="11260"/>
                </a:cubicBezTo>
                <a:cubicBezTo>
                  <a:pt x="21349" y="11949"/>
                  <a:pt x="21600" y="12638"/>
                  <a:pt x="21349" y="13328"/>
                </a:cubicBezTo>
                <a:cubicBezTo>
                  <a:pt x="21349" y="13787"/>
                  <a:pt x="21349" y="14247"/>
                  <a:pt x="21349" y="14706"/>
                </a:cubicBezTo>
                <a:cubicBezTo>
                  <a:pt x="21349" y="14936"/>
                  <a:pt x="21098" y="15396"/>
                  <a:pt x="20847" y="15626"/>
                </a:cubicBezTo>
                <a:cubicBezTo>
                  <a:pt x="20595" y="15626"/>
                  <a:pt x="20344" y="15396"/>
                  <a:pt x="20093" y="15396"/>
                </a:cubicBezTo>
                <a:cubicBezTo>
                  <a:pt x="19340" y="17004"/>
                  <a:pt x="18084" y="18153"/>
                  <a:pt x="16326" y="19302"/>
                </a:cubicBezTo>
                <a:cubicBezTo>
                  <a:pt x="14819" y="20221"/>
                  <a:pt x="12809" y="20681"/>
                  <a:pt x="11051" y="21370"/>
                </a:cubicBezTo>
                <a:cubicBezTo>
                  <a:pt x="10800" y="21600"/>
                  <a:pt x="10800" y="21600"/>
                  <a:pt x="10800" y="21600"/>
                </a:cubicBezTo>
                <a:cubicBezTo>
                  <a:pt x="10298" y="21370"/>
                  <a:pt x="10298" y="21370"/>
                  <a:pt x="10298" y="21370"/>
                </a:cubicBezTo>
                <a:cubicBezTo>
                  <a:pt x="8540" y="20681"/>
                  <a:pt x="6781" y="20221"/>
                  <a:pt x="5023" y="19302"/>
                </a:cubicBezTo>
                <a:cubicBezTo>
                  <a:pt x="3516" y="18153"/>
                  <a:pt x="2260" y="17004"/>
                  <a:pt x="1507" y="15396"/>
                </a:cubicBezTo>
                <a:cubicBezTo>
                  <a:pt x="1256" y="15396"/>
                  <a:pt x="1005" y="15626"/>
                  <a:pt x="753" y="15626"/>
                </a:cubicBezTo>
                <a:cubicBezTo>
                  <a:pt x="251" y="15396"/>
                  <a:pt x="251" y="14936"/>
                  <a:pt x="251" y="14706"/>
                </a:cubicBezTo>
                <a:cubicBezTo>
                  <a:pt x="0" y="14247"/>
                  <a:pt x="0" y="13787"/>
                  <a:pt x="0" y="13328"/>
                </a:cubicBezTo>
                <a:cubicBezTo>
                  <a:pt x="0" y="12638"/>
                  <a:pt x="0" y="11949"/>
                  <a:pt x="0" y="11260"/>
                </a:cubicBezTo>
                <a:cubicBezTo>
                  <a:pt x="753" y="11030"/>
                  <a:pt x="753" y="11030"/>
                  <a:pt x="753" y="11030"/>
                </a:cubicBezTo>
                <a:cubicBezTo>
                  <a:pt x="1005" y="11260"/>
                  <a:pt x="1256" y="11260"/>
                  <a:pt x="1507" y="11489"/>
                </a:cubicBezTo>
                <a:cubicBezTo>
                  <a:pt x="1758" y="11719"/>
                  <a:pt x="2009" y="11949"/>
                  <a:pt x="2260" y="12179"/>
                </a:cubicBezTo>
                <a:cubicBezTo>
                  <a:pt x="2763" y="12409"/>
                  <a:pt x="3014" y="12868"/>
                  <a:pt x="3516" y="13098"/>
                </a:cubicBezTo>
                <a:cubicBezTo>
                  <a:pt x="3767" y="13328"/>
                  <a:pt x="4019" y="13787"/>
                  <a:pt x="4019" y="14247"/>
                </a:cubicBezTo>
                <a:cubicBezTo>
                  <a:pt x="3767" y="14477"/>
                  <a:pt x="3516" y="14477"/>
                  <a:pt x="3014" y="14477"/>
                </a:cubicBezTo>
                <a:cubicBezTo>
                  <a:pt x="4270" y="16315"/>
                  <a:pt x="7033" y="17464"/>
                  <a:pt x="9293" y="17923"/>
                </a:cubicBezTo>
                <a:cubicBezTo>
                  <a:pt x="9293" y="8272"/>
                  <a:pt x="9293" y="8272"/>
                  <a:pt x="9293" y="8272"/>
                </a:cubicBezTo>
                <a:cubicBezTo>
                  <a:pt x="6781" y="8272"/>
                  <a:pt x="6781" y="8272"/>
                  <a:pt x="6781" y="8272"/>
                </a:cubicBezTo>
                <a:cubicBezTo>
                  <a:pt x="6530" y="8502"/>
                  <a:pt x="6279" y="8732"/>
                  <a:pt x="5777" y="8732"/>
                </a:cubicBezTo>
                <a:cubicBezTo>
                  <a:pt x="5023" y="8732"/>
                  <a:pt x="4270" y="8043"/>
                  <a:pt x="4270" y="7353"/>
                </a:cubicBezTo>
                <a:cubicBezTo>
                  <a:pt x="4270" y="6434"/>
                  <a:pt x="5023" y="5974"/>
                  <a:pt x="5777" y="5974"/>
                </a:cubicBezTo>
                <a:cubicBezTo>
                  <a:pt x="6279" y="5974"/>
                  <a:pt x="6781" y="6204"/>
                  <a:pt x="7033" y="6434"/>
                </a:cubicBezTo>
                <a:cubicBezTo>
                  <a:pt x="9293" y="6434"/>
                  <a:pt x="9293" y="6434"/>
                  <a:pt x="9293" y="6434"/>
                </a:cubicBezTo>
                <a:cubicBezTo>
                  <a:pt x="9293" y="5285"/>
                  <a:pt x="9293" y="5285"/>
                  <a:pt x="9293" y="5285"/>
                </a:cubicBezTo>
                <a:cubicBezTo>
                  <a:pt x="8288" y="4826"/>
                  <a:pt x="7535" y="3906"/>
                  <a:pt x="7535" y="2757"/>
                </a:cubicBezTo>
                <a:cubicBezTo>
                  <a:pt x="7535" y="1149"/>
                  <a:pt x="9042" y="0"/>
                  <a:pt x="10549" y="0"/>
                </a:cubicBezTo>
                <a:cubicBezTo>
                  <a:pt x="12307" y="0"/>
                  <a:pt x="13814" y="1149"/>
                  <a:pt x="13814" y="2757"/>
                </a:cubicBezTo>
                <a:cubicBezTo>
                  <a:pt x="13814" y="3906"/>
                  <a:pt x="13060" y="4826"/>
                  <a:pt x="12056" y="5285"/>
                </a:cubicBezTo>
                <a:cubicBezTo>
                  <a:pt x="12056" y="6434"/>
                  <a:pt x="12056" y="6434"/>
                  <a:pt x="12056" y="6434"/>
                </a:cubicBezTo>
                <a:cubicBezTo>
                  <a:pt x="14316" y="6434"/>
                  <a:pt x="14316" y="6434"/>
                  <a:pt x="14316" y="6434"/>
                </a:cubicBezTo>
                <a:cubicBezTo>
                  <a:pt x="14567" y="6204"/>
                  <a:pt x="15070" y="5974"/>
                  <a:pt x="15572" y="5974"/>
                </a:cubicBezTo>
                <a:cubicBezTo>
                  <a:pt x="16577" y="5974"/>
                  <a:pt x="17079" y="6434"/>
                  <a:pt x="17079" y="7353"/>
                </a:cubicBezTo>
                <a:cubicBezTo>
                  <a:pt x="17079" y="8043"/>
                  <a:pt x="16577" y="8732"/>
                  <a:pt x="15572" y="8732"/>
                </a:cubicBezTo>
                <a:cubicBezTo>
                  <a:pt x="15070" y="8732"/>
                  <a:pt x="14819" y="8502"/>
                  <a:pt x="14567" y="8272"/>
                </a:cubicBezTo>
                <a:cubicBezTo>
                  <a:pt x="12056" y="8272"/>
                  <a:pt x="12056" y="8272"/>
                  <a:pt x="12056" y="8272"/>
                </a:cubicBezTo>
                <a:cubicBezTo>
                  <a:pt x="12056" y="17923"/>
                  <a:pt x="12056" y="17923"/>
                  <a:pt x="12056" y="17923"/>
                </a:cubicBezTo>
                <a:cubicBezTo>
                  <a:pt x="14316" y="17464"/>
                  <a:pt x="17330" y="16545"/>
                  <a:pt x="18586" y="14477"/>
                </a:cubicBezTo>
                <a:close/>
                <a:moveTo>
                  <a:pt x="10549" y="1609"/>
                </a:moveTo>
                <a:cubicBezTo>
                  <a:pt x="10047" y="1609"/>
                  <a:pt x="9544" y="2068"/>
                  <a:pt x="9544" y="2757"/>
                </a:cubicBezTo>
                <a:cubicBezTo>
                  <a:pt x="9544" y="3447"/>
                  <a:pt x="10047" y="3906"/>
                  <a:pt x="10549" y="3906"/>
                </a:cubicBezTo>
                <a:cubicBezTo>
                  <a:pt x="11302" y="3906"/>
                  <a:pt x="11805" y="3447"/>
                  <a:pt x="11805" y="2757"/>
                </a:cubicBezTo>
                <a:cubicBezTo>
                  <a:pt x="11805" y="2068"/>
                  <a:pt x="11302" y="1609"/>
                  <a:pt x="10549" y="1609"/>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3" name="Shape 7143"/>
          <p:cNvSpPr/>
          <p:nvPr/>
        </p:nvSpPr>
        <p:spPr>
          <a:xfrm>
            <a:off x="14199999" y="8044944"/>
            <a:ext cx="812694" cy="717247"/>
          </a:xfrm>
          <a:custGeom>
            <a:avLst/>
            <a:gdLst/>
            <a:ahLst/>
            <a:cxnLst>
              <a:cxn ang="0">
                <a:pos x="wd2" y="hd2"/>
              </a:cxn>
              <a:cxn ang="5400000">
                <a:pos x="wd2" y="hd2"/>
              </a:cxn>
              <a:cxn ang="10800000">
                <a:pos x="wd2" y="hd2"/>
              </a:cxn>
              <a:cxn ang="16200000">
                <a:pos x="wd2" y="hd2"/>
              </a:cxn>
            </a:cxnLst>
            <a:rect l="0" t="0" r="r" b="b"/>
            <a:pathLst>
              <a:path w="21393" h="21364" fill="norm" stroke="1" extrusionOk="0">
                <a:moveTo>
                  <a:pt x="11880" y="746"/>
                </a:moveTo>
                <a:cubicBezTo>
                  <a:pt x="16416" y="9828"/>
                  <a:pt x="16416" y="9828"/>
                  <a:pt x="16416" y="9828"/>
                </a:cubicBezTo>
                <a:cubicBezTo>
                  <a:pt x="16416" y="9828"/>
                  <a:pt x="16416" y="9828"/>
                  <a:pt x="16416" y="9828"/>
                </a:cubicBezTo>
                <a:cubicBezTo>
                  <a:pt x="21168" y="19155"/>
                  <a:pt x="21168" y="19155"/>
                  <a:pt x="21168" y="19155"/>
                </a:cubicBezTo>
                <a:cubicBezTo>
                  <a:pt x="21600" y="19891"/>
                  <a:pt x="21384" y="20628"/>
                  <a:pt x="20736" y="21119"/>
                </a:cubicBezTo>
                <a:cubicBezTo>
                  <a:pt x="20520" y="21364"/>
                  <a:pt x="20088" y="21364"/>
                  <a:pt x="19872" y="21364"/>
                </a:cubicBezTo>
                <a:cubicBezTo>
                  <a:pt x="19872" y="21364"/>
                  <a:pt x="19872" y="21364"/>
                  <a:pt x="19872" y="21364"/>
                </a:cubicBezTo>
                <a:cubicBezTo>
                  <a:pt x="10584" y="21364"/>
                  <a:pt x="10584" y="21364"/>
                  <a:pt x="10584" y="21364"/>
                </a:cubicBezTo>
                <a:cubicBezTo>
                  <a:pt x="1512" y="21364"/>
                  <a:pt x="1512" y="21364"/>
                  <a:pt x="1512" y="21364"/>
                </a:cubicBezTo>
                <a:cubicBezTo>
                  <a:pt x="648" y="21364"/>
                  <a:pt x="0" y="20628"/>
                  <a:pt x="0" y="19891"/>
                </a:cubicBezTo>
                <a:cubicBezTo>
                  <a:pt x="0" y="19400"/>
                  <a:pt x="216" y="19155"/>
                  <a:pt x="216" y="18909"/>
                </a:cubicBezTo>
                <a:cubicBezTo>
                  <a:pt x="4968" y="9828"/>
                  <a:pt x="4968" y="9828"/>
                  <a:pt x="4968" y="9828"/>
                </a:cubicBezTo>
                <a:cubicBezTo>
                  <a:pt x="4968" y="9828"/>
                  <a:pt x="4968" y="9828"/>
                  <a:pt x="4968" y="9828"/>
                </a:cubicBezTo>
                <a:cubicBezTo>
                  <a:pt x="9504" y="746"/>
                  <a:pt x="9504" y="746"/>
                  <a:pt x="9504" y="746"/>
                </a:cubicBezTo>
                <a:cubicBezTo>
                  <a:pt x="9936" y="9"/>
                  <a:pt x="10800" y="-236"/>
                  <a:pt x="11448" y="255"/>
                </a:cubicBezTo>
                <a:cubicBezTo>
                  <a:pt x="11664" y="500"/>
                  <a:pt x="11664" y="500"/>
                  <a:pt x="11880" y="746"/>
                </a:cubicBezTo>
                <a:close/>
                <a:moveTo>
                  <a:pt x="9504" y="8109"/>
                </a:moveTo>
                <a:cubicBezTo>
                  <a:pt x="9504" y="8846"/>
                  <a:pt x="9504" y="8846"/>
                  <a:pt x="9504" y="8846"/>
                </a:cubicBezTo>
                <a:cubicBezTo>
                  <a:pt x="9936" y="14982"/>
                  <a:pt x="9936" y="14982"/>
                  <a:pt x="9936" y="14982"/>
                </a:cubicBezTo>
                <a:cubicBezTo>
                  <a:pt x="11232" y="14982"/>
                  <a:pt x="11232" y="14982"/>
                  <a:pt x="11232" y="14982"/>
                </a:cubicBezTo>
                <a:cubicBezTo>
                  <a:pt x="11664" y="8846"/>
                  <a:pt x="11664" y="8846"/>
                  <a:pt x="11664" y="8846"/>
                </a:cubicBezTo>
                <a:cubicBezTo>
                  <a:pt x="11664" y="8109"/>
                  <a:pt x="11664" y="8109"/>
                  <a:pt x="11664" y="8109"/>
                </a:cubicBezTo>
                <a:cubicBezTo>
                  <a:pt x="9504" y="8109"/>
                  <a:pt x="9504" y="8109"/>
                  <a:pt x="9504" y="8109"/>
                </a:cubicBezTo>
                <a:close/>
                <a:moveTo>
                  <a:pt x="10584" y="17437"/>
                </a:moveTo>
                <a:cubicBezTo>
                  <a:pt x="11232" y="17437"/>
                  <a:pt x="11448" y="17191"/>
                  <a:pt x="11448" y="16700"/>
                </a:cubicBezTo>
                <a:cubicBezTo>
                  <a:pt x="11448" y="15964"/>
                  <a:pt x="11016" y="15719"/>
                  <a:pt x="10584" y="15719"/>
                </a:cubicBezTo>
                <a:cubicBezTo>
                  <a:pt x="10152" y="15719"/>
                  <a:pt x="9720" y="15964"/>
                  <a:pt x="9720" y="16700"/>
                </a:cubicBezTo>
                <a:cubicBezTo>
                  <a:pt x="9720" y="17191"/>
                  <a:pt x="10152" y="17437"/>
                  <a:pt x="10584" y="17437"/>
                </a:cubicBezTo>
                <a:close/>
                <a:moveTo>
                  <a:pt x="14040" y="11546"/>
                </a:moveTo>
                <a:cubicBezTo>
                  <a:pt x="10584" y="4673"/>
                  <a:pt x="10584" y="4673"/>
                  <a:pt x="10584" y="4673"/>
                </a:cubicBezTo>
                <a:cubicBezTo>
                  <a:pt x="7344" y="11300"/>
                  <a:pt x="7344" y="11300"/>
                  <a:pt x="7344" y="11300"/>
                </a:cubicBezTo>
                <a:cubicBezTo>
                  <a:pt x="7344" y="11546"/>
                  <a:pt x="7344" y="11546"/>
                  <a:pt x="7128" y="11546"/>
                </a:cubicBezTo>
                <a:cubicBezTo>
                  <a:pt x="3672" y="18173"/>
                  <a:pt x="3672" y="18173"/>
                  <a:pt x="3672" y="18173"/>
                </a:cubicBezTo>
                <a:cubicBezTo>
                  <a:pt x="10584" y="18173"/>
                  <a:pt x="10584" y="18173"/>
                  <a:pt x="10584" y="18173"/>
                </a:cubicBezTo>
                <a:cubicBezTo>
                  <a:pt x="17496" y="18173"/>
                  <a:pt x="17496" y="18173"/>
                  <a:pt x="17496" y="18173"/>
                </a:cubicBezTo>
                <a:cubicBezTo>
                  <a:pt x="14040" y="11546"/>
                  <a:pt x="14040" y="11546"/>
                  <a:pt x="14040" y="11546"/>
                </a:cubicBezTo>
                <a:cubicBezTo>
                  <a:pt x="14040" y="11546"/>
                  <a:pt x="14040" y="11546"/>
                  <a:pt x="14040" y="11546"/>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4" name="Shape 7144"/>
          <p:cNvSpPr/>
          <p:nvPr/>
        </p:nvSpPr>
        <p:spPr>
          <a:xfrm>
            <a:off x="18791359" y="3529643"/>
            <a:ext cx="764933" cy="755687"/>
          </a:xfrm>
          <a:custGeom>
            <a:avLst/>
            <a:gdLst/>
            <a:ahLst/>
            <a:cxnLst>
              <a:cxn ang="0">
                <a:pos x="wd2" y="hd2"/>
              </a:cxn>
              <a:cxn ang="5400000">
                <a:pos x="wd2" y="hd2"/>
              </a:cxn>
              <a:cxn ang="10800000">
                <a:pos x="wd2" y="hd2"/>
              </a:cxn>
              <a:cxn ang="16200000">
                <a:pos x="wd2" y="hd2"/>
              </a:cxn>
            </a:cxnLst>
            <a:rect l="0" t="0" r="r" b="b"/>
            <a:pathLst>
              <a:path w="21431" h="21600" fill="norm" stroke="1" extrusionOk="0">
                <a:moveTo>
                  <a:pt x="13328" y="12913"/>
                </a:moveTo>
                <a:cubicBezTo>
                  <a:pt x="20681" y="12913"/>
                  <a:pt x="20681" y="12913"/>
                  <a:pt x="20681" y="12913"/>
                </a:cubicBezTo>
                <a:cubicBezTo>
                  <a:pt x="21140" y="12913"/>
                  <a:pt x="21600" y="13148"/>
                  <a:pt x="21370" y="13852"/>
                </a:cubicBezTo>
                <a:cubicBezTo>
                  <a:pt x="20681" y="19957"/>
                  <a:pt x="20681" y="19957"/>
                  <a:pt x="20681" y="19957"/>
                </a:cubicBezTo>
                <a:cubicBezTo>
                  <a:pt x="20451" y="20426"/>
                  <a:pt x="19991" y="20896"/>
                  <a:pt x="19532" y="20896"/>
                </a:cubicBezTo>
                <a:cubicBezTo>
                  <a:pt x="12179" y="20896"/>
                  <a:pt x="12179" y="20896"/>
                  <a:pt x="12179" y="20896"/>
                </a:cubicBezTo>
                <a:cubicBezTo>
                  <a:pt x="11719" y="20896"/>
                  <a:pt x="11260" y="20426"/>
                  <a:pt x="11489" y="19957"/>
                </a:cubicBezTo>
                <a:cubicBezTo>
                  <a:pt x="12409" y="13852"/>
                  <a:pt x="12409" y="13852"/>
                  <a:pt x="12409" y="13852"/>
                </a:cubicBezTo>
                <a:cubicBezTo>
                  <a:pt x="12409" y="13148"/>
                  <a:pt x="12868" y="12913"/>
                  <a:pt x="13328" y="12913"/>
                </a:cubicBezTo>
                <a:close/>
                <a:moveTo>
                  <a:pt x="10570" y="0"/>
                </a:moveTo>
                <a:cubicBezTo>
                  <a:pt x="7813" y="0"/>
                  <a:pt x="5055" y="1174"/>
                  <a:pt x="3217" y="3052"/>
                </a:cubicBezTo>
                <a:cubicBezTo>
                  <a:pt x="1379" y="5165"/>
                  <a:pt x="0" y="7748"/>
                  <a:pt x="0" y="10800"/>
                </a:cubicBezTo>
                <a:cubicBezTo>
                  <a:pt x="0" y="13617"/>
                  <a:pt x="1379" y="16435"/>
                  <a:pt x="3217" y="18313"/>
                </a:cubicBezTo>
                <a:cubicBezTo>
                  <a:pt x="5055" y="20191"/>
                  <a:pt x="7813" y="21600"/>
                  <a:pt x="10570" y="21600"/>
                </a:cubicBezTo>
                <a:cubicBezTo>
                  <a:pt x="10800" y="21600"/>
                  <a:pt x="10800" y="21600"/>
                  <a:pt x="11030" y="21365"/>
                </a:cubicBezTo>
                <a:cubicBezTo>
                  <a:pt x="10570" y="21130"/>
                  <a:pt x="10340" y="20426"/>
                  <a:pt x="10340" y="19722"/>
                </a:cubicBezTo>
                <a:cubicBezTo>
                  <a:pt x="10570" y="19252"/>
                  <a:pt x="10570" y="19252"/>
                  <a:pt x="10570" y="19252"/>
                </a:cubicBezTo>
                <a:cubicBezTo>
                  <a:pt x="8272" y="19252"/>
                  <a:pt x="6204" y="18313"/>
                  <a:pt x="4596" y="16904"/>
                </a:cubicBezTo>
                <a:cubicBezTo>
                  <a:pt x="3217" y="15261"/>
                  <a:pt x="2298" y="13148"/>
                  <a:pt x="2298" y="10800"/>
                </a:cubicBezTo>
                <a:cubicBezTo>
                  <a:pt x="2298" y="8452"/>
                  <a:pt x="3217" y="6104"/>
                  <a:pt x="4596" y="4696"/>
                </a:cubicBezTo>
                <a:cubicBezTo>
                  <a:pt x="6204" y="3052"/>
                  <a:pt x="8272" y="2113"/>
                  <a:pt x="10570" y="2113"/>
                </a:cubicBezTo>
                <a:cubicBezTo>
                  <a:pt x="12868" y="2113"/>
                  <a:pt x="15166" y="3052"/>
                  <a:pt x="16545" y="4696"/>
                </a:cubicBezTo>
                <a:cubicBezTo>
                  <a:pt x="18153" y="6104"/>
                  <a:pt x="19072" y="8452"/>
                  <a:pt x="19072" y="10800"/>
                </a:cubicBezTo>
                <a:cubicBezTo>
                  <a:pt x="19072" y="11035"/>
                  <a:pt x="19072" y="11504"/>
                  <a:pt x="19072" y="11739"/>
                </a:cubicBezTo>
                <a:cubicBezTo>
                  <a:pt x="20681" y="11739"/>
                  <a:pt x="20681" y="11739"/>
                  <a:pt x="20681" y="11739"/>
                </a:cubicBezTo>
                <a:cubicBezTo>
                  <a:pt x="20911" y="11739"/>
                  <a:pt x="20911" y="11739"/>
                  <a:pt x="21140" y="11739"/>
                </a:cubicBezTo>
                <a:cubicBezTo>
                  <a:pt x="21140" y="11504"/>
                  <a:pt x="21140" y="11035"/>
                  <a:pt x="21140" y="10800"/>
                </a:cubicBezTo>
                <a:cubicBezTo>
                  <a:pt x="21140" y="7748"/>
                  <a:pt x="19991" y="5165"/>
                  <a:pt x="18153" y="3052"/>
                </a:cubicBezTo>
                <a:cubicBezTo>
                  <a:pt x="16085" y="1174"/>
                  <a:pt x="13557" y="0"/>
                  <a:pt x="10570" y="0"/>
                </a:cubicBezTo>
                <a:close/>
                <a:moveTo>
                  <a:pt x="10800" y="9626"/>
                </a:moveTo>
                <a:cubicBezTo>
                  <a:pt x="10570" y="9626"/>
                  <a:pt x="10340" y="9626"/>
                  <a:pt x="10340" y="9626"/>
                </a:cubicBezTo>
                <a:cubicBezTo>
                  <a:pt x="9421" y="7983"/>
                  <a:pt x="8272" y="6104"/>
                  <a:pt x="7123" y="4461"/>
                </a:cubicBezTo>
                <a:cubicBezTo>
                  <a:pt x="6894" y="4696"/>
                  <a:pt x="6664" y="4930"/>
                  <a:pt x="6204" y="4930"/>
                </a:cubicBezTo>
                <a:cubicBezTo>
                  <a:pt x="7123" y="7043"/>
                  <a:pt x="8272" y="8687"/>
                  <a:pt x="9421" y="10330"/>
                </a:cubicBezTo>
                <a:cubicBezTo>
                  <a:pt x="9191" y="10565"/>
                  <a:pt x="9191" y="11035"/>
                  <a:pt x="9191" y="11270"/>
                </a:cubicBezTo>
                <a:cubicBezTo>
                  <a:pt x="9191" y="12209"/>
                  <a:pt x="9881" y="12913"/>
                  <a:pt x="10800" y="12913"/>
                </a:cubicBezTo>
                <a:cubicBezTo>
                  <a:pt x="11719" y="12913"/>
                  <a:pt x="12409" y="12209"/>
                  <a:pt x="12409" y="11270"/>
                </a:cubicBezTo>
                <a:cubicBezTo>
                  <a:pt x="12409" y="11270"/>
                  <a:pt x="12409" y="11035"/>
                  <a:pt x="12409" y="11035"/>
                </a:cubicBezTo>
                <a:cubicBezTo>
                  <a:pt x="13328" y="10096"/>
                  <a:pt x="14247" y="9157"/>
                  <a:pt x="14936" y="7748"/>
                </a:cubicBezTo>
                <a:cubicBezTo>
                  <a:pt x="14706" y="7513"/>
                  <a:pt x="14477" y="7278"/>
                  <a:pt x="14247" y="7043"/>
                </a:cubicBezTo>
                <a:cubicBezTo>
                  <a:pt x="13098" y="7983"/>
                  <a:pt x="12179" y="8922"/>
                  <a:pt x="11489" y="9861"/>
                </a:cubicBezTo>
                <a:cubicBezTo>
                  <a:pt x="11260" y="9626"/>
                  <a:pt x="11030" y="9626"/>
                  <a:pt x="10800" y="9626"/>
                </a:cubicBezTo>
                <a:close/>
                <a:moveTo>
                  <a:pt x="19991" y="19487"/>
                </a:moveTo>
                <a:cubicBezTo>
                  <a:pt x="20221" y="17609"/>
                  <a:pt x="20221" y="17609"/>
                  <a:pt x="20221" y="17609"/>
                </a:cubicBezTo>
                <a:cubicBezTo>
                  <a:pt x="20221" y="17609"/>
                  <a:pt x="20221" y="17374"/>
                  <a:pt x="20221" y="17374"/>
                </a:cubicBezTo>
                <a:cubicBezTo>
                  <a:pt x="19991" y="17374"/>
                  <a:pt x="19991" y="17374"/>
                  <a:pt x="19991" y="17374"/>
                </a:cubicBezTo>
                <a:cubicBezTo>
                  <a:pt x="19762" y="17374"/>
                  <a:pt x="19532" y="17374"/>
                  <a:pt x="19532" y="17374"/>
                </a:cubicBezTo>
                <a:cubicBezTo>
                  <a:pt x="19762" y="16670"/>
                  <a:pt x="19762" y="16670"/>
                  <a:pt x="19762" y="16670"/>
                </a:cubicBezTo>
                <a:cubicBezTo>
                  <a:pt x="19072" y="16670"/>
                  <a:pt x="19072" y="16670"/>
                  <a:pt x="19072" y="16670"/>
                </a:cubicBezTo>
                <a:cubicBezTo>
                  <a:pt x="18613" y="19487"/>
                  <a:pt x="18613" y="19487"/>
                  <a:pt x="18613" y="19487"/>
                </a:cubicBezTo>
                <a:cubicBezTo>
                  <a:pt x="19072" y="19487"/>
                  <a:pt x="19072" y="19487"/>
                  <a:pt x="19072" y="19487"/>
                </a:cubicBezTo>
                <a:cubicBezTo>
                  <a:pt x="19532" y="17843"/>
                  <a:pt x="19532" y="17843"/>
                  <a:pt x="19532" y="17843"/>
                </a:cubicBezTo>
                <a:cubicBezTo>
                  <a:pt x="19532" y="17609"/>
                  <a:pt x="19532" y="17609"/>
                  <a:pt x="19532" y="17609"/>
                </a:cubicBezTo>
                <a:cubicBezTo>
                  <a:pt x="19762" y="17609"/>
                  <a:pt x="19762" y="17609"/>
                  <a:pt x="19762" y="17843"/>
                </a:cubicBezTo>
                <a:cubicBezTo>
                  <a:pt x="19302" y="19487"/>
                  <a:pt x="19302" y="19487"/>
                  <a:pt x="19302" y="19487"/>
                </a:cubicBezTo>
                <a:cubicBezTo>
                  <a:pt x="19991" y="19487"/>
                  <a:pt x="19991" y="19487"/>
                  <a:pt x="19991" y="19487"/>
                </a:cubicBezTo>
                <a:close/>
                <a:moveTo>
                  <a:pt x="14936" y="19487"/>
                </a:moveTo>
                <a:cubicBezTo>
                  <a:pt x="15166" y="18783"/>
                  <a:pt x="15166" y="18783"/>
                  <a:pt x="15166" y="18783"/>
                </a:cubicBezTo>
                <a:cubicBezTo>
                  <a:pt x="13787" y="18783"/>
                  <a:pt x="13787" y="18783"/>
                  <a:pt x="13787" y="18783"/>
                </a:cubicBezTo>
                <a:cubicBezTo>
                  <a:pt x="15396" y="16200"/>
                  <a:pt x="15396" y="16200"/>
                  <a:pt x="15396" y="16200"/>
                </a:cubicBezTo>
                <a:cubicBezTo>
                  <a:pt x="15626" y="15965"/>
                  <a:pt x="15626" y="15730"/>
                  <a:pt x="15626" y="15496"/>
                </a:cubicBezTo>
                <a:cubicBezTo>
                  <a:pt x="15855" y="15026"/>
                  <a:pt x="15855" y="14557"/>
                  <a:pt x="15626" y="14322"/>
                </a:cubicBezTo>
                <a:cubicBezTo>
                  <a:pt x="15396" y="14087"/>
                  <a:pt x="15166" y="13852"/>
                  <a:pt x="14706" y="13852"/>
                </a:cubicBezTo>
                <a:cubicBezTo>
                  <a:pt x="13787" y="13852"/>
                  <a:pt x="13328" y="14322"/>
                  <a:pt x="13098" y="15026"/>
                </a:cubicBezTo>
                <a:cubicBezTo>
                  <a:pt x="12868" y="15965"/>
                  <a:pt x="12868" y="15965"/>
                  <a:pt x="12868" y="15965"/>
                </a:cubicBezTo>
                <a:cubicBezTo>
                  <a:pt x="14017" y="15965"/>
                  <a:pt x="14017" y="15965"/>
                  <a:pt x="14017" y="15965"/>
                </a:cubicBezTo>
                <a:cubicBezTo>
                  <a:pt x="14247" y="15026"/>
                  <a:pt x="14247" y="15026"/>
                  <a:pt x="14247" y="15026"/>
                </a:cubicBezTo>
                <a:cubicBezTo>
                  <a:pt x="14247" y="14791"/>
                  <a:pt x="14247" y="14791"/>
                  <a:pt x="14477" y="14791"/>
                </a:cubicBezTo>
                <a:cubicBezTo>
                  <a:pt x="14706" y="14791"/>
                  <a:pt x="14706" y="15026"/>
                  <a:pt x="14706" y="15261"/>
                </a:cubicBezTo>
                <a:cubicBezTo>
                  <a:pt x="14477" y="15730"/>
                  <a:pt x="14477" y="15965"/>
                  <a:pt x="14247" y="16200"/>
                </a:cubicBezTo>
                <a:cubicBezTo>
                  <a:pt x="12409" y="18783"/>
                  <a:pt x="12409" y="18783"/>
                  <a:pt x="12409" y="18783"/>
                </a:cubicBezTo>
                <a:cubicBezTo>
                  <a:pt x="12409" y="19487"/>
                  <a:pt x="12409" y="19487"/>
                  <a:pt x="12409" y="19487"/>
                </a:cubicBezTo>
                <a:cubicBezTo>
                  <a:pt x="14936" y="19487"/>
                  <a:pt x="14936" y="19487"/>
                  <a:pt x="14936" y="19487"/>
                </a:cubicBezTo>
                <a:close/>
                <a:moveTo>
                  <a:pt x="18613" y="18783"/>
                </a:moveTo>
                <a:cubicBezTo>
                  <a:pt x="18613" y="17843"/>
                  <a:pt x="18613" y="17843"/>
                  <a:pt x="18613" y="17843"/>
                </a:cubicBezTo>
                <a:cubicBezTo>
                  <a:pt x="18153" y="17843"/>
                  <a:pt x="18153" y="17843"/>
                  <a:pt x="18153" y="17843"/>
                </a:cubicBezTo>
                <a:cubicBezTo>
                  <a:pt x="18843" y="14087"/>
                  <a:pt x="18843" y="14087"/>
                  <a:pt x="18843" y="14087"/>
                </a:cubicBezTo>
                <a:cubicBezTo>
                  <a:pt x="17234" y="14087"/>
                  <a:pt x="17234" y="14087"/>
                  <a:pt x="17234" y="14087"/>
                </a:cubicBezTo>
                <a:cubicBezTo>
                  <a:pt x="15396" y="17843"/>
                  <a:pt x="15396" y="17843"/>
                  <a:pt x="15396" y="17843"/>
                </a:cubicBezTo>
                <a:cubicBezTo>
                  <a:pt x="15166" y="18783"/>
                  <a:pt x="15166" y="18783"/>
                  <a:pt x="15166" y="18783"/>
                </a:cubicBezTo>
                <a:cubicBezTo>
                  <a:pt x="16774" y="18783"/>
                  <a:pt x="16774" y="18783"/>
                  <a:pt x="16774" y="18783"/>
                </a:cubicBezTo>
                <a:cubicBezTo>
                  <a:pt x="16774" y="19487"/>
                  <a:pt x="16774" y="19487"/>
                  <a:pt x="16774" y="19487"/>
                </a:cubicBezTo>
                <a:cubicBezTo>
                  <a:pt x="17923" y="19487"/>
                  <a:pt x="17923" y="19487"/>
                  <a:pt x="17923" y="19487"/>
                </a:cubicBezTo>
                <a:cubicBezTo>
                  <a:pt x="17923" y="18783"/>
                  <a:pt x="17923" y="18783"/>
                  <a:pt x="17923" y="18783"/>
                </a:cubicBezTo>
                <a:cubicBezTo>
                  <a:pt x="18613" y="18783"/>
                  <a:pt x="18613" y="18783"/>
                  <a:pt x="18613" y="18783"/>
                </a:cubicBezTo>
                <a:close/>
                <a:moveTo>
                  <a:pt x="17004" y="17843"/>
                </a:moveTo>
                <a:cubicBezTo>
                  <a:pt x="17234" y="15730"/>
                  <a:pt x="17234" y="15730"/>
                  <a:pt x="17234" y="15730"/>
                </a:cubicBezTo>
                <a:cubicBezTo>
                  <a:pt x="16545" y="17843"/>
                  <a:pt x="16545" y="17843"/>
                  <a:pt x="16545" y="17843"/>
                </a:cubicBezTo>
                <a:lnTo>
                  <a:pt x="17004" y="17843"/>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5" name="Shape 7145"/>
          <p:cNvSpPr/>
          <p:nvPr/>
        </p:nvSpPr>
        <p:spPr>
          <a:xfrm>
            <a:off x="11211610" y="8052304"/>
            <a:ext cx="706069" cy="8396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5" y="0"/>
                </a:moveTo>
                <a:cubicBezTo>
                  <a:pt x="1005" y="0"/>
                  <a:pt x="1005" y="0"/>
                  <a:pt x="1005" y="0"/>
                </a:cubicBezTo>
                <a:cubicBezTo>
                  <a:pt x="1507" y="0"/>
                  <a:pt x="2009" y="424"/>
                  <a:pt x="2009" y="847"/>
                </a:cubicBezTo>
                <a:cubicBezTo>
                  <a:pt x="2009" y="2118"/>
                  <a:pt x="2009" y="2118"/>
                  <a:pt x="2009" y="2118"/>
                </a:cubicBezTo>
                <a:cubicBezTo>
                  <a:pt x="3265" y="1482"/>
                  <a:pt x="5023" y="1271"/>
                  <a:pt x="6530" y="847"/>
                </a:cubicBezTo>
                <a:cubicBezTo>
                  <a:pt x="8540" y="635"/>
                  <a:pt x="10549" y="635"/>
                  <a:pt x="12307" y="635"/>
                </a:cubicBezTo>
                <a:cubicBezTo>
                  <a:pt x="12809" y="635"/>
                  <a:pt x="13060" y="847"/>
                  <a:pt x="13060" y="1271"/>
                </a:cubicBezTo>
                <a:cubicBezTo>
                  <a:pt x="13060" y="1271"/>
                  <a:pt x="13060" y="1271"/>
                  <a:pt x="13060" y="1271"/>
                </a:cubicBezTo>
                <a:cubicBezTo>
                  <a:pt x="13060" y="1271"/>
                  <a:pt x="13060" y="1271"/>
                  <a:pt x="13060" y="1271"/>
                </a:cubicBezTo>
                <a:cubicBezTo>
                  <a:pt x="13060" y="2753"/>
                  <a:pt x="13060" y="2753"/>
                  <a:pt x="13060" y="2753"/>
                </a:cubicBezTo>
                <a:cubicBezTo>
                  <a:pt x="14316" y="2753"/>
                  <a:pt x="15321" y="2541"/>
                  <a:pt x="16326" y="2118"/>
                </a:cubicBezTo>
                <a:cubicBezTo>
                  <a:pt x="17581" y="1906"/>
                  <a:pt x="19088" y="1271"/>
                  <a:pt x="20344" y="635"/>
                </a:cubicBezTo>
                <a:cubicBezTo>
                  <a:pt x="20847" y="424"/>
                  <a:pt x="21349" y="635"/>
                  <a:pt x="21600" y="1059"/>
                </a:cubicBezTo>
                <a:cubicBezTo>
                  <a:pt x="21600" y="1059"/>
                  <a:pt x="21600" y="1271"/>
                  <a:pt x="21600" y="1271"/>
                </a:cubicBezTo>
                <a:cubicBezTo>
                  <a:pt x="21600" y="12071"/>
                  <a:pt x="21600" y="12071"/>
                  <a:pt x="21600" y="12071"/>
                </a:cubicBezTo>
                <a:cubicBezTo>
                  <a:pt x="21600" y="12282"/>
                  <a:pt x="21349" y="12494"/>
                  <a:pt x="21098" y="12706"/>
                </a:cubicBezTo>
                <a:cubicBezTo>
                  <a:pt x="21098" y="12706"/>
                  <a:pt x="21098" y="12706"/>
                  <a:pt x="21098" y="12706"/>
                </a:cubicBezTo>
                <a:cubicBezTo>
                  <a:pt x="19591" y="13553"/>
                  <a:pt x="17581" y="13976"/>
                  <a:pt x="15572" y="14188"/>
                </a:cubicBezTo>
                <a:cubicBezTo>
                  <a:pt x="13814" y="14612"/>
                  <a:pt x="11805" y="14612"/>
                  <a:pt x="9795" y="14612"/>
                </a:cubicBezTo>
                <a:cubicBezTo>
                  <a:pt x="9544" y="14612"/>
                  <a:pt x="9042" y="14400"/>
                  <a:pt x="9042" y="13976"/>
                </a:cubicBezTo>
                <a:cubicBezTo>
                  <a:pt x="9042" y="13976"/>
                  <a:pt x="9042" y="13976"/>
                  <a:pt x="9042" y="13976"/>
                </a:cubicBezTo>
                <a:cubicBezTo>
                  <a:pt x="9042" y="13976"/>
                  <a:pt x="9042" y="13976"/>
                  <a:pt x="9042" y="13976"/>
                </a:cubicBezTo>
                <a:cubicBezTo>
                  <a:pt x="9042" y="12494"/>
                  <a:pt x="9042" y="12494"/>
                  <a:pt x="9042" y="12494"/>
                </a:cubicBezTo>
                <a:cubicBezTo>
                  <a:pt x="8540" y="12494"/>
                  <a:pt x="7786" y="12494"/>
                  <a:pt x="7033" y="12706"/>
                </a:cubicBezTo>
                <a:cubicBezTo>
                  <a:pt x="5526" y="13129"/>
                  <a:pt x="3767" y="13765"/>
                  <a:pt x="2009" y="14400"/>
                </a:cubicBezTo>
                <a:cubicBezTo>
                  <a:pt x="2009" y="20753"/>
                  <a:pt x="2009" y="20753"/>
                  <a:pt x="2009" y="20753"/>
                </a:cubicBezTo>
                <a:cubicBezTo>
                  <a:pt x="2009" y="21176"/>
                  <a:pt x="1507" y="21600"/>
                  <a:pt x="1005" y="21600"/>
                </a:cubicBezTo>
                <a:cubicBezTo>
                  <a:pt x="1005" y="21600"/>
                  <a:pt x="1005" y="21600"/>
                  <a:pt x="1005" y="21600"/>
                </a:cubicBezTo>
                <a:cubicBezTo>
                  <a:pt x="251" y="21600"/>
                  <a:pt x="0" y="21176"/>
                  <a:pt x="0" y="20753"/>
                </a:cubicBezTo>
                <a:cubicBezTo>
                  <a:pt x="0" y="847"/>
                  <a:pt x="0" y="847"/>
                  <a:pt x="0" y="847"/>
                </a:cubicBezTo>
                <a:cubicBezTo>
                  <a:pt x="0" y="424"/>
                  <a:pt x="251" y="0"/>
                  <a:pt x="1005" y="0"/>
                </a:cubicBezTo>
                <a:close/>
                <a:moveTo>
                  <a:pt x="13060" y="11859"/>
                </a:moveTo>
                <a:cubicBezTo>
                  <a:pt x="13060" y="13129"/>
                  <a:pt x="13060" y="13129"/>
                  <a:pt x="13060" y="13129"/>
                </a:cubicBezTo>
                <a:cubicBezTo>
                  <a:pt x="13814" y="13129"/>
                  <a:pt x="14567" y="13129"/>
                  <a:pt x="15321" y="12918"/>
                </a:cubicBezTo>
                <a:cubicBezTo>
                  <a:pt x="15321" y="11012"/>
                  <a:pt x="15321" y="11012"/>
                  <a:pt x="15321" y="11012"/>
                </a:cubicBezTo>
                <a:cubicBezTo>
                  <a:pt x="13060" y="11224"/>
                  <a:pt x="13060" y="11224"/>
                  <a:pt x="13060" y="11224"/>
                </a:cubicBezTo>
                <a:cubicBezTo>
                  <a:pt x="13060" y="11859"/>
                  <a:pt x="13060" y="11859"/>
                  <a:pt x="13060" y="11859"/>
                </a:cubicBezTo>
                <a:close/>
                <a:moveTo>
                  <a:pt x="13060" y="8894"/>
                </a:moveTo>
                <a:cubicBezTo>
                  <a:pt x="15321" y="8471"/>
                  <a:pt x="15321" y="8471"/>
                  <a:pt x="15321" y="8471"/>
                </a:cubicBezTo>
                <a:cubicBezTo>
                  <a:pt x="15321" y="5929"/>
                  <a:pt x="15321" y="5929"/>
                  <a:pt x="15321" y="5929"/>
                </a:cubicBezTo>
                <a:cubicBezTo>
                  <a:pt x="13060" y="6353"/>
                  <a:pt x="13060" y="6353"/>
                  <a:pt x="13060" y="6353"/>
                </a:cubicBezTo>
                <a:cubicBezTo>
                  <a:pt x="13060" y="8894"/>
                  <a:pt x="13060" y="8894"/>
                  <a:pt x="13060" y="8894"/>
                </a:cubicBezTo>
                <a:close/>
                <a:moveTo>
                  <a:pt x="15321" y="8471"/>
                </a:moveTo>
                <a:cubicBezTo>
                  <a:pt x="15321" y="11012"/>
                  <a:pt x="15321" y="11012"/>
                  <a:pt x="15321" y="11012"/>
                </a:cubicBezTo>
                <a:cubicBezTo>
                  <a:pt x="17833" y="10376"/>
                  <a:pt x="17833" y="10376"/>
                  <a:pt x="17833" y="10376"/>
                </a:cubicBezTo>
                <a:cubicBezTo>
                  <a:pt x="17833" y="7835"/>
                  <a:pt x="17833" y="7835"/>
                  <a:pt x="17833" y="7835"/>
                </a:cubicBezTo>
                <a:cubicBezTo>
                  <a:pt x="15321" y="8471"/>
                  <a:pt x="15321" y="8471"/>
                  <a:pt x="15321" y="8471"/>
                </a:cubicBezTo>
                <a:close/>
                <a:moveTo>
                  <a:pt x="17833" y="10376"/>
                </a:moveTo>
                <a:cubicBezTo>
                  <a:pt x="17833" y="12494"/>
                  <a:pt x="17833" y="12494"/>
                  <a:pt x="17833" y="12494"/>
                </a:cubicBezTo>
                <a:cubicBezTo>
                  <a:pt x="18586" y="12282"/>
                  <a:pt x="19340" y="12071"/>
                  <a:pt x="19842" y="11647"/>
                </a:cubicBezTo>
                <a:cubicBezTo>
                  <a:pt x="20093" y="9741"/>
                  <a:pt x="20093" y="9741"/>
                  <a:pt x="20093" y="9741"/>
                </a:cubicBezTo>
                <a:cubicBezTo>
                  <a:pt x="17833" y="10376"/>
                  <a:pt x="17833" y="10376"/>
                  <a:pt x="17833" y="10376"/>
                </a:cubicBezTo>
                <a:close/>
                <a:moveTo>
                  <a:pt x="20093" y="4871"/>
                </a:moveTo>
                <a:cubicBezTo>
                  <a:pt x="17833" y="5294"/>
                  <a:pt x="17833" y="5294"/>
                  <a:pt x="17833" y="5294"/>
                </a:cubicBezTo>
                <a:cubicBezTo>
                  <a:pt x="17833" y="7835"/>
                  <a:pt x="17833" y="7835"/>
                  <a:pt x="17833" y="7835"/>
                </a:cubicBezTo>
                <a:cubicBezTo>
                  <a:pt x="20093" y="7200"/>
                  <a:pt x="20093" y="7200"/>
                  <a:pt x="20093" y="7200"/>
                </a:cubicBezTo>
                <a:cubicBezTo>
                  <a:pt x="20093" y="4871"/>
                  <a:pt x="20093" y="4871"/>
                  <a:pt x="20093" y="4871"/>
                </a:cubicBezTo>
                <a:close/>
                <a:moveTo>
                  <a:pt x="17833" y="5294"/>
                </a:moveTo>
                <a:cubicBezTo>
                  <a:pt x="17833" y="3176"/>
                  <a:pt x="17833" y="3176"/>
                  <a:pt x="17833" y="3176"/>
                </a:cubicBezTo>
                <a:cubicBezTo>
                  <a:pt x="17581" y="3176"/>
                  <a:pt x="17079" y="3388"/>
                  <a:pt x="16828" y="3388"/>
                </a:cubicBezTo>
                <a:cubicBezTo>
                  <a:pt x="16326" y="3600"/>
                  <a:pt x="15823" y="3600"/>
                  <a:pt x="15321" y="3812"/>
                </a:cubicBezTo>
                <a:cubicBezTo>
                  <a:pt x="15321" y="5929"/>
                  <a:pt x="15321" y="5929"/>
                  <a:pt x="15321" y="5929"/>
                </a:cubicBezTo>
                <a:cubicBezTo>
                  <a:pt x="17833" y="5294"/>
                  <a:pt x="17833" y="5294"/>
                  <a:pt x="17833" y="5294"/>
                </a:cubicBezTo>
                <a:close/>
                <a:moveTo>
                  <a:pt x="9544" y="6353"/>
                </a:moveTo>
                <a:cubicBezTo>
                  <a:pt x="11553" y="6353"/>
                  <a:pt x="11553" y="6353"/>
                  <a:pt x="11553" y="6353"/>
                </a:cubicBezTo>
                <a:cubicBezTo>
                  <a:pt x="11553" y="3812"/>
                  <a:pt x="11553" y="3812"/>
                  <a:pt x="11553" y="3812"/>
                </a:cubicBezTo>
                <a:cubicBezTo>
                  <a:pt x="9544" y="3812"/>
                  <a:pt x="9544" y="3812"/>
                  <a:pt x="9544" y="3812"/>
                </a:cubicBezTo>
                <a:cubicBezTo>
                  <a:pt x="9544" y="6353"/>
                  <a:pt x="9544" y="6353"/>
                  <a:pt x="9544" y="6353"/>
                </a:cubicBezTo>
                <a:close/>
                <a:moveTo>
                  <a:pt x="11553" y="8894"/>
                </a:moveTo>
                <a:cubicBezTo>
                  <a:pt x="9544" y="8894"/>
                  <a:pt x="9544" y="8894"/>
                  <a:pt x="9544" y="8894"/>
                </a:cubicBezTo>
                <a:cubicBezTo>
                  <a:pt x="9544" y="11012"/>
                  <a:pt x="9544" y="11012"/>
                  <a:pt x="9544" y="11012"/>
                </a:cubicBezTo>
                <a:cubicBezTo>
                  <a:pt x="9544" y="11012"/>
                  <a:pt x="9544" y="11012"/>
                  <a:pt x="9795" y="11012"/>
                </a:cubicBezTo>
                <a:cubicBezTo>
                  <a:pt x="9795" y="11012"/>
                  <a:pt x="9795" y="11012"/>
                  <a:pt x="9795" y="11012"/>
                </a:cubicBezTo>
                <a:cubicBezTo>
                  <a:pt x="10298" y="11012"/>
                  <a:pt x="10549" y="11012"/>
                  <a:pt x="11051" y="10800"/>
                </a:cubicBezTo>
                <a:cubicBezTo>
                  <a:pt x="11302" y="10800"/>
                  <a:pt x="11553" y="10800"/>
                  <a:pt x="11553" y="10800"/>
                </a:cubicBezTo>
                <a:cubicBezTo>
                  <a:pt x="11553" y="10165"/>
                  <a:pt x="11553" y="10165"/>
                  <a:pt x="11553" y="10165"/>
                </a:cubicBezTo>
                <a:cubicBezTo>
                  <a:pt x="11553" y="9529"/>
                  <a:pt x="11553" y="9529"/>
                  <a:pt x="11553" y="9529"/>
                </a:cubicBezTo>
                <a:cubicBezTo>
                  <a:pt x="11553" y="8894"/>
                  <a:pt x="11553" y="8894"/>
                  <a:pt x="11553" y="8894"/>
                </a:cubicBezTo>
                <a:close/>
                <a:moveTo>
                  <a:pt x="9544" y="8894"/>
                </a:moveTo>
                <a:cubicBezTo>
                  <a:pt x="9544" y="6353"/>
                  <a:pt x="9544" y="6353"/>
                  <a:pt x="9544" y="6353"/>
                </a:cubicBezTo>
                <a:cubicBezTo>
                  <a:pt x="7033" y="6565"/>
                  <a:pt x="7033" y="6565"/>
                  <a:pt x="7033" y="6565"/>
                </a:cubicBezTo>
                <a:cubicBezTo>
                  <a:pt x="7033" y="9106"/>
                  <a:pt x="7033" y="9106"/>
                  <a:pt x="7033" y="9106"/>
                </a:cubicBezTo>
                <a:cubicBezTo>
                  <a:pt x="9544" y="8894"/>
                  <a:pt x="9544" y="8894"/>
                  <a:pt x="9544" y="8894"/>
                </a:cubicBezTo>
                <a:close/>
                <a:moveTo>
                  <a:pt x="9544" y="3812"/>
                </a:moveTo>
                <a:cubicBezTo>
                  <a:pt x="9544" y="1906"/>
                  <a:pt x="9544" y="1906"/>
                  <a:pt x="9544" y="1906"/>
                </a:cubicBezTo>
                <a:cubicBezTo>
                  <a:pt x="8540" y="2118"/>
                  <a:pt x="7786" y="2118"/>
                  <a:pt x="7033" y="2118"/>
                </a:cubicBezTo>
                <a:cubicBezTo>
                  <a:pt x="7033" y="4235"/>
                  <a:pt x="7033" y="4235"/>
                  <a:pt x="7033" y="4235"/>
                </a:cubicBezTo>
                <a:cubicBezTo>
                  <a:pt x="9544" y="3812"/>
                  <a:pt x="9544" y="3812"/>
                  <a:pt x="9544" y="3812"/>
                </a:cubicBezTo>
                <a:close/>
                <a:moveTo>
                  <a:pt x="7033" y="11435"/>
                </a:moveTo>
                <a:cubicBezTo>
                  <a:pt x="7033" y="9106"/>
                  <a:pt x="7033" y="9106"/>
                  <a:pt x="7033" y="9106"/>
                </a:cubicBezTo>
                <a:cubicBezTo>
                  <a:pt x="4521" y="9741"/>
                  <a:pt x="4521" y="9741"/>
                  <a:pt x="4521" y="9741"/>
                </a:cubicBezTo>
                <a:cubicBezTo>
                  <a:pt x="4521" y="12071"/>
                  <a:pt x="4521" y="12071"/>
                  <a:pt x="4521" y="12071"/>
                </a:cubicBezTo>
                <a:cubicBezTo>
                  <a:pt x="5274" y="11859"/>
                  <a:pt x="6028" y="11647"/>
                  <a:pt x="6781" y="11435"/>
                </a:cubicBezTo>
                <a:cubicBezTo>
                  <a:pt x="6781" y="11435"/>
                  <a:pt x="6781" y="11435"/>
                  <a:pt x="7033" y="11435"/>
                </a:cubicBezTo>
                <a:close/>
                <a:moveTo>
                  <a:pt x="2260" y="10376"/>
                </a:moveTo>
                <a:cubicBezTo>
                  <a:pt x="4521" y="9741"/>
                  <a:pt x="4521" y="9741"/>
                  <a:pt x="4521" y="9741"/>
                </a:cubicBezTo>
                <a:cubicBezTo>
                  <a:pt x="4521" y="7412"/>
                  <a:pt x="4521" y="7412"/>
                  <a:pt x="4521" y="7412"/>
                </a:cubicBezTo>
                <a:cubicBezTo>
                  <a:pt x="2260" y="7835"/>
                  <a:pt x="2260" y="7835"/>
                  <a:pt x="2260" y="7835"/>
                </a:cubicBezTo>
                <a:cubicBezTo>
                  <a:pt x="2260" y="8471"/>
                  <a:pt x="2260" y="8471"/>
                  <a:pt x="2260" y="8471"/>
                </a:cubicBezTo>
                <a:cubicBezTo>
                  <a:pt x="2260" y="9106"/>
                  <a:pt x="2260" y="9741"/>
                  <a:pt x="2260" y="10376"/>
                </a:cubicBezTo>
                <a:close/>
                <a:moveTo>
                  <a:pt x="4521" y="7412"/>
                </a:moveTo>
                <a:cubicBezTo>
                  <a:pt x="7033" y="6565"/>
                  <a:pt x="7033" y="6565"/>
                  <a:pt x="7033" y="6565"/>
                </a:cubicBezTo>
                <a:cubicBezTo>
                  <a:pt x="7033" y="4235"/>
                  <a:pt x="7033" y="4235"/>
                  <a:pt x="7033" y="4235"/>
                </a:cubicBezTo>
                <a:cubicBezTo>
                  <a:pt x="4521" y="4871"/>
                  <a:pt x="4521" y="4871"/>
                  <a:pt x="4521" y="4871"/>
                </a:cubicBezTo>
                <a:cubicBezTo>
                  <a:pt x="4521" y="7412"/>
                  <a:pt x="4521" y="7412"/>
                  <a:pt x="4521" y="7412"/>
                </a:cubicBezTo>
                <a:close/>
                <a:moveTo>
                  <a:pt x="4521" y="4871"/>
                </a:moveTo>
                <a:cubicBezTo>
                  <a:pt x="4521" y="2753"/>
                  <a:pt x="4521" y="2753"/>
                  <a:pt x="4521" y="2753"/>
                </a:cubicBezTo>
                <a:cubicBezTo>
                  <a:pt x="3767" y="2965"/>
                  <a:pt x="3014" y="3176"/>
                  <a:pt x="2260" y="3600"/>
                </a:cubicBezTo>
                <a:cubicBezTo>
                  <a:pt x="2260" y="4235"/>
                  <a:pt x="2260" y="4659"/>
                  <a:pt x="2260" y="5294"/>
                </a:cubicBezTo>
                <a:lnTo>
                  <a:pt x="4521" y="4871"/>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6" name="Shape 7146"/>
          <p:cNvSpPr/>
          <p:nvPr/>
        </p:nvSpPr>
        <p:spPr>
          <a:xfrm>
            <a:off x="9623907" y="10991080"/>
            <a:ext cx="664087" cy="9198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0" y="5979"/>
                </a:moveTo>
                <a:cubicBezTo>
                  <a:pt x="13600" y="6171"/>
                  <a:pt x="15200" y="6557"/>
                  <a:pt x="16533" y="7136"/>
                </a:cubicBezTo>
                <a:cubicBezTo>
                  <a:pt x="18133" y="5979"/>
                  <a:pt x="18133" y="5979"/>
                  <a:pt x="18133" y="5979"/>
                </a:cubicBezTo>
                <a:cubicBezTo>
                  <a:pt x="19733" y="6943"/>
                  <a:pt x="19733" y="6943"/>
                  <a:pt x="19733" y="6943"/>
                </a:cubicBezTo>
                <a:cubicBezTo>
                  <a:pt x="18400" y="8100"/>
                  <a:pt x="18400" y="8100"/>
                  <a:pt x="18400" y="8100"/>
                </a:cubicBezTo>
                <a:cubicBezTo>
                  <a:pt x="18400" y="8293"/>
                  <a:pt x="18400" y="8293"/>
                  <a:pt x="18400" y="8293"/>
                </a:cubicBezTo>
                <a:cubicBezTo>
                  <a:pt x="20533" y="9643"/>
                  <a:pt x="21600" y="11571"/>
                  <a:pt x="21600" y="13886"/>
                </a:cubicBezTo>
                <a:cubicBezTo>
                  <a:pt x="21600" y="16007"/>
                  <a:pt x="20533" y="17936"/>
                  <a:pt x="18400" y="19286"/>
                </a:cubicBezTo>
                <a:cubicBezTo>
                  <a:pt x="16533" y="20829"/>
                  <a:pt x="13867" y="21600"/>
                  <a:pt x="10933" y="21600"/>
                </a:cubicBezTo>
                <a:cubicBezTo>
                  <a:pt x="7733" y="21600"/>
                  <a:pt x="5067" y="20829"/>
                  <a:pt x="3200" y="19286"/>
                </a:cubicBezTo>
                <a:cubicBezTo>
                  <a:pt x="1333" y="17936"/>
                  <a:pt x="0" y="16007"/>
                  <a:pt x="0" y="13886"/>
                </a:cubicBezTo>
                <a:cubicBezTo>
                  <a:pt x="0" y="11571"/>
                  <a:pt x="1333" y="9643"/>
                  <a:pt x="3200" y="8293"/>
                </a:cubicBezTo>
                <a:cubicBezTo>
                  <a:pt x="4800" y="7136"/>
                  <a:pt x="7200" y="6171"/>
                  <a:pt x="9600" y="5979"/>
                </a:cubicBezTo>
                <a:cubicBezTo>
                  <a:pt x="9600" y="5207"/>
                  <a:pt x="9600" y="5207"/>
                  <a:pt x="9600" y="5207"/>
                </a:cubicBezTo>
                <a:cubicBezTo>
                  <a:pt x="7733" y="5207"/>
                  <a:pt x="7733" y="5207"/>
                  <a:pt x="7733" y="5207"/>
                </a:cubicBezTo>
                <a:cubicBezTo>
                  <a:pt x="7733" y="4050"/>
                  <a:pt x="7733" y="4050"/>
                  <a:pt x="7733" y="4050"/>
                </a:cubicBezTo>
                <a:cubicBezTo>
                  <a:pt x="7733" y="4050"/>
                  <a:pt x="7733" y="4050"/>
                  <a:pt x="7467" y="4050"/>
                </a:cubicBezTo>
                <a:cubicBezTo>
                  <a:pt x="6667" y="3664"/>
                  <a:pt x="5867" y="2893"/>
                  <a:pt x="5867" y="2314"/>
                </a:cubicBezTo>
                <a:cubicBezTo>
                  <a:pt x="5867" y="1543"/>
                  <a:pt x="6667" y="964"/>
                  <a:pt x="7467" y="579"/>
                </a:cubicBezTo>
                <a:cubicBezTo>
                  <a:pt x="8533" y="193"/>
                  <a:pt x="9600" y="0"/>
                  <a:pt x="10933" y="0"/>
                </a:cubicBezTo>
                <a:cubicBezTo>
                  <a:pt x="12000" y="0"/>
                  <a:pt x="13333" y="193"/>
                  <a:pt x="14133" y="579"/>
                </a:cubicBezTo>
                <a:cubicBezTo>
                  <a:pt x="15200" y="964"/>
                  <a:pt x="15733" y="1543"/>
                  <a:pt x="15733" y="2314"/>
                </a:cubicBezTo>
                <a:cubicBezTo>
                  <a:pt x="15733" y="2893"/>
                  <a:pt x="15200" y="3664"/>
                  <a:pt x="14133" y="4050"/>
                </a:cubicBezTo>
                <a:cubicBezTo>
                  <a:pt x="14133" y="4050"/>
                  <a:pt x="13867" y="4050"/>
                  <a:pt x="13867" y="4050"/>
                </a:cubicBezTo>
                <a:cubicBezTo>
                  <a:pt x="13867" y="5207"/>
                  <a:pt x="13867" y="5207"/>
                  <a:pt x="13867" y="5207"/>
                </a:cubicBezTo>
                <a:cubicBezTo>
                  <a:pt x="12000" y="5207"/>
                  <a:pt x="12000" y="5207"/>
                  <a:pt x="12000" y="5207"/>
                </a:cubicBezTo>
                <a:cubicBezTo>
                  <a:pt x="12000" y="5979"/>
                  <a:pt x="12000" y="5979"/>
                  <a:pt x="12000" y="5979"/>
                </a:cubicBezTo>
                <a:close/>
                <a:moveTo>
                  <a:pt x="7733" y="2893"/>
                </a:moveTo>
                <a:cubicBezTo>
                  <a:pt x="7733" y="2700"/>
                  <a:pt x="7733" y="2700"/>
                  <a:pt x="7733" y="2700"/>
                </a:cubicBezTo>
                <a:cubicBezTo>
                  <a:pt x="13867" y="2700"/>
                  <a:pt x="13867" y="2700"/>
                  <a:pt x="13867" y="2700"/>
                </a:cubicBezTo>
                <a:cubicBezTo>
                  <a:pt x="13867" y="2893"/>
                  <a:pt x="13867" y="2893"/>
                  <a:pt x="13867" y="2893"/>
                </a:cubicBezTo>
                <a:cubicBezTo>
                  <a:pt x="14133" y="2700"/>
                  <a:pt x="14133" y="2507"/>
                  <a:pt x="14133" y="2314"/>
                </a:cubicBezTo>
                <a:cubicBezTo>
                  <a:pt x="14133" y="1929"/>
                  <a:pt x="13867" y="1736"/>
                  <a:pt x="13333" y="1543"/>
                </a:cubicBezTo>
                <a:cubicBezTo>
                  <a:pt x="12800" y="1157"/>
                  <a:pt x="11733" y="964"/>
                  <a:pt x="10933" y="964"/>
                </a:cubicBezTo>
                <a:cubicBezTo>
                  <a:pt x="9867" y="964"/>
                  <a:pt x="8800" y="1157"/>
                  <a:pt x="8267" y="1543"/>
                </a:cubicBezTo>
                <a:cubicBezTo>
                  <a:pt x="7733" y="1736"/>
                  <a:pt x="7467" y="1929"/>
                  <a:pt x="7467" y="2314"/>
                </a:cubicBezTo>
                <a:cubicBezTo>
                  <a:pt x="7467" y="2507"/>
                  <a:pt x="7467" y="2700"/>
                  <a:pt x="7733" y="2893"/>
                </a:cubicBezTo>
                <a:close/>
                <a:moveTo>
                  <a:pt x="5333" y="10221"/>
                </a:moveTo>
                <a:cubicBezTo>
                  <a:pt x="6667" y="11186"/>
                  <a:pt x="6667" y="11186"/>
                  <a:pt x="6667" y="11186"/>
                </a:cubicBezTo>
                <a:cubicBezTo>
                  <a:pt x="7200" y="10800"/>
                  <a:pt x="7200" y="10800"/>
                  <a:pt x="7200" y="10800"/>
                </a:cubicBezTo>
                <a:cubicBezTo>
                  <a:pt x="5867" y="9836"/>
                  <a:pt x="5867" y="9836"/>
                  <a:pt x="5867" y="9836"/>
                </a:cubicBezTo>
                <a:cubicBezTo>
                  <a:pt x="5333" y="10221"/>
                  <a:pt x="5333" y="10221"/>
                  <a:pt x="5333" y="10221"/>
                </a:cubicBezTo>
                <a:close/>
                <a:moveTo>
                  <a:pt x="5867" y="17743"/>
                </a:moveTo>
                <a:cubicBezTo>
                  <a:pt x="7200" y="16779"/>
                  <a:pt x="7200" y="16779"/>
                  <a:pt x="7200" y="16779"/>
                </a:cubicBezTo>
                <a:cubicBezTo>
                  <a:pt x="6667" y="16393"/>
                  <a:pt x="6667" y="16393"/>
                  <a:pt x="6667" y="16393"/>
                </a:cubicBezTo>
                <a:cubicBezTo>
                  <a:pt x="5333" y="17357"/>
                  <a:pt x="5333" y="17357"/>
                  <a:pt x="5333" y="17357"/>
                </a:cubicBezTo>
                <a:cubicBezTo>
                  <a:pt x="5867" y="17743"/>
                  <a:pt x="5867" y="17743"/>
                  <a:pt x="5867" y="17743"/>
                </a:cubicBezTo>
                <a:close/>
                <a:moveTo>
                  <a:pt x="16267" y="17357"/>
                </a:moveTo>
                <a:cubicBezTo>
                  <a:pt x="14933" y="16393"/>
                  <a:pt x="14933" y="16393"/>
                  <a:pt x="14933" y="16393"/>
                </a:cubicBezTo>
                <a:cubicBezTo>
                  <a:pt x="14400" y="16779"/>
                  <a:pt x="14400" y="16779"/>
                  <a:pt x="14400" y="16779"/>
                </a:cubicBezTo>
                <a:cubicBezTo>
                  <a:pt x="15733" y="17743"/>
                  <a:pt x="15733" y="17743"/>
                  <a:pt x="15733" y="17743"/>
                </a:cubicBezTo>
                <a:cubicBezTo>
                  <a:pt x="16267" y="17357"/>
                  <a:pt x="16267" y="17357"/>
                  <a:pt x="16267" y="17357"/>
                </a:cubicBezTo>
                <a:close/>
                <a:moveTo>
                  <a:pt x="18133" y="13500"/>
                </a:moveTo>
                <a:cubicBezTo>
                  <a:pt x="16267" y="13500"/>
                  <a:pt x="16267" y="13500"/>
                  <a:pt x="16267" y="13500"/>
                </a:cubicBezTo>
                <a:cubicBezTo>
                  <a:pt x="16267" y="14079"/>
                  <a:pt x="16267" y="14079"/>
                  <a:pt x="16267" y="14079"/>
                </a:cubicBezTo>
                <a:cubicBezTo>
                  <a:pt x="18133" y="14079"/>
                  <a:pt x="18133" y="14079"/>
                  <a:pt x="18133" y="14079"/>
                </a:cubicBezTo>
                <a:cubicBezTo>
                  <a:pt x="18133" y="13500"/>
                  <a:pt x="18133" y="13500"/>
                  <a:pt x="18133" y="13500"/>
                </a:cubicBezTo>
                <a:close/>
                <a:moveTo>
                  <a:pt x="11200" y="19093"/>
                </a:moveTo>
                <a:cubicBezTo>
                  <a:pt x="11200" y="17743"/>
                  <a:pt x="11200" y="17743"/>
                  <a:pt x="11200" y="17743"/>
                </a:cubicBezTo>
                <a:cubicBezTo>
                  <a:pt x="10400" y="17743"/>
                  <a:pt x="10400" y="17743"/>
                  <a:pt x="10400" y="17743"/>
                </a:cubicBezTo>
                <a:cubicBezTo>
                  <a:pt x="10400" y="19093"/>
                  <a:pt x="10400" y="19093"/>
                  <a:pt x="10400" y="19093"/>
                </a:cubicBezTo>
                <a:cubicBezTo>
                  <a:pt x="11200" y="19093"/>
                  <a:pt x="11200" y="19093"/>
                  <a:pt x="11200" y="19093"/>
                </a:cubicBezTo>
                <a:close/>
                <a:moveTo>
                  <a:pt x="3467" y="14079"/>
                </a:moveTo>
                <a:cubicBezTo>
                  <a:pt x="5333" y="14079"/>
                  <a:pt x="5333" y="14079"/>
                  <a:pt x="5333" y="14079"/>
                </a:cubicBezTo>
                <a:cubicBezTo>
                  <a:pt x="5333" y="13500"/>
                  <a:pt x="5333" y="13500"/>
                  <a:pt x="5333" y="13500"/>
                </a:cubicBezTo>
                <a:cubicBezTo>
                  <a:pt x="3467" y="13500"/>
                  <a:pt x="3467" y="13500"/>
                  <a:pt x="3467" y="13500"/>
                </a:cubicBezTo>
                <a:cubicBezTo>
                  <a:pt x="3467" y="14079"/>
                  <a:pt x="3467" y="14079"/>
                  <a:pt x="3467" y="14079"/>
                </a:cubicBezTo>
                <a:close/>
                <a:moveTo>
                  <a:pt x="10400" y="8486"/>
                </a:moveTo>
                <a:cubicBezTo>
                  <a:pt x="10400" y="9836"/>
                  <a:pt x="10400" y="9836"/>
                  <a:pt x="10400" y="9836"/>
                </a:cubicBezTo>
                <a:cubicBezTo>
                  <a:pt x="11200" y="9836"/>
                  <a:pt x="11200" y="9836"/>
                  <a:pt x="11200" y="9836"/>
                </a:cubicBezTo>
                <a:cubicBezTo>
                  <a:pt x="11200" y="8486"/>
                  <a:pt x="11200" y="8486"/>
                  <a:pt x="11200" y="8486"/>
                </a:cubicBezTo>
                <a:cubicBezTo>
                  <a:pt x="10400" y="8486"/>
                  <a:pt x="10400" y="8486"/>
                  <a:pt x="10400" y="8486"/>
                </a:cubicBezTo>
                <a:close/>
                <a:moveTo>
                  <a:pt x="12267" y="13500"/>
                </a:moveTo>
                <a:cubicBezTo>
                  <a:pt x="12000" y="13307"/>
                  <a:pt x="12000" y="13307"/>
                  <a:pt x="12000" y="13114"/>
                </a:cubicBezTo>
                <a:cubicBezTo>
                  <a:pt x="13067" y="12150"/>
                  <a:pt x="14133" y="10993"/>
                  <a:pt x="15200" y="9836"/>
                </a:cubicBezTo>
                <a:cubicBezTo>
                  <a:pt x="14933" y="9643"/>
                  <a:pt x="14667" y="9450"/>
                  <a:pt x="14400" y="9450"/>
                </a:cubicBezTo>
                <a:cubicBezTo>
                  <a:pt x="13067" y="10414"/>
                  <a:pt x="12000" y="11571"/>
                  <a:pt x="10933" y="12921"/>
                </a:cubicBezTo>
                <a:cubicBezTo>
                  <a:pt x="10667" y="12729"/>
                  <a:pt x="10400" y="12729"/>
                  <a:pt x="10133" y="12921"/>
                </a:cubicBezTo>
                <a:cubicBezTo>
                  <a:pt x="9333" y="13114"/>
                  <a:pt x="8800" y="13886"/>
                  <a:pt x="9333" y="14464"/>
                </a:cubicBezTo>
                <a:cubicBezTo>
                  <a:pt x="9600" y="15043"/>
                  <a:pt x="10667" y="15236"/>
                  <a:pt x="11467" y="15043"/>
                </a:cubicBezTo>
                <a:cubicBezTo>
                  <a:pt x="11467" y="15043"/>
                  <a:pt x="11467" y="14850"/>
                  <a:pt x="11733" y="14850"/>
                </a:cubicBezTo>
                <a:cubicBezTo>
                  <a:pt x="12800" y="15236"/>
                  <a:pt x="14133" y="15621"/>
                  <a:pt x="15467" y="15814"/>
                </a:cubicBezTo>
                <a:cubicBezTo>
                  <a:pt x="15467" y="15429"/>
                  <a:pt x="15733" y="15236"/>
                  <a:pt x="15733" y="15043"/>
                </a:cubicBezTo>
                <a:cubicBezTo>
                  <a:pt x="14667" y="14657"/>
                  <a:pt x="13600" y="14271"/>
                  <a:pt x="12267" y="14079"/>
                </a:cubicBezTo>
                <a:cubicBezTo>
                  <a:pt x="12267" y="13886"/>
                  <a:pt x="12267" y="13693"/>
                  <a:pt x="12267" y="13500"/>
                </a:cubicBezTo>
                <a:close/>
                <a:moveTo>
                  <a:pt x="16267" y="9836"/>
                </a:moveTo>
                <a:cubicBezTo>
                  <a:pt x="14933" y="8679"/>
                  <a:pt x="13067" y="8100"/>
                  <a:pt x="10933" y="8100"/>
                </a:cubicBezTo>
                <a:cubicBezTo>
                  <a:pt x="8533" y="8100"/>
                  <a:pt x="6667" y="8679"/>
                  <a:pt x="5333" y="9836"/>
                </a:cubicBezTo>
                <a:cubicBezTo>
                  <a:pt x="3733" y="10800"/>
                  <a:pt x="2933" y="12150"/>
                  <a:pt x="2933" y="13886"/>
                </a:cubicBezTo>
                <a:cubicBezTo>
                  <a:pt x="2933" y="15429"/>
                  <a:pt x="3733" y="16779"/>
                  <a:pt x="5333" y="17743"/>
                </a:cubicBezTo>
                <a:cubicBezTo>
                  <a:pt x="6667" y="18900"/>
                  <a:pt x="8533" y="19479"/>
                  <a:pt x="10933" y="19479"/>
                </a:cubicBezTo>
                <a:cubicBezTo>
                  <a:pt x="13067" y="19479"/>
                  <a:pt x="14933" y="18900"/>
                  <a:pt x="16267" y="17743"/>
                </a:cubicBezTo>
                <a:cubicBezTo>
                  <a:pt x="17867" y="16779"/>
                  <a:pt x="18667" y="15429"/>
                  <a:pt x="18667" y="13886"/>
                </a:cubicBezTo>
                <a:cubicBezTo>
                  <a:pt x="18667" y="12150"/>
                  <a:pt x="17867" y="10800"/>
                  <a:pt x="16267" y="9836"/>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7" name="Shape 7147"/>
          <p:cNvSpPr/>
          <p:nvPr/>
        </p:nvSpPr>
        <p:spPr>
          <a:xfrm>
            <a:off x="12700080" y="9567494"/>
            <a:ext cx="641189" cy="725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538" y="1718"/>
                </a:moveTo>
                <a:cubicBezTo>
                  <a:pt x="5538" y="1964"/>
                  <a:pt x="5815" y="2455"/>
                  <a:pt x="5538" y="2700"/>
                </a:cubicBezTo>
                <a:cubicBezTo>
                  <a:pt x="1385" y="1473"/>
                  <a:pt x="1385" y="1473"/>
                  <a:pt x="1385" y="1473"/>
                </a:cubicBezTo>
                <a:cubicBezTo>
                  <a:pt x="277" y="1964"/>
                  <a:pt x="277" y="1964"/>
                  <a:pt x="277" y="1964"/>
                </a:cubicBezTo>
                <a:cubicBezTo>
                  <a:pt x="0" y="2700"/>
                  <a:pt x="0" y="3927"/>
                  <a:pt x="0" y="4909"/>
                </a:cubicBezTo>
                <a:cubicBezTo>
                  <a:pt x="0" y="6382"/>
                  <a:pt x="277" y="8100"/>
                  <a:pt x="831" y="9327"/>
                </a:cubicBezTo>
                <a:cubicBezTo>
                  <a:pt x="1662" y="10800"/>
                  <a:pt x="2769" y="11782"/>
                  <a:pt x="4708" y="12027"/>
                </a:cubicBezTo>
                <a:cubicBezTo>
                  <a:pt x="4985" y="12273"/>
                  <a:pt x="5262" y="12273"/>
                  <a:pt x="5538" y="12273"/>
                </a:cubicBezTo>
                <a:cubicBezTo>
                  <a:pt x="5538" y="12027"/>
                  <a:pt x="5538" y="12027"/>
                  <a:pt x="5538" y="12027"/>
                </a:cubicBezTo>
                <a:cubicBezTo>
                  <a:pt x="6092" y="12518"/>
                  <a:pt x="7200" y="12764"/>
                  <a:pt x="8585" y="12764"/>
                </a:cubicBezTo>
                <a:cubicBezTo>
                  <a:pt x="8585" y="15709"/>
                  <a:pt x="8585" y="15709"/>
                  <a:pt x="8585" y="15709"/>
                </a:cubicBezTo>
                <a:cubicBezTo>
                  <a:pt x="7477" y="15709"/>
                  <a:pt x="7477" y="15709"/>
                  <a:pt x="7477" y="15709"/>
                </a:cubicBezTo>
                <a:cubicBezTo>
                  <a:pt x="7477" y="16691"/>
                  <a:pt x="7477" y="16691"/>
                  <a:pt x="7477" y="16691"/>
                </a:cubicBezTo>
                <a:cubicBezTo>
                  <a:pt x="4154" y="16691"/>
                  <a:pt x="4154" y="16691"/>
                  <a:pt x="4154" y="16691"/>
                </a:cubicBezTo>
                <a:cubicBezTo>
                  <a:pt x="4154" y="21600"/>
                  <a:pt x="4154" y="21600"/>
                  <a:pt x="4154" y="21600"/>
                </a:cubicBezTo>
                <a:cubicBezTo>
                  <a:pt x="17723" y="21600"/>
                  <a:pt x="17723" y="21600"/>
                  <a:pt x="17723" y="21600"/>
                </a:cubicBezTo>
                <a:cubicBezTo>
                  <a:pt x="17723" y="16691"/>
                  <a:pt x="17723" y="16691"/>
                  <a:pt x="17723" y="16691"/>
                </a:cubicBezTo>
                <a:cubicBezTo>
                  <a:pt x="14400" y="16691"/>
                  <a:pt x="14400" y="16691"/>
                  <a:pt x="14400" y="16691"/>
                </a:cubicBezTo>
                <a:cubicBezTo>
                  <a:pt x="14400" y="15709"/>
                  <a:pt x="14400" y="15709"/>
                  <a:pt x="14400" y="15709"/>
                </a:cubicBezTo>
                <a:cubicBezTo>
                  <a:pt x="13015" y="15709"/>
                  <a:pt x="13015" y="15709"/>
                  <a:pt x="13015" y="15709"/>
                </a:cubicBezTo>
                <a:cubicBezTo>
                  <a:pt x="13015" y="12764"/>
                  <a:pt x="13015" y="12764"/>
                  <a:pt x="13015" y="12764"/>
                </a:cubicBezTo>
                <a:cubicBezTo>
                  <a:pt x="14400" y="12764"/>
                  <a:pt x="15508" y="12518"/>
                  <a:pt x="16062" y="12027"/>
                </a:cubicBezTo>
                <a:cubicBezTo>
                  <a:pt x="16062" y="12273"/>
                  <a:pt x="16062" y="12273"/>
                  <a:pt x="16062" y="12273"/>
                </a:cubicBezTo>
                <a:cubicBezTo>
                  <a:pt x="16338" y="12273"/>
                  <a:pt x="16615" y="12273"/>
                  <a:pt x="16892" y="12027"/>
                </a:cubicBezTo>
                <a:cubicBezTo>
                  <a:pt x="18831" y="11782"/>
                  <a:pt x="19938" y="10800"/>
                  <a:pt x="20769" y="9327"/>
                </a:cubicBezTo>
                <a:cubicBezTo>
                  <a:pt x="21323" y="8100"/>
                  <a:pt x="21600" y="6382"/>
                  <a:pt x="21600" y="4909"/>
                </a:cubicBezTo>
                <a:cubicBezTo>
                  <a:pt x="21600" y="3927"/>
                  <a:pt x="21600" y="2700"/>
                  <a:pt x="21323" y="1964"/>
                </a:cubicBezTo>
                <a:cubicBezTo>
                  <a:pt x="20215" y="1473"/>
                  <a:pt x="20215" y="1473"/>
                  <a:pt x="20215" y="1473"/>
                </a:cubicBezTo>
                <a:cubicBezTo>
                  <a:pt x="16062" y="2700"/>
                  <a:pt x="16062" y="2700"/>
                  <a:pt x="16062" y="2700"/>
                </a:cubicBezTo>
                <a:cubicBezTo>
                  <a:pt x="15785" y="2455"/>
                  <a:pt x="16062" y="1964"/>
                  <a:pt x="16062" y="1718"/>
                </a:cubicBezTo>
                <a:cubicBezTo>
                  <a:pt x="16615" y="1718"/>
                  <a:pt x="16615" y="1718"/>
                  <a:pt x="16615" y="1718"/>
                </a:cubicBezTo>
                <a:cubicBezTo>
                  <a:pt x="16615" y="0"/>
                  <a:pt x="16615" y="0"/>
                  <a:pt x="16615" y="0"/>
                </a:cubicBezTo>
                <a:cubicBezTo>
                  <a:pt x="4708" y="0"/>
                  <a:pt x="4708" y="0"/>
                  <a:pt x="4708" y="0"/>
                </a:cubicBezTo>
                <a:cubicBezTo>
                  <a:pt x="4708" y="1718"/>
                  <a:pt x="4708" y="1718"/>
                  <a:pt x="4708" y="1718"/>
                </a:cubicBezTo>
                <a:cubicBezTo>
                  <a:pt x="5538" y="1718"/>
                  <a:pt x="5538" y="1718"/>
                  <a:pt x="5538" y="1718"/>
                </a:cubicBezTo>
                <a:close/>
                <a:moveTo>
                  <a:pt x="17446" y="10309"/>
                </a:moveTo>
                <a:cubicBezTo>
                  <a:pt x="17723" y="8836"/>
                  <a:pt x="16615" y="6873"/>
                  <a:pt x="16338" y="4909"/>
                </a:cubicBezTo>
                <a:cubicBezTo>
                  <a:pt x="16892" y="5400"/>
                  <a:pt x="16892" y="5400"/>
                  <a:pt x="16892" y="5400"/>
                </a:cubicBezTo>
                <a:cubicBezTo>
                  <a:pt x="18277" y="4418"/>
                  <a:pt x="18277" y="4418"/>
                  <a:pt x="18277" y="4418"/>
                </a:cubicBezTo>
                <a:cubicBezTo>
                  <a:pt x="17723" y="3927"/>
                  <a:pt x="17723" y="3927"/>
                  <a:pt x="17723" y="3927"/>
                </a:cubicBezTo>
                <a:cubicBezTo>
                  <a:pt x="19662" y="3191"/>
                  <a:pt x="19662" y="3191"/>
                  <a:pt x="19662" y="3191"/>
                </a:cubicBezTo>
                <a:cubicBezTo>
                  <a:pt x="19938" y="3682"/>
                  <a:pt x="19938" y="4418"/>
                  <a:pt x="19938" y="4909"/>
                </a:cubicBezTo>
                <a:cubicBezTo>
                  <a:pt x="19662" y="6382"/>
                  <a:pt x="19662" y="7609"/>
                  <a:pt x="19108" y="8836"/>
                </a:cubicBezTo>
                <a:cubicBezTo>
                  <a:pt x="18554" y="9573"/>
                  <a:pt x="18000" y="10064"/>
                  <a:pt x="17446" y="10309"/>
                </a:cubicBezTo>
                <a:close/>
                <a:moveTo>
                  <a:pt x="5262" y="4909"/>
                </a:moveTo>
                <a:cubicBezTo>
                  <a:pt x="4708" y="6873"/>
                  <a:pt x="3877" y="8836"/>
                  <a:pt x="4154" y="10309"/>
                </a:cubicBezTo>
                <a:cubicBezTo>
                  <a:pt x="3600" y="10064"/>
                  <a:pt x="3046" y="9573"/>
                  <a:pt x="2492" y="8836"/>
                </a:cubicBezTo>
                <a:cubicBezTo>
                  <a:pt x="1938" y="7609"/>
                  <a:pt x="1662" y="6382"/>
                  <a:pt x="1662" y="4909"/>
                </a:cubicBezTo>
                <a:cubicBezTo>
                  <a:pt x="1662" y="4418"/>
                  <a:pt x="1662" y="3682"/>
                  <a:pt x="1938" y="3191"/>
                </a:cubicBezTo>
                <a:cubicBezTo>
                  <a:pt x="3877" y="3927"/>
                  <a:pt x="3877" y="3927"/>
                  <a:pt x="3877" y="3927"/>
                </a:cubicBezTo>
                <a:cubicBezTo>
                  <a:pt x="3323" y="4418"/>
                  <a:pt x="3323" y="4418"/>
                  <a:pt x="3323" y="4418"/>
                </a:cubicBezTo>
                <a:cubicBezTo>
                  <a:pt x="4708" y="5400"/>
                  <a:pt x="4708" y="5400"/>
                  <a:pt x="4708" y="5400"/>
                </a:cubicBezTo>
                <a:cubicBezTo>
                  <a:pt x="5262" y="4909"/>
                  <a:pt x="5262" y="4909"/>
                  <a:pt x="5262" y="4909"/>
                </a:cubicBezTo>
                <a:close/>
                <a:moveTo>
                  <a:pt x="8862" y="2455"/>
                </a:moveTo>
                <a:cubicBezTo>
                  <a:pt x="8862" y="11045"/>
                  <a:pt x="8862" y="11045"/>
                  <a:pt x="8862" y="11045"/>
                </a:cubicBezTo>
                <a:cubicBezTo>
                  <a:pt x="8862" y="11045"/>
                  <a:pt x="7477" y="11045"/>
                  <a:pt x="6923" y="10064"/>
                </a:cubicBezTo>
                <a:cubicBezTo>
                  <a:pt x="6646" y="9082"/>
                  <a:pt x="7754" y="3927"/>
                  <a:pt x="7754" y="3436"/>
                </a:cubicBezTo>
                <a:cubicBezTo>
                  <a:pt x="7754" y="3191"/>
                  <a:pt x="7754" y="2455"/>
                  <a:pt x="7754" y="2455"/>
                </a:cubicBezTo>
                <a:lnTo>
                  <a:pt x="8862" y="2455"/>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8" name="Shape 7148"/>
          <p:cNvSpPr/>
          <p:nvPr/>
        </p:nvSpPr>
        <p:spPr>
          <a:xfrm>
            <a:off x="9623907" y="3453312"/>
            <a:ext cx="599205" cy="8243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48" y="0"/>
                </a:moveTo>
                <a:cubicBezTo>
                  <a:pt x="13907" y="0"/>
                  <a:pt x="16570" y="648"/>
                  <a:pt x="18641" y="1944"/>
                </a:cubicBezTo>
                <a:cubicBezTo>
                  <a:pt x="20416" y="3240"/>
                  <a:pt x="21600" y="5184"/>
                  <a:pt x="21600" y="7128"/>
                </a:cubicBezTo>
                <a:cubicBezTo>
                  <a:pt x="21600" y="7776"/>
                  <a:pt x="21600" y="8208"/>
                  <a:pt x="21600" y="8640"/>
                </a:cubicBezTo>
                <a:cubicBezTo>
                  <a:pt x="21304" y="9288"/>
                  <a:pt x="21008" y="9720"/>
                  <a:pt x="20712" y="10152"/>
                </a:cubicBezTo>
                <a:cubicBezTo>
                  <a:pt x="20121" y="11448"/>
                  <a:pt x="16570" y="14472"/>
                  <a:pt x="14795" y="15984"/>
                </a:cubicBezTo>
                <a:cubicBezTo>
                  <a:pt x="14499" y="16200"/>
                  <a:pt x="14203" y="16200"/>
                  <a:pt x="14203" y="16416"/>
                </a:cubicBezTo>
                <a:cubicBezTo>
                  <a:pt x="14203" y="17280"/>
                  <a:pt x="14203" y="17280"/>
                  <a:pt x="14203" y="17280"/>
                </a:cubicBezTo>
                <a:cubicBezTo>
                  <a:pt x="13611" y="17280"/>
                  <a:pt x="13611" y="17280"/>
                  <a:pt x="13611" y="17280"/>
                </a:cubicBezTo>
                <a:cubicBezTo>
                  <a:pt x="13019" y="17280"/>
                  <a:pt x="13019" y="17280"/>
                  <a:pt x="13019" y="17280"/>
                </a:cubicBezTo>
                <a:cubicBezTo>
                  <a:pt x="11244" y="17280"/>
                  <a:pt x="11244" y="17280"/>
                  <a:pt x="11244" y="17280"/>
                </a:cubicBezTo>
                <a:cubicBezTo>
                  <a:pt x="10652" y="17280"/>
                  <a:pt x="10652" y="17280"/>
                  <a:pt x="10652" y="17280"/>
                </a:cubicBezTo>
                <a:cubicBezTo>
                  <a:pt x="9173" y="17280"/>
                  <a:pt x="9173" y="17280"/>
                  <a:pt x="9173" y="17280"/>
                </a:cubicBezTo>
                <a:cubicBezTo>
                  <a:pt x="8581" y="17280"/>
                  <a:pt x="8581" y="17280"/>
                  <a:pt x="8581" y="17280"/>
                </a:cubicBezTo>
                <a:cubicBezTo>
                  <a:pt x="7989" y="17280"/>
                  <a:pt x="7989" y="17280"/>
                  <a:pt x="7989" y="17280"/>
                </a:cubicBezTo>
                <a:cubicBezTo>
                  <a:pt x="7989" y="17280"/>
                  <a:pt x="7989" y="17280"/>
                  <a:pt x="7989" y="17280"/>
                </a:cubicBezTo>
                <a:cubicBezTo>
                  <a:pt x="7989" y="16416"/>
                  <a:pt x="7989" y="16416"/>
                  <a:pt x="7989" y="16416"/>
                </a:cubicBezTo>
                <a:cubicBezTo>
                  <a:pt x="7397" y="15984"/>
                  <a:pt x="6805" y="15552"/>
                  <a:pt x="6214" y="15120"/>
                </a:cubicBezTo>
                <a:cubicBezTo>
                  <a:pt x="3255" y="12960"/>
                  <a:pt x="0" y="10368"/>
                  <a:pt x="0" y="7128"/>
                </a:cubicBezTo>
                <a:cubicBezTo>
                  <a:pt x="0" y="5184"/>
                  <a:pt x="1184" y="3240"/>
                  <a:pt x="3255" y="1944"/>
                </a:cubicBezTo>
                <a:cubicBezTo>
                  <a:pt x="5326" y="648"/>
                  <a:pt x="7989" y="0"/>
                  <a:pt x="10948" y="0"/>
                </a:cubicBezTo>
                <a:close/>
                <a:moveTo>
                  <a:pt x="13315" y="18576"/>
                </a:moveTo>
                <a:cubicBezTo>
                  <a:pt x="12723" y="21600"/>
                  <a:pt x="12723" y="21600"/>
                  <a:pt x="12723" y="21600"/>
                </a:cubicBezTo>
                <a:cubicBezTo>
                  <a:pt x="9173" y="21600"/>
                  <a:pt x="9173" y="21600"/>
                  <a:pt x="9173" y="21600"/>
                </a:cubicBezTo>
                <a:cubicBezTo>
                  <a:pt x="8877" y="18576"/>
                  <a:pt x="8877" y="18576"/>
                  <a:pt x="8877" y="18576"/>
                </a:cubicBezTo>
                <a:cubicBezTo>
                  <a:pt x="13315" y="18576"/>
                  <a:pt x="13315" y="18576"/>
                  <a:pt x="13315" y="18576"/>
                </a:cubicBezTo>
                <a:close/>
                <a:moveTo>
                  <a:pt x="10948" y="15984"/>
                </a:moveTo>
                <a:cubicBezTo>
                  <a:pt x="12723" y="15984"/>
                  <a:pt x="12723" y="15984"/>
                  <a:pt x="12723" y="15984"/>
                </a:cubicBezTo>
                <a:cubicBezTo>
                  <a:pt x="14499" y="10584"/>
                  <a:pt x="15978" y="5832"/>
                  <a:pt x="14203" y="1296"/>
                </a:cubicBezTo>
                <a:cubicBezTo>
                  <a:pt x="13019" y="1080"/>
                  <a:pt x="12132" y="864"/>
                  <a:pt x="10948" y="864"/>
                </a:cubicBezTo>
                <a:cubicBezTo>
                  <a:pt x="10948" y="864"/>
                  <a:pt x="10652" y="864"/>
                  <a:pt x="10652" y="864"/>
                </a:cubicBezTo>
                <a:cubicBezTo>
                  <a:pt x="10060" y="5832"/>
                  <a:pt x="10652" y="11016"/>
                  <a:pt x="10948" y="15984"/>
                </a:cubicBezTo>
                <a:close/>
                <a:moveTo>
                  <a:pt x="5030" y="2160"/>
                </a:moveTo>
                <a:cubicBezTo>
                  <a:pt x="1479" y="5400"/>
                  <a:pt x="1775" y="8856"/>
                  <a:pt x="4734" y="12528"/>
                </a:cubicBezTo>
                <a:cubicBezTo>
                  <a:pt x="5622" y="13176"/>
                  <a:pt x="6510" y="13824"/>
                  <a:pt x="7397" y="14472"/>
                </a:cubicBezTo>
                <a:cubicBezTo>
                  <a:pt x="7693" y="14904"/>
                  <a:pt x="8285" y="15120"/>
                  <a:pt x="8877" y="15552"/>
                </a:cubicBezTo>
                <a:cubicBezTo>
                  <a:pt x="7101" y="11232"/>
                  <a:pt x="3847" y="5400"/>
                  <a:pt x="7989" y="1080"/>
                </a:cubicBezTo>
                <a:cubicBezTo>
                  <a:pt x="6805" y="1296"/>
                  <a:pt x="5918" y="1728"/>
                  <a:pt x="5030" y="2160"/>
                </a:cubicBezTo>
                <a:close/>
                <a:moveTo>
                  <a:pt x="17753" y="2808"/>
                </a:moveTo>
                <a:cubicBezTo>
                  <a:pt x="19529" y="5832"/>
                  <a:pt x="18641" y="9720"/>
                  <a:pt x="16570" y="12960"/>
                </a:cubicBezTo>
                <a:cubicBezTo>
                  <a:pt x="17753" y="11664"/>
                  <a:pt x="19233" y="10584"/>
                  <a:pt x="19529" y="9720"/>
                </a:cubicBezTo>
                <a:cubicBezTo>
                  <a:pt x="19825" y="9288"/>
                  <a:pt x="19825" y="8856"/>
                  <a:pt x="20121" y="8424"/>
                </a:cubicBezTo>
                <a:cubicBezTo>
                  <a:pt x="20121" y="7992"/>
                  <a:pt x="20416" y="7560"/>
                  <a:pt x="20416" y="7128"/>
                </a:cubicBezTo>
                <a:cubicBezTo>
                  <a:pt x="20416" y="5400"/>
                  <a:pt x="19233" y="3888"/>
                  <a:pt x="17753" y="2808"/>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49" name="Shape 7149"/>
          <p:cNvSpPr/>
          <p:nvPr/>
        </p:nvSpPr>
        <p:spPr>
          <a:xfrm>
            <a:off x="12669547" y="6556199"/>
            <a:ext cx="778585" cy="6984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74" y="0"/>
                </a:moveTo>
                <a:cubicBezTo>
                  <a:pt x="19326" y="0"/>
                  <a:pt x="19326" y="0"/>
                  <a:pt x="19326" y="0"/>
                </a:cubicBezTo>
                <a:cubicBezTo>
                  <a:pt x="20463" y="0"/>
                  <a:pt x="21600" y="1016"/>
                  <a:pt x="21600" y="2541"/>
                </a:cubicBezTo>
                <a:cubicBezTo>
                  <a:pt x="21600" y="19313"/>
                  <a:pt x="21600" y="19313"/>
                  <a:pt x="21600" y="19313"/>
                </a:cubicBezTo>
                <a:cubicBezTo>
                  <a:pt x="21600" y="20584"/>
                  <a:pt x="20463" y="21600"/>
                  <a:pt x="19326" y="21600"/>
                </a:cubicBezTo>
                <a:cubicBezTo>
                  <a:pt x="2274" y="21600"/>
                  <a:pt x="2274" y="21600"/>
                  <a:pt x="2274" y="21600"/>
                </a:cubicBezTo>
                <a:cubicBezTo>
                  <a:pt x="1137" y="21600"/>
                  <a:pt x="0" y="20584"/>
                  <a:pt x="0" y="19313"/>
                </a:cubicBezTo>
                <a:cubicBezTo>
                  <a:pt x="0" y="2541"/>
                  <a:pt x="0" y="2541"/>
                  <a:pt x="0" y="2541"/>
                </a:cubicBezTo>
                <a:cubicBezTo>
                  <a:pt x="0" y="1016"/>
                  <a:pt x="1137" y="0"/>
                  <a:pt x="2274" y="0"/>
                </a:cubicBezTo>
                <a:close/>
                <a:moveTo>
                  <a:pt x="10914" y="9656"/>
                </a:moveTo>
                <a:cubicBezTo>
                  <a:pt x="10232" y="9656"/>
                  <a:pt x="9777" y="10419"/>
                  <a:pt x="9777" y="11181"/>
                </a:cubicBezTo>
                <a:cubicBezTo>
                  <a:pt x="9777" y="11944"/>
                  <a:pt x="10232" y="12706"/>
                  <a:pt x="10914" y="12706"/>
                </a:cubicBezTo>
                <a:cubicBezTo>
                  <a:pt x="11596" y="12706"/>
                  <a:pt x="12278" y="11944"/>
                  <a:pt x="12278" y="11181"/>
                </a:cubicBezTo>
                <a:cubicBezTo>
                  <a:pt x="12278" y="10419"/>
                  <a:pt x="11596" y="9656"/>
                  <a:pt x="10914" y="9656"/>
                </a:cubicBezTo>
                <a:close/>
                <a:moveTo>
                  <a:pt x="9549" y="9148"/>
                </a:moveTo>
                <a:cubicBezTo>
                  <a:pt x="10004" y="8894"/>
                  <a:pt x="10459" y="8640"/>
                  <a:pt x="10914" y="8640"/>
                </a:cubicBezTo>
                <a:cubicBezTo>
                  <a:pt x="11368" y="8640"/>
                  <a:pt x="11823" y="8894"/>
                  <a:pt x="12278" y="9148"/>
                </a:cubicBezTo>
                <a:cubicBezTo>
                  <a:pt x="12960" y="7624"/>
                  <a:pt x="12960" y="7624"/>
                  <a:pt x="12960" y="7624"/>
                </a:cubicBezTo>
                <a:cubicBezTo>
                  <a:pt x="14552" y="4828"/>
                  <a:pt x="14552" y="4828"/>
                  <a:pt x="14552" y="4828"/>
                </a:cubicBezTo>
                <a:cubicBezTo>
                  <a:pt x="13415" y="4066"/>
                  <a:pt x="12278" y="3558"/>
                  <a:pt x="10914" y="3558"/>
                </a:cubicBezTo>
                <a:cubicBezTo>
                  <a:pt x="9777" y="3558"/>
                  <a:pt x="8413" y="4066"/>
                  <a:pt x="7503" y="4828"/>
                </a:cubicBezTo>
                <a:cubicBezTo>
                  <a:pt x="8867" y="7624"/>
                  <a:pt x="8867" y="7624"/>
                  <a:pt x="8867" y="7624"/>
                </a:cubicBezTo>
                <a:cubicBezTo>
                  <a:pt x="9549" y="9148"/>
                  <a:pt x="9549" y="9148"/>
                  <a:pt x="9549" y="9148"/>
                </a:cubicBezTo>
                <a:close/>
                <a:moveTo>
                  <a:pt x="13187" y="10927"/>
                </a:moveTo>
                <a:cubicBezTo>
                  <a:pt x="13187" y="11435"/>
                  <a:pt x="13187" y="11944"/>
                  <a:pt x="12960" y="12452"/>
                </a:cubicBezTo>
                <a:cubicBezTo>
                  <a:pt x="12733" y="12960"/>
                  <a:pt x="12278" y="13214"/>
                  <a:pt x="12051" y="13468"/>
                </a:cubicBezTo>
                <a:cubicBezTo>
                  <a:pt x="12733" y="14993"/>
                  <a:pt x="12733" y="14993"/>
                  <a:pt x="12733" y="14993"/>
                </a:cubicBezTo>
                <a:cubicBezTo>
                  <a:pt x="14097" y="17788"/>
                  <a:pt x="14097" y="17788"/>
                  <a:pt x="14097" y="17788"/>
                </a:cubicBezTo>
                <a:cubicBezTo>
                  <a:pt x="15234" y="17026"/>
                  <a:pt x="16143" y="16264"/>
                  <a:pt x="16825" y="14993"/>
                </a:cubicBezTo>
                <a:cubicBezTo>
                  <a:pt x="17507" y="13722"/>
                  <a:pt x="17735" y="12198"/>
                  <a:pt x="17735" y="10927"/>
                </a:cubicBezTo>
                <a:cubicBezTo>
                  <a:pt x="14779" y="10927"/>
                  <a:pt x="14779" y="10927"/>
                  <a:pt x="14779" y="10927"/>
                </a:cubicBezTo>
                <a:cubicBezTo>
                  <a:pt x="13187" y="10927"/>
                  <a:pt x="13187" y="10927"/>
                  <a:pt x="13187" y="10927"/>
                </a:cubicBezTo>
                <a:close/>
                <a:moveTo>
                  <a:pt x="10004" y="13468"/>
                </a:moveTo>
                <a:cubicBezTo>
                  <a:pt x="9549" y="13214"/>
                  <a:pt x="9322" y="12960"/>
                  <a:pt x="9095" y="12452"/>
                </a:cubicBezTo>
                <a:cubicBezTo>
                  <a:pt x="8867" y="11944"/>
                  <a:pt x="8640" y="11435"/>
                  <a:pt x="8640" y="10927"/>
                </a:cubicBezTo>
                <a:cubicBezTo>
                  <a:pt x="7048" y="10927"/>
                  <a:pt x="7048" y="10927"/>
                  <a:pt x="7048" y="10927"/>
                </a:cubicBezTo>
                <a:cubicBezTo>
                  <a:pt x="4320" y="10927"/>
                  <a:pt x="4320" y="10927"/>
                  <a:pt x="4320" y="10927"/>
                </a:cubicBezTo>
                <a:cubicBezTo>
                  <a:pt x="4320" y="12452"/>
                  <a:pt x="4547" y="13722"/>
                  <a:pt x="5229" y="14993"/>
                </a:cubicBezTo>
                <a:cubicBezTo>
                  <a:pt x="5912" y="16264"/>
                  <a:pt x="6821" y="17280"/>
                  <a:pt x="7731" y="17788"/>
                </a:cubicBezTo>
                <a:cubicBezTo>
                  <a:pt x="9322" y="14993"/>
                  <a:pt x="9322" y="14993"/>
                  <a:pt x="9322" y="14993"/>
                </a:cubicBezTo>
                <a:lnTo>
                  <a:pt x="10004" y="13468"/>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0" name="Shape 7150"/>
          <p:cNvSpPr/>
          <p:nvPr/>
        </p:nvSpPr>
        <p:spPr>
          <a:xfrm>
            <a:off x="9589556" y="4976131"/>
            <a:ext cx="782401" cy="7824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093" y="11141"/>
                </a:moveTo>
                <a:cubicBezTo>
                  <a:pt x="5457" y="11141"/>
                  <a:pt x="5457" y="11141"/>
                  <a:pt x="5457" y="11141"/>
                </a:cubicBezTo>
                <a:cubicBezTo>
                  <a:pt x="5457" y="12733"/>
                  <a:pt x="5457" y="12733"/>
                  <a:pt x="5457" y="12733"/>
                </a:cubicBezTo>
                <a:cubicBezTo>
                  <a:pt x="5457" y="12960"/>
                  <a:pt x="5684" y="12960"/>
                  <a:pt x="5684" y="12960"/>
                </a:cubicBezTo>
                <a:cubicBezTo>
                  <a:pt x="5912" y="12960"/>
                  <a:pt x="6139" y="12960"/>
                  <a:pt x="6139" y="12733"/>
                </a:cubicBezTo>
                <a:cubicBezTo>
                  <a:pt x="6139" y="12051"/>
                  <a:pt x="6139" y="12051"/>
                  <a:pt x="6139" y="12051"/>
                </a:cubicBezTo>
                <a:cubicBezTo>
                  <a:pt x="6139" y="11596"/>
                  <a:pt x="5912" y="11368"/>
                  <a:pt x="5457" y="11141"/>
                </a:cubicBezTo>
                <a:cubicBezTo>
                  <a:pt x="5002" y="10459"/>
                  <a:pt x="4547" y="10232"/>
                  <a:pt x="4320" y="10004"/>
                </a:cubicBezTo>
                <a:cubicBezTo>
                  <a:pt x="4320" y="9777"/>
                  <a:pt x="4093" y="9549"/>
                  <a:pt x="4093" y="9322"/>
                </a:cubicBezTo>
                <a:cubicBezTo>
                  <a:pt x="4093" y="8413"/>
                  <a:pt x="4093" y="8413"/>
                  <a:pt x="4093" y="8413"/>
                </a:cubicBezTo>
                <a:cubicBezTo>
                  <a:pt x="4093" y="7731"/>
                  <a:pt x="4775" y="7276"/>
                  <a:pt x="5912" y="7276"/>
                </a:cubicBezTo>
                <a:cubicBezTo>
                  <a:pt x="6821" y="7276"/>
                  <a:pt x="7276" y="7731"/>
                  <a:pt x="7276" y="8413"/>
                </a:cubicBezTo>
                <a:cubicBezTo>
                  <a:pt x="7276" y="9549"/>
                  <a:pt x="7276" y="9549"/>
                  <a:pt x="7276" y="9549"/>
                </a:cubicBezTo>
                <a:cubicBezTo>
                  <a:pt x="6139" y="9549"/>
                  <a:pt x="6139" y="9549"/>
                  <a:pt x="6139" y="9549"/>
                </a:cubicBezTo>
                <a:cubicBezTo>
                  <a:pt x="6139" y="8413"/>
                  <a:pt x="6139" y="8413"/>
                  <a:pt x="6139" y="8413"/>
                </a:cubicBezTo>
                <a:cubicBezTo>
                  <a:pt x="6139" y="8185"/>
                  <a:pt x="5912" y="8185"/>
                  <a:pt x="5912" y="8185"/>
                </a:cubicBezTo>
                <a:cubicBezTo>
                  <a:pt x="5684" y="8185"/>
                  <a:pt x="5457" y="8185"/>
                  <a:pt x="5457" y="8413"/>
                </a:cubicBezTo>
                <a:cubicBezTo>
                  <a:pt x="5684" y="8867"/>
                  <a:pt x="5684" y="8867"/>
                  <a:pt x="5684" y="8867"/>
                </a:cubicBezTo>
                <a:cubicBezTo>
                  <a:pt x="5684" y="9095"/>
                  <a:pt x="5684" y="9549"/>
                  <a:pt x="6139" y="9777"/>
                </a:cubicBezTo>
                <a:cubicBezTo>
                  <a:pt x="6594" y="10459"/>
                  <a:pt x="7048" y="10686"/>
                  <a:pt x="7276" y="10914"/>
                </a:cubicBezTo>
                <a:cubicBezTo>
                  <a:pt x="7276" y="11141"/>
                  <a:pt x="7503" y="11368"/>
                  <a:pt x="7503" y="11823"/>
                </a:cubicBezTo>
                <a:cubicBezTo>
                  <a:pt x="7503" y="12505"/>
                  <a:pt x="7503" y="12505"/>
                  <a:pt x="7503" y="12505"/>
                </a:cubicBezTo>
                <a:cubicBezTo>
                  <a:pt x="7503" y="13415"/>
                  <a:pt x="6821" y="13869"/>
                  <a:pt x="5684" y="13869"/>
                </a:cubicBezTo>
                <a:cubicBezTo>
                  <a:pt x="4775" y="13869"/>
                  <a:pt x="4093" y="13415"/>
                  <a:pt x="4093" y="12733"/>
                </a:cubicBezTo>
                <a:cubicBezTo>
                  <a:pt x="4093" y="11141"/>
                  <a:pt x="4093" y="11141"/>
                  <a:pt x="4093" y="11141"/>
                </a:cubicBezTo>
                <a:close/>
                <a:moveTo>
                  <a:pt x="0" y="6366"/>
                </a:moveTo>
                <a:cubicBezTo>
                  <a:pt x="0" y="10686"/>
                  <a:pt x="0" y="10686"/>
                  <a:pt x="0" y="10686"/>
                </a:cubicBezTo>
                <a:cubicBezTo>
                  <a:pt x="0" y="15234"/>
                  <a:pt x="0" y="15234"/>
                  <a:pt x="0" y="15234"/>
                </a:cubicBezTo>
                <a:cubicBezTo>
                  <a:pt x="3183" y="18417"/>
                  <a:pt x="3183" y="18417"/>
                  <a:pt x="3183" y="18417"/>
                </a:cubicBezTo>
                <a:cubicBezTo>
                  <a:pt x="6366" y="21600"/>
                  <a:pt x="6366" y="21600"/>
                  <a:pt x="6366" y="21600"/>
                </a:cubicBezTo>
                <a:cubicBezTo>
                  <a:pt x="10914" y="21600"/>
                  <a:pt x="10914" y="21600"/>
                  <a:pt x="10914" y="21600"/>
                </a:cubicBezTo>
                <a:cubicBezTo>
                  <a:pt x="15234" y="21600"/>
                  <a:pt x="15234" y="21600"/>
                  <a:pt x="15234" y="21600"/>
                </a:cubicBezTo>
                <a:cubicBezTo>
                  <a:pt x="18417" y="18417"/>
                  <a:pt x="18417" y="18417"/>
                  <a:pt x="18417" y="18417"/>
                </a:cubicBezTo>
                <a:cubicBezTo>
                  <a:pt x="21600" y="15234"/>
                  <a:pt x="21600" y="15234"/>
                  <a:pt x="21600" y="15234"/>
                </a:cubicBezTo>
                <a:cubicBezTo>
                  <a:pt x="21600" y="10686"/>
                  <a:pt x="21600" y="10686"/>
                  <a:pt x="21600" y="10686"/>
                </a:cubicBezTo>
                <a:cubicBezTo>
                  <a:pt x="21600" y="6139"/>
                  <a:pt x="21600" y="6139"/>
                  <a:pt x="21600" y="6139"/>
                </a:cubicBezTo>
                <a:cubicBezTo>
                  <a:pt x="18417" y="3183"/>
                  <a:pt x="18417" y="3183"/>
                  <a:pt x="18417" y="3183"/>
                </a:cubicBezTo>
                <a:cubicBezTo>
                  <a:pt x="15234" y="0"/>
                  <a:pt x="15234" y="0"/>
                  <a:pt x="15234" y="0"/>
                </a:cubicBezTo>
                <a:cubicBezTo>
                  <a:pt x="10686" y="0"/>
                  <a:pt x="10686" y="0"/>
                  <a:pt x="10686" y="0"/>
                </a:cubicBezTo>
                <a:cubicBezTo>
                  <a:pt x="6366" y="0"/>
                  <a:pt x="6366" y="0"/>
                  <a:pt x="6366" y="0"/>
                </a:cubicBezTo>
                <a:cubicBezTo>
                  <a:pt x="3183" y="3183"/>
                  <a:pt x="3183" y="3183"/>
                  <a:pt x="3183" y="3183"/>
                </a:cubicBezTo>
                <a:cubicBezTo>
                  <a:pt x="0" y="6366"/>
                  <a:pt x="0" y="6366"/>
                  <a:pt x="0" y="6366"/>
                </a:cubicBezTo>
                <a:close/>
                <a:moveTo>
                  <a:pt x="2728" y="7503"/>
                </a:moveTo>
                <a:cubicBezTo>
                  <a:pt x="2728" y="14097"/>
                  <a:pt x="2728" y="14097"/>
                  <a:pt x="2728" y="14097"/>
                </a:cubicBezTo>
                <a:cubicBezTo>
                  <a:pt x="7503" y="18872"/>
                  <a:pt x="7503" y="18872"/>
                  <a:pt x="7503" y="18872"/>
                </a:cubicBezTo>
                <a:cubicBezTo>
                  <a:pt x="14097" y="18644"/>
                  <a:pt x="14097" y="18644"/>
                  <a:pt x="14097" y="18644"/>
                </a:cubicBezTo>
                <a:cubicBezTo>
                  <a:pt x="18872" y="14097"/>
                  <a:pt x="18872" y="14097"/>
                  <a:pt x="18872" y="14097"/>
                </a:cubicBezTo>
                <a:cubicBezTo>
                  <a:pt x="18872" y="7503"/>
                  <a:pt x="18872" y="7503"/>
                  <a:pt x="18872" y="7503"/>
                </a:cubicBezTo>
                <a:cubicBezTo>
                  <a:pt x="14097" y="2728"/>
                  <a:pt x="14097" y="2728"/>
                  <a:pt x="14097" y="2728"/>
                </a:cubicBezTo>
                <a:cubicBezTo>
                  <a:pt x="7503" y="2728"/>
                  <a:pt x="7503" y="2728"/>
                  <a:pt x="7503" y="2728"/>
                </a:cubicBezTo>
                <a:cubicBezTo>
                  <a:pt x="2728" y="7503"/>
                  <a:pt x="2728" y="7503"/>
                  <a:pt x="2728" y="7503"/>
                </a:cubicBezTo>
                <a:close/>
                <a:moveTo>
                  <a:pt x="10686" y="8185"/>
                </a:moveTo>
                <a:cubicBezTo>
                  <a:pt x="10004" y="8185"/>
                  <a:pt x="10004" y="8185"/>
                  <a:pt x="10004" y="8185"/>
                </a:cubicBezTo>
                <a:cubicBezTo>
                  <a:pt x="10004" y="13869"/>
                  <a:pt x="10004" y="13869"/>
                  <a:pt x="10004" y="13869"/>
                </a:cubicBezTo>
                <a:cubicBezTo>
                  <a:pt x="8413" y="13869"/>
                  <a:pt x="8413" y="13869"/>
                  <a:pt x="8413" y="13869"/>
                </a:cubicBezTo>
                <a:cubicBezTo>
                  <a:pt x="8413" y="8185"/>
                  <a:pt x="8413" y="8185"/>
                  <a:pt x="8413" y="8185"/>
                </a:cubicBezTo>
                <a:cubicBezTo>
                  <a:pt x="7731" y="8185"/>
                  <a:pt x="7731" y="8185"/>
                  <a:pt x="7731" y="8185"/>
                </a:cubicBezTo>
                <a:cubicBezTo>
                  <a:pt x="7731" y="7276"/>
                  <a:pt x="7731" y="7276"/>
                  <a:pt x="7731" y="7276"/>
                </a:cubicBezTo>
                <a:cubicBezTo>
                  <a:pt x="10686" y="7276"/>
                  <a:pt x="10686" y="7276"/>
                  <a:pt x="10686" y="7276"/>
                </a:cubicBezTo>
                <a:cubicBezTo>
                  <a:pt x="10686" y="8185"/>
                  <a:pt x="10686" y="8185"/>
                  <a:pt x="10686" y="8185"/>
                </a:cubicBezTo>
                <a:close/>
                <a:moveTo>
                  <a:pt x="10914" y="12733"/>
                </a:moveTo>
                <a:cubicBezTo>
                  <a:pt x="10914" y="8413"/>
                  <a:pt x="10914" y="8413"/>
                  <a:pt x="10914" y="8413"/>
                </a:cubicBezTo>
                <a:cubicBezTo>
                  <a:pt x="10914" y="7731"/>
                  <a:pt x="11596" y="7276"/>
                  <a:pt x="12733" y="7276"/>
                </a:cubicBezTo>
                <a:cubicBezTo>
                  <a:pt x="13642" y="7276"/>
                  <a:pt x="14324" y="7731"/>
                  <a:pt x="14324" y="8413"/>
                </a:cubicBezTo>
                <a:cubicBezTo>
                  <a:pt x="14324" y="12733"/>
                  <a:pt x="14324" y="12733"/>
                  <a:pt x="14324" y="12733"/>
                </a:cubicBezTo>
                <a:cubicBezTo>
                  <a:pt x="14324" y="13187"/>
                  <a:pt x="14097" y="13415"/>
                  <a:pt x="13869" y="13642"/>
                </a:cubicBezTo>
                <a:cubicBezTo>
                  <a:pt x="13415" y="13869"/>
                  <a:pt x="13187" y="13869"/>
                  <a:pt x="12733" y="13869"/>
                </a:cubicBezTo>
                <a:cubicBezTo>
                  <a:pt x="11596" y="13869"/>
                  <a:pt x="10914" y="13415"/>
                  <a:pt x="10914" y="12733"/>
                </a:cubicBezTo>
                <a:close/>
                <a:moveTo>
                  <a:pt x="12960" y="12733"/>
                </a:moveTo>
                <a:cubicBezTo>
                  <a:pt x="12960" y="12960"/>
                  <a:pt x="12733" y="12960"/>
                  <a:pt x="12733" y="12960"/>
                </a:cubicBezTo>
                <a:cubicBezTo>
                  <a:pt x="12505" y="12960"/>
                  <a:pt x="12505" y="12960"/>
                  <a:pt x="12505" y="12733"/>
                </a:cubicBezTo>
                <a:cubicBezTo>
                  <a:pt x="12505" y="8413"/>
                  <a:pt x="12505" y="8413"/>
                  <a:pt x="12505" y="8413"/>
                </a:cubicBezTo>
                <a:cubicBezTo>
                  <a:pt x="12505" y="8185"/>
                  <a:pt x="12505" y="8185"/>
                  <a:pt x="12733" y="8185"/>
                </a:cubicBezTo>
                <a:cubicBezTo>
                  <a:pt x="12733" y="8185"/>
                  <a:pt x="12960" y="8185"/>
                  <a:pt x="12960" y="8413"/>
                </a:cubicBezTo>
                <a:cubicBezTo>
                  <a:pt x="12960" y="12733"/>
                  <a:pt x="12960" y="12733"/>
                  <a:pt x="12960" y="12733"/>
                </a:cubicBezTo>
                <a:close/>
                <a:moveTo>
                  <a:pt x="15916" y="11368"/>
                </a:moveTo>
                <a:cubicBezTo>
                  <a:pt x="15916" y="13869"/>
                  <a:pt x="15916" y="13869"/>
                  <a:pt x="15916" y="13869"/>
                </a:cubicBezTo>
                <a:cubicBezTo>
                  <a:pt x="14552" y="13869"/>
                  <a:pt x="14552" y="13869"/>
                  <a:pt x="14552" y="13869"/>
                </a:cubicBezTo>
                <a:cubicBezTo>
                  <a:pt x="14552" y="7276"/>
                  <a:pt x="14552" y="7276"/>
                  <a:pt x="14552" y="7276"/>
                </a:cubicBezTo>
                <a:cubicBezTo>
                  <a:pt x="16143" y="7276"/>
                  <a:pt x="16143" y="7276"/>
                  <a:pt x="16143" y="7276"/>
                </a:cubicBezTo>
                <a:cubicBezTo>
                  <a:pt x="16598" y="7276"/>
                  <a:pt x="17053" y="7276"/>
                  <a:pt x="17507" y="7503"/>
                </a:cubicBezTo>
                <a:cubicBezTo>
                  <a:pt x="17735" y="7731"/>
                  <a:pt x="17735" y="7958"/>
                  <a:pt x="17735" y="8413"/>
                </a:cubicBezTo>
                <a:cubicBezTo>
                  <a:pt x="17735" y="10232"/>
                  <a:pt x="17735" y="10232"/>
                  <a:pt x="17735" y="10232"/>
                </a:cubicBezTo>
                <a:cubicBezTo>
                  <a:pt x="17735" y="10686"/>
                  <a:pt x="17735" y="10914"/>
                  <a:pt x="17507" y="11141"/>
                </a:cubicBezTo>
                <a:cubicBezTo>
                  <a:pt x="17280" y="11368"/>
                  <a:pt x="16825" y="11368"/>
                  <a:pt x="15916" y="11368"/>
                </a:cubicBezTo>
                <a:close/>
                <a:moveTo>
                  <a:pt x="16371" y="10232"/>
                </a:moveTo>
                <a:cubicBezTo>
                  <a:pt x="16371" y="10459"/>
                  <a:pt x="16371" y="10459"/>
                  <a:pt x="15916" y="10459"/>
                </a:cubicBezTo>
                <a:cubicBezTo>
                  <a:pt x="15916" y="8185"/>
                  <a:pt x="15916" y="8185"/>
                  <a:pt x="15916" y="8185"/>
                </a:cubicBezTo>
                <a:cubicBezTo>
                  <a:pt x="16371" y="8185"/>
                  <a:pt x="16371" y="8413"/>
                  <a:pt x="16371" y="8640"/>
                </a:cubicBezTo>
                <a:lnTo>
                  <a:pt x="16371" y="10232"/>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1" name="Shape 7151"/>
          <p:cNvSpPr/>
          <p:nvPr/>
        </p:nvSpPr>
        <p:spPr>
          <a:xfrm>
            <a:off x="11161992" y="2022088"/>
            <a:ext cx="698437" cy="6984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29" y="13468"/>
                </a:moveTo>
                <a:cubicBezTo>
                  <a:pt x="20329" y="20329"/>
                  <a:pt x="20329" y="20329"/>
                  <a:pt x="20329" y="20329"/>
                </a:cubicBezTo>
                <a:cubicBezTo>
                  <a:pt x="20329" y="21092"/>
                  <a:pt x="19821" y="21600"/>
                  <a:pt x="18805" y="21600"/>
                </a:cubicBezTo>
                <a:cubicBezTo>
                  <a:pt x="2541" y="21600"/>
                  <a:pt x="2541" y="21600"/>
                  <a:pt x="2541" y="21600"/>
                </a:cubicBezTo>
                <a:cubicBezTo>
                  <a:pt x="1779" y="21600"/>
                  <a:pt x="1271" y="21092"/>
                  <a:pt x="1271" y="20329"/>
                </a:cubicBezTo>
                <a:cubicBezTo>
                  <a:pt x="1271" y="13468"/>
                  <a:pt x="1271" y="13468"/>
                  <a:pt x="1271" y="13468"/>
                </a:cubicBezTo>
                <a:cubicBezTo>
                  <a:pt x="2287" y="13722"/>
                  <a:pt x="3304" y="13976"/>
                  <a:pt x="4320" y="14231"/>
                </a:cubicBezTo>
                <a:cubicBezTo>
                  <a:pt x="4320" y="15247"/>
                  <a:pt x="4320" y="15247"/>
                  <a:pt x="4320" y="15247"/>
                </a:cubicBezTo>
                <a:cubicBezTo>
                  <a:pt x="5082" y="15247"/>
                  <a:pt x="5082" y="15247"/>
                  <a:pt x="5082" y="15247"/>
                </a:cubicBezTo>
                <a:cubicBezTo>
                  <a:pt x="5082" y="17280"/>
                  <a:pt x="5082" y="17280"/>
                  <a:pt x="5082" y="17280"/>
                </a:cubicBezTo>
                <a:cubicBezTo>
                  <a:pt x="6861" y="17280"/>
                  <a:pt x="6861" y="17280"/>
                  <a:pt x="6861" y="17280"/>
                </a:cubicBezTo>
                <a:cubicBezTo>
                  <a:pt x="6861" y="15247"/>
                  <a:pt x="6861" y="15247"/>
                  <a:pt x="6861" y="15247"/>
                </a:cubicBezTo>
                <a:cubicBezTo>
                  <a:pt x="7624" y="15247"/>
                  <a:pt x="7624" y="15247"/>
                  <a:pt x="7624" y="15247"/>
                </a:cubicBezTo>
                <a:cubicBezTo>
                  <a:pt x="7624" y="14485"/>
                  <a:pt x="7624" y="14485"/>
                  <a:pt x="7624" y="14485"/>
                </a:cubicBezTo>
                <a:cubicBezTo>
                  <a:pt x="9656" y="14739"/>
                  <a:pt x="11689" y="14739"/>
                  <a:pt x="13722" y="14485"/>
                </a:cubicBezTo>
                <a:cubicBezTo>
                  <a:pt x="13722" y="15247"/>
                  <a:pt x="13722" y="15247"/>
                  <a:pt x="13722" y="15247"/>
                </a:cubicBezTo>
                <a:cubicBezTo>
                  <a:pt x="14485" y="15247"/>
                  <a:pt x="14485" y="15247"/>
                  <a:pt x="14485" y="15247"/>
                </a:cubicBezTo>
                <a:cubicBezTo>
                  <a:pt x="14485" y="17280"/>
                  <a:pt x="14485" y="17280"/>
                  <a:pt x="14485" y="17280"/>
                </a:cubicBezTo>
                <a:cubicBezTo>
                  <a:pt x="16009" y="17280"/>
                  <a:pt x="16009" y="17280"/>
                  <a:pt x="16009" y="17280"/>
                </a:cubicBezTo>
                <a:cubicBezTo>
                  <a:pt x="16009" y="15247"/>
                  <a:pt x="16009" y="15247"/>
                  <a:pt x="16009" y="15247"/>
                </a:cubicBezTo>
                <a:cubicBezTo>
                  <a:pt x="16772" y="15247"/>
                  <a:pt x="16772" y="15247"/>
                  <a:pt x="16772" y="15247"/>
                </a:cubicBezTo>
                <a:cubicBezTo>
                  <a:pt x="16772" y="14231"/>
                  <a:pt x="16772" y="14231"/>
                  <a:pt x="16772" y="14231"/>
                </a:cubicBezTo>
                <a:cubicBezTo>
                  <a:pt x="18042" y="13976"/>
                  <a:pt x="19059" y="13722"/>
                  <a:pt x="20329" y="13468"/>
                </a:cubicBezTo>
                <a:close/>
                <a:moveTo>
                  <a:pt x="7878" y="0"/>
                </a:moveTo>
                <a:cubicBezTo>
                  <a:pt x="13722" y="0"/>
                  <a:pt x="13722" y="0"/>
                  <a:pt x="13722" y="0"/>
                </a:cubicBezTo>
                <a:cubicBezTo>
                  <a:pt x="14739" y="0"/>
                  <a:pt x="15501" y="762"/>
                  <a:pt x="15501" y="1779"/>
                </a:cubicBezTo>
                <a:cubicBezTo>
                  <a:pt x="15501" y="4066"/>
                  <a:pt x="15501" y="4066"/>
                  <a:pt x="15501" y="4066"/>
                </a:cubicBezTo>
                <a:cubicBezTo>
                  <a:pt x="13468" y="4066"/>
                  <a:pt x="13468" y="4066"/>
                  <a:pt x="13468" y="4066"/>
                </a:cubicBezTo>
                <a:cubicBezTo>
                  <a:pt x="13468" y="2033"/>
                  <a:pt x="13468" y="2033"/>
                  <a:pt x="13468" y="2033"/>
                </a:cubicBezTo>
                <a:cubicBezTo>
                  <a:pt x="8132" y="2033"/>
                  <a:pt x="8132" y="2033"/>
                  <a:pt x="8132" y="2033"/>
                </a:cubicBezTo>
                <a:cubicBezTo>
                  <a:pt x="8132" y="4066"/>
                  <a:pt x="8132" y="4066"/>
                  <a:pt x="8132" y="4066"/>
                </a:cubicBezTo>
                <a:cubicBezTo>
                  <a:pt x="6099" y="4066"/>
                  <a:pt x="6099" y="4066"/>
                  <a:pt x="6099" y="4066"/>
                </a:cubicBezTo>
                <a:cubicBezTo>
                  <a:pt x="6099" y="1779"/>
                  <a:pt x="6099" y="1779"/>
                  <a:pt x="6099" y="1779"/>
                </a:cubicBezTo>
                <a:cubicBezTo>
                  <a:pt x="6099" y="762"/>
                  <a:pt x="6861" y="0"/>
                  <a:pt x="7878" y="0"/>
                </a:cubicBezTo>
                <a:close/>
                <a:moveTo>
                  <a:pt x="0" y="5082"/>
                </a:moveTo>
                <a:cubicBezTo>
                  <a:pt x="0" y="12198"/>
                  <a:pt x="0" y="12198"/>
                  <a:pt x="0" y="12198"/>
                </a:cubicBezTo>
                <a:cubicBezTo>
                  <a:pt x="6861" y="13976"/>
                  <a:pt x="14231" y="13976"/>
                  <a:pt x="21600" y="12198"/>
                </a:cubicBezTo>
                <a:cubicBezTo>
                  <a:pt x="21600" y="5082"/>
                  <a:pt x="21600" y="5082"/>
                  <a:pt x="21600" y="5082"/>
                </a:cubicBezTo>
                <a:lnTo>
                  <a:pt x="0" y="5082"/>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2" name="Shape 7152"/>
          <p:cNvSpPr/>
          <p:nvPr/>
        </p:nvSpPr>
        <p:spPr>
          <a:xfrm>
            <a:off x="17184572" y="12678014"/>
            <a:ext cx="748053" cy="5266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429" y="3037"/>
                </a:moveTo>
                <a:cubicBezTo>
                  <a:pt x="8070" y="3037"/>
                  <a:pt x="8070" y="3037"/>
                  <a:pt x="8070" y="3037"/>
                </a:cubicBezTo>
                <a:cubicBezTo>
                  <a:pt x="6409" y="0"/>
                  <a:pt x="6409" y="0"/>
                  <a:pt x="6409" y="0"/>
                </a:cubicBezTo>
                <a:cubicBezTo>
                  <a:pt x="1187" y="0"/>
                  <a:pt x="1187" y="0"/>
                  <a:pt x="1187" y="0"/>
                </a:cubicBezTo>
                <a:cubicBezTo>
                  <a:pt x="475" y="0"/>
                  <a:pt x="0" y="675"/>
                  <a:pt x="0" y="1350"/>
                </a:cubicBezTo>
                <a:cubicBezTo>
                  <a:pt x="0" y="16875"/>
                  <a:pt x="0" y="16875"/>
                  <a:pt x="0" y="16875"/>
                </a:cubicBezTo>
                <a:cubicBezTo>
                  <a:pt x="0" y="17550"/>
                  <a:pt x="475" y="18225"/>
                  <a:pt x="949" y="18225"/>
                </a:cubicBezTo>
                <a:cubicBezTo>
                  <a:pt x="3323" y="8438"/>
                  <a:pt x="3323" y="8438"/>
                  <a:pt x="3323" y="8438"/>
                </a:cubicBezTo>
                <a:cubicBezTo>
                  <a:pt x="3560" y="7425"/>
                  <a:pt x="4035" y="6750"/>
                  <a:pt x="4747" y="6075"/>
                </a:cubicBezTo>
                <a:cubicBezTo>
                  <a:pt x="5222" y="5400"/>
                  <a:pt x="6171" y="4725"/>
                  <a:pt x="6884" y="4725"/>
                </a:cubicBezTo>
                <a:cubicBezTo>
                  <a:pt x="14242" y="4725"/>
                  <a:pt x="14242" y="4725"/>
                  <a:pt x="14242" y="4725"/>
                </a:cubicBezTo>
                <a:cubicBezTo>
                  <a:pt x="15429" y="3037"/>
                  <a:pt x="15429" y="3037"/>
                  <a:pt x="15429" y="3037"/>
                </a:cubicBezTo>
                <a:close/>
                <a:moveTo>
                  <a:pt x="17090" y="5063"/>
                </a:moveTo>
                <a:cubicBezTo>
                  <a:pt x="15666" y="5063"/>
                  <a:pt x="15666" y="5063"/>
                  <a:pt x="15666" y="5063"/>
                </a:cubicBezTo>
                <a:cubicBezTo>
                  <a:pt x="18752" y="337"/>
                  <a:pt x="18752" y="337"/>
                  <a:pt x="18752" y="337"/>
                </a:cubicBezTo>
                <a:cubicBezTo>
                  <a:pt x="21363" y="5063"/>
                  <a:pt x="21363" y="5063"/>
                  <a:pt x="21363" y="5063"/>
                </a:cubicBezTo>
                <a:cubicBezTo>
                  <a:pt x="20176" y="5063"/>
                  <a:pt x="20176" y="5063"/>
                  <a:pt x="20176" y="5063"/>
                </a:cubicBezTo>
                <a:cubicBezTo>
                  <a:pt x="19464" y="9450"/>
                  <a:pt x="17090" y="11813"/>
                  <a:pt x="14004" y="12150"/>
                </a:cubicBezTo>
                <a:cubicBezTo>
                  <a:pt x="14004" y="11138"/>
                  <a:pt x="14004" y="11138"/>
                  <a:pt x="14004" y="11138"/>
                </a:cubicBezTo>
                <a:cubicBezTo>
                  <a:pt x="15666" y="9788"/>
                  <a:pt x="16615" y="7762"/>
                  <a:pt x="17090" y="5063"/>
                </a:cubicBezTo>
                <a:close/>
                <a:moveTo>
                  <a:pt x="18752" y="21600"/>
                </a:moveTo>
                <a:cubicBezTo>
                  <a:pt x="2611" y="21600"/>
                  <a:pt x="2611" y="21600"/>
                  <a:pt x="2611" y="21600"/>
                </a:cubicBezTo>
                <a:cubicBezTo>
                  <a:pt x="5222" y="10463"/>
                  <a:pt x="5222" y="10463"/>
                  <a:pt x="5222" y="10463"/>
                </a:cubicBezTo>
                <a:cubicBezTo>
                  <a:pt x="5459" y="9788"/>
                  <a:pt x="5697" y="9112"/>
                  <a:pt x="6171" y="8775"/>
                </a:cubicBezTo>
                <a:cubicBezTo>
                  <a:pt x="6646" y="8100"/>
                  <a:pt x="7358" y="7762"/>
                  <a:pt x="7833" y="7762"/>
                </a:cubicBezTo>
                <a:cubicBezTo>
                  <a:pt x="14954" y="7762"/>
                  <a:pt x="14954" y="7762"/>
                  <a:pt x="14954" y="7762"/>
                </a:cubicBezTo>
                <a:cubicBezTo>
                  <a:pt x="14479" y="8438"/>
                  <a:pt x="14004" y="9112"/>
                  <a:pt x="13530" y="9450"/>
                </a:cubicBezTo>
                <a:cubicBezTo>
                  <a:pt x="12818" y="10125"/>
                  <a:pt x="12818" y="10125"/>
                  <a:pt x="12818" y="10125"/>
                </a:cubicBezTo>
                <a:cubicBezTo>
                  <a:pt x="12818" y="13838"/>
                  <a:pt x="12818" y="13838"/>
                  <a:pt x="12818" y="13838"/>
                </a:cubicBezTo>
                <a:cubicBezTo>
                  <a:pt x="14004" y="13838"/>
                  <a:pt x="14004" y="13838"/>
                  <a:pt x="14004" y="13838"/>
                </a:cubicBezTo>
                <a:cubicBezTo>
                  <a:pt x="17090" y="13500"/>
                  <a:pt x="19464" y="11475"/>
                  <a:pt x="20651" y="7762"/>
                </a:cubicBezTo>
                <a:cubicBezTo>
                  <a:pt x="20888" y="7762"/>
                  <a:pt x="20888" y="8100"/>
                  <a:pt x="21125" y="8100"/>
                </a:cubicBezTo>
                <a:cubicBezTo>
                  <a:pt x="21125" y="8100"/>
                  <a:pt x="21363" y="8438"/>
                  <a:pt x="21600" y="8438"/>
                </a:cubicBezTo>
                <a:cubicBezTo>
                  <a:pt x="21600" y="8775"/>
                  <a:pt x="21600" y="9112"/>
                  <a:pt x="21600" y="9450"/>
                </a:cubicBezTo>
                <a:cubicBezTo>
                  <a:pt x="21600" y="9450"/>
                  <a:pt x="21600" y="9788"/>
                  <a:pt x="21600" y="10125"/>
                </a:cubicBezTo>
                <a:lnTo>
                  <a:pt x="18752" y="2160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3" name="Shape 7153"/>
          <p:cNvSpPr/>
          <p:nvPr/>
        </p:nvSpPr>
        <p:spPr>
          <a:xfrm>
            <a:off x="18734109" y="12552067"/>
            <a:ext cx="656455" cy="7595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740" y="5165"/>
                </a:moveTo>
                <a:cubicBezTo>
                  <a:pt x="9990" y="10096"/>
                  <a:pt x="9990" y="10096"/>
                  <a:pt x="9990" y="10096"/>
                </a:cubicBezTo>
                <a:cubicBezTo>
                  <a:pt x="9990" y="7748"/>
                  <a:pt x="9990" y="7748"/>
                  <a:pt x="9990" y="7748"/>
                </a:cubicBezTo>
                <a:cubicBezTo>
                  <a:pt x="5940" y="8452"/>
                  <a:pt x="2700" y="10330"/>
                  <a:pt x="1350" y="13617"/>
                </a:cubicBezTo>
                <a:cubicBezTo>
                  <a:pt x="0" y="13617"/>
                  <a:pt x="0" y="13617"/>
                  <a:pt x="0" y="13617"/>
                </a:cubicBezTo>
                <a:cubicBezTo>
                  <a:pt x="540" y="7983"/>
                  <a:pt x="3780" y="3757"/>
                  <a:pt x="9990" y="2348"/>
                </a:cubicBezTo>
                <a:cubicBezTo>
                  <a:pt x="9990" y="0"/>
                  <a:pt x="9990" y="0"/>
                  <a:pt x="9990" y="0"/>
                </a:cubicBezTo>
                <a:cubicBezTo>
                  <a:pt x="16740" y="5165"/>
                  <a:pt x="16740" y="5165"/>
                  <a:pt x="16740" y="5165"/>
                </a:cubicBezTo>
                <a:close/>
                <a:moveTo>
                  <a:pt x="11880" y="13852"/>
                </a:moveTo>
                <a:cubicBezTo>
                  <a:pt x="11880" y="11504"/>
                  <a:pt x="11880" y="11504"/>
                  <a:pt x="11880" y="11504"/>
                </a:cubicBezTo>
                <a:cubicBezTo>
                  <a:pt x="4320" y="16670"/>
                  <a:pt x="4320" y="16670"/>
                  <a:pt x="4320" y="16670"/>
                </a:cubicBezTo>
                <a:cubicBezTo>
                  <a:pt x="11880" y="21600"/>
                  <a:pt x="11880" y="21600"/>
                  <a:pt x="11880" y="21600"/>
                </a:cubicBezTo>
                <a:cubicBezTo>
                  <a:pt x="11880" y="19252"/>
                  <a:pt x="11880" y="19252"/>
                  <a:pt x="11880" y="19252"/>
                </a:cubicBezTo>
                <a:cubicBezTo>
                  <a:pt x="17820" y="18078"/>
                  <a:pt x="21060" y="13852"/>
                  <a:pt x="21600" y="8687"/>
                </a:cubicBezTo>
                <a:cubicBezTo>
                  <a:pt x="20250" y="8687"/>
                  <a:pt x="20250" y="8687"/>
                  <a:pt x="20250" y="8687"/>
                </a:cubicBezTo>
                <a:cubicBezTo>
                  <a:pt x="18630" y="11504"/>
                  <a:pt x="15390" y="13148"/>
                  <a:pt x="11880" y="1385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4" name="Shape 7154"/>
          <p:cNvSpPr/>
          <p:nvPr/>
        </p:nvSpPr>
        <p:spPr>
          <a:xfrm>
            <a:off x="20323953" y="12503051"/>
            <a:ext cx="554538" cy="872801"/>
          </a:xfrm>
          <a:custGeom>
            <a:avLst/>
            <a:gdLst/>
            <a:ahLst/>
            <a:cxnLst>
              <a:cxn ang="0">
                <a:pos x="wd2" y="hd2"/>
              </a:cxn>
              <a:cxn ang="5400000">
                <a:pos x="wd2" y="hd2"/>
              </a:cxn>
              <a:cxn ang="10800000">
                <a:pos x="wd2" y="hd2"/>
              </a:cxn>
              <a:cxn ang="16200000">
                <a:pos x="wd2" y="hd2"/>
              </a:cxn>
            </a:cxnLst>
            <a:rect l="0" t="0" r="r" b="b"/>
            <a:pathLst>
              <a:path w="20923" h="21200" fill="norm" stroke="1" extrusionOk="0">
                <a:moveTo>
                  <a:pt x="9197" y="3800"/>
                </a:moveTo>
                <a:cubicBezTo>
                  <a:pt x="9814" y="3800"/>
                  <a:pt x="10122" y="3800"/>
                  <a:pt x="10740" y="3800"/>
                </a:cubicBezTo>
                <a:cubicBezTo>
                  <a:pt x="12591" y="4200"/>
                  <a:pt x="14442" y="5000"/>
                  <a:pt x="15368" y="6200"/>
                </a:cubicBezTo>
                <a:cubicBezTo>
                  <a:pt x="18762" y="10000"/>
                  <a:pt x="18762" y="10000"/>
                  <a:pt x="18762" y="10000"/>
                </a:cubicBezTo>
                <a:cubicBezTo>
                  <a:pt x="19688" y="11000"/>
                  <a:pt x="19997" y="12400"/>
                  <a:pt x="19380" y="13600"/>
                </a:cubicBezTo>
                <a:cubicBezTo>
                  <a:pt x="19380" y="14000"/>
                  <a:pt x="19071" y="14400"/>
                  <a:pt x="19071" y="14600"/>
                </a:cubicBezTo>
                <a:cubicBezTo>
                  <a:pt x="16294" y="11800"/>
                  <a:pt x="16294" y="11800"/>
                  <a:pt x="16294" y="11800"/>
                </a:cubicBezTo>
                <a:cubicBezTo>
                  <a:pt x="15985" y="11400"/>
                  <a:pt x="15368" y="11000"/>
                  <a:pt x="14751" y="10800"/>
                </a:cubicBezTo>
                <a:cubicBezTo>
                  <a:pt x="12282" y="8200"/>
                  <a:pt x="12282" y="8200"/>
                  <a:pt x="12282" y="8200"/>
                </a:cubicBezTo>
                <a:cubicBezTo>
                  <a:pt x="12282" y="7600"/>
                  <a:pt x="12282" y="7200"/>
                  <a:pt x="11974" y="6600"/>
                </a:cubicBezTo>
                <a:cubicBezTo>
                  <a:pt x="9197" y="3800"/>
                  <a:pt x="9197" y="3800"/>
                  <a:pt x="9197" y="3800"/>
                </a:cubicBezTo>
                <a:close/>
                <a:moveTo>
                  <a:pt x="11665" y="11800"/>
                </a:moveTo>
                <a:cubicBezTo>
                  <a:pt x="10431" y="12200"/>
                  <a:pt x="10122" y="13200"/>
                  <a:pt x="10740" y="13800"/>
                </a:cubicBezTo>
                <a:cubicBezTo>
                  <a:pt x="16294" y="20400"/>
                  <a:pt x="16294" y="20400"/>
                  <a:pt x="16294" y="20400"/>
                </a:cubicBezTo>
                <a:cubicBezTo>
                  <a:pt x="17220" y="21200"/>
                  <a:pt x="18454" y="21400"/>
                  <a:pt x="19688" y="21000"/>
                </a:cubicBezTo>
                <a:cubicBezTo>
                  <a:pt x="19688" y="21000"/>
                  <a:pt x="19688" y="21000"/>
                  <a:pt x="19688" y="21000"/>
                </a:cubicBezTo>
                <a:cubicBezTo>
                  <a:pt x="20922" y="20600"/>
                  <a:pt x="21231" y="19600"/>
                  <a:pt x="20614" y="18800"/>
                </a:cubicBezTo>
                <a:cubicBezTo>
                  <a:pt x="14751" y="12400"/>
                  <a:pt x="14751" y="12400"/>
                  <a:pt x="14751" y="12400"/>
                </a:cubicBezTo>
                <a:cubicBezTo>
                  <a:pt x="14134" y="11600"/>
                  <a:pt x="12591" y="11200"/>
                  <a:pt x="11665" y="11800"/>
                </a:cubicBezTo>
                <a:cubicBezTo>
                  <a:pt x="11665" y="11800"/>
                  <a:pt x="11665" y="11800"/>
                  <a:pt x="11665" y="11800"/>
                </a:cubicBezTo>
                <a:close/>
                <a:moveTo>
                  <a:pt x="1174" y="200"/>
                </a:moveTo>
                <a:cubicBezTo>
                  <a:pt x="248" y="600"/>
                  <a:pt x="-369" y="1600"/>
                  <a:pt x="248" y="2400"/>
                </a:cubicBezTo>
                <a:cubicBezTo>
                  <a:pt x="6111" y="8800"/>
                  <a:pt x="6111" y="8800"/>
                  <a:pt x="6111" y="8800"/>
                </a:cubicBezTo>
                <a:cubicBezTo>
                  <a:pt x="6728" y="9600"/>
                  <a:pt x="8271" y="9800"/>
                  <a:pt x="9505" y="9400"/>
                </a:cubicBezTo>
                <a:cubicBezTo>
                  <a:pt x="9505" y="9400"/>
                  <a:pt x="9505" y="9400"/>
                  <a:pt x="9505" y="9400"/>
                </a:cubicBezTo>
                <a:cubicBezTo>
                  <a:pt x="10740" y="9000"/>
                  <a:pt x="11048" y="8000"/>
                  <a:pt x="10431" y="7200"/>
                </a:cubicBezTo>
                <a:cubicBezTo>
                  <a:pt x="4568" y="800"/>
                  <a:pt x="4568" y="800"/>
                  <a:pt x="4568" y="800"/>
                </a:cubicBezTo>
                <a:cubicBezTo>
                  <a:pt x="3951" y="0"/>
                  <a:pt x="2408" y="-200"/>
                  <a:pt x="1174" y="200"/>
                </a:cubicBezTo>
                <a:cubicBezTo>
                  <a:pt x="1174" y="200"/>
                  <a:pt x="1174" y="200"/>
                  <a:pt x="1174" y="200"/>
                </a:cubicBezTo>
                <a:close/>
                <a:moveTo>
                  <a:pt x="11665" y="17400"/>
                </a:moveTo>
                <a:cubicBezTo>
                  <a:pt x="9197" y="14400"/>
                  <a:pt x="9197" y="14400"/>
                  <a:pt x="9197" y="14400"/>
                </a:cubicBezTo>
                <a:cubicBezTo>
                  <a:pt x="8888" y="14000"/>
                  <a:pt x="8580" y="13600"/>
                  <a:pt x="8580" y="13000"/>
                </a:cubicBezTo>
                <a:cubicBezTo>
                  <a:pt x="6420" y="10400"/>
                  <a:pt x="6420" y="10400"/>
                  <a:pt x="6420" y="10400"/>
                </a:cubicBezTo>
                <a:cubicBezTo>
                  <a:pt x="5494" y="10200"/>
                  <a:pt x="5185" y="9800"/>
                  <a:pt x="4568" y="9400"/>
                </a:cubicBezTo>
                <a:cubicBezTo>
                  <a:pt x="2100" y="6400"/>
                  <a:pt x="2100" y="6400"/>
                  <a:pt x="2100" y="6400"/>
                </a:cubicBezTo>
                <a:cubicBezTo>
                  <a:pt x="1791" y="6600"/>
                  <a:pt x="1482" y="7000"/>
                  <a:pt x="1482" y="7400"/>
                </a:cubicBezTo>
                <a:cubicBezTo>
                  <a:pt x="865" y="8600"/>
                  <a:pt x="1174" y="10000"/>
                  <a:pt x="2100" y="11200"/>
                </a:cubicBezTo>
                <a:cubicBezTo>
                  <a:pt x="5494" y="14800"/>
                  <a:pt x="5494" y="14800"/>
                  <a:pt x="5494" y="14800"/>
                </a:cubicBezTo>
                <a:cubicBezTo>
                  <a:pt x="6420" y="16000"/>
                  <a:pt x="8271" y="16800"/>
                  <a:pt x="10122" y="17200"/>
                </a:cubicBezTo>
                <a:cubicBezTo>
                  <a:pt x="10740" y="17200"/>
                  <a:pt x="11357" y="17400"/>
                  <a:pt x="11665" y="1740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5" name="Shape 7155"/>
          <p:cNvSpPr/>
          <p:nvPr/>
        </p:nvSpPr>
        <p:spPr>
          <a:xfrm>
            <a:off x="21816491" y="12600717"/>
            <a:ext cx="617568" cy="701051"/>
          </a:xfrm>
          <a:custGeom>
            <a:avLst/>
            <a:gdLst/>
            <a:ahLst/>
            <a:cxnLst>
              <a:cxn ang="0">
                <a:pos x="wd2" y="hd2"/>
              </a:cxn>
              <a:cxn ang="5400000">
                <a:pos x="wd2" y="hd2"/>
              </a:cxn>
              <a:cxn ang="10800000">
                <a:pos x="wd2" y="hd2"/>
              </a:cxn>
              <a:cxn ang="16200000">
                <a:pos x="wd2" y="hd2"/>
              </a:cxn>
            </a:cxnLst>
            <a:rect l="0" t="0" r="r" b="b"/>
            <a:pathLst>
              <a:path w="21055" h="21104" fill="norm" stroke="1" extrusionOk="0">
                <a:moveTo>
                  <a:pt x="3435" y="1785"/>
                </a:moveTo>
                <a:cubicBezTo>
                  <a:pt x="5398" y="544"/>
                  <a:pt x="7923" y="-201"/>
                  <a:pt x="10448" y="47"/>
                </a:cubicBezTo>
                <a:cubicBezTo>
                  <a:pt x="12692" y="296"/>
                  <a:pt x="14936" y="1537"/>
                  <a:pt x="16339" y="3275"/>
                </a:cubicBezTo>
                <a:cubicBezTo>
                  <a:pt x="18022" y="5013"/>
                  <a:pt x="18583" y="7247"/>
                  <a:pt x="18302" y="9233"/>
                </a:cubicBezTo>
                <a:cubicBezTo>
                  <a:pt x="18022" y="10971"/>
                  <a:pt x="17461" y="12461"/>
                  <a:pt x="16058" y="13702"/>
                </a:cubicBezTo>
                <a:cubicBezTo>
                  <a:pt x="16619" y="13702"/>
                  <a:pt x="17180" y="13951"/>
                  <a:pt x="17741" y="14447"/>
                </a:cubicBezTo>
                <a:cubicBezTo>
                  <a:pt x="20546" y="17923"/>
                  <a:pt x="20546" y="17923"/>
                  <a:pt x="20546" y="17923"/>
                </a:cubicBezTo>
                <a:cubicBezTo>
                  <a:pt x="21388" y="18668"/>
                  <a:pt x="21107" y="19909"/>
                  <a:pt x="20266" y="20654"/>
                </a:cubicBezTo>
                <a:cubicBezTo>
                  <a:pt x="20266" y="20654"/>
                  <a:pt x="20266" y="20654"/>
                  <a:pt x="20266" y="20654"/>
                </a:cubicBezTo>
                <a:cubicBezTo>
                  <a:pt x="19144" y="21399"/>
                  <a:pt x="17741" y="21151"/>
                  <a:pt x="17180" y="20406"/>
                </a:cubicBezTo>
                <a:cubicBezTo>
                  <a:pt x="14094" y="16930"/>
                  <a:pt x="14094" y="16930"/>
                  <a:pt x="14094" y="16930"/>
                </a:cubicBezTo>
                <a:cubicBezTo>
                  <a:pt x="13814" y="16433"/>
                  <a:pt x="13533" y="15937"/>
                  <a:pt x="13533" y="15440"/>
                </a:cubicBezTo>
                <a:cubicBezTo>
                  <a:pt x="11850" y="16185"/>
                  <a:pt x="9887" y="16682"/>
                  <a:pt x="8204" y="16433"/>
                </a:cubicBezTo>
                <a:cubicBezTo>
                  <a:pt x="5679" y="16185"/>
                  <a:pt x="3435" y="15192"/>
                  <a:pt x="2032" y="13206"/>
                </a:cubicBezTo>
                <a:cubicBezTo>
                  <a:pt x="349" y="11468"/>
                  <a:pt x="-212" y="9233"/>
                  <a:pt x="69" y="7247"/>
                </a:cubicBezTo>
                <a:cubicBezTo>
                  <a:pt x="349" y="5261"/>
                  <a:pt x="1471" y="3275"/>
                  <a:pt x="3435" y="1785"/>
                </a:cubicBezTo>
                <a:close/>
                <a:moveTo>
                  <a:pt x="5679" y="7992"/>
                </a:moveTo>
                <a:cubicBezTo>
                  <a:pt x="5679" y="9730"/>
                  <a:pt x="5679" y="9730"/>
                  <a:pt x="5679" y="9730"/>
                </a:cubicBezTo>
                <a:cubicBezTo>
                  <a:pt x="12972" y="9730"/>
                  <a:pt x="12972" y="9730"/>
                  <a:pt x="12972" y="9730"/>
                </a:cubicBezTo>
                <a:cubicBezTo>
                  <a:pt x="12972" y="7992"/>
                  <a:pt x="12972" y="7992"/>
                  <a:pt x="12972" y="7992"/>
                </a:cubicBezTo>
                <a:cubicBezTo>
                  <a:pt x="5679" y="7992"/>
                  <a:pt x="5679" y="7992"/>
                  <a:pt x="5679" y="7992"/>
                </a:cubicBezTo>
                <a:close/>
                <a:moveTo>
                  <a:pt x="4837" y="8737"/>
                </a:moveTo>
                <a:cubicBezTo>
                  <a:pt x="5959" y="6254"/>
                  <a:pt x="8484" y="5013"/>
                  <a:pt x="11850" y="4516"/>
                </a:cubicBezTo>
                <a:cubicBezTo>
                  <a:pt x="8484" y="2778"/>
                  <a:pt x="4276" y="5509"/>
                  <a:pt x="4837" y="8737"/>
                </a:cubicBezTo>
                <a:close/>
                <a:moveTo>
                  <a:pt x="9887" y="2778"/>
                </a:moveTo>
                <a:cubicBezTo>
                  <a:pt x="8484" y="2778"/>
                  <a:pt x="6801" y="3027"/>
                  <a:pt x="5398" y="4020"/>
                </a:cubicBezTo>
                <a:cubicBezTo>
                  <a:pt x="3996" y="5013"/>
                  <a:pt x="3435" y="6254"/>
                  <a:pt x="3154" y="7496"/>
                </a:cubicBezTo>
                <a:cubicBezTo>
                  <a:pt x="2874" y="8985"/>
                  <a:pt x="3435" y="10475"/>
                  <a:pt x="4276" y="11716"/>
                </a:cubicBezTo>
                <a:cubicBezTo>
                  <a:pt x="5398" y="12709"/>
                  <a:pt x="6801" y="13454"/>
                  <a:pt x="8484" y="13702"/>
                </a:cubicBezTo>
                <a:cubicBezTo>
                  <a:pt x="9887" y="13702"/>
                  <a:pt x="11570" y="13454"/>
                  <a:pt x="12972" y="12461"/>
                </a:cubicBezTo>
                <a:cubicBezTo>
                  <a:pt x="14375" y="11716"/>
                  <a:pt x="15217" y="10227"/>
                  <a:pt x="15217" y="8985"/>
                </a:cubicBezTo>
                <a:cubicBezTo>
                  <a:pt x="15497" y="7496"/>
                  <a:pt x="14936" y="6006"/>
                  <a:pt x="14094" y="5013"/>
                </a:cubicBezTo>
                <a:cubicBezTo>
                  <a:pt x="12972" y="3771"/>
                  <a:pt x="11570" y="3027"/>
                  <a:pt x="9887" y="2778"/>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6" name="Shape 7156"/>
          <p:cNvSpPr/>
          <p:nvPr/>
        </p:nvSpPr>
        <p:spPr>
          <a:xfrm>
            <a:off x="21816491" y="11054524"/>
            <a:ext cx="617568" cy="694242"/>
          </a:xfrm>
          <a:custGeom>
            <a:avLst/>
            <a:gdLst/>
            <a:ahLst/>
            <a:cxnLst>
              <a:cxn ang="0">
                <a:pos x="wd2" y="hd2"/>
              </a:cxn>
              <a:cxn ang="5400000">
                <a:pos x="wd2" y="hd2"/>
              </a:cxn>
              <a:cxn ang="10800000">
                <a:pos x="wd2" y="hd2"/>
              </a:cxn>
              <a:cxn ang="16200000">
                <a:pos x="wd2" y="hd2"/>
              </a:cxn>
            </a:cxnLst>
            <a:rect l="0" t="0" r="r" b="b"/>
            <a:pathLst>
              <a:path w="21055" h="21238" fill="norm" stroke="1" extrusionOk="0">
                <a:moveTo>
                  <a:pt x="3435" y="1820"/>
                </a:moveTo>
                <a:cubicBezTo>
                  <a:pt x="5398" y="313"/>
                  <a:pt x="7923" y="-189"/>
                  <a:pt x="10448" y="62"/>
                </a:cubicBezTo>
                <a:cubicBezTo>
                  <a:pt x="12692" y="313"/>
                  <a:pt x="14936" y="1318"/>
                  <a:pt x="16339" y="3076"/>
                </a:cubicBezTo>
                <a:cubicBezTo>
                  <a:pt x="18022" y="5085"/>
                  <a:pt x="18583" y="7095"/>
                  <a:pt x="18302" y="9355"/>
                </a:cubicBezTo>
                <a:cubicBezTo>
                  <a:pt x="18022" y="10862"/>
                  <a:pt x="17461" y="12369"/>
                  <a:pt x="16058" y="13625"/>
                </a:cubicBezTo>
                <a:cubicBezTo>
                  <a:pt x="16619" y="13876"/>
                  <a:pt x="17180" y="14127"/>
                  <a:pt x="17741" y="14630"/>
                </a:cubicBezTo>
                <a:cubicBezTo>
                  <a:pt x="20546" y="17895"/>
                  <a:pt x="20546" y="17895"/>
                  <a:pt x="20546" y="17895"/>
                </a:cubicBezTo>
                <a:cubicBezTo>
                  <a:pt x="21388" y="18899"/>
                  <a:pt x="21107" y="20155"/>
                  <a:pt x="20266" y="20909"/>
                </a:cubicBezTo>
                <a:cubicBezTo>
                  <a:pt x="20266" y="20909"/>
                  <a:pt x="20266" y="20909"/>
                  <a:pt x="20266" y="20909"/>
                </a:cubicBezTo>
                <a:cubicBezTo>
                  <a:pt x="19144" y="21411"/>
                  <a:pt x="17741" y="21411"/>
                  <a:pt x="17180" y="20406"/>
                </a:cubicBezTo>
                <a:cubicBezTo>
                  <a:pt x="14094" y="16890"/>
                  <a:pt x="14094" y="16890"/>
                  <a:pt x="14094" y="16890"/>
                </a:cubicBezTo>
                <a:cubicBezTo>
                  <a:pt x="13814" y="16639"/>
                  <a:pt x="13533" y="16137"/>
                  <a:pt x="13533" y="15634"/>
                </a:cubicBezTo>
                <a:cubicBezTo>
                  <a:pt x="11850" y="16388"/>
                  <a:pt x="9887" y="16639"/>
                  <a:pt x="8204" y="16388"/>
                </a:cubicBezTo>
                <a:cubicBezTo>
                  <a:pt x="5679" y="16137"/>
                  <a:pt x="3435" y="15132"/>
                  <a:pt x="2032" y="13374"/>
                </a:cubicBezTo>
                <a:cubicBezTo>
                  <a:pt x="349" y="11616"/>
                  <a:pt x="-212" y="9355"/>
                  <a:pt x="69" y="7346"/>
                </a:cubicBezTo>
                <a:cubicBezTo>
                  <a:pt x="349" y="5085"/>
                  <a:pt x="1471" y="3076"/>
                  <a:pt x="3435" y="1820"/>
                </a:cubicBezTo>
                <a:close/>
                <a:moveTo>
                  <a:pt x="8204" y="12118"/>
                </a:moveTo>
                <a:cubicBezTo>
                  <a:pt x="10448" y="12118"/>
                  <a:pt x="10448" y="12118"/>
                  <a:pt x="10448" y="12118"/>
                </a:cubicBezTo>
                <a:cubicBezTo>
                  <a:pt x="10448" y="9858"/>
                  <a:pt x="10448" y="9858"/>
                  <a:pt x="10448" y="9858"/>
                </a:cubicBezTo>
                <a:cubicBezTo>
                  <a:pt x="12972" y="9858"/>
                  <a:pt x="12972" y="9858"/>
                  <a:pt x="12972" y="9858"/>
                </a:cubicBezTo>
                <a:cubicBezTo>
                  <a:pt x="12972" y="7848"/>
                  <a:pt x="12972" y="7848"/>
                  <a:pt x="12972" y="7848"/>
                </a:cubicBezTo>
                <a:cubicBezTo>
                  <a:pt x="10448" y="7848"/>
                  <a:pt x="10448" y="7848"/>
                  <a:pt x="10448" y="7848"/>
                </a:cubicBezTo>
                <a:cubicBezTo>
                  <a:pt x="10448" y="5588"/>
                  <a:pt x="10448" y="5588"/>
                  <a:pt x="10448" y="5588"/>
                </a:cubicBezTo>
                <a:cubicBezTo>
                  <a:pt x="8204" y="5588"/>
                  <a:pt x="8204" y="5588"/>
                  <a:pt x="8204" y="5588"/>
                </a:cubicBezTo>
                <a:cubicBezTo>
                  <a:pt x="8204" y="7848"/>
                  <a:pt x="8204" y="7848"/>
                  <a:pt x="8204" y="7848"/>
                </a:cubicBezTo>
                <a:cubicBezTo>
                  <a:pt x="5679" y="7848"/>
                  <a:pt x="5679" y="7848"/>
                  <a:pt x="5679" y="7848"/>
                </a:cubicBezTo>
                <a:cubicBezTo>
                  <a:pt x="5679" y="9858"/>
                  <a:pt x="5679" y="9858"/>
                  <a:pt x="5679" y="9858"/>
                </a:cubicBezTo>
                <a:cubicBezTo>
                  <a:pt x="8204" y="9858"/>
                  <a:pt x="8204" y="9858"/>
                  <a:pt x="8204" y="9858"/>
                </a:cubicBezTo>
                <a:cubicBezTo>
                  <a:pt x="8204" y="12118"/>
                  <a:pt x="8204" y="12118"/>
                  <a:pt x="8204" y="12118"/>
                </a:cubicBezTo>
                <a:close/>
                <a:moveTo>
                  <a:pt x="4837" y="8853"/>
                </a:moveTo>
                <a:cubicBezTo>
                  <a:pt x="5959" y="6341"/>
                  <a:pt x="8484" y="5085"/>
                  <a:pt x="11850" y="4583"/>
                </a:cubicBezTo>
                <a:cubicBezTo>
                  <a:pt x="8484" y="2574"/>
                  <a:pt x="4276" y="5337"/>
                  <a:pt x="4837" y="8853"/>
                </a:cubicBezTo>
                <a:close/>
                <a:moveTo>
                  <a:pt x="9887" y="2825"/>
                </a:moveTo>
                <a:cubicBezTo>
                  <a:pt x="8484" y="2574"/>
                  <a:pt x="6801" y="3076"/>
                  <a:pt x="5398" y="3830"/>
                </a:cubicBezTo>
                <a:cubicBezTo>
                  <a:pt x="3996" y="4834"/>
                  <a:pt x="3435" y="6090"/>
                  <a:pt x="3154" y="7597"/>
                </a:cubicBezTo>
                <a:cubicBezTo>
                  <a:pt x="2874" y="9104"/>
                  <a:pt x="3435" y="10360"/>
                  <a:pt x="4276" y="11616"/>
                </a:cubicBezTo>
                <a:cubicBezTo>
                  <a:pt x="5398" y="12871"/>
                  <a:pt x="6801" y="13625"/>
                  <a:pt x="8484" y="13625"/>
                </a:cubicBezTo>
                <a:cubicBezTo>
                  <a:pt x="9887" y="13876"/>
                  <a:pt x="11570" y="13625"/>
                  <a:pt x="12972" y="12620"/>
                </a:cubicBezTo>
                <a:cubicBezTo>
                  <a:pt x="14375" y="11616"/>
                  <a:pt x="15217" y="10360"/>
                  <a:pt x="15217" y="8853"/>
                </a:cubicBezTo>
                <a:cubicBezTo>
                  <a:pt x="15497" y="7597"/>
                  <a:pt x="14936" y="6090"/>
                  <a:pt x="14094" y="4834"/>
                </a:cubicBezTo>
                <a:cubicBezTo>
                  <a:pt x="12972" y="3578"/>
                  <a:pt x="11570" y="3076"/>
                  <a:pt x="9887" y="2825"/>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7" name="Shape 7157"/>
          <p:cNvSpPr/>
          <p:nvPr/>
        </p:nvSpPr>
        <p:spPr>
          <a:xfrm>
            <a:off x="17184572" y="11078864"/>
            <a:ext cx="683169" cy="6755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23" y="0"/>
                </a:moveTo>
                <a:cubicBezTo>
                  <a:pt x="3643" y="0"/>
                  <a:pt x="3643" y="0"/>
                  <a:pt x="3643" y="0"/>
                </a:cubicBezTo>
                <a:cubicBezTo>
                  <a:pt x="3643" y="5005"/>
                  <a:pt x="3643" y="5005"/>
                  <a:pt x="3643" y="5005"/>
                </a:cubicBezTo>
                <a:cubicBezTo>
                  <a:pt x="3643" y="6322"/>
                  <a:pt x="4684" y="7376"/>
                  <a:pt x="5986" y="7376"/>
                </a:cubicBezTo>
                <a:cubicBezTo>
                  <a:pt x="15094" y="7376"/>
                  <a:pt x="15094" y="7376"/>
                  <a:pt x="15094" y="7376"/>
                </a:cubicBezTo>
                <a:cubicBezTo>
                  <a:pt x="16395" y="7376"/>
                  <a:pt x="17436" y="6322"/>
                  <a:pt x="17436" y="5005"/>
                </a:cubicBezTo>
                <a:cubicBezTo>
                  <a:pt x="17436" y="0"/>
                  <a:pt x="17436" y="0"/>
                  <a:pt x="17436" y="0"/>
                </a:cubicBezTo>
                <a:cubicBezTo>
                  <a:pt x="17957" y="0"/>
                  <a:pt x="17957" y="0"/>
                  <a:pt x="17957" y="0"/>
                </a:cubicBezTo>
                <a:cubicBezTo>
                  <a:pt x="21600" y="4215"/>
                  <a:pt x="21600" y="4215"/>
                  <a:pt x="21600" y="4215"/>
                </a:cubicBezTo>
                <a:cubicBezTo>
                  <a:pt x="21600" y="18439"/>
                  <a:pt x="21600" y="18439"/>
                  <a:pt x="21600" y="18439"/>
                </a:cubicBezTo>
                <a:cubicBezTo>
                  <a:pt x="21600" y="20020"/>
                  <a:pt x="20039" y="21600"/>
                  <a:pt x="18477" y="21600"/>
                </a:cubicBezTo>
                <a:cubicBezTo>
                  <a:pt x="3123" y="21600"/>
                  <a:pt x="3123" y="21600"/>
                  <a:pt x="3123" y="21600"/>
                </a:cubicBezTo>
                <a:cubicBezTo>
                  <a:pt x="1561" y="21600"/>
                  <a:pt x="0" y="20020"/>
                  <a:pt x="0" y="18439"/>
                </a:cubicBezTo>
                <a:cubicBezTo>
                  <a:pt x="0" y="3161"/>
                  <a:pt x="0" y="3161"/>
                  <a:pt x="0" y="3161"/>
                </a:cubicBezTo>
                <a:cubicBezTo>
                  <a:pt x="0" y="1317"/>
                  <a:pt x="1561" y="0"/>
                  <a:pt x="3123" y="0"/>
                </a:cubicBezTo>
                <a:close/>
                <a:moveTo>
                  <a:pt x="5725" y="1054"/>
                </a:moveTo>
                <a:cubicBezTo>
                  <a:pt x="5725" y="5268"/>
                  <a:pt x="5725" y="5268"/>
                  <a:pt x="5725" y="5268"/>
                </a:cubicBezTo>
                <a:cubicBezTo>
                  <a:pt x="8588" y="5268"/>
                  <a:pt x="8588" y="5268"/>
                  <a:pt x="8588" y="5268"/>
                </a:cubicBezTo>
                <a:cubicBezTo>
                  <a:pt x="8588" y="1054"/>
                  <a:pt x="8588" y="1054"/>
                  <a:pt x="8588" y="1054"/>
                </a:cubicBezTo>
                <a:cubicBezTo>
                  <a:pt x="5725" y="1054"/>
                  <a:pt x="5725" y="1054"/>
                  <a:pt x="5725" y="1054"/>
                </a:cubicBezTo>
                <a:close/>
                <a:moveTo>
                  <a:pt x="2082" y="17649"/>
                </a:moveTo>
                <a:cubicBezTo>
                  <a:pt x="2082" y="19229"/>
                  <a:pt x="2082" y="19229"/>
                  <a:pt x="2082" y="19229"/>
                </a:cubicBezTo>
                <a:cubicBezTo>
                  <a:pt x="3383" y="19229"/>
                  <a:pt x="3383" y="19229"/>
                  <a:pt x="3383" y="19229"/>
                </a:cubicBezTo>
                <a:cubicBezTo>
                  <a:pt x="3383" y="17649"/>
                  <a:pt x="3383" y="17649"/>
                  <a:pt x="3383" y="17649"/>
                </a:cubicBezTo>
                <a:cubicBezTo>
                  <a:pt x="2082" y="17649"/>
                  <a:pt x="2082" y="17649"/>
                  <a:pt x="2082" y="17649"/>
                </a:cubicBezTo>
                <a:close/>
                <a:moveTo>
                  <a:pt x="17957" y="17649"/>
                </a:moveTo>
                <a:cubicBezTo>
                  <a:pt x="17957" y="19229"/>
                  <a:pt x="17957" y="19229"/>
                  <a:pt x="17957" y="19229"/>
                </a:cubicBezTo>
                <a:cubicBezTo>
                  <a:pt x="19258" y="19229"/>
                  <a:pt x="19258" y="19229"/>
                  <a:pt x="19258" y="19229"/>
                </a:cubicBezTo>
                <a:cubicBezTo>
                  <a:pt x="19258" y="17649"/>
                  <a:pt x="19258" y="17649"/>
                  <a:pt x="19258" y="17649"/>
                </a:cubicBezTo>
                <a:lnTo>
                  <a:pt x="17957" y="1764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8" name="Shape 7158"/>
          <p:cNvSpPr/>
          <p:nvPr/>
        </p:nvSpPr>
        <p:spPr>
          <a:xfrm>
            <a:off x="18600531" y="11086639"/>
            <a:ext cx="889265" cy="652496"/>
          </a:xfrm>
          <a:custGeom>
            <a:avLst/>
            <a:gdLst/>
            <a:ahLst/>
            <a:cxnLst>
              <a:cxn ang="0">
                <a:pos x="wd2" y="hd2"/>
              </a:cxn>
              <a:cxn ang="5400000">
                <a:pos x="wd2" y="hd2"/>
              </a:cxn>
              <a:cxn ang="10800000">
                <a:pos x="wd2" y="hd2"/>
              </a:cxn>
              <a:cxn ang="16200000">
                <a:pos x="wd2" y="hd2"/>
              </a:cxn>
            </a:cxnLst>
            <a:rect l="0" t="0" r="r" b="b"/>
            <a:pathLst>
              <a:path w="21600" h="21102" fill="norm" stroke="1" extrusionOk="0">
                <a:moveTo>
                  <a:pt x="600" y="13902"/>
                </a:moveTo>
                <a:cubicBezTo>
                  <a:pt x="1800" y="13369"/>
                  <a:pt x="3000" y="12569"/>
                  <a:pt x="4200" y="12035"/>
                </a:cubicBezTo>
                <a:cubicBezTo>
                  <a:pt x="4400" y="11769"/>
                  <a:pt x="4800" y="11502"/>
                  <a:pt x="5000" y="11235"/>
                </a:cubicBezTo>
                <a:cubicBezTo>
                  <a:pt x="7000" y="16035"/>
                  <a:pt x="7000" y="16035"/>
                  <a:pt x="7000" y="16035"/>
                </a:cubicBezTo>
                <a:cubicBezTo>
                  <a:pt x="8600" y="11235"/>
                  <a:pt x="8600" y="11235"/>
                  <a:pt x="8600" y="11235"/>
                </a:cubicBezTo>
                <a:cubicBezTo>
                  <a:pt x="9000" y="11502"/>
                  <a:pt x="9200" y="11769"/>
                  <a:pt x="9600" y="12035"/>
                </a:cubicBezTo>
                <a:cubicBezTo>
                  <a:pt x="12000" y="13369"/>
                  <a:pt x="12000" y="13369"/>
                  <a:pt x="12000" y="13369"/>
                </a:cubicBezTo>
                <a:cubicBezTo>
                  <a:pt x="12000" y="13102"/>
                  <a:pt x="12000" y="13102"/>
                  <a:pt x="12000" y="13102"/>
                </a:cubicBezTo>
                <a:cubicBezTo>
                  <a:pt x="13000" y="12569"/>
                  <a:pt x="13800" y="12035"/>
                  <a:pt x="14400" y="12035"/>
                </a:cubicBezTo>
                <a:cubicBezTo>
                  <a:pt x="14800" y="13635"/>
                  <a:pt x="15600" y="14702"/>
                  <a:pt x="16600" y="15769"/>
                </a:cubicBezTo>
                <a:cubicBezTo>
                  <a:pt x="17800" y="14702"/>
                  <a:pt x="18600" y="13369"/>
                  <a:pt x="19200" y="12035"/>
                </a:cubicBezTo>
                <a:cubicBezTo>
                  <a:pt x="19600" y="12035"/>
                  <a:pt x="20400" y="12302"/>
                  <a:pt x="21000" y="12569"/>
                </a:cubicBezTo>
                <a:cubicBezTo>
                  <a:pt x="21600" y="13902"/>
                  <a:pt x="21600" y="16835"/>
                  <a:pt x="21600" y="18702"/>
                </a:cubicBezTo>
                <a:cubicBezTo>
                  <a:pt x="13800" y="18702"/>
                  <a:pt x="13800" y="18702"/>
                  <a:pt x="13800" y="18702"/>
                </a:cubicBezTo>
                <a:cubicBezTo>
                  <a:pt x="14000" y="19502"/>
                  <a:pt x="14000" y="20302"/>
                  <a:pt x="13800" y="21102"/>
                </a:cubicBezTo>
                <a:cubicBezTo>
                  <a:pt x="9200" y="21102"/>
                  <a:pt x="4600" y="21102"/>
                  <a:pt x="0" y="21102"/>
                </a:cubicBezTo>
                <a:cubicBezTo>
                  <a:pt x="0" y="17635"/>
                  <a:pt x="0" y="15235"/>
                  <a:pt x="600" y="13902"/>
                </a:cubicBezTo>
                <a:close/>
                <a:moveTo>
                  <a:pt x="14600" y="6702"/>
                </a:moveTo>
                <a:cubicBezTo>
                  <a:pt x="15800" y="6969"/>
                  <a:pt x="17800" y="6702"/>
                  <a:pt x="18600" y="6169"/>
                </a:cubicBezTo>
                <a:cubicBezTo>
                  <a:pt x="18600" y="6702"/>
                  <a:pt x="18600" y="8302"/>
                  <a:pt x="18400" y="9369"/>
                </a:cubicBezTo>
                <a:cubicBezTo>
                  <a:pt x="18200" y="9902"/>
                  <a:pt x="18000" y="10435"/>
                  <a:pt x="17600" y="10702"/>
                </a:cubicBezTo>
                <a:cubicBezTo>
                  <a:pt x="19800" y="10702"/>
                  <a:pt x="19800" y="10702"/>
                  <a:pt x="19800" y="10702"/>
                </a:cubicBezTo>
                <a:cubicBezTo>
                  <a:pt x="19800" y="10702"/>
                  <a:pt x="19600" y="8569"/>
                  <a:pt x="19600" y="8035"/>
                </a:cubicBezTo>
                <a:cubicBezTo>
                  <a:pt x="20400" y="302"/>
                  <a:pt x="12800" y="302"/>
                  <a:pt x="13800" y="8035"/>
                </a:cubicBezTo>
                <a:cubicBezTo>
                  <a:pt x="13800" y="8569"/>
                  <a:pt x="13600" y="10702"/>
                  <a:pt x="13600" y="10702"/>
                </a:cubicBezTo>
                <a:cubicBezTo>
                  <a:pt x="15600" y="10702"/>
                  <a:pt x="15600" y="10702"/>
                  <a:pt x="15600" y="10702"/>
                </a:cubicBezTo>
                <a:cubicBezTo>
                  <a:pt x="15400" y="10435"/>
                  <a:pt x="15200" y="9902"/>
                  <a:pt x="15000" y="9369"/>
                </a:cubicBezTo>
                <a:cubicBezTo>
                  <a:pt x="14600" y="8569"/>
                  <a:pt x="14600" y="7502"/>
                  <a:pt x="14600" y="6702"/>
                </a:cubicBezTo>
                <a:cubicBezTo>
                  <a:pt x="14600" y="6702"/>
                  <a:pt x="14600" y="6702"/>
                  <a:pt x="14600" y="6702"/>
                </a:cubicBezTo>
                <a:close/>
                <a:moveTo>
                  <a:pt x="4200" y="7769"/>
                </a:moveTo>
                <a:cubicBezTo>
                  <a:pt x="4200" y="6169"/>
                  <a:pt x="4200" y="5102"/>
                  <a:pt x="4400" y="3769"/>
                </a:cubicBezTo>
                <a:cubicBezTo>
                  <a:pt x="5800" y="2702"/>
                  <a:pt x="7400" y="4302"/>
                  <a:pt x="9200" y="3769"/>
                </a:cubicBezTo>
                <a:cubicBezTo>
                  <a:pt x="9400" y="4835"/>
                  <a:pt x="9600" y="6169"/>
                  <a:pt x="9400" y="7769"/>
                </a:cubicBezTo>
                <a:cubicBezTo>
                  <a:pt x="9400" y="7769"/>
                  <a:pt x="10200" y="6969"/>
                  <a:pt x="10400" y="6169"/>
                </a:cubicBezTo>
                <a:cubicBezTo>
                  <a:pt x="10400" y="5369"/>
                  <a:pt x="10200" y="2169"/>
                  <a:pt x="10000" y="1635"/>
                </a:cubicBezTo>
                <a:cubicBezTo>
                  <a:pt x="9000" y="-498"/>
                  <a:pt x="5000" y="-498"/>
                  <a:pt x="3800" y="1369"/>
                </a:cubicBezTo>
                <a:cubicBezTo>
                  <a:pt x="3600" y="1902"/>
                  <a:pt x="3200" y="6169"/>
                  <a:pt x="3600" y="6969"/>
                </a:cubicBezTo>
                <a:cubicBezTo>
                  <a:pt x="3800" y="7502"/>
                  <a:pt x="4200" y="7769"/>
                  <a:pt x="4200" y="7769"/>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59" name="Shape 7159"/>
          <p:cNvSpPr/>
          <p:nvPr/>
        </p:nvSpPr>
        <p:spPr>
          <a:xfrm>
            <a:off x="20314180" y="10998714"/>
            <a:ext cx="633555" cy="763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40" y="2787"/>
                </a:moveTo>
                <a:cubicBezTo>
                  <a:pt x="11501" y="2787"/>
                  <a:pt x="12343" y="2787"/>
                  <a:pt x="12904" y="2787"/>
                </a:cubicBezTo>
                <a:cubicBezTo>
                  <a:pt x="12904" y="2555"/>
                  <a:pt x="12904" y="2323"/>
                  <a:pt x="12623" y="2323"/>
                </a:cubicBezTo>
                <a:cubicBezTo>
                  <a:pt x="12623" y="2090"/>
                  <a:pt x="12343" y="2090"/>
                  <a:pt x="12062" y="2090"/>
                </a:cubicBezTo>
                <a:cubicBezTo>
                  <a:pt x="9538" y="2090"/>
                  <a:pt x="9538" y="2090"/>
                  <a:pt x="9538" y="2090"/>
                </a:cubicBezTo>
                <a:cubicBezTo>
                  <a:pt x="9257" y="2090"/>
                  <a:pt x="8977" y="2090"/>
                  <a:pt x="8977" y="2323"/>
                </a:cubicBezTo>
                <a:cubicBezTo>
                  <a:pt x="8696" y="2323"/>
                  <a:pt x="8696" y="2555"/>
                  <a:pt x="8696" y="2787"/>
                </a:cubicBezTo>
                <a:cubicBezTo>
                  <a:pt x="8696" y="5342"/>
                  <a:pt x="8696" y="5342"/>
                  <a:pt x="8696" y="5342"/>
                </a:cubicBezTo>
                <a:cubicBezTo>
                  <a:pt x="6171" y="5342"/>
                  <a:pt x="6171" y="5342"/>
                  <a:pt x="6171" y="5342"/>
                </a:cubicBezTo>
                <a:cubicBezTo>
                  <a:pt x="6171" y="2787"/>
                  <a:pt x="6171" y="2787"/>
                  <a:pt x="6171" y="2787"/>
                </a:cubicBezTo>
                <a:cubicBezTo>
                  <a:pt x="6171" y="2090"/>
                  <a:pt x="6452" y="1394"/>
                  <a:pt x="7294" y="929"/>
                </a:cubicBezTo>
                <a:cubicBezTo>
                  <a:pt x="7855" y="465"/>
                  <a:pt x="8696" y="0"/>
                  <a:pt x="9538" y="0"/>
                </a:cubicBezTo>
                <a:cubicBezTo>
                  <a:pt x="12062" y="0"/>
                  <a:pt x="12062" y="0"/>
                  <a:pt x="12062" y="0"/>
                </a:cubicBezTo>
                <a:cubicBezTo>
                  <a:pt x="13184" y="0"/>
                  <a:pt x="13745" y="465"/>
                  <a:pt x="14587" y="929"/>
                </a:cubicBezTo>
                <a:cubicBezTo>
                  <a:pt x="15148" y="1394"/>
                  <a:pt x="15429" y="2090"/>
                  <a:pt x="15429" y="2787"/>
                </a:cubicBezTo>
                <a:cubicBezTo>
                  <a:pt x="15429" y="5342"/>
                  <a:pt x="15429" y="5342"/>
                  <a:pt x="15429" y="5342"/>
                </a:cubicBezTo>
                <a:cubicBezTo>
                  <a:pt x="12904" y="5342"/>
                  <a:pt x="12904" y="5342"/>
                  <a:pt x="12904" y="5342"/>
                </a:cubicBezTo>
                <a:cubicBezTo>
                  <a:pt x="12904" y="4877"/>
                  <a:pt x="12904" y="4877"/>
                  <a:pt x="12904" y="4877"/>
                </a:cubicBezTo>
                <a:cubicBezTo>
                  <a:pt x="12343" y="4645"/>
                  <a:pt x="11501" y="4645"/>
                  <a:pt x="10940" y="4645"/>
                </a:cubicBezTo>
                <a:cubicBezTo>
                  <a:pt x="10099" y="4645"/>
                  <a:pt x="10099" y="4645"/>
                  <a:pt x="9538" y="4645"/>
                </a:cubicBezTo>
                <a:cubicBezTo>
                  <a:pt x="9538" y="2787"/>
                  <a:pt x="9538" y="2787"/>
                  <a:pt x="9538" y="2787"/>
                </a:cubicBezTo>
                <a:cubicBezTo>
                  <a:pt x="10099" y="2787"/>
                  <a:pt x="10099" y="2787"/>
                  <a:pt x="10940" y="2787"/>
                </a:cubicBezTo>
                <a:close/>
                <a:moveTo>
                  <a:pt x="4769" y="8594"/>
                </a:moveTo>
                <a:cubicBezTo>
                  <a:pt x="7013" y="8826"/>
                  <a:pt x="7013" y="8826"/>
                  <a:pt x="7013" y="8826"/>
                </a:cubicBezTo>
                <a:cubicBezTo>
                  <a:pt x="7294" y="18348"/>
                  <a:pt x="7294" y="18348"/>
                  <a:pt x="7294" y="18348"/>
                </a:cubicBezTo>
                <a:cubicBezTo>
                  <a:pt x="5049" y="17884"/>
                  <a:pt x="5049" y="17884"/>
                  <a:pt x="5049" y="17884"/>
                </a:cubicBezTo>
                <a:cubicBezTo>
                  <a:pt x="4769" y="8594"/>
                  <a:pt x="4769" y="8594"/>
                  <a:pt x="4769" y="8594"/>
                </a:cubicBezTo>
                <a:close/>
                <a:moveTo>
                  <a:pt x="9818" y="8826"/>
                </a:moveTo>
                <a:cubicBezTo>
                  <a:pt x="12062" y="8826"/>
                  <a:pt x="12062" y="8826"/>
                  <a:pt x="12062" y="8826"/>
                </a:cubicBezTo>
                <a:cubicBezTo>
                  <a:pt x="12062" y="18348"/>
                  <a:pt x="12062" y="18348"/>
                  <a:pt x="12062" y="18348"/>
                </a:cubicBezTo>
                <a:cubicBezTo>
                  <a:pt x="9818" y="18348"/>
                  <a:pt x="9818" y="18348"/>
                  <a:pt x="9818" y="18348"/>
                </a:cubicBezTo>
                <a:cubicBezTo>
                  <a:pt x="9818" y="8826"/>
                  <a:pt x="9818" y="8826"/>
                  <a:pt x="9818" y="8826"/>
                </a:cubicBezTo>
                <a:close/>
                <a:moveTo>
                  <a:pt x="17112" y="8594"/>
                </a:moveTo>
                <a:cubicBezTo>
                  <a:pt x="14587" y="8826"/>
                  <a:pt x="14587" y="8826"/>
                  <a:pt x="14587" y="8826"/>
                </a:cubicBezTo>
                <a:cubicBezTo>
                  <a:pt x="14587" y="18348"/>
                  <a:pt x="14587" y="18348"/>
                  <a:pt x="14587" y="18348"/>
                </a:cubicBezTo>
                <a:cubicBezTo>
                  <a:pt x="16551" y="17884"/>
                  <a:pt x="16551" y="17884"/>
                  <a:pt x="16551" y="17884"/>
                </a:cubicBezTo>
                <a:cubicBezTo>
                  <a:pt x="17112" y="8594"/>
                  <a:pt x="17112" y="8594"/>
                  <a:pt x="17112" y="8594"/>
                </a:cubicBezTo>
                <a:close/>
                <a:moveTo>
                  <a:pt x="1122" y="6968"/>
                </a:moveTo>
                <a:cubicBezTo>
                  <a:pt x="1964" y="17652"/>
                  <a:pt x="1964" y="17652"/>
                  <a:pt x="1964" y="17652"/>
                </a:cubicBezTo>
                <a:cubicBezTo>
                  <a:pt x="1403" y="18116"/>
                  <a:pt x="1122" y="18348"/>
                  <a:pt x="1122" y="18813"/>
                </a:cubicBezTo>
                <a:cubicBezTo>
                  <a:pt x="1122" y="19974"/>
                  <a:pt x="2525" y="20671"/>
                  <a:pt x="4769" y="21135"/>
                </a:cubicBezTo>
                <a:cubicBezTo>
                  <a:pt x="6171" y="21368"/>
                  <a:pt x="8416" y="21600"/>
                  <a:pt x="10940" y="21600"/>
                </a:cubicBezTo>
                <a:cubicBezTo>
                  <a:pt x="13184" y="21600"/>
                  <a:pt x="15429" y="21368"/>
                  <a:pt x="17112" y="21135"/>
                </a:cubicBezTo>
                <a:cubicBezTo>
                  <a:pt x="19075" y="20671"/>
                  <a:pt x="20478" y="19974"/>
                  <a:pt x="20478" y="18813"/>
                </a:cubicBezTo>
                <a:cubicBezTo>
                  <a:pt x="20478" y="18581"/>
                  <a:pt x="20197" y="18116"/>
                  <a:pt x="19917" y="17652"/>
                </a:cubicBezTo>
                <a:cubicBezTo>
                  <a:pt x="20478" y="6968"/>
                  <a:pt x="20478" y="6968"/>
                  <a:pt x="20478" y="6968"/>
                </a:cubicBezTo>
                <a:cubicBezTo>
                  <a:pt x="21039" y="6503"/>
                  <a:pt x="21600" y="6039"/>
                  <a:pt x="21600" y="5342"/>
                </a:cubicBezTo>
                <a:cubicBezTo>
                  <a:pt x="21600" y="4413"/>
                  <a:pt x="20197" y="3716"/>
                  <a:pt x="17953" y="3252"/>
                </a:cubicBezTo>
                <a:cubicBezTo>
                  <a:pt x="17392" y="3252"/>
                  <a:pt x="16831" y="3019"/>
                  <a:pt x="16551" y="3019"/>
                </a:cubicBezTo>
                <a:cubicBezTo>
                  <a:pt x="16551" y="5110"/>
                  <a:pt x="16551" y="5110"/>
                  <a:pt x="16551" y="5110"/>
                </a:cubicBezTo>
                <a:cubicBezTo>
                  <a:pt x="16831" y="5110"/>
                  <a:pt x="17112" y="5110"/>
                  <a:pt x="17392" y="5110"/>
                </a:cubicBezTo>
                <a:cubicBezTo>
                  <a:pt x="18514" y="5342"/>
                  <a:pt x="18514" y="5342"/>
                  <a:pt x="18514" y="5342"/>
                </a:cubicBezTo>
                <a:cubicBezTo>
                  <a:pt x="18514" y="5574"/>
                  <a:pt x="18514" y="5574"/>
                  <a:pt x="17392" y="5574"/>
                </a:cubicBezTo>
                <a:cubicBezTo>
                  <a:pt x="15709" y="6039"/>
                  <a:pt x="13465" y="6271"/>
                  <a:pt x="10940" y="6271"/>
                </a:cubicBezTo>
                <a:cubicBezTo>
                  <a:pt x="8135" y="6271"/>
                  <a:pt x="5891" y="6039"/>
                  <a:pt x="4208" y="5574"/>
                </a:cubicBezTo>
                <a:cubicBezTo>
                  <a:pt x="3086" y="5574"/>
                  <a:pt x="3086" y="5574"/>
                  <a:pt x="3086" y="5342"/>
                </a:cubicBezTo>
                <a:cubicBezTo>
                  <a:pt x="3086" y="5342"/>
                  <a:pt x="3086" y="5342"/>
                  <a:pt x="4208" y="5110"/>
                </a:cubicBezTo>
                <a:cubicBezTo>
                  <a:pt x="4769" y="5110"/>
                  <a:pt x="4769" y="5110"/>
                  <a:pt x="5049" y="5110"/>
                </a:cubicBezTo>
                <a:cubicBezTo>
                  <a:pt x="5049" y="3019"/>
                  <a:pt x="5049" y="3019"/>
                  <a:pt x="5049" y="3019"/>
                </a:cubicBezTo>
                <a:cubicBezTo>
                  <a:pt x="4488" y="3252"/>
                  <a:pt x="4208" y="3252"/>
                  <a:pt x="3927" y="3252"/>
                </a:cubicBezTo>
                <a:cubicBezTo>
                  <a:pt x="1403" y="3716"/>
                  <a:pt x="0" y="4413"/>
                  <a:pt x="0" y="5342"/>
                </a:cubicBezTo>
                <a:cubicBezTo>
                  <a:pt x="0" y="6039"/>
                  <a:pt x="561" y="6503"/>
                  <a:pt x="1122" y="6968"/>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0" name="Shape 7160"/>
          <p:cNvSpPr/>
          <p:nvPr/>
        </p:nvSpPr>
        <p:spPr>
          <a:xfrm>
            <a:off x="17142593" y="7972158"/>
            <a:ext cx="774768" cy="8053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13" y="12563"/>
                </a:moveTo>
                <a:cubicBezTo>
                  <a:pt x="18613" y="20939"/>
                  <a:pt x="18613" y="20939"/>
                  <a:pt x="18613" y="20939"/>
                </a:cubicBezTo>
                <a:cubicBezTo>
                  <a:pt x="18613" y="21600"/>
                  <a:pt x="18613" y="21600"/>
                  <a:pt x="18613" y="21600"/>
                </a:cubicBezTo>
                <a:cubicBezTo>
                  <a:pt x="17923" y="21600"/>
                  <a:pt x="17923" y="21600"/>
                  <a:pt x="17923" y="21600"/>
                </a:cubicBezTo>
                <a:cubicBezTo>
                  <a:pt x="15396" y="21600"/>
                  <a:pt x="15396" y="21600"/>
                  <a:pt x="15396" y="21600"/>
                </a:cubicBezTo>
                <a:cubicBezTo>
                  <a:pt x="15396" y="14988"/>
                  <a:pt x="15396" y="14988"/>
                  <a:pt x="15396" y="14988"/>
                </a:cubicBezTo>
                <a:cubicBezTo>
                  <a:pt x="15396" y="14547"/>
                  <a:pt x="14936" y="14106"/>
                  <a:pt x="14247" y="14106"/>
                </a:cubicBezTo>
                <a:cubicBezTo>
                  <a:pt x="11260" y="14106"/>
                  <a:pt x="11260" y="14106"/>
                  <a:pt x="11260" y="14106"/>
                </a:cubicBezTo>
                <a:cubicBezTo>
                  <a:pt x="10800" y="14106"/>
                  <a:pt x="10340" y="14547"/>
                  <a:pt x="10340" y="14988"/>
                </a:cubicBezTo>
                <a:cubicBezTo>
                  <a:pt x="10340" y="21600"/>
                  <a:pt x="10340" y="21600"/>
                  <a:pt x="10340" y="21600"/>
                </a:cubicBezTo>
                <a:cubicBezTo>
                  <a:pt x="3447" y="21600"/>
                  <a:pt x="3447" y="21600"/>
                  <a:pt x="3447" y="21600"/>
                </a:cubicBezTo>
                <a:cubicBezTo>
                  <a:pt x="2757" y="21600"/>
                  <a:pt x="2757" y="21600"/>
                  <a:pt x="2757" y="21600"/>
                </a:cubicBezTo>
                <a:cubicBezTo>
                  <a:pt x="2757" y="20939"/>
                  <a:pt x="2757" y="20939"/>
                  <a:pt x="2757" y="20939"/>
                </a:cubicBezTo>
                <a:cubicBezTo>
                  <a:pt x="2757" y="12563"/>
                  <a:pt x="2757" y="12563"/>
                  <a:pt x="2757" y="12563"/>
                </a:cubicBezTo>
                <a:cubicBezTo>
                  <a:pt x="689" y="12563"/>
                  <a:pt x="689" y="12563"/>
                  <a:pt x="689" y="12563"/>
                </a:cubicBezTo>
                <a:cubicBezTo>
                  <a:pt x="0" y="11020"/>
                  <a:pt x="0" y="11020"/>
                  <a:pt x="0" y="11020"/>
                </a:cubicBezTo>
                <a:cubicBezTo>
                  <a:pt x="10111" y="661"/>
                  <a:pt x="10111" y="661"/>
                  <a:pt x="10111" y="661"/>
                </a:cubicBezTo>
                <a:cubicBezTo>
                  <a:pt x="10800" y="0"/>
                  <a:pt x="10800" y="0"/>
                  <a:pt x="10800" y="0"/>
                </a:cubicBezTo>
                <a:cubicBezTo>
                  <a:pt x="11489" y="661"/>
                  <a:pt x="11489" y="661"/>
                  <a:pt x="11489" y="661"/>
                </a:cubicBezTo>
                <a:cubicBezTo>
                  <a:pt x="21600" y="11020"/>
                  <a:pt x="21600" y="11020"/>
                  <a:pt x="21600" y="11020"/>
                </a:cubicBezTo>
                <a:cubicBezTo>
                  <a:pt x="20681" y="12563"/>
                  <a:pt x="20681" y="12563"/>
                  <a:pt x="20681" y="12563"/>
                </a:cubicBezTo>
                <a:cubicBezTo>
                  <a:pt x="18613" y="12563"/>
                  <a:pt x="18613" y="12563"/>
                  <a:pt x="18613" y="12563"/>
                </a:cubicBezTo>
                <a:close/>
                <a:moveTo>
                  <a:pt x="17004" y="1763"/>
                </a:moveTo>
                <a:cubicBezTo>
                  <a:pt x="17694" y="1763"/>
                  <a:pt x="17694" y="1763"/>
                  <a:pt x="17694" y="1763"/>
                </a:cubicBezTo>
                <a:cubicBezTo>
                  <a:pt x="17694" y="441"/>
                  <a:pt x="17694" y="441"/>
                  <a:pt x="17694" y="441"/>
                </a:cubicBezTo>
                <a:cubicBezTo>
                  <a:pt x="14017" y="441"/>
                  <a:pt x="14017" y="441"/>
                  <a:pt x="14017" y="441"/>
                </a:cubicBezTo>
                <a:cubicBezTo>
                  <a:pt x="14017" y="1763"/>
                  <a:pt x="14017" y="1763"/>
                  <a:pt x="14017" y="1763"/>
                </a:cubicBezTo>
                <a:cubicBezTo>
                  <a:pt x="14706" y="1763"/>
                  <a:pt x="14706" y="1763"/>
                  <a:pt x="14706" y="1763"/>
                </a:cubicBezTo>
                <a:cubicBezTo>
                  <a:pt x="14706" y="2865"/>
                  <a:pt x="14706" y="2865"/>
                  <a:pt x="14706" y="2865"/>
                </a:cubicBezTo>
                <a:cubicBezTo>
                  <a:pt x="17004" y="5510"/>
                  <a:pt x="17004" y="5510"/>
                  <a:pt x="17004" y="5510"/>
                </a:cubicBezTo>
                <a:lnTo>
                  <a:pt x="17004" y="1763"/>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1" name="Shape 7161"/>
          <p:cNvSpPr/>
          <p:nvPr/>
        </p:nvSpPr>
        <p:spPr>
          <a:xfrm>
            <a:off x="18656304" y="9483528"/>
            <a:ext cx="800616" cy="847285"/>
          </a:xfrm>
          <a:custGeom>
            <a:avLst/>
            <a:gdLst/>
            <a:ahLst/>
            <a:cxnLst>
              <a:cxn ang="0">
                <a:pos x="wd2" y="hd2"/>
              </a:cxn>
              <a:cxn ang="5400000">
                <a:pos x="wd2" y="hd2"/>
              </a:cxn>
              <a:cxn ang="10800000">
                <a:pos x="wd2" y="hd2"/>
              </a:cxn>
              <a:cxn ang="16200000">
                <a:pos x="wd2" y="hd2"/>
              </a:cxn>
            </a:cxnLst>
            <a:rect l="0" t="0" r="r" b="b"/>
            <a:pathLst>
              <a:path w="21273" h="21600" fill="norm" stroke="1" extrusionOk="0">
                <a:moveTo>
                  <a:pt x="491" y="7130"/>
                </a:moveTo>
                <a:cubicBezTo>
                  <a:pt x="2672" y="7130"/>
                  <a:pt x="2672" y="7130"/>
                  <a:pt x="2672" y="7130"/>
                </a:cubicBezTo>
                <a:cubicBezTo>
                  <a:pt x="2672" y="10066"/>
                  <a:pt x="2672" y="10066"/>
                  <a:pt x="2672" y="10066"/>
                </a:cubicBezTo>
                <a:cubicBezTo>
                  <a:pt x="2891" y="10066"/>
                  <a:pt x="2891" y="10066"/>
                  <a:pt x="2891" y="10066"/>
                </a:cubicBezTo>
                <a:cubicBezTo>
                  <a:pt x="3109" y="10066"/>
                  <a:pt x="3109" y="10066"/>
                  <a:pt x="3109" y="10066"/>
                </a:cubicBezTo>
                <a:cubicBezTo>
                  <a:pt x="3109" y="419"/>
                  <a:pt x="3109" y="419"/>
                  <a:pt x="3109" y="419"/>
                </a:cubicBezTo>
                <a:cubicBezTo>
                  <a:pt x="3109" y="0"/>
                  <a:pt x="3109" y="0"/>
                  <a:pt x="3109" y="0"/>
                </a:cubicBezTo>
                <a:cubicBezTo>
                  <a:pt x="3763" y="0"/>
                  <a:pt x="3763" y="0"/>
                  <a:pt x="3763" y="0"/>
                </a:cubicBezTo>
                <a:cubicBezTo>
                  <a:pt x="14018" y="0"/>
                  <a:pt x="14018" y="0"/>
                  <a:pt x="14018" y="0"/>
                </a:cubicBezTo>
                <a:cubicBezTo>
                  <a:pt x="14018" y="0"/>
                  <a:pt x="14018" y="0"/>
                  <a:pt x="14018" y="0"/>
                </a:cubicBezTo>
                <a:cubicBezTo>
                  <a:pt x="14236" y="0"/>
                  <a:pt x="14236" y="0"/>
                  <a:pt x="14236" y="0"/>
                </a:cubicBezTo>
                <a:cubicBezTo>
                  <a:pt x="17945" y="1887"/>
                  <a:pt x="17945" y="1887"/>
                  <a:pt x="17945" y="1887"/>
                </a:cubicBezTo>
                <a:cubicBezTo>
                  <a:pt x="18163" y="2097"/>
                  <a:pt x="18163" y="2097"/>
                  <a:pt x="18163" y="2097"/>
                </a:cubicBezTo>
                <a:cubicBezTo>
                  <a:pt x="18163" y="2307"/>
                  <a:pt x="18163" y="2307"/>
                  <a:pt x="18163" y="2307"/>
                </a:cubicBezTo>
                <a:cubicBezTo>
                  <a:pt x="18163" y="10066"/>
                  <a:pt x="18163" y="10066"/>
                  <a:pt x="18163" y="10066"/>
                </a:cubicBezTo>
                <a:cubicBezTo>
                  <a:pt x="18381" y="10066"/>
                  <a:pt x="18381" y="10066"/>
                  <a:pt x="18381" y="10066"/>
                </a:cubicBezTo>
                <a:cubicBezTo>
                  <a:pt x="18818" y="10066"/>
                  <a:pt x="18818" y="10066"/>
                  <a:pt x="18818" y="10066"/>
                </a:cubicBezTo>
                <a:cubicBezTo>
                  <a:pt x="18818" y="7130"/>
                  <a:pt x="18818" y="7130"/>
                  <a:pt x="18818" y="7130"/>
                </a:cubicBezTo>
                <a:cubicBezTo>
                  <a:pt x="20781" y="7130"/>
                  <a:pt x="20781" y="7130"/>
                  <a:pt x="20781" y="7130"/>
                </a:cubicBezTo>
                <a:cubicBezTo>
                  <a:pt x="21436" y="10485"/>
                  <a:pt x="21436" y="14050"/>
                  <a:pt x="20781" y="17406"/>
                </a:cubicBezTo>
                <a:cubicBezTo>
                  <a:pt x="18163" y="17406"/>
                  <a:pt x="18163" y="17406"/>
                  <a:pt x="18163" y="17406"/>
                </a:cubicBezTo>
                <a:cubicBezTo>
                  <a:pt x="18163" y="21600"/>
                  <a:pt x="18163" y="21600"/>
                  <a:pt x="18163" y="21600"/>
                </a:cubicBezTo>
                <a:cubicBezTo>
                  <a:pt x="18163" y="21600"/>
                  <a:pt x="18163" y="21600"/>
                  <a:pt x="18163" y="21600"/>
                </a:cubicBezTo>
                <a:cubicBezTo>
                  <a:pt x="3109" y="21600"/>
                  <a:pt x="3109" y="21600"/>
                  <a:pt x="3109" y="21600"/>
                </a:cubicBezTo>
                <a:cubicBezTo>
                  <a:pt x="3109" y="17406"/>
                  <a:pt x="3109" y="17406"/>
                  <a:pt x="3109" y="17406"/>
                </a:cubicBezTo>
                <a:cubicBezTo>
                  <a:pt x="491" y="17406"/>
                  <a:pt x="491" y="17406"/>
                  <a:pt x="491" y="17406"/>
                </a:cubicBezTo>
                <a:cubicBezTo>
                  <a:pt x="-164" y="14050"/>
                  <a:pt x="-164" y="10695"/>
                  <a:pt x="491" y="7130"/>
                </a:cubicBezTo>
                <a:close/>
                <a:moveTo>
                  <a:pt x="4636" y="10066"/>
                </a:moveTo>
                <a:cubicBezTo>
                  <a:pt x="16854" y="10066"/>
                  <a:pt x="16854" y="10066"/>
                  <a:pt x="16854" y="10066"/>
                </a:cubicBezTo>
                <a:cubicBezTo>
                  <a:pt x="16854" y="3355"/>
                  <a:pt x="16854" y="3355"/>
                  <a:pt x="16854" y="3355"/>
                </a:cubicBezTo>
                <a:cubicBezTo>
                  <a:pt x="14236" y="3355"/>
                  <a:pt x="14236" y="3355"/>
                  <a:pt x="14236" y="3355"/>
                </a:cubicBezTo>
                <a:cubicBezTo>
                  <a:pt x="14018" y="3355"/>
                  <a:pt x="14018" y="3355"/>
                  <a:pt x="14018" y="3355"/>
                </a:cubicBezTo>
                <a:cubicBezTo>
                  <a:pt x="13800" y="2936"/>
                  <a:pt x="13800" y="2936"/>
                  <a:pt x="13800" y="2936"/>
                </a:cubicBezTo>
                <a:cubicBezTo>
                  <a:pt x="13581" y="1468"/>
                  <a:pt x="13581" y="1468"/>
                  <a:pt x="13581" y="1468"/>
                </a:cubicBezTo>
                <a:cubicBezTo>
                  <a:pt x="4636" y="1468"/>
                  <a:pt x="4636" y="1468"/>
                  <a:pt x="4636" y="1468"/>
                </a:cubicBezTo>
                <a:cubicBezTo>
                  <a:pt x="4636" y="10066"/>
                  <a:pt x="4636" y="10066"/>
                  <a:pt x="4636" y="10066"/>
                </a:cubicBezTo>
                <a:close/>
                <a:moveTo>
                  <a:pt x="16636" y="15309"/>
                </a:moveTo>
                <a:cubicBezTo>
                  <a:pt x="4636" y="15309"/>
                  <a:pt x="4636" y="15309"/>
                  <a:pt x="4636" y="15309"/>
                </a:cubicBezTo>
                <a:cubicBezTo>
                  <a:pt x="4636" y="20132"/>
                  <a:pt x="4636" y="20132"/>
                  <a:pt x="4636" y="20132"/>
                </a:cubicBezTo>
                <a:cubicBezTo>
                  <a:pt x="16636" y="20132"/>
                  <a:pt x="16636" y="20132"/>
                  <a:pt x="16636" y="20132"/>
                </a:cubicBezTo>
                <a:cubicBezTo>
                  <a:pt x="16636" y="15309"/>
                  <a:pt x="16636" y="15309"/>
                  <a:pt x="16636" y="15309"/>
                </a:cubicBezTo>
                <a:close/>
                <a:moveTo>
                  <a:pt x="5945" y="3355"/>
                </a:moveTo>
                <a:cubicBezTo>
                  <a:pt x="5945" y="4194"/>
                  <a:pt x="5945" y="4194"/>
                  <a:pt x="5945" y="4194"/>
                </a:cubicBezTo>
                <a:cubicBezTo>
                  <a:pt x="12491" y="4194"/>
                  <a:pt x="12491" y="4194"/>
                  <a:pt x="12491" y="4194"/>
                </a:cubicBezTo>
                <a:cubicBezTo>
                  <a:pt x="12491" y="3355"/>
                  <a:pt x="12491" y="3355"/>
                  <a:pt x="12491" y="3355"/>
                </a:cubicBezTo>
                <a:cubicBezTo>
                  <a:pt x="5945" y="3355"/>
                  <a:pt x="5945" y="3355"/>
                  <a:pt x="5945" y="3355"/>
                </a:cubicBezTo>
                <a:close/>
                <a:moveTo>
                  <a:pt x="5945" y="6920"/>
                </a:moveTo>
                <a:cubicBezTo>
                  <a:pt x="5945" y="7759"/>
                  <a:pt x="5945" y="7759"/>
                  <a:pt x="5945" y="7759"/>
                </a:cubicBezTo>
                <a:cubicBezTo>
                  <a:pt x="15327" y="7759"/>
                  <a:pt x="15327" y="7759"/>
                  <a:pt x="15327" y="7759"/>
                </a:cubicBezTo>
                <a:cubicBezTo>
                  <a:pt x="15327" y="6920"/>
                  <a:pt x="15327" y="6920"/>
                  <a:pt x="15327" y="6920"/>
                </a:cubicBezTo>
                <a:cubicBezTo>
                  <a:pt x="5945" y="6920"/>
                  <a:pt x="5945" y="6920"/>
                  <a:pt x="5945" y="6920"/>
                </a:cubicBezTo>
                <a:close/>
                <a:moveTo>
                  <a:pt x="5945" y="5033"/>
                </a:moveTo>
                <a:cubicBezTo>
                  <a:pt x="5945" y="5872"/>
                  <a:pt x="5945" y="5872"/>
                  <a:pt x="5945" y="5872"/>
                </a:cubicBezTo>
                <a:cubicBezTo>
                  <a:pt x="15327" y="5872"/>
                  <a:pt x="15327" y="5872"/>
                  <a:pt x="15327" y="5872"/>
                </a:cubicBezTo>
                <a:cubicBezTo>
                  <a:pt x="15327" y="5033"/>
                  <a:pt x="15327" y="5033"/>
                  <a:pt x="15327" y="5033"/>
                </a:cubicBezTo>
                <a:cubicBezTo>
                  <a:pt x="5945" y="5033"/>
                  <a:pt x="5945" y="5033"/>
                  <a:pt x="5945" y="5033"/>
                </a:cubicBezTo>
                <a:close/>
                <a:moveTo>
                  <a:pt x="14454" y="1678"/>
                </a:moveTo>
                <a:cubicBezTo>
                  <a:pt x="14454" y="2726"/>
                  <a:pt x="14454" y="2726"/>
                  <a:pt x="14454" y="2726"/>
                </a:cubicBezTo>
                <a:cubicBezTo>
                  <a:pt x="16200" y="2726"/>
                  <a:pt x="16200" y="2726"/>
                  <a:pt x="16200" y="2726"/>
                </a:cubicBezTo>
                <a:cubicBezTo>
                  <a:pt x="14454" y="1678"/>
                  <a:pt x="14454" y="1678"/>
                  <a:pt x="14454" y="1678"/>
                </a:cubicBezTo>
                <a:close/>
                <a:moveTo>
                  <a:pt x="16418" y="11744"/>
                </a:moveTo>
                <a:cubicBezTo>
                  <a:pt x="16418" y="12583"/>
                  <a:pt x="16418" y="12583"/>
                  <a:pt x="16418" y="12583"/>
                </a:cubicBezTo>
                <a:cubicBezTo>
                  <a:pt x="17072" y="12583"/>
                  <a:pt x="17072" y="12583"/>
                  <a:pt x="17072" y="12583"/>
                </a:cubicBezTo>
                <a:cubicBezTo>
                  <a:pt x="18163" y="12583"/>
                  <a:pt x="18163" y="12583"/>
                  <a:pt x="18163" y="12583"/>
                </a:cubicBezTo>
                <a:cubicBezTo>
                  <a:pt x="18818" y="12583"/>
                  <a:pt x="18818" y="12583"/>
                  <a:pt x="18818" y="12583"/>
                </a:cubicBezTo>
                <a:cubicBezTo>
                  <a:pt x="18818" y="11744"/>
                  <a:pt x="18818" y="11744"/>
                  <a:pt x="18818" y="11744"/>
                </a:cubicBezTo>
                <a:cubicBezTo>
                  <a:pt x="18163" y="11744"/>
                  <a:pt x="18163" y="11744"/>
                  <a:pt x="18163" y="11744"/>
                </a:cubicBezTo>
                <a:cubicBezTo>
                  <a:pt x="17072" y="11744"/>
                  <a:pt x="17072" y="11744"/>
                  <a:pt x="17072" y="11744"/>
                </a:cubicBezTo>
                <a:lnTo>
                  <a:pt x="16418" y="11744"/>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2" name="Shape 7162"/>
          <p:cNvSpPr/>
          <p:nvPr/>
        </p:nvSpPr>
        <p:spPr>
          <a:xfrm>
            <a:off x="20344711" y="9517876"/>
            <a:ext cx="603147" cy="794849"/>
          </a:xfrm>
          <a:custGeom>
            <a:avLst/>
            <a:gdLst/>
            <a:ahLst/>
            <a:cxnLst>
              <a:cxn ang="0">
                <a:pos x="wd2" y="hd2"/>
              </a:cxn>
              <a:cxn ang="5400000">
                <a:pos x="wd2" y="hd2"/>
              </a:cxn>
              <a:cxn ang="10800000">
                <a:pos x="wd2" y="hd2"/>
              </a:cxn>
              <a:cxn ang="16200000">
                <a:pos x="wd2" y="hd2"/>
              </a:cxn>
            </a:cxnLst>
            <a:rect l="0" t="0" r="r" b="b"/>
            <a:pathLst>
              <a:path w="21334" h="21524" fill="norm" stroke="1" extrusionOk="0">
                <a:moveTo>
                  <a:pt x="6130" y="0"/>
                </a:moveTo>
                <a:cubicBezTo>
                  <a:pt x="17514" y="0"/>
                  <a:pt x="17514" y="0"/>
                  <a:pt x="17514" y="0"/>
                </a:cubicBezTo>
                <a:cubicBezTo>
                  <a:pt x="18681" y="0"/>
                  <a:pt x="19265" y="223"/>
                  <a:pt x="19849" y="668"/>
                </a:cubicBezTo>
                <a:cubicBezTo>
                  <a:pt x="20432" y="1113"/>
                  <a:pt x="21016" y="1781"/>
                  <a:pt x="21016" y="2449"/>
                </a:cubicBezTo>
                <a:cubicBezTo>
                  <a:pt x="21016" y="12470"/>
                  <a:pt x="21016" y="12470"/>
                  <a:pt x="21016" y="12470"/>
                </a:cubicBezTo>
                <a:cubicBezTo>
                  <a:pt x="20724" y="12247"/>
                  <a:pt x="20432" y="11802"/>
                  <a:pt x="20432" y="11579"/>
                </a:cubicBezTo>
                <a:cubicBezTo>
                  <a:pt x="19849" y="11134"/>
                  <a:pt x="19265" y="10689"/>
                  <a:pt x="18389" y="10466"/>
                </a:cubicBezTo>
                <a:cubicBezTo>
                  <a:pt x="18389" y="2449"/>
                  <a:pt x="18389" y="2449"/>
                  <a:pt x="18389" y="2449"/>
                </a:cubicBezTo>
                <a:cubicBezTo>
                  <a:pt x="18389" y="2227"/>
                  <a:pt x="18389" y="2004"/>
                  <a:pt x="18097" y="2004"/>
                </a:cubicBezTo>
                <a:cubicBezTo>
                  <a:pt x="18097" y="1781"/>
                  <a:pt x="17805" y="1781"/>
                  <a:pt x="17514" y="1781"/>
                </a:cubicBezTo>
                <a:cubicBezTo>
                  <a:pt x="7297" y="1781"/>
                  <a:pt x="7297" y="1781"/>
                  <a:pt x="7297" y="1781"/>
                </a:cubicBezTo>
                <a:cubicBezTo>
                  <a:pt x="7589" y="2449"/>
                  <a:pt x="7589" y="2449"/>
                  <a:pt x="7589" y="2449"/>
                </a:cubicBezTo>
                <a:cubicBezTo>
                  <a:pt x="7589" y="3118"/>
                  <a:pt x="7589" y="3118"/>
                  <a:pt x="7589" y="3118"/>
                </a:cubicBezTo>
                <a:cubicBezTo>
                  <a:pt x="7589" y="3563"/>
                  <a:pt x="7589" y="3786"/>
                  <a:pt x="7589" y="4008"/>
                </a:cubicBezTo>
                <a:cubicBezTo>
                  <a:pt x="7589" y="4231"/>
                  <a:pt x="7297" y="4676"/>
                  <a:pt x="6714" y="4899"/>
                </a:cubicBezTo>
                <a:cubicBezTo>
                  <a:pt x="6422" y="5122"/>
                  <a:pt x="6130" y="5344"/>
                  <a:pt x="5546" y="5344"/>
                </a:cubicBezTo>
                <a:cubicBezTo>
                  <a:pt x="5254" y="5344"/>
                  <a:pt x="4962" y="5344"/>
                  <a:pt x="4670" y="5344"/>
                </a:cubicBezTo>
                <a:cubicBezTo>
                  <a:pt x="3503" y="5344"/>
                  <a:pt x="3503" y="5344"/>
                  <a:pt x="3503" y="5344"/>
                </a:cubicBezTo>
                <a:cubicBezTo>
                  <a:pt x="2335" y="5122"/>
                  <a:pt x="2335" y="5122"/>
                  <a:pt x="2335" y="5122"/>
                </a:cubicBezTo>
                <a:cubicBezTo>
                  <a:pt x="2335" y="17592"/>
                  <a:pt x="2335" y="17592"/>
                  <a:pt x="2335" y="17592"/>
                </a:cubicBezTo>
                <a:cubicBezTo>
                  <a:pt x="2335" y="17814"/>
                  <a:pt x="2627" y="17814"/>
                  <a:pt x="2627" y="18037"/>
                </a:cubicBezTo>
                <a:cubicBezTo>
                  <a:pt x="2627" y="18037"/>
                  <a:pt x="2627" y="18037"/>
                  <a:pt x="2627" y="18037"/>
                </a:cubicBezTo>
                <a:cubicBezTo>
                  <a:pt x="2919" y="18037"/>
                  <a:pt x="2919" y="18260"/>
                  <a:pt x="3211" y="18260"/>
                </a:cubicBezTo>
                <a:cubicBezTo>
                  <a:pt x="8173" y="18260"/>
                  <a:pt x="8173" y="18260"/>
                  <a:pt x="8173" y="18260"/>
                </a:cubicBezTo>
                <a:cubicBezTo>
                  <a:pt x="8173" y="18260"/>
                  <a:pt x="8465" y="18482"/>
                  <a:pt x="8465" y="18705"/>
                </a:cubicBezTo>
                <a:cubicBezTo>
                  <a:pt x="9049" y="19151"/>
                  <a:pt x="9924" y="19596"/>
                  <a:pt x="10800" y="20041"/>
                </a:cubicBezTo>
                <a:cubicBezTo>
                  <a:pt x="3211" y="20041"/>
                  <a:pt x="3211" y="20041"/>
                  <a:pt x="3211" y="20041"/>
                </a:cubicBezTo>
                <a:cubicBezTo>
                  <a:pt x="2335" y="20041"/>
                  <a:pt x="1459" y="19819"/>
                  <a:pt x="876" y="19373"/>
                </a:cubicBezTo>
                <a:cubicBezTo>
                  <a:pt x="876" y="19373"/>
                  <a:pt x="876" y="19373"/>
                  <a:pt x="876" y="19373"/>
                </a:cubicBezTo>
                <a:cubicBezTo>
                  <a:pt x="876" y="19373"/>
                  <a:pt x="876" y="19373"/>
                  <a:pt x="876" y="19373"/>
                </a:cubicBezTo>
                <a:cubicBezTo>
                  <a:pt x="292" y="18928"/>
                  <a:pt x="0" y="18260"/>
                  <a:pt x="0" y="17592"/>
                </a:cubicBezTo>
                <a:cubicBezTo>
                  <a:pt x="0" y="4454"/>
                  <a:pt x="0" y="4454"/>
                  <a:pt x="0" y="4454"/>
                </a:cubicBezTo>
                <a:cubicBezTo>
                  <a:pt x="0" y="4008"/>
                  <a:pt x="0" y="4008"/>
                  <a:pt x="0" y="4008"/>
                </a:cubicBezTo>
                <a:cubicBezTo>
                  <a:pt x="292" y="3786"/>
                  <a:pt x="292" y="3786"/>
                  <a:pt x="292" y="3786"/>
                </a:cubicBezTo>
                <a:cubicBezTo>
                  <a:pt x="5254" y="223"/>
                  <a:pt x="5254" y="223"/>
                  <a:pt x="5254" y="223"/>
                </a:cubicBezTo>
                <a:cubicBezTo>
                  <a:pt x="5546" y="0"/>
                  <a:pt x="5546" y="0"/>
                  <a:pt x="5546" y="0"/>
                </a:cubicBezTo>
                <a:cubicBezTo>
                  <a:pt x="6130" y="0"/>
                  <a:pt x="6130" y="0"/>
                  <a:pt x="6130" y="0"/>
                </a:cubicBezTo>
                <a:close/>
                <a:moveTo>
                  <a:pt x="4962" y="11579"/>
                </a:moveTo>
                <a:cubicBezTo>
                  <a:pt x="4962" y="12470"/>
                  <a:pt x="4962" y="12470"/>
                  <a:pt x="4962" y="12470"/>
                </a:cubicBezTo>
                <a:cubicBezTo>
                  <a:pt x="7881" y="12470"/>
                  <a:pt x="7881" y="12470"/>
                  <a:pt x="7881" y="12470"/>
                </a:cubicBezTo>
                <a:cubicBezTo>
                  <a:pt x="7881" y="11579"/>
                  <a:pt x="7881" y="11579"/>
                  <a:pt x="7881" y="11579"/>
                </a:cubicBezTo>
                <a:cubicBezTo>
                  <a:pt x="4962" y="11579"/>
                  <a:pt x="4962" y="11579"/>
                  <a:pt x="4962" y="11579"/>
                </a:cubicBezTo>
                <a:close/>
                <a:moveTo>
                  <a:pt x="4962" y="8907"/>
                </a:moveTo>
                <a:cubicBezTo>
                  <a:pt x="4962" y="9798"/>
                  <a:pt x="4962" y="9798"/>
                  <a:pt x="4962" y="9798"/>
                </a:cubicBezTo>
                <a:cubicBezTo>
                  <a:pt x="16346" y="9798"/>
                  <a:pt x="16346" y="9798"/>
                  <a:pt x="16346" y="9798"/>
                </a:cubicBezTo>
                <a:cubicBezTo>
                  <a:pt x="16346" y="8907"/>
                  <a:pt x="16346" y="8907"/>
                  <a:pt x="16346" y="8907"/>
                </a:cubicBezTo>
                <a:cubicBezTo>
                  <a:pt x="4962" y="8907"/>
                  <a:pt x="4962" y="8907"/>
                  <a:pt x="4962" y="8907"/>
                </a:cubicBezTo>
                <a:close/>
                <a:moveTo>
                  <a:pt x="4962" y="6235"/>
                </a:moveTo>
                <a:cubicBezTo>
                  <a:pt x="4962" y="7348"/>
                  <a:pt x="4962" y="7348"/>
                  <a:pt x="4962" y="7348"/>
                </a:cubicBezTo>
                <a:cubicBezTo>
                  <a:pt x="16346" y="7348"/>
                  <a:pt x="16346" y="7348"/>
                  <a:pt x="16346" y="7348"/>
                </a:cubicBezTo>
                <a:cubicBezTo>
                  <a:pt x="16346" y="6235"/>
                  <a:pt x="16346" y="6235"/>
                  <a:pt x="16346" y="6235"/>
                </a:cubicBezTo>
                <a:cubicBezTo>
                  <a:pt x="4962" y="6235"/>
                  <a:pt x="4962" y="6235"/>
                  <a:pt x="4962" y="6235"/>
                </a:cubicBezTo>
                <a:close/>
                <a:moveTo>
                  <a:pt x="9924" y="3786"/>
                </a:moveTo>
                <a:cubicBezTo>
                  <a:pt x="9924" y="4899"/>
                  <a:pt x="9924" y="4899"/>
                  <a:pt x="9924" y="4899"/>
                </a:cubicBezTo>
                <a:cubicBezTo>
                  <a:pt x="16346" y="4899"/>
                  <a:pt x="16346" y="4899"/>
                  <a:pt x="16346" y="4899"/>
                </a:cubicBezTo>
                <a:cubicBezTo>
                  <a:pt x="16346" y="3786"/>
                  <a:pt x="16346" y="3786"/>
                  <a:pt x="16346" y="3786"/>
                </a:cubicBezTo>
                <a:cubicBezTo>
                  <a:pt x="9924" y="3786"/>
                  <a:pt x="9924" y="3786"/>
                  <a:pt x="9924" y="3786"/>
                </a:cubicBezTo>
                <a:close/>
                <a:moveTo>
                  <a:pt x="11968" y="15365"/>
                </a:moveTo>
                <a:cubicBezTo>
                  <a:pt x="12551" y="14252"/>
                  <a:pt x="14011" y="13584"/>
                  <a:pt x="16054" y="13361"/>
                </a:cubicBezTo>
                <a:cubicBezTo>
                  <a:pt x="14011" y="12470"/>
                  <a:pt x="11384" y="13806"/>
                  <a:pt x="11968" y="15365"/>
                </a:cubicBezTo>
                <a:close/>
                <a:moveTo>
                  <a:pt x="11092" y="12025"/>
                </a:moveTo>
                <a:cubicBezTo>
                  <a:pt x="9924" y="12693"/>
                  <a:pt x="9341" y="13584"/>
                  <a:pt x="9049" y="14697"/>
                </a:cubicBezTo>
                <a:cubicBezTo>
                  <a:pt x="9049" y="15588"/>
                  <a:pt x="9341" y="16701"/>
                  <a:pt x="10216" y="17592"/>
                </a:cubicBezTo>
                <a:cubicBezTo>
                  <a:pt x="11092" y="18482"/>
                  <a:pt x="12551" y="19151"/>
                  <a:pt x="13719" y="19151"/>
                </a:cubicBezTo>
                <a:cubicBezTo>
                  <a:pt x="14886" y="19373"/>
                  <a:pt x="16054" y="19151"/>
                  <a:pt x="16930" y="18705"/>
                </a:cubicBezTo>
                <a:cubicBezTo>
                  <a:pt x="16930" y="18928"/>
                  <a:pt x="16930" y="19151"/>
                  <a:pt x="17222" y="19373"/>
                </a:cubicBezTo>
                <a:cubicBezTo>
                  <a:pt x="18973" y="21155"/>
                  <a:pt x="18973" y="21155"/>
                  <a:pt x="18973" y="21155"/>
                </a:cubicBezTo>
                <a:cubicBezTo>
                  <a:pt x="19557" y="21600"/>
                  <a:pt x="20141" y="21600"/>
                  <a:pt x="20724" y="21377"/>
                </a:cubicBezTo>
                <a:cubicBezTo>
                  <a:pt x="20724" y="21377"/>
                  <a:pt x="20724" y="21377"/>
                  <a:pt x="20724" y="21377"/>
                </a:cubicBezTo>
                <a:cubicBezTo>
                  <a:pt x="21308" y="20932"/>
                  <a:pt x="21600" y="20264"/>
                  <a:pt x="21016" y="20041"/>
                </a:cubicBezTo>
                <a:cubicBezTo>
                  <a:pt x="19265" y="18260"/>
                  <a:pt x="19265" y="18260"/>
                  <a:pt x="19265" y="18260"/>
                </a:cubicBezTo>
                <a:cubicBezTo>
                  <a:pt x="18973" y="18037"/>
                  <a:pt x="18681" y="17814"/>
                  <a:pt x="18389" y="17814"/>
                </a:cubicBezTo>
                <a:cubicBezTo>
                  <a:pt x="19265" y="17146"/>
                  <a:pt x="19557" y="16478"/>
                  <a:pt x="19849" y="15588"/>
                </a:cubicBezTo>
                <a:cubicBezTo>
                  <a:pt x="19849" y="14697"/>
                  <a:pt x="19557" y="13584"/>
                  <a:pt x="18681" y="12693"/>
                </a:cubicBezTo>
                <a:cubicBezTo>
                  <a:pt x="17805" y="11802"/>
                  <a:pt x="16346" y="11134"/>
                  <a:pt x="15178" y="11134"/>
                </a:cubicBezTo>
                <a:cubicBezTo>
                  <a:pt x="13719" y="10911"/>
                  <a:pt x="12259" y="11134"/>
                  <a:pt x="11092" y="12025"/>
                </a:cubicBezTo>
                <a:close/>
                <a:moveTo>
                  <a:pt x="14886" y="12470"/>
                </a:moveTo>
                <a:cubicBezTo>
                  <a:pt x="14011" y="12470"/>
                  <a:pt x="13135" y="12470"/>
                  <a:pt x="12259" y="12915"/>
                </a:cubicBezTo>
                <a:cubicBezTo>
                  <a:pt x="11384" y="13584"/>
                  <a:pt x="11092" y="14029"/>
                  <a:pt x="10800" y="14920"/>
                </a:cubicBezTo>
                <a:cubicBezTo>
                  <a:pt x="10800" y="15588"/>
                  <a:pt x="11092" y="16256"/>
                  <a:pt x="11676" y="16924"/>
                </a:cubicBezTo>
                <a:cubicBezTo>
                  <a:pt x="12259" y="17369"/>
                  <a:pt x="13135" y="17814"/>
                  <a:pt x="14011" y="17814"/>
                </a:cubicBezTo>
                <a:cubicBezTo>
                  <a:pt x="14886" y="17814"/>
                  <a:pt x="15762" y="17814"/>
                  <a:pt x="16638" y="17369"/>
                </a:cubicBezTo>
                <a:cubicBezTo>
                  <a:pt x="17514" y="16924"/>
                  <a:pt x="17805" y="16256"/>
                  <a:pt x="17805" y="15365"/>
                </a:cubicBezTo>
                <a:cubicBezTo>
                  <a:pt x="18097" y="14697"/>
                  <a:pt x="17805" y="14029"/>
                  <a:pt x="17222" y="13584"/>
                </a:cubicBezTo>
                <a:cubicBezTo>
                  <a:pt x="16638" y="12915"/>
                  <a:pt x="15762" y="12470"/>
                  <a:pt x="14886" y="12470"/>
                </a:cubicBezTo>
                <a:close/>
                <a:moveTo>
                  <a:pt x="6130" y="2004"/>
                </a:moveTo>
                <a:cubicBezTo>
                  <a:pt x="3211" y="4231"/>
                  <a:pt x="3211" y="4231"/>
                  <a:pt x="3211" y="4231"/>
                </a:cubicBezTo>
                <a:cubicBezTo>
                  <a:pt x="3795" y="4231"/>
                  <a:pt x="3795" y="4231"/>
                  <a:pt x="3795" y="4231"/>
                </a:cubicBezTo>
                <a:cubicBezTo>
                  <a:pt x="4962" y="4454"/>
                  <a:pt x="4962" y="4454"/>
                  <a:pt x="4962" y="4454"/>
                </a:cubicBezTo>
                <a:cubicBezTo>
                  <a:pt x="4962" y="4454"/>
                  <a:pt x="4962" y="4454"/>
                  <a:pt x="4962" y="4454"/>
                </a:cubicBezTo>
                <a:cubicBezTo>
                  <a:pt x="4962" y="4454"/>
                  <a:pt x="4962" y="4454"/>
                  <a:pt x="4962" y="4454"/>
                </a:cubicBezTo>
                <a:cubicBezTo>
                  <a:pt x="4962" y="4454"/>
                  <a:pt x="5254" y="4454"/>
                  <a:pt x="5254" y="4454"/>
                </a:cubicBezTo>
                <a:cubicBezTo>
                  <a:pt x="5546" y="4454"/>
                  <a:pt x="5838" y="4231"/>
                  <a:pt x="6130" y="4231"/>
                </a:cubicBezTo>
                <a:cubicBezTo>
                  <a:pt x="6130" y="4008"/>
                  <a:pt x="6422" y="3786"/>
                  <a:pt x="6422" y="3786"/>
                </a:cubicBezTo>
                <a:cubicBezTo>
                  <a:pt x="6422" y="3563"/>
                  <a:pt x="6422" y="3563"/>
                  <a:pt x="6422" y="3340"/>
                </a:cubicBezTo>
                <a:cubicBezTo>
                  <a:pt x="6422" y="3340"/>
                  <a:pt x="6422" y="3340"/>
                  <a:pt x="6422" y="3340"/>
                </a:cubicBezTo>
                <a:cubicBezTo>
                  <a:pt x="6422" y="3340"/>
                  <a:pt x="6422" y="3340"/>
                  <a:pt x="6422" y="3340"/>
                </a:cubicBezTo>
                <a:cubicBezTo>
                  <a:pt x="6130" y="2449"/>
                  <a:pt x="6130" y="2449"/>
                  <a:pt x="6130" y="2449"/>
                </a:cubicBezTo>
                <a:lnTo>
                  <a:pt x="6130" y="2004"/>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3" name="Shape 7163"/>
          <p:cNvSpPr/>
          <p:nvPr/>
        </p:nvSpPr>
        <p:spPr>
          <a:xfrm>
            <a:off x="17169307" y="9567494"/>
            <a:ext cx="683169" cy="6831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30" y="0"/>
                </a:moveTo>
                <a:cubicBezTo>
                  <a:pt x="13793" y="0"/>
                  <a:pt x="16655" y="1301"/>
                  <a:pt x="18477" y="3123"/>
                </a:cubicBezTo>
                <a:cubicBezTo>
                  <a:pt x="20559" y="5205"/>
                  <a:pt x="21600" y="7807"/>
                  <a:pt x="21600" y="10670"/>
                </a:cubicBezTo>
                <a:cubicBezTo>
                  <a:pt x="21600" y="13793"/>
                  <a:pt x="20559" y="16395"/>
                  <a:pt x="18477" y="18477"/>
                </a:cubicBezTo>
                <a:cubicBezTo>
                  <a:pt x="16655" y="20299"/>
                  <a:pt x="13793" y="21600"/>
                  <a:pt x="10930" y="21600"/>
                </a:cubicBezTo>
                <a:cubicBezTo>
                  <a:pt x="7807" y="21600"/>
                  <a:pt x="5205" y="20299"/>
                  <a:pt x="3123" y="18477"/>
                </a:cubicBezTo>
                <a:cubicBezTo>
                  <a:pt x="1301" y="16395"/>
                  <a:pt x="0" y="13793"/>
                  <a:pt x="0" y="10670"/>
                </a:cubicBezTo>
                <a:cubicBezTo>
                  <a:pt x="0" y="7807"/>
                  <a:pt x="1301" y="5205"/>
                  <a:pt x="3123" y="3123"/>
                </a:cubicBezTo>
                <a:cubicBezTo>
                  <a:pt x="5205" y="1301"/>
                  <a:pt x="7807" y="0"/>
                  <a:pt x="10930" y="0"/>
                </a:cubicBezTo>
                <a:close/>
                <a:moveTo>
                  <a:pt x="15094" y="11971"/>
                </a:moveTo>
                <a:cubicBezTo>
                  <a:pt x="16135" y="11451"/>
                  <a:pt x="16395" y="10410"/>
                  <a:pt x="15354" y="9629"/>
                </a:cubicBezTo>
                <a:cubicBezTo>
                  <a:pt x="14313" y="9108"/>
                  <a:pt x="13272" y="8588"/>
                  <a:pt x="12492" y="8067"/>
                </a:cubicBezTo>
                <a:cubicBezTo>
                  <a:pt x="11451" y="7547"/>
                  <a:pt x="10670" y="7027"/>
                  <a:pt x="9629" y="6506"/>
                </a:cubicBezTo>
                <a:cubicBezTo>
                  <a:pt x="8588" y="5725"/>
                  <a:pt x="7547" y="6246"/>
                  <a:pt x="7547" y="7547"/>
                </a:cubicBezTo>
                <a:cubicBezTo>
                  <a:pt x="7547" y="8588"/>
                  <a:pt x="7547" y="9629"/>
                  <a:pt x="7547" y="10670"/>
                </a:cubicBezTo>
                <a:cubicBezTo>
                  <a:pt x="7547" y="11711"/>
                  <a:pt x="7547" y="12752"/>
                  <a:pt x="7547" y="13793"/>
                </a:cubicBezTo>
                <a:cubicBezTo>
                  <a:pt x="7547" y="15094"/>
                  <a:pt x="8328" y="15875"/>
                  <a:pt x="9369" y="15354"/>
                </a:cubicBezTo>
                <a:cubicBezTo>
                  <a:pt x="10410" y="14573"/>
                  <a:pt x="11451" y="14053"/>
                  <a:pt x="12492" y="13533"/>
                </a:cubicBezTo>
                <a:cubicBezTo>
                  <a:pt x="13272" y="13012"/>
                  <a:pt x="14313" y="12492"/>
                  <a:pt x="15094" y="11971"/>
                </a:cubicBezTo>
                <a:close/>
                <a:moveTo>
                  <a:pt x="15875" y="5986"/>
                </a:moveTo>
                <a:cubicBezTo>
                  <a:pt x="14573" y="4684"/>
                  <a:pt x="12752" y="3904"/>
                  <a:pt x="10930" y="3904"/>
                </a:cubicBezTo>
                <a:cubicBezTo>
                  <a:pt x="8848" y="3904"/>
                  <a:pt x="7287" y="4684"/>
                  <a:pt x="5986" y="5986"/>
                </a:cubicBezTo>
                <a:cubicBezTo>
                  <a:pt x="4684" y="7027"/>
                  <a:pt x="3904" y="8848"/>
                  <a:pt x="3904" y="10670"/>
                </a:cubicBezTo>
                <a:cubicBezTo>
                  <a:pt x="3904" y="12752"/>
                  <a:pt x="4684" y="14573"/>
                  <a:pt x="5986" y="15614"/>
                </a:cubicBezTo>
                <a:cubicBezTo>
                  <a:pt x="7287" y="16916"/>
                  <a:pt x="8848" y="17696"/>
                  <a:pt x="10930" y="17696"/>
                </a:cubicBezTo>
                <a:cubicBezTo>
                  <a:pt x="12752" y="17696"/>
                  <a:pt x="14573" y="16916"/>
                  <a:pt x="15875" y="15614"/>
                </a:cubicBezTo>
                <a:cubicBezTo>
                  <a:pt x="17176" y="14573"/>
                  <a:pt x="17957" y="12752"/>
                  <a:pt x="17957" y="10670"/>
                </a:cubicBezTo>
                <a:cubicBezTo>
                  <a:pt x="17957" y="8848"/>
                  <a:pt x="17176" y="7027"/>
                  <a:pt x="15875" y="5986"/>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4" name="Shape 7164"/>
          <p:cNvSpPr/>
          <p:nvPr/>
        </p:nvSpPr>
        <p:spPr>
          <a:xfrm>
            <a:off x="21894248" y="9582760"/>
            <a:ext cx="583939" cy="6679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5388" y="0"/>
                </a:lnTo>
                <a:lnTo>
                  <a:pt x="15388" y="2469"/>
                </a:lnTo>
                <a:lnTo>
                  <a:pt x="12706" y="2469"/>
                </a:lnTo>
                <a:lnTo>
                  <a:pt x="12706" y="6171"/>
                </a:lnTo>
                <a:lnTo>
                  <a:pt x="8471" y="6171"/>
                </a:lnTo>
                <a:lnTo>
                  <a:pt x="8471" y="12466"/>
                </a:lnTo>
                <a:lnTo>
                  <a:pt x="12706" y="12466"/>
                </a:lnTo>
                <a:lnTo>
                  <a:pt x="12706" y="16293"/>
                </a:lnTo>
                <a:lnTo>
                  <a:pt x="15388" y="16293"/>
                </a:lnTo>
                <a:lnTo>
                  <a:pt x="15388" y="21600"/>
                </a:lnTo>
                <a:lnTo>
                  <a:pt x="7906" y="15429"/>
                </a:lnTo>
                <a:lnTo>
                  <a:pt x="0" y="21600"/>
                </a:lnTo>
                <a:lnTo>
                  <a:pt x="0" y="0"/>
                </a:lnTo>
                <a:close/>
                <a:moveTo>
                  <a:pt x="10871" y="7776"/>
                </a:moveTo>
                <a:lnTo>
                  <a:pt x="10871" y="10615"/>
                </a:lnTo>
                <a:lnTo>
                  <a:pt x="14541" y="10615"/>
                </a:lnTo>
                <a:lnTo>
                  <a:pt x="14541" y="13824"/>
                </a:lnTo>
                <a:lnTo>
                  <a:pt x="17929" y="13824"/>
                </a:lnTo>
                <a:lnTo>
                  <a:pt x="17929" y="10615"/>
                </a:lnTo>
                <a:lnTo>
                  <a:pt x="21600" y="10615"/>
                </a:lnTo>
                <a:lnTo>
                  <a:pt x="21600" y="7776"/>
                </a:lnTo>
                <a:lnTo>
                  <a:pt x="17929" y="7776"/>
                </a:lnTo>
                <a:lnTo>
                  <a:pt x="17929" y="4567"/>
                </a:lnTo>
                <a:lnTo>
                  <a:pt x="14541" y="4567"/>
                </a:lnTo>
                <a:lnTo>
                  <a:pt x="14541" y="7776"/>
                </a:lnTo>
                <a:lnTo>
                  <a:pt x="10871" y="777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5" name="Shape 7165"/>
          <p:cNvSpPr/>
          <p:nvPr/>
        </p:nvSpPr>
        <p:spPr>
          <a:xfrm>
            <a:off x="18657777" y="8159170"/>
            <a:ext cx="774767" cy="503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987" y="0"/>
                </a:moveTo>
                <a:cubicBezTo>
                  <a:pt x="18843" y="0"/>
                  <a:pt x="18843" y="0"/>
                  <a:pt x="18843" y="0"/>
                </a:cubicBezTo>
                <a:cubicBezTo>
                  <a:pt x="19302" y="0"/>
                  <a:pt x="19991" y="354"/>
                  <a:pt x="20451" y="708"/>
                </a:cubicBezTo>
                <a:cubicBezTo>
                  <a:pt x="10800" y="11685"/>
                  <a:pt x="10800" y="11685"/>
                  <a:pt x="10800" y="11685"/>
                </a:cubicBezTo>
                <a:cubicBezTo>
                  <a:pt x="1379" y="708"/>
                  <a:pt x="1379" y="708"/>
                  <a:pt x="1379" y="708"/>
                </a:cubicBezTo>
                <a:cubicBezTo>
                  <a:pt x="1838" y="354"/>
                  <a:pt x="2298" y="0"/>
                  <a:pt x="2987" y="0"/>
                </a:cubicBezTo>
                <a:close/>
                <a:moveTo>
                  <a:pt x="21600" y="3187"/>
                </a:moveTo>
                <a:cubicBezTo>
                  <a:pt x="15396" y="10269"/>
                  <a:pt x="15396" y="10269"/>
                  <a:pt x="15396" y="10269"/>
                </a:cubicBezTo>
                <a:cubicBezTo>
                  <a:pt x="21370" y="18767"/>
                  <a:pt x="21370" y="18767"/>
                  <a:pt x="21370" y="18767"/>
                </a:cubicBezTo>
                <a:cubicBezTo>
                  <a:pt x="21600" y="18413"/>
                  <a:pt x="21600" y="17705"/>
                  <a:pt x="21600" y="16997"/>
                </a:cubicBezTo>
                <a:cubicBezTo>
                  <a:pt x="21600" y="4249"/>
                  <a:pt x="21600" y="4249"/>
                  <a:pt x="21600" y="4249"/>
                </a:cubicBezTo>
                <a:cubicBezTo>
                  <a:pt x="21600" y="3895"/>
                  <a:pt x="21600" y="3541"/>
                  <a:pt x="21600" y="3187"/>
                </a:cubicBezTo>
                <a:close/>
                <a:moveTo>
                  <a:pt x="19991" y="21246"/>
                </a:moveTo>
                <a:cubicBezTo>
                  <a:pt x="19532" y="21246"/>
                  <a:pt x="19302" y="21600"/>
                  <a:pt x="18843" y="21600"/>
                </a:cubicBezTo>
                <a:cubicBezTo>
                  <a:pt x="2987" y="21600"/>
                  <a:pt x="2987" y="21600"/>
                  <a:pt x="2987" y="21600"/>
                </a:cubicBezTo>
                <a:cubicBezTo>
                  <a:pt x="2298" y="21600"/>
                  <a:pt x="1838" y="21246"/>
                  <a:pt x="1379" y="20892"/>
                </a:cubicBezTo>
                <a:cubicBezTo>
                  <a:pt x="7813" y="12039"/>
                  <a:pt x="7813" y="12039"/>
                  <a:pt x="7813" y="12039"/>
                </a:cubicBezTo>
                <a:cubicBezTo>
                  <a:pt x="10111" y="14872"/>
                  <a:pt x="10111" y="14872"/>
                  <a:pt x="10111" y="14872"/>
                </a:cubicBezTo>
                <a:cubicBezTo>
                  <a:pt x="10800" y="15580"/>
                  <a:pt x="10800" y="15580"/>
                  <a:pt x="10800" y="15580"/>
                </a:cubicBezTo>
                <a:cubicBezTo>
                  <a:pt x="11489" y="14872"/>
                  <a:pt x="11489" y="14872"/>
                  <a:pt x="11489" y="14872"/>
                </a:cubicBezTo>
                <a:cubicBezTo>
                  <a:pt x="13787" y="12393"/>
                  <a:pt x="13787" y="12393"/>
                  <a:pt x="13787" y="12393"/>
                </a:cubicBezTo>
                <a:cubicBezTo>
                  <a:pt x="19991" y="21246"/>
                  <a:pt x="19991" y="21246"/>
                  <a:pt x="19991" y="21246"/>
                </a:cubicBezTo>
                <a:close/>
                <a:moveTo>
                  <a:pt x="230" y="18413"/>
                </a:moveTo>
                <a:cubicBezTo>
                  <a:pt x="6204" y="10269"/>
                  <a:pt x="6204" y="10269"/>
                  <a:pt x="6204" y="10269"/>
                </a:cubicBezTo>
                <a:cubicBezTo>
                  <a:pt x="230" y="3187"/>
                  <a:pt x="230" y="3187"/>
                  <a:pt x="230" y="3187"/>
                </a:cubicBezTo>
                <a:cubicBezTo>
                  <a:pt x="0" y="3541"/>
                  <a:pt x="0" y="3895"/>
                  <a:pt x="0" y="4249"/>
                </a:cubicBezTo>
                <a:cubicBezTo>
                  <a:pt x="0" y="16997"/>
                  <a:pt x="0" y="16997"/>
                  <a:pt x="0" y="16997"/>
                </a:cubicBezTo>
                <a:cubicBezTo>
                  <a:pt x="0" y="17351"/>
                  <a:pt x="0" y="18059"/>
                  <a:pt x="230" y="18413"/>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6" name="Shape 7166"/>
          <p:cNvSpPr/>
          <p:nvPr/>
        </p:nvSpPr>
        <p:spPr>
          <a:xfrm>
            <a:off x="20279831" y="7979790"/>
            <a:ext cx="824385" cy="9045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68" y="0"/>
                </a:moveTo>
                <a:cubicBezTo>
                  <a:pt x="14040" y="0"/>
                  <a:pt x="14040" y="0"/>
                  <a:pt x="14040" y="0"/>
                </a:cubicBezTo>
                <a:cubicBezTo>
                  <a:pt x="14688" y="0"/>
                  <a:pt x="15336" y="196"/>
                  <a:pt x="15984" y="785"/>
                </a:cubicBezTo>
                <a:cubicBezTo>
                  <a:pt x="16416" y="1178"/>
                  <a:pt x="16632" y="1767"/>
                  <a:pt x="16632" y="2356"/>
                </a:cubicBezTo>
                <a:cubicBezTo>
                  <a:pt x="16632" y="6873"/>
                  <a:pt x="16632" y="6873"/>
                  <a:pt x="16632" y="6873"/>
                </a:cubicBezTo>
                <a:cubicBezTo>
                  <a:pt x="14688" y="7855"/>
                  <a:pt x="14688" y="7855"/>
                  <a:pt x="14688" y="7855"/>
                </a:cubicBezTo>
                <a:cubicBezTo>
                  <a:pt x="14688" y="2356"/>
                  <a:pt x="14688" y="2356"/>
                  <a:pt x="14688" y="2356"/>
                </a:cubicBezTo>
                <a:cubicBezTo>
                  <a:pt x="14688" y="2160"/>
                  <a:pt x="14688" y="2160"/>
                  <a:pt x="14472" y="1964"/>
                </a:cubicBezTo>
                <a:cubicBezTo>
                  <a:pt x="14472" y="1964"/>
                  <a:pt x="14256" y="1767"/>
                  <a:pt x="14040" y="1767"/>
                </a:cubicBezTo>
                <a:cubicBezTo>
                  <a:pt x="6048" y="1767"/>
                  <a:pt x="6048" y="1767"/>
                  <a:pt x="6048" y="1767"/>
                </a:cubicBezTo>
                <a:cubicBezTo>
                  <a:pt x="6048" y="2356"/>
                  <a:pt x="6048" y="2356"/>
                  <a:pt x="6048" y="2356"/>
                </a:cubicBezTo>
                <a:cubicBezTo>
                  <a:pt x="6048" y="3142"/>
                  <a:pt x="6048" y="3142"/>
                  <a:pt x="6048" y="3142"/>
                </a:cubicBezTo>
                <a:cubicBezTo>
                  <a:pt x="6048" y="3338"/>
                  <a:pt x="6048" y="3535"/>
                  <a:pt x="6048" y="3731"/>
                </a:cubicBezTo>
                <a:cubicBezTo>
                  <a:pt x="6048" y="4124"/>
                  <a:pt x="5832" y="4516"/>
                  <a:pt x="5400" y="4713"/>
                </a:cubicBezTo>
                <a:cubicBezTo>
                  <a:pt x="5184" y="4909"/>
                  <a:pt x="4968" y="5105"/>
                  <a:pt x="4536" y="5105"/>
                </a:cubicBezTo>
                <a:cubicBezTo>
                  <a:pt x="4320" y="5105"/>
                  <a:pt x="4104" y="5105"/>
                  <a:pt x="3888" y="5105"/>
                </a:cubicBezTo>
                <a:cubicBezTo>
                  <a:pt x="3024" y="5105"/>
                  <a:pt x="3024" y="5105"/>
                  <a:pt x="3024" y="5105"/>
                </a:cubicBezTo>
                <a:cubicBezTo>
                  <a:pt x="1944" y="4909"/>
                  <a:pt x="1944" y="4909"/>
                  <a:pt x="1944" y="4909"/>
                </a:cubicBezTo>
                <a:cubicBezTo>
                  <a:pt x="1944" y="16691"/>
                  <a:pt x="1944" y="16691"/>
                  <a:pt x="1944" y="16691"/>
                </a:cubicBezTo>
                <a:cubicBezTo>
                  <a:pt x="1944" y="16887"/>
                  <a:pt x="2160" y="16887"/>
                  <a:pt x="2160" y="17084"/>
                </a:cubicBezTo>
                <a:cubicBezTo>
                  <a:pt x="2160" y="17084"/>
                  <a:pt x="2160" y="17084"/>
                  <a:pt x="2160" y="17084"/>
                </a:cubicBezTo>
                <a:cubicBezTo>
                  <a:pt x="2376" y="17084"/>
                  <a:pt x="2376" y="17280"/>
                  <a:pt x="2592" y="17280"/>
                </a:cubicBezTo>
                <a:cubicBezTo>
                  <a:pt x="9720" y="17280"/>
                  <a:pt x="9720" y="17280"/>
                  <a:pt x="9720" y="17280"/>
                </a:cubicBezTo>
                <a:cubicBezTo>
                  <a:pt x="9504" y="19047"/>
                  <a:pt x="9504" y="19047"/>
                  <a:pt x="9504" y="19047"/>
                </a:cubicBezTo>
                <a:cubicBezTo>
                  <a:pt x="2592" y="19047"/>
                  <a:pt x="2592" y="19047"/>
                  <a:pt x="2592" y="19047"/>
                </a:cubicBezTo>
                <a:cubicBezTo>
                  <a:pt x="1944" y="19047"/>
                  <a:pt x="1296" y="18851"/>
                  <a:pt x="864" y="18262"/>
                </a:cubicBezTo>
                <a:cubicBezTo>
                  <a:pt x="864" y="18262"/>
                  <a:pt x="864" y="18262"/>
                  <a:pt x="864" y="18262"/>
                </a:cubicBezTo>
                <a:cubicBezTo>
                  <a:pt x="864" y="18262"/>
                  <a:pt x="864" y="18262"/>
                  <a:pt x="864" y="18262"/>
                </a:cubicBezTo>
                <a:cubicBezTo>
                  <a:pt x="432" y="17869"/>
                  <a:pt x="0" y="17280"/>
                  <a:pt x="0" y="16691"/>
                </a:cubicBezTo>
                <a:cubicBezTo>
                  <a:pt x="0" y="4320"/>
                  <a:pt x="0" y="4320"/>
                  <a:pt x="0" y="4320"/>
                </a:cubicBezTo>
                <a:cubicBezTo>
                  <a:pt x="0" y="3927"/>
                  <a:pt x="0" y="3927"/>
                  <a:pt x="0" y="3927"/>
                </a:cubicBezTo>
                <a:cubicBezTo>
                  <a:pt x="432" y="3731"/>
                  <a:pt x="432" y="3731"/>
                  <a:pt x="432" y="3731"/>
                </a:cubicBezTo>
                <a:cubicBezTo>
                  <a:pt x="4320" y="196"/>
                  <a:pt x="4320" y="196"/>
                  <a:pt x="4320" y="196"/>
                </a:cubicBezTo>
                <a:cubicBezTo>
                  <a:pt x="4536" y="0"/>
                  <a:pt x="4536" y="0"/>
                  <a:pt x="4536" y="0"/>
                </a:cubicBezTo>
                <a:cubicBezTo>
                  <a:pt x="4968" y="0"/>
                  <a:pt x="4968" y="0"/>
                  <a:pt x="4968" y="0"/>
                </a:cubicBezTo>
                <a:close/>
                <a:moveTo>
                  <a:pt x="19440" y="8836"/>
                </a:moveTo>
                <a:cubicBezTo>
                  <a:pt x="19440" y="8444"/>
                  <a:pt x="19440" y="8444"/>
                  <a:pt x="19440" y="8444"/>
                </a:cubicBezTo>
                <a:cubicBezTo>
                  <a:pt x="18144" y="7658"/>
                  <a:pt x="18144" y="7658"/>
                  <a:pt x="18144" y="7658"/>
                </a:cubicBezTo>
                <a:cubicBezTo>
                  <a:pt x="16200" y="8640"/>
                  <a:pt x="16200" y="8640"/>
                  <a:pt x="16200" y="8640"/>
                </a:cubicBezTo>
                <a:cubicBezTo>
                  <a:pt x="17928" y="9229"/>
                  <a:pt x="17928" y="9229"/>
                  <a:pt x="17928" y="9229"/>
                </a:cubicBezTo>
                <a:cubicBezTo>
                  <a:pt x="19656" y="10211"/>
                  <a:pt x="19656" y="10211"/>
                  <a:pt x="19656" y="10211"/>
                </a:cubicBezTo>
                <a:cubicBezTo>
                  <a:pt x="20304" y="10407"/>
                  <a:pt x="20304" y="10407"/>
                  <a:pt x="20304" y="10407"/>
                </a:cubicBezTo>
                <a:cubicBezTo>
                  <a:pt x="19872" y="12175"/>
                  <a:pt x="19008" y="13745"/>
                  <a:pt x="17712" y="15120"/>
                </a:cubicBezTo>
                <a:cubicBezTo>
                  <a:pt x="18576" y="15905"/>
                  <a:pt x="18576" y="15905"/>
                  <a:pt x="18576" y="15905"/>
                </a:cubicBezTo>
                <a:cubicBezTo>
                  <a:pt x="20088" y="14335"/>
                  <a:pt x="21168" y="12371"/>
                  <a:pt x="21600" y="10407"/>
                </a:cubicBezTo>
                <a:cubicBezTo>
                  <a:pt x="21600" y="10015"/>
                  <a:pt x="21600" y="10015"/>
                  <a:pt x="21600" y="10015"/>
                </a:cubicBezTo>
                <a:cubicBezTo>
                  <a:pt x="21168" y="9818"/>
                  <a:pt x="21168" y="9818"/>
                  <a:pt x="21168" y="9818"/>
                </a:cubicBezTo>
                <a:cubicBezTo>
                  <a:pt x="19440" y="8836"/>
                  <a:pt x="19440" y="8836"/>
                  <a:pt x="19440" y="8836"/>
                </a:cubicBezTo>
                <a:close/>
                <a:moveTo>
                  <a:pt x="15984" y="9229"/>
                </a:moveTo>
                <a:cubicBezTo>
                  <a:pt x="13824" y="11389"/>
                  <a:pt x="12528" y="13745"/>
                  <a:pt x="11664" y="16495"/>
                </a:cubicBezTo>
                <a:cubicBezTo>
                  <a:pt x="12744" y="16887"/>
                  <a:pt x="13824" y="17476"/>
                  <a:pt x="15120" y="18065"/>
                </a:cubicBezTo>
                <a:cubicBezTo>
                  <a:pt x="16848" y="15905"/>
                  <a:pt x="18360" y="13353"/>
                  <a:pt x="19440" y="10800"/>
                </a:cubicBezTo>
                <a:cubicBezTo>
                  <a:pt x="18144" y="10211"/>
                  <a:pt x="17064" y="9818"/>
                  <a:pt x="15984" y="9229"/>
                </a:cubicBezTo>
                <a:close/>
                <a:moveTo>
                  <a:pt x="11232" y="17084"/>
                </a:moveTo>
                <a:cubicBezTo>
                  <a:pt x="10800" y="20225"/>
                  <a:pt x="10800" y="20225"/>
                  <a:pt x="10800" y="20225"/>
                </a:cubicBezTo>
                <a:cubicBezTo>
                  <a:pt x="11016" y="20225"/>
                  <a:pt x="11016" y="20225"/>
                  <a:pt x="11016" y="20225"/>
                </a:cubicBezTo>
                <a:cubicBezTo>
                  <a:pt x="10800" y="21207"/>
                  <a:pt x="10800" y="21207"/>
                  <a:pt x="10800" y="21207"/>
                </a:cubicBezTo>
                <a:cubicBezTo>
                  <a:pt x="11232" y="21600"/>
                  <a:pt x="11232" y="21600"/>
                  <a:pt x="11232" y="21600"/>
                </a:cubicBezTo>
                <a:cubicBezTo>
                  <a:pt x="11880" y="20815"/>
                  <a:pt x="11880" y="20815"/>
                  <a:pt x="11880" y="20815"/>
                </a:cubicBezTo>
                <a:cubicBezTo>
                  <a:pt x="12096" y="20815"/>
                  <a:pt x="12096" y="20815"/>
                  <a:pt x="12096" y="20815"/>
                </a:cubicBezTo>
                <a:cubicBezTo>
                  <a:pt x="14688" y="18655"/>
                  <a:pt x="14688" y="18655"/>
                  <a:pt x="14688" y="18655"/>
                </a:cubicBezTo>
                <a:cubicBezTo>
                  <a:pt x="11232" y="17084"/>
                  <a:pt x="11232" y="17084"/>
                  <a:pt x="11232" y="17084"/>
                </a:cubicBezTo>
                <a:close/>
                <a:moveTo>
                  <a:pt x="3888" y="10996"/>
                </a:moveTo>
                <a:cubicBezTo>
                  <a:pt x="3888" y="11782"/>
                  <a:pt x="3888" y="11782"/>
                  <a:pt x="3888" y="11782"/>
                </a:cubicBezTo>
                <a:cubicBezTo>
                  <a:pt x="6480" y="11782"/>
                  <a:pt x="6480" y="11782"/>
                  <a:pt x="6480" y="11782"/>
                </a:cubicBezTo>
                <a:cubicBezTo>
                  <a:pt x="6480" y="10996"/>
                  <a:pt x="6480" y="10996"/>
                  <a:pt x="6480" y="10996"/>
                </a:cubicBezTo>
                <a:cubicBezTo>
                  <a:pt x="3888" y="10996"/>
                  <a:pt x="3888" y="10996"/>
                  <a:pt x="3888" y="10996"/>
                </a:cubicBezTo>
                <a:close/>
                <a:moveTo>
                  <a:pt x="3888" y="8444"/>
                </a:moveTo>
                <a:cubicBezTo>
                  <a:pt x="3888" y="9425"/>
                  <a:pt x="3888" y="9425"/>
                  <a:pt x="3888" y="9425"/>
                </a:cubicBezTo>
                <a:cubicBezTo>
                  <a:pt x="12960" y="9425"/>
                  <a:pt x="12960" y="9425"/>
                  <a:pt x="12960" y="9425"/>
                </a:cubicBezTo>
                <a:cubicBezTo>
                  <a:pt x="12960" y="8444"/>
                  <a:pt x="12960" y="8444"/>
                  <a:pt x="12960" y="8444"/>
                </a:cubicBezTo>
                <a:cubicBezTo>
                  <a:pt x="3888" y="8444"/>
                  <a:pt x="3888" y="8444"/>
                  <a:pt x="3888" y="8444"/>
                </a:cubicBezTo>
                <a:close/>
                <a:moveTo>
                  <a:pt x="3888" y="6087"/>
                </a:moveTo>
                <a:cubicBezTo>
                  <a:pt x="3888" y="7069"/>
                  <a:pt x="3888" y="7069"/>
                  <a:pt x="3888" y="7069"/>
                </a:cubicBezTo>
                <a:cubicBezTo>
                  <a:pt x="12960" y="7069"/>
                  <a:pt x="12960" y="7069"/>
                  <a:pt x="12960" y="7069"/>
                </a:cubicBezTo>
                <a:cubicBezTo>
                  <a:pt x="12960" y="6087"/>
                  <a:pt x="12960" y="6087"/>
                  <a:pt x="12960" y="6087"/>
                </a:cubicBezTo>
                <a:cubicBezTo>
                  <a:pt x="3888" y="6087"/>
                  <a:pt x="3888" y="6087"/>
                  <a:pt x="3888" y="6087"/>
                </a:cubicBezTo>
                <a:close/>
                <a:moveTo>
                  <a:pt x="7992" y="3731"/>
                </a:moveTo>
                <a:cubicBezTo>
                  <a:pt x="7992" y="4713"/>
                  <a:pt x="7992" y="4713"/>
                  <a:pt x="7992" y="4713"/>
                </a:cubicBezTo>
                <a:cubicBezTo>
                  <a:pt x="12960" y="4713"/>
                  <a:pt x="12960" y="4713"/>
                  <a:pt x="12960" y="4713"/>
                </a:cubicBezTo>
                <a:cubicBezTo>
                  <a:pt x="12960" y="3731"/>
                  <a:pt x="12960" y="3731"/>
                  <a:pt x="12960" y="3731"/>
                </a:cubicBezTo>
                <a:cubicBezTo>
                  <a:pt x="7992" y="3731"/>
                  <a:pt x="7992" y="3731"/>
                  <a:pt x="7992" y="3731"/>
                </a:cubicBezTo>
                <a:close/>
                <a:moveTo>
                  <a:pt x="2592" y="4124"/>
                </a:moveTo>
                <a:cubicBezTo>
                  <a:pt x="3024" y="4124"/>
                  <a:pt x="3024" y="4124"/>
                  <a:pt x="3024" y="4124"/>
                </a:cubicBezTo>
                <a:cubicBezTo>
                  <a:pt x="3888" y="4320"/>
                  <a:pt x="3888" y="4320"/>
                  <a:pt x="3888" y="4320"/>
                </a:cubicBezTo>
                <a:cubicBezTo>
                  <a:pt x="3888" y="4320"/>
                  <a:pt x="3888" y="4320"/>
                  <a:pt x="3888" y="4320"/>
                </a:cubicBezTo>
                <a:cubicBezTo>
                  <a:pt x="4104" y="4320"/>
                  <a:pt x="4104" y="4320"/>
                  <a:pt x="4104" y="4320"/>
                </a:cubicBezTo>
                <a:cubicBezTo>
                  <a:pt x="4104" y="4320"/>
                  <a:pt x="4104" y="4320"/>
                  <a:pt x="4320" y="4320"/>
                </a:cubicBezTo>
                <a:cubicBezTo>
                  <a:pt x="4536" y="4320"/>
                  <a:pt x="4752" y="4124"/>
                  <a:pt x="4752" y="3927"/>
                </a:cubicBezTo>
                <a:cubicBezTo>
                  <a:pt x="4968" y="3927"/>
                  <a:pt x="5184" y="3731"/>
                  <a:pt x="5184" y="3535"/>
                </a:cubicBezTo>
                <a:cubicBezTo>
                  <a:pt x="5184" y="3535"/>
                  <a:pt x="5184" y="3338"/>
                  <a:pt x="5184" y="3338"/>
                </a:cubicBezTo>
                <a:cubicBezTo>
                  <a:pt x="5184" y="3338"/>
                  <a:pt x="5184" y="3338"/>
                  <a:pt x="5184" y="3338"/>
                </a:cubicBezTo>
                <a:cubicBezTo>
                  <a:pt x="5184" y="3142"/>
                  <a:pt x="5184" y="3142"/>
                  <a:pt x="5184" y="3142"/>
                </a:cubicBezTo>
                <a:cubicBezTo>
                  <a:pt x="4968" y="2356"/>
                  <a:pt x="4968" y="2356"/>
                  <a:pt x="4968" y="2356"/>
                </a:cubicBezTo>
                <a:cubicBezTo>
                  <a:pt x="4968" y="2160"/>
                  <a:pt x="4968" y="2160"/>
                  <a:pt x="4968" y="2160"/>
                </a:cubicBezTo>
                <a:lnTo>
                  <a:pt x="2592" y="4124"/>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7" name="Shape 7167"/>
          <p:cNvSpPr/>
          <p:nvPr/>
        </p:nvSpPr>
        <p:spPr>
          <a:xfrm>
            <a:off x="21775935" y="8086656"/>
            <a:ext cx="751869" cy="6640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533"/>
                </a:moveTo>
                <a:cubicBezTo>
                  <a:pt x="21600" y="16800"/>
                  <a:pt x="21600" y="16800"/>
                  <a:pt x="21600" y="16800"/>
                </a:cubicBezTo>
                <a:cubicBezTo>
                  <a:pt x="21600" y="18133"/>
                  <a:pt x="21125" y="19200"/>
                  <a:pt x="20413" y="20267"/>
                </a:cubicBezTo>
                <a:cubicBezTo>
                  <a:pt x="19701" y="21067"/>
                  <a:pt x="18514" y="21600"/>
                  <a:pt x="17565" y="21600"/>
                </a:cubicBezTo>
                <a:cubicBezTo>
                  <a:pt x="4035" y="21600"/>
                  <a:pt x="4035" y="21600"/>
                  <a:pt x="4035" y="21600"/>
                </a:cubicBezTo>
                <a:cubicBezTo>
                  <a:pt x="3086" y="21600"/>
                  <a:pt x="1899" y="21067"/>
                  <a:pt x="1187" y="20267"/>
                </a:cubicBezTo>
                <a:cubicBezTo>
                  <a:pt x="475" y="19200"/>
                  <a:pt x="0" y="18133"/>
                  <a:pt x="0" y="16800"/>
                </a:cubicBezTo>
                <a:cubicBezTo>
                  <a:pt x="0" y="4533"/>
                  <a:pt x="0" y="4533"/>
                  <a:pt x="0" y="4533"/>
                </a:cubicBezTo>
                <a:cubicBezTo>
                  <a:pt x="0" y="3200"/>
                  <a:pt x="0" y="3200"/>
                  <a:pt x="0" y="3200"/>
                </a:cubicBezTo>
                <a:cubicBezTo>
                  <a:pt x="1187" y="3200"/>
                  <a:pt x="1187" y="3200"/>
                  <a:pt x="1187" y="3200"/>
                </a:cubicBezTo>
                <a:cubicBezTo>
                  <a:pt x="3560" y="3200"/>
                  <a:pt x="3560" y="3200"/>
                  <a:pt x="3560" y="3200"/>
                </a:cubicBezTo>
                <a:cubicBezTo>
                  <a:pt x="3560" y="6400"/>
                  <a:pt x="3560" y="6400"/>
                  <a:pt x="3560" y="6400"/>
                </a:cubicBezTo>
                <a:cubicBezTo>
                  <a:pt x="3560" y="7467"/>
                  <a:pt x="4273" y="8000"/>
                  <a:pt x="4985" y="8000"/>
                </a:cubicBezTo>
                <a:cubicBezTo>
                  <a:pt x="4985" y="8000"/>
                  <a:pt x="4985" y="8000"/>
                  <a:pt x="4985" y="8000"/>
                </a:cubicBezTo>
                <a:cubicBezTo>
                  <a:pt x="5222" y="8000"/>
                  <a:pt x="5459" y="8000"/>
                  <a:pt x="5697" y="8000"/>
                </a:cubicBezTo>
                <a:cubicBezTo>
                  <a:pt x="5222" y="7467"/>
                  <a:pt x="4985" y="7200"/>
                  <a:pt x="4985" y="6400"/>
                </a:cubicBezTo>
                <a:cubicBezTo>
                  <a:pt x="4985" y="1600"/>
                  <a:pt x="4985" y="1600"/>
                  <a:pt x="4985" y="1600"/>
                </a:cubicBezTo>
                <a:cubicBezTo>
                  <a:pt x="4985" y="800"/>
                  <a:pt x="5697" y="0"/>
                  <a:pt x="6409" y="0"/>
                </a:cubicBezTo>
                <a:cubicBezTo>
                  <a:pt x="6409" y="0"/>
                  <a:pt x="6409" y="0"/>
                  <a:pt x="6409" y="0"/>
                </a:cubicBezTo>
                <a:cubicBezTo>
                  <a:pt x="7121" y="0"/>
                  <a:pt x="7833" y="800"/>
                  <a:pt x="7833" y="1600"/>
                </a:cubicBezTo>
                <a:cubicBezTo>
                  <a:pt x="7833" y="3200"/>
                  <a:pt x="7833" y="3200"/>
                  <a:pt x="7833" y="3200"/>
                </a:cubicBezTo>
                <a:cubicBezTo>
                  <a:pt x="14004" y="3200"/>
                  <a:pt x="14004" y="3200"/>
                  <a:pt x="14004" y="3200"/>
                </a:cubicBezTo>
                <a:cubicBezTo>
                  <a:pt x="14004" y="6400"/>
                  <a:pt x="14004" y="6400"/>
                  <a:pt x="14004" y="6400"/>
                </a:cubicBezTo>
                <a:cubicBezTo>
                  <a:pt x="14004" y="7467"/>
                  <a:pt x="14479" y="8000"/>
                  <a:pt x="15191" y="8000"/>
                </a:cubicBezTo>
                <a:cubicBezTo>
                  <a:pt x="15191" y="8000"/>
                  <a:pt x="15191" y="8000"/>
                  <a:pt x="15191" y="8000"/>
                </a:cubicBezTo>
                <a:cubicBezTo>
                  <a:pt x="15666" y="8000"/>
                  <a:pt x="15903" y="8000"/>
                  <a:pt x="15903" y="8000"/>
                </a:cubicBezTo>
                <a:cubicBezTo>
                  <a:pt x="15666" y="7467"/>
                  <a:pt x="15191" y="7200"/>
                  <a:pt x="15191" y="6400"/>
                </a:cubicBezTo>
                <a:cubicBezTo>
                  <a:pt x="15191" y="1600"/>
                  <a:pt x="15191" y="1600"/>
                  <a:pt x="15191" y="1600"/>
                </a:cubicBezTo>
                <a:cubicBezTo>
                  <a:pt x="15191" y="800"/>
                  <a:pt x="15903" y="0"/>
                  <a:pt x="16615" y="0"/>
                </a:cubicBezTo>
                <a:cubicBezTo>
                  <a:pt x="16615" y="0"/>
                  <a:pt x="16615" y="0"/>
                  <a:pt x="16615" y="0"/>
                </a:cubicBezTo>
                <a:cubicBezTo>
                  <a:pt x="17565" y="0"/>
                  <a:pt x="18040" y="800"/>
                  <a:pt x="18040" y="1600"/>
                </a:cubicBezTo>
                <a:cubicBezTo>
                  <a:pt x="18040" y="3200"/>
                  <a:pt x="18040" y="3200"/>
                  <a:pt x="18040" y="3200"/>
                </a:cubicBezTo>
                <a:cubicBezTo>
                  <a:pt x="20413" y="3200"/>
                  <a:pt x="20413" y="3200"/>
                  <a:pt x="20413" y="3200"/>
                </a:cubicBezTo>
                <a:cubicBezTo>
                  <a:pt x="21600" y="3200"/>
                  <a:pt x="21600" y="3200"/>
                  <a:pt x="21600" y="3200"/>
                </a:cubicBezTo>
                <a:cubicBezTo>
                  <a:pt x="21600" y="4533"/>
                  <a:pt x="21600" y="4533"/>
                  <a:pt x="21600" y="4533"/>
                </a:cubicBezTo>
                <a:close/>
                <a:moveTo>
                  <a:pt x="10444" y="18133"/>
                </a:moveTo>
                <a:cubicBezTo>
                  <a:pt x="10444" y="10667"/>
                  <a:pt x="10444" y="10667"/>
                  <a:pt x="10444" y="10667"/>
                </a:cubicBezTo>
                <a:cubicBezTo>
                  <a:pt x="9257" y="10667"/>
                  <a:pt x="9257" y="10667"/>
                  <a:pt x="9257" y="10667"/>
                </a:cubicBezTo>
                <a:cubicBezTo>
                  <a:pt x="9257" y="10667"/>
                  <a:pt x="9257" y="10933"/>
                  <a:pt x="9020" y="11200"/>
                </a:cubicBezTo>
                <a:cubicBezTo>
                  <a:pt x="8782" y="11467"/>
                  <a:pt x="8782" y="11467"/>
                  <a:pt x="8545" y="11467"/>
                </a:cubicBezTo>
                <a:cubicBezTo>
                  <a:pt x="8545" y="12533"/>
                  <a:pt x="8545" y="12533"/>
                  <a:pt x="8545" y="12533"/>
                </a:cubicBezTo>
                <a:cubicBezTo>
                  <a:pt x="9020" y="12533"/>
                  <a:pt x="9020" y="12533"/>
                  <a:pt x="9020" y="12533"/>
                </a:cubicBezTo>
                <a:cubicBezTo>
                  <a:pt x="9020" y="18133"/>
                  <a:pt x="9020" y="18133"/>
                  <a:pt x="9020" y="18133"/>
                </a:cubicBezTo>
                <a:cubicBezTo>
                  <a:pt x="10444" y="18133"/>
                  <a:pt x="10444" y="18133"/>
                  <a:pt x="10444" y="18133"/>
                </a:cubicBezTo>
                <a:close/>
                <a:moveTo>
                  <a:pt x="12818" y="18133"/>
                </a:moveTo>
                <a:cubicBezTo>
                  <a:pt x="12818" y="10667"/>
                  <a:pt x="12818" y="10667"/>
                  <a:pt x="12818" y="10667"/>
                </a:cubicBezTo>
                <a:cubicBezTo>
                  <a:pt x="11631" y="10667"/>
                  <a:pt x="11631" y="10667"/>
                  <a:pt x="11631" y="10667"/>
                </a:cubicBezTo>
                <a:cubicBezTo>
                  <a:pt x="11631" y="10667"/>
                  <a:pt x="11631" y="10933"/>
                  <a:pt x="11393" y="11200"/>
                </a:cubicBezTo>
                <a:cubicBezTo>
                  <a:pt x="11156" y="11467"/>
                  <a:pt x="11156" y="11467"/>
                  <a:pt x="10919" y="11467"/>
                </a:cubicBezTo>
                <a:cubicBezTo>
                  <a:pt x="10919" y="12533"/>
                  <a:pt x="10919" y="12533"/>
                  <a:pt x="10919" y="12533"/>
                </a:cubicBezTo>
                <a:cubicBezTo>
                  <a:pt x="11393" y="12533"/>
                  <a:pt x="11393" y="12533"/>
                  <a:pt x="11393" y="12533"/>
                </a:cubicBezTo>
                <a:cubicBezTo>
                  <a:pt x="11393" y="18133"/>
                  <a:pt x="11393" y="18133"/>
                  <a:pt x="11393" y="18133"/>
                </a:cubicBezTo>
                <a:cubicBezTo>
                  <a:pt x="12818" y="18133"/>
                  <a:pt x="12818" y="18133"/>
                  <a:pt x="12818" y="18133"/>
                </a:cubicBezTo>
                <a:close/>
                <a:moveTo>
                  <a:pt x="19226" y="9600"/>
                </a:moveTo>
                <a:cubicBezTo>
                  <a:pt x="2374" y="9600"/>
                  <a:pt x="2374" y="9600"/>
                  <a:pt x="2374" y="9600"/>
                </a:cubicBezTo>
                <a:cubicBezTo>
                  <a:pt x="2374" y="16800"/>
                  <a:pt x="2374" y="16800"/>
                  <a:pt x="2374" y="16800"/>
                </a:cubicBezTo>
                <a:cubicBezTo>
                  <a:pt x="2374" y="17333"/>
                  <a:pt x="2611" y="17867"/>
                  <a:pt x="2848" y="18400"/>
                </a:cubicBezTo>
                <a:cubicBezTo>
                  <a:pt x="3086" y="18667"/>
                  <a:pt x="3560" y="18933"/>
                  <a:pt x="4035" y="18933"/>
                </a:cubicBezTo>
                <a:cubicBezTo>
                  <a:pt x="17565" y="18933"/>
                  <a:pt x="17565" y="18933"/>
                  <a:pt x="17565" y="18933"/>
                </a:cubicBezTo>
                <a:cubicBezTo>
                  <a:pt x="18040" y="18933"/>
                  <a:pt x="18514" y="18667"/>
                  <a:pt x="18752" y="18400"/>
                </a:cubicBezTo>
                <a:cubicBezTo>
                  <a:pt x="18989" y="17867"/>
                  <a:pt x="19226" y="17333"/>
                  <a:pt x="19226" y="16800"/>
                </a:cubicBezTo>
                <a:lnTo>
                  <a:pt x="19226" y="960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8" name="Shape 7168"/>
          <p:cNvSpPr/>
          <p:nvPr/>
        </p:nvSpPr>
        <p:spPr>
          <a:xfrm>
            <a:off x="12677179" y="12742898"/>
            <a:ext cx="770953" cy="5610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13" y="21600"/>
                </a:moveTo>
                <a:cubicBezTo>
                  <a:pt x="21370" y="10165"/>
                  <a:pt x="21370" y="10165"/>
                  <a:pt x="21370" y="10165"/>
                </a:cubicBezTo>
                <a:cubicBezTo>
                  <a:pt x="21600" y="9847"/>
                  <a:pt x="21600" y="9847"/>
                  <a:pt x="21600" y="9529"/>
                </a:cubicBezTo>
                <a:cubicBezTo>
                  <a:pt x="21600" y="9212"/>
                  <a:pt x="21600" y="8894"/>
                  <a:pt x="21370" y="8576"/>
                </a:cubicBezTo>
                <a:cubicBezTo>
                  <a:pt x="21370" y="8576"/>
                  <a:pt x="21140" y="8259"/>
                  <a:pt x="20911" y="8259"/>
                </a:cubicBezTo>
                <a:cubicBezTo>
                  <a:pt x="17464" y="14294"/>
                  <a:pt x="17464" y="14294"/>
                  <a:pt x="17464" y="14294"/>
                </a:cubicBezTo>
                <a:cubicBezTo>
                  <a:pt x="13557" y="7941"/>
                  <a:pt x="13557" y="7941"/>
                  <a:pt x="13557" y="7941"/>
                </a:cubicBezTo>
                <a:cubicBezTo>
                  <a:pt x="7583" y="7941"/>
                  <a:pt x="7583" y="7941"/>
                  <a:pt x="7583" y="7941"/>
                </a:cubicBezTo>
                <a:cubicBezTo>
                  <a:pt x="7123" y="7941"/>
                  <a:pt x="6664" y="8259"/>
                  <a:pt x="6204" y="8894"/>
                </a:cubicBezTo>
                <a:cubicBezTo>
                  <a:pt x="5745" y="9212"/>
                  <a:pt x="5285" y="9847"/>
                  <a:pt x="5055" y="10800"/>
                </a:cubicBezTo>
                <a:cubicBezTo>
                  <a:pt x="2298" y="21600"/>
                  <a:pt x="2298" y="21600"/>
                  <a:pt x="2298" y="21600"/>
                </a:cubicBezTo>
                <a:cubicBezTo>
                  <a:pt x="18613" y="21600"/>
                  <a:pt x="18613" y="21600"/>
                  <a:pt x="18613" y="21600"/>
                </a:cubicBezTo>
                <a:close/>
                <a:moveTo>
                  <a:pt x="15855" y="6988"/>
                </a:moveTo>
                <a:cubicBezTo>
                  <a:pt x="15396" y="4447"/>
                  <a:pt x="14247" y="2224"/>
                  <a:pt x="12638" y="1271"/>
                </a:cubicBezTo>
                <a:cubicBezTo>
                  <a:pt x="12638" y="0"/>
                  <a:pt x="12638" y="0"/>
                  <a:pt x="12638" y="0"/>
                </a:cubicBezTo>
                <a:cubicBezTo>
                  <a:pt x="15626" y="635"/>
                  <a:pt x="18153" y="2859"/>
                  <a:pt x="18843" y="6988"/>
                </a:cubicBezTo>
                <a:cubicBezTo>
                  <a:pt x="20221" y="6988"/>
                  <a:pt x="20221" y="6988"/>
                  <a:pt x="20221" y="6988"/>
                </a:cubicBezTo>
                <a:cubicBezTo>
                  <a:pt x="17464" y="11753"/>
                  <a:pt x="17464" y="11753"/>
                  <a:pt x="17464" y="11753"/>
                </a:cubicBezTo>
                <a:cubicBezTo>
                  <a:pt x="14477" y="6988"/>
                  <a:pt x="14477" y="6988"/>
                  <a:pt x="14477" y="6988"/>
                </a:cubicBezTo>
                <a:cubicBezTo>
                  <a:pt x="15855" y="6988"/>
                  <a:pt x="15855" y="6988"/>
                  <a:pt x="15855" y="6988"/>
                </a:cubicBezTo>
                <a:close/>
                <a:moveTo>
                  <a:pt x="12868" y="3176"/>
                </a:moveTo>
                <a:cubicBezTo>
                  <a:pt x="13328" y="3812"/>
                  <a:pt x="13787" y="4447"/>
                  <a:pt x="14017" y="5082"/>
                </a:cubicBezTo>
                <a:cubicBezTo>
                  <a:pt x="6664" y="5082"/>
                  <a:pt x="6664" y="5082"/>
                  <a:pt x="6664" y="5082"/>
                </a:cubicBezTo>
                <a:cubicBezTo>
                  <a:pt x="5974" y="5082"/>
                  <a:pt x="5285" y="5400"/>
                  <a:pt x="4596" y="6035"/>
                </a:cubicBezTo>
                <a:cubicBezTo>
                  <a:pt x="3906" y="6671"/>
                  <a:pt x="3447" y="7624"/>
                  <a:pt x="3217" y="8576"/>
                </a:cubicBezTo>
                <a:cubicBezTo>
                  <a:pt x="919" y="18106"/>
                  <a:pt x="919" y="18106"/>
                  <a:pt x="919" y="18106"/>
                </a:cubicBezTo>
                <a:cubicBezTo>
                  <a:pt x="230" y="18106"/>
                  <a:pt x="0" y="17471"/>
                  <a:pt x="0" y="16835"/>
                </a:cubicBezTo>
                <a:cubicBezTo>
                  <a:pt x="0" y="1588"/>
                  <a:pt x="0" y="1588"/>
                  <a:pt x="0" y="1588"/>
                </a:cubicBezTo>
                <a:cubicBezTo>
                  <a:pt x="0" y="953"/>
                  <a:pt x="460" y="318"/>
                  <a:pt x="919" y="318"/>
                </a:cubicBezTo>
                <a:cubicBezTo>
                  <a:pt x="6204" y="318"/>
                  <a:pt x="6204" y="318"/>
                  <a:pt x="6204" y="318"/>
                </a:cubicBezTo>
                <a:cubicBezTo>
                  <a:pt x="8043" y="3176"/>
                  <a:pt x="8043" y="3176"/>
                  <a:pt x="8043" y="3176"/>
                </a:cubicBezTo>
                <a:lnTo>
                  <a:pt x="12868" y="317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69" name="Shape 7169"/>
          <p:cNvSpPr/>
          <p:nvPr/>
        </p:nvSpPr>
        <p:spPr>
          <a:xfrm>
            <a:off x="15745719" y="12716180"/>
            <a:ext cx="801620" cy="645007"/>
          </a:xfrm>
          <a:custGeom>
            <a:avLst/>
            <a:gdLst/>
            <a:ahLst/>
            <a:cxnLst>
              <a:cxn ang="0">
                <a:pos x="wd2" y="hd2"/>
              </a:cxn>
              <a:cxn ang="5400000">
                <a:pos x="wd2" y="hd2"/>
              </a:cxn>
              <a:cxn ang="10800000">
                <a:pos x="wd2" y="hd2"/>
              </a:cxn>
              <a:cxn ang="16200000">
                <a:pos x="wd2" y="hd2"/>
              </a:cxn>
            </a:cxnLst>
            <a:rect l="0" t="0" r="r" b="b"/>
            <a:pathLst>
              <a:path w="19305" h="21600" fill="norm" stroke="1" extrusionOk="0">
                <a:moveTo>
                  <a:pt x="15655" y="4431"/>
                </a:moveTo>
                <a:cubicBezTo>
                  <a:pt x="15655" y="3877"/>
                  <a:pt x="15655" y="3877"/>
                  <a:pt x="15655" y="3877"/>
                </a:cubicBezTo>
                <a:cubicBezTo>
                  <a:pt x="15655" y="3323"/>
                  <a:pt x="15259" y="2769"/>
                  <a:pt x="14664" y="2769"/>
                </a:cubicBezTo>
                <a:cubicBezTo>
                  <a:pt x="7134" y="2769"/>
                  <a:pt x="7134" y="2769"/>
                  <a:pt x="7134" y="2769"/>
                </a:cubicBezTo>
                <a:cubicBezTo>
                  <a:pt x="5549" y="0"/>
                  <a:pt x="5549" y="0"/>
                  <a:pt x="5549" y="0"/>
                </a:cubicBezTo>
                <a:cubicBezTo>
                  <a:pt x="991" y="0"/>
                  <a:pt x="991" y="0"/>
                  <a:pt x="991" y="0"/>
                </a:cubicBezTo>
                <a:cubicBezTo>
                  <a:pt x="396" y="0"/>
                  <a:pt x="0" y="554"/>
                  <a:pt x="0" y="1385"/>
                </a:cubicBezTo>
                <a:cubicBezTo>
                  <a:pt x="0" y="14954"/>
                  <a:pt x="0" y="14954"/>
                  <a:pt x="0" y="14954"/>
                </a:cubicBezTo>
                <a:cubicBezTo>
                  <a:pt x="0" y="15508"/>
                  <a:pt x="396" y="16062"/>
                  <a:pt x="793" y="16062"/>
                </a:cubicBezTo>
                <a:cubicBezTo>
                  <a:pt x="2774" y="7477"/>
                  <a:pt x="2774" y="7477"/>
                  <a:pt x="2774" y="7477"/>
                </a:cubicBezTo>
                <a:cubicBezTo>
                  <a:pt x="3171" y="6646"/>
                  <a:pt x="3567" y="5815"/>
                  <a:pt x="4161" y="5262"/>
                </a:cubicBezTo>
                <a:cubicBezTo>
                  <a:pt x="4558" y="4708"/>
                  <a:pt x="5350" y="4431"/>
                  <a:pt x="5945" y="4431"/>
                </a:cubicBezTo>
                <a:cubicBezTo>
                  <a:pt x="15655" y="4431"/>
                  <a:pt x="15655" y="4431"/>
                  <a:pt x="15655" y="4431"/>
                </a:cubicBezTo>
                <a:close/>
                <a:moveTo>
                  <a:pt x="15259" y="21600"/>
                </a:moveTo>
                <a:cubicBezTo>
                  <a:pt x="8917" y="16338"/>
                  <a:pt x="10899" y="9138"/>
                  <a:pt x="15259" y="11908"/>
                </a:cubicBezTo>
                <a:cubicBezTo>
                  <a:pt x="19618" y="9138"/>
                  <a:pt x="21600" y="16338"/>
                  <a:pt x="15259" y="21600"/>
                </a:cubicBezTo>
                <a:close/>
                <a:moveTo>
                  <a:pt x="12484" y="16062"/>
                </a:moveTo>
                <a:cubicBezTo>
                  <a:pt x="12286" y="15785"/>
                  <a:pt x="12088" y="15231"/>
                  <a:pt x="12088" y="14954"/>
                </a:cubicBezTo>
                <a:cubicBezTo>
                  <a:pt x="12683" y="14954"/>
                  <a:pt x="12683" y="14954"/>
                  <a:pt x="12683" y="14954"/>
                </a:cubicBezTo>
                <a:cubicBezTo>
                  <a:pt x="12484" y="15508"/>
                  <a:pt x="12484" y="15785"/>
                  <a:pt x="12484" y="16062"/>
                </a:cubicBezTo>
                <a:close/>
                <a:moveTo>
                  <a:pt x="12088" y="14123"/>
                </a:moveTo>
                <a:cubicBezTo>
                  <a:pt x="12286" y="12738"/>
                  <a:pt x="13277" y="12462"/>
                  <a:pt x="14664" y="12738"/>
                </a:cubicBezTo>
                <a:cubicBezTo>
                  <a:pt x="13872" y="13015"/>
                  <a:pt x="13277" y="13292"/>
                  <a:pt x="12881" y="14400"/>
                </a:cubicBezTo>
                <a:cubicBezTo>
                  <a:pt x="12088" y="14123"/>
                  <a:pt x="12088" y="14123"/>
                  <a:pt x="12088" y="14123"/>
                </a:cubicBezTo>
                <a:close/>
                <a:moveTo>
                  <a:pt x="18826" y="9969"/>
                </a:moveTo>
                <a:cubicBezTo>
                  <a:pt x="17835" y="9138"/>
                  <a:pt x="16448" y="9138"/>
                  <a:pt x="15259" y="9692"/>
                </a:cubicBezTo>
                <a:cubicBezTo>
                  <a:pt x="13673" y="9138"/>
                  <a:pt x="11890" y="9138"/>
                  <a:pt x="10701" y="11077"/>
                </a:cubicBezTo>
                <a:cubicBezTo>
                  <a:pt x="9512" y="12738"/>
                  <a:pt x="9710" y="15231"/>
                  <a:pt x="10305" y="17169"/>
                </a:cubicBezTo>
                <a:cubicBezTo>
                  <a:pt x="10503" y="17723"/>
                  <a:pt x="10701" y="18554"/>
                  <a:pt x="11097" y="19108"/>
                </a:cubicBezTo>
                <a:cubicBezTo>
                  <a:pt x="2180" y="19108"/>
                  <a:pt x="2180" y="19108"/>
                  <a:pt x="2180" y="19108"/>
                </a:cubicBezTo>
                <a:cubicBezTo>
                  <a:pt x="4558" y="9415"/>
                  <a:pt x="4558" y="9415"/>
                  <a:pt x="4558" y="9415"/>
                </a:cubicBezTo>
                <a:cubicBezTo>
                  <a:pt x="4756" y="8585"/>
                  <a:pt x="4954" y="8031"/>
                  <a:pt x="5549" y="7754"/>
                </a:cubicBezTo>
                <a:cubicBezTo>
                  <a:pt x="5945" y="7200"/>
                  <a:pt x="6341" y="6923"/>
                  <a:pt x="6738" y="6923"/>
                </a:cubicBezTo>
                <a:cubicBezTo>
                  <a:pt x="18231" y="6923"/>
                  <a:pt x="18231" y="6923"/>
                  <a:pt x="18231" y="6923"/>
                </a:cubicBezTo>
                <a:cubicBezTo>
                  <a:pt x="18429" y="6923"/>
                  <a:pt x="18429" y="6923"/>
                  <a:pt x="18628" y="7200"/>
                </a:cubicBezTo>
                <a:cubicBezTo>
                  <a:pt x="18826" y="7200"/>
                  <a:pt x="18826" y="7200"/>
                  <a:pt x="19024" y="7477"/>
                </a:cubicBezTo>
                <a:cubicBezTo>
                  <a:pt x="19024" y="7754"/>
                  <a:pt x="19222" y="8031"/>
                  <a:pt x="19222" y="8308"/>
                </a:cubicBezTo>
                <a:cubicBezTo>
                  <a:pt x="19222" y="8585"/>
                  <a:pt x="19222" y="8585"/>
                  <a:pt x="19024" y="8862"/>
                </a:cubicBezTo>
                <a:lnTo>
                  <a:pt x="18826" y="996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0" name="Shape 7170"/>
          <p:cNvSpPr/>
          <p:nvPr/>
        </p:nvSpPr>
        <p:spPr>
          <a:xfrm>
            <a:off x="3402860" y="1980108"/>
            <a:ext cx="797667" cy="797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53" y="3118"/>
                </a:moveTo>
                <a:cubicBezTo>
                  <a:pt x="12247" y="3118"/>
                  <a:pt x="12247" y="3118"/>
                  <a:pt x="12247" y="3118"/>
                </a:cubicBezTo>
                <a:cubicBezTo>
                  <a:pt x="10689" y="0"/>
                  <a:pt x="10689" y="0"/>
                  <a:pt x="10689" y="0"/>
                </a:cubicBezTo>
                <a:cubicBezTo>
                  <a:pt x="9353" y="3118"/>
                  <a:pt x="9353" y="3118"/>
                  <a:pt x="9353" y="3118"/>
                </a:cubicBezTo>
                <a:close/>
                <a:moveTo>
                  <a:pt x="10911" y="4008"/>
                </a:moveTo>
                <a:cubicBezTo>
                  <a:pt x="14474" y="4008"/>
                  <a:pt x="17592" y="6903"/>
                  <a:pt x="17592" y="10689"/>
                </a:cubicBezTo>
                <a:cubicBezTo>
                  <a:pt x="17592" y="14474"/>
                  <a:pt x="14474" y="17592"/>
                  <a:pt x="10911" y="17592"/>
                </a:cubicBezTo>
                <a:cubicBezTo>
                  <a:pt x="7126" y="17592"/>
                  <a:pt x="4008" y="14474"/>
                  <a:pt x="4008" y="10689"/>
                </a:cubicBezTo>
                <a:cubicBezTo>
                  <a:pt x="4008" y="6903"/>
                  <a:pt x="7126" y="4008"/>
                  <a:pt x="10911" y="4008"/>
                </a:cubicBezTo>
                <a:close/>
                <a:moveTo>
                  <a:pt x="13361" y="3340"/>
                </a:moveTo>
                <a:cubicBezTo>
                  <a:pt x="15810" y="4899"/>
                  <a:pt x="15810" y="4899"/>
                  <a:pt x="15810" y="4899"/>
                </a:cubicBezTo>
                <a:cubicBezTo>
                  <a:pt x="16256" y="1336"/>
                  <a:pt x="16256" y="1336"/>
                  <a:pt x="16256" y="1336"/>
                </a:cubicBezTo>
                <a:cubicBezTo>
                  <a:pt x="13361" y="3340"/>
                  <a:pt x="13361" y="3340"/>
                  <a:pt x="13361" y="3340"/>
                </a:cubicBezTo>
                <a:close/>
                <a:moveTo>
                  <a:pt x="16701" y="5567"/>
                </a:moveTo>
                <a:cubicBezTo>
                  <a:pt x="18037" y="8016"/>
                  <a:pt x="18037" y="8016"/>
                  <a:pt x="18037" y="8016"/>
                </a:cubicBezTo>
                <a:cubicBezTo>
                  <a:pt x="20264" y="5344"/>
                  <a:pt x="20264" y="5344"/>
                  <a:pt x="20264" y="5344"/>
                </a:cubicBezTo>
                <a:cubicBezTo>
                  <a:pt x="16701" y="5567"/>
                  <a:pt x="16701" y="5567"/>
                  <a:pt x="16701" y="5567"/>
                </a:cubicBezTo>
                <a:close/>
                <a:moveTo>
                  <a:pt x="18482" y="9353"/>
                </a:moveTo>
                <a:cubicBezTo>
                  <a:pt x="18482" y="12025"/>
                  <a:pt x="18482" y="12025"/>
                  <a:pt x="18482" y="12025"/>
                </a:cubicBezTo>
                <a:cubicBezTo>
                  <a:pt x="21600" y="10689"/>
                  <a:pt x="21600" y="10689"/>
                  <a:pt x="21600" y="10689"/>
                </a:cubicBezTo>
                <a:cubicBezTo>
                  <a:pt x="18482" y="9353"/>
                  <a:pt x="18482" y="9353"/>
                  <a:pt x="18482" y="9353"/>
                </a:cubicBezTo>
                <a:close/>
                <a:moveTo>
                  <a:pt x="18260" y="13361"/>
                </a:moveTo>
                <a:cubicBezTo>
                  <a:pt x="16701" y="15810"/>
                  <a:pt x="16701" y="15810"/>
                  <a:pt x="16701" y="15810"/>
                </a:cubicBezTo>
                <a:cubicBezTo>
                  <a:pt x="20264" y="16033"/>
                  <a:pt x="20264" y="16033"/>
                  <a:pt x="20264" y="16033"/>
                </a:cubicBezTo>
                <a:cubicBezTo>
                  <a:pt x="18260" y="13361"/>
                  <a:pt x="18260" y="13361"/>
                  <a:pt x="18260" y="13361"/>
                </a:cubicBezTo>
                <a:close/>
                <a:moveTo>
                  <a:pt x="16033" y="16701"/>
                </a:moveTo>
                <a:cubicBezTo>
                  <a:pt x="13584" y="18037"/>
                  <a:pt x="13584" y="18037"/>
                  <a:pt x="13584" y="18037"/>
                </a:cubicBezTo>
                <a:cubicBezTo>
                  <a:pt x="16256" y="20041"/>
                  <a:pt x="16256" y="20041"/>
                  <a:pt x="16256" y="20041"/>
                </a:cubicBezTo>
                <a:cubicBezTo>
                  <a:pt x="16033" y="16701"/>
                  <a:pt x="16033" y="16701"/>
                  <a:pt x="16033" y="16701"/>
                </a:cubicBezTo>
                <a:close/>
                <a:moveTo>
                  <a:pt x="12247" y="18482"/>
                </a:moveTo>
                <a:cubicBezTo>
                  <a:pt x="9575" y="18482"/>
                  <a:pt x="9575" y="18482"/>
                  <a:pt x="9575" y="18482"/>
                </a:cubicBezTo>
                <a:cubicBezTo>
                  <a:pt x="10911" y="21600"/>
                  <a:pt x="10911" y="21600"/>
                  <a:pt x="10911" y="21600"/>
                </a:cubicBezTo>
                <a:cubicBezTo>
                  <a:pt x="12247" y="18482"/>
                  <a:pt x="12247" y="18482"/>
                  <a:pt x="12247" y="18482"/>
                </a:cubicBezTo>
                <a:close/>
                <a:moveTo>
                  <a:pt x="8239" y="18037"/>
                </a:moveTo>
                <a:cubicBezTo>
                  <a:pt x="5790" y="16701"/>
                  <a:pt x="5790" y="16701"/>
                  <a:pt x="5790" y="16701"/>
                </a:cubicBezTo>
                <a:cubicBezTo>
                  <a:pt x="5567" y="20264"/>
                  <a:pt x="5567" y="20264"/>
                  <a:pt x="5567" y="20264"/>
                </a:cubicBezTo>
                <a:cubicBezTo>
                  <a:pt x="8239" y="18037"/>
                  <a:pt x="8239" y="18037"/>
                  <a:pt x="8239" y="18037"/>
                </a:cubicBezTo>
                <a:close/>
                <a:moveTo>
                  <a:pt x="4899" y="15810"/>
                </a:moveTo>
                <a:cubicBezTo>
                  <a:pt x="3563" y="13361"/>
                  <a:pt x="3563" y="13361"/>
                  <a:pt x="3563" y="13361"/>
                </a:cubicBezTo>
                <a:cubicBezTo>
                  <a:pt x="1559" y="16256"/>
                  <a:pt x="1559" y="16256"/>
                  <a:pt x="1559" y="16256"/>
                </a:cubicBezTo>
                <a:cubicBezTo>
                  <a:pt x="4899" y="15810"/>
                  <a:pt x="4899" y="15810"/>
                  <a:pt x="4899" y="15810"/>
                </a:cubicBezTo>
                <a:close/>
                <a:moveTo>
                  <a:pt x="3118" y="12247"/>
                </a:moveTo>
                <a:cubicBezTo>
                  <a:pt x="3118" y="9353"/>
                  <a:pt x="3118" y="9353"/>
                  <a:pt x="3118" y="9353"/>
                </a:cubicBezTo>
                <a:cubicBezTo>
                  <a:pt x="0" y="10911"/>
                  <a:pt x="0" y="10911"/>
                  <a:pt x="0" y="10911"/>
                </a:cubicBezTo>
                <a:cubicBezTo>
                  <a:pt x="3118" y="12247"/>
                  <a:pt x="3118" y="12247"/>
                  <a:pt x="3118" y="12247"/>
                </a:cubicBezTo>
                <a:close/>
                <a:moveTo>
                  <a:pt x="3340" y="8239"/>
                </a:moveTo>
                <a:cubicBezTo>
                  <a:pt x="4899" y="5790"/>
                  <a:pt x="4899" y="5790"/>
                  <a:pt x="4899" y="5790"/>
                </a:cubicBezTo>
                <a:cubicBezTo>
                  <a:pt x="1336" y="5344"/>
                  <a:pt x="1336" y="5344"/>
                  <a:pt x="1336" y="5344"/>
                </a:cubicBezTo>
                <a:cubicBezTo>
                  <a:pt x="3340" y="8239"/>
                  <a:pt x="3340" y="8239"/>
                  <a:pt x="3340" y="8239"/>
                </a:cubicBezTo>
                <a:close/>
                <a:moveTo>
                  <a:pt x="5790" y="4899"/>
                </a:moveTo>
                <a:cubicBezTo>
                  <a:pt x="8239" y="3563"/>
                  <a:pt x="8239" y="3563"/>
                  <a:pt x="8239" y="3563"/>
                </a:cubicBezTo>
                <a:cubicBezTo>
                  <a:pt x="5344" y="1336"/>
                  <a:pt x="5344" y="1336"/>
                  <a:pt x="5344" y="1336"/>
                </a:cubicBezTo>
                <a:lnTo>
                  <a:pt x="5790" y="489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1" name="Shape 7171"/>
          <p:cNvSpPr/>
          <p:nvPr/>
        </p:nvSpPr>
        <p:spPr>
          <a:xfrm>
            <a:off x="14215265" y="11078864"/>
            <a:ext cx="690803" cy="784389"/>
          </a:xfrm>
          <a:custGeom>
            <a:avLst/>
            <a:gdLst/>
            <a:ahLst/>
            <a:cxnLst>
              <a:cxn ang="0">
                <a:pos x="wd2" y="hd2"/>
              </a:cxn>
              <a:cxn ang="5400000">
                <a:pos x="wd2" y="hd2"/>
              </a:cxn>
              <a:cxn ang="10800000">
                <a:pos x="wd2" y="hd2"/>
              </a:cxn>
              <a:cxn ang="16200000">
                <a:pos x="wd2" y="hd2"/>
              </a:cxn>
            </a:cxnLst>
            <a:rect l="0" t="0" r="r" b="b"/>
            <a:pathLst>
              <a:path w="21600" h="21446" fill="norm" stroke="1" extrusionOk="0">
                <a:moveTo>
                  <a:pt x="12857" y="20700"/>
                </a:moveTo>
                <a:cubicBezTo>
                  <a:pt x="13371" y="19800"/>
                  <a:pt x="14143" y="18900"/>
                  <a:pt x="14657" y="18225"/>
                </a:cubicBezTo>
                <a:cubicBezTo>
                  <a:pt x="14914" y="17775"/>
                  <a:pt x="14914" y="17325"/>
                  <a:pt x="14400" y="16875"/>
                </a:cubicBezTo>
                <a:cubicBezTo>
                  <a:pt x="13371" y="15975"/>
                  <a:pt x="12343" y="15075"/>
                  <a:pt x="11057" y="14175"/>
                </a:cubicBezTo>
                <a:cubicBezTo>
                  <a:pt x="10543" y="13725"/>
                  <a:pt x="10286" y="13725"/>
                  <a:pt x="9771" y="13950"/>
                </a:cubicBezTo>
                <a:cubicBezTo>
                  <a:pt x="9000" y="14175"/>
                  <a:pt x="8486" y="14625"/>
                  <a:pt x="7714" y="15075"/>
                </a:cubicBezTo>
                <a:cubicBezTo>
                  <a:pt x="5400" y="11925"/>
                  <a:pt x="4886" y="10125"/>
                  <a:pt x="4371" y="7875"/>
                </a:cubicBezTo>
                <a:cubicBezTo>
                  <a:pt x="5143" y="7650"/>
                  <a:pt x="5914" y="7200"/>
                  <a:pt x="6686" y="6975"/>
                </a:cubicBezTo>
                <a:cubicBezTo>
                  <a:pt x="6943" y="6750"/>
                  <a:pt x="7200" y="6300"/>
                  <a:pt x="6943" y="5625"/>
                </a:cubicBezTo>
                <a:cubicBezTo>
                  <a:pt x="6686" y="4500"/>
                  <a:pt x="6171" y="3150"/>
                  <a:pt x="5657" y="1800"/>
                </a:cubicBezTo>
                <a:cubicBezTo>
                  <a:pt x="5657" y="1350"/>
                  <a:pt x="5143" y="900"/>
                  <a:pt x="4629" y="900"/>
                </a:cubicBezTo>
                <a:cubicBezTo>
                  <a:pt x="3600" y="1125"/>
                  <a:pt x="2314" y="1125"/>
                  <a:pt x="1029" y="1350"/>
                </a:cubicBezTo>
                <a:cubicBezTo>
                  <a:pt x="0" y="1350"/>
                  <a:pt x="0" y="1575"/>
                  <a:pt x="0" y="2250"/>
                </a:cubicBezTo>
                <a:cubicBezTo>
                  <a:pt x="257" y="10350"/>
                  <a:pt x="3857" y="17550"/>
                  <a:pt x="11057" y="21150"/>
                </a:cubicBezTo>
                <a:cubicBezTo>
                  <a:pt x="11829" y="21600"/>
                  <a:pt x="12086" y="21600"/>
                  <a:pt x="12857" y="20700"/>
                </a:cubicBezTo>
                <a:close/>
                <a:moveTo>
                  <a:pt x="11571" y="11925"/>
                </a:moveTo>
                <a:cubicBezTo>
                  <a:pt x="8229" y="11925"/>
                  <a:pt x="8229" y="11925"/>
                  <a:pt x="8229" y="11925"/>
                </a:cubicBezTo>
                <a:cubicBezTo>
                  <a:pt x="8229" y="11250"/>
                  <a:pt x="8229" y="11250"/>
                  <a:pt x="8229" y="11250"/>
                </a:cubicBezTo>
                <a:cubicBezTo>
                  <a:pt x="10286" y="8550"/>
                  <a:pt x="10286" y="8550"/>
                  <a:pt x="10286" y="8550"/>
                </a:cubicBezTo>
                <a:cubicBezTo>
                  <a:pt x="10543" y="8100"/>
                  <a:pt x="10800" y="7650"/>
                  <a:pt x="10800" y="7200"/>
                </a:cubicBezTo>
                <a:cubicBezTo>
                  <a:pt x="10800" y="6975"/>
                  <a:pt x="10800" y="6750"/>
                  <a:pt x="10543" y="6750"/>
                </a:cubicBezTo>
                <a:cubicBezTo>
                  <a:pt x="10286" y="6750"/>
                  <a:pt x="10286" y="6975"/>
                  <a:pt x="10286" y="6975"/>
                </a:cubicBezTo>
                <a:cubicBezTo>
                  <a:pt x="10029" y="8100"/>
                  <a:pt x="10029" y="8100"/>
                  <a:pt x="10029" y="8100"/>
                </a:cubicBezTo>
                <a:cubicBezTo>
                  <a:pt x="8743" y="8100"/>
                  <a:pt x="8743" y="8100"/>
                  <a:pt x="8743" y="8100"/>
                </a:cubicBezTo>
                <a:cubicBezTo>
                  <a:pt x="8743" y="6975"/>
                  <a:pt x="8743" y="6975"/>
                  <a:pt x="8743" y="6975"/>
                </a:cubicBezTo>
                <a:cubicBezTo>
                  <a:pt x="9000" y="6300"/>
                  <a:pt x="9514" y="5850"/>
                  <a:pt x="10800" y="5850"/>
                </a:cubicBezTo>
                <a:cubicBezTo>
                  <a:pt x="11314" y="5850"/>
                  <a:pt x="11829" y="6075"/>
                  <a:pt x="12086" y="6300"/>
                </a:cubicBezTo>
                <a:cubicBezTo>
                  <a:pt x="12343" y="6525"/>
                  <a:pt x="12343" y="6975"/>
                  <a:pt x="12086" y="7650"/>
                </a:cubicBezTo>
                <a:cubicBezTo>
                  <a:pt x="12086" y="7875"/>
                  <a:pt x="12086" y="8100"/>
                  <a:pt x="12086" y="8325"/>
                </a:cubicBezTo>
                <a:cubicBezTo>
                  <a:pt x="9771" y="11250"/>
                  <a:pt x="9771" y="11250"/>
                  <a:pt x="9771" y="11250"/>
                </a:cubicBezTo>
                <a:cubicBezTo>
                  <a:pt x="11829" y="11250"/>
                  <a:pt x="11829" y="11250"/>
                  <a:pt x="11829" y="11250"/>
                </a:cubicBezTo>
                <a:cubicBezTo>
                  <a:pt x="11571" y="11925"/>
                  <a:pt x="11571" y="11925"/>
                  <a:pt x="11571" y="11925"/>
                </a:cubicBezTo>
                <a:close/>
                <a:moveTo>
                  <a:pt x="16200" y="11250"/>
                </a:moveTo>
                <a:cubicBezTo>
                  <a:pt x="15429" y="11250"/>
                  <a:pt x="15429" y="11250"/>
                  <a:pt x="15429" y="11250"/>
                </a:cubicBezTo>
                <a:cubicBezTo>
                  <a:pt x="15429" y="11925"/>
                  <a:pt x="15429" y="11925"/>
                  <a:pt x="15429" y="11925"/>
                </a:cubicBezTo>
                <a:cubicBezTo>
                  <a:pt x="13886" y="11925"/>
                  <a:pt x="13886" y="11925"/>
                  <a:pt x="13886" y="11925"/>
                </a:cubicBezTo>
                <a:cubicBezTo>
                  <a:pt x="13886" y="11250"/>
                  <a:pt x="13886" y="11250"/>
                  <a:pt x="13886" y="11250"/>
                </a:cubicBezTo>
                <a:cubicBezTo>
                  <a:pt x="11829" y="11250"/>
                  <a:pt x="11829" y="11250"/>
                  <a:pt x="11829" y="11250"/>
                </a:cubicBezTo>
                <a:cubicBezTo>
                  <a:pt x="12086" y="10350"/>
                  <a:pt x="12086" y="10350"/>
                  <a:pt x="12086" y="10350"/>
                </a:cubicBezTo>
                <a:cubicBezTo>
                  <a:pt x="14143" y="5850"/>
                  <a:pt x="14143" y="5850"/>
                  <a:pt x="14143" y="5850"/>
                </a:cubicBezTo>
                <a:cubicBezTo>
                  <a:pt x="16200" y="5850"/>
                  <a:pt x="16200" y="5850"/>
                  <a:pt x="16200" y="5850"/>
                </a:cubicBezTo>
                <a:cubicBezTo>
                  <a:pt x="15686" y="10350"/>
                  <a:pt x="15686" y="10350"/>
                  <a:pt x="15686" y="10350"/>
                </a:cubicBezTo>
                <a:cubicBezTo>
                  <a:pt x="16200" y="10350"/>
                  <a:pt x="16200" y="10350"/>
                  <a:pt x="16200" y="10350"/>
                </a:cubicBezTo>
                <a:cubicBezTo>
                  <a:pt x="16200" y="11250"/>
                  <a:pt x="16200" y="11250"/>
                  <a:pt x="16200" y="11250"/>
                </a:cubicBezTo>
                <a:close/>
                <a:moveTo>
                  <a:pt x="14143" y="10350"/>
                </a:moveTo>
                <a:cubicBezTo>
                  <a:pt x="13371" y="10350"/>
                  <a:pt x="13371" y="10350"/>
                  <a:pt x="13371" y="10350"/>
                </a:cubicBezTo>
                <a:cubicBezTo>
                  <a:pt x="14400" y="7875"/>
                  <a:pt x="14400" y="7875"/>
                  <a:pt x="14400" y="7875"/>
                </a:cubicBezTo>
                <a:cubicBezTo>
                  <a:pt x="14143" y="10350"/>
                  <a:pt x="14143" y="10350"/>
                  <a:pt x="14143" y="10350"/>
                </a:cubicBezTo>
                <a:close/>
                <a:moveTo>
                  <a:pt x="11057" y="0"/>
                </a:moveTo>
                <a:cubicBezTo>
                  <a:pt x="13886" y="0"/>
                  <a:pt x="16714" y="1125"/>
                  <a:pt x="18514" y="2700"/>
                </a:cubicBezTo>
                <a:cubicBezTo>
                  <a:pt x="20571" y="4500"/>
                  <a:pt x="21600" y="6750"/>
                  <a:pt x="21600" y="9225"/>
                </a:cubicBezTo>
                <a:cubicBezTo>
                  <a:pt x="21600" y="11925"/>
                  <a:pt x="20571" y="14175"/>
                  <a:pt x="18514" y="15975"/>
                </a:cubicBezTo>
                <a:cubicBezTo>
                  <a:pt x="18000" y="16425"/>
                  <a:pt x="17486" y="16875"/>
                  <a:pt x="16714" y="17100"/>
                </a:cubicBezTo>
                <a:cubicBezTo>
                  <a:pt x="16714" y="16875"/>
                  <a:pt x="16457" y="16650"/>
                  <a:pt x="16200" y="16425"/>
                </a:cubicBezTo>
                <a:cubicBezTo>
                  <a:pt x="15171" y="15525"/>
                  <a:pt x="15171" y="15525"/>
                  <a:pt x="15171" y="15525"/>
                </a:cubicBezTo>
                <a:cubicBezTo>
                  <a:pt x="15686" y="15300"/>
                  <a:pt x="16457" y="14850"/>
                  <a:pt x="16971" y="14400"/>
                </a:cubicBezTo>
                <a:cubicBezTo>
                  <a:pt x="18257" y="13050"/>
                  <a:pt x="19286" y="11250"/>
                  <a:pt x="19286" y="9225"/>
                </a:cubicBezTo>
                <a:cubicBezTo>
                  <a:pt x="19286" y="7425"/>
                  <a:pt x="18257" y="5625"/>
                  <a:pt x="16971" y="4275"/>
                </a:cubicBezTo>
                <a:cubicBezTo>
                  <a:pt x="15429" y="2925"/>
                  <a:pt x="13371" y="2250"/>
                  <a:pt x="11057" y="2250"/>
                </a:cubicBezTo>
                <a:cubicBezTo>
                  <a:pt x="10029" y="2250"/>
                  <a:pt x="9000" y="2475"/>
                  <a:pt x="7971" y="2700"/>
                </a:cubicBezTo>
                <a:cubicBezTo>
                  <a:pt x="7457" y="1350"/>
                  <a:pt x="7457" y="1350"/>
                  <a:pt x="7457" y="1350"/>
                </a:cubicBezTo>
                <a:cubicBezTo>
                  <a:pt x="7457" y="1125"/>
                  <a:pt x="7200" y="900"/>
                  <a:pt x="7200" y="675"/>
                </a:cubicBezTo>
                <a:cubicBezTo>
                  <a:pt x="8486" y="225"/>
                  <a:pt x="9771" y="0"/>
                  <a:pt x="11057" y="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2" name="Shape 7172"/>
          <p:cNvSpPr/>
          <p:nvPr/>
        </p:nvSpPr>
        <p:spPr>
          <a:xfrm>
            <a:off x="9620616" y="12594050"/>
            <a:ext cx="758451" cy="832019"/>
          </a:xfrm>
          <a:custGeom>
            <a:avLst/>
            <a:gdLst/>
            <a:ahLst/>
            <a:cxnLst>
              <a:cxn ang="0">
                <a:pos x="wd2" y="hd2"/>
              </a:cxn>
              <a:cxn ang="5400000">
                <a:pos x="wd2" y="hd2"/>
              </a:cxn>
              <a:cxn ang="10800000">
                <a:pos x="wd2" y="hd2"/>
              </a:cxn>
              <a:cxn ang="16200000">
                <a:pos x="wd2" y="hd2"/>
              </a:cxn>
            </a:cxnLst>
            <a:rect l="0" t="0" r="r" b="b"/>
            <a:pathLst>
              <a:path w="20736" h="21600" fill="norm" stroke="1" extrusionOk="0">
                <a:moveTo>
                  <a:pt x="4068" y="18392"/>
                </a:moveTo>
                <a:cubicBezTo>
                  <a:pt x="2268" y="16681"/>
                  <a:pt x="1368" y="14543"/>
                  <a:pt x="1143" y="12404"/>
                </a:cubicBezTo>
                <a:cubicBezTo>
                  <a:pt x="1143" y="10265"/>
                  <a:pt x="1818" y="8127"/>
                  <a:pt x="3618" y="6202"/>
                </a:cubicBezTo>
                <a:cubicBezTo>
                  <a:pt x="4968" y="4705"/>
                  <a:pt x="6993" y="3850"/>
                  <a:pt x="9018" y="3636"/>
                </a:cubicBezTo>
                <a:cubicBezTo>
                  <a:pt x="8793" y="1925"/>
                  <a:pt x="8793" y="1925"/>
                  <a:pt x="8793" y="1925"/>
                </a:cubicBezTo>
                <a:cubicBezTo>
                  <a:pt x="7668" y="2139"/>
                  <a:pt x="7668" y="2139"/>
                  <a:pt x="7668" y="2139"/>
                </a:cubicBezTo>
                <a:cubicBezTo>
                  <a:pt x="7443" y="1069"/>
                  <a:pt x="7443" y="1069"/>
                  <a:pt x="7443" y="1069"/>
                </a:cubicBezTo>
                <a:cubicBezTo>
                  <a:pt x="10368" y="642"/>
                  <a:pt x="10368" y="642"/>
                  <a:pt x="10368" y="642"/>
                </a:cubicBezTo>
                <a:cubicBezTo>
                  <a:pt x="10593" y="1711"/>
                  <a:pt x="10593" y="1711"/>
                  <a:pt x="10593" y="1711"/>
                </a:cubicBezTo>
                <a:cubicBezTo>
                  <a:pt x="9468" y="1925"/>
                  <a:pt x="9468" y="1925"/>
                  <a:pt x="9468" y="1925"/>
                </a:cubicBezTo>
                <a:cubicBezTo>
                  <a:pt x="9918" y="3422"/>
                  <a:pt x="9918" y="3422"/>
                  <a:pt x="9918" y="3422"/>
                </a:cubicBezTo>
                <a:cubicBezTo>
                  <a:pt x="12168" y="3422"/>
                  <a:pt x="14418" y="4063"/>
                  <a:pt x="16218" y="5774"/>
                </a:cubicBezTo>
                <a:cubicBezTo>
                  <a:pt x="18018" y="7271"/>
                  <a:pt x="19143" y="9410"/>
                  <a:pt x="19143" y="11549"/>
                </a:cubicBezTo>
                <a:cubicBezTo>
                  <a:pt x="19368" y="13901"/>
                  <a:pt x="18468" y="16040"/>
                  <a:pt x="16893" y="17750"/>
                </a:cubicBezTo>
                <a:cubicBezTo>
                  <a:pt x="16668" y="17964"/>
                  <a:pt x="16668" y="17964"/>
                  <a:pt x="16443" y="18178"/>
                </a:cubicBezTo>
                <a:cubicBezTo>
                  <a:pt x="17343" y="21600"/>
                  <a:pt x="17343" y="21600"/>
                  <a:pt x="17343" y="21600"/>
                </a:cubicBezTo>
                <a:cubicBezTo>
                  <a:pt x="16218" y="21600"/>
                  <a:pt x="16218" y="21600"/>
                  <a:pt x="16218" y="21600"/>
                </a:cubicBezTo>
                <a:cubicBezTo>
                  <a:pt x="13743" y="19889"/>
                  <a:pt x="13743" y="19889"/>
                  <a:pt x="13743" y="19889"/>
                </a:cubicBezTo>
                <a:cubicBezTo>
                  <a:pt x="12843" y="20317"/>
                  <a:pt x="11718" y="20531"/>
                  <a:pt x="10593" y="20531"/>
                </a:cubicBezTo>
                <a:cubicBezTo>
                  <a:pt x="9468" y="20531"/>
                  <a:pt x="8118" y="20317"/>
                  <a:pt x="6768" y="19889"/>
                </a:cubicBezTo>
                <a:cubicBezTo>
                  <a:pt x="4518" y="21600"/>
                  <a:pt x="4518" y="21600"/>
                  <a:pt x="4518" y="21600"/>
                </a:cubicBezTo>
                <a:cubicBezTo>
                  <a:pt x="3393" y="21600"/>
                  <a:pt x="3393" y="21600"/>
                  <a:pt x="3393" y="21600"/>
                </a:cubicBezTo>
                <a:cubicBezTo>
                  <a:pt x="4293" y="18392"/>
                  <a:pt x="4293" y="18392"/>
                  <a:pt x="4293" y="18392"/>
                </a:cubicBezTo>
                <a:cubicBezTo>
                  <a:pt x="4068" y="18392"/>
                  <a:pt x="4068" y="18392"/>
                  <a:pt x="4068" y="18392"/>
                </a:cubicBezTo>
                <a:close/>
                <a:moveTo>
                  <a:pt x="18018" y="1283"/>
                </a:moveTo>
                <a:cubicBezTo>
                  <a:pt x="16218" y="642"/>
                  <a:pt x="14418" y="1069"/>
                  <a:pt x="13068" y="2352"/>
                </a:cubicBezTo>
                <a:cubicBezTo>
                  <a:pt x="20268" y="6630"/>
                  <a:pt x="20268" y="6630"/>
                  <a:pt x="20268" y="6630"/>
                </a:cubicBezTo>
                <a:cubicBezTo>
                  <a:pt x="21168" y="5133"/>
                  <a:pt x="20718" y="3208"/>
                  <a:pt x="19368" y="1925"/>
                </a:cubicBezTo>
                <a:cubicBezTo>
                  <a:pt x="20268" y="642"/>
                  <a:pt x="20268" y="642"/>
                  <a:pt x="20268" y="642"/>
                </a:cubicBezTo>
                <a:cubicBezTo>
                  <a:pt x="18918" y="0"/>
                  <a:pt x="18918" y="0"/>
                  <a:pt x="18918" y="0"/>
                </a:cubicBezTo>
                <a:cubicBezTo>
                  <a:pt x="18018" y="1283"/>
                  <a:pt x="18018" y="1283"/>
                  <a:pt x="18018" y="1283"/>
                </a:cubicBezTo>
                <a:close/>
                <a:moveTo>
                  <a:pt x="2718" y="1283"/>
                </a:moveTo>
                <a:cubicBezTo>
                  <a:pt x="1818" y="0"/>
                  <a:pt x="1818" y="0"/>
                  <a:pt x="1818" y="0"/>
                </a:cubicBezTo>
                <a:cubicBezTo>
                  <a:pt x="468" y="642"/>
                  <a:pt x="468" y="642"/>
                  <a:pt x="468" y="642"/>
                </a:cubicBezTo>
                <a:cubicBezTo>
                  <a:pt x="1368" y="1925"/>
                  <a:pt x="1368" y="1925"/>
                  <a:pt x="1368" y="1925"/>
                </a:cubicBezTo>
                <a:cubicBezTo>
                  <a:pt x="18" y="3208"/>
                  <a:pt x="-432" y="5133"/>
                  <a:pt x="468" y="6630"/>
                </a:cubicBezTo>
                <a:cubicBezTo>
                  <a:pt x="7668" y="2352"/>
                  <a:pt x="7668" y="2352"/>
                  <a:pt x="7668" y="2352"/>
                </a:cubicBezTo>
                <a:cubicBezTo>
                  <a:pt x="6318" y="1069"/>
                  <a:pt x="4293" y="642"/>
                  <a:pt x="2718" y="1283"/>
                </a:cubicBezTo>
                <a:close/>
                <a:moveTo>
                  <a:pt x="9243" y="11549"/>
                </a:moveTo>
                <a:cubicBezTo>
                  <a:pt x="9018" y="11762"/>
                  <a:pt x="9018" y="11762"/>
                  <a:pt x="9018" y="11976"/>
                </a:cubicBezTo>
                <a:cubicBezTo>
                  <a:pt x="7443" y="12190"/>
                  <a:pt x="5868" y="12404"/>
                  <a:pt x="4518" y="13046"/>
                </a:cubicBezTo>
                <a:cubicBezTo>
                  <a:pt x="4518" y="13259"/>
                  <a:pt x="4518" y="13473"/>
                  <a:pt x="4518" y="13687"/>
                </a:cubicBezTo>
                <a:cubicBezTo>
                  <a:pt x="6093" y="13473"/>
                  <a:pt x="7893" y="13259"/>
                  <a:pt x="9243" y="12618"/>
                </a:cubicBezTo>
                <a:cubicBezTo>
                  <a:pt x="9468" y="12832"/>
                  <a:pt x="9693" y="13046"/>
                  <a:pt x="9918" y="13046"/>
                </a:cubicBezTo>
                <a:cubicBezTo>
                  <a:pt x="10593" y="13259"/>
                  <a:pt x="11493" y="13046"/>
                  <a:pt x="11718" y="12404"/>
                </a:cubicBezTo>
                <a:cubicBezTo>
                  <a:pt x="11943" y="11762"/>
                  <a:pt x="11493" y="10907"/>
                  <a:pt x="10818" y="10693"/>
                </a:cubicBezTo>
                <a:cubicBezTo>
                  <a:pt x="10818" y="10693"/>
                  <a:pt x="10593" y="10693"/>
                  <a:pt x="10593" y="10693"/>
                </a:cubicBezTo>
                <a:cubicBezTo>
                  <a:pt x="10143" y="9838"/>
                  <a:pt x="9468" y="8768"/>
                  <a:pt x="8793" y="7913"/>
                </a:cubicBezTo>
                <a:cubicBezTo>
                  <a:pt x="8568" y="8127"/>
                  <a:pt x="8343" y="8341"/>
                  <a:pt x="8118" y="8341"/>
                </a:cubicBezTo>
                <a:cubicBezTo>
                  <a:pt x="8343" y="9410"/>
                  <a:pt x="8793" y="10265"/>
                  <a:pt x="9468" y="11121"/>
                </a:cubicBezTo>
                <a:cubicBezTo>
                  <a:pt x="9243" y="11121"/>
                  <a:pt x="9243" y="11335"/>
                  <a:pt x="9243" y="11549"/>
                </a:cubicBezTo>
                <a:close/>
                <a:moveTo>
                  <a:pt x="3618" y="12404"/>
                </a:moveTo>
                <a:cubicBezTo>
                  <a:pt x="3843" y="13901"/>
                  <a:pt x="4518" y="15398"/>
                  <a:pt x="5868" y="16681"/>
                </a:cubicBezTo>
                <a:cubicBezTo>
                  <a:pt x="7218" y="17750"/>
                  <a:pt x="8793" y="18392"/>
                  <a:pt x="10593" y="18178"/>
                </a:cubicBezTo>
                <a:cubicBezTo>
                  <a:pt x="12168" y="18178"/>
                  <a:pt x="13743" y="17537"/>
                  <a:pt x="15093" y="16253"/>
                </a:cubicBezTo>
                <a:cubicBezTo>
                  <a:pt x="16218" y="14970"/>
                  <a:pt x="16893" y="13259"/>
                  <a:pt x="16668" y="11762"/>
                </a:cubicBezTo>
                <a:cubicBezTo>
                  <a:pt x="16668" y="10051"/>
                  <a:pt x="15993" y="8554"/>
                  <a:pt x="14643" y="7485"/>
                </a:cubicBezTo>
                <a:cubicBezTo>
                  <a:pt x="13293" y="6202"/>
                  <a:pt x="11493" y="5774"/>
                  <a:pt x="9918" y="5774"/>
                </a:cubicBezTo>
                <a:cubicBezTo>
                  <a:pt x="8118" y="5988"/>
                  <a:pt x="6543" y="6630"/>
                  <a:pt x="5418" y="7913"/>
                </a:cubicBezTo>
                <a:cubicBezTo>
                  <a:pt x="4068" y="9196"/>
                  <a:pt x="3618" y="10693"/>
                  <a:pt x="3618" y="12404"/>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3" name="Shape 7173"/>
          <p:cNvSpPr/>
          <p:nvPr/>
        </p:nvSpPr>
        <p:spPr>
          <a:xfrm>
            <a:off x="15623588" y="10988500"/>
            <a:ext cx="927432" cy="856177"/>
          </a:xfrm>
          <a:custGeom>
            <a:avLst/>
            <a:gdLst/>
            <a:ahLst/>
            <a:cxnLst>
              <a:cxn ang="0">
                <a:pos x="wd2" y="hd2"/>
              </a:cxn>
              <a:cxn ang="5400000">
                <a:pos x="wd2" y="hd2"/>
              </a:cxn>
              <a:cxn ang="10800000">
                <a:pos x="wd2" y="hd2"/>
              </a:cxn>
              <a:cxn ang="16200000">
                <a:pos x="wd2" y="hd2"/>
              </a:cxn>
            </a:cxnLst>
            <a:rect l="0" t="0" r="r" b="b"/>
            <a:pathLst>
              <a:path w="21600" h="20796" fill="norm" stroke="1" extrusionOk="0">
                <a:moveTo>
                  <a:pt x="10896" y="7999"/>
                </a:moveTo>
                <a:cubicBezTo>
                  <a:pt x="12042" y="7999"/>
                  <a:pt x="12998" y="8999"/>
                  <a:pt x="12998" y="10399"/>
                </a:cubicBezTo>
                <a:cubicBezTo>
                  <a:pt x="12998" y="11599"/>
                  <a:pt x="12042" y="12599"/>
                  <a:pt x="10896" y="12599"/>
                </a:cubicBezTo>
                <a:cubicBezTo>
                  <a:pt x="9558" y="12599"/>
                  <a:pt x="8602" y="11599"/>
                  <a:pt x="8602" y="10399"/>
                </a:cubicBezTo>
                <a:cubicBezTo>
                  <a:pt x="8602" y="8999"/>
                  <a:pt x="9558" y="7999"/>
                  <a:pt x="10896" y="7999"/>
                </a:cubicBezTo>
                <a:close/>
                <a:moveTo>
                  <a:pt x="9175" y="5999"/>
                </a:moveTo>
                <a:cubicBezTo>
                  <a:pt x="6881" y="5999"/>
                  <a:pt x="4970" y="6399"/>
                  <a:pt x="3632" y="6999"/>
                </a:cubicBezTo>
                <a:cubicBezTo>
                  <a:pt x="1338" y="7799"/>
                  <a:pt x="0" y="8999"/>
                  <a:pt x="0" y="10399"/>
                </a:cubicBezTo>
                <a:cubicBezTo>
                  <a:pt x="0" y="11599"/>
                  <a:pt x="1338" y="12799"/>
                  <a:pt x="3250" y="13599"/>
                </a:cubicBezTo>
                <a:cubicBezTo>
                  <a:pt x="2485" y="15599"/>
                  <a:pt x="2294" y="17399"/>
                  <a:pt x="3250" y="18199"/>
                </a:cubicBezTo>
                <a:cubicBezTo>
                  <a:pt x="4205" y="19199"/>
                  <a:pt x="5926" y="19199"/>
                  <a:pt x="8028" y="17999"/>
                </a:cubicBezTo>
                <a:cubicBezTo>
                  <a:pt x="9175" y="17399"/>
                  <a:pt x="10513" y="16399"/>
                  <a:pt x="11851" y="15199"/>
                </a:cubicBezTo>
                <a:cubicBezTo>
                  <a:pt x="9175" y="15199"/>
                  <a:pt x="9175" y="15199"/>
                  <a:pt x="9175" y="15199"/>
                </a:cubicBezTo>
                <a:cubicBezTo>
                  <a:pt x="8411" y="15799"/>
                  <a:pt x="7837" y="16199"/>
                  <a:pt x="7264" y="16399"/>
                </a:cubicBezTo>
                <a:cubicBezTo>
                  <a:pt x="5926" y="17199"/>
                  <a:pt x="4779" y="17399"/>
                  <a:pt x="4396" y="16999"/>
                </a:cubicBezTo>
                <a:cubicBezTo>
                  <a:pt x="4014" y="16599"/>
                  <a:pt x="4396" y="15599"/>
                  <a:pt x="4970" y="14199"/>
                </a:cubicBezTo>
                <a:cubicBezTo>
                  <a:pt x="4970" y="14199"/>
                  <a:pt x="4970" y="14199"/>
                  <a:pt x="4970" y="14199"/>
                </a:cubicBezTo>
                <a:cubicBezTo>
                  <a:pt x="6690" y="14599"/>
                  <a:pt x="8602" y="14799"/>
                  <a:pt x="10896" y="14799"/>
                </a:cubicBezTo>
                <a:cubicBezTo>
                  <a:pt x="12234" y="14799"/>
                  <a:pt x="13572" y="14599"/>
                  <a:pt x="14719" y="14399"/>
                </a:cubicBezTo>
                <a:cubicBezTo>
                  <a:pt x="14910" y="14999"/>
                  <a:pt x="14910" y="15599"/>
                  <a:pt x="15101" y="15999"/>
                </a:cubicBezTo>
                <a:cubicBezTo>
                  <a:pt x="15101" y="17599"/>
                  <a:pt x="15101" y="18599"/>
                  <a:pt x="14527" y="18799"/>
                </a:cubicBezTo>
                <a:cubicBezTo>
                  <a:pt x="14145" y="19199"/>
                  <a:pt x="13189" y="18599"/>
                  <a:pt x="12234" y="17399"/>
                </a:cubicBezTo>
                <a:cubicBezTo>
                  <a:pt x="11851" y="17199"/>
                  <a:pt x="11660" y="16799"/>
                  <a:pt x="11469" y="16399"/>
                </a:cubicBezTo>
                <a:cubicBezTo>
                  <a:pt x="9940" y="17399"/>
                  <a:pt x="9940" y="17399"/>
                  <a:pt x="9940" y="17399"/>
                </a:cubicBezTo>
                <a:cubicBezTo>
                  <a:pt x="10322" y="17799"/>
                  <a:pt x="10704" y="18199"/>
                  <a:pt x="10896" y="18599"/>
                </a:cubicBezTo>
                <a:cubicBezTo>
                  <a:pt x="12425" y="20399"/>
                  <a:pt x="14145" y="21199"/>
                  <a:pt x="15292" y="20599"/>
                </a:cubicBezTo>
                <a:cubicBezTo>
                  <a:pt x="16439" y="19999"/>
                  <a:pt x="17012" y="18199"/>
                  <a:pt x="16821" y="15799"/>
                </a:cubicBezTo>
                <a:cubicBezTo>
                  <a:pt x="16630" y="15399"/>
                  <a:pt x="16630" y="14799"/>
                  <a:pt x="16439" y="14199"/>
                </a:cubicBezTo>
                <a:cubicBezTo>
                  <a:pt x="17012" y="13999"/>
                  <a:pt x="17586" y="13799"/>
                  <a:pt x="18159" y="13599"/>
                </a:cubicBezTo>
                <a:cubicBezTo>
                  <a:pt x="20262" y="12999"/>
                  <a:pt x="21600" y="11799"/>
                  <a:pt x="21600" y="10399"/>
                </a:cubicBezTo>
                <a:cubicBezTo>
                  <a:pt x="21600" y="8999"/>
                  <a:pt x="20262" y="7799"/>
                  <a:pt x="18159" y="6999"/>
                </a:cubicBezTo>
                <a:cubicBezTo>
                  <a:pt x="16821" y="6599"/>
                  <a:pt x="15292" y="6199"/>
                  <a:pt x="13381" y="5999"/>
                </a:cubicBezTo>
                <a:cubicBezTo>
                  <a:pt x="13189" y="5799"/>
                  <a:pt x="13189" y="5399"/>
                  <a:pt x="12998" y="5199"/>
                </a:cubicBezTo>
                <a:cubicBezTo>
                  <a:pt x="13381" y="4799"/>
                  <a:pt x="13954" y="4399"/>
                  <a:pt x="14527" y="4199"/>
                </a:cubicBezTo>
                <a:cubicBezTo>
                  <a:pt x="15865" y="3599"/>
                  <a:pt x="16821" y="3199"/>
                  <a:pt x="17204" y="3599"/>
                </a:cubicBezTo>
                <a:cubicBezTo>
                  <a:pt x="17586" y="3999"/>
                  <a:pt x="17395" y="4999"/>
                  <a:pt x="16821" y="6199"/>
                </a:cubicBezTo>
                <a:cubicBezTo>
                  <a:pt x="18542" y="6599"/>
                  <a:pt x="18542" y="6599"/>
                  <a:pt x="18542" y="6599"/>
                </a:cubicBezTo>
                <a:cubicBezTo>
                  <a:pt x="19306" y="4799"/>
                  <a:pt x="19306" y="3199"/>
                  <a:pt x="18350" y="2399"/>
                </a:cubicBezTo>
                <a:cubicBezTo>
                  <a:pt x="17395" y="1399"/>
                  <a:pt x="15674" y="1599"/>
                  <a:pt x="13763" y="2599"/>
                </a:cubicBezTo>
                <a:cubicBezTo>
                  <a:pt x="13189" y="2799"/>
                  <a:pt x="12616" y="3199"/>
                  <a:pt x="12042" y="3599"/>
                </a:cubicBezTo>
                <a:cubicBezTo>
                  <a:pt x="11469" y="2999"/>
                  <a:pt x="11087" y="2599"/>
                  <a:pt x="10704" y="1999"/>
                </a:cubicBezTo>
                <a:cubicBezTo>
                  <a:pt x="9175" y="399"/>
                  <a:pt x="7455" y="-401"/>
                  <a:pt x="6308" y="199"/>
                </a:cubicBezTo>
                <a:cubicBezTo>
                  <a:pt x="5161" y="799"/>
                  <a:pt x="4588" y="2399"/>
                  <a:pt x="4970" y="4799"/>
                </a:cubicBezTo>
                <a:cubicBezTo>
                  <a:pt x="4970" y="4999"/>
                  <a:pt x="4970" y="5199"/>
                  <a:pt x="4970" y="5399"/>
                </a:cubicBezTo>
                <a:cubicBezTo>
                  <a:pt x="6690" y="5399"/>
                  <a:pt x="6690" y="5399"/>
                  <a:pt x="6690" y="5399"/>
                </a:cubicBezTo>
                <a:cubicBezTo>
                  <a:pt x="6690" y="4999"/>
                  <a:pt x="6690" y="4799"/>
                  <a:pt x="6499" y="4599"/>
                </a:cubicBezTo>
                <a:cubicBezTo>
                  <a:pt x="6499" y="2999"/>
                  <a:pt x="6499" y="1999"/>
                  <a:pt x="7073" y="1799"/>
                </a:cubicBezTo>
                <a:cubicBezTo>
                  <a:pt x="7455" y="1599"/>
                  <a:pt x="8411" y="2199"/>
                  <a:pt x="9366" y="3199"/>
                </a:cubicBezTo>
                <a:cubicBezTo>
                  <a:pt x="9749" y="3599"/>
                  <a:pt x="10131" y="4199"/>
                  <a:pt x="10513" y="4599"/>
                </a:cubicBezTo>
                <a:cubicBezTo>
                  <a:pt x="10131" y="4999"/>
                  <a:pt x="9558" y="5599"/>
                  <a:pt x="9175" y="5999"/>
                </a:cubicBezTo>
                <a:close/>
                <a:moveTo>
                  <a:pt x="14336" y="7999"/>
                </a:moveTo>
                <a:cubicBezTo>
                  <a:pt x="15674" y="8199"/>
                  <a:pt x="16630" y="8399"/>
                  <a:pt x="17586" y="8599"/>
                </a:cubicBezTo>
                <a:cubicBezTo>
                  <a:pt x="18924" y="9199"/>
                  <a:pt x="19880" y="9799"/>
                  <a:pt x="19880" y="10399"/>
                </a:cubicBezTo>
                <a:cubicBezTo>
                  <a:pt x="19880" y="10799"/>
                  <a:pt x="18924" y="11399"/>
                  <a:pt x="17586" y="11999"/>
                </a:cubicBezTo>
                <a:cubicBezTo>
                  <a:pt x="17012" y="12199"/>
                  <a:pt x="16630" y="12199"/>
                  <a:pt x="16057" y="12399"/>
                </a:cubicBezTo>
                <a:cubicBezTo>
                  <a:pt x="15674" y="11199"/>
                  <a:pt x="15292" y="9799"/>
                  <a:pt x="14719" y="8399"/>
                </a:cubicBezTo>
                <a:cubicBezTo>
                  <a:pt x="14527" y="8399"/>
                  <a:pt x="14527" y="8199"/>
                  <a:pt x="14336" y="7999"/>
                </a:cubicBezTo>
                <a:close/>
                <a:moveTo>
                  <a:pt x="14336" y="12799"/>
                </a:moveTo>
                <a:cubicBezTo>
                  <a:pt x="13954" y="11599"/>
                  <a:pt x="13572" y="10399"/>
                  <a:pt x="13189" y="9199"/>
                </a:cubicBezTo>
                <a:cubicBezTo>
                  <a:pt x="12807" y="8799"/>
                  <a:pt x="12616" y="8199"/>
                  <a:pt x="12425" y="7799"/>
                </a:cubicBezTo>
                <a:cubicBezTo>
                  <a:pt x="11851" y="7799"/>
                  <a:pt x="11278" y="7799"/>
                  <a:pt x="10896" y="7799"/>
                </a:cubicBezTo>
                <a:cubicBezTo>
                  <a:pt x="10513" y="7799"/>
                  <a:pt x="10131" y="7799"/>
                  <a:pt x="9749" y="7799"/>
                </a:cubicBezTo>
                <a:cubicBezTo>
                  <a:pt x="9558" y="7999"/>
                  <a:pt x="9366" y="8199"/>
                  <a:pt x="8984" y="8399"/>
                </a:cubicBezTo>
                <a:cubicBezTo>
                  <a:pt x="8984" y="8399"/>
                  <a:pt x="8984" y="8399"/>
                  <a:pt x="8984" y="8399"/>
                </a:cubicBezTo>
                <a:cubicBezTo>
                  <a:pt x="7837" y="9799"/>
                  <a:pt x="6690" y="11199"/>
                  <a:pt x="5926" y="12399"/>
                </a:cubicBezTo>
                <a:cubicBezTo>
                  <a:pt x="7264" y="12799"/>
                  <a:pt x="8984" y="12999"/>
                  <a:pt x="10896" y="12999"/>
                </a:cubicBezTo>
                <a:cubicBezTo>
                  <a:pt x="12042" y="12999"/>
                  <a:pt x="13189" y="12799"/>
                  <a:pt x="14336" y="12799"/>
                </a:cubicBezTo>
                <a:close/>
                <a:moveTo>
                  <a:pt x="4205" y="11999"/>
                </a:moveTo>
                <a:cubicBezTo>
                  <a:pt x="4205" y="11999"/>
                  <a:pt x="4205" y="11999"/>
                  <a:pt x="4205" y="11999"/>
                </a:cubicBezTo>
                <a:cubicBezTo>
                  <a:pt x="2676" y="11399"/>
                  <a:pt x="1720" y="10799"/>
                  <a:pt x="1720" y="10399"/>
                </a:cubicBezTo>
                <a:cubicBezTo>
                  <a:pt x="1720" y="9799"/>
                  <a:pt x="2676" y="9199"/>
                  <a:pt x="4205" y="8599"/>
                </a:cubicBezTo>
                <a:cubicBezTo>
                  <a:pt x="4970" y="8399"/>
                  <a:pt x="5926" y="8199"/>
                  <a:pt x="7073" y="7999"/>
                </a:cubicBezTo>
                <a:cubicBezTo>
                  <a:pt x="5926" y="9399"/>
                  <a:pt x="4970" y="10799"/>
                  <a:pt x="4205" y="11999"/>
                </a:cubicBezTo>
                <a:close/>
                <a:moveTo>
                  <a:pt x="12234" y="9599"/>
                </a:moveTo>
                <a:cubicBezTo>
                  <a:pt x="12042" y="10599"/>
                  <a:pt x="11660" y="11399"/>
                  <a:pt x="10896" y="11999"/>
                </a:cubicBezTo>
                <a:cubicBezTo>
                  <a:pt x="12042" y="11999"/>
                  <a:pt x="12616" y="10599"/>
                  <a:pt x="12234" y="9599"/>
                </a:cubicBezTo>
                <a:close/>
                <a:moveTo>
                  <a:pt x="9366" y="10999"/>
                </a:moveTo>
                <a:cubicBezTo>
                  <a:pt x="9366" y="10599"/>
                  <a:pt x="9558" y="10399"/>
                  <a:pt x="9558" y="10199"/>
                </a:cubicBezTo>
                <a:cubicBezTo>
                  <a:pt x="9366" y="9999"/>
                  <a:pt x="9366" y="9999"/>
                  <a:pt x="9366" y="9999"/>
                </a:cubicBezTo>
                <a:cubicBezTo>
                  <a:pt x="9175" y="10399"/>
                  <a:pt x="9175" y="10599"/>
                  <a:pt x="9366" y="10999"/>
                </a:cubicBezTo>
                <a:close/>
                <a:moveTo>
                  <a:pt x="9366" y="9599"/>
                </a:moveTo>
                <a:cubicBezTo>
                  <a:pt x="9749" y="9999"/>
                  <a:pt x="9749" y="9999"/>
                  <a:pt x="9749" y="9999"/>
                </a:cubicBezTo>
                <a:cubicBezTo>
                  <a:pt x="10131" y="9599"/>
                  <a:pt x="10513" y="9399"/>
                  <a:pt x="10896" y="8999"/>
                </a:cubicBezTo>
                <a:cubicBezTo>
                  <a:pt x="10704" y="8599"/>
                  <a:pt x="10704" y="8599"/>
                  <a:pt x="10704" y="8599"/>
                </a:cubicBezTo>
                <a:cubicBezTo>
                  <a:pt x="10131" y="8599"/>
                  <a:pt x="9558" y="8999"/>
                  <a:pt x="9366" y="9599"/>
                </a:cubicBezTo>
                <a:close/>
                <a:moveTo>
                  <a:pt x="11087" y="8599"/>
                </a:moveTo>
                <a:cubicBezTo>
                  <a:pt x="11087" y="8999"/>
                  <a:pt x="11087" y="8999"/>
                  <a:pt x="11087" y="8999"/>
                </a:cubicBezTo>
                <a:cubicBezTo>
                  <a:pt x="11278" y="8799"/>
                  <a:pt x="11278" y="8799"/>
                  <a:pt x="11469" y="8799"/>
                </a:cubicBezTo>
                <a:cubicBezTo>
                  <a:pt x="11278" y="8599"/>
                  <a:pt x="11087" y="8599"/>
                  <a:pt x="11087" y="8599"/>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4" name="Shape 7174"/>
          <p:cNvSpPr/>
          <p:nvPr/>
        </p:nvSpPr>
        <p:spPr>
          <a:xfrm>
            <a:off x="12664797" y="11090312"/>
            <a:ext cx="760926" cy="740419"/>
          </a:xfrm>
          <a:custGeom>
            <a:avLst/>
            <a:gdLst/>
            <a:ahLst/>
            <a:cxnLst>
              <a:cxn ang="0">
                <a:pos x="wd2" y="hd2"/>
              </a:cxn>
              <a:cxn ang="5400000">
                <a:pos x="wd2" y="hd2"/>
              </a:cxn>
              <a:cxn ang="10800000">
                <a:pos x="wd2" y="hd2"/>
              </a:cxn>
              <a:cxn ang="16200000">
                <a:pos x="wd2" y="hd2"/>
              </a:cxn>
            </a:cxnLst>
            <a:rect l="0" t="0" r="r" b="b"/>
            <a:pathLst>
              <a:path w="20605" h="21600" fill="norm" stroke="1" extrusionOk="0">
                <a:moveTo>
                  <a:pt x="7867" y="21600"/>
                </a:moveTo>
                <a:cubicBezTo>
                  <a:pt x="3413" y="20400"/>
                  <a:pt x="-595" y="17280"/>
                  <a:pt x="73" y="11520"/>
                </a:cubicBezTo>
                <a:cubicBezTo>
                  <a:pt x="4527" y="10560"/>
                  <a:pt x="7867" y="12720"/>
                  <a:pt x="9648" y="15600"/>
                </a:cubicBezTo>
                <a:cubicBezTo>
                  <a:pt x="9648" y="11280"/>
                  <a:pt x="9648" y="11280"/>
                  <a:pt x="9648" y="11280"/>
                </a:cubicBezTo>
                <a:cubicBezTo>
                  <a:pt x="4527" y="9600"/>
                  <a:pt x="3413" y="2880"/>
                  <a:pt x="7644" y="0"/>
                </a:cubicBezTo>
                <a:cubicBezTo>
                  <a:pt x="8758" y="3120"/>
                  <a:pt x="8758" y="3120"/>
                  <a:pt x="8758" y="3120"/>
                </a:cubicBezTo>
                <a:cubicBezTo>
                  <a:pt x="10539" y="240"/>
                  <a:pt x="10539" y="240"/>
                  <a:pt x="10539" y="240"/>
                </a:cubicBezTo>
                <a:cubicBezTo>
                  <a:pt x="12320" y="3120"/>
                  <a:pt x="12320" y="3120"/>
                  <a:pt x="12320" y="3120"/>
                </a:cubicBezTo>
                <a:cubicBezTo>
                  <a:pt x="13434" y="0"/>
                  <a:pt x="13434" y="0"/>
                  <a:pt x="13434" y="0"/>
                </a:cubicBezTo>
                <a:cubicBezTo>
                  <a:pt x="17442" y="2880"/>
                  <a:pt x="16551" y="9600"/>
                  <a:pt x="11652" y="11280"/>
                </a:cubicBezTo>
                <a:cubicBezTo>
                  <a:pt x="11652" y="21600"/>
                  <a:pt x="11652" y="21600"/>
                  <a:pt x="11652" y="21600"/>
                </a:cubicBezTo>
                <a:cubicBezTo>
                  <a:pt x="7867" y="21600"/>
                  <a:pt x="7867" y="21600"/>
                  <a:pt x="7867" y="21600"/>
                </a:cubicBezTo>
                <a:close/>
                <a:moveTo>
                  <a:pt x="13211" y="21600"/>
                </a:moveTo>
                <a:cubicBezTo>
                  <a:pt x="14325" y="21600"/>
                  <a:pt x="14325" y="21600"/>
                  <a:pt x="14325" y="21600"/>
                </a:cubicBezTo>
                <a:cubicBezTo>
                  <a:pt x="18110" y="20160"/>
                  <a:pt x="21005" y="15840"/>
                  <a:pt x="20560" y="11760"/>
                </a:cubicBezTo>
                <a:cubicBezTo>
                  <a:pt x="17442" y="11280"/>
                  <a:pt x="14993" y="12000"/>
                  <a:pt x="13211" y="13440"/>
                </a:cubicBezTo>
                <a:lnTo>
                  <a:pt x="13211" y="2160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5" name="Shape 7175"/>
          <p:cNvSpPr/>
          <p:nvPr/>
        </p:nvSpPr>
        <p:spPr>
          <a:xfrm>
            <a:off x="6627882" y="1995373"/>
            <a:ext cx="484707" cy="7824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25" y="1364"/>
                </a:moveTo>
                <a:cubicBezTo>
                  <a:pt x="6956" y="1364"/>
                  <a:pt x="6956" y="1364"/>
                  <a:pt x="6956" y="1364"/>
                </a:cubicBezTo>
                <a:cubicBezTo>
                  <a:pt x="6956" y="0"/>
                  <a:pt x="6956" y="0"/>
                  <a:pt x="6956" y="0"/>
                </a:cubicBezTo>
                <a:cubicBezTo>
                  <a:pt x="14644" y="0"/>
                  <a:pt x="14644" y="0"/>
                  <a:pt x="14644" y="0"/>
                </a:cubicBezTo>
                <a:cubicBezTo>
                  <a:pt x="14644" y="1364"/>
                  <a:pt x="14644" y="1364"/>
                  <a:pt x="14644" y="1364"/>
                </a:cubicBezTo>
                <a:cubicBezTo>
                  <a:pt x="16475" y="1364"/>
                  <a:pt x="16475" y="1364"/>
                  <a:pt x="16475" y="1364"/>
                </a:cubicBezTo>
                <a:cubicBezTo>
                  <a:pt x="17939" y="1364"/>
                  <a:pt x="19037" y="1592"/>
                  <a:pt x="20136" y="2274"/>
                </a:cubicBezTo>
                <a:cubicBezTo>
                  <a:pt x="20868" y="2728"/>
                  <a:pt x="21600" y="3411"/>
                  <a:pt x="21600" y="4320"/>
                </a:cubicBezTo>
                <a:cubicBezTo>
                  <a:pt x="21600" y="18417"/>
                  <a:pt x="21600" y="18417"/>
                  <a:pt x="21600" y="18417"/>
                </a:cubicBezTo>
                <a:cubicBezTo>
                  <a:pt x="21600" y="19326"/>
                  <a:pt x="20868" y="20008"/>
                  <a:pt x="20136" y="20691"/>
                </a:cubicBezTo>
                <a:cubicBezTo>
                  <a:pt x="20136" y="20691"/>
                  <a:pt x="20136" y="20691"/>
                  <a:pt x="20136" y="20691"/>
                </a:cubicBezTo>
                <a:cubicBezTo>
                  <a:pt x="19037" y="21145"/>
                  <a:pt x="17939" y="21600"/>
                  <a:pt x="16475" y="21600"/>
                </a:cubicBezTo>
                <a:cubicBezTo>
                  <a:pt x="5125" y="21600"/>
                  <a:pt x="5125" y="21600"/>
                  <a:pt x="5125" y="21600"/>
                </a:cubicBezTo>
                <a:cubicBezTo>
                  <a:pt x="3661" y="21600"/>
                  <a:pt x="2563" y="21145"/>
                  <a:pt x="1464" y="20691"/>
                </a:cubicBezTo>
                <a:cubicBezTo>
                  <a:pt x="732" y="20008"/>
                  <a:pt x="0" y="19326"/>
                  <a:pt x="0" y="18417"/>
                </a:cubicBezTo>
                <a:cubicBezTo>
                  <a:pt x="0" y="4320"/>
                  <a:pt x="0" y="4320"/>
                  <a:pt x="0" y="4320"/>
                </a:cubicBezTo>
                <a:cubicBezTo>
                  <a:pt x="0" y="3411"/>
                  <a:pt x="732" y="2728"/>
                  <a:pt x="1464" y="2274"/>
                </a:cubicBezTo>
                <a:cubicBezTo>
                  <a:pt x="1464" y="2274"/>
                  <a:pt x="1464" y="2274"/>
                  <a:pt x="1464" y="2274"/>
                </a:cubicBezTo>
                <a:cubicBezTo>
                  <a:pt x="1464" y="2274"/>
                  <a:pt x="1464" y="2274"/>
                  <a:pt x="1464" y="2274"/>
                </a:cubicBezTo>
                <a:cubicBezTo>
                  <a:pt x="2563" y="1592"/>
                  <a:pt x="3661" y="1364"/>
                  <a:pt x="5125" y="1364"/>
                </a:cubicBezTo>
                <a:close/>
                <a:moveTo>
                  <a:pt x="6956" y="5229"/>
                </a:moveTo>
                <a:cubicBezTo>
                  <a:pt x="6956" y="6366"/>
                  <a:pt x="6956" y="6366"/>
                  <a:pt x="6956" y="6366"/>
                </a:cubicBezTo>
                <a:cubicBezTo>
                  <a:pt x="9885" y="6366"/>
                  <a:pt x="9885" y="6366"/>
                  <a:pt x="9885" y="6366"/>
                </a:cubicBezTo>
                <a:cubicBezTo>
                  <a:pt x="9885" y="8185"/>
                  <a:pt x="9885" y="8185"/>
                  <a:pt x="9885" y="8185"/>
                </a:cubicBezTo>
                <a:cubicBezTo>
                  <a:pt x="11349" y="8185"/>
                  <a:pt x="11349" y="8185"/>
                  <a:pt x="11349" y="8185"/>
                </a:cubicBezTo>
                <a:cubicBezTo>
                  <a:pt x="11349" y="6366"/>
                  <a:pt x="11349" y="6366"/>
                  <a:pt x="11349" y="6366"/>
                </a:cubicBezTo>
                <a:cubicBezTo>
                  <a:pt x="14278" y="6366"/>
                  <a:pt x="14278" y="6366"/>
                  <a:pt x="14278" y="6366"/>
                </a:cubicBezTo>
                <a:cubicBezTo>
                  <a:pt x="14278" y="5229"/>
                  <a:pt x="14278" y="5229"/>
                  <a:pt x="14278" y="5229"/>
                </a:cubicBezTo>
                <a:cubicBezTo>
                  <a:pt x="11349" y="5229"/>
                  <a:pt x="11349" y="5229"/>
                  <a:pt x="11349" y="5229"/>
                </a:cubicBezTo>
                <a:cubicBezTo>
                  <a:pt x="11349" y="3411"/>
                  <a:pt x="11349" y="3411"/>
                  <a:pt x="11349" y="3411"/>
                </a:cubicBezTo>
                <a:cubicBezTo>
                  <a:pt x="9885" y="3411"/>
                  <a:pt x="9885" y="3411"/>
                  <a:pt x="9885" y="3411"/>
                </a:cubicBezTo>
                <a:cubicBezTo>
                  <a:pt x="9885" y="5229"/>
                  <a:pt x="9885" y="5229"/>
                  <a:pt x="9885" y="5229"/>
                </a:cubicBezTo>
                <a:cubicBezTo>
                  <a:pt x="6956" y="5229"/>
                  <a:pt x="6956" y="5229"/>
                  <a:pt x="6956" y="5229"/>
                </a:cubicBezTo>
                <a:close/>
                <a:moveTo>
                  <a:pt x="4759" y="8640"/>
                </a:moveTo>
                <a:cubicBezTo>
                  <a:pt x="4759" y="10004"/>
                  <a:pt x="4759" y="10004"/>
                  <a:pt x="4759" y="10004"/>
                </a:cubicBezTo>
                <a:cubicBezTo>
                  <a:pt x="16475" y="10004"/>
                  <a:pt x="16475" y="10004"/>
                  <a:pt x="16475" y="10004"/>
                </a:cubicBezTo>
                <a:cubicBezTo>
                  <a:pt x="16475" y="8640"/>
                  <a:pt x="16475" y="8640"/>
                  <a:pt x="16475" y="8640"/>
                </a:cubicBezTo>
                <a:cubicBezTo>
                  <a:pt x="4759" y="8640"/>
                  <a:pt x="4759" y="8640"/>
                  <a:pt x="4759" y="8640"/>
                </a:cubicBezTo>
                <a:close/>
                <a:moveTo>
                  <a:pt x="4759" y="10459"/>
                </a:moveTo>
                <a:cubicBezTo>
                  <a:pt x="4759" y="12051"/>
                  <a:pt x="4759" y="12051"/>
                  <a:pt x="4759" y="12051"/>
                </a:cubicBezTo>
                <a:cubicBezTo>
                  <a:pt x="16475" y="12051"/>
                  <a:pt x="16475" y="12051"/>
                  <a:pt x="16475" y="12051"/>
                </a:cubicBezTo>
                <a:cubicBezTo>
                  <a:pt x="16475" y="10459"/>
                  <a:pt x="16475" y="10459"/>
                  <a:pt x="16475" y="10459"/>
                </a:cubicBezTo>
                <a:cubicBezTo>
                  <a:pt x="4759" y="10459"/>
                  <a:pt x="4759" y="10459"/>
                  <a:pt x="4759" y="10459"/>
                </a:cubicBezTo>
                <a:close/>
                <a:moveTo>
                  <a:pt x="4759" y="12505"/>
                </a:moveTo>
                <a:cubicBezTo>
                  <a:pt x="4759" y="14097"/>
                  <a:pt x="4759" y="14097"/>
                  <a:pt x="4759" y="14097"/>
                </a:cubicBezTo>
                <a:cubicBezTo>
                  <a:pt x="16475" y="14097"/>
                  <a:pt x="16475" y="14097"/>
                  <a:pt x="16475" y="14097"/>
                </a:cubicBezTo>
                <a:cubicBezTo>
                  <a:pt x="16475" y="12505"/>
                  <a:pt x="16475" y="12505"/>
                  <a:pt x="16475" y="12505"/>
                </a:cubicBezTo>
                <a:cubicBezTo>
                  <a:pt x="4759" y="12505"/>
                  <a:pt x="4759" y="12505"/>
                  <a:pt x="4759" y="12505"/>
                </a:cubicBezTo>
                <a:close/>
                <a:moveTo>
                  <a:pt x="4759" y="14779"/>
                </a:moveTo>
                <a:cubicBezTo>
                  <a:pt x="4759" y="16143"/>
                  <a:pt x="4759" y="16143"/>
                  <a:pt x="4759" y="16143"/>
                </a:cubicBezTo>
                <a:cubicBezTo>
                  <a:pt x="16475" y="16143"/>
                  <a:pt x="16475" y="16143"/>
                  <a:pt x="16475" y="16143"/>
                </a:cubicBezTo>
                <a:cubicBezTo>
                  <a:pt x="16475" y="14779"/>
                  <a:pt x="16475" y="14779"/>
                  <a:pt x="16475" y="14779"/>
                </a:cubicBezTo>
                <a:cubicBezTo>
                  <a:pt x="4759" y="14779"/>
                  <a:pt x="4759" y="14779"/>
                  <a:pt x="4759" y="14779"/>
                </a:cubicBezTo>
                <a:close/>
                <a:moveTo>
                  <a:pt x="4759" y="16825"/>
                </a:moveTo>
                <a:cubicBezTo>
                  <a:pt x="4759" y="18189"/>
                  <a:pt x="4759" y="18189"/>
                  <a:pt x="4759" y="18189"/>
                </a:cubicBezTo>
                <a:cubicBezTo>
                  <a:pt x="16475" y="18189"/>
                  <a:pt x="16475" y="18189"/>
                  <a:pt x="16475" y="18189"/>
                </a:cubicBezTo>
                <a:cubicBezTo>
                  <a:pt x="16475" y="16825"/>
                  <a:pt x="16475" y="16825"/>
                  <a:pt x="16475" y="16825"/>
                </a:cubicBezTo>
                <a:cubicBezTo>
                  <a:pt x="4759" y="16825"/>
                  <a:pt x="4759" y="16825"/>
                  <a:pt x="4759" y="16825"/>
                </a:cubicBezTo>
                <a:close/>
                <a:moveTo>
                  <a:pt x="16475" y="3183"/>
                </a:moveTo>
                <a:cubicBezTo>
                  <a:pt x="5125" y="3183"/>
                  <a:pt x="5125" y="3183"/>
                  <a:pt x="5125" y="3183"/>
                </a:cubicBezTo>
                <a:cubicBezTo>
                  <a:pt x="4393" y="3183"/>
                  <a:pt x="4027" y="3183"/>
                  <a:pt x="3661" y="3411"/>
                </a:cubicBezTo>
                <a:cubicBezTo>
                  <a:pt x="3661" y="3411"/>
                  <a:pt x="3661" y="3411"/>
                  <a:pt x="3661" y="3411"/>
                </a:cubicBezTo>
                <a:cubicBezTo>
                  <a:pt x="3295" y="3638"/>
                  <a:pt x="2929" y="4093"/>
                  <a:pt x="2929" y="4320"/>
                </a:cubicBezTo>
                <a:cubicBezTo>
                  <a:pt x="2929" y="18417"/>
                  <a:pt x="2929" y="18417"/>
                  <a:pt x="2929" y="18417"/>
                </a:cubicBezTo>
                <a:cubicBezTo>
                  <a:pt x="2929" y="18872"/>
                  <a:pt x="3295" y="19099"/>
                  <a:pt x="3661" y="19326"/>
                </a:cubicBezTo>
                <a:cubicBezTo>
                  <a:pt x="4027" y="19554"/>
                  <a:pt x="4393" y="19781"/>
                  <a:pt x="5125" y="19781"/>
                </a:cubicBezTo>
                <a:cubicBezTo>
                  <a:pt x="16475" y="19781"/>
                  <a:pt x="16475" y="19781"/>
                  <a:pt x="16475" y="19781"/>
                </a:cubicBezTo>
                <a:cubicBezTo>
                  <a:pt x="17207" y="19781"/>
                  <a:pt x="17573" y="19554"/>
                  <a:pt x="17939" y="19326"/>
                </a:cubicBezTo>
                <a:cubicBezTo>
                  <a:pt x="18305" y="19099"/>
                  <a:pt x="18671" y="18872"/>
                  <a:pt x="18671" y="18417"/>
                </a:cubicBezTo>
                <a:cubicBezTo>
                  <a:pt x="18671" y="4320"/>
                  <a:pt x="18671" y="4320"/>
                  <a:pt x="18671" y="4320"/>
                </a:cubicBezTo>
                <a:cubicBezTo>
                  <a:pt x="18671" y="4093"/>
                  <a:pt x="18305" y="3638"/>
                  <a:pt x="17939" y="3411"/>
                </a:cubicBezTo>
                <a:cubicBezTo>
                  <a:pt x="17573" y="3183"/>
                  <a:pt x="17207" y="3183"/>
                  <a:pt x="16475" y="3183"/>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6" name="Shape 7176"/>
          <p:cNvSpPr/>
          <p:nvPr/>
        </p:nvSpPr>
        <p:spPr>
          <a:xfrm>
            <a:off x="4985790" y="2003006"/>
            <a:ext cx="710760" cy="816751"/>
          </a:xfrm>
          <a:custGeom>
            <a:avLst/>
            <a:gdLst/>
            <a:ahLst/>
            <a:cxnLst>
              <a:cxn ang="0">
                <a:pos x="wd2" y="hd2"/>
              </a:cxn>
              <a:cxn ang="5400000">
                <a:pos x="wd2" y="hd2"/>
              </a:cxn>
              <a:cxn ang="10800000">
                <a:pos x="wd2" y="hd2"/>
              </a:cxn>
              <a:cxn ang="16200000">
                <a:pos x="wd2" y="hd2"/>
              </a:cxn>
            </a:cxnLst>
            <a:rect l="0" t="0" r="r" b="b"/>
            <a:pathLst>
              <a:path w="18974" h="21600" fill="norm" stroke="1" extrusionOk="0">
                <a:moveTo>
                  <a:pt x="9096" y="16582"/>
                </a:moveTo>
                <a:cubicBezTo>
                  <a:pt x="8875" y="16364"/>
                  <a:pt x="8655" y="15927"/>
                  <a:pt x="8434" y="15273"/>
                </a:cubicBezTo>
                <a:cubicBezTo>
                  <a:pt x="8214" y="15491"/>
                  <a:pt x="7994" y="15927"/>
                  <a:pt x="7773" y="16145"/>
                </a:cubicBezTo>
                <a:cubicBezTo>
                  <a:pt x="7332" y="16582"/>
                  <a:pt x="7332" y="16582"/>
                  <a:pt x="7332" y="16582"/>
                </a:cubicBezTo>
                <a:cubicBezTo>
                  <a:pt x="6671" y="16364"/>
                  <a:pt x="6671" y="16364"/>
                  <a:pt x="6671" y="16364"/>
                </a:cubicBezTo>
                <a:cubicBezTo>
                  <a:pt x="5128" y="15709"/>
                  <a:pt x="500" y="13527"/>
                  <a:pt x="59" y="9818"/>
                </a:cubicBezTo>
                <a:cubicBezTo>
                  <a:pt x="-382" y="6109"/>
                  <a:pt x="1822" y="4145"/>
                  <a:pt x="1161" y="2182"/>
                </a:cubicBezTo>
                <a:cubicBezTo>
                  <a:pt x="4247" y="2836"/>
                  <a:pt x="6891" y="4145"/>
                  <a:pt x="8434" y="5673"/>
                </a:cubicBezTo>
                <a:cubicBezTo>
                  <a:pt x="11079" y="2400"/>
                  <a:pt x="14385" y="2400"/>
                  <a:pt x="15267" y="0"/>
                </a:cubicBezTo>
                <a:cubicBezTo>
                  <a:pt x="21218" y="8291"/>
                  <a:pt x="20336" y="16145"/>
                  <a:pt x="10198" y="17236"/>
                </a:cubicBezTo>
                <a:cubicBezTo>
                  <a:pt x="9316" y="18764"/>
                  <a:pt x="8434" y="20291"/>
                  <a:pt x="7332" y="21600"/>
                </a:cubicBezTo>
                <a:cubicBezTo>
                  <a:pt x="6010" y="20727"/>
                  <a:pt x="6010" y="20727"/>
                  <a:pt x="6010" y="20727"/>
                </a:cubicBezTo>
                <a:cubicBezTo>
                  <a:pt x="7112" y="19418"/>
                  <a:pt x="8214" y="18109"/>
                  <a:pt x="9096" y="16582"/>
                </a:cubicBezTo>
                <a:close/>
                <a:moveTo>
                  <a:pt x="9977" y="12436"/>
                </a:moveTo>
                <a:cubicBezTo>
                  <a:pt x="10198" y="13091"/>
                  <a:pt x="10418" y="13527"/>
                  <a:pt x="10638" y="13745"/>
                </a:cubicBezTo>
                <a:cubicBezTo>
                  <a:pt x="11961" y="10691"/>
                  <a:pt x="13063" y="7200"/>
                  <a:pt x="13945" y="3927"/>
                </a:cubicBezTo>
                <a:cubicBezTo>
                  <a:pt x="13063" y="4800"/>
                  <a:pt x="11300" y="5236"/>
                  <a:pt x="9977" y="6982"/>
                </a:cubicBezTo>
                <a:cubicBezTo>
                  <a:pt x="9977" y="7200"/>
                  <a:pt x="9757" y="7200"/>
                  <a:pt x="9757" y="7418"/>
                </a:cubicBezTo>
                <a:cubicBezTo>
                  <a:pt x="10638" y="8945"/>
                  <a:pt x="10638" y="10691"/>
                  <a:pt x="9977" y="12436"/>
                </a:cubicBezTo>
                <a:close/>
                <a:moveTo>
                  <a:pt x="5789" y="13745"/>
                </a:moveTo>
                <a:cubicBezTo>
                  <a:pt x="5128" y="10691"/>
                  <a:pt x="4467" y="7855"/>
                  <a:pt x="3145" y="5236"/>
                </a:cubicBezTo>
                <a:cubicBezTo>
                  <a:pt x="3145" y="5236"/>
                  <a:pt x="3145" y="5236"/>
                  <a:pt x="3145" y="5236"/>
                </a:cubicBezTo>
                <a:cubicBezTo>
                  <a:pt x="4467" y="7200"/>
                  <a:pt x="6010" y="10036"/>
                  <a:pt x="6891" y="13309"/>
                </a:cubicBezTo>
                <a:cubicBezTo>
                  <a:pt x="9977" y="9600"/>
                  <a:pt x="7994" y="5891"/>
                  <a:pt x="2483" y="4582"/>
                </a:cubicBezTo>
                <a:cubicBezTo>
                  <a:pt x="2924" y="5891"/>
                  <a:pt x="1602" y="7200"/>
                  <a:pt x="1822" y="9600"/>
                </a:cubicBezTo>
                <a:cubicBezTo>
                  <a:pt x="2042" y="12218"/>
                  <a:pt x="4908" y="13309"/>
                  <a:pt x="5789" y="13745"/>
                </a:cubicBezTo>
                <a:close/>
                <a:moveTo>
                  <a:pt x="11740" y="13964"/>
                </a:moveTo>
                <a:cubicBezTo>
                  <a:pt x="17251" y="13091"/>
                  <a:pt x="17912" y="8727"/>
                  <a:pt x="14606" y="3927"/>
                </a:cubicBezTo>
                <a:cubicBezTo>
                  <a:pt x="14385" y="6764"/>
                  <a:pt x="13283" y="10473"/>
                  <a:pt x="11740" y="13964"/>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7" name="Shape 7177"/>
          <p:cNvSpPr/>
          <p:nvPr/>
        </p:nvSpPr>
        <p:spPr>
          <a:xfrm>
            <a:off x="1951274" y="6510991"/>
            <a:ext cx="652637" cy="786143"/>
          </a:xfrm>
          <a:custGeom>
            <a:avLst/>
            <a:gdLst/>
            <a:ahLst/>
            <a:cxnLst>
              <a:cxn ang="0">
                <a:pos x="wd2" y="hd2"/>
              </a:cxn>
              <a:cxn ang="5400000">
                <a:pos x="wd2" y="hd2"/>
              </a:cxn>
              <a:cxn ang="10800000">
                <a:pos x="wd2" y="hd2"/>
              </a:cxn>
              <a:cxn ang="16200000">
                <a:pos x="wd2" y="hd2"/>
              </a:cxn>
            </a:cxnLst>
            <a:rect l="0" t="0" r="r" b="b"/>
            <a:pathLst>
              <a:path w="21600" h="21288" fill="norm" stroke="1" extrusionOk="0">
                <a:moveTo>
                  <a:pt x="9843" y="5789"/>
                </a:moveTo>
                <a:cubicBezTo>
                  <a:pt x="9023" y="3785"/>
                  <a:pt x="8203" y="1558"/>
                  <a:pt x="10937" y="0"/>
                </a:cubicBezTo>
                <a:cubicBezTo>
                  <a:pt x="12577" y="890"/>
                  <a:pt x="12577" y="890"/>
                  <a:pt x="12577" y="890"/>
                </a:cubicBezTo>
                <a:cubicBezTo>
                  <a:pt x="10390" y="2226"/>
                  <a:pt x="10663" y="4231"/>
                  <a:pt x="11210" y="5789"/>
                </a:cubicBezTo>
                <a:cubicBezTo>
                  <a:pt x="10937" y="5789"/>
                  <a:pt x="10937" y="5789"/>
                  <a:pt x="10663" y="5789"/>
                </a:cubicBezTo>
                <a:cubicBezTo>
                  <a:pt x="10390" y="5789"/>
                  <a:pt x="10116" y="5789"/>
                  <a:pt x="9843" y="5789"/>
                </a:cubicBezTo>
                <a:close/>
                <a:moveTo>
                  <a:pt x="10390" y="14697"/>
                </a:moveTo>
                <a:cubicBezTo>
                  <a:pt x="10390" y="14697"/>
                  <a:pt x="10390" y="12915"/>
                  <a:pt x="9296" y="12692"/>
                </a:cubicBezTo>
                <a:cubicBezTo>
                  <a:pt x="8203" y="12692"/>
                  <a:pt x="7656" y="13583"/>
                  <a:pt x="7929" y="14029"/>
                </a:cubicBezTo>
                <a:cubicBezTo>
                  <a:pt x="8203" y="14474"/>
                  <a:pt x="10390" y="14697"/>
                  <a:pt x="10390" y="14697"/>
                </a:cubicBezTo>
                <a:close/>
                <a:moveTo>
                  <a:pt x="11210" y="14697"/>
                </a:moveTo>
                <a:cubicBezTo>
                  <a:pt x="11210" y="14697"/>
                  <a:pt x="11484" y="12915"/>
                  <a:pt x="12577" y="12692"/>
                </a:cubicBezTo>
                <a:cubicBezTo>
                  <a:pt x="13671" y="12692"/>
                  <a:pt x="14218" y="13583"/>
                  <a:pt x="13671" y="14029"/>
                </a:cubicBezTo>
                <a:cubicBezTo>
                  <a:pt x="13397" y="14474"/>
                  <a:pt x="11210" y="14697"/>
                  <a:pt x="11210" y="14697"/>
                </a:cubicBezTo>
                <a:close/>
                <a:moveTo>
                  <a:pt x="10937" y="20709"/>
                </a:moveTo>
                <a:cubicBezTo>
                  <a:pt x="9023" y="21377"/>
                  <a:pt x="7929" y="21377"/>
                  <a:pt x="6835" y="21154"/>
                </a:cubicBezTo>
                <a:cubicBezTo>
                  <a:pt x="5742" y="20932"/>
                  <a:pt x="5195" y="20486"/>
                  <a:pt x="4375" y="19596"/>
                </a:cubicBezTo>
                <a:cubicBezTo>
                  <a:pt x="3828" y="18928"/>
                  <a:pt x="3281" y="18259"/>
                  <a:pt x="2734" y="17814"/>
                </a:cubicBezTo>
                <a:cubicBezTo>
                  <a:pt x="2187" y="17146"/>
                  <a:pt x="1914" y="16478"/>
                  <a:pt x="1367" y="15810"/>
                </a:cubicBezTo>
                <a:cubicBezTo>
                  <a:pt x="820" y="14697"/>
                  <a:pt x="0" y="13361"/>
                  <a:pt x="0" y="12024"/>
                </a:cubicBezTo>
                <a:cubicBezTo>
                  <a:pt x="0" y="10466"/>
                  <a:pt x="273" y="9130"/>
                  <a:pt x="1914" y="8016"/>
                </a:cubicBezTo>
                <a:cubicBezTo>
                  <a:pt x="3008" y="7125"/>
                  <a:pt x="4375" y="6680"/>
                  <a:pt x="6015" y="6457"/>
                </a:cubicBezTo>
                <a:cubicBezTo>
                  <a:pt x="7382" y="6235"/>
                  <a:pt x="9023" y="6235"/>
                  <a:pt x="10937" y="6680"/>
                </a:cubicBezTo>
                <a:cubicBezTo>
                  <a:pt x="12577" y="6235"/>
                  <a:pt x="14218" y="6235"/>
                  <a:pt x="15585" y="6457"/>
                </a:cubicBezTo>
                <a:cubicBezTo>
                  <a:pt x="17225" y="6680"/>
                  <a:pt x="18592" y="7125"/>
                  <a:pt x="19686" y="8016"/>
                </a:cubicBezTo>
                <a:cubicBezTo>
                  <a:pt x="21327" y="9130"/>
                  <a:pt x="21600" y="10466"/>
                  <a:pt x="21600" y="12024"/>
                </a:cubicBezTo>
                <a:cubicBezTo>
                  <a:pt x="21600" y="13361"/>
                  <a:pt x="20780" y="14697"/>
                  <a:pt x="20233" y="15810"/>
                </a:cubicBezTo>
                <a:cubicBezTo>
                  <a:pt x="19686" y="16478"/>
                  <a:pt x="19413" y="17146"/>
                  <a:pt x="18866" y="17814"/>
                </a:cubicBezTo>
                <a:cubicBezTo>
                  <a:pt x="18319" y="18259"/>
                  <a:pt x="17772" y="18928"/>
                  <a:pt x="17225" y="19596"/>
                </a:cubicBezTo>
                <a:cubicBezTo>
                  <a:pt x="16405" y="20486"/>
                  <a:pt x="15858" y="20932"/>
                  <a:pt x="14765" y="21154"/>
                </a:cubicBezTo>
                <a:cubicBezTo>
                  <a:pt x="13671" y="21377"/>
                  <a:pt x="12577" y="21377"/>
                  <a:pt x="10937" y="20709"/>
                </a:cubicBezTo>
                <a:close/>
                <a:moveTo>
                  <a:pt x="7929" y="18928"/>
                </a:moveTo>
                <a:cubicBezTo>
                  <a:pt x="7382" y="18928"/>
                  <a:pt x="7109" y="18482"/>
                  <a:pt x="6562" y="18037"/>
                </a:cubicBezTo>
                <a:cubicBezTo>
                  <a:pt x="6015" y="17591"/>
                  <a:pt x="5742" y="16923"/>
                  <a:pt x="5195" y="16478"/>
                </a:cubicBezTo>
                <a:cubicBezTo>
                  <a:pt x="4922" y="16033"/>
                  <a:pt x="4648" y="15587"/>
                  <a:pt x="4101" y="14919"/>
                </a:cubicBezTo>
                <a:cubicBezTo>
                  <a:pt x="3554" y="14029"/>
                  <a:pt x="3281" y="13138"/>
                  <a:pt x="3008" y="12247"/>
                </a:cubicBezTo>
                <a:cubicBezTo>
                  <a:pt x="3008" y="11356"/>
                  <a:pt x="3281" y="10466"/>
                  <a:pt x="4375" y="9798"/>
                </a:cubicBezTo>
                <a:cubicBezTo>
                  <a:pt x="4922" y="9130"/>
                  <a:pt x="5742" y="8907"/>
                  <a:pt x="6835" y="8684"/>
                </a:cubicBezTo>
                <a:cubicBezTo>
                  <a:pt x="7929" y="8684"/>
                  <a:pt x="9296" y="8684"/>
                  <a:pt x="10663" y="8907"/>
                </a:cubicBezTo>
                <a:cubicBezTo>
                  <a:pt x="10937" y="8907"/>
                  <a:pt x="10937" y="8907"/>
                  <a:pt x="10937" y="8907"/>
                </a:cubicBezTo>
                <a:cubicBezTo>
                  <a:pt x="10937" y="8907"/>
                  <a:pt x="10937" y="8907"/>
                  <a:pt x="10937" y="8907"/>
                </a:cubicBezTo>
                <a:cubicBezTo>
                  <a:pt x="12304" y="8684"/>
                  <a:pt x="13671" y="8684"/>
                  <a:pt x="14765" y="8684"/>
                </a:cubicBezTo>
                <a:cubicBezTo>
                  <a:pt x="15858" y="8907"/>
                  <a:pt x="16678" y="9130"/>
                  <a:pt x="17225" y="9798"/>
                </a:cubicBezTo>
                <a:cubicBezTo>
                  <a:pt x="18319" y="10466"/>
                  <a:pt x="18592" y="11356"/>
                  <a:pt x="18592" y="12247"/>
                </a:cubicBezTo>
                <a:cubicBezTo>
                  <a:pt x="18319" y="13138"/>
                  <a:pt x="18046" y="14029"/>
                  <a:pt x="17499" y="14919"/>
                </a:cubicBezTo>
                <a:cubicBezTo>
                  <a:pt x="16952" y="15587"/>
                  <a:pt x="16678" y="16033"/>
                  <a:pt x="16405" y="16478"/>
                </a:cubicBezTo>
                <a:cubicBezTo>
                  <a:pt x="15858" y="16923"/>
                  <a:pt x="15585" y="17591"/>
                  <a:pt x="15038" y="18037"/>
                </a:cubicBezTo>
                <a:cubicBezTo>
                  <a:pt x="14491" y="18482"/>
                  <a:pt x="14218" y="18928"/>
                  <a:pt x="13671" y="18928"/>
                </a:cubicBezTo>
                <a:cubicBezTo>
                  <a:pt x="13124" y="19150"/>
                  <a:pt x="12304" y="18928"/>
                  <a:pt x="11210" y="18259"/>
                </a:cubicBezTo>
                <a:cubicBezTo>
                  <a:pt x="10937" y="18259"/>
                  <a:pt x="10937" y="18259"/>
                  <a:pt x="10937" y="18259"/>
                </a:cubicBezTo>
                <a:cubicBezTo>
                  <a:pt x="10390" y="18259"/>
                  <a:pt x="10390" y="18259"/>
                  <a:pt x="10390" y="18259"/>
                </a:cubicBezTo>
                <a:cubicBezTo>
                  <a:pt x="9296" y="18928"/>
                  <a:pt x="8476" y="19150"/>
                  <a:pt x="7929" y="18928"/>
                </a:cubicBezTo>
                <a:close/>
                <a:moveTo>
                  <a:pt x="11757" y="3117"/>
                </a:moveTo>
                <a:cubicBezTo>
                  <a:pt x="12030" y="2895"/>
                  <a:pt x="12030" y="2895"/>
                  <a:pt x="12304" y="2672"/>
                </a:cubicBezTo>
                <a:cubicBezTo>
                  <a:pt x="14218" y="2226"/>
                  <a:pt x="17772" y="2004"/>
                  <a:pt x="17772" y="2004"/>
                </a:cubicBezTo>
                <a:cubicBezTo>
                  <a:pt x="15858" y="2449"/>
                  <a:pt x="13397" y="3117"/>
                  <a:pt x="12030" y="4231"/>
                </a:cubicBezTo>
                <a:cubicBezTo>
                  <a:pt x="12851" y="4676"/>
                  <a:pt x="13944" y="5344"/>
                  <a:pt x="16132" y="4899"/>
                </a:cubicBezTo>
                <a:cubicBezTo>
                  <a:pt x="18592" y="4676"/>
                  <a:pt x="21327" y="2226"/>
                  <a:pt x="21327" y="2226"/>
                </a:cubicBezTo>
                <a:cubicBezTo>
                  <a:pt x="21327" y="2226"/>
                  <a:pt x="16952" y="-223"/>
                  <a:pt x="14765" y="445"/>
                </a:cubicBezTo>
                <a:cubicBezTo>
                  <a:pt x="13124" y="890"/>
                  <a:pt x="12030" y="2226"/>
                  <a:pt x="11757" y="3117"/>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8" name="Shape 7178"/>
          <p:cNvSpPr/>
          <p:nvPr/>
        </p:nvSpPr>
        <p:spPr>
          <a:xfrm>
            <a:off x="3531342" y="6476054"/>
            <a:ext cx="553405" cy="8740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39" y="0"/>
                </a:moveTo>
                <a:cubicBezTo>
                  <a:pt x="13863" y="0"/>
                  <a:pt x="16442" y="815"/>
                  <a:pt x="18376" y="2038"/>
                </a:cubicBezTo>
                <a:cubicBezTo>
                  <a:pt x="20310" y="3260"/>
                  <a:pt x="21600" y="5094"/>
                  <a:pt x="21600" y="6928"/>
                </a:cubicBezTo>
                <a:cubicBezTo>
                  <a:pt x="21600" y="8151"/>
                  <a:pt x="20955" y="9374"/>
                  <a:pt x="19988" y="10392"/>
                </a:cubicBezTo>
                <a:cubicBezTo>
                  <a:pt x="19021" y="11411"/>
                  <a:pt x="18054" y="12023"/>
                  <a:pt x="16442" y="12634"/>
                </a:cubicBezTo>
                <a:cubicBezTo>
                  <a:pt x="16442" y="13449"/>
                  <a:pt x="16442" y="13449"/>
                  <a:pt x="16442" y="13449"/>
                </a:cubicBezTo>
                <a:cubicBezTo>
                  <a:pt x="17087" y="13449"/>
                  <a:pt x="17087" y="13449"/>
                  <a:pt x="17087" y="13449"/>
                </a:cubicBezTo>
                <a:cubicBezTo>
                  <a:pt x="17731" y="13245"/>
                  <a:pt x="17731" y="13245"/>
                  <a:pt x="17731" y="13245"/>
                </a:cubicBezTo>
                <a:cubicBezTo>
                  <a:pt x="18054" y="13857"/>
                  <a:pt x="18054" y="13857"/>
                  <a:pt x="18054" y="13857"/>
                </a:cubicBezTo>
                <a:cubicBezTo>
                  <a:pt x="18376" y="14264"/>
                  <a:pt x="18376" y="14672"/>
                  <a:pt x="18376" y="14875"/>
                </a:cubicBezTo>
                <a:cubicBezTo>
                  <a:pt x="18376" y="15283"/>
                  <a:pt x="18376" y="15691"/>
                  <a:pt x="18054" y="16098"/>
                </a:cubicBezTo>
                <a:cubicBezTo>
                  <a:pt x="18054" y="16302"/>
                  <a:pt x="18054" y="16302"/>
                  <a:pt x="18054" y="16302"/>
                </a:cubicBezTo>
                <a:cubicBezTo>
                  <a:pt x="18054" y="16302"/>
                  <a:pt x="18054" y="16302"/>
                  <a:pt x="18054" y="16302"/>
                </a:cubicBezTo>
                <a:cubicBezTo>
                  <a:pt x="18376" y="16709"/>
                  <a:pt x="18376" y="17117"/>
                  <a:pt x="18376" y="17525"/>
                </a:cubicBezTo>
                <a:cubicBezTo>
                  <a:pt x="18376" y="17932"/>
                  <a:pt x="18376" y="18340"/>
                  <a:pt x="18054" y="18747"/>
                </a:cubicBezTo>
                <a:cubicBezTo>
                  <a:pt x="17731" y="18951"/>
                  <a:pt x="17731" y="18951"/>
                  <a:pt x="17731" y="18951"/>
                </a:cubicBezTo>
                <a:cubicBezTo>
                  <a:pt x="17087" y="19155"/>
                  <a:pt x="17087" y="19155"/>
                  <a:pt x="17087" y="19155"/>
                </a:cubicBezTo>
                <a:cubicBezTo>
                  <a:pt x="4836" y="19766"/>
                  <a:pt x="4836" y="19766"/>
                  <a:pt x="4836" y="19766"/>
                </a:cubicBezTo>
                <a:cubicBezTo>
                  <a:pt x="4191" y="19766"/>
                  <a:pt x="4191" y="19766"/>
                  <a:pt x="4191" y="19766"/>
                </a:cubicBezTo>
                <a:cubicBezTo>
                  <a:pt x="3869" y="19358"/>
                  <a:pt x="3869" y="19358"/>
                  <a:pt x="3869" y="19358"/>
                </a:cubicBezTo>
                <a:cubicBezTo>
                  <a:pt x="3546" y="18951"/>
                  <a:pt x="3546" y="18543"/>
                  <a:pt x="3224" y="18340"/>
                </a:cubicBezTo>
                <a:cubicBezTo>
                  <a:pt x="3224" y="17932"/>
                  <a:pt x="3546" y="17525"/>
                  <a:pt x="3869" y="16913"/>
                </a:cubicBezTo>
                <a:cubicBezTo>
                  <a:pt x="3869" y="16913"/>
                  <a:pt x="3869" y="16913"/>
                  <a:pt x="3869" y="16913"/>
                </a:cubicBezTo>
                <a:cubicBezTo>
                  <a:pt x="3869" y="16709"/>
                  <a:pt x="3869" y="16709"/>
                  <a:pt x="3869" y="16709"/>
                </a:cubicBezTo>
                <a:cubicBezTo>
                  <a:pt x="3546" y="16506"/>
                  <a:pt x="3546" y="16098"/>
                  <a:pt x="3224" y="15691"/>
                </a:cubicBezTo>
                <a:cubicBezTo>
                  <a:pt x="3224" y="15283"/>
                  <a:pt x="3546" y="14875"/>
                  <a:pt x="3869" y="14468"/>
                </a:cubicBezTo>
                <a:cubicBezTo>
                  <a:pt x="4191" y="14060"/>
                  <a:pt x="4191" y="14060"/>
                  <a:pt x="4191" y="14060"/>
                </a:cubicBezTo>
                <a:cubicBezTo>
                  <a:pt x="4836" y="14060"/>
                  <a:pt x="4836" y="14060"/>
                  <a:pt x="4836" y="14060"/>
                </a:cubicBezTo>
                <a:cubicBezTo>
                  <a:pt x="5158" y="14060"/>
                  <a:pt x="5158" y="14060"/>
                  <a:pt x="5158" y="14060"/>
                </a:cubicBezTo>
                <a:cubicBezTo>
                  <a:pt x="5158" y="12838"/>
                  <a:pt x="5158" y="12838"/>
                  <a:pt x="5158" y="12838"/>
                </a:cubicBezTo>
                <a:cubicBezTo>
                  <a:pt x="3546" y="12226"/>
                  <a:pt x="2257" y="11411"/>
                  <a:pt x="1612" y="10392"/>
                </a:cubicBezTo>
                <a:cubicBezTo>
                  <a:pt x="645" y="9374"/>
                  <a:pt x="0" y="8151"/>
                  <a:pt x="0" y="6928"/>
                </a:cubicBezTo>
                <a:cubicBezTo>
                  <a:pt x="0" y="5094"/>
                  <a:pt x="1290" y="3260"/>
                  <a:pt x="3224" y="2038"/>
                </a:cubicBezTo>
                <a:cubicBezTo>
                  <a:pt x="5158" y="815"/>
                  <a:pt x="7737" y="0"/>
                  <a:pt x="10639" y="0"/>
                </a:cubicBezTo>
                <a:close/>
                <a:moveTo>
                  <a:pt x="8382" y="8151"/>
                </a:moveTo>
                <a:cubicBezTo>
                  <a:pt x="8704" y="8355"/>
                  <a:pt x="8704" y="8355"/>
                  <a:pt x="9027" y="8355"/>
                </a:cubicBezTo>
                <a:cubicBezTo>
                  <a:pt x="9027" y="8355"/>
                  <a:pt x="9349" y="8355"/>
                  <a:pt x="9672" y="8151"/>
                </a:cubicBezTo>
                <a:cubicBezTo>
                  <a:pt x="9672" y="7947"/>
                  <a:pt x="9672" y="7947"/>
                  <a:pt x="9672" y="7947"/>
                </a:cubicBezTo>
                <a:cubicBezTo>
                  <a:pt x="9994" y="8151"/>
                  <a:pt x="9994" y="8151"/>
                  <a:pt x="9994" y="8151"/>
                </a:cubicBezTo>
                <a:cubicBezTo>
                  <a:pt x="10316" y="8355"/>
                  <a:pt x="10316" y="8355"/>
                  <a:pt x="10639" y="8355"/>
                </a:cubicBezTo>
                <a:cubicBezTo>
                  <a:pt x="10961" y="8355"/>
                  <a:pt x="11284" y="8355"/>
                  <a:pt x="11284" y="8151"/>
                </a:cubicBezTo>
                <a:cubicBezTo>
                  <a:pt x="11606" y="7947"/>
                  <a:pt x="11606" y="7947"/>
                  <a:pt x="11606" y="7947"/>
                </a:cubicBezTo>
                <a:cubicBezTo>
                  <a:pt x="11606" y="8151"/>
                  <a:pt x="11606" y="8151"/>
                  <a:pt x="11606" y="8151"/>
                </a:cubicBezTo>
                <a:cubicBezTo>
                  <a:pt x="11928" y="8355"/>
                  <a:pt x="12251" y="8355"/>
                  <a:pt x="12573" y="8355"/>
                </a:cubicBezTo>
                <a:cubicBezTo>
                  <a:pt x="12896" y="8355"/>
                  <a:pt x="13218" y="8355"/>
                  <a:pt x="13540" y="8151"/>
                </a:cubicBezTo>
                <a:cubicBezTo>
                  <a:pt x="13863" y="7743"/>
                  <a:pt x="13863" y="7743"/>
                  <a:pt x="13863" y="7743"/>
                </a:cubicBezTo>
                <a:cubicBezTo>
                  <a:pt x="14830" y="8151"/>
                  <a:pt x="14830" y="8151"/>
                  <a:pt x="14830" y="8151"/>
                </a:cubicBezTo>
                <a:cubicBezTo>
                  <a:pt x="12573" y="10596"/>
                  <a:pt x="12573" y="10596"/>
                  <a:pt x="12573" y="10596"/>
                </a:cubicBezTo>
                <a:cubicBezTo>
                  <a:pt x="12573" y="13653"/>
                  <a:pt x="12573" y="13653"/>
                  <a:pt x="12573" y="13653"/>
                </a:cubicBezTo>
                <a:cubicBezTo>
                  <a:pt x="14185" y="13449"/>
                  <a:pt x="14185" y="13449"/>
                  <a:pt x="14185" y="13449"/>
                </a:cubicBezTo>
                <a:cubicBezTo>
                  <a:pt x="14185" y="12226"/>
                  <a:pt x="14185" y="12226"/>
                  <a:pt x="14185" y="12226"/>
                </a:cubicBezTo>
                <a:cubicBezTo>
                  <a:pt x="14185" y="11819"/>
                  <a:pt x="14185" y="11819"/>
                  <a:pt x="14185" y="11819"/>
                </a:cubicBezTo>
                <a:cubicBezTo>
                  <a:pt x="14830" y="11615"/>
                  <a:pt x="14830" y="11615"/>
                  <a:pt x="14830" y="11615"/>
                </a:cubicBezTo>
                <a:cubicBezTo>
                  <a:pt x="16119" y="11208"/>
                  <a:pt x="17409" y="10596"/>
                  <a:pt x="18054" y="9577"/>
                </a:cubicBezTo>
                <a:cubicBezTo>
                  <a:pt x="19021" y="8966"/>
                  <a:pt x="19343" y="7947"/>
                  <a:pt x="19343" y="6928"/>
                </a:cubicBezTo>
                <a:cubicBezTo>
                  <a:pt x="19343" y="5502"/>
                  <a:pt x="18376" y="4075"/>
                  <a:pt x="16764" y="3057"/>
                </a:cubicBezTo>
                <a:cubicBezTo>
                  <a:pt x="15152" y="2038"/>
                  <a:pt x="13218" y="1426"/>
                  <a:pt x="10639" y="1426"/>
                </a:cubicBezTo>
                <a:cubicBezTo>
                  <a:pt x="8382" y="1426"/>
                  <a:pt x="6125" y="2038"/>
                  <a:pt x="4836" y="3057"/>
                </a:cubicBezTo>
                <a:cubicBezTo>
                  <a:pt x="3224" y="4075"/>
                  <a:pt x="2257" y="5502"/>
                  <a:pt x="2257" y="6928"/>
                </a:cubicBezTo>
                <a:cubicBezTo>
                  <a:pt x="2257" y="7947"/>
                  <a:pt x="2579" y="8966"/>
                  <a:pt x="3546" y="9781"/>
                </a:cubicBezTo>
                <a:cubicBezTo>
                  <a:pt x="4191" y="10596"/>
                  <a:pt x="5481" y="11208"/>
                  <a:pt x="6770" y="11819"/>
                </a:cubicBezTo>
                <a:cubicBezTo>
                  <a:pt x="7415" y="12023"/>
                  <a:pt x="7415" y="12023"/>
                  <a:pt x="7415" y="12023"/>
                </a:cubicBezTo>
                <a:cubicBezTo>
                  <a:pt x="7415" y="12430"/>
                  <a:pt x="7415" y="12430"/>
                  <a:pt x="7415" y="12430"/>
                </a:cubicBezTo>
                <a:cubicBezTo>
                  <a:pt x="7415" y="13653"/>
                  <a:pt x="7415" y="13653"/>
                  <a:pt x="7415" y="13653"/>
                </a:cubicBezTo>
                <a:cubicBezTo>
                  <a:pt x="9349" y="13653"/>
                  <a:pt x="9349" y="13653"/>
                  <a:pt x="9349" y="13653"/>
                </a:cubicBezTo>
                <a:cubicBezTo>
                  <a:pt x="9349" y="10596"/>
                  <a:pt x="9349" y="10596"/>
                  <a:pt x="9349" y="10596"/>
                </a:cubicBezTo>
                <a:cubicBezTo>
                  <a:pt x="7093" y="8151"/>
                  <a:pt x="7093" y="8151"/>
                  <a:pt x="7093" y="8151"/>
                </a:cubicBezTo>
                <a:cubicBezTo>
                  <a:pt x="8060" y="7743"/>
                  <a:pt x="8060" y="7743"/>
                  <a:pt x="8060" y="7743"/>
                </a:cubicBezTo>
                <a:cubicBezTo>
                  <a:pt x="8382" y="8151"/>
                  <a:pt x="8382" y="8151"/>
                  <a:pt x="8382" y="8151"/>
                </a:cubicBezTo>
                <a:close/>
                <a:moveTo>
                  <a:pt x="12896" y="8762"/>
                </a:moveTo>
                <a:cubicBezTo>
                  <a:pt x="12896" y="8762"/>
                  <a:pt x="12896" y="8762"/>
                  <a:pt x="12573" y="8762"/>
                </a:cubicBezTo>
                <a:cubicBezTo>
                  <a:pt x="12251" y="8762"/>
                  <a:pt x="11928" y="8762"/>
                  <a:pt x="11606" y="8558"/>
                </a:cubicBezTo>
                <a:cubicBezTo>
                  <a:pt x="11284" y="8558"/>
                  <a:pt x="10961" y="8762"/>
                  <a:pt x="10639" y="8762"/>
                </a:cubicBezTo>
                <a:cubicBezTo>
                  <a:pt x="10316" y="8762"/>
                  <a:pt x="9994" y="8558"/>
                  <a:pt x="9672" y="8558"/>
                </a:cubicBezTo>
                <a:cubicBezTo>
                  <a:pt x="9349" y="8558"/>
                  <a:pt x="9027" y="8762"/>
                  <a:pt x="9027" y="8762"/>
                </a:cubicBezTo>
                <a:cubicBezTo>
                  <a:pt x="8704" y="8762"/>
                  <a:pt x="8704" y="8762"/>
                  <a:pt x="8704" y="8558"/>
                </a:cubicBezTo>
                <a:cubicBezTo>
                  <a:pt x="10316" y="10189"/>
                  <a:pt x="10316" y="10189"/>
                  <a:pt x="10316" y="10189"/>
                </a:cubicBezTo>
                <a:cubicBezTo>
                  <a:pt x="10316" y="10392"/>
                  <a:pt x="10316" y="10392"/>
                  <a:pt x="10316" y="10392"/>
                </a:cubicBezTo>
                <a:cubicBezTo>
                  <a:pt x="10316" y="10392"/>
                  <a:pt x="10316" y="10392"/>
                  <a:pt x="10316" y="10392"/>
                </a:cubicBezTo>
                <a:cubicBezTo>
                  <a:pt x="10316" y="13653"/>
                  <a:pt x="10316" y="13653"/>
                  <a:pt x="10316" y="13653"/>
                </a:cubicBezTo>
                <a:cubicBezTo>
                  <a:pt x="11284" y="13653"/>
                  <a:pt x="11284" y="13653"/>
                  <a:pt x="11284" y="13653"/>
                </a:cubicBezTo>
                <a:cubicBezTo>
                  <a:pt x="11284" y="10392"/>
                  <a:pt x="11284" y="10392"/>
                  <a:pt x="11284" y="10392"/>
                </a:cubicBezTo>
                <a:cubicBezTo>
                  <a:pt x="11284" y="10392"/>
                  <a:pt x="11284" y="10392"/>
                  <a:pt x="11284" y="10392"/>
                </a:cubicBezTo>
                <a:cubicBezTo>
                  <a:pt x="11284" y="10189"/>
                  <a:pt x="11284" y="10189"/>
                  <a:pt x="11284" y="10189"/>
                </a:cubicBezTo>
                <a:cubicBezTo>
                  <a:pt x="12896" y="8762"/>
                  <a:pt x="12896" y="8762"/>
                  <a:pt x="12896" y="8762"/>
                </a:cubicBezTo>
                <a:close/>
                <a:moveTo>
                  <a:pt x="13863" y="19562"/>
                </a:moveTo>
                <a:cubicBezTo>
                  <a:pt x="7737" y="19970"/>
                  <a:pt x="7737" y="19970"/>
                  <a:pt x="7737" y="19970"/>
                </a:cubicBezTo>
                <a:cubicBezTo>
                  <a:pt x="8060" y="20989"/>
                  <a:pt x="9349" y="21600"/>
                  <a:pt x="10961" y="21600"/>
                </a:cubicBezTo>
                <a:cubicBezTo>
                  <a:pt x="12573" y="21600"/>
                  <a:pt x="13863" y="20785"/>
                  <a:pt x="13863" y="19766"/>
                </a:cubicBezTo>
                <a:cubicBezTo>
                  <a:pt x="13863" y="19766"/>
                  <a:pt x="13863" y="19766"/>
                  <a:pt x="13863" y="19562"/>
                </a:cubicBezTo>
                <a:close/>
                <a:moveTo>
                  <a:pt x="16119" y="17321"/>
                </a:moveTo>
                <a:cubicBezTo>
                  <a:pt x="5481" y="17932"/>
                  <a:pt x="5481" y="17932"/>
                  <a:pt x="5481" y="17932"/>
                </a:cubicBezTo>
                <a:cubicBezTo>
                  <a:pt x="5481" y="18136"/>
                  <a:pt x="5481" y="18136"/>
                  <a:pt x="5481" y="18136"/>
                </a:cubicBezTo>
                <a:cubicBezTo>
                  <a:pt x="5481" y="18136"/>
                  <a:pt x="5481" y="18340"/>
                  <a:pt x="5481" y="18340"/>
                </a:cubicBezTo>
                <a:cubicBezTo>
                  <a:pt x="16119" y="17728"/>
                  <a:pt x="16119" y="17728"/>
                  <a:pt x="16119" y="17728"/>
                </a:cubicBezTo>
                <a:cubicBezTo>
                  <a:pt x="16119" y="17728"/>
                  <a:pt x="16119" y="17525"/>
                  <a:pt x="16119" y="17525"/>
                </a:cubicBezTo>
                <a:cubicBezTo>
                  <a:pt x="16119" y="17525"/>
                  <a:pt x="16119" y="17525"/>
                  <a:pt x="16119" y="17321"/>
                </a:cubicBezTo>
                <a:close/>
                <a:moveTo>
                  <a:pt x="16119" y="14875"/>
                </a:moveTo>
                <a:cubicBezTo>
                  <a:pt x="5481" y="15487"/>
                  <a:pt x="5481" y="15487"/>
                  <a:pt x="5481" y="15487"/>
                </a:cubicBezTo>
                <a:cubicBezTo>
                  <a:pt x="5481" y="15487"/>
                  <a:pt x="5481" y="15487"/>
                  <a:pt x="5481" y="15691"/>
                </a:cubicBezTo>
                <a:cubicBezTo>
                  <a:pt x="5481" y="15691"/>
                  <a:pt x="5481" y="15691"/>
                  <a:pt x="5481" y="15691"/>
                </a:cubicBezTo>
                <a:cubicBezTo>
                  <a:pt x="16119" y="15079"/>
                  <a:pt x="16119" y="15079"/>
                  <a:pt x="16119" y="15079"/>
                </a:cubicBezTo>
                <a:cubicBezTo>
                  <a:pt x="16119" y="15079"/>
                  <a:pt x="16119" y="15079"/>
                  <a:pt x="16119" y="14875"/>
                </a:cubicBezTo>
                <a:cubicBezTo>
                  <a:pt x="16119" y="14875"/>
                  <a:pt x="16119" y="14875"/>
                  <a:pt x="16119" y="14875"/>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79" name="Shape 7179"/>
          <p:cNvSpPr/>
          <p:nvPr/>
        </p:nvSpPr>
        <p:spPr>
          <a:xfrm>
            <a:off x="1977992" y="5044830"/>
            <a:ext cx="557223" cy="7671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76" y="0"/>
                </a:moveTo>
                <a:cubicBezTo>
                  <a:pt x="18741" y="0"/>
                  <a:pt x="18741" y="0"/>
                  <a:pt x="18741" y="0"/>
                </a:cubicBezTo>
                <a:cubicBezTo>
                  <a:pt x="20012" y="0"/>
                  <a:pt x="20012" y="0"/>
                  <a:pt x="20012" y="0"/>
                </a:cubicBezTo>
                <a:cubicBezTo>
                  <a:pt x="20012" y="1161"/>
                  <a:pt x="20012" y="1161"/>
                  <a:pt x="20012" y="1161"/>
                </a:cubicBezTo>
                <a:cubicBezTo>
                  <a:pt x="20012" y="7200"/>
                  <a:pt x="20012" y="7200"/>
                  <a:pt x="20012" y="7200"/>
                </a:cubicBezTo>
                <a:cubicBezTo>
                  <a:pt x="21600" y="7200"/>
                  <a:pt x="21600" y="7200"/>
                  <a:pt x="21600" y="7200"/>
                </a:cubicBezTo>
                <a:cubicBezTo>
                  <a:pt x="21600" y="13703"/>
                  <a:pt x="21600" y="13703"/>
                  <a:pt x="21600" y="13703"/>
                </a:cubicBezTo>
                <a:cubicBezTo>
                  <a:pt x="21600" y="18116"/>
                  <a:pt x="16835" y="21600"/>
                  <a:pt x="10800" y="21600"/>
                </a:cubicBezTo>
                <a:cubicBezTo>
                  <a:pt x="10800" y="21600"/>
                  <a:pt x="10800" y="21600"/>
                  <a:pt x="10800" y="21600"/>
                </a:cubicBezTo>
                <a:cubicBezTo>
                  <a:pt x="4765" y="21600"/>
                  <a:pt x="0" y="18116"/>
                  <a:pt x="0" y="13703"/>
                </a:cubicBezTo>
                <a:cubicBezTo>
                  <a:pt x="0" y="7200"/>
                  <a:pt x="0" y="7200"/>
                  <a:pt x="0" y="7200"/>
                </a:cubicBezTo>
                <a:cubicBezTo>
                  <a:pt x="1906" y="7200"/>
                  <a:pt x="1906" y="7200"/>
                  <a:pt x="1906" y="7200"/>
                </a:cubicBezTo>
                <a:cubicBezTo>
                  <a:pt x="1906" y="1161"/>
                  <a:pt x="1906" y="1161"/>
                  <a:pt x="1906" y="1161"/>
                </a:cubicBezTo>
                <a:cubicBezTo>
                  <a:pt x="1906" y="0"/>
                  <a:pt x="1906" y="0"/>
                  <a:pt x="1906" y="0"/>
                </a:cubicBezTo>
                <a:cubicBezTo>
                  <a:pt x="3176" y="0"/>
                  <a:pt x="3176" y="0"/>
                  <a:pt x="3176" y="0"/>
                </a:cubicBezTo>
                <a:close/>
                <a:moveTo>
                  <a:pt x="12388" y="3948"/>
                </a:moveTo>
                <a:cubicBezTo>
                  <a:pt x="12388" y="5342"/>
                  <a:pt x="12388" y="5342"/>
                  <a:pt x="12388" y="5342"/>
                </a:cubicBezTo>
                <a:cubicBezTo>
                  <a:pt x="15565" y="5342"/>
                  <a:pt x="15565" y="5342"/>
                  <a:pt x="15565" y="5342"/>
                </a:cubicBezTo>
                <a:cubicBezTo>
                  <a:pt x="15565" y="3948"/>
                  <a:pt x="15565" y="3948"/>
                  <a:pt x="15565" y="3948"/>
                </a:cubicBezTo>
                <a:cubicBezTo>
                  <a:pt x="12388" y="3948"/>
                  <a:pt x="12388" y="3948"/>
                  <a:pt x="12388" y="3948"/>
                </a:cubicBezTo>
                <a:close/>
                <a:moveTo>
                  <a:pt x="6035" y="3948"/>
                </a:moveTo>
                <a:cubicBezTo>
                  <a:pt x="6035" y="5342"/>
                  <a:pt x="6035" y="5342"/>
                  <a:pt x="6035" y="5342"/>
                </a:cubicBezTo>
                <a:cubicBezTo>
                  <a:pt x="9212" y="5342"/>
                  <a:pt x="9212" y="5342"/>
                  <a:pt x="9212" y="5342"/>
                </a:cubicBezTo>
                <a:cubicBezTo>
                  <a:pt x="9212" y="3948"/>
                  <a:pt x="9212" y="3948"/>
                  <a:pt x="9212" y="3948"/>
                </a:cubicBezTo>
                <a:cubicBezTo>
                  <a:pt x="6035" y="3948"/>
                  <a:pt x="6035" y="3948"/>
                  <a:pt x="6035" y="3948"/>
                </a:cubicBezTo>
                <a:close/>
                <a:moveTo>
                  <a:pt x="4447" y="7200"/>
                </a:moveTo>
                <a:cubicBezTo>
                  <a:pt x="17153" y="7200"/>
                  <a:pt x="17153" y="7200"/>
                  <a:pt x="17153" y="7200"/>
                </a:cubicBezTo>
                <a:cubicBezTo>
                  <a:pt x="17153" y="2090"/>
                  <a:pt x="17153" y="2090"/>
                  <a:pt x="17153" y="2090"/>
                </a:cubicBezTo>
                <a:cubicBezTo>
                  <a:pt x="4447" y="2090"/>
                  <a:pt x="4447" y="2090"/>
                  <a:pt x="4447" y="2090"/>
                </a:cubicBezTo>
                <a:lnTo>
                  <a:pt x="4447" y="720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0" name="Shape 7180"/>
          <p:cNvSpPr/>
          <p:nvPr/>
        </p:nvSpPr>
        <p:spPr>
          <a:xfrm>
            <a:off x="11097112" y="11176633"/>
            <a:ext cx="826870" cy="627384"/>
          </a:xfrm>
          <a:custGeom>
            <a:avLst/>
            <a:gdLst/>
            <a:ahLst/>
            <a:cxnLst>
              <a:cxn ang="0">
                <a:pos x="wd2" y="hd2"/>
              </a:cxn>
              <a:cxn ang="5400000">
                <a:pos x="wd2" y="hd2"/>
              </a:cxn>
              <a:cxn ang="10800000">
                <a:pos x="wd2" y="hd2"/>
              </a:cxn>
              <a:cxn ang="16200000">
                <a:pos x="wd2" y="hd2"/>
              </a:cxn>
            </a:cxnLst>
            <a:rect l="0" t="0" r="r" b="b"/>
            <a:pathLst>
              <a:path w="21466" h="21390" fill="norm" stroke="1" extrusionOk="0">
                <a:moveTo>
                  <a:pt x="1711" y="632"/>
                </a:moveTo>
                <a:cubicBezTo>
                  <a:pt x="3208" y="-210"/>
                  <a:pt x="4705" y="-210"/>
                  <a:pt x="6202" y="632"/>
                </a:cubicBezTo>
                <a:cubicBezTo>
                  <a:pt x="6202" y="2315"/>
                  <a:pt x="6202" y="2315"/>
                  <a:pt x="6202" y="2315"/>
                </a:cubicBezTo>
                <a:cubicBezTo>
                  <a:pt x="5560" y="2034"/>
                  <a:pt x="5133" y="1754"/>
                  <a:pt x="4491" y="1754"/>
                </a:cubicBezTo>
                <a:cubicBezTo>
                  <a:pt x="3422" y="1754"/>
                  <a:pt x="2352" y="2315"/>
                  <a:pt x="1711" y="3437"/>
                </a:cubicBezTo>
                <a:cubicBezTo>
                  <a:pt x="1711" y="632"/>
                  <a:pt x="1711" y="632"/>
                  <a:pt x="1711" y="632"/>
                </a:cubicBezTo>
                <a:close/>
                <a:moveTo>
                  <a:pt x="4919" y="2876"/>
                </a:moveTo>
                <a:cubicBezTo>
                  <a:pt x="2566" y="2876"/>
                  <a:pt x="642" y="5400"/>
                  <a:pt x="642" y="8486"/>
                </a:cubicBezTo>
                <a:cubicBezTo>
                  <a:pt x="642" y="9047"/>
                  <a:pt x="642" y="9608"/>
                  <a:pt x="855" y="10169"/>
                </a:cubicBezTo>
                <a:cubicBezTo>
                  <a:pt x="214" y="13255"/>
                  <a:pt x="0" y="16341"/>
                  <a:pt x="0" y="19987"/>
                </a:cubicBezTo>
                <a:cubicBezTo>
                  <a:pt x="1069" y="21390"/>
                  <a:pt x="2139" y="21390"/>
                  <a:pt x="3208" y="21390"/>
                </a:cubicBezTo>
                <a:cubicBezTo>
                  <a:pt x="4705" y="19146"/>
                  <a:pt x="5774" y="16621"/>
                  <a:pt x="6844" y="13535"/>
                </a:cubicBezTo>
                <a:cubicBezTo>
                  <a:pt x="7271" y="13255"/>
                  <a:pt x="7699" y="12974"/>
                  <a:pt x="7913" y="12413"/>
                </a:cubicBezTo>
                <a:cubicBezTo>
                  <a:pt x="13687" y="12413"/>
                  <a:pt x="13687" y="12413"/>
                  <a:pt x="13687" y="12413"/>
                </a:cubicBezTo>
                <a:cubicBezTo>
                  <a:pt x="13901" y="12694"/>
                  <a:pt x="14115" y="13255"/>
                  <a:pt x="14543" y="13535"/>
                </a:cubicBezTo>
                <a:cubicBezTo>
                  <a:pt x="15612" y="16621"/>
                  <a:pt x="16895" y="19146"/>
                  <a:pt x="18178" y="21390"/>
                </a:cubicBezTo>
                <a:cubicBezTo>
                  <a:pt x="19248" y="21390"/>
                  <a:pt x="20317" y="21390"/>
                  <a:pt x="21386" y="19987"/>
                </a:cubicBezTo>
                <a:cubicBezTo>
                  <a:pt x="21600" y="16341"/>
                  <a:pt x="21386" y="13255"/>
                  <a:pt x="20745" y="10450"/>
                </a:cubicBezTo>
                <a:cubicBezTo>
                  <a:pt x="20745" y="9889"/>
                  <a:pt x="20958" y="9328"/>
                  <a:pt x="20958" y="8767"/>
                </a:cubicBezTo>
                <a:cubicBezTo>
                  <a:pt x="20958" y="5681"/>
                  <a:pt x="19034" y="3156"/>
                  <a:pt x="16681" y="3156"/>
                </a:cubicBezTo>
                <a:cubicBezTo>
                  <a:pt x="15398" y="3156"/>
                  <a:pt x="14115" y="3998"/>
                  <a:pt x="13473" y="5120"/>
                </a:cubicBezTo>
                <a:cubicBezTo>
                  <a:pt x="8127" y="5120"/>
                  <a:pt x="8127" y="5120"/>
                  <a:pt x="8127" y="5120"/>
                </a:cubicBezTo>
                <a:cubicBezTo>
                  <a:pt x="7485" y="3998"/>
                  <a:pt x="6202" y="2876"/>
                  <a:pt x="4919" y="2876"/>
                </a:cubicBezTo>
                <a:close/>
                <a:moveTo>
                  <a:pt x="10907" y="8206"/>
                </a:moveTo>
                <a:cubicBezTo>
                  <a:pt x="12618" y="8206"/>
                  <a:pt x="12618" y="8206"/>
                  <a:pt x="12618" y="8206"/>
                </a:cubicBezTo>
                <a:cubicBezTo>
                  <a:pt x="12618" y="9328"/>
                  <a:pt x="12618" y="9328"/>
                  <a:pt x="12618" y="9328"/>
                </a:cubicBezTo>
                <a:cubicBezTo>
                  <a:pt x="10907" y="9328"/>
                  <a:pt x="10907" y="9328"/>
                  <a:pt x="10907" y="9328"/>
                </a:cubicBezTo>
                <a:cubicBezTo>
                  <a:pt x="10907" y="8206"/>
                  <a:pt x="10907" y="8206"/>
                  <a:pt x="10907" y="8206"/>
                </a:cubicBezTo>
                <a:close/>
                <a:moveTo>
                  <a:pt x="8982" y="8206"/>
                </a:moveTo>
                <a:cubicBezTo>
                  <a:pt x="10479" y="8206"/>
                  <a:pt x="10479" y="8206"/>
                  <a:pt x="10479" y="8206"/>
                </a:cubicBezTo>
                <a:cubicBezTo>
                  <a:pt x="10479" y="9328"/>
                  <a:pt x="10479" y="9328"/>
                  <a:pt x="10479" y="9328"/>
                </a:cubicBezTo>
                <a:cubicBezTo>
                  <a:pt x="8982" y="9328"/>
                  <a:pt x="8982" y="9328"/>
                  <a:pt x="8982" y="9328"/>
                </a:cubicBezTo>
                <a:cubicBezTo>
                  <a:pt x="8982" y="8206"/>
                  <a:pt x="8982" y="8206"/>
                  <a:pt x="8982" y="8206"/>
                </a:cubicBezTo>
                <a:close/>
                <a:moveTo>
                  <a:pt x="17109" y="9047"/>
                </a:moveTo>
                <a:cubicBezTo>
                  <a:pt x="17537" y="9047"/>
                  <a:pt x="17964" y="9328"/>
                  <a:pt x="18178" y="9889"/>
                </a:cubicBezTo>
                <a:cubicBezTo>
                  <a:pt x="18178" y="10450"/>
                  <a:pt x="17964" y="11011"/>
                  <a:pt x="17537" y="11291"/>
                </a:cubicBezTo>
                <a:cubicBezTo>
                  <a:pt x="17109" y="11291"/>
                  <a:pt x="16681" y="11011"/>
                  <a:pt x="16467" y="10450"/>
                </a:cubicBezTo>
                <a:cubicBezTo>
                  <a:pt x="16467" y="9889"/>
                  <a:pt x="16681" y="9328"/>
                  <a:pt x="17109" y="9047"/>
                </a:cubicBezTo>
                <a:close/>
                <a:moveTo>
                  <a:pt x="15184" y="7364"/>
                </a:moveTo>
                <a:cubicBezTo>
                  <a:pt x="15612" y="7084"/>
                  <a:pt x="16040" y="7645"/>
                  <a:pt x="16253" y="8206"/>
                </a:cubicBezTo>
                <a:cubicBezTo>
                  <a:pt x="16253" y="8767"/>
                  <a:pt x="16040" y="9328"/>
                  <a:pt x="15612" y="9608"/>
                </a:cubicBezTo>
                <a:cubicBezTo>
                  <a:pt x="14970" y="9608"/>
                  <a:pt x="14543" y="9328"/>
                  <a:pt x="14543" y="8767"/>
                </a:cubicBezTo>
                <a:cubicBezTo>
                  <a:pt x="14329" y="7925"/>
                  <a:pt x="14756" y="7364"/>
                  <a:pt x="15184" y="7364"/>
                </a:cubicBezTo>
                <a:close/>
                <a:moveTo>
                  <a:pt x="16253" y="4839"/>
                </a:moveTo>
                <a:cubicBezTo>
                  <a:pt x="16895" y="4559"/>
                  <a:pt x="17323" y="5120"/>
                  <a:pt x="17323" y="5681"/>
                </a:cubicBezTo>
                <a:cubicBezTo>
                  <a:pt x="17537" y="6242"/>
                  <a:pt x="17109" y="6803"/>
                  <a:pt x="16681" y="7084"/>
                </a:cubicBezTo>
                <a:cubicBezTo>
                  <a:pt x="16253" y="7084"/>
                  <a:pt x="15826" y="6803"/>
                  <a:pt x="15612" y="6242"/>
                </a:cubicBezTo>
                <a:cubicBezTo>
                  <a:pt x="15612" y="5681"/>
                  <a:pt x="15826" y="4839"/>
                  <a:pt x="16253" y="4839"/>
                </a:cubicBezTo>
                <a:close/>
                <a:moveTo>
                  <a:pt x="18392" y="6242"/>
                </a:moveTo>
                <a:cubicBezTo>
                  <a:pt x="18820" y="6242"/>
                  <a:pt x="19248" y="6522"/>
                  <a:pt x="19248" y="7084"/>
                </a:cubicBezTo>
                <a:cubicBezTo>
                  <a:pt x="19461" y="7645"/>
                  <a:pt x="19034" y="8206"/>
                  <a:pt x="18606" y="8486"/>
                </a:cubicBezTo>
                <a:cubicBezTo>
                  <a:pt x="18178" y="8486"/>
                  <a:pt x="17750" y="8206"/>
                  <a:pt x="17750" y="7645"/>
                </a:cubicBezTo>
                <a:cubicBezTo>
                  <a:pt x="17537" y="7084"/>
                  <a:pt x="17964" y="6522"/>
                  <a:pt x="18392" y="6242"/>
                </a:cubicBezTo>
                <a:close/>
                <a:moveTo>
                  <a:pt x="6844" y="6803"/>
                </a:moveTo>
                <a:cubicBezTo>
                  <a:pt x="6630" y="9889"/>
                  <a:pt x="6630" y="9889"/>
                  <a:pt x="6630" y="9889"/>
                </a:cubicBezTo>
                <a:cubicBezTo>
                  <a:pt x="5347" y="8206"/>
                  <a:pt x="5347" y="8206"/>
                  <a:pt x="5347" y="8206"/>
                </a:cubicBezTo>
                <a:cubicBezTo>
                  <a:pt x="6844" y="6803"/>
                  <a:pt x="6844" y="6803"/>
                  <a:pt x="6844" y="6803"/>
                </a:cubicBezTo>
                <a:close/>
                <a:moveTo>
                  <a:pt x="5560" y="10730"/>
                </a:moveTo>
                <a:cubicBezTo>
                  <a:pt x="2994" y="10450"/>
                  <a:pt x="2994" y="10450"/>
                  <a:pt x="2994" y="10450"/>
                </a:cubicBezTo>
                <a:cubicBezTo>
                  <a:pt x="4491" y="9047"/>
                  <a:pt x="4491" y="9047"/>
                  <a:pt x="4491" y="9047"/>
                </a:cubicBezTo>
                <a:cubicBezTo>
                  <a:pt x="5560" y="10730"/>
                  <a:pt x="5560" y="10730"/>
                  <a:pt x="5560" y="10730"/>
                </a:cubicBezTo>
                <a:close/>
                <a:moveTo>
                  <a:pt x="2352" y="9047"/>
                </a:moveTo>
                <a:cubicBezTo>
                  <a:pt x="2780" y="5961"/>
                  <a:pt x="2780" y="5961"/>
                  <a:pt x="2780" y="5961"/>
                </a:cubicBezTo>
                <a:cubicBezTo>
                  <a:pt x="3636" y="7645"/>
                  <a:pt x="3636" y="7645"/>
                  <a:pt x="3636" y="7645"/>
                </a:cubicBezTo>
                <a:cubicBezTo>
                  <a:pt x="2352" y="9047"/>
                  <a:pt x="2352" y="9047"/>
                  <a:pt x="2352" y="9047"/>
                </a:cubicBezTo>
                <a:close/>
                <a:moveTo>
                  <a:pt x="3636" y="5120"/>
                </a:moveTo>
                <a:cubicBezTo>
                  <a:pt x="5988" y="5400"/>
                  <a:pt x="5988" y="5400"/>
                  <a:pt x="5988" y="5400"/>
                </a:cubicBezTo>
                <a:cubicBezTo>
                  <a:pt x="4705" y="6803"/>
                  <a:pt x="4705" y="6803"/>
                  <a:pt x="4705" y="6803"/>
                </a:cubicBezTo>
                <a:cubicBezTo>
                  <a:pt x="3636" y="5120"/>
                  <a:pt x="3636" y="5120"/>
                  <a:pt x="3636" y="5120"/>
                </a:cubicBezTo>
                <a:close/>
                <a:moveTo>
                  <a:pt x="19675" y="632"/>
                </a:moveTo>
                <a:cubicBezTo>
                  <a:pt x="19675" y="3437"/>
                  <a:pt x="19675" y="3437"/>
                  <a:pt x="19675" y="3437"/>
                </a:cubicBezTo>
                <a:cubicBezTo>
                  <a:pt x="18820" y="2315"/>
                  <a:pt x="17750" y="1754"/>
                  <a:pt x="16681" y="1754"/>
                </a:cubicBezTo>
                <a:cubicBezTo>
                  <a:pt x="16253" y="1754"/>
                  <a:pt x="15612" y="2034"/>
                  <a:pt x="15184" y="2315"/>
                </a:cubicBezTo>
                <a:cubicBezTo>
                  <a:pt x="15184" y="632"/>
                  <a:pt x="15184" y="632"/>
                  <a:pt x="15184" y="632"/>
                </a:cubicBezTo>
                <a:cubicBezTo>
                  <a:pt x="16681" y="-210"/>
                  <a:pt x="18178" y="-210"/>
                  <a:pt x="19675" y="63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1" name="Shape 7181"/>
          <p:cNvSpPr/>
          <p:nvPr/>
        </p:nvSpPr>
        <p:spPr>
          <a:xfrm>
            <a:off x="6536283" y="3510560"/>
            <a:ext cx="748053" cy="748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19" y="0"/>
                </a:moveTo>
                <a:cubicBezTo>
                  <a:pt x="13767" y="0"/>
                  <a:pt x="16615" y="1187"/>
                  <a:pt x="18514" y="3323"/>
                </a:cubicBezTo>
                <a:cubicBezTo>
                  <a:pt x="20413" y="5222"/>
                  <a:pt x="21600" y="7833"/>
                  <a:pt x="21600" y="10919"/>
                </a:cubicBezTo>
                <a:cubicBezTo>
                  <a:pt x="21600" y="13767"/>
                  <a:pt x="20413" y="16615"/>
                  <a:pt x="18514" y="18514"/>
                </a:cubicBezTo>
                <a:cubicBezTo>
                  <a:pt x="16615" y="20413"/>
                  <a:pt x="13767" y="21600"/>
                  <a:pt x="10919" y="21600"/>
                </a:cubicBezTo>
                <a:cubicBezTo>
                  <a:pt x="7833" y="21600"/>
                  <a:pt x="5222" y="20413"/>
                  <a:pt x="3086" y="18514"/>
                </a:cubicBezTo>
                <a:cubicBezTo>
                  <a:pt x="1187" y="16615"/>
                  <a:pt x="0" y="13767"/>
                  <a:pt x="0" y="10919"/>
                </a:cubicBezTo>
                <a:cubicBezTo>
                  <a:pt x="0" y="7833"/>
                  <a:pt x="1187" y="5222"/>
                  <a:pt x="3086" y="3323"/>
                </a:cubicBezTo>
                <a:cubicBezTo>
                  <a:pt x="5222" y="1187"/>
                  <a:pt x="7833" y="0"/>
                  <a:pt x="10919" y="0"/>
                </a:cubicBezTo>
                <a:close/>
                <a:moveTo>
                  <a:pt x="14954" y="12105"/>
                </a:moveTo>
                <a:cubicBezTo>
                  <a:pt x="16141" y="11393"/>
                  <a:pt x="16378" y="10444"/>
                  <a:pt x="15191" y="9732"/>
                </a:cubicBezTo>
                <a:cubicBezTo>
                  <a:pt x="14242" y="9257"/>
                  <a:pt x="13292" y="8545"/>
                  <a:pt x="12343" y="8070"/>
                </a:cubicBezTo>
                <a:cubicBezTo>
                  <a:pt x="11393" y="7596"/>
                  <a:pt x="10444" y="7121"/>
                  <a:pt x="9732" y="6409"/>
                </a:cubicBezTo>
                <a:cubicBezTo>
                  <a:pt x="8545" y="5934"/>
                  <a:pt x="7596" y="6171"/>
                  <a:pt x="7596" y="7596"/>
                </a:cubicBezTo>
                <a:cubicBezTo>
                  <a:pt x="7596" y="8545"/>
                  <a:pt x="7596" y="9732"/>
                  <a:pt x="7596" y="10919"/>
                </a:cubicBezTo>
                <a:cubicBezTo>
                  <a:pt x="7596" y="11868"/>
                  <a:pt x="7596" y="13055"/>
                  <a:pt x="7596" y="14004"/>
                </a:cubicBezTo>
                <a:cubicBezTo>
                  <a:pt x="7596" y="15191"/>
                  <a:pt x="8308" y="15903"/>
                  <a:pt x="9495" y="15429"/>
                </a:cubicBezTo>
                <a:cubicBezTo>
                  <a:pt x="10444" y="14716"/>
                  <a:pt x="11393" y="14242"/>
                  <a:pt x="12343" y="13767"/>
                </a:cubicBezTo>
                <a:cubicBezTo>
                  <a:pt x="13292" y="13055"/>
                  <a:pt x="14242" y="12580"/>
                  <a:pt x="14954" y="12105"/>
                </a:cubicBezTo>
                <a:close/>
                <a:moveTo>
                  <a:pt x="15666" y="5934"/>
                </a:moveTo>
                <a:cubicBezTo>
                  <a:pt x="14479" y="4747"/>
                  <a:pt x="12818" y="3798"/>
                  <a:pt x="10919" y="3798"/>
                </a:cubicBezTo>
                <a:cubicBezTo>
                  <a:pt x="9020" y="3798"/>
                  <a:pt x="7121" y="4747"/>
                  <a:pt x="5934" y="5934"/>
                </a:cubicBezTo>
                <a:cubicBezTo>
                  <a:pt x="4747" y="7121"/>
                  <a:pt x="3798" y="9020"/>
                  <a:pt x="3798" y="10919"/>
                </a:cubicBezTo>
                <a:cubicBezTo>
                  <a:pt x="3798" y="12818"/>
                  <a:pt x="4747" y="14479"/>
                  <a:pt x="5934" y="15903"/>
                </a:cubicBezTo>
                <a:cubicBezTo>
                  <a:pt x="7121" y="17090"/>
                  <a:pt x="9020" y="17802"/>
                  <a:pt x="10919" y="17802"/>
                </a:cubicBezTo>
                <a:cubicBezTo>
                  <a:pt x="12818" y="17802"/>
                  <a:pt x="14479" y="17090"/>
                  <a:pt x="15666" y="15903"/>
                </a:cubicBezTo>
                <a:cubicBezTo>
                  <a:pt x="17090" y="14479"/>
                  <a:pt x="17802" y="12818"/>
                  <a:pt x="17802" y="10919"/>
                </a:cubicBezTo>
                <a:cubicBezTo>
                  <a:pt x="17802" y="9020"/>
                  <a:pt x="17090" y="7121"/>
                  <a:pt x="15666" y="5934"/>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2" name="Shape 7182"/>
          <p:cNvSpPr/>
          <p:nvPr/>
        </p:nvSpPr>
        <p:spPr>
          <a:xfrm>
            <a:off x="4939050" y="5037196"/>
            <a:ext cx="791269" cy="732787"/>
          </a:xfrm>
          <a:custGeom>
            <a:avLst/>
            <a:gdLst/>
            <a:ahLst/>
            <a:cxnLst>
              <a:cxn ang="0">
                <a:pos x="wd2" y="hd2"/>
              </a:cxn>
              <a:cxn ang="5400000">
                <a:pos x="wd2" y="hd2"/>
              </a:cxn>
              <a:cxn ang="10800000">
                <a:pos x="wd2" y="hd2"/>
              </a:cxn>
              <a:cxn ang="16200000">
                <a:pos x="wd2" y="hd2"/>
              </a:cxn>
            </a:cxnLst>
            <a:rect l="0" t="0" r="r" b="b"/>
            <a:pathLst>
              <a:path w="21224" h="21600" fill="norm" stroke="1" extrusionOk="0">
                <a:moveTo>
                  <a:pt x="17004" y="8980"/>
                </a:moveTo>
                <a:cubicBezTo>
                  <a:pt x="16783" y="7524"/>
                  <a:pt x="16122" y="6310"/>
                  <a:pt x="15241" y="5097"/>
                </a:cubicBezTo>
                <a:cubicBezTo>
                  <a:pt x="14139" y="3883"/>
                  <a:pt x="12375" y="3155"/>
                  <a:pt x="10612" y="3155"/>
                </a:cubicBezTo>
                <a:cubicBezTo>
                  <a:pt x="8849" y="3155"/>
                  <a:pt x="7306" y="3883"/>
                  <a:pt x="5983" y="5097"/>
                </a:cubicBezTo>
                <a:cubicBezTo>
                  <a:pt x="5102" y="6310"/>
                  <a:pt x="4441" y="7524"/>
                  <a:pt x="4220" y="8980"/>
                </a:cubicBezTo>
                <a:cubicBezTo>
                  <a:pt x="5102" y="9222"/>
                  <a:pt x="5763" y="9708"/>
                  <a:pt x="6204" y="10921"/>
                </a:cubicBezTo>
                <a:cubicBezTo>
                  <a:pt x="7967" y="16503"/>
                  <a:pt x="7967" y="16503"/>
                  <a:pt x="7967" y="16503"/>
                </a:cubicBezTo>
                <a:cubicBezTo>
                  <a:pt x="8408" y="18202"/>
                  <a:pt x="7747" y="19901"/>
                  <a:pt x="6204" y="20629"/>
                </a:cubicBezTo>
                <a:cubicBezTo>
                  <a:pt x="3779" y="21600"/>
                  <a:pt x="3779" y="21600"/>
                  <a:pt x="3779" y="21600"/>
                </a:cubicBezTo>
                <a:cubicBezTo>
                  <a:pt x="3559" y="21357"/>
                  <a:pt x="3559" y="21357"/>
                  <a:pt x="3559" y="21357"/>
                </a:cubicBezTo>
                <a:cubicBezTo>
                  <a:pt x="694" y="18202"/>
                  <a:pt x="-188" y="14319"/>
                  <a:pt x="32" y="10193"/>
                </a:cubicBezTo>
                <a:cubicBezTo>
                  <a:pt x="32" y="9951"/>
                  <a:pt x="32" y="9951"/>
                  <a:pt x="32" y="9951"/>
                </a:cubicBezTo>
                <a:cubicBezTo>
                  <a:pt x="473" y="9708"/>
                  <a:pt x="914" y="9465"/>
                  <a:pt x="1355" y="9222"/>
                </a:cubicBezTo>
                <a:cubicBezTo>
                  <a:pt x="1575" y="6796"/>
                  <a:pt x="2457" y="4611"/>
                  <a:pt x="4000" y="2912"/>
                </a:cubicBezTo>
                <a:cubicBezTo>
                  <a:pt x="5763" y="971"/>
                  <a:pt x="8188" y="0"/>
                  <a:pt x="10612" y="0"/>
                </a:cubicBezTo>
                <a:cubicBezTo>
                  <a:pt x="13257" y="0"/>
                  <a:pt x="15461" y="971"/>
                  <a:pt x="17224" y="2912"/>
                </a:cubicBezTo>
                <a:cubicBezTo>
                  <a:pt x="18767" y="4611"/>
                  <a:pt x="19869" y="7038"/>
                  <a:pt x="20090" y="9465"/>
                </a:cubicBezTo>
                <a:cubicBezTo>
                  <a:pt x="20530" y="9465"/>
                  <a:pt x="20751" y="9708"/>
                  <a:pt x="21192" y="9951"/>
                </a:cubicBezTo>
                <a:cubicBezTo>
                  <a:pt x="21192" y="10193"/>
                  <a:pt x="21192" y="10193"/>
                  <a:pt x="21192" y="10193"/>
                </a:cubicBezTo>
                <a:cubicBezTo>
                  <a:pt x="21412" y="14319"/>
                  <a:pt x="20530" y="18202"/>
                  <a:pt x="17665" y="21357"/>
                </a:cubicBezTo>
                <a:cubicBezTo>
                  <a:pt x="17445" y="21600"/>
                  <a:pt x="17445" y="21600"/>
                  <a:pt x="17445" y="21600"/>
                </a:cubicBezTo>
                <a:cubicBezTo>
                  <a:pt x="15020" y="20629"/>
                  <a:pt x="15020" y="20629"/>
                  <a:pt x="15020" y="20629"/>
                </a:cubicBezTo>
                <a:cubicBezTo>
                  <a:pt x="13477" y="19901"/>
                  <a:pt x="12596" y="18202"/>
                  <a:pt x="13257" y="16503"/>
                </a:cubicBezTo>
                <a:cubicBezTo>
                  <a:pt x="15020" y="10921"/>
                  <a:pt x="15020" y="10921"/>
                  <a:pt x="15020" y="10921"/>
                </a:cubicBezTo>
                <a:cubicBezTo>
                  <a:pt x="15461" y="9708"/>
                  <a:pt x="16122" y="9222"/>
                  <a:pt x="17004" y="8980"/>
                </a:cubicBezTo>
                <a:close/>
                <a:moveTo>
                  <a:pt x="1796" y="11892"/>
                </a:moveTo>
                <a:cubicBezTo>
                  <a:pt x="1796" y="14562"/>
                  <a:pt x="2457" y="16989"/>
                  <a:pt x="4000" y="18688"/>
                </a:cubicBezTo>
                <a:cubicBezTo>
                  <a:pt x="4220" y="18445"/>
                  <a:pt x="4441" y="18445"/>
                  <a:pt x="4881" y="18202"/>
                </a:cubicBezTo>
                <a:cubicBezTo>
                  <a:pt x="4220" y="16018"/>
                  <a:pt x="3339" y="13834"/>
                  <a:pt x="2677" y="11649"/>
                </a:cubicBezTo>
                <a:cubicBezTo>
                  <a:pt x="2457" y="11892"/>
                  <a:pt x="2016" y="11892"/>
                  <a:pt x="1796" y="11892"/>
                </a:cubicBezTo>
                <a:close/>
                <a:moveTo>
                  <a:pt x="19428" y="11892"/>
                </a:moveTo>
                <a:cubicBezTo>
                  <a:pt x="19208" y="11892"/>
                  <a:pt x="18767" y="11892"/>
                  <a:pt x="18547" y="11649"/>
                </a:cubicBezTo>
                <a:cubicBezTo>
                  <a:pt x="17665" y="13834"/>
                  <a:pt x="17004" y="16018"/>
                  <a:pt x="16343" y="18202"/>
                </a:cubicBezTo>
                <a:cubicBezTo>
                  <a:pt x="16783" y="18445"/>
                  <a:pt x="17004" y="18445"/>
                  <a:pt x="17224" y="18688"/>
                </a:cubicBezTo>
                <a:cubicBezTo>
                  <a:pt x="18767" y="16989"/>
                  <a:pt x="19428" y="14562"/>
                  <a:pt x="19428" y="1189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3" name="Shape 7183"/>
          <p:cNvSpPr/>
          <p:nvPr/>
        </p:nvSpPr>
        <p:spPr>
          <a:xfrm>
            <a:off x="6535002" y="5117345"/>
            <a:ext cx="690803" cy="603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29" y="0"/>
                </a:moveTo>
                <a:cubicBezTo>
                  <a:pt x="5657" y="0"/>
                  <a:pt x="6429" y="888"/>
                  <a:pt x="6686" y="2071"/>
                </a:cubicBezTo>
                <a:cubicBezTo>
                  <a:pt x="2571" y="2071"/>
                  <a:pt x="2571" y="2071"/>
                  <a:pt x="2571" y="2071"/>
                </a:cubicBezTo>
                <a:cubicBezTo>
                  <a:pt x="2571" y="888"/>
                  <a:pt x="3600" y="0"/>
                  <a:pt x="4629" y="0"/>
                </a:cubicBezTo>
                <a:close/>
                <a:moveTo>
                  <a:pt x="12600" y="4438"/>
                </a:moveTo>
                <a:cubicBezTo>
                  <a:pt x="14400" y="4438"/>
                  <a:pt x="16200" y="5326"/>
                  <a:pt x="17229" y="6510"/>
                </a:cubicBezTo>
                <a:cubicBezTo>
                  <a:pt x="18514" y="7989"/>
                  <a:pt x="19286" y="10060"/>
                  <a:pt x="19286" y="12132"/>
                </a:cubicBezTo>
                <a:cubicBezTo>
                  <a:pt x="19286" y="14203"/>
                  <a:pt x="18514" y="16274"/>
                  <a:pt x="17229" y="17753"/>
                </a:cubicBezTo>
                <a:cubicBezTo>
                  <a:pt x="16200" y="18937"/>
                  <a:pt x="14400" y="19825"/>
                  <a:pt x="12600" y="19825"/>
                </a:cubicBezTo>
                <a:cubicBezTo>
                  <a:pt x="10543" y="19825"/>
                  <a:pt x="9000" y="18937"/>
                  <a:pt x="7714" y="17753"/>
                </a:cubicBezTo>
                <a:cubicBezTo>
                  <a:pt x="6429" y="16274"/>
                  <a:pt x="5657" y="14203"/>
                  <a:pt x="5657" y="12132"/>
                </a:cubicBezTo>
                <a:cubicBezTo>
                  <a:pt x="5657" y="10060"/>
                  <a:pt x="6429" y="7989"/>
                  <a:pt x="7714" y="6510"/>
                </a:cubicBezTo>
                <a:cubicBezTo>
                  <a:pt x="9000" y="5326"/>
                  <a:pt x="10543" y="4438"/>
                  <a:pt x="12600" y="4438"/>
                </a:cubicBezTo>
                <a:close/>
                <a:moveTo>
                  <a:pt x="11571" y="8285"/>
                </a:moveTo>
                <a:cubicBezTo>
                  <a:pt x="10800" y="7693"/>
                  <a:pt x="9514" y="8285"/>
                  <a:pt x="9000" y="9764"/>
                </a:cubicBezTo>
                <a:cubicBezTo>
                  <a:pt x="8229" y="10948"/>
                  <a:pt x="8486" y="12427"/>
                  <a:pt x="9257" y="13019"/>
                </a:cubicBezTo>
                <a:cubicBezTo>
                  <a:pt x="10286" y="13611"/>
                  <a:pt x="10543" y="12427"/>
                  <a:pt x="11314" y="11244"/>
                </a:cubicBezTo>
                <a:cubicBezTo>
                  <a:pt x="11829" y="9764"/>
                  <a:pt x="12600" y="8877"/>
                  <a:pt x="11571" y="8285"/>
                </a:cubicBezTo>
                <a:close/>
                <a:moveTo>
                  <a:pt x="15943" y="8285"/>
                </a:moveTo>
                <a:cubicBezTo>
                  <a:pt x="14914" y="7397"/>
                  <a:pt x="13886" y="6805"/>
                  <a:pt x="12600" y="6805"/>
                </a:cubicBezTo>
                <a:cubicBezTo>
                  <a:pt x="11314" y="6805"/>
                  <a:pt x="10029" y="7397"/>
                  <a:pt x="9257" y="8285"/>
                </a:cubicBezTo>
                <a:cubicBezTo>
                  <a:pt x="8486" y="9173"/>
                  <a:pt x="7971" y="10652"/>
                  <a:pt x="7971" y="12132"/>
                </a:cubicBezTo>
                <a:cubicBezTo>
                  <a:pt x="7971" y="13611"/>
                  <a:pt x="8486" y="14795"/>
                  <a:pt x="9257" y="15978"/>
                </a:cubicBezTo>
                <a:cubicBezTo>
                  <a:pt x="10029" y="16866"/>
                  <a:pt x="11314" y="17458"/>
                  <a:pt x="12600" y="17458"/>
                </a:cubicBezTo>
                <a:cubicBezTo>
                  <a:pt x="13886" y="17458"/>
                  <a:pt x="14914" y="16866"/>
                  <a:pt x="15943" y="15978"/>
                </a:cubicBezTo>
                <a:cubicBezTo>
                  <a:pt x="16714" y="14795"/>
                  <a:pt x="17229" y="13611"/>
                  <a:pt x="17229" y="12132"/>
                </a:cubicBezTo>
                <a:cubicBezTo>
                  <a:pt x="17229" y="10652"/>
                  <a:pt x="16714" y="9173"/>
                  <a:pt x="15943" y="8285"/>
                </a:cubicBezTo>
                <a:close/>
                <a:moveTo>
                  <a:pt x="9000" y="0"/>
                </a:moveTo>
                <a:cubicBezTo>
                  <a:pt x="7457" y="3255"/>
                  <a:pt x="7457" y="3255"/>
                  <a:pt x="7457" y="3255"/>
                </a:cubicBezTo>
                <a:cubicBezTo>
                  <a:pt x="2314" y="3255"/>
                  <a:pt x="2314" y="3255"/>
                  <a:pt x="2314" y="3255"/>
                </a:cubicBezTo>
                <a:cubicBezTo>
                  <a:pt x="1029" y="3255"/>
                  <a:pt x="0" y="4438"/>
                  <a:pt x="0" y="6214"/>
                </a:cubicBezTo>
                <a:cubicBezTo>
                  <a:pt x="0" y="18641"/>
                  <a:pt x="0" y="18641"/>
                  <a:pt x="0" y="18641"/>
                </a:cubicBezTo>
                <a:cubicBezTo>
                  <a:pt x="0" y="20416"/>
                  <a:pt x="1029" y="21600"/>
                  <a:pt x="2314" y="21600"/>
                </a:cubicBezTo>
                <a:cubicBezTo>
                  <a:pt x="19029" y="21600"/>
                  <a:pt x="19029" y="21600"/>
                  <a:pt x="19029" y="21600"/>
                </a:cubicBezTo>
                <a:cubicBezTo>
                  <a:pt x="20314" y="21600"/>
                  <a:pt x="21600" y="20416"/>
                  <a:pt x="21600" y="18641"/>
                </a:cubicBezTo>
                <a:cubicBezTo>
                  <a:pt x="21600" y="6214"/>
                  <a:pt x="21600" y="6214"/>
                  <a:pt x="21600" y="6214"/>
                </a:cubicBezTo>
                <a:cubicBezTo>
                  <a:pt x="21600" y="4438"/>
                  <a:pt x="20314" y="3255"/>
                  <a:pt x="19029" y="3255"/>
                </a:cubicBezTo>
                <a:cubicBezTo>
                  <a:pt x="18257" y="3255"/>
                  <a:pt x="18257" y="3255"/>
                  <a:pt x="18257" y="3255"/>
                </a:cubicBezTo>
                <a:cubicBezTo>
                  <a:pt x="16457" y="0"/>
                  <a:pt x="16457" y="0"/>
                  <a:pt x="16457" y="0"/>
                </a:cubicBezTo>
                <a:lnTo>
                  <a:pt x="9000" y="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4" name="Shape 7184"/>
          <p:cNvSpPr/>
          <p:nvPr/>
        </p:nvSpPr>
        <p:spPr>
          <a:xfrm>
            <a:off x="5024692" y="8101920"/>
            <a:ext cx="698437" cy="6946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27" y="0"/>
                </a:moveTo>
                <a:cubicBezTo>
                  <a:pt x="13722" y="0"/>
                  <a:pt x="16518" y="1029"/>
                  <a:pt x="18551" y="3086"/>
                </a:cubicBezTo>
                <a:cubicBezTo>
                  <a:pt x="20329" y="5143"/>
                  <a:pt x="21600" y="7714"/>
                  <a:pt x="21600" y="10800"/>
                </a:cubicBezTo>
                <a:cubicBezTo>
                  <a:pt x="21600" y="13886"/>
                  <a:pt x="20329" y="16457"/>
                  <a:pt x="18551" y="18514"/>
                </a:cubicBezTo>
                <a:cubicBezTo>
                  <a:pt x="16518" y="20314"/>
                  <a:pt x="13722" y="21600"/>
                  <a:pt x="10927" y="21600"/>
                </a:cubicBezTo>
                <a:cubicBezTo>
                  <a:pt x="7878" y="21600"/>
                  <a:pt x="5082" y="20314"/>
                  <a:pt x="3304" y="18514"/>
                </a:cubicBezTo>
                <a:cubicBezTo>
                  <a:pt x="1271" y="16457"/>
                  <a:pt x="0" y="13886"/>
                  <a:pt x="0" y="10800"/>
                </a:cubicBezTo>
                <a:cubicBezTo>
                  <a:pt x="0" y="7714"/>
                  <a:pt x="1271" y="5143"/>
                  <a:pt x="3304" y="3086"/>
                </a:cubicBezTo>
                <a:cubicBezTo>
                  <a:pt x="5082" y="1029"/>
                  <a:pt x="7878" y="0"/>
                  <a:pt x="10927" y="0"/>
                </a:cubicBezTo>
                <a:close/>
                <a:moveTo>
                  <a:pt x="15755" y="5914"/>
                </a:moveTo>
                <a:cubicBezTo>
                  <a:pt x="14485" y="4629"/>
                  <a:pt x="12706" y="3857"/>
                  <a:pt x="10927" y="3857"/>
                </a:cubicBezTo>
                <a:cubicBezTo>
                  <a:pt x="8894" y="3857"/>
                  <a:pt x="7369" y="4629"/>
                  <a:pt x="6099" y="5914"/>
                </a:cubicBezTo>
                <a:cubicBezTo>
                  <a:pt x="4828" y="7200"/>
                  <a:pt x="4066" y="9000"/>
                  <a:pt x="4066" y="10800"/>
                </a:cubicBezTo>
                <a:cubicBezTo>
                  <a:pt x="4066" y="12600"/>
                  <a:pt x="4828" y="14400"/>
                  <a:pt x="6099" y="15686"/>
                </a:cubicBezTo>
                <a:cubicBezTo>
                  <a:pt x="7369" y="16971"/>
                  <a:pt x="8894" y="17743"/>
                  <a:pt x="10927" y="17743"/>
                </a:cubicBezTo>
                <a:cubicBezTo>
                  <a:pt x="12706" y="17743"/>
                  <a:pt x="14485" y="16971"/>
                  <a:pt x="15755" y="15686"/>
                </a:cubicBezTo>
                <a:cubicBezTo>
                  <a:pt x="16772" y="14400"/>
                  <a:pt x="17534" y="12600"/>
                  <a:pt x="17534" y="10800"/>
                </a:cubicBezTo>
                <a:cubicBezTo>
                  <a:pt x="17534" y="9000"/>
                  <a:pt x="16772" y="7200"/>
                  <a:pt x="15755" y="5914"/>
                </a:cubicBezTo>
                <a:close/>
                <a:moveTo>
                  <a:pt x="8894" y="5914"/>
                </a:moveTo>
                <a:cubicBezTo>
                  <a:pt x="6861" y="6686"/>
                  <a:pt x="6099" y="7971"/>
                  <a:pt x="5591" y="9257"/>
                </a:cubicBezTo>
                <a:cubicBezTo>
                  <a:pt x="11181" y="7971"/>
                  <a:pt x="11181" y="7971"/>
                  <a:pt x="11181" y="7971"/>
                </a:cubicBezTo>
                <a:cubicBezTo>
                  <a:pt x="8894" y="5914"/>
                  <a:pt x="8894" y="5914"/>
                  <a:pt x="8894" y="5914"/>
                </a:cubicBezTo>
                <a:close/>
                <a:moveTo>
                  <a:pt x="5591" y="10029"/>
                </a:moveTo>
                <a:cubicBezTo>
                  <a:pt x="5336" y="12086"/>
                  <a:pt x="6099" y="13629"/>
                  <a:pt x="7115" y="14657"/>
                </a:cubicBezTo>
                <a:cubicBezTo>
                  <a:pt x="8640" y="9257"/>
                  <a:pt x="8640" y="9257"/>
                  <a:pt x="8640" y="9257"/>
                </a:cubicBezTo>
                <a:cubicBezTo>
                  <a:pt x="5591" y="10029"/>
                  <a:pt x="5591" y="10029"/>
                  <a:pt x="5591" y="10029"/>
                </a:cubicBezTo>
                <a:close/>
                <a:moveTo>
                  <a:pt x="7624" y="15171"/>
                </a:moveTo>
                <a:cubicBezTo>
                  <a:pt x="9148" y="16200"/>
                  <a:pt x="10673" y="16457"/>
                  <a:pt x="12198" y="16200"/>
                </a:cubicBezTo>
                <a:cubicBezTo>
                  <a:pt x="8640" y="12086"/>
                  <a:pt x="8640" y="12086"/>
                  <a:pt x="8640" y="12086"/>
                </a:cubicBezTo>
                <a:cubicBezTo>
                  <a:pt x="7624" y="15171"/>
                  <a:pt x="7624" y="15171"/>
                  <a:pt x="7624" y="15171"/>
                </a:cubicBezTo>
                <a:close/>
                <a:moveTo>
                  <a:pt x="12960" y="15686"/>
                </a:moveTo>
                <a:cubicBezTo>
                  <a:pt x="14739" y="14914"/>
                  <a:pt x="15501" y="13629"/>
                  <a:pt x="16009" y="12343"/>
                </a:cubicBezTo>
                <a:cubicBezTo>
                  <a:pt x="10673" y="13629"/>
                  <a:pt x="10673" y="13629"/>
                  <a:pt x="10673" y="13629"/>
                </a:cubicBezTo>
                <a:cubicBezTo>
                  <a:pt x="12960" y="15686"/>
                  <a:pt x="12960" y="15686"/>
                  <a:pt x="12960" y="15686"/>
                </a:cubicBezTo>
                <a:close/>
                <a:moveTo>
                  <a:pt x="16264" y="11571"/>
                </a:moveTo>
                <a:cubicBezTo>
                  <a:pt x="16264" y="9514"/>
                  <a:pt x="15755" y="8229"/>
                  <a:pt x="14739" y="6943"/>
                </a:cubicBezTo>
                <a:cubicBezTo>
                  <a:pt x="13214" y="12343"/>
                  <a:pt x="13214" y="12343"/>
                  <a:pt x="13214" y="12343"/>
                </a:cubicBezTo>
                <a:cubicBezTo>
                  <a:pt x="16264" y="11571"/>
                  <a:pt x="16264" y="11571"/>
                  <a:pt x="16264" y="11571"/>
                </a:cubicBezTo>
                <a:close/>
                <a:moveTo>
                  <a:pt x="13976" y="6429"/>
                </a:moveTo>
                <a:cubicBezTo>
                  <a:pt x="12452" y="5400"/>
                  <a:pt x="10927" y="5143"/>
                  <a:pt x="9656" y="5657"/>
                </a:cubicBezTo>
                <a:cubicBezTo>
                  <a:pt x="13468" y="9257"/>
                  <a:pt x="13468" y="9257"/>
                  <a:pt x="13468" y="9257"/>
                </a:cubicBezTo>
                <a:lnTo>
                  <a:pt x="13976" y="642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5" name="Shape 7185"/>
          <p:cNvSpPr/>
          <p:nvPr/>
        </p:nvSpPr>
        <p:spPr>
          <a:xfrm>
            <a:off x="6528428" y="7988037"/>
            <a:ext cx="739833" cy="758888"/>
          </a:xfrm>
          <a:custGeom>
            <a:avLst/>
            <a:gdLst/>
            <a:ahLst/>
            <a:cxnLst>
              <a:cxn ang="0">
                <a:pos x="wd2" y="hd2"/>
              </a:cxn>
              <a:cxn ang="5400000">
                <a:pos x="wd2" y="hd2"/>
              </a:cxn>
              <a:cxn ang="10800000">
                <a:pos x="wd2" y="hd2"/>
              </a:cxn>
              <a:cxn ang="16200000">
                <a:pos x="wd2" y="hd2"/>
              </a:cxn>
            </a:cxnLst>
            <a:rect l="0" t="0" r="r" b="b"/>
            <a:pathLst>
              <a:path w="21363" h="21368" fill="norm" stroke="1" extrusionOk="0">
                <a:moveTo>
                  <a:pt x="18989" y="9987"/>
                </a:moveTo>
                <a:cubicBezTo>
                  <a:pt x="20651" y="8362"/>
                  <a:pt x="20651" y="8362"/>
                  <a:pt x="20651" y="8362"/>
                </a:cubicBezTo>
                <a:cubicBezTo>
                  <a:pt x="21600" y="7433"/>
                  <a:pt x="21600" y="6039"/>
                  <a:pt x="20651" y="5110"/>
                </a:cubicBezTo>
                <a:cubicBezTo>
                  <a:pt x="16141" y="697"/>
                  <a:pt x="16141" y="697"/>
                  <a:pt x="16141" y="697"/>
                </a:cubicBezTo>
                <a:cubicBezTo>
                  <a:pt x="15191" y="-232"/>
                  <a:pt x="13767" y="-232"/>
                  <a:pt x="12818" y="697"/>
                </a:cubicBezTo>
                <a:cubicBezTo>
                  <a:pt x="11156" y="2323"/>
                  <a:pt x="11156" y="2323"/>
                  <a:pt x="11156" y="2323"/>
                </a:cubicBezTo>
                <a:cubicBezTo>
                  <a:pt x="18989" y="9987"/>
                  <a:pt x="18989" y="9987"/>
                  <a:pt x="18989" y="9987"/>
                </a:cubicBezTo>
                <a:close/>
                <a:moveTo>
                  <a:pt x="12343" y="5110"/>
                </a:moveTo>
                <a:cubicBezTo>
                  <a:pt x="16141" y="8826"/>
                  <a:pt x="16141" y="8826"/>
                  <a:pt x="16141" y="8826"/>
                </a:cubicBezTo>
                <a:cubicBezTo>
                  <a:pt x="18277" y="10916"/>
                  <a:pt x="18277" y="10916"/>
                  <a:pt x="18277" y="10916"/>
                </a:cubicBezTo>
                <a:cubicBezTo>
                  <a:pt x="10207" y="18581"/>
                  <a:pt x="10207" y="18581"/>
                  <a:pt x="10207" y="18581"/>
                </a:cubicBezTo>
                <a:cubicBezTo>
                  <a:pt x="8308" y="19045"/>
                  <a:pt x="7833" y="18116"/>
                  <a:pt x="8070" y="16723"/>
                </a:cubicBezTo>
                <a:cubicBezTo>
                  <a:pt x="6171" y="16491"/>
                  <a:pt x="4747" y="15562"/>
                  <a:pt x="4510" y="13471"/>
                </a:cubicBezTo>
                <a:cubicBezTo>
                  <a:pt x="9732" y="8362"/>
                  <a:pt x="9732" y="8362"/>
                  <a:pt x="9732" y="8362"/>
                </a:cubicBezTo>
                <a:cubicBezTo>
                  <a:pt x="9257" y="7665"/>
                  <a:pt x="9257" y="7665"/>
                  <a:pt x="9257" y="7665"/>
                </a:cubicBezTo>
                <a:cubicBezTo>
                  <a:pt x="3798" y="13007"/>
                  <a:pt x="3798" y="13007"/>
                  <a:pt x="3798" y="13007"/>
                </a:cubicBezTo>
                <a:cubicBezTo>
                  <a:pt x="2374" y="13239"/>
                  <a:pt x="2136" y="12310"/>
                  <a:pt x="2374" y="10916"/>
                </a:cubicBezTo>
                <a:cubicBezTo>
                  <a:pt x="4985" y="8362"/>
                  <a:pt x="7596" y="5807"/>
                  <a:pt x="10207" y="3020"/>
                </a:cubicBezTo>
                <a:cubicBezTo>
                  <a:pt x="12343" y="5110"/>
                  <a:pt x="12343" y="5110"/>
                  <a:pt x="12343" y="5110"/>
                </a:cubicBezTo>
                <a:close/>
                <a:moveTo>
                  <a:pt x="949" y="15794"/>
                </a:moveTo>
                <a:cubicBezTo>
                  <a:pt x="0" y="19742"/>
                  <a:pt x="0" y="19742"/>
                  <a:pt x="0" y="19742"/>
                </a:cubicBezTo>
                <a:cubicBezTo>
                  <a:pt x="1424" y="21368"/>
                  <a:pt x="1424" y="21368"/>
                  <a:pt x="1424" y="21368"/>
                </a:cubicBezTo>
                <a:cubicBezTo>
                  <a:pt x="5697" y="20439"/>
                  <a:pt x="5697" y="20439"/>
                  <a:pt x="5697" y="20439"/>
                </a:cubicBezTo>
                <a:lnTo>
                  <a:pt x="949" y="15794"/>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6" name="Shape 7186"/>
          <p:cNvSpPr/>
          <p:nvPr/>
        </p:nvSpPr>
        <p:spPr>
          <a:xfrm>
            <a:off x="2014719" y="8037038"/>
            <a:ext cx="636052" cy="808831"/>
          </a:xfrm>
          <a:custGeom>
            <a:avLst/>
            <a:gdLst/>
            <a:ahLst/>
            <a:cxnLst>
              <a:cxn ang="0">
                <a:pos x="wd2" y="hd2"/>
              </a:cxn>
              <a:cxn ang="5400000">
                <a:pos x="wd2" y="hd2"/>
              </a:cxn>
              <a:cxn ang="10800000">
                <a:pos x="wd2" y="hd2"/>
              </a:cxn>
              <a:cxn ang="16200000">
                <a:pos x="wd2" y="hd2"/>
              </a:cxn>
            </a:cxnLst>
            <a:rect l="0" t="0" r="r" b="b"/>
            <a:pathLst>
              <a:path w="21427" h="21491" fill="norm" stroke="1" extrusionOk="0">
                <a:moveTo>
                  <a:pt x="4812" y="15273"/>
                </a:moveTo>
                <a:cubicBezTo>
                  <a:pt x="5365" y="15055"/>
                  <a:pt x="5919" y="15055"/>
                  <a:pt x="6196" y="15055"/>
                </a:cubicBezTo>
                <a:cubicBezTo>
                  <a:pt x="6473" y="15273"/>
                  <a:pt x="6750" y="15491"/>
                  <a:pt x="6750" y="15927"/>
                </a:cubicBezTo>
                <a:cubicBezTo>
                  <a:pt x="6750" y="16582"/>
                  <a:pt x="6750" y="17236"/>
                  <a:pt x="6196" y="17891"/>
                </a:cubicBezTo>
                <a:cubicBezTo>
                  <a:pt x="5642" y="18545"/>
                  <a:pt x="5089" y="18982"/>
                  <a:pt x="4535" y="19200"/>
                </a:cubicBezTo>
                <a:cubicBezTo>
                  <a:pt x="3981" y="19418"/>
                  <a:pt x="3704" y="19418"/>
                  <a:pt x="3150" y="19418"/>
                </a:cubicBezTo>
                <a:cubicBezTo>
                  <a:pt x="2873" y="19200"/>
                  <a:pt x="2596" y="18764"/>
                  <a:pt x="2596" y="18545"/>
                </a:cubicBezTo>
                <a:cubicBezTo>
                  <a:pt x="2596" y="17891"/>
                  <a:pt x="2596" y="17236"/>
                  <a:pt x="3150" y="16582"/>
                </a:cubicBezTo>
                <a:cubicBezTo>
                  <a:pt x="3704" y="15927"/>
                  <a:pt x="4258" y="15491"/>
                  <a:pt x="4812" y="15273"/>
                </a:cubicBezTo>
                <a:close/>
                <a:moveTo>
                  <a:pt x="6196" y="0"/>
                </a:moveTo>
                <a:cubicBezTo>
                  <a:pt x="4258" y="1309"/>
                  <a:pt x="2596" y="3273"/>
                  <a:pt x="4258" y="6545"/>
                </a:cubicBezTo>
                <a:cubicBezTo>
                  <a:pt x="13119" y="18545"/>
                  <a:pt x="13119" y="18545"/>
                  <a:pt x="13119" y="18545"/>
                </a:cubicBezTo>
                <a:cubicBezTo>
                  <a:pt x="13119" y="18764"/>
                  <a:pt x="13119" y="18764"/>
                  <a:pt x="13119" y="18982"/>
                </a:cubicBezTo>
                <a:cubicBezTo>
                  <a:pt x="13396" y="19200"/>
                  <a:pt x="13396" y="19200"/>
                  <a:pt x="13396" y="19200"/>
                </a:cubicBezTo>
                <a:cubicBezTo>
                  <a:pt x="13396" y="19200"/>
                  <a:pt x="13396" y="19200"/>
                  <a:pt x="13396" y="19200"/>
                </a:cubicBezTo>
                <a:cubicBezTo>
                  <a:pt x="13950" y="19855"/>
                  <a:pt x="14781" y="20509"/>
                  <a:pt x="15889" y="20945"/>
                </a:cubicBezTo>
                <a:cubicBezTo>
                  <a:pt x="16996" y="21382"/>
                  <a:pt x="18381" y="21382"/>
                  <a:pt x="19489" y="20945"/>
                </a:cubicBezTo>
                <a:cubicBezTo>
                  <a:pt x="20596" y="20509"/>
                  <a:pt x="21150" y="19636"/>
                  <a:pt x="21427" y="18545"/>
                </a:cubicBezTo>
                <a:cubicBezTo>
                  <a:pt x="21427" y="17455"/>
                  <a:pt x="21150" y="16364"/>
                  <a:pt x="20596" y="15491"/>
                </a:cubicBezTo>
                <a:cubicBezTo>
                  <a:pt x="19765" y="14400"/>
                  <a:pt x="18935" y="13527"/>
                  <a:pt x="17827" y="13091"/>
                </a:cubicBezTo>
                <a:cubicBezTo>
                  <a:pt x="16442" y="12655"/>
                  <a:pt x="15335" y="12655"/>
                  <a:pt x="14227" y="13091"/>
                </a:cubicBezTo>
                <a:cubicBezTo>
                  <a:pt x="13673" y="13309"/>
                  <a:pt x="13119" y="13745"/>
                  <a:pt x="12842" y="14182"/>
                </a:cubicBezTo>
                <a:cubicBezTo>
                  <a:pt x="12289" y="13309"/>
                  <a:pt x="11735" y="12436"/>
                  <a:pt x="11458" y="12000"/>
                </a:cubicBezTo>
                <a:cubicBezTo>
                  <a:pt x="12012" y="11127"/>
                  <a:pt x="12012" y="10473"/>
                  <a:pt x="12565" y="9600"/>
                </a:cubicBezTo>
                <a:cubicBezTo>
                  <a:pt x="10627" y="6327"/>
                  <a:pt x="8412" y="3055"/>
                  <a:pt x="6196" y="0"/>
                </a:cubicBezTo>
                <a:close/>
                <a:moveTo>
                  <a:pt x="10073" y="9600"/>
                </a:moveTo>
                <a:cubicBezTo>
                  <a:pt x="10627" y="9600"/>
                  <a:pt x="10904" y="10036"/>
                  <a:pt x="10904" y="10473"/>
                </a:cubicBezTo>
                <a:cubicBezTo>
                  <a:pt x="10904" y="10909"/>
                  <a:pt x="10627" y="11345"/>
                  <a:pt x="10073" y="11345"/>
                </a:cubicBezTo>
                <a:cubicBezTo>
                  <a:pt x="9242" y="11345"/>
                  <a:pt x="8965" y="10909"/>
                  <a:pt x="8965" y="10473"/>
                </a:cubicBezTo>
                <a:cubicBezTo>
                  <a:pt x="8965" y="10036"/>
                  <a:pt x="9242" y="9600"/>
                  <a:pt x="10073" y="9600"/>
                </a:cubicBezTo>
                <a:close/>
                <a:moveTo>
                  <a:pt x="16719" y="15055"/>
                </a:moveTo>
                <a:cubicBezTo>
                  <a:pt x="17273" y="15273"/>
                  <a:pt x="17827" y="15709"/>
                  <a:pt x="18381" y="16364"/>
                </a:cubicBezTo>
                <a:cubicBezTo>
                  <a:pt x="18658" y="17018"/>
                  <a:pt x="18935" y="17673"/>
                  <a:pt x="18935" y="18327"/>
                </a:cubicBezTo>
                <a:cubicBezTo>
                  <a:pt x="18658" y="18764"/>
                  <a:pt x="18658" y="18982"/>
                  <a:pt x="18104" y="19200"/>
                </a:cubicBezTo>
                <a:cubicBezTo>
                  <a:pt x="17827" y="19200"/>
                  <a:pt x="17550" y="19200"/>
                  <a:pt x="16996" y="18982"/>
                </a:cubicBezTo>
                <a:cubicBezTo>
                  <a:pt x="16442" y="18764"/>
                  <a:pt x="15612" y="18327"/>
                  <a:pt x="15335" y="17673"/>
                </a:cubicBezTo>
                <a:cubicBezTo>
                  <a:pt x="14781" y="17018"/>
                  <a:pt x="14781" y="16364"/>
                  <a:pt x="14781" y="15709"/>
                </a:cubicBezTo>
                <a:cubicBezTo>
                  <a:pt x="14781" y="15491"/>
                  <a:pt x="15058" y="15055"/>
                  <a:pt x="15335" y="14836"/>
                </a:cubicBezTo>
                <a:cubicBezTo>
                  <a:pt x="15612" y="14836"/>
                  <a:pt x="16165" y="14836"/>
                  <a:pt x="16719" y="15055"/>
                </a:cubicBezTo>
                <a:close/>
                <a:moveTo>
                  <a:pt x="15889" y="0"/>
                </a:moveTo>
                <a:cubicBezTo>
                  <a:pt x="17827" y="1309"/>
                  <a:pt x="19489" y="3273"/>
                  <a:pt x="18104" y="6545"/>
                </a:cubicBezTo>
                <a:cubicBezTo>
                  <a:pt x="13673" y="12436"/>
                  <a:pt x="13673" y="12436"/>
                  <a:pt x="13673" y="12436"/>
                </a:cubicBezTo>
                <a:cubicBezTo>
                  <a:pt x="13673" y="12436"/>
                  <a:pt x="13673" y="12436"/>
                  <a:pt x="13673" y="12436"/>
                </a:cubicBezTo>
                <a:cubicBezTo>
                  <a:pt x="13396" y="12218"/>
                  <a:pt x="13396" y="12218"/>
                  <a:pt x="13396" y="12000"/>
                </a:cubicBezTo>
                <a:cubicBezTo>
                  <a:pt x="13673" y="11345"/>
                  <a:pt x="13950" y="10691"/>
                  <a:pt x="14227" y="9818"/>
                </a:cubicBezTo>
                <a:cubicBezTo>
                  <a:pt x="14504" y="9600"/>
                  <a:pt x="14504" y="9600"/>
                  <a:pt x="14504" y="9600"/>
                </a:cubicBezTo>
                <a:cubicBezTo>
                  <a:pt x="14227" y="9164"/>
                  <a:pt x="14227" y="9164"/>
                  <a:pt x="14227" y="9164"/>
                </a:cubicBezTo>
                <a:cubicBezTo>
                  <a:pt x="12012" y="5673"/>
                  <a:pt x="12012" y="5673"/>
                  <a:pt x="12012" y="5673"/>
                </a:cubicBezTo>
                <a:cubicBezTo>
                  <a:pt x="15889" y="0"/>
                  <a:pt x="15889" y="0"/>
                  <a:pt x="15889" y="0"/>
                </a:cubicBezTo>
                <a:close/>
                <a:moveTo>
                  <a:pt x="7304" y="13309"/>
                </a:moveTo>
                <a:cubicBezTo>
                  <a:pt x="7304" y="13309"/>
                  <a:pt x="7304" y="13309"/>
                  <a:pt x="7304" y="13309"/>
                </a:cubicBezTo>
                <a:cubicBezTo>
                  <a:pt x="6196" y="12873"/>
                  <a:pt x="4812" y="12873"/>
                  <a:pt x="3704" y="13309"/>
                </a:cubicBezTo>
                <a:cubicBezTo>
                  <a:pt x="2596" y="13745"/>
                  <a:pt x="1489" y="14618"/>
                  <a:pt x="935" y="15709"/>
                </a:cubicBezTo>
                <a:cubicBezTo>
                  <a:pt x="104" y="16582"/>
                  <a:pt x="-173" y="17673"/>
                  <a:pt x="104" y="18764"/>
                </a:cubicBezTo>
                <a:cubicBezTo>
                  <a:pt x="104" y="19636"/>
                  <a:pt x="935" y="20727"/>
                  <a:pt x="2042" y="21164"/>
                </a:cubicBezTo>
                <a:cubicBezTo>
                  <a:pt x="3150" y="21600"/>
                  <a:pt x="4535" y="21600"/>
                  <a:pt x="5642" y="21164"/>
                </a:cubicBezTo>
                <a:cubicBezTo>
                  <a:pt x="6473" y="20727"/>
                  <a:pt x="7581" y="20073"/>
                  <a:pt x="8135" y="19418"/>
                </a:cubicBezTo>
                <a:cubicBezTo>
                  <a:pt x="8135" y="19418"/>
                  <a:pt x="8135" y="19418"/>
                  <a:pt x="8135" y="19418"/>
                </a:cubicBezTo>
                <a:cubicBezTo>
                  <a:pt x="8135" y="19200"/>
                  <a:pt x="8135" y="19200"/>
                  <a:pt x="8135" y="19200"/>
                </a:cubicBezTo>
                <a:cubicBezTo>
                  <a:pt x="8412" y="18982"/>
                  <a:pt x="8412" y="18982"/>
                  <a:pt x="8412" y="18764"/>
                </a:cubicBezTo>
                <a:cubicBezTo>
                  <a:pt x="10073" y="16800"/>
                  <a:pt x="10073" y="16800"/>
                  <a:pt x="10073" y="16800"/>
                </a:cubicBezTo>
                <a:lnTo>
                  <a:pt x="7304" y="1330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7" name="Shape 7187"/>
          <p:cNvSpPr/>
          <p:nvPr/>
        </p:nvSpPr>
        <p:spPr>
          <a:xfrm>
            <a:off x="3459886" y="8029406"/>
            <a:ext cx="805301" cy="8053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3665" y="0"/>
                  <a:pt x="16531" y="1322"/>
                  <a:pt x="18294" y="3306"/>
                </a:cubicBezTo>
                <a:cubicBezTo>
                  <a:pt x="20278" y="5069"/>
                  <a:pt x="21600" y="7935"/>
                  <a:pt x="21600" y="10800"/>
                </a:cubicBezTo>
                <a:cubicBezTo>
                  <a:pt x="21600" y="13665"/>
                  <a:pt x="20278" y="16531"/>
                  <a:pt x="18294" y="18294"/>
                </a:cubicBezTo>
                <a:cubicBezTo>
                  <a:pt x="16531" y="20278"/>
                  <a:pt x="13665" y="21600"/>
                  <a:pt x="10800" y="21600"/>
                </a:cubicBezTo>
                <a:cubicBezTo>
                  <a:pt x="7935" y="21600"/>
                  <a:pt x="5069" y="20278"/>
                  <a:pt x="3306" y="18294"/>
                </a:cubicBezTo>
                <a:cubicBezTo>
                  <a:pt x="1322" y="16531"/>
                  <a:pt x="0" y="13665"/>
                  <a:pt x="0" y="10800"/>
                </a:cubicBezTo>
                <a:cubicBezTo>
                  <a:pt x="0" y="7935"/>
                  <a:pt x="1322" y="5069"/>
                  <a:pt x="3306" y="3306"/>
                </a:cubicBezTo>
                <a:cubicBezTo>
                  <a:pt x="5069" y="1322"/>
                  <a:pt x="7935" y="0"/>
                  <a:pt x="10800" y="0"/>
                </a:cubicBezTo>
                <a:close/>
                <a:moveTo>
                  <a:pt x="12122" y="10359"/>
                </a:moveTo>
                <a:cubicBezTo>
                  <a:pt x="12122" y="10139"/>
                  <a:pt x="11902" y="10139"/>
                  <a:pt x="11902" y="9918"/>
                </a:cubicBezTo>
                <a:cubicBezTo>
                  <a:pt x="13004" y="8596"/>
                  <a:pt x="14106" y="7053"/>
                  <a:pt x="15208" y="5290"/>
                </a:cubicBezTo>
                <a:cubicBezTo>
                  <a:pt x="14988" y="5069"/>
                  <a:pt x="14767" y="4849"/>
                  <a:pt x="14327" y="4849"/>
                </a:cubicBezTo>
                <a:cubicBezTo>
                  <a:pt x="13004" y="6171"/>
                  <a:pt x="11902" y="7714"/>
                  <a:pt x="11020" y="9478"/>
                </a:cubicBezTo>
                <a:cubicBezTo>
                  <a:pt x="10800" y="9478"/>
                  <a:pt x="10359" y="9478"/>
                  <a:pt x="10139" y="9698"/>
                </a:cubicBezTo>
                <a:cubicBezTo>
                  <a:pt x="9257" y="9918"/>
                  <a:pt x="9037" y="10800"/>
                  <a:pt x="9257" y="11682"/>
                </a:cubicBezTo>
                <a:cubicBezTo>
                  <a:pt x="9698" y="12343"/>
                  <a:pt x="10580" y="12784"/>
                  <a:pt x="11241" y="12563"/>
                </a:cubicBezTo>
                <a:cubicBezTo>
                  <a:pt x="11461" y="12343"/>
                  <a:pt x="11461" y="12343"/>
                  <a:pt x="11682" y="12343"/>
                </a:cubicBezTo>
                <a:cubicBezTo>
                  <a:pt x="12784" y="12784"/>
                  <a:pt x="14106" y="13224"/>
                  <a:pt x="15429" y="13445"/>
                </a:cubicBezTo>
                <a:cubicBezTo>
                  <a:pt x="15429" y="13224"/>
                  <a:pt x="15649" y="12784"/>
                  <a:pt x="15649" y="12563"/>
                </a:cubicBezTo>
                <a:cubicBezTo>
                  <a:pt x="14547" y="11902"/>
                  <a:pt x="13445" y="11461"/>
                  <a:pt x="12343" y="11020"/>
                </a:cubicBezTo>
                <a:cubicBezTo>
                  <a:pt x="12343" y="10800"/>
                  <a:pt x="12343" y="10580"/>
                  <a:pt x="12122" y="10359"/>
                </a:cubicBezTo>
                <a:close/>
                <a:moveTo>
                  <a:pt x="16310" y="5290"/>
                </a:moveTo>
                <a:cubicBezTo>
                  <a:pt x="14988" y="3967"/>
                  <a:pt x="13004" y="3086"/>
                  <a:pt x="10800" y="3086"/>
                </a:cubicBezTo>
                <a:cubicBezTo>
                  <a:pt x="8596" y="3086"/>
                  <a:pt x="6612" y="3967"/>
                  <a:pt x="5290" y="5290"/>
                </a:cubicBezTo>
                <a:cubicBezTo>
                  <a:pt x="3747" y="6612"/>
                  <a:pt x="2865" y="8596"/>
                  <a:pt x="2865" y="10800"/>
                </a:cubicBezTo>
                <a:cubicBezTo>
                  <a:pt x="2865" y="13004"/>
                  <a:pt x="3747" y="14988"/>
                  <a:pt x="5290" y="16310"/>
                </a:cubicBezTo>
                <a:cubicBezTo>
                  <a:pt x="6612" y="17853"/>
                  <a:pt x="8596" y="18735"/>
                  <a:pt x="10800" y="18735"/>
                </a:cubicBezTo>
                <a:cubicBezTo>
                  <a:pt x="13004" y="18735"/>
                  <a:pt x="14988" y="17853"/>
                  <a:pt x="16310" y="16310"/>
                </a:cubicBezTo>
                <a:cubicBezTo>
                  <a:pt x="17633" y="14988"/>
                  <a:pt x="18514" y="13004"/>
                  <a:pt x="18514" y="10800"/>
                </a:cubicBezTo>
                <a:cubicBezTo>
                  <a:pt x="18514" y="8596"/>
                  <a:pt x="17633" y="6612"/>
                  <a:pt x="16310" y="529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8" name="Shape 7188"/>
          <p:cNvSpPr/>
          <p:nvPr/>
        </p:nvSpPr>
        <p:spPr>
          <a:xfrm>
            <a:off x="6462486" y="6403535"/>
            <a:ext cx="812933" cy="8969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273" y="11494"/>
                </a:moveTo>
                <a:cubicBezTo>
                  <a:pt x="5455" y="11494"/>
                  <a:pt x="5455" y="11494"/>
                  <a:pt x="5455" y="11494"/>
                </a:cubicBezTo>
                <a:cubicBezTo>
                  <a:pt x="5455" y="12088"/>
                  <a:pt x="5455" y="12088"/>
                  <a:pt x="5455" y="12088"/>
                </a:cubicBezTo>
                <a:cubicBezTo>
                  <a:pt x="3273" y="12088"/>
                  <a:pt x="3273" y="12088"/>
                  <a:pt x="3273" y="12088"/>
                </a:cubicBezTo>
                <a:cubicBezTo>
                  <a:pt x="3273" y="11494"/>
                  <a:pt x="3273" y="11494"/>
                  <a:pt x="3273" y="11494"/>
                </a:cubicBezTo>
                <a:close/>
                <a:moveTo>
                  <a:pt x="11127" y="10899"/>
                </a:moveTo>
                <a:cubicBezTo>
                  <a:pt x="11345" y="10899"/>
                  <a:pt x="11345" y="10899"/>
                  <a:pt x="11564" y="10899"/>
                </a:cubicBezTo>
                <a:cubicBezTo>
                  <a:pt x="12218" y="10305"/>
                  <a:pt x="13091" y="9512"/>
                  <a:pt x="13745" y="9116"/>
                </a:cubicBezTo>
                <a:cubicBezTo>
                  <a:pt x="13964" y="9116"/>
                  <a:pt x="14182" y="9314"/>
                  <a:pt x="14400" y="9512"/>
                </a:cubicBezTo>
                <a:cubicBezTo>
                  <a:pt x="13745" y="10503"/>
                  <a:pt x="13091" y="11097"/>
                  <a:pt x="12218" y="11692"/>
                </a:cubicBezTo>
                <a:cubicBezTo>
                  <a:pt x="12436" y="11890"/>
                  <a:pt x="12436" y="11890"/>
                  <a:pt x="12436" y="12088"/>
                </a:cubicBezTo>
                <a:cubicBezTo>
                  <a:pt x="12436" y="12683"/>
                  <a:pt x="11782" y="13277"/>
                  <a:pt x="11127" y="13277"/>
                </a:cubicBezTo>
                <a:cubicBezTo>
                  <a:pt x="10255" y="13277"/>
                  <a:pt x="9818" y="12683"/>
                  <a:pt x="9818" y="12088"/>
                </a:cubicBezTo>
                <a:cubicBezTo>
                  <a:pt x="9818" y="11692"/>
                  <a:pt x="9818" y="11494"/>
                  <a:pt x="10036" y="11295"/>
                </a:cubicBezTo>
                <a:cubicBezTo>
                  <a:pt x="8945" y="10106"/>
                  <a:pt x="8291" y="8917"/>
                  <a:pt x="7636" y="7530"/>
                </a:cubicBezTo>
                <a:cubicBezTo>
                  <a:pt x="7855" y="7530"/>
                  <a:pt x="8073" y="7332"/>
                  <a:pt x="8291" y="7332"/>
                </a:cubicBezTo>
                <a:cubicBezTo>
                  <a:pt x="9164" y="8323"/>
                  <a:pt x="10036" y="9710"/>
                  <a:pt x="10691" y="10899"/>
                </a:cubicBezTo>
                <a:cubicBezTo>
                  <a:pt x="10691" y="10899"/>
                  <a:pt x="10909" y="10899"/>
                  <a:pt x="11127" y="10899"/>
                </a:cubicBezTo>
                <a:close/>
                <a:moveTo>
                  <a:pt x="9164" y="4360"/>
                </a:moveTo>
                <a:cubicBezTo>
                  <a:pt x="9164" y="6539"/>
                  <a:pt x="9164" y="6539"/>
                  <a:pt x="9164" y="6539"/>
                </a:cubicBezTo>
                <a:cubicBezTo>
                  <a:pt x="15273" y="3369"/>
                  <a:pt x="15273" y="3369"/>
                  <a:pt x="15273" y="3369"/>
                </a:cubicBezTo>
                <a:cubicBezTo>
                  <a:pt x="9164" y="0"/>
                  <a:pt x="9164" y="0"/>
                  <a:pt x="9164" y="0"/>
                </a:cubicBezTo>
                <a:cubicBezTo>
                  <a:pt x="9164" y="2180"/>
                  <a:pt x="9164" y="2180"/>
                  <a:pt x="9164" y="2180"/>
                </a:cubicBezTo>
                <a:cubicBezTo>
                  <a:pt x="6982" y="2378"/>
                  <a:pt x="4800" y="3369"/>
                  <a:pt x="3273" y="4954"/>
                </a:cubicBezTo>
                <a:cubicBezTo>
                  <a:pt x="1091" y="6738"/>
                  <a:pt x="0" y="9116"/>
                  <a:pt x="0" y="11890"/>
                </a:cubicBezTo>
                <a:cubicBezTo>
                  <a:pt x="0" y="14466"/>
                  <a:pt x="1091" y="16844"/>
                  <a:pt x="3273" y="18628"/>
                </a:cubicBezTo>
                <a:cubicBezTo>
                  <a:pt x="5236" y="20609"/>
                  <a:pt x="7855" y="21600"/>
                  <a:pt x="10691" y="21600"/>
                </a:cubicBezTo>
                <a:cubicBezTo>
                  <a:pt x="13745" y="21600"/>
                  <a:pt x="16364" y="20609"/>
                  <a:pt x="18327" y="18628"/>
                </a:cubicBezTo>
                <a:cubicBezTo>
                  <a:pt x="19636" y="17637"/>
                  <a:pt x="20509" y="16250"/>
                  <a:pt x="20945" y="14862"/>
                </a:cubicBezTo>
                <a:cubicBezTo>
                  <a:pt x="21164" y="14466"/>
                  <a:pt x="21164" y="14466"/>
                  <a:pt x="21164" y="14466"/>
                </a:cubicBezTo>
                <a:cubicBezTo>
                  <a:pt x="18764" y="13872"/>
                  <a:pt x="18764" y="13872"/>
                  <a:pt x="18764" y="13872"/>
                </a:cubicBezTo>
                <a:cubicBezTo>
                  <a:pt x="18545" y="14070"/>
                  <a:pt x="18545" y="14070"/>
                  <a:pt x="18545" y="14070"/>
                </a:cubicBezTo>
                <a:cubicBezTo>
                  <a:pt x="18327" y="15259"/>
                  <a:pt x="17455" y="16250"/>
                  <a:pt x="16582" y="17042"/>
                </a:cubicBezTo>
                <a:cubicBezTo>
                  <a:pt x="15055" y="18429"/>
                  <a:pt x="13091" y="19222"/>
                  <a:pt x="10691" y="19222"/>
                </a:cubicBezTo>
                <a:cubicBezTo>
                  <a:pt x="8509" y="19222"/>
                  <a:pt x="6545" y="18429"/>
                  <a:pt x="5018" y="17042"/>
                </a:cubicBezTo>
                <a:cubicBezTo>
                  <a:pt x="3491" y="15655"/>
                  <a:pt x="2618" y="13872"/>
                  <a:pt x="2618" y="11890"/>
                </a:cubicBezTo>
                <a:cubicBezTo>
                  <a:pt x="2618" y="9908"/>
                  <a:pt x="3491" y="7927"/>
                  <a:pt x="5018" y="6539"/>
                </a:cubicBezTo>
                <a:cubicBezTo>
                  <a:pt x="6109" y="5549"/>
                  <a:pt x="7636" y="4756"/>
                  <a:pt x="9164" y="4360"/>
                </a:cubicBezTo>
                <a:close/>
                <a:moveTo>
                  <a:pt x="18982" y="10701"/>
                </a:moveTo>
                <a:cubicBezTo>
                  <a:pt x="18982" y="10305"/>
                  <a:pt x="18764" y="9710"/>
                  <a:pt x="18545" y="9314"/>
                </a:cubicBezTo>
                <a:cubicBezTo>
                  <a:pt x="18327" y="8917"/>
                  <a:pt x="18327" y="8917"/>
                  <a:pt x="18327" y="8917"/>
                </a:cubicBezTo>
                <a:cubicBezTo>
                  <a:pt x="20727" y="8125"/>
                  <a:pt x="20727" y="8125"/>
                  <a:pt x="20727" y="8125"/>
                </a:cubicBezTo>
                <a:cubicBezTo>
                  <a:pt x="20945" y="8521"/>
                  <a:pt x="20945" y="8521"/>
                  <a:pt x="20945" y="8521"/>
                </a:cubicBezTo>
                <a:cubicBezTo>
                  <a:pt x="21164" y="9116"/>
                  <a:pt x="21382" y="9908"/>
                  <a:pt x="21382" y="10503"/>
                </a:cubicBezTo>
                <a:cubicBezTo>
                  <a:pt x="21600" y="10899"/>
                  <a:pt x="21600" y="10899"/>
                  <a:pt x="21600" y="10899"/>
                </a:cubicBezTo>
                <a:cubicBezTo>
                  <a:pt x="18982" y="11097"/>
                  <a:pt x="18982" y="11097"/>
                  <a:pt x="18982" y="11097"/>
                </a:cubicBezTo>
                <a:cubicBezTo>
                  <a:pt x="18982" y="10701"/>
                  <a:pt x="18982" y="10701"/>
                  <a:pt x="18982" y="10701"/>
                </a:cubicBezTo>
                <a:close/>
                <a:moveTo>
                  <a:pt x="18982" y="13277"/>
                </a:moveTo>
                <a:cubicBezTo>
                  <a:pt x="18982" y="12683"/>
                  <a:pt x="18982" y="12286"/>
                  <a:pt x="18982" y="11890"/>
                </a:cubicBezTo>
                <a:cubicBezTo>
                  <a:pt x="18982" y="11692"/>
                  <a:pt x="18982" y="11692"/>
                  <a:pt x="18982" y="11692"/>
                </a:cubicBezTo>
                <a:cubicBezTo>
                  <a:pt x="18982" y="11295"/>
                  <a:pt x="18982" y="11295"/>
                  <a:pt x="18982" y="11295"/>
                </a:cubicBezTo>
                <a:cubicBezTo>
                  <a:pt x="21600" y="11295"/>
                  <a:pt x="21600" y="11295"/>
                  <a:pt x="21600" y="11295"/>
                </a:cubicBezTo>
                <a:cubicBezTo>
                  <a:pt x="21600" y="11692"/>
                  <a:pt x="21600" y="11692"/>
                  <a:pt x="21600" y="11692"/>
                </a:cubicBezTo>
                <a:cubicBezTo>
                  <a:pt x="21600" y="11692"/>
                  <a:pt x="21600" y="11692"/>
                  <a:pt x="21600" y="11890"/>
                </a:cubicBezTo>
                <a:cubicBezTo>
                  <a:pt x="21600" y="12484"/>
                  <a:pt x="21600" y="13079"/>
                  <a:pt x="21382" y="13673"/>
                </a:cubicBezTo>
                <a:cubicBezTo>
                  <a:pt x="21164" y="14070"/>
                  <a:pt x="21164" y="14070"/>
                  <a:pt x="21164" y="14070"/>
                </a:cubicBezTo>
                <a:cubicBezTo>
                  <a:pt x="18764" y="13475"/>
                  <a:pt x="18764" y="13475"/>
                  <a:pt x="18764" y="13475"/>
                </a:cubicBezTo>
                <a:cubicBezTo>
                  <a:pt x="18982" y="13277"/>
                  <a:pt x="18982" y="13277"/>
                  <a:pt x="18982" y="13277"/>
                </a:cubicBezTo>
                <a:close/>
                <a:moveTo>
                  <a:pt x="18109" y="8323"/>
                </a:moveTo>
                <a:cubicBezTo>
                  <a:pt x="17891" y="7927"/>
                  <a:pt x="17673" y="7530"/>
                  <a:pt x="17455" y="7332"/>
                </a:cubicBezTo>
                <a:cubicBezTo>
                  <a:pt x="17018" y="6936"/>
                  <a:pt x="17018" y="6936"/>
                  <a:pt x="17018" y="6936"/>
                </a:cubicBezTo>
                <a:cubicBezTo>
                  <a:pt x="19200" y="5549"/>
                  <a:pt x="19200" y="5549"/>
                  <a:pt x="19200" y="5549"/>
                </a:cubicBezTo>
                <a:cubicBezTo>
                  <a:pt x="19418" y="5945"/>
                  <a:pt x="19418" y="5945"/>
                  <a:pt x="19418" y="5945"/>
                </a:cubicBezTo>
                <a:cubicBezTo>
                  <a:pt x="19855" y="6341"/>
                  <a:pt x="20073" y="6936"/>
                  <a:pt x="20509" y="7530"/>
                </a:cubicBezTo>
                <a:cubicBezTo>
                  <a:pt x="20727" y="7927"/>
                  <a:pt x="20727" y="7927"/>
                  <a:pt x="20727" y="7927"/>
                </a:cubicBezTo>
                <a:cubicBezTo>
                  <a:pt x="18327" y="8719"/>
                  <a:pt x="18327" y="8719"/>
                  <a:pt x="18327" y="8719"/>
                </a:cubicBezTo>
                <a:cubicBezTo>
                  <a:pt x="18109" y="8323"/>
                  <a:pt x="18109" y="8323"/>
                  <a:pt x="18109" y="8323"/>
                </a:cubicBezTo>
                <a:close/>
                <a:moveTo>
                  <a:pt x="16800" y="6738"/>
                </a:moveTo>
                <a:cubicBezTo>
                  <a:pt x="16582" y="6539"/>
                  <a:pt x="16582" y="6539"/>
                  <a:pt x="16582" y="6539"/>
                </a:cubicBezTo>
                <a:cubicBezTo>
                  <a:pt x="16364" y="6143"/>
                  <a:pt x="15927" y="5945"/>
                  <a:pt x="15491" y="5549"/>
                </a:cubicBezTo>
                <a:cubicBezTo>
                  <a:pt x="15055" y="5350"/>
                  <a:pt x="15055" y="5350"/>
                  <a:pt x="15055" y="5350"/>
                </a:cubicBezTo>
                <a:cubicBezTo>
                  <a:pt x="16582" y="3567"/>
                  <a:pt x="16582" y="3567"/>
                  <a:pt x="16582" y="3567"/>
                </a:cubicBezTo>
                <a:cubicBezTo>
                  <a:pt x="17018" y="3765"/>
                  <a:pt x="17018" y="3765"/>
                  <a:pt x="17018" y="3765"/>
                </a:cubicBezTo>
                <a:cubicBezTo>
                  <a:pt x="17455" y="4161"/>
                  <a:pt x="17891" y="4558"/>
                  <a:pt x="18327" y="4954"/>
                </a:cubicBezTo>
                <a:cubicBezTo>
                  <a:pt x="18545" y="4954"/>
                  <a:pt x="18545" y="4954"/>
                  <a:pt x="18545" y="4954"/>
                </a:cubicBezTo>
                <a:cubicBezTo>
                  <a:pt x="18764" y="5350"/>
                  <a:pt x="18764" y="5350"/>
                  <a:pt x="18764" y="5350"/>
                </a:cubicBezTo>
                <a:cubicBezTo>
                  <a:pt x="16800" y="6738"/>
                  <a:pt x="16800" y="6738"/>
                  <a:pt x="16800" y="6738"/>
                </a:cubicBezTo>
                <a:close/>
                <a:moveTo>
                  <a:pt x="10909" y="18429"/>
                </a:moveTo>
                <a:cubicBezTo>
                  <a:pt x="10909" y="16448"/>
                  <a:pt x="10909" y="16448"/>
                  <a:pt x="10909" y="16448"/>
                </a:cubicBezTo>
                <a:cubicBezTo>
                  <a:pt x="11564" y="16448"/>
                  <a:pt x="11564" y="16448"/>
                  <a:pt x="11564" y="16448"/>
                </a:cubicBezTo>
                <a:cubicBezTo>
                  <a:pt x="11564" y="18429"/>
                  <a:pt x="11564" y="18429"/>
                  <a:pt x="11564" y="18429"/>
                </a:cubicBezTo>
                <a:cubicBezTo>
                  <a:pt x="10909" y="18429"/>
                  <a:pt x="10909" y="18429"/>
                  <a:pt x="10909" y="18429"/>
                </a:cubicBezTo>
                <a:close/>
                <a:moveTo>
                  <a:pt x="16145" y="16448"/>
                </a:moveTo>
                <a:cubicBezTo>
                  <a:pt x="14618" y="15061"/>
                  <a:pt x="14618" y="15061"/>
                  <a:pt x="14618" y="15061"/>
                </a:cubicBezTo>
                <a:cubicBezTo>
                  <a:pt x="15273" y="14664"/>
                  <a:pt x="15273" y="14664"/>
                  <a:pt x="15273" y="14664"/>
                </a:cubicBezTo>
                <a:cubicBezTo>
                  <a:pt x="16800" y="16051"/>
                  <a:pt x="16800" y="16051"/>
                  <a:pt x="16800" y="16051"/>
                </a:cubicBezTo>
                <a:cubicBezTo>
                  <a:pt x="16145" y="16448"/>
                  <a:pt x="16145" y="16448"/>
                  <a:pt x="16145" y="16448"/>
                </a:cubicBezTo>
                <a:close/>
                <a:moveTo>
                  <a:pt x="5455" y="16448"/>
                </a:moveTo>
                <a:cubicBezTo>
                  <a:pt x="6982" y="15061"/>
                  <a:pt x="6982" y="15061"/>
                  <a:pt x="6982" y="15061"/>
                </a:cubicBezTo>
                <a:cubicBezTo>
                  <a:pt x="7418" y="15457"/>
                  <a:pt x="7418" y="15457"/>
                  <a:pt x="7418" y="15457"/>
                </a:cubicBezTo>
                <a:cubicBezTo>
                  <a:pt x="5891" y="16844"/>
                  <a:pt x="5891" y="16844"/>
                  <a:pt x="5891" y="16844"/>
                </a:cubicBezTo>
                <a:cubicBezTo>
                  <a:pt x="5455" y="16448"/>
                  <a:pt x="5455" y="16448"/>
                  <a:pt x="5455" y="16448"/>
                </a:cubicBezTo>
                <a:close/>
                <a:moveTo>
                  <a:pt x="5673" y="6539"/>
                </a:moveTo>
                <a:cubicBezTo>
                  <a:pt x="7200" y="7927"/>
                  <a:pt x="7200" y="7927"/>
                  <a:pt x="7200" y="7927"/>
                </a:cubicBezTo>
                <a:cubicBezTo>
                  <a:pt x="6545" y="8521"/>
                  <a:pt x="6545" y="8521"/>
                  <a:pt x="6545" y="8521"/>
                </a:cubicBezTo>
                <a:cubicBezTo>
                  <a:pt x="5018" y="7134"/>
                  <a:pt x="5018" y="7134"/>
                  <a:pt x="5018" y="7134"/>
                </a:cubicBezTo>
                <a:cubicBezTo>
                  <a:pt x="5673" y="6539"/>
                  <a:pt x="5673" y="6539"/>
                  <a:pt x="5673" y="6539"/>
                </a:cubicBezTo>
                <a:close/>
                <a:moveTo>
                  <a:pt x="16364" y="6738"/>
                </a:moveTo>
                <a:cubicBezTo>
                  <a:pt x="15927" y="6341"/>
                  <a:pt x="15927" y="6341"/>
                  <a:pt x="15927" y="6341"/>
                </a:cubicBezTo>
                <a:cubicBezTo>
                  <a:pt x="14400" y="7728"/>
                  <a:pt x="14400" y="7728"/>
                  <a:pt x="14400" y="7728"/>
                </a:cubicBezTo>
                <a:cubicBezTo>
                  <a:pt x="14836" y="8125"/>
                  <a:pt x="14836" y="8125"/>
                  <a:pt x="14836" y="8125"/>
                </a:cubicBezTo>
                <a:cubicBezTo>
                  <a:pt x="16364" y="6738"/>
                  <a:pt x="16364" y="6738"/>
                  <a:pt x="16364" y="6738"/>
                </a:cubicBezTo>
                <a:close/>
                <a:moveTo>
                  <a:pt x="18545" y="11692"/>
                </a:moveTo>
                <a:cubicBezTo>
                  <a:pt x="16364" y="11692"/>
                  <a:pt x="16364" y="11692"/>
                  <a:pt x="16364" y="11692"/>
                </a:cubicBezTo>
                <a:cubicBezTo>
                  <a:pt x="16364" y="11097"/>
                  <a:pt x="16364" y="11097"/>
                  <a:pt x="16364" y="11097"/>
                </a:cubicBezTo>
                <a:cubicBezTo>
                  <a:pt x="18545" y="11097"/>
                  <a:pt x="18545" y="11097"/>
                  <a:pt x="18545" y="11097"/>
                </a:cubicBezTo>
                <a:lnTo>
                  <a:pt x="18545" y="11692"/>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89" name="Shape 7189"/>
          <p:cNvSpPr/>
          <p:nvPr/>
        </p:nvSpPr>
        <p:spPr>
          <a:xfrm>
            <a:off x="4890050" y="6567908"/>
            <a:ext cx="912165" cy="682914"/>
          </a:xfrm>
          <a:custGeom>
            <a:avLst/>
            <a:gdLst/>
            <a:ahLst/>
            <a:cxnLst>
              <a:cxn ang="0">
                <a:pos x="wd2" y="hd2"/>
              </a:cxn>
              <a:cxn ang="5400000">
                <a:pos x="wd2" y="hd2"/>
              </a:cxn>
              <a:cxn ang="10800000">
                <a:pos x="wd2" y="hd2"/>
              </a:cxn>
              <a:cxn ang="16200000">
                <a:pos x="wd2" y="hd2"/>
              </a:cxn>
            </a:cxnLst>
            <a:rect l="0" t="0" r="r" b="b"/>
            <a:pathLst>
              <a:path w="21600" h="21353" fill="norm" stroke="1" extrusionOk="0">
                <a:moveTo>
                  <a:pt x="3308" y="267"/>
                </a:moveTo>
                <a:cubicBezTo>
                  <a:pt x="4281" y="-247"/>
                  <a:pt x="5059" y="10"/>
                  <a:pt x="5643" y="782"/>
                </a:cubicBezTo>
                <a:cubicBezTo>
                  <a:pt x="5254" y="5153"/>
                  <a:pt x="4670" y="9267"/>
                  <a:pt x="3892" y="12867"/>
                </a:cubicBezTo>
                <a:cubicBezTo>
                  <a:pt x="2919" y="12610"/>
                  <a:pt x="1946" y="12353"/>
                  <a:pt x="973" y="12096"/>
                </a:cubicBezTo>
                <a:cubicBezTo>
                  <a:pt x="1168" y="7724"/>
                  <a:pt x="2141" y="3610"/>
                  <a:pt x="3308" y="267"/>
                </a:cubicBezTo>
                <a:close/>
                <a:moveTo>
                  <a:pt x="3892" y="17239"/>
                </a:moveTo>
                <a:cubicBezTo>
                  <a:pt x="3308" y="19296"/>
                  <a:pt x="3308" y="19296"/>
                  <a:pt x="3308" y="19296"/>
                </a:cubicBezTo>
                <a:cubicBezTo>
                  <a:pt x="14400" y="19296"/>
                  <a:pt x="15568" y="19296"/>
                  <a:pt x="20822" y="19296"/>
                </a:cubicBezTo>
                <a:cubicBezTo>
                  <a:pt x="21600" y="19296"/>
                  <a:pt x="21600" y="19296"/>
                  <a:pt x="21600" y="19296"/>
                </a:cubicBezTo>
                <a:cubicBezTo>
                  <a:pt x="21600" y="18267"/>
                  <a:pt x="21600" y="18267"/>
                  <a:pt x="21600" y="18267"/>
                </a:cubicBezTo>
                <a:cubicBezTo>
                  <a:pt x="21600" y="6696"/>
                  <a:pt x="21600" y="6696"/>
                  <a:pt x="21600" y="6696"/>
                </a:cubicBezTo>
                <a:cubicBezTo>
                  <a:pt x="21600" y="6439"/>
                  <a:pt x="21600" y="6439"/>
                  <a:pt x="21600" y="6439"/>
                </a:cubicBezTo>
                <a:cubicBezTo>
                  <a:pt x="21405" y="5924"/>
                  <a:pt x="21405" y="5924"/>
                  <a:pt x="21405" y="5924"/>
                </a:cubicBezTo>
                <a:cubicBezTo>
                  <a:pt x="18681" y="2582"/>
                  <a:pt x="18681" y="2582"/>
                  <a:pt x="18681" y="2582"/>
                </a:cubicBezTo>
                <a:cubicBezTo>
                  <a:pt x="18486" y="2324"/>
                  <a:pt x="18486" y="2324"/>
                  <a:pt x="18486" y="2324"/>
                </a:cubicBezTo>
                <a:cubicBezTo>
                  <a:pt x="18097" y="2324"/>
                  <a:pt x="18097" y="2324"/>
                  <a:pt x="18097" y="2324"/>
                </a:cubicBezTo>
                <a:cubicBezTo>
                  <a:pt x="6422" y="2324"/>
                  <a:pt x="6422" y="2324"/>
                  <a:pt x="6422" y="2324"/>
                </a:cubicBezTo>
                <a:cubicBezTo>
                  <a:pt x="6422" y="2839"/>
                  <a:pt x="6422" y="3610"/>
                  <a:pt x="6422" y="4124"/>
                </a:cubicBezTo>
                <a:cubicBezTo>
                  <a:pt x="17319" y="4124"/>
                  <a:pt x="17319" y="4124"/>
                  <a:pt x="17319" y="4124"/>
                </a:cubicBezTo>
                <a:cubicBezTo>
                  <a:pt x="17124" y="7210"/>
                  <a:pt x="17124" y="7210"/>
                  <a:pt x="17124" y="7210"/>
                </a:cubicBezTo>
                <a:cubicBezTo>
                  <a:pt x="17124" y="7724"/>
                  <a:pt x="17124" y="7724"/>
                  <a:pt x="17124" y="7724"/>
                </a:cubicBezTo>
                <a:cubicBezTo>
                  <a:pt x="17514" y="7724"/>
                  <a:pt x="17514" y="7724"/>
                  <a:pt x="17514" y="7724"/>
                </a:cubicBezTo>
                <a:cubicBezTo>
                  <a:pt x="20238" y="7724"/>
                  <a:pt x="20238" y="7724"/>
                  <a:pt x="20238" y="7724"/>
                </a:cubicBezTo>
                <a:cubicBezTo>
                  <a:pt x="20238" y="17239"/>
                  <a:pt x="20238" y="17239"/>
                  <a:pt x="20238" y="17239"/>
                </a:cubicBezTo>
                <a:cubicBezTo>
                  <a:pt x="16346" y="17239"/>
                  <a:pt x="11870" y="17239"/>
                  <a:pt x="3892" y="17239"/>
                </a:cubicBezTo>
                <a:close/>
                <a:moveTo>
                  <a:pt x="19849" y="6696"/>
                </a:moveTo>
                <a:cubicBezTo>
                  <a:pt x="17903" y="6696"/>
                  <a:pt x="17903" y="6696"/>
                  <a:pt x="17903" y="6696"/>
                </a:cubicBezTo>
                <a:cubicBezTo>
                  <a:pt x="18097" y="4639"/>
                  <a:pt x="18097" y="4639"/>
                  <a:pt x="18097" y="4639"/>
                </a:cubicBezTo>
                <a:cubicBezTo>
                  <a:pt x="19849" y="6696"/>
                  <a:pt x="19849" y="6696"/>
                  <a:pt x="19849" y="6696"/>
                </a:cubicBezTo>
                <a:close/>
                <a:moveTo>
                  <a:pt x="6616" y="11324"/>
                </a:moveTo>
                <a:cubicBezTo>
                  <a:pt x="15373" y="11324"/>
                  <a:pt x="15373" y="11324"/>
                  <a:pt x="15373" y="11324"/>
                </a:cubicBezTo>
                <a:cubicBezTo>
                  <a:pt x="15373" y="12096"/>
                  <a:pt x="15373" y="12096"/>
                  <a:pt x="15373" y="12096"/>
                </a:cubicBezTo>
                <a:cubicBezTo>
                  <a:pt x="6616" y="12096"/>
                  <a:pt x="6616" y="12096"/>
                  <a:pt x="6616" y="12096"/>
                </a:cubicBezTo>
                <a:cubicBezTo>
                  <a:pt x="6616" y="11324"/>
                  <a:pt x="6616" y="11324"/>
                  <a:pt x="6616" y="11324"/>
                </a:cubicBezTo>
                <a:close/>
                <a:moveTo>
                  <a:pt x="6616" y="8496"/>
                </a:moveTo>
                <a:cubicBezTo>
                  <a:pt x="14595" y="8496"/>
                  <a:pt x="14595" y="8496"/>
                  <a:pt x="14595" y="8496"/>
                </a:cubicBezTo>
                <a:cubicBezTo>
                  <a:pt x="14595" y="9267"/>
                  <a:pt x="14595" y="9267"/>
                  <a:pt x="14595" y="9267"/>
                </a:cubicBezTo>
                <a:cubicBezTo>
                  <a:pt x="6616" y="9267"/>
                  <a:pt x="6616" y="9267"/>
                  <a:pt x="6616" y="9267"/>
                </a:cubicBezTo>
                <a:cubicBezTo>
                  <a:pt x="6616" y="8496"/>
                  <a:pt x="6616" y="8496"/>
                  <a:pt x="6616" y="8496"/>
                </a:cubicBezTo>
                <a:close/>
                <a:moveTo>
                  <a:pt x="6616" y="5667"/>
                </a:moveTo>
                <a:cubicBezTo>
                  <a:pt x="14595" y="5667"/>
                  <a:pt x="14595" y="5667"/>
                  <a:pt x="14595" y="5667"/>
                </a:cubicBezTo>
                <a:cubicBezTo>
                  <a:pt x="14595" y="6439"/>
                  <a:pt x="14595" y="6439"/>
                  <a:pt x="14595" y="6439"/>
                </a:cubicBezTo>
                <a:cubicBezTo>
                  <a:pt x="6616" y="6439"/>
                  <a:pt x="6616" y="6439"/>
                  <a:pt x="6616" y="6439"/>
                </a:cubicBezTo>
                <a:cubicBezTo>
                  <a:pt x="6616" y="5667"/>
                  <a:pt x="6616" y="5667"/>
                  <a:pt x="6616" y="5667"/>
                </a:cubicBezTo>
                <a:close/>
                <a:moveTo>
                  <a:pt x="778" y="17753"/>
                </a:moveTo>
                <a:cubicBezTo>
                  <a:pt x="1946" y="18267"/>
                  <a:pt x="1946" y="18267"/>
                  <a:pt x="1946" y="18267"/>
                </a:cubicBezTo>
                <a:cubicBezTo>
                  <a:pt x="1946" y="20067"/>
                  <a:pt x="1946" y="20067"/>
                  <a:pt x="1946" y="20067"/>
                </a:cubicBezTo>
                <a:cubicBezTo>
                  <a:pt x="973" y="21353"/>
                  <a:pt x="973" y="21353"/>
                  <a:pt x="973" y="21353"/>
                </a:cubicBezTo>
                <a:cubicBezTo>
                  <a:pt x="778" y="21353"/>
                  <a:pt x="584" y="21096"/>
                  <a:pt x="389" y="21096"/>
                </a:cubicBezTo>
                <a:cubicBezTo>
                  <a:pt x="0" y="19296"/>
                  <a:pt x="0" y="19296"/>
                  <a:pt x="0" y="19296"/>
                </a:cubicBezTo>
                <a:cubicBezTo>
                  <a:pt x="778" y="17753"/>
                  <a:pt x="778" y="17753"/>
                  <a:pt x="778" y="17753"/>
                </a:cubicBezTo>
                <a:close/>
                <a:moveTo>
                  <a:pt x="778" y="12867"/>
                </a:moveTo>
                <a:cubicBezTo>
                  <a:pt x="778" y="14410"/>
                  <a:pt x="584" y="15953"/>
                  <a:pt x="389" y="17239"/>
                </a:cubicBezTo>
                <a:cubicBezTo>
                  <a:pt x="1168" y="17496"/>
                  <a:pt x="1751" y="17753"/>
                  <a:pt x="2530" y="18010"/>
                </a:cubicBezTo>
                <a:cubicBezTo>
                  <a:pt x="2724" y="16467"/>
                  <a:pt x="3114" y="15182"/>
                  <a:pt x="3503" y="13639"/>
                </a:cubicBezTo>
                <a:cubicBezTo>
                  <a:pt x="2724" y="13382"/>
                  <a:pt x="1751" y="13124"/>
                  <a:pt x="778" y="12867"/>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0" name="Shape 7190"/>
          <p:cNvSpPr/>
          <p:nvPr/>
        </p:nvSpPr>
        <p:spPr>
          <a:xfrm>
            <a:off x="3424478" y="5009034"/>
            <a:ext cx="751869" cy="760950"/>
          </a:xfrm>
          <a:custGeom>
            <a:avLst/>
            <a:gdLst/>
            <a:ahLst/>
            <a:cxnLst>
              <a:cxn ang="0">
                <a:pos x="wd2" y="hd2"/>
              </a:cxn>
              <a:cxn ang="5400000">
                <a:pos x="wd2" y="hd2"/>
              </a:cxn>
              <a:cxn ang="10800000">
                <a:pos x="wd2" y="hd2"/>
              </a:cxn>
              <a:cxn ang="16200000">
                <a:pos x="wd2" y="hd2"/>
              </a:cxn>
            </a:cxnLst>
            <a:rect l="0" t="0" r="r" b="b"/>
            <a:pathLst>
              <a:path w="21600" h="21426" fill="norm" stroke="1" extrusionOk="0">
                <a:moveTo>
                  <a:pt x="20651" y="8884"/>
                </a:moveTo>
                <a:cubicBezTo>
                  <a:pt x="21125" y="9116"/>
                  <a:pt x="21600" y="9813"/>
                  <a:pt x="21600" y="10510"/>
                </a:cubicBezTo>
                <a:cubicBezTo>
                  <a:pt x="21600" y="19103"/>
                  <a:pt x="21600" y="19103"/>
                  <a:pt x="21600" y="19103"/>
                </a:cubicBezTo>
                <a:cubicBezTo>
                  <a:pt x="21600" y="20497"/>
                  <a:pt x="20413" y="21426"/>
                  <a:pt x="19226" y="21426"/>
                </a:cubicBezTo>
                <a:cubicBezTo>
                  <a:pt x="2374" y="21426"/>
                  <a:pt x="2374" y="21426"/>
                  <a:pt x="2374" y="21426"/>
                </a:cubicBezTo>
                <a:cubicBezTo>
                  <a:pt x="1187" y="21426"/>
                  <a:pt x="0" y="20497"/>
                  <a:pt x="0" y="19103"/>
                </a:cubicBezTo>
                <a:cubicBezTo>
                  <a:pt x="0" y="10510"/>
                  <a:pt x="0" y="10510"/>
                  <a:pt x="0" y="10510"/>
                </a:cubicBezTo>
                <a:cubicBezTo>
                  <a:pt x="0" y="10045"/>
                  <a:pt x="237" y="9349"/>
                  <a:pt x="712" y="9116"/>
                </a:cubicBezTo>
                <a:cubicBezTo>
                  <a:pt x="712" y="9116"/>
                  <a:pt x="712" y="9116"/>
                  <a:pt x="712" y="9116"/>
                </a:cubicBezTo>
                <a:cubicBezTo>
                  <a:pt x="712" y="9116"/>
                  <a:pt x="712" y="9116"/>
                  <a:pt x="712" y="9116"/>
                </a:cubicBezTo>
                <a:cubicBezTo>
                  <a:pt x="712" y="9116"/>
                  <a:pt x="712" y="9116"/>
                  <a:pt x="712" y="8884"/>
                </a:cubicBezTo>
                <a:cubicBezTo>
                  <a:pt x="9495" y="523"/>
                  <a:pt x="9495" y="523"/>
                  <a:pt x="9495" y="523"/>
                </a:cubicBezTo>
                <a:cubicBezTo>
                  <a:pt x="10207" y="-174"/>
                  <a:pt x="11156" y="-174"/>
                  <a:pt x="12105" y="523"/>
                </a:cubicBezTo>
                <a:cubicBezTo>
                  <a:pt x="20651" y="8884"/>
                  <a:pt x="20651" y="8884"/>
                  <a:pt x="20651" y="8884"/>
                </a:cubicBezTo>
                <a:close/>
                <a:moveTo>
                  <a:pt x="3798" y="6794"/>
                </a:moveTo>
                <a:cubicBezTo>
                  <a:pt x="3798" y="11903"/>
                  <a:pt x="3798" y="11903"/>
                  <a:pt x="3798" y="11903"/>
                </a:cubicBezTo>
                <a:cubicBezTo>
                  <a:pt x="10919" y="17245"/>
                  <a:pt x="10919" y="17245"/>
                  <a:pt x="10919" y="17245"/>
                </a:cubicBezTo>
                <a:cubicBezTo>
                  <a:pt x="17327" y="12368"/>
                  <a:pt x="17327" y="12368"/>
                  <a:pt x="17327" y="12368"/>
                </a:cubicBezTo>
                <a:cubicBezTo>
                  <a:pt x="17327" y="6794"/>
                  <a:pt x="17327" y="6794"/>
                  <a:pt x="17327" y="6794"/>
                </a:cubicBezTo>
                <a:cubicBezTo>
                  <a:pt x="3798" y="6794"/>
                  <a:pt x="3798" y="6794"/>
                  <a:pt x="3798" y="6794"/>
                </a:cubicBezTo>
                <a:close/>
                <a:moveTo>
                  <a:pt x="6171" y="7955"/>
                </a:moveTo>
                <a:cubicBezTo>
                  <a:pt x="6171" y="8884"/>
                  <a:pt x="6171" y="8884"/>
                  <a:pt x="6171" y="8884"/>
                </a:cubicBezTo>
                <a:cubicBezTo>
                  <a:pt x="15191" y="8884"/>
                  <a:pt x="15191" y="8884"/>
                  <a:pt x="15191" y="8884"/>
                </a:cubicBezTo>
                <a:cubicBezTo>
                  <a:pt x="15191" y="7955"/>
                  <a:pt x="15191" y="7955"/>
                  <a:pt x="15191" y="7955"/>
                </a:cubicBezTo>
                <a:cubicBezTo>
                  <a:pt x="6171" y="7955"/>
                  <a:pt x="6171" y="7955"/>
                  <a:pt x="6171" y="7955"/>
                </a:cubicBezTo>
                <a:close/>
                <a:moveTo>
                  <a:pt x="6171" y="11671"/>
                </a:moveTo>
                <a:cubicBezTo>
                  <a:pt x="6171" y="12600"/>
                  <a:pt x="6171" y="12600"/>
                  <a:pt x="6171" y="12600"/>
                </a:cubicBezTo>
                <a:cubicBezTo>
                  <a:pt x="15191" y="12600"/>
                  <a:pt x="15191" y="12600"/>
                  <a:pt x="15191" y="12600"/>
                </a:cubicBezTo>
                <a:cubicBezTo>
                  <a:pt x="15191" y="11671"/>
                  <a:pt x="15191" y="11671"/>
                  <a:pt x="15191" y="11671"/>
                </a:cubicBezTo>
                <a:cubicBezTo>
                  <a:pt x="6171" y="11671"/>
                  <a:pt x="6171" y="11671"/>
                  <a:pt x="6171" y="11671"/>
                </a:cubicBezTo>
                <a:close/>
                <a:moveTo>
                  <a:pt x="6171" y="9813"/>
                </a:moveTo>
                <a:cubicBezTo>
                  <a:pt x="6171" y="10742"/>
                  <a:pt x="6171" y="10742"/>
                  <a:pt x="6171" y="10742"/>
                </a:cubicBezTo>
                <a:cubicBezTo>
                  <a:pt x="15191" y="10742"/>
                  <a:pt x="15191" y="10742"/>
                  <a:pt x="15191" y="10742"/>
                </a:cubicBezTo>
                <a:cubicBezTo>
                  <a:pt x="15191" y="9813"/>
                  <a:pt x="15191" y="9813"/>
                  <a:pt x="15191" y="9813"/>
                </a:cubicBezTo>
                <a:cubicBezTo>
                  <a:pt x="6171" y="9813"/>
                  <a:pt x="6171" y="9813"/>
                  <a:pt x="6171" y="9813"/>
                </a:cubicBezTo>
                <a:close/>
                <a:moveTo>
                  <a:pt x="2374" y="20032"/>
                </a:moveTo>
                <a:cubicBezTo>
                  <a:pt x="6646" y="16084"/>
                  <a:pt x="6646" y="16084"/>
                  <a:pt x="6646" y="16084"/>
                </a:cubicBezTo>
                <a:cubicBezTo>
                  <a:pt x="6884" y="15852"/>
                  <a:pt x="6884" y="15620"/>
                  <a:pt x="6646" y="15387"/>
                </a:cubicBezTo>
                <a:cubicBezTo>
                  <a:pt x="6646" y="15155"/>
                  <a:pt x="6409" y="15155"/>
                  <a:pt x="6171" y="15387"/>
                </a:cubicBezTo>
                <a:cubicBezTo>
                  <a:pt x="1899" y="19336"/>
                  <a:pt x="1899" y="19336"/>
                  <a:pt x="1899" y="19336"/>
                </a:cubicBezTo>
                <a:cubicBezTo>
                  <a:pt x="1662" y="19568"/>
                  <a:pt x="1662" y="19800"/>
                  <a:pt x="1899" y="20032"/>
                </a:cubicBezTo>
                <a:cubicBezTo>
                  <a:pt x="1899" y="20265"/>
                  <a:pt x="2374" y="20265"/>
                  <a:pt x="2374" y="20032"/>
                </a:cubicBezTo>
                <a:close/>
                <a:moveTo>
                  <a:pt x="20176" y="19336"/>
                </a:moveTo>
                <a:cubicBezTo>
                  <a:pt x="15903" y="15387"/>
                  <a:pt x="15903" y="15387"/>
                  <a:pt x="15903" y="15387"/>
                </a:cubicBezTo>
                <a:cubicBezTo>
                  <a:pt x="15666" y="15155"/>
                  <a:pt x="15429" y="15155"/>
                  <a:pt x="15191" y="15387"/>
                </a:cubicBezTo>
                <a:cubicBezTo>
                  <a:pt x="14954" y="15620"/>
                  <a:pt x="14954" y="15852"/>
                  <a:pt x="15191" y="16084"/>
                </a:cubicBezTo>
                <a:cubicBezTo>
                  <a:pt x="19464" y="20032"/>
                  <a:pt x="19464" y="20032"/>
                  <a:pt x="19464" y="20032"/>
                </a:cubicBezTo>
                <a:cubicBezTo>
                  <a:pt x="19701" y="20265"/>
                  <a:pt x="19938" y="20265"/>
                  <a:pt x="20176" y="20032"/>
                </a:cubicBezTo>
                <a:cubicBezTo>
                  <a:pt x="20176" y="19800"/>
                  <a:pt x="20176" y="19568"/>
                  <a:pt x="20176" y="19336"/>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1" name="Shape 7191"/>
          <p:cNvSpPr/>
          <p:nvPr/>
        </p:nvSpPr>
        <p:spPr>
          <a:xfrm>
            <a:off x="1838058" y="2014455"/>
            <a:ext cx="896899" cy="6564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73" y="4270"/>
                </a:moveTo>
                <a:lnTo>
                  <a:pt x="4963" y="4270"/>
                </a:lnTo>
                <a:lnTo>
                  <a:pt x="4963" y="18084"/>
                </a:lnTo>
                <a:lnTo>
                  <a:pt x="21600" y="18084"/>
                </a:lnTo>
                <a:lnTo>
                  <a:pt x="21600" y="4270"/>
                </a:lnTo>
                <a:lnTo>
                  <a:pt x="20773" y="4270"/>
                </a:lnTo>
                <a:close/>
                <a:moveTo>
                  <a:pt x="7537" y="10800"/>
                </a:moveTo>
                <a:lnTo>
                  <a:pt x="8916" y="10800"/>
                </a:lnTo>
                <a:lnTo>
                  <a:pt x="8916" y="11051"/>
                </a:lnTo>
                <a:lnTo>
                  <a:pt x="9100" y="11302"/>
                </a:lnTo>
                <a:lnTo>
                  <a:pt x="9467" y="8916"/>
                </a:lnTo>
                <a:lnTo>
                  <a:pt x="10111" y="8916"/>
                </a:lnTo>
                <a:lnTo>
                  <a:pt x="10478" y="10172"/>
                </a:lnTo>
                <a:lnTo>
                  <a:pt x="10662" y="9670"/>
                </a:lnTo>
                <a:lnTo>
                  <a:pt x="11122" y="9167"/>
                </a:lnTo>
                <a:lnTo>
                  <a:pt x="11306" y="9921"/>
                </a:lnTo>
                <a:lnTo>
                  <a:pt x="12500" y="12433"/>
                </a:lnTo>
                <a:lnTo>
                  <a:pt x="12684" y="10172"/>
                </a:lnTo>
                <a:lnTo>
                  <a:pt x="12868" y="9167"/>
                </a:lnTo>
                <a:lnTo>
                  <a:pt x="13511" y="10172"/>
                </a:lnTo>
                <a:lnTo>
                  <a:pt x="13695" y="10800"/>
                </a:lnTo>
                <a:lnTo>
                  <a:pt x="14614" y="9167"/>
                </a:lnTo>
                <a:lnTo>
                  <a:pt x="15258" y="9167"/>
                </a:lnTo>
                <a:lnTo>
                  <a:pt x="16085" y="11553"/>
                </a:lnTo>
                <a:lnTo>
                  <a:pt x="16085" y="10800"/>
                </a:lnTo>
                <a:lnTo>
                  <a:pt x="16269" y="10172"/>
                </a:lnTo>
                <a:lnTo>
                  <a:pt x="18843" y="10172"/>
                </a:lnTo>
                <a:lnTo>
                  <a:pt x="18843" y="11302"/>
                </a:lnTo>
                <a:lnTo>
                  <a:pt x="16820" y="11302"/>
                </a:lnTo>
                <a:lnTo>
                  <a:pt x="16453" y="13186"/>
                </a:lnTo>
                <a:lnTo>
                  <a:pt x="15809" y="13186"/>
                </a:lnTo>
                <a:lnTo>
                  <a:pt x="14890" y="10549"/>
                </a:lnTo>
                <a:lnTo>
                  <a:pt x="14063" y="12181"/>
                </a:lnTo>
                <a:lnTo>
                  <a:pt x="13879" y="12684"/>
                </a:lnTo>
                <a:lnTo>
                  <a:pt x="13511" y="12181"/>
                </a:lnTo>
                <a:lnTo>
                  <a:pt x="13236" y="11553"/>
                </a:lnTo>
                <a:lnTo>
                  <a:pt x="12868" y="14065"/>
                </a:lnTo>
                <a:lnTo>
                  <a:pt x="12317" y="14065"/>
                </a:lnTo>
                <a:lnTo>
                  <a:pt x="10846" y="10800"/>
                </a:lnTo>
                <a:lnTo>
                  <a:pt x="10111" y="11805"/>
                </a:lnTo>
                <a:lnTo>
                  <a:pt x="10111" y="11302"/>
                </a:lnTo>
                <a:lnTo>
                  <a:pt x="9927" y="10800"/>
                </a:lnTo>
                <a:lnTo>
                  <a:pt x="9467" y="12935"/>
                </a:lnTo>
                <a:lnTo>
                  <a:pt x="8916" y="12935"/>
                </a:lnTo>
                <a:lnTo>
                  <a:pt x="8272" y="11553"/>
                </a:lnTo>
                <a:lnTo>
                  <a:pt x="7537" y="11553"/>
                </a:lnTo>
                <a:lnTo>
                  <a:pt x="7537" y="10800"/>
                </a:lnTo>
                <a:close/>
                <a:moveTo>
                  <a:pt x="7353" y="21600"/>
                </a:moveTo>
                <a:lnTo>
                  <a:pt x="0" y="21600"/>
                </a:lnTo>
                <a:lnTo>
                  <a:pt x="0" y="0"/>
                </a:lnTo>
                <a:lnTo>
                  <a:pt x="7353" y="0"/>
                </a:lnTo>
                <a:lnTo>
                  <a:pt x="7353" y="2888"/>
                </a:lnTo>
                <a:lnTo>
                  <a:pt x="551" y="2888"/>
                </a:lnTo>
                <a:lnTo>
                  <a:pt x="551" y="6405"/>
                </a:lnTo>
                <a:lnTo>
                  <a:pt x="3769" y="6405"/>
                </a:lnTo>
                <a:lnTo>
                  <a:pt x="3769" y="7284"/>
                </a:lnTo>
                <a:lnTo>
                  <a:pt x="551" y="7284"/>
                </a:lnTo>
                <a:lnTo>
                  <a:pt x="551" y="10800"/>
                </a:lnTo>
                <a:lnTo>
                  <a:pt x="3769" y="10800"/>
                </a:lnTo>
                <a:lnTo>
                  <a:pt x="3769" y="19465"/>
                </a:lnTo>
                <a:lnTo>
                  <a:pt x="7353" y="19465"/>
                </a:lnTo>
                <a:lnTo>
                  <a:pt x="7353" y="21600"/>
                </a:lnTo>
                <a:close/>
                <a:moveTo>
                  <a:pt x="1930" y="12181"/>
                </a:moveTo>
                <a:lnTo>
                  <a:pt x="827" y="12181"/>
                </a:lnTo>
                <a:lnTo>
                  <a:pt x="827" y="13186"/>
                </a:lnTo>
                <a:lnTo>
                  <a:pt x="1930" y="13186"/>
                </a:lnTo>
                <a:lnTo>
                  <a:pt x="1930" y="12181"/>
                </a:lnTo>
                <a:close/>
                <a:moveTo>
                  <a:pt x="1930" y="14065"/>
                </a:moveTo>
                <a:lnTo>
                  <a:pt x="827" y="14065"/>
                </a:lnTo>
                <a:lnTo>
                  <a:pt x="827" y="14819"/>
                </a:lnTo>
                <a:lnTo>
                  <a:pt x="1930" y="14819"/>
                </a:lnTo>
                <a:lnTo>
                  <a:pt x="1930" y="14065"/>
                </a:lnTo>
                <a:close/>
                <a:moveTo>
                  <a:pt x="3769" y="3767"/>
                </a:moveTo>
                <a:lnTo>
                  <a:pt x="1379" y="3767"/>
                </a:lnTo>
                <a:lnTo>
                  <a:pt x="1379" y="5651"/>
                </a:lnTo>
                <a:lnTo>
                  <a:pt x="3769" y="5651"/>
                </a:lnTo>
                <a:lnTo>
                  <a:pt x="3769" y="3767"/>
                </a:lnTo>
                <a:close/>
                <a:moveTo>
                  <a:pt x="3769" y="8288"/>
                </a:moveTo>
                <a:lnTo>
                  <a:pt x="1379" y="8288"/>
                </a:lnTo>
                <a:lnTo>
                  <a:pt x="1379" y="9921"/>
                </a:lnTo>
                <a:lnTo>
                  <a:pt x="3769" y="9921"/>
                </a:lnTo>
                <a:lnTo>
                  <a:pt x="3769" y="8288"/>
                </a:lnTo>
                <a:close/>
                <a:moveTo>
                  <a:pt x="17188" y="20470"/>
                </a:moveTo>
                <a:lnTo>
                  <a:pt x="16085" y="20470"/>
                </a:lnTo>
                <a:lnTo>
                  <a:pt x="16085" y="18586"/>
                </a:lnTo>
                <a:lnTo>
                  <a:pt x="10662" y="18586"/>
                </a:lnTo>
                <a:lnTo>
                  <a:pt x="10662" y="20470"/>
                </a:lnTo>
                <a:lnTo>
                  <a:pt x="9467" y="20470"/>
                </a:lnTo>
                <a:lnTo>
                  <a:pt x="9467" y="21600"/>
                </a:lnTo>
                <a:lnTo>
                  <a:pt x="17188" y="21600"/>
                </a:lnTo>
                <a:lnTo>
                  <a:pt x="17188" y="20470"/>
                </a:lnTo>
                <a:close/>
                <a:moveTo>
                  <a:pt x="6710" y="6656"/>
                </a:moveTo>
                <a:lnTo>
                  <a:pt x="19578" y="6656"/>
                </a:lnTo>
                <a:lnTo>
                  <a:pt x="19578" y="15698"/>
                </a:lnTo>
                <a:lnTo>
                  <a:pt x="6710" y="15698"/>
                </a:lnTo>
                <a:lnTo>
                  <a:pt x="6710" y="665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2" name="Shape 7192"/>
          <p:cNvSpPr/>
          <p:nvPr/>
        </p:nvSpPr>
        <p:spPr>
          <a:xfrm>
            <a:off x="8028571" y="12628400"/>
            <a:ext cx="690804" cy="7709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71" y="18843"/>
                </a:moveTo>
                <a:cubicBezTo>
                  <a:pt x="18771" y="19991"/>
                  <a:pt x="18771" y="19991"/>
                  <a:pt x="18771" y="19991"/>
                </a:cubicBezTo>
                <a:cubicBezTo>
                  <a:pt x="15171" y="19991"/>
                  <a:pt x="15171" y="19991"/>
                  <a:pt x="15171" y="19991"/>
                </a:cubicBezTo>
                <a:cubicBezTo>
                  <a:pt x="15171" y="18843"/>
                  <a:pt x="15171" y="18843"/>
                  <a:pt x="15171" y="18843"/>
                </a:cubicBezTo>
                <a:cubicBezTo>
                  <a:pt x="14914" y="18843"/>
                  <a:pt x="14657" y="18843"/>
                  <a:pt x="14400" y="18613"/>
                </a:cubicBezTo>
                <a:cubicBezTo>
                  <a:pt x="14400" y="15396"/>
                  <a:pt x="14400" y="15396"/>
                  <a:pt x="14400" y="15396"/>
                </a:cubicBezTo>
                <a:cubicBezTo>
                  <a:pt x="14400" y="13787"/>
                  <a:pt x="14400" y="13787"/>
                  <a:pt x="14400" y="13787"/>
                </a:cubicBezTo>
                <a:cubicBezTo>
                  <a:pt x="14400" y="12409"/>
                  <a:pt x="14400" y="12409"/>
                  <a:pt x="14400" y="12409"/>
                </a:cubicBezTo>
                <a:cubicBezTo>
                  <a:pt x="16200" y="12409"/>
                  <a:pt x="16200" y="12409"/>
                  <a:pt x="16200" y="12409"/>
                </a:cubicBezTo>
                <a:cubicBezTo>
                  <a:pt x="16200" y="16085"/>
                  <a:pt x="16200" y="16085"/>
                  <a:pt x="16200" y="16085"/>
                </a:cubicBezTo>
                <a:cubicBezTo>
                  <a:pt x="16200" y="16545"/>
                  <a:pt x="16457" y="16774"/>
                  <a:pt x="16971" y="16774"/>
                </a:cubicBezTo>
                <a:cubicBezTo>
                  <a:pt x="17229" y="16774"/>
                  <a:pt x="17486" y="16545"/>
                  <a:pt x="17486" y="16085"/>
                </a:cubicBezTo>
                <a:cubicBezTo>
                  <a:pt x="17486" y="14247"/>
                  <a:pt x="17486" y="14247"/>
                  <a:pt x="17486" y="14247"/>
                </a:cubicBezTo>
                <a:cubicBezTo>
                  <a:pt x="17486" y="13787"/>
                  <a:pt x="17486" y="13328"/>
                  <a:pt x="16971" y="13098"/>
                </a:cubicBezTo>
                <a:cubicBezTo>
                  <a:pt x="16714" y="12638"/>
                  <a:pt x="15943" y="11719"/>
                  <a:pt x="14400" y="10570"/>
                </a:cubicBezTo>
                <a:cubicBezTo>
                  <a:pt x="14400" y="8043"/>
                  <a:pt x="14400" y="8043"/>
                  <a:pt x="14400" y="8043"/>
                </a:cubicBezTo>
                <a:cubicBezTo>
                  <a:pt x="14400" y="6434"/>
                  <a:pt x="14400" y="6434"/>
                  <a:pt x="14400" y="6434"/>
                </a:cubicBezTo>
                <a:cubicBezTo>
                  <a:pt x="14400" y="2987"/>
                  <a:pt x="14400" y="2987"/>
                  <a:pt x="14400" y="2987"/>
                </a:cubicBezTo>
                <a:cubicBezTo>
                  <a:pt x="14657" y="2987"/>
                  <a:pt x="14914" y="2757"/>
                  <a:pt x="15171" y="2757"/>
                </a:cubicBezTo>
                <a:cubicBezTo>
                  <a:pt x="15171" y="1609"/>
                  <a:pt x="15171" y="1609"/>
                  <a:pt x="15171" y="1609"/>
                </a:cubicBezTo>
                <a:cubicBezTo>
                  <a:pt x="18771" y="1609"/>
                  <a:pt x="18771" y="1609"/>
                  <a:pt x="18771" y="1609"/>
                </a:cubicBezTo>
                <a:cubicBezTo>
                  <a:pt x="18771" y="2757"/>
                  <a:pt x="18771" y="2757"/>
                  <a:pt x="18771" y="2757"/>
                </a:cubicBezTo>
                <a:cubicBezTo>
                  <a:pt x="20314" y="3217"/>
                  <a:pt x="21086" y="3906"/>
                  <a:pt x="21086" y="5515"/>
                </a:cubicBezTo>
                <a:cubicBezTo>
                  <a:pt x="21086" y="8272"/>
                  <a:pt x="21086" y="8272"/>
                  <a:pt x="21086" y="8272"/>
                </a:cubicBezTo>
                <a:cubicBezTo>
                  <a:pt x="17486" y="8272"/>
                  <a:pt x="17486" y="8272"/>
                  <a:pt x="17486" y="8272"/>
                </a:cubicBezTo>
                <a:cubicBezTo>
                  <a:pt x="17486" y="5285"/>
                  <a:pt x="17486" y="5285"/>
                  <a:pt x="17486" y="5285"/>
                </a:cubicBezTo>
                <a:cubicBezTo>
                  <a:pt x="17486" y="5055"/>
                  <a:pt x="17486" y="4826"/>
                  <a:pt x="16971" y="4826"/>
                </a:cubicBezTo>
                <a:cubicBezTo>
                  <a:pt x="16457" y="4826"/>
                  <a:pt x="16457" y="5055"/>
                  <a:pt x="16457" y="5745"/>
                </a:cubicBezTo>
                <a:cubicBezTo>
                  <a:pt x="16457" y="6894"/>
                  <a:pt x="16457" y="6894"/>
                  <a:pt x="16457" y="6894"/>
                </a:cubicBezTo>
                <a:cubicBezTo>
                  <a:pt x="16457" y="7353"/>
                  <a:pt x="16971" y="8043"/>
                  <a:pt x="17743" y="8962"/>
                </a:cubicBezTo>
                <a:cubicBezTo>
                  <a:pt x="19543" y="10570"/>
                  <a:pt x="20571" y="11489"/>
                  <a:pt x="21086" y="12179"/>
                </a:cubicBezTo>
                <a:cubicBezTo>
                  <a:pt x="21343" y="12638"/>
                  <a:pt x="21600" y="13098"/>
                  <a:pt x="21600" y="13787"/>
                </a:cubicBezTo>
                <a:cubicBezTo>
                  <a:pt x="21600" y="15855"/>
                  <a:pt x="21600" y="15855"/>
                  <a:pt x="21600" y="15855"/>
                </a:cubicBezTo>
                <a:cubicBezTo>
                  <a:pt x="21600" y="17464"/>
                  <a:pt x="20571" y="18613"/>
                  <a:pt x="18771" y="18843"/>
                </a:cubicBezTo>
                <a:close/>
                <a:moveTo>
                  <a:pt x="12086" y="0"/>
                </a:moveTo>
                <a:cubicBezTo>
                  <a:pt x="12343" y="0"/>
                  <a:pt x="12600" y="0"/>
                  <a:pt x="12857" y="230"/>
                </a:cubicBezTo>
                <a:cubicBezTo>
                  <a:pt x="12857" y="2757"/>
                  <a:pt x="12857" y="2757"/>
                  <a:pt x="12857" y="2757"/>
                </a:cubicBezTo>
                <a:cubicBezTo>
                  <a:pt x="12857" y="6434"/>
                  <a:pt x="12857" y="6434"/>
                  <a:pt x="12857" y="6434"/>
                </a:cubicBezTo>
                <a:cubicBezTo>
                  <a:pt x="12857" y="8043"/>
                  <a:pt x="12857" y="8043"/>
                  <a:pt x="12857" y="8043"/>
                </a:cubicBezTo>
                <a:cubicBezTo>
                  <a:pt x="12857" y="13787"/>
                  <a:pt x="12857" y="13787"/>
                  <a:pt x="12857" y="13787"/>
                </a:cubicBezTo>
                <a:cubicBezTo>
                  <a:pt x="12857" y="15396"/>
                  <a:pt x="12857" y="15396"/>
                  <a:pt x="12857" y="15396"/>
                </a:cubicBezTo>
                <a:cubicBezTo>
                  <a:pt x="12857" y="19072"/>
                  <a:pt x="12857" y="19072"/>
                  <a:pt x="12857" y="19072"/>
                </a:cubicBezTo>
                <a:cubicBezTo>
                  <a:pt x="12857" y="21600"/>
                  <a:pt x="12857" y="21600"/>
                  <a:pt x="12857" y="21600"/>
                </a:cubicBezTo>
                <a:cubicBezTo>
                  <a:pt x="12600" y="21600"/>
                  <a:pt x="12343" y="21600"/>
                  <a:pt x="12086" y="21600"/>
                </a:cubicBezTo>
                <a:cubicBezTo>
                  <a:pt x="8743" y="21600"/>
                  <a:pt x="5657" y="20451"/>
                  <a:pt x="3343" y="18613"/>
                </a:cubicBezTo>
                <a:cubicBezTo>
                  <a:pt x="1286" y="16545"/>
                  <a:pt x="0" y="13787"/>
                  <a:pt x="0" y="10800"/>
                </a:cubicBezTo>
                <a:cubicBezTo>
                  <a:pt x="0" y="7813"/>
                  <a:pt x="1286" y="5285"/>
                  <a:pt x="3343" y="3217"/>
                </a:cubicBezTo>
                <a:cubicBezTo>
                  <a:pt x="5657" y="1379"/>
                  <a:pt x="8743" y="0"/>
                  <a:pt x="12086" y="0"/>
                </a:cubicBezTo>
                <a:close/>
                <a:moveTo>
                  <a:pt x="10286" y="15166"/>
                </a:moveTo>
                <a:cubicBezTo>
                  <a:pt x="9257" y="15166"/>
                  <a:pt x="8486" y="15166"/>
                  <a:pt x="7714" y="14936"/>
                </a:cubicBezTo>
                <a:cubicBezTo>
                  <a:pt x="8229" y="15626"/>
                  <a:pt x="8486" y="16545"/>
                  <a:pt x="9000" y="17004"/>
                </a:cubicBezTo>
                <a:cubicBezTo>
                  <a:pt x="9257" y="17694"/>
                  <a:pt x="9771" y="17923"/>
                  <a:pt x="10286" y="18383"/>
                </a:cubicBezTo>
                <a:cubicBezTo>
                  <a:pt x="10286" y="15166"/>
                  <a:pt x="10286" y="15166"/>
                  <a:pt x="10286" y="15166"/>
                </a:cubicBezTo>
                <a:close/>
                <a:moveTo>
                  <a:pt x="5657" y="14247"/>
                </a:moveTo>
                <a:cubicBezTo>
                  <a:pt x="5400" y="14247"/>
                  <a:pt x="5400" y="14247"/>
                  <a:pt x="5400" y="14247"/>
                </a:cubicBezTo>
                <a:cubicBezTo>
                  <a:pt x="4629" y="14017"/>
                  <a:pt x="3857" y="13557"/>
                  <a:pt x="3086" y="13098"/>
                </a:cubicBezTo>
                <a:cubicBezTo>
                  <a:pt x="3600" y="14477"/>
                  <a:pt x="4371" y="15626"/>
                  <a:pt x="5400" y="16774"/>
                </a:cubicBezTo>
                <a:cubicBezTo>
                  <a:pt x="5914" y="17234"/>
                  <a:pt x="6686" y="17464"/>
                  <a:pt x="7200" y="17923"/>
                </a:cubicBezTo>
                <a:cubicBezTo>
                  <a:pt x="6429" y="16774"/>
                  <a:pt x="5914" y="15626"/>
                  <a:pt x="5657" y="14247"/>
                </a:cubicBezTo>
                <a:close/>
                <a:moveTo>
                  <a:pt x="3086" y="8502"/>
                </a:moveTo>
                <a:cubicBezTo>
                  <a:pt x="3857" y="8272"/>
                  <a:pt x="4629" y="7813"/>
                  <a:pt x="5400" y="7583"/>
                </a:cubicBezTo>
                <a:cubicBezTo>
                  <a:pt x="5657" y="7583"/>
                  <a:pt x="5657" y="7583"/>
                  <a:pt x="5657" y="7583"/>
                </a:cubicBezTo>
                <a:cubicBezTo>
                  <a:pt x="5914" y="6204"/>
                  <a:pt x="6429" y="4826"/>
                  <a:pt x="7200" y="3906"/>
                </a:cubicBezTo>
                <a:cubicBezTo>
                  <a:pt x="6686" y="4366"/>
                  <a:pt x="5914" y="4596"/>
                  <a:pt x="5400" y="5055"/>
                </a:cubicBezTo>
                <a:cubicBezTo>
                  <a:pt x="4371" y="5974"/>
                  <a:pt x="3600" y="7353"/>
                  <a:pt x="3086" y="8502"/>
                </a:cubicBezTo>
                <a:close/>
                <a:moveTo>
                  <a:pt x="7714" y="6894"/>
                </a:moveTo>
                <a:cubicBezTo>
                  <a:pt x="8486" y="6664"/>
                  <a:pt x="9257" y="6664"/>
                  <a:pt x="10286" y="6434"/>
                </a:cubicBezTo>
                <a:cubicBezTo>
                  <a:pt x="10286" y="3447"/>
                  <a:pt x="10286" y="3447"/>
                  <a:pt x="10286" y="3447"/>
                </a:cubicBezTo>
                <a:cubicBezTo>
                  <a:pt x="9771" y="3906"/>
                  <a:pt x="9257" y="4136"/>
                  <a:pt x="9000" y="4596"/>
                </a:cubicBezTo>
                <a:cubicBezTo>
                  <a:pt x="8486" y="5285"/>
                  <a:pt x="8229" y="5974"/>
                  <a:pt x="7714" y="6894"/>
                </a:cubicBezTo>
                <a:close/>
                <a:moveTo>
                  <a:pt x="10286" y="8272"/>
                </a:moveTo>
                <a:cubicBezTo>
                  <a:pt x="9000" y="8502"/>
                  <a:pt x="8229" y="8502"/>
                  <a:pt x="7200" y="8732"/>
                </a:cubicBezTo>
                <a:cubicBezTo>
                  <a:pt x="7200" y="9421"/>
                  <a:pt x="6943" y="10111"/>
                  <a:pt x="6943" y="10800"/>
                </a:cubicBezTo>
                <a:cubicBezTo>
                  <a:pt x="6943" y="11719"/>
                  <a:pt x="7200" y="12409"/>
                  <a:pt x="7200" y="13098"/>
                </a:cubicBezTo>
                <a:cubicBezTo>
                  <a:pt x="8229" y="13328"/>
                  <a:pt x="9000" y="13328"/>
                  <a:pt x="10286" y="13557"/>
                </a:cubicBezTo>
                <a:cubicBezTo>
                  <a:pt x="10286" y="8272"/>
                  <a:pt x="10286" y="8272"/>
                  <a:pt x="10286" y="8272"/>
                </a:cubicBezTo>
                <a:close/>
                <a:moveTo>
                  <a:pt x="5143" y="9421"/>
                </a:moveTo>
                <a:cubicBezTo>
                  <a:pt x="4114" y="9881"/>
                  <a:pt x="3600" y="10340"/>
                  <a:pt x="3600" y="10800"/>
                </a:cubicBezTo>
                <a:cubicBezTo>
                  <a:pt x="3600" y="11260"/>
                  <a:pt x="4114" y="11949"/>
                  <a:pt x="5143" y="12179"/>
                </a:cubicBezTo>
                <a:cubicBezTo>
                  <a:pt x="5143" y="11719"/>
                  <a:pt x="5143" y="11260"/>
                  <a:pt x="5143" y="10800"/>
                </a:cubicBezTo>
                <a:cubicBezTo>
                  <a:pt x="5143" y="10340"/>
                  <a:pt x="5143" y="9881"/>
                  <a:pt x="5143" y="9421"/>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3" name="Shape 7193"/>
          <p:cNvSpPr/>
          <p:nvPr/>
        </p:nvSpPr>
        <p:spPr>
          <a:xfrm>
            <a:off x="3425760" y="3502926"/>
            <a:ext cx="777825" cy="763319"/>
          </a:xfrm>
          <a:custGeom>
            <a:avLst/>
            <a:gdLst/>
            <a:ahLst/>
            <a:cxnLst>
              <a:cxn ang="0">
                <a:pos x="wd2" y="hd2"/>
              </a:cxn>
              <a:cxn ang="5400000">
                <a:pos x="wd2" y="hd2"/>
              </a:cxn>
              <a:cxn ang="10800000">
                <a:pos x="wd2" y="hd2"/>
              </a:cxn>
              <a:cxn ang="16200000">
                <a:pos x="wd2" y="hd2"/>
              </a:cxn>
            </a:cxnLst>
            <a:rect l="0" t="0" r="r" b="b"/>
            <a:pathLst>
              <a:path w="21474" h="21600" fill="norm" stroke="1" extrusionOk="0">
                <a:moveTo>
                  <a:pt x="18189" y="5806"/>
                </a:moveTo>
                <a:cubicBezTo>
                  <a:pt x="19326" y="5806"/>
                  <a:pt x="19326" y="5806"/>
                  <a:pt x="19326" y="5806"/>
                </a:cubicBezTo>
                <a:cubicBezTo>
                  <a:pt x="19326" y="5806"/>
                  <a:pt x="19326" y="5806"/>
                  <a:pt x="19326" y="5806"/>
                </a:cubicBezTo>
                <a:cubicBezTo>
                  <a:pt x="19326" y="5806"/>
                  <a:pt x="19326" y="5574"/>
                  <a:pt x="19554" y="5110"/>
                </a:cubicBezTo>
                <a:cubicBezTo>
                  <a:pt x="19554" y="4877"/>
                  <a:pt x="19554" y="4413"/>
                  <a:pt x="19554" y="4181"/>
                </a:cubicBezTo>
                <a:cubicBezTo>
                  <a:pt x="19554" y="3716"/>
                  <a:pt x="19554" y="3484"/>
                  <a:pt x="19554" y="3019"/>
                </a:cubicBezTo>
                <a:cubicBezTo>
                  <a:pt x="19326" y="2555"/>
                  <a:pt x="18872" y="1858"/>
                  <a:pt x="18189" y="1858"/>
                </a:cubicBezTo>
                <a:cubicBezTo>
                  <a:pt x="18189" y="1858"/>
                  <a:pt x="18189" y="1858"/>
                  <a:pt x="18189" y="1858"/>
                </a:cubicBezTo>
                <a:cubicBezTo>
                  <a:pt x="7958" y="1858"/>
                  <a:pt x="7958" y="1858"/>
                  <a:pt x="7958" y="1858"/>
                </a:cubicBezTo>
                <a:cubicBezTo>
                  <a:pt x="7958" y="2090"/>
                  <a:pt x="8185" y="2323"/>
                  <a:pt x="8185" y="2555"/>
                </a:cubicBezTo>
                <a:cubicBezTo>
                  <a:pt x="8413" y="3019"/>
                  <a:pt x="8413" y="3484"/>
                  <a:pt x="8413" y="4181"/>
                </a:cubicBezTo>
                <a:cubicBezTo>
                  <a:pt x="8413" y="4645"/>
                  <a:pt x="8413" y="5110"/>
                  <a:pt x="8185" y="5574"/>
                </a:cubicBezTo>
                <a:cubicBezTo>
                  <a:pt x="8185" y="5574"/>
                  <a:pt x="8185" y="5806"/>
                  <a:pt x="8185" y="5806"/>
                </a:cubicBezTo>
                <a:cubicBezTo>
                  <a:pt x="18189" y="5806"/>
                  <a:pt x="18189" y="5806"/>
                  <a:pt x="18189" y="5806"/>
                </a:cubicBezTo>
                <a:close/>
                <a:moveTo>
                  <a:pt x="11823" y="10219"/>
                </a:moveTo>
                <a:cubicBezTo>
                  <a:pt x="9777" y="10219"/>
                  <a:pt x="7958" y="12077"/>
                  <a:pt x="7958" y="14400"/>
                </a:cubicBezTo>
                <a:cubicBezTo>
                  <a:pt x="7958" y="16490"/>
                  <a:pt x="9777" y="18348"/>
                  <a:pt x="11823" y="18348"/>
                </a:cubicBezTo>
                <a:cubicBezTo>
                  <a:pt x="13187" y="18348"/>
                  <a:pt x="14324" y="17652"/>
                  <a:pt x="15006" y="16723"/>
                </a:cubicBezTo>
                <a:cubicBezTo>
                  <a:pt x="11823" y="14400"/>
                  <a:pt x="11823" y="14400"/>
                  <a:pt x="11823" y="14400"/>
                </a:cubicBezTo>
                <a:cubicBezTo>
                  <a:pt x="12505" y="10452"/>
                  <a:pt x="12505" y="10452"/>
                  <a:pt x="12505" y="10452"/>
                </a:cubicBezTo>
                <a:cubicBezTo>
                  <a:pt x="12278" y="10452"/>
                  <a:pt x="12051" y="10219"/>
                  <a:pt x="11823" y="10219"/>
                </a:cubicBezTo>
                <a:close/>
                <a:moveTo>
                  <a:pt x="15916" y="15329"/>
                </a:moveTo>
                <a:cubicBezTo>
                  <a:pt x="13869" y="13703"/>
                  <a:pt x="13869" y="13703"/>
                  <a:pt x="13869" y="13703"/>
                </a:cubicBezTo>
                <a:cubicBezTo>
                  <a:pt x="14097" y="13703"/>
                  <a:pt x="14097" y="13703"/>
                  <a:pt x="14097" y="13703"/>
                </a:cubicBezTo>
                <a:cubicBezTo>
                  <a:pt x="15916" y="15097"/>
                  <a:pt x="15916" y="15097"/>
                  <a:pt x="15916" y="15097"/>
                </a:cubicBezTo>
                <a:cubicBezTo>
                  <a:pt x="15916" y="15329"/>
                  <a:pt x="15916" y="15329"/>
                  <a:pt x="15916" y="15329"/>
                </a:cubicBezTo>
                <a:close/>
                <a:moveTo>
                  <a:pt x="13642" y="13935"/>
                </a:moveTo>
                <a:cubicBezTo>
                  <a:pt x="15916" y="15561"/>
                  <a:pt x="15916" y="15561"/>
                  <a:pt x="15916" y="15561"/>
                </a:cubicBezTo>
                <a:cubicBezTo>
                  <a:pt x="15916" y="15561"/>
                  <a:pt x="15688" y="15794"/>
                  <a:pt x="15688" y="15794"/>
                </a:cubicBezTo>
                <a:cubicBezTo>
                  <a:pt x="13642" y="13935"/>
                  <a:pt x="13642" y="13935"/>
                  <a:pt x="13642" y="13935"/>
                </a:cubicBezTo>
                <a:cubicBezTo>
                  <a:pt x="13642" y="13935"/>
                  <a:pt x="13642" y="13935"/>
                  <a:pt x="13642" y="13935"/>
                </a:cubicBezTo>
                <a:close/>
                <a:moveTo>
                  <a:pt x="15916" y="12774"/>
                </a:moveTo>
                <a:cubicBezTo>
                  <a:pt x="15688" y="12542"/>
                  <a:pt x="15688" y="12542"/>
                  <a:pt x="15688" y="12542"/>
                </a:cubicBezTo>
                <a:cubicBezTo>
                  <a:pt x="15916" y="12542"/>
                  <a:pt x="15916" y="12542"/>
                  <a:pt x="15916" y="12542"/>
                </a:cubicBezTo>
                <a:cubicBezTo>
                  <a:pt x="15916" y="12542"/>
                  <a:pt x="15916" y="12542"/>
                  <a:pt x="15916" y="12774"/>
                </a:cubicBezTo>
                <a:close/>
                <a:moveTo>
                  <a:pt x="15461" y="12774"/>
                </a:moveTo>
                <a:cubicBezTo>
                  <a:pt x="15461" y="12774"/>
                  <a:pt x="15461" y="12774"/>
                  <a:pt x="15461" y="12774"/>
                </a:cubicBezTo>
                <a:cubicBezTo>
                  <a:pt x="16143" y="13471"/>
                  <a:pt x="16143" y="13471"/>
                  <a:pt x="16143" y="13471"/>
                </a:cubicBezTo>
                <a:cubicBezTo>
                  <a:pt x="16143" y="13239"/>
                  <a:pt x="16143" y="13239"/>
                  <a:pt x="16143" y="13006"/>
                </a:cubicBezTo>
                <a:cubicBezTo>
                  <a:pt x="15461" y="12774"/>
                  <a:pt x="15461" y="12774"/>
                  <a:pt x="15461" y="12774"/>
                </a:cubicBezTo>
                <a:close/>
                <a:moveTo>
                  <a:pt x="15234" y="13006"/>
                </a:moveTo>
                <a:cubicBezTo>
                  <a:pt x="16143" y="13703"/>
                  <a:pt x="16143" y="13703"/>
                  <a:pt x="16143" y="13703"/>
                </a:cubicBezTo>
                <a:cubicBezTo>
                  <a:pt x="16143" y="13703"/>
                  <a:pt x="16143" y="13935"/>
                  <a:pt x="16143" y="13935"/>
                </a:cubicBezTo>
                <a:cubicBezTo>
                  <a:pt x="15006" y="13006"/>
                  <a:pt x="15006" y="13006"/>
                  <a:pt x="15006" y="13006"/>
                </a:cubicBezTo>
                <a:cubicBezTo>
                  <a:pt x="15234" y="13006"/>
                  <a:pt x="15234" y="13006"/>
                  <a:pt x="15234" y="13006"/>
                </a:cubicBezTo>
                <a:close/>
                <a:moveTo>
                  <a:pt x="14779" y="13239"/>
                </a:moveTo>
                <a:cubicBezTo>
                  <a:pt x="16143" y="14168"/>
                  <a:pt x="16143" y="14168"/>
                  <a:pt x="16143" y="14168"/>
                </a:cubicBezTo>
                <a:cubicBezTo>
                  <a:pt x="16143" y="14400"/>
                  <a:pt x="16143" y="14400"/>
                  <a:pt x="16143" y="14400"/>
                </a:cubicBezTo>
                <a:cubicBezTo>
                  <a:pt x="14552" y="13239"/>
                  <a:pt x="14552" y="13239"/>
                  <a:pt x="14552" y="13239"/>
                </a:cubicBezTo>
                <a:cubicBezTo>
                  <a:pt x="14779" y="13239"/>
                  <a:pt x="14779" y="13239"/>
                  <a:pt x="14779" y="13239"/>
                </a:cubicBezTo>
                <a:close/>
                <a:moveTo>
                  <a:pt x="14552" y="13471"/>
                </a:moveTo>
                <a:cubicBezTo>
                  <a:pt x="16143" y="14865"/>
                  <a:pt x="16143" y="14865"/>
                  <a:pt x="16143" y="14865"/>
                </a:cubicBezTo>
                <a:cubicBezTo>
                  <a:pt x="16143" y="14865"/>
                  <a:pt x="16143" y="14865"/>
                  <a:pt x="16143" y="14865"/>
                </a:cubicBezTo>
                <a:cubicBezTo>
                  <a:pt x="14324" y="13471"/>
                  <a:pt x="14324" y="13471"/>
                  <a:pt x="14324" y="13471"/>
                </a:cubicBezTo>
                <a:cubicBezTo>
                  <a:pt x="14552" y="13471"/>
                  <a:pt x="14552" y="13471"/>
                  <a:pt x="14552" y="13471"/>
                </a:cubicBezTo>
                <a:close/>
                <a:moveTo>
                  <a:pt x="16143" y="10684"/>
                </a:moveTo>
                <a:cubicBezTo>
                  <a:pt x="16143" y="10916"/>
                  <a:pt x="16143" y="10916"/>
                  <a:pt x="16143" y="10916"/>
                </a:cubicBezTo>
                <a:cubicBezTo>
                  <a:pt x="15916" y="11148"/>
                  <a:pt x="15916" y="11148"/>
                  <a:pt x="15916" y="11148"/>
                </a:cubicBezTo>
                <a:cubicBezTo>
                  <a:pt x="13187" y="13006"/>
                  <a:pt x="13187" y="13006"/>
                  <a:pt x="13187" y="13006"/>
                </a:cubicBezTo>
                <a:cubicBezTo>
                  <a:pt x="12733" y="13239"/>
                  <a:pt x="12733" y="13239"/>
                  <a:pt x="12733" y="13239"/>
                </a:cubicBezTo>
                <a:cubicBezTo>
                  <a:pt x="12733" y="12542"/>
                  <a:pt x="12733" y="12542"/>
                  <a:pt x="12733" y="12542"/>
                </a:cubicBezTo>
                <a:cubicBezTo>
                  <a:pt x="13415" y="9290"/>
                  <a:pt x="13415" y="9290"/>
                  <a:pt x="13415" y="9290"/>
                </a:cubicBezTo>
                <a:cubicBezTo>
                  <a:pt x="13415" y="9058"/>
                  <a:pt x="13415" y="9058"/>
                  <a:pt x="13415" y="9058"/>
                </a:cubicBezTo>
                <a:cubicBezTo>
                  <a:pt x="13642" y="9058"/>
                  <a:pt x="13642" y="9058"/>
                  <a:pt x="13642" y="9058"/>
                </a:cubicBezTo>
                <a:cubicBezTo>
                  <a:pt x="14097" y="9058"/>
                  <a:pt x="14552" y="9290"/>
                  <a:pt x="15006" y="9523"/>
                </a:cubicBezTo>
                <a:cubicBezTo>
                  <a:pt x="15461" y="9755"/>
                  <a:pt x="15916" y="10219"/>
                  <a:pt x="16143" y="10684"/>
                </a:cubicBezTo>
                <a:close/>
                <a:moveTo>
                  <a:pt x="14779" y="9987"/>
                </a:moveTo>
                <a:cubicBezTo>
                  <a:pt x="15006" y="10219"/>
                  <a:pt x="15234" y="10452"/>
                  <a:pt x="15461" y="10684"/>
                </a:cubicBezTo>
                <a:cubicBezTo>
                  <a:pt x="13415" y="12077"/>
                  <a:pt x="13415" y="12077"/>
                  <a:pt x="13415" y="12077"/>
                </a:cubicBezTo>
                <a:cubicBezTo>
                  <a:pt x="13869" y="9755"/>
                  <a:pt x="13869" y="9755"/>
                  <a:pt x="13869" y="9755"/>
                </a:cubicBezTo>
                <a:cubicBezTo>
                  <a:pt x="14097" y="9755"/>
                  <a:pt x="14552" y="9987"/>
                  <a:pt x="14779" y="9987"/>
                </a:cubicBezTo>
                <a:close/>
                <a:moveTo>
                  <a:pt x="16143" y="16258"/>
                </a:moveTo>
                <a:cubicBezTo>
                  <a:pt x="15916" y="16490"/>
                  <a:pt x="15916" y="16490"/>
                  <a:pt x="15916" y="16490"/>
                </a:cubicBezTo>
                <a:cubicBezTo>
                  <a:pt x="15688" y="16490"/>
                  <a:pt x="15688" y="16490"/>
                  <a:pt x="15688" y="16490"/>
                </a:cubicBezTo>
                <a:cubicBezTo>
                  <a:pt x="12960" y="14168"/>
                  <a:pt x="12960" y="14168"/>
                  <a:pt x="12960" y="14168"/>
                </a:cubicBezTo>
                <a:cubicBezTo>
                  <a:pt x="12505" y="13935"/>
                  <a:pt x="12505" y="13935"/>
                  <a:pt x="12505" y="13935"/>
                </a:cubicBezTo>
                <a:cubicBezTo>
                  <a:pt x="12960" y="13703"/>
                  <a:pt x="12960" y="13703"/>
                  <a:pt x="12960" y="13703"/>
                </a:cubicBezTo>
                <a:cubicBezTo>
                  <a:pt x="15688" y="11845"/>
                  <a:pt x="15688" y="11845"/>
                  <a:pt x="15688" y="11845"/>
                </a:cubicBezTo>
                <a:cubicBezTo>
                  <a:pt x="15916" y="11613"/>
                  <a:pt x="15916" y="11613"/>
                  <a:pt x="15916" y="11613"/>
                </a:cubicBezTo>
                <a:cubicBezTo>
                  <a:pt x="16143" y="11845"/>
                  <a:pt x="16143" y="11845"/>
                  <a:pt x="16143" y="11845"/>
                </a:cubicBezTo>
                <a:cubicBezTo>
                  <a:pt x="16371" y="12310"/>
                  <a:pt x="16598" y="12542"/>
                  <a:pt x="16598" y="13006"/>
                </a:cubicBezTo>
                <a:cubicBezTo>
                  <a:pt x="16825" y="13239"/>
                  <a:pt x="16825" y="13703"/>
                  <a:pt x="16825" y="13935"/>
                </a:cubicBezTo>
                <a:cubicBezTo>
                  <a:pt x="16825" y="14400"/>
                  <a:pt x="16825" y="14865"/>
                  <a:pt x="16598" y="15329"/>
                </a:cubicBezTo>
                <a:cubicBezTo>
                  <a:pt x="16371" y="15561"/>
                  <a:pt x="16371" y="16026"/>
                  <a:pt x="16143" y="16258"/>
                </a:cubicBezTo>
                <a:close/>
                <a:moveTo>
                  <a:pt x="18189" y="0"/>
                </a:moveTo>
                <a:cubicBezTo>
                  <a:pt x="19781" y="0"/>
                  <a:pt x="20918" y="1161"/>
                  <a:pt x="21145" y="2555"/>
                </a:cubicBezTo>
                <a:cubicBezTo>
                  <a:pt x="21373" y="3019"/>
                  <a:pt x="21373" y="3484"/>
                  <a:pt x="21373" y="4181"/>
                </a:cubicBezTo>
                <a:cubicBezTo>
                  <a:pt x="21600" y="4645"/>
                  <a:pt x="21373" y="5110"/>
                  <a:pt x="21373" y="5574"/>
                </a:cubicBezTo>
                <a:cubicBezTo>
                  <a:pt x="21145" y="6503"/>
                  <a:pt x="20691" y="7200"/>
                  <a:pt x="20236" y="7665"/>
                </a:cubicBezTo>
                <a:cubicBezTo>
                  <a:pt x="20236" y="20671"/>
                  <a:pt x="20236" y="20671"/>
                  <a:pt x="20236" y="20671"/>
                </a:cubicBezTo>
                <a:cubicBezTo>
                  <a:pt x="19326" y="21600"/>
                  <a:pt x="19326" y="21600"/>
                  <a:pt x="19326" y="21600"/>
                </a:cubicBezTo>
                <a:cubicBezTo>
                  <a:pt x="5002" y="21600"/>
                  <a:pt x="5002" y="21600"/>
                  <a:pt x="5002" y="21600"/>
                </a:cubicBezTo>
                <a:cubicBezTo>
                  <a:pt x="4093" y="20671"/>
                  <a:pt x="4093" y="20671"/>
                  <a:pt x="4093" y="20671"/>
                </a:cubicBezTo>
                <a:cubicBezTo>
                  <a:pt x="4093" y="15794"/>
                  <a:pt x="4093" y="15794"/>
                  <a:pt x="4093" y="15794"/>
                </a:cubicBezTo>
                <a:cubicBezTo>
                  <a:pt x="909" y="15794"/>
                  <a:pt x="909" y="15794"/>
                  <a:pt x="909" y="15794"/>
                </a:cubicBezTo>
                <a:cubicBezTo>
                  <a:pt x="0" y="14865"/>
                  <a:pt x="0" y="14865"/>
                  <a:pt x="0" y="14865"/>
                </a:cubicBezTo>
                <a:cubicBezTo>
                  <a:pt x="1819" y="2787"/>
                  <a:pt x="1819" y="2787"/>
                  <a:pt x="1819" y="2787"/>
                </a:cubicBezTo>
                <a:cubicBezTo>
                  <a:pt x="1819" y="1858"/>
                  <a:pt x="2274" y="1394"/>
                  <a:pt x="2956" y="697"/>
                </a:cubicBezTo>
                <a:cubicBezTo>
                  <a:pt x="3411" y="232"/>
                  <a:pt x="4320" y="0"/>
                  <a:pt x="5002" y="0"/>
                </a:cubicBezTo>
                <a:cubicBezTo>
                  <a:pt x="5002" y="0"/>
                  <a:pt x="5002" y="0"/>
                  <a:pt x="5002" y="0"/>
                </a:cubicBezTo>
                <a:cubicBezTo>
                  <a:pt x="5002" y="0"/>
                  <a:pt x="5002" y="0"/>
                  <a:pt x="5002" y="0"/>
                </a:cubicBezTo>
                <a:cubicBezTo>
                  <a:pt x="18189" y="0"/>
                  <a:pt x="18189" y="0"/>
                  <a:pt x="18189" y="0"/>
                </a:cubicBezTo>
                <a:cubicBezTo>
                  <a:pt x="18189" y="0"/>
                  <a:pt x="18189" y="0"/>
                  <a:pt x="18189" y="0"/>
                </a:cubicBezTo>
                <a:close/>
                <a:moveTo>
                  <a:pt x="6366" y="7897"/>
                </a:moveTo>
                <a:cubicBezTo>
                  <a:pt x="6366" y="7897"/>
                  <a:pt x="6366" y="7897"/>
                  <a:pt x="6366" y="7897"/>
                </a:cubicBezTo>
                <a:cubicBezTo>
                  <a:pt x="18189" y="7897"/>
                  <a:pt x="18189" y="7897"/>
                  <a:pt x="18189" y="7897"/>
                </a:cubicBezTo>
                <a:cubicBezTo>
                  <a:pt x="18189" y="19742"/>
                  <a:pt x="18189" y="19742"/>
                  <a:pt x="18189" y="19742"/>
                </a:cubicBezTo>
                <a:cubicBezTo>
                  <a:pt x="5912" y="19742"/>
                  <a:pt x="5912" y="19742"/>
                  <a:pt x="5912" y="19742"/>
                </a:cubicBezTo>
                <a:cubicBezTo>
                  <a:pt x="5912" y="15794"/>
                  <a:pt x="5912" y="15794"/>
                  <a:pt x="5912" y="15794"/>
                </a:cubicBezTo>
                <a:cubicBezTo>
                  <a:pt x="5912" y="13935"/>
                  <a:pt x="5912" y="13935"/>
                  <a:pt x="5912" y="13935"/>
                </a:cubicBezTo>
                <a:cubicBezTo>
                  <a:pt x="5912" y="7665"/>
                  <a:pt x="5912" y="7665"/>
                  <a:pt x="5912" y="7665"/>
                </a:cubicBezTo>
                <a:cubicBezTo>
                  <a:pt x="6139" y="7897"/>
                  <a:pt x="6139" y="7897"/>
                  <a:pt x="6366" y="7897"/>
                </a:cubicBezTo>
                <a:close/>
                <a:moveTo>
                  <a:pt x="4093" y="13935"/>
                </a:moveTo>
                <a:cubicBezTo>
                  <a:pt x="4093" y="5574"/>
                  <a:pt x="4093" y="5574"/>
                  <a:pt x="4093" y="5574"/>
                </a:cubicBezTo>
                <a:cubicBezTo>
                  <a:pt x="5912" y="5342"/>
                  <a:pt x="5912" y="5342"/>
                  <a:pt x="5912" y="5342"/>
                </a:cubicBezTo>
                <a:cubicBezTo>
                  <a:pt x="5912" y="5342"/>
                  <a:pt x="5912" y="5806"/>
                  <a:pt x="6366" y="5806"/>
                </a:cubicBezTo>
                <a:cubicBezTo>
                  <a:pt x="6366" y="5806"/>
                  <a:pt x="6366" y="5574"/>
                  <a:pt x="6366" y="5110"/>
                </a:cubicBezTo>
                <a:cubicBezTo>
                  <a:pt x="6594" y="4877"/>
                  <a:pt x="6594" y="4413"/>
                  <a:pt x="6594" y="4181"/>
                </a:cubicBezTo>
                <a:cubicBezTo>
                  <a:pt x="6594" y="3716"/>
                  <a:pt x="6366" y="3484"/>
                  <a:pt x="6366" y="3019"/>
                </a:cubicBezTo>
                <a:cubicBezTo>
                  <a:pt x="6139" y="2555"/>
                  <a:pt x="5684" y="1858"/>
                  <a:pt x="5002" y="1858"/>
                </a:cubicBezTo>
                <a:cubicBezTo>
                  <a:pt x="4775" y="1858"/>
                  <a:pt x="4320" y="2090"/>
                  <a:pt x="4093" y="2323"/>
                </a:cubicBezTo>
                <a:cubicBezTo>
                  <a:pt x="3865" y="2555"/>
                  <a:pt x="3638" y="2555"/>
                  <a:pt x="3638" y="2787"/>
                </a:cubicBezTo>
                <a:cubicBezTo>
                  <a:pt x="1819" y="13935"/>
                  <a:pt x="1819" y="13935"/>
                  <a:pt x="1819" y="13935"/>
                </a:cubicBezTo>
                <a:lnTo>
                  <a:pt x="4093" y="13935"/>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4" name="Shape 7194"/>
          <p:cNvSpPr/>
          <p:nvPr/>
        </p:nvSpPr>
        <p:spPr>
          <a:xfrm>
            <a:off x="4872250" y="3601624"/>
            <a:ext cx="957965" cy="599741"/>
          </a:xfrm>
          <a:custGeom>
            <a:avLst/>
            <a:gdLst/>
            <a:ahLst/>
            <a:cxnLst>
              <a:cxn ang="0">
                <a:pos x="wd2" y="hd2"/>
              </a:cxn>
              <a:cxn ang="5400000">
                <a:pos x="wd2" y="hd2"/>
              </a:cxn>
              <a:cxn ang="10800000">
                <a:pos x="wd2" y="hd2"/>
              </a:cxn>
              <a:cxn ang="16200000">
                <a:pos x="wd2" y="hd2"/>
              </a:cxn>
            </a:cxnLst>
            <a:rect l="0" t="0" r="r" b="b"/>
            <a:pathLst>
              <a:path w="21600" h="20952" fill="norm" stroke="1" extrusionOk="0">
                <a:moveTo>
                  <a:pt x="13407" y="7704"/>
                </a:moveTo>
                <a:cubicBezTo>
                  <a:pt x="13407" y="7416"/>
                  <a:pt x="13407" y="7128"/>
                  <a:pt x="13407" y="7128"/>
                </a:cubicBezTo>
                <a:cubicBezTo>
                  <a:pt x="13407" y="4824"/>
                  <a:pt x="13407" y="4824"/>
                  <a:pt x="13407" y="4824"/>
                </a:cubicBezTo>
                <a:cubicBezTo>
                  <a:pt x="13221" y="4824"/>
                  <a:pt x="13034" y="4824"/>
                  <a:pt x="12848" y="4824"/>
                </a:cubicBezTo>
                <a:cubicBezTo>
                  <a:pt x="12662" y="3384"/>
                  <a:pt x="12662" y="3384"/>
                  <a:pt x="12662" y="3384"/>
                </a:cubicBezTo>
                <a:cubicBezTo>
                  <a:pt x="12103" y="4824"/>
                  <a:pt x="12103" y="4824"/>
                  <a:pt x="12103" y="4824"/>
                </a:cubicBezTo>
                <a:cubicBezTo>
                  <a:pt x="11172" y="5400"/>
                  <a:pt x="10428" y="5688"/>
                  <a:pt x="8752" y="4536"/>
                </a:cubicBezTo>
                <a:cubicBezTo>
                  <a:pt x="8566" y="4536"/>
                  <a:pt x="8566" y="4536"/>
                  <a:pt x="8566" y="4536"/>
                </a:cubicBezTo>
                <a:cubicBezTo>
                  <a:pt x="8566" y="7128"/>
                  <a:pt x="8566" y="7128"/>
                  <a:pt x="8566" y="7128"/>
                </a:cubicBezTo>
                <a:cubicBezTo>
                  <a:pt x="8566" y="7128"/>
                  <a:pt x="8566" y="7416"/>
                  <a:pt x="8566" y="7704"/>
                </a:cubicBezTo>
                <a:cubicBezTo>
                  <a:pt x="7076" y="5976"/>
                  <a:pt x="7634" y="5112"/>
                  <a:pt x="7262" y="1944"/>
                </a:cubicBezTo>
                <a:cubicBezTo>
                  <a:pt x="8379" y="-648"/>
                  <a:pt x="13966" y="-648"/>
                  <a:pt x="14710" y="1944"/>
                </a:cubicBezTo>
                <a:cubicBezTo>
                  <a:pt x="14524" y="4248"/>
                  <a:pt x="14710" y="6264"/>
                  <a:pt x="13593" y="7704"/>
                </a:cubicBezTo>
                <a:cubicBezTo>
                  <a:pt x="13407" y="7704"/>
                  <a:pt x="13407" y="7704"/>
                  <a:pt x="13407" y="7704"/>
                </a:cubicBezTo>
                <a:close/>
                <a:moveTo>
                  <a:pt x="1490" y="9720"/>
                </a:moveTo>
                <a:cubicBezTo>
                  <a:pt x="1303" y="7992"/>
                  <a:pt x="1303" y="7128"/>
                  <a:pt x="1490" y="5976"/>
                </a:cubicBezTo>
                <a:cubicBezTo>
                  <a:pt x="3352" y="6552"/>
                  <a:pt x="3724" y="3960"/>
                  <a:pt x="5400" y="5976"/>
                </a:cubicBezTo>
                <a:cubicBezTo>
                  <a:pt x="5586" y="7128"/>
                  <a:pt x="5586" y="8568"/>
                  <a:pt x="5400" y="9432"/>
                </a:cubicBezTo>
                <a:cubicBezTo>
                  <a:pt x="5400" y="10296"/>
                  <a:pt x="5214" y="10872"/>
                  <a:pt x="4841" y="11448"/>
                </a:cubicBezTo>
                <a:cubicBezTo>
                  <a:pt x="4469" y="12024"/>
                  <a:pt x="3910" y="12600"/>
                  <a:pt x="3352" y="12600"/>
                </a:cubicBezTo>
                <a:cubicBezTo>
                  <a:pt x="3352" y="12600"/>
                  <a:pt x="3352" y="12600"/>
                  <a:pt x="3352" y="12600"/>
                </a:cubicBezTo>
                <a:cubicBezTo>
                  <a:pt x="2793" y="12600"/>
                  <a:pt x="2421" y="12024"/>
                  <a:pt x="2048" y="11448"/>
                </a:cubicBezTo>
                <a:cubicBezTo>
                  <a:pt x="1676" y="10872"/>
                  <a:pt x="1490" y="10296"/>
                  <a:pt x="1490" y="9720"/>
                </a:cubicBezTo>
                <a:close/>
                <a:moveTo>
                  <a:pt x="4655" y="12600"/>
                </a:moveTo>
                <a:cubicBezTo>
                  <a:pt x="4097" y="14328"/>
                  <a:pt x="2607" y="14328"/>
                  <a:pt x="2234" y="12600"/>
                </a:cubicBezTo>
                <a:cubicBezTo>
                  <a:pt x="745" y="13176"/>
                  <a:pt x="745" y="13176"/>
                  <a:pt x="745" y="13176"/>
                </a:cubicBezTo>
                <a:cubicBezTo>
                  <a:pt x="745" y="13176"/>
                  <a:pt x="745" y="13176"/>
                  <a:pt x="745" y="13176"/>
                </a:cubicBezTo>
                <a:cubicBezTo>
                  <a:pt x="559" y="13176"/>
                  <a:pt x="559" y="13176"/>
                  <a:pt x="559" y="13176"/>
                </a:cubicBezTo>
                <a:cubicBezTo>
                  <a:pt x="372" y="13752"/>
                  <a:pt x="186" y="14040"/>
                  <a:pt x="0" y="14904"/>
                </a:cubicBezTo>
                <a:cubicBezTo>
                  <a:pt x="0" y="15480"/>
                  <a:pt x="0" y="16056"/>
                  <a:pt x="0" y="16920"/>
                </a:cubicBezTo>
                <a:cubicBezTo>
                  <a:pt x="186" y="17208"/>
                  <a:pt x="186" y="17208"/>
                  <a:pt x="186" y="17208"/>
                </a:cubicBezTo>
                <a:cubicBezTo>
                  <a:pt x="372" y="17208"/>
                  <a:pt x="372" y="17208"/>
                  <a:pt x="372" y="17208"/>
                </a:cubicBezTo>
                <a:cubicBezTo>
                  <a:pt x="4841" y="17208"/>
                  <a:pt x="4841" y="17208"/>
                  <a:pt x="4841" y="17208"/>
                </a:cubicBezTo>
                <a:cubicBezTo>
                  <a:pt x="4655" y="18072"/>
                  <a:pt x="4841" y="19224"/>
                  <a:pt x="4841" y="20376"/>
                </a:cubicBezTo>
                <a:cubicBezTo>
                  <a:pt x="5028" y="20952"/>
                  <a:pt x="5028" y="20952"/>
                  <a:pt x="5028" y="20952"/>
                </a:cubicBezTo>
                <a:cubicBezTo>
                  <a:pt x="5214" y="20952"/>
                  <a:pt x="5214" y="20952"/>
                  <a:pt x="5214" y="20952"/>
                </a:cubicBezTo>
                <a:cubicBezTo>
                  <a:pt x="16759" y="20952"/>
                  <a:pt x="16759" y="20952"/>
                  <a:pt x="16759" y="20952"/>
                </a:cubicBezTo>
                <a:cubicBezTo>
                  <a:pt x="17131" y="20952"/>
                  <a:pt x="17131" y="20952"/>
                  <a:pt x="17131" y="20952"/>
                </a:cubicBezTo>
                <a:cubicBezTo>
                  <a:pt x="17131" y="20376"/>
                  <a:pt x="17131" y="20376"/>
                  <a:pt x="17131" y="20376"/>
                </a:cubicBezTo>
                <a:cubicBezTo>
                  <a:pt x="17317" y="19224"/>
                  <a:pt x="17317" y="18360"/>
                  <a:pt x="17317" y="17208"/>
                </a:cubicBezTo>
                <a:cubicBezTo>
                  <a:pt x="21414" y="17208"/>
                  <a:pt x="21414" y="17208"/>
                  <a:pt x="21414" y="17208"/>
                </a:cubicBezTo>
                <a:cubicBezTo>
                  <a:pt x="21600" y="17208"/>
                  <a:pt x="21600" y="17208"/>
                  <a:pt x="21600" y="17208"/>
                </a:cubicBezTo>
                <a:cubicBezTo>
                  <a:pt x="21600" y="16920"/>
                  <a:pt x="21600" y="16920"/>
                  <a:pt x="21600" y="16920"/>
                </a:cubicBezTo>
                <a:cubicBezTo>
                  <a:pt x="21600" y="16344"/>
                  <a:pt x="21600" y="15768"/>
                  <a:pt x="21600" y="15192"/>
                </a:cubicBezTo>
                <a:cubicBezTo>
                  <a:pt x="21600" y="14328"/>
                  <a:pt x="21414" y="13752"/>
                  <a:pt x="21228" y="13464"/>
                </a:cubicBezTo>
                <a:cubicBezTo>
                  <a:pt x="21041" y="13176"/>
                  <a:pt x="21041" y="13176"/>
                  <a:pt x="21041" y="13176"/>
                </a:cubicBezTo>
                <a:cubicBezTo>
                  <a:pt x="21041" y="13176"/>
                  <a:pt x="21041" y="13176"/>
                  <a:pt x="21041" y="13176"/>
                </a:cubicBezTo>
                <a:cubicBezTo>
                  <a:pt x="19552" y="12600"/>
                  <a:pt x="19552" y="12600"/>
                  <a:pt x="19552" y="12600"/>
                </a:cubicBezTo>
                <a:cubicBezTo>
                  <a:pt x="19179" y="12888"/>
                  <a:pt x="19179" y="12888"/>
                  <a:pt x="19179" y="12888"/>
                </a:cubicBezTo>
                <a:cubicBezTo>
                  <a:pt x="18248" y="16344"/>
                  <a:pt x="18248" y="16344"/>
                  <a:pt x="18248" y="16344"/>
                </a:cubicBezTo>
                <a:cubicBezTo>
                  <a:pt x="17317" y="12888"/>
                  <a:pt x="17317" y="12888"/>
                  <a:pt x="17317" y="12888"/>
                </a:cubicBezTo>
                <a:cubicBezTo>
                  <a:pt x="16945" y="12600"/>
                  <a:pt x="16945" y="12600"/>
                  <a:pt x="16945" y="12600"/>
                </a:cubicBezTo>
                <a:cubicBezTo>
                  <a:pt x="15641" y="13176"/>
                  <a:pt x="15641" y="13176"/>
                  <a:pt x="15641" y="13176"/>
                </a:cubicBezTo>
                <a:cubicBezTo>
                  <a:pt x="13407" y="12312"/>
                  <a:pt x="13407" y="12312"/>
                  <a:pt x="13407" y="12312"/>
                </a:cubicBezTo>
                <a:cubicBezTo>
                  <a:pt x="12848" y="12888"/>
                  <a:pt x="12848" y="12888"/>
                  <a:pt x="12848" y="12888"/>
                </a:cubicBezTo>
                <a:cubicBezTo>
                  <a:pt x="12848" y="13752"/>
                  <a:pt x="12848" y="13752"/>
                  <a:pt x="12848" y="13752"/>
                </a:cubicBezTo>
                <a:cubicBezTo>
                  <a:pt x="11917" y="18648"/>
                  <a:pt x="11917" y="18648"/>
                  <a:pt x="11917" y="18648"/>
                </a:cubicBezTo>
                <a:cubicBezTo>
                  <a:pt x="11917" y="18648"/>
                  <a:pt x="11917" y="18648"/>
                  <a:pt x="11917" y="18648"/>
                </a:cubicBezTo>
                <a:cubicBezTo>
                  <a:pt x="11545" y="14904"/>
                  <a:pt x="11545" y="14904"/>
                  <a:pt x="11545" y="14904"/>
                </a:cubicBezTo>
                <a:cubicBezTo>
                  <a:pt x="11917" y="14328"/>
                  <a:pt x="11917" y="14328"/>
                  <a:pt x="11917" y="14328"/>
                </a:cubicBezTo>
                <a:cubicBezTo>
                  <a:pt x="11731" y="12888"/>
                  <a:pt x="11731" y="12888"/>
                  <a:pt x="11731" y="12888"/>
                </a:cubicBezTo>
                <a:cubicBezTo>
                  <a:pt x="11172" y="12888"/>
                  <a:pt x="11172" y="12888"/>
                  <a:pt x="11172" y="12888"/>
                </a:cubicBezTo>
                <a:cubicBezTo>
                  <a:pt x="10986" y="12888"/>
                  <a:pt x="10986" y="12888"/>
                  <a:pt x="10986" y="12888"/>
                </a:cubicBezTo>
                <a:cubicBezTo>
                  <a:pt x="10428" y="12888"/>
                  <a:pt x="10428" y="12888"/>
                  <a:pt x="10428" y="12888"/>
                </a:cubicBezTo>
                <a:cubicBezTo>
                  <a:pt x="10241" y="14328"/>
                  <a:pt x="10241" y="14328"/>
                  <a:pt x="10241" y="14328"/>
                </a:cubicBezTo>
                <a:cubicBezTo>
                  <a:pt x="10614" y="14904"/>
                  <a:pt x="10614" y="14904"/>
                  <a:pt x="10614" y="14904"/>
                </a:cubicBezTo>
                <a:cubicBezTo>
                  <a:pt x="10055" y="18648"/>
                  <a:pt x="10055" y="18648"/>
                  <a:pt x="10055" y="18648"/>
                </a:cubicBezTo>
                <a:cubicBezTo>
                  <a:pt x="9124" y="13752"/>
                  <a:pt x="9124" y="13752"/>
                  <a:pt x="9124" y="13752"/>
                </a:cubicBezTo>
                <a:cubicBezTo>
                  <a:pt x="9124" y="12888"/>
                  <a:pt x="9124" y="12888"/>
                  <a:pt x="9124" y="12888"/>
                </a:cubicBezTo>
                <a:cubicBezTo>
                  <a:pt x="8752" y="12312"/>
                  <a:pt x="8752" y="12312"/>
                  <a:pt x="8752" y="12312"/>
                </a:cubicBezTo>
                <a:cubicBezTo>
                  <a:pt x="6145" y="13176"/>
                  <a:pt x="6145" y="13176"/>
                  <a:pt x="6145" y="13176"/>
                </a:cubicBezTo>
                <a:cubicBezTo>
                  <a:pt x="6145" y="13176"/>
                  <a:pt x="6145" y="13176"/>
                  <a:pt x="6145" y="13176"/>
                </a:cubicBezTo>
                <a:cubicBezTo>
                  <a:pt x="4655" y="12600"/>
                  <a:pt x="4655" y="12600"/>
                  <a:pt x="4655" y="12600"/>
                </a:cubicBezTo>
                <a:close/>
                <a:moveTo>
                  <a:pt x="16200" y="9720"/>
                </a:moveTo>
                <a:cubicBezTo>
                  <a:pt x="16200" y="7992"/>
                  <a:pt x="16014" y="6552"/>
                  <a:pt x="16200" y="5400"/>
                </a:cubicBezTo>
                <a:cubicBezTo>
                  <a:pt x="16945" y="4536"/>
                  <a:pt x="19738" y="4536"/>
                  <a:pt x="20297" y="5400"/>
                </a:cubicBezTo>
                <a:cubicBezTo>
                  <a:pt x="20297" y="6840"/>
                  <a:pt x="20297" y="8568"/>
                  <a:pt x="20297" y="9432"/>
                </a:cubicBezTo>
                <a:cubicBezTo>
                  <a:pt x="20110" y="10296"/>
                  <a:pt x="19924" y="10872"/>
                  <a:pt x="19738" y="11448"/>
                </a:cubicBezTo>
                <a:cubicBezTo>
                  <a:pt x="19366" y="12024"/>
                  <a:pt x="18807" y="12600"/>
                  <a:pt x="18248" y="12600"/>
                </a:cubicBezTo>
                <a:cubicBezTo>
                  <a:pt x="18248" y="12600"/>
                  <a:pt x="18248" y="12600"/>
                  <a:pt x="18248" y="12600"/>
                </a:cubicBezTo>
                <a:cubicBezTo>
                  <a:pt x="17690" y="12600"/>
                  <a:pt x="17131" y="12024"/>
                  <a:pt x="16759" y="11448"/>
                </a:cubicBezTo>
                <a:cubicBezTo>
                  <a:pt x="16572" y="10872"/>
                  <a:pt x="16386" y="10296"/>
                  <a:pt x="16200" y="972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5" name="Shape 7195"/>
          <p:cNvSpPr/>
          <p:nvPr/>
        </p:nvSpPr>
        <p:spPr>
          <a:xfrm>
            <a:off x="8009488" y="11071230"/>
            <a:ext cx="790035" cy="7900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3725" y="0"/>
                  <a:pt x="16425" y="1350"/>
                  <a:pt x="18450" y="3150"/>
                </a:cubicBezTo>
                <a:cubicBezTo>
                  <a:pt x="20475" y="5175"/>
                  <a:pt x="21600" y="7875"/>
                  <a:pt x="21600" y="10800"/>
                </a:cubicBezTo>
                <a:cubicBezTo>
                  <a:pt x="21600" y="13950"/>
                  <a:pt x="20475" y="16650"/>
                  <a:pt x="18450" y="18450"/>
                </a:cubicBezTo>
                <a:cubicBezTo>
                  <a:pt x="16425" y="20475"/>
                  <a:pt x="13725" y="21600"/>
                  <a:pt x="10800" y="21600"/>
                </a:cubicBezTo>
                <a:cubicBezTo>
                  <a:pt x="7875" y="21600"/>
                  <a:pt x="5175" y="20475"/>
                  <a:pt x="3150" y="18450"/>
                </a:cubicBezTo>
                <a:cubicBezTo>
                  <a:pt x="1125" y="16650"/>
                  <a:pt x="0" y="13950"/>
                  <a:pt x="0" y="10800"/>
                </a:cubicBezTo>
                <a:cubicBezTo>
                  <a:pt x="0" y="7875"/>
                  <a:pt x="1125" y="5175"/>
                  <a:pt x="3150" y="3150"/>
                </a:cubicBezTo>
                <a:cubicBezTo>
                  <a:pt x="5175" y="1350"/>
                  <a:pt x="7875" y="0"/>
                  <a:pt x="10800" y="0"/>
                </a:cubicBezTo>
                <a:close/>
                <a:moveTo>
                  <a:pt x="3825" y="8100"/>
                </a:moveTo>
                <a:cubicBezTo>
                  <a:pt x="4950" y="6075"/>
                  <a:pt x="6750" y="4950"/>
                  <a:pt x="8550" y="4725"/>
                </a:cubicBezTo>
                <a:cubicBezTo>
                  <a:pt x="9450" y="8550"/>
                  <a:pt x="9450" y="8550"/>
                  <a:pt x="9450" y="8550"/>
                </a:cubicBezTo>
                <a:cubicBezTo>
                  <a:pt x="8550" y="9000"/>
                  <a:pt x="8100" y="9900"/>
                  <a:pt x="8100" y="10800"/>
                </a:cubicBezTo>
                <a:cubicBezTo>
                  <a:pt x="8100" y="12150"/>
                  <a:pt x="9225" y="13275"/>
                  <a:pt x="10350" y="13500"/>
                </a:cubicBezTo>
                <a:cubicBezTo>
                  <a:pt x="10800" y="14850"/>
                  <a:pt x="10800" y="14850"/>
                  <a:pt x="10800" y="14850"/>
                </a:cubicBezTo>
                <a:cubicBezTo>
                  <a:pt x="13725" y="13725"/>
                  <a:pt x="13725" y="13725"/>
                  <a:pt x="13725" y="13725"/>
                </a:cubicBezTo>
                <a:cubicBezTo>
                  <a:pt x="13050" y="12375"/>
                  <a:pt x="13050" y="12375"/>
                  <a:pt x="13050" y="12375"/>
                </a:cubicBezTo>
                <a:cubicBezTo>
                  <a:pt x="13275" y="11925"/>
                  <a:pt x="13500" y="11475"/>
                  <a:pt x="13500" y="10800"/>
                </a:cubicBezTo>
                <a:cubicBezTo>
                  <a:pt x="13500" y="9450"/>
                  <a:pt x="12375" y="8100"/>
                  <a:pt x="10800" y="8100"/>
                </a:cubicBezTo>
                <a:cubicBezTo>
                  <a:pt x="10800" y="8100"/>
                  <a:pt x="10800" y="8100"/>
                  <a:pt x="10575" y="8100"/>
                </a:cubicBezTo>
                <a:cubicBezTo>
                  <a:pt x="8775" y="4725"/>
                  <a:pt x="8775" y="4725"/>
                  <a:pt x="8775" y="4725"/>
                </a:cubicBezTo>
                <a:cubicBezTo>
                  <a:pt x="11925" y="4500"/>
                  <a:pt x="15300" y="6750"/>
                  <a:pt x="15525" y="11250"/>
                </a:cubicBezTo>
                <a:cubicBezTo>
                  <a:pt x="16650" y="11250"/>
                  <a:pt x="17325" y="11250"/>
                  <a:pt x="18450" y="11250"/>
                </a:cubicBezTo>
                <a:cubicBezTo>
                  <a:pt x="18225" y="2250"/>
                  <a:pt x="6300" y="225"/>
                  <a:pt x="3825" y="8100"/>
                </a:cubicBezTo>
                <a:close/>
                <a:moveTo>
                  <a:pt x="11700" y="11925"/>
                </a:moveTo>
                <a:cubicBezTo>
                  <a:pt x="11700" y="11925"/>
                  <a:pt x="11700" y="11925"/>
                  <a:pt x="11700" y="11925"/>
                </a:cubicBezTo>
                <a:cubicBezTo>
                  <a:pt x="11700" y="11700"/>
                  <a:pt x="11700" y="11700"/>
                  <a:pt x="11700"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700"/>
                  <a:pt x="11925" y="11700"/>
                  <a:pt x="11925" y="11700"/>
                </a:cubicBezTo>
                <a:cubicBezTo>
                  <a:pt x="11925" y="11475"/>
                  <a:pt x="11925" y="11475"/>
                  <a:pt x="11925" y="11475"/>
                </a:cubicBezTo>
                <a:cubicBezTo>
                  <a:pt x="11925" y="11475"/>
                  <a:pt x="11925" y="11475"/>
                  <a:pt x="11925" y="11475"/>
                </a:cubicBezTo>
                <a:cubicBezTo>
                  <a:pt x="11925" y="11475"/>
                  <a:pt x="11925" y="11475"/>
                  <a:pt x="11925" y="11475"/>
                </a:cubicBezTo>
                <a:cubicBezTo>
                  <a:pt x="11925" y="11475"/>
                  <a:pt x="12150" y="11475"/>
                  <a:pt x="12150" y="11475"/>
                </a:cubicBezTo>
                <a:cubicBezTo>
                  <a:pt x="12150" y="11475"/>
                  <a:pt x="12150" y="11475"/>
                  <a:pt x="12150" y="11475"/>
                </a:cubicBezTo>
                <a:cubicBezTo>
                  <a:pt x="12150" y="11475"/>
                  <a:pt x="12150" y="11250"/>
                  <a:pt x="12150" y="11250"/>
                </a:cubicBezTo>
                <a:cubicBezTo>
                  <a:pt x="12150" y="11250"/>
                  <a:pt x="12150" y="11250"/>
                  <a:pt x="12150" y="11250"/>
                </a:cubicBezTo>
                <a:cubicBezTo>
                  <a:pt x="12150" y="11250"/>
                  <a:pt x="12150" y="11250"/>
                  <a:pt x="12150" y="11250"/>
                </a:cubicBezTo>
                <a:cubicBezTo>
                  <a:pt x="12150" y="11250"/>
                  <a:pt x="12150" y="11250"/>
                  <a:pt x="12150" y="11250"/>
                </a:cubicBezTo>
                <a:cubicBezTo>
                  <a:pt x="12150" y="11250"/>
                  <a:pt x="12150" y="11250"/>
                  <a:pt x="12150" y="11250"/>
                </a:cubicBezTo>
                <a:cubicBezTo>
                  <a:pt x="12150" y="11250"/>
                  <a:pt x="12150" y="11250"/>
                  <a:pt x="12150" y="11250"/>
                </a:cubicBezTo>
                <a:cubicBezTo>
                  <a:pt x="12150" y="11250"/>
                  <a:pt x="12150" y="11250"/>
                  <a:pt x="12150" y="11250"/>
                </a:cubicBezTo>
                <a:cubicBezTo>
                  <a:pt x="12150" y="11250"/>
                  <a:pt x="12150" y="11250"/>
                  <a:pt x="12150" y="11250"/>
                </a:cubicBezTo>
                <a:cubicBezTo>
                  <a:pt x="12150" y="11250"/>
                  <a:pt x="12150" y="11250"/>
                  <a:pt x="12150" y="11250"/>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1025"/>
                  <a:pt x="12150" y="11025"/>
                </a:cubicBezTo>
                <a:cubicBezTo>
                  <a:pt x="12150" y="11025"/>
                  <a:pt x="12150" y="10800"/>
                  <a:pt x="12150" y="10800"/>
                </a:cubicBezTo>
                <a:cubicBezTo>
                  <a:pt x="12150" y="10350"/>
                  <a:pt x="11925" y="9900"/>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475" y="9675"/>
                  <a:pt x="11475" y="9675"/>
                  <a:pt x="11475"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250" y="9675"/>
                  <a:pt x="11250" y="9675"/>
                  <a:pt x="11250" y="9675"/>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1025" y="9450"/>
                  <a:pt x="11025" y="9450"/>
                  <a:pt x="11025"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800" y="9450"/>
                  <a:pt x="10800" y="9450"/>
                  <a:pt x="10800" y="9450"/>
                </a:cubicBezTo>
                <a:cubicBezTo>
                  <a:pt x="10575" y="9450"/>
                  <a:pt x="10575" y="9450"/>
                  <a:pt x="10575" y="9450"/>
                </a:cubicBezTo>
                <a:cubicBezTo>
                  <a:pt x="10575" y="9450"/>
                  <a:pt x="10575" y="9450"/>
                  <a:pt x="10575" y="9450"/>
                </a:cubicBezTo>
                <a:cubicBezTo>
                  <a:pt x="10575" y="9450"/>
                  <a:pt x="10575" y="9450"/>
                  <a:pt x="10575" y="9450"/>
                </a:cubicBezTo>
                <a:cubicBezTo>
                  <a:pt x="10575" y="9450"/>
                  <a:pt x="10575" y="9450"/>
                  <a:pt x="10575" y="9450"/>
                </a:cubicBezTo>
                <a:cubicBezTo>
                  <a:pt x="10575" y="9450"/>
                  <a:pt x="10575" y="9450"/>
                  <a:pt x="10575" y="9450"/>
                </a:cubicBezTo>
                <a:cubicBezTo>
                  <a:pt x="10575" y="9450"/>
                  <a:pt x="10575" y="9450"/>
                  <a:pt x="10575" y="9450"/>
                </a:cubicBezTo>
                <a:cubicBezTo>
                  <a:pt x="10575" y="9450"/>
                  <a:pt x="10575" y="9450"/>
                  <a:pt x="10575" y="9450"/>
                </a:cubicBezTo>
                <a:cubicBezTo>
                  <a:pt x="10575" y="9450"/>
                  <a:pt x="10575" y="9450"/>
                  <a:pt x="10575" y="9675"/>
                </a:cubicBezTo>
                <a:cubicBezTo>
                  <a:pt x="10575" y="9675"/>
                  <a:pt x="10575" y="9675"/>
                  <a:pt x="10575" y="9675"/>
                </a:cubicBezTo>
                <a:cubicBezTo>
                  <a:pt x="10575" y="9675"/>
                  <a:pt x="10575" y="9675"/>
                  <a:pt x="10575"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350" y="9675"/>
                  <a:pt x="10350" y="9675"/>
                  <a:pt x="10350"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10125" y="9675"/>
                  <a:pt x="10125" y="9675"/>
                  <a:pt x="10125" y="9675"/>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900" y="9900"/>
                  <a:pt x="9900" y="9900"/>
                  <a:pt x="9900" y="9900"/>
                </a:cubicBezTo>
                <a:cubicBezTo>
                  <a:pt x="9675" y="9900"/>
                  <a:pt x="9675" y="9900"/>
                  <a:pt x="9675" y="9900"/>
                </a:cubicBezTo>
                <a:cubicBezTo>
                  <a:pt x="9675" y="9900"/>
                  <a:pt x="9675" y="9900"/>
                  <a:pt x="9675" y="9900"/>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675" y="10125"/>
                  <a:pt x="9675" y="10125"/>
                  <a:pt x="9675" y="10125"/>
                </a:cubicBezTo>
                <a:cubicBezTo>
                  <a:pt x="9450" y="10350"/>
                  <a:pt x="9450" y="10575"/>
                  <a:pt x="9450" y="10800"/>
                </a:cubicBezTo>
                <a:cubicBezTo>
                  <a:pt x="9450" y="11475"/>
                  <a:pt x="9675" y="1170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125" y="12150"/>
                  <a:pt x="10125" y="12150"/>
                  <a:pt x="10125"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350" y="12150"/>
                  <a:pt x="10350" y="12150"/>
                  <a:pt x="10350"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575" y="12150"/>
                  <a:pt x="10575" y="12150"/>
                  <a:pt x="10575"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0800" y="12150"/>
                  <a:pt x="10800" y="12150"/>
                  <a:pt x="10800"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025" y="12150"/>
                  <a:pt x="11025" y="12150"/>
                  <a:pt x="11025"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250" y="12150"/>
                  <a:pt x="11250" y="12150"/>
                  <a:pt x="11250"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2150"/>
                  <a:pt x="11475" y="12150"/>
                  <a:pt x="11475" y="12150"/>
                </a:cubicBezTo>
                <a:cubicBezTo>
                  <a:pt x="11475" y="11925"/>
                  <a:pt x="11475" y="11925"/>
                  <a:pt x="11475" y="11925"/>
                </a:cubicBezTo>
                <a:cubicBezTo>
                  <a:pt x="11475" y="11925"/>
                  <a:pt x="11475" y="11925"/>
                  <a:pt x="11475" y="11925"/>
                </a:cubicBezTo>
                <a:cubicBezTo>
                  <a:pt x="11475" y="11925"/>
                  <a:pt x="11475" y="11925"/>
                  <a:pt x="11475" y="11925"/>
                </a:cubicBezTo>
                <a:cubicBezTo>
                  <a:pt x="11475" y="11925"/>
                  <a:pt x="11475" y="11925"/>
                  <a:pt x="11475"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ubicBezTo>
                  <a:pt x="11700" y="11925"/>
                  <a:pt x="11700" y="11925"/>
                  <a:pt x="11700" y="11925"/>
                </a:cubicBezTo>
                <a:close/>
                <a:moveTo>
                  <a:pt x="17100" y="4500"/>
                </a:moveTo>
                <a:cubicBezTo>
                  <a:pt x="15525" y="2925"/>
                  <a:pt x="13275" y="2025"/>
                  <a:pt x="10800" y="2025"/>
                </a:cubicBezTo>
                <a:cubicBezTo>
                  <a:pt x="8325" y="2025"/>
                  <a:pt x="6075" y="2925"/>
                  <a:pt x="4500" y="4500"/>
                </a:cubicBezTo>
                <a:cubicBezTo>
                  <a:pt x="2925" y="6300"/>
                  <a:pt x="1800" y="8325"/>
                  <a:pt x="1800" y="10800"/>
                </a:cubicBezTo>
                <a:cubicBezTo>
                  <a:pt x="1800" y="13275"/>
                  <a:pt x="2925" y="15525"/>
                  <a:pt x="4500" y="17100"/>
                </a:cubicBezTo>
                <a:cubicBezTo>
                  <a:pt x="6075" y="18900"/>
                  <a:pt x="8325" y="19800"/>
                  <a:pt x="10800" y="19800"/>
                </a:cubicBezTo>
                <a:cubicBezTo>
                  <a:pt x="13275" y="19800"/>
                  <a:pt x="15525" y="18900"/>
                  <a:pt x="17100" y="17100"/>
                </a:cubicBezTo>
                <a:cubicBezTo>
                  <a:pt x="18675" y="15525"/>
                  <a:pt x="19800" y="13275"/>
                  <a:pt x="19800" y="10800"/>
                </a:cubicBezTo>
                <a:cubicBezTo>
                  <a:pt x="19800" y="8325"/>
                  <a:pt x="18675" y="6300"/>
                  <a:pt x="17100" y="450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6" name="Shape 7196"/>
          <p:cNvSpPr/>
          <p:nvPr/>
        </p:nvSpPr>
        <p:spPr>
          <a:xfrm>
            <a:off x="11169625" y="9559860"/>
            <a:ext cx="648821" cy="7556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09"/>
                </a:moveTo>
                <a:cubicBezTo>
                  <a:pt x="2734" y="1409"/>
                  <a:pt x="2734" y="1409"/>
                  <a:pt x="2734" y="1409"/>
                </a:cubicBezTo>
                <a:cubicBezTo>
                  <a:pt x="2461" y="1643"/>
                  <a:pt x="2187" y="1878"/>
                  <a:pt x="2187" y="2113"/>
                </a:cubicBezTo>
                <a:cubicBezTo>
                  <a:pt x="1914" y="2348"/>
                  <a:pt x="1914" y="2583"/>
                  <a:pt x="1914" y="2817"/>
                </a:cubicBezTo>
                <a:cubicBezTo>
                  <a:pt x="1914" y="3052"/>
                  <a:pt x="1914" y="3287"/>
                  <a:pt x="2187" y="3522"/>
                </a:cubicBezTo>
                <a:cubicBezTo>
                  <a:pt x="2187" y="3757"/>
                  <a:pt x="2461" y="4226"/>
                  <a:pt x="2734" y="4226"/>
                </a:cubicBezTo>
                <a:cubicBezTo>
                  <a:pt x="3828" y="4226"/>
                  <a:pt x="3828" y="4226"/>
                  <a:pt x="3828" y="4226"/>
                </a:cubicBezTo>
                <a:cubicBezTo>
                  <a:pt x="3554" y="4696"/>
                  <a:pt x="3008" y="5165"/>
                  <a:pt x="3008" y="5165"/>
                </a:cubicBezTo>
                <a:cubicBezTo>
                  <a:pt x="3008" y="12913"/>
                  <a:pt x="3008" y="12913"/>
                  <a:pt x="3008" y="12913"/>
                </a:cubicBezTo>
                <a:cubicBezTo>
                  <a:pt x="5742" y="11035"/>
                  <a:pt x="5742" y="11035"/>
                  <a:pt x="5742" y="11035"/>
                </a:cubicBezTo>
                <a:cubicBezTo>
                  <a:pt x="9023" y="12678"/>
                  <a:pt x="9023" y="12678"/>
                  <a:pt x="9023" y="12678"/>
                </a:cubicBezTo>
                <a:cubicBezTo>
                  <a:pt x="9023" y="5165"/>
                  <a:pt x="9023" y="5165"/>
                  <a:pt x="9023" y="5165"/>
                </a:cubicBezTo>
                <a:cubicBezTo>
                  <a:pt x="9843" y="4226"/>
                  <a:pt x="9843" y="4226"/>
                  <a:pt x="9843" y="4226"/>
                </a:cubicBezTo>
                <a:cubicBezTo>
                  <a:pt x="21600" y="4226"/>
                  <a:pt x="21600" y="4226"/>
                  <a:pt x="21600" y="4226"/>
                </a:cubicBezTo>
                <a:cubicBezTo>
                  <a:pt x="21600" y="5165"/>
                  <a:pt x="21600" y="5165"/>
                  <a:pt x="21600" y="5165"/>
                </a:cubicBezTo>
                <a:cubicBezTo>
                  <a:pt x="21600" y="5870"/>
                  <a:pt x="21600" y="5870"/>
                  <a:pt x="21600" y="5870"/>
                </a:cubicBezTo>
                <a:cubicBezTo>
                  <a:pt x="21600" y="21600"/>
                  <a:pt x="21600" y="21600"/>
                  <a:pt x="21600" y="21600"/>
                </a:cubicBezTo>
                <a:cubicBezTo>
                  <a:pt x="3554" y="21600"/>
                  <a:pt x="3554" y="21600"/>
                  <a:pt x="3554" y="21600"/>
                </a:cubicBezTo>
                <a:cubicBezTo>
                  <a:pt x="1914" y="21365"/>
                  <a:pt x="547" y="21130"/>
                  <a:pt x="273" y="19957"/>
                </a:cubicBezTo>
                <a:cubicBezTo>
                  <a:pt x="273" y="3052"/>
                  <a:pt x="273" y="3052"/>
                  <a:pt x="273" y="3052"/>
                </a:cubicBezTo>
                <a:cubicBezTo>
                  <a:pt x="0" y="3052"/>
                  <a:pt x="0" y="2817"/>
                  <a:pt x="0" y="2817"/>
                </a:cubicBezTo>
                <a:cubicBezTo>
                  <a:pt x="273" y="2348"/>
                  <a:pt x="273" y="1878"/>
                  <a:pt x="547" y="1409"/>
                </a:cubicBezTo>
                <a:cubicBezTo>
                  <a:pt x="820" y="704"/>
                  <a:pt x="1367" y="235"/>
                  <a:pt x="2187" y="0"/>
                </a:cubicBezTo>
                <a:cubicBezTo>
                  <a:pt x="2461" y="0"/>
                  <a:pt x="2461" y="0"/>
                  <a:pt x="2461" y="0"/>
                </a:cubicBezTo>
                <a:cubicBezTo>
                  <a:pt x="2734" y="0"/>
                  <a:pt x="2734" y="0"/>
                  <a:pt x="2734" y="0"/>
                </a:cubicBezTo>
                <a:cubicBezTo>
                  <a:pt x="21600" y="0"/>
                  <a:pt x="21600" y="0"/>
                  <a:pt x="21600" y="0"/>
                </a:cubicBezTo>
                <a:cubicBezTo>
                  <a:pt x="21600" y="1409"/>
                  <a:pt x="21600" y="1409"/>
                  <a:pt x="21600" y="1409"/>
                </a:cubicBezTo>
                <a:close/>
                <a:moveTo>
                  <a:pt x="3281" y="3757"/>
                </a:moveTo>
                <a:cubicBezTo>
                  <a:pt x="20233" y="3757"/>
                  <a:pt x="20233" y="3757"/>
                  <a:pt x="20233" y="3757"/>
                </a:cubicBezTo>
                <a:cubicBezTo>
                  <a:pt x="20233" y="3287"/>
                  <a:pt x="20233" y="3287"/>
                  <a:pt x="20233" y="3287"/>
                </a:cubicBezTo>
                <a:cubicBezTo>
                  <a:pt x="3008" y="3287"/>
                  <a:pt x="3008" y="3287"/>
                  <a:pt x="3008" y="3287"/>
                </a:cubicBezTo>
                <a:cubicBezTo>
                  <a:pt x="3281" y="3757"/>
                  <a:pt x="3281" y="3757"/>
                  <a:pt x="3281" y="3757"/>
                </a:cubicBezTo>
                <a:close/>
                <a:moveTo>
                  <a:pt x="3008" y="2817"/>
                </a:moveTo>
                <a:cubicBezTo>
                  <a:pt x="3008" y="3052"/>
                  <a:pt x="3008" y="3052"/>
                  <a:pt x="3008" y="3052"/>
                </a:cubicBezTo>
                <a:cubicBezTo>
                  <a:pt x="20233" y="3052"/>
                  <a:pt x="20233" y="3052"/>
                  <a:pt x="20233" y="3052"/>
                </a:cubicBezTo>
                <a:cubicBezTo>
                  <a:pt x="20233" y="2817"/>
                  <a:pt x="20233" y="2817"/>
                  <a:pt x="20233" y="2817"/>
                </a:cubicBezTo>
                <a:cubicBezTo>
                  <a:pt x="3008" y="2817"/>
                  <a:pt x="3008" y="2817"/>
                  <a:pt x="3008" y="2817"/>
                </a:cubicBezTo>
                <a:close/>
                <a:moveTo>
                  <a:pt x="3281" y="2113"/>
                </a:moveTo>
                <a:cubicBezTo>
                  <a:pt x="3008" y="2348"/>
                  <a:pt x="3008" y="2348"/>
                  <a:pt x="3008" y="2348"/>
                </a:cubicBezTo>
                <a:cubicBezTo>
                  <a:pt x="20233" y="2348"/>
                  <a:pt x="20233" y="2348"/>
                  <a:pt x="20233" y="2348"/>
                </a:cubicBezTo>
                <a:cubicBezTo>
                  <a:pt x="20233" y="2113"/>
                  <a:pt x="20233" y="2113"/>
                  <a:pt x="20233" y="2113"/>
                </a:cubicBezTo>
                <a:lnTo>
                  <a:pt x="3281" y="2113"/>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7" name="Shape 7197"/>
          <p:cNvSpPr/>
          <p:nvPr/>
        </p:nvSpPr>
        <p:spPr>
          <a:xfrm>
            <a:off x="14304750" y="9492294"/>
            <a:ext cx="614886" cy="872867"/>
          </a:xfrm>
          <a:custGeom>
            <a:avLst/>
            <a:gdLst/>
            <a:ahLst/>
            <a:cxnLst>
              <a:cxn ang="0">
                <a:pos x="wd2" y="hd2"/>
              </a:cxn>
              <a:cxn ang="5400000">
                <a:pos x="wd2" y="hd2"/>
              </a:cxn>
              <a:cxn ang="10800000">
                <a:pos x="wd2" y="hd2"/>
              </a:cxn>
              <a:cxn ang="16200000">
                <a:pos x="wd2" y="hd2"/>
              </a:cxn>
            </a:cxnLst>
            <a:rect l="0" t="0" r="r" b="b"/>
            <a:pathLst>
              <a:path w="20964" h="20246" fill="norm" stroke="1" extrusionOk="0">
                <a:moveTo>
                  <a:pt x="5292" y="5719"/>
                </a:moveTo>
                <a:cubicBezTo>
                  <a:pt x="5012" y="3998"/>
                  <a:pt x="5012" y="2278"/>
                  <a:pt x="5292" y="940"/>
                </a:cubicBezTo>
                <a:cubicBezTo>
                  <a:pt x="10061" y="-1354"/>
                  <a:pt x="12025" y="1322"/>
                  <a:pt x="15672" y="940"/>
                </a:cubicBezTo>
                <a:cubicBezTo>
                  <a:pt x="15952" y="2469"/>
                  <a:pt x="15952" y="4381"/>
                  <a:pt x="15391" y="5527"/>
                </a:cubicBezTo>
                <a:cubicBezTo>
                  <a:pt x="15391" y="6483"/>
                  <a:pt x="14830" y="7057"/>
                  <a:pt x="14269" y="7630"/>
                </a:cubicBezTo>
                <a:cubicBezTo>
                  <a:pt x="13147" y="8395"/>
                  <a:pt x="12025" y="8968"/>
                  <a:pt x="10342" y="8968"/>
                </a:cubicBezTo>
                <a:cubicBezTo>
                  <a:pt x="10342" y="8968"/>
                  <a:pt x="10342" y="8968"/>
                  <a:pt x="10342" y="8968"/>
                </a:cubicBezTo>
                <a:cubicBezTo>
                  <a:pt x="8939" y="8968"/>
                  <a:pt x="7537" y="8395"/>
                  <a:pt x="6695" y="7630"/>
                </a:cubicBezTo>
                <a:cubicBezTo>
                  <a:pt x="6134" y="7057"/>
                  <a:pt x="5573" y="6483"/>
                  <a:pt x="5292" y="5719"/>
                </a:cubicBezTo>
                <a:close/>
                <a:moveTo>
                  <a:pt x="3048" y="19290"/>
                </a:moveTo>
                <a:cubicBezTo>
                  <a:pt x="18196" y="19290"/>
                  <a:pt x="18196" y="19290"/>
                  <a:pt x="18196" y="19290"/>
                </a:cubicBezTo>
                <a:cubicBezTo>
                  <a:pt x="17355" y="20246"/>
                  <a:pt x="17355" y="20246"/>
                  <a:pt x="17355" y="20246"/>
                </a:cubicBezTo>
                <a:cubicBezTo>
                  <a:pt x="3890" y="20246"/>
                  <a:pt x="3890" y="20246"/>
                  <a:pt x="3890" y="20246"/>
                </a:cubicBezTo>
                <a:cubicBezTo>
                  <a:pt x="3048" y="19290"/>
                  <a:pt x="3048" y="19290"/>
                  <a:pt x="3048" y="19290"/>
                </a:cubicBezTo>
                <a:close/>
                <a:moveTo>
                  <a:pt x="19038" y="11453"/>
                </a:moveTo>
                <a:cubicBezTo>
                  <a:pt x="20721" y="15850"/>
                  <a:pt x="20721" y="15850"/>
                  <a:pt x="20721" y="15850"/>
                </a:cubicBezTo>
                <a:cubicBezTo>
                  <a:pt x="21282" y="17379"/>
                  <a:pt x="21001" y="18526"/>
                  <a:pt x="18477" y="18526"/>
                </a:cubicBezTo>
                <a:cubicBezTo>
                  <a:pt x="17916" y="18526"/>
                  <a:pt x="17916" y="18526"/>
                  <a:pt x="17916" y="18526"/>
                </a:cubicBezTo>
                <a:cubicBezTo>
                  <a:pt x="17916" y="12600"/>
                  <a:pt x="17916" y="12600"/>
                  <a:pt x="17916" y="12600"/>
                </a:cubicBezTo>
                <a:cubicBezTo>
                  <a:pt x="11183" y="12600"/>
                  <a:pt x="11183" y="12600"/>
                  <a:pt x="11183" y="12600"/>
                </a:cubicBezTo>
                <a:cubicBezTo>
                  <a:pt x="13147" y="9542"/>
                  <a:pt x="13147" y="9542"/>
                  <a:pt x="13147" y="9542"/>
                </a:cubicBezTo>
                <a:cubicBezTo>
                  <a:pt x="13708" y="9159"/>
                  <a:pt x="13708" y="9159"/>
                  <a:pt x="13708" y="9159"/>
                </a:cubicBezTo>
                <a:cubicBezTo>
                  <a:pt x="17635" y="9733"/>
                  <a:pt x="17635" y="9733"/>
                  <a:pt x="17635" y="9733"/>
                </a:cubicBezTo>
                <a:cubicBezTo>
                  <a:pt x="17916" y="9733"/>
                  <a:pt x="17916" y="9733"/>
                  <a:pt x="17916" y="9733"/>
                </a:cubicBezTo>
                <a:cubicBezTo>
                  <a:pt x="17916" y="9924"/>
                  <a:pt x="17916" y="9924"/>
                  <a:pt x="17916" y="9924"/>
                </a:cubicBezTo>
                <a:cubicBezTo>
                  <a:pt x="18477" y="10306"/>
                  <a:pt x="18757" y="10880"/>
                  <a:pt x="19038" y="11644"/>
                </a:cubicBezTo>
                <a:cubicBezTo>
                  <a:pt x="19038" y="11453"/>
                  <a:pt x="19038" y="11453"/>
                  <a:pt x="19038" y="11453"/>
                </a:cubicBezTo>
                <a:close/>
                <a:moveTo>
                  <a:pt x="3329" y="18526"/>
                </a:moveTo>
                <a:cubicBezTo>
                  <a:pt x="2487" y="18526"/>
                  <a:pt x="2487" y="18526"/>
                  <a:pt x="2487" y="18526"/>
                </a:cubicBezTo>
                <a:cubicBezTo>
                  <a:pt x="-37" y="18526"/>
                  <a:pt x="-318" y="17379"/>
                  <a:pt x="243" y="15850"/>
                </a:cubicBezTo>
                <a:cubicBezTo>
                  <a:pt x="1926" y="11453"/>
                  <a:pt x="1926" y="11453"/>
                  <a:pt x="1926" y="11453"/>
                </a:cubicBezTo>
                <a:cubicBezTo>
                  <a:pt x="1926" y="10880"/>
                  <a:pt x="2487" y="10306"/>
                  <a:pt x="3329" y="9733"/>
                </a:cubicBezTo>
                <a:cubicBezTo>
                  <a:pt x="3329" y="9733"/>
                  <a:pt x="3329" y="9733"/>
                  <a:pt x="3329" y="9733"/>
                </a:cubicBezTo>
                <a:cubicBezTo>
                  <a:pt x="3609" y="9733"/>
                  <a:pt x="3609" y="9733"/>
                  <a:pt x="3609" y="9733"/>
                </a:cubicBezTo>
                <a:cubicBezTo>
                  <a:pt x="7256" y="9159"/>
                  <a:pt x="7256" y="9159"/>
                  <a:pt x="7256" y="9159"/>
                </a:cubicBezTo>
                <a:cubicBezTo>
                  <a:pt x="7817" y="9542"/>
                  <a:pt x="7817" y="9542"/>
                  <a:pt x="7817" y="9542"/>
                </a:cubicBezTo>
                <a:cubicBezTo>
                  <a:pt x="10061" y="12600"/>
                  <a:pt x="10061" y="12600"/>
                  <a:pt x="10061" y="12600"/>
                </a:cubicBezTo>
                <a:cubicBezTo>
                  <a:pt x="3329" y="12600"/>
                  <a:pt x="3329" y="12600"/>
                  <a:pt x="3329" y="12600"/>
                </a:cubicBezTo>
                <a:lnTo>
                  <a:pt x="3329" y="1852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8" name="Shape 7198"/>
          <p:cNvSpPr/>
          <p:nvPr/>
        </p:nvSpPr>
        <p:spPr>
          <a:xfrm>
            <a:off x="15727246" y="8086656"/>
            <a:ext cx="766525" cy="664089"/>
          </a:xfrm>
          <a:custGeom>
            <a:avLst/>
            <a:gdLst/>
            <a:ahLst/>
            <a:cxnLst>
              <a:cxn ang="0">
                <a:pos x="wd2" y="hd2"/>
              </a:cxn>
              <a:cxn ang="5400000">
                <a:pos x="wd2" y="hd2"/>
              </a:cxn>
              <a:cxn ang="10800000">
                <a:pos x="wd2" y="hd2"/>
              </a:cxn>
              <a:cxn ang="16200000">
                <a:pos x="wd2" y="hd2"/>
              </a:cxn>
            </a:cxnLst>
            <a:rect l="0" t="0" r="r" b="b"/>
            <a:pathLst>
              <a:path w="21370" h="21600" fill="norm" stroke="1" extrusionOk="0">
                <a:moveTo>
                  <a:pt x="689" y="5067"/>
                </a:moveTo>
                <a:cubicBezTo>
                  <a:pt x="10340" y="5067"/>
                  <a:pt x="10340" y="5067"/>
                  <a:pt x="10340" y="5067"/>
                </a:cubicBezTo>
                <a:cubicBezTo>
                  <a:pt x="11259" y="4267"/>
                  <a:pt x="11259" y="4267"/>
                  <a:pt x="11259" y="4267"/>
                </a:cubicBezTo>
                <a:cubicBezTo>
                  <a:pt x="16544" y="0"/>
                  <a:pt x="16544" y="0"/>
                  <a:pt x="16544" y="0"/>
                </a:cubicBezTo>
                <a:cubicBezTo>
                  <a:pt x="16544" y="8800"/>
                  <a:pt x="16544" y="8800"/>
                  <a:pt x="16544" y="8800"/>
                </a:cubicBezTo>
                <a:cubicBezTo>
                  <a:pt x="16544" y="17600"/>
                  <a:pt x="16544" y="17600"/>
                  <a:pt x="16544" y="17600"/>
                </a:cubicBezTo>
                <a:cubicBezTo>
                  <a:pt x="11259" y="13067"/>
                  <a:pt x="11259" y="13067"/>
                  <a:pt x="11259" y="13067"/>
                </a:cubicBezTo>
                <a:cubicBezTo>
                  <a:pt x="10340" y="12533"/>
                  <a:pt x="10340" y="12533"/>
                  <a:pt x="10340" y="12533"/>
                </a:cubicBezTo>
                <a:cubicBezTo>
                  <a:pt x="7353" y="12533"/>
                  <a:pt x="7353" y="12533"/>
                  <a:pt x="7353" y="12533"/>
                </a:cubicBezTo>
                <a:cubicBezTo>
                  <a:pt x="8961" y="18667"/>
                  <a:pt x="8961" y="18667"/>
                  <a:pt x="8961" y="18667"/>
                </a:cubicBezTo>
                <a:cubicBezTo>
                  <a:pt x="10110" y="18667"/>
                  <a:pt x="10110" y="18667"/>
                  <a:pt x="10110" y="18667"/>
                </a:cubicBezTo>
                <a:cubicBezTo>
                  <a:pt x="10110" y="21600"/>
                  <a:pt x="10110" y="21600"/>
                  <a:pt x="10110" y="21600"/>
                </a:cubicBezTo>
                <a:cubicBezTo>
                  <a:pt x="9651" y="21600"/>
                  <a:pt x="9651" y="21600"/>
                  <a:pt x="9651" y="21600"/>
                </a:cubicBezTo>
                <a:cubicBezTo>
                  <a:pt x="4596" y="21600"/>
                  <a:pt x="4596" y="21600"/>
                  <a:pt x="4596" y="21600"/>
                </a:cubicBezTo>
                <a:cubicBezTo>
                  <a:pt x="2298" y="12533"/>
                  <a:pt x="2298" y="12533"/>
                  <a:pt x="2298" y="12533"/>
                </a:cubicBezTo>
                <a:cubicBezTo>
                  <a:pt x="689" y="12533"/>
                  <a:pt x="689" y="12533"/>
                  <a:pt x="689" y="12533"/>
                </a:cubicBezTo>
                <a:cubicBezTo>
                  <a:pt x="-230" y="9867"/>
                  <a:pt x="-230" y="7467"/>
                  <a:pt x="689" y="5067"/>
                </a:cubicBezTo>
                <a:close/>
                <a:moveTo>
                  <a:pt x="19761" y="6133"/>
                </a:moveTo>
                <a:cubicBezTo>
                  <a:pt x="20681" y="6400"/>
                  <a:pt x="21370" y="7467"/>
                  <a:pt x="21370" y="8800"/>
                </a:cubicBezTo>
                <a:cubicBezTo>
                  <a:pt x="21370" y="10133"/>
                  <a:pt x="20681" y="11200"/>
                  <a:pt x="19761" y="11467"/>
                </a:cubicBezTo>
                <a:cubicBezTo>
                  <a:pt x="19761" y="17600"/>
                  <a:pt x="19761" y="17600"/>
                  <a:pt x="19761" y="17600"/>
                </a:cubicBezTo>
                <a:cubicBezTo>
                  <a:pt x="17693" y="17600"/>
                  <a:pt x="17693" y="17600"/>
                  <a:pt x="17693" y="17600"/>
                </a:cubicBezTo>
                <a:cubicBezTo>
                  <a:pt x="17693" y="0"/>
                  <a:pt x="17693" y="0"/>
                  <a:pt x="17693" y="0"/>
                </a:cubicBezTo>
                <a:cubicBezTo>
                  <a:pt x="19761" y="0"/>
                  <a:pt x="19761" y="0"/>
                  <a:pt x="19761" y="0"/>
                </a:cubicBezTo>
                <a:cubicBezTo>
                  <a:pt x="19761" y="6133"/>
                  <a:pt x="19761" y="6133"/>
                  <a:pt x="19761" y="6133"/>
                </a:cubicBezTo>
                <a:close/>
                <a:moveTo>
                  <a:pt x="10340" y="13067"/>
                </a:moveTo>
                <a:cubicBezTo>
                  <a:pt x="8272" y="13067"/>
                  <a:pt x="8272" y="13067"/>
                  <a:pt x="8272" y="13067"/>
                </a:cubicBezTo>
                <a:cubicBezTo>
                  <a:pt x="8961" y="16267"/>
                  <a:pt x="8961" y="16267"/>
                  <a:pt x="8961" y="16267"/>
                </a:cubicBezTo>
                <a:cubicBezTo>
                  <a:pt x="9651" y="16267"/>
                  <a:pt x="9651" y="16267"/>
                  <a:pt x="9651" y="16267"/>
                </a:cubicBezTo>
                <a:cubicBezTo>
                  <a:pt x="9651" y="15200"/>
                  <a:pt x="9651" y="15200"/>
                  <a:pt x="9651" y="15200"/>
                </a:cubicBezTo>
                <a:lnTo>
                  <a:pt x="10340" y="13067"/>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199" name="Shape 7199"/>
          <p:cNvSpPr/>
          <p:nvPr/>
        </p:nvSpPr>
        <p:spPr>
          <a:xfrm>
            <a:off x="1902940" y="3411328"/>
            <a:ext cx="790035" cy="8129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5" y="9164"/>
                </a:moveTo>
                <a:cubicBezTo>
                  <a:pt x="6300" y="9164"/>
                  <a:pt x="11475" y="9164"/>
                  <a:pt x="16650" y="9164"/>
                </a:cubicBezTo>
                <a:cubicBezTo>
                  <a:pt x="16875" y="8945"/>
                  <a:pt x="17100" y="8945"/>
                  <a:pt x="17325" y="8945"/>
                </a:cubicBezTo>
                <a:cubicBezTo>
                  <a:pt x="18675" y="8945"/>
                  <a:pt x="19575" y="9382"/>
                  <a:pt x="20475" y="10255"/>
                </a:cubicBezTo>
                <a:cubicBezTo>
                  <a:pt x="21150" y="10909"/>
                  <a:pt x="21600" y="12000"/>
                  <a:pt x="21600" y="13091"/>
                </a:cubicBezTo>
                <a:cubicBezTo>
                  <a:pt x="21600" y="14182"/>
                  <a:pt x="21150" y="15273"/>
                  <a:pt x="20475" y="15927"/>
                </a:cubicBezTo>
                <a:cubicBezTo>
                  <a:pt x="19575" y="16582"/>
                  <a:pt x="18675" y="17018"/>
                  <a:pt x="17325" y="17018"/>
                </a:cubicBezTo>
                <a:cubicBezTo>
                  <a:pt x="16650" y="17018"/>
                  <a:pt x="15975" y="17018"/>
                  <a:pt x="15300" y="16582"/>
                </a:cubicBezTo>
                <a:cubicBezTo>
                  <a:pt x="15075" y="17236"/>
                  <a:pt x="14625" y="17891"/>
                  <a:pt x="13950" y="18545"/>
                </a:cubicBezTo>
                <a:cubicBezTo>
                  <a:pt x="15075" y="18545"/>
                  <a:pt x="15075" y="18545"/>
                  <a:pt x="15075" y="18545"/>
                </a:cubicBezTo>
                <a:cubicBezTo>
                  <a:pt x="18900" y="18545"/>
                  <a:pt x="18900" y="18545"/>
                  <a:pt x="18900" y="18545"/>
                </a:cubicBezTo>
                <a:cubicBezTo>
                  <a:pt x="15975" y="21600"/>
                  <a:pt x="15975" y="21600"/>
                  <a:pt x="15975" y="21600"/>
                </a:cubicBezTo>
                <a:cubicBezTo>
                  <a:pt x="3825" y="21600"/>
                  <a:pt x="3825" y="21600"/>
                  <a:pt x="3825" y="21600"/>
                </a:cubicBezTo>
                <a:cubicBezTo>
                  <a:pt x="2700" y="21600"/>
                  <a:pt x="2700" y="21600"/>
                  <a:pt x="2700" y="21600"/>
                </a:cubicBezTo>
                <a:cubicBezTo>
                  <a:pt x="0" y="18545"/>
                  <a:pt x="0" y="18545"/>
                  <a:pt x="0" y="18545"/>
                </a:cubicBezTo>
                <a:cubicBezTo>
                  <a:pt x="3825" y="18545"/>
                  <a:pt x="3825" y="18545"/>
                  <a:pt x="3825" y="18545"/>
                </a:cubicBezTo>
                <a:cubicBezTo>
                  <a:pt x="4725" y="18545"/>
                  <a:pt x="4725" y="18545"/>
                  <a:pt x="4725" y="18545"/>
                </a:cubicBezTo>
                <a:cubicBezTo>
                  <a:pt x="2475" y="15709"/>
                  <a:pt x="1350" y="12655"/>
                  <a:pt x="1125" y="9164"/>
                </a:cubicBezTo>
                <a:close/>
                <a:moveTo>
                  <a:pt x="12600" y="7855"/>
                </a:moveTo>
                <a:cubicBezTo>
                  <a:pt x="9450" y="3273"/>
                  <a:pt x="13275" y="4145"/>
                  <a:pt x="12375" y="1309"/>
                </a:cubicBezTo>
                <a:cubicBezTo>
                  <a:pt x="14400" y="3927"/>
                  <a:pt x="11250" y="4145"/>
                  <a:pt x="12600" y="7855"/>
                </a:cubicBezTo>
                <a:close/>
                <a:moveTo>
                  <a:pt x="9675" y="6545"/>
                </a:moveTo>
                <a:cubicBezTo>
                  <a:pt x="8325" y="2836"/>
                  <a:pt x="11475" y="2618"/>
                  <a:pt x="9450" y="0"/>
                </a:cubicBezTo>
                <a:cubicBezTo>
                  <a:pt x="10350" y="3055"/>
                  <a:pt x="6525" y="2182"/>
                  <a:pt x="9675" y="6545"/>
                </a:cubicBezTo>
                <a:close/>
                <a:moveTo>
                  <a:pt x="6750" y="7418"/>
                </a:moveTo>
                <a:cubicBezTo>
                  <a:pt x="3600" y="3055"/>
                  <a:pt x="7425" y="3927"/>
                  <a:pt x="6525" y="873"/>
                </a:cubicBezTo>
                <a:cubicBezTo>
                  <a:pt x="8550" y="3709"/>
                  <a:pt x="5400" y="3709"/>
                  <a:pt x="6750" y="7418"/>
                </a:cubicBezTo>
                <a:close/>
                <a:moveTo>
                  <a:pt x="3375" y="11564"/>
                </a:moveTo>
                <a:cubicBezTo>
                  <a:pt x="3825" y="13527"/>
                  <a:pt x="4725" y="15709"/>
                  <a:pt x="5850" y="17455"/>
                </a:cubicBezTo>
                <a:cubicBezTo>
                  <a:pt x="7425" y="16364"/>
                  <a:pt x="7425" y="16364"/>
                  <a:pt x="7425" y="16364"/>
                </a:cubicBezTo>
                <a:cubicBezTo>
                  <a:pt x="6525" y="14836"/>
                  <a:pt x="5625" y="12873"/>
                  <a:pt x="5400" y="11345"/>
                </a:cubicBezTo>
                <a:cubicBezTo>
                  <a:pt x="3375" y="11564"/>
                  <a:pt x="3375" y="11564"/>
                  <a:pt x="3375" y="11564"/>
                </a:cubicBezTo>
                <a:close/>
                <a:moveTo>
                  <a:pt x="17325" y="10909"/>
                </a:moveTo>
                <a:cubicBezTo>
                  <a:pt x="17100" y="12218"/>
                  <a:pt x="16650" y="13527"/>
                  <a:pt x="16200" y="14836"/>
                </a:cubicBezTo>
                <a:cubicBezTo>
                  <a:pt x="16650" y="15055"/>
                  <a:pt x="16875" y="15273"/>
                  <a:pt x="17325" y="15273"/>
                </a:cubicBezTo>
                <a:cubicBezTo>
                  <a:pt x="18000" y="15273"/>
                  <a:pt x="18675" y="15055"/>
                  <a:pt x="18900" y="14618"/>
                </a:cubicBezTo>
                <a:cubicBezTo>
                  <a:pt x="19350" y="14182"/>
                  <a:pt x="19575" y="13745"/>
                  <a:pt x="19575" y="13091"/>
                </a:cubicBezTo>
                <a:cubicBezTo>
                  <a:pt x="19575" y="12436"/>
                  <a:pt x="19350" y="12000"/>
                  <a:pt x="18900" y="11564"/>
                </a:cubicBezTo>
                <a:cubicBezTo>
                  <a:pt x="18675" y="11127"/>
                  <a:pt x="18000" y="10909"/>
                  <a:pt x="17325" y="10909"/>
                </a:cubicBezTo>
                <a:cubicBezTo>
                  <a:pt x="17325" y="10909"/>
                  <a:pt x="17325" y="10909"/>
                  <a:pt x="17325" y="10909"/>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0" name="Shape 7200"/>
          <p:cNvSpPr/>
          <p:nvPr/>
        </p:nvSpPr>
        <p:spPr>
          <a:xfrm>
            <a:off x="20321813" y="6571466"/>
            <a:ext cx="698437" cy="6411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9" y="0"/>
                </a:moveTo>
                <a:cubicBezTo>
                  <a:pt x="254" y="1938"/>
                  <a:pt x="8386" y="7754"/>
                  <a:pt x="8640" y="8031"/>
                </a:cubicBezTo>
                <a:cubicBezTo>
                  <a:pt x="2033" y="8031"/>
                  <a:pt x="2033" y="8031"/>
                  <a:pt x="2033" y="8031"/>
                </a:cubicBezTo>
                <a:cubicBezTo>
                  <a:pt x="1525" y="8031"/>
                  <a:pt x="1525" y="8031"/>
                  <a:pt x="1525" y="8031"/>
                </a:cubicBezTo>
                <a:cubicBezTo>
                  <a:pt x="762" y="8031"/>
                  <a:pt x="0" y="8862"/>
                  <a:pt x="0" y="9692"/>
                </a:cubicBezTo>
                <a:cubicBezTo>
                  <a:pt x="0" y="9692"/>
                  <a:pt x="0" y="9692"/>
                  <a:pt x="0" y="9692"/>
                </a:cubicBezTo>
                <a:cubicBezTo>
                  <a:pt x="0" y="10523"/>
                  <a:pt x="254" y="11354"/>
                  <a:pt x="1016" y="11631"/>
                </a:cubicBezTo>
                <a:cubicBezTo>
                  <a:pt x="508" y="11908"/>
                  <a:pt x="0" y="12462"/>
                  <a:pt x="0" y="13015"/>
                </a:cubicBezTo>
                <a:cubicBezTo>
                  <a:pt x="0" y="13015"/>
                  <a:pt x="0" y="13015"/>
                  <a:pt x="0" y="13015"/>
                </a:cubicBezTo>
                <a:cubicBezTo>
                  <a:pt x="0" y="14123"/>
                  <a:pt x="508" y="14677"/>
                  <a:pt x="1271" y="14954"/>
                </a:cubicBezTo>
                <a:cubicBezTo>
                  <a:pt x="1016" y="15231"/>
                  <a:pt x="1016" y="15785"/>
                  <a:pt x="1016" y="16062"/>
                </a:cubicBezTo>
                <a:cubicBezTo>
                  <a:pt x="1016" y="16062"/>
                  <a:pt x="1016" y="16062"/>
                  <a:pt x="1016" y="16062"/>
                </a:cubicBezTo>
                <a:cubicBezTo>
                  <a:pt x="1016" y="17169"/>
                  <a:pt x="1779" y="18000"/>
                  <a:pt x="2541" y="18000"/>
                </a:cubicBezTo>
                <a:cubicBezTo>
                  <a:pt x="2795" y="18000"/>
                  <a:pt x="2795" y="18000"/>
                  <a:pt x="2795" y="18000"/>
                </a:cubicBezTo>
                <a:cubicBezTo>
                  <a:pt x="2287" y="18277"/>
                  <a:pt x="2287" y="18831"/>
                  <a:pt x="2287" y="19385"/>
                </a:cubicBezTo>
                <a:cubicBezTo>
                  <a:pt x="2287" y="19385"/>
                  <a:pt x="2287" y="19385"/>
                  <a:pt x="2287" y="19385"/>
                </a:cubicBezTo>
                <a:cubicBezTo>
                  <a:pt x="2287" y="20492"/>
                  <a:pt x="3049" y="21323"/>
                  <a:pt x="3812" y="21323"/>
                </a:cubicBezTo>
                <a:cubicBezTo>
                  <a:pt x="7369" y="21323"/>
                  <a:pt x="7369" y="21323"/>
                  <a:pt x="7369" y="21323"/>
                </a:cubicBezTo>
                <a:cubicBezTo>
                  <a:pt x="11435" y="21323"/>
                  <a:pt x="11435" y="21323"/>
                  <a:pt x="11435" y="21323"/>
                </a:cubicBezTo>
                <a:cubicBezTo>
                  <a:pt x="11689" y="21323"/>
                  <a:pt x="11689" y="21323"/>
                  <a:pt x="11689" y="21323"/>
                </a:cubicBezTo>
                <a:cubicBezTo>
                  <a:pt x="12960" y="19662"/>
                  <a:pt x="12960" y="19662"/>
                  <a:pt x="12960" y="19662"/>
                </a:cubicBezTo>
                <a:cubicBezTo>
                  <a:pt x="16772" y="19108"/>
                  <a:pt x="16772" y="19108"/>
                  <a:pt x="16772" y="19108"/>
                </a:cubicBezTo>
                <a:cubicBezTo>
                  <a:pt x="16772" y="21600"/>
                  <a:pt x="16772" y="21600"/>
                  <a:pt x="16772" y="21600"/>
                </a:cubicBezTo>
                <a:cubicBezTo>
                  <a:pt x="21600" y="21600"/>
                  <a:pt x="21600" y="21600"/>
                  <a:pt x="21600" y="21600"/>
                </a:cubicBezTo>
                <a:cubicBezTo>
                  <a:pt x="21600" y="6923"/>
                  <a:pt x="21600" y="6923"/>
                  <a:pt x="21600" y="6923"/>
                </a:cubicBezTo>
                <a:cubicBezTo>
                  <a:pt x="16772" y="6923"/>
                  <a:pt x="16772" y="6923"/>
                  <a:pt x="16772" y="6923"/>
                </a:cubicBezTo>
                <a:cubicBezTo>
                  <a:pt x="16772" y="8862"/>
                  <a:pt x="16772" y="8862"/>
                  <a:pt x="16772" y="8862"/>
                </a:cubicBezTo>
                <a:cubicBezTo>
                  <a:pt x="15501" y="8862"/>
                  <a:pt x="15501" y="8862"/>
                  <a:pt x="15501" y="8862"/>
                </a:cubicBezTo>
                <a:cubicBezTo>
                  <a:pt x="14485" y="4431"/>
                  <a:pt x="8132" y="4708"/>
                  <a:pt x="7369" y="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1" name="Shape 7201"/>
          <p:cNvSpPr/>
          <p:nvPr/>
        </p:nvSpPr>
        <p:spPr>
          <a:xfrm>
            <a:off x="20253114" y="4999029"/>
            <a:ext cx="774767" cy="8167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684" y="1817"/>
                </a:moveTo>
                <a:lnTo>
                  <a:pt x="16599" y="2624"/>
                </a:lnTo>
                <a:lnTo>
                  <a:pt x="19791" y="1817"/>
                </a:lnTo>
                <a:lnTo>
                  <a:pt x="17663" y="707"/>
                </a:lnTo>
                <a:lnTo>
                  <a:pt x="14684" y="1817"/>
                </a:lnTo>
                <a:close/>
                <a:moveTo>
                  <a:pt x="2979" y="15746"/>
                </a:moveTo>
                <a:lnTo>
                  <a:pt x="745" y="14636"/>
                </a:lnTo>
                <a:lnTo>
                  <a:pt x="745" y="19379"/>
                </a:lnTo>
                <a:lnTo>
                  <a:pt x="2979" y="20490"/>
                </a:lnTo>
                <a:lnTo>
                  <a:pt x="2979" y="15746"/>
                </a:lnTo>
                <a:close/>
                <a:moveTo>
                  <a:pt x="8512" y="9589"/>
                </a:moveTo>
                <a:lnTo>
                  <a:pt x="10640" y="10497"/>
                </a:lnTo>
                <a:lnTo>
                  <a:pt x="13407" y="9387"/>
                </a:lnTo>
                <a:lnTo>
                  <a:pt x="11279" y="8479"/>
                </a:lnTo>
                <a:lnTo>
                  <a:pt x="8512" y="9589"/>
                </a:lnTo>
                <a:close/>
                <a:moveTo>
                  <a:pt x="6703" y="9387"/>
                </a:moveTo>
                <a:lnTo>
                  <a:pt x="7342" y="9185"/>
                </a:lnTo>
                <a:lnTo>
                  <a:pt x="11279" y="7671"/>
                </a:lnTo>
                <a:lnTo>
                  <a:pt x="11492" y="7671"/>
                </a:lnTo>
                <a:lnTo>
                  <a:pt x="12875" y="8277"/>
                </a:lnTo>
                <a:lnTo>
                  <a:pt x="12875" y="1817"/>
                </a:lnTo>
                <a:lnTo>
                  <a:pt x="13620" y="1312"/>
                </a:lnTo>
                <a:lnTo>
                  <a:pt x="17450" y="0"/>
                </a:lnTo>
                <a:lnTo>
                  <a:pt x="17663" y="0"/>
                </a:lnTo>
                <a:lnTo>
                  <a:pt x="20962" y="1312"/>
                </a:lnTo>
                <a:lnTo>
                  <a:pt x="21600" y="1817"/>
                </a:lnTo>
                <a:lnTo>
                  <a:pt x="21600" y="15443"/>
                </a:lnTo>
                <a:lnTo>
                  <a:pt x="16812" y="17260"/>
                </a:lnTo>
                <a:lnTo>
                  <a:pt x="16386" y="17058"/>
                </a:lnTo>
                <a:lnTo>
                  <a:pt x="15429" y="16553"/>
                </a:lnTo>
                <a:lnTo>
                  <a:pt x="15429" y="17664"/>
                </a:lnTo>
                <a:lnTo>
                  <a:pt x="10321" y="19379"/>
                </a:lnTo>
                <a:lnTo>
                  <a:pt x="9896" y="19178"/>
                </a:lnTo>
                <a:lnTo>
                  <a:pt x="8725" y="18572"/>
                </a:lnTo>
                <a:lnTo>
                  <a:pt x="8725" y="19884"/>
                </a:lnTo>
                <a:lnTo>
                  <a:pt x="3724" y="21600"/>
                </a:lnTo>
                <a:lnTo>
                  <a:pt x="3299" y="21398"/>
                </a:lnTo>
                <a:lnTo>
                  <a:pt x="319" y="20086"/>
                </a:lnTo>
                <a:lnTo>
                  <a:pt x="0" y="19884"/>
                </a:lnTo>
                <a:lnTo>
                  <a:pt x="0" y="13525"/>
                </a:lnTo>
                <a:lnTo>
                  <a:pt x="745" y="13323"/>
                </a:lnTo>
                <a:lnTo>
                  <a:pt x="4682" y="11809"/>
                </a:lnTo>
                <a:lnTo>
                  <a:pt x="4895" y="11809"/>
                </a:lnTo>
                <a:lnTo>
                  <a:pt x="7874" y="13323"/>
                </a:lnTo>
                <a:lnTo>
                  <a:pt x="8725" y="13525"/>
                </a:lnTo>
                <a:lnTo>
                  <a:pt x="8725" y="17865"/>
                </a:lnTo>
                <a:lnTo>
                  <a:pt x="9683" y="18269"/>
                </a:lnTo>
                <a:lnTo>
                  <a:pt x="9683" y="11607"/>
                </a:lnTo>
                <a:lnTo>
                  <a:pt x="7342" y="10497"/>
                </a:lnTo>
                <a:lnTo>
                  <a:pt x="7342" y="13121"/>
                </a:lnTo>
                <a:lnTo>
                  <a:pt x="6703" y="12617"/>
                </a:lnTo>
                <a:lnTo>
                  <a:pt x="6703" y="9387"/>
                </a:lnTo>
                <a:close/>
                <a:moveTo>
                  <a:pt x="13620" y="8781"/>
                </a:moveTo>
                <a:lnTo>
                  <a:pt x="14471" y="9185"/>
                </a:lnTo>
                <a:lnTo>
                  <a:pt x="15429" y="9387"/>
                </a:lnTo>
                <a:lnTo>
                  <a:pt x="15429" y="15746"/>
                </a:lnTo>
                <a:lnTo>
                  <a:pt x="16067" y="16150"/>
                </a:lnTo>
                <a:lnTo>
                  <a:pt x="16067" y="3936"/>
                </a:lnTo>
                <a:lnTo>
                  <a:pt x="13620" y="2826"/>
                </a:lnTo>
                <a:lnTo>
                  <a:pt x="13620" y="8781"/>
                </a:lnTo>
                <a:close/>
                <a:moveTo>
                  <a:pt x="1915" y="13727"/>
                </a:moveTo>
                <a:lnTo>
                  <a:pt x="3724" y="14636"/>
                </a:lnTo>
                <a:lnTo>
                  <a:pt x="6916" y="13525"/>
                </a:lnTo>
                <a:lnTo>
                  <a:pt x="4682" y="12617"/>
                </a:lnTo>
                <a:lnTo>
                  <a:pt x="1915" y="13727"/>
                </a:lnTo>
                <a:close/>
                <a:moveTo>
                  <a:pt x="16812" y="3533"/>
                </a:moveTo>
                <a:lnTo>
                  <a:pt x="16812" y="3331"/>
                </a:lnTo>
                <a:lnTo>
                  <a:pt x="16812" y="3533"/>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2" name="Shape 7202"/>
          <p:cNvSpPr/>
          <p:nvPr/>
        </p:nvSpPr>
        <p:spPr>
          <a:xfrm>
            <a:off x="21951497" y="6572620"/>
            <a:ext cx="507607" cy="689651"/>
          </a:xfrm>
          <a:custGeom>
            <a:avLst/>
            <a:gdLst/>
            <a:ahLst/>
            <a:cxnLst>
              <a:cxn ang="0">
                <a:pos x="wd2" y="hd2"/>
              </a:cxn>
              <a:cxn ang="5400000">
                <a:pos x="wd2" y="hd2"/>
              </a:cxn>
              <a:cxn ang="10800000">
                <a:pos x="wd2" y="hd2"/>
              </a:cxn>
              <a:cxn ang="16200000">
                <a:pos x="wd2" y="hd2"/>
              </a:cxn>
            </a:cxnLst>
            <a:rect l="0" t="0" r="r" b="b"/>
            <a:pathLst>
              <a:path w="21600" h="21098" fill="norm" stroke="1" extrusionOk="0">
                <a:moveTo>
                  <a:pt x="0" y="1507"/>
                </a:moveTo>
                <a:cubicBezTo>
                  <a:pt x="7316" y="-502"/>
                  <a:pt x="14632" y="-502"/>
                  <a:pt x="21600" y="1507"/>
                </a:cubicBezTo>
                <a:cubicBezTo>
                  <a:pt x="21600" y="8038"/>
                  <a:pt x="21600" y="14568"/>
                  <a:pt x="21600" y="21098"/>
                </a:cubicBezTo>
                <a:cubicBezTo>
                  <a:pt x="14284" y="21098"/>
                  <a:pt x="7316" y="21098"/>
                  <a:pt x="0" y="21098"/>
                </a:cubicBezTo>
                <a:cubicBezTo>
                  <a:pt x="0" y="14568"/>
                  <a:pt x="0" y="8038"/>
                  <a:pt x="0" y="1507"/>
                </a:cubicBezTo>
                <a:close/>
                <a:moveTo>
                  <a:pt x="2787" y="3014"/>
                </a:moveTo>
                <a:cubicBezTo>
                  <a:pt x="2787" y="6782"/>
                  <a:pt x="2787" y="6782"/>
                  <a:pt x="2787" y="6782"/>
                </a:cubicBezTo>
                <a:cubicBezTo>
                  <a:pt x="18813" y="6782"/>
                  <a:pt x="18813" y="6782"/>
                  <a:pt x="18813" y="6782"/>
                </a:cubicBezTo>
                <a:cubicBezTo>
                  <a:pt x="18813" y="3014"/>
                  <a:pt x="18813" y="3014"/>
                  <a:pt x="18813" y="3014"/>
                </a:cubicBezTo>
                <a:cubicBezTo>
                  <a:pt x="2787" y="3014"/>
                  <a:pt x="2787" y="3014"/>
                  <a:pt x="2787" y="3014"/>
                </a:cubicBezTo>
                <a:close/>
                <a:moveTo>
                  <a:pt x="4529" y="8540"/>
                </a:moveTo>
                <a:cubicBezTo>
                  <a:pt x="3484" y="8540"/>
                  <a:pt x="2787" y="9042"/>
                  <a:pt x="2787" y="9796"/>
                </a:cubicBezTo>
                <a:cubicBezTo>
                  <a:pt x="2787" y="10549"/>
                  <a:pt x="3484" y="11051"/>
                  <a:pt x="4529" y="11051"/>
                </a:cubicBezTo>
                <a:cubicBezTo>
                  <a:pt x="5574" y="11051"/>
                  <a:pt x="6271" y="10549"/>
                  <a:pt x="6271" y="9796"/>
                </a:cubicBezTo>
                <a:cubicBezTo>
                  <a:pt x="6271" y="9042"/>
                  <a:pt x="5574" y="8540"/>
                  <a:pt x="4529" y="8540"/>
                </a:cubicBezTo>
                <a:close/>
                <a:moveTo>
                  <a:pt x="17419" y="15321"/>
                </a:moveTo>
                <a:cubicBezTo>
                  <a:pt x="16374" y="15321"/>
                  <a:pt x="15677" y="16075"/>
                  <a:pt x="15677" y="16577"/>
                </a:cubicBezTo>
                <a:cubicBezTo>
                  <a:pt x="15677" y="17331"/>
                  <a:pt x="16374" y="17833"/>
                  <a:pt x="17419" y="17833"/>
                </a:cubicBezTo>
                <a:cubicBezTo>
                  <a:pt x="18116" y="17833"/>
                  <a:pt x="18813" y="17331"/>
                  <a:pt x="18813" y="16577"/>
                </a:cubicBezTo>
                <a:cubicBezTo>
                  <a:pt x="18813" y="16075"/>
                  <a:pt x="18116" y="15321"/>
                  <a:pt x="17419" y="15321"/>
                </a:cubicBezTo>
                <a:close/>
                <a:moveTo>
                  <a:pt x="12890" y="15321"/>
                </a:moveTo>
                <a:cubicBezTo>
                  <a:pt x="11845" y="15321"/>
                  <a:pt x="11148" y="16075"/>
                  <a:pt x="11148" y="16577"/>
                </a:cubicBezTo>
                <a:cubicBezTo>
                  <a:pt x="11148" y="17331"/>
                  <a:pt x="11845" y="17833"/>
                  <a:pt x="12890" y="17833"/>
                </a:cubicBezTo>
                <a:cubicBezTo>
                  <a:pt x="13935" y="17833"/>
                  <a:pt x="14632" y="17331"/>
                  <a:pt x="14632" y="16577"/>
                </a:cubicBezTo>
                <a:cubicBezTo>
                  <a:pt x="14632" y="16075"/>
                  <a:pt x="13935" y="15321"/>
                  <a:pt x="12890" y="15321"/>
                </a:cubicBezTo>
                <a:close/>
                <a:moveTo>
                  <a:pt x="8710" y="15321"/>
                </a:moveTo>
                <a:cubicBezTo>
                  <a:pt x="7665" y="15321"/>
                  <a:pt x="6968" y="16075"/>
                  <a:pt x="6968" y="16577"/>
                </a:cubicBezTo>
                <a:cubicBezTo>
                  <a:pt x="6968" y="17331"/>
                  <a:pt x="7665" y="17833"/>
                  <a:pt x="8710" y="17833"/>
                </a:cubicBezTo>
                <a:cubicBezTo>
                  <a:pt x="9755" y="17833"/>
                  <a:pt x="10452" y="17331"/>
                  <a:pt x="10452" y="16577"/>
                </a:cubicBezTo>
                <a:cubicBezTo>
                  <a:pt x="10452" y="16075"/>
                  <a:pt x="9755" y="15321"/>
                  <a:pt x="8710" y="15321"/>
                </a:cubicBezTo>
                <a:close/>
                <a:moveTo>
                  <a:pt x="4529" y="15321"/>
                </a:moveTo>
                <a:cubicBezTo>
                  <a:pt x="3484" y="15321"/>
                  <a:pt x="2787" y="16075"/>
                  <a:pt x="2787" y="16577"/>
                </a:cubicBezTo>
                <a:cubicBezTo>
                  <a:pt x="2787" y="17331"/>
                  <a:pt x="3484" y="17833"/>
                  <a:pt x="4529" y="17833"/>
                </a:cubicBezTo>
                <a:cubicBezTo>
                  <a:pt x="5574" y="17833"/>
                  <a:pt x="6271" y="17331"/>
                  <a:pt x="6271" y="16577"/>
                </a:cubicBezTo>
                <a:cubicBezTo>
                  <a:pt x="6271" y="16075"/>
                  <a:pt x="5574" y="15321"/>
                  <a:pt x="4529" y="15321"/>
                </a:cubicBezTo>
                <a:close/>
                <a:moveTo>
                  <a:pt x="17419" y="12056"/>
                </a:moveTo>
                <a:cubicBezTo>
                  <a:pt x="16374" y="12056"/>
                  <a:pt x="15677" y="12558"/>
                  <a:pt x="15677" y="13312"/>
                </a:cubicBezTo>
                <a:cubicBezTo>
                  <a:pt x="15677" y="13814"/>
                  <a:pt x="16374" y="14568"/>
                  <a:pt x="17419" y="14568"/>
                </a:cubicBezTo>
                <a:cubicBezTo>
                  <a:pt x="18116" y="14568"/>
                  <a:pt x="18813" y="13814"/>
                  <a:pt x="18813" y="13312"/>
                </a:cubicBezTo>
                <a:cubicBezTo>
                  <a:pt x="18813" y="12558"/>
                  <a:pt x="18116" y="12056"/>
                  <a:pt x="17419" y="12056"/>
                </a:cubicBezTo>
                <a:close/>
                <a:moveTo>
                  <a:pt x="12890" y="12056"/>
                </a:moveTo>
                <a:cubicBezTo>
                  <a:pt x="11845" y="12056"/>
                  <a:pt x="11148" y="12558"/>
                  <a:pt x="11148" y="13312"/>
                </a:cubicBezTo>
                <a:cubicBezTo>
                  <a:pt x="11148" y="13814"/>
                  <a:pt x="11845" y="14568"/>
                  <a:pt x="12890" y="14568"/>
                </a:cubicBezTo>
                <a:cubicBezTo>
                  <a:pt x="13935" y="14568"/>
                  <a:pt x="14632" y="13814"/>
                  <a:pt x="14632" y="13312"/>
                </a:cubicBezTo>
                <a:cubicBezTo>
                  <a:pt x="14632" y="12558"/>
                  <a:pt x="13935" y="12056"/>
                  <a:pt x="12890" y="12056"/>
                </a:cubicBezTo>
                <a:close/>
                <a:moveTo>
                  <a:pt x="8710" y="12056"/>
                </a:moveTo>
                <a:cubicBezTo>
                  <a:pt x="7665" y="12056"/>
                  <a:pt x="6968" y="12558"/>
                  <a:pt x="6968" y="13312"/>
                </a:cubicBezTo>
                <a:cubicBezTo>
                  <a:pt x="6968" y="13814"/>
                  <a:pt x="7665" y="14568"/>
                  <a:pt x="8710" y="14568"/>
                </a:cubicBezTo>
                <a:cubicBezTo>
                  <a:pt x="9755" y="14568"/>
                  <a:pt x="10452" y="13814"/>
                  <a:pt x="10452" y="13312"/>
                </a:cubicBezTo>
                <a:cubicBezTo>
                  <a:pt x="10452" y="12558"/>
                  <a:pt x="9755" y="12056"/>
                  <a:pt x="8710" y="12056"/>
                </a:cubicBezTo>
                <a:close/>
                <a:moveTo>
                  <a:pt x="4529" y="12056"/>
                </a:moveTo>
                <a:cubicBezTo>
                  <a:pt x="3484" y="12056"/>
                  <a:pt x="2787" y="12558"/>
                  <a:pt x="2787" y="13312"/>
                </a:cubicBezTo>
                <a:cubicBezTo>
                  <a:pt x="2787" y="13814"/>
                  <a:pt x="3484" y="14568"/>
                  <a:pt x="4529" y="14568"/>
                </a:cubicBezTo>
                <a:cubicBezTo>
                  <a:pt x="5574" y="14568"/>
                  <a:pt x="6271" y="13814"/>
                  <a:pt x="6271" y="13312"/>
                </a:cubicBezTo>
                <a:cubicBezTo>
                  <a:pt x="6271" y="12558"/>
                  <a:pt x="5574" y="12056"/>
                  <a:pt x="4529" y="12056"/>
                </a:cubicBezTo>
                <a:close/>
                <a:moveTo>
                  <a:pt x="17419" y="8540"/>
                </a:moveTo>
                <a:cubicBezTo>
                  <a:pt x="16374" y="8540"/>
                  <a:pt x="15677" y="9042"/>
                  <a:pt x="15677" y="9796"/>
                </a:cubicBezTo>
                <a:cubicBezTo>
                  <a:pt x="15677" y="10549"/>
                  <a:pt x="16374" y="11051"/>
                  <a:pt x="17419" y="11051"/>
                </a:cubicBezTo>
                <a:cubicBezTo>
                  <a:pt x="18116" y="11051"/>
                  <a:pt x="18813" y="10549"/>
                  <a:pt x="18813" y="9796"/>
                </a:cubicBezTo>
                <a:cubicBezTo>
                  <a:pt x="18813" y="9042"/>
                  <a:pt x="18116" y="8540"/>
                  <a:pt x="17419" y="8540"/>
                </a:cubicBezTo>
                <a:close/>
                <a:moveTo>
                  <a:pt x="12890" y="8540"/>
                </a:moveTo>
                <a:cubicBezTo>
                  <a:pt x="11845" y="8540"/>
                  <a:pt x="11148" y="9042"/>
                  <a:pt x="11148" y="9796"/>
                </a:cubicBezTo>
                <a:cubicBezTo>
                  <a:pt x="11148" y="10549"/>
                  <a:pt x="11845" y="11051"/>
                  <a:pt x="12890" y="11051"/>
                </a:cubicBezTo>
                <a:cubicBezTo>
                  <a:pt x="13935" y="11051"/>
                  <a:pt x="14632" y="10549"/>
                  <a:pt x="14632" y="9796"/>
                </a:cubicBezTo>
                <a:cubicBezTo>
                  <a:pt x="14632" y="9042"/>
                  <a:pt x="13935" y="8540"/>
                  <a:pt x="12890" y="8540"/>
                </a:cubicBezTo>
                <a:close/>
                <a:moveTo>
                  <a:pt x="8710" y="8540"/>
                </a:moveTo>
                <a:cubicBezTo>
                  <a:pt x="7665" y="8540"/>
                  <a:pt x="6968" y="9042"/>
                  <a:pt x="6968" y="9796"/>
                </a:cubicBezTo>
                <a:cubicBezTo>
                  <a:pt x="6968" y="10549"/>
                  <a:pt x="7665" y="11051"/>
                  <a:pt x="8710" y="11051"/>
                </a:cubicBezTo>
                <a:cubicBezTo>
                  <a:pt x="9755" y="11051"/>
                  <a:pt x="10452" y="10549"/>
                  <a:pt x="10452" y="9796"/>
                </a:cubicBezTo>
                <a:cubicBezTo>
                  <a:pt x="10452" y="9042"/>
                  <a:pt x="9755" y="8540"/>
                  <a:pt x="8710" y="854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3" name="Shape 7203"/>
          <p:cNvSpPr/>
          <p:nvPr/>
        </p:nvSpPr>
        <p:spPr>
          <a:xfrm>
            <a:off x="18772275" y="4960863"/>
            <a:ext cx="732787" cy="7785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02" y="5002"/>
                </a:moveTo>
                <a:cubicBezTo>
                  <a:pt x="20144" y="6594"/>
                  <a:pt x="21600" y="9095"/>
                  <a:pt x="21600" y="12051"/>
                </a:cubicBezTo>
                <a:cubicBezTo>
                  <a:pt x="21600" y="14324"/>
                  <a:pt x="20629" y="16598"/>
                  <a:pt x="18930" y="18189"/>
                </a:cubicBezTo>
                <a:cubicBezTo>
                  <a:pt x="11407" y="12051"/>
                  <a:pt x="11407" y="12051"/>
                  <a:pt x="11407" y="12051"/>
                </a:cubicBezTo>
                <a:cubicBezTo>
                  <a:pt x="18202" y="5002"/>
                  <a:pt x="18202" y="5002"/>
                  <a:pt x="18202" y="5002"/>
                </a:cubicBezTo>
                <a:close/>
                <a:moveTo>
                  <a:pt x="18445" y="18872"/>
                </a:moveTo>
                <a:cubicBezTo>
                  <a:pt x="17960" y="19326"/>
                  <a:pt x="17474" y="19781"/>
                  <a:pt x="16746" y="20008"/>
                </a:cubicBezTo>
                <a:cubicBezTo>
                  <a:pt x="17960" y="18417"/>
                  <a:pt x="17960" y="18417"/>
                  <a:pt x="17960" y="18417"/>
                </a:cubicBezTo>
                <a:cubicBezTo>
                  <a:pt x="18445" y="18872"/>
                  <a:pt x="18445" y="18872"/>
                  <a:pt x="18445" y="18872"/>
                </a:cubicBezTo>
                <a:close/>
                <a:moveTo>
                  <a:pt x="15533" y="20918"/>
                </a:moveTo>
                <a:cubicBezTo>
                  <a:pt x="17474" y="17962"/>
                  <a:pt x="17474" y="17962"/>
                  <a:pt x="17474" y="17962"/>
                </a:cubicBezTo>
                <a:cubicBezTo>
                  <a:pt x="16989" y="17507"/>
                  <a:pt x="16989" y="17507"/>
                  <a:pt x="16989" y="17507"/>
                </a:cubicBezTo>
                <a:cubicBezTo>
                  <a:pt x="14562" y="21373"/>
                  <a:pt x="14562" y="21373"/>
                  <a:pt x="14562" y="21373"/>
                </a:cubicBezTo>
                <a:cubicBezTo>
                  <a:pt x="14804" y="21145"/>
                  <a:pt x="15290" y="20918"/>
                  <a:pt x="15533" y="20918"/>
                </a:cubicBezTo>
                <a:close/>
                <a:moveTo>
                  <a:pt x="14076" y="20691"/>
                </a:moveTo>
                <a:cubicBezTo>
                  <a:pt x="16261" y="17053"/>
                  <a:pt x="16261" y="17053"/>
                  <a:pt x="16261" y="17053"/>
                </a:cubicBezTo>
                <a:cubicBezTo>
                  <a:pt x="15775" y="16825"/>
                  <a:pt x="15775" y="16825"/>
                  <a:pt x="15775" y="16825"/>
                </a:cubicBezTo>
                <a:cubicBezTo>
                  <a:pt x="13834" y="20008"/>
                  <a:pt x="13834" y="20008"/>
                  <a:pt x="13834" y="20008"/>
                </a:cubicBezTo>
                <a:cubicBezTo>
                  <a:pt x="14076" y="20691"/>
                  <a:pt x="14076" y="20691"/>
                  <a:pt x="14076" y="20691"/>
                </a:cubicBezTo>
                <a:close/>
                <a:moveTo>
                  <a:pt x="13591" y="19099"/>
                </a:moveTo>
                <a:cubicBezTo>
                  <a:pt x="15290" y="16371"/>
                  <a:pt x="15290" y="16371"/>
                  <a:pt x="15290" y="16371"/>
                </a:cubicBezTo>
                <a:cubicBezTo>
                  <a:pt x="14804" y="15916"/>
                  <a:pt x="14804" y="15916"/>
                  <a:pt x="14804" y="15916"/>
                </a:cubicBezTo>
                <a:cubicBezTo>
                  <a:pt x="13348" y="18417"/>
                  <a:pt x="13348" y="18417"/>
                  <a:pt x="13348" y="18417"/>
                </a:cubicBezTo>
                <a:cubicBezTo>
                  <a:pt x="13591" y="19099"/>
                  <a:pt x="13591" y="19099"/>
                  <a:pt x="13591" y="19099"/>
                </a:cubicBezTo>
                <a:close/>
                <a:moveTo>
                  <a:pt x="12863" y="17735"/>
                </a:moveTo>
                <a:cubicBezTo>
                  <a:pt x="14319" y="15461"/>
                  <a:pt x="14319" y="15461"/>
                  <a:pt x="14319" y="15461"/>
                </a:cubicBezTo>
                <a:cubicBezTo>
                  <a:pt x="13834" y="15006"/>
                  <a:pt x="13834" y="15006"/>
                  <a:pt x="13834" y="15006"/>
                </a:cubicBezTo>
                <a:cubicBezTo>
                  <a:pt x="12620" y="17053"/>
                  <a:pt x="12620" y="17053"/>
                  <a:pt x="12620" y="17053"/>
                </a:cubicBezTo>
                <a:cubicBezTo>
                  <a:pt x="12863" y="17735"/>
                  <a:pt x="12863" y="17735"/>
                  <a:pt x="12863" y="17735"/>
                </a:cubicBezTo>
                <a:close/>
                <a:moveTo>
                  <a:pt x="12378" y="16143"/>
                </a:moveTo>
                <a:cubicBezTo>
                  <a:pt x="13348" y="14552"/>
                  <a:pt x="13348" y="14552"/>
                  <a:pt x="13348" y="14552"/>
                </a:cubicBezTo>
                <a:cubicBezTo>
                  <a:pt x="12863" y="14097"/>
                  <a:pt x="12863" y="14097"/>
                  <a:pt x="12863" y="14097"/>
                </a:cubicBezTo>
                <a:cubicBezTo>
                  <a:pt x="12135" y="15461"/>
                  <a:pt x="12135" y="15461"/>
                  <a:pt x="12135" y="15461"/>
                </a:cubicBezTo>
                <a:cubicBezTo>
                  <a:pt x="12378" y="16143"/>
                  <a:pt x="12378" y="16143"/>
                  <a:pt x="12378" y="16143"/>
                </a:cubicBezTo>
                <a:close/>
                <a:moveTo>
                  <a:pt x="11649" y="14779"/>
                </a:moveTo>
                <a:cubicBezTo>
                  <a:pt x="12378" y="13869"/>
                  <a:pt x="12378" y="13869"/>
                  <a:pt x="12378" y="13869"/>
                </a:cubicBezTo>
                <a:cubicBezTo>
                  <a:pt x="11892" y="13415"/>
                  <a:pt x="11892" y="13415"/>
                  <a:pt x="11892" y="13415"/>
                </a:cubicBezTo>
                <a:cubicBezTo>
                  <a:pt x="11407" y="13869"/>
                  <a:pt x="11407" y="13869"/>
                  <a:pt x="11407" y="13869"/>
                </a:cubicBezTo>
                <a:cubicBezTo>
                  <a:pt x="11649" y="14779"/>
                  <a:pt x="11649" y="14779"/>
                  <a:pt x="11649" y="14779"/>
                </a:cubicBezTo>
                <a:close/>
                <a:moveTo>
                  <a:pt x="11164" y="13187"/>
                </a:moveTo>
                <a:cubicBezTo>
                  <a:pt x="10921" y="12505"/>
                  <a:pt x="10921" y="12505"/>
                  <a:pt x="10921" y="12505"/>
                </a:cubicBezTo>
                <a:cubicBezTo>
                  <a:pt x="11407" y="12960"/>
                  <a:pt x="11407" y="12960"/>
                  <a:pt x="11407" y="12960"/>
                </a:cubicBezTo>
                <a:cubicBezTo>
                  <a:pt x="11164" y="13187"/>
                  <a:pt x="11164" y="13187"/>
                  <a:pt x="11164" y="13187"/>
                </a:cubicBezTo>
                <a:close/>
                <a:moveTo>
                  <a:pt x="14319" y="3865"/>
                </a:moveTo>
                <a:cubicBezTo>
                  <a:pt x="9951" y="12278"/>
                  <a:pt x="9951" y="12278"/>
                  <a:pt x="9951" y="12278"/>
                </a:cubicBezTo>
                <a:cubicBezTo>
                  <a:pt x="9951" y="12278"/>
                  <a:pt x="9222" y="6366"/>
                  <a:pt x="8737" y="2956"/>
                </a:cubicBezTo>
                <a:cubicBezTo>
                  <a:pt x="3883" y="3411"/>
                  <a:pt x="0" y="7503"/>
                  <a:pt x="0" y="12278"/>
                </a:cubicBezTo>
                <a:cubicBezTo>
                  <a:pt x="0" y="17507"/>
                  <a:pt x="4369" y="21600"/>
                  <a:pt x="9951" y="21600"/>
                </a:cubicBezTo>
                <a:cubicBezTo>
                  <a:pt x="11164" y="21600"/>
                  <a:pt x="12378" y="21373"/>
                  <a:pt x="13348" y="21145"/>
                </a:cubicBezTo>
                <a:cubicBezTo>
                  <a:pt x="9951" y="12278"/>
                  <a:pt x="9951" y="12278"/>
                  <a:pt x="9951" y="12278"/>
                </a:cubicBezTo>
                <a:cubicBezTo>
                  <a:pt x="16503" y="5229"/>
                  <a:pt x="16503" y="5229"/>
                  <a:pt x="16503" y="5229"/>
                </a:cubicBezTo>
                <a:cubicBezTo>
                  <a:pt x="16018" y="4547"/>
                  <a:pt x="15290" y="4093"/>
                  <a:pt x="14319" y="3865"/>
                </a:cubicBezTo>
                <a:close/>
                <a:moveTo>
                  <a:pt x="10436" y="0"/>
                </a:moveTo>
                <a:cubicBezTo>
                  <a:pt x="9951" y="0"/>
                  <a:pt x="9708" y="0"/>
                  <a:pt x="9222" y="0"/>
                </a:cubicBezTo>
                <a:cubicBezTo>
                  <a:pt x="9708" y="3411"/>
                  <a:pt x="10436" y="9322"/>
                  <a:pt x="10436" y="9322"/>
                </a:cubicBezTo>
                <a:cubicBezTo>
                  <a:pt x="14804" y="909"/>
                  <a:pt x="14804" y="909"/>
                  <a:pt x="14804" y="909"/>
                </a:cubicBezTo>
                <a:cubicBezTo>
                  <a:pt x="13591" y="227"/>
                  <a:pt x="11892" y="0"/>
                  <a:pt x="10436" y="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4" name="Shape 7204"/>
          <p:cNvSpPr/>
          <p:nvPr/>
        </p:nvSpPr>
        <p:spPr>
          <a:xfrm>
            <a:off x="21783568" y="5166959"/>
            <a:ext cx="816751" cy="5343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927" y="19274"/>
                </a:moveTo>
                <a:cubicBezTo>
                  <a:pt x="6545" y="19274"/>
                  <a:pt x="9164" y="19938"/>
                  <a:pt x="11564" y="21600"/>
                </a:cubicBezTo>
                <a:cubicBezTo>
                  <a:pt x="13964" y="19938"/>
                  <a:pt x="16364" y="18942"/>
                  <a:pt x="18982" y="18942"/>
                </a:cubicBezTo>
                <a:cubicBezTo>
                  <a:pt x="18982" y="7643"/>
                  <a:pt x="18982" y="7643"/>
                  <a:pt x="18982" y="7643"/>
                </a:cubicBezTo>
                <a:cubicBezTo>
                  <a:pt x="11564" y="9305"/>
                  <a:pt x="11564" y="9305"/>
                  <a:pt x="11564" y="9305"/>
                </a:cubicBezTo>
                <a:cubicBezTo>
                  <a:pt x="3927" y="7643"/>
                  <a:pt x="3927" y="7643"/>
                  <a:pt x="3927" y="7643"/>
                </a:cubicBezTo>
                <a:cubicBezTo>
                  <a:pt x="3927" y="19274"/>
                  <a:pt x="3927" y="19274"/>
                  <a:pt x="3927" y="19274"/>
                </a:cubicBezTo>
                <a:close/>
                <a:moveTo>
                  <a:pt x="21600" y="2658"/>
                </a:moveTo>
                <a:cubicBezTo>
                  <a:pt x="21600" y="5649"/>
                  <a:pt x="21600" y="5649"/>
                  <a:pt x="21600" y="5649"/>
                </a:cubicBezTo>
                <a:cubicBezTo>
                  <a:pt x="11564" y="7975"/>
                  <a:pt x="11564" y="7975"/>
                  <a:pt x="11564" y="7975"/>
                </a:cubicBezTo>
                <a:cubicBezTo>
                  <a:pt x="1527" y="5649"/>
                  <a:pt x="1527" y="5649"/>
                  <a:pt x="1527" y="5649"/>
                </a:cubicBezTo>
                <a:cubicBezTo>
                  <a:pt x="1527" y="11298"/>
                  <a:pt x="1527" y="11298"/>
                  <a:pt x="1527" y="11298"/>
                </a:cubicBezTo>
                <a:cubicBezTo>
                  <a:pt x="1745" y="11631"/>
                  <a:pt x="1964" y="11963"/>
                  <a:pt x="1964" y="12295"/>
                </a:cubicBezTo>
                <a:cubicBezTo>
                  <a:pt x="1964" y="12960"/>
                  <a:pt x="1527" y="13625"/>
                  <a:pt x="1091" y="13625"/>
                </a:cubicBezTo>
                <a:cubicBezTo>
                  <a:pt x="873" y="13625"/>
                  <a:pt x="436" y="12960"/>
                  <a:pt x="436" y="12295"/>
                </a:cubicBezTo>
                <a:cubicBezTo>
                  <a:pt x="436" y="11963"/>
                  <a:pt x="655" y="11631"/>
                  <a:pt x="873" y="11298"/>
                </a:cubicBezTo>
                <a:cubicBezTo>
                  <a:pt x="873" y="8308"/>
                  <a:pt x="873" y="5649"/>
                  <a:pt x="873" y="2658"/>
                </a:cubicBezTo>
                <a:cubicBezTo>
                  <a:pt x="11564" y="0"/>
                  <a:pt x="11564" y="0"/>
                  <a:pt x="11564" y="0"/>
                </a:cubicBezTo>
                <a:cubicBezTo>
                  <a:pt x="21600" y="2658"/>
                  <a:pt x="21600" y="2658"/>
                  <a:pt x="21600" y="2658"/>
                </a:cubicBezTo>
                <a:close/>
                <a:moveTo>
                  <a:pt x="1745" y="13957"/>
                </a:moveTo>
                <a:cubicBezTo>
                  <a:pt x="1309" y="14289"/>
                  <a:pt x="1091" y="14289"/>
                  <a:pt x="655" y="13957"/>
                </a:cubicBezTo>
                <a:cubicBezTo>
                  <a:pt x="436" y="15618"/>
                  <a:pt x="218" y="17280"/>
                  <a:pt x="0" y="19274"/>
                </a:cubicBezTo>
                <a:cubicBezTo>
                  <a:pt x="218" y="19274"/>
                  <a:pt x="436" y="19274"/>
                  <a:pt x="436" y="19274"/>
                </a:cubicBezTo>
                <a:cubicBezTo>
                  <a:pt x="655" y="18609"/>
                  <a:pt x="655" y="18609"/>
                  <a:pt x="655" y="18609"/>
                </a:cubicBezTo>
                <a:cubicBezTo>
                  <a:pt x="655" y="19274"/>
                  <a:pt x="655" y="19274"/>
                  <a:pt x="655" y="19274"/>
                </a:cubicBezTo>
                <a:cubicBezTo>
                  <a:pt x="873" y="19606"/>
                  <a:pt x="1091" y="19606"/>
                  <a:pt x="1309" y="19606"/>
                </a:cubicBezTo>
                <a:cubicBezTo>
                  <a:pt x="1527" y="18942"/>
                  <a:pt x="1527" y="18942"/>
                  <a:pt x="1527" y="18942"/>
                </a:cubicBezTo>
                <a:cubicBezTo>
                  <a:pt x="1527" y="19606"/>
                  <a:pt x="1527" y="19606"/>
                  <a:pt x="1527" y="19606"/>
                </a:cubicBezTo>
                <a:cubicBezTo>
                  <a:pt x="1527" y="19606"/>
                  <a:pt x="1745" y="19606"/>
                  <a:pt x="1745" y="19606"/>
                </a:cubicBezTo>
                <a:cubicBezTo>
                  <a:pt x="1745" y="16948"/>
                  <a:pt x="1745" y="16948"/>
                  <a:pt x="1745" y="16948"/>
                </a:cubicBezTo>
                <a:cubicBezTo>
                  <a:pt x="1964" y="19274"/>
                  <a:pt x="1964" y="19274"/>
                  <a:pt x="1964" y="19274"/>
                </a:cubicBezTo>
                <a:cubicBezTo>
                  <a:pt x="2182" y="19274"/>
                  <a:pt x="2182" y="19274"/>
                  <a:pt x="2400" y="19274"/>
                </a:cubicBezTo>
                <a:cubicBezTo>
                  <a:pt x="2182" y="17280"/>
                  <a:pt x="1964" y="15618"/>
                  <a:pt x="1745" y="13957"/>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5" name="Shape 7205"/>
          <p:cNvSpPr/>
          <p:nvPr/>
        </p:nvSpPr>
        <p:spPr>
          <a:xfrm>
            <a:off x="17268539" y="5075361"/>
            <a:ext cx="763319" cy="725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1" y="0"/>
                </a:moveTo>
                <a:cubicBezTo>
                  <a:pt x="20671" y="0"/>
                  <a:pt x="20671" y="0"/>
                  <a:pt x="20671" y="0"/>
                </a:cubicBezTo>
                <a:cubicBezTo>
                  <a:pt x="21600" y="0"/>
                  <a:pt x="21600" y="0"/>
                  <a:pt x="21600" y="0"/>
                </a:cubicBezTo>
                <a:cubicBezTo>
                  <a:pt x="21600" y="1227"/>
                  <a:pt x="21600" y="1227"/>
                  <a:pt x="21600" y="1227"/>
                </a:cubicBezTo>
                <a:cubicBezTo>
                  <a:pt x="21600" y="16936"/>
                  <a:pt x="21600" y="16936"/>
                  <a:pt x="21600" y="16936"/>
                </a:cubicBezTo>
                <a:cubicBezTo>
                  <a:pt x="21600" y="18164"/>
                  <a:pt x="21600" y="18164"/>
                  <a:pt x="21600" y="18164"/>
                </a:cubicBezTo>
                <a:cubicBezTo>
                  <a:pt x="20671" y="18164"/>
                  <a:pt x="20671" y="18164"/>
                  <a:pt x="20671" y="18164"/>
                </a:cubicBezTo>
                <a:cubicBezTo>
                  <a:pt x="18813" y="18164"/>
                  <a:pt x="18813" y="18164"/>
                  <a:pt x="18813" y="18164"/>
                </a:cubicBezTo>
                <a:cubicBezTo>
                  <a:pt x="18581" y="17673"/>
                  <a:pt x="18581" y="17673"/>
                  <a:pt x="18581" y="17673"/>
                </a:cubicBezTo>
                <a:cubicBezTo>
                  <a:pt x="18813" y="16936"/>
                  <a:pt x="19045" y="16445"/>
                  <a:pt x="19045" y="15955"/>
                </a:cubicBezTo>
                <a:cubicBezTo>
                  <a:pt x="19510" y="15955"/>
                  <a:pt x="19510" y="15955"/>
                  <a:pt x="19510" y="15955"/>
                </a:cubicBezTo>
                <a:cubicBezTo>
                  <a:pt x="19510" y="2455"/>
                  <a:pt x="19510" y="2455"/>
                  <a:pt x="19510" y="2455"/>
                </a:cubicBezTo>
                <a:cubicBezTo>
                  <a:pt x="2323" y="2455"/>
                  <a:pt x="2323" y="2455"/>
                  <a:pt x="2323" y="2455"/>
                </a:cubicBezTo>
                <a:cubicBezTo>
                  <a:pt x="2323" y="15955"/>
                  <a:pt x="2323" y="15955"/>
                  <a:pt x="2323" y="15955"/>
                </a:cubicBezTo>
                <a:cubicBezTo>
                  <a:pt x="10684" y="15955"/>
                  <a:pt x="10684" y="15955"/>
                  <a:pt x="10684" y="15955"/>
                </a:cubicBezTo>
                <a:cubicBezTo>
                  <a:pt x="10684" y="16445"/>
                  <a:pt x="10916" y="16936"/>
                  <a:pt x="11148" y="17673"/>
                </a:cubicBezTo>
                <a:cubicBezTo>
                  <a:pt x="10916" y="18164"/>
                  <a:pt x="10916" y="18164"/>
                  <a:pt x="10916" y="18164"/>
                </a:cubicBezTo>
                <a:cubicBezTo>
                  <a:pt x="1161" y="18164"/>
                  <a:pt x="1161" y="18164"/>
                  <a:pt x="1161" y="18164"/>
                </a:cubicBezTo>
                <a:cubicBezTo>
                  <a:pt x="0" y="18164"/>
                  <a:pt x="0" y="18164"/>
                  <a:pt x="0" y="18164"/>
                </a:cubicBezTo>
                <a:cubicBezTo>
                  <a:pt x="0" y="16936"/>
                  <a:pt x="0" y="16936"/>
                  <a:pt x="0" y="16936"/>
                </a:cubicBezTo>
                <a:cubicBezTo>
                  <a:pt x="0" y="1227"/>
                  <a:pt x="0" y="1227"/>
                  <a:pt x="0" y="1227"/>
                </a:cubicBezTo>
                <a:cubicBezTo>
                  <a:pt x="0" y="0"/>
                  <a:pt x="0" y="0"/>
                  <a:pt x="0" y="0"/>
                </a:cubicBezTo>
                <a:cubicBezTo>
                  <a:pt x="1161" y="0"/>
                  <a:pt x="1161" y="0"/>
                  <a:pt x="1161" y="0"/>
                </a:cubicBezTo>
                <a:close/>
                <a:moveTo>
                  <a:pt x="14865" y="12518"/>
                </a:moveTo>
                <a:cubicBezTo>
                  <a:pt x="13239" y="12518"/>
                  <a:pt x="12077" y="13745"/>
                  <a:pt x="12077" y="15464"/>
                </a:cubicBezTo>
                <a:cubicBezTo>
                  <a:pt x="12077" y="16200"/>
                  <a:pt x="12310" y="16936"/>
                  <a:pt x="12774" y="17427"/>
                </a:cubicBezTo>
                <a:cubicBezTo>
                  <a:pt x="11613" y="20127"/>
                  <a:pt x="11613" y="20127"/>
                  <a:pt x="11613" y="20127"/>
                </a:cubicBezTo>
                <a:cubicBezTo>
                  <a:pt x="13239" y="20127"/>
                  <a:pt x="13239" y="20127"/>
                  <a:pt x="13239" y="20127"/>
                </a:cubicBezTo>
                <a:cubicBezTo>
                  <a:pt x="14168" y="21109"/>
                  <a:pt x="14168" y="21109"/>
                  <a:pt x="14168" y="21109"/>
                </a:cubicBezTo>
                <a:cubicBezTo>
                  <a:pt x="14865" y="19145"/>
                  <a:pt x="14865" y="19145"/>
                  <a:pt x="14865" y="19145"/>
                </a:cubicBezTo>
                <a:cubicBezTo>
                  <a:pt x="15794" y="21600"/>
                  <a:pt x="15794" y="21600"/>
                  <a:pt x="15794" y="21600"/>
                </a:cubicBezTo>
                <a:cubicBezTo>
                  <a:pt x="16723" y="20618"/>
                  <a:pt x="16723" y="20618"/>
                  <a:pt x="16723" y="20618"/>
                </a:cubicBezTo>
                <a:cubicBezTo>
                  <a:pt x="18116" y="20618"/>
                  <a:pt x="18116" y="20618"/>
                  <a:pt x="18116" y="20618"/>
                </a:cubicBezTo>
                <a:cubicBezTo>
                  <a:pt x="17187" y="17427"/>
                  <a:pt x="17187" y="17427"/>
                  <a:pt x="17187" y="17427"/>
                </a:cubicBezTo>
                <a:cubicBezTo>
                  <a:pt x="17419" y="16936"/>
                  <a:pt x="17652" y="16200"/>
                  <a:pt x="17652" y="15464"/>
                </a:cubicBezTo>
                <a:cubicBezTo>
                  <a:pt x="17652" y="13745"/>
                  <a:pt x="16490" y="12518"/>
                  <a:pt x="14865" y="12518"/>
                </a:cubicBezTo>
                <a:close/>
                <a:moveTo>
                  <a:pt x="16490" y="16445"/>
                </a:moveTo>
                <a:cubicBezTo>
                  <a:pt x="16026" y="16691"/>
                  <a:pt x="15561" y="16936"/>
                  <a:pt x="14865" y="16936"/>
                </a:cubicBezTo>
                <a:cubicBezTo>
                  <a:pt x="14400" y="16936"/>
                  <a:pt x="13703" y="16691"/>
                  <a:pt x="13239" y="16445"/>
                </a:cubicBezTo>
                <a:cubicBezTo>
                  <a:pt x="13471" y="16936"/>
                  <a:pt x="14168" y="17673"/>
                  <a:pt x="14865" y="17673"/>
                </a:cubicBezTo>
                <a:cubicBezTo>
                  <a:pt x="15561" y="17673"/>
                  <a:pt x="16258" y="17182"/>
                  <a:pt x="16490" y="16445"/>
                </a:cubicBezTo>
                <a:close/>
                <a:moveTo>
                  <a:pt x="14400" y="13500"/>
                </a:moveTo>
                <a:cubicBezTo>
                  <a:pt x="14865" y="13500"/>
                  <a:pt x="15329" y="13745"/>
                  <a:pt x="15794" y="14236"/>
                </a:cubicBezTo>
                <a:cubicBezTo>
                  <a:pt x="16258" y="14727"/>
                  <a:pt x="16490" y="15218"/>
                  <a:pt x="16490" y="15709"/>
                </a:cubicBezTo>
                <a:cubicBezTo>
                  <a:pt x="16955" y="15218"/>
                  <a:pt x="16723" y="14236"/>
                  <a:pt x="16258" y="13745"/>
                </a:cubicBezTo>
                <a:cubicBezTo>
                  <a:pt x="15794" y="13255"/>
                  <a:pt x="15097" y="13255"/>
                  <a:pt x="14400" y="13500"/>
                </a:cubicBezTo>
                <a:close/>
                <a:moveTo>
                  <a:pt x="4181" y="10064"/>
                </a:moveTo>
                <a:cubicBezTo>
                  <a:pt x="4181" y="11291"/>
                  <a:pt x="4181" y="11291"/>
                  <a:pt x="4181" y="11291"/>
                </a:cubicBezTo>
                <a:cubicBezTo>
                  <a:pt x="17884" y="11291"/>
                  <a:pt x="17884" y="11291"/>
                  <a:pt x="17884" y="11291"/>
                </a:cubicBezTo>
                <a:cubicBezTo>
                  <a:pt x="17884" y="10064"/>
                  <a:pt x="17884" y="10064"/>
                  <a:pt x="17884" y="10064"/>
                </a:cubicBezTo>
                <a:cubicBezTo>
                  <a:pt x="4181" y="10064"/>
                  <a:pt x="4181" y="10064"/>
                  <a:pt x="4181" y="10064"/>
                </a:cubicBezTo>
                <a:close/>
                <a:moveTo>
                  <a:pt x="10916" y="7118"/>
                </a:moveTo>
                <a:cubicBezTo>
                  <a:pt x="10916" y="8345"/>
                  <a:pt x="10916" y="8345"/>
                  <a:pt x="10916" y="8345"/>
                </a:cubicBezTo>
                <a:cubicBezTo>
                  <a:pt x="17884" y="8345"/>
                  <a:pt x="17884" y="8345"/>
                  <a:pt x="17884" y="8345"/>
                </a:cubicBezTo>
                <a:cubicBezTo>
                  <a:pt x="17884" y="7118"/>
                  <a:pt x="17884" y="7118"/>
                  <a:pt x="17884" y="7118"/>
                </a:cubicBezTo>
                <a:cubicBezTo>
                  <a:pt x="10916" y="7118"/>
                  <a:pt x="10916" y="7118"/>
                  <a:pt x="10916" y="7118"/>
                </a:cubicBezTo>
                <a:close/>
                <a:moveTo>
                  <a:pt x="10916" y="4173"/>
                </a:moveTo>
                <a:cubicBezTo>
                  <a:pt x="10916" y="5400"/>
                  <a:pt x="10916" y="5400"/>
                  <a:pt x="10916" y="5400"/>
                </a:cubicBezTo>
                <a:cubicBezTo>
                  <a:pt x="17884" y="5400"/>
                  <a:pt x="17884" y="5400"/>
                  <a:pt x="17884" y="5400"/>
                </a:cubicBezTo>
                <a:cubicBezTo>
                  <a:pt x="17884" y="4173"/>
                  <a:pt x="17884" y="4173"/>
                  <a:pt x="17884" y="4173"/>
                </a:cubicBezTo>
                <a:cubicBezTo>
                  <a:pt x="10916" y="4173"/>
                  <a:pt x="10916" y="4173"/>
                  <a:pt x="10916" y="4173"/>
                </a:cubicBezTo>
                <a:close/>
                <a:moveTo>
                  <a:pt x="4181" y="4173"/>
                </a:moveTo>
                <a:cubicBezTo>
                  <a:pt x="4181" y="8591"/>
                  <a:pt x="4181" y="8591"/>
                  <a:pt x="4181" y="8591"/>
                </a:cubicBezTo>
                <a:cubicBezTo>
                  <a:pt x="9290" y="8591"/>
                  <a:pt x="9290" y="8591"/>
                  <a:pt x="9290" y="8591"/>
                </a:cubicBezTo>
                <a:cubicBezTo>
                  <a:pt x="9290" y="4173"/>
                  <a:pt x="9290" y="4173"/>
                  <a:pt x="9290" y="4173"/>
                </a:cubicBezTo>
                <a:lnTo>
                  <a:pt x="4181" y="4173"/>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6" name="Shape 7206"/>
          <p:cNvSpPr/>
          <p:nvPr/>
        </p:nvSpPr>
        <p:spPr>
          <a:xfrm>
            <a:off x="18749378" y="6474538"/>
            <a:ext cx="698437" cy="837348"/>
          </a:xfrm>
          <a:custGeom>
            <a:avLst/>
            <a:gdLst/>
            <a:ahLst/>
            <a:cxnLst>
              <a:cxn ang="0">
                <a:pos x="wd2" y="hd2"/>
              </a:cxn>
              <a:cxn ang="5400000">
                <a:pos x="wd2" y="hd2"/>
              </a:cxn>
              <a:cxn ang="10800000">
                <a:pos x="wd2" y="hd2"/>
              </a:cxn>
              <a:cxn ang="16200000">
                <a:pos x="wd2" y="hd2"/>
              </a:cxn>
            </a:cxnLst>
            <a:rect l="0" t="0" r="r" b="b"/>
            <a:pathLst>
              <a:path w="21600" h="20785" fill="norm" stroke="1" extrusionOk="0">
                <a:moveTo>
                  <a:pt x="12452" y="4483"/>
                </a:moveTo>
                <a:cubicBezTo>
                  <a:pt x="11944" y="4076"/>
                  <a:pt x="10165" y="3057"/>
                  <a:pt x="8386" y="3668"/>
                </a:cubicBezTo>
                <a:cubicBezTo>
                  <a:pt x="6353" y="4279"/>
                  <a:pt x="5591" y="6113"/>
                  <a:pt x="6607" y="7743"/>
                </a:cubicBezTo>
                <a:cubicBezTo>
                  <a:pt x="7624" y="9374"/>
                  <a:pt x="8386" y="9985"/>
                  <a:pt x="8640" y="10393"/>
                </a:cubicBezTo>
                <a:cubicBezTo>
                  <a:pt x="8894" y="10596"/>
                  <a:pt x="8640" y="11004"/>
                  <a:pt x="8894" y="11208"/>
                </a:cubicBezTo>
                <a:cubicBezTo>
                  <a:pt x="9148" y="12227"/>
                  <a:pt x="11689" y="12634"/>
                  <a:pt x="12452" y="12023"/>
                </a:cubicBezTo>
                <a:cubicBezTo>
                  <a:pt x="13214" y="12634"/>
                  <a:pt x="15755" y="12227"/>
                  <a:pt x="16009" y="11208"/>
                </a:cubicBezTo>
                <a:cubicBezTo>
                  <a:pt x="16009" y="11004"/>
                  <a:pt x="16009" y="10596"/>
                  <a:pt x="16009" y="10393"/>
                </a:cubicBezTo>
                <a:cubicBezTo>
                  <a:pt x="16264" y="9985"/>
                  <a:pt x="17280" y="9374"/>
                  <a:pt x="18296" y="7743"/>
                </a:cubicBezTo>
                <a:cubicBezTo>
                  <a:pt x="19313" y="6113"/>
                  <a:pt x="18551" y="4279"/>
                  <a:pt x="16264" y="3668"/>
                </a:cubicBezTo>
                <a:cubicBezTo>
                  <a:pt x="14739" y="3057"/>
                  <a:pt x="12960" y="4076"/>
                  <a:pt x="12452" y="4483"/>
                </a:cubicBezTo>
                <a:close/>
                <a:moveTo>
                  <a:pt x="21346" y="14876"/>
                </a:moveTo>
                <a:cubicBezTo>
                  <a:pt x="3558" y="14876"/>
                  <a:pt x="3558" y="14876"/>
                  <a:pt x="3558" y="14876"/>
                </a:cubicBezTo>
                <a:cubicBezTo>
                  <a:pt x="2795" y="15487"/>
                  <a:pt x="2541" y="16098"/>
                  <a:pt x="2795" y="16913"/>
                </a:cubicBezTo>
                <a:cubicBezTo>
                  <a:pt x="2795" y="16913"/>
                  <a:pt x="2795" y="16913"/>
                  <a:pt x="2795" y="16913"/>
                </a:cubicBezTo>
                <a:cubicBezTo>
                  <a:pt x="2795" y="17525"/>
                  <a:pt x="3049" y="18136"/>
                  <a:pt x="3558" y="18747"/>
                </a:cubicBezTo>
                <a:cubicBezTo>
                  <a:pt x="21600" y="18747"/>
                  <a:pt x="21600" y="18747"/>
                  <a:pt x="21600" y="18747"/>
                </a:cubicBezTo>
                <a:cubicBezTo>
                  <a:pt x="21600" y="20785"/>
                  <a:pt x="21600" y="20785"/>
                  <a:pt x="21600" y="20785"/>
                </a:cubicBezTo>
                <a:cubicBezTo>
                  <a:pt x="3049" y="20785"/>
                  <a:pt x="3049" y="20785"/>
                  <a:pt x="3049" y="20785"/>
                </a:cubicBezTo>
                <a:cubicBezTo>
                  <a:pt x="2541" y="20785"/>
                  <a:pt x="2541" y="20785"/>
                  <a:pt x="2541" y="20785"/>
                </a:cubicBezTo>
                <a:cubicBezTo>
                  <a:pt x="2033" y="20581"/>
                  <a:pt x="2033" y="20581"/>
                  <a:pt x="2033" y="20581"/>
                </a:cubicBezTo>
                <a:cubicBezTo>
                  <a:pt x="2033" y="20377"/>
                  <a:pt x="1779" y="20377"/>
                  <a:pt x="1779" y="20377"/>
                </a:cubicBezTo>
                <a:cubicBezTo>
                  <a:pt x="762" y="19359"/>
                  <a:pt x="0" y="18136"/>
                  <a:pt x="0" y="16913"/>
                </a:cubicBezTo>
                <a:cubicBezTo>
                  <a:pt x="0" y="16913"/>
                  <a:pt x="0" y="16913"/>
                  <a:pt x="0" y="16913"/>
                </a:cubicBezTo>
                <a:cubicBezTo>
                  <a:pt x="0" y="15691"/>
                  <a:pt x="508" y="14264"/>
                  <a:pt x="1779" y="13245"/>
                </a:cubicBezTo>
                <a:cubicBezTo>
                  <a:pt x="1779" y="13245"/>
                  <a:pt x="1779" y="13042"/>
                  <a:pt x="2033" y="13042"/>
                </a:cubicBezTo>
                <a:cubicBezTo>
                  <a:pt x="2287" y="12634"/>
                  <a:pt x="2287" y="12634"/>
                  <a:pt x="2287" y="12634"/>
                </a:cubicBezTo>
                <a:cubicBezTo>
                  <a:pt x="3049" y="12634"/>
                  <a:pt x="3049" y="12634"/>
                  <a:pt x="3049" y="12634"/>
                </a:cubicBezTo>
                <a:cubicBezTo>
                  <a:pt x="21346" y="12634"/>
                  <a:pt x="21346" y="12634"/>
                  <a:pt x="21346" y="12634"/>
                </a:cubicBezTo>
                <a:cubicBezTo>
                  <a:pt x="21346" y="14876"/>
                  <a:pt x="21346" y="14876"/>
                  <a:pt x="21346" y="14876"/>
                </a:cubicBezTo>
                <a:close/>
                <a:moveTo>
                  <a:pt x="4066" y="17728"/>
                </a:moveTo>
                <a:cubicBezTo>
                  <a:pt x="4066" y="18136"/>
                  <a:pt x="4066" y="18136"/>
                  <a:pt x="4066" y="18136"/>
                </a:cubicBezTo>
                <a:cubicBezTo>
                  <a:pt x="19821" y="18136"/>
                  <a:pt x="19821" y="18136"/>
                  <a:pt x="19821" y="18136"/>
                </a:cubicBezTo>
                <a:cubicBezTo>
                  <a:pt x="19821" y="17728"/>
                  <a:pt x="19821" y="17728"/>
                  <a:pt x="19821" y="17728"/>
                </a:cubicBezTo>
                <a:cubicBezTo>
                  <a:pt x="4066" y="17728"/>
                  <a:pt x="4066" y="17728"/>
                  <a:pt x="4066" y="17728"/>
                </a:cubicBezTo>
                <a:close/>
                <a:moveTo>
                  <a:pt x="4066" y="15487"/>
                </a:moveTo>
                <a:cubicBezTo>
                  <a:pt x="4066" y="15894"/>
                  <a:pt x="4066" y="15894"/>
                  <a:pt x="4066" y="15894"/>
                </a:cubicBezTo>
                <a:cubicBezTo>
                  <a:pt x="19821" y="15894"/>
                  <a:pt x="19821" y="15894"/>
                  <a:pt x="19821" y="15894"/>
                </a:cubicBezTo>
                <a:cubicBezTo>
                  <a:pt x="19821" y="15487"/>
                  <a:pt x="19821" y="15487"/>
                  <a:pt x="19821" y="15487"/>
                </a:cubicBezTo>
                <a:cubicBezTo>
                  <a:pt x="4066" y="15487"/>
                  <a:pt x="4066" y="15487"/>
                  <a:pt x="4066" y="15487"/>
                </a:cubicBezTo>
                <a:close/>
                <a:moveTo>
                  <a:pt x="4066" y="16506"/>
                </a:moveTo>
                <a:cubicBezTo>
                  <a:pt x="4066" y="17117"/>
                  <a:pt x="4066" y="17117"/>
                  <a:pt x="4066" y="17117"/>
                </a:cubicBezTo>
                <a:cubicBezTo>
                  <a:pt x="19821" y="17117"/>
                  <a:pt x="19821" y="17117"/>
                  <a:pt x="19821" y="17117"/>
                </a:cubicBezTo>
                <a:cubicBezTo>
                  <a:pt x="19821" y="16506"/>
                  <a:pt x="19821" y="16506"/>
                  <a:pt x="19821" y="16506"/>
                </a:cubicBezTo>
                <a:cubicBezTo>
                  <a:pt x="4066" y="16506"/>
                  <a:pt x="4066" y="16506"/>
                  <a:pt x="4066" y="16506"/>
                </a:cubicBezTo>
                <a:close/>
                <a:moveTo>
                  <a:pt x="12706" y="1223"/>
                </a:moveTo>
                <a:cubicBezTo>
                  <a:pt x="13722" y="-815"/>
                  <a:pt x="16264" y="204"/>
                  <a:pt x="18551" y="815"/>
                </a:cubicBezTo>
                <a:cubicBezTo>
                  <a:pt x="17534" y="2038"/>
                  <a:pt x="14739" y="2853"/>
                  <a:pt x="12960" y="2242"/>
                </a:cubicBezTo>
                <a:cubicBezTo>
                  <a:pt x="12960" y="2853"/>
                  <a:pt x="12706" y="3464"/>
                  <a:pt x="12706" y="4076"/>
                </a:cubicBezTo>
                <a:cubicBezTo>
                  <a:pt x="12198" y="4076"/>
                  <a:pt x="12198" y="4076"/>
                  <a:pt x="12198" y="4076"/>
                </a:cubicBezTo>
                <a:cubicBezTo>
                  <a:pt x="12198" y="2649"/>
                  <a:pt x="11689" y="1834"/>
                  <a:pt x="10165" y="815"/>
                </a:cubicBezTo>
                <a:cubicBezTo>
                  <a:pt x="11689" y="0"/>
                  <a:pt x="11689" y="0"/>
                  <a:pt x="11689" y="0"/>
                </a:cubicBezTo>
                <a:cubicBezTo>
                  <a:pt x="12198" y="408"/>
                  <a:pt x="12706" y="815"/>
                  <a:pt x="12706" y="1223"/>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7" name="Shape 7207"/>
          <p:cNvSpPr/>
          <p:nvPr/>
        </p:nvSpPr>
        <p:spPr>
          <a:xfrm>
            <a:off x="9547576" y="8067572"/>
            <a:ext cx="832019" cy="7442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699" y="18480"/>
                </a:moveTo>
                <a:cubicBezTo>
                  <a:pt x="7699" y="18720"/>
                  <a:pt x="7913" y="18960"/>
                  <a:pt x="8341" y="19200"/>
                </a:cubicBezTo>
                <a:cubicBezTo>
                  <a:pt x="8554" y="19200"/>
                  <a:pt x="8768" y="19200"/>
                  <a:pt x="8982" y="19200"/>
                </a:cubicBezTo>
                <a:cubicBezTo>
                  <a:pt x="9196" y="19200"/>
                  <a:pt x="9196" y="18960"/>
                  <a:pt x="9410" y="18960"/>
                </a:cubicBezTo>
                <a:cubicBezTo>
                  <a:pt x="9624" y="18720"/>
                  <a:pt x="9838" y="18480"/>
                  <a:pt x="9838" y="18000"/>
                </a:cubicBezTo>
                <a:cubicBezTo>
                  <a:pt x="9838" y="18000"/>
                  <a:pt x="9838" y="18000"/>
                  <a:pt x="9838" y="18000"/>
                </a:cubicBezTo>
                <a:cubicBezTo>
                  <a:pt x="9838" y="11280"/>
                  <a:pt x="9838" y="11280"/>
                  <a:pt x="9838" y="11280"/>
                </a:cubicBezTo>
                <a:cubicBezTo>
                  <a:pt x="8341" y="11280"/>
                  <a:pt x="7271" y="11760"/>
                  <a:pt x="6416" y="12480"/>
                </a:cubicBezTo>
                <a:cubicBezTo>
                  <a:pt x="4063" y="11280"/>
                  <a:pt x="1925" y="11280"/>
                  <a:pt x="0" y="12480"/>
                </a:cubicBezTo>
                <a:cubicBezTo>
                  <a:pt x="428" y="6240"/>
                  <a:pt x="3422" y="2160"/>
                  <a:pt x="9410" y="1440"/>
                </a:cubicBezTo>
                <a:cubicBezTo>
                  <a:pt x="9838" y="0"/>
                  <a:pt x="9838" y="0"/>
                  <a:pt x="9838" y="0"/>
                </a:cubicBezTo>
                <a:cubicBezTo>
                  <a:pt x="11762" y="0"/>
                  <a:pt x="11762" y="0"/>
                  <a:pt x="11762" y="0"/>
                </a:cubicBezTo>
                <a:cubicBezTo>
                  <a:pt x="12190" y="1440"/>
                  <a:pt x="12190" y="1440"/>
                  <a:pt x="12190" y="1440"/>
                </a:cubicBezTo>
                <a:cubicBezTo>
                  <a:pt x="18178" y="2160"/>
                  <a:pt x="21172" y="6240"/>
                  <a:pt x="21600" y="12480"/>
                </a:cubicBezTo>
                <a:cubicBezTo>
                  <a:pt x="19675" y="11280"/>
                  <a:pt x="17750" y="11280"/>
                  <a:pt x="15398" y="12480"/>
                </a:cubicBezTo>
                <a:cubicBezTo>
                  <a:pt x="14329" y="11760"/>
                  <a:pt x="13473" y="11280"/>
                  <a:pt x="11976" y="11280"/>
                </a:cubicBezTo>
                <a:cubicBezTo>
                  <a:pt x="11976" y="18000"/>
                  <a:pt x="11976" y="18000"/>
                  <a:pt x="11976" y="18000"/>
                </a:cubicBezTo>
                <a:cubicBezTo>
                  <a:pt x="11976" y="18000"/>
                  <a:pt x="11976" y="18000"/>
                  <a:pt x="11976" y="18000"/>
                </a:cubicBezTo>
                <a:cubicBezTo>
                  <a:pt x="11976" y="19440"/>
                  <a:pt x="11549" y="20400"/>
                  <a:pt x="10693" y="21120"/>
                </a:cubicBezTo>
                <a:cubicBezTo>
                  <a:pt x="10265" y="21360"/>
                  <a:pt x="9624" y="21600"/>
                  <a:pt x="9196" y="21600"/>
                </a:cubicBezTo>
                <a:cubicBezTo>
                  <a:pt x="8554" y="21600"/>
                  <a:pt x="8127" y="21600"/>
                  <a:pt x="7699" y="21360"/>
                </a:cubicBezTo>
                <a:cubicBezTo>
                  <a:pt x="6630" y="21120"/>
                  <a:pt x="5774" y="20160"/>
                  <a:pt x="5560" y="18960"/>
                </a:cubicBezTo>
                <a:cubicBezTo>
                  <a:pt x="7699" y="18480"/>
                  <a:pt x="7699" y="18480"/>
                  <a:pt x="7699" y="18480"/>
                </a:cubicBezTo>
                <a:close/>
                <a:moveTo>
                  <a:pt x="15398" y="10320"/>
                </a:moveTo>
                <a:cubicBezTo>
                  <a:pt x="16040" y="10080"/>
                  <a:pt x="16467" y="9840"/>
                  <a:pt x="17109" y="9840"/>
                </a:cubicBezTo>
                <a:cubicBezTo>
                  <a:pt x="16681" y="5520"/>
                  <a:pt x="14756" y="3840"/>
                  <a:pt x="12190" y="3120"/>
                </a:cubicBezTo>
                <a:cubicBezTo>
                  <a:pt x="14329" y="4800"/>
                  <a:pt x="15612" y="6960"/>
                  <a:pt x="15398" y="10320"/>
                </a:cubicBezTo>
                <a:close/>
                <a:moveTo>
                  <a:pt x="2139" y="9600"/>
                </a:moveTo>
                <a:cubicBezTo>
                  <a:pt x="2994" y="9600"/>
                  <a:pt x="3636" y="9600"/>
                  <a:pt x="4277" y="9360"/>
                </a:cubicBezTo>
                <a:cubicBezTo>
                  <a:pt x="5347" y="7440"/>
                  <a:pt x="6202" y="5520"/>
                  <a:pt x="7057" y="3840"/>
                </a:cubicBezTo>
                <a:cubicBezTo>
                  <a:pt x="4277" y="4560"/>
                  <a:pt x="2780" y="6480"/>
                  <a:pt x="2139" y="960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8" name="Shape 7208"/>
          <p:cNvSpPr/>
          <p:nvPr/>
        </p:nvSpPr>
        <p:spPr>
          <a:xfrm>
            <a:off x="9609561" y="9483528"/>
            <a:ext cx="642788" cy="854917"/>
          </a:xfrm>
          <a:custGeom>
            <a:avLst/>
            <a:gdLst/>
            <a:ahLst/>
            <a:cxnLst>
              <a:cxn ang="0">
                <a:pos x="wd2" y="hd2"/>
              </a:cxn>
              <a:cxn ang="5400000">
                <a:pos x="wd2" y="hd2"/>
              </a:cxn>
              <a:cxn ang="10800000">
                <a:pos x="wd2" y="hd2"/>
              </a:cxn>
              <a:cxn ang="16200000">
                <a:pos x="wd2" y="hd2"/>
              </a:cxn>
            </a:cxnLst>
            <a:rect l="0" t="0" r="r" b="b"/>
            <a:pathLst>
              <a:path w="20323" h="21600" fill="norm" stroke="1" extrusionOk="0">
                <a:moveTo>
                  <a:pt x="11339" y="13708"/>
                </a:moveTo>
                <a:cubicBezTo>
                  <a:pt x="11860" y="13708"/>
                  <a:pt x="12120" y="14331"/>
                  <a:pt x="12120" y="14746"/>
                </a:cubicBezTo>
                <a:cubicBezTo>
                  <a:pt x="12120" y="15369"/>
                  <a:pt x="11860" y="15785"/>
                  <a:pt x="11339" y="15785"/>
                </a:cubicBezTo>
                <a:cubicBezTo>
                  <a:pt x="11079" y="15785"/>
                  <a:pt x="10558" y="15369"/>
                  <a:pt x="10558" y="14746"/>
                </a:cubicBezTo>
                <a:cubicBezTo>
                  <a:pt x="10558" y="14331"/>
                  <a:pt x="11079" y="13708"/>
                  <a:pt x="11339" y="13708"/>
                </a:cubicBezTo>
                <a:close/>
                <a:moveTo>
                  <a:pt x="14982" y="20562"/>
                </a:moveTo>
                <a:cubicBezTo>
                  <a:pt x="15503" y="21600"/>
                  <a:pt x="15503" y="21600"/>
                  <a:pt x="15503" y="21600"/>
                </a:cubicBezTo>
                <a:cubicBezTo>
                  <a:pt x="17325" y="21600"/>
                  <a:pt x="17325" y="21600"/>
                  <a:pt x="17325" y="21600"/>
                </a:cubicBezTo>
                <a:cubicBezTo>
                  <a:pt x="17325" y="18900"/>
                  <a:pt x="17325" y="18900"/>
                  <a:pt x="17325" y="18900"/>
                </a:cubicBezTo>
                <a:cubicBezTo>
                  <a:pt x="18626" y="17654"/>
                  <a:pt x="19407" y="15992"/>
                  <a:pt x="19407" y="14331"/>
                </a:cubicBezTo>
                <a:cubicBezTo>
                  <a:pt x="19407" y="13292"/>
                  <a:pt x="19146" y="12254"/>
                  <a:pt x="18626" y="11215"/>
                </a:cubicBezTo>
                <a:cubicBezTo>
                  <a:pt x="20187" y="9969"/>
                  <a:pt x="20968" y="7685"/>
                  <a:pt x="19667" y="5608"/>
                </a:cubicBezTo>
                <a:cubicBezTo>
                  <a:pt x="17585" y="5815"/>
                  <a:pt x="15763" y="6646"/>
                  <a:pt x="14462" y="7685"/>
                </a:cubicBezTo>
                <a:cubicBezTo>
                  <a:pt x="14202" y="7477"/>
                  <a:pt x="13421" y="7477"/>
                  <a:pt x="12901" y="7269"/>
                </a:cubicBezTo>
                <a:cubicBezTo>
                  <a:pt x="12640" y="7892"/>
                  <a:pt x="12640" y="7892"/>
                  <a:pt x="12640" y="7892"/>
                </a:cubicBezTo>
                <a:cubicBezTo>
                  <a:pt x="10819" y="7685"/>
                  <a:pt x="9778" y="7685"/>
                  <a:pt x="7696" y="7892"/>
                </a:cubicBezTo>
                <a:cubicBezTo>
                  <a:pt x="7435" y="7269"/>
                  <a:pt x="7435" y="7269"/>
                  <a:pt x="7435" y="7269"/>
                </a:cubicBezTo>
                <a:cubicBezTo>
                  <a:pt x="6915" y="7269"/>
                  <a:pt x="6134" y="7477"/>
                  <a:pt x="5614" y="7685"/>
                </a:cubicBezTo>
                <a:cubicBezTo>
                  <a:pt x="4573" y="6646"/>
                  <a:pt x="2491" y="5815"/>
                  <a:pt x="669" y="5608"/>
                </a:cubicBezTo>
                <a:cubicBezTo>
                  <a:pt x="-632" y="7685"/>
                  <a:pt x="149" y="9969"/>
                  <a:pt x="1450" y="11215"/>
                </a:cubicBezTo>
                <a:cubicBezTo>
                  <a:pt x="929" y="12254"/>
                  <a:pt x="669" y="13085"/>
                  <a:pt x="669" y="14331"/>
                </a:cubicBezTo>
                <a:cubicBezTo>
                  <a:pt x="669" y="15992"/>
                  <a:pt x="1450" y="17446"/>
                  <a:pt x="2491" y="18692"/>
                </a:cubicBezTo>
                <a:cubicBezTo>
                  <a:pt x="2751" y="21600"/>
                  <a:pt x="2751" y="21600"/>
                  <a:pt x="2751" y="21600"/>
                </a:cubicBezTo>
                <a:cubicBezTo>
                  <a:pt x="4573" y="21600"/>
                  <a:pt x="4573" y="21600"/>
                  <a:pt x="4573" y="21600"/>
                </a:cubicBezTo>
                <a:cubicBezTo>
                  <a:pt x="5093" y="20562"/>
                  <a:pt x="5093" y="20562"/>
                  <a:pt x="5093" y="20562"/>
                </a:cubicBezTo>
                <a:cubicBezTo>
                  <a:pt x="6395" y="21185"/>
                  <a:pt x="8216" y="21600"/>
                  <a:pt x="10038" y="21600"/>
                </a:cubicBezTo>
                <a:cubicBezTo>
                  <a:pt x="11860" y="21600"/>
                  <a:pt x="13681" y="21185"/>
                  <a:pt x="14982" y="20562"/>
                </a:cubicBezTo>
                <a:close/>
                <a:moveTo>
                  <a:pt x="10298" y="0"/>
                </a:moveTo>
                <a:cubicBezTo>
                  <a:pt x="11599" y="0"/>
                  <a:pt x="12640" y="415"/>
                  <a:pt x="13421" y="1038"/>
                </a:cubicBezTo>
                <a:cubicBezTo>
                  <a:pt x="14202" y="1662"/>
                  <a:pt x="14722" y="2700"/>
                  <a:pt x="14722" y="3531"/>
                </a:cubicBezTo>
                <a:cubicBezTo>
                  <a:pt x="14722" y="4569"/>
                  <a:pt x="14202" y="5400"/>
                  <a:pt x="13421" y="6231"/>
                </a:cubicBezTo>
                <a:cubicBezTo>
                  <a:pt x="12640" y="6854"/>
                  <a:pt x="11599" y="7269"/>
                  <a:pt x="10298" y="7269"/>
                </a:cubicBezTo>
                <a:cubicBezTo>
                  <a:pt x="8997" y="7269"/>
                  <a:pt x="7956" y="6854"/>
                  <a:pt x="7175" y="6231"/>
                </a:cubicBezTo>
                <a:cubicBezTo>
                  <a:pt x="6395" y="5400"/>
                  <a:pt x="5874" y="4569"/>
                  <a:pt x="5874" y="3531"/>
                </a:cubicBezTo>
                <a:cubicBezTo>
                  <a:pt x="5874" y="2700"/>
                  <a:pt x="6395" y="1662"/>
                  <a:pt x="7175" y="1038"/>
                </a:cubicBezTo>
                <a:cubicBezTo>
                  <a:pt x="7956" y="415"/>
                  <a:pt x="8997" y="0"/>
                  <a:pt x="10298" y="0"/>
                </a:cubicBezTo>
                <a:close/>
                <a:moveTo>
                  <a:pt x="12120" y="2077"/>
                </a:moveTo>
                <a:cubicBezTo>
                  <a:pt x="12640" y="2492"/>
                  <a:pt x="12901" y="3115"/>
                  <a:pt x="12901" y="3531"/>
                </a:cubicBezTo>
                <a:cubicBezTo>
                  <a:pt x="12901" y="4154"/>
                  <a:pt x="12640" y="4777"/>
                  <a:pt x="12120" y="4985"/>
                </a:cubicBezTo>
                <a:cubicBezTo>
                  <a:pt x="11599" y="5400"/>
                  <a:pt x="11079" y="5608"/>
                  <a:pt x="10298" y="5608"/>
                </a:cubicBezTo>
                <a:cubicBezTo>
                  <a:pt x="9517" y="5608"/>
                  <a:pt x="8997" y="5400"/>
                  <a:pt x="8476" y="4985"/>
                </a:cubicBezTo>
                <a:cubicBezTo>
                  <a:pt x="7956" y="4777"/>
                  <a:pt x="7696" y="4154"/>
                  <a:pt x="7696" y="3531"/>
                </a:cubicBezTo>
                <a:cubicBezTo>
                  <a:pt x="7696" y="3115"/>
                  <a:pt x="7956" y="2492"/>
                  <a:pt x="8476" y="2077"/>
                </a:cubicBezTo>
                <a:cubicBezTo>
                  <a:pt x="8997" y="1869"/>
                  <a:pt x="9517" y="1662"/>
                  <a:pt x="10298" y="1662"/>
                </a:cubicBezTo>
                <a:cubicBezTo>
                  <a:pt x="11079" y="1662"/>
                  <a:pt x="11599" y="1869"/>
                  <a:pt x="12120" y="2077"/>
                </a:cubicBezTo>
                <a:close/>
                <a:moveTo>
                  <a:pt x="10038" y="11838"/>
                </a:moveTo>
                <a:cubicBezTo>
                  <a:pt x="7956" y="11838"/>
                  <a:pt x="6395" y="13292"/>
                  <a:pt x="6395" y="14746"/>
                </a:cubicBezTo>
                <a:cubicBezTo>
                  <a:pt x="6395" y="16408"/>
                  <a:pt x="7956" y="17654"/>
                  <a:pt x="10038" y="17654"/>
                </a:cubicBezTo>
                <a:cubicBezTo>
                  <a:pt x="12120" y="17654"/>
                  <a:pt x="13681" y="16408"/>
                  <a:pt x="13681" y="14746"/>
                </a:cubicBezTo>
                <a:cubicBezTo>
                  <a:pt x="13681" y="13292"/>
                  <a:pt x="12120" y="11838"/>
                  <a:pt x="10038" y="11838"/>
                </a:cubicBezTo>
                <a:close/>
                <a:moveTo>
                  <a:pt x="4833" y="11838"/>
                </a:moveTo>
                <a:cubicBezTo>
                  <a:pt x="4833" y="11631"/>
                  <a:pt x="4833" y="11423"/>
                  <a:pt x="4833" y="11215"/>
                </a:cubicBezTo>
                <a:cubicBezTo>
                  <a:pt x="5093" y="10800"/>
                  <a:pt x="5354" y="10592"/>
                  <a:pt x="5614" y="10385"/>
                </a:cubicBezTo>
                <a:cubicBezTo>
                  <a:pt x="6134" y="10177"/>
                  <a:pt x="6395" y="10177"/>
                  <a:pt x="6915" y="9969"/>
                </a:cubicBezTo>
                <a:cubicBezTo>
                  <a:pt x="7435" y="9969"/>
                  <a:pt x="7696" y="10177"/>
                  <a:pt x="8216" y="10177"/>
                </a:cubicBezTo>
                <a:cubicBezTo>
                  <a:pt x="7956" y="11008"/>
                  <a:pt x="7956" y="11008"/>
                  <a:pt x="7956" y="11008"/>
                </a:cubicBezTo>
                <a:cubicBezTo>
                  <a:pt x="7435" y="11008"/>
                  <a:pt x="7175" y="11008"/>
                  <a:pt x="6915" y="11008"/>
                </a:cubicBezTo>
                <a:cubicBezTo>
                  <a:pt x="6655" y="11008"/>
                  <a:pt x="6395" y="11008"/>
                  <a:pt x="6395" y="11215"/>
                </a:cubicBezTo>
                <a:cubicBezTo>
                  <a:pt x="6134" y="11215"/>
                  <a:pt x="6134" y="11215"/>
                  <a:pt x="5874" y="11423"/>
                </a:cubicBezTo>
                <a:cubicBezTo>
                  <a:pt x="5874" y="11631"/>
                  <a:pt x="5874" y="11631"/>
                  <a:pt x="5874" y="11838"/>
                </a:cubicBezTo>
                <a:cubicBezTo>
                  <a:pt x="4833" y="11838"/>
                  <a:pt x="4833" y="11838"/>
                  <a:pt x="4833" y="11838"/>
                </a:cubicBezTo>
                <a:close/>
                <a:moveTo>
                  <a:pt x="15503" y="11838"/>
                </a:moveTo>
                <a:cubicBezTo>
                  <a:pt x="14462" y="11838"/>
                  <a:pt x="14462" y="11838"/>
                  <a:pt x="14462" y="11838"/>
                </a:cubicBezTo>
                <a:cubicBezTo>
                  <a:pt x="14462" y="11631"/>
                  <a:pt x="14462" y="11631"/>
                  <a:pt x="14462" y="11423"/>
                </a:cubicBezTo>
                <a:cubicBezTo>
                  <a:pt x="14202" y="11215"/>
                  <a:pt x="14202" y="11215"/>
                  <a:pt x="13941" y="11215"/>
                </a:cubicBezTo>
                <a:cubicBezTo>
                  <a:pt x="13941" y="11008"/>
                  <a:pt x="13681" y="11008"/>
                  <a:pt x="13421" y="11008"/>
                </a:cubicBezTo>
                <a:cubicBezTo>
                  <a:pt x="13161" y="11008"/>
                  <a:pt x="12640" y="11008"/>
                  <a:pt x="12380" y="11008"/>
                </a:cubicBezTo>
                <a:cubicBezTo>
                  <a:pt x="12120" y="10177"/>
                  <a:pt x="12120" y="10177"/>
                  <a:pt x="12120" y="10177"/>
                </a:cubicBezTo>
                <a:cubicBezTo>
                  <a:pt x="12380" y="10177"/>
                  <a:pt x="12901" y="9969"/>
                  <a:pt x="13421" y="9969"/>
                </a:cubicBezTo>
                <a:cubicBezTo>
                  <a:pt x="13941" y="10177"/>
                  <a:pt x="14202" y="10177"/>
                  <a:pt x="14722" y="10385"/>
                </a:cubicBezTo>
                <a:cubicBezTo>
                  <a:pt x="14982" y="10592"/>
                  <a:pt x="15243" y="10800"/>
                  <a:pt x="15503" y="11215"/>
                </a:cubicBezTo>
                <a:cubicBezTo>
                  <a:pt x="15503" y="11423"/>
                  <a:pt x="15503" y="11631"/>
                  <a:pt x="15503" y="11838"/>
                </a:cubicBezTo>
                <a:close/>
                <a:moveTo>
                  <a:pt x="8737" y="13708"/>
                </a:moveTo>
                <a:cubicBezTo>
                  <a:pt x="8997" y="13708"/>
                  <a:pt x="9517" y="14331"/>
                  <a:pt x="9517" y="14746"/>
                </a:cubicBezTo>
                <a:cubicBezTo>
                  <a:pt x="9517" y="15369"/>
                  <a:pt x="8997" y="15785"/>
                  <a:pt x="8737" y="15785"/>
                </a:cubicBezTo>
                <a:cubicBezTo>
                  <a:pt x="8216" y="15785"/>
                  <a:pt x="7956" y="15369"/>
                  <a:pt x="7956" y="14746"/>
                </a:cubicBezTo>
                <a:cubicBezTo>
                  <a:pt x="7956" y="14331"/>
                  <a:pt x="8216" y="13708"/>
                  <a:pt x="8737" y="13708"/>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09" name="Shape 7209"/>
          <p:cNvSpPr/>
          <p:nvPr/>
        </p:nvSpPr>
        <p:spPr>
          <a:xfrm>
            <a:off x="14165651" y="4960863"/>
            <a:ext cx="812933" cy="8205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91" y="0"/>
                </a:moveTo>
                <a:cubicBezTo>
                  <a:pt x="16800" y="0"/>
                  <a:pt x="21600" y="4752"/>
                  <a:pt x="21600" y="10800"/>
                </a:cubicBezTo>
                <a:cubicBezTo>
                  <a:pt x="21600" y="16632"/>
                  <a:pt x="16800" y="21600"/>
                  <a:pt x="10691" y="21600"/>
                </a:cubicBezTo>
                <a:cubicBezTo>
                  <a:pt x="4800" y="21600"/>
                  <a:pt x="0" y="16632"/>
                  <a:pt x="0" y="10800"/>
                </a:cubicBezTo>
                <a:cubicBezTo>
                  <a:pt x="0" y="4752"/>
                  <a:pt x="4800" y="0"/>
                  <a:pt x="10691" y="0"/>
                </a:cubicBezTo>
                <a:close/>
                <a:moveTo>
                  <a:pt x="9818" y="3240"/>
                </a:moveTo>
                <a:cubicBezTo>
                  <a:pt x="9818" y="9504"/>
                  <a:pt x="9818" y="9504"/>
                  <a:pt x="9818" y="9504"/>
                </a:cubicBezTo>
                <a:cubicBezTo>
                  <a:pt x="11782" y="9504"/>
                  <a:pt x="11782" y="9504"/>
                  <a:pt x="11782" y="9504"/>
                </a:cubicBezTo>
                <a:cubicBezTo>
                  <a:pt x="11782" y="3240"/>
                  <a:pt x="11782" y="3240"/>
                  <a:pt x="11782" y="3240"/>
                </a:cubicBezTo>
                <a:cubicBezTo>
                  <a:pt x="9818" y="3240"/>
                  <a:pt x="9818" y="3240"/>
                  <a:pt x="9818" y="3240"/>
                </a:cubicBezTo>
                <a:close/>
                <a:moveTo>
                  <a:pt x="14618" y="5184"/>
                </a:moveTo>
                <a:cubicBezTo>
                  <a:pt x="13309" y="6912"/>
                  <a:pt x="13309" y="6912"/>
                  <a:pt x="13309" y="6912"/>
                </a:cubicBezTo>
                <a:cubicBezTo>
                  <a:pt x="13527" y="7128"/>
                  <a:pt x="13745" y="7344"/>
                  <a:pt x="13964" y="7560"/>
                </a:cubicBezTo>
                <a:cubicBezTo>
                  <a:pt x="14836" y="8424"/>
                  <a:pt x="15273" y="9504"/>
                  <a:pt x="15273" y="10800"/>
                </a:cubicBezTo>
                <a:cubicBezTo>
                  <a:pt x="15273" y="11880"/>
                  <a:pt x="14836" y="13176"/>
                  <a:pt x="13964" y="14040"/>
                </a:cubicBezTo>
                <a:cubicBezTo>
                  <a:pt x="13091" y="14688"/>
                  <a:pt x="12000" y="15336"/>
                  <a:pt x="10691" y="15336"/>
                </a:cubicBezTo>
                <a:cubicBezTo>
                  <a:pt x="9600" y="15336"/>
                  <a:pt x="8291" y="14688"/>
                  <a:pt x="7636" y="14040"/>
                </a:cubicBezTo>
                <a:cubicBezTo>
                  <a:pt x="6764" y="13176"/>
                  <a:pt x="6109" y="11880"/>
                  <a:pt x="6109" y="10800"/>
                </a:cubicBezTo>
                <a:cubicBezTo>
                  <a:pt x="6109" y="9504"/>
                  <a:pt x="6764" y="8424"/>
                  <a:pt x="7636" y="7560"/>
                </a:cubicBezTo>
                <a:cubicBezTo>
                  <a:pt x="7636" y="7344"/>
                  <a:pt x="7855" y="7128"/>
                  <a:pt x="8073" y="6912"/>
                </a:cubicBezTo>
                <a:cubicBezTo>
                  <a:pt x="6764" y="5184"/>
                  <a:pt x="6764" y="5184"/>
                  <a:pt x="6764" y="5184"/>
                </a:cubicBezTo>
                <a:cubicBezTo>
                  <a:pt x="6545" y="5400"/>
                  <a:pt x="6327" y="5616"/>
                  <a:pt x="5891" y="6048"/>
                </a:cubicBezTo>
                <a:cubicBezTo>
                  <a:pt x="4800" y="7128"/>
                  <a:pt x="3927" y="8856"/>
                  <a:pt x="3927" y="10800"/>
                </a:cubicBezTo>
                <a:cubicBezTo>
                  <a:pt x="3927" y="12528"/>
                  <a:pt x="4800" y="14256"/>
                  <a:pt x="5891" y="15552"/>
                </a:cubicBezTo>
                <a:cubicBezTo>
                  <a:pt x="7200" y="16632"/>
                  <a:pt x="8945" y="17496"/>
                  <a:pt x="10691" y="17496"/>
                </a:cubicBezTo>
                <a:cubicBezTo>
                  <a:pt x="12655" y="17496"/>
                  <a:pt x="14400" y="16632"/>
                  <a:pt x="15709" y="15552"/>
                </a:cubicBezTo>
                <a:cubicBezTo>
                  <a:pt x="16800" y="14256"/>
                  <a:pt x="17673" y="12528"/>
                  <a:pt x="17673" y="10800"/>
                </a:cubicBezTo>
                <a:cubicBezTo>
                  <a:pt x="17673" y="8856"/>
                  <a:pt x="16800" y="7128"/>
                  <a:pt x="15709" y="6048"/>
                </a:cubicBezTo>
                <a:cubicBezTo>
                  <a:pt x="15273" y="5616"/>
                  <a:pt x="15055" y="5400"/>
                  <a:pt x="14618" y="5184"/>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0" name="Shape 7210"/>
          <p:cNvSpPr/>
          <p:nvPr/>
        </p:nvSpPr>
        <p:spPr>
          <a:xfrm>
            <a:off x="12784046" y="8029406"/>
            <a:ext cx="526691" cy="797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37" y="0"/>
                </a:moveTo>
                <a:cubicBezTo>
                  <a:pt x="18563" y="0"/>
                  <a:pt x="18563" y="0"/>
                  <a:pt x="18563" y="0"/>
                </a:cubicBezTo>
                <a:cubicBezTo>
                  <a:pt x="20250" y="0"/>
                  <a:pt x="21600" y="891"/>
                  <a:pt x="21600" y="2004"/>
                </a:cubicBezTo>
                <a:cubicBezTo>
                  <a:pt x="21600" y="19819"/>
                  <a:pt x="21600" y="19819"/>
                  <a:pt x="21600" y="19819"/>
                </a:cubicBezTo>
                <a:cubicBezTo>
                  <a:pt x="21600" y="20709"/>
                  <a:pt x="20250" y="21600"/>
                  <a:pt x="18563" y="21600"/>
                </a:cubicBezTo>
                <a:cubicBezTo>
                  <a:pt x="3037" y="21600"/>
                  <a:pt x="3037" y="21600"/>
                  <a:pt x="3037" y="21600"/>
                </a:cubicBezTo>
                <a:cubicBezTo>
                  <a:pt x="1350" y="21600"/>
                  <a:pt x="0" y="20709"/>
                  <a:pt x="0" y="19819"/>
                </a:cubicBezTo>
                <a:cubicBezTo>
                  <a:pt x="0" y="2004"/>
                  <a:pt x="0" y="2004"/>
                  <a:pt x="0" y="2004"/>
                </a:cubicBezTo>
                <a:cubicBezTo>
                  <a:pt x="0" y="891"/>
                  <a:pt x="1350" y="0"/>
                  <a:pt x="3037" y="0"/>
                </a:cubicBezTo>
                <a:close/>
                <a:moveTo>
                  <a:pt x="2362" y="3118"/>
                </a:moveTo>
                <a:cubicBezTo>
                  <a:pt x="2362" y="10689"/>
                  <a:pt x="2362" y="10689"/>
                  <a:pt x="2362" y="10689"/>
                </a:cubicBezTo>
                <a:cubicBezTo>
                  <a:pt x="19238" y="10689"/>
                  <a:pt x="19238" y="10689"/>
                  <a:pt x="19238" y="10689"/>
                </a:cubicBezTo>
                <a:cubicBezTo>
                  <a:pt x="19238" y="3118"/>
                  <a:pt x="19238" y="3118"/>
                  <a:pt x="19238" y="3118"/>
                </a:cubicBezTo>
                <a:cubicBezTo>
                  <a:pt x="2362" y="3118"/>
                  <a:pt x="2362" y="3118"/>
                  <a:pt x="2362" y="3118"/>
                </a:cubicBezTo>
                <a:close/>
                <a:moveTo>
                  <a:pt x="6750" y="1113"/>
                </a:moveTo>
                <a:cubicBezTo>
                  <a:pt x="6750" y="1781"/>
                  <a:pt x="6750" y="1781"/>
                  <a:pt x="6750" y="1781"/>
                </a:cubicBezTo>
                <a:cubicBezTo>
                  <a:pt x="14175" y="1781"/>
                  <a:pt x="14175" y="1781"/>
                  <a:pt x="14175" y="1781"/>
                </a:cubicBezTo>
                <a:cubicBezTo>
                  <a:pt x="14175" y="1113"/>
                  <a:pt x="14175" y="1113"/>
                  <a:pt x="14175" y="1113"/>
                </a:cubicBezTo>
                <a:cubicBezTo>
                  <a:pt x="6750" y="1113"/>
                  <a:pt x="6750" y="1113"/>
                  <a:pt x="6750" y="1113"/>
                </a:cubicBezTo>
                <a:close/>
                <a:moveTo>
                  <a:pt x="9112" y="11579"/>
                </a:moveTo>
                <a:cubicBezTo>
                  <a:pt x="8438" y="11579"/>
                  <a:pt x="8100" y="11802"/>
                  <a:pt x="8100" y="12247"/>
                </a:cubicBezTo>
                <a:cubicBezTo>
                  <a:pt x="8100" y="13361"/>
                  <a:pt x="8100" y="13361"/>
                  <a:pt x="8100" y="13361"/>
                </a:cubicBezTo>
                <a:cubicBezTo>
                  <a:pt x="8100" y="13584"/>
                  <a:pt x="8438" y="14029"/>
                  <a:pt x="9112" y="14029"/>
                </a:cubicBezTo>
                <a:cubicBezTo>
                  <a:pt x="12150" y="14029"/>
                  <a:pt x="12150" y="14029"/>
                  <a:pt x="12150" y="14029"/>
                </a:cubicBezTo>
                <a:cubicBezTo>
                  <a:pt x="12825" y="14029"/>
                  <a:pt x="13163" y="13584"/>
                  <a:pt x="13163" y="13361"/>
                </a:cubicBezTo>
                <a:cubicBezTo>
                  <a:pt x="13163" y="12247"/>
                  <a:pt x="13163" y="12247"/>
                  <a:pt x="13163" y="12247"/>
                </a:cubicBezTo>
                <a:cubicBezTo>
                  <a:pt x="13163" y="11802"/>
                  <a:pt x="12825" y="11579"/>
                  <a:pt x="12150" y="11579"/>
                </a:cubicBezTo>
                <a:cubicBezTo>
                  <a:pt x="9112" y="11579"/>
                  <a:pt x="9112" y="11579"/>
                  <a:pt x="9112" y="11579"/>
                </a:cubicBezTo>
                <a:close/>
                <a:moveTo>
                  <a:pt x="7425" y="12470"/>
                </a:moveTo>
                <a:cubicBezTo>
                  <a:pt x="2700" y="12470"/>
                  <a:pt x="2700" y="12470"/>
                  <a:pt x="2700" y="12470"/>
                </a:cubicBezTo>
                <a:cubicBezTo>
                  <a:pt x="2700" y="13138"/>
                  <a:pt x="2700" y="13138"/>
                  <a:pt x="2700" y="13138"/>
                </a:cubicBezTo>
                <a:cubicBezTo>
                  <a:pt x="7425" y="13138"/>
                  <a:pt x="7425" y="13138"/>
                  <a:pt x="7425" y="13138"/>
                </a:cubicBezTo>
                <a:cubicBezTo>
                  <a:pt x="7425" y="12470"/>
                  <a:pt x="7425" y="12470"/>
                  <a:pt x="7425" y="12470"/>
                </a:cubicBezTo>
                <a:close/>
                <a:moveTo>
                  <a:pt x="18563" y="12470"/>
                </a:moveTo>
                <a:cubicBezTo>
                  <a:pt x="13838" y="12470"/>
                  <a:pt x="13838" y="12470"/>
                  <a:pt x="13838" y="12470"/>
                </a:cubicBezTo>
                <a:cubicBezTo>
                  <a:pt x="13838" y="13138"/>
                  <a:pt x="13838" y="13138"/>
                  <a:pt x="13838" y="13138"/>
                </a:cubicBezTo>
                <a:cubicBezTo>
                  <a:pt x="18563" y="13138"/>
                  <a:pt x="18563" y="13138"/>
                  <a:pt x="18563" y="13138"/>
                </a:cubicBezTo>
                <a:cubicBezTo>
                  <a:pt x="18563" y="12470"/>
                  <a:pt x="18563" y="12470"/>
                  <a:pt x="18563" y="12470"/>
                </a:cubicBezTo>
                <a:close/>
                <a:moveTo>
                  <a:pt x="7425" y="14474"/>
                </a:moveTo>
                <a:cubicBezTo>
                  <a:pt x="2700" y="14474"/>
                  <a:pt x="2700" y="14474"/>
                  <a:pt x="2700" y="14474"/>
                </a:cubicBezTo>
                <a:cubicBezTo>
                  <a:pt x="2700" y="16033"/>
                  <a:pt x="2700" y="16033"/>
                  <a:pt x="2700" y="16033"/>
                </a:cubicBezTo>
                <a:cubicBezTo>
                  <a:pt x="7425" y="16033"/>
                  <a:pt x="7425" y="16033"/>
                  <a:pt x="7425" y="16033"/>
                </a:cubicBezTo>
                <a:cubicBezTo>
                  <a:pt x="7425" y="14474"/>
                  <a:pt x="7425" y="14474"/>
                  <a:pt x="7425" y="14474"/>
                </a:cubicBezTo>
                <a:close/>
                <a:moveTo>
                  <a:pt x="12825" y="14474"/>
                </a:moveTo>
                <a:cubicBezTo>
                  <a:pt x="8438" y="14474"/>
                  <a:pt x="8438" y="14474"/>
                  <a:pt x="8438" y="14474"/>
                </a:cubicBezTo>
                <a:cubicBezTo>
                  <a:pt x="8438" y="16033"/>
                  <a:pt x="8438" y="16033"/>
                  <a:pt x="8438" y="16033"/>
                </a:cubicBezTo>
                <a:cubicBezTo>
                  <a:pt x="12825" y="16033"/>
                  <a:pt x="12825" y="16033"/>
                  <a:pt x="12825" y="16033"/>
                </a:cubicBezTo>
                <a:cubicBezTo>
                  <a:pt x="12825" y="14474"/>
                  <a:pt x="12825" y="14474"/>
                  <a:pt x="12825" y="14474"/>
                </a:cubicBezTo>
                <a:close/>
                <a:moveTo>
                  <a:pt x="18563" y="14474"/>
                </a:moveTo>
                <a:cubicBezTo>
                  <a:pt x="13838" y="14474"/>
                  <a:pt x="13838" y="14474"/>
                  <a:pt x="13838" y="14474"/>
                </a:cubicBezTo>
                <a:cubicBezTo>
                  <a:pt x="13838" y="16033"/>
                  <a:pt x="13838" y="16033"/>
                  <a:pt x="13838" y="16033"/>
                </a:cubicBezTo>
                <a:cubicBezTo>
                  <a:pt x="18563" y="16033"/>
                  <a:pt x="18563" y="16033"/>
                  <a:pt x="18563" y="16033"/>
                </a:cubicBezTo>
                <a:cubicBezTo>
                  <a:pt x="18563" y="14474"/>
                  <a:pt x="18563" y="14474"/>
                  <a:pt x="18563" y="14474"/>
                </a:cubicBezTo>
                <a:close/>
                <a:moveTo>
                  <a:pt x="7425" y="16478"/>
                </a:moveTo>
                <a:cubicBezTo>
                  <a:pt x="2700" y="16478"/>
                  <a:pt x="2700" y="16478"/>
                  <a:pt x="2700" y="16478"/>
                </a:cubicBezTo>
                <a:cubicBezTo>
                  <a:pt x="2700" y="17814"/>
                  <a:pt x="2700" y="17814"/>
                  <a:pt x="2700" y="17814"/>
                </a:cubicBezTo>
                <a:cubicBezTo>
                  <a:pt x="7425" y="17814"/>
                  <a:pt x="7425" y="17814"/>
                  <a:pt x="7425" y="17814"/>
                </a:cubicBezTo>
                <a:cubicBezTo>
                  <a:pt x="7425" y="16478"/>
                  <a:pt x="7425" y="16478"/>
                  <a:pt x="7425" y="16478"/>
                </a:cubicBezTo>
                <a:close/>
                <a:moveTo>
                  <a:pt x="12825" y="16478"/>
                </a:moveTo>
                <a:cubicBezTo>
                  <a:pt x="8438" y="16478"/>
                  <a:pt x="8438" y="16478"/>
                  <a:pt x="8438" y="16478"/>
                </a:cubicBezTo>
                <a:cubicBezTo>
                  <a:pt x="8438" y="17814"/>
                  <a:pt x="8438" y="17814"/>
                  <a:pt x="8438" y="17814"/>
                </a:cubicBezTo>
                <a:cubicBezTo>
                  <a:pt x="12825" y="17814"/>
                  <a:pt x="12825" y="17814"/>
                  <a:pt x="12825" y="17814"/>
                </a:cubicBezTo>
                <a:cubicBezTo>
                  <a:pt x="12825" y="16478"/>
                  <a:pt x="12825" y="16478"/>
                  <a:pt x="12825" y="16478"/>
                </a:cubicBezTo>
                <a:close/>
                <a:moveTo>
                  <a:pt x="18563" y="16478"/>
                </a:moveTo>
                <a:cubicBezTo>
                  <a:pt x="13838" y="16478"/>
                  <a:pt x="13838" y="16478"/>
                  <a:pt x="13838" y="16478"/>
                </a:cubicBezTo>
                <a:cubicBezTo>
                  <a:pt x="13838" y="17814"/>
                  <a:pt x="13838" y="17814"/>
                  <a:pt x="13838" y="17814"/>
                </a:cubicBezTo>
                <a:cubicBezTo>
                  <a:pt x="18563" y="17814"/>
                  <a:pt x="18563" y="17814"/>
                  <a:pt x="18563" y="17814"/>
                </a:cubicBezTo>
                <a:cubicBezTo>
                  <a:pt x="18563" y="16478"/>
                  <a:pt x="18563" y="16478"/>
                  <a:pt x="18563" y="16478"/>
                </a:cubicBezTo>
                <a:close/>
                <a:moveTo>
                  <a:pt x="7425" y="18482"/>
                </a:moveTo>
                <a:cubicBezTo>
                  <a:pt x="2700" y="18482"/>
                  <a:pt x="2700" y="18482"/>
                  <a:pt x="2700" y="18482"/>
                </a:cubicBezTo>
                <a:cubicBezTo>
                  <a:pt x="2700" y="19819"/>
                  <a:pt x="2700" y="19819"/>
                  <a:pt x="2700" y="19819"/>
                </a:cubicBezTo>
                <a:cubicBezTo>
                  <a:pt x="7425" y="19819"/>
                  <a:pt x="7425" y="19819"/>
                  <a:pt x="7425" y="19819"/>
                </a:cubicBezTo>
                <a:cubicBezTo>
                  <a:pt x="7425" y="18482"/>
                  <a:pt x="7425" y="18482"/>
                  <a:pt x="7425" y="18482"/>
                </a:cubicBezTo>
                <a:close/>
                <a:moveTo>
                  <a:pt x="12825" y="18482"/>
                </a:moveTo>
                <a:cubicBezTo>
                  <a:pt x="8438" y="18482"/>
                  <a:pt x="8438" y="18482"/>
                  <a:pt x="8438" y="18482"/>
                </a:cubicBezTo>
                <a:cubicBezTo>
                  <a:pt x="8438" y="19819"/>
                  <a:pt x="8438" y="19819"/>
                  <a:pt x="8438" y="19819"/>
                </a:cubicBezTo>
                <a:cubicBezTo>
                  <a:pt x="12825" y="19819"/>
                  <a:pt x="12825" y="19819"/>
                  <a:pt x="12825" y="19819"/>
                </a:cubicBezTo>
                <a:cubicBezTo>
                  <a:pt x="12825" y="18482"/>
                  <a:pt x="12825" y="18482"/>
                  <a:pt x="12825" y="18482"/>
                </a:cubicBezTo>
                <a:close/>
                <a:moveTo>
                  <a:pt x="18563" y="18482"/>
                </a:moveTo>
                <a:cubicBezTo>
                  <a:pt x="13838" y="18482"/>
                  <a:pt x="13838" y="18482"/>
                  <a:pt x="13838" y="18482"/>
                </a:cubicBezTo>
                <a:cubicBezTo>
                  <a:pt x="13838" y="19819"/>
                  <a:pt x="13838" y="19819"/>
                  <a:pt x="13838" y="19819"/>
                </a:cubicBezTo>
                <a:cubicBezTo>
                  <a:pt x="18563" y="19819"/>
                  <a:pt x="18563" y="19819"/>
                  <a:pt x="18563" y="19819"/>
                </a:cubicBezTo>
                <a:lnTo>
                  <a:pt x="18563" y="18482"/>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1" name="Shape 7211"/>
          <p:cNvSpPr/>
          <p:nvPr/>
        </p:nvSpPr>
        <p:spPr>
          <a:xfrm>
            <a:off x="8028571" y="9525510"/>
            <a:ext cx="698438" cy="862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966"/>
                </a:moveTo>
                <a:cubicBezTo>
                  <a:pt x="3304" y="2469"/>
                  <a:pt x="7624" y="617"/>
                  <a:pt x="12706" y="0"/>
                </a:cubicBezTo>
                <a:cubicBezTo>
                  <a:pt x="14231" y="2263"/>
                  <a:pt x="16009" y="4731"/>
                  <a:pt x="17788" y="7200"/>
                </a:cubicBezTo>
                <a:cubicBezTo>
                  <a:pt x="14231" y="8640"/>
                  <a:pt x="14231" y="8640"/>
                  <a:pt x="14231" y="8640"/>
                </a:cubicBezTo>
                <a:cubicBezTo>
                  <a:pt x="17534" y="13166"/>
                  <a:pt x="17534" y="13166"/>
                  <a:pt x="17534" y="13166"/>
                </a:cubicBezTo>
                <a:cubicBezTo>
                  <a:pt x="17026" y="13989"/>
                  <a:pt x="17026" y="13989"/>
                  <a:pt x="17026" y="13989"/>
                </a:cubicBezTo>
                <a:cubicBezTo>
                  <a:pt x="18296" y="14194"/>
                  <a:pt x="18296" y="14194"/>
                  <a:pt x="18296" y="14194"/>
                </a:cubicBezTo>
                <a:cubicBezTo>
                  <a:pt x="17788" y="15017"/>
                  <a:pt x="17788" y="15017"/>
                  <a:pt x="17788" y="15017"/>
                </a:cubicBezTo>
                <a:cubicBezTo>
                  <a:pt x="18296" y="15840"/>
                  <a:pt x="18296" y="15840"/>
                  <a:pt x="18296" y="15840"/>
                </a:cubicBezTo>
                <a:cubicBezTo>
                  <a:pt x="19567" y="15840"/>
                  <a:pt x="19567" y="15840"/>
                  <a:pt x="19567" y="15840"/>
                </a:cubicBezTo>
                <a:cubicBezTo>
                  <a:pt x="20584" y="17486"/>
                  <a:pt x="20584" y="17486"/>
                  <a:pt x="20584" y="17486"/>
                </a:cubicBezTo>
                <a:cubicBezTo>
                  <a:pt x="20329" y="18309"/>
                  <a:pt x="20329" y="18309"/>
                  <a:pt x="20329" y="18309"/>
                </a:cubicBezTo>
                <a:cubicBezTo>
                  <a:pt x="21600" y="18720"/>
                  <a:pt x="21600" y="18720"/>
                  <a:pt x="21600" y="18720"/>
                </a:cubicBezTo>
                <a:cubicBezTo>
                  <a:pt x="20075" y="20160"/>
                  <a:pt x="20075" y="20160"/>
                  <a:pt x="20075" y="20160"/>
                </a:cubicBezTo>
                <a:cubicBezTo>
                  <a:pt x="17534" y="16663"/>
                  <a:pt x="17534" y="16663"/>
                  <a:pt x="17534" y="16663"/>
                </a:cubicBezTo>
                <a:cubicBezTo>
                  <a:pt x="16518" y="17074"/>
                  <a:pt x="16518" y="17074"/>
                  <a:pt x="16518" y="17074"/>
                </a:cubicBezTo>
                <a:cubicBezTo>
                  <a:pt x="19313" y="20983"/>
                  <a:pt x="19313" y="20983"/>
                  <a:pt x="19313" y="20983"/>
                </a:cubicBezTo>
                <a:cubicBezTo>
                  <a:pt x="18551" y="21600"/>
                  <a:pt x="18551" y="21600"/>
                  <a:pt x="18551" y="21600"/>
                </a:cubicBezTo>
                <a:cubicBezTo>
                  <a:pt x="18042" y="21600"/>
                  <a:pt x="18042" y="21600"/>
                  <a:pt x="18042" y="21600"/>
                </a:cubicBezTo>
                <a:cubicBezTo>
                  <a:pt x="11689" y="12960"/>
                  <a:pt x="11689" y="12960"/>
                  <a:pt x="11689" y="12960"/>
                </a:cubicBezTo>
                <a:cubicBezTo>
                  <a:pt x="11435" y="13166"/>
                  <a:pt x="11435" y="13166"/>
                  <a:pt x="11435" y="13166"/>
                </a:cubicBezTo>
                <a:cubicBezTo>
                  <a:pt x="17280" y="21600"/>
                  <a:pt x="17280" y="21600"/>
                  <a:pt x="17280" y="21600"/>
                </a:cubicBezTo>
                <a:cubicBezTo>
                  <a:pt x="16009" y="21394"/>
                  <a:pt x="16009" y="21394"/>
                  <a:pt x="16009" y="21394"/>
                </a:cubicBezTo>
                <a:cubicBezTo>
                  <a:pt x="8640" y="11314"/>
                  <a:pt x="8640" y="11314"/>
                  <a:pt x="8640" y="11314"/>
                </a:cubicBezTo>
                <a:cubicBezTo>
                  <a:pt x="5082" y="12960"/>
                  <a:pt x="5082" y="12960"/>
                  <a:pt x="5082" y="12960"/>
                </a:cubicBezTo>
                <a:cubicBezTo>
                  <a:pt x="3304" y="10697"/>
                  <a:pt x="1779" y="8229"/>
                  <a:pt x="0" y="5966"/>
                </a:cubicBezTo>
                <a:close/>
                <a:moveTo>
                  <a:pt x="3558" y="5760"/>
                </a:moveTo>
                <a:cubicBezTo>
                  <a:pt x="5591" y="8640"/>
                  <a:pt x="5591" y="8640"/>
                  <a:pt x="5591" y="8640"/>
                </a:cubicBezTo>
                <a:cubicBezTo>
                  <a:pt x="12452" y="5349"/>
                  <a:pt x="12452" y="5349"/>
                  <a:pt x="12452" y="5349"/>
                </a:cubicBezTo>
                <a:cubicBezTo>
                  <a:pt x="10673" y="2469"/>
                  <a:pt x="10673" y="2469"/>
                  <a:pt x="10673" y="2469"/>
                </a:cubicBezTo>
                <a:lnTo>
                  <a:pt x="3558" y="576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2" name="Shape 7212"/>
          <p:cNvSpPr/>
          <p:nvPr/>
        </p:nvSpPr>
        <p:spPr>
          <a:xfrm>
            <a:off x="8028571" y="8079022"/>
            <a:ext cx="747513" cy="739076"/>
          </a:xfrm>
          <a:custGeom>
            <a:avLst/>
            <a:gdLst/>
            <a:ahLst/>
            <a:cxnLst>
              <a:cxn ang="0">
                <a:pos x="wd2" y="hd2"/>
              </a:cxn>
              <a:cxn ang="5400000">
                <a:pos x="wd2" y="hd2"/>
              </a:cxn>
              <a:cxn ang="10800000">
                <a:pos x="wd2" y="hd2"/>
              </a:cxn>
              <a:cxn ang="16200000">
                <a:pos x="wd2" y="hd2"/>
              </a:cxn>
            </a:cxnLst>
            <a:rect l="0" t="0" r="r" b="b"/>
            <a:pathLst>
              <a:path w="19862" h="20013" fill="norm" stroke="1" extrusionOk="0">
                <a:moveTo>
                  <a:pt x="6764" y="223"/>
                </a:moveTo>
                <a:cubicBezTo>
                  <a:pt x="10909" y="4676"/>
                  <a:pt x="10909" y="4676"/>
                  <a:pt x="10909" y="4676"/>
                </a:cubicBezTo>
                <a:cubicBezTo>
                  <a:pt x="10909" y="4676"/>
                  <a:pt x="10909" y="4899"/>
                  <a:pt x="10909" y="5122"/>
                </a:cubicBezTo>
                <a:cubicBezTo>
                  <a:pt x="10909" y="6235"/>
                  <a:pt x="10473" y="7348"/>
                  <a:pt x="9600" y="8239"/>
                </a:cubicBezTo>
                <a:cubicBezTo>
                  <a:pt x="8073" y="6680"/>
                  <a:pt x="8073" y="6680"/>
                  <a:pt x="8073" y="6680"/>
                </a:cubicBezTo>
                <a:cubicBezTo>
                  <a:pt x="8291" y="6012"/>
                  <a:pt x="7855" y="5122"/>
                  <a:pt x="7418" y="4454"/>
                </a:cubicBezTo>
                <a:cubicBezTo>
                  <a:pt x="6764" y="3786"/>
                  <a:pt x="5891" y="3563"/>
                  <a:pt x="5236" y="3563"/>
                </a:cubicBezTo>
                <a:cubicBezTo>
                  <a:pt x="3709" y="2004"/>
                  <a:pt x="3709" y="2004"/>
                  <a:pt x="3709" y="2004"/>
                </a:cubicBezTo>
                <a:cubicBezTo>
                  <a:pt x="4582" y="1336"/>
                  <a:pt x="5455" y="668"/>
                  <a:pt x="6764" y="223"/>
                </a:cubicBezTo>
                <a:close/>
                <a:moveTo>
                  <a:pt x="5018" y="4676"/>
                </a:moveTo>
                <a:cubicBezTo>
                  <a:pt x="4582" y="5122"/>
                  <a:pt x="4582" y="6012"/>
                  <a:pt x="5236" y="6680"/>
                </a:cubicBezTo>
                <a:cubicBezTo>
                  <a:pt x="5891" y="7126"/>
                  <a:pt x="6764" y="7348"/>
                  <a:pt x="7200" y="6903"/>
                </a:cubicBezTo>
                <a:cubicBezTo>
                  <a:pt x="7636" y="6458"/>
                  <a:pt x="7418" y="5567"/>
                  <a:pt x="6982" y="4899"/>
                </a:cubicBezTo>
                <a:cubicBezTo>
                  <a:pt x="6327" y="4231"/>
                  <a:pt x="5455" y="4008"/>
                  <a:pt x="5018" y="4676"/>
                </a:cubicBezTo>
                <a:close/>
                <a:moveTo>
                  <a:pt x="436" y="7794"/>
                </a:moveTo>
                <a:cubicBezTo>
                  <a:pt x="218" y="8016"/>
                  <a:pt x="218" y="8462"/>
                  <a:pt x="0" y="8907"/>
                </a:cubicBezTo>
                <a:cubicBezTo>
                  <a:pt x="10473" y="19596"/>
                  <a:pt x="10473" y="19596"/>
                  <a:pt x="10473" y="19596"/>
                </a:cubicBezTo>
                <a:cubicBezTo>
                  <a:pt x="15273" y="21600"/>
                  <a:pt x="21600" y="16033"/>
                  <a:pt x="19418" y="10466"/>
                </a:cubicBezTo>
                <a:cubicBezTo>
                  <a:pt x="9164" y="0"/>
                  <a:pt x="9164" y="0"/>
                  <a:pt x="9164" y="0"/>
                </a:cubicBezTo>
                <a:cubicBezTo>
                  <a:pt x="8727" y="0"/>
                  <a:pt x="8291" y="0"/>
                  <a:pt x="8073" y="223"/>
                </a:cubicBezTo>
                <a:cubicBezTo>
                  <a:pt x="11564" y="4008"/>
                  <a:pt x="11564" y="4008"/>
                  <a:pt x="11564" y="4008"/>
                </a:cubicBezTo>
                <a:cubicBezTo>
                  <a:pt x="11782" y="4231"/>
                  <a:pt x="11782" y="4231"/>
                  <a:pt x="11782" y="4231"/>
                </a:cubicBezTo>
                <a:cubicBezTo>
                  <a:pt x="11782" y="4454"/>
                  <a:pt x="11782" y="4454"/>
                  <a:pt x="11782" y="4454"/>
                </a:cubicBezTo>
                <a:cubicBezTo>
                  <a:pt x="11782" y="4676"/>
                  <a:pt x="11782" y="4899"/>
                  <a:pt x="11782" y="5344"/>
                </a:cubicBezTo>
                <a:cubicBezTo>
                  <a:pt x="11782" y="6903"/>
                  <a:pt x="10909" y="8462"/>
                  <a:pt x="9600" y="9798"/>
                </a:cubicBezTo>
                <a:cubicBezTo>
                  <a:pt x="8509" y="10911"/>
                  <a:pt x="6982" y="11579"/>
                  <a:pt x="5455" y="11802"/>
                </a:cubicBezTo>
                <a:cubicBezTo>
                  <a:pt x="5236" y="11802"/>
                  <a:pt x="4800" y="11802"/>
                  <a:pt x="4582" y="11802"/>
                </a:cubicBezTo>
                <a:cubicBezTo>
                  <a:pt x="4364" y="11802"/>
                  <a:pt x="4364" y="11802"/>
                  <a:pt x="4364" y="11802"/>
                </a:cubicBezTo>
                <a:cubicBezTo>
                  <a:pt x="4145" y="11579"/>
                  <a:pt x="4145" y="11579"/>
                  <a:pt x="4145" y="11579"/>
                </a:cubicBezTo>
                <a:cubicBezTo>
                  <a:pt x="436" y="7794"/>
                  <a:pt x="436" y="7794"/>
                  <a:pt x="436" y="7794"/>
                </a:cubicBezTo>
                <a:close/>
                <a:moveTo>
                  <a:pt x="2618" y="3118"/>
                </a:moveTo>
                <a:cubicBezTo>
                  <a:pt x="1745" y="4008"/>
                  <a:pt x="1091" y="5122"/>
                  <a:pt x="655" y="6235"/>
                </a:cubicBezTo>
                <a:cubicBezTo>
                  <a:pt x="5018" y="10689"/>
                  <a:pt x="5018" y="10689"/>
                  <a:pt x="5018" y="10689"/>
                </a:cubicBezTo>
                <a:cubicBezTo>
                  <a:pt x="5018" y="10689"/>
                  <a:pt x="5236" y="10689"/>
                  <a:pt x="5236" y="10689"/>
                </a:cubicBezTo>
                <a:cubicBezTo>
                  <a:pt x="6327" y="10689"/>
                  <a:pt x="7636" y="10243"/>
                  <a:pt x="8509" y="9353"/>
                </a:cubicBezTo>
                <a:cubicBezTo>
                  <a:pt x="6982" y="7794"/>
                  <a:pt x="6982" y="7794"/>
                  <a:pt x="6982" y="7794"/>
                </a:cubicBezTo>
                <a:cubicBezTo>
                  <a:pt x="6327" y="8016"/>
                  <a:pt x="5455" y="7571"/>
                  <a:pt x="4800" y="6903"/>
                </a:cubicBezTo>
                <a:cubicBezTo>
                  <a:pt x="4145" y="6235"/>
                  <a:pt x="3927" y="5344"/>
                  <a:pt x="3927" y="4676"/>
                </a:cubicBezTo>
                <a:lnTo>
                  <a:pt x="2618" y="3118"/>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3" name="Shape 7213"/>
          <p:cNvSpPr/>
          <p:nvPr/>
        </p:nvSpPr>
        <p:spPr>
          <a:xfrm>
            <a:off x="14203858" y="6520088"/>
            <a:ext cx="770871" cy="778011"/>
          </a:xfrm>
          <a:custGeom>
            <a:avLst/>
            <a:gdLst/>
            <a:ahLst/>
            <a:cxnLst>
              <a:cxn ang="0">
                <a:pos x="wd2" y="hd2"/>
              </a:cxn>
              <a:cxn ang="5400000">
                <a:pos x="wd2" y="hd2"/>
              </a:cxn>
              <a:cxn ang="10800000">
                <a:pos x="wd2" y="hd2"/>
              </a:cxn>
              <a:cxn ang="16200000">
                <a:pos x="wd2" y="hd2"/>
              </a:cxn>
            </a:cxnLst>
            <a:rect l="0" t="0" r="r" b="b"/>
            <a:pathLst>
              <a:path w="18968" h="18898" fill="norm" stroke="1" extrusionOk="0">
                <a:moveTo>
                  <a:pt x="17660" y="4652"/>
                </a:moveTo>
                <a:cubicBezTo>
                  <a:pt x="20284" y="9252"/>
                  <a:pt x="18871" y="15052"/>
                  <a:pt x="14228" y="17652"/>
                </a:cubicBezTo>
                <a:cubicBezTo>
                  <a:pt x="9585" y="20252"/>
                  <a:pt x="3933" y="18652"/>
                  <a:pt x="1308" y="14052"/>
                </a:cubicBezTo>
                <a:cubicBezTo>
                  <a:pt x="-1316" y="9652"/>
                  <a:pt x="97" y="3852"/>
                  <a:pt x="4740" y="1252"/>
                </a:cubicBezTo>
                <a:cubicBezTo>
                  <a:pt x="9181" y="-1348"/>
                  <a:pt x="15035" y="252"/>
                  <a:pt x="17660" y="4652"/>
                </a:cubicBezTo>
                <a:close/>
                <a:moveTo>
                  <a:pt x="12411" y="7852"/>
                </a:moveTo>
                <a:cubicBezTo>
                  <a:pt x="12411" y="7852"/>
                  <a:pt x="12411" y="7852"/>
                  <a:pt x="12411" y="7852"/>
                </a:cubicBezTo>
                <a:cubicBezTo>
                  <a:pt x="11805" y="7052"/>
                  <a:pt x="11200" y="6452"/>
                  <a:pt x="10392" y="6252"/>
                </a:cubicBezTo>
                <a:cubicBezTo>
                  <a:pt x="9585" y="6052"/>
                  <a:pt x="8576" y="6052"/>
                  <a:pt x="7768" y="6652"/>
                </a:cubicBezTo>
                <a:cubicBezTo>
                  <a:pt x="7768" y="6652"/>
                  <a:pt x="7768" y="6652"/>
                  <a:pt x="7768" y="6652"/>
                </a:cubicBezTo>
                <a:cubicBezTo>
                  <a:pt x="6961" y="7052"/>
                  <a:pt x="6557" y="7852"/>
                  <a:pt x="6355" y="8652"/>
                </a:cubicBezTo>
                <a:cubicBezTo>
                  <a:pt x="6153" y="9452"/>
                  <a:pt x="6153" y="10252"/>
                  <a:pt x="6557" y="11052"/>
                </a:cubicBezTo>
                <a:cubicBezTo>
                  <a:pt x="6557" y="11052"/>
                  <a:pt x="6557" y="11052"/>
                  <a:pt x="6557" y="11052"/>
                </a:cubicBezTo>
                <a:cubicBezTo>
                  <a:pt x="7163" y="11852"/>
                  <a:pt x="7768" y="12252"/>
                  <a:pt x="8576" y="12452"/>
                </a:cubicBezTo>
                <a:cubicBezTo>
                  <a:pt x="9383" y="12852"/>
                  <a:pt x="10392" y="12652"/>
                  <a:pt x="11200" y="12252"/>
                </a:cubicBezTo>
                <a:cubicBezTo>
                  <a:pt x="11200" y="12252"/>
                  <a:pt x="11200" y="12252"/>
                  <a:pt x="11200" y="12252"/>
                </a:cubicBezTo>
                <a:cubicBezTo>
                  <a:pt x="11805" y="11852"/>
                  <a:pt x="12411" y="11052"/>
                  <a:pt x="12613" y="10252"/>
                </a:cubicBezTo>
                <a:cubicBezTo>
                  <a:pt x="12815" y="9452"/>
                  <a:pt x="12815" y="8652"/>
                  <a:pt x="12411" y="7852"/>
                </a:cubicBezTo>
                <a:close/>
                <a:moveTo>
                  <a:pt x="11402" y="9852"/>
                </a:moveTo>
                <a:cubicBezTo>
                  <a:pt x="11604" y="9452"/>
                  <a:pt x="11604" y="8852"/>
                  <a:pt x="11200" y="8452"/>
                </a:cubicBezTo>
                <a:cubicBezTo>
                  <a:pt x="11200" y="8452"/>
                  <a:pt x="11200" y="8452"/>
                  <a:pt x="11200" y="8452"/>
                </a:cubicBezTo>
                <a:cubicBezTo>
                  <a:pt x="10998" y="7852"/>
                  <a:pt x="10594" y="7652"/>
                  <a:pt x="9989" y="7452"/>
                </a:cubicBezTo>
                <a:cubicBezTo>
                  <a:pt x="9585" y="7252"/>
                  <a:pt x="8979" y="7452"/>
                  <a:pt x="8374" y="7652"/>
                </a:cubicBezTo>
                <a:cubicBezTo>
                  <a:pt x="8374" y="7652"/>
                  <a:pt x="8374" y="7652"/>
                  <a:pt x="8374" y="7652"/>
                </a:cubicBezTo>
                <a:cubicBezTo>
                  <a:pt x="7970" y="7852"/>
                  <a:pt x="7566" y="8452"/>
                  <a:pt x="7566" y="8852"/>
                </a:cubicBezTo>
                <a:cubicBezTo>
                  <a:pt x="7364" y="9452"/>
                  <a:pt x="7364" y="9852"/>
                  <a:pt x="7768" y="10452"/>
                </a:cubicBezTo>
                <a:cubicBezTo>
                  <a:pt x="7768" y="10452"/>
                  <a:pt x="7768" y="10452"/>
                  <a:pt x="7768" y="10452"/>
                </a:cubicBezTo>
                <a:cubicBezTo>
                  <a:pt x="7970" y="10852"/>
                  <a:pt x="8374" y="11252"/>
                  <a:pt x="8979" y="11452"/>
                </a:cubicBezTo>
                <a:cubicBezTo>
                  <a:pt x="9383" y="11452"/>
                  <a:pt x="9989" y="11452"/>
                  <a:pt x="10594" y="11252"/>
                </a:cubicBezTo>
                <a:cubicBezTo>
                  <a:pt x="10594" y="11252"/>
                  <a:pt x="10594" y="11252"/>
                  <a:pt x="10594" y="11252"/>
                </a:cubicBezTo>
                <a:cubicBezTo>
                  <a:pt x="10998" y="10852"/>
                  <a:pt x="11402" y="10452"/>
                  <a:pt x="11402" y="9852"/>
                </a:cubicBezTo>
                <a:close/>
                <a:moveTo>
                  <a:pt x="4538" y="3452"/>
                </a:moveTo>
                <a:cubicBezTo>
                  <a:pt x="1914" y="5852"/>
                  <a:pt x="1510" y="8652"/>
                  <a:pt x="2116" y="11652"/>
                </a:cubicBezTo>
                <a:cubicBezTo>
                  <a:pt x="2721" y="11452"/>
                  <a:pt x="3327" y="11452"/>
                  <a:pt x="3731" y="11252"/>
                </a:cubicBezTo>
                <a:cubicBezTo>
                  <a:pt x="2923" y="8452"/>
                  <a:pt x="3125" y="5852"/>
                  <a:pt x="4538" y="3452"/>
                </a:cubicBezTo>
                <a:close/>
                <a:moveTo>
                  <a:pt x="12613" y="6052"/>
                </a:moveTo>
                <a:cubicBezTo>
                  <a:pt x="12815" y="6252"/>
                  <a:pt x="13219" y="6652"/>
                  <a:pt x="13420" y="7052"/>
                </a:cubicBezTo>
                <a:cubicBezTo>
                  <a:pt x="13622" y="7252"/>
                  <a:pt x="13622" y="7452"/>
                  <a:pt x="13622" y="7652"/>
                </a:cubicBezTo>
                <a:cubicBezTo>
                  <a:pt x="17054" y="6252"/>
                  <a:pt x="17054" y="6252"/>
                  <a:pt x="17054" y="6252"/>
                </a:cubicBezTo>
                <a:cubicBezTo>
                  <a:pt x="16852" y="5852"/>
                  <a:pt x="16650" y="5652"/>
                  <a:pt x="16650" y="5252"/>
                </a:cubicBezTo>
                <a:cubicBezTo>
                  <a:pt x="16247" y="4652"/>
                  <a:pt x="15843" y="4252"/>
                  <a:pt x="15237" y="3652"/>
                </a:cubicBezTo>
                <a:cubicBezTo>
                  <a:pt x="12613" y="6052"/>
                  <a:pt x="12613" y="6052"/>
                  <a:pt x="12613" y="6052"/>
                </a:cubicBezTo>
                <a:close/>
                <a:moveTo>
                  <a:pt x="17256" y="7252"/>
                </a:moveTo>
                <a:cubicBezTo>
                  <a:pt x="13824" y="8052"/>
                  <a:pt x="13824" y="8052"/>
                  <a:pt x="13824" y="8052"/>
                </a:cubicBezTo>
                <a:cubicBezTo>
                  <a:pt x="14026" y="8452"/>
                  <a:pt x="14026" y="8852"/>
                  <a:pt x="14026" y="9252"/>
                </a:cubicBezTo>
                <a:cubicBezTo>
                  <a:pt x="17458" y="9452"/>
                  <a:pt x="17458" y="9452"/>
                  <a:pt x="17458" y="9452"/>
                </a:cubicBezTo>
                <a:cubicBezTo>
                  <a:pt x="17660" y="8652"/>
                  <a:pt x="17458" y="7852"/>
                  <a:pt x="17256" y="7252"/>
                </a:cubicBezTo>
                <a:close/>
                <a:moveTo>
                  <a:pt x="12815" y="7452"/>
                </a:moveTo>
                <a:cubicBezTo>
                  <a:pt x="11805" y="5652"/>
                  <a:pt x="9383" y="5052"/>
                  <a:pt x="7566" y="6052"/>
                </a:cubicBezTo>
                <a:cubicBezTo>
                  <a:pt x="5749" y="7052"/>
                  <a:pt x="5144" y="9452"/>
                  <a:pt x="6153" y="11252"/>
                </a:cubicBezTo>
                <a:cubicBezTo>
                  <a:pt x="7163" y="13052"/>
                  <a:pt x="9585" y="13852"/>
                  <a:pt x="11402" y="12652"/>
                </a:cubicBezTo>
                <a:cubicBezTo>
                  <a:pt x="13219" y="11652"/>
                  <a:pt x="13824" y="9252"/>
                  <a:pt x="12815" y="745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4" name="Shape 7214"/>
          <p:cNvSpPr/>
          <p:nvPr/>
        </p:nvSpPr>
        <p:spPr>
          <a:xfrm>
            <a:off x="15748634" y="6540934"/>
            <a:ext cx="740278" cy="713705"/>
          </a:xfrm>
          <a:custGeom>
            <a:avLst/>
            <a:gdLst/>
            <a:ahLst/>
            <a:cxnLst>
              <a:cxn ang="0">
                <a:pos x="wd2" y="hd2"/>
              </a:cxn>
              <a:cxn ang="5400000">
                <a:pos x="wd2" y="hd2"/>
              </a:cxn>
              <a:cxn ang="10800000">
                <a:pos x="wd2" y="hd2"/>
              </a:cxn>
              <a:cxn ang="16200000">
                <a:pos x="wd2" y="hd2"/>
              </a:cxn>
            </a:cxnLst>
            <a:rect l="0" t="0" r="r" b="b"/>
            <a:pathLst>
              <a:path w="18456" h="21600" fill="norm" stroke="1" extrusionOk="0">
                <a:moveTo>
                  <a:pt x="16747" y="21600"/>
                </a:moveTo>
                <a:cubicBezTo>
                  <a:pt x="20861" y="16386"/>
                  <a:pt x="16335" y="11421"/>
                  <a:pt x="15718" y="7448"/>
                </a:cubicBezTo>
                <a:cubicBezTo>
                  <a:pt x="14690" y="7945"/>
                  <a:pt x="13867" y="9434"/>
                  <a:pt x="13455" y="10676"/>
                </a:cubicBezTo>
                <a:cubicBezTo>
                  <a:pt x="13250" y="5214"/>
                  <a:pt x="9341" y="4469"/>
                  <a:pt x="10370" y="0"/>
                </a:cubicBezTo>
                <a:cubicBezTo>
                  <a:pt x="7695" y="1986"/>
                  <a:pt x="3787" y="4966"/>
                  <a:pt x="4198" y="12166"/>
                </a:cubicBezTo>
                <a:cubicBezTo>
                  <a:pt x="4198" y="10428"/>
                  <a:pt x="2552" y="10924"/>
                  <a:pt x="2347" y="8441"/>
                </a:cubicBezTo>
                <a:cubicBezTo>
                  <a:pt x="-739" y="13159"/>
                  <a:pt x="-533" y="17628"/>
                  <a:pt x="1524" y="21600"/>
                </a:cubicBezTo>
                <a:cubicBezTo>
                  <a:pt x="5021" y="21600"/>
                  <a:pt x="5021" y="21600"/>
                  <a:pt x="5021" y="21600"/>
                </a:cubicBezTo>
                <a:cubicBezTo>
                  <a:pt x="2552" y="15890"/>
                  <a:pt x="9752" y="14152"/>
                  <a:pt x="8312" y="10428"/>
                </a:cubicBezTo>
                <a:cubicBezTo>
                  <a:pt x="9752" y="11421"/>
                  <a:pt x="11810" y="12910"/>
                  <a:pt x="11604" y="16883"/>
                </a:cubicBezTo>
                <a:cubicBezTo>
                  <a:pt x="12015" y="15890"/>
                  <a:pt x="12427" y="15890"/>
                  <a:pt x="12632" y="14897"/>
                </a:cubicBezTo>
                <a:cubicBezTo>
                  <a:pt x="14072" y="17379"/>
                  <a:pt x="14072" y="19614"/>
                  <a:pt x="13250" y="21600"/>
                </a:cubicBezTo>
                <a:lnTo>
                  <a:pt x="16747" y="2160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5" name="Shape 7215"/>
          <p:cNvSpPr/>
          <p:nvPr/>
        </p:nvSpPr>
        <p:spPr>
          <a:xfrm>
            <a:off x="9623907" y="6506585"/>
            <a:ext cx="675537" cy="7900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063" y="0"/>
                </a:moveTo>
                <a:cubicBezTo>
                  <a:pt x="11063" y="0"/>
                  <a:pt x="11063" y="0"/>
                  <a:pt x="11063" y="0"/>
                </a:cubicBezTo>
                <a:cubicBezTo>
                  <a:pt x="12380" y="0"/>
                  <a:pt x="13698" y="450"/>
                  <a:pt x="14751" y="1350"/>
                </a:cubicBezTo>
                <a:cubicBezTo>
                  <a:pt x="15541" y="2025"/>
                  <a:pt x="16332" y="3150"/>
                  <a:pt x="16332" y="4500"/>
                </a:cubicBezTo>
                <a:cubicBezTo>
                  <a:pt x="16332" y="6300"/>
                  <a:pt x="16332" y="6300"/>
                  <a:pt x="16332" y="6300"/>
                </a:cubicBezTo>
                <a:cubicBezTo>
                  <a:pt x="17649" y="6300"/>
                  <a:pt x="17649" y="6300"/>
                  <a:pt x="17649" y="6300"/>
                </a:cubicBezTo>
                <a:cubicBezTo>
                  <a:pt x="17649" y="4500"/>
                  <a:pt x="17649" y="4500"/>
                  <a:pt x="17649" y="4500"/>
                </a:cubicBezTo>
                <a:cubicBezTo>
                  <a:pt x="20283" y="4500"/>
                  <a:pt x="20283" y="4500"/>
                  <a:pt x="20283" y="4500"/>
                </a:cubicBezTo>
                <a:cubicBezTo>
                  <a:pt x="20283" y="6300"/>
                  <a:pt x="20283" y="6300"/>
                  <a:pt x="20283" y="6300"/>
                </a:cubicBezTo>
                <a:cubicBezTo>
                  <a:pt x="21600" y="6300"/>
                  <a:pt x="21600" y="6300"/>
                  <a:pt x="21600" y="6300"/>
                </a:cubicBezTo>
                <a:cubicBezTo>
                  <a:pt x="21600" y="7875"/>
                  <a:pt x="21600" y="7875"/>
                  <a:pt x="21600" y="7875"/>
                </a:cubicBezTo>
                <a:cubicBezTo>
                  <a:pt x="20283" y="7875"/>
                  <a:pt x="20283" y="7875"/>
                  <a:pt x="20283" y="7875"/>
                </a:cubicBezTo>
                <a:cubicBezTo>
                  <a:pt x="20283" y="9450"/>
                  <a:pt x="20283" y="9450"/>
                  <a:pt x="20283" y="9450"/>
                </a:cubicBezTo>
                <a:cubicBezTo>
                  <a:pt x="20283" y="11700"/>
                  <a:pt x="19229" y="13725"/>
                  <a:pt x="17649" y="15075"/>
                </a:cubicBezTo>
                <a:cubicBezTo>
                  <a:pt x="16068" y="16200"/>
                  <a:pt x="14224" y="17100"/>
                  <a:pt x="12380" y="17325"/>
                </a:cubicBezTo>
                <a:cubicBezTo>
                  <a:pt x="12380" y="19125"/>
                  <a:pt x="12380" y="19125"/>
                  <a:pt x="12380" y="19125"/>
                </a:cubicBezTo>
                <a:cubicBezTo>
                  <a:pt x="17649" y="19125"/>
                  <a:pt x="17649" y="19125"/>
                  <a:pt x="17649" y="19125"/>
                </a:cubicBezTo>
                <a:cubicBezTo>
                  <a:pt x="17649" y="21600"/>
                  <a:pt x="17649" y="21600"/>
                  <a:pt x="17649" y="21600"/>
                </a:cubicBezTo>
                <a:cubicBezTo>
                  <a:pt x="4478" y="21600"/>
                  <a:pt x="4478" y="21600"/>
                  <a:pt x="4478" y="21600"/>
                </a:cubicBezTo>
                <a:cubicBezTo>
                  <a:pt x="4478" y="19125"/>
                  <a:pt x="4478" y="19125"/>
                  <a:pt x="4478" y="19125"/>
                </a:cubicBezTo>
                <a:cubicBezTo>
                  <a:pt x="9220" y="19125"/>
                  <a:pt x="9220" y="19125"/>
                  <a:pt x="9220" y="19125"/>
                </a:cubicBezTo>
                <a:cubicBezTo>
                  <a:pt x="9220" y="17325"/>
                  <a:pt x="9220" y="17325"/>
                  <a:pt x="9220" y="17325"/>
                </a:cubicBezTo>
                <a:cubicBezTo>
                  <a:pt x="7376" y="17100"/>
                  <a:pt x="5532" y="16200"/>
                  <a:pt x="4215" y="15075"/>
                </a:cubicBezTo>
                <a:cubicBezTo>
                  <a:pt x="2634" y="13725"/>
                  <a:pt x="1580" y="11700"/>
                  <a:pt x="1580" y="9450"/>
                </a:cubicBezTo>
                <a:cubicBezTo>
                  <a:pt x="1580" y="7875"/>
                  <a:pt x="1580" y="7875"/>
                  <a:pt x="1580" y="7875"/>
                </a:cubicBezTo>
                <a:cubicBezTo>
                  <a:pt x="0" y="7875"/>
                  <a:pt x="0" y="7875"/>
                  <a:pt x="0" y="7875"/>
                </a:cubicBezTo>
                <a:cubicBezTo>
                  <a:pt x="0" y="6300"/>
                  <a:pt x="0" y="6300"/>
                  <a:pt x="0" y="6300"/>
                </a:cubicBezTo>
                <a:cubicBezTo>
                  <a:pt x="1580" y="6300"/>
                  <a:pt x="1580" y="6300"/>
                  <a:pt x="1580" y="6300"/>
                </a:cubicBezTo>
                <a:cubicBezTo>
                  <a:pt x="1580" y="4500"/>
                  <a:pt x="1580" y="4500"/>
                  <a:pt x="1580" y="4500"/>
                </a:cubicBezTo>
                <a:cubicBezTo>
                  <a:pt x="4215" y="4500"/>
                  <a:pt x="4215" y="4500"/>
                  <a:pt x="4215" y="4500"/>
                </a:cubicBezTo>
                <a:cubicBezTo>
                  <a:pt x="4215" y="6300"/>
                  <a:pt x="4215" y="6300"/>
                  <a:pt x="4215" y="6300"/>
                </a:cubicBezTo>
                <a:cubicBezTo>
                  <a:pt x="5532" y="6300"/>
                  <a:pt x="5532" y="6300"/>
                  <a:pt x="5532" y="6300"/>
                </a:cubicBezTo>
                <a:cubicBezTo>
                  <a:pt x="5532" y="4500"/>
                  <a:pt x="5532" y="4500"/>
                  <a:pt x="5532" y="4500"/>
                </a:cubicBezTo>
                <a:cubicBezTo>
                  <a:pt x="5532" y="3150"/>
                  <a:pt x="6322" y="2025"/>
                  <a:pt x="7112" y="1350"/>
                </a:cubicBezTo>
                <a:cubicBezTo>
                  <a:pt x="8166" y="450"/>
                  <a:pt x="9483" y="0"/>
                  <a:pt x="11063" y="0"/>
                </a:cubicBezTo>
                <a:close/>
                <a:moveTo>
                  <a:pt x="13171" y="2700"/>
                </a:moveTo>
                <a:cubicBezTo>
                  <a:pt x="13171" y="3150"/>
                  <a:pt x="12907" y="3375"/>
                  <a:pt x="12380" y="3375"/>
                </a:cubicBezTo>
                <a:cubicBezTo>
                  <a:pt x="12117" y="3375"/>
                  <a:pt x="11854" y="3150"/>
                  <a:pt x="11854" y="2700"/>
                </a:cubicBezTo>
                <a:cubicBezTo>
                  <a:pt x="11854" y="2475"/>
                  <a:pt x="12117" y="2250"/>
                  <a:pt x="12117" y="2250"/>
                </a:cubicBezTo>
                <a:cubicBezTo>
                  <a:pt x="11854" y="2025"/>
                  <a:pt x="11327" y="2025"/>
                  <a:pt x="11063" y="2025"/>
                </a:cubicBezTo>
                <a:cubicBezTo>
                  <a:pt x="11063" y="2025"/>
                  <a:pt x="11063" y="2025"/>
                  <a:pt x="11063" y="2025"/>
                </a:cubicBezTo>
                <a:cubicBezTo>
                  <a:pt x="10273" y="2025"/>
                  <a:pt x="9746" y="2025"/>
                  <a:pt x="9483" y="2250"/>
                </a:cubicBezTo>
                <a:cubicBezTo>
                  <a:pt x="9483" y="2475"/>
                  <a:pt x="9483" y="2475"/>
                  <a:pt x="9483" y="2700"/>
                </a:cubicBezTo>
                <a:cubicBezTo>
                  <a:pt x="9483" y="3150"/>
                  <a:pt x="9220" y="3375"/>
                  <a:pt x="8956" y="3375"/>
                </a:cubicBezTo>
                <a:cubicBezTo>
                  <a:pt x="8693" y="3375"/>
                  <a:pt x="8429" y="3150"/>
                  <a:pt x="8429" y="3150"/>
                </a:cubicBezTo>
                <a:cubicBezTo>
                  <a:pt x="8429" y="3375"/>
                  <a:pt x="8166" y="3375"/>
                  <a:pt x="8166" y="3600"/>
                </a:cubicBezTo>
                <a:cubicBezTo>
                  <a:pt x="8166" y="3600"/>
                  <a:pt x="8166" y="3600"/>
                  <a:pt x="8166" y="3600"/>
                </a:cubicBezTo>
                <a:cubicBezTo>
                  <a:pt x="8693" y="3600"/>
                  <a:pt x="8956" y="3825"/>
                  <a:pt x="8956" y="4050"/>
                </a:cubicBezTo>
                <a:cubicBezTo>
                  <a:pt x="8956" y="4500"/>
                  <a:pt x="8693" y="4725"/>
                  <a:pt x="8166" y="4725"/>
                </a:cubicBezTo>
                <a:cubicBezTo>
                  <a:pt x="8166" y="4725"/>
                  <a:pt x="8166" y="4725"/>
                  <a:pt x="7902" y="4725"/>
                </a:cubicBezTo>
                <a:cubicBezTo>
                  <a:pt x="7902" y="6300"/>
                  <a:pt x="7902" y="6300"/>
                  <a:pt x="7902" y="6300"/>
                </a:cubicBezTo>
                <a:cubicBezTo>
                  <a:pt x="13961" y="6300"/>
                  <a:pt x="13961" y="6300"/>
                  <a:pt x="13961" y="6300"/>
                </a:cubicBezTo>
                <a:cubicBezTo>
                  <a:pt x="13961" y="4500"/>
                  <a:pt x="13961" y="4500"/>
                  <a:pt x="13961" y="4500"/>
                </a:cubicBezTo>
                <a:cubicBezTo>
                  <a:pt x="13698" y="4725"/>
                  <a:pt x="13698" y="4725"/>
                  <a:pt x="13434" y="4725"/>
                </a:cubicBezTo>
                <a:cubicBezTo>
                  <a:pt x="13171" y="4725"/>
                  <a:pt x="12907" y="4500"/>
                  <a:pt x="12907" y="4050"/>
                </a:cubicBezTo>
                <a:cubicBezTo>
                  <a:pt x="12907" y="3825"/>
                  <a:pt x="13171" y="3600"/>
                  <a:pt x="13434" y="3600"/>
                </a:cubicBezTo>
                <a:cubicBezTo>
                  <a:pt x="13434" y="3600"/>
                  <a:pt x="13698" y="3600"/>
                  <a:pt x="13698" y="3600"/>
                </a:cubicBezTo>
                <a:cubicBezTo>
                  <a:pt x="13698" y="3375"/>
                  <a:pt x="13434" y="2925"/>
                  <a:pt x="13171" y="2700"/>
                </a:cubicBezTo>
                <a:close/>
                <a:moveTo>
                  <a:pt x="10800" y="2250"/>
                </a:moveTo>
                <a:cubicBezTo>
                  <a:pt x="10273" y="2250"/>
                  <a:pt x="10010" y="2475"/>
                  <a:pt x="10010" y="2700"/>
                </a:cubicBezTo>
                <a:cubicBezTo>
                  <a:pt x="10010" y="3150"/>
                  <a:pt x="10273" y="3375"/>
                  <a:pt x="10800" y="3375"/>
                </a:cubicBezTo>
                <a:cubicBezTo>
                  <a:pt x="11063" y="3375"/>
                  <a:pt x="11327" y="3150"/>
                  <a:pt x="11327" y="2700"/>
                </a:cubicBezTo>
                <a:cubicBezTo>
                  <a:pt x="11327" y="2475"/>
                  <a:pt x="11063" y="2250"/>
                  <a:pt x="10800" y="2250"/>
                </a:cubicBezTo>
                <a:close/>
                <a:moveTo>
                  <a:pt x="11590" y="3600"/>
                </a:moveTo>
                <a:cubicBezTo>
                  <a:pt x="11327" y="3600"/>
                  <a:pt x="11063" y="3825"/>
                  <a:pt x="11063" y="4050"/>
                </a:cubicBezTo>
                <a:cubicBezTo>
                  <a:pt x="11063" y="4500"/>
                  <a:pt x="11327" y="4725"/>
                  <a:pt x="11590" y="4725"/>
                </a:cubicBezTo>
                <a:cubicBezTo>
                  <a:pt x="12117" y="4725"/>
                  <a:pt x="12380" y="4500"/>
                  <a:pt x="12380" y="4050"/>
                </a:cubicBezTo>
                <a:cubicBezTo>
                  <a:pt x="12380" y="3825"/>
                  <a:pt x="12117" y="3600"/>
                  <a:pt x="11590" y="3600"/>
                </a:cubicBezTo>
                <a:close/>
                <a:moveTo>
                  <a:pt x="9746" y="3600"/>
                </a:moveTo>
                <a:cubicBezTo>
                  <a:pt x="9483" y="3600"/>
                  <a:pt x="9220" y="3825"/>
                  <a:pt x="9220" y="4050"/>
                </a:cubicBezTo>
                <a:cubicBezTo>
                  <a:pt x="9220" y="4500"/>
                  <a:pt x="9483" y="4725"/>
                  <a:pt x="9746" y="4725"/>
                </a:cubicBezTo>
                <a:cubicBezTo>
                  <a:pt x="10273" y="4725"/>
                  <a:pt x="10537" y="4500"/>
                  <a:pt x="10537" y="4050"/>
                </a:cubicBezTo>
                <a:cubicBezTo>
                  <a:pt x="10537" y="3825"/>
                  <a:pt x="10273" y="3600"/>
                  <a:pt x="9746" y="3600"/>
                </a:cubicBezTo>
                <a:close/>
                <a:moveTo>
                  <a:pt x="12644" y="4950"/>
                </a:moveTo>
                <a:cubicBezTo>
                  <a:pt x="12380" y="4950"/>
                  <a:pt x="12117" y="5175"/>
                  <a:pt x="12117" y="5400"/>
                </a:cubicBezTo>
                <a:cubicBezTo>
                  <a:pt x="12117" y="5850"/>
                  <a:pt x="12380" y="6075"/>
                  <a:pt x="12644" y="6075"/>
                </a:cubicBezTo>
                <a:cubicBezTo>
                  <a:pt x="13171" y="6075"/>
                  <a:pt x="13434" y="5850"/>
                  <a:pt x="13434" y="5400"/>
                </a:cubicBezTo>
                <a:cubicBezTo>
                  <a:pt x="13434" y="5175"/>
                  <a:pt x="13171" y="4950"/>
                  <a:pt x="12644" y="4950"/>
                </a:cubicBezTo>
                <a:close/>
                <a:moveTo>
                  <a:pt x="10800" y="4950"/>
                </a:moveTo>
                <a:cubicBezTo>
                  <a:pt x="10537" y="4950"/>
                  <a:pt x="10273" y="5175"/>
                  <a:pt x="10273" y="5400"/>
                </a:cubicBezTo>
                <a:cubicBezTo>
                  <a:pt x="10273" y="5850"/>
                  <a:pt x="10537" y="6075"/>
                  <a:pt x="10800" y="6075"/>
                </a:cubicBezTo>
                <a:cubicBezTo>
                  <a:pt x="11327" y="6075"/>
                  <a:pt x="11590" y="5850"/>
                  <a:pt x="11590" y="5400"/>
                </a:cubicBezTo>
                <a:cubicBezTo>
                  <a:pt x="11590" y="5175"/>
                  <a:pt x="11327" y="4950"/>
                  <a:pt x="10800" y="4950"/>
                </a:cubicBezTo>
                <a:close/>
                <a:moveTo>
                  <a:pt x="8956" y="4950"/>
                </a:moveTo>
                <a:cubicBezTo>
                  <a:pt x="8693" y="4950"/>
                  <a:pt x="8429" y="5175"/>
                  <a:pt x="8429" y="5400"/>
                </a:cubicBezTo>
                <a:cubicBezTo>
                  <a:pt x="8429" y="5850"/>
                  <a:pt x="8693" y="6075"/>
                  <a:pt x="8956" y="6075"/>
                </a:cubicBezTo>
                <a:cubicBezTo>
                  <a:pt x="9483" y="6075"/>
                  <a:pt x="9746" y="5850"/>
                  <a:pt x="9746" y="5400"/>
                </a:cubicBezTo>
                <a:cubicBezTo>
                  <a:pt x="9746" y="5175"/>
                  <a:pt x="9483" y="4950"/>
                  <a:pt x="8956" y="4950"/>
                </a:cubicBezTo>
                <a:close/>
                <a:moveTo>
                  <a:pt x="16332" y="7875"/>
                </a:moveTo>
                <a:cubicBezTo>
                  <a:pt x="16332" y="9000"/>
                  <a:pt x="16332" y="9000"/>
                  <a:pt x="16332" y="9000"/>
                </a:cubicBezTo>
                <a:cubicBezTo>
                  <a:pt x="16332" y="10350"/>
                  <a:pt x="15541" y="11475"/>
                  <a:pt x="14751" y="12375"/>
                </a:cubicBezTo>
                <a:cubicBezTo>
                  <a:pt x="13698" y="13050"/>
                  <a:pt x="12380" y="13725"/>
                  <a:pt x="11063" y="13725"/>
                </a:cubicBezTo>
                <a:cubicBezTo>
                  <a:pt x="11063" y="13725"/>
                  <a:pt x="11063" y="13725"/>
                  <a:pt x="11063" y="13725"/>
                </a:cubicBezTo>
                <a:cubicBezTo>
                  <a:pt x="9483" y="13725"/>
                  <a:pt x="8166" y="13050"/>
                  <a:pt x="7112" y="12375"/>
                </a:cubicBezTo>
                <a:cubicBezTo>
                  <a:pt x="6322" y="11475"/>
                  <a:pt x="5532" y="10350"/>
                  <a:pt x="5532" y="9000"/>
                </a:cubicBezTo>
                <a:cubicBezTo>
                  <a:pt x="5532" y="7875"/>
                  <a:pt x="5532" y="7875"/>
                  <a:pt x="5532" y="7875"/>
                </a:cubicBezTo>
                <a:cubicBezTo>
                  <a:pt x="4215" y="7875"/>
                  <a:pt x="4215" y="7875"/>
                  <a:pt x="4215" y="7875"/>
                </a:cubicBezTo>
                <a:cubicBezTo>
                  <a:pt x="4215" y="9450"/>
                  <a:pt x="4215" y="9450"/>
                  <a:pt x="4215" y="9450"/>
                </a:cubicBezTo>
                <a:cubicBezTo>
                  <a:pt x="4215" y="11025"/>
                  <a:pt x="4741" y="12600"/>
                  <a:pt x="6059" y="13500"/>
                </a:cubicBezTo>
                <a:cubicBezTo>
                  <a:pt x="7376" y="14625"/>
                  <a:pt x="8956" y="15300"/>
                  <a:pt x="11063" y="15300"/>
                </a:cubicBezTo>
                <a:cubicBezTo>
                  <a:pt x="11063" y="15300"/>
                  <a:pt x="11063" y="15300"/>
                  <a:pt x="11063" y="15300"/>
                </a:cubicBezTo>
                <a:cubicBezTo>
                  <a:pt x="12907" y="15300"/>
                  <a:pt x="14488" y="14625"/>
                  <a:pt x="15805" y="13500"/>
                </a:cubicBezTo>
                <a:cubicBezTo>
                  <a:pt x="17122" y="12600"/>
                  <a:pt x="17649" y="11025"/>
                  <a:pt x="17649" y="9450"/>
                </a:cubicBezTo>
                <a:cubicBezTo>
                  <a:pt x="17649" y="7875"/>
                  <a:pt x="17649" y="7875"/>
                  <a:pt x="17649" y="7875"/>
                </a:cubicBezTo>
                <a:lnTo>
                  <a:pt x="16332" y="7875"/>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6" name="Shape 7216"/>
          <p:cNvSpPr/>
          <p:nvPr/>
        </p:nvSpPr>
        <p:spPr>
          <a:xfrm>
            <a:off x="12742062" y="5060095"/>
            <a:ext cx="599205" cy="6564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678" y="0"/>
                </a:moveTo>
                <a:lnTo>
                  <a:pt x="21600" y="0"/>
                </a:lnTo>
                <a:lnTo>
                  <a:pt x="21600" y="7284"/>
                </a:lnTo>
                <a:lnTo>
                  <a:pt x="20499" y="7284"/>
                </a:lnTo>
                <a:lnTo>
                  <a:pt x="20499" y="13186"/>
                </a:lnTo>
                <a:lnTo>
                  <a:pt x="21600" y="13186"/>
                </a:lnTo>
                <a:lnTo>
                  <a:pt x="21600" y="21600"/>
                </a:lnTo>
                <a:lnTo>
                  <a:pt x="0" y="21600"/>
                </a:lnTo>
                <a:lnTo>
                  <a:pt x="0" y="13186"/>
                </a:lnTo>
                <a:lnTo>
                  <a:pt x="825" y="13186"/>
                </a:lnTo>
                <a:lnTo>
                  <a:pt x="825" y="10172"/>
                </a:lnTo>
                <a:lnTo>
                  <a:pt x="0" y="10172"/>
                </a:lnTo>
                <a:lnTo>
                  <a:pt x="0" y="4019"/>
                </a:lnTo>
                <a:lnTo>
                  <a:pt x="4678" y="0"/>
                </a:lnTo>
                <a:close/>
                <a:moveTo>
                  <a:pt x="1789" y="4019"/>
                </a:moveTo>
                <a:lnTo>
                  <a:pt x="1789" y="8540"/>
                </a:lnTo>
                <a:lnTo>
                  <a:pt x="4127" y="8540"/>
                </a:lnTo>
                <a:lnTo>
                  <a:pt x="4127" y="4019"/>
                </a:lnTo>
                <a:lnTo>
                  <a:pt x="1789" y="4019"/>
                </a:lnTo>
                <a:close/>
                <a:moveTo>
                  <a:pt x="17748" y="1005"/>
                </a:moveTo>
                <a:lnTo>
                  <a:pt x="17748" y="5400"/>
                </a:lnTo>
                <a:lnTo>
                  <a:pt x="20224" y="5400"/>
                </a:lnTo>
                <a:lnTo>
                  <a:pt x="20224" y="1005"/>
                </a:lnTo>
                <a:lnTo>
                  <a:pt x="17748" y="1005"/>
                </a:lnTo>
                <a:close/>
                <a:moveTo>
                  <a:pt x="14583" y="1005"/>
                </a:moveTo>
                <a:lnTo>
                  <a:pt x="14583" y="5400"/>
                </a:lnTo>
                <a:lnTo>
                  <a:pt x="16922" y="5400"/>
                </a:lnTo>
                <a:lnTo>
                  <a:pt x="16922" y="1005"/>
                </a:lnTo>
                <a:lnTo>
                  <a:pt x="14583" y="1005"/>
                </a:lnTo>
                <a:close/>
                <a:moveTo>
                  <a:pt x="11282" y="1005"/>
                </a:moveTo>
                <a:lnTo>
                  <a:pt x="11282" y="5400"/>
                </a:lnTo>
                <a:lnTo>
                  <a:pt x="13620" y="5400"/>
                </a:lnTo>
                <a:lnTo>
                  <a:pt x="13620" y="1005"/>
                </a:lnTo>
                <a:lnTo>
                  <a:pt x="11282" y="1005"/>
                </a:lnTo>
                <a:close/>
                <a:moveTo>
                  <a:pt x="8255" y="1005"/>
                </a:moveTo>
                <a:lnTo>
                  <a:pt x="8255" y="5400"/>
                </a:lnTo>
                <a:lnTo>
                  <a:pt x="10731" y="5400"/>
                </a:lnTo>
                <a:lnTo>
                  <a:pt x="10731" y="1005"/>
                </a:lnTo>
                <a:lnTo>
                  <a:pt x="8255" y="1005"/>
                </a:lnTo>
                <a:close/>
                <a:moveTo>
                  <a:pt x="5090" y="1005"/>
                </a:moveTo>
                <a:lnTo>
                  <a:pt x="5090" y="5400"/>
                </a:lnTo>
                <a:lnTo>
                  <a:pt x="7429" y="5400"/>
                </a:lnTo>
                <a:lnTo>
                  <a:pt x="7429" y="1005"/>
                </a:lnTo>
                <a:lnTo>
                  <a:pt x="5090" y="1005"/>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7" name="Shape 7217"/>
          <p:cNvSpPr/>
          <p:nvPr/>
        </p:nvSpPr>
        <p:spPr>
          <a:xfrm>
            <a:off x="8093452" y="6521852"/>
            <a:ext cx="614471" cy="5457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6" y="1309"/>
                </a:moveTo>
                <a:cubicBezTo>
                  <a:pt x="21024" y="1964"/>
                  <a:pt x="21312" y="3273"/>
                  <a:pt x="21312" y="4255"/>
                </a:cubicBezTo>
                <a:cubicBezTo>
                  <a:pt x="21600" y="5236"/>
                  <a:pt x="21600" y="6218"/>
                  <a:pt x="21600" y="7527"/>
                </a:cubicBezTo>
                <a:cubicBezTo>
                  <a:pt x="21600" y="15382"/>
                  <a:pt x="16992" y="21600"/>
                  <a:pt x="10944" y="21600"/>
                </a:cubicBezTo>
                <a:cubicBezTo>
                  <a:pt x="7776" y="21600"/>
                  <a:pt x="5184" y="19964"/>
                  <a:pt x="3168" y="17345"/>
                </a:cubicBezTo>
                <a:cubicBezTo>
                  <a:pt x="1152" y="14727"/>
                  <a:pt x="0" y="11127"/>
                  <a:pt x="0" y="7527"/>
                </a:cubicBezTo>
                <a:cubicBezTo>
                  <a:pt x="0" y="6218"/>
                  <a:pt x="288" y="5236"/>
                  <a:pt x="288" y="4255"/>
                </a:cubicBezTo>
                <a:cubicBezTo>
                  <a:pt x="576" y="3273"/>
                  <a:pt x="864" y="1964"/>
                  <a:pt x="1152" y="1309"/>
                </a:cubicBezTo>
                <a:cubicBezTo>
                  <a:pt x="1728" y="0"/>
                  <a:pt x="1728" y="0"/>
                  <a:pt x="1728" y="0"/>
                </a:cubicBezTo>
                <a:cubicBezTo>
                  <a:pt x="2592" y="0"/>
                  <a:pt x="2592" y="0"/>
                  <a:pt x="2592" y="0"/>
                </a:cubicBezTo>
                <a:cubicBezTo>
                  <a:pt x="19296" y="0"/>
                  <a:pt x="19296" y="0"/>
                  <a:pt x="19296" y="0"/>
                </a:cubicBezTo>
                <a:cubicBezTo>
                  <a:pt x="20160" y="0"/>
                  <a:pt x="20160" y="0"/>
                  <a:pt x="20160" y="0"/>
                </a:cubicBezTo>
                <a:cubicBezTo>
                  <a:pt x="20736" y="1309"/>
                  <a:pt x="20736" y="1309"/>
                  <a:pt x="20736" y="1309"/>
                </a:cubicBezTo>
                <a:close/>
                <a:moveTo>
                  <a:pt x="18432" y="4909"/>
                </a:moveTo>
                <a:cubicBezTo>
                  <a:pt x="18144" y="4582"/>
                  <a:pt x="18144" y="3927"/>
                  <a:pt x="18144" y="3600"/>
                </a:cubicBezTo>
                <a:cubicBezTo>
                  <a:pt x="3744" y="3600"/>
                  <a:pt x="3744" y="3600"/>
                  <a:pt x="3744" y="3600"/>
                </a:cubicBezTo>
                <a:cubicBezTo>
                  <a:pt x="3744" y="3927"/>
                  <a:pt x="3456" y="4582"/>
                  <a:pt x="3456" y="4909"/>
                </a:cubicBezTo>
                <a:cubicBezTo>
                  <a:pt x="3456" y="5564"/>
                  <a:pt x="3168" y="6545"/>
                  <a:pt x="3168" y="7527"/>
                </a:cubicBezTo>
                <a:cubicBezTo>
                  <a:pt x="3168" y="10473"/>
                  <a:pt x="4032" y="13091"/>
                  <a:pt x="5472" y="15055"/>
                </a:cubicBezTo>
                <a:cubicBezTo>
                  <a:pt x="6912" y="17018"/>
                  <a:pt x="8928" y="18000"/>
                  <a:pt x="10944" y="18000"/>
                </a:cubicBezTo>
                <a:cubicBezTo>
                  <a:pt x="15264" y="18000"/>
                  <a:pt x="18432" y="13418"/>
                  <a:pt x="18432" y="7527"/>
                </a:cubicBezTo>
                <a:cubicBezTo>
                  <a:pt x="18432" y="6545"/>
                  <a:pt x="18432" y="5564"/>
                  <a:pt x="18432" y="4909"/>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8" name="Shape 7218"/>
          <p:cNvSpPr/>
          <p:nvPr/>
        </p:nvSpPr>
        <p:spPr>
          <a:xfrm>
            <a:off x="8173602" y="6769930"/>
            <a:ext cx="461807" cy="5343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71" y="0"/>
                </a:moveTo>
                <a:cubicBezTo>
                  <a:pt x="3857" y="2326"/>
                  <a:pt x="5014" y="4320"/>
                  <a:pt x="6171" y="5649"/>
                </a:cubicBezTo>
                <a:cubicBezTo>
                  <a:pt x="8100" y="7311"/>
                  <a:pt x="10029" y="8640"/>
                  <a:pt x="12729" y="8640"/>
                </a:cubicBezTo>
                <a:cubicBezTo>
                  <a:pt x="17357" y="8640"/>
                  <a:pt x="21214" y="4652"/>
                  <a:pt x="21600" y="0"/>
                </a:cubicBezTo>
                <a:cubicBezTo>
                  <a:pt x="3471" y="0"/>
                  <a:pt x="3471" y="0"/>
                  <a:pt x="3471" y="0"/>
                </a:cubicBezTo>
                <a:close/>
                <a:moveTo>
                  <a:pt x="0" y="17612"/>
                </a:moveTo>
                <a:cubicBezTo>
                  <a:pt x="8100" y="17612"/>
                  <a:pt x="8100" y="17612"/>
                  <a:pt x="8100" y="17612"/>
                </a:cubicBezTo>
                <a:cubicBezTo>
                  <a:pt x="8100" y="9305"/>
                  <a:pt x="8100" y="9305"/>
                  <a:pt x="8100" y="9305"/>
                </a:cubicBezTo>
                <a:cubicBezTo>
                  <a:pt x="13114" y="9305"/>
                  <a:pt x="13114" y="9305"/>
                  <a:pt x="13114" y="9305"/>
                </a:cubicBezTo>
                <a:cubicBezTo>
                  <a:pt x="13114" y="17612"/>
                  <a:pt x="13114" y="17612"/>
                  <a:pt x="13114" y="17612"/>
                </a:cubicBezTo>
                <a:cubicBezTo>
                  <a:pt x="21214" y="17612"/>
                  <a:pt x="21214" y="17612"/>
                  <a:pt x="21214" y="17612"/>
                </a:cubicBezTo>
                <a:cubicBezTo>
                  <a:pt x="21214" y="21600"/>
                  <a:pt x="21214" y="21600"/>
                  <a:pt x="21214" y="21600"/>
                </a:cubicBezTo>
                <a:cubicBezTo>
                  <a:pt x="0" y="21600"/>
                  <a:pt x="0" y="21600"/>
                  <a:pt x="0" y="21600"/>
                </a:cubicBezTo>
                <a:lnTo>
                  <a:pt x="0" y="17612"/>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19" name="Shape 7219"/>
          <p:cNvSpPr/>
          <p:nvPr/>
        </p:nvSpPr>
        <p:spPr>
          <a:xfrm>
            <a:off x="11097112" y="5033381"/>
            <a:ext cx="854917" cy="6488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46" y="15585"/>
                </a:moveTo>
                <a:cubicBezTo>
                  <a:pt x="9969" y="15585"/>
                  <a:pt x="9969" y="15585"/>
                  <a:pt x="9969" y="15585"/>
                </a:cubicBezTo>
                <a:cubicBezTo>
                  <a:pt x="9969" y="17772"/>
                  <a:pt x="9969" y="17772"/>
                  <a:pt x="9969" y="17772"/>
                </a:cubicBezTo>
                <a:cubicBezTo>
                  <a:pt x="11215" y="17772"/>
                  <a:pt x="11215" y="17772"/>
                  <a:pt x="11215" y="17772"/>
                </a:cubicBezTo>
                <a:cubicBezTo>
                  <a:pt x="11215" y="21600"/>
                  <a:pt x="11215" y="21600"/>
                  <a:pt x="11215" y="21600"/>
                </a:cubicBezTo>
                <a:cubicBezTo>
                  <a:pt x="0" y="21600"/>
                  <a:pt x="0" y="21600"/>
                  <a:pt x="0" y="21600"/>
                </a:cubicBezTo>
                <a:cubicBezTo>
                  <a:pt x="0" y="17772"/>
                  <a:pt x="0" y="17772"/>
                  <a:pt x="0" y="17772"/>
                </a:cubicBezTo>
                <a:cubicBezTo>
                  <a:pt x="1246" y="17772"/>
                  <a:pt x="1246" y="17772"/>
                  <a:pt x="1246" y="17772"/>
                </a:cubicBezTo>
                <a:cubicBezTo>
                  <a:pt x="1246" y="15585"/>
                  <a:pt x="1246" y="15585"/>
                  <a:pt x="1246" y="15585"/>
                </a:cubicBezTo>
                <a:close/>
                <a:moveTo>
                  <a:pt x="21600" y="10663"/>
                </a:moveTo>
                <a:cubicBezTo>
                  <a:pt x="21185" y="3828"/>
                  <a:pt x="21185" y="3828"/>
                  <a:pt x="21185" y="3828"/>
                </a:cubicBezTo>
                <a:cubicBezTo>
                  <a:pt x="18069" y="7929"/>
                  <a:pt x="18069" y="7929"/>
                  <a:pt x="18069" y="7929"/>
                </a:cubicBezTo>
                <a:cubicBezTo>
                  <a:pt x="14538" y="8476"/>
                  <a:pt x="14538" y="8476"/>
                  <a:pt x="14538" y="8476"/>
                </a:cubicBezTo>
                <a:cubicBezTo>
                  <a:pt x="13500" y="9296"/>
                  <a:pt x="13500" y="9296"/>
                  <a:pt x="13500" y="9296"/>
                </a:cubicBezTo>
                <a:cubicBezTo>
                  <a:pt x="14331" y="9843"/>
                  <a:pt x="14331" y="9843"/>
                  <a:pt x="14331" y="9843"/>
                </a:cubicBezTo>
                <a:cubicBezTo>
                  <a:pt x="14123" y="10116"/>
                  <a:pt x="14123" y="10116"/>
                  <a:pt x="14123" y="10116"/>
                </a:cubicBezTo>
                <a:cubicBezTo>
                  <a:pt x="12462" y="9296"/>
                  <a:pt x="12462" y="9296"/>
                  <a:pt x="12462" y="9296"/>
                </a:cubicBezTo>
                <a:cubicBezTo>
                  <a:pt x="12669" y="8749"/>
                  <a:pt x="12669" y="8749"/>
                  <a:pt x="12669" y="8749"/>
                </a:cubicBezTo>
                <a:cubicBezTo>
                  <a:pt x="11423" y="7929"/>
                  <a:pt x="11423" y="7929"/>
                  <a:pt x="11423" y="7929"/>
                </a:cubicBezTo>
                <a:cubicBezTo>
                  <a:pt x="11215" y="8476"/>
                  <a:pt x="11215" y="8476"/>
                  <a:pt x="11215" y="8476"/>
                </a:cubicBezTo>
                <a:cubicBezTo>
                  <a:pt x="10592" y="8203"/>
                  <a:pt x="10592" y="8203"/>
                  <a:pt x="10592" y="8203"/>
                </a:cubicBezTo>
                <a:cubicBezTo>
                  <a:pt x="10800" y="7109"/>
                  <a:pt x="10800" y="7109"/>
                  <a:pt x="10800" y="7109"/>
                </a:cubicBezTo>
                <a:cubicBezTo>
                  <a:pt x="9762" y="6289"/>
                  <a:pt x="9762" y="6289"/>
                  <a:pt x="9762" y="6289"/>
                </a:cubicBezTo>
                <a:cubicBezTo>
                  <a:pt x="10592" y="4101"/>
                  <a:pt x="10592" y="4101"/>
                  <a:pt x="10592" y="4101"/>
                </a:cubicBezTo>
                <a:cubicBezTo>
                  <a:pt x="11008" y="4648"/>
                  <a:pt x="11008" y="4648"/>
                  <a:pt x="11008" y="4648"/>
                </a:cubicBezTo>
                <a:cubicBezTo>
                  <a:pt x="11423" y="3281"/>
                  <a:pt x="11423" y="3281"/>
                  <a:pt x="11423" y="3281"/>
                </a:cubicBezTo>
                <a:cubicBezTo>
                  <a:pt x="6023" y="0"/>
                  <a:pt x="6023" y="0"/>
                  <a:pt x="6023" y="0"/>
                </a:cubicBezTo>
                <a:cubicBezTo>
                  <a:pt x="5608" y="1094"/>
                  <a:pt x="5608" y="1094"/>
                  <a:pt x="5608" y="1094"/>
                </a:cubicBezTo>
                <a:cubicBezTo>
                  <a:pt x="6231" y="1641"/>
                  <a:pt x="6231" y="1641"/>
                  <a:pt x="6231" y="1641"/>
                </a:cubicBezTo>
                <a:cubicBezTo>
                  <a:pt x="5192" y="4375"/>
                  <a:pt x="5192" y="4375"/>
                  <a:pt x="5192" y="4375"/>
                </a:cubicBezTo>
                <a:cubicBezTo>
                  <a:pt x="4777" y="4101"/>
                  <a:pt x="4777" y="4101"/>
                  <a:pt x="4777" y="4101"/>
                </a:cubicBezTo>
                <a:cubicBezTo>
                  <a:pt x="3738" y="6562"/>
                  <a:pt x="3738" y="6562"/>
                  <a:pt x="3738" y="6562"/>
                </a:cubicBezTo>
                <a:cubicBezTo>
                  <a:pt x="4154" y="6835"/>
                  <a:pt x="4154" y="6835"/>
                  <a:pt x="4154" y="6835"/>
                </a:cubicBezTo>
                <a:cubicBezTo>
                  <a:pt x="2908" y="10390"/>
                  <a:pt x="2908" y="10390"/>
                  <a:pt x="2908" y="10390"/>
                </a:cubicBezTo>
                <a:cubicBezTo>
                  <a:pt x="2492" y="10116"/>
                  <a:pt x="2492" y="10116"/>
                  <a:pt x="2492" y="10116"/>
                </a:cubicBezTo>
                <a:cubicBezTo>
                  <a:pt x="2077" y="11484"/>
                  <a:pt x="2077" y="11484"/>
                  <a:pt x="2077" y="11484"/>
                </a:cubicBezTo>
                <a:cubicBezTo>
                  <a:pt x="7477" y="14765"/>
                  <a:pt x="7477" y="14765"/>
                  <a:pt x="7477" y="14765"/>
                </a:cubicBezTo>
                <a:cubicBezTo>
                  <a:pt x="7892" y="13397"/>
                  <a:pt x="7892" y="13397"/>
                  <a:pt x="7892" y="13397"/>
                </a:cubicBezTo>
                <a:cubicBezTo>
                  <a:pt x="7269" y="13124"/>
                  <a:pt x="7269" y="13124"/>
                  <a:pt x="7269" y="13124"/>
                </a:cubicBezTo>
                <a:cubicBezTo>
                  <a:pt x="8308" y="10663"/>
                  <a:pt x="8308" y="10663"/>
                  <a:pt x="8308" y="10663"/>
                </a:cubicBezTo>
                <a:cubicBezTo>
                  <a:pt x="9346" y="11484"/>
                  <a:pt x="9346" y="11484"/>
                  <a:pt x="9346" y="11484"/>
                </a:cubicBezTo>
                <a:cubicBezTo>
                  <a:pt x="9762" y="10390"/>
                  <a:pt x="9762" y="10390"/>
                  <a:pt x="9762" y="10390"/>
                </a:cubicBezTo>
                <a:cubicBezTo>
                  <a:pt x="10385" y="10663"/>
                  <a:pt x="10385" y="10663"/>
                  <a:pt x="10385" y="10663"/>
                </a:cubicBezTo>
                <a:cubicBezTo>
                  <a:pt x="10177" y="11210"/>
                  <a:pt x="10177" y="11210"/>
                  <a:pt x="10177" y="11210"/>
                </a:cubicBezTo>
                <a:cubicBezTo>
                  <a:pt x="11423" y="12030"/>
                  <a:pt x="11423" y="12030"/>
                  <a:pt x="11423" y="12030"/>
                </a:cubicBezTo>
                <a:cubicBezTo>
                  <a:pt x="11631" y="11484"/>
                  <a:pt x="11631" y="11484"/>
                  <a:pt x="11631" y="11484"/>
                </a:cubicBezTo>
                <a:cubicBezTo>
                  <a:pt x="13292" y="12577"/>
                  <a:pt x="13292" y="12577"/>
                  <a:pt x="13292" y="12577"/>
                </a:cubicBezTo>
                <a:cubicBezTo>
                  <a:pt x="12877" y="13397"/>
                  <a:pt x="12877" y="13397"/>
                  <a:pt x="12877" y="13397"/>
                </a:cubicBezTo>
                <a:cubicBezTo>
                  <a:pt x="12462" y="14218"/>
                  <a:pt x="12462" y="14218"/>
                  <a:pt x="12462" y="14218"/>
                </a:cubicBezTo>
                <a:cubicBezTo>
                  <a:pt x="13500" y="15038"/>
                  <a:pt x="13500" y="15038"/>
                  <a:pt x="13500" y="15038"/>
                </a:cubicBezTo>
                <a:cubicBezTo>
                  <a:pt x="13915" y="14765"/>
                  <a:pt x="13915" y="14765"/>
                  <a:pt x="13915" y="14765"/>
                </a:cubicBezTo>
                <a:cubicBezTo>
                  <a:pt x="13915" y="15585"/>
                  <a:pt x="13915" y="15585"/>
                  <a:pt x="13915" y="15585"/>
                </a:cubicBezTo>
                <a:cubicBezTo>
                  <a:pt x="14954" y="16132"/>
                  <a:pt x="14954" y="16132"/>
                  <a:pt x="14954" y="16132"/>
                </a:cubicBezTo>
                <a:cubicBezTo>
                  <a:pt x="15369" y="15311"/>
                  <a:pt x="15369" y="15311"/>
                  <a:pt x="15369" y="15311"/>
                </a:cubicBezTo>
                <a:cubicBezTo>
                  <a:pt x="15369" y="16132"/>
                  <a:pt x="15369" y="16132"/>
                  <a:pt x="15369" y="16132"/>
                </a:cubicBezTo>
                <a:cubicBezTo>
                  <a:pt x="16408" y="16678"/>
                  <a:pt x="16408" y="16678"/>
                  <a:pt x="16408" y="16678"/>
                </a:cubicBezTo>
                <a:cubicBezTo>
                  <a:pt x="16823" y="15858"/>
                  <a:pt x="16823" y="15858"/>
                  <a:pt x="16823" y="15858"/>
                </a:cubicBezTo>
                <a:cubicBezTo>
                  <a:pt x="17031" y="15858"/>
                  <a:pt x="17031" y="15858"/>
                  <a:pt x="17031" y="15858"/>
                </a:cubicBezTo>
                <a:cubicBezTo>
                  <a:pt x="17031" y="16678"/>
                  <a:pt x="17031" y="16678"/>
                  <a:pt x="17031" y="16678"/>
                </a:cubicBezTo>
                <a:cubicBezTo>
                  <a:pt x="18069" y="17225"/>
                  <a:pt x="18069" y="17225"/>
                  <a:pt x="18069" y="17225"/>
                </a:cubicBezTo>
                <a:cubicBezTo>
                  <a:pt x="18277" y="16952"/>
                  <a:pt x="18277" y="16952"/>
                  <a:pt x="18277" y="16952"/>
                </a:cubicBezTo>
                <a:cubicBezTo>
                  <a:pt x="18900" y="16405"/>
                  <a:pt x="18900" y="16405"/>
                  <a:pt x="18900" y="16405"/>
                </a:cubicBezTo>
                <a:cubicBezTo>
                  <a:pt x="20146" y="17225"/>
                  <a:pt x="20146" y="17225"/>
                  <a:pt x="20146" y="17225"/>
                </a:cubicBezTo>
                <a:cubicBezTo>
                  <a:pt x="20769" y="16405"/>
                  <a:pt x="21185" y="15585"/>
                  <a:pt x="21185" y="14218"/>
                </a:cubicBezTo>
                <a:cubicBezTo>
                  <a:pt x="20562" y="13944"/>
                  <a:pt x="20562" y="13944"/>
                  <a:pt x="20562" y="13944"/>
                </a:cubicBezTo>
                <a:cubicBezTo>
                  <a:pt x="20562" y="13944"/>
                  <a:pt x="20562" y="13944"/>
                  <a:pt x="20562" y="13944"/>
                </a:cubicBezTo>
                <a:cubicBezTo>
                  <a:pt x="21185" y="11210"/>
                  <a:pt x="21185" y="11210"/>
                  <a:pt x="21185" y="11210"/>
                </a:cubicBezTo>
                <a:cubicBezTo>
                  <a:pt x="21600" y="10663"/>
                  <a:pt x="21600" y="10663"/>
                  <a:pt x="21600" y="10663"/>
                </a:cubicBezTo>
                <a:close/>
                <a:moveTo>
                  <a:pt x="5400" y="7929"/>
                </a:moveTo>
                <a:cubicBezTo>
                  <a:pt x="4985" y="8749"/>
                  <a:pt x="4985" y="8749"/>
                  <a:pt x="4985" y="8749"/>
                </a:cubicBezTo>
                <a:cubicBezTo>
                  <a:pt x="4362" y="10937"/>
                  <a:pt x="4362" y="10937"/>
                  <a:pt x="4362" y="10937"/>
                </a:cubicBezTo>
                <a:cubicBezTo>
                  <a:pt x="3531" y="10663"/>
                  <a:pt x="3531" y="10663"/>
                  <a:pt x="3531" y="10663"/>
                </a:cubicBezTo>
                <a:cubicBezTo>
                  <a:pt x="4362" y="8203"/>
                  <a:pt x="4362" y="8203"/>
                  <a:pt x="4362" y="8203"/>
                </a:cubicBezTo>
                <a:cubicBezTo>
                  <a:pt x="4569" y="7382"/>
                  <a:pt x="4569" y="7382"/>
                  <a:pt x="4569" y="7382"/>
                </a:cubicBezTo>
                <a:cubicBezTo>
                  <a:pt x="6646" y="1914"/>
                  <a:pt x="6646" y="1914"/>
                  <a:pt x="6646" y="1914"/>
                </a:cubicBezTo>
                <a:cubicBezTo>
                  <a:pt x="7269" y="2461"/>
                  <a:pt x="7269" y="2461"/>
                  <a:pt x="7269" y="2461"/>
                </a:cubicBezTo>
                <a:lnTo>
                  <a:pt x="5400" y="792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0" name="Shape 7220"/>
          <p:cNvSpPr/>
          <p:nvPr/>
        </p:nvSpPr>
        <p:spPr>
          <a:xfrm>
            <a:off x="15753353" y="3510560"/>
            <a:ext cx="717521" cy="7098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17" y="10047"/>
                </a:moveTo>
                <a:cubicBezTo>
                  <a:pt x="2234" y="12558"/>
                  <a:pt x="745" y="15321"/>
                  <a:pt x="0" y="18837"/>
                </a:cubicBezTo>
                <a:cubicBezTo>
                  <a:pt x="497" y="19842"/>
                  <a:pt x="993" y="20595"/>
                  <a:pt x="1490" y="21600"/>
                </a:cubicBezTo>
                <a:cubicBezTo>
                  <a:pt x="7697" y="21600"/>
                  <a:pt x="13903" y="21600"/>
                  <a:pt x="19862" y="21600"/>
                </a:cubicBezTo>
                <a:cubicBezTo>
                  <a:pt x="20359" y="20595"/>
                  <a:pt x="21103" y="19842"/>
                  <a:pt x="21600" y="18837"/>
                </a:cubicBezTo>
                <a:cubicBezTo>
                  <a:pt x="20607" y="15321"/>
                  <a:pt x="19117" y="12558"/>
                  <a:pt x="16883" y="10047"/>
                </a:cubicBezTo>
                <a:cubicBezTo>
                  <a:pt x="16883" y="6530"/>
                  <a:pt x="16883" y="6530"/>
                  <a:pt x="16883" y="6530"/>
                </a:cubicBezTo>
                <a:cubicBezTo>
                  <a:pt x="4717" y="6530"/>
                  <a:pt x="4717" y="6530"/>
                  <a:pt x="4717" y="6530"/>
                </a:cubicBezTo>
                <a:cubicBezTo>
                  <a:pt x="4717" y="10047"/>
                  <a:pt x="4717" y="10047"/>
                  <a:pt x="4717" y="10047"/>
                </a:cubicBezTo>
                <a:cubicBezTo>
                  <a:pt x="4717" y="10047"/>
                  <a:pt x="4717" y="10047"/>
                  <a:pt x="4717" y="10047"/>
                </a:cubicBezTo>
                <a:close/>
                <a:moveTo>
                  <a:pt x="12414" y="0"/>
                </a:moveTo>
                <a:cubicBezTo>
                  <a:pt x="13655" y="0"/>
                  <a:pt x="14648" y="1005"/>
                  <a:pt x="14648" y="2260"/>
                </a:cubicBezTo>
                <a:cubicBezTo>
                  <a:pt x="14648" y="2763"/>
                  <a:pt x="14648" y="3014"/>
                  <a:pt x="14400" y="3265"/>
                </a:cubicBezTo>
                <a:cubicBezTo>
                  <a:pt x="19117" y="3265"/>
                  <a:pt x="19117" y="3265"/>
                  <a:pt x="19117" y="3265"/>
                </a:cubicBezTo>
                <a:cubicBezTo>
                  <a:pt x="20110" y="3265"/>
                  <a:pt x="20110" y="3265"/>
                  <a:pt x="20110" y="3265"/>
                </a:cubicBezTo>
                <a:cubicBezTo>
                  <a:pt x="20110" y="4270"/>
                  <a:pt x="20110" y="4270"/>
                  <a:pt x="20110" y="4270"/>
                </a:cubicBezTo>
                <a:cubicBezTo>
                  <a:pt x="20110" y="8288"/>
                  <a:pt x="20110" y="8288"/>
                  <a:pt x="20110" y="8288"/>
                </a:cubicBezTo>
                <a:cubicBezTo>
                  <a:pt x="19117" y="9544"/>
                  <a:pt x="19117" y="9544"/>
                  <a:pt x="19117" y="9544"/>
                </a:cubicBezTo>
                <a:cubicBezTo>
                  <a:pt x="17379" y="9544"/>
                  <a:pt x="17379" y="9544"/>
                  <a:pt x="17379" y="9544"/>
                </a:cubicBezTo>
                <a:cubicBezTo>
                  <a:pt x="17379" y="7284"/>
                  <a:pt x="17379" y="7284"/>
                  <a:pt x="17379" y="7284"/>
                </a:cubicBezTo>
                <a:cubicBezTo>
                  <a:pt x="18124" y="7284"/>
                  <a:pt x="18124" y="7284"/>
                  <a:pt x="18124" y="7284"/>
                </a:cubicBezTo>
                <a:cubicBezTo>
                  <a:pt x="18124" y="5526"/>
                  <a:pt x="18124" y="5526"/>
                  <a:pt x="18124" y="5526"/>
                </a:cubicBezTo>
                <a:cubicBezTo>
                  <a:pt x="10676" y="5526"/>
                  <a:pt x="10676" y="5526"/>
                  <a:pt x="10676" y="5526"/>
                </a:cubicBezTo>
                <a:cubicBezTo>
                  <a:pt x="10676" y="5526"/>
                  <a:pt x="10676" y="5526"/>
                  <a:pt x="10676" y="5526"/>
                </a:cubicBezTo>
                <a:cubicBezTo>
                  <a:pt x="3476" y="5526"/>
                  <a:pt x="3476" y="5526"/>
                  <a:pt x="3476" y="5526"/>
                </a:cubicBezTo>
                <a:cubicBezTo>
                  <a:pt x="3476" y="7284"/>
                  <a:pt x="3476" y="7284"/>
                  <a:pt x="3476" y="7284"/>
                </a:cubicBezTo>
                <a:cubicBezTo>
                  <a:pt x="4221" y="7284"/>
                  <a:pt x="4221" y="7284"/>
                  <a:pt x="4221" y="7284"/>
                </a:cubicBezTo>
                <a:cubicBezTo>
                  <a:pt x="4221" y="9544"/>
                  <a:pt x="4221" y="9544"/>
                  <a:pt x="4221" y="9544"/>
                </a:cubicBezTo>
                <a:cubicBezTo>
                  <a:pt x="2234" y="9544"/>
                  <a:pt x="2234" y="9544"/>
                  <a:pt x="2234" y="9544"/>
                </a:cubicBezTo>
                <a:cubicBezTo>
                  <a:pt x="1241" y="8288"/>
                  <a:pt x="1241" y="8288"/>
                  <a:pt x="1241" y="8288"/>
                </a:cubicBezTo>
                <a:cubicBezTo>
                  <a:pt x="1241" y="4270"/>
                  <a:pt x="1241" y="4270"/>
                  <a:pt x="1241" y="4270"/>
                </a:cubicBezTo>
                <a:cubicBezTo>
                  <a:pt x="1241" y="3265"/>
                  <a:pt x="1241" y="3265"/>
                  <a:pt x="1241" y="3265"/>
                </a:cubicBezTo>
                <a:cubicBezTo>
                  <a:pt x="2234" y="3265"/>
                  <a:pt x="2234" y="3265"/>
                  <a:pt x="2234" y="3265"/>
                </a:cubicBezTo>
                <a:cubicBezTo>
                  <a:pt x="6455" y="3265"/>
                  <a:pt x="6455" y="3265"/>
                  <a:pt x="6455" y="3265"/>
                </a:cubicBezTo>
                <a:cubicBezTo>
                  <a:pt x="6207" y="3014"/>
                  <a:pt x="6207" y="2763"/>
                  <a:pt x="6207" y="2260"/>
                </a:cubicBezTo>
                <a:cubicBezTo>
                  <a:pt x="6207" y="1005"/>
                  <a:pt x="7200" y="0"/>
                  <a:pt x="8441" y="0"/>
                </a:cubicBezTo>
                <a:cubicBezTo>
                  <a:pt x="8938" y="0"/>
                  <a:pt x="9434" y="251"/>
                  <a:pt x="9931" y="502"/>
                </a:cubicBezTo>
                <a:cubicBezTo>
                  <a:pt x="9434" y="1005"/>
                  <a:pt x="9186" y="1758"/>
                  <a:pt x="9186" y="2260"/>
                </a:cubicBezTo>
                <a:cubicBezTo>
                  <a:pt x="9186" y="2763"/>
                  <a:pt x="9186" y="3014"/>
                  <a:pt x="9186" y="3265"/>
                </a:cubicBezTo>
                <a:cubicBezTo>
                  <a:pt x="10428" y="3265"/>
                  <a:pt x="10428" y="3265"/>
                  <a:pt x="10428" y="3265"/>
                </a:cubicBezTo>
                <a:cubicBezTo>
                  <a:pt x="10179" y="3014"/>
                  <a:pt x="10179" y="2763"/>
                  <a:pt x="10179" y="2260"/>
                </a:cubicBezTo>
                <a:cubicBezTo>
                  <a:pt x="10179" y="1005"/>
                  <a:pt x="11172" y="0"/>
                  <a:pt x="12414" y="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1" name="Shape 7221"/>
          <p:cNvSpPr/>
          <p:nvPr/>
        </p:nvSpPr>
        <p:spPr>
          <a:xfrm>
            <a:off x="17154041" y="3518191"/>
            <a:ext cx="896899" cy="725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853" y="21600"/>
                </a:moveTo>
                <a:cubicBezTo>
                  <a:pt x="17042" y="21600"/>
                  <a:pt x="17042" y="21600"/>
                  <a:pt x="17042" y="21600"/>
                </a:cubicBezTo>
                <a:cubicBezTo>
                  <a:pt x="17042" y="10800"/>
                  <a:pt x="17042" y="10800"/>
                  <a:pt x="17042" y="10800"/>
                </a:cubicBezTo>
                <a:cubicBezTo>
                  <a:pt x="16646" y="10800"/>
                  <a:pt x="16646" y="10800"/>
                  <a:pt x="16646" y="10800"/>
                </a:cubicBezTo>
                <a:cubicBezTo>
                  <a:pt x="16250" y="17182"/>
                  <a:pt x="16250" y="17182"/>
                  <a:pt x="16250" y="17182"/>
                </a:cubicBezTo>
                <a:cubicBezTo>
                  <a:pt x="15853" y="17427"/>
                  <a:pt x="15853" y="17427"/>
                  <a:pt x="15853" y="17427"/>
                </a:cubicBezTo>
                <a:cubicBezTo>
                  <a:pt x="15853" y="21600"/>
                  <a:pt x="15853" y="21600"/>
                  <a:pt x="15853" y="21600"/>
                </a:cubicBezTo>
                <a:close/>
                <a:moveTo>
                  <a:pt x="21600" y="0"/>
                </a:moveTo>
                <a:cubicBezTo>
                  <a:pt x="19817" y="4173"/>
                  <a:pt x="19817" y="4173"/>
                  <a:pt x="19817" y="4173"/>
                </a:cubicBezTo>
                <a:cubicBezTo>
                  <a:pt x="18231" y="8100"/>
                  <a:pt x="18231" y="8100"/>
                  <a:pt x="18231" y="8100"/>
                </a:cubicBezTo>
                <a:cubicBezTo>
                  <a:pt x="16646" y="5400"/>
                  <a:pt x="16646" y="5400"/>
                  <a:pt x="16646" y="5400"/>
                </a:cubicBezTo>
                <a:cubicBezTo>
                  <a:pt x="15853" y="6136"/>
                  <a:pt x="15853" y="6136"/>
                  <a:pt x="15853" y="6136"/>
                </a:cubicBezTo>
                <a:cubicBezTo>
                  <a:pt x="15259" y="15709"/>
                  <a:pt x="15259" y="15709"/>
                  <a:pt x="15259" y="15709"/>
                </a:cubicBezTo>
                <a:cubicBezTo>
                  <a:pt x="13277" y="16691"/>
                  <a:pt x="13277" y="16691"/>
                  <a:pt x="13277" y="16691"/>
                </a:cubicBezTo>
                <a:cubicBezTo>
                  <a:pt x="9512" y="12273"/>
                  <a:pt x="9512" y="12273"/>
                  <a:pt x="9512" y="12273"/>
                </a:cubicBezTo>
                <a:cubicBezTo>
                  <a:pt x="7332" y="17918"/>
                  <a:pt x="7332" y="17918"/>
                  <a:pt x="7332" y="17918"/>
                </a:cubicBezTo>
                <a:cubicBezTo>
                  <a:pt x="5152" y="17918"/>
                  <a:pt x="5152" y="17918"/>
                  <a:pt x="5152" y="17918"/>
                </a:cubicBezTo>
                <a:cubicBezTo>
                  <a:pt x="3765" y="15464"/>
                  <a:pt x="3765" y="15464"/>
                  <a:pt x="3765" y="15464"/>
                </a:cubicBezTo>
                <a:cubicBezTo>
                  <a:pt x="793" y="16445"/>
                  <a:pt x="793" y="16445"/>
                  <a:pt x="793" y="16445"/>
                </a:cubicBezTo>
                <a:cubicBezTo>
                  <a:pt x="0" y="13745"/>
                  <a:pt x="0" y="13745"/>
                  <a:pt x="0" y="13745"/>
                </a:cubicBezTo>
                <a:cubicBezTo>
                  <a:pt x="3963" y="12273"/>
                  <a:pt x="3963" y="12273"/>
                  <a:pt x="3963" y="12273"/>
                </a:cubicBezTo>
                <a:cubicBezTo>
                  <a:pt x="4954" y="11782"/>
                  <a:pt x="4954" y="11782"/>
                  <a:pt x="4954" y="11782"/>
                </a:cubicBezTo>
                <a:cubicBezTo>
                  <a:pt x="5350" y="12764"/>
                  <a:pt x="5350" y="12764"/>
                  <a:pt x="5350" y="12764"/>
                </a:cubicBezTo>
                <a:cubicBezTo>
                  <a:pt x="5945" y="13991"/>
                  <a:pt x="5945" y="13991"/>
                  <a:pt x="5945" y="13991"/>
                </a:cubicBezTo>
                <a:cubicBezTo>
                  <a:pt x="7927" y="9082"/>
                  <a:pt x="7927" y="9082"/>
                  <a:pt x="7927" y="9082"/>
                </a:cubicBezTo>
                <a:cubicBezTo>
                  <a:pt x="8719" y="7118"/>
                  <a:pt x="8719" y="7118"/>
                  <a:pt x="8719" y="7118"/>
                </a:cubicBezTo>
                <a:cubicBezTo>
                  <a:pt x="9908" y="8591"/>
                  <a:pt x="9908" y="8591"/>
                  <a:pt x="9908" y="8591"/>
                </a:cubicBezTo>
                <a:cubicBezTo>
                  <a:pt x="13079" y="12273"/>
                  <a:pt x="13079" y="12273"/>
                  <a:pt x="13079" y="12273"/>
                </a:cubicBezTo>
                <a:cubicBezTo>
                  <a:pt x="13475" y="5155"/>
                  <a:pt x="13475" y="5155"/>
                  <a:pt x="13475" y="5155"/>
                </a:cubicBezTo>
                <a:cubicBezTo>
                  <a:pt x="13475" y="4418"/>
                  <a:pt x="13475" y="4418"/>
                  <a:pt x="13475" y="4418"/>
                </a:cubicBezTo>
                <a:cubicBezTo>
                  <a:pt x="14070" y="3927"/>
                  <a:pt x="14070" y="3927"/>
                  <a:pt x="14070" y="3927"/>
                </a:cubicBezTo>
                <a:cubicBezTo>
                  <a:pt x="15457" y="2945"/>
                  <a:pt x="15457" y="2945"/>
                  <a:pt x="15457" y="2945"/>
                </a:cubicBezTo>
                <a:cubicBezTo>
                  <a:pt x="14268" y="491"/>
                  <a:pt x="14268" y="491"/>
                  <a:pt x="14268" y="491"/>
                </a:cubicBezTo>
                <a:cubicBezTo>
                  <a:pt x="17835" y="245"/>
                  <a:pt x="17835" y="245"/>
                  <a:pt x="17835" y="245"/>
                </a:cubicBezTo>
                <a:cubicBezTo>
                  <a:pt x="21600" y="0"/>
                  <a:pt x="21600" y="0"/>
                  <a:pt x="21600" y="0"/>
                </a:cubicBezTo>
                <a:close/>
                <a:moveTo>
                  <a:pt x="4360" y="21600"/>
                </a:moveTo>
                <a:cubicBezTo>
                  <a:pt x="4756" y="21600"/>
                  <a:pt x="5350" y="21600"/>
                  <a:pt x="5747" y="21600"/>
                </a:cubicBezTo>
                <a:cubicBezTo>
                  <a:pt x="5747" y="19636"/>
                  <a:pt x="5747" y="19636"/>
                  <a:pt x="5747" y="19636"/>
                </a:cubicBezTo>
                <a:cubicBezTo>
                  <a:pt x="4558" y="19882"/>
                  <a:pt x="4558" y="19882"/>
                  <a:pt x="4558" y="19882"/>
                </a:cubicBezTo>
                <a:cubicBezTo>
                  <a:pt x="4360" y="19391"/>
                  <a:pt x="4360" y="19391"/>
                  <a:pt x="4360" y="19391"/>
                </a:cubicBezTo>
                <a:cubicBezTo>
                  <a:pt x="4360" y="21600"/>
                  <a:pt x="4360" y="21600"/>
                  <a:pt x="4360" y="21600"/>
                </a:cubicBezTo>
                <a:close/>
                <a:moveTo>
                  <a:pt x="2180" y="21600"/>
                </a:moveTo>
                <a:cubicBezTo>
                  <a:pt x="3369" y="21600"/>
                  <a:pt x="3369" y="21600"/>
                  <a:pt x="3369" y="21600"/>
                </a:cubicBezTo>
                <a:cubicBezTo>
                  <a:pt x="3369" y="17427"/>
                  <a:pt x="3369" y="17427"/>
                  <a:pt x="3369" y="17427"/>
                </a:cubicBezTo>
                <a:cubicBezTo>
                  <a:pt x="3369" y="17427"/>
                  <a:pt x="3369" y="17427"/>
                  <a:pt x="3369" y="17427"/>
                </a:cubicBezTo>
                <a:cubicBezTo>
                  <a:pt x="2180" y="17918"/>
                  <a:pt x="2180" y="17918"/>
                  <a:pt x="2180" y="17918"/>
                </a:cubicBezTo>
                <a:cubicBezTo>
                  <a:pt x="2180" y="21600"/>
                  <a:pt x="2180" y="21600"/>
                  <a:pt x="2180" y="21600"/>
                </a:cubicBezTo>
                <a:close/>
                <a:moveTo>
                  <a:pt x="6738" y="21600"/>
                </a:moveTo>
                <a:cubicBezTo>
                  <a:pt x="7134" y="21600"/>
                  <a:pt x="7530" y="21600"/>
                  <a:pt x="7927" y="21600"/>
                </a:cubicBezTo>
                <a:cubicBezTo>
                  <a:pt x="7927" y="19391"/>
                  <a:pt x="7927" y="19391"/>
                  <a:pt x="7927" y="19391"/>
                </a:cubicBezTo>
                <a:cubicBezTo>
                  <a:pt x="7927" y="19636"/>
                  <a:pt x="7927" y="19636"/>
                  <a:pt x="7927" y="19636"/>
                </a:cubicBezTo>
                <a:cubicBezTo>
                  <a:pt x="6738" y="19636"/>
                  <a:pt x="6738" y="19636"/>
                  <a:pt x="6738" y="19636"/>
                </a:cubicBezTo>
                <a:cubicBezTo>
                  <a:pt x="6738" y="21600"/>
                  <a:pt x="6738" y="21600"/>
                  <a:pt x="6738" y="21600"/>
                </a:cubicBezTo>
                <a:close/>
                <a:moveTo>
                  <a:pt x="8917" y="21600"/>
                </a:moveTo>
                <a:cubicBezTo>
                  <a:pt x="9314" y="21600"/>
                  <a:pt x="9908" y="21600"/>
                  <a:pt x="10305" y="21600"/>
                </a:cubicBezTo>
                <a:cubicBezTo>
                  <a:pt x="10305" y="15464"/>
                  <a:pt x="10305" y="15464"/>
                  <a:pt x="10305" y="15464"/>
                </a:cubicBezTo>
                <a:cubicBezTo>
                  <a:pt x="9710" y="14727"/>
                  <a:pt x="9710" y="14727"/>
                  <a:pt x="9710" y="14727"/>
                </a:cubicBezTo>
                <a:cubicBezTo>
                  <a:pt x="8917" y="16936"/>
                  <a:pt x="8917" y="16936"/>
                  <a:pt x="8917" y="16936"/>
                </a:cubicBezTo>
                <a:cubicBezTo>
                  <a:pt x="8917" y="21600"/>
                  <a:pt x="8917" y="21600"/>
                  <a:pt x="8917" y="21600"/>
                </a:cubicBezTo>
                <a:close/>
                <a:moveTo>
                  <a:pt x="11295" y="21600"/>
                </a:moveTo>
                <a:cubicBezTo>
                  <a:pt x="11692" y="21600"/>
                  <a:pt x="12088" y="21600"/>
                  <a:pt x="12484" y="21600"/>
                </a:cubicBezTo>
                <a:cubicBezTo>
                  <a:pt x="12484" y="17918"/>
                  <a:pt x="12484" y="17918"/>
                  <a:pt x="12484" y="17918"/>
                </a:cubicBezTo>
                <a:cubicBezTo>
                  <a:pt x="11295" y="16445"/>
                  <a:pt x="11295" y="16445"/>
                  <a:pt x="11295" y="16445"/>
                </a:cubicBezTo>
                <a:cubicBezTo>
                  <a:pt x="11295" y="21600"/>
                  <a:pt x="11295" y="21600"/>
                  <a:pt x="11295" y="21600"/>
                </a:cubicBezTo>
                <a:close/>
                <a:moveTo>
                  <a:pt x="13475" y="21600"/>
                </a:moveTo>
                <a:cubicBezTo>
                  <a:pt x="13872" y="21600"/>
                  <a:pt x="14466" y="21600"/>
                  <a:pt x="14862" y="21600"/>
                </a:cubicBezTo>
                <a:cubicBezTo>
                  <a:pt x="14862" y="17673"/>
                  <a:pt x="14862" y="17673"/>
                  <a:pt x="14862" y="17673"/>
                </a:cubicBezTo>
                <a:cubicBezTo>
                  <a:pt x="13475" y="18409"/>
                  <a:pt x="13475" y="18409"/>
                  <a:pt x="13475" y="18409"/>
                </a:cubicBezTo>
                <a:lnTo>
                  <a:pt x="13475" y="2160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2" name="Shape 7222"/>
          <p:cNvSpPr/>
          <p:nvPr/>
        </p:nvSpPr>
        <p:spPr>
          <a:xfrm>
            <a:off x="11166985" y="6511515"/>
            <a:ext cx="752150" cy="749249"/>
          </a:xfrm>
          <a:custGeom>
            <a:avLst/>
            <a:gdLst/>
            <a:ahLst/>
            <a:cxnLst>
              <a:cxn ang="0">
                <a:pos x="wd2" y="hd2"/>
              </a:cxn>
              <a:cxn ang="5400000">
                <a:pos x="wd2" y="hd2"/>
              </a:cxn>
              <a:cxn ang="10800000">
                <a:pos x="wd2" y="hd2"/>
              </a:cxn>
              <a:cxn ang="16200000">
                <a:pos x="wd2" y="hd2"/>
              </a:cxn>
            </a:cxnLst>
            <a:rect l="0" t="0" r="r" b="b"/>
            <a:pathLst>
              <a:path w="20969" h="20992" fill="norm" stroke="1" extrusionOk="0">
                <a:moveTo>
                  <a:pt x="1027" y="6082"/>
                </a:moveTo>
                <a:cubicBezTo>
                  <a:pt x="2176" y="3325"/>
                  <a:pt x="4474" y="1486"/>
                  <a:pt x="7001" y="567"/>
                </a:cubicBezTo>
                <a:cubicBezTo>
                  <a:pt x="9529" y="-352"/>
                  <a:pt x="12516" y="-122"/>
                  <a:pt x="15044" y="1027"/>
                </a:cubicBezTo>
                <a:cubicBezTo>
                  <a:pt x="17571" y="2405"/>
                  <a:pt x="19410" y="4474"/>
                  <a:pt x="20329" y="7001"/>
                </a:cubicBezTo>
                <a:cubicBezTo>
                  <a:pt x="21248" y="9529"/>
                  <a:pt x="21248" y="12516"/>
                  <a:pt x="19869" y="15044"/>
                </a:cubicBezTo>
                <a:cubicBezTo>
                  <a:pt x="19869" y="15044"/>
                  <a:pt x="19869" y="15044"/>
                  <a:pt x="19869" y="15044"/>
                </a:cubicBezTo>
                <a:cubicBezTo>
                  <a:pt x="18720" y="17571"/>
                  <a:pt x="16422" y="19639"/>
                  <a:pt x="13895" y="20329"/>
                </a:cubicBezTo>
                <a:cubicBezTo>
                  <a:pt x="11367" y="21248"/>
                  <a:pt x="8610" y="21248"/>
                  <a:pt x="5852" y="20099"/>
                </a:cubicBezTo>
                <a:cubicBezTo>
                  <a:pt x="5852" y="20099"/>
                  <a:pt x="5852" y="20099"/>
                  <a:pt x="5852" y="20099"/>
                </a:cubicBezTo>
                <a:cubicBezTo>
                  <a:pt x="3325" y="18720"/>
                  <a:pt x="1486" y="16422"/>
                  <a:pt x="567" y="13895"/>
                </a:cubicBezTo>
                <a:cubicBezTo>
                  <a:pt x="-352" y="11367"/>
                  <a:pt x="-122" y="8610"/>
                  <a:pt x="1027" y="6082"/>
                </a:cubicBezTo>
                <a:cubicBezTo>
                  <a:pt x="1027" y="6082"/>
                  <a:pt x="1027" y="6082"/>
                  <a:pt x="1027" y="6082"/>
                </a:cubicBezTo>
                <a:close/>
                <a:moveTo>
                  <a:pt x="4244" y="5852"/>
                </a:moveTo>
                <a:cubicBezTo>
                  <a:pt x="3784" y="6312"/>
                  <a:pt x="3554" y="6542"/>
                  <a:pt x="3325" y="7001"/>
                </a:cubicBezTo>
                <a:cubicBezTo>
                  <a:pt x="3325" y="7001"/>
                  <a:pt x="3325" y="7001"/>
                  <a:pt x="3325" y="7001"/>
                </a:cubicBezTo>
                <a:cubicBezTo>
                  <a:pt x="3325" y="7231"/>
                  <a:pt x="3095" y="7461"/>
                  <a:pt x="3095" y="7691"/>
                </a:cubicBezTo>
                <a:cubicBezTo>
                  <a:pt x="4474" y="7461"/>
                  <a:pt x="6082" y="7461"/>
                  <a:pt x="7920" y="8150"/>
                </a:cubicBezTo>
                <a:cubicBezTo>
                  <a:pt x="7691" y="8380"/>
                  <a:pt x="7691" y="8610"/>
                  <a:pt x="7461" y="8839"/>
                </a:cubicBezTo>
                <a:cubicBezTo>
                  <a:pt x="7231" y="9299"/>
                  <a:pt x="7001" y="9529"/>
                  <a:pt x="7001" y="9988"/>
                </a:cubicBezTo>
                <a:cubicBezTo>
                  <a:pt x="5622" y="9988"/>
                  <a:pt x="4244" y="10448"/>
                  <a:pt x="2635" y="11827"/>
                </a:cubicBezTo>
                <a:cubicBezTo>
                  <a:pt x="2865" y="12286"/>
                  <a:pt x="2865" y="12746"/>
                  <a:pt x="3095" y="13205"/>
                </a:cubicBezTo>
                <a:cubicBezTo>
                  <a:pt x="3095" y="13205"/>
                  <a:pt x="3095" y="13205"/>
                  <a:pt x="3095" y="13205"/>
                </a:cubicBezTo>
                <a:cubicBezTo>
                  <a:pt x="3325" y="13435"/>
                  <a:pt x="3325" y="13435"/>
                  <a:pt x="3325" y="13435"/>
                </a:cubicBezTo>
                <a:cubicBezTo>
                  <a:pt x="4474" y="12516"/>
                  <a:pt x="5393" y="12057"/>
                  <a:pt x="6312" y="12057"/>
                </a:cubicBezTo>
                <a:cubicBezTo>
                  <a:pt x="5852" y="13665"/>
                  <a:pt x="5622" y="15274"/>
                  <a:pt x="5622" y="16652"/>
                </a:cubicBezTo>
                <a:cubicBezTo>
                  <a:pt x="6082" y="17112"/>
                  <a:pt x="6542" y="17342"/>
                  <a:pt x="7001" y="17571"/>
                </a:cubicBezTo>
                <a:cubicBezTo>
                  <a:pt x="7001" y="17571"/>
                  <a:pt x="7001" y="17571"/>
                  <a:pt x="7001" y="17571"/>
                </a:cubicBezTo>
                <a:cubicBezTo>
                  <a:pt x="7231" y="17571"/>
                  <a:pt x="7231" y="17571"/>
                  <a:pt x="7231" y="17801"/>
                </a:cubicBezTo>
                <a:cubicBezTo>
                  <a:pt x="7461" y="17571"/>
                  <a:pt x="7461" y="17571"/>
                  <a:pt x="7461" y="17571"/>
                </a:cubicBezTo>
                <a:cubicBezTo>
                  <a:pt x="7231" y="16193"/>
                  <a:pt x="7461" y="14354"/>
                  <a:pt x="7920" y="12286"/>
                </a:cubicBezTo>
                <a:cubicBezTo>
                  <a:pt x="9069" y="12976"/>
                  <a:pt x="9759" y="13895"/>
                  <a:pt x="10678" y="15044"/>
                </a:cubicBezTo>
                <a:cubicBezTo>
                  <a:pt x="11597" y="15963"/>
                  <a:pt x="12516" y="17112"/>
                  <a:pt x="13435" y="17801"/>
                </a:cubicBezTo>
                <a:cubicBezTo>
                  <a:pt x="13895" y="17571"/>
                  <a:pt x="14125" y="17571"/>
                  <a:pt x="14584" y="17342"/>
                </a:cubicBezTo>
                <a:cubicBezTo>
                  <a:pt x="14814" y="16652"/>
                  <a:pt x="14814" y="16652"/>
                  <a:pt x="14814" y="16652"/>
                </a:cubicBezTo>
                <a:cubicBezTo>
                  <a:pt x="13895" y="15963"/>
                  <a:pt x="12976" y="15044"/>
                  <a:pt x="12057" y="13895"/>
                </a:cubicBezTo>
                <a:cubicBezTo>
                  <a:pt x="10908" y="12516"/>
                  <a:pt x="9759" y="11367"/>
                  <a:pt x="8610" y="10678"/>
                </a:cubicBezTo>
                <a:cubicBezTo>
                  <a:pt x="8839" y="10218"/>
                  <a:pt x="8839" y="9988"/>
                  <a:pt x="9069" y="9529"/>
                </a:cubicBezTo>
                <a:cubicBezTo>
                  <a:pt x="9299" y="9299"/>
                  <a:pt x="9299" y="8839"/>
                  <a:pt x="9529" y="8610"/>
                </a:cubicBezTo>
                <a:cubicBezTo>
                  <a:pt x="9988" y="8839"/>
                  <a:pt x="10448" y="9069"/>
                  <a:pt x="10908" y="9299"/>
                </a:cubicBezTo>
                <a:cubicBezTo>
                  <a:pt x="13665" y="10448"/>
                  <a:pt x="15963" y="12286"/>
                  <a:pt x="17342" y="14354"/>
                </a:cubicBezTo>
                <a:cubicBezTo>
                  <a:pt x="17342" y="14125"/>
                  <a:pt x="17571" y="14125"/>
                  <a:pt x="17571" y="13895"/>
                </a:cubicBezTo>
                <a:cubicBezTo>
                  <a:pt x="17571" y="13895"/>
                  <a:pt x="17571" y="13895"/>
                  <a:pt x="17571" y="13895"/>
                </a:cubicBezTo>
                <a:cubicBezTo>
                  <a:pt x="17801" y="13435"/>
                  <a:pt x="18031" y="12976"/>
                  <a:pt x="18031" y="12516"/>
                </a:cubicBezTo>
                <a:cubicBezTo>
                  <a:pt x="16652" y="10448"/>
                  <a:pt x="14125" y="8839"/>
                  <a:pt x="11827" y="7691"/>
                </a:cubicBezTo>
                <a:cubicBezTo>
                  <a:pt x="11367" y="7461"/>
                  <a:pt x="10908" y="7231"/>
                  <a:pt x="10448" y="7001"/>
                </a:cubicBezTo>
                <a:cubicBezTo>
                  <a:pt x="10678" y="6771"/>
                  <a:pt x="10908" y="6312"/>
                  <a:pt x="11137" y="6082"/>
                </a:cubicBezTo>
                <a:cubicBezTo>
                  <a:pt x="11597" y="6312"/>
                  <a:pt x="12057" y="6542"/>
                  <a:pt x="12516" y="6542"/>
                </a:cubicBezTo>
                <a:cubicBezTo>
                  <a:pt x="14814" y="7001"/>
                  <a:pt x="16422" y="6082"/>
                  <a:pt x="16652" y="6082"/>
                </a:cubicBezTo>
                <a:cubicBezTo>
                  <a:pt x="15963" y="4933"/>
                  <a:pt x="15963" y="4933"/>
                  <a:pt x="15963" y="4933"/>
                </a:cubicBezTo>
                <a:cubicBezTo>
                  <a:pt x="15963" y="4703"/>
                  <a:pt x="15733" y="4703"/>
                  <a:pt x="15733" y="4703"/>
                </a:cubicBezTo>
                <a:cubicBezTo>
                  <a:pt x="15274" y="4703"/>
                  <a:pt x="14125" y="5163"/>
                  <a:pt x="12976" y="4933"/>
                </a:cubicBezTo>
                <a:cubicBezTo>
                  <a:pt x="12746" y="4933"/>
                  <a:pt x="12516" y="4703"/>
                  <a:pt x="12286" y="4703"/>
                </a:cubicBezTo>
                <a:cubicBezTo>
                  <a:pt x="12746" y="4244"/>
                  <a:pt x="13435" y="3784"/>
                  <a:pt x="13895" y="3325"/>
                </a:cubicBezTo>
                <a:cubicBezTo>
                  <a:pt x="13205" y="3095"/>
                  <a:pt x="12516" y="2865"/>
                  <a:pt x="11827" y="2865"/>
                </a:cubicBezTo>
                <a:cubicBezTo>
                  <a:pt x="11597" y="3095"/>
                  <a:pt x="11137" y="3325"/>
                  <a:pt x="10908" y="3784"/>
                </a:cubicBezTo>
                <a:cubicBezTo>
                  <a:pt x="10448" y="3325"/>
                  <a:pt x="9988" y="3095"/>
                  <a:pt x="9529" y="2635"/>
                </a:cubicBezTo>
                <a:cubicBezTo>
                  <a:pt x="9069" y="2865"/>
                  <a:pt x="8610" y="2865"/>
                  <a:pt x="8150" y="3095"/>
                </a:cubicBezTo>
                <a:cubicBezTo>
                  <a:pt x="7691" y="3325"/>
                  <a:pt x="7691" y="3325"/>
                  <a:pt x="7691" y="3325"/>
                </a:cubicBezTo>
                <a:cubicBezTo>
                  <a:pt x="7691" y="3325"/>
                  <a:pt x="8610" y="4244"/>
                  <a:pt x="9759" y="5163"/>
                </a:cubicBezTo>
                <a:cubicBezTo>
                  <a:pt x="9299" y="5622"/>
                  <a:pt x="9069" y="6082"/>
                  <a:pt x="8839" y="6542"/>
                </a:cubicBezTo>
                <a:cubicBezTo>
                  <a:pt x="7231" y="6082"/>
                  <a:pt x="5622" y="5852"/>
                  <a:pt x="4244" y="585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3" name="Shape 7223"/>
          <p:cNvSpPr/>
          <p:nvPr/>
        </p:nvSpPr>
        <p:spPr>
          <a:xfrm>
            <a:off x="14195407" y="3476731"/>
            <a:ext cx="760514" cy="778027"/>
          </a:xfrm>
          <a:custGeom>
            <a:avLst/>
            <a:gdLst/>
            <a:ahLst/>
            <a:cxnLst>
              <a:cxn ang="0">
                <a:pos x="wd2" y="hd2"/>
              </a:cxn>
              <a:cxn ang="5400000">
                <a:pos x="wd2" y="hd2"/>
              </a:cxn>
              <a:cxn ang="10800000">
                <a:pos x="wd2" y="hd2"/>
              </a:cxn>
              <a:cxn ang="16200000">
                <a:pos x="wd2" y="hd2"/>
              </a:cxn>
            </a:cxnLst>
            <a:rect l="0" t="0" r="r" b="b"/>
            <a:pathLst>
              <a:path w="20113" h="20385" fill="norm" stroke="1" extrusionOk="0">
                <a:moveTo>
                  <a:pt x="4619" y="18"/>
                </a:moveTo>
                <a:cubicBezTo>
                  <a:pt x="474" y="18"/>
                  <a:pt x="-181" y="3042"/>
                  <a:pt x="37" y="6714"/>
                </a:cubicBezTo>
                <a:cubicBezTo>
                  <a:pt x="255" y="12978"/>
                  <a:pt x="4183" y="21186"/>
                  <a:pt x="11383" y="20322"/>
                </a:cubicBezTo>
                <a:cubicBezTo>
                  <a:pt x="21419" y="19242"/>
                  <a:pt x="21201" y="4770"/>
                  <a:pt x="18583" y="3906"/>
                </a:cubicBezTo>
                <a:cubicBezTo>
                  <a:pt x="16401" y="3042"/>
                  <a:pt x="15746" y="4338"/>
                  <a:pt x="13783" y="4986"/>
                </a:cubicBezTo>
                <a:cubicBezTo>
                  <a:pt x="8983" y="6930"/>
                  <a:pt x="10946" y="-414"/>
                  <a:pt x="4619" y="18"/>
                </a:cubicBezTo>
                <a:close/>
                <a:moveTo>
                  <a:pt x="15746" y="7578"/>
                </a:moveTo>
                <a:cubicBezTo>
                  <a:pt x="16401" y="7794"/>
                  <a:pt x="17055" y="8874"/>
                  <a:pt x="16837" y="10170"/>
                </a:cubicBezTo>
                <a:cubicBezTo>
                  <a:pt x="16619" y="11682"/>
                  <a:pt x="15964" y="12546"/>
                  <a:pt x="15092" y="12546"/>
                </a:cubicBezTo>
                <a:cubicBezTo>
                  <a:pt x="14219" y="12330"/>
                  <a:pt x="13783" y="11250"/>
                  <a:pt x="13783" y="9954"/>
                </a:cubicBezTo>
                <a:cubicBezTo>
                  <a:pt x="14001" y="8658"/>
                  <a:pt x="14874" y="7578"/>
                  <a:pt x="15746" y="7578"/>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4" name="Shape 7224"/>
          <p:cNvSpPr/>
          <p:nvPr/>
        </p:nvSpPr>
        <p:spPr>
          <a:xfrm>
            <a:off x="11223659" y="3444115"/>
            <a:ext cx="575105" cy="871747"/>
          </a:xfrm>
          <a:custGeom>
            <a:avLst/>
            <a:gdLst/>
            <a:ahLst/>
            <a:cxnLst>
              <a:cxn ang="0">
                <a:pos x="wd2" y="hd2"/>
              </a:cxn>
              <a:cxn ang="5400000">
                <a:pos x="wd2" y="hd2"/>
              </a:cxn>
              <a:cxn ang="10800000">
                <a:pos x="wd2" y="hd2"/>
              </a:cxn>
              <a:cxn ang="16200000">
                <a:pos x="wd2" y="hd2"/>
              </a:cxn>
            </a:cxnLst>
            <a:rect l="0" t="0" r="r" b="b"/>
            <a:pathLst>
              <a:path w="20731" h="21451" fill="norm" stroke="1" extrusionOk="0">
                <a:moveTo>
                  <a:pt x="4300" y="15395"/>
                </a:moveTo>
                <a:cubicBezTo>
                  <a:pt x="16432" y="15395"/>
                  <a:pt x="16432" y="15395"/>
                  <a:pt x="16432" y="15395"/>
                </a:cubicBezTo>
                <a:cubicBezTo>
                  <a:pt x="14952" y="20240"/>
                  <a:pt x="14952" y="20240"/>
                  <a:pt x="14952" y="20240"/>
                </a:cubicBezTo>
                <a:cubicBezTo>
                  <a:pt x="12881" y="20240"/>
                  <a:pt x="12881" y="20240"/>
                  <a:pt x="12881" y="20240"/>
                </a:cubicBezTo>
                <a:cubicBezTo>
                  <a:pt x="12585" y="20845"/>
                  <a:pt x="11698" y="21451"/>
                  <a:pt x="10514" y="21451"/>
                </a:cubicBezTo>
                <a:cubicBezTo>
                  <a:pt x="9330" y="21451"/>
                  <a:pt x="8443" y="20845"/>
                  <a:pt x="8147" y="20240"/>
                </a:cubicBezTo>
                <a:cubicBezTo>
                  <a:pt x="5780" y="20240"/>
                  <a:pt x="5780" y="20240"/>
                  <a:pt x="5780" y="20240"/>
                </a:cubicBezTo>
                <a:cubicBezTo>
                  <a:pt x="4300" y="15395"/>
                  <a:pt x="4300" y="15395"/>
                  <a:pt x="4300" y="15395"/>
                </a:cubicBezTo>
                <a:close/>
                <a:moveTo>
                  <a:pt x="14656" y="5705"/>
                </a:moveTo>
                <a:cubicBezTo>
                  <a:pt x="14952" y="6916"/>
                  <a:pt x="14952" y="6916"/>
                  <a:pt x="14952" y="6916"/>
                </a:cubicBezTo>
                <a:cubicBezTo>
                  <a:pt x="14656" y="7320"/>
                  <a:pt x="14656" y="7320"/>
                  <a:pt x="14656" y="7320"/>
                </a:cubicBezTo>
                <a:cubicBezTo>
                  <a:pt x="15248" y="7522"/>
                  <a:pt x="15248" y="7522"/>
                  <a:pt x="15248" y="7522"/>
                </a:cubicBezTo>
                <a:cubicBezTo>
                  <a:pt x="14952" y="8330"/>
                  <a:pt x="14952" y="8330"/>
                  <a:pt x="14952" y="8330"/>
                </a:cubicBezTo>
                <a:cubicBezTo>
                  <a:pt x="14361" y="8330"/>
                  <a:pt x="14361" y="8330"/>
                  <a:pt x="14361" y="8330"/>
                </a:cubicBezTo>
                <a:cubicBezTo>
                  <a:pt x="14952" y="8733"/>
                  <a:pt x="14952" y="8733"/>
                  <a:pt x="14952" y="8733"/>
                </a:cubicBezTo>
                <a:cubicBezTo>
                  <a:pt x="14656" y="9339"/>
                  <a:pt x="14656" y="9339"/>
                  <a:pt x="14656" y="9339"/>
                </a:cubicBezTo>
                <a:cubicBezTo>
                  <a:pt x="14361" y="9541"/>
                  <a:pt x="14361" y="9541"/>
                  <a:pt x="14361" y="9541"/>
                </a:cubicBezTo>
                <a:cubicBezTo>
                  <a:pt x="14656" y="9743"/>
                  <a:pt x="14656" y="9743"/>
                  <a:pt x="14656" y="9743"/>
                </a:cubicBezTo>
                <a:cubicBezTo>
                  <a:pt x="14361" y="10550"/>
                  <a:pt x="14361" y="10550"/>
                  <a:pt x="14361" y="10550"/>
                </a:cubicBezTo>
                <a:cubicBezTo>
                  <a:pt x="13473" y="10752"/>
                  <a:pt x="13473" y="10752"/>
                  <a:pt x="13473" y="10752"/>
                </a:cubicBezTo>
                <a:cubicBezTo>
                  <a:pt x="8147" y="9743"/>
                  <a:pt x="8147" y="9743"/>
                  <a:pt x="8147" y="9743"/>
                </a:cubicBezTo>
                <a:cubicBezTo>
                  <a:pt x="5780" y="9743"/>
                  <a:pt x="5780" y="9743"/>
                  <a:pt x="5780" y="9743"/>
                </a:cubicBezTo>
                <a:cubicBezTo>
                  <a:pt x="5780" y="6311"/>
                  <a:pt x="5780" y="6311"/>
                  <a:pt x="5780" y="6311"/>
                </a:cubicBezTo>
                <a:cubicBezTo>
                  <a:pt x="7851" y="6109"/>
                  <a:pt x="7851" y="6109"/>
                  <a:pt x="7851" y="6109"/>
                </a:cubicBezTo>
                <a:cubicBezTo>
                  <a:pt x="11993" y="3081"/>
                  <a:pt x="11993" y="3081"/>
                  <a:pt x="11993" y="3081"/>
                </a:cubicBezTo>
                <a:cubicBezTo>
                  <a:pt x="14361" y="4090"/>
                  <a:pt x="12289" y="5301"/>
                  <a:pt x="10810" y="5907"/>
                </a:cubicBezTo>
                <a:cubicBezTo>
                  <a:pt x="14656" y="5705"/>
                  <a:pt x="14656" y="5705"/>
                  <a:pt x="14656" y="5705"/>
                </a:cubicBezTo>
                <a:close/>
                <a:moveTo>
                  <a:pt x="4004" y="14184"/>
                </a:moveTo>
                <a:cubicBezTo>
                  <a:pt x="6963" y="14184"/>
                  <a:pt x="6963" y="14184"/>
                  <a:pt x="6963" y="14184"/>
                </a:cubicBezTo>
                <a:cubicBezTo>
                  <a:pt x="6667" y="12367"/>
                  <a:pt x="5484" y="10954"/>
                  <a:pt x="4596" y="9541"/>
                </a:cubicBezTo>
                <a:cubicBezTo>
                  <a:pt x="3413" y="8128"/>
                  <a:pt x="2525" y="6715"/>
                  <a:pt x="2821" y="5705"/>
                </a:cubicBezTo>
                <a:cubicBezTo>
                  <a:pt x="3413" y="4090"/>
                  <a:pt x="4596" y="3081"/>
                  <a:pt x="6371" y="2475"/>
                </a:cubicBezTo>
                <a:cubicBezTo>
                  <a:pt x="7555" y="2072"/>
                  <a:pt x="9034" y="1870"/>
                  <a:pt x="10514" y="2072"/>
                </a:cubicBezTo>
                <a:cubicBezTo>
                  <a:pt x="11993" y="2072"/>
                  <a:pt x="13177" y="2273"/>
                  <a:pt x="14361" y="2677"/>
                </a:cubicBezTo>
                <a:cubicBezTo>
                  <a:pt x="16136" y="3283"/>
                  <a:pt x="17319" y="4292"/>
                  <a:pt x="17911" y="5705"/>
                </a:cubicBezTo>
                <a:cubicBezTo>
                  <a:pt x="18207" y="6715"/>
                  <a:pt x="17024" y="8128"/>
                  <a:pt x="16136" y="9541"/>
                </a:cubicBezTo>
                <a:cubicBezTo>
                  <a:pt x="15248" y="10954"/>
                  <a:pt x="14065" y="12367"/>
                  <a:pt x="13769" y="14184"/>
                </a:cubicBezTo>
                <a:cubicBezTo>
                  <a:pt x="16728" y="14184"/>
                  <a:pt x="16728" y="14184"/>
                  <a:pt x="16728" y="14184"/>
                </a:cubicBezTo>
                <a:cubicBezTo>
                  <a:pt x="17024" y="12771"/>
                  <a:pt x="17911" y="11559"/>
                  <a:pt x="18799" y="10348"/>
                </a:cubicBezTo>
                <a:cubicBezTo>
                  <a:pt x="19982" y="8733"/>
                  <a:pt x="21166" y="7118"/>
                  <a:pt x="20574" y="5301"/>
                </a:cubicBezTo>
                <a:cubicBezTo>
                  <a:pt x="20278" y="3283"/>
                  <a:pt x="18207" y="1668"/>
                  <a:pt x="15840" y="860"/>
                </a:cubicBezTo>
                <a:cubicBezTo>
                  <a:pt x="14065" y="255"/>
                  <a:pt x="12289" y="53"/>
                  <a:pt x="10514" y="53"/>
                </a:cubicBezTo>
                <a:cubicBezTo>
                  <a:pt x="8739" y="-149"/>
                  <a:pt x="6667" y="255"/>
                  <a:pt x="5188" y="860"/>
                </a:cubicBezTo>
                <a:cubicBezTo>
                  <a:pt x="2525" y="1668"/>
                  <a:pt x="750" y="3081"/>
                  <a:pt x="158" y="5301"/>
                </a:cubicBezTo>
                <a:cubicBezTo>
                  <a:pt x="-434" y="7118"/>
                  <a:pt x="750" y="8733"/>
                  <a:pt x="1933" y="10550"/>
                </a:cubicBezTo>
                <a:cubicBezTo>
                  <a:pt x="2821" y="11559"/>
                  <a:pt x="3413" y="12771"/>
                  <a:pt x="4004" y="14184"/>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5" name="Shape 7225"/>
          <p:cNvSpPr/>
          <p:nvPr/>
        </p:nvSpPr>
        <p:spPr>
          <a:xfrm>
            <a:off x="7929340" y="3716656"/>
            <a:ext cx="977049" cy="4541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134" y="0"/>
                </a:moveTo>
                <a:lnTo>
                  <a:pt x="12741" y="0"/>
                </a:lnTo>
                <a:lnTo>
                  <a:pt x="14344" y="3993"/>
                </a:lnTo>
                <a:lnTo>
                  <a:pt x="18141" y="3993"/>
                </a:lnTo>
                <a:lnTo>
                  <a:pt x="21600" y="12161"/>
                </a:lnTo>
                <a:lnTo>
                  <a:pt x="20503" y="12161"/>
                </a:lnTo>
                <a:lnTo>
                  <a:pt x="20503" y="21600"/>
                </a:lnTo>
                <a:lnTo>
                  <a:pt x="844" y="21600"/>
                </a:lnTo>
                <a:lnTo>
                  <a:pt x="844" y="12161"/>
                </a:lnTo>
                <a:lnTo>
                  <a:pt x="506" y="12161"/>
                </a:lnTo>
                <a:lnTo>
                  <a:pt x="0" y="9802"/>
                </a:lnTo>
                <a:lnTo>
                  <a:pt x="4134" y="363"/>
                </a:lnTo>
                <a:lnTo>
                  <a:pt x="4134" y="0"/>
                </a:lnTo>
                <a:close/>
                <a:moveTo>
                  <a:pt x="17212" y="12161"/>
                </a:moveTo>
                <a:lnTo>
                  <a:pt x="17212" y="16155"/>
                </a:lnTo>
                <a:lnTo>
                  <a:pt x="15778" y="16155"/>
                </a:lnTo>
                <a:lnTo>
                  <a:pt x="15778" y="12161"/>
                </a:lnTo>
                <a:lnTo>
                  <a:pt x="14344" y="12161"/>
                </a:lnTo>
                <a:lnTo>
                  <a:pt x="13416" y="9802"/>
                </a:lnTo>
                <a:lnTo>
                  <a:pt x="8184" y="9802"/>
                </a:lnTo>
                <a:lnTo>
                  <a:pt x="5063" y="2360"/>
                </a:lnTo>
                <a:lnTo>
                  <a:pt x="1941" y="9439"/>
                </a:lnTo>
                <a:lnTo>
                  <a:pt x="2194" y="9439"/>
                </a:lnTo>
                <a:lnTo>
                  <a:pt x="2194" y="18333"/>
                </a:lnTo>
                <a:lnTo>
                  <a:pt x="8522" y="18333"/>
                </a:lnTo>
                <a:lnTo>
                  <a:pt x="8522" y="11435"/>
                </a:lnTo>
                <a:lnTo>
                  <a:pt x="10378" y="11435"/>
                </a:lnTo>
                <a:lnTo>
                  <a:pt x="10378" y="18333"/>
                </a:lnTo>
                <a:lnTo>
                  <a:pt x="19238" y="18333"/>
                </a:lnTo>
                <a:lnTo>
                  <a:pt x="19069" y="12161"/>
                </a:lnTo>
                <a:lnTo>
                  <a:pt x="17212" y="12161"/>
                </a:lnTo>
                <a:close/>
                <a:moveTo>
                  <a:pt x="11813" y="11798"/>
                </a:moveTo>
                <a:lnTo>
                  <a:pt x="11813" y="16155"/>
                </a:lnTo>
                <a:lnTo>
                  <a:pt x="13247" y="16155"/>
                </a:lnTo>
                <a:lnTo>
                  <a:pt x="13247" y="11798"/>
                </a:lnTo>
                <a:lnTo>
                  <a:pt x="11813" y="11798"/>
                </a:lnTo>
                <a:close/>
                <a:moveTo>
                  <a:pt x="4134" y="11798"/>
                </a:moveTo>
                <a:lnTo>
                  <a:pt x="4134" y="16155"/>
                </a:lnTo>
                <a:lnTo>
                  <a:pt x="5569" y="16155"/>
                </a:lnTo>
                <a:lnTo>
                  <a:pt x="5569" y="11798"/>
                </a:lnTo>
                <a:lnTo>
                  <a:pt x="4134" y="11798"/>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6" name="Shape 7226"/>
          <p:cNvSpPr/>
          <p:nvPr/>
        </p:nvSpPr>
        <p:spPr>
          <a:xfrm>
            <a:off x="20302731" y="3411328"/>
            <a:ext cx="672834" cy="923617"/>
          </a:xfrm>
          <a:custGeom>
            <a:avLst/>
            <a:gdLst/>
            <a:ahLst/>
            <a:cxnLst>
              <a:cxn ang="0">
                <a:pos x="wd2" y="hd2"/>
              </a:cxn>
              <a:cxn ang="5400000">
                <a:pos x="wd2" y="hd2"/>
              </a:cxn>
              <a:cxn ang="10800000">
                <a:pos x="wd2" y="hd2"/>
              </a:cxn>
              <a:cxn ang="16200000">
                <a:pos x="wd2" y="hd2"/>
              </a:cxn>
            </a:cxnLst>
            <a:rect l="0" t="0" r="r" b="b"/>
            <a:pathLst>
              <a:path w="21273" h="21600" fill="norm" stroke="1" extrusionOk="0">
                <a:moveTo>
                  <a:pt x="8328" y="2893"/>
                </a:moveTo>
                <a:cubicBezTo>
                  <a:pt x="6246" y="3857"/>
                  <a:pt x="4684" y="5207"/>
                  <a:pt x="3904" y="6750"/>
                </a:cubicBezTo>
                <a:cubicBezTo>
                  <a:pt x="3383" y="8486"/>
                  <a:pt x="3383" y="10221"/>
                  <a:pt x="4684" y="11764"/>
                </a:cubicBezTo>
                <a:cubicBezTo>
                  <a:pt x="5725" y="13307"/>
                  <a:pt x="7547" y="14464"/>
                  <a:pt x="9889" y="15043"/>
                </a:cubicBezTo>
                <a:cubicBezTo>
                  <a:pt x="11971" y="15429"/>
                  <a:pt x="14313" y="15429"/>
                  <a:pt x="16395" y="14464"/>
                </a:cubicBezTo>
                <a:cubicBezTo>
                  <a:pt x="18737" y="13693"/>
                  <a:pt x="20039" y="12343"/>
                  <a:pt x="20819" y="10607"/>
                </a:cubicBezTo>
                <a:cubicBezTo>
                  <a:pt x="21600" y="9064"/>
                  <a:pt x="21340" y="7329"/>
                  <a:pt x="20299" y="5786"/>
                </a:cubicBezTo>
                <a:cubicBezTo>
                  <a:pt x="18998" y="4050"/>
                  <a:pt x="17176" y="3086"/>
                  <a:pt x="15094" y="2507"/>
                </a:cubicBezTo>
                <a:cubicBezTo>
                  <a:pt x="13012" y="1929"/>
                  <a:pt x="10410" y="2121"/>
                  <a:pt x="8328" y="2893"/>
                </a:cubicBezTo>
                <a:close/>
                <a:moveTo>
                  <a:pt x="8848" y="13114"/>
                </a:moveTo>
                <a:cubicBezTo>
                  <a:pt x="9369" y="13114"/>
                  <a:pt x="10149" y="12921"/>
                  <a:pt x="10670" y="12921"/>
                </a:cubicBezTo>
                <a:cubicBezTo>
                  <a:pt x="11190" y="13307"/>
                  <a:pt x="11711" y="13500"/>
                  <a:pt x="11971" y="13886"/>
                </a:cubicBezTo>
                <a:cubicBezTo>
                  <a:pt x="11451" y="13693"/>
                  <a:pt x="10930" y="13693"/>
                  <a:pt x="10410" y="13500"/>
                </a:cubicBezTo>
                <a:cubicBezTo>
                  <a:pt x="9889" y="13500"/>
                  <a:pt x="9369" y="13307"/>
                  <a:pt x="8848" y="13114"/>
                </a:cubicBezTo>
                <a:close/>
                <a:moveTo>
                  <a:pt x="12752" y="12343"/>
                </a:moveTo>
                <a:cubicBezTo>
                  <a:pt x="13272" y="12150"/>
                  <a:pt x="14053" y="11957"/>
                  <a:pt x="14573" y="11764"/>
                </a:cubicBezTo>
                <a:cubicBezTo>
                  <a:pt x="15094" y="11571"/>
                  <a:pt x="15614" y="11379"/>
                  <a:pt x="16135" y="10993"/>
                </a:cubicBezTo>
                <a:cubicBezTo>
                  <a:pt x="16135" y="11186"/>
                  <a:pt x="16135" y="11379"/>
                  <a:pt x="16135" y="11571"/>
                </a:cubicBezTo>
                <a:cubicBezTo>
                  <a:pt x="16395" y="12343"/>
                  <a:pt x="16135" y="13114"/>
                  <a:pt x="15614" y="13307"/>
                </a:cubicBezTo>
                <a:cubicBezTo>
                  <a:pt x="15094" y="13500"/>
                  <a:pt x="14313" y="13114"/>
                  <a:pt x="13272" y="12729"/>
                </a:cubicBezTo>
                <a:cubicBezTo>
                  <a:pt x="13272" y="12536"/>
                  <a:pt x="13012" y="12536"/>
                  <a:pt x="12752" y="12343"/>
                </a:cubicBezTo>
                <a:close/>
                <a:moveTo>
                  <a:pt x="17957" y="10029"/>
                </a:moveTo>
                <a:cubicBezTo>
                  <a:pt x="18477" y="9643"/>
                  <a:pt x="18998" y="9450"/>
                  <a:pt x="19258" y="9064"/>
                </a:cubicBezTo>
                <a:cubicBezTo>
                  <a:pt x="19258" y="9450"/>
                  <a:pt x="18998" y="9836"/>
                  <a:pt x="18998" y="10221"/>
                </a:cubicBezTo>
                <a:cubicBezTo>
                  <a:pt x="18737" y="10607"/>
                  <a:pt x="18477" y="10993"/>
                  <a:pt x="18217" y="11379"/>
                </a:cubicBezTo>
                <a:cubicBezTo>
                  <a:pt x="18217" y="10993"/>
                  <a:pt x="18217" y="10607"/>
                  <a:pt x="17957" y="10029"/>
                </a:cubicBezTo>
                <a:close/>
                <a:moveTo>
                  <a:pt x="15875" y="4436"/>
                </a:moveTo>
                <a:cubicBezTo>
                  <a:pt x="15354" y="4436"/>
                  <a:pt x="14834" y="4436"/>
                  <a:pt x="14053" y="4629"/>
                </a:cubicBezTo>
                <a:cubicBezTo>
                  <a:pt x="13793" y="4243"/>
                  <a:pt x="13272" y="3857"/>
                  <a:pt x="12752" y="3664"/>
                </a:cubicBezTo>
                <a:cubicBezTo>
                  <a:pt x="13272" y="3664"/>
                  <a:pt x="13793" y="3857"/>
                  <a:pt x="14573" y="3857"/>
                </a:cubicBezTo>
                <a:cubicBezTo>
                  <a:pt x="15094" y="4050"/>
                  <a:pt x="15614" y="4243"/>
                  <a:pt x="15875" y="4436"/>
                </a:cubicBezTo>
                <a:close/>
                <a:moveTo>
                  <a:pt x="11971" y="5207"/>
                </a:moveTo>
                <a:cubicBezTo>
                  <a:pt x="11451" y="5207"/>
                  <a:pt x="10930" y="5400"/>
                  <a:pt x="10149" y="5786"/>
                </a:cubicBezTo>
                <a:cubicBezTo>
                  <a:pt x="9629" y="5979"/>
                  <a:pt x="9108" y="6171"/>
                  <a:pt x="8588" y="6364"/>
                </a:cubicBezTo>
                <a:cubicBezTo>
                  <a:pt x="8588" y="6364"/>
                  <a:pt x="8588" y="6171"/>
                  <a:pt x="8588" y="5979"/>
                </a:cubicBezTo>
                <a:cubicBezTo>
                  <a:pt x="8588" y="5014"/>
                  <a:pt x="8848" y="4436"/>
                  <a:pt x="9108" y="4243"/>
                </a:cubicBezTo>
                <a:cubicBezTo>
                  <a:pt x="9629" y="4050"/>
                  <a:pt x="10670" y="4243"/>
                  <a:pt x="11451" y="4821"/>
                </a:cubicBezTo>
                <a:cubicBezTo>
                  <a:pt x="11711" y="4821"/>
                  <a:pt x="11971" y="5014"/>
                  <a:pt x="11971" y="5207"/>
                </a:cubicBezTo>
                <a:close/>
                <a:moveTo>
                  <a:pt x="6766" y="7521"/>
                </a:moveTo>
                <a:cubicBezTo>
                  <a:pt x="6246" y="7714"/>
                  <a:pt x="5986" y="8100"/>
                  <a:pt x="5465" y="8486"/>
                </a:cubicBezTo>
                <a:cubicBezTo>
                  <a:pt x="5725" y="8100"/>
                  <a:pt x="5725" y="7714"/>
                  <a:pt x="5986" y="7329"/>
                </a:cubicBezTo>
                <a:cubicBezTo>
                  <a:pt x="5986" y="6750"/>
                  <a:pt x="6246" y="6364"/>
                  <a:pt x="6506" y="6171"/>
                </a:cubicBezTo>
                <a:cubicBezTo>
                  <a:pt x="6506" y="6557"/>
                  <a:pt x="6766" y="6943"/>
                  <a:pt x="6766" y="7521"/>
                </a:cubicBezTo>
                <a:close/>
                <a:moveTo>
                  <a:pt x="8588" y="11571"/>
                </a:moveTo>
                <a:cubicBezTo>
                  <a:pt x="7547" y="11571"/>
                  <a:pt x="6506" y="11571"/>
                  <a:pt x="6246" y="11186"/>
                </a:cubicBezTo>
                <a:cubicBezTo>
                  <a:pt x="5986" y="10800"/>
                  <a:pt x="6506" y="10029"/>
                  <a:pt x="7027" y="9450"/>
                </a:cubicBezTo>
                <a:cubicBezTo>
                  <a:pt x="7287" y="9257"/>
                  <a:pt x="7287" y="9257"/>
                  <a:pt x="7547" y="9064"/>
                </a:cubicBezTo>
                <a:cubicBezTo>
                  <a:pt x="7807" y="9450"/>
                  <a:pt x="8067" y="9836"/>
                  <a:pt x="8328" y="10414"/>
                </a:cubicBezTo>
                <a:cubicBezTo>
                  <a:pt x="8588" y="10800"/>
                  <a:pt x="8848" y="11186"/>
                  <a:pt x="9369" y="11571"/>
                </a:cubicBezTo>
                <a:cubicBezTo>
                  <a:pt x="9108" y="11571"/>
                  <a:pt x="8848" y="11571"/>
                  <a:pt x="8588" y="11571"/>
                </a:cubicBezTo>
                <a:close/>
                <a:moveTo>
                  <a:pt x="9108" y="7907"/>
                </a:moveTo>
                <a:cubicBezTo>
                  <a:pt x="9629" y="7714"/>
                  <a:pt x="10410" y="7329"/>
                  <a:pt x="11190" y="6943"/>
                </a:cubicBezTo>
                <a:cubicBezTo>
                  <a:pt x="11971" y="6750"/>
                  <a:pt x="12752" y="6557"/>
                  <a:pt x="13533" y="6364"/>
                </a:cubicBezTo>
                <a:cubicBezTo>
                  <a:pt x="13793" y="6750"/>
                  <a:pt x="14313" y="7329"/>
                  <a:pt x="14834" y="7907"/>
                </a:cubicBezTo>
                <a:cubicBezTo>
                  <a:pt x="15094" y="8486"/>
                  <a:pt x="15354" y="8871"/>
                  <a:pt x="15614" y="9450"/>
                </a:cubicBezTo>
                <a:cubicBezTo>
                  <a:pt x="15094" y="9836"/>
                  <a:pt x="14313" y="10221"/>
                  <a:pt x="13533" y="10414"/>
                </a:cubicBezTo>
                <a:cubicBezTo>
                  <a:pt x="12752" y="10800"/>
                  <a:pt x="12231" y="10993"/>
                  <a:pt x="11451" y="11186"/>
                </a:cubicBezTo>
                <a:cubicBezTo>
                  <a:pt x="10930" y="10800"/>
                  <a:pt x="10410" y="10221"/>
                  <a:pt x="10149" y="9643"/>
                </a:cubicBezTo>
                <a:cubicBezTo>
                  <a:pt x="9629" y="9064"/>
                  <a:pt x="9369" y="8486"/>
                  <a:pt x="9108" y="7907"/>
                </a:cubicBezTo>
                <a:close/>
                <a:moveTo>
                  <a:pt x="15614" y="5979"/>
                </a:moveTo>
                <a:cubicBezTo>
                  <a:pt x="15614" y="5979"/>
                  <a:pt x="15875" y="5979"/>
                  <a:pt x="16135" y="5979"/>
                </a:cubicBezTo>
                <a:cubicBezTo>
                  <a:pt x="17436" y="5786"/>
                  <a:pt x="18217" y="5979"/>
                  <a:pt x="18477" y="6364"/>
                </a:cubicBezTo>
                <a:cubicBezTo>
                  <a:pt x="18737" y="6750"/>
                  <a:pt x="18477" y="7329"/>
                  <a:pt x="17696" y="8100"/>
                </a:cubicBezTo>
                <a:cubicBezTo>
                  <a:pt x="17696" y="8293"/>
                  <a:pt x="17436" y="8293"/>
                  <a:pt x="17176" y="8486"/>
                </a:cubicBezTo>
                <a:cubicBezTo>
                  <a:pt x="17176" y="8100"/>
                  <a:pt x="16916" y="7521"/>
                  <a:pt x="16395" y="7136"/>
                </a:cubicBezTo>
                <a:cubicBezTo>
                  <a:pt x="16135" y="6750"/>
                  <a:pt x="15875" y="6364"/>
                  <a:pt x="15614" y="5979"/>
                </a:cubicBezTo>
                <a:close/>
                <a:moveTo>
                  <a:pt x="18477" y="20057"/>
                </a:moveTo>
                <a:cubicBezTo>
                  <a:pt x="18477" y="21600"/>
                  <a:pt x="18477" y="21600"/>
                  <a:pt x="18477" y="21600"/>
                </a:cubicBezTo>
                <a:cubicBezTo>
                  <a:pt x="7807" y="21600"/>
                  <a:pt x="7807" y="21600"/>
                  <a:pt x="7807" y="21600"/>
                </a:cubicBezTo>
                <a:cubicBezTo>
                  <a:pt x="7807" y="20057"/>
                  <a:pt x="7807" y="20057"/>
                  <a:pt x="7807" y="20057"/>
                </a:cubicBezTo>
                <a:cubicBezTo>
                  <a:pt x="11451" y="20057"/>
                  <a:pt x="11451" y="20057"/>
                  <a:pt x="11451" y="20057"/>
                </a:cubicBezTo>
                <a:cubicBezTo>
                  <a:pt x="11451" y="17936"/>
                  <a:pt x="11451" y="17936"/>
                  <a:pt x="11451" y="17936"/>
                </a:cubicBezTo>
                <a:cubicBezTo>
                  <a:pt x="8328" y="17743"/>
                  <a:pt x="5725" y="16779"/>
                  <a:pt x="3643" y="15236"/>
                </a:cubicBezTo>
                <a:cubicBezTo>
                  <a:pt x="1301" y="13693"/>
                  <a:pt x="0" y="11379"/>
                  <a:pt x="0" y="8679"/>
                </a:cubicBezTo>
                <a:cubicBezTo>
                  <a:pt x="0" y="6171"/>
                  <a:pt x="1301" y="3857"/>
                  <a:pt x="3643" y="2314"/>
                </a:cubicBezTo>
                <a:cubicBezTo>
                  <a:pt x="4945" y="1350"/>
                  <a:pt x="6506" y="579"/>
                  <a:pt x="8328" y="0"/>
                </a:cubicBezTo>
                <a:cubicBezTo>
                  <a:pt x="9629" y="1736"/>
                  <a:pt x="9629" y="1736"/>
                  <a:pt x="9629" y="1736"/>
                </a:cubicBezTo>
                <a:cubicBezTo>
                  <a:pt x="8067" y="2121"/>
                  <a:pt x="6506" y="2700"/>
                  <a:pt x="5465" y="3471"/>
                </a:cubicBezTo>
                <a:cubicBezTo>
                  <a:pt x="3643" y="4821"/>
                  <a:pt x="2342" y="6750"/>
                  <a:pt x="2342" y="8679"/>
                </a:cubicBezTo>
                <a:cubicBezTo>
                  <a:pt x="2342" y="10800"/>
                  <a:pt x="3643" y="12536"/>
                  <a:pt x="5465" y="13886"/>
                </a:cubicBezTo>
                <a:cubicBezTo>
                  <a:pt x="7027" y="15236"/>
                  <a:pt x="9629" y="16200"/>
                  <a:pt x="12492" y="16200"/>
                </a:cubicBezTo>
                <a:cubicBezTo>
                  <a:pt x="14834" y="16200"/>
                  <a:pt x="16916" y="15429"/>
                  <a:pt x="18737" y="14464"/>
                </a:cubicBezTo>
                <a:cubicBezTo>
                  <a:pt x="19778" y="16007"/>
                  <a:pt x="19778" y="16007"/>
                  <a:pt x="19778" y="16007"/>
                </a:cubicBezTo>
                <a:cubicBezTo>
                  <a:pt x="18217" y="16971"/>
                  <a:pt x="16395" y="17550"/>
                  <a:pt x="14573" y="17743"/>
                </a:cubicBezTo>
                <a:cubicBezTo>
                  <a:pt x="14573" y="20057"/>
                  <a:pt x="14573" y="20057"/>
                  <a:pt x="14573" y="20057"/>
                </a:cubicBezTo>
                <a:lnTo>
                  <a:pt x="18477" y="20057"/>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7" name="Shape 7227"/>
          <p:cNvSpPr/>
          <p:nvPr/>
        </p:nvSpPr>
        <p:spPr>
          <a:xfrm>
            <a:off x="12707714" y="2064071"/>
            <a:ext cx="725153" cy="6564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956" y="0"/>
                </a:moveTo>
                <a:lnTo>
                  <a:pt x="17735" y="0"/>
                </a:lnTo>
                <a:lnTo>
                  <a:pt x="17735" y="4270"/>
                </a:lnTo>
                <a:lnTo>
                  <a:pt x="15916" y="6153"/>
                </a:lnTo>
                <a:lnTo>
                  <a:pt x="15916" y="1633"/>
                </a:lnTo>
                <a:lnTo>
                  <a:pt x="3752" y="1633"/>
                </a:lnTo>
                <a:lnTo>
                  <a:pt x="3752" y="3014"/>
                </a:lnTo>
                <a:lnTo>
                  <a:pt x="4661" y="2637"/>
                </a:lnTo>
                <a:lnTo>
                  <a:pt x="5457" y="2135"/>
                </a:lnTo>
                <a:lnTo>
                  <a:pt x="6139" y="4019"/>
                </a:lnTo>
                <a:lnTo>
                  <a:pt x="5229" y="4270"/>
                </a:lnTo>
                <a:lnTo>
                  <a:pt x="3752" y="5149"/>
                </a:lnTo>
                <a:lnTo>
                  <a:pt x="3752" y="5902"/>
                </a:lnTo>
                <a:lnTo>
                  <a:pt x="4661" y="5651"/>
                </a:lnTo>
                <a:lnTo>
                  <a:pt x="5457" y="5149"/>
                </a:lnTo>
                <a:lnTo>
                  <a:pt x="6139" y="7033"/>
                </a:lnTo>
                <a:lnTo>
                  <a:pt x="5229" y="7284"/>
                </a:lnTo>
                <a:lnTo>
                  <a:pt x="3752" y="8163"/>
                </a:lnTo>
                <a:lnTo>
                  <a:pt x="3752" y="9167"/>
                </a:lnTo>
                <a:lnTo>
                  <a:pt x="4661" y="8916"/>
                </a:lnTo>
                <a:lnTo>
                  <a:pt x="5457" y="8414"/>
                </a:lnTo>
                <a:lnTo>
                  <a:pt x="6139" y="10298"/>
                </a:lnTo>
                <a:lnTo>
                  <a:pt x="5229" y="10549"/>
                </a:lnTo>
                <a:lnTo>
                  <a:pt x="3752" y="11302"/>
                </a:lnTo>
                <a:lnTo>
                  <a:pt x="3752" y="12181"/>
                </a:lnTo>
                <a:lnTo>
                  <a:pt x="4661" y="11930"/>
                </a:lnTo>
                <a:lnTo>
                  <a:pt x="5457" y="11302"/>
                </a:lnTo>
                <a:lnTo>
                  <a:pt x="6139" y="13186"/>
                </a:lnTo>
                <a:lnTo>
                  <a:pt x="5229" y="13563"/>
                </a:lnTo>
                <a:lnTo>
                  <a:pt x="3752" y="14316"/>
                </a:lnTo>
                <a:lnTo>
                  <a:pt x="3752" y="15447"/>
                </a:lnTo>
                <a:lnTo>
                  <a:pt x="4661" y="15195"/>
                </a:lnTo>
                <a:lnTo>
                  <a:pt x="5457" y="14819"/>
                </a:lnTo>
                <a:lnTo>
                  <a:pt x="6139" y="16451"/>
                </a:lnTo>
                <a:lnTo>
                  <a:pt x="5229" y="16702"/>
                </a:lnTo>
                <a:lnTo>
                  <a:pt x="3752" y="17581"/>
                </a:lnTo>
                <a:lnTo>
                  <a:pt x="3752" y="19716"/>
                </a:lnTo>
                <a:lnTo>
                  <a:pt x="15916" y="19716"/>
                </a:lnTo>
                <a:lnTo>
                  <a:pt x="15916" y="15698"/>
                </a:lnTo>
                <a:lnTo>
                  <a:pt x="17735" y="13814"/>
                </a:lnTo>
                <a:lnTo>
                  <a:pt x="17735" y="21600"/>
                </a:lnTo>
                <a:lnTo>
                  <a:pt x="2046" y="21600"/>
                </a:lnTo>
                <a:lnTo>
                  <a:pt x="2046" y="19214"/>
                </a:lnTo>
                <a:lnTo>
                  <a:pt x="227" y="19214"/>
                </a:lnTo>
                <a:lnTo>
                  <a:pt x="0" y="17330"/>
                </a:lnTo>
                <a:lnTo>
                  <a:pt x="2046" y="16451"/>
                </a:lnTo>
                <a:lnTo>
                  <a:pt x="2046" y="15949"/>
                </a:lnTo>
                <a:lnTo>
                  <a:pt x="227" y="15949"/>
                </a:lnTo>
                <a:lnTo>
                  <a:pt x="0" y="14065"/>
                </a:lnTo>
                <a:lnTo>
                  <a:pt x="2046" y="12935"/>
                </a:lnTo>
                <a:lnTo>
                  <a:pt x="227" y="12935"/>
                </a:lnTo>
                <a:lnTo>
                  <a:pt x="0" y="11051"/>
                </a:lnTo>
                <a:lnTo>
                  <a:pt x="2046" y="10047"/>
                </a:lnTo>
                <a:lnTo>
                  <a:pt x="2046" y="9670"/>
                </a:lnTo>
                <a:lnTo>
                  <a:pt x="227" y="9670"/>
                </a:lnTo>
                <a:lnTo>
                  <a:pt x="0" y="7786"/>
                </a:lnTo>
                <a:lnTo>
                  <a:pt x="2046" y="6781"/>
                </a:lnTo>
                <a:lnTo>
                  <a:pt x="227" y="6781"/>
                </a:lnTo>
                <a:lnTo>
                  <a:pt x="0" y="4898"/>
                </a:lnTo>
                <a:lnTo>
                  <a:pt x="2046" y="3767"/>
                </a:lnTo>
                <a:lnTo>
                  <a:pt x="2046" y="0"/>
                </a:lnTo>
                <a:lnTo>
                  <a:pt x="2956" y="0"/>
                </a:lnTo>
                <a:close/>
                <a:moveTo>
                  <a:pt x="7617" y="10298"/>
                </a:moveTo>
                <a:lnTo>
                  <a:pt x="7617" y="11302"/>
                </a:lnTo>
                <a:lnTo>
                  <a:pt x="9891" y="11302"/>
                </a:lnTo>
                <a:lnTo>
                  <a:pt x="9891" y="10298"/>
                </a:lnTo>
                <a:lnTo>
                  <a:pt x="7617" y="10298"/>
                </a:lnTo>
                <a:close/>
                <a:moveTo>
                  <a:pt x="7617" y="8163"/>
                </a:moveTo>
                <a:lnTo>
                  <a:pt x="7617" y="8916"/>
                </a:lnTo>
                <a:lnTo>
                  <a:pt x="11823" y="8916"/>
                </a:lnTo>
                <a:lnTo>
                  <a:pt x="11823" y="8163"/>
                </a:lnTo>
                <a:lnTo>
                  <a:pt x="7617" y="8163"/>
                </a:lnTo>
                <a:close/>
                <a:moveTo>
                  <a:pt x="7617" y="5651"/>
                </a:moveTo>
                <a:lnTo>
                  <a:pt x="7617" y="6781"/>
                </a:lnTo>
                <a:lnTo>
                  <a:pt x="13756" y="6781"/>
                </a:lnTo>
                <a:lnTo>
                  <a:pt x="13756" y="5651"/>
                </a:lnTo>
                <a:lnTo>
                  <a:pt x="7617" y="5651"/>
                </a:lnTo>
                <a:close/>
                <a:moveTo>
                  <a:pt x="7617" y="3516"/>
                </a:moveTo>
                <a:lnTo>
                  <a:pt x="7617" y="4521"/>
                </a:lnTo>
                <a:lnTo>
                  <a:pt x="13756" y="4521"/>
                </a:lnTo>
                <a:lnTo>
                  <a:pt x="13756" y="3516"/>
                </a:lnTo>
                <a:lnTo>
                  <a:pt x="7617" y="3516"/>
                </a:lnTo>
                <a:close/>
                <a:moveTo>
                  <a:pt x="10118" y="17330"/>
                </a:moveTo>
                <a:lnTo>
                  <a:pt x="11368" y="17079"/>
                </a:lnTo>
                <a:lnTo>
                  <a:pt x="12733" y="17079"/>
                </a:lnTo>
                <a:lnTo>
                  <a:pt x="11596" y="15698"/>
                </a:lnTo>
                <a:lnTo>
                  <a:pt x="10345" y="14065"/>
                </a:lnTo>
                <a:lnTo>
                  <a:pt x="10118" y="15698"/>
                </a:lnTo>
                <a:lnTo>
                  <a:pt x="10118" y="17330"/>
                </a:lnTo>
                <a:close/>
                <a:moveTo>
                  <a:pt x="19213" y="4521"/>
                </a:moveTo>
                <a:lnTo>
                  <a:pt x="11368" y="12935"/>
                </a:lnTo>
                <a:lnTo>
                  <a:pt x="13756" y="15949"/>
                </a:lnTo>
                <a:lnTo>
                  <a:pt x="21600" y="7535"/>
                </a:lnTo>
                <a:lnTo>
                  <a:pt x="19213" y="4521"/>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8" name="Shape 7228"/>
          <p:cNvSpPr/>
          <p:nvPr/>
        </p:nvSpPr>
        <p:spPr>
          <a:xfrm>
            <a:off x="14131301" y="2086972"/>
            <a:ext cx="858733" cy="6602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62" y="11880"/>
                </a:moveTo>
                <a:cubicBezTo>
                  <a:pt x="2700" y="19710"/>
                  <a:pt x="2700" y="19710"/>
                  <a:pt x="2700" y="19710"/>
                </a:cubicBezTo>
                <a:cubicBezTo>
                  <a:pt x="6854" y="19710"/>
                  <a:pt x="6854" y="19710"/>
                  <a:pt x="6854" y="19710"/>
                </a:cubicBezTo>
                <a:cubicBezTo>
                  <a:pt x="7892" y="21060"/>
                  <a:pt x="9138" y="21600"/>
                  <a:pt x="10592" y="21600"/>
                </a:cubicBezTo>
                <a:cubicBezTo>
                  <a:pt x="12046" y="21600"/>
                  <a:pt x="13292" y="21060"/>
                  <a:pt x="14331" y="19710"/>
                </a:cubicBezTo>
                <a:cubicBezTo>
                  <a:pt x="18069" y="19710"/>
                  <a:pt x="18069" y="19710"/>
                  <a:pt x="18069" y="19710"/>
                </a:cubicBezTo>
                <a:cubicBezTo>
                  <a:pt x="16823" y="11880"/>
                  <a:pt x="16823" y="11880"/>
                  <a:pt x="16823" y="11880"/>
                </a:cubicBezTo>
                <a:cubicBezTo>
                  <a:pt x="17862" y="11880"/>
                  <a:pt x="17862" y="11880"/>
                  <a:pt x="17862" y="11880"/>
                </a:cubicBezTo>
                <a:cubicBezTo>
                  <a:pt x="17862" y="7560"/>
                  <a:pt x="17862" y="7560"/>
                  <a:pt x="17862" y="7560"/>
                </a:cubicBezTo>
                <a:cubicBezTo>
                  <a:pt x="20146" y="6750"/>
                  <a:pt x="20146" y="6750"/>
                  <a:pt x="20146" y="6750"/>
                </a:cubicBezTo>
                <a:cubicBezTo>
                  <a:pt x="20146" y="9180"/>
                  <a:pt x="20146" y="9180"/>
                  <a:pt x="20146" y="9180"/>
                </a:cubicBezTo>
                <a:cubicBezTo>
                  <a:pt x="19731" y="13770"/>
                  <a:pt x="19731" y="13770"/>
                  <a:pt x="19731" y="13770"/>
                </a:cubicBezTo>
                <a:cubicBezTo>
                  <a:pt x="21392" y="13770"/>
                  <a:pt x="21392" y="13770"/>
                  <a:pt x="21392" y="13770"/>
                </a:cubicBezTo>
                <a:cubicBezTo>
                  <a:pt x="20977" y="9180"/>
                  <a:pt x="20977" y="9180"/>
                  <a:pt x="20977" y="9180"/>
                </a:cubicBezTo>
                <a:cubicBezTo>
                  <a:pt x="20977" y="6210"/>
                  <a:pt x="20977" y="6210"/>
                  <a:pt x="20977" y="6210"/>
                </a:cubicBezTo>
                <a:cubicBezTo>
                  <a:pt x="21600" y="5940"/>
                  <a:pt x="21600" y="5940"/>
                  <a:pt x="21600" y="5940"/>
                </a:cubicBezTo>
                <a:cubicBezTo>
                  <a:pt x="21600" y="4050"/>
                  <a:pt x="21600" y="4050"/>
                  <a:pt x="21600" y="4050"/>
                </a:cubicBezTo>
                <a:cubicBezTo>
                  <a:pt x="10800" y="0"/>
                  <a:pt x="10800" y="0"/>
                  <a:pt x="10800" y="0"/>
                </a:cubicBezTo>
                <a:cubicBezTo>
                  <a:pt x="0" y="4050"/>
                  <a:pt x="0" y="4050"/>
                  <a:pt x="0" y="4050"/>
                </a:cubicBezTo>
                <a:cubicBezTo>
                  <a:pt x="0" y="5940"/>
                  <a:pt x="0" y="5940"/>
                  <a:pt x="0" y="5940"/>
                </a:cubicBezTo>
                <a:cubicBezTo>
                  <a:pt x="3946" y="7560"/>
                  <a:pt x="3946" y="7560"/>
                  <a:pt x="3946" y="7560"/>
                </a:cubicBezTo>
                <a:cubicBezTo>
                  <a:pt x="3946" y="11880"/>
                  <a:pt x="3946" y="11880"/>
                  <a:pt x="3946" y="11880"/>
                </a:cubicBezTo>
                <a:cubicBezTo>
                  <a:pt x="4362" y="11880"/>
                  <a:pt x="4362" y="11880"/>
                  <a:pt x="4362" y="11880"/>
                </a:cubicBezTo>
                <a:close/>
                <a:moveTo>
                  <a:pt x="14746" y="11880"/>
                </a:moveTo>
                <a:cubicBezTo>
                  <a:pt x="14954" y="12420"/>
                  <a:pt x="14954" y="12690"/>
                  <a:pt x="14954" y="12960"/>
                </a:cubicBezTo>
                <a:cubicBezTo>
                  <a:pt x="14954" y="14850"/>
                  <a:pt x="14331" y="16470"/>
                  <a:pt x="13500" y="17820"/>
                </a:cubicBezTo>
                <a:cubicBezTo>
                  <a:pt x="12877" y="18900"/>
                  <a:pt x="11838" y="19710"/>
                  <a:pt x="10592" y="19710"/>
                </a:cubicBezTo>
                <a:cubicBezTo>
                  <a:pt x="9554" y="19710"/>
                  <a:pt x="8515" y="18900"/>
                  <a:pt x="7685" y="17820"/>
                </a:cubicBezTo>
                <a:cubicBezTo>
                  <a:pt x="6854" y="16470"/>
                  <a:pt x="6438" y="14850"/>
                  <a:pt x="6438" y="12960"/>
                </a:cubicBezTo>
                <a:cubicBezTo>
                  <a:pt x="6438" y="12690"/>
                  <a:pt x="6438" y="12420"/>
                  <a:pt x="6438" y="11880"/>
                </a:cubicBezTo>
                <a:lnTo>
                  <a:pt x="14746" y="1188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29" name="Shape 7229"/>
          <p:cNvSpPr/>
          <p:nvPr/>
        </p:nvSpPr>
        <p:spPr>
          <a:xfrm>
            <a:off x="21737769" y="3651773"/>
            <a:ext cx="854917" cy="4999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lnTo>
                  <a:pt x="16586" y="0"/>
                </a:lnTo>
                <a:lnTo>
                  <a:pt x="21600" y="12037"/>
                </a:lnTo>
                <a:lnTo>
                  <a:pt x="20346" y="12037"/>
                </a:lnTo>
                <a:lnTo>
                  <a:pt x="20346" y="19456"/>
                </a:lnTo>
                <a:lnTo>
                  <a:pt x="21600" y="19456"/>
                </a:lnTo>
                <a:lnTo>
                  <a:pt x="21600" y="21600"/>
                </a:lnTo>
                <a:lnTo>
                  <a:pt x="0" y="21600"/>
                </a:lnTo>
                <a:lnTo>
                  <a:pt x="0" y="19456"/>
                </a:lnTo>
                <a:lnTo>
                  <a:pt x="1639" y="19456"/>
                </a:lnTo>
                <a:lnTo>
                  <a:pt x="1639" y="13191"/>
                </a:lnTo>
                <a:lnTo>
                  <a:pt x="579" y="13191"/>
                </a:lnTo>
                <a:lnTo>
                  <a:pt x="0" y="11047"/>
                </a:lnTo>
                <a:lnTo>
                  <a:pt x="5400" y="0"/>
                </a:lnTo>
                <a:close/>
                <a:moveTo>
                  <a:pt x="18707" y="19456"/>
                </a:moveTo>
                <a:lnTo>
                  <a:pt x="18707" y="12037"/>
                </a:lnTo>
                <a:lnTo>
                  <a:pt x="12439" y="12037"/>
                </a:lnTo>
                <a:lnTo>
                  <a:pt x="12439" y="19456"/>
                </a:lnTo>
                <a:lnTo>
                  <a:pt x="13307" y="19456"/>
                </a:lnTo>
                <a:lnTo>
                  <a:pt x="13307" y="12696"/>
                </a:lnTo>
                <a:lnTo>
                  <a:pt x="15718" y="12696"/>
                </a:lnTo>
                <a:lnTo>
                  <a:pt x="15718" y="19456"/>
                </a:lnTo>
                <a:lnTo>
                  <a:pt x="18707" y="19456"/>
                </a:lnTo>
                <a:close/>
                <a:moveTo>
                  <a:pt x="10800" y="19456"/>
                </a:moveTo>
                <a:lnTo>
                  <a:pt x="10800" y="12037"/>
                </a:lnTo>
                <a:lnTo>
                  <a:pt x="10318" y="12037"/>
                </a:lnTo>
                <a:lnTo>
                  <a:pt x="6171" y="2144"/>
                </a:lnTo>
                <a:lnTo>
                  <a:pt x="2218" y="10223"/>
                </a:lnTo>
                <a:lnTo>
                  <a:pt x="3279" y="10223"/>
                </a:lnTo>
                <a:lnTo>
                  <a:pt x="3279" y="19456"/>
                </a:lnTo>
                <a:lnTo>
                  <a:pt x="10800" y="19456"/>
                </a:lnTo>
                <a:close/>
                <a:moveTo>
                  <a:pt x="5400" y="11707"/>
                </a:moveTo>
                <a:lnTo>
                  <a:pt x="5400" y="16983"/>
                </a:lnTo>
                <a:lnTo>
                  <a:pt x="7425" y="16983"/>
                </a:lnTo>
                <a:lnTo>
                  <a:pt x="7425" y="11707"/>
                </a:lnTo>
                <a:lnTo>
                  <a:pt x="5400" y="11707"/>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0" name="Shape 7230"/>
          <p:cNvSpPr/>
          <p:nvPr/>
        </p:nvSpPr>
        <p:spPr>
          <a:xfrm>
            <a:off x="15696103" y="2056439"/>
            <a:ext cx="781539" cy="636958"/>
          </a:xfrm>
          <a:custGeom>
            <a:avLst/>
            <a:gdLst/>
            <a:ahLst/>
            <a:cxnLst>
              <a:cxn ang="0">
                <a:pos x="wd2" y="hd2"/>
              </a:cxn>
              <a:cxn ang="5400000">
                <a:pos x="wd2" y="hd2"/>
              </a:cxn>
              <a:cxn ang="10800000">
                <a:pos x="wd2" y="hd2"/>
              </a:cxn>
              <a:cxn ang="16200000">
                <a:pos x="wd2" y="hd2"/>
              </a:cxn>
            </a:cxnLst>
            <a:rect l="0" t="0" r="r" b="b"/>
            <a:pathLst>
              <a:path w="21163" h="21205" fill="norm" stroke="1" extrusionOk="0">
                <a:moveTo>
                  <a:pt x="16924" y="1914"/>
                </a:moveTo>
                <a:cubicBezTo>
                  <a:pt x="19151" y="6562"/>
                  <a:pt x="17814" y="12851"/>
                  <a:pt x="14029" y="15585"/>
                </a:cubicBezTo>
                <a:cubicBezTo>
                  <a:pt x="10243" y="18592"/>
                  <a:pt x="5122" y="16952"/>
                  <a:pt x="2895" y="12304"/>
                </a:cubicBezTo>
                <a:cubicBezTo>
                  <a:pt x="16924" y="1914"/>
                  <a:pt x="16924" y="1914"/>
                  <a:pt x="16924" y="1914"/>
                </a:cubicBezTo>
                <a:close/>
                <a:moveTo>
                  <a:pt x="19596" y="0"/>
                </a:moveTo>
                <a:cubicBezTo>
                  <a:pt x="17814" y="1367"/>
                  <a:pt x="17814" y="1367"/>
                  <a:pt x="17814" y="1367"/>
                </a:cubicBezTo>
                <a:cubicBezTo>
                  <a:pt x="19151" y="4101"/>
                  <a:pt x="19373" y="7109"/>
                  <a:pt x="18705" y="9843"/>
                </a:cubicBezTo>
                <a:cubicBezTo>
                  <a:pt x="18260" y="12851"/>
                  <a:pt x="16701" y="15311"/>
                  <a:pt x="14474" y="16952"/>
                </a:cubicBezTo>
                <a:cubicBezTo>
                  <a:pt x="12247" y="18592"/>
                  <a:pt x="9798" y="19139"/>
                  <a:pt x="7348" y="18319"/>
                </a:cubicBezTo>
                <a:cubicBezTo>
                  <a:pt x="5122" y="17772"/>
                  <a:pt x="3118" y="15858"/>
                  <a:pt x="1781" y="13124"/>
                </a:cubicBezTo>
                <a:cubicBezTo>
                  <a:pt x="0" y="14491"/>
                  <a:pt x="0" y="14491"/>
                  <a:pt x="0" y="14491"/>
                </a:cubicBezTo>
                <a:cubicBezTo>
                  <a:pt x="1559" y="17772"/>
                  <a:pt x="4008" y="19959"/>
                  <a:pt x="6903" y="20780"/>
                </a:cubicBezTo>
                <a:cubicBezTo>
                  <a:pt x="9798" y="21600"/>
                  <a:pt x="12915" y="21327"/>
                  <a:pt x="15588" y="19139"/>
                </a:cubicBezTo>
                <a:cubicBezTo>
                  <a:pt x="18260" y="17225"/>
                  <a:pt x="20041" y="13944"/>
                  <a:pt x="20709" y="10663"/>
                </a:cubicBezTo>
                <a:cubicBezTo>
                  <a:pt x="21600" y="7109"/>
                  <a:pt x="21155" y="3281"/>
                  <a:pt x="19596" y="0"/>
                </a:cubicBezTo>
                <a:close/>
                <a:moveTo>
                  <a:pt x="6903" y="11210"/>
                </a:moveTo>
                <a:cubicBezTo>
                  <a:pt x="6903" y="11210"/>
                  <a:pt x="4231" y="13124"/>
                  <a:pt x="5790" y="14218"/>
                </a:cubicBezTo>
                <a:cubicBezTo>
                  <a:pt x="7348" y="15038"/>
                  <a:pt x="6903" y="11210"/>
                  <a:pt x="6903" y="11210"/>
                </a:cubicBezTo>
                <a:close/>
                <a:moveTo>
                  <a:pt x="13584" y="9023"/>
                </a:moveTo>
                <a:cubicBezTo>
                  <a:pt x="13361" y="9023"/>
                  <a:pt x="15365" y="12030"/>
                  <a:pt x="16033" y="9843"/>
                </a:cubicBezTo>
                <a:cubicBezTo>
                  <a:pt x="16478" y="7929"/>
                  <a:pt x="13584" y="9023"/>
                  <a:pt x="13584" y="9023"/>
                </a:cubicBezTo>
                <a:close/>
                <a:moveTo>
                  <a:pt x="14252" y="5468"/>
                </a:moveTo>
                <a:cubicBezTo>
                  <a:pt x="14252" y="5742"/>
                  <a:pt x="16701" y="7929"/>
                  <a:pt x="16924" y="5742"/>
                </a:cubicBezTo>
                <a:cubicBezTo>
                  <a:pt x="16924" y="3554"/>
                  <a:pt x="14252" y="5468"/>
                  <a:pt x="14252" y="5468"/>
                </a:cubicBezTo>
                <a:close/>
                <a:moveTo>
                  <a:pt x="12025" y="11210"/>
                </a:moveTo>
                <a:cubicBezTo>
                  <a:pt x="12025" y="11210"/>
                  <a:pt x="11579" y="15038"/>
                  <a:pt x="13138" y="14218"/>
                </a:cubicBezTo>
                <a:cubicBezTo>
                  <a:pt x="14697" y="13397"/>
                  <a:pt x="12247" y="11210"/>
                  <a:pt x="12025" y="11210"/>
                </a:cubicBezTo>
                <a:close/>
                <a:moveTo>
                  <a:pt x="9575" y="12030"/>
                </a:moveTo>
                <a:cubicBezTo>
                  <a:pt x="9575" y="12030"/>
                  <a:pt x="7571" y="14765"/>
                  <a:pt x="9130" y="15038"/>
                </a:cubicBezTo>
                <a:cubicBezTo>
                  <a:pt x="10911" y="15311"/>
                  <a:pt x="9798" y="12030"/>
                  <a:pt x="9575" y="1203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1" name="Shape 7231"/>
          <p:cNvSpPr/>
          <p:nvPr/>
        </p:nvSpPr>
        <p:spPr>
          <a:xfrm>
            <a:off x="20344711" y="1964839"/>
            <a:ext cx="683169" cy="7824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30" y="4093"/>
                </a:moveTo>
                <a:cubicBezTo>
                  <a:pt x="12231" y="4093"/>
                  <a:pt x="13272" y="5002"/>
                  <a:pt x="13272" y="6366"/>
                </a:cubicBezTo>
                <a:cubicBezTo>
                  <a:pt x="13272" y="6821"/>
                  <a:pt x="13012" y="7503"/>
                  <a:pt x="12752" y="7731"/>
                </a:cubicBezTo>
                <a:cubicBezTo>
                  <a:pt x="14834" y="13187"/>
                  <a:pt x="14834" y="13187"/>
                  <a:pt x="14834" y="13187"/>
                </a:cubicBezTo>
                <a:cubicBezTo>
                  <a:pt x="17696" y="20236"/>
                  <a:pt x="17696" y="20236"/>
                  <a:pt x="17696" y="20236"/>
                </a:cubicBezTo>
                <a:cubicBezTo>
                  <a:pt x="18217" y="21600"/>
                  <a:pt x="18217" y="21600"/>
                  <a:pt x="18217" y="21600"/>
                </a:cubicBezTo>
                <a:cubicBezTo>
                  <a:pt x="16655" y="21600"/>
                  <a:pt x="16655" y="21600"/>
                  <a:pt x="16655" y="21600"/>
                </a:cubicBezTo>
                <a:cubicBezTo>
                  <a:pt x="6766" y="21600"/>
                  <a:pt x="14573" y="21600"/>
                  <a:pt x="5205" y="21600"/>
                </a:cubicBezTo>
                <a:cubicBezTo>
                  <a:pt x="3643" y="21600"/>
                  <a:pt x="3643" y="21600"/>
                  <a:pt x="3643" y="21600"/>
                </a:cubicBezTo>
                <a:cubicBezTo>
                  <a:pt x="4164" y="20236"/>
                  <a:pt x="4164" y="20236"/>
                  <a:pt x="4164" y="20236"/>
                </a:cubicBezTo>
                <a:cubicBezTo>
                  <a:pt x="7027" y="13187"/>
                  <a:pt x="7027" y="13187"/>
                  <a:pt x="7027" y="13187"/>
                </a:cubicBezTo>
                <a:cubicBezTo>
                  <a:pt x="9108" y="7958"/>
                  <a:pt x="9108" y="7958"/>
                  <a:pt x="9108" y="7958"/>
                </a:cubicBezTo>
                <a:cubicBezTo>
                  <a:pt x="8588" y="7503"/>
                  <a:pt x="8328" y="6821"/>
                  <a:pt x="8328" y="6366"/>
                </a:cubicBezTo>
                <a:cubicBezTo>
                  <a:pt x="8328" y="5002"/>
                  <a:pt x="9369" y="4093"/>
                  <a:pt x="10930" y="4093"/>
                </a:cubicBezTo>
                <a:close/>
                <a:moveTo>
                  <a:pt x="11451" y="10459"/>
                </a:moveTo>
                <a:cubicBezTo>
                  <a:pt x="11451" y="10232"/>
                  <a:pt x="11451" y="10232"/>
                  <a:pt x="11451" y="10232"/>
                </a:cubicBezTo>
                <a:cubicBezTo>
                  <a:pt x="10930" y="9322"/>
                  <a:pt x="10930" y="9322"/>
                  <a:pt x="10930" y="9322"/>
                </a:cubicBezTo>
                <a:cubicBezTo>
                  <a:pt x="10149" y="11368"/>
                  <a:pt x="10149" y="11368"/>
                  <a:pt x="10149" y="11368"/>
                </a:cubicBezTo>
                <a:cubicBezTo>
                  <a:pt x="11451" y="10459"/>
                  <a:pt x="11451" y="10459"/>
                  <a:pt x="11451" y="10459"/>
                </a:cubicBezTo>
                <a:close/>
                <a:moveTo>
                  <a:pt x="11711" y="11368"/>
                </a:moveTo>
                <a:cubicBezTo>
                  <a:pt x="9629" y="13187"/>
                  <a:pt x="9629" y="13187"/>
                  <a:pt x="9629" y="13187"/>
                </a:cubicBezTo>
                <a:cubicBezTo>
                  <a:pt x="12492" y="13187"/>
                  <a:pt x="12492" y="13187"/>
                  <a:pt x="12492" y="13187"/>
                </a:cubicBezTo>
                <a:cubicBezTo>
                  <a:pt x="11711" y="11368"/>
                  <a:pt x="11711" y="11368"/>
                  <a:pt x="11711" y="11368"/>
                </a:cubicBezTo>
                <a:close/>
                <a:moveTo>
                  <a:pt x="13012" y="14552"/>
                </a:moveTo>
                <a:cubicBezTo>
                  <a:pt x="9369" y="16598"/>
                  <a:pt x="9369" y="16598"/>
                  <a:pt x="9369" y="16598"/>
                </a:cubicBezTo>
                <a:cubicBezTo>
                  <a:pt x="14053" y="16598"/>
                  <a:pt x="14053" y="16598"/>
                  <a:pt x="14053" y="16598"/>
                </a:cubicBezTo>
                <a:cubicBezTo>
                  <a:pt x="13012" y="14552"/>
                  <a:pt x="13012" y="14552"/>
                  <a:pt x="13012" y="14552"/>
                </a:cubicBezTo>
                <a:close/>
                <a:moveTo>
                  <a:pt x="14573" y="17962"/>
                </a:moveTo>
                <a:cubicBezTo>
                  <a:pt x="10410" y="19554"/>
                  <a:pt x="10410" y="19554"/>
                  <a:pt x="10410" y="19554"/>
                </a:cubicBezTo>
                <a:cubicBezTo>
                  <a:pt x="15094" y="19554"/>
                  <a:pt x="15094" y="19554"/>
                  <a:pt x="15094" y="19554"/>
                </a:cubicBezTo>
                <a:cubicBezTo>
                  <a:pt x="14573" y="17962"/>
                  <a:pt x="14573" y="17962"/>
                  <a:pt x="14573" y="17962"/>
                </a:cubicBezTo>
                <a:close/>
                <a:moveTo>
                  <a:pt x="7547" y="19554"/>
                </a:moveTo>
                <a:cubicBezTo>
                  <a:pt x="12231" y="17735"/>
                  <a:pt x="12231" y="17735"/>
                  <a:pt x="12231" y="17735"/>
                </a:cubicBezTo>
                <a:cubicBezTo>
                  <a:pt x="7547" y="17735"/>
                  <a:pt x="7547" y="17735"/>
                  <a:pt x="7547" y="17735"/>
                </a:cubicBezTo>
                <a:cubicBezTo>
                  <a:pt x="6766" y="19554"/>
                  <a:pt x="6766" y="19554"/>
                  <a:pt x="6766" y="19554"/>
                </a:cubicBezTo>
                <a:cubicBezTo>
                  <a:pt x="7547" y="19554"/>
                  <a:pt x="7547" y="19554"/>
                  <a:pt x="7547" y="19554"/>
                </a:cubicBezTo>
                <a:close/>
                <a:moveTo>
                  <a:pt x="8067" y="15916"/>
                </a:moveTo>
                <a:cubicBezTo>
                  <a:pt x="11190" y="14324"/>
                  <a:pt x="11190" y="14324"/>
                  <a:pt x="11190" y="14324"/>
                </a:cubicBezTo>
                <a:cubicBezTo>
                  <a:pt x="8848" y="14324"/>
                  <a:pt x="8848" y="14324"/>
                  <a:pt x="8848" y="14324"/>
                </a:cubicBezTo>
                <a:cubicBezTo>
                  <a:pt x="8067" y="15916"/>
                  <a:pt x="8067" y="15916"/>
                  <a:pt x="8067" y="15916"/>
                </a:cubicBezTo>
                <a:close/>
                <a:moveTo>
                  <a:pt x="18998" y="0"/>
                </a:moveTo>
                <a:cubicBezTo>
                  <a:pt x="17436" y="1364"/>
                  <a:pt x="17436" y="1364"/>
                  <a:pt x="17436" y="1364"/>
                </a:cubicBezTo>
                <a:cubicBezTo>
                  <a:pt x="18737" y="2728"/>
                  <a:pt x="19518" y="4320"/>
                  <a:pt x="19518" y="6366"/>
                </a:cubicBezTo>
                <a:cubicBezTo>
                  <a:pt x="19518" y="8185"/>
                  <a:pt x="18477" y="10004"/>
                  <a:pt x="17176" y="11141"/>
                </a:cubicBezTo>
                <a:cubicBezTo>
                  <a:pt x="18998" y="12505"/>
                  <a:pt x="18998" y="12505"/>
                  <a:pt x="18998" y="12505"/>
                </a:cubicBezTo>
                <a:cubicBezTo>
                  <a:pt x="20559" y="10914"/>
                  <a:pt x="21600" y="8640"/>
                  <a:pt x="21600" y="6366"/>
                </a:cubicBezTo>
                <a:cubicBezTo>
                  <a:pt x="21600" y="3865"/>
                  <a:pt x="20559" y="1819"/>
                  <a:pt x="18998" y="0"/>
                </a:cubicBezTo>
                <a:close/>
                <a:moveTo>
                  <a:pt x="2863" y="12505"/>
                </a:moveTo>
                <a:cubicBezTo>
                  <a:pt x="4424" y="11141"/>
                  <a:pt x="4424" y="11141"/>
                  <a:pt x="4424" y="11141"/>
                </a:cubicBezTo>
                <a:cubicBezTo>
                  <a:pt x="3123" y="10004"/>
                  <a:pt x="2342" y="8185"/>
                  <a:pt x="2342" y="6366"/>
                </a:cubicBezTo>
                <a:cubicBezTo>
                  <a:pt x="2342" y="4320"/>
                  <a:pt x="3123" y="2728"/>
                  <a:pt x="4424" y="1364"/>
                </a:cubicBezTo>
                <a:cubicBezTo>
                  <a:pt x="2602" y="227"/>
                  <a:pt x="2602" y="227"/>
                  <a:pt x="2602" y="227"/>
                </a:cubicBezTo>
                <a:cubicBezTo>
                  <a:pt x="1041" y="1819"/>
                  <a:pt x="0" y="3865"/>
                  <a:pt x="0" y="6366"/>
                </a:cubicBezTo>
                <a:cubicBezTo>
                  <a:pt x="0" y="8640"/>
                  <a:pt x="1041" y="10686"/>
                  <a:pt x="2863" y="12505"/>
                </a:cubicBezTo>
                <a:close/>
                <a:moveTo>
                  <a:pt x="15875" y="2274"/>
                </a:moveTo>
                <a:cubicBezTo>
                  <a:pt x="14313" y="3638"/>
                  <a:pt x="14313" y="3638"/>
                  <a:pt x="14313" y="3638"/>
                </a:cubicBezTo>
                <a:cubicBezTo>
                  <a:pt x="15094" y="4320"/>
                  <a:pt x="15354" y="5229"/>
                  <a:pt x="15354" y="6366"/>
                </a:cubicBezTo>
                <a:cubicBezTo>
                  <a:pt x="15354" y="7276"/>
                  <a:pt x="14834" y="8185"/>
                  <a:pt x="14313" y="8867"/>
                </a:cubicBezTo>
                <a:cubicBezTo>
                  <a:pt x="15875" y="10232"/>
                  <a:pt x="15875" y="10232"/>
                  <a:pt x="15875" y="10232"/>
                </a:cubicBezTo>
                <a:cubicBezTo>
                  <a:pt x="16916" y="9095"/>
                  <a:pt x="17696" y="7731"/>
                  <a:pt x="17696" y="6366"/>
                </a:cubicBezTo>
                <a:cubicBezTo>
                  <a:pt x="17696" y="4775"/>
                  <a:pt x="16916" y="3411"/>
                  <a:pt x="15875" y="2274"/>
                </a:cubicBezTo>
                <a:close/>
                <a:moveTo>
                  <a:pt x="5725" y="10232"/>
                </a:moveTo>
                <a:cubicBezTo>
                  <a:pt x="7547" y="8867"/>
                  <a:pt x="7547" y="8867"/>
                  <a:pt x="7547" y="8867"/>
                </a:cubicBezTo>
                <a:cubicBezTo>
                  <a:pt x="6766" y="8185"/>
                  <a:pt x="6246" y="7276"/>
                  <a:pt x="6246" y="6366"/>
                </a:cubicBezTo>
                <a:cubicBezTo>
                  <a:pt x="6246" y="5229"/>
                  <a:pt x="6766" y="4320"/>
                  <a:pt x="7547" y="3638"/>
                </a:cubicBezTo>
                <a:cubicBezTo>
                  <a:pt x="5725" y="2274"/>
                  <a:pt x="5725" y="2274"/>
                  <a:pt x="5725" y="2274"/>
                </a:cubicBezTo>
                <a:cubicBezTo>
                  <a:pt x="4684" y="3411"/>
                  <a:pt x="4164" y="4775"/>
                  <a:pt x="4164" y="6366"/>
                </a:cubicBezTo>
                <a:cubicBezTo>
                  <a:pt x="4164" y="7731"/>
                  <a:pt x="4684" y="9095"/>
                  <a:pt x="5725" y="1023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2" name="Shape 7232"/>
          <p:cNvSpPr/>
          <p:nvPr/>
        </p:nvSpPr>
        <p:spPr>
          <a:xfrm>
            <a:off x="21753035" y="1957208"/>
            <a:ext cx="849921" cy="873011"/>
          </a:xfrm>
          <a:custGeom>
            <a:avLst/>
            <a:gdLst/>
            <a:ahLst/>
            <a:cxnLst>
              <a:cxn ang="0">
                <a:pos x="wd2" y="hd2"/>
              </a:cxn>
              <a:cxn ang="5400000">
                <a:pos x="wd2" y="hd2"/>
              </a:cxn>
              <a:cxn ang="10800000">
                <a:pos x="wd2" y="hd2"/>
              </a:cxn>
              <a:cxn ang="16200000">
                <a:pos x="wd2" y="hd2"/>
              </a:cxn>
            </a:cxnLst>
            <a:rect l="0" t="0" r="r" b="b"/>
            <a:pathLst>
              <a:path w="21474" h="21482" fill="norm" stroke="1" extrusionOk="0">
                <a:moveTo>
                  <a:pt x="3323" y="8479"/>
                </a:moveTo>
                <a:cubicBezTo>
                  <a:pt x="3946" y="8075"/>
                  <a:pt x="3946" y="8075"/>
                  <a:pt x="3946" y="8075"/>
                </a:cubicBezTo>
                <a:cubicBezTo>
                  <a:pt x="3946" y="6662"/>
                  <a:pt x="3946" y="6662"/>
                  <a:pt x="3946" y="6662"/>
                </a:cubicBezTo>
                <a:cubicBezTo>
                  <a:pt x="5192" y="7065"/>
                  <a:pt x="5192" y="7065"/>
                  <a:pt x="5192" y="7065"/>
                </a:cubicBezTo>
                <a:cubicBezTo>
                  <a:pt x="5815" y="6662"/>
                  <a:pt x="5815" y="6662"/>
                  <a:pt x="5815" y="6662"/>
                </a:cubicBezTo>
                <a:cubicBezTo>
                  <a:pt x="5608" y="5249"/>
                  <a:pt x="5608" y="5249"/>
                  <a:pt x="5608" y="5249"/>
                </a:cubicBezTo>
                <a:cubicBezTo>
                  <a:pt x="7062" y="5854"/>
                  <a:pt x="7062" y="5854"/>
                  <a:pt x="7062" y="5854"/>
                </a:cubicBezTo>
                <a:cubicBezTo>
                  <a:pt x="7685" y="5249"/>
                  <a:pt x="7685" y="5249"/>
                  <a:pt x="7685" y="5249"/>
                </a:cubicBezTo>
                <a:cubicBezTo>
                  <a:pt x="7477" y="4037"/>
                  <a:pt x="7477" y="4037"/>
                  <a:pt x="7477" y="4037"/>
                </a:cubicBezTo>
                <a:cubicBezTo>
                  <a:pt x="8723" y="4441"/>
                  <a:pt x="8723" y="4441"/>
                  <a:pt x="8723" y="4441"/>
                </a:cubicBezTo>
                <a:cubicBezTo>
                  <a:pt x="9346" y="3836"/>
                  <a:pt x="9346" y="3836"/>
                  <a:pt x="9346" y="3836"/>
                </a:cubicBezTo>
                <a:cubicBezTo>
                  <a:pt x="9138" y="2624"/>
                  <a:pt x="9138" y="2624"/>
                  <a:pt x="9138" y="2624"/>
                </a:cubicBezTo>
                <a:cubicBezTo>
                  <a:pt x="10592" y="3028"/>
                  <a:pt x="10592" y="3028"/>
                  <a:pt x="10592" y="3028"/>
                </a:cubicBezTo>
                <a:cubicBezTo>
                  <a:pt x="11215" y="2624"/>
                  <a:pt x="11215" y="2624"/>
                  <a:pt x="11215" y="2624"/>
                </a:cubicBezTo>
                <a:cubicBezTo>
                  <a:pt x="11008" y="1211"/>
                  <a:pt x="11008" y="1211"/>
                  <a:pt x="11008" y="1211"/>
                </a:cubicBezTo>
                <a:cubicBezTo>
                  <a:pt x="12462" y="1615"/>
                  <a:pt x="12462" y="1615"/>
                  <a:pt x="12462" y="1615"/>
                </a:cubicBezTo>
                <a:cubicBezTo>
                  <a:pt x="13085" y="1211"/>
                  <a:pt x="13085" y="1211"/>
                  <a:pt x="13085" y="1211"/>
                </a:cubicBezTo>
                <a:cubicBezTo>
                  <a:pt x="12877" y="0"/>
                  <a:pt x="12877" y="0"/>
                  <a:pt x="12877" y="0"/>
                </a:cubicBezTo>
                <a:cubicBezTo>
                  <a:pt x="14954" y="606"/>
                  <a:pt x="14954" y="606"/>
                  <a:pt x="14954" y="606"/>
                </a:cubicBezTo>
                <a:cubicBezTo>
                  <a:pt x="20562" y="7671"/>
                  <a:pt x="20562" y="7671"/>
                  <a:pt x="20562" y="7671"/>
                </a:cubicBezTo>
                <a:cubicBezTo>
                  <a:pt x="20562" y="7671"/>
                  <a:pt x="20562" y="7671"/>
                  <a:pt x="20562" y="7671"/>
                </a:cubicBezTo>
                <a:cubicBezTo>
                  <a:pt x="21185" y="8277"/>
                  <a:pt x="21392" y="8882"/>
                  <a:pt x="21392" y="9488"/>
                </a:cubicBezTo>
                <a:cubicBezTo>
                  <a:pt x="21600" y="10295"/>
                  <a:pt x="21392" y="10901"/>
                  <a:pt x="20977" y="11708"/>
                </a:cubicBezTo>
                <a:cubicBezTo>
                  <a:pt x="20769" y="11910"/>
                  <a:pt x="20769" y="11910"/>
                  <a:pt x="20769" y="11910"/>
                </a:cubicBezTo>
                <a:cubicBezTo>
                  <a:pt x="9138" y="20591"/>
                  <a:pt x="9138" y="20591"/>
                  <a:pt x="9138" y="20591"/>
                </a:cubicBezTo>
                <a:cubicBezTo>
                  <a:pt x="8723" y="20994"/>
                  <a:pt x="8308" y="21398"/>
                  <a:pt x="7685" y="21398"/>
                </a:cubicBezTo>
                <a:cubicBezTo>
                  <a:pt x="7062" y="21600"/>
                  <a:pt x="6438" y="21398"/>
                  <a:pt x="5815" y="21196"/>
                </a:cubicBezTo>
                <a:cubicBezTo>
                  <a:pt x="5815" y="20994"/>
                  <a:pt x="5815" y="20994"/>
                  <a:pt x="5815" y="20994"/>
                </a:cubicBezTo>
                <a:cubicBezTo>
                  <a:pt x="5608" y="20994"/>
                  <a:pt x="5608" y="20994"/>
                  <a:pt x="5608" y="20994"/>
                </a:cubicBezTo>
                <a:cubicBezTo>
                  <a:pt x="208" y="14131"/>
                  <a:pt x="208" y="14131"/>
                  <a:pt x="208" y="14131"/>
                </a:cubicBezTo>
                <a:cubicBezTo>
                  <a:pt x="0" y="13727"/>
                  <a:pt x="0" y="13727"/>
                  <a:pt x="0" y="13727"/>
                </a:cubicBezTo>
                <a:cubicBezTo>
                  <a:pt x="208" y="13323"/>
                  <a:pt x="208" y="13323"/>
                  <a:pt x="208" y="13323"/>
                </a:cubicBezTo>
                <a:cubicBezTo>
                  <a:pt x="1246" y="11305"/>
                  <a:pt x="1246" y="11305"/>
                  <a:pt x="1246" y="11305"/>
                </a:cubicBezTo>
                <a:cubicBezTo>
                  <a:pt x="1662" y="10497"/>
                  <a:pt x="1662" y="10497"/>
                  <a:pt x="1662" y="10497"/>
                </a:cubicBezTo>
                <a:cubicBezTo>
                  <a:pt x="2492" y="11305"/>
                  <a:pt x="2492" y="11305"/>
                  <a:pt x="2492" y="11305"/>
                </a:cubicBezTo>
                <a:cubicBezTo>
                  <a:pt x="6854" y="16755"/>
                  <a:pt x="6854" y="16755"/>
                  <a:pt x="6854" y="16755"/>
                </a:cubicBezTo>
                <a:cubicBezTo>
                  <a:pt x="5608" y="17563"/>
                  <a:pt x="5608" y="17563"/>
                  <a:pt x="5608" y="17563"/>
                </a:cubicBezTo>
                <a:cubicBezTo>
                  <a:pt x="2077" y="12920"/>
                  <a:pt x="2077" y="12920"/>
                  <a:pt x="2077" y="12920"/>
                </a:cubicBezTo>
                <a:cubicBezTo>
                  <a:pt x="1662" y="13727"/>
                  <a:pt x="1662" y="13727"/>
                  <a:pt x="1662" y="13727"/>
                </a:cubicBezTo>
                <a:cubicBezTo>
                  <a:pt x="6646" y="19985"/>
                  <a:pt x="6646" y="19985"/>
                  <a:pt x="6646" y="19985"/>
                </a:cubicBezTo>
                <a:cubicBezTo>
                  <a:pt x="6854" y="20187"/>
                  <a:pt x="7062" y="20187"/>
                  <a:pt x="7269" y="19985"/>
                </a:cubicBezTo>
                <a:cubicBezTo>
                  <a:pt x="7685" y="19985"/>
                  <a:pt x="7892" y="19985"/>
                  <a:pt x="8100" y="19783"/>
                </a:cubicBezTo>
                <a:cubicBezTo>
                  <a:pt x="8308" y="19178"/>
                  <a:pt x="8308" y="18774"/>
                  <a:pt x="8308" y="18370"/>
                </a:cubicBezTo>
                <a:cubicBezTo>
                  <a:pt x="8308" y="17764"/>
                  <a:pt x="8100" y="17361"/>
                  <a:pt x="7685" y="16957"/>
                </a:cubicBezTo>
                <a:cubicBezTo>
                  <a:pt x="7685" y="16957"/>
                  <a:pt x="7685" y="16957"/>
                  <a:pt x="7685" y="16957"/>
                </a:cubicBezTo>
                <a:cubicBezTo>
                  <a:pt x="2285" y="10093"/>
                  <a:pt x="2285" y="10093"/>
                  <a:pt x="2285" y="10093"/>
                </a:cubicBezTo>
                <a:cubicBezTo>
                  <a:pt x="2077" y="8075"/>
                  <a:pt x="2077" y="8075"/>
                  <a:pt x="2077" y="8075"/>
                </a:cubicBezTo>
                <a:cubicBezTo>
                  <a:pt x="3323" y="8479"/>
                  <a:pt x="3323" y="8479"/>
                  <a:pt x="3323" y="8479"/>
                </a:cubicBezTo>
                <a:close/>
                <a:moveTo>
                  <a:pt x="5815" y="9690"/>
                </a:moveTo>
                <a:cubicBezTo>
                  <a:pt x="8308" y="12920"/>
                  <a:pt x="8308" y="12920"/>
                  <a:pt x="8308" y="12920"/>
                </a:cubicBezTo>
                <a:cubicBezTo>
                  <a:pt x="16408" y="6864"/>
                  <a:pt x="16408" y="6864"/>
                  <a:pt x="16408" y="6864"/>
                </a:cubicBezTo>
                <a:cubicBezTo>
                  <a:pt x="13708" y="3634"/>
                  <a:pt x="13708" y="3634"/>
                  <a:pt x="13708" y="3634"/>
                </a:cubicBezTo>
                <a:cubicBezTo>
                  <a:pt x="5815" y="9690"/>
                  <a:pt x="5815" y="9690"/>
                  <a:pt x="5815" y="9690"/>
                </a:cubicBezTo>
                <a:close/>
                <a:moveTo>
                  <a:pt x="13915" y="11910"/>
                </a:moveTo>
                <a:cubicBezTo>
                  <a:pt x="14538" y="12516"/>
                  <a:pt x="14538" y="12516"/>
                  <a:pt x="14538" y="12516"/>
                </a:cubicBezTo>
                <a:cubicBezTo>
                  <a:pt x="18277" y="9690"/>
                  <a:pt x="18277" y="9690"/>
                  <a:pt x="18277" y="9690"/>
                </a:cubicBezTo>
                <a:cubicBezTo>
                  <a:pt x="17654" y="9084"/>
                  <a:pt x="17654" y="9084"/>
                  <a:pt x="17654" y="9084"/>
                </a:cubicBezTo>
                <a:cubicBezTo>
                  <a:pt x="13915" y="11910"/>
                  <a:pt x="13915" y="11910"/>
                  <a:pt x="13915" y="11910"/>
                </a:cubicBezTo>
                <a:close/>
                <a:moveTo>
                  <a:pt x="9554" y="15140"/>
                </a:moveTo>
                <a:cubicBezTo>
                  <a:pt x="10177" y="15948"/>
                  <a:pt x="10177" y="15948"/>
                  <a:pt x="10177" y="15948"/>
                </a:cubicBezTo>
                <a:cubicBezTo>
                  <a:pt x="13915" y="13121"/>
                  <a:pt x="13915" y="13121"/>
                  <a:pt x="13915" y="13121"/>
                </a:cubicBezTo>
                <a:cubicBezTo>
                  <a:pt x="13292" y="12314"/>
                  <a:pt x="13292" y="12314"/>
                  <a:pt x="13292" y="12314"/>
                </a:cubicBezTo>
                <a:cubicBezTo>
                  <a:pt x="9554" y="15140"/>
                  <a:pt x="9554" y="15140"/>
                  <a:pt x="9554" y="15140"/>
                </a:cubicBezTo>
                <a:close/>
                <a:moveTo>
                  <a:pt x="13085" y="10497"/>
                </a:moveTo>
                <a:cubicBezTo>
                  <a:pt x="13708" y="11305"/>
                  <a:pt x="13708" y="11305"/>
                  <a:pt x="13708" y="11305"/>
                </a:cubicBezTo>
                <a:cubicBezTo>
                  <a:pt x="17446" y="8479"/>
                  <a:pt x="17446" y="8479"/>
                  <a:pt x="17446" y="8479"/>
                </a:cubicBezTo>
                <a:cubicBezTo>
                  <a:pt x="16823" y="7671"/>
                  <a:pt x="16823" y="7671"/>
                  <a:pt x="16823" y="7671"/>
                </a:cubicBezTo>
                <a:cubicBezTo>
                  <a:pt x="13085" y="10497"/>
                  <a:pt x="13085" y="10497"/>
                  <a:pt x="13085" y="10497"/>
                </a:cubicBezTo>
                <a:close/>
                <a:moveTo>
                  <a:pt x="8723" y="13727"/>
                </a:moveTo>
                <a:cubicBezTo>
                  <a:pt x="9346" y="14535"/>
                  <a:pt x="9346" y="14535"/>
                  <a:pt x="9346" y="14535"/>
                </a:cubicBezTo>
                <a:cubicBezTo>
                  <a:pt x="13085" y="11708"/>
                  <a:pt x="13085" y="11708"/>
                  <a:pt x="13085" y="11708"/>
                </a:cubicBezTo>
                <a:cubicBezTo>
                  <a:pt x="12462" y="10901"/>
                  <a:pt x="12462" y="10901"/>
                  <a:pt x="12462" y="10901"/>
                </a:cubicBezTo>
                <a:cubicBezTo>
                  <a:pt x="8723" y="13727"/>
                  <a:pt x="8723" y="13727"/>
                  <a:pt x="8723" y="13727"/>
                </a:cubicBezTo>
                <a:close/>
                <a:moveTo>
                  <a:pt x="14331" y="2019"/>
                </a:moveTo>
                <a:cubicBezTo>
                  <a:pt x="3946" y="9892"/>
                  <a:pt x="3946" y="9892"/>
                  <a:pt x="3946" y="9892"/>
                </a:cubicBezTo>
                <a:cubicBezTo>
                  <a:pt x="8723" y="16150"/>
                  <a:pt x="8723" y="16150"/>
                  <a:pt x="8723" y="16150"/>
                </a:cubicBezTo>
                <a:cubicBezTo>
                  <a:pt x="8723" y="16150"/>
                  <a:pt x="8723" y="16150"/>
                  <a:pt x="8723" y="16150"/>
                </a:cubicBezTo>
                <a:cubicBezTo>
                  <a:pt x="9346" y="16755"/>
                  <a:pt x="9554" y="17361"/>
                  <a:pt x="9762" y="18168"/>
                </a:cubicBezTo>
                <a:cubicBezTo>
                  <a:pt x="9762" y="18168"/>
                  <a:pt x="9762" y="18370"/>
                  <a:pt x="9762" y="18370"/>
                </a:cubicBezTo>
                <a:cubicBezTo>
                  <a:pt x="19731" y="10901"/>
                  <a:pt x="19731" y="10901"/>
                  <a:pt x="19731" y="10901"/>
                </a:cubicBezTo>
                <a:cubicBezTo>
                  <a:pt x="19938" y="10497"/>
                  <a:pt x="20146" y="10093"/>
                  <a:pt x="19938" y="9690"/>
                </a:cubicBezTo>
                <a:cubicBezTo>
                  <a:pt x="19938" y="9286"/>
                  <a:pt x="19731" y="8882"/>
                  <a:pt x="19523" y="8479"/>
                </a:cubicBezTo>
                <a:cubicBezTo>
                  <a:pt x="19523" y="8479"/>
                  <a:pt x="19523" y="8479"/>
                  <a:pt x="19523" y="8479"/>
                </a:cubicBezTo>
                <a:lnTo>
                  <a:pt x="14331" y="201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3" name="Shape 7233"/>
          <p:cNvSpPr/>
          <p:nvPr/>
        </p:nvSpPr>
        <p:spPr>
          <a:xfrm>
            <a:off x="9574290" y="2014455"/>
            <a:ext cx="755687" cy="7251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727" y="4434"/>
                </a:moveTo>
                <a:lnTo>
                  <a:pt x="3491" y="4434"/>
                </a:lnTo>
                <a:lnTo>
                  <a:pt x="2618" y="5912"/>
                </a:lnTo>
                <a:lnTo>
                  <a:pt x="3491" y="7389"/>
                </a:lnTo>
                <a:lnTo>
                  <a:pt x="8727" y="7389"/>
                </a:lnTo>
                <a:lnTo>
                  <a:pt x="8727" y="4434"/>
                </a:lnTo>
                <a:close/>
                <a:moveTo>
                  <a:pt x="12436" y="7389"/>
                </a:moveTo>
                <a:lnTo>
                  <a:pt x="19309" y="7389"/>
                </a:lnTo>
                <a:lnTo>
                  <a:pt x="19527" y="7844"/>
                </a:lnTo>
                <a:lnTo>
                  <a:pt x="21164" y="10573"/>
                </a:lnTo>
                <a:lnTo>
                  <a:pt x="21600" y="11255"/>
                </a:lnTo>
                <a:lnTo>
                  <a:pt x="21164" y="11709"/>
                </a:lnTo>
                <a:lnTo>
                  <a:pt x="19527" y="14438"/>
                </a:lnTo>
                <a:lnTo>
                  <a:pt x="19309" y="15234"/>
                </a:lnTo>
                <a:lnTo>
                  <a:pt x="12436" y="15234"/>
                </a:lnTo>
                <a:lnTo>
                  <a:pt x="12436" y="18644"/>
                </a:lnTo>
                <a:lnTo>
                  <a:pt x="17891" y="18644"/>
                </a:lnTo>
                <a:lnTo>
                  <a:pt x="17891" y="21600"/>
                </a:lnTo>
                <a:lnTo>
                  <a:pt x="4036" y="21600"/>
                </a:lnTo>
                <a:lnTo>
                  <a:pt x="4036" y="18644"/>
                </a:lnTo>
                <a:lnTo>
                  <a:pt x="8945" y="18644"/>
                </a:lnTo>
                <a:lnTo>
                  <a:pt x="8945" y="9777"/>
                </a:lnTo>
                <a:lnTo>
                  <a:pt x="2073" y="9777"/>
                </a:lnTo>
                <a:lnTo>
                  <a:pt x="1855" y="9095"/>
                </a:lnTo>
                <a:lnTo>
                  <a:pt x="218" y="6366"/>
                </a:lnTo>
                <a:lnTo>
                  <a:pt x="0" y="5912"/>
                </a:lnTo>
                <a:lnTo>
                  <a:pt x="218" y="5116"/>
                </a:lnTo>
                <a:lnTo>
                  <a:pt x="1855" y="2387"/>
                </a:lnTo>
                <a:lnTo>
                  <a:pt x="2073" y="1933"/>
                </a:lnTo>
                <a:lnTo>
                  <a:pt x="8945" y="1933"/>
                </a:lnTo>
                <a:lnTo>
                  <a:pt x="8945" y="1478"/>
                </a:lnTo>
                <a:lnTo>
                  <a:pt x="10800" y="0"/>
                </a:lnTo>
                <a:lnTo>
                  <a:pt x="12436" y="1478"/>
                </a:lnTo>
                <a:lnTo>
                  <a:pt x="12436" y="7389"/>
                </a:lnTo>
                <a:close/>
                <a:moveTo>
                  <a:pt x="18109" y="9549"/>
                </a:moveTo>
                <a:lnTo>
                  <a:pt x="12655" y="9549"/>
                </a:lnTo>
                <a:lnTo>
                  <a:pt x="12655" y="12733"/>
                </a:lnTo>
                <a:lnTo>
                  <a:pt x="18109" y="12733"/>
                </a:lnTo>
                <a:lnTo>
                  <a:pt x="19091" y="11255"/>
                </a:lnTo>
                <a:lnTo>
                  <a:pt x="18109" y="954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4" name="Shape 7234"/>
          <p:cNvSpPr/>
          <p:nvPr/>
        </p:nvSpPr>
        <p:spPr>
          <a:xfrm>
            <a:off x="8051472" y="2079338"/>
            <a:ext cx="675537" cy="6602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93" y="1620"/>
                </a:moveTo>
                <a:cubicBezTo>
                  <a:pt x="20020" y="4050"/>
                  <a:pt x="19493" y="5670"/>
                  <a:pt x="17649" y="7290"/>
                </a:cubicBezTo>
                <a:cubicBezTo>
                  <a:pt x="17122" y="8100"/>
                  <a:pt x="17122" y="8100"/>
                  <a:pt x="17122" y="8100"/>
                </a:cubicBezTo>
                <a:cubicBezTo>
                  <a:pt x="19756" y="19170"/>
                  <a:pt x="19756" y="19170"/>
                  <a:pt x="19756" y="19170"/>
                </a:cubicBezTo>
                <a:cubicBezTo>
                  <a:pt x="17385" y="21600"/>
                  <a:pt x="17385" y="21600"/>
                  <a:pt x="17385" y="21600"/>
                </a:cubicBezTo>
                <a:cubicBezTo>
                  <a:pt x="11590" y="13500"/>
                  <a:pt x="11590" y="13500"/>
                  <a:pt x="11590" y="13500"/>
                </a:cubicBezTo>
                <a:cubicBezTo>
                  <a:pt x="9483" y="15390"/>
                  <a:pt x="9483" y="15390"/>
                  <a:pt x="9483" y="15390"/>
                </a:cubicBezTo>
                <a:cubicBezTo>
                  <a:pt x="10273" y="18900"/>
                  <a:pt x="10273" y="18900"/>
                  <a:pt x="10273" y="18900"/>
                </a:cubicBezTo>
                <a:cubicBezTo>
                  <a:pt x="8956" y="20250"/>
                  <a:pt x="8956" y="20250"/>
                  <a:pt x="8956" y="20250"/>
                </a:cubicBezTo>
                <a:cubicBezTo>
                  <a:pt x="6849" y="16470"/>
                  <a:pt x="6849" y="16470"/>
                  <a:pt x="6849" y="16470"/>
                </a:cubicBezTo>
                <a:cubicBezTo>
                  <a:pt x="5532" y="18090"/>
                  <a:pt x="5532" y="18090"/>
                  <a:pt x="5532" y="18090"/>
                </a:cubicBezTo>
                <a:cubicBezTo>
                  <a:pt x="4215" y="16740"/>
                  <a:pt x="4215" y="16740"/>
                  <a:pt x="4215" y="16740"/>
                </a:cubicBezTo>
                <a:cubicBezTo>
                  <a:pt x="5532" y="15390"/>
                  <a:pt x="5532" y="15390"/>
                  <a:pt x="5532" y="15390"/>
                </a:cubicBezTo>
                <a:cubicBezTo>
                  <a:pt x="1844" y="13500"/>
                  <a:pt x="1844" y="13500"/>
                  <a:pt x="1844" y="13500"/>
                </a:cubicBezTo>
                <a:cubicBezTo>
                  <a:pt x="3161" y="11880"/>
                  <a:pt x="3161" y="11880"/>
                  <a:pt x="3161" y="11880"/>
                </a:cubicBezTo>
                <a:cubicBezTo>
                  <a:pt x="6585" y="12690"/>
                  <a:pt x="6585" y="12690"/>
                  <a:pt x="6585" y="12690"/>
                </a:cubicBezTo>
                <a:cubicBezTo>
                  <a:pt x="8429" y="10530"/>
                  <a:pt x="8429" y="10530"/>
                  <a:pt x="8429" y="10530"/>
                </a:cubicBezTo>
                <a:cubicBezTo>
                  <a:pt x="0" y="4860"/>
                  <a:pt x="0" y="4860"/>
                  <a:pt x="0" y="4860"/>
                </a:cubicBezTo>
                <a:cubicBezTo>
                  <a:pt x="2371" y="2160"/>
                  <a:pt x="2371" y="2160"/>
                  <a:pt x="2371" y="2160"/>
                </a:cubicBezTo>
                <a:cubicBezTo>
                  <a:pt x="13434" y="4320"/>
                  <a:pt x="13434" y="4320"/>
                  <a:pt x="13434" y="4320"/>
                </a:cubicBezTo>
                <a:cubicBezTo>
                  <a:pt x="13961" y="3510"/>
                  <a:pt x="13961" y="3510"/>
                  <a:pt x="13961" y="3510"/>
                </a:cubicBezTo>
                <a:cubicBezTo>
                  <a:pt x="15805" y="1350"/>
                  <a:pt x="17649" y="1080"/>
                  <a:pt x="19493" y="1620"/>
                </a:cubicBezTo>
                <a:close/>
                <a:moveTo>
                  <a:pt x="21600" y="13500"/>
                </a:moveTo>
                <a:cubicBezTo>
                  <a:pt x="19493" y="11340"/>
                  <a:pt x="19493" y="11340"/>
                  <a:pt x="19493" y="11340"/>
                </a:cubicBezTo>
                <a:cubicBezTo>
                  <a:pt x="18966" y="11880"/>
                  <a:pt x="18966" y="11880"/>
                  <a:pt x="18966" y="11880"/>
                </a:cubicBezTo>
                <a:cubicBezTo>
                  <a:pt x="20020" y="15390"/>
                  <a:pt x="20020" y="15390"/>
                  <a:pt x="20020" y="15390"/>
                </a:cubicBezTo>
                <a:cubicBezTo>
                  <a:pt x="21600" y="13500"/>
                  <a:pt x="21600" y="13500"/>
                  <a:pt x="21600" y="13500"/>
                </a:cubicBezTo>
                <a:close/>
                <a:moveTo>
                  <a:pt x="7639" y="0"/>
                </a:moveTo>
                <a:cubicBezTo>
                  <a:pt x="6059" y="1890"/>
                  <a:pt x="6059" y="1890"/>
                  <a:pt x="6059" y="1890"/>
                </a:cubicBezTo>
                <a:cubicBezTo>
                  <a:pt x="9483" y="2700"/>
                  <a:pt x="9483" y="2700"/>
                  <a:pt x="9483" y="2700"/>
                </a:cubicBezTo>
                <a:cubicBezTo>
                  <a:pt x="9746" y="2160"/>
                  <a:pt x="9746" y="2160"/>
                  <a:pt x="9746" y="2160"/>
                </a:cubicBezTo>
                <a:lnTo>
                  <a:pt x="7639" y="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5" name="Shape 7235"/>
          <p:cNvSpPr/>
          <p:nvPr/>
        </p:nvSpPr>
        <p:spPr>
          <a:xfrm>
            <a:off x="17299071" y="1987739"/>
            <a:ext cx="633555" cy="7671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42" y="20439"/>
                </a:moveTo>
                <a:cubicBezTo>
                  <a:pt x="561" y="20206"/>
                  <a:pt x="281" y="19974"/>
                  <a:pt x="0" y="19742"/>
                </a:cubicBezTo>
                <a:cubicBezTo>
                  <a:pt x="0" y="16723"/>
                  <a:pt x="0" y="13471"/>
                  <a:pt x="0" y="10452"/>
                </a:cubicBezTo>
                <a:cubicBezTo>
                  <a:pt x="3366" y="9290"/>
                  <a:pt x="5891" y="7432"/>
                  <a:pt x="8416" y="4645"/>
                </a:cubicBezTo>
                <a:cubicBezTo>
                  <a:pt x="10660" y="6039"/>
                  <a:pt x="10660" y="6039"/>
                  <a:pt x="10660" y="6039"/>
                </a:cubicBezTo>
                <a:cubicBezTo>
                  <a:pt x="10660" y="6039"/>
                  <a:pt x="10660" y="6039"/>
                  <a:pt x="10660" y="6039"/>
                </a:cubicBezTo>
                <a:cubicBezTo>
                  <a:pt x="10660" y="6271"/>
                  <a:pt x="10660" y="6271"/>
                  <a:pt x="10660" y="6271"/>
                </a:cubicBezTo>
                <a:cubicBezTo>
                  <a:pt x="10940" y="6271"/>
                  <a:pt x="10940" y="6271"/>
                  <a:pt x="10940" y="6271"/>
                </a:cubicBezTo>
                <a:cubicBezTo>
                  <a:pt x="10940" y="6271"/>
                  <a:pt x="10940" y="6271"/>
                  <a:pt x="10940" y="6271"/>
                </a:cubicBezTo>
                <a:cubicBezTo>
                  <a:pt x="10940" y="6271"/>
                  <a:pt x="10940" y="6271"/>
                  <a:pt x="10940" y="6271"/>
                </a:cubicBezTo>
                <a:cubicBezTo>
                  <a:pt x="10940" y="6271"/>
                  <a:pt x="10940" y="6271"/>
                  <a:pt x="10940" y="6271"/>
                </a:cubicBezTo>
                <a:cubicBezTo>
                  <a:pt x="11221" y="6271"/>
                  <a:pt x="11221" y="6271"/>
                  <a:pt x="11221" y="6271"/>
                </a:cubicBezTo>
                <a:cubicBezTo>
                  <a:pt x="11221" y="6271"/>
                  <a:pt x="11221" y="6271"/>
                  <a:pt x="11221" y="6271"/>
                </a:cubicBezTo>
                <a:cubicBezTo>
                  <a:pt x="11221" y="6503"/>
                  <a:pt x="11221" y="6503"/>
                  <a:pt x="11221" y="6503"/>
                </a:cubicBezTo>
                <a:cubicBezTo>
                  <a:pt x="11221" y="6503"/>
                  <a:pt x="11221" y="6503"/>
                  <a:pt x="11221" y="6503"/>
                </a:cubicBezTo>
                <a:cubicBezTo>
                  <a:pt x="11221" y="6503"/>
                  <a:pt x="11221" y="6503"/>
                  <a:pt x="11221" y="6503"/>
                </a:cubicBezTo>
                <a:cubicBezTo>
                  <a:pt x="11501" y="6503"/>
                  <a:pt x="11501" y="6503"/>
                  <a:pt x="11501" y="6503"/>
                </a:cubicBezTo>
                <a:cubicBezTo>
                  <a:pt x="11501" y="6503"/>
                  <a:pt x="11501" y="6503"/>
                  <a:pt x="11501" y="6503"/>
                </a:cubicBezTo>
                <a:cubicBezTo>
                  <a:pt x="11501" y="6503"/>
                  <a:pt x="11501" y="6503"/>
                  <a:pt x="11501" y="6503"/>
                </a:cubicBezTo>
                <a:cubicBezTo>
                  <a:pt x="11501" y="6735"/>
                  <a:pt x="11501" y="6735"/>
                  <a:pt x="11501" y="6735"/>
                </a:cubicBezTo>
                <a:cubicBezTo>
                  <a:pt x="11782" y="6735"/>
                  <a:pt x="11782" y="6735"/>
                  <a:pt x="11782" y="6735"/>
                </a:cubicBezTo>
                <a:cubicBezTo>
                  <a:pt x="11782" y="6735"/>
                  <a:pt x="11782" y="6735"/>
                  <a:pt x="11782" y="6735"/>
                </a:cubicBezTo>
                <a:cubicBezTo>
                  <a:pt x="11782" y="6735"/>
                  <a:pt x="11782" y="6735"/>
                  <a:pt x="11782" y="6735"/>
                </a:cubicBezTo>
                <a:cubicBezTo>
                  <a:pt x="11782" y="6735"/>
                  <a:pt x="11782" y="6735"/>
                  <a:pt x="11782" y="6735"/>
                </a:cubicBezTo>
                <a:cubicBezTo>
                  <a:pt x="11782" y="6735"/>
                  <a:pt x="11782" y="6735"/>
                  <a:pt x="11782" y="6735"/>
                </a:cubicBezTo>
                <a:cubicBezTo>
                  <a:pt x="12062" y="6735"/>
                  <a:pt x="12062" y="6735"/>
                  <a:pt x="12062" y="6735"/>
                </a:cubicBezTo>
                <a:cubicBezTo>
                  <a:pt x="12062" y="6968"/>
                  <a:pt x="12062" y="6968"/>
                  <a:pt x="12062" y="6968"/>
                </a:cubicBezTo>
                <a:cubicBezTo>
                  <a:pt x="12062" y="6968"/>
                  <a:pt x="12062" y="6968"/>
                  <a:pt x="12062" y="6968"/>
                </a:cubicBezTo>
                <a:cubicBezTo>
                  <a:pt x="12062" y="6968"/>
                  <a:pt x="12062" y="6968"/>
                  <a:pt x="12062" y="6968"/>
                </a:cubicBezTo>
                <a:cubicBezTo>
                  <a:pt x="12062" y="6968"/>
                  <a:pt x="12062" y="6968"/>
                  <a:pt x="12062" y="6968"/>
                </a:cubicBezTo>
                <a:cubicBezTo>
                  <a:pt x="12343" y="6968"/>
                  <a:pt x="12343" y="6968"/>
                  <a:pt x="12343" y="6968"/>
                </a:cubicBezTo>
                <a:cubicBezTo>
                  <a:pt x="13465" y="7665"/>
                  <a:pt x="13465" y="7665"/>
                  <a:pt x="13465" y="7665"/>
                </a:cubicBezTo>
                <a:cubicBezTo>
                  <a:pt x="13465" y="7665"/>
                  <a:pt x="13465" y="7665"/>
                  <a:pt x="13465" y="7665"/>
                </a:cubicBezTo>
                <a:cubicBezTo>
                  <a:pt x="13465" y="7665"/>
                  <a:pt x="13465" y="7665"/>
                  <a:pt x="13465" y="7665"/>
                </a:cubicBezTo>
                <a:cubicBezTo>
                  <a:pt x="13465" y="7897"/>
                  <a:pt x="13465" y="7897"/>
                  <a:pt x="13465" y="7897"/>
                </a:cubicBezTo>
                <a:cubicBezTo>
                  <a:pt x="13745" y="7897"/>
                  <a:pt x="13745" y="7897"/>
                  <a:pt x="13745" y="7897"/>
                </a:cubicBezTo>
                <a:cubicBezTo>
                  <a:pt x="13745" y="7897"/>
                  <a:pt x="13745" y="7897"/>
                  <a:pt x="13745" y="7897"/>
                </a:cubicBezTo>
                <a:cubicBezTo>
                  <a:pt x="13745" y="7897"/>
                  <a:pt x="13745" y="7897"/>
                  <a:pt x="13745" y="7897"/>
                </a:cubicBezTo>
                <a:cubicBezTo>
                  <a:pt x="13745" y="7897"/>
                  <a:pt x="13745" y="7897"/>
                  <a:pt x="13745" y="7897"/>
                </a:cubicBezTo>
                <a:cubicBezTo>
                  <a:pt x="14026" y="7897"/>
                  <a:pt x="14026" y="7897"/>
                  <a:pt x="14026" y="7897"/>
                </a:cubicBezTo>
                <a:cubicBezTo>
                  <a:pt x="14026" y="8129"/>
                  <a:pt x="14026" y="8129"/>
                  <a:pt x="14026" y="8129"/>
                </a:cubicBezTo>
                <a:cubicBezTo>
                  <a:pt x="14026" y="8129"/>
                  <a:pt x="14026" y="8129"/>
                  <a:pt x="14026" y="8129"/>
                </a:cubicBezTo>
                <a:cubicBezTo>
                  <a:pt x="14026" y="8129"/>
                  <a:pt x="14026" y="8129"/>
                  <a:pt x="14026" y="8129"/>
                </a:cubicBezTo>
                <a:cubicBezTo>
                  <a:pt x="14026" y="8129"/>
                  <a:pt x="14026" y="8129"/>
                  <a:pt x="14026" y="8129"/>
                </a:cubicBezTo>
                <a:cubicBezTo>
                  <a:pt x="14306" y="8129"/>
                  <a:pt x="14306" y="8129"/>
                  <a:pt x="14306" y="8129"/>
                </a:cubicBezTo>
                <a:cubicBezTo>
                  <a:pt x="14306" y="8129"/>
                  <a:pt x="14306" y="8129"/>
                  <a:pt x="14306" y="8129"/>
                </a:cubicBezTo>
                <a:cubicBezTo>
                  <a:pt x="14306" y="8129"/>
                  <a:pt x="14306" y="8129"/>
                  <a:pt x="14306" y="8129"/>
                </a:cubicBezTo>
                <a:cubicBezTo>
                  <a:pt x="14306" y="8361"/>
                  <a:pt x="14306" y="8361"/>
                  <a:pt x="14306" y="8361"/>
                </a:cubicBezTo>
                <a:cubicBezTo>
                  <a:pt x="14587" y="8361"/>
                  <a:pt x="14587" y="8361"/>
                  <a:pt x="14587" y="8361"/>
                </a:cubicBezTo>
                <a:cubicBezTo>
                  <a:pt x="14587" y="8361"/>
                  <a:pt x="14587" y="8361"/>
                  <a:pt x="14587" y="8361"/>
                </a:cubicBezTo>
                <a:cubicBezTo>
                  <a:pt x="14587" y="8361"/>
                  <a:pt x="14587" y="8361"/>
                  <a:pt x="14587" y="8361"/>
                </a:cubicBezTo>
                <a:cubicBezTo>
                  <a:pt x="14587" y="8361"/>
                  <a:pt x="14587" y="8361"/>
                  <a:pt x="14587" y="8361"/>
                </a:cubicBezTo>
                <a:cubicBezTo>
                  <a:pt x="14587" y="8361"/>
                  <a:pt x="14587" y="8361"/>
                  <a:pt x="14587" y="8361"/>
                </a:cubicBezTo>
                <a:cubicBezTo>
                  <a:pt x="14868" y="8594"/>
                  <a:pt x="14868" y="8594"/>
                  <a:pt x="14868" y="8594"/>
                </a:cubicBezTo>
                <a:cubicBezTo>
                  <a:pt x="14868" y="8594"/>
                  <a:pt x="14868" y="8594"/>
                  <a:pt x="14868" y="8594"/>
                </a:cubicBezTo>
                <a:cubicBezTo>
                  <a:pt x="14868" y="8594"/>
                  <a:pt x="14868" y="8594"/>
                  <a:pt x="14868" y="8594"/>
                </a:cubicBezTo>
                <a:cubicBezTo>
                  <a:pt x="17392" y="9987"/>
                  <a:pt x="17392" y="9987"/>
                  <a:pt x="17392" y="9987"/>
                </a:cubicBezTo>
                <a:cubicBezTo>
                  <a:pt x="14868" y="12774"/>
                  <a:pt x="13745" y="15561"/>
                  <a:pt x="13465" y="18348"/>
                </a:cubicBezTo>
                <a:cubicBezTo>
                  <a:pt x="10099" y="19510"/>
                  <a:pt x="6452" y="20439"/>
                  <a:pt x="3086" y="21600"/>
                </a:cubicBezTo>
                <a:cubicBezTo>
                  <a:pt x="2525" y="21368"/>
                  <a:pt x="2244" y="21135"/>
                  <a:pt x="1964" y="21135"/>
                </a:cubicBezTo>
                <a:cubicBezTo>
                  <a:pt x="6452" y="15794"/>
                  <a:pt x="6452" y="15794"/>
                  <a:pt x="6452" y="15794"/>
                </a:cubicBezTo>
                <a:cubicBezTo>
                  <a:pt x="7574" y="16026"/>
                  <a:pt x="8977" y="15794"/>
                  <a:pt x="9818" y="14865"/>
                </a:cubicBezTo>
                <a:cubicBezTo>
                  <a:pt x="10660" y="13935"/>
                  <a:pt x="10379" y="12542"/>
                  <a:pt x="8977" y="11845"/>
                </a:cubicBezTo>
                <a:cubicBezTo>
                  <a:pt x="7855" y="10916"/>
                  <a:pt x="6171" y="11381"/>
                  <a:pt x="5330" y="12310"/>
                </a:cubicBezTo>
                <a:cubicBezTo>
                  <a:pt x="4488" y="13239"/>
                  <a:pt x="4488" y="14400"/>
                  <a:pt x="5330" y="15097"/>
                </a:cubicBezTo>
                <a:cubicBezTo>
                  <a:pt x="842" y="20439"/>
                  <a:pt x="842" y="20439"/>
                  <a:pt x="842" y="20439"/>
                </a:cubicBezTo>
                <a:close/>
                <a:moveTo>
                  <a:pt x="7574" y="21600"/>
                </a:moveTo>
                <a:cubicBezTo>
                  <a:pt x="20478" y="21600"/>
                  <a:pt x="20478" y="21600"/>
                  <a:pt x="20478" y="21600"/>
                </a:cubicBezTo>
                <a:cubicBezTo>
                  <a:pt x="20478" y="19277"/>
                  <a:pt x="20478" y="19277"/>
                  <a:pt x="20478" y="19277"/>
                </a:cubicBezTo>
                <a:cubicBezTo>
                  <a:pt x="15148" y="19277"/>
                  <a:pt x="15148" y="19277"/>
                  <a:pt x="15148" y="19277"/>
                </a:cubicBezTo>
                <a:cubicBezTo>
                  <a:pt x="7574" y="21600"/>
                  <a:pt x="7574" y="21600"/>
                  <a:pt x="7574" y="21600"/>
                </a:cubicBezTo>
                <a:close/>
                <a:moveTo>
                  <a:pt x="19356" y="9755"/>
                </a:moveTo>
                <a:cubicBezTo>
                  <a:pt x="21600" y="7200"/>
                  <a:pt x="21600" y="7200"/>
                  <a:pt x="21600" y="7200"/>
                </a:cubicBezTo>
                <a:cubicBezTo>
                  <a:pt x="9538" y="0"/>
                  <a:pt x="9538" y="0"/>
                  <a:pt x="9538" y="0"/>
                </a:cubicBezTo>
                <a:cubicBezTo>
                  <a:pt x="7294" y="2787"/>
                  <a:pt x="7294" y="2787"/>
                  <a:pt x="7294" y="2787"/>
                </a:cubicBezTo>
                <a:lnTo>
                  <a:pt x="19356" y="9755"/>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6" name="Shape 7236"/>
          <p:cNvSpPr/>
          <p:nvPr/>
        </p:nvSpPr>
        <p:spPr>
          <a:xfrm>
            <a:off x="18848607" y="1957208"/>
            <a:ext cx="507607" cy="9388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095" y="0"/>
                </a:moveTo>
                <a:lnTo>
                  <a:pt x="19651" y="0"/>
                </a:lnTo>
                <a:lnTo>
                  <a:pt x="19651" y="3600"/>
                </a:lnTo>
                <a:lnTo>
                  <a:pt x="17540" y="3600"/>
                </a:lnTo>
                <a:lnTo>
                  <a:pt x="21600" y="17737"/>
                </a:lnTo>
                <a:lnTo>
                  <a:pt x="14617" y="21600"/>
                </a:lnTo>
                <a:lnTo>
                  <a:pt x="6659" y="18000"/>
                </a:lnTo>
                <a:lnTo>
                  <a:pt x="9095" y="10185"/>
                </a:lnTo>
                <a:lnTo>
                  <a:pt x="1786" y="13610"/>
                </a:lnTo>
                <a:lnTo>
                  <a:pt x="0" y="12293"/>
                </a:lnTo>
                <a:lnTo>
                  <a:pt x="10394" y="6234"/>
                </a:lnTo>
                <a:lnTo>
                  <a:pt x="11206" y="3600"/>
                </a:lnTo>
                <a:lnTo>
                  <a:pt x="9095" y="3600"/>
                </a:lnTo>
                <a:lnTo>
                  <a:pt x="9095" y="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7" name="Shape 7237"/>
          <p:cNvSpPr/>
          <p:nvPr/>
        </p:nvSpPr>
        <p:spPr>
          <a:xfrm>
            <a:off x="6438690" y="9634578"/>
            <a:ext cx="889585" cy="6528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66" y="5940"/>
                </a:moveTo>
                <a:cubicBezTo>
                  <a:pt x="17407" y="0"/>
                  <a:pt x="17407" y="0"/>
                  <a:pt x="17407" y="0"/>
                </a:cubicBezTo>
                <a:cubicBezTo>
                  <a:pt x="17723" y="1080"/>
                  <a:pt x="18514" y="1728"/>
                  <a:pt x="19305" y="1404"/>
                </a:cubicBezTo>
                <a:cubicBezTo>
                  <a:pt x="21600" y="12960"/>
                  <a:pt x="21600" y="12960"/>
                  <a:pt x="21600" y="12960"/>
                </a:cubicBezTo>
                <a:cubicBezTo>
                  <a:pt x="20730" y="13284"/>
                  <a:pt x="20255" y="14472"/>
                  <a:pt x="20492" y="15660"/>
                </a:cubicBezTo>
                <a:cubicBezTo>
                  <a:pt x="4352" y="21600"/>
                  <a:pt x="4352" y="21600"/>
                  <a:pt x="4352" y="21600"/>
                </a:cubicBezTo>
                <a:cubicBezTo>
                  <a:pt x="4114" y="20412"/>
                  <a:pt x="3244" y="19656"/>
                  <a:pt x="2374" y="19980"/>
                </a:cubicBezTo>
                <a:cubicBezTo>
                  <a:pt x="2374" y="19980"/>
                  <a:pt x="2295" y="19980"/>
                  <a:pt x="2295" y="20088"/>
                </a:cubicBezTo>
                <a:cubicBezTo>
                  <a:pt x="0" y="8532"/>
                  <a:pt x="0" y="8532"/>
                  <a:pt x="0" y="8532"/>
                </a:cubicBezTo>
                <a:cubicBezTo>
                  <a:pt x="79" y="8424"/>
                  <a:pt x="79" y="8424"/>
                  <a:pt x="158" y="8424"/>
                </a:cubicBezTo>
                <a:cubicBezTo>
                  <a:pt x="949" y="8100"/>
                  <a:pt x="1424" y="7020"/>
                  <a:pt x="1266" y="5940"/>
                </a:cubicBezTo>
                <a:close/>
                <a:moveTo>
                  <a:pt x="14954" y="7344"/>
                </a:moveTo>
                <a:cubicBezTo>
                  <a:pt x="14716" y="8532"/>
                  <a:pt x="14716" y="8532"/>
                  <a:pt x="14716" y="8532"/>
                </a:cubicBezTo>
                <a:cubicBezTo>
                  <a:pt x="13925" y="9072"/>
                  <a:pt x="13925" y="9072"/>
                  <a:pt x="13925" y="9072"/>
                </a:cubicBezTo>
                <a:cubicBezTo>
                  <a:pt x="14637" y="9720"/>
                  <a:pt x="14637" y="9720"/>
                  <a:pt x="14637" y="9720"/>
                </a:cubicBezTo>
                <a:cubicBezTo>
                  <a:pt x="14796" y="10908"/>
                  <a:pt x="14796" y="10908"/>
                  <a:pt x="14796" y="10908"/>
                </a:cubicBezTo>
                <a:cubicBezTo>
                  <a:pt x="15429" y="10044"/>
                  <a:pt x="15429" y="10044"/>
                  <a:pt x="15429" y="10044"/>
                </a:cubicBezTo>
                <a:cubicBezTo>
                  <a:pt x="16378" y="10368"/>
                  <a:pt x="16378" y="10368"/>
                  <a:pt x="16378" y="10368"/>
                </a:cubicBezTo>
                <a:cubicBezTo>
                  <a:pt x="15982" y="9180"/>
                  <a:pt x="15982" y="9180"/>
                  <a:pt x="15982" y="9180"/>
                </a:cubicBezTo>
                <a:cubicBezTo>
                  <a:pt x="16457" y="8100"/>
                  <a:pt x="16457" y="8100"/>
                  <a:pt x="16457" y="8100"/>
                </a:cubicBezTo>
                <a:cubicBezTo>
                  <a:pt x="15587" y="8208"/>
                  <a:pt x="15587" y="8208"/>
                  <a:pt x="15587" y="8208"/>
                </a:cubicBezTo>
                <a:cubicBezTo>
                  <a:pt x="14954" y="7344"/>
                  <a:pt x="14954" y="7344"/>
                  <a:pt x="14954" y="7344"/>
                </a:cubicBezTo>
                <a:close/>
                <a:moveTo>
                  <a:pt x="5934" y="10692"/>
                </a:moveTo>
                <a:cubicBezTo>
                  <a:pt x="5697" y="11880"/>
                  <a:pt x="5697" y="11880"/>
                  <a:pt x="5697" y="11880"/>
                </a:cubicBezTo>
                <a:cubicBezTo>
                  <a:pt x="4905" y="12420"/>
                  <a:pt x="4905" y="12420"/>
                  <a:pt x="4905" y="12420"/>
                </a:cubicBezTo>
                <a:cubicBezTo>
                  <a:pt x="5618" y="12960"/>
                  <a:pt x="5618" y="12960"/>
                  <a:pt x="5618" y="12960"/>
                </a:cubicBezTo>
                <a:cubicBezTo>
                  <a:pt x="5776" y="14256"/>
                  <a:pt x="5776" y="14256"/>
                  <a:pt x="5776" y="14256"/>
                </a:cubicBezTo>
                <a:cubicBezTo>
                  <a:pt x="6409" y="13392"/>
                  <a:pt x="6409" y="13392"/>
                  <a:pt x="6409" y="13392"/>
                </a:cubicBezTo>
                <a:cubicBezTo>
                  <a:pt x="7358" y="13608"/>
                  <a:pt x="7358" y="13608"/>
                  <a:pt x="7358" y="13608"/>
                </a:cubicBezTo>
                <a:cubicBezTo>
                  <a:pt x="6963" y="12420"/>
                  <a:pt x="6963" y="12420"/>
                  <a:pt x="6963" y="12420"/>
                </a:cubicBezTo>
                <a:cubicBezTo>
                  <a:pt x="7437" y="11448"/>
                  <a:pt x="7437" y="11448"/>
                  <a:pt x="7437" y="11448"/>
                </a:cubicBezTo>
                <a:cubicBezTo>
                  <a:pt x="6567" y="11556"/>
                  <a:pt x="6567" y="11556"/>
                  <a:pt x="6567" y="11556"/>
                </a:cubicBezTo>
                <a:cubicBezTo>
                  <a:pt x="5934" y="10692"/>
                  <a:pt x="5934" y="10692"/>
                  <a:pt x="5934" y="10692"/>
                </a:cubicBezTo>
                <a:close/>
                <a:moveTo>
                  <a:pt x="10127" y="7452"/>
                </a:moveTo>
                <a:cubicBezTo>
                  <a:pt x="9732" y="9720"/>
                  <a:pt x="9732" y="9720"/>
                  <a:pt x="9732" y="9720"/>
                </a:cubicBezTo>
                <a:cubicBezTo>
                  <a:pt x="8149" y="10800"/>
                  <a:pt x="8149" y="10800"/>
                  <a:pt x="8149" y="10800"/>
                </a:cubicBezTo>
                <a:cubicBezTo>
                  <a:pt x="9574" y="11988"/>
                  <a:pt x="9574" y="11988"/>
                  <a:pt x="9574" y="11988"/>
                </a:cubicBezTo>
                <a:cubicBezTo>
                  <a:pt x="9890" y="14472"/>
                  <a:pt x="9890" y="14472"/>
                  <a:pt x="9890" y="14472"/>
                </a:cubicBezTo>
                <a:cubicBezTo>
                  <a:pt x="11156" y="12744"/>
                  <a:pt x="11156" y="12744"/>
                  <a:pt x="11156" y="12744"/>
                </a:cubicBezTo>
                <a:cubicBezTo>
                  <a:pt x="12976" y="13284"/>
                  <a:pt x="12976" y="13284"/>
                  <a:pt x="12976" y="13284"/>
                </a:cubicBezTo>
                <a:cubicBezTo>
                  <a:pt x="12264" y="10908"/>
                  <a:pt x="12264" y="10908"/>
                  <a:pt x="12264" y="10908"/>
                </a:cubicBezTo>
                <a:cubicBezTo>
                  <a:pt x="13134" y="8964"/>
                  <a:pt x="13134" y="8964"/>
                  <a:pt x="13134" y="8964"/>
                </a:cubicBezTo>
                <a:cubicBezTo>
                  <a:pt x="11393" y="9180"/>
                  <a:pt x="11393" y="9180"/>
                  <a:pt x="11393" y="9180"/>
                </a:cubicBezTo>
                <a:cubicBezTo>
                  <a:pt x="10127" y="7452"/>
                  <a:pt x="10127" y="7452"/>
                  <a:pt x="10127" y="7452"/>
                </a:cubicBezTo>
                <a:close/>
                <a:moveTo>
                  <a:pt x="3481" y="8640"/>
                </a:moveTo>
                <a:cubicBezTo>
                  <a:pt x="3323" y="9072"/>
                  <a:pt x="3165" y="9504"/>
                  <a:pt x="2927" y="9936"/>
                </a:cubicBezTo>
                <a:cubicBezTo>
                  <a:pt x="4273" y="16848"/>
                  <a:pt x="4273" y="16848"/>
                  <a:pt x="4273" y="16848"/>
                </a:cubicBezTo>
                <a:cubicBezTo>
                  <a:pt x="4668" y="17064"/>
                  <a:pt x="4985" y="17280"/>
                  <a:pt x="5301" y="17712"/>
                </a:cubicBezTo>
                <a:cubicBezTo>
                  <a:pt x="18277" y="12960"/>
                  <a:pt x="18277" y="12960"/>
                  <a:pt x="18277" y="12960"/>
                </a:cubicBezTo>
                <a:cubicBezTo>
                  <a:pt x="18356" y="12528"/>
                  <a:pt x="18514" y="12096"/>
                  <a:pt x="18752" y="11772"/>
                </a:cubicBezTo>
                <a:cubicBezTo>
                  <a:pt x="17327" y="4428"/>
                  <a:pt x="17327" y="4428"/>
                  <a:pt x="17327" y="4428"/>
                </a:cubicBezTo>
                <a:cubicBezTo>
                  <a:pt x="17090" y="4320"/>
                  <a:pt x="16774" y="4104"/>
                  <a:pt x="16536" y="3888"/>
                </a:cubicBezTo>
                <a:lnTo>
                  <a:pt x="3481" y="864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8" name="Shape 7238"/>
          <p:cNvSpPr/>
          <p:nvPr/>
        </p:nvSpPr>
        <p:spPr>
          <a:xfrm>
            <a:off x="4896288" y="9648110"/>
            <a:ext cx="896351" cy="6426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01" y="5373"/>
                </a:moveTo>
                <a:cubicBezTo>
                  <a:pt x="20186" y="19517"/>
                  <a:pt x="20186" y="19517"/>
                  <a:pt x="20186" y="19517"/>
                </a:cubicBezTo>
                <a:cubicBezTo>
                  <a:pt x="21600" y="19517"/>
                  <a:pt x="21600" y="19517"/>
                  <a:pt x="21600" y="19517"/>
                </a:cubicBezTo>
                <a:cubicBezTo>
                  <a:pt x="21600" y="21600"/>
                  <a:pt x="21600" y="21600"/>
                  <a:pt x="21600" y="21600"/>
                </a:cubicBezTo>
                <a:cubicBezTo>
                  <a:pt x="14767" y="21600"/>
                  <a:pt x="14767" y="21600"/>
                  <a:pt x="14767" y="21600"/>
                </a:cubicBezTo>
                <a:cubicBezTo>
                  <a:pt x="14767" y="19517"/>
                  <a:pt x="14767" y="19517"/>
                  <a:pt x="14767" y="19517"/>
                </a:cubicBezTo>
                <a:cubicBezTo>
                  <a:pt x="16102" y="19517"/>
                  <a:pt x="16102" y="19517"/>
                  <a:pt x="16102" y="19517"/>
                </a:cubicBezTo>
                <a:cubicBezTo>
                  <a:pt x="16966" y="5373"/>
                  <a:pt x="16966" y="5373"/>
                  <a:pt x="16966" y="5373"/>
                </a:cubicBezTo>
                <a:cubicBezTo>
                  <a:pt x="16102" y="5373"/>
                  <a:pt x="16102" y="5373"/>
                  <a:pt x="16102" y="5373"/>
                </a:cubicBezTo>
                <a:cubicBezTo>
                  <a:pt x="16102" y="3947"/>
                  <a:pt x="16102" y="3947"/>
                  <a:pt x="16102" y="3947"/>
                </a:cubicBezTo>
                <a:cubicBezTo>
                  <a:pt x="17201" y="3947"/>
                  <a:pt x="17201" y="3947"/>
                  <a:pt x="17201" y="3947"/>
                </a:cubicBezTo>
                <a:cubicBezTo>
                  <a:pt x="16809" y="3509"/>
                  <a:pt x="16573" y="2960"/>
                  <a:pt x="16573" y="2303"/>
                </a:cubicBezTo>
                <a:cubicBezTo>
                  <a:pt x="16573" y="987"/>
                  <a:pt x="17280" y="0"/>
                  <a:pt x="18223" y="0"/>
                </a:cubicBezTo>
                <a:cubicBezTo>
                  <a:pt x="19087" y="0"/>
                  <a:pt x="19793" y="987"/>
                  <a:pt x="19793" y="2303"/>
                </a:cubicBezTo>
                <a:cubicBezTo>
                  <a:pt x="19793" y="2960"/>
                  <a:pt x="19558" y="3509"/>
                  <a:pt x="19244" y="3947"/>
                </a:cubicBezTo>
                <a:cubicBezTo>
                  <a:pt x="20343" y="3947"/>
                  <a:pt x="20343" y="3947"/>
                  <a:pt x="20343" y="3947"/>
                </a:cubicBezTo>
                <a:cubicBezTo>
                  <a:pt x="20343" y="5373"/>
                  <a:pt x="20343" y="5373"/>
                  <a:pt x="20343" y="5373"/>
                </a:cubicBezTo>
                <a:cubicBezTo>
                  <a:pt x="19401" y="5373"/>
                  <a:pt x="19401" y="5373"/>
                  <a:pt x="19401" y="5373"/>
                </a:cubicBezTo>
                <a:close/>
                <a:moveTo>
                  <a:pt x="1257" y="3947"/>
                </a:moveTo>
                <a:cubicBezTo>
                  <a:pt x="2356" y="3947"/>
                  <a:pt x="2356" y="3947"/>
                  <a:pt x="2356" y="3947"/>
                </a:cubicBezTo>
                <a:cubicBezTo>
                  <a:pt x="2042" y="3509"/>
                  <a:pt x="1807" y="2960"/>
                  <a:pt x="1807" y="2303"/>
                </a:cubicBezTo>
                <a:cubicBezTo>
                  <a:pt x="1807" y="987"/>
                  <a:pt x="2513" y="0"/>
                  <a:pt x="3377" y="0"/>
                </a:cubicBezTo>
                <a:cubicBezTo>
                  <a:pt x="4241" y="0"/>
                  <a:pt x="4948" y="987"/>
                  <a:pt x="4948" y="2303"/>
                </a:cubicBezTo>
                <a:cubicBezTo>
                  <a:pt x="4948" y="2960"/>
                  <a:pt x="4791" y="3509"/>
                  <a:pt x="4399" y="3947"/>
                </a:cubicBezTo>
                <a:cubicBezTo>
                  <a:pt x="5577" y="3947"/>
                  <a:pt x="5577" y="3947"/>
                  <a:pt x="5577" y="3947"/>
                </a:cubicBezTo>
                <a:cubicBezTo>
                  <a:pt x="5577" y="5373"/>
                  <a:pt x="5577" y="5373"/>
                  <a:pt x="5577" y="5373"/>
                </a:cubicBezTo>
                <a:cubicBezTo>
                  <a:pt x="4634" y="5373"/>
                  <a:pt x="4634" y="5373"/>
                  <a:pt x="4634" y="5373"/>
                </a:cubicBezTo>
                <a:cubicBezTo>
                  <a:pt x="5420" y="19517"/>
                  <a:pt x="5420" y="19517"/>
                  <a:pt x="5420" y="19517"/>
                </a:cubicBezTo>
                <a:cubicBezTo>
                  <a:pt x="6833" y="19517"/>
                  <a:pt x="6833" y="19517"/>
                  <a:pt x="6833" y="19517"/>
                </a:cubicBezTo>
                <a:cubicBezTo>
                  <a:pt x="6833" y="21600"/>
                  <a:pt x="6833" y="21600"/>
                  <a:pt x="6833" y="21600"/>
                </a:cubicBezTo>
                <a:cubicBezTo>
                  <a:pt x="0" y="21600"/>
                  <a:pt x="0" y="21600"/>
                  <a:pt x="0" y="21600"/>
                </a:cubicBezTo>
                <a:cubicBezTo>
                  <a:pt x="0" y="19517"/>
                  <a:pt x="0" y="19517"/>
                  <a:pt x="0" y="19517"/>
                </a:cubicBezTo>
                <a:cubicBezTo>
                  <a:pt x="1335" y="19517"/>
                  <a:pt x="1335" y="19517"/>
                  <a:pt x="1335" y="19517"/>
                </a:cubicBezTo>
                <a:cubicBezTo>
                  <a:pt x="2199" y="5373"/>
                  <a:pt x="2199" y="5373"/>
                  <a:pt x="2199" y="5373"/>
                </a:cubicBezTo>
                <a:cubicBezTo>
                  <a:pt x="1257" y="5373"/>
                  <a:pt x="1257" y="5373"/>
                  <a:pt x="1257" y="5373"/>
                </a:cubicBezTo>
                <a:cubicBezTo>
                  <a:pt x="1257" y="3947"/>
                  <a:pt x="1257" y="3947"/>
                  <a:pt x="1257" y="3947"/>
                </a:cubicBezTo>
                <a:close/>
                <a:moveTo>
                  <a:pt x="6205" y="5373"/>
                </a:moveTo>
                <a:cubicBezTo>
                  <a:pt x="6205" y="5592"/>
                  <a:pt x="6127" y="5811"/>
                  <a:pt x="6048" y="6030"/>
                </a:cubicBezTo>
                <a:cubicBezTo>
                  <a:pt x="7933" y="12171"/>
                  <a:pt x="13981" y="12171"/>
                  <a:pt x="15866" y="6030"/>
                </a:cubicBezTo>
                <a:cubicBezTo>
                  <a:pt x="15866" y="5811"/>
                  <a:pt x="15788" y="5592"/>
                  <a:pt x="15709" y="5373"/>
                </a:cubicBezTo>
                <a:cubicBezTo>
                  <a:pt x="13039" y="8881"/>
                  <a:pt x="8876" y="8881"/>
                  <a:pt x="6205" y="5373"/>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39" name="Shape 7239"/>
          <p:cNvSpPr/>
          <p:nvPr/>
        </p:nvSpPr>
        <p:spPr>
          <a:xfrm>
            <a:off x="4995201" y="9668402"/>
            <a:ext cx="33002" cy="77799"/>
          </a:xfrm>
          <a:custGeom>
            <a:avLst/>
            <a:gdLst/>
            <a:ahLst/>
            <a:cxnLst>
              <a:cxn ang="0">
                <a:pos x="wd2" y="hd2"/>
              </a:cxn>
              <a:cxn ang="5400000">
                <a:pos x="wd2" y="hd2"/>
              </a:cxn>
              <a:cxn ang="10800000">
                <a:pos x="wd2" y="hd2"/>
              </a:cxn>
              <a:cxn ang="16200000">
                <a:pos x="wd2" y="hd2"/>
              </a:cxn>
            </a:cxnLst>
            <a:rect l="0" t="0" r="r" b="b"/>
            <a:pathLst>
              <a:path w="17561" h="21600" fill="norm" stroke="1" extrusionOk="0">
                <a:moveTo>
                  <a:pt x="2607" y="21600"/>
                </a:moveTo>
                <a:cubicBezTo>
                  <a:pt x="7592" y="21600"/>
                  <a:pt x="12576" y="21600"/>
                  <a:pt x="17561" y="21600"/>
                </a:cubicBezTo>
                <a:cubicBezTo>
                  <a:pt x="17561" y="14400"/>
                  <a:pt x="17561" y="7200"/>
                  <a:pt x="15899" y="0"/>
                </a:cubicBezTo>
                <a:cubicBezTo>
                  <a:pt x="2607" y="4500"/>
                  <a:pt x="-4039" y="11700"/>
                  <a:pt x="2607" y="2160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0" name="Shape 7240"/>
          <p:cNvSpPr/>
          <p:nvPr/>
        </p:nvSpPr>
        <p:spPr>
          <a:xfrm>
            <a:off x="3448594" y="9543832"/>
            <a:ext cx="744141" cy="808077"/>
          </a:xfrm>
          <a:custGeom>
            <a:avLst/>
            <a:gdLst/>
            <a:ahLst/>
            <a:cxnLst>
              <a:cxn ang="0">
                <a:pos x="wd2" y="hd2"/>
              </a:cxn>
              <a:cxn ang="5400000">
                <a:pos x="wd2" y="hd2"/>
              </a:cxn>
              <a:cxn ang="10800000">
                <a:pos x="wd2" y="hd2"/>
              </a:cxn>
              <a:cxn ang="16200000">
                <a:pos x="wd2" y="hd2"/>
              </a:cxn>
            </a:cxnLst>
            <a:rect l="0" t="0" r="r" b="b"/>
            <a:pathLst>
              <a:path w="21600" h="18697" fill="norm" stroke="1" extrusionOk="0">
                <a:moveTo>
                  <a:pt x="20084" y="8271"/>
                </a:moveTo>
                <a:cubicBezTo>
                  <a:pt x="21600" y="2909"/>
                  <a:pt x="21600" y="2909"/>
                  <a:pt x="21600" y="2909"/>
                </a:cubicBezTo>
                <a:cubicBezTo>
                  <a:pt x="20937" y="2984"/>
                  <a:pt x="20179" y="3060"/>
                  <a:pt x="19516" y="2984"/>
                </a:cubicBezTo>
                <a:cubicBezTo>
                  <a:pt x="17621" y="4948"/>
                  <a:pt x="17621" y="4948"/>
                  <a:pt x="17621" y="4948"/>
                </a:cubicBezTo>
                <a:cubicBezTo>
                  <a:pt x="17432" y="2758"/>
                  <a:pt x="17432" y="2758"/>
                  <a:pt x="17432" y="2758"/>
                </a:cubicBezTo>
                <a:cubicBezTo>
                  <a:pt x="11653" y="1474"/>
                  <a:pt x="6063" y="-2831"/>
                  <a:pt x="0" y="2909"/>
                </a:cubicBezTo>
                <a:cubicBezTo>
                  <a:pt x="474" y="4872"/>
                  <a:pt x="1800" y="11292"/>
                  <a:pt x="2558" y="13105"/>
                </a:cubicBezTo>
                <a:cubicBezTo>
                  <a:pt x="3316" y="15144"/>
                  <a:pt x="4547" y="16805"/>
                  <a:pt x="6158" y="18165"/>
                </a:cubicBezTo>
                <a:cubicBezTo>
                  <a:pt x="6442" y="18391"/>
                  <a:pt x="6442" y="18391"/>
                  <a:pt x="6442" y="18391"/>
                </a:cubicBezTo>
                <a:cubicBezTo>
                  <a:pt x="6821" y="18467"/>
                  <a:pt x="6821" y="18467"/>
                  <a:pt x="6821" y="18467"/>
                </a:cubicBezTo>
                <a:cubicBezTo>
                  <a:pt x="7579" y="18542"/>
                  <a:pt x="8242" y="18618"/>
                  <a:pt x="9000" y="18618"/>
                </a:cubicBezTo>
                <a:cubicBezTo>
                  <a:pt x="10800" y="18769"/>
                  <a:pt x="12505" y="18693"/>
                  <a:pt x="14495" y="18467"/>
                </a:cubicBezTo>
                <a:cubicBezTo>
                  <a:pt x="14968" y="18391"/>
                  <a:pt x="14968" y="18391"/>
                  <a:pt x="14968" y="18391"/>
                </a:cubicBezTo>
                <a:cubicBezTo>
                  <a:pt x="15158" y="18165"/>
                  <a:pt x="15158" y="18165"/>
                  <a:pt x="15158" y="18165"/>
                </a:cubicBezTo>
                <a:cubicBezTo>
                  <a:pt x="16768" y="16881"/>
                  <a:pt x="18000" y="15144"/>
                  <a:pt x="18853" y="13105"/>
                </a:cubicBezTo>
                <a:cubicBezTo>
                  <a:pt x="19516" y="11670"/>
                  <a:pt x="19895" y="10008"/>
                  <a:pt x="20084" y="8271"/>
                </a:cubicBezTo>
                <a:close/>
                <a:moveTo>
                  <a:pt x="14021" y="9933"/>
                </a:moveTo>
                <a:cubicBezTo>
                  <a:pt x="15632" y="9933"/>
                  <a:pt x="15632" y="9933"/>
                  <a:pt x="15632" y="9933"/>
                </a:cubicBezTo>
                <a:cubicBezTo>
                  <a:pt x="16011" y="9933"/>
                  <a:pt x="16389" y="10084"/>
                  <a:pt x="16674" y="10310"/>
                </a:cubicBezTo>
                <a:cubicBezTo>
                  <a:pt x="16674" y="10310"/>
                  <a:pt x="16674" y="10310"/>
                  <a:pt x="16674" y="10310"/>
                </a:cubicBezTo>
                <a:cubicBezTo>
                  <a:pt x="16958" y="10537"/>
                  <a:pt x="17053" y="10763"/>
                  <a:pt x="17053" y="11066"/>
                </a:cubicBezTo>
                <a:cubicBezTo>
                  <a:pt x="17053" y="11594"/>
                  <a:pt x="17053" y="11594"/>
                  <a:pt x="17053" y="11594"/>
                </a:cubicBezTo>
                <a:cubicBezTo>
                  <a:pt x="17053" y="11896"/>
                  <a:pt x="16958" y="12198"/>
                  <a:pt x="16674" y="12349"/>
                </a:cubicBezTo>
                <a:cubicBezTo>
                  <a:pt x="16674" y="12349"/>
                  <a:pt x="16674" y="12349"/>
                  <a:pt x="16674" y="12349"/>
                </a:cubicBezTo>
                <a:cubicBezTo>
                  <a:pt x="16389" y="12576"/>
                  <a:pt x="16011" y="12727"/>
                  <a:pt x="15632" y="12727"/>
                </a:cubicBezTo>
                <a:cubicBezTo>
                  <a:pt x="14021" y="12727"/>
                  <a:pt x="14021" y="12727"/>
                  <a:pt x="14021" y="12727"/>
                </a:cubicBezTo>
                <a:cubicBezTo>
                  <a:pt x="13642" y="12727"/>
                  <a:pt x="13263" y="12576"/>
                  <a:pt x="12979" y="12349"/>
                </a:cubicBezTo>
                <a:cubicBezTo>
                  <a:pt x="12979" y="12349"/>
                  <a:pt x="12979" y="12349"/>
                  <a:pt x="12979" y="12349"/>
                </a:cubicBezTo>
                <a:cubicBezTo>
                  <a:pt x="12789" y="12123"/>
                  <a:pt x="12600" y="11896"/>
                  <a:pt x="12600" y="11594"/>
                </a:cubicBezTo>
                <a:cubicBezTo>
                  <a:pt x="12600" y="11066"/>
                  <a:pt x="12600" y="11066"/>
                  <a:pt x="12600" y="11066"/>
                </a:cubicBezTo>
                <a:cubicBezTo>
                  <a:pt x="12600" y="10763"/>
                  <a:pt x="12789" y="10537"/>
                  <a:pt x="12979" y="10310"/>
                </a:cubicBezTo>
                <a:cubicBezTo>
                  <a:pt x="12979" y="10310"/>
                  <a:pt x="12979" y="10310"/>
                  <a:pt x="12979" y="10310"/>
                </a:cubicBezTo>
                <a:cubicBezTo>
                  <a:pt x="13263" y="10084"/>
                  <a:pt x="13642" y="9933"/>
                  <a:pt x="14021" y="9933"/>
                </a:cubicBezTo>
                <a:close/>
                <a:moveTo>
                  <a:pt x="15632" y="10612"/>
                </a:moveTo>
                <a:cubicBezTo>
                  <a:pt x="15821" y="10612"/>
                  <a:pt x="16011" y="10688"/>
                  <a:pt x="16105" y="10763"/>
                </a:cubicBezTo>
                <a:cubicBezTo>
                  <a:pt x="16200" y="10839"/>
                  <a:pt x="16295" y="10990"/>
                  <a:pt x="16295" y="11066"/>
                </a:cubicBezTo>
                <a:cubicBezTo>
                  <a:pt x="16295" y="11594"/>
                  <a:pt x="16295" y="11594"/>
                  <a:pt x="16295" y="11594"/>
                </a:cubicBezTo>
                <a:cubicBezTo>
                  <a:pt x="16295" y="11670"/>
                  <a:pt x="16200" y="11821"/>
                  <a:pt x="16105" y="11896"/>
                </a:cubicBezTo>
                <a:cubicBezTo>
                  <a:pt x="16105" y="11896"/>
                  <a:pt x="16105" y="11896"/>
                  <a:pt x="16105" y="11896"/>
                </a:cubicBezTo>
                <a:cubicBezTo>
                  <a:pt x="16011" y="11972"/>
                  <a:pt x="15821" y="12047"/>
                  <a:pt x="15632" y="12047"/>
                </a:cubicBezTo>
                <a:cubicBezTo>
                  <a:pt x="14021" y="12047"/>
                  <a:pt x="14021" y="12047"/>
                  <a:pt x="14021" y="12047"/>
                </a:cubicBezTo>
                <a:cubicBezTo>
                  <a:pt x="13832" y="12047"/>
                  <a:pt x="13642" y="11972"/>
                  <a:pt x="13547" y="11896"/>
                </a:cubicBezTo>
                <a:cubicBezTo>
                  <a:pt x="13547" y="11896"/>
                  <a:pt x="13547" y="11896"/>
                  <a:pt x="13547" y="11896"/>
                </a:cubicBezTo>
                <a:cubicBezTo>
                  <a:pt x="13453" y="11821"/>
                  <a:pt x="13358" y="11670"/>
                  <a:pt x="13358" y="11594"/>
                </a:cubicBezTo>
                <a:cubicBezTo>
                  <a:pt x="13358" y="11066"/>
                  <a:pt x="13358" y="11066"/>
                  <a:pt x="13358" y="11066"/>
                </a:cubicBezTo>
                <a:cubicBezTo>
                  <a:pt x="13358" y="10990"/>
                  <a:pt x="13453" y="10839"/>
                  <a:pt x="13547" y="10763"/>
                </a:cubicBezTo>
                <a:cubicBezTo>
                  <a:pt x="13547" y="10763"/>
                  <a:pt x="13547" y="10763"/>
                  <a:pt x="13547" y="10763"/>
                </a:cubicBezTo>
                <a:cubicBezTo>
                  <a:pt x="13642" y="10688"/>
                  <a:pt x="13832" y="10612"/>
                  <a:pt x="14021" y="10612"/>
                </a:cubicBezTo>
                <a:cubicBezTo>
                  <a:pt x="15632" y="10612"/>
                  <a:pt x="15632" y="10612"/>
                  <a:pt x="15632" y="10612"/>
                </a:cubicBezTo>
                <a:close/>
                <a:moveTo>
                  <a:pt x="5684" y="10008"/>
                </a:moveTo>
                <a:cubicBezTo>
                  <a:pt x="7768" y="10008"/>
                  <a:pt x="7768" y="10008"/>
                  <a:pt x="7768" y="10008"/>
                </a:cubicBezTo>
                <a:cubicBezTo>
                  <a:pt x="8526" y="10008"/>
                  <a:pt x="9095" y="10461"/>
                  <a:pt x="9095" y="10990"/>
                </a:cubicBezTo>
                <a:cubicBezTo>
                  <a:pt x="9095" y="11670"/>
                  <a:pt x="9095" y="11670"/>
                  <a:pt x="9095" y="11670"/>
                </a:cubicBezTo>
                <a:cubicBezTo>
                  <a:pt x="9095" y="12198"/>
                  <a:pt x="8526" y="12652"/>
                  <a:pt x="7768" y="12652"/>
                </a:cubicBezTo>
                <a:cubicBezTo>
                  <a:pt x="5684" y="12652"/>
                  <a:pt x="5684" y="12652"/>
                  <a:pt x="5684" y="12652"/>
                </a:cubicBezTo>
                <a:cubicBezTo>
                  <a:pt x="4926" y="12652"/>
                  <a:pt x="4358" y="12198"/>
                  <a:pt x="4358" y="11670"/>
                </a:cubicBezTo>
                <a:cubicBezTo>
                  <a:pt x="4358" y="10990"/>
                  <a:pt x="4358" y="10990"/>
                  <a:pt x="4358" y="10990"/>
                </a:cubicBezTo>
                <a:cubicBezTo>
                  <a:pt x="4358" y="10461"/>
                  <a:pt x="4926" y="10008"/>
                  <a:pt x="5684" y="10008"/>
                </a:cubicBezTo>
                <a:close/>
                <a:moveTo>
                  <a:pt x="3884" y="9102"/>
                </a:moveTo>
                <a:cubicBezTo>
                  <a:pt x="3789" y="8573"/>
                  <a:pt x="3789" y="8120"/>
                  <a:pt x="3695" y="7667"/>
                </a:cubicBezTo>
                <a:cubicBezTo>
                  <a:pt x="6537" y="8800"/>
                  <a:pt x="9947" y="8573"/>
                  <a:pt x="12600" y="7969"/>
                </a:cubicBezTo>
                <a:cubicBezTo>
                  <a:pt x="12221" y="8347"/>
                  <a:pt x="11842" y="8724"/>
                  <a:pt x="11368" y="9026"/>
                </a:cubicBezTo>
                <a:cubicBezTo>
                  <a:pt x="11463" y="9102"/>
                  <a:pt x="11463" y="9102"/>
                  <a:pt x="11463" y="9102"/>
                </a:cubicBezTo>
                <a:cubicBezTo>
                  <a:pt x="10800" y="9102"/>
                  <a:pt x="10800" y="9102"/>
                  <a:pt x="10800" y="9102"/>
                </a:cubicBezTo>
                <a:cubicBezTo>
                  <a:pt x="3884" y="9102"/>
                  <a:pt x="3884" y="9102"/>
                  <a:pt x="3884" y="9102"/>
                </a:cubicBezTo>
                <a:close/>
                <a:moveTo>
                  <a:pt x="13168" y="9102"/>
                </a:moveTo>
                <a:cubicBezTo>
                  <a:pt x="14305" y="8724"/>
                  <a:pt x="15537" y="8120"/>
                  <a:pt x="16011" y="7289"/>
                </a:cubicBezTo>
                <a:cubicBezTo>
                  <a:pt x="16389" y="7214"/>
                  <a:pt x="17337" y="7742"/>
                  <a:pt x="17621" y="7742"/>
                </a:cubicBezTo>
                <a:cubicBezTo>
                  <a:pt x="17621" y="8120"/>
                  <a:pt x="17526" y="8573"/>
                  <a:pt x="17526" y="9102"/>
                </a:cubicBezTo>
                <a:cubicBezTo>
                  <a:pt x="13168" y="9102"/>
                  <a:pt x="13168" y="9102"/>
                  <a:pt x="13168" y="9102"/>
                </a:cubicBezTo>
                <a:close/>
                <a:moveTo>
                  <a:pt x="16011" y="13558"/>
                </a:moveTo>
                <a:cubicBezTo>
                  <a:pt x="15442" y="14691"/>
                  <a:pt x="14684" y="15748"/>
                  <a:pt x="13737" y="16579"/>
                </a:cubicBezTo>
                <a:cubicBezTo>
                  <a:pt x="12884" y="16654"/>
                  <a:pt x="12126" y="16654"/>
                  <a:pt x="11274" y="16654"/>
                </a:cubicBezTo>
                <a:cubicBezTo>
                  <a:pt x="11274" y="16654"/>
                  <a:pt x="11274" y="16654"/>
                  <a:pt x="11274" y="16654"/>
                </a:cubicBezTo>
                <a:cubicBezTo>
                  <a:pt x="10895" y="16654"/>
                  <a:pt x="10516" y="16654"/>
                  <a:pt x="10137" y="16654"/>
                </a:cubicBezTo>
                <a:cubicBezTo>
                  <a:pt x="9853" y="16654"/>
                  <a:pt x="9474" y="16654"/>
                  <a:pt x="9189" y="16654"/>
                </a:cubicBezTo>
                <a:cubicBezTo>
                  <a:pt x="9000" y="16654"/>
                  <a:pt x="9000" y="16654"/>
                  <a:pt x="9000" y="16654"/>
                </a:cubicBezTo>
                <a:cubicBezTo>
                  <a:pt x="8526" y="16579"/>
                  <a:pt x="8053" y="16579"/>
                  <a:pt x="7579" y="16503"/>
                </a:cubicBezTo>
                <a:cubicBezTo>
                  <a:pt x="6632" y="15672"/>
                  <a:pt x="5968" y="14691"/>
                  <a:pt x="5400" y="13558"/>
                </a:cubicBezTo>
                <a:cubicBezTo>
                  <a:pt x="9189" y="13558"/>
                  <a:pt x="9189" y="13558"/>
                  <a:pt x="9189" y="13558"/>
                </a:cubicBezTo>
                <a:cubicBezTo>
                  <a:pt x="9379" y="13558"/>
                  <a:pt x="9379" y="13558"/>
                  <a:pt x="9379" y="13558"/>
                </a:cubicBezTo>
                <a:cubicBezTo>
                  <a:pt x="9474" y="13407"/>
                  <a:pt x="9474" y="13407"/>
                  <a:pt x="9474" y="13407"/>
                </a:cubicBezTo>
                <a:cubicBezTo>
                  <a:pt x="10326" y="12198"/>
                  <a:pt x="10326" y="12198"/>
                  <a:pt x="10326" y="12198"/>
                </a:cubicBezTo>
                <a:cubicBezTo>
                  <a:pt x="11274" y="12198"/>
                  <a:pt x="11274" y="12198"/>
                  <a:pt x="11274" y="12198"/>
                </a:cubicBezTo>
                <a:cubicBezTo>
                  <a:pt x="12126" y="13407"/>
                  <a:pt x="12126" y="13407"/>
                  <a:pt x="12126" y="13407"/>
                </a:cubicBezTo>
                <a:cubicBezTo>
                  <a:pt x="12221" y="13558"/>
                  <a:pt x="12221" y="13558"/>
                  <a:pt x="12221" y="13558"/>
                </a:cubicBezTo>
                <a:cubicBezTo>
                  <a:pt x="12505" y="13558"/>
                  <a:pt x="12505" y="13558"/>
                  <a:pt x="12505" y="13558"/>
                </a:cubicBezTo>
                <a:cubicBezTo>
                  <a:pt x="16011" y="13558"/>
                  <a:pt x="16011" y="13558"/>
                  <a:pt x="16011" y="13558"/>
                </a:cubicBezTo>
                <a:close/>
                <a:moveTo>
                  <a:pt x="10800" y="9706"/>
                </a:moveTo>
                <a:cubicBezTo>
                  <a:pt x="17716" y="9706"/>
                  <a:pt x="17716" y="9706"/>
                  <a:pt x="17716" y="9706"/>
                </a:cubicBezTo>
                <a:cubicBezTo>
                  <a:pt x="17716" y="12954"/>
                  <a:pt x="17716" y="12954"/>
                  <a:pt x="17716" y="12954"/>
                </a:cubicBezTo>
                <a:cubicBezTo>
                  <a:pt x="12695" y="12954"/>
                  <a:pt x="12695" y="12954"/>
                  <a:pt x="12695" y="12954"/>
                </a:cubicBezTo>
                <a:cubicBezTo>
                  <a:pt x="11842" y="11745"/>
                  <a:pt x="11842" y="11745"/>
                  <a:pt x="11842" y="11745"/>
                </a:cubicBezTo>
                <a:cubicBezTo>
                  <a:pt x="11747" y="11594"/>
                  <a:pt x="11747" y="11594"/>
                  <a:pt x="11747" y="11594"/>
                </a:cubicBezTo>
                <a:cubicBezTo>
                  <a:pt x="11463" y="11594"/>
                  <a:pt x="11463" y="11594"/>
                  <a:pt x="11463" y="11594"/>
                </a:cubicBezTo>
                <a:cubicBezTo>
                  <a:pt x="10137" y="11594"/>
                  <a:pt x="10137" y="11594"/>
                  <a:pt x="10137" y="11594"/>
                </a:cubicBezTo>
                <a:cubicBezTo>
                  <a:pt x="9947" y="11594"/>
                  <a:pt x="9947" y="11594"/>
                  <a:pt x="9947" y="11594"/>
                </a:cubicBezTo>
                <a:cubicBezTo>
                  <a:pt x="9758" y="11745"/>
                  <a:pt x="9758" y="11745"/>
                  <a:pt x="9758" y="11745"/>
                </a:cubicBezTo>
                <a:cubicBezTo>
                  <a:pt x="8905" y="12954"/>
                  <a:pt x="8905" y="12954"/>
                  <a:pt x="8905" y="12954"/>
                </a:cubicBezTo>
                <a:cubicBezTo>
                  <a:pt x="3884" y="12954"/>
                  <a:pt x="3884" y="12954"/>
                  <a:pt x="3884" y="12954"/>
                </a:cubicBezTo>
                <a:cubicBezTo>
                  <a:pt x="3884" y="9706"/>
                  <a:pt x="3884" y="9706"/>
                  <a:pt x="3884" y="9706"/>
                </a:cubicBezTo>
                <a:lnTo>
                  <a:pt x="10800" y="970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1" name="Shape 7241"/>
          <p:cNvSpPr/>
          <p:nvPr/>
        </p:nvSpPr>
        <p:spPr>
          <a:xfrm>
            <a:off x="5608608" y="9668402"/>
            <a:ext cx="38587" cy="77799"/>
          </a:xfrm>
          <a:custGeom>
            <a:avLst/>
            <a:gdLst/>
            <a:ahLst/>
            <a:cxnLst>
              <a:cxn ang="0">
                <a:pos x="wd2" y="hd2"/>
              </a:cxn>
              <a:cxn ang="5400000">
                <a:pos x="wd2" y="hd2"/>
              </a:cxn>
              <a:cxn ang="10800000">
                <a:pos x="wd2" y="hd2"/>
              </a:cxn>
              <a:cxn ang="16200000">
                <a:pos x="wd2" y="hd2"/>
              </a:cxn>
            </a:cxnLst>
            <a:rect l="0" t="0" r="r" b="b"/>
            <a:pathLst>
              <a:path w="17601" h="21600" fill="norm" stroke="1" extrusionOk="0">
                <a:moveTo>
                  <a:pt x="2172" y="21600"/>
                </a:moveTo>
                <a:cubicBezTo>
                  <a:pt x="6801" y="21600"/>
                  <a:pt x="11430" y="21600"/>
                  <a:pt x="17601" y="21600"/>
                </a:cubicBezTo>
                <a:cubicBezTo>
                  <a:pt x="16058" y="14400"/>
                  <a:pt x="16058" y="7200"/>
                  <a:pt x="16058" y="0"/>
                </a:cubicBezTo>
                <a:cubicBezTo>
                  <a:pt x="3715" y="4500"/>
                  <a:pt x="-3999" y="11700"/>
                  <a:pt x="2172" y="21600"/>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2" name="Shape 7242"/>
          <p:cNvSpPr/>
          <p:nvPr/>
        </p:nvSpPr>
        <p:spPr>
          <a:xfrm>
            <a:off x="4880201" y="11041682"/>
            <a:ext cx="1000382" cy="774585"/>
          </a:xfrm>
          <a:custGeom>
            <a:avLst/>
            <a:gdLst/>
            <a:ahLst/>
            <a:cxnLst>
              <a:cxn ang="0">
                <a:pos x="wd2" y="hd2"/>
              </a:cxn>
              <a:cxn ang="5400000">
                <a:pos x="wd2" y="hd2"/>
              </a:cxn>
              <a:cxn ang="10800000">
                <a:pos x="wd2" y="hd2"/>
              </a:cxn>
              <a:cxn ang="16200000">
                <a:pos x="wd2" y="hd2"/>
              </a:cxn>
            </a:cxnLst>
            <a:rect l="0" t="0" r="r" b="b"/>
            <a:pathLst>
              <a:path w="20945" h="21600" fill="norm" stroke="1" extrusionOk="0">
                <a:moveTo>
                  <a:pt x="11922" y="0"/>
                </a:moveTo>
                <a:cubicBezTo>
                  <a:pt x="14588" y="2825"/>
                  <a:pt x="17732" y="5104"/>
                  <a:pt x="20945" y="6562"/>
                </a:cubicBezTo>
                <a:cubicBezTo>
                  <a:pt x="19236" y="13489"/>
                  <a:pt x="16502" y="18775"/>
                  <a:pt x="11239" y="18228"/>
                </a:cubicBezTo>
                <a:cubicBezTo>
                  <a:pt x="11786" y="17043"/>
                  <a:pt x="12196" y="15676"/>
                  <a:pt x="12469" y="14309"/>
                </a:cubicBezTo>
                <a:cubicBezTo>
                  <a:pt x="14520" y="15767"/>
                  <a:pt x="14520" y="15767"/>
                  <a:pt x="14520" y="15767"/>
                </a:cubicBezTo>
                <a:cubicBezTo>
                  <a:pt x="15272" y="13944"/>
                  <a:pt x="14178" y="12030"/>
                  <a:pt x="12742" y="11301"/>
                </a:cubicBezTo>
                <a:cubicBezTo>
                  <a:pt x="12811" y="9934"/>
                  <a:pt x="12811" y="8658"/>
                  <a:pt x="12674" y="7291"/>
                </a:cubicBezTo>
                <a:cubicBezTo>
                  <a:pt x="13016" y="7382"/>
                  <a:pt x="13358" y="7473"/>
                  <a:pt x="13768" y="7565"/>
                </a:cubicBezTo>
                <a:cubicBezTo>
                  <a:pt x="14041" y="6289"/>
                  <a:pt x="13358" y="4739"/>
                  <a:pt x="12469" y="4830"/>
                </a:cubicBezTo>
                <a:cubicBezTo>
                  <a:pt x="12401" y="4648"/>
                  <a:pt x="12401" y="4466"/>
                  <a:pt x="12332" y="4284"/>
                </a:cubicBezTo>
                <a:cubicBezTo>
                  <a:pt x="12127" y="2370"/>
                  <a:pt x="12127" y="2370"/>
                  <a:pt x="12127" y="2370"/>
                </a:cubicBezTo>
                <a:cubicBezTo>
                  <a:pt x="10692" y="2734"/>
                  <a:pt x="10692" y="2734"/>
                  <a:pt x="10692" y="2734"/>
                </a:cubicBezTo>
                <a:cubicBezTo>
                  <a:pt x="10623" y="2734"/>
                  <a:pt x="10487" y="2825"/>
                  <a:pt x="10418" y="2825"/>
                </a:cubicBezTo>
                <a:cubicBezTo>
                  <a:pt x="10897" y="1914"/>
                  <a:pt x="11375" y="911"/>
                  <a:pt x="11922" y="0"/>
                </a:cubicBezTo>
                <a:close/>
                <a:moveTo>
                  <a:pt x="439" y="4830"/>
                </a:moveTo>
                <a:cubicBezTo>
                  <a:pt x="-655" y="12304"/>
                  <a:pt x="29" y="18957"/>
                  <a:pt x="5565" y="21600"/>
                </a:cubicBezTo>
                <a:cubicBezTo>
                  <a:pt x="11102" y="18957"/>
                  <a:pt x="11717" y="12304"/>
                  <a:pt x="10692" y="4830"/>
                </a:cubicBezTo>
                <a:cubicBezTo>
                  <a:pt x="7342" y="5651"/>
                  <a:pt x="3788" y="5559"/>
                  <a:pt x="439" y="4830"/>
                </a:cubicBezTo>
                <a:close/>
                <a:moveTo>
                  <a:pt x="2899" y="15038"/>
                </a:moveTo>
                <a:cubicBezTo>
                  <a:pt x="8299" y="15038"/>
                  <a:pt x="8299" y="15038"/>
                  <a:pt x="8299" y="15038"/>
                </a:cubicBezTo>
                <a:cubicBezTo>
                  <a:pt x="8299" y="18866"/>
                  <a:pt x="2899" y="18866"/>
                  <a:pt x="2899" y="15038"/>
                </a:cubicBezTo>
                <a:close/>
                <a:moveTo>
                  <a:pt x="4540" y="10754"/>
                </a:moveTo>
                <a:cubicBezTo>
                  <a:pt x="3378" y="11028"/>
                  <a:pt x="2489" y="10754"/>
                  <a:pt x="1806" y="10025"/>
                </a:cubicBezTo>
                <a:cubicBezTo>
                  <a:pt x="2763" y="7018"/>
                  <a:pt x="4677" y="9023"/>
                  <a:pt x="4540" y="10754"/>
                </a:cubicBezTo>
                <a:close/>
                <a:moveTo>
                  <a:pt x="6659" y="10754"/>
                </a:moveTo>
                <a:cubicBezTo>
                  <a:pt x="6591" y="9023"/>
                  <a:pt x="8436" y="7018"/>
                  <a:pt x="9461" y="10025"/>
                </a:cubicBezTo>
                <a:cubicBezTo>
                  <a:pt x="8778" y="10754"/>
                  <a:pt x="7821" y="11028"/>
                  <a:pt x="6659" y="10754"/>
                </a:cubicBezTo>
                <a:close/>
                <a:moveTo>
                  <a:pt x="15272" y="8567"/>
                </a:moveTo>
                <a:cubicBezTo>
                  <a:pt x="16023" y="9843"/>
                  <a:pt x="16775" y="10572"/>
                  <a:pt x="17664" y="10663"/>
                </a:cubicBezTo>
                <a:cubicBezTo>
                  <a:pt x="18553" y="7656"/>
                  <a:pt x="16160" y="7291"/>
                  <a:pt x="15272" y="8567"/>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3" name="Shape 7243"/>
          <p:cNvSpPr/>
          <p:nvPr/>
        </p:nvSpPr>
        <p:spPr>
          <a:xfrm>
            <a:off x="6560458" y="11034916"/>
            <a:ext cx="662963" cy="798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4363" y="974"/>
                  <a:pt x="8406" y="2390"/>
                  <a:pt x="11598" y="4780"/>
                </a:cubicBezTo>
                <a:cubicBezTo>
                  <a:pt x="18833" y="4780"/>
                  <a:pt x="18833" y="4780"/>
                  <a:pt x="18833" y="4780"/>
                </a:cubicBezTo>
                <a:cubicBezTo>
                  <a:pt x="18833" y="9207"/>
                  <a:pt x="18833" y="9207"/>
                  <a:pt x="18833" y="9207"/>
                </a:cubicBezTo>
                <a:cubicBezTo>
                  <a:pt x="16493" y="9207"/>
                  <a:pt x="16493" y="9207"/>
                  <a:pt x="16493" y="9207"/>
                </a:cubicBezTo>
                <a:cubicBezTo>
                  <a:pt x="16493" y="11685"/>
                  <a:pt x="16493" y="11685"/>
                  <a:pt x="16493" y="11685"/>
                </a:cubicBezTo>
                <a:cubicBezTo>
                  <a:pt x="15748" y="11685"/>
                  <a:pt x="15748" y="11685"/>
                  <a:pt x="15748" y="11685"/>
                </a:cubicBezTo>
                <a:cubicBezTo>
                  <a:pt x="15748" y="13456"/>
                  <a:pt x="15748" y="13456"/>
                  <a:pt x="15748" y="13456"/>
                </a:cubicBezTo>
                <a:cubicBezTo>
                  <a:pt x="21600" y="21600"/>
                  <a:pt x="21600" y="21600"/>
                  <a:pt x="21600" y="21600"/>
                </a:cubicBezTo>
                <a:cubicBezTo>
                  <a:pt x="19791" y="21600"/>
                  <a:pt x="19791" y="21600"/>
                  <a:pt x="19791" y="21600"/>
                </a:cubicBezTo>
                <a:cubicBezTo>
                  <a:pt x="17876" y="18944"/>
                  <a:pt x="17876" y="18944"/>
                  <a:pt x="17876" y="18944"/>
                </a:cubicBezTo>
                <a:cubicBezTo>
                  <a:pt x="16173" y="20361"/>
                  <a:pt x="16173" y="20361"/>
                  <a:pt x="16173" y="20361"/>
                </a:cubicBezTo>
                <a:cubicBezTo>
                  <a:pt x="15961" y="20449"/>
                  <a:pt x="15961" y="20449"/>
                  <a:pt x="15961" y="20449"/>
                </a:cubicBezTo>
                <a:cubicBezTo>
                  <a:pt x="15748" y="20449"/>
                  <a:pt x="15748" y="20449"/>
                  <a:pt x="15748" y="20449"/>
                </a:cubicBezTo>
                <a:cubicBezTo>
                  <a:pt x="13620" y="20449"/>
                  <a:pt x="13620" y="20449"/>
                  <a:pt x="13620" y="20449"/>
                </a:cubicBezTo>
                <a:cubicBezTo>
                  <a:pt x="13513" y="20449"/>
                  <a:pt x="13513" y="20449"/>
                  <a:pt x="13513" y="20449"/>
                </a:cubicBezTo>
                <a:cubicBezTo>
                  <a:pt x="13300" y="20361"/>
                  <a:pt x="13300" y="20361"/>
                  <a:pt x="13300" y="20361"/>
                </a:cubicBezTo>
                <a:cubicBezTo>
                  <a:pt x="11385" y="19210"/>
                  <a:pt x="11385" y="19210"/>
                  <a:pt x="11385" y="19210"/>
                </a:cubicBezTo>
                <a:cubicBezTo>
                  <a:pt x="9683" y="21600"/>
                  <a:pt x="9683" y="21600"/>
                  <a:pt x="9683" y="21600"/>
                </a:cubicBezTo>
                <a:cubicBezTo>
                  <a:pt x="7874" y="21600"/>
                  <a:pt x="7874" y="21600"/>
                  <a:pt x="7874" y="21600"/>
                </a:cubicBezTo>
                <a:cubicBezTo>
                  <a:pt x="13620" y="13544"/>
                  <a:pt x="13620" y="13544"/>
                  <a:pt x="13620" y="13544"/>
                </a:cubicBezTo>
                <a:cubicBezTo>
                  <a:pt x="13620" y="11685"/>
                  <a:pt x="13620" y="11685"/>
                  <a:pt x="13620" y="11685"/>
                </a:cubicBezTo>
                <a:cubicBezTo>
                  <a:pt x="12875" y="11685"/>
                  <a:pt x="12875" y="11685"/>
                  <a:pt x="12875" y="11685"/>
                </a:cubicBezTo>
                <a:cubicBezTo>
                  <a:pt x="12875" y="9207"/>
                  <a:pt x="12875" y="9207"/>
                  <a:pt x="12875" y="9207"/>
                </a:cubicBezTo>
                <a:cubicBezTo>
                  <a:pt x="11492" y="9207"/>
                  <a:pt x="11492" y="9207"/>
                  <a:pt x="11492" y="9207"/>
                </a:cubicBezTo>
                <a:cubicBezTo>
                  <a:pt x="8300" y="12039"/>
                  <a:pt x="4256" y="13456"/>
                  <a:pt x="0" y="14430"/>
                </a:cubicBezTo>
                <a:cubicBezTo>
                  <a:pt x="0" y="9649"/>
                  <a:pt x="0" y="4780"/>
                  <a:pt x="0" y="0"/>
                </a:cubicBezTo>
                <a:close/>
                <a:moveTo>
                  <a:pt x="1490" y="2036"/>
                </a:moveTo>
                <a:cubicBezTo>
                  <a:pt x="1490" y="2656"/>
                  <a:pt x="1490" y="3275"/>
                  <a:pt x="1490" y="3895"/>
                </a:cubicBezTo>
                <a:cubicBezTo>
                  <a:pt x="3937" y="4072"/>
                  <a:pt x="6278" y="4161"/>
                  <a:pt x="8725" y="4338"/>
                </a:cubicBezTo>
                <a:cubicBezTo>
                  <a:pt x="6703" y="3452"/>
                  <a:pt x="4895" y="2390"/>
                  <a:pt x="1490" y="2036"/>
                </a:cubicBezTo>
                <a:close/>
                <a:moveTo>
                  <a:pt x="17344" y="18059"/>
                </a:moveTo>
                <a:cubicBezTo>
                  <a:pt x="15748" y="15934"/>
                  <a:pt x="15748" y="15934"/>
                  <a:pt x="15748" y="15934"/>
                </a:cubicBezTo>
                <a:cubicBezTo>
                  <a:pt x="15748" y="19298"/>
                  <a:pt x="15748" y="19298"/>
                  <a:pt x="15748" y="19298"/>
                </a:cubicBezTo>
                <a:cubicBezTo>
                  <a:pt x="17344" y="18059"/>
                  <a:pt x="17344" y="18059"/>
                  <a:pt x="17344" y="18059"/>
                </a:cubicBezTo>
                <a:close/>
                <a:moveTo>
                  <a:pt x="13620" y="19387"/>
                </a:moveTo>
                <a:cubicBezTo>
                  <a:pt x="13620" y="16023"/>
                  <a:pt x="13620" y="16023"/>
                  <a:pt x="13620" y="16023"/>
                </a:cubicBezTo>
                <a:cubicBezTo>
                  <a:pt x="11917" y="18413"/>
                  <a:pt x="11917" y="18413"/>
                  <a:pt x="11917" y="18413"/>
                </a:cubicBezTo>
                <a:lnTo>
                  <a:pt x="13620" y="19387"/>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4" name="Shape 7244"/>
          <p:cNvSpPr/>
          <p:nvPr/>
        </p:nvSpPr>
        <p:spPr>
          <a:xfrm>
            <a:off x="1933254" y="10916528"/>
            <a:ext cx="649433" cy="10282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11657"/>
                </a:moveTo>
                <a:cubicBezTo>
                  <a:pt x="19200" y="20640"/>
                  <a:pt x="19200" y="20640"/>
                  <a:pt x="19200" y="20640"/>
                </a:cubicBezTo>
                <a:cubicBezTo>
                  <a:pt x="20400" y="20640"/>
                  <a:pt x="20400" y="20640"/>
                  <a:pt x="20400" y="20640"/>
                </a:cubicBezTo>
                <a:cubicBezTo>
                  <a:pt x="20400" y="21600"/>
                  <a:pt x="20400" y="21600"/>
                  <a:pt x="20400" y="21600"/>
                </a:cubicBezTo>
                <a:cubicBezTo>
                  <a:pt x="17891" y="21600"/>
                  <a:pt x="17891" y="21600"/>
                  <a:pt x="17891" y="21600"/>
                </a:cubicBezTo>
                <a:cubicBezTo>
                  <a:pt x="17891" y="20777"/>
                  <a:pt x="17891" y="20777"/>
                  <a:pt x="17891" y="20777"/>
                </a:cubicBezTo>
                <a:cubicBezTo>
                  <a:pt x="15927" y="17486"/>
                  <a:pt x="15927" y="17486"/>
                  <a:pt x="15927" y="17486"/>
                </a:cubicBezTo>
                <a:cubicBezTo>
                  <a:pt x="15055" y="17486"/>
                  <a:pt x="15055" y="17486"/>
                  <a:pt x="15055" y="17486"/>
                </a:cubicBezTo>
                <a:cubicBezTo>
                  <a:pt x="12218" y="12960"/>
                  <a:pt x="12218" y="12960"/>
                  <a:pt x="12218" y="12960"/>
                </a:cubicBezTo>
                <a:cubicBezTo>
                  <a:pt x="8182" y="12960"/>
                  <a:pt x="8182" y="12960"/>
                  <a:pt x="8182" y="12960"/>
                </a:cubicBezTo>
                <a:cubicBezTo>
                  <a:pt x="5345" y="17486"/>
                  <a:pt x="5345" y="17486"/>
                  <a:pt x="5345" y="17486"/>
                </a:cubicBezTo>
                <a:cubicBezTo>
                  <a:pt x="4473" y="17486"/>
                  <a:pt x="4473" y="17486"/>
                  <a:pt x="4473" y="17486"/>
                </a:cubicBezTo>
                <a:cubicBezTo>
                  <a:pt x="2509" y="20777"/>
                  <a:pt x="2509" y="20777"/>
                  <a:pt x="2509" y="20777"/>
                </a:cubicBezTo>
                <a:cubicBezTo>
                  <a:pt x="2509" y="21600"/>
                  <a:pt x="2509" y="21600"/>
                  <a:pt x="2509" y="21600"/>
                </a:cubicBezTo>
                <a:cubicBezTo>
                  <a:pt x="0" y="21600"/>
                  <a:pt x="0" y="21600"/>
                  <a:pt x="0" y="21600"/>
                </a:cubicBezTo>
                <a:cubicBezTo>
                  <a:pt x="0" y="20640"/>
                  <a:pt x="0" y="20640"/>
                  <a:pt x="0" y="20640"/>
                </a:cubicBezTo>
                <a:cubicBezTo>
                  <a:pt x="1200" y="20640"/>
                  <a:pt x="1200" y="20640"/>
                  <a:pt x="1200" y="20640"/>
                </a:cubicBezTo>
                <a:cubicBezTo>
                  <a:pt x="6000" y="11657"/>
                  <a:pt x="6000" y="11657"/>
                  <a:pt x="6000" y="11657"/>
                </a:cubicBezTo>
                <a:cubicBezTo>
                  <a:pt x="14400" y="11657"/>
                  <a:pt x="14400" y="11657"/>
                  <a:pt x="14400" y="11657"/>
                </a:cubicBezTo>
                <a:close/>
                <a:moveTo>
                  <a:pt x="19636" y="5966"/>
                </a:moveTo>
                <a:cubicBezTo>
                  <a:pt x="21600" y="5966"/>
                  <a:pt x="21600" y="5966"/>
                  <a:pt x="21600" y="5966"/>
                </a:cubicBezTo>
                <a:cubicBezTo>
                  <a:pt x="21600" y="9600"/>
                  <a:pt x="21600" y="9600"/>
                  <a:pt x="21600" y="9600"/>
                </a:cubicBezTo>
                <a:cubicBezTo>
                  <a:pt x="19636" y="9600"/>
                  <a:pt x="19636" y="9600"/>
                  <a:pt x="19636" y="9600"/>
                </a:cubicBezTo>
                <a:cubicBezTo>
                  <a:pt x="19636" y="9257"/>
                  <a:pt x="19636" y="9257"/>
                  <a:pt x="19636" y="9257"/>
                </a:cubicBezTo>
                <a:cubicBezTo>
                  <a:pt x="17673" y="8503"/>
                  <a:pt x="17673" y="8503"/>
                  <a:pt x="17673" y="8503"/>
                </a:cubicBezTo>
                <a:cubicBezTo>
                  <a:pt x="17018" y="8297"/>
                  <a:pt x="17018" y="8297"/>
                  <a:pt x="17018" y="8297"/>
                </a:cubicBezTo>
                <a:cubicBezTo>
                  <a:pt x="17018" y="9600"/>
                  <a:pt x="17018" y="9600"/>
                  <a:pt x="17018" y="9600"/>
                </a:cubicBezTo>
                <a:cubicBezTo>
                  <a:pt x="17018" y="10149"/>
                  <a:pt x="16255" y="10629"/>
                  <a:pt x="15382" y="10629"/>
                </a:cubicBezTo>
                <a:cubicBezTo>
                  <a:pt x="5018" y="10629"/>
                  <a:pt x="5018" y="10629"/>
                  <a:pt x="5018" y="10629"/>
                </a:cubicBezTo>
                <a:cubicBezTo>
                  <a:pt x="4145" y="10629"/>
                  <a:pt x="3382" y="10149"/>
                  <a:pt x="3382" y="9600"/>
                </a:cubicBezTo>
                <a:cubicBezTo>
                  <a:pt x="3382" y="7200"/>
                  <a:pt x="3382" y="7200"/>
                  <a:pt x="3382" y="7200"/>
                </a:cubicBezTo>
                <a:cubicBezTo>
                  <a:pt x="1527" y="7200"/>
                  <a:pt x="1527" y="7200"/>
                  <a:pt x="1527" y="7200"/>
                </a:cubicBezTo>
                <a:cubicBezTo>
                  <a:pt x="1527" y="5966"/>
                  <a:pt x="1527" y="5966"/>
                  <a:pt x="1527" y="5966"/>
                </a:cubicBezTo>
                <a:cubicBezTo>
                  <a:pt x="3382" y="5966"/>
                  <a:pt x="3382" y="5966"/>
                  <a:pt x="3382" y="5966"/>
                </a:cubicBezTo>
                <a:cubicBezTo>
                  <a:pt x="3382" y="5897"/>
                  <a:pt x="3382" y="5897"/>
                  <a:pt x="3382" y="5897"/>
                </a:cubicBezTo>
                <a:cubicBezTo>
                  <a:pt x="3055" y="5760"/>
                  <a:pt x="2618" y="5554"/>
                  <a:pt x="2291" y="5349"/>
                </a:cubicBezTo>
                <a:cubicBezTo>
                  <a:pt x="1418" y="4800"/>
                  <a:pt x="873" y="4046"/>
                  <a:pt x="873" y="3154"/>
                </a:cubicBezTo>
                <a:cubicBezTo>
                  <a:pt x="873" y="2263"/>
                  <a:pt x="1418" y="1509"/>
                  <a:pt x="2291" y="960"/>
                </a:cubicBezTo>
                <a:cubicBezTo>
                  <a:pt x="3164" y="343"/>
                  <a:pt x="4473" y="0"/>
                  <a:pt x="5782" y="0"/>
                </a:cubicBezTo>
                <a:cubicBezTo>
                  <a:pt x="7200" y="0"/>
                  <a:pt x="8400" y="343"/>
                  <a:pt x="9273" y="960"/>
                </a:cubicBezTo>
                <a:cubicBezTo>
                  <a:pt x="9709" y="1234"/>
                  <a:pt x="10036" y="1509"/>
                  <a:pt x="10255" y="1851"/>
                </a:cubicBezTo>
                <a:cubicBezTo>
                  <a:pt x="10582" y="1509"/>
                  <a:pt x="10909" y="1234"/>
                  <a:pt x="11345" y="960"/>
                </a:cubicBezTo>
                <a:cubicBezTo>
                  <a:pt x="12218" y="343"/>
                  <a:pt x="13418" y="0"/>
                  <a:pt x="14836" y="0"/>
                </a:cubicBezTo>
                <a:cubicBezTo>
                  <a:pt x="16145" y="0"/>
                  <a:pt x="17455" y="343"/>
                  <a:pt x="18327" y="960"/>
                </a:cubicBezTo>
                <a:cubicBezTo>
                  <a:pt x="19200" y="1509"/>
                  <a:pt x="19745" y="2263"/>
                  <a:pt x="19745" y="3154"/>
                </a:cubicBezTo>
                <a:cubicBezTo>
                  <a:pt x="19745" y="4046"/>
                  <a:pt x="19200" y="4800"/>
                  <a:pt x="18327" y="5349"/>
                </a:cubicBezTo>
                <a:cubicBezTo>
                  <a:pt x="18000" y="5623"/>
                  <a:pt x="17564" y="5829"/>
                  <a:pt x="17018" y="5966"/>
                </a:cubicBezTo>
                <a:cubicBezTo>
                  <a:pt x="17018" y="7200"/>
                  <a:pt x="17018" y="7200"/>
                  <a:pt x="17018" y="7200"/>
                </a:cubicBezTo>
                <a:cubicBezTo>
                  <a:pt x="17673" y="6994"/>
                  <a:pt x="17673" y="6994"/>
                  <a:pt x="17673" y="6994"/>
                </a:cubicBezTo>
                <a:cubicBezTo>
                  <a:pt x="19636" y="6240"/>
                  <a:pt x="19636" y="6240"/>
                  <a:pt x="19636" y="6240"/>
                </a:cubicBezTo>
                <a:cubicBezTo>
                  <a:pt x="19636" y="5966"/>
                  <a:pt x="19636" y="5966"/>
                  <a:pt x="19636" y="5966"/>
                </a:cubicBezTo>
                <a:close/>
                <a:moveTo>
                  <a:pt x="16036" y="2400"/>
                </a:moveTo>
                <a:cubicBezTo>
                  <a:pt x="15709" y="2194"/>
                  <a:pt x="15273" y="2057"/>
                  <a:pt x="14836" y="2057"/>
                </a:cubicBezTo>
                <a:cubicBezTo>
                  <a:pt x="14400" y="2057"/>
                  <a:pt x="13964" y="2194"/>
                  <a:pt x="13636" y="2400"/>
                </a:cubicBezTo>
                <a:cubicBezTo>
                  <a:pt x="13309" y="2606"/>
                  <a:pt x="13091" y="2880"/>
                  <a:pt x="13091" y="3154"/>
                </a:cubicBezTo>
                <a:cubicBezTo>
                  <a:pt x="13091" y="3429"/>
                  <a:pt x="13309" y="3703"/>
                  <a:pt x="13636" y="3909"/>
                </a:cubicBezTo>
                <a:cubicBezTo>
                  <a:pt x="13964" y="4114"/>
                  <a:pt x="14400" y="4183"/>
                  <a:pt x="14836" y="4183"/>
                </a:cubicBezTo>
                <a:cubicBezTo>
                  <a:pt x="15273" y="4183"/>
                  <a:pt x="15709" y="4114"/>
                  <a:pt x="16036" y="3909"/>
                </a:cubicBezTo>
                <a:cubicBezTo>
                  <a:pt x="16364" y="3703"/>
                  <a:pt x="16473" y="3429"/>
                  <a:pt x="16473" y="3154"/>
                </a:cubicBezTo>
                <a:cubicBezTo>
                  <a:pt x="16473" y="2880"/>
                  <a:pt x="16364" y="2606"/>
                  <a:pt x="16036" y="2400"/>
                </a:cubicBezTo>
                <a:close/>
                <a:moveTo>
                  <a:pt x="6982" y="2400"/>
                </a:moveTo>
                <a:cubicBezTo>
                  <a:pt x="6655" y="2194"/>
                  <a:pt x="6218" y="2057"/>
                  <a:pt x="5782" y="2057"/>
                </a:cubicBezTo>
                <a:cubicBezTo>
                  <a:pt x="5345" y="2057"/>
                  <a:pt x="4909" y="2194"/>
                  <a:pt x="4582" y="2400"/>
                </a:cubicBezTo>
                <a:cubicBezTo>
                  <a:pt x="4255" y="2606"/>
                  <a:pt x="4145" y="2880"/>
                  <a:pt x="4145" y="3154"/>
                </a:cubicBezTo>
                <a:cubicBezTo>
                  <a:pt x="4145" y="3429"/>
                  <a:pt x="4255" y="3703"/>
                  <a:pt x="4582" y="3909"/>
                </a:cubicBezTo>
                <a:cubicBezTo>
                  <a:pt x="4909" y="4114"/>
                  <a:pt x="5345" y="4183"/>
                  <a:pt x="5782" y="4183"/>
                </a:cubicBezTo>
                <a:cubicBezTo>
                  <a:pt x="6218" y="4183"/>
                  <a:pt x="6655" y="4114"/>
                  <a:pt x="6982" y="3909"/>
                </a:cubicBezTo>
                <a:cubicBezTo>
                  <a:pt x="7309" y="3703"/>
                  <a:pt x="7527" y="3429"/>
                  <a:pt x="7527" y="3154"/>
                </a:cubicBezTo>
                <a:cubicBezTo>
                  <a:pt x="7527" y="2880"/>
                  <a:pt x="7309" y="2606"/>
                  <a:pt x="6982" y="2400"/>
                </a:cubicBezTo>
                <a:close/>
                <a:moveTo>
                  <a:pt x="8727" y="13646"/>
                </a:moveTo>
                <a:cubicBezTo>
                  <a:pt x="9055" y="17486"/>
                  <a:pt x="9055" y="17486"/>
                  <a:pt x="9055" y="17486"/>
                </a:cubicBezTo>
                <a:cubicBezTo>
                  <a:pt x="9600" y="17486"/>
                  <a:pt x="9600" y="17486"/>
                  <a:pt x="9600" y="17486"/>
                </a:cubicBezTo>
                <a:cubicBezTo>
                  <a:pt x="9709" y="20640"/>
                  <a:pt x="9709" y="20640"/>
                  <a:pt x="9709" y="20640"/>
                </a:cubicBezTo>
                <a:cubicBezTo>
                  <a:pt x="10582" y="20640"/>
                  <a:pt x="10582" y="20640"/>
                  <a:pt x="10582" y="20640"/>
                </a:cubicBezTo>
                <a:cubicBezTo>
                  <a:pt x="10800" y="17486"/>
                  <a:pt x="10800" y="17486"/>
                  <a:pt x="10800" y="17486"/>
                </a:cubicBezTo>
                <a:cubicBezTo>
                  <a:pt x="11345" y="17486"/>
                  <a:pt x="11345" y="17486"/>
                  <a:pt x="11345" y="17486"/>
                </a:cubicBezTo>
                <a:cubicBezTo>
                  <a:pt x="11564" y="13646"/>
                  <a:pt x="11564" y="13646"/>
                  <a:pt x="11564" y="13646"/>
                </a:cubicBezTo>
                <a:lnTo>
                  <a:pt x="8727" y="13646"/>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5" name="Shape 7245"/>
          <p:cNvSpPr/>
          <p:nvPr/>
        </p:nvSpPr>
        <p:spPr>
          <a:xfrm>
            <a:off x="3418154" y="12563786"/>
            <a:ext cx="798261" cy="794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3810" y="0"/>
                  <a:pt x="16466" y="1156"/>
                  <a:pt x="18413" y="3111"/>
                </a:cubicBezTo>
                <a:cubicBezTo>
                  <a:pt x="20449" y="5067"/>
                  <a:pt x="21600" y="7822"/>
                  <a:pt x="21600" y="10756"/>
                </a:cubicBezTo>
                <a:cubicBezTo>
                  <a:pt x="21600" y="13778"/>
                  <a:pt x="20449" y="16533"/>
                  <a:pt x="18413" y="18489"/>
                </a:cubicBezTo>
                <a:cubicBezTo>
                  <a:pt x="16466" y="20444"/>
                  <a:pt x="13810" y="21600"/>
                  <a:pt x="10800" y="21600"/>
                </a:cubicBezTo>
                <a:cubicBezTo>
                  <a:pt x="7879" y="21600"/>
                  <a:pt x="5134" y="20444"/>
                  <a:pt x="3187" y="18489"/>
                </a:cubicBezTo>
                <a:cubicBezTo>
                  <a:pt x="1239" y="16533"/>
                  <a:pt x="0" y="13778"/>
                  <a:pt x="0" y="10756"/>
                </a:cubicBezTo>
                <a:cubicBezTo>
                  <a:pt x="0" y="7822"/>
                  <a:pt x="1239" y="5067"/>
                  <a:pt x="3187" y="3111"/>
                </a:cubicBezTo>
                <a:cubicBezTo>
                  <a:pt x="5134" y="1156"/>
                  <a:pt x="7879" y="0"/>
                  <a:pt x="10800" y="0"/>
                </a:cubicBezTo>
                <a:close/>
                <a:moveTo>
                  <a:pt x="15049" y="12000"/>
                </a:moveTo>
                <a:cubicBezTo>
                  <a:pt x="16111" y="11378"/>
                  <a:pt x="16289" y="10400"/>
                  <a:pt x="15226" y="9689"/>
                </a:cubicBezTo>
                <a:cubicBezTo>
                  <a:pt x="14252" y="9067"/>
                  <a:pt x="13279" y="8533"/>
                  <a:pt x="12305" y="8000"/>
                </a:cubicBezTo>
                <a:cubicBezTo>
                  <a:pt x="11420" y="7467"/>
                  <a:pt x="10534" y="6933"/>
                  <a:pt x="9649" y="6400"/>
                </a:cubicBezTo>
                <a:cubicBezTo>
                  <a:pt x="8498" y="5778"/>
                  <a:pt x="7525" y="6133"/>
                  <a:pt x="7525" y="7467"/>
                </a:cubicBezTo>
                <a:cubicBezTo>
                  <a:pt x="7525" y="8533"/>
                  <a:pt x="7525" y="9689"/>
                  <a:pt x="7525" y="10756"/>
                </a:cubicBezTo>
                <a:cubicBezTo>
                  <a:pt x="7525" y="11822"/>
                  <a:pt x="7525" y="12889"/>
                  <a:pt x="7525" y="13956"/>
                </a:cubicBezTo>
                <a:cubicBezTo>
                  <a:pt x="7525" y="15200"/>
                  <a:pt x="8321" y="15822"/>
                  <a:pt x="9472" y="15289"/>
                </a:cubicBezTo>
                <a:cubicBezTo>
                  <a:pt x="10446" y="14667"/>
                  <a:pt x="11331" y="14133"/>
                  <a:pt x="12305" y="13600"/>
                </a:cubicBezTo>
                <a:cubicBezTo>
                  <a:pt x="13279" y="13067"/>
                  <a:pt x="14164" y="12533"/>
                  <a:pt x="15049" y="12000"/>
                </a:cubicBezTo>
                <a:close/>
                <a:moveTo>
                  <a:pt x="15757" y="5867"/>
                </a:moveTo>
                <a:cubicBezTo>
                  <a:pt x="14518" y="4622"/>
                  <a:pt x="12748" y="3822"/>
                  <a:pt x="10800" y="3822"/>
                </a:cubicBezTo>
                <a:cubicBezTo>
                  <a:pt x="8941" y="3822"/>
                  <a:pt x="7170" y="4622"/>
                  <a:pt x="5931" y="5867"/>
                </a:cubicBezTo>
                <a:cubicBezTo>
                  <a:pt x="4603" y="7111"/>
                  <a:pt x="3895" y="8889"/>
                  <a:pt x="3895" y="10756"/>
                </a:cubicBezTo>
                <a:cubicBezTo>
                  <a:pt x="3895" y="12711"/>
                  <a:pt x="4603" y="14489"/>
                  <a:pt x="5931" y="15733"/>
                </a:cubicBezTo>
                <a:cubicBezTo>
                  <a:pt x="7170" y="16978"/>
                  <a:pt x="8941" y="17778"/>
                  <a:pt x="10800" y="17778"/>
                </a:cubicBezTo>
                <a:cubicBezTo>
                  <a:pt x="12748" y="17778"/>
                  <a:pt x="14518" y="16978"/>
                  <a:pt x="15757" y="15733"/>
                </a:cubicBezTo>
                <a:cubicBezTo>
                  <a:pt x="16997" y="14489"/>
                  <a:pt x="17793" y="12711"/>
                  <a:pt x="17793" y="10756"/>
                </a:cubicBezTo>
                <a:cubicBezTo>
                  <a:pt x="17793" y="8889"/>
                  <a:pt x="16997" y="7111"/>
                  <a:pt x="15757" y="5867"/>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6" name="Shape 7246"/>
          <p:cNvSpPr/>
          <p:nvPr/>
        </p:nvSpPr>
        <p:spPr>
          <a:xfrm>
            <a:off x="4882758" y="12607758"/>
            <a:ext cx="933559" cy="7610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21600"/>
                  <a:pt x="21600" y="21600"/>
                  <a:pt x="21600" y="21600"/>
                </a:cubicBezTo>
                <a:cubicBezTo>
                  <a:pt x="16917" y="21600"/>
                  <a:pt x="16917" y="21600"/>
                  <a:pt x="16917" y="21600"/>
                </a:cubicBezTo>
                <a:cubicBezTo>
                  <a:pt x="16766" y="20209"/>
                  <a:pt x="16615" y="18077"/>
                  <a:pt x="18579" y="16779"/>
                </a:cubicBezTo>
                <a:cubicBezTo>
                  <a:pt x="16691" y="13720"/>
                  <a:pt x="15709" y="10197"/>
                  <a:pt x="15483" y="6304"/>
                </a:cubicBezTo>
                <a:cubicBezTo>
                  <a:pt x="13594" y="6675"/>
                  <a:pt x="11555" y="5748"/>
                  <a:pt x="10498" y="3430"/>
                </a:cubicBezTo>
                <a:cubicBezTo>
                  <a:pt x="9592" y="5470"/>
                  <a:pt x="7855" y="6489"/>
                  <a:pt x="6117" y="6304"/>
                </a:cubicBezTo>
                <a:cubicBezTo>
                  <a:pt x="5891" y="10290"/>
                  <a:pt x="4909" y="13813"/>
                  <a:pt x="3021" y="16779"/>
                </a:cubicBezTo>
                <a:cubicBezTo>
                  <a:pt x="4985" y="18077"/>
                  <a:pt x="4834" y="20209"/>
                  <a:pt x="4683" y="21600"/>
                </a:cubicBezTo>
                <a:cubicBezTo>
                  <a:pt x="0" y="21600"/>
                  <a:pt x="0" y="21600"/>
                  <a:pt x="0" y="21600"/>
                </a:cubicBezTo>
                <a:cubicBezTo>
                  <a:pt x="0" y="0"/>
                  <a:pt x="0" y="0"/>
                  <a:pt x="0" y="0"/>
                </a:cubicBezTo>
                <a:cubicBezTo>
                  <a:pt x="7175" y="0"/>
                  <a:pt x="14425" y="0"/>
                  <a:pt x="21600" y="0"/>
                </a:cubicBezTo>
                <a:close/>
                <a:moveTo>
                  <a:pt x="16615" y="6026"/>
                </a:moveTo>
                <a:cubicBezTo>
                  <a:pt x="16917" y="9548"/>
                  <a:pt x="17673" y="11773"/>
                  <a:pt x="18655" y="13257"/>
                </a:cubicBezTo>
                <a:cubicBezTo>
                  <a:pt x="18503" y="10476"/>
                  <a:pt x="18428" y="7787"/>
                  <a:pt x="18277" y="5099"/>
                </a:cubicBezTo>
                <a:cubicBezTo>
                  <a:pt x="17748" y="5377"/>
                  <a:pt x="17220" y="5748"/>
                  <a:pt x="16615" y="6026"/>
                </a:cubicBezTo>
                <a:close/>
                <a:moveTo>
                  <a:pt x="4834" y="6026"/>
                </a:moveTo>
                <a:cubicBezTo>
                  <a:pt x="4305" y="5748"/>
                  <a:pt x="3776" y="5377"/>
                  <a:pt x="3248" y="5099"/>
                </a:cubicBezTo>
                <a:cubicBezTo>
                  <a:pt x="3097" y="7787"/>
                  <a:pt x="2945" y="10476"/>
                  <a:pt x="2794" y="13257"/>
                </a:cubicBezTo>
                <a:cubicBezTo>
                  <a:pt x="3776" y="11773"/>
                  <a:pt x="4607" y="9548"/>
                  <a:pt x="4834" y="6026"/>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7" name="Shape 7247"/>
          <p:cNvSpPr/>
          <p:nvPr/>
        </p:nvSpPr>
        <p:spPr>
          <a:xfrm>
            <a:off x="6530014" y="12529962"/>
            <a:ext cx="693405" cy="8354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412"/>
                </a:moveTo>
                <a:cubicBezTo>
                  <a:pt x="811" y="6412"/>
                  <a:pt x="811" y="6412"/>
                  <a:pt x="811" y="6412"/>
                </a:cubicBezTo>
                <a:cubicBezTo>
                  <a:pt x="913" y="5738"/>
                  <a:pt x="1318" y="5063"/>
                  <a:pt x="1825" y="4556"/>
                </a:cubicBezTo>
                <a:cubicBezTo>
                  <a:pt x="2231" y="4134"/>
                  <a:pt x="2839" y="3881"/>
                  <a:pt x="3448" y="3628"/>
                </a:cubicBezTo>
                <a:cubicBezTo>
                  <a:pt x="3549" y="3206"/>
                  <a:pt x="3854" y="2869"/>
                  <a:pt x="4259" y="2531"/>
                </a:cubicBezTo>
                <a:cubicBezTo>
                  <a:pt x="4259" y="2531"/>
                  <a:pt x="4259" y="2531"/>
                  <a:pt x="4259" y="2531"/>
                </a:cubicBezTo>
                <a:cubicBezTo>
                  <a:pt x="4259" y="2531"/>
                  <a:pt x="4259" y="2531"/>
                  <a:pt x="4259" y="2531"/>
                </a:cubicBezTo>
                <a:cubicBezTo>
                  <a:pt x="4766" y="2025"/>
                  <a:pt x="5577" y="1772"/>
                  <a:pt x="6389" y="1772"/>
                </a:cubicBezTo>
                <a:cubicBezTo>
                  <a:pt x="6997" y="1772"/>
                  <a:pt x="7606" y="1941"/>
                  <a:pt x="8113" y="2194"/>
                </a:cubicBezTo>
                <a:cubicBezTo>
                  <a:pt x="8214" y="1687"/>
                  <a:pt x="8518" y="1181"/>
                  <a:pt x="9025" y="844"/>
                </a:cubicBezTo>
                <a:cubicBezTo>
                  <a:pt x="9025" y="844"/>
                  <a:pt x="9025" y="844"/>
                  <a:pt x="9025" y="844"/>
                </a:cubicBezTo>
                <a:cubicBezTo>
                  <a:pt x="9634" y="337"/>
                  <a:pt x="10445" y="0"/>
                  <a:pt x="11358" y="0"/>
                </a:cubicBezTo>
                <a:cubicBezTo>
                  <a:pt x="12270" y="0"/>
                  <a:pt x="13082" y="337"/>
                  <a:pt x="13690" y="844"/>
                </a:cubicBezTo>
                <a:cubicBezTo>
                  <a:pt x="13690" y="844"/>
                  <a:pt x="13690" y="844"/>
                  <a:pt x="13690" y="844"/>
                </a:cubicBezTo>
                <a:cubicBezTo>
                  <a:pt x="13690" y="844"/>
                  <a:pt x="13690" y="844"/>
                  <a:pt x="13690" y="844"/>
                </a:cubicBezTo>
                <a:cubicBezTo>
                  <a:pt x="13690" y="844"/>
                  <a:pt x="13690" y="844"/>
                  <a:pt x="13690" y="844"/>
                </a:cubicBezTo>
                <a:cubicBezTo>
                  <a:pt x="13994" y="1097"/>
                  <a:pt x="14299" y="1434"/>
                  <a:pt x="14501" y="1856"/>
                </a:cubicBezTo>
                <a:cubicBezTo>
                  <a:pt x="14806" y="1772"/>
                  <a:pt x="15110" y="1772"/>
                  <a:pt x="15515" y="1772"/>
                </a:cubicBezTo>
                <a:cubicBezTo>
                  <a:pt x="16935" y="1772"/>
                  <a:pt x="18254" y="2278"/>
                  <a:pt x="19166" y="3037"/>
                </a:cubicBezTo>
                <a:cubicBezTo>
                  <a:pt x="20079" y="3797"/>
                  <a:pt x="20687" y="4894"/>
                  <a:pt x="20687" y="6075"/>
                </a:cubicBezTo>
                <a:cubicBezTo>
                  <a:pt x="20687" y="6159"/>
                  <a:pt x="20687" y="6328"/>
                  <a:pt x="20687" y="6412"/>
                </a:cubicBezTo>
                <a:cubicBezTo>
                  <a:pt x="21600" y="6412"/>
                  <a:pt x="21600" y="6412"/>
                  <a:pt x="21600" y="6412"/>
                </a:cubicBezTo>
                <a:cubicBezTo>
                  <a:pt x="18456" y="21600"/>
                  <a:pt x="18456" y="21600"/>
                  <a:pt x="18456" y="21600"/>
                </a:cubicBezTo>
                <a:cubicBezTo>
                  <a:pt x="3549" y="21600"/>
                  <a:pt x="3549" y="21600"/>
                  <a:pt x="3549" y="21600"/>
                </a:cubicBezTo>
                <a:cubicBezTo>
                  <a:pt x="0" y="6412"/>
                  <a:pt x="0" y="6412"/>
                  <a:pt x="0" y="6412"/>
                </a:cubicBezTo>
                <a:close/>
                <a:moveTo>
                  <a:pt x="8417" y="12994"/>
                </a:moveTo>
                <a:cubicBezTo>
                  <a:pt x="8721" y="12994"/>
                  <a:pt x="8924" y="12994"/>
                  <a:pt x="9025" y="12909"/>
                </a:cubicBezTo>
                <a:cubicBezTo>
                  <a:pt x="9127" y="12909"/>
                  <a:pt x="9127" y="12741"/>
                  <a:pt x="9127" y="12656"/>
                </a:cubicBezTo>
                <a:cubicBezTo>
                  <a:pt x="9127" y="11981"/>
                  <a:pt x="9127" y="11981"/>
                  <a:pt x="9127" y="11981"/>
                </a:cubicBezTo>
                <a:cubicBezTo>
                  <a:pt x="9127" y="11897"/>
                  <a:pt x="9127" y="11728"/>
                  <a:pt x="8924" y="11728"/>
                </a:cubicBezTo>
                <a:cubicBezTo>
                  <a:pt x="8823" y="11644"/>
                  <a:pt x="8620" y="11644"/>
                  <a:pt x="8417" y="11644"/>
                </a:cubicBezTo>
                <a:cubicBezTo>
                  <a:pt x="7808" y="11644"/>
                  <a:pt x="7808" y="11644"/>
                  <a:pt x="7808" y="11644"/>
                </a:cubicBezTo>
                <a:cubicBezTo>
                  <a:pt x="7808" y="13838"/>
                  <a:pt x="7808" y="13838"/>
                  <a:pt x="7808" y="13838"/>
                </a:cubicBezTo>
                <a:cubicBezTo>
                  <a:pt x="8417" y="13838"/>
                  <a:pt x="8417" y="13838"/>
                  <a:pt x="8417" y="13838"/>
                </a:cubicBezTo>
                <a:cubicBezTo>
                  <a:pt x="8417" y="12994"/>
                  <a:pt x="8417" y="12994"/>
                  <a:pt x="8417" y="12994"/>
                </a:cubicBezTo>
                <a:close/>
                <a:moveTo>
                  <a:pt x="8518" y="12572"/>
                </a:moveTo>
                <a:cubicBezTo>
                  <a:pt x="8518" y="12066"/>
                  <a:pt x="8518" y="12066"/>
                  <a:pt x="8518" y="12066"/>
                </a:cubicBezTo>
                <a:cubicBezTo>
                  <a:pt x="8518" y="11981"/>
                  <a:pt x="8518" y="11981"/>
                  <a:pt x="8417" y="11981"/>
                </a:cubicBezTo>
                <a:cubicBezTo>
                  <a:pt x="8417" y="12741"/>
                  <a:pt x="8417" y="12741"/>
                  <a:pt x="8417" y="12741"/>
                </a:cubicBezTo>
                <a:cubicBezTo>
                  <a:pt x="8518" y="12741"/>
                  <a:pt x="8518" y="12656"/>
                  <a:pt x="8518" y="12572"/>
                </a:cubicBezTo>
                <a:close/>
                <a:moveTo>
                  <a:pt x="10039" y="13500"/>
                </a:moveTo>
                <a:cubicBezTo>
                  <a:pt x="10039" y="13753"/>
                  <a:pt x="10344" y="13838"/>
                  <a:pt x="10749" y="13838"/>
                </a:cubicBezTo>
                <a:cubicBezTo>
                  <a:pt x="10952" y="13838"/>
                  <a:pt x="11155" y="13838"/>
                  <a:pt x="11256" y="13753"/>
                </a:cubicBezTo>
                <a:cubicBezTo>
                  <a:pt x="11358" y="13669"/>
                  <a:pt x="11459" y="13584"/>
                  <a:pt x="11459" y="13500"/>
                </a:cubicBezTo>
                <a:cubicBezTo>
                  <a:pt x="11459" y="12066"/>
                  <a:pt x="11459" y="12066"/>
                  <a:pt x="11459" y="12066"/>
                </a:cubicBezTo>
                <a:cubicBezTo>
                  <a:pt x="11459" y="11728"/>
                  <a:pt x="11155" y="11644"/>
                  <a:pt x="10749" y="11644"/>
                </a:cubicBezTo>
                <a:cubicBezTo>
                  <a:pt x="10344" y="11644"/>
                  <a:pt x="10039" y="11728"/>
                  <a:pt x="10039" y="12066"/>
                </a:cubicBezTo>
                <a:cubicBezTo>
                  <a:pt x="10039" y="13500"/>
                  <a:pt x="10039" y="13500"/>
                  <a:pt x="10039" y="13500"/>
                </a:cubicBezTo>
                <a:close/>
                <a:moveTo>
                  <a:pt x="10851" y="13500"/>
                </a:moveTo>
                <a:cubicBezTo>
                  <a:pt x="10851" y="11981"/>
                  <a:pt x="10851" y="11981"/>
                  <a:pt x="10851" y="11981"/>
                </a:cubicBezTo>
                <a:cubicBezTo>
                  <a:pt x="10851" y="11897"/>
                  <a:pt x="10851" y="11897"/>
                  <a:pt x="10749" y="11897"/>
                </a:cubicBezTo>
                <a:cubicBezTo>
                  <a:pt x="10648" y="11897"/>
                  <a:pt x="10648" y="11897"/>
                  <a:pt x="10648" y="11981"/>
                </a:cubicBezTo>
                <a:cubicBezTo>
                  <a:pt x="10648" y="13500"/>
                  <a:pt x="10648" y="13500"/>
                  <a:pt x="10648" y="13500"/>
                </a:cubicBezTo>
                <a:cubicBezTo>
                  <a:pt x="10648" y="13500"/>
                  <a:pt x="10648" y="13584"/>
                  <a:pt x="10749" y="13584"/>
                </a:cubicBezTo>
                <a:cubicBezTo>
                  <a:pt x="10851" y="13584"/>
                  <a:pt x="10851" y="13500"/>
                  <a:pt x="10851" y="13500"/>
                </a:cubicBezTo>
                <a:close/>
                <a:moveTo>
                  <a:pt x="12980" y="12994"/>
                </a:moveTo>
                <a:cubicBezTo>
                  <a:pt x="13285" y="12994"/>
                  <a:pt x="13487" y="12994"/>
                  <a:pt x="13589" y="12909"/>
                </a:cubicBezTo>
                <a:cubicBezTo>
                  <a:pt x="13690" y="12909"/>
                  <a:pt x="13690" y="12741"/>
                  <a:pt x="13690" y="12656"/>
                </a:cubicBezTo>
                <a:cubicBezTo>
                  <a:pt x="13690" y="11981"/>
                  <a:pt x="13690" y="11981"/>
                  <a:pt x="13690" y="11981"/>
                </a:cubicBezTo>
                <a:cubicBezTo>
                  <a:pt x="13690" y="11897"/>
                  <a:pt x="13690" y="11728"/>
                  <a:pt x="13589" y="11728"/>
                </a:cubicBezTo>
                <a:cubicBezTo>
                  <a:pt x="13386" y="11644"/>
                  <a:pt x="13285" y="11644"/>
                  <a:pt x="12980" y="11644"/>
                </a:cubicBezTo>
                <a:cubicBezTo>
                  <a:pt x="12372" y="11644"/>
                  <a:pt x="12372" y="11644"/>
                  <a:pt x="12372" y="11644"/>
                </a:cubicBezTo>
                <a:cubicBezTo>
                  <a:pt x="12372" y="13838"/>
                  <a:pt x="12372" y="13838"/>
                  <a:pt x="12372" y="13838"/>
                </a:cubicBezTo>
                <a:cubicBezTo>
                  <a:pt x="12980" y="13838"/>
                  <a:pt x="12980" y="13838"/>
                  <a:pt x="12980" y="13838"/>
                </a:cubicBezTo>
                <a:cubicBezTo>
                  <a:pt x="12980" y="12994"/>
                  <a:pt x="12980" y="12994"/>
                  <a:pt x="12980" y="12994"/>
                </a:cubicBezTo>
                <a:close/>
                <a:moveTo>
                  <a:pt x="13183" y="12572"/>
                </a:moveTo>
                <a:cubicBezTo>
                  <a:pt x="13183" y="12066"/>
                  <a:pt x="13183" y="12066"/>
                  <a:pt x="13183" y="12066"/>
                </a:cubicBezTo>
                <a:cubicBezTo>
                  <a:pt x="13183" y="11981"/>
                  <a:pt x="13082" y="11981"/>
                  <a:pt x="12980" y="11981"/>
                </a:cubicBezTo>
                <a:cubicBezTo>
                  <a:pt x="12980" y="12741"/>
                  <a:pt x="12980" y="12741"/>
                  <a:pt x="12980" y="12741"/>
                </a:cubicBezTo>
                <a:cubicBezTo>
                  <a:pt x="13082" y="12741"/>
                  <a:pt x="13183" y="12656"/>
                  <a:pt x="13183" y="12572"/>
                </a:cubicBezTo>
                <a:close/>
                <a:moveTo>
                  <a:pt x="9127" y="15019"/>
                </a:moveTo>
                <a:cubicBezTo>
                  <a:pt x="9127" y="14597"/>
                  <a:pt x="9127" y="14597"/>
                  <a:pt x="9127" y="14597"/>
                </a:cubicBezTo>
                <a:cubicBezTo>
                  <a:pt x="9127" y="14344"/>
                  <a:pt x="8924" y="14175"/>
                  <a:pt x="8518" y="14175"/>
                </a:cubicBezTo>
                <a:cubicBezTo>
                  <a:pt x="8011" y="14175"/>
                  <a:pt x="7808" y="14344"/>
                  <a:pt x="7808" y="14597"/>
                </a:cubicBezTo>
                <a:cubicBezTo>
                  <a:pt x="7808" y="16031"/>
                  <a:pt x="7808" y="16031"/>
                  <a:pt x="7808" y="16031"/>
                </a:cubicBezTo>
                <a:cubicBezTo>
                  <a:pt x="7808" y="16369"/>
                  <a:pt x="8011" y="16453"/>
                  <a:pt x="8518" y="16453"/>
                </a:cubicBezTo>
                <a:cubicBezTo>
                  <a:pt x="8620" y="16453"/>
                  <a:pt x="8823" y="16453"/>
                  <a:pt x="8924" y="16369"/>
                </a:cubicBezTo>
                <a:cubicBezTo>
                  <a:pt x="9025" y="16284"/>
                  <a:pt x="9127" y="16200"/>
                  <a:pt x="9127" y="16116"/>
                </a:cubicBezTo>
                <a:cubicBezTo>
                  <a:pt x="9127" y="15525"/>
                  <a:pt x="9127" y="15525"/>
                  <a:pt x="9127" y="15525"/>
                </a:cubicBezTo>
                <a:cubicBezTo>
                  <a:pt x="8518" y="15525"/>
                  <a:pt x="8518" y="15525"/>
                  <a:pt x="8518" y="15525"/>
                </a:cubicBezTo>
                <a:cubicBezTo>
                  <a:pt x="8518" y="16116"/>
                  <a:pt x="8518" y="16116"/>
                  <a:pt x="8518" y="16116"/>
                </a:cubicBezTo>
                <a:cubicBezTo>
                  <a:pt x="8518" y="16116"/>
                  <a:pt x="8518" y="16200"/>
                  <a:pt x="8518" y="16200"/>
                </a:cubicBezTo>
                <a:cubicBezTo>
                  <a:pt x="8417" y="16200"/>
                  <a:pt x="8417" y="16116"/>
                  <a:pt x="8417" y="16116"/>
                </a:cubicBezTo>
                <a:cubicBezTo>
                  <a:pt x="8417" y="14597"/>
                  <a:pt x="8417" y="14597"/>
                  <a:pt x="8417" y="14597"/>
                </a:cubicBezTo>
                <a:cubicBezTo>
                  <a:pt x="8417" y="14513"/>
                  <a:pt x="8417" y="14513"/>
                  <a:pt x="8518" y="14513"/>
                </a:cubicBezTo>
                <a:cubicBezTo>
                  <a:pt x="8518" y="14513"/>
                  <a:pt x="8518" y="14513"/>
                  <a:pt x="8518" y="14597"/>
                </a:cubicBezTo>
                <a:cubicBezTo>
                  <a:pt x="8518" y="15019"/>
                  <a:pt x="8518" y="15019"/>
                  <a:pt x="8518" y="15019"/>
                </a:cubicBezTo>
                <a:cubicBezTo>
                  <a:pt x="9127" y="15019"/>
                  <a:pt x="9127" y="15019"/>
                  <a:pt x="9127" y="15019"/>
                </a:cubicBezTo>
                <a:close/>
                <a:moveTo>
                  <a:pt x="9228" y="16031"/>
                </a:moveTo>
                <a:cubicBezTo>
                  <a:pt x="9228" y="16369"/>
                  <a:pt x="9431" y="16453"/>
                  <a:pt x="9837" y="16453"/>
                </a:cubicBezTo>
                <a:cubicBezTo>
                  <a:pt x="10039" y="16453"/>
                  <a:pt x="10242" y="16453"/>
                  <a:pt x="10344" y="16369"/>
                </a:cubicBezTo>
                <a:cubicBezTo>
                  <a:pt x="10445" y="16284"/>
                  <a:pt x="10546" y="16200"/>
                  <a:pt x="10546" y="16031"/>
                </a:cubicBezTo>
                <a:cubicBezTo>
                  <a:pt x="10546" y="14597"/>
                  <a:pt x="10546" y="14597"/>
                  <a:pt x="10546" y="14597"/>
                </a:cubicBezTo>
                <a:cubicBezTo>
                  <a:pt x="10546" y="14344"/>
                  <a:pt x="10344" y="14175"/>
                  <a:pt x="9837" y="14175"/>
                </a:cubicBezTo>
                <a:cubicBezTo>
                  <a:pt x="9431" y="14175"/>
                  <a:pt x="9228" y="14344"/>
                  <a:pt x="9228" y="14597"/>
                </a:cubicBezTo>
                <a:cubicBezTo>
                  <a:pt x="9228" y="16031"/>
                  <a:pt x="9228" y="16031"/>
                  <a:pt x="9228" y="16031"/>
                </a:cubicBezTo>
                <a:close/>
                <a:moveTo>
                  <a:pt x="9938" y="16116"/>
                </a:moveTo>
                <a:cubicBezTo>
                  <a:pt x="9938" y="14597"/>
                  <a:pt x="9938" y="14597"/>
                  <a:pt x="9938" y="14597"/>
                </a:cubicBezTo>
                <a:cubicBezTo>
                  <a:pt x="9938" y="14513"/>
                  <a:pt x="9938" y="14513"/>
                  <a:pt x="9837" y="14513"/>
                </a:cubicBezTo>
                <a:cubicBezTo>
                  <a:pt x="9837" y="14513"/>
                  <a:pt x="9735" y="14513"/>
                  <a:pt x="9735" y="14597"/>
                </a:cubicBezTo>
                <a:cubicBezTo>
                  <a:pt x="9735" y="16116"/>
                  <a:pt x="9735" y="16116"/>
                  <a:pt x="9735" y="16116"/>
                </a:cubicBezTo>
                <a:cubicBezTo>
                  <a:pt x="9735" y="16116"/>
                  <a:pt x="9837" y="16200"/>
                  <a:pt x="9837" y="16200"/>
                </a:cubicBezTo>
                <a:cubicBezTo>
                  <a:pt x="9938" y="16200"/>
                  <a:pt x="9938" y="16116"/>
                  <a:pt x="9938" y="16116"/>
                </a:cubicBezTo>
                <a:close/>
                <a:moveTo>
                  <a:pt x="12169" y="16453"/>
                </a:moveTo>
                <a:cubicBezTo>
                  <a:pt x="12068" y="16369"/>
                  <a:pt x="11966" y="16200"/>
                  <a:pt x="11966" y="15862"/>
                </a:cubicBezTo>
                <a:cubicBezTo>
                  <a:pt x="12068" y="15609"/>
                  <a:pt x="12068" y="15609"/>
                  <a:pt x="12068" y="15609"/>
                </a:cubicBezTo>
                <a:cubicBezTo>
                  <a:pt x="12068" y="15441"/>
                  <a:pt x="11865" y="15272"/>
                  <a:pt x="11662" y="15272"/>
                </a:cubicBezTo>
                <a:cubicBezTo>
                  <a:pt x="11865" y="15188"/>
                  <a:pt x="12068" y="15019"/>
                  <a:pt x="12068" y="14850"/>
                </a:cubicBezTo>
                <a:cubicBezTo>
                  <a:pt x="12068" y="14597"/>
                  <a:pt x="12068" y="14597"/>
                  <a:pt x="12068" y="14597"/>
                </a:cubicBezTo>
                <a:cubicBezTo>
                  <a:pt x="12068" y="14513"/>
                  <a:pt x="11966" y="14344"/>
                  <a:pt x="11865" y="14344"/>
                </a:cubicBezTo>
                <a:cubicBezTo>
                  <a:pt x="11763" y="14259"/>
                  <a:pt x="11561" y="14259"/>
                  <a:pt x="11358" y="14259"/>
                </a:cubicBezTo>
                <a:cubicBezTo>
                  <a:pt x="10648" y="14259"/>
                  <a:pt x="10648" y="14259"/>
                  <a:pt x="10648" y="14259"/>
                </a:cubicBezTo>
                <a:cubicBezTo>
                  <a:pt x="10648" y="16453"/>
                  <a:pt x="10648" y="16453"/>
                  <a:pt x="10648" y="16453"/>
                </a:cubicBezTo>
                <a:cubicBezTo>
                  <a:pt x="11256" y="16453"/>
                  <a:pt x="11256" y="16453"/>
                  <a:pt x="11256" y="16453"/>
                </a:cubicBezTo>
                <a:cubicBezTo>
                  <a:pt x="11256" y="15356"/>
                  <a:pt x="11256" y="15356"/>
                  <a:pt x="11256" y="15356"/>
                </a:cubicBezTo>
                <a:cubicBezTo>
                  <a:pt x="11358" y="15356"/>
                  <a:pt x="11459" y="15441"/>
                  <a:pt x="11459" y="15525"/>
                </a:cubicBezTo>
                <a:cubicBezTo>
                  <a:pt x="11459" y="15525"/>
                  <a:pt x="11459" y="15609"/>
                  <a:pt x="11459" y="15778"/>
                </a:cubicBezTo>
                <a:cubicBezTo>
                  <a:pt x="11459" y="15947"/>
                  <a:pt x="11459" y="15947"/>
                  <a:pt x="11459" y="15947"/>
                </a:cubicBezTo>
                <a:cubicBezTo>
                  <a:pt x="11459" y="15947"/>
                  <a:pt x="11459" y="15947"/>
                  <a:pt x="11459" y="15947"/>
                </a:cubicBezTo>
                <a:cubicBezTo>
                  <a:pt x="11459" y="16200"/>
                  <a:pt x="11459" y="16369"/>
                  <a:pt x="11561" y="16453"/>
                </a:cubicBezTo>
                <a:cubicBezTo>
                  <a:pt x="12169" y="16453"/>
                  <a:pt x="12169" y="16453"/>
                  <a:pt x="12169" y="16453"/>
                </a:cubicBezTo>
                <a:close/>
                <a:moveTo>
                  <a:pt x="11459" y="15019"/>
                </a:moveTo>
                <a:cubicBezTo>
                  <a:pt x="11459" y="14597"/>
                  <a:pt x="11459" y="14597"/>
                  <a:pt x="11459" y="14597"/>
                </a:cubicBezTo>
                <a:cubicBezTo>
                  <a:pt x="11459" y="14513"/>
                  <a:pt x="11358" y="14513"/>
                  <a:pt x="11256" y="14513"/>
                </a:cubicBezTo>
                <a:cubicBezTo>
                  <a:pt x="11256" y="15103"/>
                  <a:pt x="11256" y="15103"/>
                  <a:pt x="11256" y="15103"/>
                </a:cubicBezTo>
                <a:cubicBezTo>
                  <a:pt x="11358" y="15103"/>
                  <a:pt x="11459" y="15103"/>
                  <a:pt x="11459" y="15019"/>
                </a:cubicBezTo>
                <a:close/>
                <a:moveTo>
                  <a:pt x="13690" y="16453"/>
                </a:moveTo>
                <a:cubicBezTo>
                  <a:pt x="13690" y="14259"/>
                  <a:pt x="13690" y="14259"/>
                  <a:pt x="13690" y="14259"/>
                </a:cubicBezTo>
                <a:cubicBezTo>
                  <a:pt x="13183" y="14259"/>
                  <a:pt x="13183" y="14259"/>
                  <a:pt x="13183" y="14259"/>
                </a:cubicBezTo>
                <a:cubicBezTo>
                  <a:pt x="13183" y="15272"/>
                  <a:pt x="13183" y="15272"/>
                  <a:pt x="13183" y="15272"/>
                </a:cubicBezTo>
                <a:cubicBezTo>
                  <a:pt x="12879" y="14259"/>
                  <a:pt x="12879" y="14259"/>
                  <a:pt x="12879" y="14259"/>
                </a:cubicBezTo>
                <a:cubicBezTo>
                  <a:pt x="12169" y="14259"/>
                  <a:pt x="12169" y="14259"/>
                  <a:pt x="12169" y="14259"/>
                </a:cubicBezTo>
                <a:cubicBezTo>
                  <a:pt x="12169" y="16453"/>
                  <a:pt x="12169" y="16453"/>
                  <a:pt x="12169" y="16453"/>
                </a:cubicBezTo>
                <a:cubicBezTo>
                  <a:pt x="12676" y="16453"/>
                  <a:pt x="12676" y="16453"/>
                  <a:pt x="12676" y="16453"/>
                </a:cubicBezTo>
                <a:cubicBezTo>
                  <a:pt x="12676" y="15272"/>
                  <a:pt x="12676" y="15272"/>
                  <a:pt x="12676" y="15272"/>
                </a:cubicBezTo>
                <a:cubicBezTo>
                  <a:pt x="13082" y="16453"/>
                  <a:pt x="13082" y="16453"/>
                  <a:pt x="13082" y="16453"/>
                </a:cubicBezTo>
                <a:cubicBezTo>
                  <a:pt x="13690" y="16453"/>
                  <a:pt x="13690" y="16453"/>
                  <a:pt x="13690" y="16453"/>
                </a:cubicBezTo>
                <a:close/>
                <a:moveTo>
                  <a:pt x="2941" y="6412"/>
                </a:moveTo>
                <a:cubicBezTo>
                  <a:pt x="18558" y="6412"/>
                  <a:pt x="18558" y="6412"/>
                  <a:pt x="18558" y="6412"/>
                </a:cubicBezTo>
                <a:cubicBezTo>
                  <a:pt x="18558" y="6328"/>
                  <a:pt x="18558" y="6159"/>
                  <a:pt x="18558" y="6075"/>
                </a:cubicBezTo>
                <a:cubicBezTo>
                  <a:pt x="18558" y="5400"/>
                  <a:pt x="18254" y="4725"/>
                  <a:pt x="17645" y="4303"/>
                </a:cubicBezTo>
                <a:cubicBezTo>
                  <a:pt x="17138" y="3797"/>
                  <a:pt x="16327" y="3544"/>
                  <a:pt x="15515" y="3544"/>
                </a:cubicBezTo>
                <a:cubicBezTo>
                  <a:pt x="15211" y="3544"/>
                  <a:pt x="15008" y="3544"/>
                  <a:pt x="14704" y="3628"/>
                </a:cubicBezTo>
                <a:cubicBezTo>
                  <a:pt x="14501" y="3628"/>
                  <a:pt x="14299" y="3712"/>
                  <a:pt x="14096" y="3797"/>
                </a:cubicBezTo>
                <a:cubicBezTo>
                  <a:pt x="13893" y="3881"/>
                  <a:pt x="13690" y="3966"/>
                  <a:pt x="13386" y="3881"/>
                </a:cubicBezTo>
                <a:cubicBezTo>
                  <a:pt x="12879" y="3797"/>
                  <a:pt x="12473" y="3375"/>
                  <a:pt x="12575" y="2869"/>
                </a:cubicBezTo>
                <a:cubicBezTo>
                  <a:pt x="12575" y="2869"/>
                  <a:pt x="12575" y="2869"/>
                  <a:pt x="12575" y="2869"/>
                </a:cubicBezTo>
                <a:cubicBezTo>
                  <a:pt x="12575" y="2784"/>
                  <a:pt x="12575" y="2784"/>
                  <a:pt x="12575" y="2784"/>
                </a:cubicBezTo>
                <a:cubicBezTo>
                  <a:pt x="12575" y="2447"/>
                  <a:pt x="12372" y="2194"/>
                  <a:pt x="12169" y="2025"/>
                </a:cubicBezTo>
                <a:cubicBezTo>
                  <a:pt x="12169" y="2025"/>
                  <a:pt x="12169" y="2025"/>
                  <a:pt x="12169" y="2025"/>
                </a:cubicBezTo>
                <a:cubicBezTo>
                  <a:pt x="11966" y="1856"/>
                  <a:pt x="11662" y="1772"/>
                  <a:pt x="11358" y="1772"/>
                </a:cubicBezTo>
                <a:cubicBezTo>
                  <a:pt x="11054" y="1772"/>
                  <a:pt x="10749" y="1856"/>
                  <a:pt x="10546" y="2025"/>
                </a:cubicBezTo>
                <a:cubicBezTo>
                  <a:pt x="10445" y="2025"/>
                  <a:pt x="10445" y="2025"/>
                  <a:pt x="10445" y="2025"/>
                </a:cubicBezTo>
                <a:cubicBezTo>
                  <a:pt x="10242" y="2194"/>
                  <a:pt x="10141" y="2447"/>
                  <a:pt x="10141" y="2784"/>
                </a:cubicBezTo>
                <a:cubicBezTo>
                  <a:pt x="10141" y="2869"/>
                  <a:pt x="10141" y="2869"/>
                  <a:pt x="10141" y="2953"/>
                </a:cubicBezTo>
                <a:cubicBezTo>
                  <a:pt x="10242" y="3037"/>
                  <a:pt x="10242" y="3122"/>
                  <a:pt x="10242" y="3206"/>
                </a:cubicBezTo>
                <a:cubicBezTo>
                  <a:pt x="10242" y="3206"/>
                  <a:pt x="10242" y="3206"/>
                  <a:pt x="10242" y="3206"/>
                </a:cubicBezTo>
                <a:cubicBezTo>
                  <a:pt x="10242" y="3206"/>
                  <a:pt x="10242" y="3206"/>
                  <a:pt x="10242" y="3206"/>
                </a:cubicBezTo>
                <a:cubicBezTo>
                  <a:pt x="10445" y="3628"/>
                  <a:pt x="10242" y="4134"/>
                  <a:pt x="9735" y="4388"/>
                </a:cubicBezTo>
                <a:cubicBezTo>
                  <a:pt x="9634" y="4388"/>
                  <a:pt x="9532" y="4472"/>
                  <a:pt x="9330" y="4472"/>
                </a:cubicBezTo>
                <a:cubicBezTo>
                  <a:pt x="9228" y="4556"/>
                  <a:pt x="9228" y="4641"/>
                  <a:pt x="9127" y="4641"/>
                </a:cubicBezTo>
                <a:cubicBezTo>
                  <a:pt x="9127" y="4641"/>
                  <a:pt x="9127" y="4641"/>
                  <a:pt x="9127" y="4641"/>
                </a:cubicBezTo>
                <a:cubicBezTo>
                  <a:pt x="8924" y="4725"/>
                  <a:pt x="8823" y="4809"/>
                  <a:pt x="8620" y="4894"/>
                </a:cubicBezTo>
                <a:cubicBezTo>
                  <a:pt x="8011" y="4978"/>
                  <a:pt x="7504" y="4641"/>
                  <a:pt x="7403" y="4134"/>
                </a:cubicBezTo>
                <a:cubicBezTo>
                  <a:pt x="7301" y="3966"/>
                  <a:pt x="7200" y="3797"/>
                  <a:pt x="6997" y="3712"/>
                </a:cubicBezTo>
                <a:cubicBezTo>
                  <a:pt x="6896" y="3628"/>
                  <a:pt x="6693" y="3544"/>
                  <a:pt x="6389" y="3544"/>
                </a:cubicBezTo>
                <a:cubicBezTo>
                  <a:pt x="6186" y="3544"/>
                  <a:pt x="5882" y="3628"/>
                  <a:pt x="5679" y="3797"/>
                </a:cubicBezTo>
                <a:cubicBezTo>
                  <a:pt x="5679" y="3797"/>
                  <a:pt x="5679" y="3797"/>
                  <a:pt x="5679" y="3797"/>
                </a:cubicBezTo>
                <a:cubicBezTo>
                  <a:pt x="5577" y="3881"/>
                  <a:pt x="5476" y="4134"/>
                  <a:pt x="5476" y="4303"/>
                </a:cubicBezTo>
                <a:cubicBezTo>
                  <a:pt x="5476" y="4303"/>
                  <a:pt x="5476" y="4303"/>
                  <a:pt x="5476" y="4303"/>
                </a:cubicBezTo>
                <a:cubicBezTo>
                  <a:pt x="5476" y="4809"/>
                  <a:pt x="5070" y="5231"/>
                  <a:pt x="4462" y="5231"/>
                </a:cubicBezTo>
                <a:cubicBezTo>
                  <a:pt x="4056" y="5316"/>
                  <a:pt x="3651" y="5484"/>
                  <a:pt x="3346" y="5738"/>
                </a:cubicBezTo>
                <a:cubicBezTo>
                  <a:pt x="3144" y="5906"/>
                  <a:pt x="3042" y="6159"/>
                  <a:pt x="2941" y="6412"/>
                </a:cubicBezTo>
                <a:close/>
                <a:moveTo>
                  <a:pt x="18152" y="11053"/>
                </a:moveTo>
                <a:cubicBezTo>
                  <a:pt x="3549" y="11053"/>
                  <a:pt x="3549" y="11053"/>
                  <a:pt x="3549" y="11053"/>
                </a:cubicBezTo>
                <a:cubicBezTo>
                  <a:pt x="4868" y="16875"/>
                  <a:pt x="4868" y="16875"/>
                  <a:pt x="4868" y="16875"/>
                </a:cubicBezTo>
                <a:cubicBezTo>
                  <a:pt x="16935" y="16875"/>
                  <a:pt x="16935" y="16875"/>
                  <a:pt x="16935" y="16875"/>
                </a:cubicBezTo>
                <a:lnTo>
                  <a:pt x="18152" y="11053"/>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8" name="Shape 7248"/>
          <p:cNvSpPr/>
          <p:nvPr/>
        </p:nvSpPr>
        <p:spPr>
          <a:xfrm>
            <a:off x="14215265" y="12558710"/>
            <a:ext cx="821937" cy="805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7" y="4302"/>
                </a:moveTo>
                <a:cubicBezTo>
                  <a:pt x="2151" y="4302"/>
                  <a:pt x="2496" y="4302"/>
                  <a:pt x="2926" y="4302"/>
                </a:cubicBezTo>
                <a:cubicBezTo>
                  <a:pt x="3528" y="4302"/>
                  <a:pt x="4045" y="4829"/>
                  <a:pt x="4045" y="5444"/>
                </a:cubicBezTo>
                <a:cubicBezTo>
                  <a:pt x="4045" y="5444"/>
                  <a:pt x="4045" y="5444"/>
                  <a:pt x="4045" y="5444"/>
                </a:cubicBezTo>
                <a:cubicBezTo>
                  <a:pt x="4045" y="6059"/>
                  <a:pt x="3528" y="6585"/>
                  <a:pt x="2926" y="6585"/>
                </a:cubicBezTo>
                <a:cubicBezTo>
                  <a:pt x="2496" y="6585"/>
                  <a:pt x="2151" y="6585"/>
                  <a:pt x="1807" y="6585"/>
                </a:cubicBezTo>
                <a:cubicBezTo>
                  <a:pt x="1119" y="6585"/>
                  <a:pt x="602" y="6059"/>
                  <a:pt x="602" y="5444"/>
                </a:cubicBezTo>
                <a:cubicBezTo>
                  <a:pt x="602" y="5444"/>
                  <a:pt x="602" y="5444"/>
                  <a:pt x="602" y="5444"/>
                </a:cubicBezTo>
                <a:cubicBezTo>
                  <a:pt x="602" y="4829"/>
                  <a:pt x="1119" y="4302"/>
                  <a:pt x="1807" y="4302"/>
                </a:cubicBezTo>
                <a:close/>
                <a:moveTo>
                  <a:pt x="14457" y="11854"/>
                </a:moveTo>
                <a:cubicBezTo>
                  <a:pt x="13597" y="12380"/>
                  <a:pt x="12736" y="12907"/>
                  <a:pt x="11876" y="13434"/>
                </a:cubicBezTo>
                <a:cubicBezTo>
                  <a:pt x="10929" y="13961"/>
                  <a:pt x="9982" y="14488"/>
                  <a:pt x="9036" y="15102"/>
                </a:cubicBezTo>
                <a:cubicBezTo>
                  <a:pt x="7917" y="15629"/>
                  <a:pt x="7229" y="15015"/>
                  <a:pt x="7143" y="13785"/>
                </a:cubicBezTo>
                <a:cubicBezTo>
                  <a:pt x="7143" y="12732"/>
                  <a:pt x="7143" y="11678"/>
                  <a:pt x="7143" y="10624"/>
                </a:cubicBezTo>
                <a:cubicBezTo>
                  <a:pt x="7143" y="9571"/>
                  <a:pt x="7143" y="8429"/>
                  <a:pt x="7143" y="7376"/>
                </a:cubicBezTo>
                <a:cubicBezTo>
                  <a:pt x="7229" y="6059"/>
                  <a:pt x="8175" y="5707"/>
                  <a:pt x="9208" y="6322"/>
                </a:cubicBezTo>
                <a:cubicBezTo>
                  <a:pt x="10155" y="6849"/>
                  <a:pt x="11015" y="7376"/>
                  <a:pt x="11876" y="7902"/>
                </a:cubicBezTo>
                <a:cubicBezTo>
                  <a:pt x="12822" y="8429"/>
                  <a:pt x="13769" y="8956"/>
                  <a:pt x="14716" y="9571"/>
                </a:cubicBezTo>
                <a:cubicBezTo>
                  <a:pt x="15748" y="10185"/>
                  <a:pt x="15490" y="11239"/>
                  <a:pt x="14457" y="11854"/>
                </a:cubicBezTo>
                <a:close/>
                <a:moveTo>
                  <a:pt x="4561" y="16859"/>
                </a:moveTo>
                <a:cubicBezTo>
                  <a:pt x="17039" y="16859"/>
                  <a:pt x="17039" y="16859"/>
                  <a:pt x="17039" y="16859"/>
                </a:cubicBezTo>
                <a:cubicBezTo>
                  <a:pt x="17039" y="4215"/>
                  <a:pt x="17039" y="4215"/>
                  <a:pt x="17039" y="4215"/>
                </a:cubicBezTo>
                <a:cubicBezTo>
                  <a:pt x="4561" y="4215"/>
                  <a:pt x="4561" y="4215"/>
                  <a:pt x="4561" y="4215"/>
                </a:cubicBezTo>
                <a:cubicBezTo>
                  <a:pt x="4561" y="16859"/>
                  <a:pt x="4561" y="16859"/>
                  <a:pt x="4561" y="16859"/>
                </a:cubicBezTo>
                <a:close/>
                <a:moveTo>
                  <a:pt x="17039" y="17737"/>
                </a:moveTo>
                <a:cubicBezTo>
                  <a:pt x="17039" y="21600"/>
                  <a:pt x="17039" y="21600"/>
                  <a:pt x="17039" y="21600"/>
                </a:cubicBezTo>
                <a:cubicBezTo>
                  <a:pt x="17641" y="21600"/>
                  <a:pt x="17641" y="21600"/>
                  <a:pt x="17641" y="21600"/>
                </a:cubicBezTo>
                <a:cubicBezTo>
                  <a:pt x="17641" y="21600"/>
                  <a:pt x="17641" y="21600"/>
                  <a:pt x="17641" y="21600"/>
                </a:cubicBezTo>
                <a:cubicBezTo>
                  <a:pt x="17641" y="20985"/>
                  <a:pt x="18158" y="20459"/>
                  <a:pt x="18760" y="20459"/>
                </a:cubicBezTo>
                <a:cubicBezTo>
                  <a:pt x="19879" y="20459"/>
                  <a:pt x="19879" y="20459"/>
                  <a:pt x="19879" y="20459"/>
                </a:cubicBezTo>
                <a:cubicBezTo>
                  <a:pt x="20481" y="20459"/>
                  <a:pt x="20998" y="20985"/>
                  <a:pt x="20998" y="21600"/>
                </a:cubicBezTo>
                <a:cubicBezTo>
                  <a:pt x="20998" y="21600"/>
                  <a:pt x="20998" y="21600"/>
                  <a:pt x="20998" y="21600"/>
                </a:cubicBezTo>
                <a:cubicBezTo>
                  <a:pt x="21600" y="21600"/>
                  <a:pt x="21600" y="21600"/>
                  <a:pt x="21600" y="21600"/>
                </a:cubicBezTo>
                <a:cubicBezTo>
                  <a:pt x="21600" y="0"/>
                  <a:pt x="21600" y="0"/>
                  <a:pt x="21600" y="0"/>
                </a:cubicBezTo>
                <a:cubicBezTo>
                  <a:pt x="20998" y="0"/>
                  <a:pt x="20998" y="0"/>
                  <a:pt x="20998" y="0"/>
                </a:cubicBezTo>
                <a:cubicBezTo>
                  <a:pt x="20998" y="88"/>
                  <a:pt x="20998" y="88"/>
                  <a:pt x="20998" y="88"/>
                </a:cubicBezTo>
                <a:cubicBezTo>
                  <a:pt x="20998" y="88"/>
                  <a:pt x="20998" y="88"/>
                  <a:pt x="20998" y="88"/>
                </a:cubicBezTo>
                <a:cubicBezTo>
                  <a:pt x="20998" y="702"/>
                  <a:pt x="20481" y="1229"/>
                  <a:pt x="19879" y="1229"/>
                </a:cubicBezTo>
                <a:cubicBezTo>
                  <a:pt x="18760" y="1229"/>
                  <a:pt x="18760" y="1229"/>
                  <a:pt x="18760" y="1229"/>
                </a:cubicBezTo>
                <a:cubicBezTo>
                  <a:pt x="18158" y="1229"/>
                  <a:pt x="17641" y="702"/>
                  <a:pt x="17641" y="88"/>
                </a:cubicBezTo>
                <a:cubicBezTo>
                  <a:pt x="17641" y="88"/>
                  <a:pt x="17641" y="88"/>
                  <a:pt x="17641" y="88"/>
                </a:cubicBezTo>
                <a:cubicBezTo>
                  <a:pt x="17641" y="0"/>
                  <a:pt x="17641" y="0"/>
                  <a:pt x="17641" y="0"/>
                </a:cubicBezTo>
                <a:cubicBezTo>
                  <a:pt x="17039" y="0"/>
                  <a:pt x="17039" y="0"/>
                  <a:pt x="17039" y="0"/>
                </a:cubicBezTo>
                <a:cubicBezTo>
                  <a:pt x="17039" y="3337"/>
                  <a:pt x="17039" y="3337"/>
                  <a:pt x="17039" y="3337"/>
                </a:cubicBezTo>
                <a:cubicBezTo>
                  <a:pt x="4561" y="3337"/>
                  <a:pt x="4561" y="3337"/>
                  <a:pt x="4561" y="3337"/>
                </a:cubicBezTo>
                <a:cubicBezTo>
                  <a:pt x="4561" y="0"/>
                  <a:pt x="4561" y="0"/>
                  <a:pt x="4561" y="0"/>
                </a:cubicBezTo>
                <a:cubicBezTo>
                  <a:pt x="4045" y="0"/>
                  <a:pt x="4045" y="0"/>
                  <a:pt x="4045" y="0"/>
                </a:cubicBezTo>
                <a:cubicBezTo>
                  <a:pt x="4045" y="88"/>
                  <a:pt x="4045" y="88"/>
                  <a:pt x="4045" y="88"/>
                </a:cubicBezTo>
                <a:cubicBezTo>
                  <a:pt x="4045" y="88"/>
                  <a:pt x="4045" y="88"/>
                  <a:pt x="4045" y="88"/>
                </a:cubicBezTo>
                <a:cubicBezTo>
                  <a:pt x="4045" y="702"/>
                  <a:pt x="3528" y="1229"/>
                  <a:pt x="2926" y="1229"/>
                </a:cubicBezTo>
                <a:cubicBezTo>
                  <a:pt x="1807" y="1229"/>
                  <a:pt x="1807" y="1229"/>
                  <a:pt x="1807" y="1229"/>
                </a:cubicBezTo>
                <a:cubicBezTo>
                  <a:pt x="1119" y="1229"/>
                  <a:pt x="602" y="702"/>
                  <a:pt x="602" y="88"/>
                </a:cubicBezTo>
                <a:cubicBezTo>
                  <a:pt x="602" y="88"/>
                  <a:pt x="602" y="88"/>
                  <a:pt x="602" y="88"/>
                </a:cubicBezTo>
                <a:cubicBezTo>
                  <a:pt x="602" y="0"/>
                  <a:pt x="602" y="0"/>
                  <a:pt x="602" y="0"/>
                </a:cubicBezTo>
                <a:cubicBezTo>
                  <a:pt x="0" y="0"/>
                  <a:pt x="0" y="0"/>
                  <a:pt x="0" y="0"/>
                </a:cubicBezTo>
                <a:cubicBezTo>
                  <a:pt x="0" y="21600"/>
                  <a:pt x="0" y="21600"/>
                  <a:pt x="0" y="21600"/>
                </a:cubicBezTo>
                <a:cubicBezTo>
                  <a:pt x="602" y="21600"/>
                  <a:pt x="602" y="21600"/>
                  <a:pt x="602" y="21600"/>
                </a:cubicBezTo>
                <a:cubicBezTo>
                  <a:pt x="602" y="21600"/>
                  <a:pt x="602" y="21600"/>
                  <a:pt x="602" y="21600"/>
                </a:cubicBezTo>
                <a:cubicBezTo>
                  <a:pt x="602" y="20985"/>
                  <a:pt x="1119" y="20459"/>
                  <a:pt x="1807" y="20459"/>
                </a:cubicBezTo>
                <a:cubicBezTo>
                  <a:pt x="2926" y="20459"/>
                  <a:pt x="2926" y="20459"/>
                  <a:pt x="2926" y="20459"/>
                </a:cubicBezTo>
                <a:cubicBezTo>
                  <a:pt x="3528" y="20459"/>
                  <a:pt x="4045" y="20985"/>
                  <a:pt x="4045" y="21600"/>
                </a:cubicBezTo>
                <a:cubicBezTo>
                  <a:pt x="4045" y="21600"/>
                  <a:pt x="4045" y="21600"/>
                  <a:pt x="4045" y="21600"/>
                </a:cubicBezTo>
                <a:cubicBezTo>
                  <a:pt x="4561" y="21600"/>
                  <a:pt x="4561" y="21600"/>
                  <a:pt x="4561" y="21600"/>
                </a:cubicBezTo>
                <a:cubicBezTo>
                  <a:pt x="4561" y="17737"/>
                  <a:pt x="4561" y="17737"/>
                  <a:pt x="4561" y="17737"/>
                </a:cubicBezTo>
                <a:cubicBezTo>
                  <a:pt x="17039" y="17737"/>
                  <a:pt x="17039" y="17737"/>
                  <a:pt x="17039" y="17737"/>
                </a:cubicBezTo>
                <a:close/>
                <a:moveTo>
                  <a:pt x="18760" y="4302"/>
                </a:moveTo>
                <a:cubicBezTo>
                  <a:pt x="19104" y="4302"/>
                  <a:pt x="19535" y="4302"/>
                  <a:pt x="19879" y="4302"/>
                </a:cubicBezTo>
                <a:cubicBezTo>
                  <a:pt x="20481" y="4302"/>
                  <a:pt x="20998" y="4829"/>
                  <a:pt x="20998" y="5444"/>
                </a:cubicBezTo>
                <a:cubicBezTo>
                  <a:pt x="20998" y="5444"/>
                  <a:pt x="20998" y="5444"/>
                  <a:pt x="20998" y="5444"/>
                </a:cubicBezTo>
                <a:cubicBezTo>
                  <a:pt x="20998" y="6059"/>
                  <a:pt x="20481" y="6585"/>
                  <a:pt x="19879" y="6585"/>
                </a:cubicBezTo>
                <a:cubicBezTo>
                  <a:pt x="19535" y="6585"/>
                  <a:pt x="19104" y="6585"/>
                  <a:pt x="18760" y="6585"/>
                </a:cubicBezTo>
                <a:cubicBezTo>
                  <a:pt x="18158" y="6585"/>
                  <a:pt x="17641" y="6059"/>
                  <a:pt x="17641" y="5444"/>
                </a:cubicBezTo>
                <a:cubicBezTo>
                  <a:pt x="17641" y="5444"/>
                  <a:pt x="17641" y="5444"/>
                  <a:pt x="17641" y="5444"/>
                </a:cubicBezTo>
                <a:cubicBezTo>
                  <a:pt x="17641" y="4829"/>
                  <a:pt x="18158" y="4302"/>
                  <a:pt x="18760" y="4302"/>
                </a:cubicBezTo>
                <a:close/>
                <a:moveTo>
                  <a:pt x="18760" y="9659"/>
                </a:moveTo>
                <a:cubicBezTo>
                  <a:pt x="19104" y="9659"/>
                  <a:pt x="19535" y="9659"/>
                  <a:pt x="19879" y="9659"/>
                </a:cubicBezTo>
                <a:cubicBezTo>
                  <a:pt x="20481" y="9659"/>
                  <a:pt x="20998" y="10185"/>
                  <a:pt x="20998" y="10800"/>
                </a:cubicBezTo>
                <a:cubicBezTo>
                  <a:pt x="20998" y="10800"/>
                  <a:pt x="20998" y="10800"/>
                  <a:pt x="20998" y="10800"/>
                </a:cubicBezTo>
                <a:cubicBezTo>
                  <a:pt x="20998" y="11502"/>
                  <a:pt x="20481" y="12029"/>
                  <a:pt x="19879" y="12029"/>
                </a:cubicBezTo>
                <a:cubicBezTo>
                  <a:pt x="19535" y="12029"/>
                  <a:pt x="19104" y="12029"/>
                  <a:pt x="18760" y="12029"/>
                </a:cubicBezTo>
                <a:cubicBezTo>
                  <a:pt x="18158" y="12029"/>
                  <a:pt x="17641" y="11502"/>
                  <a:pt x="17641" y="10800"/>
                </a:cubicBezTo>
                <a:cubicBezTo>
                  <a:pt x="17641" y="10800"/>
                  <a:pt x="17641" y="10800"/>
                  <a:pt x="17641" y="10800"/>
                </a:cubicBezTo>
                <a:cubicBezTo>
                  <a:pt x="17641" y="10185"/>
                  <a:pt x="18158" y="9659"/>
                  <a:pt x="18760" y="9659"/>
                </a:cubicBezTo>
                <a:close/>
                <a:moveTo>
                  <a:pt x="18760" y="15102"/>
                </a:moveTo>
                <a:cubicBezTo>
                  <a:pt x="19104" y="15102"/>
                  <a:pt x="19535" y="15102"/>
                  <a:pt x="19879" y="15102"/>
                </a:cubicBezTo>
                <a:cubicBezTo>
                  <a:pt x="20481" y="15102"/>
                  <a:pt x="20998" y="15541"/>
                  <a:pt x="20998" y="16244"/>
                </a:cubicBezTo>
                <a:cubicBezTo>
                  <a:pt x="20998" y="16244"/>
                  <a:pt x="20998" y="16244"/>
                  <a:pt x="20998" y="16244"/>
                </a:cubicBezTo>
                <a:cubicBezTo>
                  <a:pt x="20998" y="16859"/>
                  <a:pt x="20481" y="17385"/>
                  <a:pt x="19879" y="17385"/>
                </a:cubicBezTo>
                <a:cubicBezTo>
                  <a:pt x="19535" y="17385"/>
                  <a:pt x="19104" y="17385"/>
                  <a:pt x="18760" y="17385"/>
                </a:cubicBezTo>
                <a:cubicBezTo>
                  <a:pt x="18158" y="17385"/>
                  <a:pt x="17641" y="16859"/>
                  <a:pt x="17641" y="16244"/>
                </a:cubicBezTo>
                <a:cubicBezTo>
                  <a:pt x="17641" y="16244"/>
                  <a:pt x="17641" y="16244"/>
                  <a:pt x="17641" y="16244"/>
                </a:cubicBezTo>
                <a:cubicBezTo>
                  <a:pt x="17641" y="15541"/>
                  <a:pt x="18158" y="15102"/>
                  <a:pt x="18760" y="15102"/>
                </a:cubicBezTo>
                <a:close/>
                <a:moveTo>
                  <a:pt x="1807" y="9659"/>
                </a:moveTo>
                <a:cubicBezTo>
                  <a:pt x="2151" y="9659"/>
                  <a:pt x="2496" y="9659"/>
                  <a:pt x="2926" y="9659"/>
                </a:cubicBezTo>
                <a:cubicBezTo>
                  <a:pt x="3528" y="9659"/>
                  <a:pt x="4045" y="10185"/>
                  <a:pt x="4045" y="10800"/>
                </a:cubicBezTo>
                <a:cubicBezTo>
                  <a:pt x="4045" y="10800"/>
                  <a:pt x="4045" y="10800"/>
                  <a:pt x="4045" y="10800"/>
                </a:cubicBezTo>
                <a:cubicBezTo>
                  <a:pt x="4045" y="11502"/>
                  <a:pt x="3528" y="12029"/>
                  <a:pt x="2926" y="12029"/>
                </a:cubicBezTo>
                <a:cubicBezTo>
                  <a:pt x="2496" y="12029"/>
                  <a:pt x="2151" y="12029"/>
                  <a:pt x="1807" y="12029"/>
                </a:cubicBezTo>
                <a:cubicBezTo>
                  <a:pt x="1119" y="12029"/>
                  <a:pt x="602" y="11502"/>
                  <a:pt x="602" y="10800"/>
                </a:cubicBezTo>
                <a:cubicBezTo>
                  <a:pt x="602" y="10800"/>
                  <a:pt x="602" y="10800"/>
                  <a:pt x="602" y="10800"/>
                </a:cubicBezTo>
                <a:cubicBezTo>
                  <a:pt x="602" y="10185"/>
                  <a:pt x="1119" y="9659"/>
                  <a:pt x="1807" y="9659"/>
                </a:cubicBezTo>
                <a:close/>
                <a:moveTo>
                  <a:pt x="1807" y="15102"/>
                </a:moveTo>
                <a:cubicBezTo>
                  <a:pt x="2151" y="15102"/>
                  <a:pt x="2496" y="15102"/>
                  <a:pt x="2926" y="15102"/>
                </a:cubicBezTo>
                <a:cubicBezTo>
                  <a:pt x="3528" y="15102"/>
                  <a:pt x="4045" y="15541"/>
                  <a:pt x="4045" y="16244"/>
                </a:cubicBezTo>
                <a:cubicBezTo>
                  <a:pt x="4045" y="16244"/>
                  <a:pt x="4045" y="16244"/>
                  <a:pt x="4045" y="16244"/>
                </a:cubicBezTo>
                <a:cubicBezTo>
                  <a:pt x="4045" y="16859"/>
                  <a:pt x="3528" y="17385"/>
                  <a:pt x="2926" y="17385"/>
                </a:cubicBezTo>
                <a:cubicBezTo>
                  <a:pt x="2496" y="17385"/>
                  <a:pt x="2151" y="17385"/>
                  <a:pt x="1807" y="17385"/>
                </a:cubicBezTo>
                <a:cubicBezTo>
                  <a:pt x="1119" y="17385"/>
                  <a:pt x="602" y="16859"/>
                  <a:pt x="602" y="16244"/>
                </a:cubicBezTo>
                <a:cubicBezTo>
                  <a:pt x="602" y="16244"/>
                  <a:pt x="602" y="16244"/>
                  <a:pt x="602" y="16244"/>
                </a:cubicBezTo>
                <a:cubicBezTo>
                  <a:pt x="602" y="15541"/>
                  <a:pt x="1119" y="15102"/>
                  <a:pt x="1807" y="15102"/>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49" name="Shape 7249"/>
          <p:cNvSpPr/>
          <p:nvPr/>
        </p:nvSpPr>
        <p:spPr>
          <a:xfrm>
            <a:off x="1781044" y="12553638"/>
            <a:ext cx="980915" cy="801963"/>
          </a:xfrm>
          <a:custGeom>
            <a:avLst/>
            <a:gdLst/>
            <a:ahLst/>
            <a:cxnLst>
              <a:cxn ang="0">
                <a:pos x="wd2" y="hd2"/>
              </a:cxn>
              <a:cxn ang="5400000">
                <a:pos x="wd2" y="hd2"/>
              </a:cxn>
              <a:cxn ang="10800000">
                <a:pos x="wd2" y="hd2"/>
              </a:cxn>
              <a:cxn ang="16200000">
                <a:pos x="wd2" y="hd2"/>
              </a:cxn>
            </a:cxnLst>
            <a:rect l="0" t="0" r="r" b="b"/>
            <a:pathLst>
              <a:path w="21600" h="21428" fill="norm" stroke="1" extrusionOk="0">
                <a:moveTo>
                  <a:pt x="8784" y="0"/>
                </a:moveTo>
                <a:cubicBezTo>
                  <a:pt x="11160" y="0"/>
                  <a:pt x="13392" y="1224"/>
                  <a:pt x="14976" y="3148"/>
                </a:cubicBezTo>
                <a:cubicBezTo>
                  <a:pt x="16560" y="5072"/>
                  <a:pt x="17568" y="7696"/>
                  <a:pt x="17568" y="10669"/>
                </a:cubicBezTo>
                <a:cubicBezTo>
                  <a:pt x="17568" y="13642"/>
                  <a:pt x="16560" y="16266"/>
                  <a:pt x="14976" y="18189"/>
                </a:cubicBezTo>
                <a:cubicBezTo>
                  <a:pt x="13392" y="20113"/>
                  <a:pt x="11160" y="21338"/>
                  <a:pt x="8784" y="21338"/>
                </a:cubicBezTo>
                <a:cubicBezTo>
                  <a:pt x="6336" y="21338"/>
                  <a:pt x="4104" y="20113"/>
                  <a:pt x="2520" y="18189"/>
                </a:cubicBezTo>
                <a:cubicBezTo>
                  <a:pt x="936" y="16266"/>
                  <a:pt x="0" y="13642"/>
                  <a:pt x="0" y="10669"/>
                </a:cubicBezTo>
                <a:cubicBezTo>
                  <a:pt x="0" y="7696"/>
                  <a:pt x="936" y="5072"/>
                  <a:pt x="2520" y="3148"/>
                </a:cubicBezTo>
                <a:cubicBezTo>
                  <a:pt x="4104" y="1224"/>
                  <a:pt x="6336" y="0"/>
                  <a:pt x="8784" y="0"/>
                </a:cubicBezTo>
                <a:close/>
                <a:moveTo>
                  <a:pt x="12600" y="21425"/>
                </a:moveTo>
                <a:cubicBezTo>
                  <a:pt x="21024" y="21600"/>
                  <a:pt x="18504" y="13117"/>
                  <a:pt x="21600" y="13817"/>
                </a:cubicBezTo>
                <a:cubicBezTo>
                  <a:pt x="21456" y="11019"/>
                  <a:pt x="21456" y="11019"/>
                  <a:pt x="21456" y="11019"/>
                </a:cubicBezTo>
                <a:cubicBezTo>
                  <a:pt x="16560" y="10669"/>
                  <a:pt x="20592" y="20026"/>
                  <a:pt x="12600" y="21425"/>
                </a:cubicBezTo>
                <a:close/>
                <a:moveTo>
                  <a:pt x="9360" y="6996"/>
                </a:moveTo>
                <a:cubicBezTo>
                  <a:pt x="10008" y="7171"/>
                  <a:pt x="10512" y="7521"/>
                  <a:pt x="10872" y="7958"/>
                </a:cubicBezTo>
                <a:cubicBezTo>
                  <a:pt x="13032" y="6209"/>
                  <a:pt x="13032" y="6209"/>
                  <a:pt x="13032" y="6209"/>
                </a:cubicBezTo>
                <a:cubicBezTo>
                  <a:pt x="12960" y="6034"/>
                  <a:pt x="12888" y="5947"/>
                  <a:pt x="12744" y="5772"/>
                </a:cubicBezTo>
                <a:cubicBezTo>
                  <a:pt x="11880" y="4722"/>
                  <a:pt x="10728" y="4023"/>
                  <a:pt x="9360" y="3848"/>
                </a:cubicBezTo>
                <a:cubicBezTo>
                  <a:pt x="9360" y="6996"/>
                  <a:pt x="9360" y="6996"/>
                  <a:pt x="9360" y="6996"/>
                </a:cubicBezTo>
                <a:close/>
                <a:moveTo>
                  <a:pt x="11664" y="9445"/>
                </a:moveTo>
                <a:cubicBezTo>
                  <a:pt x="11808" y="9794"/>
                  <a:pt x="11808" y="10232"/>
                  <a:pt x="11808" y="10669"/>
                </a:cubicBezTo>
                <a:cubicBezTo>
                  <a:pt x="11808" y="11194"/>
                  <a:pt x="11736" y="11631"/>
                  <a:pt x="11592" y="12068"/>
                </a:cubicBezTo>
                <a:cubicBezTo>
                  <a:pt x="13824" y="13730"/>
                  <a:pt x="13824" y="13730"/>
                  <a:pt x="13824" y="13730"/>
                </a:cubicBezTo>
                <a:cubicBezTo>
                  <a:pt x="14184" y="12855"/>
                  <a:pt x="14400" y="11806"/>
                  <a:pt x="14400" y="10669"/>
                </a:cubicBezTo>
                <a:cubicBezTo>
                  <a:pt x="14400" y="9619"/>
                  <a:pt x="14184" y="8570"/>
                  <a:pt x="13824" y="7608"/>
                </a:cubicBezTo>
                <a:cubicBezTo>
                  <a:pt x="11664" y="9445"/>
                  <a:pt x="11664" y="9445"/>
                  <a:pt x="11664" y="9445"/>
                </a:cubicBezTo>
                <a:close/>
                <a:moveTo>
                  <a:pt x="10728" y="13467"/>
                </a:moveTo>
                <a:cubicBezTo>
                  <a:pt x="10368" y="13904"/>
                  <a:pt x="9936" y="14167"/>
                  <a:pt x="9360" y="14342"/>
                </a:cubicBezTo>
                <a:cubicBezTo>
                  <a:pt x="9360" y="17490"/>
                  <a:pt x="9360" y="17490"/>
                  <a:pt x="9360" y="17490"/>
                </a:cubicBezTo>
                <a:cubicBezTo>
                  <a:pt x="10728" y="17315"/>
                  <a:pt x="11880" y="16615"/>
                  <a:pt x="12744" y="15566"/>
                </a:cubicBezTo>
                <a:cubicBezTo>
                  <a:pt x="12816" y="15391"/>
                  <a:pt x="12960" y="15304"/>
                  <a:pt x="13032" y="15216"/>
                </a:cubicBezTo>
                <a:cubicBezTo>
                  <a:pt x="10728" y="13467"/>
                  <a:pt x="10728" y="13467"/>
                  <a:pt x="10728" y="13467"/>
                </a:cubicBezTo>
                <a:close/>
                <a:moveTo>
                  <a:pt x="7920" y="14254"/>
                </a:moveTo>
                <a:cubicBezTo>
                  <a:pt x="7488" y="14167"/>
                  <a:pt x="7128" y="13904"/>
                  <a:pt x="6768" y="13555"/>
                </a:cubicBezTo>
                <a:cubicBezTo>
                  <a:pt x="4608" y="15391"/>
                  <a:pt x="4608" y="15391"/>
                  <a:pt x="4608" y="15391"/>
                </a:cubicBezTo>
                <a:cubicBezTo>
                  <a:pt x="4680" y="15391"/>
                  <a:pt x="4680" y="15479"/>
                  <a:pt x="4752" y="15566"/>
                </a:cubicBezTo>
                <a:cubicBezTo>
                  <a:pt x="5616" y="16528"/>
                  <a:pt x="6696" y="17228"/>
                  <a:pt x="7920" y="17490"/>
                </a:cubicBezTo>
                <a:cubicBezTo>
                  <a:pt x="7920" y="14254"/>
                  <a:pt x="7920" y="14254"/>
                  <a:pt x="7920" y="14254"/>
                </a:cubicBezTo>
                <a:close/>
                <a:moveTo>
                  <a:pt x="5904" y="12155"/>
                </a:moveTo>
                <a:cubicBezTo>
                  <a:pt x="5760" y="11718"/>
                  <a:pt x="5688" y="11194"/>
                  <a:pt x="5688" y="10669"/>
                </a:cubicBezTo>
                <a:cubicBezTo>
                  <a:pt x="5688" y="10319"/>
                  <a:pt x="5688" y="10057"/>
                  <a:pt x="5760" y="9707"/>
                </a:cubicBezTo>
                <a:cubicBezTo>
                  <a:pt x="3528" y="8045"/>
                  <a:pt x="3528" y="8045"/>
                  <a:pt x="3528" y="8045"/>
                </a:cubicBezTo>
                <a:cubicBezTo>
                  <a:pt x="3240" y="8832"/>
                  <a:pt x="3096" y="9707"/>
                  <a:pt x="3096" y="10669"/>
                </a:cubicBezTo>
                <a:cubicBezTo>
                  <a:pt x="3096" y="11806"/>
                  <a:pt x="3312" y="12943"/>
                  <a:pt x="3744" y="13904"/>
                </a:cubicBezTo>
                <a:cubicBezTo>
                  <a:pt x="5904" y="12155"/>
                  <a:pt x="5904" y="12155"/>
                  <a:pt x="5904" y="12155"/>
                </a:cubicBezTo>
                <a:close/>
                <a:moveTo>
                  <a:pt x="6480" y="8220"/>
                </a:moveTo>
                <a:cubicBezTo>
                  <a:pt x="6480" y="8133"/>
                  <a:pt x="6552" y="8045"/>
                  <a:pt x="6552" y="8045"/>
                </a:cubicBezTo>
                <a:cubicBezTo>
                  <a:pt x="6984" y="7521"/>
                  <a:pt x="7416" y="7258"/>
                  <a:pt x="7920" y="7083"/>
                </a:cubicBezTo>
                <a:cubicBezTo>
                  <a:pt x="7920" y="3848"/>
                  <a:pt x="7920" y="3848"/>
                  <a:pt x="7920" y="3848"/>
                </a:cubicBezTo>
                <a:cubicBezTo>
                  <a:pt x="6696" y="4023"/>
                  <a:pt x="5616" y="4810"/>
                  <a:pt x="4752" y="5772"/>
                </a:cubicBezTo>
                <a:cubicBezTo>
                  <a:pt x="4536" y="6034"/>
                  <a:pt x="4392" y="6296"/>
                  <a:pt x="4248" y="6471"/>
                </a:cubicBezTo>
                <a:lnTo>
                  <a:pt x="6480" y="822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50" name="Shape 7250"/>
          <p:cNvSpPr/>
          <p:nvPr/>
        </p:nvSpPr>
        <p:spPr>
          <a:xfrm>
            <a:off x="8187297" y="5078603"/>
            <a:ext cx="612225" cy="8692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26" y="1624"/>
                </a:moveTo>
                <a:cubicBezTo>
                  <a:pt x="18943" y="1624"/>
                  <a:pt x="18943" y="1624"/>
                  <a:pt x="18943" y="1624"/>
                </a:cubicBezTo>
                <a:cubicBezTo>
                  <a:pt x="18943" y="0"/>
                  <a:pt x="18943" y="0"/>
                  <a:pt x="18943" y="0"/>
                </a:cubicBezTo>
                <a:cubicBezTo>
                  <a:pt x="20791" y="0"/>
                  <a:pt x="20791" y="0"/>
                  <a:pt x="20791" y="0"/>
                </a:cubicBezTo>
                <a:cubicBezTo>
                  <a:pt x="20791" y="10069"/>
                  <a:pt x="20791" y="10069"/>
                  <a:pt x="20791" y="10069"/>
                </a:cubicBezTo>
                <a:cubicBezTo>
                  <a:pt x="21600" y="10069"/>
                  <a:pt x="21600" y="10069"/>
                  <a:pt x="21600" y="10069"/>
                </a:cubicBezTo>
                <a:cubicBezTo>
                  <a:pt x="21600" y="10475"/>
                  <a:pt x="21600" y="10962"/>
                  <a:pt x="21600" y="11368"/>
                </a:cubicBezTo>
                <a:cubicBezTo>
                  <a:pt x="20560" y="11693"/>
                  <a:pt x="19521" y="11937"/>
                  <a:pt x="18597" y="12180"/>
                </a:cubicBezTo>
                <a:cubicBezTo>
                  <a:pt x="12706" y="15916"/>
                  <a:pt x="12706" y="15916"/>
                  <a:pt x="12706" y="15916"/>
                </a:cubicBezTo>
                <a:cubicBezTo>
                  <a:pt x="19405" y="20220"/>
                  <a:pt x="19405" y="20220"/>
                  <a:pt x="19405" y="20220"/>
                </a:cubicBezTo>
                <a:cubicBezTo>
                  <a:pt x="19521" y="21356"/>
                  <a:pt x="18828" y="21600"/>
                  <a:pt x="17673" y="21600"/>
                </a:cubicBezTo>
                <a:cubicBezTo>
                  <a:pt x="10858" y="17134"/>
                  <a:pt x="10858" y="17134"/>
                  <a:pt x="10858" y="17134"/>
                </a:cubicBezTo>
                <a:cubicBezTo>
                  <a:pt x="3927" y="21600"/>
                  <a:pt x="3927" y="21600"/>
                  <a:pt x="3927" y="21600"/>
                </a:cubicBezTo>
                <a:cubicBezTo>
                  <a:pt x="2772" y="21600"/>
                  <a:pt x="2079" y="21356"/>
                  <a:pt x="2195" y="20220"/>
                </a:cubicBezTo>
                <a:cubicBezTo>
                  <a:pt x="8894" y="15916"/>
                  <a:pt x="8894" y="15916"/>
                  <a:pt x="8894" y="15916"/>
                </a:cubicBezTo>
                <a:cubicBezTo>
                  <a:pt x="3350" y="12343"/>
                  <a:pt x="3350" y="12343"/>
                  <a:pt x="3350" y="12343"/>
                </a:cubicBezTo>
                <a:cubicBezTo>
                  <a:pt x="2195" y="12099"/>
                  <a:pt x="1040" y="11774"/>
                  <a:pt x="0" y="11368"/>
                </a:cubicBezTo>
                <a:cubicBezTo>
                  <a:pt x="0" y="10962"/>
                  <a:pt x="0" y="10475"/>
                  <a:pt x="0" y="10069"/>
                </a:cubicBezTo>
                <a:cubicBezTo>
                  <a:pt x="578" y="10069"/>
                  <a:pt x="578" y="10069"/>
                  <a:pt x="578" y="10069"/>
                </a:cubicBezTo>
                <a:cubicBezTo>
                  <a:pt x="578" y="0"/>
                  <a:pt x="578" y="0"/>
                  <a:pt x="578" y="0"/>
                </a:cubicBezTo>
                <a:cubicBezTo>
                  <a:pt x="2426" y="0"/>
                  <a:pt x="2426" y="0"/>
                  <a:pt x="2426" y="0"/>
                </a:cubicBezTo>
                <a:cubicBezTo>
                  <a:pt x="2426" y="1624"/>
                  <a:pt x="2426" y="1624"/>
                  <a:pt x="2426" y="1624"/>
                </a:cubicBezTo>
                <a:close/>
                <a:moveTo>
                  <a:pt x="10858" y="14698"/>
                </a:moveTo>
                <a:cubicBezTo>
                  <a:pt x="13514" y="12992"/>
                  <a:pt x="13514" y="12992"/>
                  <a:pt x="13514" y="12992"/>
                </a:cubicBezTo>
                <a:cubicBezTo>
                  <a:pt x="11782" y="13155"/>
                  <a:pt x="9934" y="13155"/>
                  <a:pt x="8201" y="13074"/>
                </a:cubicBezTo>
                <a:cubicBezTo>
                  <a:pt x="10858" y="14698"/>
                  <a:pt x="10858" y="14698"/>
                  <a:pt x="10858" y="14698"/>
                </a:cubicBezTo>
                <a:close/>
                <a:moveTo>
                  <a:pt x="18943" y="10069"/>
                </a:moveTo>
                <a:cubicBezTo>
                  <a:pt x="18943" y="6659"/>
                  <a:pt x="18943" y="6659"/>
                  <a:pt x="18943" y="6659"/>
                </a:cubicBezTo>
                <a:cubicBezTo>
                  <a:pt x="2426" y="6659"/>
                  <a:pt x="2426" y="6659"/>
                  <a:pt x="2426" y="6659"/>
                </a:cubicBezTo>
                <a:cubicBezTo>
                  <a:pt x="2426" y="10069"/>
                  <a:pt x="2426" y="10069"/>
                  <a:pt x="2426" y="10069"/>
                </a:cubicBezTo>
                <a:lnTo>
                  <a:pt x="18943" y="10069"/>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51" name="Shape 7251"/>
          <p:cNvSpPr/>
          <p:nvPr/>
        </p:nvSpPr>
        <p:spPr>
          <a:xfrm>
            <a:off x="11238482" y="12650474"/>
            <a:ext cx="537809" cy="794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25" y="0"/>
                </a:moveTo>
                <a:cubicBezTo>
                  <a:pt x="19375" y="0"/>
                  <a:pt x="19375" y="0"/>
                  <a:pt x="19375" y="0"/>
                </a:cubicBezTo>
                <a:cubicBezTo>
                  <a:pt x="20553" y="0"/>
                  <a:pt x="21600" y="711"/>
                  <a:pt x="21600" y="1511"/>
                </a:cubicBezTo>
                <a:cubicBezTo>
                  <a:pt x="21600" y="20089"/>
                  <a:pt x="21600" y="20089"/>
                  <a:pt x="21600" y="20089"/>
                </a:cubicBezTo>
                <a:cubicBezTo>
                  <a:pt x="21600" y="20978"/>
                  <a:pt x="20553" y="21600"/>
                  <a:pt x="19375" y="21600"/>
                </a:cubicBezTo>
                <a:cubicBezTo>
                  <a:pt x="2225" y="21600"/>
                  <a:pt x="2225" y="21600"/>
                  <a:pt x="2225" y="21600"/>
                </a:cubicBezTo>
                <a:cubicBezTo>
                  <a:pt x="916" y="21600"/>
                  <a:pt x="0" y="20978"/>
                  <a:pt x="0" y="20089"/>
                </a:cubicBezTo>
                <a:cubicBezTo>
                  <a:pt x="0" y="1511"/>
                  <a:pt x="0" y="1511"/>
                  <a:pt x="0" y="1511"/>
                </a:cubicBezTo>
                <a:cubicBezTo>
                  <a:pt x="0" y="711"/>
                  <a:pt x="916" y="0"/>
                  <a:pt x="2225" y="0"/>
                </a:cubicBezTo>
                <a:close/>
                <a:moveTo>
                  <a:pt x="15316" y="9956"/>
                </a:moveTo>
                <a:cubicBezTo>
                  <a:pt x="14400" y="9333"/>
                  <a:pt x="14793" y="8800"/>
                  <a:pt x="15709" y="8444"/>
                </a:cubicBezTo>
                <a:cubicBezTo>
                  <a:pt x="17411" y="7733"/>
                  <a:pt x="18589" y="6400"/>
                  <a:pt x="18327" y="4889"/>
                </a:cubicBezTo>
                <a:cubicBezTo>
                  <a:pt x="18065" y="2844"/>
                  <a:pt x="15316" y="1333"/>
                  <a:pt x="12305" y="1511"/>
                </a:cubicBezTo>
                <a:cubicBezTo>
                  <a:pt x="9949" y="1689"/>
                  <a:pt x="7985" y="2933"/>
                  <a:pt x="7593" y="4444"/>
                </a:cubicBezTo>
                <a:cubicBezTo>
                  <a:pt x="7200" y="5244"/>
                  <a:pt x="6938" y="5156"/>
                  <a:pt x="6284" y="5156"/>
                </a:cubicBezTo>
                <a:cubicBezTo>
                  <a:pt x="5891" y="5067"/>
                  <a:pt x="5498" y="5067"/>
                  <a:pt x="5105" y="5067"/>
                </a:cubicBezTo>
                <a:cubicBezTo>
                  <a:pt x="3273" y="5156"/>
                  <a:pt x="1833" y="6311"/>
                  <a:pt x="1964" y="7644"/>
                </a:cubicBezTo>
                <a:cubicBezTo>
                  <a:pt x="2225" y="8889"/>
                  <a:pt x="3796" y="9778"/>
                  <a:pt x="5498" y="9778"/>
                </a:cubicBezTo>
                <a:cubicBezTo>
                  <a:pt x="6415" y="9778"/>
                  <a:pt x="6284" y="10044"/>
                  <a:pt x="5760" y="10222"/>
                </a:cubicBezTo>
                <a:cubicBezTo>
                  <a:pt x="3796" y="11378"/>
                  <a:pt x="2618" y="13067"/>
                  <a:pt x="2880" y="14933"/>
                </a:cubicBezTo>
                <a:cubicBezTo>
                  <a:pt x="3273" y="17867"/>
                  <a:pt x="7200" y="20089"/>
                  <a:pt x="11651" y="19822"/>
                </a:cubicBezTo>
                <a:cubicBezTo>
                  <a:pt x="15971" y="19556"/>
                  <a:pt x="19113" y="16889"/>
                  <a:pt x="18720" y="13867"/>
                </a:cubicBezTo>
                <a:cubicBezTo>
                  <a:pt x="18458" y="12267"/>
                  <a:pt x="17149" y="10844"/>
                  <a:pt x="15316" y="9956"/>
                </a:cubicBezTo>
                <a:close/>
                <a:moveTo>
                  <a:pt x="10604" y="13244"/>
                </a:moveTo>
                <a:cubicBezTo>
                  <a:pt x="9687" y="13333"/>
                  <a:pt x="9033" y="13867"/>
                  <a:pt x="9164" y="14489"/>
                </a:cubicBezTo>
                <a:cubicBezTo>
                  <a:pt x="9295" y="15200"/>
                  <a:pt x="10080" y="15644"/>
                  <a:pt x="10996" y="15556"/>
                </a:cubicBezTo>
                <a:cubicBezTo>
                  <a:pt x="11913" y="15467"/>
                  <a:pt x="12567" y="14933"/>
                  <a:pt x="12567" y="14311"/>
                </a:cubicBezTo>
                <a:cubicBezTo>
                  <a:pt x="12436" y="13689"/>
                  <a:pt x="11651" y="13244"/>
                  <a:pt x="10604" y="13244"/>
                </a:cubicBezTo>
                <a:close/>
                <a:moveTo>
                  <a:pt x="10342" y="10667"/>
                </a:moveTo>
                <a:cubicBezTo>
                  <a:pt x="7331" y="10844"/>
                  <a:pt x="5105" y="12711"/>
                  <a:pt x="5367" y="14756"/>
                </a:cubicBezTo>
                <a:cubicBezTo>
                  <a:pt x="5629" y="16800"/>
                  <a:pt x="8378" y="18311"/>
                  <a:pt x="11389" y="18133"/>
                </a:cubicBezTo>
                <a:cubicBezTo>
                  <a:pt x="14400" y="17956"/>
                  <a:pt x="16625" y="16089"/>
                  <a:pt x="16364" y="14044"/>
                </a:cubicBezTo>
                <a:cubicBezTo>
                  <a:pt x="15971" y="12000"/>
                  <a:pt x="13353" y="10489"/>
                  <a:pt x="10342" y="10667"/>
                </a:cubicBezTo>
                <a:close/>
                <a:moveTo>
                  <a:pt x="12567" y="3022"/>
                </a:moveTo>
                <a:cubicBezTo>
                  <a:pt x="10735" y="3111"/>
                  <a:pt x="9425" y="4267"/>
                  <a:pt x="9556" y="5511"/>
                </a:cubicBezTo>
                <a:cubicBezTo>
                  <a:pt x="9687" y="6667"/>
                  <a:pt x="11389" y="7644"/>
                  <a:pt x="13222" y="7467"/>
                </a:cubicBezTo>
                <a:cubicBezTo>
                  <a:pt x="15055" y="7378"/>
                  <a:pt x="16364" y="6311"/>
                  <a:pt x="16233" y="5067"/>
                </a:cubicBezTo>
                <a:cubicBezTo>
                  <a:pt x="15971" y="3822"/>
                  <a:pt x="14400" y="2933"/>
                  <a:pt x="12567" y="3022"/>
                </a:cubicBezTo>
                <a:close/>
                <a:moveTo>
                  <a:pt x="5236" y="6311"/>
                </a:moveTo>
                <a:cubicBezTo>
                  <a:pt x="4320" y="6311"/>
                  <a:pt x="3665" y="6844"/>
                  <a:pt x="3796" y="7556"/>
                </a:cubicBezTo>
                <a:cubicBezTo>
                  <a:pt x="3927" y="8178"/>
                  <a:pt x="4713" y="8622"/>
                  <a:pt x="5629" y="8533"/>
                </a:cubicBezTo>
                <a:cubicBezTo>
                  <a:pt x="6545" y="8444"/>
                  <a:pt x="7200" y="7911"/>
                  <a:pt x="7069" y="7289"/>
                </a:cubicBezTo>
                <a:cubicBezTo>
                  <a:pt x="7069" y="6667"/>
                  <a:pt x="6153" y="6222"/>
                  <a:pt x="5236" y="6311"/>
                </a:cubicBez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52" name="Shape 7252"/>
          <p:cNvSpPr/>
          <p:nvPr/>
        </p:nvSpPr>
        <p:spPr>
          <a:xfrm>
            <a:off x="1868988" y="9681934"/>
            <a:ext cx="818555" cy="527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366"/>
                </a:moveTo>
                <a:cubicBezTo>
                  <a:pt x="3700" y="4561"/>
                  <a:pt x="7315" y="4159"/>
                  <a:pt x="10929" y="4159"/>
                </a:cubicBezTo>
                <a:cubicBezTo>
                  <a:pt x="11101" y="3622"/>
                  <a:pt x="11359" y="3086"/>
                  <a:pt x="11704" y="2549"/>
                </a:cubicBezTo>
                <a:cubicBezTo>
                  <a:pt x="12736" y="939"/>
                  <a:pt x="14113" y="0"/>
                  <a:pt x="15748" y="0"/>
                </a:cubicBezTo>
                <a:cubicBezTo>
                  <a:pt x="17297" y="0"/>
                  <a:pt x="18674" y="939"/>
                  <a:pt x="19707" y="2549"/>
                </a:cubicBezTo>
                <a:cubicBezTo>
                  <a:pt x="20223" y="3354"/>
                  <a:pt x="20567" y="4159"/>
                  <a:pt x="20912" y="5232"/>
                </a:cubicBezTo>
                <a:cubicBezTo>
                  <a:pt x="21084" y="5232"/>
                  <a:pt x="21342" y="5232"/>
                  <a:pt x="21600" y="5366"/>
                </a:cubicBezTo>
                <a:cubicBezTo>
                  <a:pt x="21600" y="9391"/>
                  <a:pt x="21600" y="13416"/>
                  <a:pt x="21600" y="17441"/>
                </a:cubicBezTo>
                <a:cubicBezTo>
                  <a:pt x="20998" y="17575"/>
                  <a:pt x="20481" y="17575"/>
                  <a:pt x="19879" y="17709"/>
                </a:cubicBezTo>
                <a:cubicBezTo>
                  <a:pt x="19879" y="21600"/>
                  <a:pt x="19879" y="21600"/>
                  <a:pt x="19879" y="21600"/>
                </a:cubicBezTo>
                <a:cubicBezTo>
                  <a:pt x="18330" y="21600"/>
                  <a:pt x="18330" y="21600"/>
                  <a:pt x="18330" y="21600"/>
                </a:cubicBezTo>
                <a:cubicBezTo>
                  <a:pt x="17555" y="18112"/>
                  <a:pt x="17555" y="18112"/>
                  <a:pt x="17555" y="18112"/>
                </a:cubicBezTo>
                <a:cubicBezTo>
                  <a:pt x="12994" y="18783"/>
                  <a:pt x="8520" y="18917"/>
                  <a:pt x="4045" y="18246"/>
                </a:cubicBezTo>
                <a:cubicBezTo>
                  <a:pt x="3270" y="21600"/>
                  <a:pt x="3270" y="21600"/>
                  <a:pt x="3270" y="21600"/>
                </a:cubicBezTo>
                <a:cubicBezTo>
                  <a:pt x="1721" y="21600"/>
                  <a:pt x="1721" y="21600"/>
                  <a:pt x="1721" y="21600"/>
                </a:cubicBezTo>
                <a:cubicBezTo>
                  <a:pt x="1721" y="17709"/>
                  <a:pt x="1721" y="17709"/>
                  <a:pt x="1721" y="17709"/>
                </a:cubicBezTo>
                <a:cubicBezTo>
                  <a:pt x="1119" y="17709"/>
                  <a:pt x="602" y="17575"/>
                  <a:pt x="0" y="17441"/>
                </a:cubicBezTo>
                <a:cubicBezTo>
                  <a:pt x="0" y="13416"/>
                  <a:pt x="0" y="9391"/>
                  <a:pt x="0" y="5366"/>
                </a:cubicBezTo>
                <a:close/>
                <a:moveTo>
                  <a:pt x="15748" y="5635"/>
                </a:moveTo>
                <a:cubicBezTo>
                  <a:pt x="15060" y="4964"/>
                  <a:pt x="14027" y="5635"/>
                  <a:pt x="13511" y="7111"/>
                </a:cubicBezTo>
                <a:cubicBezTo>
                  <a:pt x="12994" y="8452"/>
                  <a:pt x="13167" y="10196"/>
                  <a:pt x="13855" y="10867"/>
                </a:cubicBezTo>
                <a:cubicBezTo>
                  <a:pt x="14543" y="11404"/>
                  <a:pt x="14888" y="10196"/>
                  <a:pt x="15404" y="8720"/>
                </a:cubicBezTo>
                <a:cubicBezTo>
                  <a:pt x="15920" y="7379"/>
                  <a:pt x="16437" y="6306"/>
                  <a:pt x="15748" y="5635"/>
                </a:cubicBezTo>
                <a:close/>
                <a:moveTo>
                  <a:pt x="18158" y="5098"/>
                </a:moveTo>
                <a:cubicBezTo>
                  <a:pt x="17555" y="4159"/>
                  <a:pt x="16695" y="3488"/>
                  <a:pt x="15748" y="3488"/>
                </a:cubicBezTo>
                <a:cubicBezTo>
                  <a:pt x="14802" y="3488"/>
                  <a:pt x="13941" y="4159"/>
                  <a:pt x="13339" y="5098"/>
                </a:cubicBezTo>
                <a:cubicBezTo>
                  <a:pt x="12650" y="6037"/>
                  <a:pt x="12306" y="7379"/>
                  <a:pt x="12306" y="8855"/>
                </a:cubicBezTo>
                <a:cubicBezTo>
                  <a:pt x="12306" y="10330"/>
                  <a:pt x="12650" y="11672"/>
                  <a:pt x="13339" y="12611"/>
                </a:cubicBezTo>
                <a:cubicBezTo>
                  <a:pt x="13941" y="13550"/>
                  <a:pt x="14802" y="14221"/>
                  <a:pt x="15748" y="14221"/>
                </a:cubicBezTo>
                <a:cubicBezTo>
                  <a:pt x="16695" y="14221"/>
                  <a:pt x="17555" y="13550"/>
                  <a:pt x="18158" y="12611"/>
                </a:cubicBezTo>
                <a:cubicBezTo>
                  <a:pt x="18760" y="11672"/>
                  <a:pt x="19104" y="10330"/>
                  <a:pt x="19104" y="8855"/>
                </a:cubicBezTo>
                <a:cubicBezTo>
                  <a:pt x="19104" y="7379"/>
                  <a:pt x="18760" y="6037"/>
                  <a:pt x="18158" y="5098"/>
                </a:cubicBezTo>
                <a:close/>
                <a:moveTo>
                  <a:pt x="2582" y="13014"/>
                </a:moveTo>
                <a:cubicBezTo>
                  <a:pt x="2582" y="14221"/>
                  <a:pt x="2582" y="14221"/>
                  <a:pt x="2582" y="14221"/>
                </a:cubicBezTo>
                <a:cubicBezTo>
                  <a:pt x="8606" y="14221"/>
                  <a:pt x="8606" y="14221"/>
                  <a:pt x="8606" y="14221"/>
                </a:cubicBezTo>
                <a:cubicBezTo>
                  <a:pt x="8606" y="13014"/>
                  <a:pt x="8606" y="13014"/>
                  <a:pt x="8606" y="13014"/>
                </a:cubicBezTo>
                <a:cubicBezTo>
                  <a:pt x="2582" y="13014"/>
                  <a:pt x="2582" y="13014"/>
                  <a:pt x="2582" y="13014"/>
                </a:cubicBezTo>
                <a:close/>
                <a:moveTo>
                  <a:pt x="2582" y="7647"/>
                </a:moveTo>
                <a:cubicBezTo>
                  <a:pt x="2582" y="8989"/>
                  <a:pt x="2582" y="8989"/>
                  <a:pt x="2582" y="8989"/>
                </a:cubicBezTo>
                <a:cubicBezTo>
                  <a:pt x="8606" y="8989"/>
                  <a:pt x="8606" y="8989"/>
                  <a:pt x="8606" y="8989"/>
                </a:cubicBezTo>
                <a:cubicBezTo>
                  <a:pt x="8606" y="7647"/>
                  <a:pt x="8606" y="7647"/>
                  <a:pt x="8606" y="7647"/>
                </a:cubicBezTo>
                <a:cubicBezTo>
                  <a:pt x="2582" y="7647"/>
                  <a:pt x="2582" y="7647"/>
                  <a:pt x="2582" y="7647"/>
                </a:cubicBezTo>
                <a:close/>
                <a:moveTo>
                  <a:pt x="2582" y="10330"/>
                </a:moveTo>
                <a:cubicBezTo>
                  <a:pt x="2582" y="11538"/>
                  <a:pt x="2582" y="11538"/>
                  <a:pt x="2582" y="11538"/>
                </a:cubicBezTo>
                <a:cubicBezTo>
                  <a:pt x="8606" y="11538"/>
                  <a:pt x="8606" y="11538"/>
                  <a:pt x="8606" y="11538"/>
                </a:cubicBezTo>
                <a:cubicBezTo>
                  <a:pt x="8606" y="10330"/>
                  <a:pt x="8606" y="10330"/>
                  <a:pt x="8606" y="10330"/>
                </a:cubicBezTo>
                <a:lnTo>
                  <a:pt x="2582" y="10330"/>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53" name="Shape 7253"/>
          <p:cNvSpPr/>
          <p:nvPr/>
        </p:nvSpPr>
        <p:spPr>
          <a:xfrm>
            <a:off x="3438446" y="10967268"/>
            <a:ext cx="761053" cy="8862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04" y="7173"/>
                </a:moveTo>
                <a:cubicBezTo>
                  <a:pt x="20488" y="7173"/>
                  <a:pt x="21600" y="8210"/>
                  <a:pt x="21600" y="9405"/>
                </a:cubicBezTo>
                <a:cubicBezTo>
                  <a:pt x="21600" y="18651"/>
                  <a:pt x="21600" y="18651"/>
                  <a:pt x="21600" y="18651"/>
                </a:cubicBezTo>
                <a:cubicBezTo>
                  <a:pt x="21600" y="19926"/>
                  <a:pt x="20488" y="20883"/>
                  <a:pt x="19004" y="20883"/>
                </a:cubicBezTo>
                <a:cubicBezTo>
                  <a:pt x="18541" y="20883"/>
                  <a:pt x="18541" y="20883"/>
                  <a:pt x="18541" y="20883"/>
                </a:cubicBezTo>
                <a:cubicBezTo>
                  <a:pt x="18541" y="21600"/>
                  <a:pt x="18541" y="21600"/>
                  <a:pt x="18541" y="21600"/>
                </a:cubicBezTo>
                <a:cubicBezTo>
                  <a:pt x="16223" y="21600"/>
                  <a:pt x="16223" y="21600"/>
                  <a:pt x="16223" y="21600"/>
                </a:cubicBezTo>
                <a:cubicBezTo>
                  <a:pt x="16223" y="20883"/>
                  <a:pt x="16223" y="20883"/>
                  <a:pt x="16223" y="20883"/>
                </a:cubicBezTo>
                <a:cubicBezTo>
                  <a:pt x="5284" y="20883"/>
                  <a:pt x="5284" y="20883"/>
                  <a:pt x="5284" y="20883"/>
                </a:cubicBezTo>
                <a:cubicBezTo>
                  <a:pt x="5284" y="21600"/>
                  <a:pt x="5284" y="21600"/>
                  <a:pt x="5284" y="21600"/>
                </a:cubicBezTo>
                <a:cubicBezTo>
                  <a:pt x="2967" y="21600"/>
                  <a:pt x="2967" y="21600"/>
                  <a:pt x="2967" y="21600"/>
                </a:cubicBezTo>
                <a:cubicBezTo>
                  <a:pt x="2967" y="20883"/>
                  <a:pt x="2967" y="20883"/>
                  <a:pt x="2967" y="20883"/>
                </a:cubicBezTo>
                <a:cubicBezTo>
                  <a:pt x="2596" y="20883"/>
                  <a:pt x="2596" y="20883"/>
                  <a:pt x="2596" y="20883"/>
                </a:cubicBezTo>
                <a:cubicBezTo>
                  <a:pt x="1205" y="20883"/>
                  <a:pt x="0" y="19926"/>
                  <a:pt x="0" y="18651"/>
                </a:cubicBezTo>
                <a:cubicBezTo>
                  <a:pt x="0" y="9405"/>
                  <a:pt x="0" y="9405"/>
                  <a:pt x="0" y="9405"/>
                </a:cubicBezTo>
                <a:cubicBezTo>
                  <a:pt x="0" y="8210"/>
                  <a:pt x="1205" y="7173"/>
                  <a:pt x="2596" y="7173"/>
                </a:cubicBezTo>
                <a:cubicBezTo>
                  <a:pt x="8436" y="7173"/>
                  <a:pt x="14369" y="7173"/>
                  <a:pt x="19004" y="7173"/>
                </a:cubicBezTo>
                <a:close/>
                <a:moveTo>
                  <a:pt x="5191" y="1594"/>
                </a:moveTo>
                <a:cubicBezTo>
                  <a:pt x="8065" y="4543"/>
                  <a:pt x="8065" y="4543"/>
                  <a:pt x="8065" y="4543"/>
                </a:cubicBezTo>
                <a:cubicBezTo>
                  <a:pt x="11310" y="0"/>
                  <a:pt x="11310" y="0"/>
                  <a:pt x="11310" y="0"/>
                </a:cubicBezTo>
                <a:cubicBezTo>
                  <a:pt x="12700" y="717"/>
                  <a:pt x="12700" y="717"/>
                  <a:pt x="12700" y="717"/>
                </a:cubicBezTo>
                <a:cubicBezTo>
                  <a:pt x="9548" y="5181"/>
                  <a:pt x="9548" y="5181"/>
                  <a:pt x="9548" y="5181"/>
                </a:cubicBezTo>
                <a:cubicBezTo>
                  <a:pt x="10197" y="5500"/>
                  <a:pt x="10568" y="6058"/>
                  <a:pt x="10754" y="6695"/>
                </a:cubicBezTo>
                <a:cubicBezTo>
                  <a:pt x="5655" y="6695"/>
                  <a:pt x="5655" y="6695"/>
                  <a:pt x="5655" y="6695"/>
                </a:cubicBezTo>
                <a:cubicBezTo>
                  <a:pt x="5748" y="6137"/>
                  <a:pt x="6118" y="5579"/>
                  <a:pt x="6675" y="5261"/>
                </a:cubicBezTo>
                <a:cubicBezTo>
                  <a:pt x="3986" y="2471"/>
                  <a:pt x="3986" y="2471"/>
                  <a:pt x="3986" y="2471"/>
                </a:cubicBezTo>
                <a:cubicBezTo>
                  <a:pt x="5191" y="1594"/>
                  <a:pt x="5191" y="1594"/>
                  <a:pt x="5191" y="1594"/>
                </a:cubicBezTo>
                <a:close/>
                <a:moveTo>
                  <a:pt x="7416" y="10920"/>
                </a:moveTo>
                <a:cubicBezTo>
                  <a:pt x="6582" y="10521"/>
                  <a:pt x="5377" y="10920"/>
                  <a:pt x="4728" y="11876"/>
                </a:cubicBezTo>
                <a:cubicBezTo>
                  <a:pt x="4079" y="12832"/>
                  <a:pt x="4264" y="13948"/>
                  <a:pt x="5099" y="14427"/>
                </a:cubicBezTo>
                <a:cubicBezTo>
                  <a:pt x="5933" y="14825"/>
                  <a:pt x="6397" y="13948"/>
                  <a:pt x="7045" y="12992"/>
                </a:cubicBezTo>
                <a:cubicBezTo>
                  <a:pt x="7694" y="12035"/>
                  <a:pt x="8251" y="11318"/>
                  <a:pt x="7416" y="10920"/>
                </a:cubicBezTo>
                <a:close/>
                <a:moveTo>
                  <a:pt x="16687" y="9485"/>
                </a:moveTo>
                <a:cubicBezTo>
                  <a:pt x="16687" y="10043"/>
                  <a:pt x="16687" y="10043"/>
                  <a:pt x="16687" y="10043"/>
                </a:cubicBezTo>
                <a:cubicBezTo>
                  <a:pt x="19839" y="10043"/>
                  <a:pt x="19839" y="10043"/>
                  <a:pt x="19839" y="10043"/>
                </a:cubicBezTo>
                <a:cubicBezTo>
                  <a:pt x="19839" y="9485"/>
                  <a:pt x="19839" y="9485"/>
                  <a:pt x="19839" y="9485"/>
                </a:cubicBezTo>
                <a:cubicBezTo>
                  <a:pt x="16687" y="9485"/>
                  <a:pt x="16687" y="9485"/>
                  <a:pt x="16687" y="9485"/>
                </a:cubicBezTo>
                <a:close/>
                <a:moveTo>
                  <a:pt x="18170" y="16339"/>
                </a:moveTo>
                <a:cubicBezTo>
                  <a:pt x="17706" y="16339"/>
                  <a:pt x="17336" y="16738"/>
                  <a:pt x="17336" y="17137"/>
                </a:cubicBezTo>
                <a:cubicBezTo>
                  <a:pt x="17336" y="17535"/>
                  <a:pt x="17706" y="17934"/>
                  <a:pt x="18170" y="17934"/>
                </a:cubicBezTo>
                <a:cubicBezTo>
                  <a:pt x="18726" y="17934"/>
                  <a:pt x="19097" y="17535"/>
                  <a:pt x="19097" y="17137"/>
                </a:cubicBezTo>
                <a:cubicBezTo>
                  <a:pt x="19097" y="16738"/>
                  <a:pt x="18726" y="16339"/>
                  <a:pt x="18170" y="16339"/>
                </a:cubicBezTo>
                <a:close/>
                <a:moveTo>
                  <a:pt x="18170" y="14028"/>
                </a:moveTo>
                <a:cubicBezTo>
                  <a:pt x="17706" y="14028"/>
                  <a:pt x="17336" y="14347"/>
                  <a:pt x="17336" y="14745"/>
                </a:cubicBezTo>
                <a:cubicBezTo>
                  <a:pt x="17336" y="15224"/>
                  <a:pt x="17706" y="15542"/>
                  <a:pt x="18170" y="15542"/>
                </a:cubicBezTo>
                <a:cubicBezTo>
                  <a:pt x="18726" y="15542"/>
                  <a:pt x="19097" y="15224"/>
                  <a:pt x="19097" y="14745"/>
                </a:cubicBezTo>
                <a:cubicBezTo>
                  <a:pt x="19097" y="14347"/>
                  <a:pt x="18726" y="14028"/>
                  <a:pt x="18170" y="14028"/>
                </a:cubicBezTo>
                <a:close/>
                <a:moveTo>
                  <a:pt x="16687" y="12035"/>
                </a:moveTo>
                <a:cubicBezTo>
                  <a:pt x="16687" y="12593"/>
                  <a:pt x="16687" y="12593"/>
                  <a:pt x="16687" y="12593"/>
                </a:cubicBezTo>
                <a:cubicBezTo>
                  <a:pt x="19839" y="12593"/>
                  <a:pt x="19839" y="12593"/>
                  <a:pt x="19839" y="12593"/>
                </a:cubicBezTo>
                <a:cubicBezTo>
                  <a:pt x="19839" y="12035"/>
                  <a:pt x="19839" y="12035"/>
                  <a:pt x="19839" y="12035"/>
                </a:cubicBezTo>
                <a:cubicBezTo>
                  <a:pt x="16687" y="12035"/>
                  <a:pt x="16687" y="12035"/>
                  <a:pt x="16687" y="12035"/>
                </a:cubicBezTo>
                <a:close/>
                <a:moveTo>
                  <a:pt x="16687" y="11238"/>
                </a:moveTo>
                <a:cubicBezTo>
                  <a:pt x="16687" y="11717"/>
                  <a:pt x="16687" y="11717"/>
                  <a:pt x="16687" y="11717"/>
                </a:cubicBezTo>
                <a:cubicBezTo>
                  <a:pt x="19839" y="11717"/>
                  <a:pt x="19839" y="11717"/>
                  <a:pt x="19839" y="11717"/>
                </a:cubicBezTo>
                <a:cubicBezTo>
                  <a:pt x="19839" y="11238"/>
                  <a:pt x="19839" y="11238"/>
                  <a:pt x="19839" y="11238"/>
                </a:cubicBezTo>
                <a:cubicBezTo>
                  <a:pt x="16687" y="11238"/>
                  <a:pt x="16687" y="11238"/>
                  <a:pt x="16687" y="11238"/>
                </a:cubicBezTo>
                <a:close/>
                <a:moveTo>
                  <a:pt x="16687" y="10362"/>
                </a:moveTo>
                <a:cubicBezTo>
                  <a:pt x="16687" y="10840"/>
                  <a:pt x="16687" y="10840"/>
                  <a:pt x="16687" y="10840"/>
                </a:cubicBezTo>
                <a:cubicBezTo>
                  <a:pt x="19839" y="10840"/>
                  <a:pt x="19839" y="10840"/>
                  <a:pt x="19839" y="10840"/>
                </a:cubicBezTo>
                <a:cubicBezTo>
                  <a:pt x="19839" y="10362"/>
                  <a:pt x="19839" y="10362"/>
                  <a:pt x="19839" y="10362"/>
                </a:cubicBezTo>
                <a:cubicBezTo>
                  <a:pt x="16687" y="10362"/>
                  <a:pt x="16687" y="10362"/>
                  <a:pt x="16687" y="10362"/>
                </a:cubicBezTo>
                <a:close/>
                <a:moveTo>
                  <a:pt x="6582" y="9724"/>
                </a:moveTo>
                <a:cubicBezTo>
                  <a:pt x="4728" y="9724"/>
                  <a:pt x="3152" y="11079"/>
                  <a:pt x="3152" y="12673"/>
                </a:cubicBezTo>
                <a:cubicBezTo>
                  <a:pt x="3152" y="15064"/>
                  <a:pt x="3152" y="15064"/>
                  <a:pt x="3152" y="15064"/>
                </a:cubicBezTo>
                <a:cubicBezTo>
                  <a:pt x="3152" y="16738"/>
                  <a:pt x="4728" y="18013"/>
                  <a:pt x="6582" y="18013"/>
                </a:cubicBezTo>
                <a:cubicBezTo>
                  <a:pt x="12330" y="18013"/>
                  <a:pt x="12330" y="18013"/>
                  <a:pt x="12330" y="18013"/>
                </a:cubicBezTo>
                <a:cubicBezTo>
                  <a:pt x="14184" y="18013"/>
                  <a:pt x="15760" y="16738"/>
                  <a:pt x="15760" y="15064"/>
                </a:cubicBezTo>
                <a:cubicBezTo>
                  <a:pt x="15760" y="12673"/>
                  <a:pt x="15760" y="12673"/>
                  <a:pt x="15760" y="12673"/>
                </a:cubicBezTo>
                <a:cubicBezTo>
                  <a:pt x="15760" y="11079"/>
                  <a:pt x="14184" y="9724"/>
                  <a:pt x="12330" y="9724"/>
                </a:cubicBezTo>
                <a:lnTo>
                  <a:pt x="6582" y="9724"/>
                </a:lnTo>
                <a:close/>
              </a:path>
            </a:pathLst>
          </a:custGeom>
          <a:solidFill>
            <a:srgbClr val="144973"/>
          </a:solidFill>
          <a:ln w="12700">
            <a:miter lim="400000"/>
          </a:ln>
        </p:spPr>
        <p:txBody>
          <a:bodyPr tIns="91439" bIns="91439"/>
          <a:lstStyle/>
          <a:p>
            <a:pPr algn="l" defTabSz="914400">
              <a:defRPr sz="3600">
                <a:latin typeface="Calibri"/>
                <a:ea typeface="Calibri"/>
                <a:cs typeface="Calibri"/>
                <a:sym typeface="Calibri"/>
              </a:defRPr>
            </a:pPr>
          </a:p>
        </p:txBody>
      </p:sp>
      <p:sp>
        <p:nvSpPr>
          <p:cNvPr id="7254" name="Shape 7254"/>
          <p:cNvSpPr/>
          <p:nvPr/>
        </p:nvSpPr>
        <p:spPr>
          <a:xfrm>
            <a:off x="222866" y="241769"/>
            <a:ext cx="8307389"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spTree>
  </p:cSld>
  <p:clrMapOvr>
    <a:masterClrMapping/>
  </p:clrMapOvr>
  <p:transition xmlns:p14="http://schemas.microsoft.com/office/powerpoint/2010/main" spd="med" advClick="1" p14:dur="1000"/>
</p:sld>
</file>

<file path=ppt/slides/slide18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256" name="Shape 7256"/>
          <p:cNvSpPr/>
          <p:nvPr/>
        </p:nvSpPr>
        <p:spPr>
          <a:xfrm>
            <a:off x="222866" y="241769"/>
            <a:ext cx="8307389"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sp>
        <p:nvSpPr>
          <p:cNvPr id="7257" name="Shape 7257"/>
          <p:cNvSpPr/>
          <p:nvPr/>
        </p:nvSpPr>
        <p:spPr>
          <a:xfrm>
            <a:off x="13276955" y="8047614"/>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5" y="0"/>
                  <a:pt x="13706" y="279"/>
                  <a:pt x="15015" y="844"/>
                </a:cubicBezTo>
                <a:cubicBezTo>
                  <a:pt x="16320" y="1408"/>
                  <a:pt x="17467" y="2176"/>
                  <a:pt x="18450" y="3156"/>
                </a:cubicBezTo>
                <a:cubicBezTo>
                  <a:pt x="19433" y="4133"/>
                  <a:pt x="20202" y="5277"/>
                  <a:pt x="20761" y="6590"/>
                </a:cubicBezTo>
                <a:cubicBezTo>
                  <a:pt x="21321" y="7900"/>
                  <a:pt x="21600" y="9303"/>
                  <a:pt x="21600" y="10800"/>
                </a:cubicBezTo>
                <a:cubicBezTo>
                  <a:pt x="21600" y="12297"/>
                  <a:pt x="21321" y="13697"/>
                  <a:pt x="20761" y="15010"/>
                </a:cubicBezTo>
                <a:cubicBezTo>
                  <a:pt x="20202" y="16321"/>
                  <a:pt x="19433" y="17464"/>
                  <a:pt x="18450" y="18444"/>
                </a:cubicBezTo>
                <a:cubicBezTo>
                  <a:pt x="17467" y="19424"/>
                  <a:pt x="16320" y="20192"/>
                  <a:pt x="15015" y="20753"/>
                </a:cubicBezTo>
                <a:cubicBezTo>
                  <a:pt x="13706" y="21321"/>
                  <a:pt x="12305" y="21600"/>
                  <a:pt x="10808" y="21600"/>
                </a:cubicBezTo>
                <a:cubicBezTo>
                  <a:pt x="9309" y="21600"/>
                  <a:pt x="7905" y="21321"/>
                  <a:pt x="6594" y="20753"/>
                </a:cubicBezTo>
                <a:cubicBezTo>
                  <a:pt x="5280" y="20192"/>
                  <a:pt x="4136" y="19424"/>
                  <a:pt x="3158" y="18444"/>
                </a:cubicBezTo>
                <a:cubicBezTo>
                  <a:pt x="2181" y="17464"/>
                  <a:pt x="1409" y="16321"/>
                  <a:pt x="844" y="15010"/>
                </a:cubicBezTo>
                <a:cubicBezTo>
                  <a:pt x="282" y="13697"/>
                  <a:pt x="0" y="12297"/>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8" y="0"/>
                </a:cubicBezTo>
                <a:moveTo>
                  <a:pt x="3246" y="10800"/>
                </a:moveTo>
                <a:cubicBezTo>
                  <a:pt x="3246" y="11854"/>
                  <a:pt x="3444" y="12839"/>
                  <a:pt x="3839" y="13748"/>
                </a:cubicBezTo>
                <a:cubicBezTo>
                  <a:pt x="4238" y="14657"/>
                  <a:pt x="4777" y="15454"/>
                  <a:pt x="5458" y="16140"/>
                </a:cubicBezTo>
                <a:cubicBezTo>
                  <a:pt x="6136" y="16826"/>
                  <a:pt x="6936" y="17365"/>
                  <a:pt x="7851" y="17763"/>
                </a:cubicBezTo>
                <a:cubicBezTo>
                  <a:pt x="8767" y="18156"/>
                  <a:pt x="9753" y="18356"/>
                  <a:pt x="10808" y="18356"/>
                </a:cubicBezTo>
                <a:lnTo>
                  <a:pt x="10808"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58" name="Shape 7258"/>
          <p:cNvSpPr/>
          <p:nvPr/>
        </p:nvSpPr>
        <p:spPr>
          <a:xfrm>
            <a:off x="14473214" y="8047614"/>
            <a:ext cx="466922" cy="455278"/>
          </a:xfrm>
          <a:custGeom>
            <a:avLst/>
            <a:gdLst/>
            <a:ahLst/>
            <a:cxnLst>
              <a:cxn ang="0">
                <a:pos x="wd2" y="hd2"/>
              </a:cxn>
              <a:cxn ang="5400000">
                <a:pos x="wd2" y="hd2"/>
              </a:cxn>
              <a:cxn ang="10800000">
                <a:pos x="wd2" y="hd2"/>
              </a:cxn>
              <a:cxn ang="16200000">
                <a:pos x="wd2" y="hd2"/>
              </a:cxn>
            </a:cxnLst>
            <a:rect l="0" t="0" r="r" b="b"/>
            <a:pathLst>
              <a:path w="21502" h="21600" fill="norm" stroke="1" extrusionOk="0">
                <a:moveTo>
                  <a:pt x="20786" y="13514"/>
                </a:moveTo>
                <a:cubicBezTo>
                  <a:pt x="21135" y="13699"/>
                  <a:pt x="21361" y="13967"/>
                  <a:pt x="21455" y="14313"/>
                </a:cubicBezTo>
                <a:cubicBezTo>
                  <a:pt x="21550" y="14663"/>
                  <a:pt x="21502" y="15001"/>
                  <a:pt x="21311" y="15327"/>
                </a:cubicBezTo>
                <a:lnTo>
                  <a:pt x="20229" y="17071"/>
                </a:lnTo>
                <a:cubicBezTo>
                  <a:pt x="20028" y="17400"/>
                  <a:pt x="19739" y="17609"/>
                  <a:pt x="19356" y="17697"/>
                </a:cubicBezTo>
                <a:cubicBezTo>
                  <a:pt x="18975" y="17785"/>
                  <a:pt x="18607" y="17741"/>
                  <a:pt x="18255" y="17565"/>
                </a:cubicBezTo>
                <a:lnTo>
                  <a:pt x="13277" y="14866"/>
                </a:lnTo>
                <a:lnTo>
                  <a:pt x="13277" y="20249"/>
                </a:lnTo>
                <a:cubicBezTo>
                  <a:pt x="13277" y="20634"/>
                  <a:pt x="13135" y="20954"/>
                  <a:pt x="12855" y="21213"/>
                </a:cubicBezTo>
                <a:cubicBezTo>
                  <a:pt x="12576" y="21471"/>
                  <a:pt x="12227" y="21600"/>
                  <a:pt x="11815" y="21600"/>
                </a:cubicBezTo>
                <a:lnTo>
                  <a:pt x="9697" y="21600"/>
                </a:lnTo>
                <a:cubicBezTo>
                  <a:pt x="9285" y="21600"/>
                  <a:pt x="8939" y="21471"/>
                  <a:pt x="8666" y="21213"/>
                </a:cubicBezTo>
                <a:cubicBezTo>
                  <a:pt x="8389" y="20954"/>
                  <a:pt x="8251" y="20643"/>
                  <a:pt x="8251" y="20279"/>
                </a:cubicBezTo>
                <a:lnTo>
                  <a:pt x="8251" y="14866"/>
                </a:lnTo>
                <a:lnTo>
                  <a:pt x="3256" y="17565"/>
                </a:lnTo>
                <a:cubicBezTo>
                  <a:pt x="2904" y="17750"/>
                  <a:pt x="2536" y="17797"/>
                  <a:pt x="2156" y="17706"/>
                </a:cubicBezTo>
                <a:cubicBezTo>
                  <a:pt x="1776" y="17612"/>
                  <a:pt x="1483" y="17400"/>
                  <a:pt x="1282" y="17071"/>
                </a:cubicBezTo>
                <a:lnTo>
                  <a:pt x="201" y="15327"/>
                </a:lnTo>
                <a:cubicBezTo>
                  <a:pt x="22" y="15001"/>
                  <a:pt x="-25" y="14663"/>
                  <a:pt x="66" y="14313"/>
                </a:cubicBezTo>
                <a:cubicBezTo>
                  <a:pt x="157" y="13967"/>
                  <a:pt x="377" y="13699"/>
                  <a:pt x="729" y="13514"/>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4" y="6599"/>
                  <a:pt x="21537" y="6937"/>
                  <a:pt x="21446" y="7284"/>
                </a:cubicBezTo>
                <a:cubicBezTo>
                  <a:pt x="21358" y="7630"/>
                  <a:pt x="21135" y="7898"/>
                  <a:pt x="20786" y="8086"/>
                </a:cubicBezTo>
                <a:lnTo>
                  <a:pt x="15775" y="10800"/>
                </a:lnTo>
                <a:lnTo>
                  <a:pt x="20786" y="1351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59" name="Shape 7259"/>
          <p:cNvSpPr/>
          <p:nvPr/>
        </p:nvSpPr>
        <p:spPr>
          <a:xfrm>
            <a:off x="15615992" y="8047614"/>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5" y="0"/>
                  <a:pt x="13706" y="282"/>
                  <a:pt x="15015" y="844"/>
                </a:cubicBezTo>
                <a:cubicBezTo>
                  <a:pt x="16323" y="1406"/>
                  <a:pt x="17467" y="2180"/>
                  <a:pt x="18450" y="3154"/>
                </a:cubicBezTo>
                <a:cubicBezTo>
                  <a:pt x="19433" y="4134"/>
                  <a:pt x="20205" y="5277"/>
                  <a:pt x="20761" y="6591"/>
                </a:cubicBezTo>
                <a:cubicBezTo>
                  <a:pt x="21324" y="7901"/>
                  <a:pt x="21600" y="9304"/>
                  <a:pt x="21600" y="10801"/>
                </a:cubicBezTo>
                <a:cubicBezTo>
                  <a:pt x="21600" y="12299"/>
                  <a:pt x="21324" y="13702"/>
                  <a:pt x="20761" y="15012"/>
                </a:cubicBezTo>
                <a:cubicBezTo>
                  <a:pt x="20205" y="16323"/>
                  <a:pt x="19433" y="17469"/>
                  <a:pt x="18450" y="18446"/>
                </a:cubicBezTo>
                <a:cubicBezTo>
                  <a:pt x="17467" y="19423"/>
                  <a:pt x="16323" y="20194"/>
                  <a:pt x="15015" y="20759"/>
                </a:cubicBezTo>
                <a:cubicBezTo>
                  <a:pt x="13706" y="21321"/>
                  <a:pt x="12305" y="21600"/>
                  <a:pt x="10808" y="21600"/>
                </a:cubicBezTo>
                <a:cubicBezTo>
                  <a:pt x="9309" y="21600"/>
                  <a:pt x="7905" y="21321"/>
                  <a:pt x="6594" y="20759"/>
                </a:cubicBezTo>
                <a:cubicBezTo>
                  <a:pt x="5280" y="20194"/>
                  <a:pt x="4136" y="19423"/>
                  <a:pt x="3158" y="18446"/>
                </a:cubicBezTo>
                <a:cubicBezTo>
                  <a:pt x="2181" y="17469"/>
                  <a:pt x="1409" y="16323"/>
                  <a:pt x="847" y="15012"/>
                </a:cubicBezTo>
                <a:cubicBezTo>
                  <a:pt x="282" y="13702"/>
                  <a:pt x="0" y="12299"/>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8" y="0"/>
                </a:cubicBezTo>
                <a:moveTo>
                  <a:pt x="10808"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2"/>
                  <a:pt x="3353" y="12282"/>
                  <a:pt x="3565" y="12965"/>
                </a:cubicBezTo>
                <a:cubicBezTo>
                  <a:pt x="3777" y="13648"/>
                  <a:pt x="4077" y="14287"/>
                  <a:pt x="4464" y="14871"/>
                </a:cubicBezTo>
                <a:lnTo>
                  <a:pt x="14879" y="4461"/>
                </a:lnTo>
                <a:cubicBezTo>
                  <a:pt x="14283" y="4072"/>
                  <a:pt x="13647" y="3772"/>
                  <a:pt x="12966" y="3563"/>
                </a:cubicBezTo>
                <a:cubicBezTo>
                  <a:pt x="12285" y="3351"/>
                  <a:pt x="11565" y="3241"/>
                  <a:pt x="10808" y="3241"/>
                </a:cubicBezTo>
                <a:moveTo>
                  <a:pt x="10808" y="18359"/>
                </a:moveTo>
                <a:cubicBezTo>
                  <a:pt x="11864" y="18359"/>
                  <a:pt x="12845" y="18161"/>
                  <a:pt x="13757" y="17763"/>
                </a:cubicBezTo>
                <a:cubicBezTo>
                  <a:pt x="14667" y="17365"/>
                  <a:pt x="15464" y="16825"/>
                  <a:pt x="16150" y="16142"/>
                </a:cubicBezTo>
                <a:cubicBezTo>
                  <a:pt x="16837" y="15459"/>
                  <a:pt x="17377" y="14657"/>
                  <a:pt x="17775" y="13747"/>
                </a:cubicBezTo>
                <a:cubicBezTo>
                  <a:pt x="18170" y="12838"/>
                  <a:pt x="18368" y="11855"/>
                  <a:pt x="18368" y="10801"/>
                </a:cubicBezTo>
                <a:cubicBezTo>
                  <a:pt x="18368" y="10044"/>
                  <a:pt x="18264" y="9327"/>
                  <a:pt x="18052" y="8638"/>
                </a:cubicBezTo>
                <a:cubicBezTo>
                  <a:pt x="17840" y="7952"/>
                  <a:pt x="17549" y="7319"/>
                  <a:pt x="17179" y="6732"/>
                </a:cubicBezTo>
                <a:lnTo>
                  <a:pt x="6735" y="17170"/>
                </a:lnTo>
                <a:cubicBezTo>
                  <a:pt x="7331" y="17540"/>
                  <a:pt x="7970" y="17828"/>
                  <a:pt x="8651" y="18042"/>
                </a:cubicBezTo>
                <a:cubicBezTo>
                  <a:pt x="9332" y="18251"/>
                  <a:pt x="10049" y="18359"/>
                  <a:pt x="10808" y="18359"/>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0" name="Shape 7260"/>
          <p:cNvSpPr/>
          <p:nvPr/>
        </p:nvSpPr>
        <p:spPr>
          <a:xfrm>
            <a:off x="5939192" y="8034814"/>
            <a:ext cx="686325"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0"/>
                </a:moveTo>
                <a:cubicBezTo>
                  <a:pt x="20631" y="0"/>
                  <a:pt x="20947" y="158"/>
                  <a:pt x="21209" y="475"/>
                </a:cubicBezTo>
                <a:cubicBezTo>
                  <a:pt x="21471" y="796"/>
                  <a:pt x="21600" y="1175"/>
                  <a:pt x="21600" y="1615"/>
                </a:cubicBezTo>
                <a:lnTo>
                  <a:pt x="21600" y="19985"/>
                </a:lnTo>
                <a:cubicBezTo>
                  <a:pt x="21600" y="20420"/>
                  <a:pt x="21471" y="20804"/>
                  <a:pt x="21209" y="21122"/>
                </a:cubicBezTo>
                <a:cubicBezTo>
                  <a:pt x="20947" y="21442"/>
                  <a:pt x="20631" y="21600"/>
                  <a:pt x="20264" y="21600"/>
                </a:cubicBezTo>
                <a:lnTo>
                  <a:pt x="1370" y="21600"/>
                </a:lnTo>
                <a:cubicBezTo>
                  <a:pt x="1003" y="21600"/>
                  <a:pt x="683" y="21442"/>
                  <a:pt x="411" y="21122"/>
                </a:cubicBezTo>
                <a:cubicBezTo>
                  <a:pt x="137" y="20804"/>
                  <a:pt x="0" y="20423"/>
                  <a:pt x="0" y="19985"/>
                </a:cubicBezTo>
                <a:lnTo>
                  <a:pt x="0" y="1615"/>
                </a:lnTo>
                <a:cubicBezTo>
                  <a:pt x="0" y="1175"/>
                  <a:pt x="137" y="796"/>
                  <a:pt x="411" y="475"/>
                </a:cubicBezTo>
                <a:cubicBezTo>
                  <a:pt x="683" y="158"/>
                  <a:pt x="1003" y="0"/>
                  <a:pt x="1370" y="0"/>
                </a:cubicBezTo>
                <a:lnTo>
                  <a:pt x="20264" y="0"/>
                </a:lnTo>
                <a:close/>
                <a:moveTo>
                  <a:pt x="19806" y="2162"/>
                </a:moveTo>
                <a:lnTo>
                  <a:pt x="1804" y="2162"/>
                </a:lnTo>
                <a:lnTo>
                  <a:pt x="1804" y="19433"/>
                </a:lnTo>
                <a:lnTo>
                  <a:pt x="19806" y="19433"/>
                </a:lnTo>
                <a:lnTo>
                  <a:pt x="19806" y="2162"/>
                </a:lnTo>
                <a:close/>
                <a:moveTo>
                  <a:pt x="5978" y="17887"/>
                </a:moveTo>
                <a:lnTo>
                  <a:pt x="3598" y="17887"/>
                </a:lnTo>
                <a:lnTo>
                  <a:pt x="3598" y="12785"/>
                </a:lnTo>
                <a:lnTo>
                  <a:pt x="5978" y="12785"/>
                </a:lnTo>
                <a:lnTo>
                  <a:pt x="5978" y="17887"/>
                </a:lnTo>
                <a:close/>
                <a:moveTo>
                  <a:pt x="9961" y="17887"/>
                </a:moveTo>
                <a:lnTo>
                  <a:pt x="7606" y="17887"/>
                </a:lnTo>
                <a:lnTo>
                  <a:pt x="7606" y="6973"/>
                </a:lnTo>
                <a:lnTo>
                  <a:pt x="9961" y="6973"/>
                </a:lnTo>
                <a:lnTo>
                  <a:pt x="9961" y="17887"/>
                </a:lnTo>
                <a:close/>
                <a:moveTo>
                  <a:pt x="14019" y="17887"/>
                </a:moveTo>
                <a:lnTo>
                  <a:pt x="11639" y="17887"/>
                </a:lnTo>
                <a:lnTo>
                  <a:pt x="11639" y="9561"/>
                </a:lnTo>
                <a:lnTo>
                  <a:pt x="14019" y="9561"/>
                </a:lnTo>
                <a:lnTo>
                  <a:pt x="14019" y="17887"/>
                </a:lnTo>
                <a:close/>
                <a:moveTo>
                  <a:pt x="18002" y="17887"/>
                </a:moveTo>
                <a:lnTo>
                  <a:pt x="15622" y="17887"/>
                </a:lnTo>
                <a:lnTo>
                  <a:pt x="15622" y="4920"/>
                </a:lnTo>
                <a:lnTo>
                  <a:pt x="18002" y="4920"/>
                </a:lnTo>
                <a:lnTo>
                  <a:pt x="18002" y="17887"/>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1" name="Shape 7261"/>
          <p:cNvSpPr/>
          <p:nvPr/>
        </p:nvSpPr>
        <p:spPr>
          <a:xfrm>
            <a:off x="7184641" y="8034814"/>
            <a:ext cx="683579"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7" y="21600"/>
                </a:moveTo>
                <a:lnTo>
                  <a:pt x="10583" y="21600"/>
                </a:lnTo>
                <a:lnTo>
                  <a:pt x="10583" y="0"/>
                </a:lnTo>
                <a:lnTo>
                  <a:pt x="11017" y="0"/>
                </a:lnTo>
                <a:lnTo>
                  <a:pt x="11017" y="21600"/>
                </a:lnTo>
                <a:close/>
                <a:moveTo>
                  <a:pt x="13678" y="21600"/>
                </a:moveTo>
                <a:lnTo>
                  <a:pt x="11886" y="21600"/>
                </a:lnTo>
                <a:lnTo>
                  <a:pt x="11886" y="0"/>
                </a:lnTo>
                <a:lnTo>
                  <a:pt x="13678" y="0"/>
                </a:lnTo>
                <a:lnTo>
                  <a:pt x="13678" y="21600"/>
                </a:lnTo>
                <a:close/>
                <a:moveTo>
                  <a:pt x="15213" y="21600"/>
                </a:moveTo>
                <a:lnTo>
                  <a:pt x="14310" y="21600"/>
                </a:lnTo>
                <a:lnTo>
                  <a:pt x="14310" y="0"/>
                </a:lnTo>
                <a:lnTo>
                  <a:pt x="15213" y="0"/>
                </a:lnTo>
                <a:lnTo>
                  <a:pt x="15213" y="21600"/>
                </a:lnTo>
                <a:close/>
                <a:moveTo>
                  <a:pt x="16971" y="21600"/>
                </a:moveTo>
                <a:lnTo>
                  <a:pt x="16513" y="21600"/>
                </a:lnTo>
                <a:lnTo>
                  <a:pt x="16513" y="0"/>
                </a:lnTo>
                <a:lnTo>
                  <a:pt x="16971" y="0"/>
                </a:lnTo>
                <a:lnTo>
                  <a:pt x="16971" y="21600"/>
                </a:lnTo>
                <a:close/>
                <a:moveTo>
                  <a:pt x="18939" y="21600"/>
                </a:moveTo>
                <a:lnTo>
                  <a:pt x="18506" y="21600"/>
                </a:lnTo>
                <a:lnTo>
                  <a:pt x="18506" y="0"/>
                </a:lnTo>
                <a:lnTo>
                  <a:pt x="18939" y="0"/>
                </a:lnTo>
                <a:lnTo>
                  <a:pt x="18939" y="21600"/>
                </a:lnTo>
                <a:close/>
                <a:moveTo>
                  <a:pt x="21600" y="21600"/>
                </a:moveTo>
                <a:lnTo>
                  <a:pt x="19808" y="21600"/>
                </a:lnTo>
                <a:lnTo>
                  <a:pt x="19808" y="0"/>
                </a:lnTo>
                <a:lnTo>
                  <a:pt x="21600" y="0"/>
                </a:lnTo>
                <a:lnTo>
                  <a:pt x="21600" y="2160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2" name="Shape 7262"/>
          <p:cNvSpPr/>
          <p:nvPr/>
        </p:nvSpPr>
        <p:spPr>
          <a:xfrm>
            <a:off x="8538823" y="8034814"/>
            <a:ext cx="466929" cy="500805"/>
          </a:xfrm>
          <a:custGeom>
            <a:avLst/>
            <a:gdLst/>
            <a:ahLst/>
            <a:cxnLst>
              <a:cxn ang="0">
                <a:pos x="wd2" y="hd2"/>
              </a:cxn>
              <a:cxn ang="5400000">
                <a:pos x="wd2" y="hd2"/>
              </a:cxn>
              <a:cxn ang="10800000">
                <a:pos x="wd2" y="hd2"/>
              </a:cxn>
              <a:cxn ang="16200000">
                <a:pos x="wd2" y="hd2"/>
              </a:cxn>
            </a:cxnLst>
            <a:rect l="0" t="0" r="r" b="b"/>
            <a:pathLst>
              <a:path w="21377" h="21600" fill="norm" stroke="1" extrusionOk="0">
                <a:moveTo>
                  <a:pt x="21037" y="18605"/>
                </a:moveTo>
                <a:cubicBezTo>
                  <a:pt x="21455" y="19262"/>
                  <a:pt x="21487" y="19923"/>
                  <a:pt x="21135" y="20587"/>
                </a:cubicBezTo>
                <a:cubicBezTo>
                  <a:pt x="20970" y="20916"/>
                  <a:pt x="20732" y="21169"/>
                  <a:pt x="20428" y="21339"/>
                </a:cubicBezTo>
                <a:cubicBezTo>
                  <a:pt x="20123" y="21515"/>
                  <a:pt x="19798" y="21600"/>
                  <a:pt x="19456" y="21600"/>
                </a:cubicBezTo>
                <a:lnTo>
                  <a:pt x="1929" y="21600"/>
                </a:lnTo>
                <a:cubicBezTo>
                  <a:pt x="1586" y="21600"/>
                  <a:pt x="1264" y="21515"/>
                  <a:pt x="966" y="21339"/>
                </a:cubicBezTo>
                <a:cubicBezTo>
                  <a:pt x="664" y="21169"/>
                  <a:pt x="426" y="20916"/>
                  <a:pt x="249" y="20587"/>
                </a:cubicBezTo>
                <a:cubicBezTo>
                  <a:pt x="-113" y="19915"/>
                  <a:pt x="-79" y="19251"/>
                  <a:pt x="345" y="18605"/>
                </a:cubicBezTo>
                <a:lnTo>
                  <a:pt x="7510" y="7313"/>
                </a:lnTo>
                <a:lnTo>
                  <a:pt x="7510" y="2167"/>
                </a:lnTo>
                <a:lnTo>
                  <a:pt x="6428" y="2167"/>
                </a:lnTo>
                <a:cubicBezTo>
                  <a:pt x="6123" y="2167"/>
                  <a:pt x="5871" y="2061"/>
                  <a:pt x="5671" y="1850"/>
                </a:cubicBezTo>
                <a:cubicBezTo>
                  <a:pt x="5474" y="1638"/>
                  <a:pt x="5372" y="1380"/>
                  <a:pt x="5372" y="1072"/>
                </a:cubicBezTo>
                <a:cubicBezTo>
                  <a:pt x="5372" y="778"/>
                  <a:pt x="5474" y="528"/>
                  <a:pt x="5671" y="320"/>
                </a:cubicBezTo>
                <a:cubicBezTo>
                  <a:pt x="5871" y="108"/>
                  <a:pt x="6123" y="0"/>
                  <a:pt x="6428" y="0"/>
                </a:cubicBezTo>
                <a:lnTo>
                  <a:pt x="14954" y="0"/>
                </a:lnTo>
                <a:cubicBezTo>
                  <a:pt x="15261" y="0"/>
                  <a:pt x="15516" y="108"/>
                  <a:pt x="15725" y="320"/>
                </a:cubicBezTo>
                <a:cubicBezTo>
                  <a:pt x="15934" y="528"/>
                  <a:pt x="16039" y="778"/>
                  <a:pt x="16039" y="1072"/>
                </a:cubicBezTo>
                <a:cubicBezTo>
                  <a:pt x="16039" y="1380"/>
                  <a:pt x="15934" y="1638"/>
                  <a:pt x="15725" y="1850"/>
                </a:cubicBezTo>
                <a:cubicBezTo>
                  <a:pt x="15516" y="2061"/>
                  <a:pt x="15261" y="2167"/>
                  <a:pt x="14954" y="2167"/>
                </a:cubicBezTo>
                <a:lnTo>
                  <a:pt x="13901" y="2167"/>
                </a:lnTo>
                <a:lnTo>
                  <a:pt x="13901" y="7339"/>
                </a:lnTo>
                <a:lnTo>
                  <a:pt x="21037" y="18605"/>
                </a:lnTo>
                <a:close/>
                <a:moveTo>
                  <a:pt x="5262" y="14866"/>
                </a:moveTo>
                <a:lnTo>
                  <a:pt x="16123" y="14866"/>
                </a:lnTo>
                <a:lnTo>
                  <a:pt x="11774" y="7974"/>
                </a:lnTo>
                <a:lnTo>
                  <a:pt x="11774" y="2167"/>
                </a:lnTo>
                <a:lnTo>
                  <a:pt x="9636" y="2167"/>
                </a:lnTo>
                <a:lnTo>
                  <a:pt x="9636" y="7947"/>
                </a:lnTo>
                <a:lnTo>
                  <a:pt x="5262" y="1486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3" name="Shape 7263"/>
          <p:cNvSpPr/>
          <p:nvPr/>
        </p:nvSpPr>
        <p:spPr>
          <a:xfrm>
            <a:off x="9803259" y="8034814"/>
            <a:ext cx="466895"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081" y="5513"/>
                </a:moveTo>
                <a:cubicBezTo>
                  <a:pt x="17130" y="6606"/>
                  <a:pt x="17243" y="7684"/>
                  <a:pt x="17417" y="8751"/>
                </a:cubicBezTo>
                <a:cubicBezTo>
                  <a:pt x="17594" y="9818"/>
                  <a:pt x="17853" y="10844"/>
                  <a:pt x="18197" y="11821"/>
                </a:cubicBezTo>
                <a:cubicBezTo>
                  <a:pt x="18540" y="12801"/>
                  <a:pt x="18989" y="13718"/>
                  <a:pt x="19541" y="14576"/>
                </a:cubicBezTo>
                <a:cubicBezTo>
                  <a:pt x="20095" y="15437"/>
                  <a:pt x="20780" y="16211"/>
                  <a:pt x="21600" y="16897"/>
                </a:cubicBezTo>
                <a:cubicBezTo>
                  <a:pt x="21565" y="17527"/>
                  <a:pt x="21336" y="18043"/>
                  <a:pt x="20911" y="18444"/>
                </a:cubicBezTo>
                <a:cubicBezTo>
                  <a:pt x="20487" y="18845"/>
                  <a:pt x="19995" y="19043"/>
                  <a:pt x="19438" y="19043"/>
                </a:cubicBezTo>
                <a:lnTo>
                  <a:pt x="13680" y="19043"/>
                </a:lnTo>
                <a:cubicBezTo>
                  <a:pt x="13531" y="19782"/>
                  <a:pt x="13195" y="20395"/>
                  <a:pt x="12667" y="20875"/>
                </a:cubicBezTo>
                <a:cubicBezTo>
                  <a:pt x="12138" y="21358"/>
                  <a:pt x="11520" y="21600"/>
                  <a:pt x="10817" y="21600"/>
                </a:cubicBezTo>
                <a:cubicBezTo>
                  <a:pt x="10113" y="21600"/>
                  <a:pt x="9493" y="21358"/>
                  <a:pt x="8957" y="20875"/>
                </a:cubicBezTo>
                <a:cubicBezTo>
                  <a:pt x="8420" y="20395"/>
                  <a:pt x="8074" y="19782"/>
                  <a:pt x="7920" y="19043"/>
                </a:cubicBezTo>
                <a:lnTo>
                  <a:pt x="2159" y="19043"/>
                </a:lnTo>
                <a:cubicBezTo>
                  <a:pt x="1603" y="19043"/>
                  <a:pt x="1113" y="18842"/>
                  <a:pt x="687" y="18439"/>
                </a:cubicBezTo>
                <a:cubicBezTo>
                  <a:pt x="261" y="18032"/>
                  <a:pt x="30" y="17515"/>
                  <a:pt x="0" y="16897"/>
                </a:cubicBezTo>
                <a:cubicBezTo>
                  <a:pt x="851" y="16194"/>
                  <a:pt x="1554" y="15415"/>
                  <a:pt x="2111" y="14565"/>
                </a:cubicBezTo>
                <a:cubicBezTo>
                  <a:pt x="2667" y="13713"/>
                  <a:pt x="3113" y="12806"/>
                  <a:pt x="3449" y="11849"/>
                </a:cubicBezTo>
                <a:cubicBezTo>
                  <a:pt x="3785" y="10889"/>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7" y="0"/>
                </a:cubicBezTo>
                <a:cubicBezTo>
                  <a:pt x="11423" y="0"/>
                  <a:pt x="12092" y="149"/>
                  <a:pt x="12818" y="448"/>
                </a:cubicBezTo>
                <a:cubicBezTo>
                  <a:pt x="13546" y="745"/>
                  <a:pt x="14226" y="1143"/>
                  <a:pt x="14852" y="1634"/>
                </a:cubicBezTo>
                <a:cubicBezTo>
                  <a:pt x="15478" y="2131"/>
                  <a:pt x="16006" y="2713"/>
                  <a:pt x="16435" y="3382"/>
                </a:cubicBezTo>
                <a:cubicBezTo>
                  <a:pt x="16865" y="4045"/>
                  <a:pt x="17081" y="4759"/>
                  <a:pt x="17081" y="5513"/>
                </a:cubicBezTo>
                <a:moveTo>
                  <a:pt x="18689" y="16900"/>
                </a:moveTo>
                <a:cubicBezTo>
                  <a:pt x="18051" y="16124"/>
                  <a:pt x="17520" y="15296"/>
                  <a:pt x="17099" y="14418"/>
                </a:cubicBezTo>
                <a:cubicBezTo>
                  <a:pt x="16678" y="13538"/>
                  <a:pt x="16332" y="12631"/>
                  <a:pt x="16068" y="11688"/>
                </a:cubicBezTo>
                <a:cubicBezTo>
                  <a:pt x="15801" y="10747"/>
                  <a:pt x="15596" y="9782"/>
                  <a:pt x="15452" y="8796"/>
                </a:cubicBezTo>
                <a:cubicBezTo>
                  <a:pt x="15309" y="7808"/>
                  <a:pt x="15206" y="6806"/>
                  <a:pt x="15139" y="5787"/>
                </a:cubicBezTo>
                <a:cubicBezTo>
                  <a:pt x="15106" y="5293"/>
                  <a:pt x="14939" y="4824"/>
                  <a:pt x="14636" y="4381"/>
                </a:cubicBezTo>
                <a:cubicBezTo>
                  <a:pt x="14334" y="3941"/>
                  <a:pt x="13970" y="3554"/>
                  <a:pt x="13544" y="3221"/>
                </a:cubicBezTo>
                <a:cubicBezTo>
                  <a:pt x="13118" y="2888"/>
                  <a:pt x="12661" y="2628"/>
                  <a:pt x="12174" y="2444"/>
                </a:cubicBezTo>
                <a:cubicBezTo>
                  <a:pt x="11687" y="2258"/>
                  <a:pt x="11235" y="2168"/>
                  <a:pt x="10817"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2"/>
                </a:cubicBezTo>
                <a:cubicBezTo>
                  <a:pt x="5294" y="12595"/>
                  <a:pt x="4937" y="13515"/>
                  <a:pt x="4499" y="14404"/>
                </a:cubicBezTo>
                <a:cubicBezTo>
                  <a:pt x="4060" y="15291"/>
                  <a:pt x="3534" y="16124"/>
                  <a:pt x="2921" y="16900"/>
                </a:cubicBezTo>
                <a:lnTo>
                  <a:pt x="18689" y="16900"/>
                </a:lnTo>
                <a:close/>
                <a:moveTo>
                  <a:pt x="10817" y="20626"/>
                </a:moveTo>
                <a:cubicBezTo>
                  <a:pt x="10966" y="20626"/>
                  <a:pt x="11038" y="20536"/>
                  <a:pt x="11038" y="20355"/>
                </a:cubicBezTo>
                <a:cubicBezTo>
                  <a:pt x="11038" y="20175"/>
                  <a:pt x="10966" y="20082"/>
                  <a:pt x="10817" y="20073"/>
                </a:cubicBezTo>
                <a:cubicBezTo>
                  <a:pt x="10383" y="20073"/>
                  <a:pt x="10011" y="19904"/>
                  <a:pt x="9698" y="19571"/>
                </a:cubicBezTo>
                <a:cubicBezTo>
                  <a:pt x="9387" y="19237"/>
                  <a:pt x="9234" y="18834"/>
                  <a:pt x="9234" y="18354"/>
                </a:cubicBezTo>
                <a:cubicBezTo>
                  <a:pt x="9234" y="18176"/>
                  <a:pt x="9154" y="18086"/>
                  <a:pt x="9000" y="18086"/>
                </a:cubicBezTo>
                <a:cubicBezTo>
                  <a:pt x="8836" y="18086"/>
                  <a:pt x="8754" y="18176"/>
                  <a:pt x="8754" y="18354"/>
                </a:cubicBezTo>
                <a:cubicBezTo>
                  <a:pt x="8754" y="18986"/>
                  <a:pt x="8954" y="19523"/>
                  <a:pt x="9357" y="19966"/>
                </a:cubicBezTo>
                <a:cubicBezTo>
                  <a:pt x="9757" y="20406"/>
                  <a:pt x="10244" y="20626"/>
                  <a:pt x="10817" y="20626"/>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4" name="Shape 7264"/>
          <p:cNvSpPr/>
          <p:nvPr/>
        </p:nvSpPr>
        <p:spPr>
          <a:xfrm>
            <a:off x="10995579" y="8022014"/>
            <a:ext cx="468768"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62" y="5503"/>
                </a:moveTo>
                <a:cubicBezTo>
                  <a:pt x="20837" y="5503"/>
                  <a:pt x="21079" y="5553"/>
                  <a:pt x="21286" y="5656"/>
                </a:cubicBezTo>
                <a:cubicBezTo>
                  <a:pt x="21499" y="5760"/>
                  <a:pt x="21600" y="5889"/>
                  <a:pt x="21600" y="6045"/>
                </a:cubicBezTo>
                <a:cubicBezTo>
                  <a:pt x="21600" y="6136"/>
                  <a:pt x="21586" y="6208"/>
                  <a:pt x="21557" y="6261"/>
                </a:cubicBezTo>
                <a:lnTo>
                  <a:pt x="8488" y="21267"/>
                </a:lnTo>
                <a:cubicBezTo>
                  <a:pt x="8333" y="21490"/>
                  <a:pt x="8000" y="21600"/>
                  <a:pt x="7493" y="21600"/>
                </a:cubicBezTo>
                <a:cubicBezTo>
                  <a:pt x="7217" y="21600"/>
                  <a:pt x="6961" y="21550"/>
                  <a:pt x="6729" y="21447"/>
                </a:cubicBezTo>
                <a:cubicBezTo>
                  <a:pt x="6497" y="21344"/>
                  <a:pt x="6381" y="21214"/>
                  <a:pt x="6381" y="21058"/>
                </a:cubicBezTo>
                <a:cubicBezTo>
                  <a:pt x="6381" y="21015"/>
                  <a:pt x="6406" y="20974"/>
                  <a:pt x="6454" y="20948"/>
                </a:cubicBezTo>
                <a:lnTo>
                  <a:pt x="11170" y="10444"/>
                </a:lnTo>
                <a:cubicBezTo>
                  <a:pt x="10986" y="10473"/>
                  <a:pt x="10613" y="10531"/>
                  <a:pt x="10058" y="10610"/>
                </a:cubicBezTo>
                <a:cubicBezTo>
                  <a:pt x="9502" y="10689"/>
                  <a:pt x="8874" y="10776"/>
                  <a:pt x="8164" y="10868"/>
                </a:cubicBezTo>
                <a:cubicBezTo>
                  <a:pt x="7454" y="10961"/>
                  <a:pt x="6705" y="11062"/>
                  <a:pt x="5922" y="11172"/>
                </a:cubicBezTo>
                <a:cubicBezTo>
                  <a:pt x="5135" y="11285"/>
                  <a:pt x="4401" y="11388"/>
                  <a:pt x="3724" y="11484"/>
                </a:cubicBezTo>
                <a:cubicBezTo>
                  <a:pt x="3043" y="11580"/>
                  <a:pt x="2459" y="11655"/>
                  <a:pt x="1966" y="11708"/>
                </a:cubicBezTo>
                <a:cubicBezTo>
                  <a:pt x="1473" y="11761"/>
                  <a:pt x="1178" y="11787"/>
                  <a:pt x="1087" y="11787"/>
                </a:cubicBezTo>
                <a:cubicBezTo>
                  <a:pt x="777" y="11787"/>
                  <a:pt x="521" y="11734"/>
                  <a:pt x="314" y="11624"/>
                </a:cubicBezTo>
                <a:cubicBezTo>
                  <a:pt x="106" y="11511"/>
                  <a:pt x="0" y="11386"/>
                  <a:pt x="0" y="11249"/>
                </a:cubicBezTo>
                <a:cubicBezTo>
                  <a:pt x="0" y="11187"/>
                  <a:pt x="14" y="11151"/>
                  <a:pt x="43" y="11134"/>
                </a:cubicBezTo>
                <a:lnTo>
                  <a:pt x="4879" y="424"/>
                </a:lnTo>
                <a:cubicBezTo>
                  <a:pt x="4942" y="302"/>
                  <a:pt x="5067" y="201"/>
                  <a:pt x="5261" y="120"/>
                </a:cubicBezTo>
                <a:cubicBezTo>
                  <a:pt x="5454" y="40"/>
                  <a:pt x="5671" y="0"/>
                  <a:pt x="5922" y="0"/>
                </a:cubicBezTo>
                <a:lnTo>
                  <a:pt x="13875" y="0"/>
                </a:lnTo>
                <a:cubicBezTo>
                  <a:pt x="14156" y="0"/>
                  <a:pt x="14397" y="52"/>
                  <a:pt x="14605" y="153"/>
                </a:cubicBezTo>
                <a:cubicBezTo>
                  <a:pt x="14813" y="256"/>
                  <a:pt x="14919" y="386"/>
                  <a:pt x="14919" y="539"/>
                </a:cubicBezTo>
                <a:cubicBezTo>
                  <a:pt x="14919" y="585"/>
                  <a:pt x="14909" y="623"/>
                  <a:pt x="14895" y="652"/>
                </a:cubicBezTo>
                <a:cubicBezTo>
                  <a:pt x="14880" y="686"/>
                  <a:pt x="14856" y="729"/>
                  <a:pt x="14822" y="779"/>
                </a:cubicBezTo>
                <a:lnTo>
                  <a:pt x="10662" y="6801"/>
                </a:lnTo>
                <a:cubicBezTo>
                  <a:pt x="10846" y="6770"/>
                  <a:pt x="11209" y="6719"/>
                  <a:pt x="11750" y="6647"/>
                </a:cubicBezTo>
                <a:cubicBezTo>
                  <a:pt x="12291" y="6573"/>
                  <a:pt x="12914" y="6491"/>
                  <a:pt x="13619" y="6398"/>
                </a:cubicBezTo>
                <a:cubicBezTo>
                  <a:pt x="14330" y="6307"/>
                  <a:pt x="15064" y="6206"/>
                  <a:pt x="15822" y="6095"/>
                </a:cubicBezTo>
                <a:cubicBezTo>
                  <a:pt x="16576" y="5983"/>
                  <a:pt x="17291" y="5884"/>
                  <a:pt x="17972" y="5800"/>
                </a:cubicBezTo>
                <a:cubicBezTo>
                  <a:pt x="18649" y="5719"/>
                  <a:pt x="19228" y="5647"/>
                  <a:pt x="19707" y="5589"/>
                </a:cubicBezTo>
                <a:cubicBezTo>
                  <a:pt x="20180" y="5534"/>
                  <a:pt x="20465" y="5503"/>
                  <a:pt x="20562" y="550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5" name="Shape 7265"/>
          <p:cNvSpPr/>
          <p:nvPr/>
        </p:nvSpPr>
        <p:spPr>
          <a:xfrm>
            <a:off x="16598344" y="8047602"/>
            <a:ext cx="466917" cy="455291"/>
          </a:xfrm>
          <a:custGeom>
            <a:avLst/>
            <a:gdLst/>
            <a:ahLst/>
            <a:cxnLst>
              <a:cxn ang="0">
                <a:pos x="wd2" y="hd2"/>
              </a:cxn>
              <a:cxn ang="5400000">
                <a:pos x="wd2" y="hd2"/>
              </a:cxn>
              <a:cxn ang="10800000">
                <a:pos x="wd2" y="hd2"/>
              </a:cxn>
              <a:cxn ang="16200000">
                <a:pos x="wd2" y="hd2"/>
              </a:cxn>
            </a:cxnLst>
            <a:rect l="0" t="0" r="r" b="b"/>
            <a:pathLst>
              <a:path w="21460" h="21562" fill="norm" stroke="1" extrusionOk="0">
                <a:moveTo>
                  <a:pt x="20360" y="4320"/>
                </a:moveTo>
                <a:cubicBezTo>
                  <a:pt x="20704" y="4452"/>
                  <a:pt x="20961" y="4654"/>
                  <a:pt x="21126" y="4924"/>
                </a:cubicBezTo>
                <a:cubicBezTo>
                  <a:pt x="21469" y="5419"/>
                  <a:pt x="21547" y="6026"/>
                  <a:pt x="21364" y="6736"/>
                </a:cubicBezTo>
                <a:lnTo>
                  <a:pt x="17813" y="19434"/>
                </a:lnTo>
                <a:cubicBezTo>
                  <a:pt x="17664" y="20053"/>
                  <a:pt x="17339" y="20563"/>
                  <a:pt x="16841" y="20962"/>
                </a:cubicBezTo>
                <a:cubicBezTo>
                  <a:pt x="16343" y="21363"/>
                  <a:pt x="15811" y="21562"/>
                  <a:pt x="15243" y="21562"/>
                </a:cubicBezTo>
                <a:lnTo>
                  <a:pt x="3374" y="21562"/>
                </a:lnTo>
                <a:cubicBezTo>
                  <a:pt x="3031" y="21562"/>
                  <a:pt x="2698" y="21498"/>
                  <a:pt x="2378" y="21360"/>
                </a:cubicBezTo>
                <a:cubicBezTo>
                  <a:pt x="2056" y="21225"/>
                  <a:pt x="1747" y="21044"/>
                  <a:pt x="1456" y="20812"/>
                </a:cubicBezTo>
                <a:cubicBezTo>
                  <a:pt x="1162" y="20583"/>
                  <a:pt x="906" y="20314"/>
                  <a:pt x="683" y="20000"/>
                </a:cubicBezTo>
                <a:cubicBezTo>
                  <a:pt x="463" y="19687"/>
                  <a:pt x="287" y="19347"/>
                  <a:pt x="161" y="18980"/>
                </a:cubicBezTo>
                <a:cubicBezTo>
                  <a:pt x="-46" y="18347"/>
                  <a:pt x="-53" y="17752"/>
                  <a:pt x="138" y="17201"/>
                </a:cubicBezTo>
                <a:cubicBezTo>
                  <a:pt x="156" y="17051"/>
                  <a:pt x="172" y="16902"/>
                  <a:pt x="188" y="16761"/>
                </a:cubicBezTo>
                <a:cubicBezTo>
                  <a:pt x="206" y="16615"/>
                  <a:pt x="222" y="16451"/>
                  <a:pt x="237" y="16275"/>
                </a:cubicBezTo>
                <a:cubicBezTo>
                  <a:pt x="237" y="16181"/>
                  <a:pt x="222" y="16084"/>
                  <a:pt x="188" y="15987"/>
                </a:cubicBezTo>
                <a:cubicBezTo>
                  <a:pt x="156" y="15891"/>
                  <a:pt x="146" y="15794"/>
                  <a:pt x="161" y="15697"/>
                </a:cubicBezTo>
                <a:cubicBezTo>
                  <a:pt x="180" y="15551"/>
                  <a:pt x="245" y="15404"/>
                  <a:pt x="358" y="15258"/>
                </a:cubicBezTo>
                <a:cubicBezTo>
                  <a:pt x="471" y="15111"/>
                  <a:pt x="578" y="14944"/>
                  <a:pt x="678" y="14759"/>
                </a:cubicBezTo>
                <a:cubicBezTo>
                  <a:pt x="872" y="14413"/>
                  <a:pt x="1060" y="13988"/>
                  <a:pt x="1249" y="13487"/>
                </a:cubicBezTo>
                <a:cubicBezTo>
                  <a:pt x="1438" y="12989"/>
                  <a:pt x="1574" y="12555"/>
                  <a:pt x="1655" y="12192"/>
                </a:cubicBezTo>
                <a:cubicBezTo>
                  <a:pt x="1689" y="12042"/>
                  <a:pt x="1686" y="11898"/>
                  <a:pt x="1642" y="11764"/>
                </a:cubicBezTo>
                <a:cubicBezTo>
                  <a:pt x="1603" y="11629"/>
                  <a:pt x="1597" y="11506"/>
                  <a:pt x="1631" y="11391"/>
                </a:cubicBezTo>
                <a:cubicBezTo>
                  <a:pt x="1665" y="11242"/>
                  <a:pt x="1734" y="11113"/>
                  <a:pt x="1838" y="11007"/>
                </a:cubicBezTo>
                <a:cubicBezTo>
                  <a:pt x="1943" y="10899"/>
                  <a:pt x="2027" y="10790"/>
                  <a:pt x="2095" y="10672"/>
                </a:cubicBezTo>
                <a:cubicBezTo>
                  <a:pt x="2179" y="10508"/>
                  <a:pt x="2268" y="10309"/>
                  <a:pt x="2365" y="10083"/>
                </a:cubicBezTo>
                <a:cubicBezTo>
                  <a:pt x="2459" y="9860"/>
                  <a:pt x="2551" y="9629"/>
                  <a:pt x="2635" y="9391"/>
                </a:cubicBezTo>
                <a:cubicBezTo>
                  <a:pt x="2719" y="9151"/>
                  <a:pt x="2784" y="8919"/>
                  <a:pt x="2837" y="8691"/>
                </a:cubicBezTo>
                <a:cubicBezTo>
                  <a:pt x="2887" y="8462"/>
                  <a:pt x="2918" y="8272"/>
                  <a:pt x="2936" y="8119"/>
                </a:cubicBezTo>
                <a:cubicBezTo>
                  <a:pt x="2952" y="7973"/>
                  <a:pt x="2944" y="7817"/>
                  <a:pt x="2910" y="7656"/>
                </a:cubicBezTo>
                <a:cubicBezTo>
                  <a:pt x="2876" y="7498"/>
                  <a:pt x="2876" y="7366"/>
                  <a:pt x="2910" y="7249"/>
                </a:cubicBezTo>
                <a:cubicBezTo>
                  <a:pt x="2960" y="7102"/>
                  <a:pt x="3046" y="6979"/>
                  <a:pt x="3167" y="6879"/>
                </a:cubicBezTo>
                <a:cubicBezTo>
                  <a:pt x="3288" y="6779"/>
                  <a:pt x="3390" y="6665"/>
                  <a:pt x="3476" y="6533"/>
                </a:cubicBezTo>
                <a:cubicBezTo>
                  <a:pt x="3557" y="6422"/>
                  <a:pt x="3649" y="6264"/>
                  <a:pt x="3746" y="6050"/>
                </a:cubicBezTo>
                <a:cubicBezTo>
                  <a:pt x="3840" y="5842"/>
                  <a:pt x="3937" y="5610"/>
                  <a:pt x="4034" y="5355"/>
                </a:cubicBezTo>
                <a:cubicBezTo>
                  <a:pt x="4129" y="5103"/>
                  <a:pt x="4210" y="4857"/>
                  <a:pt x="4278" y="4619"/>
                </a:cubicBezTo>
                <a:cubicBezTo>
                  <a:pt x="4344" y="4382"/>
                  <a:pt x="4385" y="4171"/>
                  <a:pt x="4404" y="3980"/>
                </a:cubicBezTo>
                <a:cubicBezTo>
                  <a:pt x="4420" y="3869"/>
                  <a:pt x="4404" y="3755"/>
                  <a:pt x="4354" y="3637"/>
                </a:cubicBezTo>
                <a:cubicBezTo>
                  <a:pt x="4304" y="3520"/>
                  <a:pt x="4294" y="3391"/>
                  <a:pt x="4328" y="3250"/>
                </a:cubicBezTo>
                <a:cubicBezTo>
                  <a:pt x="4362" y="3121"/>
                  <a:pt x="4438" y="2981"/>
                  <a:pt x="4561" y="2837"/>
                </a:cubicBezTo>
                <a:cubicBezTo>
                  <a:pt x="4682" y="2693"/>
                  <a:pt x="4792" y="2544"/>
                  <a:pt x="4894" y="2394"/>
                </a:cubicBezTo>
                <a:cubicBezTo>
                  <a:pt x="5025" y="2160"/>
                  <a:pt x="5145" y="1887"/>
                  <a:pt x="5250" y="1574"/>
                </a:cubicBezTo>
                <a:cubicBezTo>
                  <a:pt x="5355" y="1263"/>
                  <a:pt x="5481" y="976"/>
                  <a:pt x="5625" y="718"/>
                </a:cubicBezTo>
                <a:cubicBezTo>
                  <a:pt x="5772" y="463"/>
                  <a:pt x="5966" y="260"/>
                  <a:pt x="6204" y="117"/>
                </a:cubicBezTo>
                <a:cubicBezTo>
                  <a:pt x="6440" y="-30"/>
                  <a:pt x="6767" y="-38"/>
                  <a:pt x="7176" y="93"/>
                </a:cubicBezTo>
                <a:lnTo>
                  <a:pt x="7150" y="152"/>
                </a:lnTo>
                <a:cubicBezTo>
                  <a:pt x="7409" y="55"/>
                  <a:pt x="7635" y="11"/>
                  <a:pt x="7829" y="11"/>
                </a:cubicBezTo>
                <a:lnTo>
                  <a:pt x="17614" y="11"/>
                </a:lnTo>
                <a:cubicBezTo>
                  <a:pt x="18267" y="11"/>
                  <a:pt x="18765" y="278"/>
                  <a:pt x="19108" y="806"/>
                </a:cubicBezTo>
                <a:cubicBezTo>
                  <a:pt x="19449" y="1304"/>
                  <a:pt x="19525" y="1905"/>
                  <a:pt x="19331" y="2617"/>
                </a:cubicBezTo>
                <a:lnTo>
                  <a:pt x="15783" y="15331"/>
                </a:lnTo>
                <a:cubicBezTo>
                  <a:pt x="15631" y="15920"/>
                  <a:pt x="15308" y="16421"/>
                  <a:pt x="14810" y="16831"/>
                </a:cubicBezTo>
                <a:cubicBezTo>
                  <a:pt x="14313" y="17245"/>
                  <a:pt x="13783" y="17450"/>
                  <a:pt x="13222" y="17450"/>
                </a:cubicBezTo>
                <a:lnTo>
                  <a:pt x="2019" y="17450"/>
                </a:lnTo>
                <a:cubicBezTo>
                  <a:pt x="1935" y="17450"/>
                  <a:pt x="1852" y="17462"/>
                  <a:pt x="1762" y="17479"/>
                </a:cubicBezTo>
                <a:cubicBezTo>
                  <a:pt x="1676" y="17497"/>
                  <a:pt x="1597" y="17553"/>
                  <a:pt x="1529" y="17646"/>
                </a:cubicBezTo>
                <a:cubicBezTo>
                  <a:pt x="1430" y="17834"/>
                  <a:pt x="1430" y="18098"/>
                  <a:pt x="1529" y="18432"/>
                </a:cubicBezTo>
                <a:cubicBezTo>
                  <a:pt x="1665" y="18836"/>
                  <a:pt x="1914" y="19188"/>
                  <a:pt x="2284" y="19490"/>
                </a:cubicBezTo>
                <a:cubicBezTo>
                  <a:pt x="2651" y="19798"/>
                  <a:pt x="3015" y="19947"/>
                  <a:pt x="3374" y="19947"/>
                </a:cubicBezTo>
                <a:lnTo>
                  <a:pt x="15243" y="19947"/>
                </a:lnTo>
                <a:cubicBezTo>
                  <a:pt x="15486" y="19947"/>
                  <a:pt x="15725" y="19848"/>
                  <a:pt x="15963" y="19645"/>
                </a:cubicBezTo>
                <a:cubicBezTo>
                  <a:pt x="16202" y="19446"/>
                  <a:pt x="16359" y="19223"/>
                  <a:pt x="16435" y="18977"/>
                </a:cubicBezTo>
                <a:lnTo>
                  <a:pt x="20311" y="5129"/>
                </a:lnTo>
                <a:cubicBezTo>
                  <a:pt x="20345" y="4980"/>
                  <a:pt x="20366" y="4842"/>
                  <a:pt x="20374" y="4716"/>
                </a:cubicBezTo>
                <a:cubicBezTo>
                  <a:pt x="20379" y="4593"/>
                  <a:pt x="20374" y="4461"/>
                  <a:pt x="20360" y="4320"/>
                </a:cubicBezTo>
                <a:moveTo>
                  <a:pt x="6285" y="8084"/>
                </a:moveTo>
                <a:cubicBezTo>
                  <a:pt x="6201" y="8447"/>
                  <a:pt x="6311" y="8629"/>
                  <a:pt x="6610" y="8629"/>
                </a:cubicBezTo>
                <a:lnTo>
                  <a:pt x="14326" y="8629"/>
                </a:lnTo>
                <a:cubicBezTo>
                  <a:pt x="14462" y="8629"/>
                  <a:pt x="14588" y="8579"/>
                  <a:pt x="14708" y="8474"/>
                </a:cubicBezTo>
                <a:cubicBezTo>
                  <a:pt x="14831" y="8371"/>
                  <a:pt x="14907" y="8239"/>
                  <a:pt x="14941" y="8084"/>
                </a:cubicBezTo>
                <a:lnTo>
                  <a:pt x="15243" y="7029"/>
                </a:lnTo>
                <a:cubicBezTo>
                  <a:pt x="15277" y="6882"/>
                  <a:pt x="15264" y="6753"/>
                  <a:pt x="15206" y="6642"/>
                </a:cubicBezTo>
                <a:cubicBezTo>
                  <a:pt x="15146" y="6536"/>
                  <a:pt x="15052" y="6484"/>
                  <a:pt x="14915" y="6484"/>
                </a:cubicBezTo>
                <a:lnTo>
                  <a:pt x="7202" y="6484"/>
                </a:lnTo>
                <a:cubicBezTo>
                  <a:pt x="7066" y="6484"/>
                  <a:pt x="6935" y="6533"/>
                  <a:pt x="6807" y="6639"/>
                </a:cubicBezTo>
                <a:cubicBezTo>
                  <a:pt x="6676" y="6741"/>
                  <a:pt x="6594" y="6870"/>
                  <a:pt x="6560" y="7029"/>
                </a:cubicBezTo>
                <a:lnTo>
                  <a:pt x="6285" y="8084"/>
                </a:lnTo>
                <a:close/>
                <a:moveTo>
                  <a:pt x="7150" y="4868"/>
                </a:moveTo>
                <a:cubicBezTo>
                  <a:pt x="7116" y="5018"/>
                  <a:pt x="7132" y="5141"/>
                  <a:pt x="7195" y="5241"/>
                </a:cubicBezTo>
                <a:cubicBezTo>
                  <a:pt x="7257" y="5337"/>
                  <a:pt x="7354" y="5387"/>
                  <a:pt x="7488" y="5387"/>
                </a:cubicBezTo>
                <a:lnTo>
                  <a:pt x="15193" y="5387"/>
                </a:lnTo>
                <a:cubicBezTo>
                  <a:pt x="15327" y="5387"/>
                  <a:pt x="15452" y="5337"/>
                  <a:pt x="15576" y="5241"/>
                </a:cubicBezTo>
                <a:cubicBezTo>
                  <a:pt x="15696" y="5141"/>
                  <a:pt x="15785" y="5018"/>
                  <a:pt x="15846" y="4868"/>
                </a:cubicBezTo>
                <a:lnTo>
                  <a:pt x="16121" y="3772"/>
                </a:lnTo>
                <a:cubicBezTo>
                  <a:pt x="16155" y="3623"/>
                  <a:pt x="16142" y="3494"/>
                  <a:pt x="16084" y="3388"/>
                </a:cubicBezTo>
                <a:cubicBezTo>
                  <a:pt x="16024" y="3280"/>
                  <a:pt x="15924" y="3224"/>
                  <a:pt x="15783" y="3224"/>
                </a:cubicBezTo>
                <a:lnTo>
                  <a:pt x="8078" y="3224"/>
                </a:lnTo>
                <a:cubicBezTo>
                  <a:pt x="7944" y="3224"/>
                  <a:pt x="7818" y="3280"/>
                  <a:pt x="7695" y="3388"/>
                </a:cubicBezTo>
                <a:cubicBezTo>
                  <a:pt x="7575" y="3494"/>
                  <a:pt x="7488" y="3623"/>
                  <a:pt x="7438" y="3772"/>
                </a:cubicBezTo>
                <a:lnTo>
                  <a:pt x="7150" y="486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6" name="Shape 7266"/>
          <p:cNvSpPr/>
          <p:nvPr/>
        </p:nvSpPr>
        <p:spPr>
          <a:xfrm>
            <a:off x="17767814" y="8005273"/>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363" y="21146"/>
                </a:moveTo>
                <a:cubicBezTo>
                  <a:pt x="2985" y="21448"/>
                  <a:pt x="2524" y="21600"/>
                  <a:pt x="1984" y="21600"/>
                </a:cubicBezTo>
                <a:cubicBezTo>
                  <a:pt x="1444" y="21600"/>
                  <a:pt x="975" y="21445"/>
                  <a:pt x="586" y="21134"/>
                </a:cubicBezTo>
                <a:cubicBezTo>
                  <a:pt x="198" y="20820"/>
                  <a:pt x="0" y="20449"/>
                  <a:pt x="0" y="20014"/>
                </a:cubicBezTo>
                <a:lnTo>
                  <a:pt x="0" y="1583"/>
                </a:lnTo>
                <a:cubicBezTo>
                  <a:pt x="0" y="1154"/>
                  <a:pt x="198" y="780"/>
                  <a:pt x="586" y="466"/>
                </a:cubicBezTo>
                <a:cubicBezTo>
                  <a:pt x="975" y="155"/>
                  <a:pt x="1444" y="0"/>
                  <a:pt x="1984" y="0"/>
                </a:cubicBezTo>
                <a:lnTo>
                  <a:pt x="19638" y="0"/>
                </a:lnTo>
                <a:cubicBezTo>
                  <a:pt x="20178" y="0"/>
                  <a:pt x="20639" y="155"/>
                  <a:pt x="21024" y="466"/>
                </a:cubicBezTo>
                <a:cubicBezTo>
                  <a:pt x="21410" y="780"/>
                  <a:pt x="21600" y="1154"/>
                  <a:pt x="21600" y="1583"/>
                </a:cubicBezTo>
                <a:lnTo>
                  <a:pt x="21600" y="20014"/>
                </a:lnTo>
                <a:cubicBezTo>
                  <a:pt x="21600" y="20449"/>
                  <a:pt x="21410" y="20820"/>
                  <a:pt x="21024" y="21134"/>
                </a:cubicBezTo>
                <a:cubicBezTo>
                  <a:pt x="20639" y="21445"/>
                  <a:pt x="20178" y="21600"/>
                  <a:pt x="19638" y="21600"/>
                </a:cubicBezTo>
                <a:cubicBezTo>
                  <a:pt x="19098" y="21600"/>
                  <a:pt x="18637" y="21448"/>
                  <a:pt x="18259" y="21146"/>
                </a:cubicBezTo>
                <a:lnTo>
                  <a:pt x="10811" y="15193"/>
                </a:lnTo>
                <a:lnTo>
                  <a:pt x="3363" y="2114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7" name="Shape 7267"/>
          <p:cNvSpPr/>
          <p:nvPr/>
        </p:nvSpPr>
        <p:spPr>
          <a:xfrm>
            <a:off x="1113869" y="9108606"/>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4" y="0"/>
                </a:moveTo>
                <a:cubicBezTo>
                  <a:pt x="20174" y="0"/>
                  <a:pt x="20639" y="158"/>
                  <a:pt x="21024" y="469"/>
                </a:cubicBezTo>
                <a:cubicBezTo>
                  <a:pt x="21406" y="780"/>
                  <a:pt x="21600" y="1154"/>
                  <a:pt x="21600" y="1586"/>
                </a:cubicBezTo>
                <a:lnTo>
                  <a:pt x="21600" y="20014"/>
                </a:lnTo>
                <a:cubicBezTo>
                  <a:pt x="21600" y="20446"/>
                  <a:pt x="21406" y="20817"/>
                  <a:pt x="21024" y="21131"/>
                </a:cubicBezTo>
                <a:cubicBezTo>
                  <a:pt x="20639" y="21439"/>
                  <a:pt x="20174" y="21600"/>
                  <a:pt x="19634" y="21600"/>
                </a:cubicBezTo>
                <a:cubicBezTo>
                  <a:pt x="19094" y="21600"/>
                  <a:pt x="18633" y="21448"/>
                  <a:pt x="18255" y="21146"/>
                </a:cubicBezTo>
                <a:lnTo>
                  <a:pt x="10808" y="15191"/>
                </a:lnTo>
                <a:lnTo>
                  <a:pt x="3359" y="21146"/>
                </a:lnTo>
                <a:cubicBezTo>
                  <a:pt x="2981" y="21448"/>
                  <a:pt x="2520" y="21600"/>
                  <a:pt x="1980" y="21600"/>
                </a:cubicBezTo>
                <a:cubicBezTo>
                  <a:pt x="1440" y="21600"/>
                  <a:pt x="975" y="21442"/>
                  <a:pt x="583" y="21131"/>
                </a:cubicBezTo>
                <a:cubicBezTo>
                  <a:pt x="194" y="20817"/>
                  <a:pt x="0" y="20446"/>
                  <a:pt x="0" y="20014"/>
                </a:cubicBezTo>
                <a:lnTo>
                  <a:pt x="0" y="1586"/>
                </a:lnTo>
                <a:cubicBezTo>
                  <a:pt x="0" y="1154"/>
                  <a:pt x="194" y="780"/>
                  <a:pt x="583" y="469"/>
                </a:cubicBezTo>
                <a:cubicBezTo>
                  <a:pt x="975" y="158"/>
                  <a:pt x="1440" y="0"/>
                  <a:pt x="1980" y="0"/>
                </a:cubicBezTo>
                <a:lnTo>
                  <a:pt x="19634" y="0"/>
                </a:lnTo>
                <a:close/>
                <a:moveTo>
                  <a:pt x="2722" y="2150"/>
                </a:moveTo>
                <a:lnTo>
                  <a:pt x="2722" y="18609"/>
                </a:lnTo>
                <a:lnTo>
                  <a:pt x="10808" y="12116"/>
                </a:lnTo>
                <a:lnTo>
                  <a:pt x="18892" y="18609"/>
                </a:lnTo>
                <a:lnTo>
                  <a:pt x="18892" y="2150"/>
                </a:lnTo>
                <a:lnTo>
                  <a:pt x="2722" y="215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8" name="Shape 7268"/>
          <p:cNvSpPr/>
          <p:nvPr/>
        </p:nvSpPr>
        <p:spPr>
          <a:xfrm>
            <a:off x="2347441" y="9108606"/>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1153"/>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3" y="0"/>
                </a:lnTo>
                <a:cubicBezTo>
                  <a:pt x="14662" y="0"/>
                  <a:pt x="14878" y="108"/>
                  <a:pt x="15054" y="320"/>
                </a:cubicBezTo>
                <a:cubicBezTo>
                  <a:pt x="15228" y="528"/>
                  <a:pt x="15319" y="781"/>
                  <a:pt x="15319" y="1072"/>
                </a:cubicBezTo>
                <a:lnTo>
                  <a:pt x="15319" y="4317"/>
                </a:lnTo>
                <a:lnTo>
                  <a:pt x="20264" y="4317"/>
                </a:lnTo>
                <a:cubicBezTo>
                  <a:pt x="20631" y="4317"/>
                  <a:pt x="20944" y="4479"/>
                  <a:pt x="21206" y="4796"/>
                </a:cubicBezTo>
                <a:cubicBezTo>
                  <a:pt x="21468" y="5116"/>
                  <a:pt x="21600" y="5498"/>
                  <a:pt x="21600" y="5936"/>
                </a:cubicBezTo>
                <a:lnTo>
                  <a:pt x="21600" y="11153"/>
                </a:lnTo>
                <a:lnTo>
                  <a:pt x="0" y="11153"/>
                </a:lnTo>
                <a:close/>
                <a:moveTo>
                  <a:pt x="21600" y="12783"/>
                </a:moveTo>
                <a:lnTo>
                  <a:pt x="21600" y="19982"/>
                </a:lnTo>
                <a:cubicBezTo>
                  <a:pt x="21600" y="20426"/>
                  <a:pt x="21468" y="20802"/>
                  <a:pt x="21206" y="21122"/>
                </a:cubicBezTo>
                <a:cubicBezTo>
                  <a:pt x="20944" y="21439"/>
                  <a:pt x="20631" y="21600"/>
                  <a:pt x="20264" y="21600"/>
                </a:cubicBezTo>
                <a:lnTo>
                  <a:pt x="1346" y="21600"/>
                </a:lnTo>
                <a:cubicBezTo>
                  <a:pt x="979" y="21600"/>
                  <a:pt x="663" y="21439"/>
                  <a:pt x="396" y="21122"/>
                </a:cubicBezTo>
                <a:cubicBezTo>
                  <a:pt x="132" y="20802"/>
                  <a:pt x="0" y="20426"/>
                  <a:pt x="0" y="19982"/>
                </a:cubicBezTo>
                <a:lnTo>
                  <a:pt x="0" y="12783"/>
                </a:lnTo>
                <a:lnTo>
                  <a:pt x="8355" y="12783"/>
                </a:lnTo>
                <a:cubicBezTo>
                  <a:pt x="8340" y="12842"/>
                  <a:pt x="8333" y="12930"/>
                  <a:pt x="8333" y="13053"/>
                </a:cubicBezTo>
                <a:lnTo>
                  <a:pt x="8333" y="15200"/>
                </a:lnTo>
                <a:cubicBezTo>
                  <a:pt x="8333" y="15714"/>
                  <a:pt x="8482" y="16161"/>
                  <a:pt x="8783" y="16543"/>
                </a:cubicBezTo>
                <a:cubicBezTo>
                  <a:pt x="9085" y="16922"/>
                  <a:pt x="9462" y="17113"/>
                  <a:pt x="9914" y="17113"/>
                </a:cubicBezTo>
                <a:lnTo>
                  <a:pt x="11708" y="17113"/>
                </a:lnTo>
                <a:cubicBezTo>
                  <a:pt x="12138" y="17113"/>
                  <a:pt x="12508" y="16925"/>
                  <a:pt x="12817" y="16549"/>
                </a:cubicBezTo>
                <a:cubicBezTo>
                  <a:pt x="13125" y="16176"/>
                  <a:pt x="13279" y="15726"/>
                  <a:pt x="13279" y="15200"/>
                </a:cubicBezTo>
                <a:lnTo>
                  <a:pt x="13279" y="13053"/>
                </a:lnTo>
                <a:cubicBezTo>
                  <a:pt x="13279" y="12939"/>
                  <a:pt x="13267" y="12848"/>
                  <a:pt x="13243" y="12783"/>
                </a:cubicBezTo>
                <a:lnTo>
                  <a:pt x="21600" y="12783"/>
                </a:lnTo>
                <a:close/>
                <a:moveTo>
                  <a:pt x="8108" y="4320"/>
                </a:moveTo>
                <a:lnTo>
                  <a:pt x="13512" y="4320"/>
                </a:lnTo>
                <a:lnTo>
                  <a:pt x="13512" y="2170"/>
                </a:lnTo>
                <a:lnTo>
                  <a:pt x="8108" y="2170"/>
                </a:lnTo>
                <a:lnTo>
                  <a:pt x="8108" y="4320"/>
                </a:lnTo>
                <a:close/>
                <a:moveTo>
                  <a:pt x="11708" y="12783"/>
                </a:moveTo>
                <a:cubicBezTo>
                  <a:pt x="11850" y="12783"/>
                  <a:pt x="11923" y="12874"/>
                  <a:pt x="11930" y="13053"/>
                </a:cubicBezTo>
                <a:lnTo>
                  <a:pt x="11930" y="15200"/>
                </a:lnTo>
                <a:cubicBezTo>
                  <a:pt x="11930" y="15368"/>
                  <a:pt x="11857" y="15456"/>
                  <a:pt x="11708" y="15468"/>
                </a:cubicBezTo>
                <a:lnTo>
                  <a:pt x="9914" y="15468"/>
                </a:lnTo>
                <a:cubicBezTo>
                  <a:pt x="9758" y="15468"/>
                  <a:pt x="9675" y="15380"/>
                  <a:pt x="9667" y="15200"/>
                </a:cubicBezTo>
                <a:lnTo>
                  <a:pt x="9667" y="13053"/>
                </a:lnTo>
                <a:cubicBezTo>
                  <a:pt x="9667" y="12883"/>
                  <a:pt x="9750" y="12795"/>
                  <a:pt x="9914" y="12783"/>
                </a:cubicBezTo>
                <a:lnTo>
                  <a:pt x="11708" y="1278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69" name="Shape 7269"/>
          <p:cNvSpPr/>
          <p:nvPr/>
        </p:nvSpPr>
        <p:spPr>
          <a:xfrm>
            <a:off x="3593200" y="9108606"/>
            <a:ext cx="466895" cy="455280"/>
          </a:xfrm>
          <a:custGeom>
            <a:avLst/>
            <a:gdLst/>
            <a:ahLst/>
            <a:cxnLst>
              <a:cxn ang="0">
                <a:pos x="wd2" y="hd2"/>
              </a:cxn>
              <a:cxn ang="5400000">
                <a:pos x="wd2" y="hd2"/>
              </a:cxn>
              <a:cxn ang="10800000">
                <a:pos x="wd2" y="hd2"/>
              </a:cxn>
              <a:cxn ang="16200000">
                <a:pos x="wd2" y="hd2"/>
              </a:cxn>
            </a:cxnLst>
            <a:rect l="0" t="0" r="r" b="b"/>
            <a:pathLst>
              <a:path w="21600" h="21579" fill="norm" stroke="1" extrusionOk="0">
                <a:moveTo>
                  <a:pt x="21600" y="9391"/>
                </a:moveTo>
                <a:cubicBezTo>
                  <a:pt x="21600" y="9887"/>
                  <a:pt x="21473" y="10321"/>
                  <a:pt x="21219" y="10697"/>
                </a:cubicBezTo>
                <a:cubicBezTo>
                  <a:pt x="20964" y="11073"/>
                  <a:pt x="20648" y="11314"/>
                  <a:pt x="20264" y="11428"/>
                </a:cubicBezTo>
                <a:lnTo>
                  <a:pt x="20264" y="16611"/>
                </a:lnTo>
                <a:cubicBezTo>
                  <a:pt x="20264" y="17201"/>
                  <a:pt x="20088" y="17709"/>
                  <a:pt x="19730" y="18129"/>
                </a:cubicBezTo>
                <a:cubicBezTo>
                  <a:pt x="19375" y="18551"/>
                  <a:pt x="18952" y="18759"/>
                  <a:pt x="18460" y="18759"/>
                </a:cubicBezTo>
                <a:cubicBezTo>
                  <a:pt x="17928" y="18123"/>
                  <a:pt x="17287" y="17506"/>
                  <a:pt x="16538" y="16905"/>
                </a:cubicBezTo>
                <a:cubicBezTo>
                  <a:pt x="15786" y="16306"/>
                  <a:pt x="14981" y="15757"/>
                  <a:pt x="14117" y="15255"/>
                </a:cubicBezTo>
                <a:cubicBezTo>
                  <a:pt x="13255" y="14756"/>
                  <a:pt x="12364" y="14325"/>
                  <a:pt x="11450" y="13970"/>
                </a:cubicBezTo>
                <a:cubicBezTo>
                  <a:pt x="10536" y="13615"/>
                  <a:pt x="9648" y="13380"/>
                  <a:pt x="8788" y="13268"/>
                </a:cubicBezTo>
                <a:cubicBezTo>
                  <a:pt x="8453" y="13380"/>
                  <a:pt x="8179" y="13565"/>
                  <a:pt x="7968" y="13829"/>
                </a:cubicBezTo>
                <a:cubicBezTo>
                  <a:pt x="7758" y="14093"/>
                  <a:pt x="7613" y="14387"/>
                  <a:pt x="7535" y="14707"/>
                </a:cubicBezTo>
                <a:cubicBezTo>
                  <a:pt x="7457" y="15029"/>
                  <a:pt x="7449" y="15361"/>
                  <a:pt x="7510" y="15699"/>
                </a:cubicBezTo>
                <a:cubicBezTo>
                  <a:pt x="7574" y="16036"/>
                  <a:pt x="7719" y="16341"/>
                  <a:pt x="7946" y="16611"/>
                </a:cubicBezTo>
                <a:cubicBezTo>
                  <a:pt x="7750" y="16993"/>
                  <a:pt x="7660" y="17348"/>
                  <a:pt x="7677" y="17674"/>
                </a:cubicBezTo>
                <a:cubicBezTo>
                  <a:pt x="7692" y="17994"/>
                  <a:pt x="7772" y="18308"/>
                  <a:pt x="7917" y="18607"/>
                </a:cubicBezTo>
                <a:cubicBezTo>
                  <a:pt x="8059" y="18909"/>
                  <a:pt x="8255" y="19194"/>
                  <a:pt x="8497" y="19470"/>
                </a:cubicBezTo>
                <a:cubicBezTo>
                  <a:pt x="8737" y="19746"/>
                  <a:pt x="8996" y="20022"/>
                  <a:pt x="9271" y="20292"/>
                </a:cubicBezTo>
                <a:cubicBezTo>
                  <a:pt x="9114" y="20697"/>
                  <a:pt x="8842" y="21002"/>
                  <a:pt x="8455" y="21213"/>
                </a:cubicBezTo>
                <a:cubicBezTo>
                  <a:pt x="8069" y="21424"/>
                  <a:pt x="7655" y="21542"/>
                  <a:pt x="7212" y="21571"/>
                </a:cubicBezTo>
                <a:cubicBezTo>
                  <a:pt x="6771" y="21600"/>
                  <a:pt x="6340" y="21551"/>
                  <a:pt x="5917" y="21424"/>
                </a:cubicBezTo>
                <a:cubicBezTo>
                  <a:pt x="5496" y="21295"/>
                  <a:pt x="5163" y="21093"/>
                  <a:pt x="4923" y="20811"/>
                </a:cubicBezTo>
                <a:cubicBezTo>
                  <a:pt x="4781" y="20242"/>
                  <a:pt x="4624" y="19658"/>
                  <a:pt x="4453" y="19056"/>
                </a:cubicBezTo>
                <a:cubicBezTo>
                  <a:pt x="4281" y="18454"/>
                  <a:pt x="4139" y="17844"/>
                  <a:pt x="4032" y="17225"/>
                </a:cubicBezTo>
                <a:cubicBezTo>
                  <a:pt x="3921" y="16600"/>
                  <a:pt x="3868" y="15954"/>
                  <a:pt x="3868" y="15282"/>
                </a:cubicBezTo>
                <a:cubicBezTo>
                  <a:pt x="3868" y="14616"/>
                  <a:pt x="3961" y="13906"/>
                  <a:pt x="4149" y="13154"/>
                </a:cubicBezTo>
                <a:lnTo>
                  <a:pt x="1804" y="13154"/>
                </a:lnTo>
                <a:cubicBezTo>
                  <a:pt x="1312" y="13154"/>
                  <a:pt x="888" y="12946"/>
                  <a:pt x="533" y="12523"/>
                </a:cubicBezTo>
                <a:cubicBezTo>
                  <a:pt x="176" y="12101"/>
                  <a:pt x="0" y="11593"/>
                  <a:pt x="0" y="10991"/>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1" y="4821"/>
                  <a:pt x="12537" y="4399"/>
                  <a:pt x="13512" y="3873"/>
                </a:cubicBezTo>
                <a:cubicBezTo>
                  <a:pt x="14489" y="3342"/>
                  <a:pt x="15409" y="2744"/>
                  <a:pt x="16273" y="2071"/>
                </a:cubicBezTo>
                <a:cubicBezTo>
                  <a:pt x="17135" y="1405"/>
                  <a:pt x="17865" y="713"/>
                  <a:pt x="18460" y="0"/>
                </a:cubicBezTo>
                <a:cubicBezTo>
                  <a:pt x="18952" y="0"/>
                  <a:pt x="19375" y="214"/>
                  <a:pt x="19730" y="633"/>
                </a:cubicBezTo>
                <a:cubicBezTo>
                  <a:pt x="20088" y="1056"/>
                  <a:pt x="20264" y="1567"/>
                  <a:pt x="20264" y="2165"/>
                </a:cubicBezTo>
                <a:lnTo>
                  <a:pt x="20264" y="7334"/>
                </a:lnTo>
                <a:cubicBezTo>
                  <a:pt x="20648" y="7445"/>
                  <a:pt x="20964" y="7692"/>
                  <a:pt x="21219" y="8070"/>
                </a:cubicBezTo>
                <a:cubicBezTo>
                  <a:pt x="21473" y="8454"/>
                  <a:pt x="21600" y="8895"/>
                  <a:pt x="21600" y="9391"/>
                </a:cubicBezTo>
                <a:moveTo>
                  <a:pt x="18460" y="2855"/>
                </a:moveTo>
                <a:cubicBezTo>
                  <a:pt x="17865" y="3407"/>
                  <a:pt x="17216" y="3941"/>
                  <a:pt x="16513" y="4451"/>
                </a:cubicBezTo>
                <a:cubicBezTo>
                  <a:pt x="15811" y="4962"/>
                  <a:pt x="15066" y="5423"/>
                  <a:pt x="14281" y="5834"/>
                </a:cubicBezTo>
                <a:cubicBezTo>
                  <a:pt x="13495" y="6245"/>
                  <a:pt x="12694" y="6609"/>
                  <a:pt x="11879" y="6923"/>
                </a:cubicBezTo>
                <a:cubicBezTo>
                  <a:pt x="11061" y="7237"/>
                  <a:pt x="10255" y="7462"/>
                  <a:pt x="9457" y="7603"/>
                </a:cubicBezTo>
                <a:lnTo>
                  <a:pt x="9457" y="11173"/>
                </a:lnTo>
                <a:cubicBezTo>
                  <a:pt x="10255" y="11326"/>
                  <a:pt x="11061" y="11555"/>
                  <a:pt x="11879" y="11863"/>
                </a:cubicBezTo>
                <a:cubicBezTo>
                  <a:pt x="12694" y="12171"/>
                  <a:pt x="13495" y="12538"/>
                  <a:pt x="14281" y="12957"/>
                </a:cubicBezTo>
                <a:cubicBezTo>
                  <a:pt x="15066" y="13380"/>
                  <a:pt x="15813" y="13844"/>
                  <a:pt x="16525" y="14348"/>
                </a:cubicBezTo>
                <a:cubicBezTo>
                  <a:pt x="17235" y="14856"/>
                  <a:pt x="17882" y="15381"/>
                  <a:pt x="18460" y="15921"/>
                </a:cubicBezTo>
                <a:lnTo>
                  <a:pt x="18460" y="2855"/>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0" name="Shape 7270"/>
          <p:cNvSpPr/>
          <p:nvPr/>
        </p:nvSpPr>
        <p:spPr>
          <a:xfrm>
            <a:off x="4837088" y="9108606"/>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88" y="2580"/>
                </a:moveTo>
                <a:cubicBezTo>
                  <a:pt x="20420" y="2580"/>
                  <a:pt x="20794" y="2735"/>
                  <a:pt x="21117" y="3052"/>
                </a:cubicBezTo>
                <a:cubicBezTo>
                  <a:pt x="21439" y="3372"/>
                  <a:pt x="21600" y="3743"/>
                  <a:pt x="21600" y="4175"/>
                </a:cubicBezTo>
                <a:lnTo>
                  <a:pt x="21600" y="19988"/>
                </a:lnTo>
                <a:cubicBezTo>
                  <a:pt x="21600" y="20420"/>
                  <a:pt x="21439" y="20797"/>
                  <a:pt x="21117" y="21117"/>
                </a:cubicBezTo>
                <a:cubicBezTo>
                  <a:pt x="20794" y="21439"/>
                  <a:pt x="20420" y="21600"/>
                  <a:pt x="19988" y="21600"/>
                </a:cubicBezTo>
                <a:lnTo>
                  <a:pt x="1612" y="21600"/>
                </a:lnTo>
                <a:cubicBezTo>
                  <a:pt x="1180" y="21600"/>
                  <a:pt x="806" y="21439"/>
                  <a:pt x="483" y="21117"/>
                </a:cubicBezTo>
                <a:cubicBezTo>
                  <a:pt x="161" y="20797"/>
                  <a:pt x="0" y="20420"/>
                  <a:pt x="0" y="19988"/>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7" y="0"/>
                  <a:pt x="11679" y="74"/>
                  <a:pt x="12021" y="213"/>
                </a:cubicBezTo>
                <a:cubicBezTo>
                  <a:pt x="12361" y="360"/>
                  <a:pt x="12637" y="541"/>
                  <a:pt x="12853" y="766"/>
                </a:cubicBezTo>
                <a:cubicBezTo>
                  <a:pt x="13069" y="990"/>
                  <a:pt x="13228" y="1255"/>
                  <a:pt x="13323" y="1546"/>
                </a:cubicBezTo>
                <a:cubicBezTo>
                  <a:pt x="13418" y="1840"/>
                  <a:pt x="13470" y="2125"/>
                  <a:pt x="13470" y="2401"/>
                </a:cubicBezTo>
                <a:lnTo>
                  <a:pt x="13470" y="2580"/>
                </a:lnTo>
                <a:lnTo>
                  <a:pt x="14143" y="2580"/>
                </a:lnTo>
                <a:lnTo>
                  <a:pt x="14143" y="2401"/>
                </a:lnTo>
                <a:cubicBezTo>
                  <a:pt x="14143" y="2116"/>
                  <a:pt x="14192" y="1828"/>
                  <a:pt x="14287" y="1540"/>
                </a:cubicBezTo>
                <a:cubicBezTo>
                  <a:pt x="14385" y="1249"/>
                  <a:pt x="14535" y="990"/>
                  <a:pt x="14742" y="765"/>
                </a:cubicBezTo>
                <a:cubicBezTo>
                  <a:pt x="14949" y="541"/>
                  <a:pt x="15220" y="359"/>
                  <a:pt x="15557" y="213"/>
                </a:cubicBezTo>
                <a:cubicBezTo>
                  <a:pt x="15891" y="74"/>
                  <a:pt x="16306" y="0"/>
                  <a:pt x="16804" y="0"/>
                </a:cubicBezTo>
                <a:cubicBezTo>
                  <a:pt x="17290" y="0"/>
                  <a:pt x="17705" y="74"/>
                  <a:pt x="18045" y="213"/>
                </a:cubicBezTo>
                <a:cubicBezTo>
                  <a:pt x="18384" y="359"/>
                  <a:pt x="18658" y="541"/>
                  <a:pt x="18865" y="765"/>
                </a:cubicBezTo>
                <a:cubicBezTo>
                  <a:pt x="19070" y="990"/>
                  <a:pt x="19219" y="1255"/>
                  <a:pt x="19312" y="1546"/>
                </a:cubicBezTo>
                <a:cubicBezTo>
                  <a:pt x="19404" y="1839"/>
                  <a:pt x="19450" y="2125"/>
                  <a:pt x="19450" y="2401"/>
                </a:cubicBezTo>
                <a:lnTo>
                  <a:pt x="19450" y="2580"/>
                </a:lnTo>
                <a:lnTo>
                  <a:pt x="19988" y="2580"/>
                </a:lnTo>
                <a:close/>
                <a:moveTo>
                  <a:pt x="6066" y="7968"/>
                </a:moveTo>
                <a:lnTo>
                  <a:pt x="2179" y="7968"/>
                </a:lnTo>
                <a:lnTo>
                  <a:pt x="2179" y="11444"/>
                </a:lnTo>
                <a:lnTo>
                  <a:pt x="6066" y="11444"/>
                </a:lnTo>
                <a:lnTo>
                  <a:pt x="6066" y="7968"/>
                </a:lnTo>
                <a:close/>
                <a:moveTo>
                  <a:pt x="6066" y="11977"/>
                </a:moveTo>
                <a:lnTo>
                  <a:pt x="2179" y="11977"/>
                </a:lnTo>
                <a:lnTo>
                  <a:pt x="2179" y="15453"/>
                </a:lnTo>
                <a:lnTo>
                  <a:pt x="6066" y="15453"/>
                </a:lnTo>
                <a:lnTo>
                  <a:pt x="6066" y="11977"/>
                </a:lnTo>
                <a:close/>
                <a:moveTo>
                  <a:pt x="6066" y="15977"/>
                </a:moveTo>
                <a:lnTo>
                  <a:pt x="2179" y="15977"/>
                </a:lnTo>
                <a:lnTo>
                  <a:pt x="2179" y="19423"/>
                </a:lnTo>
                <a:lnTo>
                  <a:pt x="6066" y="19423"/>
                </a:lnTo>
                <a:lnTo>
                  <a:pt x="6066" y="15977"/>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4"/>
                </a:lnTo>
                <a:lnTo>
                  <a:pt x="10535" y="11444"/>
                </a:lnTo>
                <a:lnTo>
                  <a:pt x="10535" y="7968"/>
                </a:lnTo>
                <a:close/>
                <a:moveTo>
                  <a:pt x="10535" y="11977"/>
                </a:moveTo>
                <a:lnTo>
                  <a:pt x="6607" y="11977"/>
                </a:lnTo>
                <a:lnTo>
                  <a:pt x="6607" y="15453"/>
                </a:lnTo>
                <a:lnTo>
                  <a:pt x="10535" y="15453"/>
                </a:lnTo>
                <a:lnTo>
                  <a:pt x="10535" y="11977"/>
                </a:lnTo>
                <a:close/>
                <a:moveTo>
                  <a:pt x="10535" y="15977"/>
                </a:moveTo>
                <a:lnTo>
                  <a:pt x="6607" y="15977"/>
                </a:lnTo>
                <a:lnTo>
                  <a:pt x="6607" y="19423"/>
                </a:lnTo>
                <a:lnTo>
                  <a:pt x="10535" y="19423"/>
                </a:lnTo>
                <a:lnTo>
                  <a:pt x="10535" y="15977"/>
                </a:lnTo>
                <a:close/>
                <a:moveTo>
                  <a:pt x="9774" y="5543"/>
                </a:moveTo>
                <a:cubicBezTo>
                  <a:pt x="9774" y="5825"/>
                  <a:pt x="9849" y="6027"/>
                  <a:pt x="9996" y="6145"/>
                </a:cubicBezTo>
                <a:cubicBezTo>
                  <a:pt x="10143" y="6269"/>
                  <a:pt x="10405" y="6323"/>
                  <a:pt x="10782" y="6323"/>
                </a:cubicBezTo>
                <a:cubicBezTo>
                  <a:pt x="11160" y="6323"/>
                  <a:pt x="11428" y="6263"/>
                  <a:pt x="11589" y="6139"/>
                </a:cubicBezTo>
                <a:cubicBezTo>
                  <a:pt x="11751" y="6015"/>
                  <a:pt x="11831" y="5819"/>
                  <a:pt x="11831" y="5543"/>
                </a:cubicBezTo>
                <a:lnTo>
                  <a:pt x="11831" y="2398"/>
                </a:lnTo>
                <a:cubicBezTo>
                  <a:pt x="11831" y="2128"/>
                  <a:pt x="11751" y="1932"/>
                  <a:pt x="11589" y="1802"/>
                </a:cubicBezTo>
                <a:cubicBezTo>
                  <a:pt x="11428" y="1673"/>
                  <a:pt x="11160" y="1612"/>
                  <a:pt x="10782" y="1612"/>
                </a:cubicBezTo>
                <a:cubicBezTo>
                  <a:pt x="10405" y="1612"/>
                  <a:pt x="10143" y="1679"/>
                  <a:pt x="9996" y="1814"/>
                </a:cubicBezTo>
                <a:cubicBezTo>
                  <a:pt x="9849" y="1944"/>
                  <a:pt x="9774" y="2139"/>
                  <a:pt x="9774" y="2398"/>
                </a:cubicBezTo>
                <a:lnTo>
                  <a:pt x="9774" y="5543"/>
                </a:lnTo>
                <a:close/>
                <a:moveTo>
                  <a:pt x="14987" y="7968"/>
                </a:moveTo>
                <a:lnTo>
                  <a:pt x="11074" y="7968"/>
                </a:lnTo>
                <a:lnTo>
                  <a:pt x="11074" y="11444"/>
                </a:lnTo>
                <a:lnTo>
                  <a:pt x="14987" y="11444"/>
                </a:lnTo>
                <a:lnTo>
                  <a:pt x="14987" y="7968"/>
                </a:lnTo>
                <a:close/>
                <a:moveTo>
                  <a:pt x="14987" y="11977"/>
                </a:moveTo>
                <a:lnTo>
                  <a:pt x="11074" y="11977"/>
                </a:lnTo>
                <a:lnTo>
                  <a:pt x="11074" y="15453"/>
                </a:lnTo>
                <a:lnTo>
                  <a:pt x="14987" y="15453"/>
                </a:lnTo>
                <a:lnTo>
                  <a:pt x="14987" y="11977"/>
                </a:lnTo>
                <a:close/>
                <a:moveTo>
                  <a:pt x="14987" y="15977"/>
                </a:moveTo>
                <a:lnTo>
                  <a:pt x="11074" y="15977"/>
                </a:lnTo>
                <a:lnTo>
                  <a:pt x="11074" y="19423"/>
                </a:lnTo>
                <a:lnTo>
                  <a:pt x="14987" y="19423"/>
                </a:lnTo>
                <a:lnTo>
                  <a:pt x="14987" y="15977"/>
                </a:lnTo>
                <a:close/>
                <a:moveTo>
                  <a:pt x="19424" y="7968"/>
                </a:moveTo>
                <a:lnTo>
                  <a:pt x="15522" y="7968"/>
                </a:lnTo>
                <a:lnTo>
                  <a:pt x="15522" y="11444"/>
                </a:lnTo>
                <a:lnTo>
                  <a:pt x="19424" y="11444"/>
                </a:lnTo>
                <a:lnTo>
                  <a:pt x="19424" y="7968"/>
                </a:lnTo>
                <a:close/>
                <a:moveTo>
                  <a:pt x="19424" y="11977"/>
                </a:moveTo>
                <a:lnTo>
                  <a:pt x="15522" y="11977"/>
                </a:lnTo>
                <a:lnTo>
                  <a:pt x="15522" y="15453"/>
                </a:lnTo>
                <a:lnTo>
                  <a:pt x="19424" y="15453"/>
                </a:lnTo>
                <a:lnTo>
                  <a:pt x="19424" y="11977"/>
                </a:lnTo>
                <a:close/>
                <a:moveTo>
                  <a:pt x="19424" y="15977"/>
                </a:moveTo>
                <a:lnTo>
                  <a:pt x="15522" y="15977"/>
                </a:lnTo>
                <a:lnTo>
                  <a:pt x="15522" y="19423"/>
                </a:lnTo>
                <a:lnTo>
                  <a:pt x="19424" y="19423"/>
                </a:lnTo>
                <a:lnTo>
                  <a:pt x="19424" y="15977"/>
                </a:lnTo>
                <a:close/>
                <a:moveTo>
                  <a:pt x="15759" y="5543"/>
                </a:moveTo>
                <a:cubicBezTo>
                  <a:pt x="15759" y="6067"/>
                  <a:pt x="16107" y="6323"/>
                  <a:pt x="16807" y="6323"/>
                </a:cubicBezTo>
                <a:cubicBezTo>
                  <a:pt x="17503" y="6323"/>
                  <a:pt x="17849" y="6067"/>
                  <a:pt x="17840" y="5543"/>
                </a:cubicBezTo>
                <a:lnTo>
                  <a:pt x="17840" y="2398"/>
                </a:lnTo>
                <a:cubicBezTo>
                  <a:pt x="17840" y="1877"/>
                  <a:pt x="17495" y="1612"/>
                  <a:pt x="16807" y="1612"/>
                </a:cubicBezTo>
                <a:cubicBezTo>
                  <a:pt x="16107" y="1612"/>
                  <a:pt x="15759" y="1877"/>
                  <a:pt x="15759" y="2398"/>
                </a:cubicBezTo>
                <a:lnTo>
                  <a:pt x="15759" y="554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1" name="Shape 7271"/>
          <p:cNvSpPr/>
          <p:nvPr/>
        </p:nvSpPr>
        <p:spPr>
          <a:xfrm>
            <a:off x="6068597" y="5090369"/>
            <a:ext cx="468768"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5" y="0"/>
                  <a:pt x="13706" y="282"/>
                  <a:pt x="15015" y="844"/>
                </a:cubicBezTo>
                <a:cubicBezTo>
                  <a:pt x="16323" y="1408"/>
                  <a:pt x="17467" y="2176"/>
                  <a:pt x="18450" y="3156"/>
                </a:cubicBezTo>
                <a:cubicBezTo>
                  <a:pt x="19433" y="4133"/>
                  <a:pt x="20205" y="5280"/>
                  <a:pt x="20761" y="6590"/>
                </a:cubicBezTo>
                <a:cubicBezTo>
                  <a:pt x="21321" y="7900"/>
                  <a:pt x="21600" y="9303"/>
                  <a:pt x="21600" y="10800"/>
                </a:cubicBezTo>
                <a:cubicBezTo>
                  <a:pt x="21600" y="12297"/>
                  <a:pt x="21321" y="13697"/>
                  <a:pt x="20761" y="15010"/>
                </a:cubicBezTo>
                <a:cubicBezTo>
                  <a:pt x="20205" y="16321"/>
                  <a:pt x="19433" y="17464"/>
                  <a:pt x="18450" y="18444"/>
                </a:cubicBezTo>
                <a:cubicBezTo>
                  <a:pt x="17467" y="19424"/>
                  <a:pt x="16323" y="20192"/>
                  <a:pt x="15015" y="20756"/>
                </a:cubicBezTo>
                <a:cubicBezTo>
                  <a:pt x="13706" y="21321"/>
                  <a:pt x="12305" y="21600"/>
                  <a:pt x="10808" y="21600"/>
                </a:cubicBezTo>
                <a:cubicBezTo>
                  <a:pt x="9309" y="21600"/>
                  <a:pt x="7905" y="21321"/>
                  <a:pt x="6594" y="20756"/>
                </a:cubicBezTo>
                <a:cubicBezTo>
                  <a:pt x="5280" y="20192"/>
                  <a:pt x="4136" y="19424"/>
                  <a:pt x="3158" y="18444"/>
                </a:cubicBezTo>
                <a:cubicBezTo>
                  <a:pt x="2181" y="17464"/>
                  <a:pt x="1409" y="16321"/>
                  <a:pt x="844" y="15010"/>
                </a:cubicBezTo>
                <a:cubicBezTo>
                  <a:pt x="282" y="13697"/>
                  <a:pt x="0" y="12297"/>
                  <a:pt x="0" y="10801"/>
                </a:cubicBezTo>
                <a:cubicBezTo>
                  <a:pt x="0" y="9303"/>
                  <a:pt x="282" y="7900"/>
                  <a:pt x="844" y="6590"/>
                </a:cubicBezTo>
                <a:cubicBezTo>
                  <a:pt x="1409" y="5280"/>
                  <a:pt x="2181" y="4133"/>
                  <a:pt x="3158" y="3156"/>
                </a:cubicBezTo>
                <a:cubicBezTo>
                  <a:pt x="4136" y="2176"/>
                  <a:pt x="5280" y="1408"/>
                  <a:pt x="6594" y="844"/>
                </a:cubicBezTo>
                <a:cubicBezTo>
                  <a:pt x="7905" y="282"/>
                  <a:pt x="9309" y="0"/>
                  <a:pt x="10808" y="0"/>
                </a:cubicBezTo>
                <a:moveTo>
                  <a:pt x="12525" y="3961"/>
                </a:moveTo>
                <a:cubicBezTo>
                  <a:pt x="12525" y="3871"/>
                  <a:pt x="12489" y="3772"/>
                  <a:pt x="12418" y="3664"/>
                </a:cubicBezTo>
                <a:cubicBezTo>
                  <a:pt x="12345" y="3594"/>
                  <a:pt x="12240" y="3554"/>
                  <a:pt x="12104" y="3543"/>
                </a:cubicBezTo>
                <a:lnTo>
                  <a:pt x="9496" y="3543"/>
                </a:lnTo>
                <a:cubicBezTo>
                  <a:pt x="9368" y="3543"/>
                  <a:pt x="9270" y="3583"/>
                  <a:pt x="9196" y="3664"/>
                </a:cubicBezTo>
                <a:cubicBezTo>
                  <a:pt x="9125" y="3775"/>
                  <a:pt x="9089" y="3873"/>
                  <a:pt x="9089" y="3961"/>
                </a:cubicBezTo>
                <a:lnTo>
                  <a:pt x="9278" y="13949"/>
                </a:lnTo>
                <a:cubicBezTo>
                  <a:pt x="9315" y="14211"/>
                  <a:pt x="9453" y="14341"/>
                  <a:pt x="9696" y="14341"/>
                </a:cubicBezTo>
                <a:lnTo>
                  <a:pt x="11890" y="14341"/>
                </a:lnTo>
                <a:cubicBezTo>
                  <a:pt x="11997" y="14341"/>
                  <a:pt x="12093" y="14305"/>
                  <a:pt x="12172" y="14234"/>
                </a:cubicBezTo>
                <a:cubicBezTo>
                  <a:pt x="12254" y="14163"/>
                  <a:pt x="12297" y="14067"/>
                  <a:pt x="12297" y="13949"/>
                </a:cubicBezTo>
                <a:lnTo>
                  <a:pt x="12525" y="3961"/>
                </a:lnTo>
                <a:close/>
                <a:moveTo>
                  <a:pt x="12443" y="15640"/>
                </a:moveTo>
                <a:cubicBezTo>
                  <a:pt x="12443" y="15533"/>
                  <a:pt x="12401" y="15437"/>
                  <a:pt x="12316" y="15355"/>
                </a:cubicBezTo>
                <a:cubicBezTo>
                  <a:pt x="12229" y="15276"/>
                  <a:pt x="12133" y="15233"/>
                  <a:pt x="12025" y="15233"/>
                </a:cubicBezTo>
                <a:lnTo>
                  <a:pt x="9589" y="15233"/>
                </a:lnTo>
                <a:cubicBezTo>
                  <a:pt x="9481" y="15233"/>
                  <a:pt x="9388" y="15276"/>
                  <a:pt x="9312" y="15355"/>
                </a:cubicBezTo>
                <a:cubicBezTo>
                  <a:pt x="9236" y="15437"/>
                  <a:pt x="9196" y="15533"/>
                  <a:pt x="9196" y="15640"/>
                </a:cubicBezTo>
                <a:lnTo>
                  <a:pt x="9196" y="17992"/>
                </a:lnTo>
                <a:cubicBezTo>
                  <a:pt x="9196" y="18099"/>
                  <a:pt x="9233" y="18195"/>
                  <a:pt x="9306" y="18283"/>
                </a:cubicBezTo>
                <a:cubicBezTo>
                  <a:pt x="9377" y="18368"/>
                  <a:pt x="9473" y="18410"/>
                  <a:pt x="9589" y="18410"/>
                </a:cubicBezTo>
                <a:lnTo>
                  <a:pt x="12025" y="18410"/>
                </a:lnTo>
                <a:cubicBezTo>
                  <a:pt x="12133" y="18410"/>
                  <a:pt x="12229" y="18370"/>
                  <a:pt x="12316" y="18289"/>
                </a:cubicBezTo>
                <a:cubicBezTo>
                  <a:pt x="12401" y="18207"/>
                  <a:pt x="12443" y="18108"/>
                  <a:pt x="12443" y="17992"/>
                </a:cubicBezTo>
                <a:lnTo>
                  <a:pt x="12443" y="1564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2" name="Shape 7272"/>
          <p:cNvSpPr/>
          <p:nvPr/>
        </p:nvSpPr>
        <p:spPr>
          <a:xfrm>
            <a:off x="7228099" y="5090369"/>
            <a:ext cx="567209"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48" y="12501"/>
                </a:moveTo>
                <a:cubicBezTo>
                  <a:pt x="17869" y="12792"/>
                  <a:pt x="18219" y="13021"/>
                  <a:pt x="18601" y="13191"/>
                </a:cubicBezTo>
                <a:cubicBezTo>
                  <a:pt x="18986" y="13359"/>
                  <a:pt x="19387" y="13456"/>
                  <a:pt x="19811" y="13470"/>
                </a:cubicBezTo>
                <a:lnTo>
                  <a:pt x="19811" y="17283"/>
                </a:lnTo>
                <a:cubicBezTo>
                  <a:pt x="19811" y="17870"/>
                  <a:pt x="19713" y="18428"/>
                  <a:pt x="19517" y="18951"/>
                </a:cubicBezTo>
                <a:cubicBezTo>
                  <a:pt x="19321" y="19468"/>
                  <a:pt x="19059" y="19926"/>
                  <a:pt x="18731" y="20320"/>
                </a:cubicBezTo>
                <a:cubicBezTo>
                  <a:pt x="18403" y="20713"/>
                  <a:pt x="18023" y="21025"/>
                  <a:pt x="17595" y="21257"/>
                </a:cubicBezTo>
                <a:cubicBezTo>
                  <a:pt x="17164" y="21486"/>
                  <a:pt x="16699" y="21600"/>
                  <a:pt x="16199" y="21600"/>
                </a:cubicBezTo>
                <a:lnTo>
                  <a:pt x="3596" y="21600"/>
                </a:lnTo>
                <a:cubicBezTo>
                  <a:pt x="3107" y="21600"/>
                  <a:pt x="2639" y="21486"/>
                  <a:pt x="2198" y="21257"/>
                </a:cubicBezTo>
                <a:cubicBezTo>
                  <a:pt x="1757" y="21025"/>
                  <a:pt x="1376" y="20711"/>
                  <a:pt x="1055" y="20320"/>
                </a:cubicBezTo>
                <a:cubicBezTo>
                  <a:pt x="734" y="19926"/>
                  <a:pt x="479" y="19468"/>
                  <a:pt x="286" y="18951"/>
                </a:cubicBezTo>
                <a:cubicBezTo>
                  <a:pt x="95" y="18428"/>
                  <a:pt x="0" y="17870"/>
                  <a:pt x="0" y="17283"/>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3"/>
                </a:lnTo>
                <a:cubicBezTo>
                  <a:pt x="2262" y="17723"/>
                  <a:pt x="2392" y="18102"/>
                  <a:pt x="2654" y="18414"/>
                </a:cubicBezTo>
                <a:cubicBezTo>
                  <a:pt x="2916" y="18728"/>
                  <a:pt x="3231" y="18887"/>
                  <a:pt x="3596" y="18887"/>
                </a:cubicBezTo>
                <a:lnTo>
                  <a:pt x="16199" y="18887"/>
                </a:lnTo>
                <a:cubicBezTo>
                  <a:pt x="16567" y="18887"/>
                  <a:pt x="16882" y="18728"/>
                  <a:pt x="17149" y="18414"/>
                </a:cubicBezTo>
                <a:cubicBezTo>
                  <a:pt x="17414" y="18102"/>
                  <a:pt x="17548" y="17723"/>
                  <a:pt x="17548" y="17283"/>
                </a:cubicBezTo>
                <a:lnTo>
                  <a:pt x="17548" y="12501"/>
                </a:lnTo>
                <a:close/>
                <a:moveTo>
                  <a:pt x="21600" y="2011"/>
                </a:moveTo>
                <a:lnTo>
                  <a:pt x="21600" y="8902"/>
                </a:lnTo>
                <a:cubicBezTo>
                  <a:pt x="21600" y="9137"/>
                  <a:pt x="21532" y="9331"/>
                  <a:pt x="21395" y="9492"/>
                </a:cubicBezTo>
                <a:cubicBezTo>
                  <a:pt x="21258" y="9651"/>
                  <a:pt x="21103" y="9722"/>
                  <a:pt x="20932" y="9701"/>
                </a:cubicBezTo>
                <a:lnTo>
                  <a:pt x="19923" y="9701"/>
                </a:lnTo>
                <a:cubicBezTo>
                  <a:pt x="19727" y="9701"/>
                  <a:pt x="19566" y="9625"/>
                  <a:pt x="19439" y="9472"/>
                </a:cubicBezTo>
                <a:cubicBezTo>
                  <a:pt x="19309" y="9316"/>
                  <a:pt x="19245" y="9125"/>
                  <a:pt x="19245" y="8902"/>
                </a:cubicBezTo>
                <a:lnTo>
                  <a:pt x="19245" y="5134"/>
                </a:lnTo>
                <a:lnTo>
                  <a:pt x="10195" y="15961"/>
                </a:lnTo>
                <a:cubicBezTo>
                  <a:pt x="10070" y="16111"/>
                  <a:pt x="9911" y="16184"/>
                  <a:pt x="9720" y="16184"/>
                </a:cubicBezTo>
                <a:cubicBezTo>
                  <a:pt x="9529" y="16184"/>
                  <a:pt x="9365" y="16114"/>
                  <a:pt x="9233" y="15961"/>
                </a:cubicBezTo>
                <a:lnTo>
                  <a:pt x="8307" y="14836"/>
                </a:lnTo>
                <a:cubicBezTo>
                  <a:pt x="8182" y="14683"/>
                  <a:pt x="8118" y="14493"/>
                  <a:pt x="8114" y="14260"/>
                </a:cubicBezTo>
                <a:cubicBezTo>
                  <a:pt x="8111" y="14026"/>
                  <a:pt x="8175" y="13832"/>
                  <a:pt x="8307" y="13685"/>
                </a:cubicBezTo>
                <a:lnTo>
                  <a:pt x="17333" y="2825"/>
                </a:lnTo>
                <a:lnTo>
                  <a:pt x="14182" y="2825"/>
                </a:lnTo>
                <a:cubicBezTo>
                  <a:pt x="13986" y="2825"/>
                  <a:pt x="13824" y="2749"/>
                  <a:pt x="13699" y="2593"/>
                </a:cubicBezTo>
                <a:cubicBezTo>
                  <a:pt x="13575" y="2440"/>
                  <a:pt x="13513" y="2246"/>
                  <a:pt x="13513" y="2011"/>
                </a:cubicBezTo>
                <a:lnTo>
                  <a:pt x="13513" y="801"/>
                </a:lnTo>
                <a:cubicBezTo>
                  <a:pt x="13496" y="587"/>
                  <a:pt x="13557" y="399"/>
                  <a:pt x="13695" y="237"/>
                </a:cubicBezTo>
                <a:cubicBezTo>
                  <a:pt x="13832" y="82"/>
                  <a:pt x="13993" y="0"/>
                  <a:pt x="14182" y="0"/>
                </a:cubicBezTo>
                <a:lnTo>
                  <a:pt x="20932" y="0"/>
                </a:lnTo>
                <a:cubicBezTo>
                  <a:pt x="21111" y="0"/>
                  <a:pt x="21268" y="82"/>
                  <a:pt x="21400" y="246"/>
                </a:cubicBezTo>
                <a:cubicBezTo>
                  <a:pt x="21534" y="411"/>
                  <a:pt x="21600" y="599"/>
                  <a:pt x="21600" y="801"/>
                </a:cubicBezTo>
                <a:lnTo>
                  <a:pt x="21600" y="2011"/>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3" name="Shape 7273"/>
          <p:cNvSpPr/>
          <p:nvPr/>
        </p:nvSpPr>
        <p:spPr>
          <a:xfrm>
            <a:off x="8476119" y="5090364"/>
            <a:ext cx="564942" cy="500833"/>
          </a:xfrm>
          <a:custGeom>
            <a:avLst/>
            <a:gdLst/>
            <a:ahLst/>
            <a:cxnLst>
              <a:cxn ang="0">
                <a:pos x="wd2" y="hd2"/>
              </a:cxn>
              <a:cxn ang="5400000">
                <a:pos x="wd2" y="hd2"/>
              </a:cxn>
              <a:cxn ang="10800000">
                <a:pos x="wd2" y="hd2"/>
              </a:cxn>
              <a:cxn ang="16200000">
                <a:pos x="wd2" y="hd2"/>
              </a:cxn>
            </a:cxnLst>
            <a:rect l="0" t="0" r="r" b="b"/>
            <a:pathLst>
              <a:path w="21597" h="21580" fill="norm" stroke="1" extrusionOk="0">
                <a:moveTo>
                  <a:pt x="7580" y="21301"/>
                </a:moveTo>
                <a:cubicBezTo>
                  <a:pt x="7531" y="21433"/>
                  <a:pt x="7446" y="21518"/>
                  <a:pt x="7321" y="21556"/>
                </a:cubicBezTo>
                <a:cubicBezTo>
                  <a:pt x="7289" y="21571"/>
                  <a:pt x="7248" y="21580"/>
                  <a:pt x="7191" y="21580"/>
                </a:cubicBezTo>
                <a:cubicBezTo>
                  <a:pt x="7145" y="21580"/>
                  <a:pt x="7074" y="21565"/>
                  <a:pt x="6981" y="21527"/>
                </a:cubicBezTo>
                <a:lnTo>
                  <a:pt x="5400" y="20459"/>
                </a:lnTo>
                <a:cubicBezTo>
                  <a:pt x="5290" y="20382"/>
                  <a:pt x="5219" y="20274"/>
                  <a:pt x="5185" y="20127"/>
                </a:cubicBezTo>
                <a:cubicBezTo>
                  <a:pt x="5148" y="19983"/>
                  <a:pt x="5163" y="19846"/>
                  <a:pt x="5224" y="19713"/>
                </a:cubicBezTo>
                <a:lnTo>
                  <a:pt x="5997" y="18100"/>
                </a:lnTo>
                <a:cubicBezTo>
                  <a:pt x="4867" y="17463"/>
                  <a:pt x="3814" y="16627"/>
                  <a:pt x="2845" y="15591"/>
                </a:cubicBezTo>
                <a:cubicBezTo>
                  <a:pt x="1876" y="14558"/>
                  <a:pt x="1027" y="13344"/>
                  <a:pt x="293" y="11944"/>
                </a:cubicBezTo>
                <a:cubicBezTo>
                  <a:pt x="97" y="11601"/>
                  <a:pt x="0" y="11220"/>
                  <a:pt x="0" y="10812"/>
                </a:cubicBezTo>
                <a:cubicBezTo>
                  <a:pt x="0" y="10398"/>
                  <a:pt x="97" y="10008"/>
                  <a:pt x="293" y="9644"/>
                </a:cubicBezTo>
                <a:cubicBezTo>
                  <a:pt x="902" y="8473"/>
                  <a:pt x="1597" y="7420"/>
                  <a:pt x="2378" y="6490"/>
                </a:cubicBezTo>
                <a:cubicBezTo>
                  <a:pt x="3159" y="5557"/>
                  <a:pt x="4003" y="4771"/>
                  <a:pt x="4908" y="4128"/>
                </a:cubicBezTo>
                <a:cubicBezTo>
                  <a:pt x="5814" y="3489"/>
                  <a:pt x="6761" y="3001"/>
                  <a:pt x="7749" y="2670"/>
                </a:cubicBezTo>
                <a:cubicBezTo>
                  <a:pt x="8738" y="2338"/>
                  <a:pt x="9753" y="2171"/>
                  <a:pt x="10801" y="2171"/>
                </a:cubicBezTo>
                <a:cubicBezTo>
                  <a:pt x="11214" y="2171"/>
                  <a:pt x="11625" y="2203"/>
                  <a:pt x="12032" y="2268"/>
                </a:cubicBezTo>
                <a:cubicBezTo>
                  <a:pt x="12435" y="2335"/>
                  <a:pt x="12839" y="2415"/>
                  <a:pt x="13238" y="2506"/>
                </a:cubicBezTo>
                <a:lnTo>
                  <a:pt x="14280" y="290"/>
                </a:lnTo>
                <a:cubicBezTo>
                  <a:pt x="14342" y="158"/>
                  <a:pt x="14437" y="73"/>
                  <a:pt x="14562" y="38"/>
                </a:cubicBezTo>
                <a:cubicBezTo>
                  <a:pt x="14655" y="-20"/>
                  <a:pt x="14767" y="-12"/>
                  <a:pt x="14902" y="62"/>
                </a:cubicBezTo>
                <a:lnTo>
                  <a:pt x="16458" y="1133"/>
                </a:lnTo>
                <a:cubicBezTo>
                  <a:pt x="16568" y="1206"/>
                  <a:pt x="16644" y="1314"/>
                  <a:pt x="16688" y="1461"/>
                </a:cubicBezTo>
                <a:cubicBezTo>
                  <a:pt x="16730" y="1608"/>
                  <a:pt x="16715" y="1746"/>
                  <a:pt x="16647" y="1878"/>
                </a:cubicBezTo>
                <a:lnTo>
                  <a:pt x="7580" y="21301"/>
                </a:lnTo>
                <a:close/>
                <a:moveTo>
                  <a:pt x="7531" y="14770"/>
                </a:moveTo>
                <a:cubicBezTo>
                  <a:pt x="6861" y="14180"/>
                  <a:pt x="6323" y="13432"/>
                  <a:pt x="5916" y="12528"/>
                </a:cubicBezTo>
                <a:cubicBezTo>
                  <a:pt x="5510" y="11627"/>
                  <a:pt x="5307" y="10627"/>
                  <a:pt x="5307" y="9530"/>
                </a:cubicBezTo>
                <a:cubicBezTo>
                  <a:pt x="5307" y="8799"/>
                  <a:pt x="5405" y="8107"/>
                  <a:pt x="5606" y="7444"/>
                </a:cubicBezTo>
                <a:cubicBezTo>
                  <a:pt x="5804" y="6783"/>
                  <a:pt x="6071" y="6173"/>
                  <a:pt x="6408" y="5613"/>
                </a:cubicBezTo>
                <a:cubicBezTo>
                  <a:pt x="5493" y="6182"/>
                  <a:pt x="4644" y="6901"/>
                  <a:pt x="3861" y="7766"/>
                </a:cubicBezTo>
                <a:cubicBezTo>
                  <a:pt x="3075" y="8632"/>
                  <a:pt x="2390" y="9644"/>
                  <a:pt x="1803" y="10797"/>
                </a:cubicBezTo>
                <a:cubicBezTo>
                  <a:pt x="2444" y="12024"/>
                  <a:pt x="3193" y="13097"/>
                  <a:pt x="4047" y="14019"/>
                </a:cubicBezTo>
                <a:cubicBezTo>
                  <a:pt x="4903" y="14943"/>
                  <a:pt x="5843" y="15679"/>
                  <a:pt x="6866" y="16231"/>
                </a:cubicBezTo>
                <a:lnTo>
                  <a:pt x="7531" y="14770"/>
                </a:lnTo>
                <a:close/>
                <a:moveTo>
                  <a:pt x="7191" y="9530"/>
                </a:moveTo>
                <a:cubicBezTo>
                  <a:pt x="7191" y="9747"/>
                  <a:pt x="7257" y="9935"/>
                  <a:pt x="7385" y="10093"/>
                </a:cubicBezTo>
                <a:cubicBezTo>
                  <a:pt x="7514" y="10251"/>
                  <a:pt x="7678" y="10331"/>
                  <a:pt x="7872" y="10331"/>
                </a:cubicBezTo>
                <a:cubicBezTo>
                  <a:pt x="8067" y="10331"/>
                  <a:pt x="8226" y="10248"/>
                  <a:pt x="8351" y="10084"/>
                </a:cubicBezTo>
                <a:cubicBezTo>
                  <a:pt x="8478" y="9923"/>
                  <a:pt x="8540" y="9735"/>
                  <a:pt x="8540" y="9530"/>
                </a:cubicBezTo>
                <a:cubicBezTo>
                  <a:pt x="8540" y="8799"/>
                  <a:pt x="8750" y="8186"/>
                  <a:pt x="9166" y="7690"/>
                </a:cubicBezTo>
                <a:cubicBezTo>
                  <a:pt x="9585" y="7194"/>
                  <a:pt x="10094" y="6945"/>
                  <a:pt x="10695" y="6945"/>
                </a:cubicBezTo>
                <a:cubicBezTo>
                  <a:pt x="10891" y="6945"/>
                  <a:pt x="11053" y="6866"/>
                  <a:pt x="11182" y="6701"/>
                </a:cubicBezTo>
                <a:cubicBezTo>
                  <a:pt x="11310" y="6534"/>
                  <a:pt x="11376" y="6346"/>
                  <a:pt x="11376" y="6132"/>
                </a:cubicBezTo>
                <a:cubicBezTo>
                  <a:pt x="11376" y="5897"/>
                  <a:pt x="11310" y="5704"/>
                  <a:pt x="11182" y="5557"/>
                </a:cubicBezTo>
                <a:cubicBezTo>
                  <a:pt x="11053" y="5407"/>
                  <a:pt x="10891" y="5331"/>
                  <a:pt x="10695" y="5331"/>
                </a:cubicBezTo>
                <a:cubicBezTo>
                  <a:pt x="10218" y="5331"/>
                  <a:pt x="9763" y="5440"/>
                  <a:pt x="9330" y="5663"/>
                </a:cubicBezTo>
                <a:cubicBezTo>
                  <a:pt x="8897" y="5883"/>
                  <a:pt x="8525" y="6179"/>
                  <a:pt x="8217" y="6552"/>
                </a:cubicBezTo>
                <a:cubicBezTo>
                  <a:pt x="7908" y="6927"/>
                  <a:pt x="7661" y="7376"/>
                  <a:pt x="7475" y="7892"/>
                </a:cubicBezTo>
                <a:cubicBezTo>
                  <a:pt x="7287" y="8415"/>
                  <a:pt x="7191" y="8960"/>
                  <a:pt x="7191" y="9530"/>
                </a:cubicBezTo>
                <a:moveTo>
                  <a:pt x="21333" y="9644"/>
                </a:moveTo>
                <a:cubicBezTo>
                  <a:pt x="21511" y="10008"/>
                  <a:pt x="21600" y="10398"/>
                  <a:pt x="21597" y="10812"/>
                </a:cubicBezTo>
                <a:cubicBezTo>
                  <a:pt x="21592" y="11220"/>
                  <a:pt x="21504" y="11601"/>
                  <a:pt x="21333" y="11944"/>
                </a:cubicBezTo>
                <a:cubicBezTo>
                  <a:pt x="20082" y="14327"/>
                  <a:pt x="18550" y="16163"/>
                  <a:pt x="16735" y="17451"/>
                </a:cubicBezTo>
                <a:cubicBezTo>
                  <a:pt x="14919" y="18745"/>
                  <a:pt x="12964" y="19400"/>
                  <a:pt x="10872" y="19417"/>
                </a:cubicBezTo>
                <a:lnTo>
                  <a:pt x="11902" y="17184"/>
                </a:lnTo>
                <a:cubicBezTo>
                  <a:pt x="13534" y="16950"/>
                  <a:pt x="15024" y="16272"/>
                  <a:pt x="16378" y="15148"/>
                </a:cubicBezTo>
                <a:cubicBezTo>
                  <a:pt x="17728" y="14024"/>
                  <a:pt x="18869" y="12575"/>
                  <a:pt x="19798" y="10797"/>
                </a:cubicBezTo>
                <a:cubicBezTo>
                  <a:pt x="18947" y="9204"/>
                  <a:pt x="17919" y="7878"/>
                  <a:pt x="16715" y="6819"/>
                </a:cubicBezTo>
                <a:lnTo>
                  <a:pt x="17606" y="4897"/>
                </a:lnTo>
                <a:cubicBezTo>
                  <a:pt x="18325" y="5513"/>
                  <a:pt x="18998" y="6214"/>
                  <a:pt x="19622" y="7003"/>
                </a:cubicBezTo>
                <a:cubicBezTo>
                  <a:pt x="20246" y="7790"/>
                  <a:pt x="20816" y="8670"/>
                  <a:pt x="21333" y="9644"/>
                </a:cubicBezTo>
                <a:moveTo>
                  <a:pt x="16096" y="9530"/>
                </a:moveTo>
                <a:cubicBezTo>
                  <a:pt x="16096" y="10222"/>
                  <a:pt x="16010" y="10882"/>
                  <a:pt x="15844" y="11504"/>
                </a:cubicBezTo>
                <a:cubicBezTo>
                  <a:pt x="15675" y="12129"/>
                  <a:pt x="15440" y="12695"/>
                  <a:pt x="15134" y="13212"/>
                </a:cubicBezTo>
                <a:cubicBezTo>
                  <a:pt x="14831" y="13728"/>
                  <a:pt x="14466" y="14186"/>
                  <a:pt x="14045" y="14588"/>
                </a:cubicBezTo>
                <a:cubicBezTo>
                  <a:pt x="13625" y="14990"/>
                  <a:pt x="13162" y="15310"/>
                  <a:pt x="12663" y="15544"/>
                </a:cubicBezTo>
                <a:lnTo>
                  <a:pt x="16001" y="8377"/>
                </a:lnTo>
                <a:cubicBezTo>
                  <a:pt x="16032" y="8567"/>
                  <a:pt x="16057" y="8749"/>
                  <a:pt x="16072" y="8934"/>
                </a:cubicBezTo>
                <a:cubicBezTo>
                  <a:pt x="16089" y="9116"/>
                  <a:pt x="16096" y="9315"/>
                  <a:pt x="16096" y="953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4" name="Shape 7274"/>
          <p:cNvSpPr/>
          <p:nvPr/>
        </p:nvSpPr>
        <p:spPr>
          <a:xfrm>
            <a:off x="9669057" y="5088540"/>
            <a:ext cx="685368" cy="500804"/>
          </a:xfrm>
          <a:custGeom>
            <a:avLst/>
            <a:gdLst/>
            <a:ahLst/>
            <a:cxnLst>
              <a:cxn ang="0">
                <a:pos x="wd2" y="hd2"/>
              </a:cxn>
              <a:cxn ang="5400000">
                <a:pos x="wd2" y="hd2"/>
              </a:cxn>
              <a:cxn ang="10800000">
                <a:pos x="wd2" y="hd2"/>
              </a:cxn>
              <a:cxn ang="16200000">
                <a:pos x="wd2" y="hd2"/>
              </a:cxn>
            </a:cxnLst>
            <a:rect l="0" t="0" r="r" b="b"/>
            <a:pathLst>
              <a:path w="21598" h="21600" fill="norm" stroke="1"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1"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1"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1"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5" name="Shape 7275"/>
          <p:cNvSpPr/>
          <p:nvPr/>
        </p:nvSpPr>
        <p:spPr>
          <a:xfrm>
            <a:off x="10946063" y="5088540"/>
            <a:ext cx="656062" cy="5008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9" y="0"/>
                </a:moveTo>
                <a:cubicBezTo>
                  <a:pt x="20812" y="10"/>
                  <a:pt x="20922" y="52"/>
                  <a:pt x="21050" y="116"/>
                </a:cubicBezTo>
                <a:cubicBezTo>
                  <a:pt x="21417" y="342"/>
                  <a:pt x="21600" y="730"/>
                  <a:pt x="21600" y="1281"/>
                </a:cubicBezTo>
                <a:lnTo>
                  <a:pt x="21600" y="20333"/>
                </a:lnTo>
                <a:cubicBezTo>
                  <a:pt x="21600" y="20884"/>
                  <a:pt x="21417" y="21272"/>
                  <a:pt x="21050" y="21498"/>
                </a:cubicBezTo>
                <a:cubicBezTo>
                  <a:pt x="20922" y="21565"/>
                  <a:pt x="20812" y="21600"/>
                  <a:pt x="20709" y="21600"/>
                </a:cubicBezTo>
                <a:cubicBezTo>
                  <a:pt x="20452" y="21600"/>
                  <a:pt x="20237" y="21477"/>
                  <a:pt x="20066" y="21230"/>
                </a:cubicBezTo>
                <a:lnTo>
                  <a:pt x="14403" y="13268"/>
                </a:lnTo>
                <a:lnTo>
                  <a:pt x="14403" y="17276"/>
                </a:lnTo>
                <a:cubicBezTo>
                  <a:pt x="14403" y="17802"/>
                  <a:pt x="14332" y="18306"/>
                  <a:pt x="14188" y="18776"/>
                </a:cubicBezTo>
                <a:cubicBezTo>
                  <a:pt x="14043" y="19249"/>
                  <a:pt x="13850" y="19666"/>
                  <a:pt x="13607" y="20029"/>
                </a:cubicBezTo>
                <a:cubicBezTo>
                  <a:pt x="13365" y="20386"/>
                  <a:pt x="13081" y="20672"/>
                  <a:pt x="12758" y="20880"/>
                </a:cubicBezTo>
                <a:cubicBezTo>
                  <a:pt x="12432" y="21092"/>
                  <a:pt x="12085" y="21194"/>
                  <a:pt x="11708" y="21194"/>
                </a:cubicBezTo>
                <a:lnTo>
                  <a:pt x="2705" y="21194"/>
                </a:lnTo>
                <a:cubicBezTo>
                  <a:pt x="2340" y="21194"/>
                  <a:pt x="1990" y="21092"/>
                  <a:pt x="1664" y="20880"/>
                </a:cubicBezTo>
                <a:cubicBezTo>
                  <a:pt x="1334" y="20672"/>
                  <a:pt x="1047" y="20386"/>
                  <a:pt x="802" y="20029"/>
                </a:cubicBezTo>
                <a:cubicBezTo>
                  <a:pt x="555" y="19666"/>
                  <a:pt x="359" y="19253"/>
                  <a:pt x="215" y="18787"/>
                </a:cubicBezTo>
                <a:cubicBezTo>
                  <a:pt x="71" y="18317"/>
                  <a:pt x="0" y="17816"/>
                  <a:pt x="0" y="17276"/>
                </a:cubicBezTo>
                <a:lnTo>
                  <a:pt x="0" y="4293"/>
                </a:lnTo>
                <a:cubicBezTo>
                  <a:pt x="0" y="3760"/>
                  <a:pt x="70" y="3262"/>
                  <a:pt x="215" y="2789"/>
                </a:cubicBezTo>
                <a:cubicBezTo>
                  <a:pt x="359" y="2312"/>
                  <a:pt x="555" y="1906"/>
                  <a:pt x="802" y="1560"/>
                </a:cubicBezTo>
                <a:cubicBezTo>
                  <a:pt x="1047" y="1221"/>
                  <a:pt x="1334" y="946"/>
                  <a:pt x="1664" y="734"/>
                </a:cubicBezTo>
                <a:cubicBezTo>
                  <a:pt x="1990" y="526"/>
                  <a:pt x="2340" y="420"/>
                  <a:pt x="2705" y="420"/>
                </a:cubicBezTo>
                <a:lnTo>
                  <a:pt x="11708" y="420"/>
                </a:lnTo>
                <a:cubicBezTo>
                  <a:pt x="12075" y="420"/>
                  <a:pt x="12422" y="526"/>
                  <a:pt x="12753" y="734"/>
                </a:cubicBezTo>
                <a:cubicBezTo>
                  <a:pt x="13079" y="946"/>
                  <a:pt x="13365" y="1221"/>
                  <a:pt x="13607" y="1560"/>
                </a:cubicBezTo>
                <a:cubicBezTo>
                  <a:pt x="13850" y="1906"/>
                  <a:pt x="14043" y="2312"/>
                  <a:pt x="14188" y="2789"/>
                </a:cubicBezTo>
                <a:cubicBezTo>
                  <a:pt x="14332" y="3262"/>
                  <a:pt x="14403" y="3760"/>
                  <a:pt x="14403" y="4293"/>
                </a:cubicBezTo>
                <a:lnTo>
                  <a:pt x="14403" y="8346"/>
                </a:lnTo>
                <a:lnTo>
                  <a:pt x="20066" y="388"/>
                </a:lnTo>
                <a:cubicBezTo>
                  <a:pt x="20244" y="127"/>
                  <a:pt x="20457" y="0"/>
                  <a:pt x="20709" y="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6" name="Shape 7276"/>
          <p:cNvSpPr/>
          <p:nvPr/>
        </p:nvSpPr>
        <p:spPr>
          <a:xfrm>
            <a:off x="16683654" y="5103169"/>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0"/>
                </a:moveTo>
                <a:cubicBezTo>
                  <a:pt x="20631" y="0"/>
                  <a:pt x="20944" y="161"/>
                  <a:pt x="21206" y="478"/>
                </a:cubicBezTo>
                <a:cubicBezTo>
                  <a:pt x="21468" y="798"/>
                  <a:pt x="21600" y="1177"/>
                  <a:pt x="21600" y="1618"/>
                </a:cubicBezTo>
                <a:lnTo>
                  <a:pt x="21600" y="19982"/>
                </a:lnTo>
                <a:cubicBezTo>
                  <a:pt x="21600" y="20423"/>
                  <a:pt x="21468" y="20802"/>
                  <a:pt x="21206" y="21122"/>
                </a:cubicBezTo>
                <a:cubicBezTo>
                  <a:pt x="20944" y="21439"/>
                  <a:pt x="20631" y="21600"/>
                  <a:pt x="20264" y="21600"/>
                </a:cubicBezTo>
                <a:lnTo>
                  <a:pt x="1346" y="21600"/>
                </a:lnTo>
                <a:cubicBezTo>
                  <a:pt x="981" y="21600"/>
                  <a:pt x="663" y="21439"/>
                  <a:pt x="399" y="21122"/>
                </a:cubicBezTo>
                <a:cubicBezTo>
                  <a:pt x="132" y="20802"/>
                  <a:pt x="0" y="20423"/>
                  <a:pt x="0" y="19982"/>
                </a:cubicBezTo>
                <a:lnTo>
                  <a:pt x="0" y="1618"/>
                </a:lnTo>
                <a:cubicBezTo>
                  <a:pt x="0" y="1177"/>
                  <a:pt x="132" y="798"/>
                  <a:pt x="399" y="478"/>
                </a:cubicBezTo>
                <a:cubicBezTo>
                  <a:pt x="663" y="161"/>
                  <a:pt x="981" y="0"/>
                  <a:pt x="1346" y="0"/>
                </a:cubicBezTo>
                <a:lnTo>
                  <a:pt x="20264"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4"/>
                </a:moveTo>
                <a:cubicBezTo>
                  <a:pt x="4051" y="12084"/>
                  <a:pt x="4010" y="11958"/>
                  <a:pt x="3924" y="11846"/>
                </a:cubicBezTo>
                <a:cubicBezTo>
                  <a:pt x="3838" y="11740"/>
                  <a:pt x="3728" y="11688"/>
                  <a:pt x="3593" y="11688"/>
                </a:cubicBezTo>
                <a:lnTo>
                  <a:pt x="1801" y="11688"/>
                </a:lnTo>
                <a:cubicBezTo>
                  <a:pt x="1676" y="11688"/>
                  <a:pt x="1569" y="11740"/>
                  <a:pt x="1481" y="11846"/>
                </a:cubicBezTo>
                <a:cubicBezTo>
                  <a:pt x="1390" y="11958"/>
                  <a:pt x="1344" y="12084"/>
                  <a:pt x="1344" y="12234"/>
                </a:cubicBezTo>
                <a:lnTo>
                  <a:pt x="1344" y="14402"/>
                </a:lnTo>
                <a:cubicBezTo>
                  <a:pt x="1344" y="14548"/>
                  <a:pt x="1388" y="14678"/>
                  <a:pt x="1473" y="14786"/>
                </a:cubicBezTo>
                <a:cubicBezTo>
                  <a:pt x="1559" y="14895"/>
                  <a:pt x="1669" y="14948"/>
                  <a:pt x="1801" y="14948"/>
                </a:cubicBezTo>
                <a:lnTo>
                  <a:pt x="3593" y="14948"/>
                </a:lnTo>
                <a:cubicBezTo>
                  <a:pt x="3721" y="14948"/>
                  <a:pt x="3828" y="14895"/>
                  <a:pt x="3917" y="14786"/>
                </a:cubicBezTo>
                <a:cubicBezTo>
                  <a:pt x="4007" y="14678"/>
                  <a:pt x="4051" y="14548"/>
                  <a:pt x="4051" y="14402"/>
                </a:cubicBezTo>
                <a:lnTo>
                  <a:pt x="4051" y="12234"/>
                </a:lnTo>
                <a:close/>
                <a:moveTo>
                  <a:pt x="4051" y="17286"/>
                </a:moveTo>
                <a:cubicBezTo>
                  <a:pt x="4051" y="17136"/>
                  <a:pt x="4010" y="17007"/>
                  <a:pt x="3924" y="16898"/>
                </a:cubicBezTo>
                <a:cubicBezTo>
                  <a:pt x="3838" y="16792"/>
                  <a:pt x="3728" y="16737"/>
                  <a:pt x="3593" y="16737"/>
                </a:cubicBezTo>
                <a:lnTo>
                  <a:pt x="1801" y="16737"/>
                </a:lnTo>
                <a:cubicBezTo>
                  <a:pt x="1676" y="16737"/>
                  <a:pt x="1569" y="16789"/>
                  <a:pt x="1481" y="16892"/>
                </a:cubicBezTo>
                <a:cubicBezTo>
                  <a:pt x="1390" y="16995"/>
                  <a:pt x="1344" y="17124"/>
                  <a:pt x="1344" y="17286"/>
                </a:cubicBezTo>
                <a:lnTo>
                  <a:pt x="1344" y="19436"/>
                </a:lnTo>
                <a:cubicBezTo>
                  <a:pt x="1344" y="19586"/>
                  <a:pt x="1388" y="19715"/>
                  <a:pt x="1473" y="19824"/>
                </a:cubicBezTo>
                <a:cubicBezTo>
                  <a:pt x="1559" y="19929"/>
                  <a:pt x="1669" y="19985"/>
                  <a:pt x="1801" y="19985"/>
                </a:cubicBezTo>
                <a:lnTo>
                  <a:pt x="3593" y="19985"/>
                </a:lnTo>
                <a:cubicBezTo>
                  <a:pt x="3721" y="19985"/>
                  <a:pt x="3828" y="19932"/>
                  <a:pt x="3917" y="19829"/>
                </a:cubicBezTo>
                <a:cubicBezTo>
                  <a:pt x="4007" y="19727"/>
                  <a:pt x="4051" y="19597"/>
                  <a:pt x="4051" y="19436"/>
                </a:cubicBezTo>
                <a:lnTo>
                  <a:pt x="4051" y="17286"/>
                </a:lnTo>
                <a:close/>
                <a:moveTo>
                  <a:pt x="16195" y="2170"/>
                </a:moveTo>
                <a:cubicBezTo>
                  <a:pt x="16195" y="2020"/>
                  <a:pt x="16151" y="1891"/>
                  <a:pt x="16065" y="1782"/>
                </a:cubicBezTo>
                <a:cubicBezTo>
                  <a:pt x="15980" y="1677"/>
                  <a:pt x="15872" y="1621"/>
                  <a:pt x="15737"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7" y="9915"/>
                </a:lnTo>
                <a:cubicBezTo>
                  <a:pt x="15862" y="9915"/>
                  <a:pt x="15970" y="9863"/>
                  <a:pt x="16060" y="9757"/>
                </a:cubicBezTo>
                <a:cubicBezTo>
                  <a:pt x="16148" y="9645"/>
                  <a:pt x="16195" y="9516"/>
                  <a:pt x="16195" y="9369"/>
                </a:cubicBezTo>
                <a:lnTo>
                  <a:pt x="16195" y="2170"/>
                </a:lnTo>
                <a:close/>
                <a:moveTo>
                  <a:pt x="16195" y="12234"/>
                </a:moveTo>
                <a:cubicBezTo>
                  <a:pt x="16195" y="12084"/>
                  <a:pt x="16151" y="11958"/>
                  <a:pt x="16065" y="11846"/>
                </a:cubicBezTo>
                <a:cubicBezTo>
                  <a:pt x="15980" y="11740"/>
                  <a:pt x="15872" y="11688"/>
                  <a:pt x="15737" y="11688"/>
                </a:cubicBezTo>
                <a:lnTo>
                  <a:pt x="5858" y="11688"/>
                </a:lnTo>
                <a:cubicBezTo>
                  <a:pt x="5731" y="11688"/>
                  <a:pt x="5623" y="11740"/>
                  <a:pt x="5535" y="11846"/>
                </a:cubicBezTo>
                <a:cubicBezTo>
                  <a:pt x="5444" y="11958"/>
                  <a:pt x="5400" y="12084"/>
                  <a:pt x="5400" y="12234"/>
                </a:cubicBezTo>
                <a:lnTo>
                  <a:pt x="5400" y="19433"/>
                </a:lnTo>
                <a:cubicBezTo>
                  <a:pt x="5400" y="19583"/>
                  <a:pt x="5442" y="19712"/>
                  <a:pt x="5527" y="19821"/>
                </a:cubicBezTo>
                <a:cubicBezTo>
                  <a:pt x="5616" y="19926"/>
                  <a:pt x="5723" y="19982"/>
                  <a:pt x="5858" y="19982"/>
                </a:cubicBezTo>
                <a:lnTo>
                  <a:pt x="15737" y="19982"/>
                </a:lnTo>
                <a:cubicBezTo>
                  <a:pt x="15862" y="19982"/>
                  <a:pt x="15970" y="19929"/>
                  <a:pt x="16060" y="19827"/>
                </a:cubicBezTo>
                <a:cubicBezTo>
                  <a:pt x="16148" y="19724"/>
                  <a:pt x="16195" y="19595"/>
                  <a:pt x="16195" y="19433"/>
                </a:cubicBezTo>
                <a:lnTo>
                  <a:pt x="16195" y="12234"/>
                </a:lnTo>
                <a:close/>
                <a:moveTo>
                  <a:pt x="20264" y="2170"/>
                </a:moveTo>
                <a:cubicBezTo>
                  <a:pt x="20264" y="2020"/>
                  <a:pt x="20217" y="1891"/>
                  <a:pt x="20129" y="1782"/>
                </a:cubicBezTo>
                <a:cubicBezTo>
                  <a:pt x="20039" y="1677"/>
                  <a:pt x="19931" y="1621"/>
                  <a:pt x="19806" y="1621"/>
                </a:cubicBezTo>
                <a:lnTo>
                  <a:pt x="18002" y="1621"/>
                </a:lnTo>
                <a:cubicBezTo>
                  <a:pt x="17877" y="1621"/>
                  <a:pt x="17769" y="1674"/>
                  <a:pt x="17679" y="1776"/>
                </a:cubicBezTo>
                <a:cubicBezTo>
                  <a:pt x="17590" y="1879"/>
                  <a:pt x="17546" y="2011"/>
                  <a:pt x="17546" y="2170"/>
                </a:cubicBezTo>
                <a:lnTo>
                  <a:pt x="17546" y="4320"/>
                </a:lnTo>
                <a:cubicBezTo>
                  <a:pt x="17546" y="4470"/>
                  <a:pt x="17590" y="4602"/>
                  <a:pt x="17679" y="4708"/>
                </a:cubicBezTo>
                <a:cubicBezTo>
                  <a:pt x="17769" y="4816"/>
                  <a:pt x="17877" y="4866"/>
                  <a:pt x="18002" y="4866"/>
                </a:cubicBezTo>
                <a:lnTo>
                  <a:pt x="19806" y="4866"/>
                </a:lnTo>
                <a:cubicBezTo>
                  <a:pt x="19931" y="4866"/>
                  <a:pt x="20039" y="4819"/>
                  <a:pt x="20129" y="4717"/>
                </a:cubicBezTo>
                <a:cubicBezTo>
                  <a:pt x="20217" y="4614"/>
                  <a:pt x="20264" y="4482"/>
                  <a:pt x="20264" y="4320"/>
                </a:cubicBezTo>
                <a:lnTo>
                  <a:pt x="20264" y="2170"/>
                </a:lnTo>
                <a:close/>
                <a:moveTo>
                  <a:pt x="20264" y="7201"/>
                </a:moveTo>
                <a:cubicBezTo>
                  <a:pt x="20264" y="7055"/>
                  <a:pt x="20217" y="6925"/>
                  <a:pt x="20129" y="6817"/>
                </a:cubicBezTo>
                <a:cubicBezTo>
                  <a:pt x="20039" y="6708"/>
                  <a:pt x="19931" y="6655"/>
                  <a:pt x="19806" y="6655"/>
                </a:cubicBezTo>
                <a:lnTo>
                  <a:pt x="18002" y="6655"/>
                </a:lnTo>
                <a:cubicBezTo>
                  <a:pt x="17877" y="6655"/>
                  <a:pt x="17769" y="6708"/>
                  <a:pt x="17679" y="6817"/>
                </a:cubicBezTo>
                <a:cubicBezTo>
                  <a:pt x="17590" y="6925"/>
                  <a:pt x="17546" y="7055"/>
                  <a:pt x="17546" y="7201"/>
                </a:cubicBezTo>
                <a:lnTo>
                  <a:pt x="17546" y="9369"/>
                </a:lnTo>
                <a:cubicBezTo>
                  <a:pt x="17546" y="9516"/>
                  <a:pt x="17590" y="9645"/>
                  <a:pt x="17679" y="9757"/>
                </a:cubicBezTo>
                <a:cubicBezTo>
                  <a:pt x="17769" y="9863"/>
                  <a:pt x="17877" y="9915"/>
                  <a:pt x="18002" y="9915"/>
                </a:cubicBezTo>
                <a:lnTo>
                  <a:pt x="19806" y="9915"/>
                </a:lnTo>
                <a:cubicBezTo>
                  <a:pt x="19931" y="9915"/>
                  <a:pt x="20039" y="9863"/>
                  <a:pt x="20129" y="9757"/>
                </a:cubicBezTo>
                <a:cubicBezTo>
                  <a:pt x="20217" y="9645"/>
                  <a:pt x="20264" y="9516"/>
                  <a:pt x="20264" y="9369"/>
                </a:cubicBezTo>
                <a:lnTo>
                  <a:pt x="20264" y="7201"/>
                </a:lnTo>
                <a:close/>
                <a:moveTo>
                  <a:pt x="20264" y="12234"/>
                </a:moveTo>
                <a:cubicBezTo>
                  <a:pt x="20264" y="12084"/>
                  <a:pt x="20217" y="11958"/>
                  <a:pt x="20129" y="11846"/>
                </a:cubicBezTo>
                <a:cubicBezTo>
                  <a:pt x="20039" y="11740"/>
                  <a:pt x="19931" y="11688"/>
                  <a:pt x="19806" y="11688"/>
                </a:cubicBezTo>
                <a:lnTo>
                  <a:pt x="18002" y="11688"/>
                </a:lnTo>
                <a:cubicBezTo>
                  <a:pt x="17877" y="11688"/>
                  <a:pt x="17769" y="11740"/>
                  <a:pt x="17679" y="11846"/>
                </a:cubicBezTo>
                <a:cubicBezTo>
                  <a:pt x="17590" y="11958"/>
                  <a:pt x="17546" y="12084"/>
                  <a:pt x="17546" y="12234"/>
                </a:cubicBezTo>
                <a:lnTo>
                  <a:pt x="17546" y="14402"/>
                </a:lnTo>
                <a:cubicBezTo>
                  <a:pt x="17546" y="14548"/>
                  <a:pt x="17590" y="14678"/>
                  <a:pt x="17679" y="14786"/>
                </a:cubicBezTo>
                <a:cubicBezTo>
                  <a:pt x="17769" y="14895"/>
                  <a:pt x="17877" y="14948"/>
                  <a:pt x="18002" y="14948"/>
                </a:cubicBezTo>
                <a:lnTo>
                  <a:pt x="19806" y="14948"/>
                </a:lnTo>
                <a:cubicBezTo>
                  <a:pt x="19931" y="14948"/>
                  <a:pt x="20039" y="14895"/>
                  <a:pt x="20129" y="14786"/>
                </a:cubicBezTo>
                <a:cubicBezTo>
                  <a:pt x="20217" y="14678"/>
                  <a:pt x="20264" y="14548"/>
                  <a:pt x="20264" y="14402"/>
                </a:cubicBezTo>
                <a:lnTo>
                  <a:pt x="20264" y="12234"/>
                </a:lnTo>
                <a:close/>
                <a:moveTo>
                  <a:pt x="20264" y="17286"/>
                </a:moveTo>
                <a:cubicBezTo>
                  <a:pt x="20264" y="17136"/>
                  <a:pt x="20217" y="17007"/>
                  <a:pt x="20129" y="16898"/>
                </a:cubicBezTo>
                <a:cubicBezTo>
                  <a:pt x="20039" y="16792"/>
                  <a:pt x="19931" y="16737"/>
                  <a:pt x="19806" y="16737"/>
                </a:cubicBezTo>
                <a:lnTo>
                  <a:pt x="18002" y="16737"/>
                </a:lnTo>
                <a:cubicBezTo>
                  <a:pt x="17877" y="16737"/>
                  <a:pt x="17769" y="16789"/>
                  <a:pt x="17679" y="16892"/>
                </a:cubicBezTo>
                <a:cubicBezTo>
                  <a:pt x="17590" y="16995"/>
                  <a:pt x="17546" y="17124"/>
                  <a:pt x="17546" y="17286"/>
                </a:cubicBezTo>
                <a:lnTo>
                  <a:pt x="17546" y="19436"/>
                </a:lnTo>
                <a:cubicBezTo>
                  <a:pt x="17546" y="19586"/>
                  <a:pt x="17590" y="19715"/>
                  <a:pt x="17679" y="19824"/>
                </a:cubicBezTo>
                <a:cubicBezTo>
                  <a:pt x="17769" y="19929"/>
                  <a:pt x="17877" y="19985"/>
                  <a:pt x="18002" y="19985"/>
                </a:cubicBezTo>
                <a:lnTo>
                  <a:pt x="19806" y="19985"/>
                </a:lnTo>
                <a:cubicBezTo>
                  <a:pt x="19931" y="19985"/>
                  <a:pt x="20039" y="19932"/>
                  <a:pt x="20129" y="19829"/>
                </a:cubicBezTo>
                <a:cubicBezTo>
                  <a:pt x="20217" y="19727"/>
                  <a:pt x="20264" y="19597"/>
                  <a:pt x="20264" y="19436"/>
                </a:cubicBezTo>
                <a:lnTo>
                  <a:pt x="20264" y="1728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7" name="Shape 7277"/>
          <p:cNvSpPr/>
          <p:nvPr/>
        </p:nvSpPr>
        <p:spPr>
          <a:xfrm>
            <a:off x="17787856" y="5104996"/>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24" y="0"/>
                </a:moveTo>
                <a:cubicBezTo>
                  <a:pt x="20826" y="0"/>
                  <a:pt x="21082" y="103"/>
                  <a:pt x="21290" y="308"/>
                </a:cubicBezTo>
                <a:cubicBezTo>
                  <a:pt x="21494" y="518"/>
                  <a:pt x="21600" y="774"/>
                  <a:pt x="21600" y="1076"/>
                </a:cubicBezTo>
                <a:cubicBezTo>
                  <a:pt x="21600" y="1379"/>
                  <a:pt x="21494" y="1629"/>
                  <a:pt x="21281" y="1834"/>
                </a:cubicBezTo>
                <a:lnTo>
                  <a:pt x="13495" y="9622"/>
                </a:lnTo>
                <a:lnTo>
                  <a:pt x="13495" y="20524"/>
                </a:lnTo>
                <a:cubicBezTo>
                  <a:pt x="13495" y="20826"/>
                  <a:pt x="13389" y="21082"/>
                  <a:pt x="13185" y="21290"/>
                </a:cubicBezTo>
                <a:cubicBezTo>
                  <a:pt x="12977" y="21497"/>
                  <a:pt x="12724" y="21600"/>
                  <a:pt x="12419" y="21600"/>
                </a:cubicBezTo>
                <a:cubicBezTo>
                  <a:pt x="12116" y="21600"/>
                  <a:pt x="11863" y="21494"/>
                  <a:pt x="11661" y="21284"/>
                </a:cubicBezTo>
                <a:lnTo>
                  <a:pt x="8407" y="18045"/>
                </a:lnTo>
                <a:cubicBezTo>
                  <a:pt x="8197" y="17832"/>
                  <a:pt x="8096" y="17575"/>
                  <a:pt x="8105" y="17273"/>
                </a:cubicBezTo>
                <a:lnTo>
                  <a:pt x="8105" y="9622"/>
                </a:lnTo>
                <a:lnTo>
                  <a:pt x="316" y="1834"/>
                </a:lnTo>
                <a:cubicBezTo>
                  <a:pt x="106" y="1620"/>
                  <a:pt x="0" y="1370"/>
                  <a:pt x="0" y="1076"/>
                </a:cubicBezTo>
                <a:cubicBezTo>
                  <a:pt x="0" y="774"/>
                  <a:pt x="103" y="518"/>
                  <a:pt x="308" y="308"/>
                </a:cubicBezTo>
                <a:cubicBezTo>
                  <a:pt x="515" y="103"/>
                  <a:pt x="771" y="0"/>
                  <a:pt x="1073" y="0"/>
                </a:cubicBezTo>
                <a:lnTo>
                  <a:pt x="20524" y="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8" name="Shape 7278"/>
          <p:cNvSpPr/>
          <p:nvPr/>
        </p:nvSpPr>
        <p:spPr>
          <a:xfrm>
            <a:off x="1126498" y="6005444"/>
            <a:ext cx="468769" cy="455310"/>
          </a:xfrm>
          <a:custGeom>
            <a:avLst/>
            <a:gdLst/>
            <a:ahLst/>
            <a:cxnLst>
              <a:cxn ang="0">
                <a:pos x="wd2" y="hd2"/>
              </a:cxn>
              <a:cxn ang="5400000">
                <a:pos x="wd2" y="hd2"/>
              </a:cxn>
              <a:cxn ang="10800000">
                <a:pos x="wd2" y="hd2"/>
              </a:cxn>
              <a:cxn ang="16200000">
                <a:pos x="wd2" y="hd2"/>
              </a:cxn>
            </a:cxnLst>
            <a:rect l="0" t="0" r="r" b="b"/>
            <a:pathLst>
              <a:path w="21600" h="21559" fill="norm" stroke="1" extrusionOk="0">
                <a:moveTo>
                  <a:pt x="18077" y="8548"/>
                </a:moveTo>
                <a:cubicBezTo>
                  <a:pt x="19182" y="9500"/>
                  <a:pt x="20047" y="10570"/>
                  <a:pt x="20671" y="11750"/>
                </a:cubicBezTo>
                <a:cubicBezTo>
                  <a:pt x="21292" y="12933"/>
                  <a:pt x="21600" y="14076"/>
                  <a:pt x="21600" y="15180"/>
                </a:cubicBezTo>
                <a:cubicBezTo>
                  <a:pt x="21600" y="16160"/>
                  <a:pt x="21345" y="17041"/>
                  <a:pt x="20833" y="17816"/>
                </a:cubicBezTo>
                <a:cubicBezTo>
                  <a:pt x="20321" y="18593"/>
                  <a:pt x="19594" y="19261"/>
                  <a:pt x="18661" y="19813"/>
                </a:cubicBezTo>
                <a:cubicBezTo>
                  <a:pt x="17725" y="20364"/>
                  <a:pt x="16586" y="20795"/>
                  <a:pt x="15253" y="21099"/>
                </a:cubicBezTo>
                <a:cubicBezTo>
                  <a:pt x="13918" y="21404"/>
                  <a:pt x="12436" y="21559"/>
                  <a:pt x="10801" y="21559"/>
                </a:cubicBezTo>
                <a:cubicBezTo>
                  <a:pt x="9168" y="21559"/>
                  <a:pt x="7682" y="21404"/>
                  <a:pt x="6350" y="21099"/>
                </a:cubicBezTo>
                <a:cubicBezTo>
                  <a:pt x="5014" y="20795"/>
                  <a:pt x="3878" y="20364"/>
                  <a:pt x="2936" y="19813"/>
                </a:cubicBezTo>
                <a:cubicBezTo>
                  <a:pt x="1993" y="19261"/>
                  <a:pt x="1270" y="18590"/>
                  <a:pt x="761" y="17810"/>
                </a:cubicBezTo>
                <a:cubicBezTo>
                  <a:pt x="255" y="17030"/>
                  <a:pt x="0" y="16151"/>
                  <a:pt x="0" y="15180"/>
                </a:cubicBezTo>
                <a:cubicBezTo>
                  <a:pt x="0" y="14076"/>
                  <a:pt x="318" y="12935"/>
                  <a:pt x="948" y="11758"/>
                </a:cubicBezTo>
                <a:cubicBezTo>
                  <a:pt x="1582" y="10581"/>
                  <a:pt x="2449" y="9511"/>
                  <a:pt x="3557" y="8548"/>
                </a:cubicBezTo>
                <a:cubicBezTo>
                  <a:pt x="3654" y="8404"/>
                  <a:pt x="3822" y="8345"/>
                  <a:pt x="4056" y="8370"/>
                </a:cubicBezTo>
                <a:cubicBezTo>
                  <a:pt x="4290" y="8399"/>
                  <a:pt x="4446" y="8492"/>
                  <a:pt x="4527" y="8655"/>
                </a:cubicBezTo>
                <a:cubicBezTo>
                  <a:pt x="4565" y="8801"/>
                  <a:pt x="4565" y="8931"/>
                  <a:pt x="4527" y="9046"/>
                </a:cubicBezTo>
                <a:cubicBezTo>
                  <a:pt x="4446" y="9362"/>
                  <a:pt x="4378" y="9739"/>
                  <a:pt x="4318" y="10178"/>
                </a:cubicBezTo>
                <a:cubicBezTo>
                  <a:pt x="4259" y="10618"/>
                  <a:pt x="4237" y="11074"/>
                  <a:pt x="4259" y="11547"/>
                </a:cubicBezTo>
                <a:cubicBezTo>
                  <a:pt x="4278" y="12017"/>
                  <a:pt x="4343" y="12476"/>
                  <a:pt x="4452" y="12916"/>
                </a:cubicBezTo>
                <a:cubicBezTo>
                  <a:pt x="4562" y="13355"/>
                  <a:pt x="4749" y="13735"/>
                  <a:pt x="5020" y="14048"/>
                </a:cubicBezTo>
                <a:cubicBezTo>
                  <a:pt x="5329" y="14380"/>
                  <a:pt x="5716" y="14600"/>
                  <a:pt x="6184" y="14710"/>
                </a:cubicBezTo>
                <a:cubicBezTo>
                  <a:pt x="5698" y="13324"/>
                  <a:pt x="5498" y="12009"/>
                  <a:pt x="5588" y="10758"/>
                </a:cubicBezTo>
                <a:cubicBezTo>
                  <a:pt x="5676" y="9511"/>
                  <a:pt x="5919" y="8345"/>
                  <a:pt x="6318" y="7266"/>
                </a:cubicBezTo>
                <a:cubicBezTo>
                  <a:pt x="6718" y="6188"/>
                  <a:pt x="7223" y="5213"/>
                  <a:pt x="7835" y="4340"/>
                </a:cubicBezTo>
                <a:cubicBezTo>
                  <a:pt x="8450" y="3470"/>
                  <a:pt x="9040" y="2721"/>
                  <a:pt x="9607" y="2090"/>
                </a:cubicBezTo>
                <a:cubicBezTo>
                  <a:pt x="10172" y="1460"/>
                  <a:pt x="10662" y="981"/>
                  <a:pt x="11069" y="654"/>
                </a:cubicBezTo>
                <a:cubicBezTo>
                  <a:pt x="11478" y="327"/>
                  <a:pt x="11693" y="150"/>
                  <a:pt x="11712" y="125"/>
                </a:cubicBezTo>
                <a:cubicBezTo>
                  <a:pt x="11961" y="-41"/>
                  <a:pt x="12195" y="-41"/>
                  <a:pt x="12417" y="125"/>
                </a:cubicBezTo>
                <a:cubicBezTo>
                  <a:pt x="12514" y="192"/>
                  <a:pt x="12582" y="294"/>
                  <a:pt x="12617" y="415"/>
                </a:cubicBezTo>
                <a:cubicBezTo>
                  <a:pt x="12651" y="536"/>
                  <a:pt x="12648" y="646"/>
                  <a:pt x="12610" y="747"/>
                </a:cubicBezTo>
                <a:cubicBezTo>
                  <a:pt x="12610" y="761"/>
                  <a:pt x="12532" y="955"/>
                  <a:pt x="12376" y="1319"/>
                </a:cubicBezTo>
                <a:cubicBezTo>
                  <a:pt x="12223" y="1682"/>
                  <a:pt x="12117" y="2141"/>
                  <a:pt x="12058" y="2693"/>
                </a:cubicBezTo>
                <a:cubicBezTo>
                  <a:pt x="11996" y="3245"/>
                  <a:pt x="12030" y="3850"/>
                  <a:pt x="12161" y="4504"/>
                </a:cubicBezTo>
                <a:cubicBezTo>
                  <a:pt x="12292" y="5163"/>
                  <a:pt x="12645" y="5774"/>
                  <a:pt x="13222" y="6340"/>
                </a:cubicBezTo>
                <a:cubicBezTo>
                  <a:pt x="13590" y="6729"/>
                  <a:pt x="13927" y="7109"/>
                  <a:pt x="14230" y="7486"/>
                </a:cubicBezTo>
                <a:cubicBezTo>
                  <a:pt x="14533" y="7863"/>
                  <a:pt x="14792" y="8283"/>
                  <a:pt x="15007" y="8745"/>
                </a:cubicBezTo>
                <a:cubicBezTo>
                  <a:pt x="15219" y="9210"/>
                  <a:pt x="15391" y="9750"/>
                  <a:pt x="15516" y="10364"/>
                </a:cubicBezTo>
                <a:cubicBezTo>
                  <a:pt x="15640" y="10978"/>
                  <a:pt x="15703" y="11710"/>
                  <a:pt x="15703" y="12555"/>
                </a:cubicBezTo>
                <a:cubicBezTo>
                  <a:pt x="15703" y="12851"/>
                  <a:pt x="15547" y="13028"/>
                  <a:pt x="15238" y="13079"/>
                </a:cubicBezTo>
                <a:cubicBezTo>
                  <a:pt x="15119" y="13099"/>
                  <a:pt x="14998" y="13079"/>
                  <a:pt x="14873" y="13028"/>
                </a:cubicBezTo>
                <a:cubicBezTo>
                  <a:pt x="14748" y="12972"/>
                  <a:pt x="14667" y="12887"/>
                  <a:pt x="14626" y="12769"/>
                </a:cubicBezTo>
                <a:cubicBezTo>
                  <a:pt x="14486" y="12490"/>
                  <a:pt x="14277" y="12271"/>
                  <a:pt x="13999" y="12110"/>
                </a:cubicBezTo>
                <a:cubicBezTo>
                  <a:pt x="13721" y="11947"/>
                  <a:pt x="13406" y="11868"/>
                  <a:pt x="13057" y="11868"/>
                </a:cubicBezTo>
                <a:cubicBezTo>
                  <a:pt x="12589" y="11868"/>
                  <a:pt x="12192" y="12017"/>
                  <a:pt x="11871" y="12319"/>
                </a:cubicBezTo>
                <a:cubicBezTo>
                  <a:pt x="11546" y="12620"/>
                  <a:pt x="11384" y="12986"/>
                  <a:pt x="11384" y="13420"/>
                </a:cubicBezTo>
                <a:cubicBezTo>
                  <a:pt x="11384" y="14504"/>
                  <a:pt x="12161" y="15045"/>
                  <a:pt x="13715" y="15036"/>
                </a:cubicBezTo>
                <a:cubicBezTo>
                  <a:pt x="14692" y="15036"/>
                  <a:pt x="15453" y="14752"/>
                  <a:pt x="15999" y="14186"/>
                </a:cubicBezTo>
                <a:cubicBezTo>
                  <a:pt x="16371" y="13800"/>
                  <a:pt x="16636" y="13344"/>
                  <a:pt x="16798" y="12820"/>
                </a:cubicBezTo>
                <a:cubicBezTo>
                  <a:pt x="16964" y="12291"/>
                  <a:pt x="17066" y="11778"/>
                  <a:pt x="17104" y="11274"/>
                </a:cubicBezTo>
                <a:cubicBezTo>
                  <a:pt x="17144" y="10770"/>
                  <a:pt x="17157" y="10311"/>
                  <a:pt x="17135" y="9894"/>
                </a:cubicBezTo>
                <a:cubicBezTo>
                  <a:pt x="17116" y="9474"/>
                  <a:pt x="17098" y="9196"/>
                  <a:pt x="17076" y="9049"/>
                </a:cubicBezTo>
                <a:cubicBezTo>
                  <a:pt x="17017" y="8942"/>
                  <a:pt x="17017" y="8813"/>
                  <a:pt x="17076" y="8658"/>
                </a:cubicBezTo>
                <a:cubicBezTo>
                  <a:pt x="17157" y="8494"/>
                  <a:pt x="17313" y="8401"/>
                  <a:pt x="17547" y="8373"/>
                </a:cubicBezTo>
                <a:cubicBezTo>
                  <a:pt x="17781" y="8348"/>
                  <a:pt x="17956" y="8404"/>
                  <a:pt x="18077" y="8548"/>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79" name="Shape 7279"/>
          <p:cNvSpPr/>
          <p:nvPr/>
        </p:nvSpPr>
        <p:spPr>
          <a:xfrm>
            <a:off x="2324910" y="6018255"/>
            <a:ext cx="468769"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598" y="2167"/>
                </a:moveTo>
                <a:cubicBezTo>
                  <a:pt x="3598" y="2549"/>
                  <a:pt x="3517" y="2902"/>
                  <a:pt x="3358" y="3213"/>
                </a:cubicBezTo>
                <a:cubicBezTo>
                  <a:pt x="3197" y="3525"/>
                  <a:pt x="2981" y="3792"/>
                  <a:pt x="2707" y="4006"/>
                </a:cubicBezTo>
                <a:lnTo>
                  <a:pt x="2707" y="21051"/>
                </a:lnTo>
                <a:cubicBezTo>
                  <a:pt x="2707" y="21204"/>
                  <a:pt x="2663" y="21330"/>
                  <a:pt x="2580" y="21439"/>
                </a:cubicBezTo>
                <a:cubicBezTo>
                  <a:pt x="2492" y="21548"/>
                  <a:pt x="2386" y="21600"/>
                  <a:pt x="2262" y="21600"/>
                </a:cubicBezTo>
                <a:lnTo>
                  <a:pt x="1348" y="21600"/>
                </a:lnTo>
                <a:cubicBezTo>
                  <a:pt x="1221" y="21600"/>
                  <a:pt x="1118" y="21545"/>
                  <a:pt x="1038" y="21439"/>
                </a:cubicBezTo>
                <a:cubicBezTo>
                  <a:pt x="954" y="21330"/>
                  <a:pt x="913" y="21204"/>
                  <a:pt x="913" y="21051"/>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9" y="2476"/>
                </a:moveTo>
                <a:cubicBezTo>
                  <a:pt x="21064" y="2323"/>
                  <a:pt x="21248" y="2297"/>
                  <a:pt x="21390" y="2391"/>
                </a:cubicBezTo>
                <a:cubicBezTo>
                  <a:pt x="21530" y="2485"/>
                  <a:pt x="21600" y="2684"/>
                  <a:pt x="21600" y="2996"/>
                </a:cubicBezTo>
                <a:lnTo>
                  <a:pt x="21600" y="13516"/>
                </a:lnTo>
                <a:cubicBezTo>
                  <a:pt x="21600" y="13804"/>
                  <a:pt x="21527" y="14107"/>
                  <a:pt x="21383" y="14421"/>
                </a:cubicBezTo>
                <a:cubicBezTo>
                  <a:pt x="21238" y="14738"/>
                  <a:pt x="21057" y="14967"/>
                  <a:pt x="20839" y="15120"/>
                </a:cubicBezTo>
                <a:cubicBezTo>
                  <a:pt x="19955" y="15758"/>
                  <a:pt x="19147" y="16166"/>
                  <a:pt x="18413" y="16351"/>
                </a:cubicBezTo>
                <a:cubicBezTo>
                  <a:pt x="17679" y="16530"/>
                  <a:pt x="17037" y="16607"/>
                  <a:pt x="16491" y="16568"/>
                </a:cubicBezTo>
                <a:cubicBezTo>
                  <a:pt x="15850" y="16527"/>
                  <a:pt x="15282" y="16372"/>
                  <a:pt x="14792" y="16104"/>
                </a:cubicBezTo>
                <a:cubicBezTo>
                  <a:pt x="14393" y="15852"/>
                  <a:pt x="14004" y="15608"/>
                  <a:pt x="13624" y="15379"/>
                </a:cubicBezTo>
                <a:cubicBezTo>
                  <a:pt x="13245" y="15147"/>
                  <a:pt x="12858" y="14947"/>
                  <a:pt x="12459" y="14774"/>
                </a:cubicBezTo>
                <a:cubicBezTo>
                  <a:pt x="12060" y="14600"/>
                  <a:pt x="11641" y="14462"/>
                  <a:pt x="11198" y="14359"/>
                </a:cubicBezTo>
                <a:cubicBezTo>
                  <a:pt x="10757" y="14257"/>
                  <a:pt x="10269" y="14204"/>
                  <a:pt x="9738" y="14204"/>
                </a:cubicBezTo>
                <a:cubicBezTo>
                  <a:pt x="9310" y="14221"/>
                  <a:pt x="8825" y="14307"/>
                  <a:pt x="8286" y="14456"/>
                </a:cubicBezTo>
                <a:cubicBezTo>
                  <a:pt x="7824" y="14589"/>
                  <a:pt x="7266" y="14800"/>
                  <a:pt x="6605" y="15091"/>
                </a:cubicBezTo>
                <a:cubicBezTo>
                  <a:pt x="5944" y="15382"/>
                  <a:pt x="5207" y="15793"/>
                  <a:pt x="4394" y="16328"/>
                </a:cubicBezTo>
                <a:cubicBezTo>
                  <a:pt x="4169" y="16477"/>
                  <a:pt x="3978" y="16495"/>
                  <a:pt x="3826" y="16383"/>
                </a:cubicBezTo>
                <a:cubicBezTo>
                  <a:pt x="3674" y="16269"/>
                  <a:pt x="3598" y="16060"/>
                  <a:pt x="3598" y="15752"/>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8" y="1715"/>
                </a:cubicBezTo>
                <a:cubicBezTo>
                  <a:pt x="11641" y="1818"/>
                  <a:pt x="12060" y="1956"/>
                  <a:pt x="12459" y="2135"/>
                </a:cubicBezTo>
                <a:cubicBezTo>
                  <a:pt x="12858" y="2306"/>
                  <a:pt x="13243" y="2508"/>
                  <a:pt x="13620" y="2737"/>
                </a:cubicBezTo>
                <a:cubicBezTo>
                  <a:pt x="13994" y="2967"/>
                  <a:pt x="14386" y="3207"/>
                  <a:pt x="14792" y="3463"/>
                </a:cubicBezTo>
                <a:cubicBezTo>
                  <a:pt x="15282" y="3736"/>
                  <a:pt x="15850" y="3889"/>
                  <a:pt x="16491" y="3924"/>
                </a:cubicBezTo>
                <a:cubicBezTo>
                  <a:pt x="17037" y="3965"/>
                  <a:pt x="17679" y="3889"/>
                  <a:pt x="18413" y="3707"/>
                </a:cubicBezTo>
                <a:cubicBezTo>
                  <a:pt x="19147" y="3522"/>
                  <a:pt x="19958" y="3113"/>
                  <a:pt x="20839" y="2476"/>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0" name="Shape 7280"/>
          <p:cNvSpPr/>
          <p:nvPr/>
        </p:nvSpPr>
        <p:spPr>
          <a:xfrm>
            <a:off x="3589330" y="6005455"/>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3219"/>
                </a:moveTo>
                <a:cubicBezTo>
                  <a:pt x="20631" y="3219"/>
                  <a:pt x="20944" y="3384"/>
                  <a:pt x="21206" y="3713"/>
                </a:cubicBezTo>
                <a:cubicBezTo>
                  <a:pt x="21468" y="4039"/>
                  <a:pt x="21600" y="4424"/>
                  <a:pt x="21600" y="4867"/>
                </a:cubicBezTo>
                <a:lnTo>
                  <a:pt x="21600" y="19982"/>
                </a:lnTo>
                <a:cubicBezTo>
                  <a:pt x="21600" y="20423"/>
                  <a:pt x="21468" y="20801"/>
                  <a:pt x="21206" y="21125"/>
                </a:cubicBezTo>
                <a:cubicBezTo>
                  <a:pt x="20944" y="21442"/>
                  <a:pt x="20631" y="21600"/>
                  <a:pt x="20264" y="21600"/>
                </a:cubicBezTo>
                <a:lnTo>
                  <a:pt x="1346" y="21600"/>
                </a:lnTo>
                <a:cubicBezTo>
                  <a:pt x="981" y="21600"/>
                  <a:pt x="663" y="21442"/>
                  <a:pt x="399" y="21125"/>
                </a:cubicBezTo>
                <a:cubicBezTo>
                  <a:pt x="132" y="20802"/>
                  <a:pt x="0" y="20423"/>
                  <a:pt x="0" y="19982"/>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7" y="1177"/>
                  <a:pt x="10807" y="1615"/>
                </a:cubicBezTo>
                <a:cubicBezTo>
                  <a:pt x="10807" y="2056"/>
                  <a:pt x="10936" y="2435"/>
                  <a:pt x="11198" y="2749"/>
                </a:cubicBezTo>
                <a:cubicBezTo>
                  <a:pt x="11460" y="3060"/>
                  <a:pt x="11774" y="3219"/>
                  <a:pt x="12143" y="3219"/>
                </a:cubicBezTo>
                <a:lnTo>
                  <a:pt x="20264" y="321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1" name="Shape 7281"/>
          <p:cNvSpPr/>
          <p:nvPr/>
        </p:nvSpPr>
        <p:spPr>
          <a:xfrm>
            <a:off x="4832368" y="6005455"/>
            <a:ext cx="515646"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2"/>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7" y="1177"/>
                  <a:pt x="10807" y="1618"/>
                </a:cubicBezTo>
                <a:cubicBezTo>
                  <a:pt x="10807" y="2059"/>
                  <a:pt x="10939" y="2438"/>
                  <a:pt x="11198" y="2749"/>
                </a:cubicBezTo>
                <a:cubicBezTo>
                  <a:pt x="11460" y="3063"/>
                  <a:pt x="11774" y="3222"/>
                  <a:pt x="12143" y="3222"/>
                </a:cubicBezTo>
                <a:lnTo>
                  <a:pt x="17333" y="3222"/>
                </a:lnTo>
                <a:cubicBezTo>
                  <a:pt x="17701" y="3222"/>
                  <a:pt x="18016" y="3384"/>
                  <a:pt x="18278" y="3713"/>
                </a:cubicBezTo>
                <a:cubicBezTo>
                  <a:pt x="18540" y="4042"/>
                  <a:pt x="18670" y="4426"/>
                  <a:pt x="18670" y="4867"/>
                </a:cubicBezTo>
                <a:lnTo>
                  <a:pt x="18670" y="7975"/>
                </a:lnTo>
                <a:lnTo>
                  <a:pt x="4276" y="7975"/>
                </a:lnTo>
                <a:close/>
                <a:moveTo>
                  <a:pt x="21600" y="10140"/>
                </a:moveTo>
                <a:lnTo>
                  <a:pt x="18553" y="20801"/>
                </a:lnTo>
                <a:cubicBezTo>
                  <a:pt x="18506" y="21016"/>
                  <a:pt x="18386" y="21204"/>
                  <a:pt x="18195" y="21363"/>
                </a:cubicBezTo>
                <a:cubicBezTo>
                  <a:pt x="18004" y="21521"/>
                  <a:pt x="17818" y="21600"/>
                  <a:pt x="17639" y="21600"/>
                </a:cubicBezTo>
                <a:lnTo>
                  <a:pt x="504" y="21600"/>
                </a:lnTo>
                <a:lnTo>
                  <a:pt x="3388" y="10914"/>
                </a:lnTo>
                <a:cubicBezTo>
                  <a:pt x="3434" y="10698"/>
                  <a:pt x="3552" y="10516"/>
                  <a:pt x="3745" y="10363"/>
                </a:cubicBezTo>
                <a:cubicBezTo>
                  <a:pt x="3936" y="10213"/>
                  <a:pt x="4120" y="10140"/>
                  <a:pt x="4301" y="10140"/>
                </a:cubicBezTo>
                <a:lnTo>
                  <a:pt x="21600" y="1014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2" name="Shape 7282"/>
          <p:cNvSpPr/>
          <p:nvPr/>
        </p:nvSpPr>
        <p:spPr>
          <a:xfrm>
            <a:off x="18930548" y="6021911"/>
            <a:ext cx="466894"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2" y="7569"/>
                </a:moveTo>
                <a:cubicBezTo>
                  <a:pt x="21274" y="7569"/>
                  <a:pt x="21380" y="7618"/>
                  <a:pt x="21469" y="7727"/>
                </a:cubicBezTo>
                <a:cubicBezTo>
                  <a:pt x="21555" y="7834"/>
                  <a:pt x="21600" y="7958"/>
                  <a:pt x="21600" y="8105"/>
                </a:cubicBezTo>
                <a:lnTo>
                  <a:pt x="21600" y="13495"/>
                </a:lnTo>
                <a:cubicBezTo>
                  <a:pt x="21600" y="13642"/>
                  <a:pt x="21557" y="13769"/>
                  <a:pt x="21473" y="13873"/>
                </a:cubicBezTo>
                <a:cubicBezTo>
                  <a:pt x="21389" y="13979"/>
                  <a:pt x="21281" y="14034"/>
                  <a:pt x="21152" y="14034"/>
                </a:cubicBezTo>
                <a:lnTo>
                  <a:pt x="19808" y="14034"/>
                </a:lnTo>
                <a:lnTo>
                  <a:pt x="19808" y="19985"/>
                </a:lnTo>
                <a:cubicBezTo>
                  <a:pt x="19808" y="20420"/>
                  <a:pt x="19676" y="20797"/>
                  <a:pt x="19412" y="21117"/>
                </a:cubicBezTo>
                <a:cubicBezTo>
                  <a:pt x="19145" y="21439"/>
                  <a:pt x="18826" y="21600"/>
                  <a:pt x="18452" y="21600"/>
                </a:cubicBezTo>
                <a:lnTo>
                  <a:pt x="3146" y="21600"/>
                </a:lnTo>
                <a:cubicBezTo>
                  <a:pt x="2772" y="21600"/>
                  <a:pt x="2455" y="21439"/>
                  <a:pt x="2198" y="21117"/>
                </a:cubicBezTo>
                <a:cubicBezTo>
                  <a:pt x="1941" y="20797"/>
                  <a:pt x="1814" y="20420"/>
                  <a:pt x="1814" y="19985"/>
                </a:cubicBezTo>
                <a:lnTo>
                  <a:pt x="1814" y="14034"/>
                </a:lnTo>
                <a:lnTo>
                  <a:pt x="446" y="14034"/>
                </a:lnTo>
                <a:cubicBezTo>
                  <a:pt x="324" y="14034"/>
                  <a:pt x="218" y="13982"/>
                  <a:pt x="132" y="13881"/>
                </a:cubicBezTo>
                <a:cubicBezTo>
                  <a:pt x="43" y="13781"/>
                  <a:pt x="0" y="13651"/>
                  <a:pt x="0" y="13495"/>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800" y="4094"/>
                </a:lnTo>
                <a:lnTo>
                  <a:pt x="12615" y="1295"/>
                </a:lnTo>
                <a:cubicBezTo>
                  <a:pt x="12884" y="883"/>
                  <a:pt x="13225" y="561"/>
                  <a:pt x="13637" y="336"/>
                </a:cubicBezTo>
                <a:cubicBezTo>
                  <a:pt x="14050" y="112"/>
                  <a:pt x="14494" y="0"/>
                  <a:pt x="14972" y="0"/>
                </a:cubicBezTo>
                <a:cubicBezTo>
                  <a:pt x="15406" y="0"/>
                  <a:pt x="15816" y="100"/>
                  <a:pt x="16200" y="296"/>
                </a:cubicBezTo>
                <a:cubicBezTo>
                  <a:pt x="16582" y="495"/>
                  <a:pt x="16916" y="765"/>
                  <a:pt x="17199" y="1102"/>
                </a:cubicBezTo>
                <a:cubicBezTo>
                  <a:pt x="17482" y="1445"/>
                  <a:pt x="17705" y="1845"/>
                  <a:pt x="17871" y="2303"/>
                </a:cubicBezTo>
                <a:cubicBezTo>
                  <a:pt x="18037" y="2761"/>
                  <a:pt x="18118" y="3259"/>
                  <a:pt x="18118" y="3789"/>
                </a:cubicBezTo>
                <a:cubicBezTo>
                  <a:pt x="18118" y="4315"/>
                  <a:pt x="18037" y="4808"/>
                  <a:pt x="17871" y="5266"/>
                </a:cubicBezTo>
                <a:cubicBezTo>
                  <a:pt x="17705" y="5723"/>
                  <a:pt x="17482" y="6126"/>
                  <a:pt x="17199" y="6466"/>
                </a:cubicBezTo>
                <a:cubicBezTo>
                  <a:pt x="16916" y="6803"/>
                  <a:pt x="16582" y="7074"/>
                  <a:pt x="16200" y="7269"/>
                </a:cubicBezTo>
                <a:cubicBezTo>
                  <a:pt x="15816" y="7468"/>
                  <a:pt x="15406" y="7569"/>
                  <a:pt x="14972" y="7569"/>
                </a:cubicBezTo>
                <a:lnTo>
                  <a:pt x="21152"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4" y="7569"/>
                </a:moveTo>
                <a:lnTo>
                  <a:pt x="8534" y="7569"/>
                </a:lnTo>
                <a:lnTo>
                  <a:pt x="8534" y="18554"/>
                </a:lnTo>
                <a:cubicBezTo>
                  <a:pt x="8534" y="18857"/>
                  <a:pt x="8628" y="19119"/>
                  <a:pt x="8810" y="19335"/>
                </a:cubicBezTo>
                <a:cubicBezTo>
                  <a:pt x="8995" y="19548"/>
                  <a:pt x="9208" y="19657"/>
                  <a:pt x="9456" y="19657"/>
                </a:cubicBezTo>
                <a:lnTo>
                  <a:pt x="12145" y="19657"/>
                </a:lnTo>
                <a:cubicBezTo>
                  <a:pt x="12397" y="19657"/>
                  <a:pt x="12613" y="19548"/>
                  <a:pt x="12793" y="19335"/>
                </a:cubicBezTo>
                <a:cubicBezTo>
                  <a:pt x="12973" y="19119"/>
                  <a:pt x="13064" y="18857"/>
                  <a:pt x="13064" y="18554"/>
                </a:cubicBezTo>
                <a:lnTo>
                  <a:pt x="13064" y="7569"/>
                </a:lnTo>
                <a:close/>
                <a:moveTo>
                  <a:pt x="12236" y="5389"/>
                </a:moveTo>
                <a:lnTo>
                  <a:pt x="14972" y="5389"/>
                </a:lnTo>
                <a:cubicBezTo>
                  <a:pt x="15346" y="5389"/>
                  <a:pt x="15661" y="5234"/>
                  <a:pt x="15917" y="4929"/>
                </a:cubicBezTo>
                <a:cubicBezTo>
                  <a:pt x="16174" y="4621"/>
                  <a:pt x="16304" y="4243"/>
                  <a:pt x="16304" y="3789"/>
                </a:cubicBezTo>
                <a:cubicBezTo>
                  <a:pt x="16304" y="3339"/>
                  <a:pt x="16174" y="2954"/>
                  <a:pt x="15917" y="2634"/>
                </a:cubicBezTo>
                <a:cubicBezTo>
                  <a:pt x="15661" y="2312"/>
                  <a:pt x="15346" y="2150"/>
                  <a:pt x="14972" y="2150"/>
                </a:cubicBezTo>
                <a:cubicBezTo>
                  <a:pt x="14717" y="2150"/>
                  <a:pt x="14508" y="2217"/>
                  <a:pt x="14343" y="2349"/>
                </a:cubicBezTo>
                <a:cubicBezTo>
                  <a:pt x="14180" y="2484"/>
                  <a:pt x="14060" y="2597"/>
                  <a:pt x="13983" y="2689"/>
                </a:cubicBezTo>
                <a:lnTo>
                  <a:pt x="12236" y="538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3" name="Shape 7283"/>
          <p:cNvSpPr/>
          <p:nvPr/>
        </p:nvSpPr>
        <p:spPr>
          <a:xfrm>
            <a:off x="20170207" y="6021911"/>
            <a:ext cx="466914" cy="457106"/>
          </a:xfrm>
          <a:custGeom>
            <a:avLst/>
            <a:gdLst/>
            <a:ahLst/>
            <a:cxnLst>
              <a:cxn ang="0">
                <a:pos x="wd2" y="hd2"/>
              </a:cxn>
              <a:cxn ang="5400000">
                <a:pos x="wd2" y="hd2"/>
              </a:cxn>
              <a:cxn ang="10800000">
                <a:pos x="wd2" y="hd2"/>
              </a:cxn>
              <a:cxn ang="16200000">
                <a:pos x="wd2" y="hd2"/>
              </a:cxn>
            </a:cxnLst>
            <a:rect l="0" t="0" r="r" b="b"/>
            <a:pathLst>
              <a:path w="21424" h="21600" fill="norm" stroke="1" extrusionOk="0">
                <a:moveTo>
                  <a:pt x="12593" y="10421"/>
                </a:moveTo>
                <a:lnTo>
                  <a:pt x="12593" y="19433"/>
                </a:lnTo>
                <a:lnTo>
                  <a:pt x="16047" y="19433"/>
                </a:lnTo>
                <a:cubicBezTo>
                  <a:pt x="16352" y="19433"/>
                  <a:pt x="16611" y="19539"/>
                  <a:pt x="16821" y="19750"/>
                </a:cubicBezTo>
                <a:cubicBezTo>
                  <a:pt x="17027" y="19962"/>
                  <a:pt x="17135" y="20211"/>
                  <a:pt x="17135" y="20505"/>
                </a:cubicBezTo>
                <a:cubicBezTo>
                  <a:pt x="17135" y="20810"/>
                  <a:pt x="17027" y="21072"/>
                  <a:pt x="16821" y="21283"/>
                </a:cubicBezTo>
                <a:cubicBezTo>
                  <a:pt x="16611" y="21495"/>
                  <a:pt x="16352" y="21600"/>
                  <a:pt x="16047" y="21600"/>
                </a:cubicBezTo>
                <a:lnTo>
                  <a:pt x="5350" y="21600"/>
                </a:lnTo>
                <a:cubicBezTo>
                  <a:pt x="5062" y="21600"/>
                  <a:pt x="4812" y="21495"/>
                  <a:pt x="4602" y="21283"/>
                </a:cubicBezTo>
                <a:cubicBezTo>
                  <a:pt x="4396" y="21072"/>
                  <a:pt x="4288" y="20810"/>
                  <a:pt x="4288" y="20505"/>
                </a:cubicBezTo>
                <a:cubicBezTo>
                  <a:pt x="4288" y="20211"/>
                  <a:pt x="4396" y="19962"/>
                  <a:pt x="4602" y="19750"/>
                </a:cubicBezTo>
                <a:cubicBezTo>
                  <a:pt x="4812" y="19539"/>
                  <a:pt x="5062" y="19433"/>
                  <a:pt x="5350" y="19433"/>
                </a:cubicBezTo>
                <a:lnTo>
                  <a:pt x="8833" y="19433"/>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2" y="1101"/>
                  <a:pt x="21433" y="1497"/>
                  <a:pt x="21090" y="1841"/>
                </a:cubicBezTo>
                <a:lnTo>
                  <a:pt x="12593" y="10421"/>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4" name="Shape 7284"/>
          <p:cNvSpPr/>
          <p:nvPr/>
        </p:nvSpPr>
        <p:spPr>
          <a:xfrm>
            <a:off x="21434632" y="6021911"/>
            <a:ext cx="466895"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5" y="0"/>
                </a:moveTo>
                <a:cubicBezTo>
                  <a:pt x="12265" y="0"/>
                  <a:pt x="13650" y="287"/>
                  <a:pt x="14958" y="861"/>
                </a:cubicBezTo>
                <a:cubicBezTo>
                  <a:pt x="16266" y="1434"/>
                  <a:pt x="17413" y="2210"/>
                  <a:pt x="18399" y="3198"/>
                </a:cubicBezTo>
                <a:cubicBezTo>
                  <a:pt x="19388" y="4186"/>
                  <a:pt x="20168" y="5332"/>
                  <a:pt x="20739" y="6645"/>
                </a:cubicBezTo>
                <a:cubicBezTo>
                  <a:pt x="21312" y="7958"/>
                  <a:pt x="21600" y="9341"/>
                  <a:pt x="21600" y="10801"/>
                </a:cubicBezTo>
                <a:cubicBezTo>
                  <a:pt x="21600" y="12281"/>
                  <a:pt x="21312" y="13670"/>
                  <a:pt x="20739" y="14972"/>
                </a:cubicBezTo>
                <a:cubicBezTo>
                  <a:pt x="20168" y="16273"/>
                  <a:pt x="19388" y="17414"/>
                  <a:pt x="18399" y="18402"/>
                </a:cubicBezTo>
                <a:cubicBezTo>
                  <a:pt x="17413" y="19387"/>
                  <a:pt x="16266" y="20172"/>
                  <a:pt x="14958" y="20739"/>
                </a:cubicBezTo>
                <a:cubicBezTo>
                  <a:pt x="13650" y="21313"/>
                  <a:pt x="12265" y="21600"/>
                  <a:pt x="10805" y="21600"/>
                </a:cubicBezTo>
                <a:cubicBezTo>
                  <a:pt x="9326" y="21600"/>
                  <a:pt x="7936" y="21313"/>
                  <a:pt x="6633" y="20739"/>
                </a:cubicBezTo>
                <a:cubicBezTo>
                  <a:pt x="5328" y="20172"/>
                  <a:pt x="4184" y="19387"/>
                  <a:pt x="3195" y="18402"/>
                </a:cubicBezTo>
                <a:cubicBezTo>
                  <a:pt x="2209" y="17414"/>
                  <a:pt x="1429" y="16273"/>
                  <a:pt x="856" y="14972"/>
                </a:cubicBezTo>
                <a:cubicBezTo>
                  <a:pt x="285" y="13670"/>
                  <a:pt x="0" y="12281"/>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5"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7"/>
                  <a:pt x="5178" y="11180"/>
                  <a:pt x="5286" y="11383"/>
                </a:cubicBezTo>
                <a:cubicBezTo>
                  <a:pt x="5393" y="11589"/>
                  <a:pt x="5526" y="11759"/>
                  <a:pt x="5679" y="11909"/>
                </a:cubicBezTo>
                <a:lnTo>
                  <a:pt x="5707" y="12095"/>
                </a:lnTo>
                <a:cubicBezTo>
                  <a:pt x="5707" y="12112"/>
                  <a:pt x="5684" y="12134"/>
                  <a:pt x="5639" y="12151"/>
                </a:cubicBezTo>
                <a:cubicBezTo>
                  <a:pt x="5594" y="12168"/>
                  <a:pt x="5588" y="12196"/>
                  <a:pt x="5625" y="12228"/>
                </a:cubicBezTo>
                <a:lnTo>
                  <a:pt x="5842" y="12326"/>
                </a:lnTo>
                <a:cubicBezTo>
                  <a:pt x="5876" y="12290"/>
                  <a:pt x="5924" y="12326"/>
                  <a:pt x="5984" y="12434"/>
                </a:cubicBezTo>
                <a:cubicBezTo>
                  <a:pt x="6040" y="12544"/>
                  <a:pt x="6088" y="12614"/>
                  <a:pt x="6125" y="12648"/>
                </a:cubicBezTo>
                <a:lnTo>
                  <a:pt x="6097" y="12730"/>
                </a:lnTo>
                <a:lnTo>
                  <a:pt x="6261" y="12962"/>
                </a:lnTo>
                <a:lnTo>
                  <a:pt x="6342" y="12990"/>
                </a:lnTo>
                <a:lnTo>
                  <a:pt x="6396" y="12880"/>
                </a:lnTo>
                <a:cubicBezTo>
                  <a:pt x="6359" y="12789"/>
                  <a:pt x="6297" y="12668"/>
                  <a:pt x="6207" y="12521"/>
                </a:cubicBezTo>
                <a:cubicBezTo>
                  <a:pt x="6116" y="12371"/>
                  <a:pt x="6023" y="12227"/>
                  <a:pt x="5930" y="12089"/>
                </a:cubicBezTo>
                <a:cubicBezTo>
                  <a:pt x="5834" y="11948"/>
                  <a:pt x="5755" y="11827"/>
                  <a:pt x="5693" y="11711"/>
                </a:cubicBezTo>
                <a:cubicBezTo>
                  <a:pt x="5628" y="11601"/>
                  <a:pt x="5597" y="11533"/>
                  <a:pt x="5597" y="11516"/>
                </a:cubicBezTo>
                <a:cubicBezTo>
                  <a:pt x="5597" y="11493"/>
                  <a:pt x="5588" y="11423"/>
                  <a:pt x="5571" y="11296"/>
                </a:cubicBezTo>
                <a:cubicBezTo>
                  <a:pt x="5551" y="11169"/>
                  <a:pt x="5534" y="11098"/>
                  <a:pt x="5517" y="11070"/>
                </a:cubicBezTo>
                <a:cubicBezTo>
                  <a:pt x="5571" y="11104"/>
                  <a:pt x="5639" y="11138"/>
                  <a:pt x="5721" y="11169"/>
                </a:cubicBezTo>
                <a:cubicBezTo>
                  <a:pt x="5800" y="11203"/>
                  <a:pt x="5868" y="11236"/>
                  <a:pt x="5922" y="11268"/>
                </a:cubicBezTo>
                <a:cubicBezTo>
                  <a:pt x="5958" y="11493"/>
                  <a:pt x="6046" y="11677"/>
                  <a:pt x="6187" y="11810"/>
                </a:cubicBezTo>
                <a:cubicBezTo>
                  <a:pt x="6326" y="11948"/>
                  <a:pt x="6450" y="12100"/>
                  <a:pt x="6557" y="12273"/>
                </a:cubicBezTo>
                <a:cubicBezTo>
                  <a:pt x="6520" y="12306"/>
                  <a:pt x="6520" y="12326"/>
                  <a:pt x="6557" y="12338"/>
                </a:cubicBezTo>
                <a:cubicBezTo>
                  <a:pt x="6594" y="12349"/>
                  <a:pt x="6625" y="12355"/>
                  <a:pt x="6653" y="12355"/>
                </a:cubicBezTo>
                <a:cubicBezTo>
                  <a:pt x="6687" y="12388"/>
                  <a:pt x="6707" y="12453"/>
                  <a:pt x="6707" y="12544"/>
                </a:cubicBezTo>
                <a:cubicBezTo>
                  <a:pt x="6834" y="12685"/>
                  <a:pt x="6998" y="12885"/>
                  <a:pt x="7199" y="13139"/>
                </a:cubicBezTo>
                <a:cubicBezTo>
                  <a:pt x="7402" y="13385"/>
                  <a:pt x="7504" y="13585"/>
                  <a:pt x="7504" y="13732"/>
                </a:cubicBezTo>
                <a:lnTo>
                  <a:pt x="7504" y="13755"/>
                </a:lnTo>
                <a:lnTo>
                  <a:pt x="7450" y="13950"/>
                </a:lnTo>
                <a:cubicBezTo>
                  <a:pt x="7504" y="14091"/>
                  <a:pt x="7597" y="14206"/>
                  <a:pt x="7727" y="14291"/>
                </a:cubicBezTo>
                <a:cubicBezTo>
                  <a:pt x="7857" y="14379"/>
                  <a:pt x="7987" y="14444"/>
                  <a:pt x="8114" y="14500"/>
                </a:cubicBezTo>
                <a:lnTo>
                  <a:pt x="8168" y="14500"/>
                </a:lnTo>
                <a:cubicBezTo>
                  <a:pt x="8349" y="14593"/>
                  <a:pt x="8532" y="14686"/>
                  <a:pt x="8721" y="14791"/>
                </a:cubicBezTo>
                <a:cubicBezTo>
                  <a:pt x="8911" y="14898"/>
                  <a:pt x="9106" y="14986"/>
                  <a:pt x="9304" y="15056"/>
                </a:cubicBezTo>
                <a:lnTo>
                  <a:pt x="9614" y="14864"/>
                </a:lnTo>
                <a:cubicBezTo>
                  <a:pt x="9688" y="14887"/>
                  <a:pt x="9764" y="14929"/>
                  <a:pt x="9846" y="15003"/>
                </a:cubicBezTo>
                <a:cubicBezTo>
                  <a:pt x="9925" y="15073"/>
                  <a:pt x="10018" y="15155"/>
                  <a:pt x="10123" y="15251"/>
                </a:cubicBezTo>
                <a:cubicBezTo>
                  <a:pt x="10225" y="15344"/>
                  <a:pt x="10346" y="15432"/>
                  <a:pt x="10487" y="15514"/>
                </a:cubicBezTo>
                <a:cubicBezTo>
                  <a:pt x="10626" y="15598"/>
                  <a:pt x="10787" y="15646"/>
                  <a:pt x="10969" y="15663"/>
                </a:cubicBezTo>
                <a:cubicBezTo>
                  <a:pt x="11093" y="15576"/>
                  <a:pt x="11158" y="15598"/>
                  <a:pt x="11158" y="15728"/>
                </a:cubicBezTo>
                <a:lnTo>
                  <a:pt x="11158" y="15785"/>
                </a:lnTo>
                <a:lnTo>
                  <a:pt x="11497" y="16194"/>
                </a:lnTo>
                <a:lnTo>
                  <a:pt x="11551" y="16392"/>
                </a:lnTo>
                <a:cubicBezTo>
                  <a:pt x="11641" y="16445"/>
                  <a:pt x="11732" y="16513"/>
                  <a:pt x="11828" y="16595"/>
                </a:cubicBezTo>
                <a:cubicBezTo>
                  <a:pt x="11921" y="16677"/>
                  <a:pt x="11997" y="16767"/>
                  <a:pt x="12051" y="16866"/>
                </a:cubicBezTo>
                <a:lnTo>
                  <a:pt x="12104" y="16866"/>
                </a:lnTo>
                <a:cubicBezTo>
                  <a:pt x="12195" y="16866"/>
                  <a:pt x="12268" y="16908"/>
                  <a:pt x="12328" y="16987"/>
                </a:cubicBezTo>
                <a:cubicBezTo>
                  <a:pt x="12387" y="17069"/>
                  <a:pt x="12460" y="17109"/>
                  <a:pt x="12551" y="17109"/>
                </a:cubicBezTo>
                <a:cubicBezTo>
                  <a:pt x="12605" y="17109"/>
                  <a:pt x="12633" y="17080"/>
                  <a:pt x="12633" y="17030"/>
                </a:cubicBezTo>
                <a:cubicBezTo>
                  <a:pt x="12633" y="16903"/>
                  <a:pt x="12641" y="16821"/>
                  <a:pt x="12658" y="16778"/>
                </a:cubicBezTo>
                <a:cubicBezTo>
                  <a:pt x="12675" y="16739"/>
                  <a:pt x="12701" y="16711"/>
                  <a:pt x="12726" y="16705"/>
                </a:cubicBezTo>
                <a:cubicBezTo>
                  <a:pt x="12754" y="16694"/>
                  <a:pt x="12783" y="16688"/>
                  <a:pt x="12808" y="16688"/>
                </a:cubicBezTo>
                <a:cubicBezTo>
                  <a:pt x="12836" y="16688"/>
                  <a:pt x="12850" y="16671"/>
                  <a:pt x="12850" y="16634"/>
                </a:cubicBezTo>
                <a:lnTo>
                  <a:pt x="12794" y="16555"/>
                </a:lnTo>
                <a:cubicBezTo>
                  <a:pt x="12757" y="16555"/>
                  <a:pt x="12732" y="16578"/>
                  <a:pt x="12715" y="16623"/>
                </a:cubicBezTo>
                <a:cubicBezTo>
                  <a:pt x="12695" y="16668"/>
                  <a:pt x="12670" y="16671"/>
                  <a:pt x="12633" y="16634"/>
                </a:cubicBezTo>
                <a:lnTo>
                  <a:pt x="12441" y="16744"/>
                </a:lnTo>
                <a:lnTo>
                  <a:pt x="12212" y="16688"/>
                </a:lnTo>
                <a:lnTo>
                  <a:pt x="11890" y="16137"/>
                </a:lnTo>
                <a:lnTo>
                  <a:pt x="11997" y="15367"/>
                </a:lnTo>
                <a:cubicBezTo>
                  <a:pt x="12014" y="15333"/>
                  <a:pt x="11980" y="15288"/>
                  <a:pt x="11895" y="15245"/>
                </a:cubicBezTo>
                <a:cubicBezTo>
                  <a:pt x="11808" y="15200"/>
                  <a:pt x="11785" y="15155"/>
                  <a:pt x="11819" y="15113"/>
                </a:cubicBezTo>
                <a:cubicBezTo>
                  <a:pt x="11695" y="15033"/>
                  <a:pt x="11542" y="15002"/>
                  <a:pt x="11361" y="15002"/>
                </a:cubicBezTo>
                <a:cubicBezTo>
                  <a:pt x="11325" y="15002"/>
                  <a:pt x="11231" y="15014"/>
                  <a:pt x="11084" y="15039"/>
                </a:cubicBezTo>
                <a:cubicBezTo>
                  <a:pt x="10935" y="15067"/>
                  <a:pt x="10858" y="15056"/>
                  <a:pt x="10858" y="15002"/>
                </a:cubicBezTo>
                <a:cubicBezTo>
                  <a:pt x="10858" y="14946"/>
                  <a:pt x="10873" y="14875"/>
                  <a:pt x="10901" y="14785"/>
                </a:cubicBezTo>
                <a:cubicBezTo>
                  <a:pt x="10926" y="14692"/>
                  <a:pt x="10960" y="14599"/>
                  <a:pt x="10994" y="14494"/>
                </a:cubicBezTo>
                <a:cubicBezTo>
                  <a:pt x="11031" y="14390"/>
                  <a:pt x="11059" y="14302"/>
                  <a:pt x="11076" y="14229"/>
                </a:cubicBezTo>
                <a:cubicBezTo>
                  <a:pt x="11093" y="14158"/>
                  <a:pt x="11104" y="14113"/>
                  <a:pt x="11104" y="14096"/>
                </a:cubicBezTo>
                <a:lnTo>
                  <a:pt x="11279" y="13732"/>
                </a:lnTo>
                <a:lnTo>
                  <a:pt x="11240" y="13678"/>
                </a:lnTo>
                <a:lnTo>
                  <a:pt x="11022" y="13622"/>
                </a:lnTo>
                <a:cubicBezTo>
                  <a:pt x="10986" y="13622"/>
                  <a:pt x="10926" y="13650"/>
                  <a:pt x="10847" y="13707"/>
                </a:cubicBezTo>
                <a:cubicBezTo>
                  <a:pt x="10764" y="13755"/>
                  <a:pt x="10685" y="13822"/>
                  <a:pt x="10609" y="13899"/>
                </a:cubicBezTo>
                <a:cubicBezTo>
                  <a:pt x="10533" y="13975"/>
                  <a:pt x="10468" y="14054"/>
                  <a:pt x="10414" y="14124"/>
                </a:cubicBezTo>
                <a:cubicBezTo>
                  <a:pt x="10360" y="14198"/>
                  <a:pt x="10332" y="14257"/>
                  <a:pt x="10332" y="14314"/>
                </a:cubicBezTo>
                <a:lnTo>
                  <a:pt x="9724" y="14443"/>
                </a:lnTo>
                <a:cubicBezTo>
                  <a:pt x="9597" y="14443"/>
                  <a:pt x="9493" y="14395"/>
                  <a:pt x="9411" y="14285"/>
                </a:cubicBezTo>
                <a:cubicBezTo>
                  <a:pt x="9377" y="14141"/>
                  <a:pt x="9301" y="13980"/>
                  <a:pt x="9182" y="13805"/>
                </a:cubicBezTo>
                <a:cubicBezTo>
                  <a:pt x="9066" y="13628"/>
                  <a:pt x="9007" y="13475"/>
                  <a:pt x="9007" y="13337"/>
                </a:cubicBezTo>
                <a:cubicBezTo>
                  <a:pt x="9007" y="13133"/>
                  <a:pt x="9041" y="12939"/>
                  <a:pt x="9114" y="12758"/>
                </a:cubicBezTo>
                <a:cubicBezTo>
                  <a:pt x="9188" y="12577"/>
                  <a:pt x="9159" y="12383"/>
                  <a:pt x="9032" y="12179"/>
                </a:cubicBezTo>
                <a:cubicBezTo>
                  <a:pt x="9052" y="12179"/>
                  <a:pt x="9075" y="12168"/>
                  <a:pt x="9100" y="12151"/>
                </a:cubicBezTo>
                <a:cubicBezTo>
                  <a:pt x="9128" y="12134"/>
                  <a:pt x="9134" y="12106"/>
                  <a:pt x="9114" y="12069"/>
                </a:cubicBezTo>
                <a:lnTo>
                  <a:pt x="9275" y="11880"/>
                </a:lnTo>
                <a:lnTo>
                  <a:pt x="9303" y="11852"/>
                </a:lnTo>
                <a:lnTo>
                  <a:pt x="9329" y="11880"/>
                </a:lnTo>
                <a:cubicBezTo>
                  <a:pt x="9456" y="11787"/>
                  <a:pt x="9623" y="11759"/>
                  <a:pt x="9832" y="11787"/>
                </a:cubicBezTo>
                <a:cubicBezTo>
                  <a:pt x="10038" y="11810"/>
                  <a:pt x="10168" y="11747"/>
                  <a:pt x="10225" y="11595"/>
                </a:cubicBezTo>
                <a:lnTo>
                  <a:pt x="10439" y="11770"/>
                </a:lnTo>
                <a:cubicBezTo>
                  <a:pt x="10476" y="11787"/>
                  <a:pt x="10516" y="11770"/>
                  <a:pt x="10561" y="11711"/>
                </a:cubicBezTo>
                <a:cubicBezTo>
                  <a:pt x="10606" y="11654"/>
                  <a:pt x="10629" y="11606"/>
                  <a:pt x="10629" y="11567"/>
                </a:cubicBezTo>
                <a:lnTo>
                  <a:pt x="10521" y="11516"/>
                </a:lnTo>
                <a:lnTo>
                  <a:pt x="11051" y="11378"/>
                </a:lnTo>
                <a:lnTo>
                  <a:pt x="11076" y="11462"/>
                </a:lnTo>
                <a:lnTo>
                  <a:pt x="11333" y="11434"/>
                </a:lnTo>
                <a:lnTo>
                  <a:pt x="11630" y="11620"/>
                </a:lnTo>
                <a:cubicBezTo>
                  <a:pt x="11666" y="11620"/>
                  <a:pt x="11703" y="11601"/>
                  <a:pt x="11740" y="11555"/>
                </a:cubicBezTo>
                <a:cubicBezTo>
                  <a:pt x="11777" y="11510"/>
                  <a:pt x="11816" y="11505"/>
                  <a:pt x="11861" y="11538"/>
                </a:cubicBezTo>
                <a:lnTo>
                  <a:pt x="12133" y="11826"/>
                </a:lnTo>
                <a:cubicBezTo>
                  <a:pt x="12096" y="11897"/>
                  <a:pt x="12090" y="11953"/>
                  <a:pt x="12119" y="11985"/>
                </a:cubicBezTo>
                <a:cubicBezTo>
                  <a:pt x="12144" y="12024"/>
                  <a:pt x="12158" y="12058"/>
                  <a:pt x="12158" y="12095"/>
                </a:cubicBezTo>
                <a:cubicBezTo>
                  <a:pt x="12158" y="12151"/>
                  <a:pt x="12206" y="12272"/>
                  <a:pt x="12299" y="12464"/>
                </a:cubicBezTo>
                <a:cubicBezTo>
                  <a:pt x="12395" y="12659"/>
                  <a:pt x="12480" y="12758"/>
                  <a:pt x="12551" y="12758"/>
                </a:cubicBezTo>
                <a:cubicBezTo>
                  <a:pt x="12641" y="12758"/>
                  <a:pt x="12681" y="12699"/>
                  <a:pt x="12672" y="12583"/>
                </a:cubicBezTo>
                <a:cubicBezTo>
                  <a:pt x="12664" y="12467"/>
                  <a:pt x="12658" y="12391"/>
                  <a:pt x="12658" y="12357"/>
                </a:cubicBezTo>
                <a:cubicBezTo>
                  <a:pt x="12658" y="12177"/>
                  <a:pt x="12621" y="11999"/>
                  <a:pt x="12551" y="11829"/>
                </a:cubicBezTo>
                <a:cubicBezTo>
                  <a:pt x="12480" y="11657"/>
                  <a:pt x="12410" y="11482"/>
                  <a:pt x="12347" y="11299"/>
                </a:cubicBezTo>
                <a:lnTo>
                  <a:pt x="12347" y="11222"/>
                </a:lnTo>
                <a:cubicBezTo>
                  <a:pt x="12347" y="11129"/>
                  <a:pt x="12404" y="11050"/>
                  <a:pt x="12517" y="10985"/>
                </a:cubicBezTo>
                <a:cubicBezTo>
                  <a:pt x="12630" y="10912"/>
                  <a:pt x="12686" y="10875"/>
                  <a:pt x="12686" y="10852"/>
                </a:cubicBezTo>
                <a:cubicBezTo>
                  <a:pt x="12777" y="10781"/>
                  <a:pt x="12879" y="10707"/>
                  <a:pt x="12992" y="10637"/>
                </a:cubicBezTo>
                <a:cubicBezTo>
                  <a:pt x="13102" y="10563"/>
                  <a:pt x="13187" y="10482"/>
                  <a:pt x="13240" y="10383"/>
                </a:cubicBezTo>
                <a:lnTo>
                  <a:pt x="13348" y="10163"/>
                </a:lnTo>
                <a:lnTo>
                  <a:pt x="13348" y="10030"/>
                </a:lnTo>
                <a:lnTo>
                  <a:pt x="13430" y="10030"/>
                </a:lnTo>
                <a:cubicBezTo>
                  <a:pt x="13466" y="10030"/>
                  <a:pt x="13483" y="10002"/>
                  <a:pt x="13483" y="9948"/>
                </a:cubicBezTo>
                <a:cubicBezTo>
                  <a:pt x="13483" y="9931"/>
                  <a:pt x="13472" y="9914"/>
                  <a:pt x="13444" y="9903"/>
                </a:cubicBezTo>
                <a:cubicBezTo>
                  <a:pt x="13415" y="9886"/>
                  <a:pt x="13384" y="9863"/>
                  <a:pt x="13348" y="9827"/>
                </a:cubicBezTo>
                <a:cubicBezTo>
                  <a:pt x="13314" y="9810"/>
                  <a:pt x="13277" y="9782"/>
                  <a:pt x="13240" y="9742"/>
                </a:cubicBezTo>
                <a:lnTo>
                  <a:pt x="13322" y="9694"/>
                </a:lnTo>
                <a:cubicBezTo>
                  <a:pt x="13359" y="9638"/>
                  <a:pt x="13384" y="9573"/>
                  <a:pt x="13404" y="9491"/>
                </a:cubicBezTo>
                <a:cubicBezTo>
                  <a:pt x="13421" y="9406"/>
                  <a:pt x="13413" y="9335"/>
                  <a:pt x="13376" y="9273"/>
                </a:cubicBezTo>
                <a:lnTo>
                  <a:pt x="13579" y="9163"/>
                </a:lnTo>
                <a:cubicBezTo>
                  <a:pt x="13559" y="9220"/>
                  <a:pt x="13579" y="9254"/>
                  <a:pt x="13633" y="9273"/>
                </a:cubicBezTo>
                <a:cubicBezTo>
                  <a:pt x="13687" y="9290"/>
                  <a:pt x="13732" y="9290"/>
                  <a:pt x="13769" y="9273"/>
                </a:cubicBezTo>
                <a:lnTo>
                  <a:pt x="13904" y="9053"/>
                </a:lnTo>
                <a:cubicBezTo>
                  <a:pt x="13867" y="8966"/>
                  <a:pt x="13845" y="8932"/>
                  <a:pt x="13836" y="8960"/>
                </a:cubicBezTo>
                <a:cubicBezTo>
                  <a:pt x="13828" y="8988"/>
                  <a:pt x="13851" y="8960"/>
                  <a:pt x="13904" y="8867"/>
                </a:cubicBezTo>
                <a:cubicBezTo>
                  <a:pt x="13995" y="8833"/>
                  <a:pt x="14082" y="8788"/>
                  <a:pt x="14167" y="8740"/>
                </a:cubicBezTo>
                <a:cubicBezTo>
                  <a:pt x="14255" y="8689"/>
                  <a:pt x="14339" y="8664"/>
                  <a:pt x="14433" y="8664"/>
                </a:cubicBezTo>
                <a:cubicBezTo>
                  <a:pt x="14449" y="8683"/>
                  <a:pt x="14466" y="8689"/>
                  <a:pt x="14486" y="8689"/>
                </a:cubicBezTo>
                <a:cubicBezTo>
                  <a:pt x="14540" y="8689"/>
                  <a:pt x="14565" y="8683"/>
                  <a:pt x="14565" y="8664"/>
                </a:cubicBezTo>
                <a:cubicBezTo>
                  <a:pt x="14565" y="8573"/>
                  <a:pt x="14548" y="8520"/>
                  <a:pt x="14512" y="8503"/>
                </a:cubicBezTo>
                <a:lnTo>
                  <a:pt x="14676" y="8167"/>
                </a:lnTo>
                <a:cubicBezTo>
                  <a:pt x="14800" y="8167"/>
                  <a:pt x="14896" y="8110"/>
                  <a:pt x="14958" y="8000"/>
                </a:cubicBezTo>
                <a:lnTo>
                  <a:pt x="15204" y="7972"/>
                </a:lnTo>
                <a:cubicBezTo>
                  <a:pt x="15258" y="7958"/>
                  <a:pt x="15283" y="7924"/>
                  <a:pt x="15283" y="7867"/>
                </a:cubicBezTo>
                <a:lnTo>
                  <a:pt x="15283" y="7842"/>
                </a:lnTo>
                <a:lnTo>
                  <a:pt x="15758" y="7704"/>
                </a:lnTo>
                <a:lnTo>
                  <a:pt x="15811" y="7554"/>
                </a:lnTo>
                <a:lnTo>
                  <a:pt x="15676" y="7368"/>
                </a:lnTo>
                <a:cubicBezTo>
                  <a:pt x="15693" y="7368"/>
                  <a:pt x="15701" y="7351"/>
                  <a:pt x="15701" y="7311"/>
                </a:cubicBezTo>
                <a:cubicBezTo>
                  <a:pt x="15701" y="7277"/>
                  <a:pt x="15684" y="7252"/>
                  <a:pt x="15647" y="7235"/>
                </a:cubicBezTo>
                <a:cubicBezTo>
                  <a:pt x="15614" y="7212"/>
                  <a:pt x="15580" y="7195"/>
                  <a:pt x="15554" y="7179"/>
                </a:cubicBezTo>
                <a:cubicBezTo>
                  <a:pt x="15526" y="7162"/>
                  <a:pt x="15495" y="7142"/>
                  <a:pt x="15458" y="7125"/>
                </a:cubicBezTo>
                <a:lnTo>
                  <a:pt x="15404" y="7150"/>
                </a:lnTo>
                <a:lnTo>
                  <a:pt x="15458" y="7125"/>
                </a:lnTo>
                <a:lnTo>
                  <a:pt x="15715" y="7125"/>
                </a:lnTo>
                <a:cubicBezTo>
                  <a:pt x="15797" y="7125"/>
                  <a:pt x="15837" y="7085"/>
                  <a:pt x="15837" y="7003"/>
                </a:cubicBezTo>
                <a:cubicBezTo>
                  <a:pt x="15837" y="6893"/>
                  <a:pt x="15775" y="6837"/>
                  <a:pt x="15647" y="6837"/>
                </a:cubicBezTo>
                <a:cubicBezTo>
                  <a:pt x="15486" y="6837"/>
                  <a:pt x="15300" y="6877"/>
                  <a:pt x="15088" y="6953"/>
                </a:cubicBezTo>
                <a:cubicBezTo>
                  <a:pt x="14876" y="7029"/>
                  <a:pt x="14729" y="7162"/>
                  <a:pt x="14647" y="7339"/>
                </a:cubicBezTo>
                <a:lnTo>
                  <a:pt x="14458" y="7450"/>
                </a:lnTo>
                <a:lnTo>
                  <a:pt x="14701" y="7207"/>
                </a:lnTo>
                <a:lnTo>
                  <a:pt x="14740" y="7125"/>
                </a:lnTo>
                <a:cubicBezTo>
                  <a:pt x="14740" y="7085"/>
                  <a:pt x="14698" y="7063"/>
                  <a:pt x="14613" y="7046"/>
                </a:cubicBezTo>
                <a:cubicBezTo>
                  <a:pt x="14529" y="7035"/>
                  <a:pt x="14503" y="7029"/>
                  <a:pt x="14540" y="7029"/>
                </a:cubicBezTo>
                <a:cubicBezTo>
                  <a:pt x="14701" y="7029"/>
                  <a:pt x="14825" y="7015"/>
                  <a:pt x="14910" y="6975"/>
                </a:cubicBezTo>
                <a:cubicBezTo>
                  <a:pt x="14998" y="6936"/>
                  <a:pt x="15068" y="6899"/>
                  <a:pt x="15122" y="6854"/>
                </a:cubicBezTo>
                <a:cubicBezTo>
                  <a:pt x="15176" y="6809"/>
                  <a:pt x="15232" y="6766"/>
                  <a:pt x="15289" y="6715"/>
                </a:cubicBezTo>
                <a:cubicBezTo>
                  <a:pt x="15348" y="6670"/>
                  <a:pt x="15433" y="6634"/>
                  <a:pt x="15540" y="6594"/>
                </a:cubicBezTo>
                <a:cubicBezTo>
                  <a:pt x="15746" y="6634"/>
                  <a:pt x="15947" y="6645"/>
                  <a:pt x="16136" y="6622"/>
                </a:cubicBezTo>
                <a:cubicBezTo>
                  <a:pt x="16323" y="6605"/>
                  <a:pt x="16523" y="6594"/>
                  <a:pt x="16730" y="6594"/>
                </a:cubicBezTo>
                <a:cubicBezTo>
                  <a:pt x="16786" y="6560"/>
                  <a:pt x="16840" y="6523"/>
                  <a:pt x="16893" y="6484"/>
                </a:cubicBezTo>
                <a:cubicBezTo>
                  <a:pt x="16947" y="6439"/>
                  <a:pt x="16981" y="6396"/>
                  <a:pt x="17001" y="6340"/>
                </a:cubicBezTo>
                <a:lnTo>
                  <a:pt x="17312" y="6286"/>
                </a:lnTo>
                <a:cubicBezTo>
                  <a:pt x="17348" y="6323"/>
                  <a:pt x="17402" y="6315"/>
                  <a:pt x="17475" y="6258"/>
                </a:cubicBezTo>
                <a:cubicBezTo>
                  <a:pt x="17546" y="6202"/>
                  <a:pt x="17583" y="6159"/>
                  <a:pt x="17583" y="6125"/>
                </a:cubicBezTo>
                <a:cubicBezTo>
                  <a:pt x="17583" y="6032"/>
                  <a:pt x="17532" y="5976"/>
                  <a:pt x="17433" y="5950"/>
                </a:cubicBezTo>
                <a:cubicBezTo>
                  <a:pt x="17334" y="5922"/>
                  <a:pt x="17283" y="5854"/>
                  <a:pt x="17283" y="5755"/>
                </a:cubicBezTo>
                <a:cubicBezTo>
                  <a:pt x="17283" y="5738"/>
                  <a:pt x="17289" y="5713"/>
                  <a:pt x="17297" y="5679"/>
                </a:cubicBezTo>
                <a:cubicBezTo>
                  <a:pt x="17309" y="5640"/>
                  <a:pt x="17295" y="5623"/>
                  <a:pt x="17258" y="5623"/>
                </a:cubicBezTo>
                <a:cubicBezTo>
                  <a:pt x="17204" y="5623"/>
                  <a:pt x="17117" y="5651"/>
                  <a:pt x="16995" y="5707"/>
                </a:cubicBezTo>
                <a:cubicBezTo>
                  <a:pt x="16871" y="5758"/>
                  <a:pt x="16786" y="5806"/>
                  <a:pt x="16730" y="5840"/>
                </a:cubicBezTo>
                <a:cubicBezTo>
                  <a:pt x="16693" y="5854"/>
                  <a:pt x="16673" y="5854"/>
                  <a:pt x="16662" y="5829"/>
                </a:cubicBezTo>
                <a:cubicBezTo>
                  <a:pt x="16653" y="5801"/>
                  <a:pt x="16650" y="5767"/>
                  <a:pt x="16650" y="5730"/>
                </a:cubicBezTo>
                <a:lnTo>
                  <a:pt x="16676" y="5755"/>
                </a:lnTo>
                <a:lnTo>
                  <a:pt x="16786" y="5705"/>
                </a:lnTo>
                <a:lnTo>
                  <a:pt x="17094" y="5594"/>
                </a:lnTo>
                <a:lnTo>
                  <a:pt x="17148" y="5538"/>
                </a:lnTo>
                <a:cubicBezTo>
                  <a:pt x="17148" y="5484"/>
                  <a:pt x="17117" y="5451"/>
                  <a:pt x="17049" y="5434"/>
                </a:cubicBezTo>
                <a:cubicBezTo>
                  <a:pt x="16981" y="5411"/>
                  <a:pt x="16927" y="5405"/>
                  <a:pt x="16893" y="5405"/>
                </a:cubicBezTo>
                <a:cubicBezTo>
                  <a:pt x="16857" y="5405"/>
                  <a:pt x="16803" y="5417"/>
                  <a:pt x="16730" y="5445"/>
                </a:cubicBezTo>
                <a:cubicBezTo>
                  <a:pt x="16659" y="5473"/>
                  <a:pt x="16622" y="5456"/>
                  <a:pt x="16622" y="5405"/>
                </a:cubicBezTo>
                <a:lnTo>
                  <a:pt x="16650" y="5349"/>
                </a:lnTo>
                <a:cubicBezTo>
                  <a:pt x="16540" y="5259"/>
                  <a:pt x="16444" y="5154"/>
                  <a:pt x="16359" y="5047"/>
                </a:cubicBezTo>
                <a:cubicBezTo>
                  <a:pt x="16272" y="4931"/>
                  <a:pt x="16229" y="4861"/>
                  <a:pt x="16229" y="4821"/>
                </a:cubicBezTo>
                <a:cubicBezTo>
                  <a:pt x="16229" y="4787"/>
                  <a:pt x="16235" y="4751"/>
                  <a:pt x="16244" y="4705"/>
                </a:cubicBezTo>
                <a:cubicBezTo>
                  <a:pt x="16252" y="4669"/>
                  <a:pt x="16229" y="4646"/>
                  <a:pt x="16176" y="4646"/>
                </a:cubicBezTo>
                <a:cubicBezTo>
                  <a:pt x="16139" y="4646"/>
                  <a:pt x="16108" y="4652"/>
                  <a:pt x="16083" y="4663"/>
                </a:cubicBezTo>
                <a:cubicBezTo>
                  <a:pt x="16054" y="4672"/>
                  <a:pt x="16040" y="4646"/>
                  <a:pt x="16040" y="4595"/>
                </a:cubicBezTo>
                <a:cubicBezTo>
                  <a:pt x="16040" y="4556"/>
                  <a:pt x="16018" y="4480"/>
                  <a:pt x="15972" y="4364"/>
                </a:cubicBezTo>
                <a:cubicBezTo>
                  <a:pt x="15927" y="4248"/>
                  <a:pt x="15865" y="4189"/>
                  <a:pt x="15783" y="4189"/>
                </a:cubicBezTo>
                <a:lnTo>
                  <a:pt x="15676" y="4299"/>
                </a:lnTo>
                <a:cubicBezTo>
                  <a:pt x="15676" y="4347"/>
                  <a:pt x="15647" y="4392"/>
                  <a:pt x="15594" y="4420"/>
                </a:cubicBezTo>
                <a:cubicBezTo>
                  <a:pt x="15540" y="4446"/>
                  <a:pt x="15512" y="4474"/>
                  <a:pt x="15512" y="4513"/>
                </a:cubicBezTo>
                <a:lnTo>
                  <a:pt x="15458" y="4513"/>
                </a:lnTo>
                <a:lnTo>
                  <a:pt x="15176" y="4672"/>
                </a:lnTo>
                <a:cubicBezTo>
                  <a:pt x="15156" y="4640"/>
                  <a:pt x="15133" y="4629"/>
                  <a:pt x="15108" y="4646"/>
                </a:cubicBezTo>
                <a:cubicBezTo>
                  <a:pt x="15080" y="4669"/>
                  <a:pt x="15048" y="4672"/>
                  <a:pt x="15012" y="4672"/>
                </a:cubicBezTo>
                <a:lnTo>
                  <a:pt x="14986" y="4672"/>
                </a:lnTo>
                <a:lnTo>
                  <a:pt x="14958" y="4700"/>
                </a:lnTo>
                <a:cubicBezTo>
                  <a:pt x="15029" y="4700"/>
                  <a:pt x="15063" y="4663"/>
                  <a:pt x="15054" y="4578"/>
                </a:cubicBezTo>
                <a:cubicBezTo>
                  <a:pt x="15043" y="4497"/>
                  <a:pt x="15012" y="4457"/>
                  <a:pt x="14958" y="4457"/>
                </a:cubicBezTo>
                <a:lnTo>
                  <a:pt x="14740" y="4513"/>
                </a:lnTo>
                <a:cubicBezTo>
                  <a:pt x="14707" y="4513"/>
                  <a:pt x="14684" y="4508"/>
                  <a:pt x="14681" y="4496"/>
                </a:cubicBezTo>
                <a:cubicBezTo>
                  <a:pt x="14676" y="4491"/>
                  <a:pt x="14684" y="4474"/>
                  <a:pt x="14709" y="4446"/>
                </a:cubicBezTo>
                <a:cubicBezTo>
                  <a:pt x="14732" y="4420"/>
                  <a:pt x="14752" y="4386"/>
                  <a:pt x="14769" y="4347"/>
                </a:cubicBezTo>
                <a:cubicBezTo>
                  <a:pt x="14789" y="4316"/>
                  <a:pt x="14789" y="4276"/>
                  <a:pt x="14769" y="4242"/>
                </a:cubicBezTo>
                <a:cubicBezTo>
                  <a:pt x="14752" y="4203"/>
                  <a:pt x="14721" y="4203"/>
                  <a:pt x="14681" y="4225"/>
                </a:cubicBezTo>
                <a:cubicBezTo>
                  <a:pt x="14642" y="4254"/>
                  <a:pt x="14619" y="4254"/>
                  <a:pt x="14619" y="4214"/>
                </a:cubicBezTo>
                <a:lnTo>
                  <a:pt x="14701" y="4214"/>
                </a:lnTo>
                <a:lnTo>
                  <a:pt x="14769" y="4149"/>
                </a:lnTo>
                <a:cubicBezTo>
                  <a:pt x="14789" y="4127"/>
                  <a:pt x="14780" y="4098"/>
                  <a:pt x="14749" y="4056"/>
                </a:cubicBezTo>
                <a:cubicBezTo>
                  <a:pt x="14718" y="4005"/>
                  <a:pt x="14692" y="3977"/>
                  <a:pt x="14675" y="3957"/>
                </a:cubicBezTo>
                <a:lnTo>
                  <a:pt x="14376" y="3906"/>
                </a:lnTo>
                <a:lnTo>
                  <a:pt x="14187" y="3740"/>
                </a:lnTo>
                <a:cubicBezTo>
                  <a:pt x="14170" y="3757"/>
                  <a:pt x="14136" y="3745"/>
                  <a:pt x="14088" y="3703"/>
                </a:cubicBezTo>
                <a:cubicBezTo>
                  <a:pt x="14037" y="3658"/>
                  <a:pt x="13995" y="3624"/>
                  <a:pt x="13958" y="3610"/>
                </a:cubicBezTo>
                <a:lnTo>
                  <a:pt x="13740" y="3686"/>
                </a:lnTo>
                <a:lnTo>
                  <a:pt x="13212" y="3565"/>
                </a:lnTo>
                <a:cubicBezTo>
                  <a:pt x="13178" y="3565"/>
                  <a:pt x="13141" y="3576"/>
                  <a:pt x="13105" y="3599"/>
                </a:cubicBezTo>
                <a:cubicBezTo>
                  <a:pt x="13071" y="3624"/>
                  <a:pt x="13051" y="3652"/>
                  <a:pt x="13051" y="3686"/>
                </a:cubicBezTo>
                <a:cubicBezTo>
                  <a:pt x="13051" y="3726"/>
                  <a:pt x="13071" y="3751"/>
                  <a:pt x="13105" y="3768"/>
                </a:cubicBezTo>
                <a:cubicBezTo>
                  <a:pt x="13141" y="3785"/>
                  <a:pt x="13158" y="3813"/>
                  <a:pt x="13158" y="3850"/>
                </a:cubicBezTo>
                <a:cubicBezTo>
                  <a:pt x="13158" y="3884"/>
                  <a:pt x="13172" y="3983"/>
                  <a:pt x="13201" y="4138"/>
                </a:cubicBezTo>
                <a:cubicBezTo>
                  <a:pt x="13226" y="4299"/>
                  <a:pt x="13203" y="4358"/>
                  <a:pt x="13133" y="4324"/>
                </a:cubicBezTo>
                <a:lnTo>
                  <a:pt x="12997" y="4513"/>
                </a:lnTo>
                <a:cubicBezTo>
                  <a:pt x="13014" y="4547"/>
                  <a:pt x="13045" y="4578"/>
                  <a:pt x="13090" y="4606"/>
                </a:cubicBezTo>
                <a:cubicBezTo>
                  <a:pt x="13138" y="4635"/>
                  <a:pt x="13181" y="4669"/>
                  <a:pt x="13226" y="4705"/>
                </a:cubicBezTo>
                <a:cubicBezTo>
                  <a:pt x="13271" y="4750"/>
                  <a:pt x="13314" y="4793"/>
                  <a:pt x="13348" y="4849"/>
                </a:cubicBezTo>
                <a:cubicBezTo>
                  <a:pt x="13384" y="4903"/>
                  <a:pt x="13393" y="4988"/>
                  <a:pt x="13376" y="5092"/>
                </a:cubicBezTo>
                <a:lnTo>
                  <a:pt x="12768" y="5510"/>
                </a:lnTo>
                <a:lnTo>
                  <a:pt x="12768" y="5566"/>
                </a:lnTo>
                <a:cubicBezTo>
                  <a:pt x="12768" y="5637"/>
                  <a:pt x="12785" y="5705"/>
                  <a:pt x="12822" y="5770"/>
                </a:cubicBezTo>
                <a:cubicBezTo>
                  <a:pt x="12856" y="5832"/>
                  <a:pt x="12893" y="5914"/>
                  <a:pt x="12929" y="6012"/>
                </a:cubicBezTo>
                <a:cubicBezTo>
                  <a:pt x="13020" y="6052"/>
                  <a:pt x="13062" y="6080"/>
                  <a:pt x="13059" y="6105"/>
                </a:cubicBezTo>
                <a:cubicBezTo>
                  <a:pt x="13054" y="6134"/>
                  <a:pt x="13023" y="6162"/>
                  <a:pt x="12963" y="6190"/>
                </a:cubicBezTo>
                <a:cubicBezTo>
                  <a:pt x="12904" y="6216"/>
                  <a:pt x="12850" y="6244"/>
                  <a:pt x="12794" y="6272"/>
                </a:cubicBezTo>
                <a:cubicBezTo>
                  <a:pt x="12740" y="6295"/>
                  <a:pt x="12715" y="6320"/>
                  <a:pt x="12715" y="6337"/>
                </a:cubicBezTo>
                <a:cubicBezTo>
                  <a:pt x="12715" y="6354"/>
                  <a:pt x="12695" y="6365"/>
                  <a:pt x="12658" y="6365"/>
                </a:cubicBezTo>
                <a:lnTo>
                  <a:pt x="12497" y="6365"/>
                </a:lnTo>
                <a:cubicBezTo>
                  <a:pt x="12497" y="6343"/>
                  <a:pt x="12506" y="6331"/>
                  <a:pt x="12523" y="6320"/>
                </a:cubicBezTo>
                <a:cubicBezTo>
                  <a:pt x="12542" y="6314"/>
                  <a:pt x="12551" y="6295"/>
                  <a:pt x="12551" y="6255"/>
                </a:cubicBezTo>
                <a:lnTo>
                  <a:pt x="12294" y="6094"/>
                </a:lnTo>
                <a:lnTo>
                  <a:pt x="12294" y="6122"/>
                </a:lnTo>
                <a:lnTo>
                  <a:pt x="12186" y="5902"/>
                </a:lnTo>
                <a:cubicBezTo>
                  <a:pt x="12220" y="5815"/>
                  <a:pt x="12226" y="5747"/>
                  <a:pt x="12200" y="5710"/>
                </a:cubicBezTo>
                <a:cubicBezTo>
                  <a:pt x="12172" y="5665"/>
                  <a:pt x="12158" y="5620"/>
                  <a:pt x="12158" y="5566"/>
                </a:cubicBezTo>
                <a:cubicBezTo>
                  <a:pt x="12158" y="5422"/>
                  <a:pt x="12093" y="5352"/>
                  <a:pt x="11963" y="5352"/>
                </a:cubicBezTo>
                <a:cubicBezTo>
                  <a:pt x="11833" y="5352"/>
                  <a:pt x="11695" y="5369"/>
                  <a:pt x="11551" y="5408"/>
                </a:cubicBezTo>
                <a:cubicBezTo>
                  <a:pt x="11585" y="5386"/>
                  <a:pt x="11582" y="5360"/>
                  <a:pt x="11537" y="5321"/>
                </a:cubicBezTo>
                <a:cubicBezTo>
                  <a:pt x="11491" y="5276"/>
                  <a:pt x="11460" y="5259"/>
                  <a:pt x="11440" y="5259"/>
                </a:cubicBezTo>
                <a:cubicBezTo>
                  <a:pt x="11296" y="5259"/>
                  <a:pt x="11127" y="5194"/>
                  <a:pt x="10926"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4" y="3104"/>
                  <a:pt x="10977" y="3042"/>
                  <a:pt x="11158" y="2960"/>
                </a:cubicBezTo>
                <a:cubicBezTo>
                  <a:pt x="11158" y="2926"/>
                  <a:pt x="11062" y="2890"/>
                  <a:pt x="10867" y="2850"/>
                </a:cubicBezTo>
                <a:cubicBezTo>
                  <a:pt x="10671" y="2816"/>
                  <a:pt x="10549" y="2780"/>
                  <a:pt x="10496" y="2746"/>
                </a:cubicBezTo>
                <a:lnTo>
                  <a:pt x="10657" y="2746"/>
                </a:lnTo>
                <a:cubicBezTo>
                  <a:pt x="10691" y="2746"/>
                  <a:pt x="10739" y="2752"/>
                  <a:pt x="10799" y="2774"/>
                </a:cubicBezTo>
                <a:cubicBezTo>
                  <a:pt x="10858" y="2788"/>
                  <a:pt x="10906" y="2805"/>
                  <a:pt x="10940" y="2828"/>
                </a:cubicBezTo>
                <a:cubicBezTo>
                  <a:pt x="10940" y="2862"/>
                  <a:pt x="10969" y="2884"/>
                  <a:pt x="11022" y="2895"/>
                </a:cubicBezTo>
                <a:cubicBezTo>
                  <a:pt x="11076" y="2901"/>
                  <a:pt x="11121" y="2907"/>
                  <a:pt x="11158" y="2907"/>
                </a:cubicBezTo>
                <a:lnTo>
                  <a:pt x="11361" y="2774"/>
                </a:lnTo>
                <a:lnTo>
                  <a:pt x="11361" y="2689"/>
                </a:lnTo>
                <a:lnTo>
                  <a:pt x="11308" y="2608"/>
                </a:lnTo>
                <a:lnTo>
                  <a:pt x="11604" y="2554"/>
                </a:lnTo>
                <a:cubicBezTo>
                  <a:pt x="11584" y="2537"/>
                  <a:pt x="11590" y="2520"/>
                  <a:pt x="11616" y="2503"/>
                </a:cubicBezTo>
                <a:cubicBezTo>
                  <a:pt x="11644" y="2480"/>
                  <a:pt x="11666" y="2475"/>
                  <a:pt x="11683" y="2475"/>
                </a:cubicBezTo>
                <a:cubicBezTo>
                  <a:pt x="11740" y="2475"/>
                  <a:pt x="11794" y="2503"/>
                  <a:pt x="11853" y="2554"/>
                </a:cubicBezTo>
                <a:cubicBezTo>
                  <a:pt x="11912" y="2608"/>
                  <a:pt x="11952" y="2636"/>
                  <a:pt x="11969" y="2636"/>
                </a:cubicBezTo>
                <a:lnTo>
                  <a:pt x="12240" y="2531"/>
                </a:lnTo>
                <a:cubicBezTo>
                  <a:pt x="12220" y="2509"/>
                  <a:pt x="12246" y="2497"/>
                  <a:pt x="12313" y="2486"/>
                </a:cubicBezTo>
                <a:cubicBezTo>
                  <a:pt x="12381" y="2480"/>
                  <a:pt x="12401" y="2452"/>
                  <a:pt x="12376" y="2410"/>
                </a:cubicBezTo>
                <a:lnTo>
                  <a:pt x="12186" y="2190"/>
                </a:lnTo>
                <a:cubicBezTo>
                  <a:pt x="12167" y="2190"/>
                  <a:pt x="12152" y="2178"/>
                  <a:pt x="12144" y="2150"/>
                </a:cubicBezTo>
                <a:cubicBezTo>
                  <a:pt x="12135" y="2122"/>
                  <a:pt x="12141" y="2111"/>
                  <a:pt x="12158" y="2111"/>
                </a:cubicBezTo>
                <a:cubicBezTo>
                  <a:pt x="12248" y="2111"/>
                  <a:pt x="12274" y="2063"/>
                  <a:pt x="12240" y="1972"/>
                </a:cubicBezTo>
                <a:cubicBezTo>
                  <a:pt x="12167" y="1941"/>
                  <a:pt x="12090" y="1896"/>
                  <a:pt x="12011" y="1848"/>
                </a:cubicBezTo>
                <a:cubicBezTo>
                  <a:pt x="11929" y="1797"/>
                  <a:pt x="11839" y="1769"/>
                  <a:pt x="11740" y="1769"/>
                </a:cubicBezTo>
                <a:cubicBezTo>
                  <a:pt x="11703" y="1769"/>
                  <a:pt x="11664" y="1780"/>
                  <a:pt x="11616" y="1797"/>
                </a:cubicBezTo>
                <a:cubicBezTo>
                  <a:pt x="11573" y="1820"/>
                  <a:pt x="11551" y="1848"/>
                  <a:pt x="11551" y="1890"/>
                </a:cubicBezTo>
                <a:cubicBezTo>
                  <a:pt x="11551" y="1930"/>
                  <a:pt x="11573" y="1947"/>
                  <a:pt x="11616" y="1947"/>
                </a:cubicBezTo>
                <a:cubicBezTo>
                  <a:pt x="11664" y="1947"/>
                  <a:pt x="11695" y="1964"/>
                  <a:pt x="11712" y="2000"/>
                </a:cubicBezTo>
                <a:cubicBezTo>
                  <a:pt x="11748" y="2040"/>
                  <a:pt x="11740" y="2057"/>
                  <a:pt x="11683" y="2057"/>
                </a:cubicBezTo>
                <a:cubicBezTo>
                  <a:pt x="11630" y="2057"/>
                  <a:pt x="11604" y="2063"/>
                  <a:pt x="11604" y="2082"/>
                </a:cubicBezTo>
                <a:cubicBezTo>
                  <a:pt x="11531" y="2082"/>
                  <a:pt x="11463" y="2133"/>
                  <a:pt x="11401" y="2243"/>
                </a:cubicBezTo>
                <a:cubicBezTo>
                  <a:pt x="11339" y="2353"/>
                  <a:pt x="11257" y="2432"/>
                  <a:pt x="11158" y="2475"/>
                </a:cubicBezTo>
                <a:cubicBezTo>
                  <a:pt x="11121" y="2475"/>
                  <a:pt x="11107" y="2463"/>
                  <a:pt x="11118" y="2441"/>
                </a:cubicBezTo>
                <a:cubicBezTo>
                  <a:pt x="11127" y="2421"/>
                  <a:pt x="11121" y="2398"/>
                  <a:pt x="11104" y="2382"/>
                </a:cubicBezTo>
                <a:cubicBezTo>
                  <a:pt x="11084" y="2342"/>
                  <a:pt x="11053" y="2319"/>
                  <a:pt x="11008" y="2311"/>
                </a:cubicBezTo>
                <a:cubicBezTo>
                  <a:pt x="10963" y="2305"/>
                  <a:pt x="10940" y="2283"/>
                  <a:pt x="10940" y="2243"/>
                </a:cubicBezTo>
                <a:cubicBezTo>
                  <a:pt x="10940" y="2209"/>
                  <a:pt x="10963" y="2150"/>
                  <a:pt x="11008" y="2068"/>
                </a:cubicBezTo>
                <a:cubicBezTo>
                  <a:pt x="11053" y="1989"/>
                  <a:pt x="10994" y="1947"/>
                  <a:pt x="10833"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7" y="20257"/>
                </a:moveTo>
                <a:cubicBezTo>
                  <a:pt x="12497" y="20308"/>
                  <a:pt x="12489" y="20333"/>
                  <a:pt x="12469" y="20356"/>
                </a:cubicBezTo>
                <a:cubicBezTo>
                  <a:pt x="13506" y="20175"/>
                  <a:pt x="14486" y="19839"/>
                  <a:pt x="15404" y="19348"/>
                </a:cubicBezTo>
                <a:cubicBezTo>
                  <a:pt x="16323" y="18857"/>
                  <a:pt x="17145" y="18224"/>
                  <a:pt x="17865" y="17451"/>
                </a:cubicBezTo>
                <a:lnTo>
                  <a:pt x="17840" y="17451"/>
                </a:lnTo>
                <a:cubicBezTo>
                  <a:pt x="17766" y="17484"/>
                  <a:pt x="17704" y="17484"/>
                  <a:pt x="17651" y="17451"/>
                </a:cubicBezTo>
                <a:lnTo>
                  <a:pt x="17583" y="17499"/>
                </a:lnTo>
                <a:lnTo>
                  <a:pt x="17419" y="17451"/>
                </a:lnTo>
                <a:lnTo>
                  <a:pt x="17365" y="17451"/>
                </a:lnTo>
                <a:lnTo>
                  <a:pt x="17312" y="17555"/>
                </a:lnTo>
                <a:lnTo>
                  <a:pt x="17340" y="17451"/>
                </a:lnTo>
                <a:cubicBezTo>
                  <a:pt x="17283" y="17377"/>
                  <a:pt x="17221" y="17307"/>
                  <a:pt x="17148" y="17247"/>
                </a:cubicBezTo>
                <a:lnTo>
                  <a:pt x="17094" y="17219"/>
                </a:lnTo>
                <a:cubicBezTo>
                  <a:pt x="17060" y="17219"/>
                  <a:pt x="17040" y="17253"/>
                  <a:pt x="17040" y="17324"/>
                </a:cubicBezTo>
                <a:cubicBezTo>
                  <a:pt x="17060" y="17180"/>
                  <a:pt x="17021" y="17058"/>
                  <a:pt x="16927" y="16954"/>
                </a:cubicBezTo>
                <a:cubicBezTo>
                  <a:pt x="16831" y="16849"/>
                  <a:pt x="16713" y="16798"/>
                  <a:pt x="16568" y="16798"/>
                </a:cubicBezTo>
                <a:cubicBezTo>
                  <a:pt x="16568" y="16815"/>
                  <a:pt x="16560" y="16827"/>
                  <a:pt x="16540" y="16827"/>
                </a:cubicBezTo>
                <a:lnTo>
                  <a:pt x="16487" y="16827"/>
                </a:lnTo>
                <a:lnTo>
                  <a:pt x="16419" y="16773"/>
                </a:lnTo>
                <a:lnTo>
                  <a:pt x="16515" y="16773"/>
                </a:lnTo>
                <a:lnTo>
                  <a:pt x="16569" y="16612"/>
                </a:lnTo>
                <a:lnTo>
                  <a:pt x="16419" y="16502"/>
                </a:lnTo>
                <a:lnTo>
                  <a:pt x="16391" y="16530"/>
                </a:lnTo>
                <a:cubicBezTo>
                  <a:pt x="16266" y="16513"/>
                  <a:pt x="16176" y="16440"/>
                  <a:pt x="16122" y="16316"/>
                </a:cubicBezTo>
                <a:lnTo>
                  <a:pt x="16068" y="16287"/>
                </a:lnTo>
                <a:lnTo>
                  <a:pt x="16040" y="16316"/>
                </a:lnTo>
                <a:lnTo>
                  <a:pt x="15986" y="16341"/>
                </a:lnTo>
                <a:cubicBezTo>
                  <a:pt x="15879" y="16375"/>
                  <a:pt x="15783" y="16414"/>
                  <a:pt x="15701" y="16446"/>
                </a:cubicBezTo>
                <a:cubicBezTo>
                  <a:pt x="15594" y="16414"/>
                  <a:pt x="15512" y="16364"/>
                  <a:pt x="15458" y="16316"/>
                </a:cubicBezTo>
                <a:lnTo>
                  <a:pt x="15094" y="16341"/>
                </a:lnTo>
                <a:cubicBezTo>
                  <a:pt x="15094" y="16285"/>
                  <a:pt x="15077" y="16231"/>
                  <a:pt x="15040" y="16169"/>
                </a:cubicBezTo>
                <a:cubicBezTo>
                  <a:pt x="15003" y="16110"/>
                  <a:pt x="14950" y="16078"/>
                  <a:pt x="14876" y="16078"/>
                </a:cubicBezTo>
                <a:cubicBezTo>
                  <a:pt x="14789" y="16078"/>
                  <a:pt x="14695" y="16090"/>
                  <a:pt x="14599" y="16107"/>
                </a:cubicBezTo>
                <a:cubicBezTo>
                  <a:pt x="14506" y="16124"/>
                  <a:pt x="14441" y="16186"/>
                  <a:pt x="14404" y="16282"/>
                </a:cubicBezTo>
                <a:cubicBezTo>
                  <a:pt x="14404" y="16313"/>
                  <a:pt x="14413" y="16352"/>
                  <a:pt x="14433" y="16386"/>
                </a:cubicBezTo>
                <a:cubicBezTo>
                  <a:pt x="14449" y="16426"/>
                  <a:pt x="14466" y="16451"/>
                  <a:pt x="14486" y="16468"/>
                </a:cubicBezTo>
                <a:lnTo>
                  <a:pt x="14486" y="16578"/>
                </a:lnTo>
                <a:lnTo>
                  <a:pt x="14458" y="16657"/>
                </a:lnTo>
                <a:lnTo>
                  <a:pt x="14404" y="16683"/>
                </a:lnTo>
                <a:lnTo>
                  <a:pt x="14376" y="16683"/>
                </a:lnTo>
                <a:lnTo>
                  <a:pt x="14297" y="16468"/>
                </a:lnTo>
                <a:lnTo>
                  <a:pt x="14376" y="16335"/>
                </a:lnTo>
                <a:cubicBezTo>
                  <a:pt x="14359" y="16299"/>
                  <a:pt x="14351" y="16248"/>
                  <a:pt x="14351" y="16192"/>
                </a:cubicBezTo>
                <a:cubicBezTo>
                  <a:pt x="14351" y="16132"/>
                  <a:pt x="14339" y="16087"/>
                  <a:pt x="14322" y="16050"/>
                </a:cubicBezTo>
                <a:lnTo>
                  <a:pt x="14297" y="15994"/>
                </a:lnTo>
                <a:lnTo>
                  <a:pt x="14215" y="15994"/>
                </a:lnTo>
                <a:lnTo>
                  <a:pt x="14012" y="16132"/>
                </a:lnTo>
                <a:lnTo>
                  <a:pt x="13904" y="16132"/>
                </a:lnTo>
                <a:lnTo>
                  <a:pt x="13851" y="16189"/>
                </a:lnTo>
                <a:cubicBezTo>
                  <a:pt x="13831" y="16203"/>
                  <a:pt x="13822" y="16220"/>
                  <a:pt x="13822" y="16237"/>
                </a:cubicBezTo>
                <a:cubicBezTo>
                  <a:pt x="13822" y="16259"/>
                  <a:pt x="13814" y="16271"/>
                  <a:pt x="13794" y="16282"/>
                </a:cubicBezTo>
                <a:lnTo>
                  <a:pt x="13769" y="16237"/>
                </a:lnTo>
                <a:lnTo>
                  <a:pt x="13661" y="16237"/>
                </a:lnTo>
                <a:cubicBezTo>
                  <a:pt x="13588" y="16313"/>
                  <a:pt x="13548" y="16398"/>
                  <a:pt x="13540" y="16497"/>
                </a:cubicBezTo>
                <a:lnTo>
                  <a:pt x="13579" y="16550"/>
                </a:lnTo>
                <a:lnTo>
                  <a:pt x="13458" y="16629"/>
                </a:lnTo>
                <a:lnTo>
                  <a:pt x="13430" y="16683"/>
                </a:lnTo>
                <a:lnTo>
                  <a:pt x="13348" y="16739"/>
                </a:lnTo>
                <a:cubicBezTo>
                  <a:pt x="13348" y="16756"/>
                  <a:pt x="13345" y="16768"/>
                  <a:pt x="13336" y="16768"/>
                </a:cubicBezTo>
                <a:cubicBezTo>
                  <a:pt x="13325" y="16768"/>
                  <a:pt x="13322" y="16779"/>
                  <a:pt x="13322" y="16793"/>
                </a:cubicBezTo>
                <a:lnTo>
                  <a:pt x="13322" y="16943"/>
                </a:lnTo>
                <a:lnTo>
                  <a:pt x="13294" y="16971"/>
                </a:lnTo>
                <a:lnTo>
                  <a:pt x="13294" y="16915"/>
                </a:lnTo>
                <a:lnTo>
                  <a:pt x="13269" y="16889"/>
                </a:lnTo>
                <a:cubicBezTo>
                  <a:pt x="13249" y="16779"/>
                  <a:pt x="13144" y="16683"/>
                  <a:pt x="12958" y="16607"/>
                </a:cubicBezTo>
                <a:lnTo>
                  <a:pt x="12876" y="16607"/>
                </a:lnTo>
                <a:lnTo>
                  <a:pt x="12876" y="16658"/>
                </a:lnTo>
                <a:cubicBezTo>
                  <a:pt x="12893" y="16711"/>
                  <a:pt x="12932" y="16762"/>
                  <a:pt x="12992" y="16799"/>
                </a:cubicBezTo>
                <a:cubicBezTo>
                  <a:pt x="13048" y="16838"/>
                  <a:pt x="13096" y="16878"/>
                  <a:pt x="13133" y="16914"/>
                </a:cubicBezTo>
                <a:cubicBezTo>
                  <a:pt x="13113" y="16897"/>
                  <a:pt x="13091" y="16895"/>
                  <a:pt x="13065" y="16903"/>
                </a:cubicBezTo>
                <a:cubicBezTo>
                  <a:pt x="13037" y="16909"/>
                  <a:pt x="13026" y="16926"/>
                  <a:pt x="13026" y="16943"/>
                </a:cubicBezTo>
                <a:lnTo>
                  <a:pt x="13026" y="16999"/>
                </a:lnTo>
                <a:lnTo>
                  <a:pt x="13212" y="17267"/>
                </a:lnTo>
                <a:lnTo>
                  <a:pt x="13212" y="17792"/>
                </a:lnTo>
                <a:lnTo>
                  <a:pt x="13269" y="17931"/>
                </a:lnTo>
                <a:cubicBezTo>
                  <a:pt x="13232" y="18075"/>
                  <a:pt x="13158" y="18193"/>
                  <a:pt x="13051" y="18295"/>
                </a:cubicBezTo>
                <a:lnTo>
                  <a:pt x="13051" y="18267"/>
                </a:lnTo>
                <a:lnTo>
                  <a:pt x="12997" y="18295"/>
                </a:lnTo>
                <a:lnTo>
                  <a:pt x="12958" y="18320"/>
                </a:lnTo>
                <a:lnTo>
                  <a:pt x="12929" y="18453"/>
                </a:lnTo>
                <a:lnTo>
                  <a:pt x="12958" y="18481"/>
                </a:lnTo>
                <a:lnTo>
                  <a:pt x="12958" y="18510"/>
                </a:lnTo>
                <a:lnTo>
                  <a:pt x="12904" y="18453"/>
                </a:lnTo>
                <a:lnTo>
                  <a:pt x="12876" y="18628"/>
                </a:lnTo>
                <a:lnTo>
                  <a:pt x="12715" y="18682"/>
                </a:lnTo>
                <a:cubicBezTo>
                  <a:pt x="12658" y="18721"/>
                  <a:pt x="12636" y="18772"/>
                  <a:pt x="12647" y="18832"/>
                </a:cubicBezTo>
                <a:cubicBezTo>
                  <a:pt x="12655" y="18897"/>
                  <a:pt x="12633" y="18942"/>
                  <a:pt x="12579" y="18981"/>
                </a:cubicBezTo>
                <a:lnTo>
                  <a:pt x="12605" y="19035"/>
                </a:lnTo>
                <a:lnTo>
                  <a:pt x="12523" y="19114"/>
                </a:lnTo>
                <a:cubicBezTo>
                  <a:pt x="12523" y="19151"/>
                  <a:pt x="12520" y="19179"/>
                  <a:pt x="12509" y="19202"/>
                </a:cubicBezTo>
                <a:cubicBezTo>
                  <a:pt x="12500" y="19230"/>
                  <a:pt x="12497" y="19255"/>
                  <a:pt x="12497" y="19289"/>
                </a:cubicBezTo>
                <a:lnTo>
                  <a:pt x="12523" y="19484"/>
                </a:lnTo>
                <a:lnTo>
                  <a:pt x="12605" y="19532"/>
                </a:lnTo>
                <a:lnTo>
                  <a:pt x="12658" y="19484"/>
                </a:lnTo>
                <a:lnTo>
                  <a:pt x="12686" y="19399"/>
                </a:lnTo>
                <a:lnTo>
                  <a:pt x="12715" y="19560"/>
                </a:lnTo>
                <a:cubicBezTo>
                  <a:pt x="12715" y="19600"/>
                  <a:pt x="12695" y="19631"/>
                  <a:pt x="12658" y="19670"/>
                </a:cubicBezTo>
                <a:cubicBezTo>
                  <a:pt x="12605" y="19710"/>
                  <a:pt x="12551" y="19747"/>
                  <a:pt x="12497" y="19797"/>
                </a:cubicBezTo>
                <a:cubicBezTo>
                  <a:pt x="12441" y="19845"/>
                  <a:pt x="12415" y="19919"/>
                  <a:pt x="12415" y="20006"/>
                </a:cubicBezTo>
                <a:cubicBezTo>
                  <a:pt x="12415" y="20046"/>
                  <a:pt x="12429" y="20083"/>
                  <a:pt x="12455" y="20128"/>
                </a:cubicBezTo>
                <a:cubicBezTo>
                  <a:pt x="12483" y="20186"/>
                  <a:pt x="12497" y="20226"/>
                  <a:pt x="12497" y="20257"/>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5" name="Shape 7285"/>
          <p:cNvSpPr/>
          <p:nvPr/>
        </p:nvSpPr>
        <p:spPr>
          <a:xfrm>
            <a:off x="21322157" y="6980880"/>
            <a:ext cx="68357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9" y="0"/>
                </a:moveTo>
                <a:cubicBezTo>
                  <a:pt x="20952" y="0"/>
                  <a:pt x="21160" y="105"/>
                  <a:pt x="21336" y="317"/>
                </a:cubicBezTo>
                <a:cubicBezTo>
                  <a:pt x="21512" y="528"/>
                  <a:pt x="21600" y="778"/>
                  <a:pt x="21600" y="1069"/>
                </a:cubicBezTo>
                <a:lnTo>
                  <a:pt x="21600" y="20502"/>
                </a:lnTo>
                <a:cubicBezTo>
                  <a:pt x="21600" y="20813"/>
                  <a:pt x="21512" y="21075"/>
                  <a:pt x="21336" y="21283"/>
                </a:cubicBezTo>
                <a:cubicBezTo>
                  <a:pt x="21160" y="21495"/>
                  <a:pt x="20952" y="21600"/>
                  <a:pt x="20709" y="21600"/>
                </a:cubicBezTo>
                <a:lnTo>
                  <a:pt x="913" y="21600"/>
                </a:lnTo>
                <a:cubicBezTo>
                  <a:pt x="656" y="21600"/>
                  <a:pt x="440" y="21495"/>
                  <a:pt x="261" y="21283"/>
                </a:cubicBezTo>
                <a:cubicBezTo>
                  <a:pt x="85" y="21075"/>
                  <a:pt x="0" y="20813"/>
                  <a:pt x="0" y="20502"/>
                </a:cubicBezTo>
                <a:lnTo>
                  <a:pt x="0" y="1069"/>
                </a:lnTo>
                <a:cubicBezTo>
                  <a:pt x="0" y="778"/>
                  <a:pt x="85" y="528"/>
                  <a:pt x="261" y="317"/>
                </a:cubicBezTo>
                <a:cubicBezTo>
                  <a:pt x="438" y="105"/>
                  <a:pt x="653" y="0"/>
                  <a:pt x="913" y="0"/>
                </a:cubicBezTo>
                <a:lnTo>
                  <a:pt x="20709" y="0"/>
                </a:lnTo>
                <a:close/>
                <a:moveTo>
                  <a:pt x="19806" y="6483"/>
                </a:moveTo>
                <a:cubicBezTo>
                  <a:pt x="19314" y="6483"/>
                  <a:pt x="18846" y="6368"/>
                  <a:pt x="18401" y="6139"/>
                </a:cubicBezTo>
                <a:cubicBezTo>
                  <a:pt x="17955" y="5910"/>
                  <a:pt x="17573" y="5601"/>
                  <a:pt x="17258" y="5217"/>
                </a:cubicBezTo>
                <a:cubicBezTo>
                  <a:pt x="16942" y="4832"/>
                  <a:pt x="16687" y="4376"/>
                  <a:pt x="16491" y="3845"/>
                </a:cubicBezTo>
                <a:cubicBezTo>
                  <a:pt x="16298" y="3316"/>
                  <a:pt x="16197" y="2755"/>
                  <a:pt x="16197"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7"/>
                </a:lnTo>
                <a:cubicBezTo>
                  <a:pt x="2298" y="15117"/>
                  <a:pt x="2768" y="15232"/>
                  <a:pt x="3207" y="15464"/>
                </a:cubicBezTo>
                <a:cubicBezTo>
                  <a:pt x="3650" y="15693"/>
                  <a:pt x="4029" y="15999"/>
                  <a:pt x="4350" y="16383"/>
                </a:cubicBezTo>
                <a:cubicBezTo>
                  <a:pt x="4671" y="16768"/>
                  <a:pt x="4925" y="17224"/>
                  <a:pt x="5116" y="17755"/>
                </a:cubicBezTo>
                <a:cubicBezTo>
                  <a:pt x="5310" y="18284"/>
                  <a:pt x="5405" y="18845"/>
                  <a:pt x="5405" y="19435"/>
                </a:cubicBezTo>
                <a:lnTo>
                  <a:pt x="16197" y="19435"/>
                </a:lnTo>
                <a:cubicBezTo>
                  <a:pt x="16197" y="18845"/>
                  <a:pt x="16298" y="18284"/>
                  <a:pt x="16491" y="17755"/>
                </a:cubicBezTo>
                <a:cubicBezTo>
                  <a:pt x="16687" y="17224"/>
                  <a:pt x="16944" y="16768"/>
                  <a:pt x="17258" y="16383"/>
                </a:cubicBezTo>
                <a:cubicBezTo>
                  <a:pt x="17571" y="15999"/>
                  <a:pt x="17953" y="15693"/>
                  <a:pt x="18396" y="15464"/>
                </a:cubicBezTo>
                <a:cubicBezTo>
                  <a:pt x="18837" y="15232"/>
                  <a:pt x="19307" y="15117"/>
                  <a:pt x="19806" y="15117"/>
                </a:cubicBezTo>
                <a:lnTo>
                  <a:pt x="19806" y="6483"/>
                </a:lnTo>
                <a:close/>
                <a:moveTo>
                  <a:pt x="10803" y="3768"/>
                </a:moveTo>
                <a:cubicBezTo>
                  <a:pt x="11431" y="3768"/>
                  <a:pt x="12014" y="3951"/>
                  <a:pt x="12557" y="4318"/>
                </a:cubicBezTo>
                <a:cubicBezTo>
                  <a:pt x="13101" y="4682"/>
                  <a:pt x="13575" y="5181"/>
                  <a:pt x="13982" y="5813"/>
                </a:cubicBezTo>
                <a:cubicBezTo>
                  <a:pt x="14388" y="6447"/>
                  <a:pt x="14711" y="7194"/>
                  <a:pt x="14954" y="8051"/>
                </a:cubicBezTo>
                <a:cubicBezTo>
                  <a:pt x="15196" y="8909"/>
                  <a:pt x="15316" y="9826"/>
                  <a:pt x="15316" y="10801"/>
                </a:cubicBezTo>
                <a:cubicBezTo>
                  <a:pt x="15316" y="11777"/>
                  <a:pt x="15194" y="12691"/>
                  <a:pt x="14954" y="13549"/>
                </a:cubicBezTo>
                <a:cubicBezTo>
                  <a:pt x="14709" y="14406"/>
                  <a:pt x="14388" y="15153"/>
                  <a:pt x="13982" y="15787"/>
                </a:cubicBezTo>
                <a:cubicBezTo>
                  <a:pt x="13575" y="16419"/>
                  <a:pt x="13101" y="16918"/>
                  <a:pt x="12552" y="17285"/>
                </a:cubicBezTo>
                <a:cubicBezTo>
                  <a:pt x="12006" y="17649"/>
                  <a:pt x="11424" y="17832"/>
                  <a:pt x="10803" y="17832"/>
                </a:cubicBezTo>
                <a:cubicBezTo>
                  <a:pt x="10179" y="17832"/>
                  <a:pt x="9594" y="17649"/>
                  <a:pt x="9045" y="17285"/>
                </a:cubicBezTo>
                <a:cubicBezTo>
                  <a:pt x="8497" y="16918"/>
                  <a:pt x="8022" y="16419"/>
                  <a:pt x="7616" y="15787"/>
                </a:cubicBezTo>
                <a:cubicBezTo>
                  <a:pt x="7209" y="15153"/>
                  <a:pt x="6891" y="14406"/>
                  <a:pt x="6661" y="13549"/>
                </a:cubicBezTo>
                <a:cubicBezTo>
                  <a:pt x="6428" y="12691"/>
                  <a:pt x="6313" y="11777"/>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90" y="13079"/>
                </a:moveTo>
                <a:lnTo>
                  <a:pt x="11837" y="13079"/>
                </a:lnTo>
                <a:lnTo>
                  <a:pt x="11837"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9"/>
                </a:lnTo>
                <a:lnTo>
                  <a:pt x="8355" y="13079"/>
                </a:lnTo>
                <a:lnTo>
                  <a:pt x="8355" y="14891"/>
                </a:lnTo>
                <a:lnTo>
                  <a:pt x="13490" y="14891"/>
                </a:lnTo>
                <a:lnTo>
                  <a:pt x="13490" y="1307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6" name="Shape 7286"/>
          <p:cNvSpPr/>
          <p:nvPr/>
        </p:nvSpPr>
        <p:spPr>
          <a:xfrm>
            <a:off x="22622823" y="5954414"/>
            <a:ext cx="468769" cy="4552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58" y="10218"/>
                </a:moveTo>
                <a:cubicBezTo>
                  <a:pt x="21519" y="10382"/>
                  <a:pt x="21600" y="10574"/>
                  <a:pt x="21600" y="10800"/>
                </a:cubicBezTo>
                <a:cubicBezTo>
                  <a:pt x="21600" y="11024"/>
                  <a:pt x="21519" y="11218"/>
                  <a:pt x="21358" y="11382"/>
                </a:cubicBezTo>
                <a:lnTo>
                  <a:pt x="17896" y="14841"/>
                </a:lnTo>
                <a:cubicBezTo>
                  <a:pt x="17650" y="15087"/>
                  <a:pt x="17449" y="15174"/>
                  <a:pt x="17286" y="15104"/>
                </a:cubicBezTo>
                <a:cubicBezTo>
                  <a:pt x="17122" y="15039"/>
                  <a:pt x="17043" y="14830"/>
                  <a:pt x="17043" y="14477"/>
                </a:cubicBezTo>
                <a:lnTo>
                  <a:pt x="17043" y="12097"/>
                </a:lnTo>
                <a:lnTo>
                  <a:pt x="12160" y="12097"/>
                </a:lnTo>
                <a:lnTo>
                  <a:pt x="12160" y="17032"/>
                </a:lnTo>
                <a:lnTo>
                  <a:pt x="14484" y="17032"/>
                </a:lnTo>
                <a:cubicBezTo>
                  <a:pt x="14837" y="17032"/>
                  <a:pt x="15049" y="17114"/>
                  <a:pt x="15122" y="17281"/>
                </a:cubicBezTo>
                <a:cubicBezTo>
                  <a:pt x="15193" y="17450"/>
                  <a:pt x="15103" y="17648"/>
                  <a:pt x="14851" y="17885"/>
                </a:cubicBezTo>
                <a:lnTo>
                  <a:pt x="11389" y="21341"/>
                </a:lnTo>
                <a:cubicBezTo>
                  <a:pt x="11226" y="21505"/>
                  <a:pt x="11033" y="21589"/>
                  <a:pt x="10808" y="21600"/>
                </a:cubicBezTo>
                <a:cubicBezTo>
                  <a:pt x="10581" y="21600"/>
                  <a:pt x="10389" y="21513"/>
                  <a:pt x="10225" y="21341"/>
                </a:cubicBezTo>
                <a:lnTo>
                  <a:pt x="6763" y="17885"/>
                </a:lnTo>
                <a:cubicBezTo>
                  <a:pt x="6520" y="17639"/>
                  <a:pt x="6430" y="17439"/>
                  <a:pt x="6492" y="17275"/>
                </a:cubicBezTo>
                <a:cubicBezTo>
                  <a:pt x="6554" y="17111"/>
                  <a:pt x="6763" y="17032"/>
                  <a:pt x="7116" y="17032"/>
                </a:cubicBezTo>
                <a:lnTo>
                  <a:pt x="9440" y="17032"/>
                </a:lnTo>
                <a:lnTo>
                  <a:pt x="9440" y="12097"/>
                </a:lnTo>
                <a:lnTo>
                  <a:pt x="4571" y="12097"/>
                </a:lnTo>
                <a:lnTo>
                  <a:pt x="4571" y="14477"/>
                </a:lnTo>
                <a:cubicBezTo>
                  <a:pt x="4571" y="14830"/>
                  <a:pt x="4489" y="15039"/>
                  <a:pt x="4320" y="15104"/>
                </a:cubicBezTo>
                <a:cubicBezTo>
                  <a:pt x="4153" y="15174"/>
                  <a:pt x="3950" y="15087"/>
                  <a:pt x="3704" y="14841"/>
                </a:cubicBezTo>
                <a:lnTo>
                  <a:pt x="242" y="11382"/>
                </a:lnTo>
                <a:cubicBezTo>
                  <a:pt x="81" y="11218"/>
                  <a:pt x="0" y="11024"/>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8" y="0"/>
                </a:cubicBezTo>
                <a:cubicBezTo>
                  <a:pt x="11033" y="0"/>
                  <a:pt x="11226" y="84"/>
                  <a:pt x="11389" y="256"/>
                </a:cubicBezTo>
                <a:lnTo>
                  <a:pt x="14851" y="3715"/>
                </a:lnTo>
                <a:cubicBezTo>
                  <a:pt x="15094" y="3958"/>
                  <a:pt x="15182" y="4161"/>
                  <a:pt x="15114" y="4325"/>
                </a:cubicBezTo>
                <a:cubicBezTo>
                  <a:pt x="15049" y="4486"/>
                  <a:pt x="14837" y="4568"/>
                  <a:pt x="14484" y="4568"/>
                </a:cubicBezTo>
                <a:lnTo>
                  <a:pt x="12160" y="4568"/>
                </a:lnTo>
                <a:lnTo>
                  <a:pt x="12160" y="9422"/>
                </a:lnTo>
                <a:lnTo>
                  <a:pt x="17043" y="9422"/>
                </a:lnTo>
                <a:lnTo>
                  <a:pt x="17043" y="7120"/>
                </a:lnTo>
                <a:cubicBezTo>
                  <a:pt x="17043" y="6770"/>
                  <a:pt x="17122" y="6561"/>
                  <a:pt x="17286" y="6494"/>
                </a:cubicBezTo>
                <a:cubicBezTo>
                  <a:pt x="17449" y="6426"/>
                  <a:pt x="17650" y="6513"/>
                  <a:pt x="17896" y="6756"/>
                </a:cubicBezTo>
                <a:lnTo>
                  <a:pt x="21358" y="1021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7" name="Shape 7287"/>
          <p:cNvSpPr/>
          <p:nvPr/>
        </p:nvSpPr>
        <p:spPr>
          <a:xfrm>
            <a:off x="17832804" y="9149205"/>
            <a:ext cx="42444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13" y="0"/>
                </a:moveTo>
                <a:cubicBezTo>
                  <a:pt x="20752" y="0"/>
                  <a:pt x="21034" y="104"/>
                  <a:pt x="21261" y="316"/>
                </a:cubicBezTo>
                <a:cubicBezTo>
                  <a:pt x="21488" y="530"/>
                  <a:pt x="21600" y="790"/>
                  <a:pt x="21600" y="1109"/>
                </a:cubicBezTo>
                <a:lnTo>
                  <a:pt x="21600" y="15004"/>
                </a:lnTo>
                <a:cubicBezTo>
                  <a:pt x="21600" y="15538"/>
                  <a:pt x="21467" y="16009"/>
                  <a:pt x="21204" y="16416"/>
                </a:cubicBezTo>
                <a:cubicBezTo>
                  <a:pt x="20937" y="16828"/>
                  <a:pt x="20583" y="17170"/>
                  <a:pt x="20144" y="17447"/>
                </a:cubicBezTo>
                <a:cubicBezTo>
                  <a:pt x="19701" y="17720"/>
                  <a:pt x="19220" y="17932"/>
                  <a:pt x="18702" y="18079"/>
                </a:cubicBezTo>
                <a:cubicBezTo>
                  <a:pt x="18178" y="18229"/>
                  <a:pt x="17669" y="18302"/>
                  <a:pt x="17175" y="18302"/>
                </a:cubicBezTo>
                <a:cubicBezTo>
                  <a:pt x="16687" y="18302"/>
                  <a:pt x="16173" y="18229"/>
                  <a:pt x="15645" y="18079"/>
                </a:cubicBezTo>
                <a:cubicBezTo>
                  <a:pt x="15118" y="17932"/>
                  <a:pt x="14643" y="17720"/>
                  <a:pt x="14216" y="17447"/>
                </a:cubicBezTo>
                <a:cubicBezTo>
                  <a:pt x="13789" y="17170"/>
                  <a:pt x="13446" y="16831"/>
                  <a:pt x="13180" y="16424"/>
                </a:cubicBezTo>
                <a:cubicBezTo>
                  <a:pt x="12913" y="16020"/>
                  <a:pt x="12780" y="15546"/>
                  <a:pt x="12780" y="15004"/>
                </a:cubicBezTo>
                <a:cubicBezTo>
                  <a:pt x="12780" y="14493"/>
                  <a:pt x="12913" y="14030"/>
                  <a:pt x="13180" y="13612"/>
                </a:cubicBezTo>
                <a:cubicBezTo>
                  <a:pt x="13446" y="13199"/>
                  <a:pt x="13789" y="12852"/>
                  <a:pt x="14216" y="12573"/>
                </a:cubicBezTo>
                <a:cubicBezTo>
                  <a:pt x="14643" y="12296"/>
                  <a:pt x="15118" y="12081"/>
                  <a:pt x="15645" y="11937"/>
                </a:cubicBezTo>
                <a:cubicBezTo>
                  <a:pt x="16173" y="11793"/>
                  <a:pt x="16687" y="11720"/>
                  <a:pt x="17175" y="11720"/>
                </a:cubicBezTo>
                <a:cubicBezTo>
                  <a:pt x="17442" y="11720"/>
                  <a:pt x="17693" y="11737"/>
                  <a:pt x="17941" y="11776"/>
                </a:cubicBezTo>
                <a:cubicBezTo>
                  <a:pt x="18184" y="11813"/>
                  <a:pt x="18423" y="11855"/>
                  <a:pt x="18653" y="11909"/>
                </a:cubicBezTo>
                <a:lnTo>
                  <a:pt x="18653" y="4648"/>
                </a:lnTo>
                <a:lnTo>
                  <a:pt x="8823" y="7285"/>
                </a:lnTo>
                <a:lnTo>
                  <a:pt x="8823" y="18302"/>
                </a:lnTo>
                <a:cubicBezTo>
                  <a:pt x="8823" y="18836"/>
                  <a:pt x="8690" y="19308"/>
                  <a:pt x="8423" y="19717"/>
                </a:cubicBezTo>
                <a:cubicBezTo>
                  <a:pt x="8157" y="20126"/>
                  <a:pt x="7811" y="20468"/>
                  <a:pt x="7384" y="20745"/>
                </a:cubicBezTo>
                <a:cubicBezTo>
                  <a:pt x="6960" y="21019"/>
                  <a:pt x="6485" y="21231"/>
                  <a:pt x="5955" y="21377"/>
                </a:cubicBezTo>
                <a:cubicBezTo>
                  <a:pt x="5428" y="21527"/>
                  <a:pt x="4919" y="21600"/>
                  <a:pt x="4425" y="21600"/>
                </a:cubicBezTo>
                <a:cubicBezTo>
                  <a:pt x="3913" y="21600"/>
                  <a:pt x="3398" y="21527"/>
                  <a:pt x="2880" y="21377"/>
                </a:cubicBezTo>
                <a:cubicBezTo>
                  <a:pt x="2362" y="21231"/>
                  <a:pt x="1887" y="21019"/>
                  <a:pt x="1450" y="20745"/>
                </a:cubicBezTo>
                <a:cubicBezTo>
                  <a:pt x="1014" y="20468"/>
                  <a:pt x="666" y="20126"/>
                  <a:pt x="399" y="19717"/>
                </a:cubicBezTo>
                <a:cubicBezTo>
                  <a:pt x="133" y="19308"/>
                  <a:pt x="0" y="18836"/>
                  <a:pt x="0" y="18302"/>
                </a:cubicBezTo>
                <a:cubicBezTo>
                  <a:pt x="0" y="17791"/>
                  <a:pt x="133" y="17328"/>
                  <a:pt x="399" y="16910"/>
                </a:cubicBezTo>
                <a:cubicBezTo>
                  <a:pt x="666" y="16498"/>
                  <a:pt x="1014" y="16150"/>
                  <a:pt x="1450" y="15871"/>
                </a:cubicBezTo>
                <a:cubicBezTo>
                  <a:pt x="1887" y="15591"/>
                  <a:pt x="2362" y="15377"/>
                  <a:pt x="2880" y="15230"/>
                </a:cubicBezTo>
                <a:cubicBezTo>
                  <a:pt x="3398" y="15080"/>
                  <a:pt x="3913" y="15004"/>
                  <a:pt x="4425" y="15004"/>
                </a:cubicBezTo>
                <a:cubicBezTo>
                  <a:pt x="4667" y="15004"/>
                  <a:pt x="4913" y="15024"/>
                  <a:pt x="5158" y="15060"/>
                </a:cubicBezTo>
                <a:cubicBezTo>
                  <a:pt x="5403" y="15097"/>
                  <a:pt x="5649" y="15145"/>
                  <a:pt x="5888" y="15210"/>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6" y="2267"/>
                  <a:pt x="12792" y="1985"/>
                  <a:pt x="13889" y="1688"/>
                </a:cubicBezTo>
                <a:cubicBezTo>
                  <a:pt x="14985" y="1392"/>
                  <a:pt x="16006" y="1118"/>
                  <a:pt x="16948" y="872"/>
                </a:cubicBezTo>
                <a:cubicBezTo>
                  <a:pt x="17893" y="624"/>
                  <a:pt x="18684" y="415"/>
                  <a:pt x="19329" y="248"/>
                </a:cubicBezTo>
                <a:cubicBezTo>
                  <a:pt x="19977" y="81"/>
                  <a:pt x="20337" y="0"/>
                  <a:pt x="20413" y="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8" name="Shape 7288"/>
          <p:cNvSpPr/>
          <p:nvPr/>
        </p:nvSpPr>
        <p:spPr>
          <a:xfrm>
            <a:off x="12180264" y="6990022"/>
            <a:ext cx="466894"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89" name="Shape 7289"/>
          <p:cNvSpPr/>
          <p:nvPr/>
        </p:nvSpPr>
        <p:spPr>
          <a:xfrm>
            <a:off x="13355984" y="6979051"/>
            <a:ext cx="466921" cy="455278"/>
          </a:xfrm>
          <a:custGeom>
            <a:avLst/>
            <a:gdLst/>
            <a:ahLst/>
            <a:cxnLst>
              <a:cxn ang="0">
                <a:pos x="wd2" y="hd2"/>
              </a:cxn>
              <a:cxn ang="5400000">
                <a:pos x="wd2" y="hd2"/>
              </a:cxn>
              <a:cxn ang="10800000">
                <a:pos x="wd2" y="hd2"/>
              </a:cxn>
              <a:cxn ang="16200000">
                <a:pos x="wd2" y="hd2"/>
              </a:cxn>
            </a:cxnLst>
            <a:rect l="0" t="0" r="r" b="b"/>
            <a:pathLst>
              <a:path w="21595" h="21600" fill="norm" stroke="1" extrusionOk="0">
                <a:moveTo>
                  <a:pt x="8043" y="21600"/>
                </a:moveTo>
                <a:cubicBezTo>
                  <a:pt x="7769" y="21600"/>
                  <a:pt x="7477" y="21508"/>
                  <a:pt x="7164" y="21321"/>
                </a:cubicBezTo>
                <a:cubicBezTo>
                  <a:pt x="6850" y="21133"/>
                  <a:pt x="6608" y="20917"/>
                  <a:pt x="6436" y="20666"/>
                </a:cubicBezTo>
                <a:lnTo>
                  <a:pt x="266" y="11698"/>
                </a:lnTo>
                <a:cubicBezTo>
                  <a:pt x="88" y="11440"/>
                  <a:pt x="0" y="11121"/>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3"/>
                </a:lnTo>
                <a:cubicBezTo>
                  <a:pt x="8082" y="13281"/>
                  <a:pt x="8302" y="13409"/>
                  <a:pt x="8567" y="13409"/>
                </a:cubicBezTo>
                <a:cubicBezTo>
                  <a:pt x="8827" y="13409"/>
                  <a:pt x="9045" y="13281"/>
                  <a:pt x="9221" y="13023"/>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6"/>
                </a:lnTo>
                <a:cubicBezTo>
                  <a:pt x="10482" y="20931"/>
                  <a:pt x="10237" y="21147"/>
                  <a:pt x="9929" y="21331"/>
                </a:cubicBezTo>
                <a:cubicBezTo>
                  <a:pt x="9620" y="21512"/>
                  <a:pt x="9339" y="21600"/>
                  <a:pt x="9079" y="21600"/>
                </a:cubicBezTo>
                <a:lnTo>
                  <a:pt x="8043" y="2160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0" name="Shape 7290"/>
          <p:cNvSpPr/>
          <p:nvPr/>
        </p:nvSpPr>
        <p:spPr>
          <a:xfrm>
            <a:off x="14618341" y="6979051"/>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2" y="0"/>
                  <a:pt x="13706" y="282"/>
                  <a:pt x="15012" y="847"/>
                </a:cubicBezTo>
                <a:cubicBezTo>
                  <a:pt x="16320" y="1408"/>
                  <a:pt x="17464" y="2176"/>
                  <a:pt x="18450" y="3156"/>
                </a:cubicBezTo>
                <a:cubicBezTo>
                  <a:pt x="19433" y="4136"/>
                  <a:pt x="20202" y="5279"/>
                  <a:pt x="20761" y="6590"/>
                </a:cubicBezTo>
                <a:cubicBezTo>
                  <a:pt x="21318" y="7903"/>
                  <a:pt x="21600" y="9306"/>
                  <a:pt x="21600" y="10800"/>
                </a:cubicBezTo>
                <a:cubicBezTo>
                  <a:pt x="21600" y="12297"/>
                  <a:pt x="21318" y="13700"/>
                  <a:pt x="20761" y="15010"/>
                </a:cubicBezTo>
                <a:cubicBezTo>
                  <a:pt x="20202" y="16323"/>
                  <a:pt x="19431" y="17467"/>
                  <a:pt x="18450" y="18444"/>
                </a:cubicBezTo>
                <a:cubicBezTo>
                  <a:pt x="17464" y="19424"/>
                  <a:pt x="16320" y="20192"/>
                  <a:pt x="15012" y="20753"/>
                </a:cubicBezTo>
                <a:cubicBezTo>
                  <a:pt x="13706" y="21321"/>
                  <a:pt x="12302" y="21600"/>
                  <a:pt x="10808" y="21600"/>
                </a:cubicBezTo>
                <a:cubicBezTo>
                  <a:pt x="9309" y="21600"/>
                  <a:pt x="7905" y="21321"/>
                  <a:pt x="6594" y="20753"/>
                </a:cubicBezTo>
                <a:cubicBezTo>
                  <a:pt x="5280" y="20192"/>
                  <a:pt x="4136" y="19424"/>
                  <a:pt x="3158" y="18444"/>
                </a:cubicBezTo>
                <a:cubicBezTo>
                  <a:pt x="2178" y="17467"/>
                  <a:pt x="1409" y="16323"/>
                  <a:pt x="847" y="15010"/>
                </a:cubicBezTo>
                <a:cubicBezTo>
                  <a:pt x="282" y="13700"/>
                  <a:pt x="0" y="12297"/>
                  <a:pt x="0" y="10800"/>
                </a:cubicBezTo>
                <a:cubicBezTo>
                  <a:pt x="0" y="9306"/>
                  <a:pt x="282" y="7903"/>
                  <a:pt x="847" y="6590"/>
                </a:cubicBezTo>
                <a:cubicBezTo>
                  <a:pt x="1409" y="5279"/>
                  <a:pt x="2181" y="4136"/>
                  <a:pt x="3158" y="3156"/>
                </a:cubicBezTo>
                <a:cubicBezTo>
                  <a:pt x="4136" y="2176"/>
                  <a:pt x="5280" y="1408"/>
                  <a:pt x="6594" y="847"/>
                </a:cubicBezTo>
                <a:cubicBezTo>
                  <a:pt x="7902" y="282"/>
                  <a:pt x="9306" y="0"/>
                  <a:pt x="10808" y="0"/>
                </a:cubicBezTo>
                <a:moveTo>
                  <a:pt x="10808" y="18356"/>
                </a:moveTo>
                <a:cubicBezTo>
                  <a:pt x="11861" y="18356"/>
                  <a:pt x="12845" y="18159"/>
                  <a:pt x="13757" y="17763"/>
                </a:cubicBezTo>
                <a:cubicBezTo>
                  <a:pt x="14667" y="17365"/>
                  <a:pt x="15464" y="16826"/>
                  <a:pt x="16148" y="16140"/>
                </a:cubicBezTo>
                <a:cubicBezTo>
                  <a:pt x="16837" y="15454"/>
                  <a:pt x="17379" y="14657"/>
                  <a:pt x="17775" y="13748"/>
                </a:cubicBezTo>
                <a:cubicBezTo>
                  <a:pt x="18170" y="12839"/>
                  <a:pt x="18368" y="11854"/>
                  <a:pt x="18368" y="10800"/>
                </a:cubicBezTo>
                <a:cubicBezTo>
                  <a:pt x="18368" y="9746"/>
                  <a:pt x="18170" y="8764"/>
                  <a:pt x="17775" y="7852"/>
                </a:cubicBezTo>
                <a:cubicBezTo>
                  <a:pt x="17377" y="6942"/>
                  <a:pt x="16837" y="6146"/>
                  <a:pt x="16148" y="5460"/>
                </a:cubicBezTo>
                <a:cubicBezTo>
                  <a:pt x="15467" y="4774"/>
                  <a:pt x="14667" y="4235"/>
                  <a:pt x="13749" y="3839"/>
                </a:cubicBezTo>
                <a:cubicBezTo>
                  <a:pt x="12833" y="3444"/>
                  <a:pt x="11853" y="3244"/>
                  <a:pt x="10808" y="3244"/>
                </a:cubicBezTo>
                <a:cubicBezTo>
                  <a:pt x="9753" y="3244"/>
                  <a:pt x="8764" y="3444"/>
                  <a:pt x="7851" y="3839"/>
                </a:cubicBezTo>
                <a:cubicBezTo>
                  <a:pt x="6936" y="4235"/>
                  <a:pt x="6139" y="4774"/>
                  <a:pt x="5455" y="5460"/>
                </a:cubicBezTo>
                <a:cubicBezTo>
                  <a:pt x="4772" y="6146"/>
                  <a:pt x="4235" y="6942"/>
                  <a:pt x="3839" y="7852"/>
                </a:cubicBezTo>
                <a:cubicBezTo>
                  <a:pt x="3444" y="8764"/>
                  <a:pt x="3246" y="9746"/>
                  <a:pt x="3246" y="10800"/>
                </a:cubicBezTo>
                <a:cubicBezTo>
                  <a:pt x="3246" y="11854"/>
                  <a:pt x="3444" y="12839"/>
                  <a:pt x="3839" y="13748"/>
                </a:cubicBezTo>
                <a:cubicBezTo>
                  <a:pt x="4238" y="14657"/>
                  <a:pt x="4774" y="15454"/>
                  <a:pt x="5455" y="16140"/>
                </a:cubicBezTo>
                <a:cubicBezTo>
                  <a:pt x="6136" y="16826"/>
                  <a:pt x="6933" y="17365"/>
                  <a:pt x="7851" y="17763"/>
                </a:cubicBezTo>
                <a:cubicBezTo>
                  <a:pt x="8764" y="18161"/>
                  <a:pt x="9753" y="18356"/>
                  <a:pt x="10808" y="18356"/>
                </a:cubicBezTo>
                <a:moveTo>
                  <a:pt x="14675" y="7397"/>
                </a:moveTo>
                <a:cubicBezTo>
                  <a:pt x="14766" y="7307"/>
                  <a:pt x="14890" y="7262"/>
                  <a:pt x="15048" y="7262"/>
                </a:cubicBezTo>
                <a:cubicBezTo>
                  <a:pt x="15207" y="7262"/>
                  <a:pt x="15334" y="7307"/>
                  <a:pt x="15433" y="7397"/>
                </a:cubicBezTo>
                <a:lnTo>
                  <a:pt x="16973" y="8950"/>
                </a:lnTo>
                <a:cubicBezTo>
                  <a:pt x="17066" y="9040"/>
                  <a:pt x="17114" y="9165"/>
                  <a:pt x="17119" y="9323"/>
                </a:cubicBezTo>
                <a:cubicBezTo>
                  <a:pt x="17122" y="9478"/>
                  <a:pt x="17074" y="9605"/>
                  <a:pt x="16973" y="9693"/>
                </a:cubicBezTo>
                <a:lnTo>
                  <a:pt x="11443" y="15236"/>
                </a:lnTo>
                <a:cubicBezTo>
                  <a:pt x="11336" y="15344"/>
                  <a:pt x="11189" y="15437"/>
                  <a:pt x="11005" y="15507"/>
                </a:cubicBezTo>
                <a:cubicBezTo>
                  <a:pt x="10822" y="15578"/>
                  <a:pt x="10651" y="15615"/>
                  <a:pt x="10496" y="15615"/>
                </a:cubicBezTo>
                <a:lnTo>
                  <a:pt x="8953" y="15615"/>
                </a:lnTo>
                <a:cubicBezTo>
                  <a:pt x="8809" y="15615"/>
                  <a:pt x="8645" y="15578"/>
                  <a:pt x="8453" y="15507"/>
                </a:cubicBezTo>
                <a:cubicBezTo>
                  <a:pt x="8261" y="15437"/>
                  <a:pt x="8114" y="15344"/>
                  <a:pt x="8007" y="15236"/>
                </a:cubicBezTo>
                <a:lnTo>
                  <a:pt x="4627" y="11856"/>
                </a:lnTo>
                <a:cubicBezTo>
                  <a:pt x="4537" y="11769"/>
                  <a:pt x="4492" y="11645"/>
                  <a:pt x="4492" y="11487"/>
                </a:cubicBezTo>
                <a:cubicBezTo>
                  <a:pt x="4492" y="11328"/>
                  <a:pt x="4537" y="11207"/>
                  <a:pt x="4627" y="11114"/>
                </a:cubicBezTo>
                <a:lnTo>
                  <a:pt x="6181" y="9560"/>
                </a:lnTo>
                <a:cubicBezTo>
                  <a:pt x="6272" y="9467"/>
                  <a:pt x="6396" y="9424"/>
                  <a:pt x="6554" y="9424"/>
                </a:cubicBezTo>
                <a:cubicBezTo>
                  <a:pt x="6713" y="9424"/>
                  <a:pt x="6837" y="9467"/>
                  <a:pt x="6927" y="9560"/>
                </a:cubicBezTo>
                <a:lnTo>
                  <a:pt x="9337" y="11995"/>
                </a:lnTo>
                <a:cubicBezTo>
                  <a:pt x="9597" y="12218"/>
                  <a:pt x="9860" y="12218"/>
                  <a:pt x="10120" y="11995"/>
                </a:cubicBezTo>
                <a:lnTo>
                  <a:pt x="14675" y="7397"/>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1" name="Shape 7291"/>
          <p:cNvSpPr/>
          <p:nvPr/>
        </p:nvSpPr>
        <p:spPr>
          <a:xfrm>
            <a:off x="15707492" y="6979051"/>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2" y="0"/>
                  <a:pt x="13706" y="282"/>
                  <a:pt x="15012" y="847"/>
                </a:cubicBezTo>
                <a:cubicBezTo>
                  <a:pt x="16320" y="1408"/>
                  <a:pt x="17464" y="2176"/>
                  <a:pt x="18450" y="3156"/>
                </a:cubicBezTo>
                <a:cubicBezTo>
                  <a:pt x="19433" y="4133"/>
                  <a:pt x="20202" y="5277"/>
                  <a:pt x="20761" y="6590"/>
                </a:cubicBezTo>
                <a:cubicBezTo>
                  <a:pt x="21318" y="7900"/>
                  <a:pt x="21600" y="9306"/>
                  <a:pt x="21600" y="10800"/>
                </a:cubicBezTo>
                <a:cubicBezTo>
                  <a:pt x="21600" y="12294"/>
                  <a:pt x="21318" y="13700"/>
                  <a:pt x="20761" y="15010"/>
                </a:cubicBezTo>
                <a:cubicBezTo>
                  <a:pt x="20202" y="16321"/>
                  <a:pt x="19431" y="17467"/>
                  <a:pt x="18450" y="18444"/>
                </a:cubicBezTo>
                <a:cubicBezTo>
                  <a:pt x="17464" y="19424"/>
                  <a:pt x="16320" y="20192"/>
                  <a:pt x="15012" y="20753"/>
                </a:cubicBezTo>
                <a:cubicBezTo>
                  <a:pt x="13706" y="21318"/>
                  <a:pt x="12302" y="21600"/>
                  <a:pt x="10808" y="21600"/>
                </a:cubicBezTo>
                <a:cubicBezTo>
                  <a:pt x="9309" y="21600"/>
                  <a:pt x="7905" y="21318"/>
                  <a:pt x="6594" y="20753"/>
                </a:cubicBezTo>
                <a:cubicBezTo>
                  <a:pt x="5280" y="20192"/>
                  <a:pt x="4136" y="19424"/>
                  <a:pt x="3158" y="18444"/>
                </a:cubicBezTo>
                <a:cubicBezTo>
                  <a:pt x="2178" y="17467"/>
                  <a:pt x="1409" y="16321"/>
                  <a:pt x="847" y="15010"/>
                </a:cubicBezTo>
                <a:cubicBezTo>
                  <a:pt x="282" y="13700"/>
                  <a:pt x="0" y="12294"/>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8" y="0"/>
                </a:cubicBezTo>
                <a:moveTo>
                  <a:pt x="18165" y="8812"/>
                </a:moveTo>
                <a:cubicBezTo>
                  <a:pt x="18289" y="8688"/>
                  <a:pt x="18354" y="8532"/>
                  <a:pt x="18360" y="8354"/>
                </a:cubicBezTo>
                <a:cubicBezTo>
                  <a:pt x="18363" y="8171"/>
                  <a:pt x="18300" y="8021"/>
                  <a:pt x="18165" y="7894"/>
                </a:cubicBezTo>
                <a:lnTo>
                  <a:pt x="16758" y="6448"/>
                </a:lnTo>
                <a:cubicBezTo>
                  <a:pt x="16614" y="6321"/>
                  <a:pt x="16455" y="6259"/>
                  <a:pt x="16277" y="6259"/>
                </a:cubicBezTo>
                <a:cubicBezTo>
                  <a:pt x="16100" y="6259"/>
                  <a:pt x="15947" y="6321"/>
                  <a:pt x="15811" y="6448"/>
                </a:cubicBezTo>
                <a:lnTo>
                  <a:pt x="9696" y="12571"/>
                </a:lnTo>
                <a:cubicBezTo>
                  <a:pt x="9569" y="12698"/>
                  <a:pt x="9416" y="12760"/>
                  <a:pt x="9244" y="12760"/>
                </a:cubicBezTo>
                <a:cubicBezTo>
                  <a:pt x="9069" y="12760"/>
                  <a:pt x="8914" y="12698"/>
                  <a:pt x="8778" y="12571"/>
                </a:cubicBezTo>
                <a:lnTo>
                  <a:pt x="5786" y="9583"/>
                </a:lnTo>
                <a:cubicBezTo>
                  <a:pt x="5659" y="9458"/>
                  <a:pt x="5506" y="9393"/>
                  <a:pt x="5334" y="9393"/>
                </a:cubicBezTo>
                <a:cubicBezTo>
                  <a:pt x="5156" y="9393"/>
                  <a:pt x="4995" y="9458"/>
                  <a:pt x="4839" y="9583"/>
                </a:cubicBezTo>
                <a:lnTo>
                  <a:pt x="3432" y="11015"/>
                </a:lnTo>
                <a:cubicBezTo>
                  <a:pt x="3305" y="11142"/>
                  <a:pt x="3246" y="11298"/>
                  <a:pt x="3246" y="11475"/>
                </a:cubicBezTo>
                <a:cubicBezTo>
                  <a:pt x="3246" y="11656"/>
                  <a:pt x="3305" y="11811"/>
                  <a:pt x="3432" y="11936"/>
                </a:cubicBezTo>
                <a:lnTo>
                  <a:pt x="7747" y="16250"/>
                </a:lnTo>
                <a:cubicBezTo>
                  <a:pt x="7874" y="16374"/>
                  <a:pt x="8043" y="16484"/>
                  <a:pt x="8261" y="16580"/>
                </a:cubicBezTo>
                <a:cubicBezTo>
                  <a:pt x="8478" y="16674"/>
                  <a:pt x="8676" y="16721"/>
                  <a:pt x="8857" y="16721"/>
                </a:cubicBezTo>
                <a:lnTo>
                  <a:pt x="9617" y="16721"/>
                </a:lnTo>
                <a:cubicBezTo>
                  <a:pt x="9795" y="16721"/>
                  <a:pt x="9993" y="16676"/>
                  <a:pt x="10205" y="16586"/>
                </a:cubicBezTo>
                <a:cubicBezTo>
                  <a:pt x="10417" y="16496"/>
                  <a:pt x="10592" y="16383"/>
                  <a:pt x="10727" y="16250"/>
                </a:cubicBezTo>
                <a:lnTo>
                  <a:pt x="18165" y="8812"/>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2" name="Shape 7292"/>
          <p:cNvSpPr/>
          <p:nvPr/>
        </p:nvSpPr>
        <p:spPr>
          <a:xfrm>
            <a:off x="6074785" y="6967988"/>
            <a:ext cx="468768" cy="5028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56" y="7482"/>
                </a:moveTo>
                <a:lnTo>
                  <a:pt x="5879" y="19673"/>
                </a:lnTo>
                <a:lnTo>
                  <a:pt x="0" y="21600"/>
                </a:lnTo>
                <a:lnTo>
                  <a:pt x="1929" y="15722"/>
                </a:lnTo>
                <a:lnTo>
                  <a:pt x="14118" y="3542"/>
                </a:lnTo>
                <a:lnTo>
                  <a:pt x="18056" y="7482"/>
                </a:lnTo>
                <a:close/>
                <a:moveTo>
                  <a:pt x="14485" y="6483"/>
                </a:moveTo>
                <a:cubicBezTo>
                  <a:pt x="14673" y="6295"/>
                  <a:pt x="14673" y="6092"/>
                  <a:pt x="14485" y="5878"/>
                </a:cubicBezTo>
                <a:cubicBezTo>
                  <a:pt x="14394" y="5784"/>
                  <a:pt x="14288" y="5737"/>
                  <a:pt x="14170" y="5737"/>
                </a:cubicBezTo>
                <a:cubicBezTo>
                  <a:pt x="14053" y="5737"/>
                  <a:pt x="13959" y="5784"/>
                  <a:pt x="13883" y="5878"/>
                </a:cubicBezTo>
                <a:lnTo>
                  <a:pt x="4179" y="15555"/>
                </a:lnTo>
                <a:cubicBezTo>
                  <a:pt x="4085" y="15649"/>
                  <a:pt x="4035" y="15752"/>
                  <a:pt x="4035" y="15869"/>
                </a:cubicBezTo>
                <a:cubicBezTo>
                  <a:pt x="4035" y="15987"/>
                  <a:pt x="4085" y="16093"/>
                  <a:pt x="4179" y="16187"/>
                </a:cubicBezTo>
                <a:cubicBezTo>
                  <a:pt x="4252" y="16263"/>
                  <a:pt x="4358" y="16298"/>
                  <a:pt x="4487" y="16298"/>
                </a:cubicBezTo>
                <a:cubicBezTo>
                  <a:pt x="4598" y="16298"/>
                  <a:pt x="4695" y="16263"/>
                  <a:pt x="4784" y="16187"/>
                </a:cubicBezTo>
                <a:lnTo>
                  <a:pt x="14485" y="6483"/>
                </a:lnTo>
                <a:close/>
                <a:moveTo>
                  <a:pt x="21107" y="2068"/>
                </a:moveTo>
                <a:cubicBezTo>
                  <a:pt x="21436" y="2394"/>
                  <a:pt x="21600" y="2790"/>
                  <a:pt x="21600" y="3254"/>
                </a:cubicBezTo>
                <a:cubicBezTo>
                  <a:pt x="21600" y="3721"/>
                  <a:pt x="21436" y="4109"/>
                  <a:pt x="21107" y="4429"/>
                </a:cubicBezTo>
                <a:lnTo>
                  <a:pt x="19436" y="6101"/>
                </a:lnTo>
                <a:lnTo>
                  <a:pt x="15498" y="2165"/>
                </a:lnTo>
                <a:lnTo>
                  <a:pt x="17172" y="490"/>
                </a:lnTo>
                <a:cubicBezTo>
                  <a:pt x="17495" y="164"/>
                  <a:pt x="17891" y="0"/>
                  <a:pt x="18349" y="0"/>
                </a:cubicBezTo>
                <a:cubicBezTo>
                  <a:pt x="18808" y="0"/>
                  <a:pt x="19204" y="164"/>
                  <a:pt x="19530" y="490"/>
                </a:cubicBezTo>
                <a:lnTo>
                  <a:pt x="20332" y="1266"/>
                </a:lnTo>
                <a:lnTo>
                  <a:pt x="21107" y="206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3" name="Shape 7293"/>
          <p:cNvSpPr/>
          <p:nvPr/>
        </p:nvSpPr>
        <p:spPr>
          <a:xfrm>
            <a:off x="7195611" y="6966252"/>
            <a:ext cx="623931"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0"/>
                </a:moveTo>
                <a:cubicBezTo>
                  <a:pt x="20631" y="0"/>
                  <a:pt x="20947" y="158"/>
                  <a:pt x="21209" y="478"/>
                </a:cubicBezTo>
                <a:cubicBezTo>
                  <a:pt x="21471" y="798"/>
                  <a:pt x="21600" y="1177"/>
                  <a:pt x="21600" y="1615"/>
                </a:cubicBezTo>
                <a:lnTo>
                  <a:pt x="21600" y="19985"/>
                </a:lnTo>
                <a:cubicBezTo>
                  <a:pt x="21600" y="20423"/>
                  <a:pt x="21471" y="20804"/>
                  <a:pt x="21209" y="21125"/>
                </a:cubicBezTo>
                <a:cubicBezTo>
                  <a:pt x="20949" y="21442"/>
                  <a:pt x="20633" y="21600"/>
                  <a:pt x="20264" y="21600"/>
                </a:cubicBezTo>
                <a:lnTo>
                  <a:pt x="1346" y="21600"/>
                </a:lnTo>
                <a:cubicBezTo>
                  <a:pt x="981" y="21600"/>
                  <a:pt x="663" y="21442"/>
                  <a:pt x="396" y="21125"/>
                </a:cubicBezTo>
                <a:cubicBezTo>
                  <a:pt x="132" y="20804"/>
                  <a:pt x="0" y="20423"/>
                  <a:pt x="0" y="19985"/>
                </a:cubicBezTo>
                <a:lnTo>
                  <a:pt x="0" y="1615"/>
                </a:lnTo>
                <a:cubicBezTo>
                  <a:pt x="0" y="1177"/>
                  <a:pt x="132" y="798"/>
                  <a:pt x="396" y="478"/>
                </a:cubicBezTo>
                <a:cubicBezTo>
                  <a:pt x="661" y="158"/>
                  <a:pt x="979" y="0"/>
                  <a:pt x="1346" y="0"/>
                </a:cubicBezTo>
                <a:lnTo>
                  <a:pt x="20264" y="0"/>
                </a:lnTo>
                <a:close/>
                <a:moveTo>
                  <a:pt x="19806" y="2170"/>
                </a:moveTo>
                <a:lnTo>
                  <a:pt x="1801" y="2170"/>
                </a:lnTo>
                <a:lnTo>
                  <a:pt x="1801" y="19441"/>
                </a:lnTo>
                <a:lnTo>
                  <a:pt x="19806" y="19441"/>
                </a:lnTo>
                <a:lnTo>
                  <a:pt x="19806"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2" y="17288"/>
                </a:moveTo>
                <a:lnTo>
                  <a:pt x="3598" y="17288"/>
                </a:lnTo>
                <a:lnTo>
                  <a:pt x="3598" y="15811"/>
                </a:lnTo>
                <a:lnTo>
                  <a:pt x="6845" y="10745"/>
                </a:lnTo>
                <a:lnTo>
                  <a:pt x="9045" y="12943"/>
                </a:lnTo>
                <a:lnTo>
                  <a:pt x="13194" y="5387"/>
                </a:lnTo>
                <a:lnTo>
                  <a:pt x="17999" y="11351"/>
                </a:lnTo>
                <a:lnTo>
                  <a:pt x="17999" y="1728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4" name="Shape 7294"/>
          <p:cNvSpPr/>
          <p:nvPr/>
        </p:nvSpPr>
        <p:spPr>
          <a:xfrm>
            <a:off x="8518955" y="6967988"/>
            <a:ext cx="466895" cy="5028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5" name="Shape 7295"/>
          <p:cNvSpPr/>
          <p:nvPr/>
        </p:nvSpPr>
        <p:spPr>
          <a:xfrm>
            <a:off x="9735932" y="6966252"/>
            <a:ext cx="466895"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79" y="8467"/>
                </a:moveTo>
                <a:cubicBezTo>
                  <a:pt x="20643" y="8467"/>
                  <a:pt x="20954" y="8597"/>
                  <a:pt x="21213" y="8852"/>
                </a:cubicBezTo>
                <a:cubicBezTo>
                  <a:pt x="21471" y="9111"/>
                  <a:pt x="21600" y="9422"/>
                  <a:pt x="21600" y="9786"/>
                </a:cubicBezTo>
                <a:lnTo>
                  <a:pt x="21600" y="11814"/>
                </a:lnTo>
                <a:cubicBezTo>
                  <a:pt x="21600" y="12181"/>
                  <a:pt x="21471" y="12490"/>
                  <a:pt x="21213" y="12748"/>
                </a:cubicBezTo>
                <a:cubicBezTo>
                  <a:pt x="20954" y="13006"/>
                  <a:pt x="20643" y="13136"/>
                  <a:pt x="20279" y="13136"/>
                </a:cubicBezTo>
                <a:lnTo>
                  <a:pt x="13134" y="13136"/>
                </a:lnTo>
                <a:lnTo>
                  <a:pt x="13134" y="20252"/>
                </a:lnTo>
                <a:cubicBezTo>
                  <a:pt x="13134" y="20637"/>
                  <a:pt x="13005" y="20957"/>
                  <a:pt x="12747" y="21213"/>
                </a:cubicBezTo>
                <a:cubicBezTo>
                  <a:pt x="12488" y="21471"/>
                  <a:pt x="12177" y="21600"/>
                  <a:pt x="11812" y="21600"/>
                </a:cubicBezTo>
                <a:lnTo>
                  <a:pt x="9787" y="21600"/>
                </a:lnTo>
                <a:cubicBezTo>
                  <a:pt x="9423" y="21600"/>
                  <a:pt x="9112" y="21471"/>
                  <a:pt x="8853" y="21213"/>
                </a:cubicBezTo>
                <a:cubicBezTo>
                  <a:pt x="8592" y="20957"/>
                  <a:pt x="8466" y="20646"/>
                  <a:pt x="8466" y="20279"/>
                </a:cubicBezTo>
                <a:lnTo>
                  <a:pt x="8466" y="13136"/>
                </a:lnTo>
                <a:lnTo>
                  <a:pt x="1351" y="13136"/>
                </a:lnTo>
                <a:cubicBezTo>
                  <a:pt x="966" y="13136"/>
                  <a:pt x="646" y="13012"/>
                  <a:pt x="387" y="12763"/>
                </a:cubicBezTo>
                <a:cubicBezTo>
                  <a:pt x="129" y="12516"/>
                  <a:pt x="0" y="12199"/>
                  <a:pt x="0" y="11814"/>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2" y="0"/>
                </a:lnTo>
                <a:cubicBezTo>
                  <a:pt x="12177" y="0"/>
                  <a:pt x="12488" y="132"/>
                  <a:pt x="12747" y="387"/>
                </a:cubicBezTo>
                <a:cubicBezTo>
                  <a:pt x="13005" y="646"/>
                  <a:pt x="13134" y="957"/>
                  <a:pt x="13134" y="1321"/>
                </a:cubicBezTo>
                <a:lnTo>
                  <a:pt x="13134" y="8467"/>
                </a:lnTo>
                <a:lnTo>
                  <a:pt x="20279" y="8467"/>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6" name="Shape 7296"/>
          <p:cNvSpPr/>
          <p:nvPr/>
        </p:nvSpPr>
        <p:spPr>
          <a:xfrm>
            <a:off x="10979722" y="6966252"/>
            <a:ext cx="466895"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2" y="0"/>
                  <a:pt x="13706" y="279"/>
                  <a:pt x="15012" y="847"/>
                </a:cubicBezTo>
                <a:cubicBezTo>
                  <a:pt x="16320" y="1408"/>
                  <a:pt x="17464" y="2176"/>
                  <a:pt x="18450" y="3156"/>
                </a:cubicBezTo>
                <a:cubicBezTo>
                  <a:pt x="19433" y="4136"/>
                  <a:pt x="20202" y="5279"/>
                  <a:pt x="20761" y="6590"/>
                </a:cubicBezTo>
                <a:cubicBezTo>
                  <a:pt x="21318" y="7903"/>
                  <a:pt x="21600" y="9306"/>
                  <a:pt x="21600" y="10800"/>
                </a:cubicBezTo>
                <a:cubicBezTo>
                  <a:pt x="21600" y="12297"/>
                  <a:pt x="21318" y="13700"/>
                  <a:pt x="20761" y="15010"/>
                </a:cubicBezTo>
                <a:cubicBezTo>
                  <a:pt x="20202" y="16323"/>
                  <a:pt x="19431" y="17467"/>
                  <a:pt x="18450" y="18444"/>
                </a:cubicBezTo>
                <a:cubicBezTo>
                  <a:pt x="17464" y="19423"/>
                  <a:pt x="16320" y="20192"/>
                  <a:pt x="15012" y="20756"/>
                </a:cubicBezTo>
                <a:cubicBezTo>
                  <a:pt x="13706" y="21321"/>
                  <a:pt x="12302" y="21600"/>
                  <a:pt x="10808" y="21600"/>
                </a:cubicBezTo>
                <a:cubicBezTo>
                  <a:pt x="9309" y="21600"/>
                  <a:pt x="7905" y="21321"/>
                  <a:pt x="6594" y="20756"/>
                </a:cubicBezTo>
                <a:cubicBezTo>
                  <a:pt x="5280" y="20192"/>
                  <a:pt x="4136" y="19424"/>
                  <a:pt x="3158" y="18444"/>
                </a:cubicBezTo>
                <a:cubicBezTo>
                  <a:pt x="2178" y="17467"/>
                  <a:pt x="1409" y="16323"/>
                  <a:pt x="847" y="15010"/>
                </a:cubicBezTo>
                <a:cubicBezTo>
                  <a:pt x="282" y="13700"/>
                  <a:pt x="0" y="12297"/>
                  <a:pt x="0" y="10800"/>
                </a:cubicBezTo>
                <a:cubicBezTo>
                  <a:pt x="0" y="9306"/>
                  <a:pt x="282" y="7903"/>
                  <a:pt x="847" y="6590"/>
                </a:cubicBezTo>
                <a:cubicBezTo>
                  <a:pt x="1409" y="5279"/>
                  <a:pt x="2181" y="4136"/>
                  <a:pt x="3158" y="3156"/>
                </a:cubicBezTo>
                <a:cubicBezTo>
                  <a:pt x="4136" y="2176"/>
                  <a:pt x="5280" y="1408"/>
                  <a:pt x="6594" y="847"/>
                </a:cubicBezTo>
                <a:cubicBezTo>
                  <a:pt x="7902" y="282"/>
                  <a:pt x="9306" y="0"/>
                  <a:pt x="10808" y="0"/>
                </a:cubicBezTo>
                <a:moveTo>
                  <a:pt x="17043" y="9749"/>
                </a:moveTo>
                <a:cubicBezTo>
                  <a:pt x="17043" y="9622"/>
                  <a:pt x="16995" y="9518"/>
                  <a:pt x="16899" y="9433"/>
                </a:cubicBezTo>
                <a:cubicBezTo>
                  <a:pt x="16806" y="9345"/>
                  <a:pt x="16704" y="9303"/>
                  <a:pt x="16597" y="9303"/>
                </a:cubicBezTo>
                <a:lnTo>
                  <a:pt x="12350" y="9303"/>
                </a:lnTo>
                <a:lnTo>
                  <a:pt x="12350" y="4627"/>
                </a:lnTo>
                <a:cubicBezTo>
                  <a:pt x="12350" y="4328"/>
                  <a:pt x="12203" y="4184"/>
                  <a:pt x="11918" y="4192"/>
                </a:cubicBezTo>
                <a:lnTo>
                  <a:pt x="9699" y="4192"/>
                </a:lnTo>
                <a:cubicBezTo>
                  <a:pt x="9402" y="4192"/>
                  <a:pt x="9253" y="4336"/>
                  <a:pt x="9253" y="4627"/>
                </a:cubicBezTo>
                <a:lnTo>
                  <a:pt x="9253" y="9303"/>
                </a:lnTo>
                <a:lnTo>
                  <a:pt x="5020" y="9303"/>
                </a:lnTo>
                <a:cubicBezTo>
                  <a:pt x="4724" y="9303"/>
                  <a:pt x="4574" y="9453"/>
                  <a:pt x="4574" y="9749"/>
                </a:cubicBezTo>
                <a:lnTo>
                  <a:pt x="4574" y="11885"/>
                </a:lnTo>
                <a:cubicBezTo>
                  <a:pt x="4574" y="12181"/>
                  <a:pt x="4724" y="12331"/>
                  <a:pt x="5020" y="12331"/>
                </a:cubicBezTo>
                <a:lnTo>
                  <a:pt x="9253" y="12331"/>
                </a:lnTo>
                <a:lnTo>
                  <a:pt x="9253" y="16981"/>
                </a:lnTo>
                <a:cubicBezTo>
                  <a:pt x="9253" y="17278"/>
                  <a:pt x="9402" y="17425"/>
                  <a:pt x="9699" y="17413"/>
                </a:cubicBezTo>
                <a:lnTo>
                  <a:pt x="11918" y="17413"/>
                </a:lnTo>
                <a:cubicBezTo>
                  <a:pt x="12215" y="17413"/>
                  <a:pt x="12359" y="17269"/>
                  <a:pt x="12350" y="16981"/>
                </a:cubicBezTo>
                <a:lnTo>
                  <a:pt x="12350" y="12331"/>
                </a:lnTo>
                <a:lnTo>
                  <a:pt x="16597" y="12331"/>
                </a:lnTo>
                <a:cubicBezTo>
                  <a:pt x="16704" y="12331"/>
                  <a:pt x="16806" y="12288"/>
                  <a:pt x="16899" y="12201"/>
                </a:cubicBezTo>
                <a:cubicBezTo>
                  <a:pt x="16995" y="12119"/>
                  <a:pt x="17043" y="12012"/>
                  <a:pt x="17043" y="11885"/>
                </a:cubicBezTo>
                <a:lnTo>
                  <a:pt x="17043" y="974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7" name="Shape 7297"/>
          <p:cNvSpPr/>
          <p:nvPr/>
        </p:nvSpPr>
        <p:spPr>
          <a:xfrm>
            <a:off x="16679530" y="6980880"/>
            <a:ext cx="466895" cy="45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17" y="12965"/>
                </a:moveTo>
                <a:cubicBezTo>
                  <a:pt x="19282" y="12965"/>
                  <a:pt x="19632" y="13047"/>
                  <a:pt x="19960" y="13218"/>
                </a:cubicBezTo>
                <a:cubicBezTo>
                  <a:pt x="20288" y="13388"/>
                  <a:pt x="20572" y="13617"/>
                  <a:pt x="20807" y="13905"/>
                </a:cubicBezTo>
                <a:cubicBezTo>
                  <a:pt x="21050" y="14199"/>
                  <a:pt x="21241" y="14540"/>
                  <a:pt x="21385" y="14933"/>
                </a:cubicBezTo>
                <a:cubicBezTo>
                  <a:pt x="21530" y="15330"/>
                  <a:pt x="21600" y="15744"/>
                  <a:pt x="21600" y="16184"/>
                </a:cubicBezTo>
                <a:lnTo>
                  <a:pt x="21600" y="21051"/>
                </a:lnTo>
                <a:cubicBezTo>
                  <a:pt x="21600" y="21415"/>
                  <a:pt x="21449" y="21600"/>
                  <a:pt x="21143" y="21600"/>
                </a:cubicBezTo>
                <a:lnTo>
                  <a:pt x="457" y="21600"/>
                </a:lnTo>
                <a:cubicBezTo>
                  <a:pt x="151" y="21600"/>
                  <a:pt x="0" y="21415"/>
                  <a:pt x="0" y="21051"/>
                </a:cubicBezTo>
                <a:lnTo>
                  <a:pt x="0" y="16184"/>
                </a:lnTo>
                <a:cubicBezTo>
                  <a:pt x="0" y="15744"/>
                  <a:pt x="70" y="15330"/>
                  <a:pt x="215" y="14933"/>
                </a:cubicBezTo>
                <a:cubicBezTo>
                  <a:pt x="362" y="14540"/>
                  <a:pt x="558" y="14199"/>
                  <a:pt x="800" y="13905"/>
                </a:cubicBezTo>
                <a:cubicBezTo>
                  <a:pt x="1047" y="13617"/>
                  <a:pt x="1336" y="13388"/>
                  <a:pt x="1664" y="13218"/>
                </a:cubicBezTo>
                <a:cubicBezTo>
                  <a:pt x="1992" y="13047"/>
                  <a:pt x="2337" y="12965"/>
                  <a:pt x="2707" y="12965"/>
                </a:cubicBezTo>
                <a:lnTo>
                  <a:pt x="18917" y="12965"/>
                </a:lnTo>
                <a:close/>
                <a:moveTo>
                  <a:pt x="18460" y="18349"/>
                </a:moveTo>
                <a:cubicBezTo>
                  <a:pt x="18460" y="18199"/>
                  <a:pt x="18413" y="18070"/>
                  <a:pt x="18322" y="17964"/>
                </a:cubicBezTo>
                <a:cubicBezTo>
                  <a:pt x="18234" y="17856"/>
                  <a:pt x="18127" y="17803"/>
                  <a:pt x="17999" y="17803"/>
                </a:cubicBezTo>
                <a:lnTo>
                  <a:pt x="3596" y="17803"/>
                </a:lnTo>
                <a:cubicBezTo>
                  <a:pt x="3468" y="17803"/>
                  <a:pt x="3358" y="17853"/>
                  <a:pt x="3273" y="17955"/>
                </a:cubicBezTo>
                <a:cubicBezTo>
                  <a:pt x="3182" y="18058"/>
                  <a:pt x="3136" y="18190"/>
                  <a:pt x="3136" y="18349"/>
                </a:cubicBezTo>
                <a:lnTo>
                  <a:pt x="3136" y="18887"/>
                </a:lnTo>
                <a:cubicBezTo>
                  <a:pt x="3136" y="19033"/>
                  <a:pt x="3182" y="19157"/>
                  <a:pt x="3273" y="19260"/>
                </a:cubicBezTo>
                <a:cubicBezTo>
                  <a:pt x="3358" y="19357"/>
                  <a:pt x="3468" y="19404"/>
                  <a:pt x="3596" y="19404"/>
                </a:cubicBezTo>
                <a:lnTo>
                  <a:pt x="18002" y="19404"/>
                </a:lnTo>
                <a:cubicBezTo>
                  <a:pt x="18129" y="19404"/>
                  <a:pt x="18237" y="19359"/>
                  <a:pt x="18325" y="19266"/>
                </a:cubicBezTo>
                <a:cubicBezTo>
                  <a:pt x="18415" y="19169"/>
                  <a:pt x="18462" y="19042"/>
                  <a:pt x="18462" y="18887"/>
                </a:cubicBezTo>
                <a:lnTo>
                  <a:pt x="18462" y="18349"/>
                </a:lnTo>
                <a:close/>
                <a:moveTo>
                  <a:pt x="18002" y="11347"/>
                </a:moveTo>
                <a:lnTo>
                  <a:pt x="3598" y="11347"/>
                </a:lnTo>
                <a:lnTo>
                  <a:pt x="3598" y="1069"/>
                </a:lnTo>
                <a:cubicBezTo>
                  <a:pt x="3598" y="781"/>
                  <a:pt x="3684" y="528"/>
                  <a:pt x="3860" y="314"/>
                </a:cubicBezTo>
                <a:cubicBezTo>
                  <a:pt x="4034" y="105"/>
                  <a:pt x="4252" y="0"/>
                  <a:pt x="4511" y="0"/>
                </a:cubicBezTo>
                <a:lnTo>
                  <a:pt x="12141" y="0"/>
                </a:lnTo>
                <a:lnTo>
                  <a:pt x="12141" y="5386"/>
                </a:lnTo>
                <a:cubicBezTo>
                  <a:pt x="12141" y="5845"/>
                  <a:pt x="12275" y="6235"/>
                  <a:pt x="12540" y="6550"/>
                </a:cubicBezTo>
                <a:cubicBezTo>
                  <a:pt x="12804" y="6873"/>
                  <a:pt x="13120" y="7031"/>
                  <a:pt x="13490" y="7031"/>
                </a:cubicBezTo>
                <a:lnTo>
                  <a:pt x="18002" y="7031"/>
                </a:lnTo>
                <a:lnTo>
                  <a:pt x="18002" y="11347"/>
                </a:lnTo>
                <a:close/>
                <a:moveTo>
                  <a:pt x="18002" y="5386"/>
                </a:moveTo>
                <a:lnTo>
                  <a:pt x="13490" y="5386"/>
                </a:lnTo>
                <a:lnTo>
                  <a:pt x="13490" y="0"/>
                </a:lnTo>
                <a:lnTo>
                  <a:pt x="18002" y="538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8" name="Shape 7298"/>
          <p:cNvSpPr/>
          <p:nvPr/>
        </p:nvSpPr>
        <p:spPr>
          <a:xfrm>
            <a:off x="17789924" y="6980866"/>
            <a:ext cx="468773" cy="457140"/>
          </a:xfrm>
          <a:custGeom>
            <a:avLst/>
            <a:gdLst/>
            <a:ahLst/>
            <a:cxnLst>
              <a:cxn ang="0">
                <a:pos x="wd2" y="hd2"/>
              </a:cxn>
              <a:cxn ang="5400000">
                <a:pos x="wd2" y="hd2"/>
              </a:cxn>
              <a:cxn ang="10800000">
                <a:pos x="wd2" y="hd2"/>
              </a:cxn>
              <a:cxn ang="16200000">
                <a:pos x="wd2" y="hd2"/>
              </a:cxn>
            </a:cxnLst>
            <a:rect l="0" t="0" r="r" b="b"/>
            <a:pathLst>
              <a:path w="21514" h="21590" fill="norm" stroke="1" extrusionOk="0">
                <a:moveTo>
                  <a:pt x="21362" y="20642"/>
                </a:moveTo>
                <a:cubicBezTo>
                  <a:pt x="21549" y="20867"/>
                  <a:pt x="21563" y="21110"/>
                  <a:pt x="21409" y="21358"/>
                </a:cubicBezTo>
                <a:cubicBezTo>
                  <a:pt x="21320" y="21502"/>
                  <a:pt x="21196" y="21578"/>
                  <a:pt x="21039" y="21590"/>
                </a:cubicBezTo>
                <a:cubicBezTo>
                  <a:pt x="20964" y="21590"/>
                  <a:pt x="20896" y="21561"/>
                  <a:pt x="20837" y="21508"/>
                </a:cubicBezTo>
                <a:lnTo>
                  <a:pt x="15038" y="17553"/>
                </a:lnTo>
                <a:cubicBezTo>
                  <a:pt x="14488" y="18273"/>
                  <a:pt x="13904" y="18879"/>
                  <a:pt x="13295" y="19375"/>
                </a:cubicBezTo>
                <a:cubicBezTo>
                  <a:pt x="12686" y="19872"/>
                  <a:pt x="12082" y="20236"/>
                  <a:pt x="11483" y="20461"/>
                </a:cubicBezTo>
                <a:cubicBezTo>
                  <a:pt x="10888" y="20693"/>
                  <a:pt x="10320" y="20780"/>
                  <a:pt x="9786" y="20726"/>
                </a:cubicBezTo>
                <a:cubicBezTo>
                  <a:pt x="9249" y="20670"/>
                  <a:pt x="8774" y="20461"/>
                  <a:pt x="8355" y="20092"/>
                </a:cubicBezTo>
                <a:cubicBezTo>
                  <a:pt x="7788" y="19595"/>
                  <a:pt x="7432" y="18885"/>
                  <a:pt x="7291" y="17948"/>
                </a:cubicBezTo>
                <a:cubicBezTo>
                  <a:pt x="7148" y="17017"/>
                  <a:pt x="7181" y="15993"/>
                  <a:pt x="7392" y="14862"/>
                </a:cubicBezTo>
                <a:lnTo>
                  <a:pt x="3996" y="11856"/>
                </a:lnTo>
                <a:cubicBezTo>
                  <a:pt x="3427" y="12152"/>
                  <a:pt x="2883" y="12296"/>
                  <a:pt x="2366" y="12284"/>
                </a:cubicBezTo>
                <a:cubicBezTo>
                  <a:pt x="1843" y="12279"/>
                  <a:pt x="1387" y="12098"/>
                  <a:pt x="991" y="11746"/>
                </a:cubicBezTo>
                <a:cubicBezTo>
                  <a:pt x="609" y="11393"/>
                  <a:pt x="340" y="10925"/>
                  <a:pt x="178" y="10335"/>
                </a:cubicBezTo>
                <a:cubicBezTo>
                  <a:pt x="16" y="9746"/>
                  <a:pt x="-37" y="9086"/>
                  <a:pt x="26" y="8347"/>
                </a:cubicBezTo>
                <a:cubicBezTo>
                  <a:pt x="87" y="7608"/>
                  <a:pt x="253" y="6832"/>
                  <a:pt x="532" y="6023"/>
                </a:cubicBezTo>
                <a:cubicBezTo>
                  <a:pt x="808" y="5213"/>
                  <a:pt x="1180" y="4418"/>
                  <a:pt x="1654" y="3648"/>
                </a:cubicBezTo>
                <a:cubicBezTo>
                  <a:pt x="2124" y="2869"/>
                  <a:pt x="2644" y="2209"/>
                  <a:pt x="3214" y="1654"/>
                </a:cubicBezTo>
                <a:cubicBezTo>
                  <a:pt x="3780" y="1101"/>
                  <a:pt x="4347" y="683"/>
                  <a:pt x="4919" y="401"/>
                </a:cubicBezTo>
                <a:cubicBezTo>
                  <a:pt x="5485" y="128"/>
                  <a:pt x="6031" y="-10"/>
                  <a:pt x="6549" y="1"/>
                </a:cubicBezTo>
                <a:cubicBezTo>
                  <a:pt x="7069" y="6"/>
                  <a:pt x="7523" y="187"/>
                  <a:pt x="7912" y="540"/>
                </a:cubicBezTo>
                <a:cubicBezTo>
                  <a:pt x="8308" y="909"/>
                  <a:pt x="8582" y="1394"/>
                  <a:pt x="8736" y="1989"/>
                </a:cubicBezTo>
                <a:cubicBezTo>
                  <a:pt x="8889" y="2590"/>
                  <a:pt x="8936" y="3256"/>
                  <a:pt x="8877" y="3995"/>
                </a:cubicBezTo>
                <a:lnTo>
                  <a:pt x="12253" y="7035"/>
                </a:lnTo>
                <a:cubicBezTo>
                  <a:pt x="13082" y="6468"/>
                  <a:pt x="13886" y="6138"/>
                  <a:pt x="14663" y="6048"/>
                </a:cubicBezTo>
                <a:cubicBezTo>
                  <a:pt x="15441" y="5961"/>
                  <a:pt x="16113" y="6169"/>
                  <a:pt x="16680" y="6683"/>
                </a:cubicBezTo>
                <a:cubicBezTo>
                  <a:pt x="17092" y="7052"/>
                  <a:pt x="17392" y="7543"/>
                  <a:pt x="17584" y="8149"/>
                </a:cubicBezTo>
                <a:cubicBezTo>
                  <a:pt x="17774" y="8753"/>
                  <a:pt x="17860" y="9433"/>
                  <a:pt x="17846" y="10180"/>
                </a:cubicBezTo>
                <a:cubicBezTo>
                  <a:pt x="17830" y="10930"/>
                  <a:pt x="17718" y="11723"/>
                  <a:pt x="17504" y="12572"/>
                </a:cubicBezTo>
                <a:cubicBezTo>
                  <a:pt x="17291" y="13415"/>
                  <a:pt x="16980" y="14264"/>
                  <a:pt x="16570" y="15111"/>
                </a:cubicBezTo>
                <a:lnTo>
                  <a:pt x="21362" y="20642"/>
                </a:lnTo>
                <a:close/>
                <a:moveTo>
                  <a:pt x="2087" y="9949"/>
                </a:moveTo>
                <a:cubicBezTo>
                  <a:pt x="2244" y="10076"/>
                  <a:pt x="2431" y="10144"/>
                  <a:pt x="2649" y="10144"/>
                </a:cubicBezTo>
                <a:cubicBezTo>
                  <a:pt x="2881" y="10144"/>
                  <a:pt x="3125" y="10059"/>
                  <a:pt x="3382" y="9907"/>
                </a:cubicBezTo>
                <a:cubicBezTo>
                  <a:pt x="3637" y="9746"/>
                  <a:pt x="3907" y="9537"/>
                  <a:pt x="4183" y="9283"/>
                </a:cubicBezTo>
                <a:cubicBezTo>
                  <a:pt x="4460" y="9024"/>
                  <a:pt x="4731" y="8728"/>
                  <a:pt x="4998" y="8386"/>
                </a:cubicBezTo>
                <a:cubicBezTo>
                  <a:pt x="5263" y="8042"/>
                  <a:pt x="5511" y="7684"/>
                  <a:pt x="5743" y="7317"/>
                </a:cubicBezTo>
                <a:cubicBezTo>
                  <a:pt x="5813" y="7190"/>
                  <a:pt x="5844" y="7052"/>
                  <a:pt x="5820" y="6903"/>
                </a:cubicBezTo>
                <a:cubicBezTo>
                  <a:pt x="5797" y="6759"/>
                  <a:pt x="5743" y="6638"/>
                  <a:pt x="5652" y="6550"/>
                </a:cubicBezTo>
                <a:cubicBezTo>
                  <a:pt x="5549" y="6457"/>
                  <a:pt x="5434" y="6418"/>
                  <a:pt x="5310" y="6435"/>
                </a:cubicBezTo>
                <a:cubicBezTo>
                  <a:pt x="5186" y="6446"/>
                  <a:pt x="5083" y="6522"/>
                  <a:pt x="5001" y="6655"/>
                </a:cubicBezTo>
                <a:cubicBezTo>
                  <a:pt x="4417" y="7591"/>
                  <a:pt x="3902" y="8237"/>
                  <a:pt x="3455" y="8589"/>
                </a:cubicBezTo>
                <a:cubicBezTo>
                  <a:pt x="3005" y="8936"/>
                  <a:pt x="2736" y="9094"/>
                  <a:pt x="2647" y="9058"/>
                </a:cubicBezTo>
                <a:cubicBezTo>
                  <a:pt x="2541" y="8970"/>
                  <a:pt x="2424" y="8936"/>
                  <a:pt x="2298" y="8965"/>
                </a:cubicBezTo>
                <a:cubicBezTo>
                  <a:pt x="2171" y="8990"/>
                  <a:pt x="2070" y="9058"/>
                  <a:pt x="1996" y="9168"/>
                </a:cubicBezTo>
                <a:cubicBezTo>
                  <a:pt x="1923" y="9295"/>
                  <a:pt x="1895" y="9433"/>
                  <a:pt x="1918" y="9579"/>
                </a:cubicBezTo>
                <a:cubicBezTo>
                  <a:pt x="1942" y="9729"/>
                  <a:pt x="1998" y="9850"/>
                  <a:pt x="2087" y="9949"/>
                </a:cubicBezTo>
                <a:moveTo>
                  <a:pt x="9299" y="14648"/>
                </a:moveTo>
                <a:cubicBezTo>
                  <a:pt x="9357" y="14721"/>
                  <a:pt x="9444" y="14758"/>
                  <a:pt x="9554" y="14758"/>
                </a:cubicBezTo>
                <a:cubicBezTo>
                  <a:pt x="9704" y="14758"/>
                  <a:pt x="9828" y="14682"/>
                  <a:pt x="9924" y="14527"/>
                </a:cubicBezTo>
                <a:cubicBezTo>
                  <a:pt x="9999" y="14400"/>
                  <a:pt x="10029" y="14267"/>
                  <a:pt x="10011" y="14132"/>
                </a:cubicBezTo>
                <a:cubicBezTo>
                  <a:pt x="9999" y="13994"/>
                  <a:pt x="9940" y="13878"/>
                  <a:pt x="9835" y="13785"/>
                </a:cubicBezTo>
                <a:lnTo>
                  <a:pt x="5945" y="10302"/>
                </a:lnTo>
                <a:cubicBezTo>
                  <a:pt x="5825" y="10429"/>
                  <a:pt x="5701" y="10550"/>
                  <a:pt x="5579" y="10671"/>
                </a:cubicBezTo>
                <a:cubicBezTo>
                  <a:pt x="5457" y="10792"/>
                  <a:pt x="5333" y="10902"/>
                  <a:pt x="5216" y="10990"/>
                </a:cubicBezTo>
                <a:lnTo>
                  <a:pt x="9299" y="14648"/>
                </a:lnTo>
                <a:close/>
                <a:moveTo>
                  <a:pt x="14354" y="15029"/>
                </a:moveTo>
                <a:cubicBezTo>
                  <a:pt x="14429" y="14919"/>
                  <a:pt x="14460" y="14792"/>
                  <a:pt x="14445" y="14642"/>
                </a:cubicBezTo>
                <a:cubicBezTo>
                  <a:pt x="14429" y="14496"/>
                  <a:pt x="14371" y="14374"/>
                  <a:pt x="14265" y="14284"/>
                </a:cubicBezTo>
                <a:cubicBezTo>
                  <a:pt x="14176" y="14197"/>
                  <a:pt x="14068" y="14157"/>
                  <a:pt x="13944" y="14174"/>
                </a:cubicBezTo>
                <a:cubicBezTo>
                  <a:pt x="13822" y="14197"/>
                  <a:pt x="13719" y="14267"/>
                  <a:pt x="13649" y="14394"/>
                </a:cubicBezTo>
                <a:cubicBezTo>
                  <a:pt x="13267" y="15006"/>
                  <a:pt x="12883" y="15531"/>
                  <a:pt x="12499" y="15960"/>
                </a:cubicBezTo>
                <a:cubicBezTo>
                  <a:pt x="12115" y="16388"/>
                  <a:pt x="11759" y="16732"/>
                  <a:pt x="11429" y="16978"/>
                </a:cubicBezTo>
                <a:cubicBezTo>
                  <a:pt x="11098" y="17226"/>
                  <a:pt x="10808" y="17387"/>
                  <a:pt x="10554" y="17463"/>
                </a:cubicBezTo>
                <a:cubicBezTo>
                  <a:pt x="10299" y="17542"/>
                  <a:pt x="10118" y="17519"/>
                  <a:pt x="10013" y="17404"/>
                </a:cubicBezTo>
                <a:cubicBezTo>
                  <a:pt x="9910" y="17316"/>
                  <a:pt x="9800" y="17282"/>
                  <a:pt x="9685" y="17311"/>
                </a:cubicBezTo>
                <a:cubicBezTo>
                  <a:pt x="9568" y="17336"/>
                  <a:pt x="9472" y="17421"/>
                  <a:pt x="9399" y="17553"/>
                </a:cubicBezTo>
                <a:cubicBezTo>
                  <a:pt x="9324" y="17663"/>
                  <a:pt x="9292" y="17790"/>
                  <a:pt x="9303" y="17937"/>
                </a:cubicBezTo>
                <a:cubicBezTo>
                  <a:pt x="9315" y="18086"/>
                  <a:pt x="9376" y="18208"/>
                  <a:pt x="9488" y="18295"/>
                </a:cubicBezTo>
                <a:cubicBezTo>
                  <a:pt x="9706" y="18504"/>
                  <a:pt x="9961" y="18605"/>
                  <a:pt x="10261" y="18605"/>
                </a:cubicBezTo>
                <a:cubicBezTo>
                  <a:pt x="10568" y="18605"/>
                  <a:pt x="10899" y="18509"/>
                  <a:pt x="11255" y="18318"/>
                </a:cubicBezTo>
                <a:cubicBezTo>
                  <a:pt x="11611" y="18126"/>
                  <a:pt x="11965" y="17866"/>
                  <a:pt x="12326" y="17542"/>
                </a:cubicBezTo>
                <a:cubicBezTo>
                  <a:pt x="12684" y="17215"/>
                  <a:pt x="13035" y="16837"/>
                  <a:pt x="13380" y="16400"/>
                </a:cubicBezTo>
                <a:cubicBezTo>
                  <a:pt x="13722" y="15960"/>
                  <a:pt x="14047" y="15503"/>
                  <a:pt x="14354" y="15029"/>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299" name="Shape 7299"/>
          <p:cNvSpPr/>
          <p:nvPr/>
        </p:nvSpPr>
        <p:spPr>
          <a:xfrm>
            <a:off x="16679530" y="3157087"/>
            <a:ext cx="466895"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43" y="21048"/>
                </a:moveTo>
                <a:cubicBezTo>
                  <a:pt x="3143" y="21201"/>
                  <a:pt x="3101" y="21330"/>
                  <a:pt x="3025" y="21436"/>
                </a:cubicBezTo>
                <a:cubicBezTo>
                  <a:pt x="2947" y="21545"/>
                  <a:pt x="2841" y="21600"/>
                  <a:pt x="2707" y="21600"/>
                </a:cubicBezTo>
                <a:lnTo>
                  <a:pt x="457" y="21600"/>
                </a:lnTo>
                <a:cubicBezTo>
                  <a:pt x="154" y="21600"/>
                  <a:pt x="0" y="21415"/>
                  <a:pt x="0" y="21048"/>
                </a:cubicBezTo>
                <a:lnTo>
                  <a:pt x="0" y="17394"/>
                </a:lnTo>
                <a:cubicBezTo>
                  <a:pt x="0" y="17245"/>
                  <a:pt x="46" y="17115"/>
                  <a:pt x="134" y="17007"/>
                </a:cubicBezTo>
                <a:cubicBezTo>
                  <a:pt x="225" y="16901"/>
                  <a:pt x="332" y="16845"/>
                  <a:pt x="457" y="16845"/>
                </a:cubicBezTo>
                <a:lnTo>
                  <a:pt x="2707" y="16845"/>
                </a:lnTo>
                <a:cubicBezTo>
                  <a:pt x="2834" y="16845"/>
                  <a:pt x="2937" y="16901"/>
                  <a:pt x="3018" y="17007"/>
                </a:cubicBezTo>
                <a:cubicBezTo>
                  <a:pt x="3101" y="17115"/>
                  <a:pt x="3143" y="17245"/>
                  <a:pt x="3143" y="17394"/>
                </a:cubicBezTo>
                <a:lnTo>
                  <a:pt x="3143" y="21048"/>
                </a:lnTo>
                <a:close/>
                <a:moveTo>
                  <a:pt x="7757" y="21048"/>
                </a:moveTo>
                <a:cubicBezTo>
                  <a:pt x="7757" y="21201"/>
                  <a:pt x="7715" y="21330"/>
                  <a:pt x="7634" y="21436"/>
                </a:cubicBezTo>
                <a:cubicBezTo>
                  <a:pt x="7551" y="21545"/>
                  <a:pt x="7448" y="21600"/>
                  <a:pt x="7324" y="21600"/>
                </a:cubicBezTo>
                <a:lnTo>
                  <a:pt x="5062" y="21600"/>
                </a:lnTo>
                <a:cubicBezTo>
                  <a:pt x="4934" y="21600"/>
                  <a:pt x="4829" y="21545"/>
                  <a:pt x="4739" y="21436"/>
                </a:cubicBezTo>
                <a:cubicBezTo>
                  <a:pt x="4648" y="21330"/>
                  <a:pt x="4604" y="21201"/>
                  <a:pt x="4604" y="21048"/>
                </a:cubicBezTo>
                <a:lnTo>
                  <a:pt x="4604" y="14948"/>
                </a:lnTo>
                <a:cubicBezTo>
                  <a:pt x="4604" y="14798"/>
                  <a:pt x="4648" y="14669"/>
                  <a:pt x="4739" y="14560"/>
                </a:cubicBezTo>
                <a:cubicBezTo>
                  <a:pt x="4829" y="14454"/>
                  <a:pt x="4934" y="14399"/>
                  <a:pt x="5062" y="14399"/>
                </a:cubicBezTo>
                <a:lnTo>
                  <a:pt x="7324" y="14399"/>
                </a:lnTo>
                <a:cubicBezTo>
                  <a:pt x="7448" y="14399"/>
                  <a:pt x="7551" y="14454"/>
                  <a:pt x="7634" y="14560"/>
                </a:cubicBezTo>
                <a:cubicBezTo>
                  <a:pt x="7715" y="14669"/>
                  <a:pt x="7757" y="14798"/>
                  <a:pt x="7757" y="14948"/>
                </a:cubicBezTo>
                <a:lnTo>
                  <a:pt x="7757" y="21048"/>
                </a:lnTo>
                <a:close/>
                <a:moveTo>
                  <a:pt x="12389" y="21048"/>
                </a:moveTo>
                <a:cubicBezTo>
                  <a:pt x="12389" y="21201"/>
                  <a:pt x="12343" y="21330"/>
                  <a:pt x="12252" y="21436"/>
                </a:cubicBezTo>
                <a:cubicBezTo>
                  <a:pt x="12166" y="21545"/>
                  <a:pt x="12056" y="21600"/>
                  <a:pt x="11929" y="21600"/>
                </a:cubicBezTo>
                <a:lnTo>
                  <a:pt x="9666" y="21600"/>
                </a:lnTo>
                <a:cubicBezTo>
                  <a:pt x="9541" y="21600"/>
                  <a:pt x="9434" y="21545"/>
                  <a:pt x="9343" y="21436"/>
                </a:cubicBezTo>
                <a:cubicBezTo>
                  <a:pt x="9255" y="21330"/>
                  <a:pt x="9208" y="21201"/>
                  <a:pt x="9208" y="21048"/>
                </a:cubicBezTo>
                <a:lnTo>
                  <a:pt x="9208" y="11547"/>
                </a:lnTo>
                <a:cubicBezTo>
                  <a:pt x="9208" y="11394"/>
                  <a:pt x="9255" y="11265"/>
                  <a:pt x="9343" y="11159"/>
                </a:cubicBezTo>
                <a:cubicBezTo>
                  <a:pt x="9434" y="11050"/>
                  <a:pt x="9541" y="10997"/>
                  <a:pt x="9666" y="10997"/>
                </a:cubicBezTo>
                <a:lnTo>
                  <a:pt x="11929" y="10997"/>
                </a:lnTo>
                <a:cubicBezTo>
                  <a:pt x="12056" y="10997"/>
                  <a:pt x="12166" y="11050"/>
                  <a:pt x="12252" y="11159"/>
                </a:cubicBezTo>
                <a:cubicBezTo>
                  <a:pt x="12343" y="11265"/>
                  <a:pt x="12389" y="11394"/>
                  <a:pt x="12389" y="11547"/>
                </a:cubicBezTo>
                <a:lnTo>
                  <a:pt x="12389" y="21048"/>
                </a:lnTo>
                <a:close/>
                <a:moveTo>
                  <a:pt x="16994" y="21048"/>
                </a:moveTo>
                <a:cubicBezTo>
                  <a:pt x="16994" y="21201"/>
                  <a:pt x="16947" y="21330"/>
                  <a:pt x="16857" y="21436"/>
                </a:cubicBezTo>
                <a:cubicBezTo>
                  <a:pt x="16768" y="21545"/>
                  <a:pt x="16661" y="21600"/>
                  <a:pt x="16536" y="21600"/>
                </a:cubicBezTo>
                <a:lnTo>
                  <a:pt x="14286" y="21600"/>
                </a:lnTo>
                <a:cubicBezTo>
                  <a:pt x="14159" y="21600"/>
                  <a:pt x="14056" y="21545"/>
                  <a:pt x="13975" y="21436"/>
                </a:cubicBezTo>
                <a:cubicBezTo>
                  <a:pt x="13895" y="21330"/>
                  <a:pt x="13851" y="21201"/>
                  <a:pt x="13851" y="21048"/>
                </a:cubicBezTo>
                <a:lnTo>
                  <a:pt x="13851" y="7058"/>
                </a:lnTo>
                <a:cubicBezTo>
                  <a:pt x="13851" y="6908"/>
                  <a:pt x="13892" y="6781"/>
                  <a:pt x="13968" y="6670"/>
                </a:cubicBezTo>
                <a:cubicBezTo>
                  <a:pt x="14046" y="6564"/>
                  <a:pt x="14152" y="6511"/>
                  <a:pt x="14286" y="6511"/>
                </a:cubicBezTo>
                <a:lnTo>
                  <a:pt x="16536" y="6511"/>
                </a:lnTo>
                <a:cubicBezTo>
                  <a:pt x="16661" y="6511"/>
                  <a:pt x="16768" y="6561"/>
                  <a:pt x="16856" y="6664"/>
                </a:cubicBezTo>
                <a:cubicBezTo>
                  <a:pt x="16947" y="6767"/>
                  <a:pt x="16994" y="6899"/>
                  <a:pt x="16994" y="7058"/>
                </a:cubicBezTo>
                <a:lnTo>
                  <a:pt x="16994" y="21048"/>
                </a:lnTo>
                <a:close/>
                <a:moveTo>
                  <a:pt x="21600" y="21048"/>
                </a:moveTo>
                <a:cubicBezTo>
                  <a:pt x="21600" y="21415"/>
                  <a:pt x="21449" y="21600"/>
                  <a:pt x="21140" y="21600"/>
                </a:cubicBezTo>
                <a:lnTo>
                  <a:pt x="18915" y="21600"/>
                </a:lnTo>
                <a:cubicBezTo>
                  <a:pt x="18612" y="21600"/>
                  <a:pt x="18457" y="21415"/>
                  <a:pt x="18457" y="21048"/>
                </a:cubicBezTo>
                <a:lnTo>
                  <a:pt x="18457" y="549"/>
                </a:lnTo>
                <a:cubicBezTo>
                  <a:pt x="18457" y="182"/>
                  <a:pt x="18609" y="0"/>
                  <a:pt x="18915" y="0"/>
                </a:cubicBezTo>
                <a:lnTo>
                  <a:pt x="21140" y="0"/>
                </a:lnTo>
                <a:cubicBezTo>
                  <a:pt x="21446" y="0"/>
                  <a:pt x="21600" y="182"/>
                  <a:pt x="21600" y="549"/>
                </a:cubicBezTo>
                <a:lnTo>
                  <a:pt x="21600" y="2104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0" name="Shape 7300"/>
          <p:cNvSpPr/>
          <p:nvPr/>
        </p:nvSpPr>
        <p:spPr>
          <a:xfrm rot="5400000">
            <a:off x="17787856" y="3157087"/>
            <a:ext cx="468769"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866" y="10197"/>
                </a:moveTo>
                <a:cubicBezTo>
                  <a:pt x="15002" y="10365"/>
                  <a:pt x="15072" y="10573"/>
                  <a:pt x="15077" y="10818"/>
                </a:cubicBezTo>
                <a:cubicBezTo>
                  <a:pt x="15080" y="11062"/>
                  <a:pt x="15010" y="11256"/>
                  <a:pt x="14866" y="11408"/>
                </a:cubicBezTo>
                <a:lnTo>
                  <a:pt x="7797" y="19180"/>
                </a:lnTo>
                <a:cubicBezTo>
                  <a:pt x="7642" y="19351"/>
                  <a:pt x="7460" y="19436"/>
                  <a:pt x="7247" y="19436"/>
                </a:cubicBezTo>
                <a:cubicBezTo>
                  <a:pt x="7180" y="19436"/>
                  <a:pt x="7078" y="19415"/>
                  <a:pt x="6940" y="19380"/>
                </a:cubicBezTo>
                <a:cubicBezTo>
                  <a:pt x="6625" y="19230"/>
                  <a:pt x="6467" y="18963"/>
                  <a:pt x="6467" y="18578"/>
                </a:cubicBezTo>
                <a:lnTo>
                  <a:pt x="6467" y="14487"/>
                </a:lnTo>
                <a:lnTo>
                  <a:pt x="996" y="14487"/>
                </a:lnTo>
                <a:cubicBezTo>
                  <a:pt x="715" y="14487"/>
                  <a:pt x="477" y="14381"/>
                  <a:pt x="285" y="14169"/>
                </a:cubicBezTo>
                <a:cubicBezTo>
                  <a:pt x="93" y="13958"/>
                  <a:pt x="0" y="13699"/>
                  <a:pt x="0" y="13391"/>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6" y="10197"/>
                </a:lnTo>
                <a:close/>
                <a:moveTo>
                  <a:pt x="17664" y="0"/>
                </a:moveTo>
                <a:cubicBezTo>
                  <a:pt x="18201" y="0"/>
                  <a:pt x="18709" y="114"/>
                  <a:pt x="19179" y="343"/>
                </a:cubicBezTo>
                <a:cubicBezTo>
                  <a:pt x="19654" y="572"/>
                  <a:pt x="20068" y="884"/>
                  <a:pt x="20426" y="1265"/>
                </a:cubicBezTo>
                <a:cubicBezTo>
                  <a:pt x="20783" y="1647"/>
                  <a:pt x="21069" y="2105"/>
                  <a:pt x="21283" y="2634"/>
                </a:cubicBezTo>
                <a:cubicBezTo>
                  <a:pt x="21494" y="3166"/>
                  <a:pt x="21600" y="3727"/>
                  <a:pt x="21600" y="4317"/>
                </a:cubicBezTo>
                <a:lnTo>
                  <a:pt x="21600" y="17283"/>
                </a:lnTo>
                <a:cubicBezTo>
                  <a:pt x="21600" y="17870"/>
                  <a:pt x="21494" y="18425"/>
                  <a:pt x="21283" y="18948"/>
                </a:cubicBezTo>
                <a:cubicBezTo>
                  <a:pt x="21069" y="19468"/>
                  <a:pt x="20781" y="19923"/>
                  <a:pt x="20426" y="20320"/>
                </a:cubicBezTo>
                <a:cubicBezTo>
                  <a:pt x="20068" y="20713"/>
                  <a:pt x="19654" y="21022"/>
                  <a:pt x="19187" y="21254"/>
                </a:cubicBezTo>
                <a:cubicBezTo>
                  <a:pt x="18717" y="21483"/>
                  <a:pt x="18209" y="21600"/>
                  <a:pt x="17664" y="21600"/>
                </a:cubicBezTo>
                <a:lnTo>
                  <a:pt x="11785" y="21600"/>
                </a:lnTo>
                <a:lnTo>
                  <a:pt x="11785" y="18887"/>
                </a:lnTo>
                <a:lnTo>
                  <a:pt x="17664" y="18887"/>
                </a:lnTo>
                <a:cubicBezTo>
                  <a:pt x="18065" y="18887"/>
                  <a:pt x="18410" y="18728"/>
                  <a:pt x="18701" y="18414"/>
                </a:cubicBezTo>
                <a:cubicBezTo>
                  <a:pt x="18992" y="18099"/>
                  <a:pt x="19136" y="17721"/>
                  <a:pt x="19136" y="17283"/>
                </a:cubicBezTo>
                <a:lnTo>
                  <a:pt x="19136" y="4317"/>
                </a:lnTo>
                <a:cubicBezTo>
                  <a:pt x="19136" y="3874"/>
                  <a:pt x="18992" y="3498"/>
                  <a:pt x="18709" y="3183"/>
                </a:cubicBezTo>
                <a:cubicBezTo>
                  <a:pt x="18423" y="2872"/>
                  <a:pt x="18076" y="2713"/>
                  <a:pt x="17664" y="2713"/>
                </a:cubicBezTo>
                <a:lnTo>
                  <a:pt x="11785" y="2713"/>
                </a:lnTo>
                <a:lnTo>
                  <a:pt x="11785" y="0"/>
                </a:lnTo>
                <a:lnTo>
                  <a:pt x="17664" y="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1" name="Shape 7301"/>
          <p:cNvSpPr/>
          <p:nvPr/>
        </p:nvSpPr>
        <p:spPr>
          <a:xfrm>
            <a:off x="1124436" y="4145314"/>
            <a:ext cx="468792" cy="455277"/>
          </a:xfrm>
          <a:custGeom>
            <a:avLst/>
            <a:gdLst/>
            <a:ahLst/>
            <a:cxnLst>
              <a:cxn ang="0">
                <a:pos x="wd2" y="hd2"/>
              </a:cxn>
              <a:cxn ang="5400000">
                <a:pos x="wd2" y="hd2"/>
              </a:cxn>
              <a:cxn ang="10800000">
                <a:pos x="wd2" y="hd2"/>
              </a:cxn>
              <a:cxn ang="16200000">
                <a:pos x="wd2" y="hd2"/>
              </a:cxn>
            </a:cxnLst>
            <a:rect l="0" t="0" r="r" b="b"/>
            <a:pathLst>
              <a:path w="21597" h="21600" fill="norm" stroke="1" extrusionOk="0">
                <a:moveTo>
                  <a:pt x="3919" y="21600"/>
                </a:moveTo>
                <a:cubicBezTo>
                  <a:pt x="3385" y="21600"/>
                  <a:pt x="2878" y="21486"/>
                  <a:pt x="2408" y="21257"/>
                </a:cubicBezTo>
                <a:cubicBezTo>
                  <a:pt x="1933" y="21028"/>
                  <a:pt x="1519" y="20716"/>
                  <a:pt x="1164" y="20320"/>
                </a:cubicBezTo>
                <a:cubicBezTo>
                  <a:pt x="801" y="19929"/>
                  <a:pt x="520" y="19471"/>
                  <a:pt x="312" y="18948"/>
                </a:cubicBezTo>
                <a:cubicBezTo>
                  <a:pt x="101" y="18431"/>
                  <a:pt x="0" y="17873"/>
                  <a:pt x="0" y="17282"/>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2"/>
                </a:lnTo>
                <a:cubicBezTo>
                  <a:pt x="2464" y="17726"/>
                  <a:pt x="2608" y="18102"/>
                  <a:pt x="2891" y="18416"/>
                </a:cubicBezTo>
                <a:cubicBezTo>
                  <a:pt x="3174" y="18730"/>
                  <a:pt x="3519" y="18886"/>
                  <a:pt x="3919" y="18886"/>
                </a:cubicBezTo>
                <a:lnTo>
                  <a:pt x="9813" y="18886"/>
                </a:lnTo>
                <a:lnTo>
                  <a:pt x="9813" y="21600"/>
                </a:lnTo>
                <a:lnTo>
                  <a:pt x="3919" y="21600"/>
                </a:lnTo>
                <a:close/>
                <a:moveTo>
                  <a:pt x="21359" y="10199"/>
                </a:moveTo>
                <a:cubicBezTo>
                  <a:pt x="21514" y="10369"/>
                  <a:pt x="21591" y="10572"/>
                  <a:pt x="21597" y="10820"/>
                </a:cubicBezTo>
                <a:cubicBezTo>
                  <a:pt x="21600" y="11060"/>
                  <a:pt x="21522" y="11257"/>
                  <a:pt x="21359" y="11407"/>
                </a:cubicBezTo>
                <a:lnTo>
                  <a:pt x="14294" y="19186"/>
                </a:lnTo>
                <a:cubicBezTo>
                  <a:pt x="14136" y="19353"/>
                  <a:pt x="13954" y="19438"/>
                  <a:pt x="13741" y="19438"/>
                </a:cubicBezTo>
                <a:cubicBezTo>
                  <a:pt x="13658" y="19438"/>
                  <a:pt x="13565" y="19421"/>
                  <a:pt x="13460" y="19383"/>
                </a:cubicBezTo>
                <a:cubicBezTo>
                  <a:pt x="13129" y="19233"/>
                  <a:pt x="12961" y="18965"/>
                  <a:pt x="12961" y="18584"/>
                </a:cubicBezTo>
                <a:lnTo>
                  <a:pt x="12961" y="14489"/>
                </a:lnTo>
                <a:lnTo>
                  <a:pt x="7490" y="14489"/>
                </a:lnTo>
                <a:cubicBezTo>
                  <a:pt x="7209" y="14489"/>
                  <a:pt x="6974" y="14383"/>
                  <a:pt x="6779" y="14174"/>
                </a:cubicBezTo>
                <a:cubicBezTo>
                  <a:pt x="6590" y="13960"/>
                  <a:pt x="6494" y="13698"/>
                  <a:pt x="6494" y="13390"/>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2" name="Shape 7302"/>
          <p:cNvSpPr/>
          <p:nvPr/>
        </p:nvSpPr>
        <p:spPr>
          <a:xfrm>
            <a:off x="2324910" y="4132512"/>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09" y="14021"/>
                </a:moveTo>
                <a:cubicBezTo>
                  <a:pt x="20952" y="14021"/>
                  <a:pt x="21162" y="14126"/>
                  <a:pt x="21336" y="14335"/>
                </a:cubicBezTo>
                <a:cubicBezTo>
                  <a:pt x="21512" y="14549"/>
                  <a:pt x="21600" y="14811"/>
                  <a:pt x="21600" y="15116"/>
                </a:cubicBezTo>
                <a:lnTo>
                  <a:pt x="21600" y="20505"/>
                </a:lnTo>
                <a:cubicBezTo>
                  <a:pt x="21600" y="20816"/>
                  <a:pt x="21512" y="21072"/>
                  <a:pt x="21336" y="21286"/>
                </a:cubicBezTo>
                <a:cubicBezTo>
                  <a:pt x="21162" y="21495"/>
                  <a:pt x="20952" y="21600"/>
                  <a:pt x="20709" y="21600"/>
                </a:cubicBezTo>
                <a:lnTo>
                  <a:pt x="16198" y="21600"/>
                </a:lnTo>
                <a:cubicBezTo>
                  <a:pt x="15941" y="21600"/>
                  <a:pt x="15730" y="21495"/>
                  <a:pt x="15564" y="21286"/>
                </a:cubicBezTo>
                <a:cubicBezTo>
                  <a:pt x="15400" y="21072"/>
                  <a:pt x="15317" y="20816"/>
                  <a:pt x="15317" y="20505"/>
                </a:cubicBezTo>
                <a:lnTo>
                  <a:pt x="15317" y="15116"/>
                </a:lnTo>
                <a:cubicBezTo>
                  <a:pt x="15317" y="14811"/>
                  <a:pt x="15400" y="14549"/>
                  <a:pt x="15571" y="14335"/>
                </a:cubicBezTo>
                <a:cubicBezTo>
                  <a:pt x="15738" y="14126"/>
                  <a:pt x="15946" y="14021"/>
                  <a:pt x="16198" y="14021"/>
                </a:cubicBezTo>
                <a:lnTo>
                  <a:pt x="17789" y="14021"/>
                </a:lnTo>
                <a:lnTo>
                  <a:pt x="17789" y="11870"/>
                </a:lnTo>
                <a:cubicBezTo>
                  <a:pt x="17789" y="11700"/>
                  <a:pt x="17708" y="11611"/>
                  <a:pt x="17544" y="11603"/>
                </a:cubicBezTo>
                <a:lnTo>
                  <a:pt x="11474" y="11603"/>
                </a:lnTo>
                <a:lnTo>
                  <a:pt x="11474" y="14020"/>
                </a:lnTo>
                <a:lnTo>
                  <a:pt x="13055" y="14020"/>
                </a:lnTo>
                <a:cubicBezTo>
                  <a:pt x="13297" y="14020"/>
                  <a:pt x="13508" y="14126"/>
                  <a:pt x="13682" y="14335"/>
                </a:cubicBezTo>
                <a:cubicBezTo>
                  <a:pt x="13858" y="14549"/>
                  <a:pt x="13946" y="14811"/>
                  <a:pt x="13946" y="15116"/>
                </a:cubicBezTo>
                <a:lnTo>
                  <a:pt x="13946" y="20505"/>
                </a:lnTo>
                <a:cubicBezTo>
                  <a:pt x="13946" y="20816"/>
                  <a:pt x="13858" y="21072"/>
                  <a:pt x="13682" y="21286"/>
                </a:cubicBezTo>
                <a:cubicBezTo>
                  <a:pt x="13508" y="21495"/>
                  <a:pt x="13297" y="21600"/>
                  <a:pt x="13055" y="21600"/>
                </a:cubicBezTo>
                <a:lnTo>
                  <a:pt x="8543" y="21600"/>
                </a:lnTo>
                <a:cubicBezTo>
                  <a:pt x="8298" y="21600"/>
                  <a:pt x="8090" y="21495"/>
                  <a:pt x="7913" y="21286"/>
                </a:cubicBezTo>
                <a:cubicBezTo>
                  <a:pt x="7740" y="21072"/>
                  <a:pt x="7651" y="20816"/>
                  <a:pt x="7651" y="20505"/>
                </a:cubicBezTo>
                <a:lnTo>
                  <a:pt x="7651" y="15116"/>
                </a:lnTo>
                <a:cubicBezTo>
                  <a:pt x="7651" y="14811"/>
                  <a:pt x="7740" y="14549"/>
                  <a:pt x="7913" y="14335"/>
                </a:cubicBezTo>
                <a:cubicBezTo>
                  <a:pt x="8090" y="14126"/>
                  <a:pt x="8298" y="14020"/>
                  <a:pt x="8543" y="14020"/>
                </a:cubicBezTo>
                <a:lnTo>
                  <a:pt x="10124" y="14020"/>
                </a:lnTo>
                <a:lnTo>
                  <a:pt x="10124" y="11603"/>
                </a:lnTo>
                <a:lnTo>
                  <a:pt x="4056" y="11603"/>
                </a:lnTo>
                <a:cubicBezTo>
                  <a:pt x="3901" y="11603"/>
                  <a:pt x="3821" y="11691"/>
                  <a:pt x="3821" y="11870"/>
                </a:cubicBezTo>
                <a:lnTo>
                  <a:pt x="3821" y="14021"/>
                </a:lnTo>
                <a:lnTo>
                  <a:pt x="5402" y="14021"/>
                </a:lnTo>
                <a:cubicBezTo>
                  <a:pt x="5661" y="14021"/>
                  <a:pt x="5874" y="14126"/>
                  <a:pt x="6053" y="14335"/>
                </a:cubicBezTo>
                <a:cubicBezTo>
                  <a:pt x="6229" y="14549"/>
                  <a:pt x="6315" y="14811"/>
                  <a:pt x="6315" y="15116"/>
                </a:cubicBezTo>
                <a:lnTo>
                  <a:pt x="6315" y="20505"/>
                </a:lnTo>
                <a:cubicBezTo>
                  <a:pt x="6315" y="20816"/>
                  <a:pt x="6229" y="21072"/>
                  <a:pt x="6053" y="21286"/>
                </a:cubicBezTo>
                <a:cubicBezTo>
                  <a:pt x="5877" y="21495"/>
                  <a:pt x="5664" y="21600"/>
                  <a:pt x="5402" y="21600"/>
                </a:cubicBezTo>
                <a:lnTo>
                  <a:pt x="913" y="21600"/>
                </a:lnTo>
                <a:cubicBezTo>
                  <a:pt x="658" y="21600"/>
                  <a:pt x="440" y="21495"/>
                  <a:pt x="261" y="21286"/>
                </a:cubicBezTo>
                <a:cubicBezTo>
                  <a:pt x="88" y="21072"/>
                  <a:pt x="0" y="20816"/>
                  <a:pt x="0" y="20505"/>
                </a:cubicBezTo>
                <a:lnTo>
                  <a:pt x="0" y="15116"/>
                </a:lnTo>
                <a:cubicBezTo>
                  <a:pt x="0" y="14811"/>
                  <a:pt x="88" y="14549"/>
                  <a:pt x="261" y="14335"/>
                </a:cubicBezTo>
                <a:cubicBezTo>
                  <a:pt x="438" y="14126"/>
                  <a:pt x="656" y="14021"/>
                  <a:pt x="913" y="14021"/>
                </a:cubicBezTo>
                <a:lnTo>
                  <a:pt x="2472" y="14021"/>
                </a:lnTo>
                <a:lnTo>
                  <a:pt x="2472" y="11870"/>
                </a:lnTo>
                <a:cubicBezTo>
                  <a:pt x="2472" y="11353"/>
                  <a:pt x="2629" y="10912"/>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3" y="0"/>
                </a:lnTo>
                <a:cubicBezTo>
                  <a:pt x="13295" y="0"/>
                  <a:pt x="13505" y="102"/>
                  <a:pt x="13679" y="314"/>
                </a:cubicBezTo>
                <a:cubicBezTo>
                  <a:pt x="13855" y="522"/>
                  <a:pt x="13944" y="775"/>
                  <a:pt x="13944" y="1066"/>
                </a:cubicBezTo>
                <a:lnTo>
                  <a:pt x="13944" y="6484"/>
                </a:lnTo>
                <a:cubicBezTo>
                  <a:pt x="13944" y="6789"/>
                  <a:pt x="13855" y="7045"/>
                  <a:pt x="13679" y="7248"/>
                </a:cubicBezTo>
                <a:cubicBezTo>
                  <a:pt x="13505" y="7450"/>
                  <a:pt x="13295" y="7550"/>
                  <a:pt x="13053" y="7550"/>
                </a:cubicBezTo>
                <a:lnTo>
                  <a:pt x="11471" y="7550"/>
                </a:lnTo>
                <a:lnTo>
                  <a:pt x="11471" y="9997"/>
                </a:lnTo>
                <a:lnTo>
                  <a:pt x="17542" y="9997"/>
                </a:lnTo>
                <a:cubicBezTo>
                  <a:pt x="17970" y="9997"/>
                  <a:pt x="18340" y="10177"/>
                  <a:pt x="18653" y="10538"/>
                </a:cubicBezTo>
                <a:cubicBezTo>
                  <a:pt x="18967" y="10900"/>
                  <a:pt x="19123" y="11344"/>
                  <a:pt x="19123" y="11870"/>
                </a:cubicBezTo>
                <a:lnTo>
                  <a:pt x="19123" y="14021"/>
                </a:lnTo>
                <a:lnTo>
                  <a:pt x="20709" y="14021"/>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3" name="Shape 7303"/>
          <p:cNvSpPr/>
          <p:nvPr/>
        </p:nvSpPr>
        <p:spPr>
          <a:xfrm>
            <a:off x="3585109" y="4145314"/>
            <a:ext cx="466894" cy="4552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8" y="0"/>
                </a:cubicBezTo>
                <a:cubicBezTo>
                  <a:pt x="11175" y="0"/>
                  <a:pt x="11502" y="101"/>
                  <a:pt x="11773" y="307"/>
                </a:cubicBezTo>
                <a:lnTo>
                  <a:pt x="21193" y="7556"/>
                </a:lnTo>
                <a:cubicBezTo>
                  <a:pt x="21461" y="7762"/>
                  <a:pt x="21597" y="8014"/>
                  <a:pt x="21597" y="8310"/>
                </a:cubicBezTo>
                <a:cubicBezTo>
                  <a:pt x="21597" y="8593"/>
                  <a:pt x="21465" y="8838"/>
                  <a:pt x="21200" y="9047"/>
                </a:cubicBezTo>
                <a:cubicBezTo>
                  <a:pt x="20940" y="9259"/>
                  <a:pt x="20613" y="9366"/>
                  <a:pt x="20224" y="9366"/>
                </a:cubicBezTo>
                <a:lnTo>
                  <a:pt x="1332" y="9366"/>
                </a:lnTo>
                <a:close/>
                <a:moveTo>
                  <a:pt x="20228" y="12234"/>
                </a:moveTo>
                <a:cubicBezTo>
                  <a:pt x="20613" y="12234"/>
                  <a:pt x="20940" y="12338"/>
                  <a:pt x="21204" y="12544"/>
                </a:cubicBezTo>
                <a:cubicBezTo>
                  <a:pt x="21468" y="12753"/>
                  <a:pt x="21600" y="12999"/>
                  <a:pt x="21600" y="13287"/>
                </a:cubicBezTo>
                <a:cubicBezTo>
                  <a:pt x="21600" y="13586"/>
                  <a:pt x="21465" y="13838"/>
                  <a:pt x="21197" y="14047"/>
                </a:cubicBezTo>
                <a:lnTo>
                  <a:pt x="11777" y="21290"/>
                </a:lnTo>
                <a:cubicBezTo>
                  <a:pt x="11509" y="21499"/>
                  <a:pt x="11182" y="21600"/>
                  <a:pt x="10792" y="21600"/>
                </a:cubicBezTo>
                <a:cubicBezTo>
                  <a:pt x="10403" y="21600"/>
                  <a:pt x="10084" y="21499"/>
                  <a:pt x="9823" y="21290"/>
                </a:cubicBezTo>
                <a:lnTo>
                  <a:pt x="407" y="14047"/>
                </a:lnTo>
                <a:cubicBezTo>
                  <a:pt x="139" y="13838"/>
                  <a:pt x="3" y="13586"/>
                  <a:pt x="3" y="13287"/>
                </a:cubicBezTo>
                <a:cubicBezTo>
                  <a:pt x="3" y="13007"/>
                  <a:pt x="135" y="12765"/>
                  <a:pt x="396" y="12550"/>
                </a:cubicBezTo>
                <a:cubicBezTo>
                  <a:pt x="660" y="12338"/>
                  <a:pt x="972" y="12234"/>
                  <a:pt x="1336" y="12234"/>
                </a:cubicBezTo>
                <a:lnTo>
                  <a:pt x="20228" y="1223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4" name="Shape 7304"/>
          <p:cNvSpPr/>
          <p:nvPr/>
        </p:nvSpPr>
        <p:spPr>
          <a:xfrm>
            <a:off x="4822057" y="4141656"/>
            <a:ext cx="513583"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0"/>
                </a:moveTo>
                <a:cubicBezTo>
                  <a:pt x="20628" y="0"/>
                  <a:pt x="20943" y="234"/>
                  <a:pt x="21204" y="709"/>
                </a:cubicBezTo>
                <a:cubicBezTo>
                  <a:pt x="21468" y="1198"/>
                  <a:pt x="21600" y="1764"/>
                  <a:pt x="21600" y="2428"/>
                </a:cubicBezTo>
                <a:cubicBezTo>
                  <a:pt x="21600" y="3119"/>
                  <a:pt x="21465" y="3698"/>
                  <a:pt x="21197" y="4180"/>
                </a:cubicBezTo>
                <a:lnTo>
                  <a:pt x="11775" y="20884"/>
                </a:lnTo>
                <a:cubicBezTo>
                  <a:pt x="11507" y="21360"/>
                  <a:pt x="11180" y="21600"/>
                  <a:pt x="10790" y="21600"/>
                </a:cubicBezTo>
                <a:cubicBezTo>
                  <a:pt x="10379" y="21600"/>
                  <a:pt x="10071" y="21360"/>
                  <a:pt x="9858" y="20884"/>
                </a:cubicBezTo>
                <a:lnTo>
                  <a:pt x="403" y="4180"/>
                </a:lnTo>
                <a:cubicBezTo>
                  <a:pt x="135" y="3698"/>
                  <a:pt x="0" y="3119"/>
                  <a:pt x="0" y="2428"/>
                </a:cubicBezTo>
                <a:cubicBezTo>
                  <a:pt x="0" y="1784"/>
                  <a:pt x="132" y="1224"/>
                  <a:pt x="392" y="729"/>
                </a:cubicBezTo>
                <a:cubicBezTo>
                  <a:pt x="657" y="240"/>
                  <a:pt x="969" y="0"/>
                  <a:pt x="1336" y="0"/>
                </a:cubicBezTo>
                <a:lnTo>
                  <a:pt x="20264" y="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5" name="Shape 7305"/>
          <p:cNvSpPr/>
          <p:nvPr/>
        </p:nvSpPr>
        <p:spPr>
          <a:xfrm>
            <a:off x="18864636" y="4159942"/>
            <a:ext cx="468768"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6" y="21600"/>
                </a:moveTo>
                <a:cubicBezTo>
                  <a:pt x="969" y="21600"/>
                  <a:pt x="657" y="21366"/>
                  <a:pt x="392" y="20891"/>
                </a:cubicBezTo>
                <a:cubicBezTo>
                  <a:pt x="132" y="20402"/>
                  <a:pt x="0" y="19836"/>
                  <a:pt x="0" y="19172"/>
                </a:cubicBezTo>
                <a:cubicBezTo>
                  <a:pt x="0" y="18481"/>
                  <a:pt x="135" y="17908"/>
                  <a:pt x="403" y="17420"/>
                </a:cubicBezTo>
                <a:lnTo>
                  <a:pt x="9821" y="716"/>
                </a:lnTo>
                <a:cubicBezTo>
                  <a:pt x="10089" y="240"/>
                  <a:pt x="10412" y="0"/>
                  <a:pt x="10791" y="0"/>
                </a:cubicBezTo>
                <a:cubicBezTo>
                  <a:pt x="11177" y="0"/>
                  <a:pt x="11504" y="240"/>
                  <a:pt x="11775" y="716"/>
                </a:cubicBezTo>
                <a:lnTo>
                  <a:pt x="21197" y="17420"/>
                </a:lnTo>
                <a:cubicBezTo>
                  <a:pt x="21465" y="17908"/>
                  <a:pt x="21600" y="18481"/>
                  <a:pt x="21600" y="19172"/>
                </a:cubicBezTo>
                <a:cubicBezTo>
                  <a:pt x="21600" y="19816"/>
                  <a:pt x="21468" y="20376"/>
                  <a:pt x="21204" y="20871"/>
                </a:cubicBezTo>
                <a:cubicBezTo>
                  <a:pt x="20943" y="21360"/>
                  <a:pt x="20628" y="21600"/>
                  <a:pt x="20264" y="21600"/>
                </a:cubicBezTo>
                <a:lnTo>
                  <a:pt x="1336" y="2160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6" name="Shape 7306"/>
          <p:cNvSpPr/>
          <p:nvPr/>
        </p:nvSpPr>
        <p:spPr>
          <a:xfrm>
            <a:off x="20157921" y="4137998"/>
            <a:ext cx="468793" cy="455294"/>
          </a:xfrm>
          <a:custGeom>
            <a:avLst/>
            <a:gdLst/>
            <a:ahLst/>
            <a:cxnLst>
              <a:cxn ang="0">
                <a:pos x="wd2" y="hd2"/>
              </a:cxn>
              <a:cxn ang="5400000">
                <a:pos x="wd2" y="hd2"/>
              </a:cxn>
              <a:cxn ang="10800000">
                <a:pos x="wd2" y="hd2"/>
              </a:cxn>
              <a:cxn ang="16200000">
                <a:pos x="wd2" y="hd2"/>
              </a:cxn>
            </a:cxnLst>
            <a:rect l="0" t="0" r="r" b="b"/>
            <a:pathLst>
              <a:path w="21498" h="21545" fill="norm" stroke="1" extrusionOk="0">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90" y="0"/>
                  <a:pt x="11204" y="180"/>
                  <a:pt x="11383" y="551"/>
                </a:cubicBezTo>
                <a:lnTo>
                  <a:pt x="14294" y="6739"/>
                </a:lnTo>
                <a:lnTo>
                  <a:pt x="20780" y="7738"/>
                </a:lnTo>
                <a:cubicBezTo>
                  <a:pt x="21168" y="7789"/>
                  <a:pt x="21393" y="7941"/>
                  <a:pt x="21474" y="8189"/>
                </a:cubicBezTo>
                <a:cubicBezTo>
                  <a:pt x="21548" y="8437"/>
                  <a:pt x="21449" y="8710"/>
                  <a:pt x="21179" y="9006"/>
                </a:cubicBezTo>
                <a:lnTo>
                  <a:pt x="16474" y="13805"/>
                </a:lnTo>
                <a:lnTo>
                  <a:pt x="17575" y="20598"/>
                </a:lnTo>
                <a:cubicBezTo>
                  <a:pt x="17644" y="21006"/>
                  <a:pt x="17577" y="21282"/>
                  <a:pt x="17376" y="21443"/>
                </a:cubicBezTo>
                <a:cubicBezTo>
                  <a:pt x="17178" y="21600"/>
                  <a:pt x="16900" y="21575"/>
                  <a:pt x="16549" y="21370"/>
                </a:cubicBezTo>
                <a:lnTo>
                  <a:pt x="10753" y="18173"/>
                </a:lnTo>
                <a:lnTo>
                  <a:pt x="4947" y="21370"/>
                </a:lnTo>
                <a:cubicBezTo>
                  <a:pt x="4596" y="21575"/>
                  <a:pt x="4321" y="21600"/>
                  <a:pt x="4120" y="21443"/>
                </a:cubicBezTo>
                <a:cubicBezTo>
                  <a:pt x="3919" y="21282"/>
                  <a:pt x="3849" y="21003"/>
                  <a:pt x="3922" y="20598"/>
                </a:cubicBezTo>
                <a:lnTo>
                  <a:pt x="5022" y="13805"/>
                </a:lnTo>
                <a:lnTo>
                  <a:pt x="357" y="900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7" name="Shape 7307"/>
          <p:cNvSpPr/>
          <p:nvPr/>
        </p:nvSpPr>
        <p:spPr>
          <a:xfrm>
            <a:off x="21440819" y="4137998"/>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0959" y="0"/>
                  <a:pt x="11089" y="62"/>
                  <a:pt x="11197" y="183"/>
                </a:cubicBezTo>
                <a:cubicBezTo>
                  <a:pt x="11304" y="304"/>
                  <a:pt x="11382" y="426"/>
                  <a:pt x="11436" y="553"/>
                </a:cubicBezTo>
                <a:lnTo>
                  <a:pt x="14365" y="6759"/>
                </a:lnTo>
                <a:lnTo>
                  <a:pt x="20889" y="7759"/>
                </a:lnTo>
                <a:cubicBezTo>
                  <a:pt x="21046" y="7795"/>
                  <a:pt x="21199" y="7852"/>
                  <a:pt x="21361" y="7934"/>
                </a:cubicBezTo>
                <a:cubicBezTo>
                  <a:pt x="21520" y="8016"/>
                  <a:pt x="21600" y="8160"/>
                  <a:pt x="21600" y="8366"/>
                </a:cubicBezTo>
                <a:cubicBezTo>
                  <a:pt x="21600" y="8493"/>
                  <a:pt x="21568" y="8611"/>
                  <a:pt x="21509" y="8724"/>
                </a:cubicBezTo>
                <a:cubicBezTo>
                  <a:pt x="21450" y="8837"/>
                  <a:pt x="21377" y="8939"/>
                  <a:pt x="21291" y="9026"/>
                </a:cubicBezTo>
                <a:lnTo>
                  <a:pt x="16557" y="13841"/>
                </a:lnTo>
                <a:lnTo>
                  <a:pt x="17665" y="20655"/>
                </a:lnTo>
                <a:cubicBezTo>
                  <a:pt x="17665" y="20688"/>
                  <a:pt x="17670" y="20731"/>
                  <a:pt x="17678" y="20776"/>
                </a:cubicBezTo>
                <a:cubicBezTo>
                  <a:pt x="17689" y="20821"/>
                  <a:pt x="17692" y="20875"/>
                  <a:pt x="17692" y="20937"/>
                </a:cubicBezTo>
                <a:cubicBezTo>
                  <a:pt x="17692" y="21121"/>
                  <a:pt x="17654" y="21273"/>
                  <a:pt x="17576" y="21403"/>
                </a:cubicBezTo>
                <a:cubicBezTo>
                  <a:pt x="17500" y="21536"/>
                  <a:pt x="17360" y="21600"/>
                  <a:pt x="17164" y="21600"/>
                </a:cubicBezTo>
                <a:cubicBezTo>
                  <a:pt x="16967" y="21600"/>
                  <a:pt x="16789" y="21541"/>
                  <a:pt x="16636" y="21425"/>
                </a:cubicBezTo>
                <a:lnTo>
                  <a:pt x="10803" y="18221"/>
                </a:lnTo>
                <a:lnTo>
                  <a:pt x="4964" y="21425"/>
                </a:lnTo>
                <a:cubicBezTo>
                  <a:pt x="4808" y="21533"/>
                  <a:pt x="4641" y="21592"/>
                  <a:pt x="4461" y="21600"/>
                </a:cubicBezTo>
                <a:cubicBezTo>
                  <a:pt x="4261" y="21600"/>
                  <a:pt x="4121" y="21536"/>
                  <a:pt x="4035" y="21403"/>
                </a:cubicBezTo>
                <a:cubicBezTo>
                  <a:pt x="3949" y="21273"/>
                  <a:pt x="3906" y="21120"/>
                  <a:pt x="3906" y="20937"/>
                </a:cubicBezTo>
                <a:cubicBezTo>
                  <a:pt x="3906" y="20886"/>
                  <a:pt x="3908" y="20832"/>
                  <a:pt x="3919" y="20782"/>
                </a:cubicBezTo>
                <a:cubicBezTo>
                  <a:pt x="3927" y="20734"/>
                  <a:pt x="3933" y="20689"/>
                  <a:pt x="3933" y="20655"/>
                </a:cubicBezTo>
                <a:lnTo>
                  <a:pt x="5040" y="13841"/>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9"/>
                </a:lnTo>
                <a:lnTo>
                  <a:pt x="6422" y="18193"/>
                </a:lnTo>
                <a:lnTo>
                  <a:pt x="10803" y="15787"/>
                </a:lnTo>
                <a:lnTo>
                  <a:pt x="15192" y="18193"/>
                </a:lnTo>
                <a:lnTo>
                  <a:pt x="14343" y="13099"/>
                </a:lnTo>
                <a:lnTo>
                  <a:pt x="17877" y="9475"/>
                </a:lnTo>
                <a:lnTo>
                  <a:pt x="13001" y="8719"/>
                </a:lnTo>
                <a:lnTo>
                  <a:pt x="10806" y="4068"/>
                </a:lnTo>
                <a:lnTo>
                  <a:pt x="8612" y="871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8" name="Shape 7308"/>
          <p:cNvSpPr/>
          <p:nvPr/>
        </p:nvSpPr>
        <p:spPr>
          <a:xfrm>
            <a:off x="14493253" y="9108609"/>
            <a:ext cx="468778" cy="455285"/>
          </a:xfrm>
          <a:custGeom>
            <a:avLst/>
            <a:gdLst/>
            <a:ahLst/>
            <a:cxnLst>
              <a:cxn ang="0">
                <a:pos x="wd2" y="hd2"/>
              </a:cxn>
              <a:cxn ang="5400000">
                <a:pos x="wd2" y="hd2"/>
              </a:cxn>
              <a:cxn ang="10800000">
                <a:pos x="wd2" y="hd2"/>
              </a:cxn>
              <a:cxn ang="16200000">
                <a:pos x="wd2" y="hd2"/>
              </a:cxn>
            </a:cxnLst>
            <a:rect l="0" t="0" r="r" b="b"/>
            <a:pathLst>
              <a:path w="21590" h="21591" fill="norm" stroke="1" extrusionOk="0">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09" name="Shape 7309"/>
          <p:cNvSpPr/>
          <p:nvPr/>
        </p:nvSpPr>
        <p:spPr>
          <a:xfrm>
            <a:off x="12154852" y="4136173"/>
            <a:ext cx="513582" cy="455285"/>
          </a:xfrm>
          <a:custGeom>
            <a:avLst/>
            <a:gdLst/>
            <a:ahLst/>
            <a:cxnLst>
              <a:cxn ang="0">
                <a:pos x="wd2" y="hd2"/>
              </a:cxn>
              <a:cxn ang="5400000">
                <a:pos x="wd2" y="hd2"/>
              </a:cxn>
              <a:cxn ang="10800000">
                <a:pos x="wd2" y="hd2"/>
              </a:cxn>
              <a:cxn ang="16200000">
                <a:pos x="wd2" y="hd2"/>
              </a:cxn>
            </a:cxnLst>
            <a:rect l="0" t="0" r="r" b="b"/>
            <a:pathLst>
              <a:path w="21600" h="21591" fill="norm" stroke="1" extrusionOk="0">
                <a:moveTo>
                  <a:pt x="16720" y="11484"/>
                </a:moveTo>
                <a:cubicBezTo>
                  <a:pt x="16973" y="11823"/>
                  <a:pt x="17103" y="12217"/>
                  <a:pt x="17112" y="12666"/>
                </a:cubicBezTo>
                <a:cubicBezTo>
                  <a:pt x="17119" y="13118"/>
                  <a:pt x="16987" y="13503"/>
                  <a:pt x="16720"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20"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9" y="11510"/>
                </a:moveTo>
                <a:cubicBezTo>
                  <a:pt x="21466" y="11852"/>
                  <a:pt x="21600" y="12252"/>
                  <a:pt x="21600" y="12709"/>
                </a:cubicBezTo>
                <a:cubicBezTo>
                  <a:pt x="21600" y="13167"/>
                  <a:pt x="21466" y="13558"/>
                  <a:pt x="21199" y="13880"/>
                </a:cubicBezTo>
                <a:lnTo>
                  <a:pt x="15164" y="21093"/>
                </a:lnTo>
                <a:cubicBezTo>
                  <a:pt x="14897" y="21415"/>
                  <a:pt x="14565" y="21582"/>
                  <a:pt x="14175" y="21591"/>
                </a:cubicBezTo>
                <a:cubicBezTo>
                  <a:pt x="13783" y="21600"/>
                  <a:pt x="13451" y="21433"/>
                  <a:pt x="13184" y="21093"/>
                </a:cubicBezTo>
                <a:lnTo>
                  <a:pt x="13045" y="20903"/>
                </a:lnTo>
                <a:lnTo>
                  <a:pt x="18964" y="13825"/>
                </a:lnTo>
                <a:cubicBezTo>
                  <a:pt x="19231" y="13503"/>
                  <a:pt x="19366" y="13118"/>
                  <a:pt x="19361" y="12660"/>
                </a:cubicBezTo>
                <a:cubicBezTo>
                  <a:pt x="19356" y="12206"/>
                  <a:pt x="19224" y="11812"/>
                  <a:pt x="18964" y="11484"/>
                </a:cubicBezTo>
                <a:lnTo>
                  <a:pt x="11248" y="1185"/>
                </a:lnTo>
                <a:cubicBezTo>
                  <a:pt x="11010" y="865"/>
                  <a:pt x="10689" y="604"/>
                  <a:pt x="10282" y="408"/>
                </a:cubicBezTo>
                <a:cubicBezTo>
                  <a:pt x="9873" y="210"/>
                  <a:pt x="9484" y="83"/>
                  <a:pt x="9109" y="28"/>
                </a:cubicBezTo>
                <a:lnTo>
                  <a:pt x="11113" y="28"/>
                </a:lnTo>
                <a:cubicBezTo>
                  <a:pt x="11503" y="28"/>
                  <a:pt x="11936" y="141"/>
                  <a:pt x="12407" y="365"/>
                </a:cubicBezTo>
                <a:cubicBezTo>
                  <a:pt x="12879" y="589"/>
                  <a:pt x="13237" y="874"/>
                  <a:pt x="13482" y="1213"/>
                </a:cubicBezTo>
                <a:lnTo>
                  <a:pt x="21199" y="1151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0" name="Shape 7310"/>
          <p:cNvSpPr/>
          <p:nvPr/>
        </p:nvSpPr>
        <p:spPr>
          <a:xfrm>
            <a:off x="13355984" y="4134341"/>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85" y="0"/>
                </a:moveTo>
                <a:cubicBezTo>
                  <a:pt x="20942" y="0"/>
                  <a:pt x="21160" y="105"/>
                  <a:pt x="21336" y="314"/>
                </a:cubicBezTo>
                <a:cubicBezTo>
                  <a:pt x="21512" y="528"/>
                  <a:pt x="21600" y="781"/>
                  <a:pt x="21600" y="1069"/>
                </a:cubicBezTo>
                <a:lnTo>
                  <a:pt x="21600" y="4117"/>
                </a:lnTo>
                <a:cubicBezTo>
                  <a:pt x="21600" y="4411"/>
                  <a:pt x="21512" y="4661"/>
                  <a:pt x="21336" y="4872"/>
                </a:cubicBezTo>
                <a:cubicBezTo>
                  <a:pt x="21162" y="5084"/>
                  <a:pt x="20944" y="5189"/>
                  <a:pt x="20685" y="5189"/>
                </a:cubicBezTo>
                <a:lnTo>
                  <a:pt x="891" y="5189"/>
                </a:lnTo>
                <a:cubicBezTo>
                  <a:pt x="646" y="5189"/>
                  <a:pt x="438" y="5084"/>
                  <a:pt x="261" y="4872"/>
                </a:cubicBezTo>
                <a:cubicBezTo>
                  <a:pt x="88" y="4661"/>
                  <a:pt x="0" y="4411"/>
                  <a:pt x="0" y="4117"/>
                </a:cubicBezTo>
                <a:lnTo>
                  <a:pt x="0" y="1069"/>
                </a:lnTo>
                <a:cubicBezTo>
                  <a:pt x="0" y="781"/>
                  <a:pt x="88" y="528"/>
                  <a:pt x="261" y="314"/>
                </a:cubicBezTo>
                <a:cubicBezTo>
                  <a:pt x="438" y="105"/>
                  <a:pt x="646" y="0"/>
                  <a:pt x="891" y="0"/>
                </a:cubicBezTo>
                <a:lnTo>
                  <a:pt x="20685" y="0"/>
                </a:lnTo>
                <a:close/>
                <a:moveTo>
                  <a:pt x="20685" y="8212"/>
                </a:moveTo>
                <a:cubicBezTo>
                  <a:pt x="20942" y="8212"/>
                  <a:pt x="21160" y="8318"/>
                  <a:pt x="21336" y="8526"/>
                </a:cubicBezTo>
                <a:cubicBezTo>
                  <a:pt x="21512" y="8741"/>
                  <a:pt x="21600" y="8987"/>
                  <a:pt x="21600" y="9266"/>
                </a:cubicBezTo>
                <a:lnTo>
                  <a:pt x="21600" y="12293"/>
                </a:lnTo>
                <a:cubicBezTo>
                  <a:pt x="21600" y="12598"/>
                  <a:pt x="21512" y="12859"/>
                  <a:pt x="21336" y="13071"/>
                </a:cubicBezTo>
                <a:cubicBezTo>
                  <a:pt x="21162" y="13282"/>
                  <a:pt x="20944" y="13388"/>
                  <a:pt x="20685" y="13388"/>
                </a:cubicBezTo>
                <a:lnTo>
                  <a:pt x="891" y="13388"/>
                </a:lnTo>
                <a:cubicBezTo>
                  <a:pt x="646" y="13388"/>
                  <a:pt x="438" y="13282"/>
                  <a:pt x="261" y="13071"/>
                </a:cubicBezTo>
                <a:cubicBezTo>
                  <a:pt x="88" y="12860"/>
                  <a:pt x="0" y="12598"/>
                  <a:pt x="0" y="12293"/>
                </a:cubicBezTo>
                <a:lnTo>
                  <a:pt x="0" y="9266"/>
                </a:lnTo>
                <a:cubicBezTo>
                  <a:pt x="0" y="8976"/>
                  <a:pt x="88" y="8729"/>
                  <a:pt x="261" y="8520"/>
                </a:cubicBezTo>
                <a:cubicBezTo>
                  <a:pt x="438" y="8315"/>
                  <a:pt x="646" y="8212"/>
                  <a:pt x="891" y="8212"/>
                </a:cubicBezTo>
                <a:lnTo>
                  <a:pt x="20685" y="8212"/>
                </a:lnTo>
                <a:close/>
                <a:moveTo>
                  <a:pt x="20685" y="16411"/>
                </a:moveTo>
                <a:cubicBezTo>
                  <a:pt x="20942" y="16411"/>
                  <a:pt x="21160" y="16516"/>
                  <a:pt x="21336" y="16725"/>
                </a:cubicBezTo>
                <a:cubicBezTo>
                  <a:pt x="21512" y="16939"/>
                  <a:pt x="21600" y="17189"/>
                  <a:pt x="21600" y="17480"/>
                </a:cubicBezTo>
                <a:lnTo>
                  <a:pt x="21600" y="20528"/>
                </a:lnTo>
                <a:cubicBezTo>
                  <a:pt x="21600" y="20822"/>
                  <a:pt x="21512" y="21072"/>
                  <a:pt x="21336" y="21283"/>
                </a:cubicBezTo>
                <a:cubicBezTo>
                  <a:pt x="21162" y="21492"/>
                  <a:pt x="20944" y="21600"/>
                  <a:pt x="20685" y="21600"/>
                </a:cubicBezTo>
                <a:lnTo>
                  <a:pt x="891" y="21600"/>
                </a:lnTo>
                <a:cubicBezTo>
                  <a:pt x="646" y="21600"/>
                  <a:pt x="438" y="21492"/>
                  <a:pt x="261" y="21283"/>
                </a:cubicBezTo>
                <a:cubicBezTo>
                  <a:pt x="88" y="21072"/>
                  <a:pt x="0" y="20822"/>
                  <a:pt x="0" y="20528"/>
                </a:cubicBezTo>
                <a:lnTo>
                  <a:pt x="0" y="17480"/>
                </a:lnTo>
                <a:cubicBezTo>
                  <a:pt x="0" y="17189"/>
                  <a:pt x="88" y="16939"/>
                  <a:pt x="261" y="16725"/>
                </a:cubicBezTo>
                <a:cubicBezTo>
                  <a:pt x="438" y="16516"/>
                  <a:pt x="646" y="16411"/>
                  <a:pt x="891" y="16411"/>
                </a:cubicBezTo>
                <a:lnTo>
                  <a:pt x="20685" y="16411"/>
                </a:lnTo>
                <a:close/>
                <a:moveTo>
                  <a:pt x="20521" y="9704"/>
                </a:moveTo>
                <a:lnTo>
                  <a:pt x="8810" y="9704"/>
                </a:lnTo>
                <a:lnTo>
                  <a:pt x="8810" y="11870"/>
                </a:lnTo>
                <a:lnTo>
                  <a:pt x="20521" y="11870"/>
                </a:lnTo>
                <a:lnTo>
                  <a:pt x="20521" y="9704"/>
                </a:lnTo>
                <a:close/>
                <a:moveTo>
                  <a:pt x="20521" y="17917"/>
                </a:moveTo>
                <a:lnTo>
                  <a:pt x="12410" y="17917"/>
                </a:lnTo>
                <a:lnTo>
                  <a:pt x="12410" y="20067"/>
                </a:lnTo>
                <a:lnTo>
                  <a:pt x="20521" y="20067"/>
                </a:lnTo>
                <a:lnTo>
                  <a:pt x="20521" y="17917"/>
                </a:lnTo>
                <a:close/>
                <a:moveTo>
                  <a:pt x="20521" y="1533"/>
                </a:moveTo>
                <a:lnTo>
                  <a:pt x="16004" y="1533"/>
                </a:lnTo>
                <a:lnTo>
                  <a:pt x="16004" y="3683"/>
                </a:lnTo>
                <a:lnTo>
                  <a:pt x="20521" y="3683"/>
                </a:lnTo>
                <a:lnTo>
                  <a:pt x="20521" y="153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1" name="Shape 7311"/>
          <p:cNvSpPr/>
          <p:nvPr/>
        </p:nvSpPr>
        <p:spPr>
          <a:xfrm>
            <a:off x="14616276" y="4134341"/>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4" y="10049"/>
                </a:moveTo>
                <a:cubicBezTo>
                  <a:pt x="110" y="9662"/>
                  <a:pt x="28" y="9253"/>
                  <a:pt x="28" y="8829"/>
                </a:cubicBezTo>
                <a:cubicBezTo>
                  <a:pt x="28" y="8128"/>
                  <a:pt x="211" y="7492"/>
                  <a:pt x="582" y="6924"/>
                </a:cubicBezTo>
                <a:cubicBezTo>
                  <a:pt x="494" y="6390"/>
                  <a:pt x="525" y="5854"/>
                  <a:pt x="683" y="5314"/>
                </a:cubicBezTo>
                <a:cubicBezTo>
                  <a:pt x="842" y="4774"/>
                  <a:pt x="1104" y="4300"/>
                  <a:pt x="1475" y="3896"/>
                </a:cubicBezTo>
                <a:cubicBezTo>
                  <a:pt x="1511" y="3133"/>
                  <a:pt x="1712" y="2511"/>
                  <a:pt x="2082" y="2014"/>
                </a:cubicBezTo>
                <a:cubicBezTo>
                  <a:pt x="2452" y="1517"/>
                  <a:pt x="2913" y="1115"/>
                  <a:pt x="3461" y="810"/>
                </a:cubicBezTo>
                <a:cubicBezTo>
                  <a:pt x="4012" y="502"/>
                  <a:pt x="4620" y="293"/>
                  <a:pt x="5286" y="177"/>
                </a:cubicBezTo>
                <a:cubicBezTo>
                  <a:pt x="5953" y="56"/>
                  <a:pt x="6603" y="0"/>
                  <a:pt x="7233" y="0"/>
                </a:cubicBezTo>
                <a:cubicBezTo>
                  <a:pt x="7880" y="0"/>
                  <a:pt x="8536" y="45"/>
                  <a:pt x="9189" y="132"/>
                </a:cubicBezTo>
                <a:cubicBezTo>
                  <a:pt x="9839" y="225"/>
                  <a:pt x="10480" y="353"/>
                  <a:pt x="11103" y="525"/>
                </a:cubicBezTo>
                <a:cubicBezTo>
                  <a:pt x="11736" y="706"/>
                  <a:pt x="12363" y="898"/>
                  <a:pt x="12990" y="1099"/>
                </a:cubicBezTo>
                <a:cubicBezTo>
                  <a:pt x="13618" y="1302"/>
                  <a:pt x="14265" y="1407"/>
                  <a:pt x="14932" y="1407"/>
                </a:cubicBezTo>
                <a:lnTo>
                  <a:pt x="20007" y="1407"/>
                </a:lnTo>
                <a:cubicBezTo>
                  <a:pt x="20448" y="1407"/>
                  <a:pt x="20823" y="1562"/>
                  <a:pt x="21134" y="1876"/>
                </a:cubicBezTo>
                <a:cubicBezTo>
                  <a:pt x="21445" y="2195"/>
                  <a:pt x="21600" y="2571"/>
                  <a:pt x="21600" y="3011"/>
                </a:cubicBezTo>
                <a:lnTo>
                  <a:pt x="21600" y="11712"/>
                </a:lnTo>
                <a:cubicBezTo>
                  <a:pt x="21600" y="12152"/>
                  <a:pt x="21445" y="12534"/>
                  <a:pt x="21134" y="12848"/>
                </a:cubicBezTo>
                <a:cubicBezTo>
                  <a:pt x="20823" y="13161"/>
                  <a:pt x="20448" y="13322"/>
                  <a:pt x="20007" y="13322"/>
                </a:cubicBezTo>
                <a:lnTo>
                  <a:pt x="15285" y="13322"/>
                </a:lnTo>
                <a:cubicBezTo>
                  <a:pt x="15045" y="13449"/>
                  <a:pt x="14847" y="13588"/>
                  <a:pt x="14703" y="13735"/>
                </a:cubicBezTo>
                <a:cubicBezTo>
                  <a:pt x="14559" y="13884"/>
                  <a:pt x="14406" y="14057"/>
                  <a:pt x="14242" y="14255"/>
                </a:cubicBezTo>
                <a:cubicBezTo>
                  <a:pt x="14098" y="14435"/>
                  <a:pt x="13951" y="14613"/>
                  <a:pt x="13804" y="14783"/>
                </a:cubicBezTo>
                <a:cubicBezTo>
                  <a:pt x="13654" y="14955"/>
                  <a:pt x="13496" y="15122"/>
                  <a:pt x="13324" y="15280"/>
                </a:cubicBezTo>
                <a:cubicBezTo>
                  <a:pt x="13027" y="15602"/>
                  <a:pt x="12682" y="15910"/>
                  <a:pt x="12298" y="16212"/>
                </a:cubicBezTo>
                <a:cubicBezTo>
                  <a:pt x="11908" y="16523"/>
                  <a:pt x="11617" y="16854"/>
                  <a:pt x="11417" y="17218"/>
                </a:cubicBezTo>
                <a:cubicBezTo>
                  <a:pt x="11190" y="17605"/>
                  <a:pt x="11052" y="18052"/>
                  <a:pt x="10998" y="18563"/>
                </a:cubicBezTo>
                <a:cubicBezTo>
                  <a:pt x="10942" y="19072"/>
                  <a:pt x="10860" y="19552"/>
                  <a:pt x="10746" y="20004"/>
                </a:cubicBezTo>
                <a:cubicBezTo>
                  <a:pt x="10633" y="20451"/>
                  <a:pt x="10438" y="20832"/>
                  <a:pt x="10152" y="21140"/>
                </a:cubicBezTo>
                <a:cubicBezTo>
                  <a:pt x="9867" y="21445"/>
                  <a:pt x="9384" y="21600"/>
                  <a:pt x="8697" y="21600"/>
                </a:cubicBezTo>
                <a:cubicBezTo>
                  <a:pt x="8146" y="21600"/>
                  <a:pt x="7643" y="21485"/>
                  <a:pt x="7188" y="21259"/>
                </a:cubicBezTo>
                <a:cubicBezTo>
                  <a:pt x="6733" y="21024"/>
                  <a:pt x="6349" y="20716"/>
                  <a:pt x="6038" y="20329"/>
                </a:cubicBezTo>
                <a:cubicBezTo>
                  <a:pt x="5730" y="19939"/>
                  <a:pt x="5484" y="19496"/>
                  <a:pt x="5309" y="18996"/>
                </a:cubicBezTo>
                <a:cubicBezTo>
                  <a:pt x="5134" y="18493"/>
                  <a:pt x="5043" y="17992"/>
                  <a:pt x="5043" y="17473"/>
                </a:cubicBezTo>
                <a:cubicBezTo>
                  <a:pt x="5043" y="16942"/>
                  <a:pt x="5123" y="16433"/>
                  <a:pt x="5281" y="15955"/>
                </a:cubicBezTo>
                <a:cubicBezTo>
                  <a:pt x="5439" y="15470"/>
                  <a:pt x="5626" y="14989"/>
                  <a:pt x="5840" y="14514"/>
                </a:cubicBezTo>
                <a:cubicBezTo>
                  <a:pt x="5527" y="14531"/>
                  <a:pt x="5210" y="14548"/>
                  <a:pt x="4902" y="14563"/>
                </a:cubicBezTo>
                <a:cubicBezTo>
                  <a:pt x="4591" y="14585"/>
                  <a:pt x="4275" y="14591"/>
                  <a:pt x="3961" y="14591"/>
                </a:cubicBezTo>
                <a:cubicBezTo>
                  <a:pt x="3464" y="14591"/>
                  <a:pt x="2978" y="14548"/>
                  <a:pt x="2506" y="14452"/>
                </a:cubicBezTo>
                <a:cubicBezTo>
                  <a:pt x="2031" y="14353"/>
                  <a:pt x="1613" y="14198"/>
                  <a:pt x="1243" y="13978"/>
                </a:cubicBezTo>
                <a:cubicBezTo>
                  <a:pt x="870" y="13757"/>
                  <a:pt x="573" y="13455"/>
                  <a:pt x="344" y="13062"/>
                </a:cubicBezTo>
                <a:cubicBezTo>
                  <a:pt x="113" y="12675"/>
                  <a:pt x="0" y="12192"/>
                  <a:pt x="0" y="11604"/>
                </a:cubicBezTo>
                <a:cubicBezTo>
                  <a:pt x="0" y="11342"/>
                  <a:pt x="22" y="11082"/>
                  <a:pt x="64" y="10827"/>
                </a:cubicBezTo>
                <a:cubicBezTo>
                  <a:pt x="115" y="10569"/>
                  <a:pt x="183" y="10309"/>
                  <a:pt x="274" y="10049"/>
                </a:cubicBezTo>
                <a:moveTo>
                  <a:pt x="2438" y="7249"/>
                </a:moveTo>
                <a:cubicBezTo>
                  <a:pt x="1907" y="7696"/>
                  <a:pt x="1641" y="8247"/>
                  <a:pt x="1641" y="8914"/>
                </a:cubicBezTo>
                <a:cubicBezTo>
                  <a:pt x="1641" y="9125"/>
                  <a:pt x="1695" y="9318"/>
                  <a:pt x="1802" y="9504"/>
                </a:cubicBezTo>
                <a:cubicBezTo>
                  <a:pt x="1913" y="9688"/>
                  <a:pt x="2034" y="9840"/>
                  <a:pt x="2170" y="9967"/>
                </a:cubicBezTo>
                <a:cubicBezTo>
                  <a:pt x="2026" y="10233"/>
                  <a:pt x="1896" y="10487"/>
                  <a:pt x="1783" y="10747"/>
                </a:cubicBezTo>
                <a:cubicBezTo>
                  <a:pt x="1669" y="11008"/>
                  <a:pt x="1613" y="11294"/>
                  <a:pt x="1613" y="11607"/>
                </a:cubicBezTo>
                <a:cubicBezTo>
                  <a:pt x="1613" y="11924"/>
                  <a:pt x="1689" y="12172"/>
                  <a:pt x="1850" y="12359"/>
                </a:cubicBezTo>
                <a:cubicBezTo>
                  <a:pt x="2009" y="12542"/>
                  <a:pt x="2201" y="12678"/>
                  <a:pt x="2430" y="12768"/>
                </a:cubicBezTo>
                <a:cubicBezTo>
                  <a:pt x="2661" y="12861"/>
                  <a:pt x="2913" y="12915"/>
                  <a:pt x="3190" y="12932"/>
                </a:cubicBezTo>
                <a:cubicBezTo>
                  <a:pt x="3467" y="12949"/>
                  <a:pt x="3724" y="12960"/>
                  <a:pt x="3967" y="12960"/>
                </a:cubicBezTo>
                <a:cubicBezTo>
                  <a:pt x="4388" y="12960"/>
                  <a:pt x="4803" y="12944"/>
                  <a:pt x="5199" y="12915"/>
                </a:cubicBezTo>
                <a:cubicBezTo>
                  <a:pt x="5597" y="12896"/>
                  <a:pt x="5996" y="12879"/>
                  <a:pt x="6403" y="12879"/>
                </a:cubicBezTo>
                <a:cubicBezTo>
                  <a:pt x="6682" y="12879"/>
                  <a:pt x="6959" y="12896"/>
                  <a:pt x="7236" y="12915"/>
                </a:cubicBezTo>
                <a:cubicBezTo>
                  <a:pt x="7510" y="12944"/>
                  <a:pt x="7779" y="13017"/>
                  <a:pt x="8039" y="13122"/>
                </a:cubicBezTo>
                <a:cubicBezTo>
                  <a:pt x="8039" y="13492"/>
                  <a:pt x="7965" y="13845"/>
                  <a:pt x="7818" y="14175"/>
                </a:cubicBezTo>
                <a:cubicBezTo>
                  <a:pt x="7669" y="14512"/>
                  <a:pt x="7507" y="14848"/>
                  <a:pt x="7329" y="15190"/>
                </a:cubicBezTo>
                <a:cubicBezTo>
                  <a:pt x="7151" y="15532"/>
                  <a:pt x="6999" y="15890"/>
                  <a:pt x="6863" y="16261"/>
                </a:cubicBezTo>
                <a:cubicBezTo>
                  <a:pt x="6728" y="16631"/>
                  <a:pt x="6660" y="17032"/>
                  <a:pt x="6660" y="17475"/>
                </a:cubicBezTo>
                <a:cubicBezTo>
                  <a:pt x="6660" y="17772"/>
                  <a:pt x="6708" y="18072"/>
                  <a:pt x="6795" y="18363"/>
                </a:cubicBezTo>
                <a:cubicBezTo>
                  <a:pt x="6886" y="18656"/>
                  <a:pt x="7019" y="18919"/>
                  <a:pt x="7197" y="19162"/>
                </a:cubicBezTo>
                <a:cubicBezTo>
                  <a:pt x="7372" y="19399"/>
                  <a:pt x="7584" y="19594"/>
                  <a:pt x="7832" y="19741"/>
                </a:cubicBezTo>
                <a:cubicBezTo>
                  <a:pt x="8081" y="19891"/>
                  <a:pt x="8372" y="19965"/>
                  <a:pt x="8708" y="19965"/>
                </a:cubicBezTo>
                <a:cubicBezTo>
                  <a:pt x="8745" y="19965"/>
                  <a:pt x="8793" y="19967"/>
                  <a:pt x="8864" y="19979"/>
                </a:cubicBezTo>
                <a:cubicBezTo>
                  <a:pt x="8932" y="19984"/>
                  <a:pt x="8982" y="19984"/>
                  <a:pt x="9019" y="19965"/>
                </a:cubicBezTo>
                <a:cubicBezTo>
                  <a:pt x="9090" y="19931"/>
                  <a:pt x="9132" y="19891"/>
                  <a:pt x="9141" y="19857"/>
                </a:cubicBezTo>
                <a:cubicBezTo>
                  <a:pt x="9152" y="19820"/>
                  <a:pt x="9166" y="19764"/>
                  <a:pt x="9183" y="19693"/>
                </a:cubicBezTo>
                <a:cubicBezTo>
                  <a:pt x="9291" y="19162"/>
                  <a:pt x="9392" y="18605"/>
                  <a:pt x="9485" y="18015"/>
                </a:cubicBezTo>
                <a:cubicBezTo>
                  <a:pt x="9582" y="17430"/>
                  <a:pt x="9760" y="16902"/>
                  <a:pt x="10008" y="16421"/>
                </a:cubicBezTo>
                <a:cubicBezTo>
                  <a:pt x="10271" y="15964"/>
                  <a:pt x="10604" y="15565"/>
                  <a:pt x="11010" y="15235"/>
                </a:cubicBezTo>
                <a:cubicBezTo>
                  <a:pt x="11416" y="14899"/>
                  <a:pt x="11804" y="14545"/>
                  <a:pt x="12174" y="14175"/>
                </a:cubicBezTo>
                <a:cubicBezTo>
                  <a:pt x="12434" y="13898"/>
                  <a:pt x="12657" y="13644"/>
                  <a:pt x="12841" y="13412"/>
                </a:cubicBezTo>
                <a:cubicBezTo>
                  <a:pt x="13024" y="13181"/>
                  <a:pt x="13216" y="12966"/>
                  <a:pt x="13409" y="12763"/>
                </a:cubicBezTo>
                <a:cubicBezTo>
                  <a:pt x="13601" y="12556"/>
                  <a:pt x="13815" y="12370"/>
                  <a:pt x="14044" y="12195"/>
                </a:cubicBezTo>
                <a:cubicBezTo>
                  <a:pt x="14276" y="12017"/>
                  <a:pt x="14576" y="11856"/>
                  <a:pt x="14943" y="11714"/>
                </a:cubicBezTo>
                <a:lnTo>
                  <a:pt x="14971" y="11714"/>
                </a:lnTo>
                <a:lnTo>
                  <a:pt x="14971" y="3014"/>
                </a:lnTo>
                <a:cubicBezTo>
                  <a:pt x="14324" y="3014"/>
                  <a:pt x="13702" y="2943"/>
                  <a:pt x="13112" y="2794"/>
                </a:cubicBezTo>
                <a:cubicBezTo>
                  <a:pt x="12521" y="2647"/>
                  <a:pt x="11922" y="2480"/>
                  <a:pt x="11312" y="2308"/>
                </a:cubicBezTo>
                <a:cubicBezTo>
                  <a:pt x="10703" y="2132"/>
                  <a:pt x="10068" y="1966"/>
                  <a:pt x="9404" y="1819"/>
                </a:cubicBezTo>
                <a:cubicBezTo>
                  <a:pt x="8742" y="1669"/>
                  <a:pt x="8022" y="1599"/>
                  <a:pt x="7245" y="1599"/>
                </a:cubicBezTo>
                <a:cubicBezTo>
                  <a:pt x="6838" y="1599"/>
                  <a:pt x="6394" y="1630"/>
                  <a:pt x="5911" y="1697"/>
                </a:cubicBezTo>
                <a:cubicBezTo>
                  <a:pt x="5428" y="1768"/>
                  <a:pt x="4981" y="1890"/>
                  <a:pt x="4566" y="2062"/>
                </a:cubicBezTo>
                <a:cubicBezTo>
                  <a:pt x="4150" y="2237"/>
                  <a:pt x="3800" y="2491"/>
                  <a:pt x="3509" y="2822"/>
                </a:cubicBezTo>
                <a:cubicBezTo>
                  <a:pt x="3221" y="3147"/>
                  <a:pt x="3077" y="3585"/>
                  <a:pt x="3077" y="4124"/>
                </a:cubicBezTo>
                <a:cubicBezTo>
                  <a:pt x="3077" y="4218"/>
                  <a:pt x="3082" y="4297"/>
                  <a:pt x="3091" y="4367"/>
                </a:cubicBezTo>
                <a:cubicBezTo>
                  <a:pt x="3099" y="4438"/>
                  <a:pt x="3113" y="4528"/>
                  <a:pt x="3133" y="4627"/>
                </a:cubicBezTo>
                <a:cubicBezTo>
                  <a:pt x="2817" y="4771"/>
                  <a:pt x="2579" y="5009"/>
                  <a:pt x="2415" y="5345"/>
                </a:cubicBezTo>
                <a:cubicBezTo>
                  <a:pt x="2252" y="5676"/>
                  <a:pt x="2172" y="6012"/>
                  <a:pt x="2172" y="6342"/>
                </a:cubicBezTo>
                <a:cubicBezTo>
                  <a:pt x="2167" y="6696"/>
                  <a:pt x="2260" y="7001"/>
                  <a:pt x="2438" y="7249"/>
                </a:cubicBezTo>
                <a:moveTo>
                  <a:pt x="17345" y="3071"/>
                </a:moveTo>
                <a:cubicBezTo>
                  <a:pt x="17051" y="3071"/>
                  <a:pt x="16794" y="3170"/>
                  <a:pt x="16579" y="3373"/>
                </a:cubicBezTo>
                <a:cubicBezTo>
                  <a:pt x="16367" y="3579"/>
                  <a:pt x="16263" y="3836"/>
                  <a:pt x="16263" y="4153"/>
                </a:cubicBezTo>
                <a:cubicBezTo>
                  <a:pt x="16263" y="4449"/>
                  <a:pt x="16367" y="4704"/>
                  <a:pt x="16579" y="4918"/>
                </a:cubicBezTo>
                <a:cubicBezTo>
                  <a:pt x="16791" y="5130"/>
                  <a:pt x="17048" y="5235"/>
                  <a:pt x="17345" y="5235"/>
                </a:cubicBezTo>
                <a:cubicBezTo>
                  <a:pt x="17659" y="5235"/>
                  <a:pt x="17919" y="5130"/>
                  <a:pt x="18122" y="4918"/>
                </a:cubicBezTo>
                <a:cubicBezTo>
                  <a:pt x="18323" y="4704"/>
                  <a:pt x="18424" y="4449"/>
                  <a:pt x="18424" y="4153"/>
                </a:cubicBezTo>
                <a:cubicBezTo>
                  <a:pt x="18424" y="3836"/>
                  <a:pt x="18323" y="3579"/>
                  <a:pt x="18122" y="3373"/>
                </a:cubicBezTo>
                <a:cubicBezTo>
                  <a:pt x="17921" y="3170"/>
                  <a:pt x="17661" y="3071"/>
                  <a:pt x="17345" y="3071"/>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2" name="Shape 7312"/>
          <p:cNvSpPr/>
          <p:nvPr/>
        </p:nvSpPr>
        <p:spPr>
          <a:xfrm>
            <a:off x="6021663" y="9108606"/>
            <a:ext cx="567210"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3222"/>
                </a:moveTo>
                <a:cubicBezTo>
                  <a:pt x="20633" y="3222"/>
                  <a:pt x="20947" y="3384"/>
                  <a:pt x="21209" y="3713"/>
                </a:cubicBezTo>
                <a:cubicBezTo>
                  <a:pt x="21471" y="4042"/>
                  <a:pt x="21600" y="4427"/>
                  <a:pt x="21600" y="4865"/>
                </a:cubicBezTo>
                <a:lnTo>
                  <a:pt x="21600" y="19985"/>
                </a:lnTo>
                <a:cubicBezTo>
                  <a:pt x="21600" y="20422"/>
                  <a:pt x="21471" y="20804"/>
                  <a:pt x="21209" y="21122"/>
                </a:cubicBezTo>
                <a:cubicBezTo>
                  <a:pt x="20947" y="21442"/>
                  <a:pt x="20633" y="21600"/>
                  <a:pt x="20264" y="21600"/>
                </a:cubicBezTo>
                <a:lnTo>
                  <a:pt x="1348" y="21600"/>
                </a:lnTo>
                <a:cubicBezTo>
                  <a:pt x="981" y="21600"/>
                  <a:pt x="663" y="21442"/>
                  <a:pt x="399" y="21122"/>
                </a:cubicBezTo>
                <a:cubicBezTo>
                  <a:pt x="134" y="20804"/>
                  <a:pt x="0" y="20422"/>
                  <a:pt x="0" y="19985"/>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7" y="0"/>
                </a:lnTo>
                <a:cubicBezTo>
                  <a:pt x="13764" y="0"/>
                  <a:pt x="14136" y="143"/>
                  <a:pt x="14511" y="425"/>
                </a:cubicBezTo>
                <a:cubicBezTo>
                  <a:pt x="14885" y="713"/>
                  <a:pt x="15147" y="1057"/>
                  <a:pt x="15294" y="1460"/>
                </a:cubicBezTo>
                <a:lnTo>
                  <a:pt x="15962" y="3222"/>
                </a:lnTo>
                <a:lnTo>
                  <a:pt x="20264" y="3222"/>
                </a:lnTo>
                <a:close/>
                <a:moveTo>
                  <a:pt x="10807" y="19186"/>
                </a:moveTo>
                <a:cubicBezTo>
                  <a:pt x="11573" y="19186"/>
                  <a:pt x="12300" y="19003"/>
                  <a:pt x="12988" y="18651"/>
                </a:cubicBezTo>
                <a:cubicBezTo>
                  <a:pt x="13673" y="18295"/>
                  <a:pt x="14271" y="17811"/>
                  <a:pt x="14775" y="17197"/>
                </a:cubicBezTo>
                <a:cubicBezTo>
                  <a:pt x="15279" y="16583"/>
                  <a:pt x="15678" y="15863"/>
                  <a:pt x="15975" y="15049"/>
                </a:cubicBezTo>
                <a:cubicBezTo>
                  <a:pt x="16271" y="14235"/>
                  <a:pt x="16420" y="13357"/>
                  <a:pt x="16420" y="12422"/>
                </a:cubicBezTo>
                <a:cubicBezTo>
                  <a:pt x="16420" y="11500"/>
                  <a:pt x="16271" y="10623"/>
                  <a:pt x="15975" y="9795"/>
                </a:cubicBezTo>
                <a:cubicBezTo>
                  <a:pt x="15678" y="8966"/>
                  <a:pt x="15279" y="8249"/>
                  <a:pt x="14775" y="7644"/>
                </a:cubicBezTo>
                <a:cubicBezTo>
                  <a:pt x="14271" y="7036"/>
                  <a:pt x="13673" y="6557"/>
                  <a:pt x="12988" y="6199"/>
                </a:cubicBezTo>
                <a:cubicBezTo>
                  <a:pt x="12300" y="5843"/>
                  <a:pt x="11573" y="5667"/>
                  <a:pt x="10807"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1"/>
                  <a:pt x="5180" y="12422"/>
                </a:cubicBezTo>
                <a:cubicBezTo>
                  <a:pt x="5180" y="13357"/>
                  <a:pt x="5329" y="14235"/>
                  <a:pt x="5625" y="15049"/>
                </a:cubicBezTo>
                <a:cubicBezTo>
                  <a:pt x="5922" y="15863"/>
                  <a:pt x="6323" y="16583"/>
                  <a:pt x="6827" y="17197"/>
                </a:cubicBezTo>
                <a:cubicBezTo>
                  <a:pt x="7332" y="17811"/>
                  <a:pt x="7929" y="18295"/>
                  <a:pt x="8619" y="18651"/>
                </a:cubicBezTo>
                <a:cubicBezTo>
                  <a:pt x="9312" y="19006"/>
                  <a:pt x="10039" y="19186"/>
                  <a:pt x="10807" y="19186"/>
                </a:cubicBezTo>
                <a:moveTo>
                  <a:pt x="10807" y="7832"/>
                </a:moveTo>
                <a:cubicBezTo>
                  <a:pt x="11338" y="7832"/>
                  <a:pt x="11835" y="7953"/>
                  <a:pt x="12295" y="8191"/>
                </a:cubicBezTo>
                <a:cubicBezTo>
                  <a:pt x="12755" y="8432"/>
                  <a:pt x="13159" y="8755"/>
                  <a:pt x="13502" y="9169"/>
                </a:cubicBezTo>
                <a:cubicBezTo>
                  <a:pt x="13847" y="9583"/>
                  <a:pt x="14119" y="10068"/>
                  <a:pt x="14317" y="10623"/>
                </a:cubicBezTo>
                <a:cubicBezTo>
                  <a:pt x="14516" y="11185"/>
                  <a:pt x="14616" y="11782"/>
                  <a:pt x="14616" y="12422"/>
                </a:cubicBezTo>
                <a:cubicBezTo>
                  <a:pt x="14616" y="13057"/>
                  <a:pt x="14516" y="13650"/>
                  <a:pt x="14317" y="14206"/>
                </a:cubicBezTo>
                <a:cubicBezTo>
                  <a:pt x="14119" y="14758"/>
                  <a:pt x="13847" y="15246"/>
                  <a:pt x="13502" y="15669"/>
                </a:cubicBezTo>
                <a:cubicBezTo>
                  <a:pt x="13159" y="16092"/>
                  <a:pt x="12753" y="16421"/>
                  <a:pt x="12290" y="16662"/>
                </a:cubicBezTo>
                <a:cubicBezTo>
                  <a:pt x="11825" y="16900"/>
                  <a:pt x="11331" y="17017"/>
                  <a:pt x="10807" y="17017"/>
                </a:cubicBezTo>
                <a:cubicBezTo>
                  <a:pt x="10274" y="17017"/>
                  <a:pt x="9777" y="16900"/>
                  <a:pt x="9312" y="16662"/>
                </a:cubicBezTo>
                <a:cubicBezTo>
                  <a:pt x="8847" y="16421"/>
                  <a:pt x="8443" y="16092"/>
                  <a:pt x="8100" y="15669"/>
                </a:cubicBezTo>
                <a:cubicBezTo>
                  <a:pt x="7755" y="15246"/>
                  <a:pt x="7483" y="14755"/>
                  <a:pt x="7285" y="14200"/>
                </a:cubicBezTo>
                <a:cubicBezTo>
                  <a:pt x="7084" y="13642"/>
                  <a:pt x="6984" y="13045"/>
                  <a:pt x="6984" y="12422"/>
                </a:cubicBezTo>
                <a:cubicBezTo>
                  <a:pt x="6984" y="11782"/>
                  <a:pt x="7084" y="11185"/>
                  <a:pt x="7285" y="10623"/>
                </a:cubicBezTo>
                <a:cubicBezTo>
                  <a:pt x="7483" y="10068"/>
                  <a:pt x="7755" y="9583"/>
                  <a:pt x="8100" y="9169"/>
                </a:cubicBezTo>
                <a:cubicBezTo>
                  <a:pt x="8443" y="8755"/>
                  <a:pt x="8847" y="8431"/>
                  <a:pt x="9312" y="8191"/>
                </a:cubicBezTo>
                <a:cubicBezTo>
                  <a:pt x="9777" y="7953"/>
                  <a:pt x="10274" y="7832"/>
                  <a:pt x="10807" y="783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3" name="Shape 7313"/>
          <p:cNvSpPr/>
          <p:nvPr/>
        </p:nvSpPr>
        <p:spPr>
          <a:xfrm>
            <a:off x="7341706" y="9108606"/>
            <a:ext cx="56720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4" y="0"/>
                </a:moveTo>
                <a:cubicBezTo>
                  <a:pt x="20631" y="0"/>
                  <a:pt x="20947" y="161"/>
                  <a:pt x="21209" y="481"/>
                </a:cubicBezTo>
                <a:cubicBezTo>
                  <a:pt x="21471" y="798"/>
                  <a:pt x="21600" y="1177"/>
                  <a:pt x="21600" y="1618"/>
                </a:cubicBezTo>
                <a:lnTo>
                  <a:pt x="21600" y="19982"/>
                </a:lnTo>
                <a:cubicBezTo>
                  <a:pt x="21600" y="20423"/>
                  <a:pt x="21471" y="20802"/>
                  <a:pt x="21209" y="21122"/>
                </a:cubicBezTo>
                <a:cubicBezTo>
                  <a:pt x="20947" y="21442"/>
                  <a:pt x="20631" y="21600"/>
                  <a:pt x="20264" y="21600"/>
                </a:cubicBezTo>
                <a:lnTo>
                  <a:pt x="1346" y="21600"/>
                </a:lnTo>
                <a:cubicBezTo>
                  <a:pt x="979" y="21600"/>
                  <a:pt x="663" y="21442"/>
                  <a:pt x="399" y="21122"/>
                </a:cubicBezTo>
                <a:cubicBezTo>
                  <a:pt x="132" y="20802"/>
                  <a:pt x="0" y="20423"/>
                  <a:pt x="0" y="19982"/>
                </a:cubicBezTo>
                <a:lnTo>
                  <a:pt x="0" y="1618"/>
                </a:lnTo>
                <a:cubicBezTo>
                  <a:pt x="0" y="1177"/>
                  <a:pt x="132" y="798"/>
                  <a:pt x="399" y="481"/>
                </a:cubicBezTo>
                <a:cubicBezTo>
                  <a:pt x="663" y="161"/>
                  <a:pt x="979" y="0"/>
                  <a:pt x="1346" y="0"/>
                </a:cubicBezTo>
                <a:lnTo>
                  <a:pt x="20264" y="0"/>
                </a:lnTo>
                <a:close/>
                <a:moveTo>
                  <a:pt x="19806" y="2252"/>
                </a:moveTo>
                <a:lnTo>
                  <a:pt x="8590" y="2252"/>
                </a:lnTo>
                <a:lnTo>
                  <a:pt x="8426" y="3545"/>
                </a:lnTo>
                <a:lnTo>
                  <a:pt x="1804" y="3545"/>
                </a:lnTo>
                <a:lnTo>
                  <a:pt x="1804" y="5501"/>
                </a:lnTo>
                <a:lnTo>
                  <a:pt x="19806" y="5501"/>
                </a:lnTo>
                <a:lnTo>
                  <a:pt x="19806" y="2252"/>
                </a:lnTo>
                <a:close/>
                <a:moveTo>
                  <a:pt x="19806" y="17747"/>
                </a:moveTo>
                <a:lnTo>
                  <a:pt x="1804" y="17747"/>
                </a:lnTo>
                <a:lnTo>
                  <a:pt x="1804" y="19351"/>
                </a:lnTo>
                <a:lnTo>
                  <a:pt x="19806" y="19351"/>
                </a:lnTo>
                <a:lnTo>
                  <a:pt x="19806" y="17747"/>
                </a:lnTo>
                <a:close/>
                <a:moveTo>
                  <a:pt x="3116" y="2743"/>
                </a:moveTo>
                <a:lnTo>
                  <a:pt x="6820" y="2743"/>
                </a:lnTo>
                <a:lnTo>
                  <a:pt x="6820" y="1436"/>
                </a:lnTo>
                <a:lnTo>
                  <a:pt x="3116" y="1436"/>
                </a:lnTo>
                <a:lnTo>
                  <a:pt x="3116" y="2743"/>
                </a:lnTo>
                <a:close/>
                <a:moveTo>
                  <a:pt x="6529" y="11632"/>
                </a:moveTo>
                <a:cubicBezTo>
                  <a:pt x="6529" y="12343"/>
                  <a:pt x="6639" y="13012"/>
                  <a:pt x="6862" y="13635"/>
                </a:cubicBezTo>
                <a:cubicBezTo>
                  <a:pt x="7084" y="14258"/>
                  <a:pt x="7388" y="14801"/>
                  <a:pt x="7775" y="15265"/>
                </a:cubicBezTo>
                <a:cubicBezTo>
                  <a:pt x="8162" y="15732"/>
                  <a:pt x="8617" y="16096"/>
                  <a:pt x="9134" y="16360"/>
                </a:cubicBezTo>
                <a:cubicBezTo>
                  <a:pt x="9655" y="16631"/>
                  <a:pt x="10211" y="16763"/>
                  <a:pt x="10807" y="16763"/>
                </a:cubicBezTo>
                <a:cubicBezTo>
                  <a:pt x="11399" y="16763"/>
                  <a:pt x="11955" y="16631"/>
                  <a:pt x="12471" y="16360"/>
                </a:cubicBezTo>
                <a:cubicBezTo>
                  <a:pt x="12985" y="16096"/>
                  <a:pt x="13436" y="15732"/>
                  <a:pt x="13825" y="15265"/>
                </a:cubicBezTo>
                <a:cubicBezTo>
                  <a:pt x="14212" y="14801"/>
                  <a:pt x="14516" y="14258"/>
                  <a:pt x="14738" y="13635"/>
                </a:cubicBezTo>
                <a:cubicBezTo>
                  <a:pt x="14961" y="13012"/>
                  <a:pt x="15071" y="12343"/>
                  <a:pt x="15071" y="11632"/>
                </a:cubicBezTo>
                <a:cubicBezTo>
                  <a:pt x="15071" y="10918"/>
                  <a:pt x="14961" y="10250"/>
                  <a:pt x="14738" y="9625"/>
                </a:cubicBezTo>
                <a:cubicBezTo>
                  <a:pt x="14516" y="9002"/>
                  <a:pt x="14212" y="8461"/>
                  <a:pt x="13825" y="8003"/>
                </a:cubicBezTo>
                <a:cubicBezTo>
                  <a:pt x="13436" y="7542"/>
                  <a:pt x="12983" y="7178"/>
                  <a:pt x="12464" y="6914"/>
                </a:cubicBezTo>
                <a:cubicBezTo>
                  <a:pt x="11945" y="6646"/>
                  <a:pt x="11392" y="6511"/>
                  <a:pt x="10807"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8"/>
                  <a:pt x="6529" y="11632"/>
                </a:cubicBezTo>
                <a:moveTo>
                  <a:pt x="13725" y="11632"/>
                </a:moveTo>
                <a:cubicBezTo>
                  <a:pt x="13725" y="12110"/>
                  <a:pt x="13649" y="12566"/>
                  <a:pt x="13502" y="13000"/>
                </a:cubicBezTo>
                <a:cubicBezTo>
                  <a:pt x="13353" y="13435"/>
                  <a:pt x="13147" y="13814"/>
                  <a:pt x="12880" y="14128"/>
                </a:cubicBezTo>
                <a:cubicBezTo>
                  <a:pt x="12613" y="14440"/>
                  <a:pt x="12302" y="14689"/>
                  <a:pt x="11943" y="14871"/>
                </a:cubicBezTo>
                <a:cubicBezTo>
                  <a:pt x="11583" y="15053"/>
                  <a:pt x="11206" y="15145"/>
                  <a:pt x="10807" y="15145"/>
                </a:cubicBezTo>
                <a:cubicBezTo>
                  <a:pt x="10407" y="15145"/>
                  <a:pt x="10025" y="15053"/>
                  <a:pt x="9662" y="14871"/>
                </a:cubicBezTo>
                <a:cubicBezTo>
                  <a:pt x="9300" y="14689"/>
                  <a:pt x="8987" y="14440"/>
                  <a:pt x="8725" y="14128"/>
                </a:cubicBezTo>
                <a:cubicBezTo>
                  <a:pt x="8463" y="13814"/>
                  <a:pt x="8257" y="13441"/>
                  <a:pt x="8103" y="13009"/>
                </a:cubicBezTo>
                <a:cubicBezTo>
                  <a:pt x="7951" y="12580"/>
                  <a:pt x="7875" y="12119"/>
                  <a:pt x="7875" y="11632"/>
                </a:cubicBezTo>
                <a:cubicBezTo>
                  <a:pt x="7875" y="11153"/>
                  <a:pt x="7951" y="10700"/>
                  <a:pt x="8103" y="10265"/>
                </a:cubicBezTo>
                <a:cubicBezTo>
                  <a:pt x="8257" y="9836"/>
                  <a:pt x="8463" y="9460"/>
                  <a:pt x="8725" y="9140"/>
                </a:cubicBezTo>
                <a:cubicBezTo>
                  <a:pt x="8987" y="8823"/>
                  <a:pt x="9298" y="8576"/>
                  <a:pt x="9657" y="8394"/>
                </a:cubicBezTo>
                <a:cubicBezTo>
                  <a:pt x="10015" y="8218"/>
                  <a:pt x="10399" y="8130"/>
                  <a:pt x="10807" y="8130"/>
                </a:cubicBezTo>
                <a:cubicBezTo>
                  <a:pt x="11206" y="8130"/>
                  <a:pt x="11583" y="8218"/>
                  <a:pt x="11943" y="8394"/>
                </a:cubicBezTo>
                <a:cubicBezTo>
                  <a:pt x="12302" y="8576"/>
                  <a:pt x="12613" y="8823"/>
                  <a:pt x="12880" y="9140"/>
                </a:cubicBezTo>
                <a:cubicBezTo>
                  <a:pt x="13147" y="9460"/>
                  <a:pt x="13353" y="9836"/>
                  <a:pt x="13502" y="10265"/>
                </a:cubicBezTo>
                <a:cubicBezTo>
                  <a:pt x="13649" y="10700"/>
                  <a:pt x="13725" y="11153"/>
                  <a:pt x="13725" y="11632"/>
                </a:cubicBezTo>
                <a:moveTo>
                  <a:pt x="9692" y="11632"/>
                </a:moveTo>
                <a:cubicBezTo>
                  <a:pt x="9692" y="11247"/>
                  <a:pt x="9799" y="10930"/>
                  <a:pt x="10020" y="10682"/>
                </a:cubicBezTo>
                <a:cubicBezTo>
                  <a:pt x="10238" y="10432"/>
                  <a:pt x="10500" y="10309"/>
                  <a:pt x="10807" y="10309"/>
                </a:cubicBezTo>
                <a:lnTo>
                  <a:pt x="10807" y="10280"/>
                </a:lnTo>
                <a:cubicBezTo>
                  <a:pt x="10946" y="10280"/>
                  <a:pt x="11066" y="10224"/>
                  <a:pt x="11164" y="10109"/>
                </a:cubicBezTo>
                <a:cubicBezTo>
                  <a:pt x="11262" y="9998"/>
                  <a:pt x="11311" y="9862"/>
                  <a:pt x="11311" y="9704"/>
                </a:cubicBezTo>
                <a:cubicBezTo>
                  <a:pt x="11311" y="9533"/>
                  <a:pt x="11262" y="9392"/>
                  <a:pt x="11164" y="9275"/>
                </a:cubicBezTo>
                <a:cubicBezTo>
                  <a:pt x="11066" y="9157"/>
                  <a:pt x="10946" y="9096"/>
                  <a:pt x="10807" y="9096"/>
                </a:cubicBezTo>
                <a:cubicBezTo>
                  <a:pt x="10228" y="9096"/>
                  <a:pt x="9733" y="9348"/>
                  <a:pt x="9322" y="9848"/>
                </a:cubicBezTo>
                <a:cubicBezTo>
                  <a:pt x="8913" y="10350"/>
                  <a:pt x="8708" y="10944"/>
                  <a:pt x="8708" y="11629"/>
                </a:cubicBezTo>
                <a:cubicBezTo>
                  <a:pt x="8708" y="11778"/>
                  <a:pt x="8757" y="11914"/>
                  <a:pt x="8854" y="12028"/>
                </a:cubicBezTo>
                <a:cubicBezTo>
                  <a:pt x="8952" y="12148"/>
                  <a:pt x="9063" y="12207"/>
                  <a:pt x="9187" y="12207"/>
                </a:cubicBezTo>
                <a:cubicBezTo>
                  <a:pt x="9329" y="12207"/>
                  <a:pt x="9447" y="12149"/>
                  <a:pt x="9545" y="12028"/>
                </a:cubicBezTo>
                <a:cubicBezTo>
                  <a:pt x="9643" y="11917"/>
                  <a:pt x="9692" y="11781"/>
                  <a:pt x="9692" y="1163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4" name="Shape 7314"/>
          <p:cNvSpPr/>
          <p:nvPr/>
        </p:nvSpPr>
        <p:spPr>
          <a:xfrm>
            <a:off x="8585123" y="9108606"/>
            <a:ext cx="466894" cy="455278"/>
          </a:xfrm>
          <a:custGeom>
            <a:avLst/>
            <a:gdLst/>
            <a:ahLst/>
            <a:cxnLst>
              <a:cxn ang="0">
                <a:pos x="wd2" y="hd2"/>
              </a:cxn>
              <a:cxn ang="5400000">
                <a:pos x="wd2" y="hd2"/>
              </a:cxn>
              <a:cxn ang="10800000">
                <a:pos x="wd2" y="hd2"/>
              </a:cxn>
              <a:cxn ang="16200000">
                <a:pos x="wd2" y="hd2"/>
              </a:cxn>
            </a:cxnLst>
            <a:rect l="0" t="0" r="r" b="b"/>
            <a:pathLst>
              <a:path w="21589" h="21600" fill="norm" stroke="1" extrusionOk="0">
                <a:moveTo>
                  <a:pt x="21292" y="12680"/>
                </a:moveTo>
                <a:cubicBezTo>
                  <a:pt x="21501" y="12886"/>
                  <a:pt x="21600" y="13137"/>
                  <a:pt x="21588" y="13437"/>
                </a:cubicBezTo>
                <a:cubicBezTo>
                  <a:pt x="21588" y="13663"/>
                  <a:pt x="21518" y="13866"/>
                  <a:pt x="21374" y="14044"/>
                </a:cubicBezTo>
                <a:cubicBezTo>
                  <a:pt x="21230" y="14225"/>
                  <a:pt x="21046" y="14343"/>
                  <a:pt x="20820" y="14394"/>
                </a:cubicBezTo>
                <a:lnTo>
                  <a:pt x="18197" y="15058"/>
                </a:lnTo>
                <a:cubicBezTo>
                  <a:pt x="18250" y="15221"/>
                  <a:pt x="18318" y="15439"/>
                  <a:pt x="18400" y="15707"/>
                </a:cubicBezTo>
                <a:cubicBezTo>
                  <a:pt x="18479" y="15978"/>
                  <a:pt x="18564" y="16255"/>
                  <a:pt x="18649" y="16532"/>
                </a:cubicBezTo>
                <a:cubicBezTo>
                  <a:pt x="18736" y="16811"/>
                  <a:pt x="18809" y="17082"/>
                  <a:pt x="18874" y="17334"/>
                </a:cubicBezTo>
                <a:cubicBezTo>
                  <a:pt x="18937" y="17593"/>
                  <a:pt x="18968" y="17802"/>
                  <a:pt x="18968" y="17963"/>
                </a:cubicBezTo>
                <a:cubicBezTo>
                  <a:pt x="18968" y="18226"/>
                  <a:pt x="18872" y="18460"/>
                  <a:pt x="18677" y="18661"/>
                </a:cubicBezTo>
                <a:cubicBezTo>
                  <a:pt x="18482" y="18861"/>
                  <a:pt x="18245" y="18966"/>
                  <a:pt x="17968" y="18966"/>
                </a:cubicBezTo>
                <a:cubicBezTo>
                  <a:pt x="17804" y="18966"/>
                  <a:pt x="17592" y="18935"/>
                  <a:pt x="17333" y="18870"/>
                </a:cubicBezTo>
                <a:cubicBezTo>
                  <a:pt x="17070" y="18808"/>
                  <a:pt x="16802" y="18734"/>
                  <a:pt x="16525" y="18647"/>
                </a:cubicBezTo>
                <a:cubicBezTo>
                  <a:pt x="16251" y="18562"/>
                  <a:pt x="15983" y="18477"/>
                  <a:pt x="15715" y="18398"/>
                </a:cubicBezTo>
                <a:cubicBezTo>
                  <a:pt x="15449" y="18316"/>
                  <a:pt x="15232" y="18251"/>
                  <a:pt x="15059" y="18195"/>
                </a:cubicBezTo>
                <a:lnTo>
                  <a:pt x="14399" y="20818"/>
                </a:lnTo>
                <a:cubicBezTo>
                  <a:pt x="14345" y="21041"/>
                  <a:pt x="14223" y="21228"/>
                  <a:pt x="14040" y="21377"/>
                </a:cubicBezTo>
                <a:cubicBezTo>
                  <a:pt x="13854" y="21527"/>
                  <a:pt x="13650" y="21600"/>
                  <a:pt x="13424" y="21600"/>
                </a:cubicBezTo>
                <a:cubicBezTo>
                  <a:pt x="13128" y="21600"/>
                  <a:pt x="12879" y="21499"/>
                  <a:pt x="12682" y="21290"/>
                </a:cubicBezTo>
                <a:lnTo>
                  <a:pt x="10801" y="19358"/>
                </a:lnTo>
                <a:lnTo>
                  <a:pt x="8881" y="21290"/>
                </a:lnTo>
                <a:cubicBezTo>
                  <a:pt x="8720" y="21499"/>
                  <a:pt x="8480" y="21600"/>
                  <a:pt x="8166" y="21600"/>
                </a:cubicBezTo>
                <a:cubicBezTo>
                  <a:pt x="7940" y="21600"/>
                  <a:pt x="7737" y="21527"/>
                  <a:pt x="7556" y="21377"/>
                </a:cubicBezTo>
                <a:cubicBezTo>
                  <a:pt x="7378" y="21228"/>
                  <a:pt x="7254" y="21041"/>
                  <a:pt x="7192" y="20818"/>
                </a:cubicBezTo>
                <a:lnTo>
                  <a:pt x="6528" y="18195"/>
                </a:lnTo>
                <a:cubicBezTo>
                  <a:pt x="6367" y="18251"/>
                  <a:pt x="6153" y="18316"/>
                  <a:pt x="5887" y="18398"/>
                </a:cubicBezTo>
                <a:cubicBezTo>
                  <a:pt x="5622" y="18480"/>
                  <a:pt x="5348" y="18562"/>
                  <a:pt x="5068" y="18647"/>
                </a:cubicBezTo>
                <a:cubicBezTo>
                  <a:pt x="4792" y="18734"/>
                  <a:pt x="4523" y="18808"/>
                  <a:pt x="4266" y="18870"/>
                </a:cubicBezTo>
                <a:cubicBezTo>
                  <a:pt x="4009" y="18935"/>
                  <a:pt x="3795" y="18966"/>
                  <a:pt x="3623" y="18966"/>
                </a:cubicBezTo>
                <a:cubicBezTo>
                  <a:pt x="3346" y="18966"/>
                  <a:pt x="3111" y="18861"/>
                  <a:pt x="2922" y="18661"/>
                </a:cubicBezTo>
                <a:cubicBezTo>
                  <a:pt x="2730" y="18460"/>
                  <a:pt x="2637" y="18226"/>
                  <a:pt x="2637" y="17963"/>
                </a:cubicBezTo>
                <a:cubicBezTo>
                  <a:pt x="2637" y="17802"/>
                  <a:pt x="2668" y="17593"/>
                  <a:pt x="2730" y="17334"/>
                </a:cubicBezTo>
                <a:cubicBezTo>
                  <a:pt x="2795" y="17082"/>
                  <a:pt x="2866" y="16811"/>
                  <a:pt x="2948" y="16532"/>
                </a:cubicBezTo>
                <a:cubicBezTo>
                  <a:pt x="3030" y="16255"/>
                  <a:pt x="3111" y="15981"/>
                  <a:pt x="3196" y="15713"/>
                </a:cubicBezTo>
                <a:cubicBezTo>
                  <a:pt x="3284" y="15447"/>
                  <a:pt x="3351" y="15230"/>
                  <a:pt x="3408" y="15058"/>
                </a:cubicBezTo>
                <a:lnTo>
                  <a:pt x="770" y="14394"/>
                </a:lnTo>
                <a:cubicBezTo>
                  <a:pt x="545" y="14343"/>
                  <a:pt x="361" y="14225"/>
                  <a:pt x="217" y="14035"/>
                </a:cubicBezTo>
                <a:cubicBezTo>
                  <a:pt x="73" y="13855"/>
                  <a:pt x="0" y="13651"/>
                  <a:pt x="0" y="13437"/>
                </a:cubicBezTo>
                <a:cubicBezTo>
                  <a:pt x="0" y="13137"/>
                  <a:pt x="104" y="12886"/>
                  <a:pt x="310" y="12680"/>
                </a:cubicBezTo>
                <a:lnTo>
                  <a:pt x="2245" y="10798"/>
                </a:lnTo>
                <a:lnTo>
                  <a:pt x="310" y="8920"/>
                </a:lnTo>
                <a:cubicBezTo>
                  <a:pt x="104" y="8714"/>
                  <a:pt x="0" y="8460"/>
                  <a:pt x="0" y="8160"/>
                </a:cubicBezTo>
                <a:cubicBezTo>
                  <a:pt x="0" y="7937"/>
                  <a:pt x="76" y="7734"/>
                  <a:pt x="225" y="7556"/>
                </a:cubicBezTo>
                <a:cubicBezTo>
                  <a:pt x="372" y="7373"/>
                  <a:pt x="556" y="7257"/>
                  <a:pt x="770" y="7203"/>
                </a:cubicBezTo>
                <a:lnTo>
                  <a:pt x="3408" y="6540"/>
                </a:lnTo>
                <a:cubicBezTo>
                  <a:pt x="3351" y="6381"/>
                  <a:pt x="3284" y="6161"/>
                  <a:pt x="3196" y="5893"/>
                </a:cubicBezTo>
                <a:cubicBezTo>
                  <a:pt x="3111" y="5622"/>
                  <a:pt x="3030" y="5345"/>
                  <a:pt x="2948" y="5068"/>
                </a:cubicBezTo>
                <a:cubicBezTo>
                  <a:pt x="2866" y="4786"/>
                  <a:pt x="2795" y="4518"/>
                  <a:pt x="2730" y="4264"/>
                </a:cubicBezTo>
                <a:cubicBezTo>
                  <a:pt x="2668" y="4007"/>
                  <a:pt x="2637" y="3795"/>
                  <a:pt x="2637" y="3634"/>
                </a:cubicBezTo>
                <a:cubicBezTo>
                  <a:pt x="2637" y="3354"/>
                  <a:pt x="2733" y="3117"/>
                  <a:pt x="2928" y="2925"/>
                </a:cubicBezTo>
                <a:cubicBezTo>
                  <a:pt x="3120" y="2730"/>
                  <a:pt x="3351" y="2634"/>
                  <a:pt x="3623" y="2634"/>
                </a:cubicBezTo>
                <a:cubicBezTo>
                  <a:pt x="3786" y="2634"/>
                  <a:pt x="3995" y="2665"/>
                  <a:pt x="4258" y="2730"/>
                </a:cubicBezTo>
                <a:cubicBezTo>
                  <a:pt x="4521" y="2792"/>
                  <a:pt x="4792" y="2866"/>
                  <a:pt x="5068" y="2950"/>
                </a:cubicBezTo>
                <a:cubicBezTo>
                  <a:pt x="5348" y="3038"/>
                  <a:pt x="5622" y="3120"/>
                  <a:pt x="5887" y="3205"/>
                </a:cubicBezTo>
                <a:cubicBezTo>
                  <a:pt x="6153" y="3284"/>
                  <a:pt x="6367" y="3349"/>
                  <a:pt x="6528" y="3405"/>
                </a:cubicBezTo>
                <a:lnTo>
                  <a:pt x="7192" y="782"/>
                </a:lnTo>
                <a:cubicBezTo>
                  <a:pt x="7246" y="556"/>
                  <a:pt x="7367" y="369"/>
                  <a:pt x="7556" y="220"/>
                </a:cubicBezTo>
                <a:cubicBezTo>
                  <a:pt x="7748" y="70"/>
                  <a:pt x="7949" y="0"/>
                  <a:pt x="8166" y="0"/>
                </a:cubicBezTo>
                <a:cubicBezTo>
                  <a:pt x="8480" y="0"/>
                  <a:pt x="8720" y="101"/>
                  <a:pt x="8881" y="307"/>
                </a:cubicBezTo>
                <a:lnTo>
                  <a:pt x="10801" y="2242"/>
                </a:lnTo>
                <a:lnTo>
                  <a:pt x="12682" y="307"/>
                </a:lnTo>
                <a:cubicBezTo>
                  <a:pt x="12888" y="101"/>
                  <a:pt x="13128" y="0"/>
                  <a:pt x="13399" y="0"/>
                </a:cubicBezTo>
                <a:cubicBezTo>
                  <a:pt x="13642" y="0"/>
                  <a:pt x="13854" y="67"/>
                  <a:pt x="14040" y="208"/>
                </a:cubicBezTo>
                <a:cubicBezTo>
                  <a:pt x="14223" y="347"/>
                  <a:pt x="14345" y="539"/>
                  <a:pt x="14399" y="782"/>
                </a:cubicBezTo>
                <a:lnTo>
                  <a:pt x="15059" y="3405"/>
                </a:lnTo>
                <a:cubicBezTo>
                  <a:pt x="15223" y="3349"/>
                  <a:pt x="15438" y="3284"/>
                  <a:pt x="15709" y="3205"/>
                </a:cubicBezTo>
                <a:cubicBezTo>
                  <a:pt x="15980" y="3120"/>
                  <a:pt x="16251" y="3038"/>
                  <a:pt x="16525" y="2950"/>
                </a:cubicBezTo>
                <a:cubicBezTo>
                  <a:pt x="16802" y="2866"/>
                  <a:pt x="17070" y="2792"/>
                  <a:pt x="17333" y="2730"/>
                </a:cubicBezTo>
                <a:cubicBezTo>
                  <a:pt x="17592" y="2665"/>
                  <a:pt x="17804" y="2634"/>
                  <a:pt x="17968" y="2634"/>
                </a:cubicBezTo>
                <a:cubicBezTo>
                  <a:pt x="18228" y="2634"/>
                  <a:pt x="18459" y="2730"/>
                  <a:pt x="18663" y="2925"/>
                </a:cubicBezTo>
                <a:cubicBezTo>
                  <a:pt x="18866" y="3117"/>
                  <a:pt x="18968" y="3354"/>
                  <a:pt x="18968" y="3634"/>
                </a:cubicBezTo>
                <a:cubicBezTo>
                  <a:pt x="18968" y="3795"/>
                  <a:pt x="18937" y="4007"/>
                  <a:pt x="18874" y="4264"/>
                </a:cubicBezTo>
                <a:cubicBezTo>
                  <a:pt x="18809" y="4518"/>
                  <a:pt x="18736" y="4786"/>
                  <a:pt x="18649" y="5068"/>
                </a:cubicBezTo>
                <a:cubicBezTo>
                  <a:pt x="18564" y="5345"/>
                  <a:pt x="18479" y="5619"/>
                  <a:pt x="18400" y="5884"/>
                </a:cubicBezTo>
                <a:cubicBezTo>
                  <a:pt x="18318" y="6150"/>
                  <a:pt x="18250" y="6370"/>
                  <a:pt x="18197" y="6540"/>
                </a:cubicBezTo>
                <a:lnTo>
                  <a:pt x="20820" y="7203"/>
                </a:lnTo>
                <a:cubicBezTo>
                  <a:pt x="21046" y="7257"/>
                  <a:pt x="21230" y="7378"/>
                  <a:pt x="21374" y="7559"/>
                </a:cubicBezTo>
                <a:cubicBezTo>
                  <a:pt x="21518" y="7748"/>
                  <a:pt x="21588" y="7946"/>
                  <a:pt x="21588" y="8161"/>
                </a:cubicBezTo>
                <a:cubicBezTo>
                  <a:pt x="21588" y="8460"/>
                  <a:pt x="21489" y="8714"/>
                  <a:pt x="21292" y="8920"/>
                </a:cubicBezTo>
                <a:lnTo>
                  <a:pt x="19332" y="10798"/>
                </a:lnTo>
                <a:lnTo>
                  <a:pt x="21292" y="1268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5" name="Shape 7315"/>
          <p:cNvSpPr/>
          <p:nvPr/>
        </p:nvSpPr>
        <p:spPr>
          <a:xfrm>
            <a:off x="9833040" y="9108606"/>
            <a:ext cx="466896" cy="455278"/>
          </a:xfrm>
          <a:custGeom>
            <a:avLst/>
            <a:gdLst/>
            <a:ahLst/>
            <a:cxnLst>
              <a:cxn ang="0">
                <a:pos x="wd2" y="hd2"/>
              </a:cxn>
              <a:cxn ang="5400000">
                <a:pos x="wd2" y="hd2"/>
              </a:cxn>
              <a:cxn ang="10800000">
                <a:pos x="wd2" y="hd2"/>
              </a:cxn>
              <a:cxn ang="16200000">
                <a:pos x="wd2" y="hd2"/>
              </a:cxn>
            </a:cxnLst>
            <a:rect l="0" t="0" r="r" b="b"/>
            <a:pathLst>
              <a:path w="21598" h="21600" fill="norm" stroke="1" extrusionOk="0">
                <a:moveTo>
                  <a:pt x="17538" y="12698"/>
                </a:moveTo>
                <a:lnTo>
                  <a:pt x="19799" y="9997"/>
                </a:lnTo>
                <a:lnTo>
                  <a:pt x="19799" y="17285"/>
                </a:lnTo>
                <a:cubicBezTo>
                  <a:pt x="19799" y="17875"/>
                  <a:pt x="19701" y="18430"/>
                  <a:pt x="19506" y="18950"/>
                </a:cubicBezTo>
                <a:cubicBezTo>
                  <a:pt x="19310" y="19470"/>
                  <a:pt x="19050" y="19929"/>
                  <a:pt x="18722" y="20322"/>
                </a:cubicBezTo>
                <a:cubicBezTo>
                  <a:pt x="18395" y="20716"/>
                  <a:pt x="18015" y="21028"/>
                  <a:pt x="17584" y="21257"/>
                </a:cubicBezTo>
                <a:cubicBezTo>
                  <a:pt x="17154" y="21486"/>
                  <a:pt x="16691" y="21600"/>
                  <a:pt x="16189" y="21600"/>
                </a:cubicBezTo>
                <a:lnTo>
                  <a:pt x="3595" y="21600"/>
                </a:lnTo>
                <a:cubicBezTo>
                  <a:pt x="3103" y="21600"/>
                  <a:pt x="2635" y="21486"/>
                  <a:pt x="2195" y="21257"/>
                </a:cubicBezTo>
                <a:cubicBezTo>
                  <a:pt x="1754" y="21028"/>
                  <a:pt x="1372" y="20716"/>
                  <a:pt x="1052" y="20322"/>
                </a:cubicBezTo>
                <a:cubicBezTo>
                  <a:pt x="734" y="19929"/>
                  <a:pt x="477" y="19470"/>
                  <a:pt x="286" y="18950"/>
                </a:cubicBezTo>
                <a:cubicBezTo>
                  <a:pt x="95" y="18430"/>
                  <a:pt x="0" y="17875"/>
                  <a:pt x="0" y="17285"/>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9" y="0"/>
                </a:lnTo>
                <a:cubicBezTo>
                  <a:pt x="16402" y="0"/>
                  <a:pt x="16606" y="26"/>
                  <a:pt x="16799" y="82"/>
                </a:cubicBezTo>
                <a:lnTo>
                  <a:pt x="14609" y="2714"/>
                </a:lnTo>
                <a:lnTo>
                  <a:pt x="3595" y="2714"/>
                </a:lnTo>
                <a:cubicBezTo>
                  <a:pt x="3228" y="2714"/>
                  <a:pt x="2914" y="2867"/>
                  <a:pt x="2652" y="3184"/>
                </a:cubicBezTo>
                <a:cubicBezTo>
                  <a:pt x="2391" y="3496"/>
                  <a:pt x="2261" y="3875"/>
                  <a:pt x="2261" y="4315"/>
                </a:cubicBezTo>
                <a:lnTo>
                  <a:pt x="2261" y="17285"/>
                </a:lnTo>
                <a:cubicBezTo>
                  <a:pt x="2261" y="17725"/>
                  <a:pt x="2391" y="18102"/>
                  <a:pt x="2652" y="18413"/>
                </a:cubicBezTo>
                <a:cubicBezTo>
                  <a:pt x="2914" y="18730"/>
                  <a:pt x="3228" y="18889"/>
                  <a:pt x="3595" y="18889"/>
                </a:cubicBezTo>
                <a:lnTo>
                  <a:pt x="16189" y="18889"/>
                </a:lnTo>
                <a:cubicBezTo>
                  <a:pt x="16557" y="18889"/>
                  <a:pt x="16875" y="18730"/>
                  <a:pt x="17139" y="18413"/>
                </a:cubicBezTo>
                <a:cubicBezTo>
                  <a:pt x="17406" y="18102"/>
                  <a:pt x="17538" y="17725"/>
                  <a:pt x="17538" y="17285"/>
                </a:cubicBezTo>
                <a:lnTo>
                  <a:pt x="17538" y="12698"/>
                </a:lnTo>
                <a:close/>
                <a:moveTo>
                  <a:pt x="21334" y="2796"/>
                </a:moveTo>
                <a:cubicBezTo>
                  <a:pt x="21515" y="3011"/>
                  <a:pt x="21600" y="3272"/>
                  <a:pt x="21598" y="3578"/>
                </a:cubicBezTo>
                <a:cubicBezTo>
                  <a:pt x="21593" y="3881"/>
                  <a:pt x="21505" y="4136"/>
                  <a:pt x="21334" y="4342"/>
                </a:cubicBezTo>
                <a:lnTo>
                  <a:pt x="13006" y="14347"/>
                </a:lnTo>
                <a:lnTo>
                  <a:pt x="11855" y="15722"/>
                </a:lnTo>
                <a:cubicBezTo>
                  <a:pt x="11677" y="15939"/>
                  <a:pt x="11459" y="16045"/>
                  <a:pt x="11207" y="16045"/>
                </a:cubicBezTo>
                <a:cubicBezTo>
                  <a:pt x="10952" y="16045"/>
                  <a:pt x="10733" y="15939"/>
                  <a:pt x="10555" y="15722"/>
                </a:cubicBezTo>
                <a:lnTo>
                  <a:pt x="9383" y="14347"/>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9" y="10632"/>
                </a:lnTo>
                <a:lnTo>
                  <a:pt x="18862" y="1404"/>
                </a:lnTo>
                <a:cubicBezTo>
                  <a:pt x="19041" y="1186"/>
                  <a:pt x="19263" y="1084"/>
                  <a:pt x="19525" y="1087"/>
                </a:cubicBezTo>
                <a:cubicBezTo>
                  <a:pt x="19787" y="1092"/>
                  <a:pt x="20002" y="1198"/>
                  <a:pt x="20174" y="1404"/>
                </a:cubicBezTo>
                <a:lnTo>
                  <a:pt x="21334" y="279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6" name="Shape 7316"/>
          <p:cNvSpPr/>
          <p:nvPr/>
        </p:nvSpPr>
        <p:spPr>
          <a:xfrm>
            <a:off x="11111896" y="9108606"/>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63" y="0"/>
                </a:moveTo>
                <a:cubicBezTo>
                  <a:pt x="18199" y="0"/>
                  <a:pt x="18704" y="117"/>
                  <a:pt x="19176" y="343"/>
                </a:cubicBezTo>
                <a:cubicBezTo>
                  <a:pt x="19652" y="575"/>
                  <a:pt x="20065" y="887"/>
                  <a:pt x="20423" y="1280"/>
                </a:cubicBezTo>
                <a:cubicBezTo>
                  <a:pt x="20781" y="1674"/>
                  <a:pt x="21067" y="2132"/>
                  <a:pt x="21280" y="2652"/>
                </a:cubicBezTo>
                <a:cubicBezTo>
                  <a:pt x="21494" y="3169"/>
                  <a:pt x="21600" y="3727"/>
                  <a:pt x="21600" y="4317"/>
                </a:cubicBezTo>
                <a:lnTo>
                  <a:pt x="21600" y="17283"/>
                </a:lnTo>
                <a:cubicBezTo>
                  <a:pt x="21600" y="17873"/>
                  <a:pt x="21494" y="18431"/>
                  <a:pt x="21280" y="18948"/>
                </a:cubicBezTo>
                <a:cubicBezTo>
                  <a:pt x="21067" y="19468"/>
                  <a:pt x="20781" y="19926"/>
                  <a:pt x="20423" y="20320"/>
                </a:cubicBezTo>
                <a:cubicBezTo>
                  <a:pt x="20065" y="20713"/>
                  <a:pt x="19652" y="21025"/>
                  <a:pt x="19184" y="21257"/>
                </a:cubicBezTo>
                <a:cubicBezTo>
                  <a:pt x="18715" y="21486"/>
                  <a:pt x="18210" y="21600"/>
                  <a:pt x="17663" y="21600"/>
                </a:cubicBezTo>
                <a:lnTo>
                  <a:pt x="3924" y="21600"/>
                </a:lnTo>
                <a:cubicBezTo>
                  <a:pt x="3387" y="21600"/>
                  <a:pt x="2883" y="21486"/>
                  <a:pt x="2410" y="21257"/>
                </a:cubicBezTo>
                <a:cubicBezTo>
                  <a:pt x="1935" y="21025"/>
                  <a:pt x="1521" y="20713"/>
                  <a:pt x="1163" y="20320"/>
                </a:cubicBezTo>
                <a:cubicBezTo>
                  <a:pt x="806" y="19926"/>
                  <a:pt x="523" y="19468"/>
                  <a:pt x="312" y="18948"/>
                </a:cubicBezTo>
                <a:cubicBezTo>
                  <a:pt x="104" y="18431"/>
                  <a:pt x="0" y="17873"/>
                  <a:pt x="0" y="17283"/>
                </a:cubicBezTo>
                <a:lnTo>
                  <a:pt x="0" y="4317"/>
                </a:lnTo>
                <a:cubicBezTo>
                  <a:pt x="0" y="3727"/>
                  <a:pt x="104" y="3169"/>
                  <a:pt x="312" y="2652"/>
                </a:cubicBezTo>
                <a:cubicBezTo>
                  <a:pt x="523" y="2132"/>
                  <a:pt x="806" y="1674"/>
                  <a:pt x="1163" y="1280"/>
                </a:cubicBezTo>
                <a:cubicBezTo>
                  <a:pt x="1521" y="887"/>
                  <a:pt x="1935" y="575"/>
                  <a:pt x="2410" y="343"/>
                </a:cubicBezTo>
                <a:cubicBezTo>
                  <a:pt x="2883" y="117"/>
                  <a:pt x="3387" y="0"/>
                  <a:pt x="3924" y="0"/>
                </a:cubicBezTo>
                <a:lnTo>
                  <a:pt x="17663" y="0"/>
                </a:lnTo>
                <a:close/>
                <a:moveTo>
                  <a:pt x="17663" y="2713"/>
                </a:moveTo>
                <a:lnTo>
                  <a:pt x="3924" y="2713"/>
                </a:lnTo>
                <a:cubicBezTo>
                  <a:pt x="3523" y="2713"/>
                  <a:pt x="3179" y="2872"/>
                  <a:pt x="2896" y="3186"/>
                </a:cubicBezTo>
                <a:cubicBezTo>
                  <a:pt x="2608" y="3501"/>
                  <a:pt x="2466" y="3877"/>
                  <a:pt x="2466" y="4317"/>
                </a:cubicBezTo>
                <a:lnTo>
                  <a:pt x="2466" y="17283"/>
                </a:lnTo>
                <a:cubicBezTo>
                  <a:pt x="2466" y="17724"/>
                  <a:pt x="2608" y="18100"/>
                  <a:pt x="2896" y="18414"/>
                </a:cubicBezTo>
                <a:cubicBezTo>
                  <a:pt x="3179" y="18728"/>
                  <a:pt x="3523" y="18887"/>
                  <a:pt x="3924" y="18887"/>
                </a:cubicBezTo>
                <a:lnTo>
                  <a:pt x="17663" y="18887"/>
                </a:lnTo>
                <a:cubicBezTo>
                  <a:pt x="18063" y="18887"/>
                  <a:pt x="18408" y="18728"/>
                  <a:pt x="18699" y="18414"/>
                </a:cubicBezTo>
                <a:cubicBezTo>
                  <a:pt x="18990" y="18102"/>
                  <a:pt x="19134" y="17724"/>
                  <a:pt x="19134" y="17283"/>
                </a:cubicBezTo>
                <a:lnTo>
                  <a:pt x="19134" y="4317"/>
                </a:lnTo>
                <a:cubicBezTo>
                  <a:pt x="19134" y="3877"/>
                  <a:pt x="18990" y="3501"/>
                  <a:pt x="18699" y="3186"/>
                </a:cubicBezTo>
                <a:cubicBezTo>
                  <a:pt x="18408" y="2872"/>
                  <a:pt x="18063" y="2713"/>
                  <a:pt x="17663" y="271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7" name="Shape 7317"/>
          <p:cNvSpPr/>
          <p:nvPr/>
        </p:nvSpPr>
        <p:spPr>
          <a:xfrm>
            <a:off x="12104996" y="9095806"/>
            <a:ext cx="56720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13" y="9346"/>
                </a:moveTo>
                <a:cubicBezTo>
                  <a:pt x="19508" y="9887"/>
                  <a:pt x="20230" y="10667"/>
                  <a:pt x="20777" y="11687"/>
                </a:cubicBezTo>
                <a:cubicBezTo>
                  <a:pt x="21325" y="12709"/>
                  <a:pt x="21600" y="13847"/>
                  <a:pt x="21600" y="15108"/>
                </a:cubicBezTo>
                <a:cubicBezTo>
                  <a:pt x="21600" y="16006"/>
                  <a:pt x="21459" y="16847"/>
                  <a:pt x="21173" y="17630"/>
                </a:cubicBezTo>
                <a:cubicBezTo>
                  <a:pt x="20890" y="18410"/>
                  <a:pt x="20504" y="19098"/>
                  <a:pt x="20009" y="19692"/>
                </a:cubicBezTo>
                <a:cubicBezTo>
                  <a:pt x="19513" y="20282"/>
                  <a:pt x="18941" y="20748"/>
                  <a:pt x="18291" y="21091"/>
                </a:cubicBezTo>
                <a:cubicBezTo>
                  <a:pt x="17641" y="21428"/>
                  <a:pt x="16940" y="21600"/>
                  <a:pt x="16188" y="21600"/>
                </a:cubicBezTo>
                <a:lnTo>
                  <a:pt x="4490" y="21600"/>
                </a:lnTo>
                <a:cubicBezTo>
                  <a:pt x="3878" y="21600"/>
                  <a:pt x="3297" y="21459"/>
                  <a:pt x="2750" y="21177"/>
                </a:cubicBezTo>
                <a:cubicBezTo>
                  <a:pt x="2203" y="20901"/>
                  <a:pt x="1723" y="20512"/>
                  <a:pt x="1312" y="20023"/>
                </a:cubicBezTo>
                <a:cubicBezTo>
                  <a:pt x="904" y="19528"/>
                  <a:pt x="583" y="18955"/>
                  <a:pt x="350" y="18295"/>
                </a:cubicBezTo>
                <a:cubicBezTo>
                  <a:pt x="115" y="17642"/>
                  <a:pt x="0" y="16948"/>
                  <a:pt x="0" y="16211"/>
                </a:cubicBezTo>
                <a:cubicBezTo>
                  <a:pt x="0" y="15566"/>
                  <a:pt x="88" y="14958"/>
                  <a:pt x="268" y="14382"/>
                </a:cubicBezTo>
                <a:cubicBezTo>
                  <a:pt x="448" y="13810"/>
                  <a:pt x="696" y="13288"/>
                  <a:pt x="1010" y="12819"/>
                </a:cubicBezTo>
                <a:cubicBezTo>
                  <a:pt x="1324" y="12352"/>
                  <a:pt x="1694" y="11955"/>
                  <a:pt x="2119" y="11633"/>
                </a:cubicBezTo>
                <a:cubicBezTo>
                  <a:pt x="2544" y="11313"/>
                  <a:pt x="3004" y="11080"/>
                  <a:pt x="3504" y="10930"/>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6" y="964"/>
                  <a:pt x="11413" y="621"/>
                  <a:pt x="11977" y="374"/>
                </a:cubicBezTo>
                <a:cubicBezTo>
                  <a:pt x="12541" y="123"/>
                  <a:pt x="13143" y="0"/>
                  <a:pt x="13786" y="0"/>
                </a:cubicBezTo>
                <a:cubicBezTo>
                  <a:pt x="14521" y="0"/>
                  <a:pt x="15219" y="169"/>
                  <a:pt x="15877" y="509"/>
                </a:cubicBezTo>
                <a:cubicBezTo>
                  <a:pt x="16537" y="852"/>
                  <a:pt x="17110" y="1312"/>
                  <a:pt x="17595" y="1894"/>
                </a:cubicBezTo>
                <a:cubicBezTo>
                  <a:pt x="18082" y="2476"/>
                  <a:pt x="18466" y="3167"/>
                  <a:pt x="18749" y="3956"/>
                </a:cubicBezTo>
                <a:cubicBezTo>
                  <a:pt x="19033" y="4744"/>
                  <a:pt x="19174" y="5580"/>
                  <a:pt x="19174" y="6463"/>
                </a:cubicBezTo>
                <a:cubicBezTo>
                  <a:pt x="19174" y="6987"/>
                  <a:pt x="19126" y="7491"/>
                  <a:pt x="19025" y="7972"/>
                </a:cubicBezTo>
                <a:cubicBezTo>
                  <a:pt x="18925" y="8453"/>
                  <a:pt x="18785" y="8914"/>
                  <a:pt x="18613" y="9346"/>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8" name="Shape 7318"/>
          <p:cNvSpPr/>
          <p:nvPr/>
        </p:nvSpPr>
        <p:spPr>
          <a:xfrm>
            <a:off x="1114125" y="5103169"/>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10" y="6866"/>
                </a:moveTo>
                <a:cubicBezTo>
                  <a:pt x="18210" y="7363"/>
                  <a:pt x="18440" y="7917"/>
                  <a:pt x="18601" y="8529"/>
                </a:cubicBezTo>
                <a:cubicBezTo>
                  <a:pt x="19046" y="8620"/>
                  <a:pt x="19513" y="8679"/>
                  <a:pt x="20006" y="8705"/>
                </a:cubicBezTo>
                <a:cubicBezTo>
                  <a:pt x="20499" y="8733"/>
                  <a:pt x="20958" y="8820"/>
                  <a:pt x="21382" y="8976"/>
                </a:cubicBezTo>
                <a:cubicBezTo>
                  <a:pt x="21527" y="9012"/>
                  <a:pt x="21600" y="9091"/>
                  <a:pt x="21600" y="9218"/>
                </a:cubicBezTo>
                <a:lnTo>
                  <a:pt x="21600" y="12410"/>
                </a:lnTo>
                <a:cubicBezTo>
                  <a:pt x="21600" y="12517"/>
                  <a:pt x="21465" y="12613"/>
                  <a:pt x="21198" y="12698"/>
                </a:cubicBezTo>
                <a:cubicBezTo>
                  <a:pt x="20932" y="12788"/>
                  <a:pt x="20623" y="12853"/>
                  <a:pt x="20269" y="12910"/>
                </a:cubicBezTo>
                <a:cubicBezTo>
                  <a:pt x="19918" y="12963"/>
                  <a:pt x="19575" y="13003"/>
                  <a:pt x="19241" y="13031"/>
                </a:cubicBezTo>
                <a:cubicBezTo>
                  <a:pt x="18904" y="13057"/>
                  <a:pt x="18683" y="13079"/>
                  <a:pt x="18575" y="13099"/>
                </a:cubicBezTo>
                <a:cubicBezTo>
                  <a:pt x="18448" y="13613"/>
                  <a:pt x="18238" y="14138"/>
                  <a:pt x="17938" y="14680"/>
                </a:cubicBezTo>
                <a:cubicBezTo>
                  <a:pt x="18434" y="15417"/>
                  <a:pt x="18983" y="16126"/>
                  <a:pt x="19578" y="16803"/>
                </a:cubicBezTo>
                <a:lnTo>
                  <a:pt x="19660" y="17007"/>
                </a:lnTo>
                <a:cubicBezTo>
                  <a:pt x="19660" y="17077"/>
                  <a:pt x="19536" y="17252"/>
                  <a:pt x="19286" y="17523"/>
                </a:cubicBezTo>
                <a:cubicBezTo>
                  <a:pt x="19037" y="17800"/>
                  <a:pt x="18757" y="18097"/>
                  <a:pt x="18440" y="18413"/>
                </a:cubicBezTo>
                <a:cubicBezTo>
                  <a:pt x="18122" y="18726"/>
                  <a:pt x="17822" y="19009"/>
                  <a:pt x="17539" y="19257"/>
                </a:cubicBezTo>
                <a:cubicBezTo>
                  <a:pt x="17253" y="19506"/>
                  <a:pt x="17069" y="19627"/>
                  <a:pt x="16989" y="19627"/>
                </a:cubicBezTo>
                <a:cubicBezTo>
                  <a:pt x="16970" y="19627"/>
                  <a:pt x="16851" y="19542"/>
                  <a:pt x="16630" y="19378"/>
                </a:cubicBezTo>
                <a:cubicBezTo>
                  <a:pt x="16409" y="19212"/>
                  <a:pt x="16165" y="19026"/>
                  <a:pt x="15896" y="18822"/>
                </a:cubicBezTo>
                <a:cubicBezTo>
                  <a:pt x="15630" y="18622"/>
                  <a:pt x="15378" y="18427"/>
                  <a:pt x="15137" y="18241"/>
                </a:cubicBezTo>
                <a:cubicBezTo>
                  <a:pt x="14899" y="18057"/>
                  <a:pt x="14746" y="17947"/>
                  <a:pt x="14684" y="17910"/>
                </a:cubicBezTo>
                <a:cubicBezTo>
                  <a:pt x="14420" y="18054"/>
                  <a:pt x="14157" y="18178"/>
                  <a:pt x="13891" y="18283"/>
                </a:cubicBezTo>
                <a:cubicBezTo>
                  <a:pt x="13624" y="18385"/>
                  <a:pt x="13355" y="18472"/>
                  <a:pt x="13083" y="18546"/>
                </a:cubicBezTo>
                <a:cubicBezTo>
                  <a:pt x="13066" y="18656"/>
                  <a:pt x="13041" y="18876"/>
                  <a:pt x="13010" y="19215"/>
                </a:cubicBezTo>
                <a:cubicBezTo>
                  <a:pt x="12979" y="19554"/>
                  <a:pt x="12933" y="19895"/>
                  <a:pt x="12879" y="20243"/>
                </a:cubicBezTo>
                <a:cubicBezTo>
                  <a:pt x="12826" y="20590"/>
                  <a:pt x="12763" y="20903"/>
                  <a:pt x="12693" y="21180"/>
                </a:cubicBezTo>
                <a:cubicBezTo>
                  <a:pt x="12619" y="21462"/>
                  <a:pt x="12523" y="21600"/>
                  <a:pt x="12406" y="21600"/>
                </a:cubicBezTo>
                <a:lnTo>
                  <a:pt x="9191" y="21600"/>
                </a:lnTo>
                <a:cubicBezTo>
                  <a:pt x="9063" y="21600"/>
                  <a:pt x="8978" y="21521"/>
                  <a:pt x="8933" y="21372"/>
                </a:cubicBezTo>
                <a:cubicBezTo>
                  <a:pt x="8805" y="20929"/>
                  <a:pt x="8721" y="20463"/>
                  <a:pt x="8678" y="19980"/>
                </a:cubicBezTo>
                <a:cubicBezTo>
                  <a:pt x="8630" y="19494"/>
                  <a:pt x="8582" y="19031"/>
                  <a:pt x="8528" y="18585"/>
                </a:cubicBezTo>
                <a:cubicBezTo>
                  <a:pt x="7976" y="18424"/>
                  <a:pt x="7446" y="18198"/>
                  <a:pt x="6942" y="17910"/>
                </a:cubicBezTo>
                <a:cubicBezTo>
                  <a:pt x="6568" y="18192"/>
                  <a:pt x="6202" y="18461"/>
                  <a:pt x="5843" y="18726"/>
                </a:cubicBezTo>
                <a:cubicBezTo>
                  <a:pt x="5480" y="18994"/>
                  <a:pt x="5123" y="19277"/>
                  <a:pt x="4772" y="19573"/>
                </a:cubicBezTo>
                <a:lnTo>
                  <a:pt x="4608" y="19627"/>
                </a:lnTo>
                <a:cubicBezTo>
                  <a:pt x="4554" y="19627"/>
                  <a:pt x="4387" y="19505"/>
                  <a:pt x="4107" y="19257"/>
                </a:cubicBezTo>
                <a:cubicBezTo>
                  <a:pt x="3826" y="19008"/>
                  <a:pt x="3534" y="18726"/>
                  <a:pt x="3231" y="18413"/>
                </a:cubicBezTo>
                <a:cubicBezTo>
                  <a:pt x="2928" y="18096"/>
                  <a:pt x="2653" y="17800"/>
                  <a:pt x="2404" y="17523"/>
                </a:cubicBezTo>
                <a:cubicBezTo>
                  <a:pt x="2155" y="17252"/>
                  <a:pt x="2030" y="17077"/>
                  <a:pt x="2030" y="17007"/>
                </a:cubicBezTo>
                <a:cubicBezTo>
                  <a:pt x="2030" y="16987"/>
                  <a:pt x="2104" y="16868"/>
                  <a:pt x="2248" y="16648"/>
                </a:cubicBezTo>
                <a:cubicBezTo>
                  <a:pt x="2393" y="16428"/>
                  <a:pt x="2563" y="16185"/>
                  <a:pt x="2758" y="15925"/>
                </a:cubicBezTo>
                <a:cubicBezTo>
                  <a:pt x="2951" y="15663"/>
                  <a:pt x="3141" y="15411"/>
                  <a:pt x="3328" y="15174"/>
                </a:cubicBezTo>
                <a:cubicBezTo>
                  <a:pt x="3512" y="14934"/>
                  <a:pt x="3631" y="14779"/>
                  <a:pt x="3687" y="14705"/>
                </a:cubicBezTo>
                <a:cubicBezTo>
                  <a:pt x="3387" y="14211"/>
                  <a:pt x="3158" y="13658"/>
                  <a:pt x="2996" y="13045"/>
                </a:cubicBezTo>
                <a:cubicBezTo>
                  <a:pt x="2535" y="12952"/>
                  <a:pt x="2062" y="12898"/>
                  <a:pt x="1577" y="12870"/>
                </a:cubicBezTo>
                <a:cubicBezTo>
                  <a:pt x="1093" y="12842"/>
                  <a:pt x="640" y="12752"/>
                  <a:pt x="215" y="12599"/>
                </a:cubicBezTo>
                <a:cubicBezTo>
                  <a:pt x="70" y="12562"/>
                  <a:pt x="0" y="12480"/>
                  <a:pt x="0" y="12353"/>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8"/>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6" y="0"/>
                </a:lnTo>
                <a:cubicBezTo>
                  <a:pt x="12531" y="0"/>
                  <a:pt x="12619" y="67"/>
                  <a:pt x="12664" y="203"/>
                </a:cubicBezTo>
                <a:cubicBezTo>
                  <a:pt x="12772" y="643"/>
                  <a:pt x="12848" y="1106"/>
                  <a:pt x="12894" y="1595"/>
                </a:cubicBezTo>
                <a:cubicBezTo>
                  <a:pt x="12939" y="2083"/>
                  <a:pt x="13001" y="2560"/>
                  <a:pt x="13083" y="3029"/>
                </a:cubicBezTo>
                <a:cubicBezTo>
                  <a:pt x="13364" y="3100"/>
                  <a:pt x="13633" y="3184"/>
                  <a:pt x="13891" y="3283"/>
                </a:cubicBezTo>
                <a:cubicBezTo>
                  <a:pt x="14148" y="3385"/>
                  <a:pt x="14403" y="3512"/>
                  <a:pt x="14655" y="3662"/>
                </a:cubicBezTo>
                <a:cubicBezTo>
                  <a:pt x="14729" y="3611"/>
                  <a:pt x="14882" y="3489"/>
                  <a:pt x="15117" y="3303"/>
                </a:cubicBezTo>
                <a:cubicBezTo>
                  <a:pt x="15352" y="3119"/>
                  <a:pt x="15604" y="2925"/>
                  <a:pt x="15871" y="2721"/>
                </a:cubicBezTo>
                <a:cubicBezTo>
                  <a:pt x="16137" y="2521"/>
                  <a:pt x="16378" y="2340"/>
                  <a:pt x="16590" y="2182"/>
                </a:cubicBezTo>
                <a:cubicBezTo>
                  <a:pt x="16802" y="2024"/>
                  <a:pt x="16936" y="1945"/>
                  <a:pt x="16989" y="1945"/>
                </a:cubicBezTo>
                <a:cubicBezTo>
                  <a:pt x="17043" y="1945"/>
                  <a:pt x="17210" y="2072"/>
                  <a:pt x="17491" y="2320"/>
                </a:cubicBezTo>
                <a:cubicBezTo>
                  <a:pt x="17771" y="2569"/>
                  <a:pt x="18066" y="2849"/>
                  <a:pt x="18372" y="3162"/>
                </a:cubicBezTo>
                <a:cubicBezTo>
                  <a:pt x="18680" y="3478"/>
                  <a:pt x="18958" y="3774"/>
                  <a:pt x="19207" y="4048"/>
                </a:cubicBezTo>
                <a:cubicBezTo>
                  <a:pt x="19454" y="4322"/>
                  <a:pt x="19578" y="4497"/>
                  <a:pt x="19578" y="4571"/>
                </a:cubicBezTo>
                <a:cubicBezTo>
                  <a:pt x="19578" y="4605"/>
                  <a:pt x="19499" y="4735"/>
                  <a:pt x="19343" y="4955"/>
                </a:cubicBezTo>
                <a:cubicBezTo>
                  <a:pt x="19184" y="5175"/>
                  <a:pt x="19009" y="5415"/>
                  <a:pt x="18813" y="5678"/>
                </a:cubicBezTo>
                <a:cubicBezTo>
                  <a:pt x="18618" y="5937"/>
                  <a:pt x="18428" y="6189"/>
                  <a:pt x="18241" y="6429"/>
                </a:cubicBezTo>
                <a:cubicBezTo>
                  <a:pt x="18057" y="6666"/>
                  <a:pt x="17947" y="6813"/>
                  <a:pt x="17910" y="6866"/>
                </a:cubicBezTo>
                <a:moveTo>
                  <a:pt x="10806" y="14045"/>
                </a:moveTo>
                <a:cubicBezTo>
                  <a:pt x="11248" y="14045"/>
                  <a:pt x="11670" y="13957"/>
                  <a:pt x="12067" y="13780"/>
                </a:cubicBezTo>
                <a:cubicBezTo>
                  <a:pt x="12463" y="13607"/>
                  <a:pt x="12806" y="13370"/>
                  <a:pt x="13092" y="13071"/>
                </a:cubicBezTo>
                <a:cubicBezTo>
                  <a:pt x="13375" y="12774"/>
                  <a:pt x="13605" y="12430"/>
                  <a:pt x="13783" y="12032"/>
                </a:cubicBezTo>
                <a:cubicBezTo>
                  <a:pt x="13959" y="11634"/>
                  <a:pt x="14046" y="11216"/>
                  <a:pt x="14046" y="10774"/>
                </a:cubicBezTo>
                <a:cubicBezTo>
                  <a:pt x="14046" y="10334"/>
                  <a:pt x="13959" y="9919"/>
                  <a:pt x="13783" y="9529"/>
                </a:cubicBezTo>
                <a:cubicBezTo>
                  <a:pt x="13605" y="9142"/>
                  <a:pt x="13375" y="8801"/>
                  <a:pt x="13092" y="8502"/>
                </a:cubicBezTo>
                <a:cubicBezTo>
                  <a:pt x="12806" y="8205"/>
                  <a:pt x="12463" y="7974"/>
                  <a:pt x="12067" y="7807"/>
                </a:cubicBezTo>
                <a:cubicBezTo>
                  <a:pt x="11670" y="7640"/>
                  <a:pt x="11248" y="7556"/>
                  <a:pt x="10806"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6"/>
                  <a:pt x="7633" y="11634"/>
                  <a:pt x="7800" y="12032"/>
                </a:cubicBezTo>
                <a:cubicBezTo>
                  <a:pt x="7970" y="12430"/>
                  <a:pt x="8199" y="12774"/>
                  <a:pt x="8494" y="13071"/>
                </a:cubicBezTo>
                <a:cubicBezTo>
                  <a:pt x="8786" y="13370"/>
                  <a:pt x="9134" y="13607"/>
                  <a:pt x="9536" y="13780"/>
                </a:cubicBezTo>
                <a:cubicBezTo>
                  <a:pt x="9938" y="13957"/>
                  <a:pt x="10360" y="14045"/>
                  <a:pt x="10806" y="14045"/>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19" name="Shape 7319"/>
          <p:cNvSpPr/>
          <p:nvPr/>
        </p:nvSpPr>
        <p:spPr>
          <a:xfrm>
            <a:off x="2324910" y="5104996"/>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35" y="6152"/>
                </a:moveTo>
                <a:cubicBezTo>
                  <a:pt x="11407" y="6502"/>
                  <a:pt x="11553" y="6917"/>
                  <a:pt x="11673" y="7394"/>
                </a:cubicBezTo>
                <a:cubicBezTo>
                  <a:pt x="11748" y="7411"/>
                  <a:pt x="11887" y="7434"/>
                  <a:pt x="12089" y="7462"/>
                </a:cubicBezTo>
                <a:cubicBezTo>
                  <a:pt x="12292" y="7487"/>
                  <a:pt x="12501" y="7527"/>
                  <a:pt x="12715" y="7578"/>
                </a:cubicBezTo>
                <a:cubicBezTo>
                  <a:pt x="12929" y="7626"/>
                  <a:pt x="13120" y="7679"/>
                  <a:pt x="13290" y="7730"/>
                </a:cubicBezTo>
                <a:cubicBezTo>
                  <a:pt x="13459" y="7787"/>
                  <a:pt x="13544" y="7849"/>
                  <a:pt x="13544" y="7922"/>
                </a:cubicBezTo>
                <a:lnTo>
                  <a:pt x="13544" y="10328"/>
                </a:lnTo>
                <a:cubicBezTo>
                  <a:pt x="13544" y="10415"/>
                  <a:pt x="13459" y="10494"/>
                  <a:pt x="13290" y="10548"/>
                </a:cubicBezTo>
                <a:cubicBezTo>
                  <a:pt x="13120" y="10610"/>
                  <a:pt x="12929" y="10658"/>
                  <a:pt x="12715" y="10706"/>
                </a:cubicBezTo>
                <a:cubicBezTo>
                  <a:pt x="12501" y="10751"/>
                  <a:pt x="12289" y="10782"/>
                  <a:pt x="12077" y="10800"/>
                </a:cubicBezTo>
                <a:cubicBezTo>
                  <a:pt x="11868" y="10820"/>
                  <a:pt x="11731" y="10837"/>
                  <a:pt x="11673" y="10857"/>
                </a:cubicBezTo>
                <a:cubicBezTo>
                  <a:pt x="11567" y="11244"/>
                  <a:pt x="11430" y="11639"/>
                  <a:pt x="11256" y="12046"/>
                </a:cubicBezTo>
                <a:cubicBezTo>
                  <a:pt x="11430" y="12325"/>
                  <a:pt x="11595" y="12596"/>
                  <a:pt x="11757" y="12865"/>
                </a:cubicBezTo>
                <a:cubicBezTo>
                  <a:pt x="11920" y="13127"/>
                  <a:pt x="12101" y="13395"/>
                  <a:pt x="12303" y="13655"/>
                </a:cubicBezTo>
                <a:lnTo>
                  <a:pt x="12327" y="13788"/>
                </a:lnTo>
                <a:cubicBezTo>
                  <a:pt x="12327" y="13842"/>
                  <a:pt x="12249" y="13977"/>
                  <a:pt x="12096" y="14195"/>
                </a:cubicBezTo>
                <a:cubicBezTo>
                  <a:pt x="11941" y="14412"/>
                  <a:pt x="11762" y="14638"/>
                  <a:pt x="11560" y="14878"/>
                </a:cubicBezTo>
                <a:cubicBezTo>
                  <a:pt x="11357" y="15118"/>
                  <a:pt x="11167" y="15327"/>
                  <a:pt x="10992" y="15513"/>
                </a:cubicBezTo>
                <a:cubicBezTo>
                  <a:pt x="10813" y="15697"/>
                  <a:pt x="10702" y="15790"/>
                  <a:pt x="10657" y="15790"/>
                </a:cubicBezTo>
                <a:cubicBezTo>
                  <a:pt x="10643" y="15790"/>
                  <a:pt x="10565" y="15728"/>
                  <a:pt x="10426" y="15606"/>
                </a:cubicBezTo>
                <a:cubicBezTo>
                  <a:pt x="10288" y="15485"/>
                  <a:pt x="10135" y="15347"/>
                  <a:pt x="9965" y="15188"/>
                </a:cubicBezTo>
                <a:cubicBezTo>
                  <a:pt x="9796" y="15030"/>
                  <a:pt x="9638" y="14886"/>
                  <a:pt x="9492" y="14748"/>
                </a:cubicBezTo>
                <a:cubicBezTo>
                  <a:pt x="9344" y="14615"/>
                  <a:pt x="9250" y="14525"/>
                  <a:pt x="9205" y="14477"/>
                </a:cubicBezTo>
                <a:cubicBezTo>
                  <a:pt x="8866" y="14686"/>
                  <a:pt x="8536" y="14852"/>
                  <a:pt x="8212" y="14979"/>
                </a:cubicBezTo>
                <a:cubicBezTo>
                  <a:pt x="8212" y="15070"/>
                  <a:pt x="8200" y="15236"/>
                  <a:pt x="8179" y="15476"/>
                </a:cubicBezTo>
                <a:cubicBezTo>
                  <a:pt x="8155" y="15722"/>
                  <a:pt x="8127" y="15976"/>
                  <a:pt x="8089" y="16242"/>
                </a:cubicBezTo>
                <a:cubicBezTo>
                  <a:pt x="8052" y="16510"/>
                  <a:pt x="8004" y="16744"/>
                  <a:pt x="7948" y="16945"/>
                </a:cubicBezTo>
                <a:cubicBezTo>
                  <a:pt x="7892" y="17148"/>
                  <a:pt x="7833" y="17250"/>
                  <a:pt x="7774" y="17250"/>
                </a:cubicBezTo>
                <a:lnTo>
                  <a:pt x="5768" y="17250"/>
                </a:lnTo>
                <a:cubicBezTo>
                  <a:pt x="5707" y="17250"/>
                  <a:pt x="5651" y="17148"/>
                  <a:pt x="5594" y="16945"/>
                </a:cubicBezTo>
                <a:cubicBezTo>
                  <a:pt x="5538" y="16744"/>
                  <a:pt x="5493" y="16510"/>
                  <a:pt x="5462" y="16242"/>
                </a:cubicBezTo>
                <a:cubicBezTo>
                  <a:pt x="5434" y="15976"/>
                  <a:pt x="5406" y="15722"/>
                  <a:pt x="5385" y="15485"/>
                </a:cubicBezTo>
                <a:cubicBezTo>
                  <a:pt x="5361" y="15245"/>
                  <a:pt x="5352" y="15078"/>
                  <a:pt x="5352" y="14979"/>
                </a:cubicBezTo>
                <a:cubicBezTo>
                  <a:pt x="5013" y="14872"/>
                  <a:pt x="4681" y="14703"/>
                  <a:pt x="4359" y="14477"/>
                </a:cubicBezTo>
                <a:cubicBezTo>
                  <a:pt x="4126" y="14686"/>
                  <a:pt x="3895" y="14895"/>
                  <a:pt x="3667" y="15107"/>
                </a:cubicBezTo>
                <a:cubicBezTo>
                  <a:pt x="3438" y="15321"/>
                  <a:pt x="3212" y="15536"/>
                  <a:pt x="2996" y="15762"/>
                </a:cubicBezTo>
                <a:lnTo>
                  <a:pt x="2883" y="15790"/>
                </a:lnTo>
                <a:cubicBezTo>
                  <a:pt x="2855" y="15790"/>
                  <a:pt x="2751" y="15697"/>
                  <a:pt x="2572" y="15513"/>
                </a:cubicBezTo>
                <a:cubicBezTo>
                  <a:pt x="2396" y="15327"/>
                  <a:pt x="2212" y="15118"/>
                  <a:pt x="2021" y="14878"/>
                </a:cubicBezTo>
                <a:cubicBezTo>
                  <a:pt x="1828" y="14638"/>
                  <a:pt x="1657" y="14412"/>
                  <a:pt x="1504" y="14195"/>
                </a:cubicBezTo>
                <a:cubicBezTo>
                  <a:pt x="1348" y="13977"/>
                  <a:pt x="1273" y="13842"/>
                  <a:pt x="1273" y="13788"/>
                </a:cubicBezTo>
                <a:cubicBezTo>
                  <a:pt x="1273" y="13771"/>
                  <a:pt x="1320" y="13678"/>
                  <a:pt x="1419" y="13511"/>
                </a:cubicBezTo>
                <a:cubicBezTo>
                  <a:pt x="1515" y="13347"/>
                  <a:pt x="1628" y="13164"/>
                  <a:pt x="1751" y="12972"/>
                </a:cubicBezTo>
                <a:cubicBezTo>
                  <a:pt x="1875" y="12777"/>
                  <a:pt x="1991" y="12591"/>
                  <a:pt x="2099" y="12416"/>
                </a:cubicBezTo>
                <a:cubicBezTo>
                  <a:pt x="2210" y="12241"/>
                  <a:pt x="2278" y="12128"/>
                  <a:pt x="2308" y="12071"/>
                </a:cubicBezTo>
                <a:cubicBezTo>
                  <a:pt x="2134" y="11687"/>
                  <a:pt x="1988" y="11261"/>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2" y="2518"/>
                  <a:pt x="10969" y="2710"/>
                </a:cubicBezTo>
                <a:cubicBezTo>
                  <a:pt x="11145" y="2904"/>
                  <a:pt x="11331" y="3116"/>
                  <a:pt x="11527" y="3348"/>
                </a:cubicBezTo>
                <a:cubicBezTo>
                  <a:pt x="11722" y="3577"/>
                  <a:pt x="11901" y="3797"/>
                  <a:pt x="12061" y="4009"/>
                </a:cubicBezTo>
                <a:cubicBezTo>
                  <a:pt x="12223" y="4220"/>
                  <a:pt x="12303" y="4353"/>
                  <a:pt x="12303" y="4407"/>
                </a:cubicBezTo>
                <a:cubicBezTo>
                  <a:pt x="12303" y="4443"/>
                  <a:pt x="12254" y="4542"/>
                  <a:pt x="12153" y="4712"/>
                </a:cubicBezTo>
                <a:cubicBezTo>
                  <a:pt x="12049" y="4878"/>
                  <a:pt x="11936" y="5056"/>
                  <a:pt x="11814" y="5251"/>
                </a:cubicBezTo>
                <a:cubicBezTo>
                  <a:pt x="11689" y="5446"/>
                  <a:pt x="11569" y="5629"/>
                  <a:pt x="11454" y="5807"/>
                </a:cubicBezTo>
                <a:cubicBezTo>
                  <a:pt x="11336" y="5982"/>
                  <a:pt x="11261" y="6095"/>
                  <a:pt x="11235" y="6152"/>
                </a:cubicBezTo>
                <a:moveTo>
                  <a:pt x="6781" y="11546"/>
                </a:moveTo>
                <a:cubicBezTo>
                  <a:pt x="7061" y="11546"/>
                  <a:pt x="7322" y="11481"/>
                  <a:pt x="7569" y="11357"/>
                </a:cubicBezTo>
                <a:cubicBezTo>
                  <a:pt x="7819" y="11230"/>
                  <a:pt x="8035" y="11057"/>
                  <a:pt x="8219" y="10837"/>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7"/>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7"/>
                </a:cubicBezTo>
                <a:cubicBezTo>
                  <a:pt x="5517" y="11057"/>
                  <a:pt x="5735" y="11230"/>
                  <a:pt x="5987" y="11357"/>
                </a:cubicBezTo>
                <a:cubicBezTo>
                  <a:pt x="6239" y="11481"/>
                  <a:pt x="6500" y="11546"/>
                  <a:pt x="6781" y="11546"/>
                </a:cubicBezTo>
                <a:moveTo>
                  <a:pt x="20497" y="16953"/>
                </a:moveTo>
                <a:cubicBezTo>
                  <a:pt x="20428" y="17294"/>
                  <a:pt x="20341" y="17614"/>
                  <a:pt x="20235" y="17913"/>
                </a:cubicBezTo>
                <a:cubicBezTo>
                  <a:pt x="20252" y="17964"/>
                  <a:pt x="20294" y="18051"/>
                  <a:pt x="20365" y="18162"/>
                </a:cubicBezTo>
                <a:cubicBezTo>
                  <a:pt x="20438" y="18274"/>
                  <a:pt x="20508" y="18399"/>
                  <a:pt x="20574" y="18529"/>
                </a:cubicBezTo>
                <a:cubicBezTo>
                  <a:pt x="20643" y="18656"/>
                  <a:pt x="20701" y="18780"/>
                  <a:pt x="20756" y="18898"/>
                </a:cubicBezTo>
                <a:cubicBezTo>
                  <a:pt x="20807" y="19014"/>
                  <a:pt x="20833" y="19099"/>
                  <a:pt x="20833" y="19141"/>
                </a:cubicBezTo>
                <a:cubicBezTo>
                  <a:pt x="20833" y="19178"/>
                  <a:pt x="20763" y="19282"/>
                  <a:pt x="20626" y="19460"/>
                </a:cubicBezTo>
                <a:cubicBezTo>
                  <a:pt x="20487" y="19635"/>
                  <a:pt x="20325" y="19822"/>
                  <a:pt x="20141" y="20014"/>
                </a:cubicBezTo>
                <a:cubicBezTo>
                  <a:pt x="19958" y="20206"/>
                  <a:pt x="19779" y="20389"/>
                  <a:pt x="19612" y="20559"/>
                </a:cubicBezTo>
                <a:cubicBezTo>
                  <a:pt x="19442" y="20731"/>
                  <a:pt x="19334" y="20849"/>
                  <a:pt x="19289" y="20912"/>
                </a:cubicBezTo>
                <a:lnTo>
                  <a:pt x="19200" y="20968"/>
                </a:lnTo>
                <a:cubicBezTo>
                  <a:pt x="19169" y="20968"/>
                  <a:pt x="19108" y="20929"/>
                  <a:pt x="19014" y="20852"/>
                </a:cubicBezTo>
                <a:cubicBezTo>
                  <a:pt x="18920" y="20773"/>
                  <a:pt x="18823" y="20686"/>
                  <a:pt x="18727" y="20587"/>
                </a:cubicBezTo>
                <a:cubicBezTo>
                  <a:pt x="18630" y="20488"/>
                  <a:pt x="18534" y="20392"/>
                  <a:pt x="18439" y="20296"/>
                </a:cubicBezTo>
                <a:cubicBezTo>
                  <a:pt x="18345" y="20200"/>
                  <a:pt x="18284" y="20138"/>
                  <a:pt x="18254" y="20101"/>
                </a:cubicBezTo>
                <a:cubicBezTo>
                  <a:pt x="17976" y="20209"/>
                  <a:pt x="17682" y="20296"/>
                  <a:pt x="17373" y="20358"/>
                </a:cubicBezTo>
                <a:cubicBezTo>
                  <a:pt x="17359" y="20412"/>
                  <a:pt x="17324" y="20511"/>
                  <a:pt x="17274" y="20649"/>
                </a:cubicBezTo>
                <a:cubicBezTo>
                  <a:pt x="17220" y="20787"/>
                  <a:pt x="17161" y="20926"/>
                  <a:pt x="17098" y="21061"/>
                </a:cubicBezTo>
                <a:cubicBezTo>
                  <a:pt x="17034" y="21197"/>
                  <a:pt x="16973" y="21321"/>
                  <a:pt x="16912" y="21431"/>
                </a:cubicBezTo>
                <a:cubicBezTo>
                  <a:pt x="16853" y="21547"/>
                  <a:pt x="16799" y="21600"/>
                  <a:pt x="16754" y="21600"/>
                </a:cubicBezTo>
                <a:cubicBezTo>
                  <a:pt x="16710" y="21600"/>
                  <a:pt x="16578" y="21569"/>
                  <a:pt x="16361" y="21499"/>
                </a:cubicBezTo>
                <a:cubicBezTo>
                  <a:pt x="16142" y="21431"/>
                  <a:pt x="15907" y="21349"/>
                  <a:pt x="15655" y="21248"/>
                </a:cubicBezTo>
                <a:cubicBezTo>
                  <a:pt x="15406" y="21149"/>
                  <a:pt x="15180" y="21044"/>
                  <a:pt x="14980" y="20931"/>
                </a:cubicBezTo>
                <a:cubicBezTo>
                  <a:pt x="14779" y="20818"/>
                  <a:pt x="14681" y="20720"/>
                  <a:pt x="14681" y="20629"/>
                </a:cubicBezTo>
                <a:cubicBezTo>
                  <a:pt x="14681" y="20420"/>
                  <a:pt x="14699" y="20206"/>
                  <a:pt x="14737" y="19985"/>
                </a:cubicBezTo>
                <a:cubicBezTo>
                  <a:pt x="14775" y="19765"/>
                  <a:pt x="14810" y="19556"/>
                  <a:pt x="14838" y="19356"/>
                </a:cubicBezTo>
                <a:cubicBezTo>
                  <a:pt x="14718" y="19248"/>
                  <a:pt x="14612" y="19130"/>
                  <a:pt x="14518" y="19000"/>
                </a:cubicBezTo>
                <a:cubicBezTo>
                  <a:pt x="14424" y="18870"/>
                  <a:pt x="14339" y="18732"/>
                  <a:pt x="14264" y="18588"/>
                </a:cubicBezTo>
                <a:cubicBezTo>
                  <a:pt x="14092" y="18608"/>
                  <a:pt x="13920" y="18619"/>
                  <a:pt x="13751" y="18630"/>
                </a:cubicBezTo>
                <a:cubicBezTo>
                  <a:pt x="13584" y="18639"/>
                  <a:pt x="13414" y="18641"/>
                  <a:pt x="13252" y="18641"/>
                </a:cubicBezTo>
                <a:lnTo>
                  <a:pt x="13087" y="18641"/>
                </a:lnTo>
                <a:cubicBezTo>
                  <a:pt x="13038" y="18641"/>
                  <a:pt x="13007" y="18591"/>
                  <a:pt x="12991" y="18492"/>
                </a:cubicBezTo>
                <a:cubicBezTo>
                  <a:pt x="12977" y="18418"/>
                  <a:pt x="12946" y="18260"/>
                  <a:pt x="12901" y="18012"/>
                </a:cubicBezTo>
                <a:cubicBezTo>
                  <a:pt x="12856" y="17763"/>
                  <a:pt x="12805" y="17504"/>
                  <a:pt x="12748" y="17230"/>
                </a:cubicBezTo>
                <a:cubicBezTo>
                  <a:pt x="12692" y="16953"/>
                  <a:pt x="12645" y="16705"/>
                  <a:pt x="12609" y="16479"/>
                </a:cubicBezTo>
                <a:cubicBezTo>
                  <a:pt x="12569" y="16253"/>
                  <a:pt x="12553" y="16123"/>
                  <a:pt x="12553" y="16086"/>
                </a:cubicBezTo>
                <a:cubicBezTo>
                  <a:pt x="12553" y="16033"/>
                  <a:pt x="12602" y="15974"/>
                  <a:pt x="12703" y="15911"/>
                </a:cubicBezTo>
                <a:cubicBezTo>
                  <a:pt x="12805" y="15849"/>
                  <a:pt x="12922" y="15784"/>
                  <a:pt x="13054" y="15714"/>
                </a:cubicBezTo>
                <a:cubicBezTo>
                  <a:pt x="13184" y="15646"/>
                  <a:pt x="13311" y="15592"/>
                  <a:pt x="13431" y="15547"/>
                </a:cubicBezTo>
                <a:cubicBezTo>
                  <a:pt x="13551" y="15502"/>
                  <a:pt x="13633" y="15471"/>
                  <a:pt x="13678" y="15454"/>
                </a:cubicBezTo>
                <a:cubicBezTo>
                  <a:pt x="13709" y="15242"/>
                  <a:pt x="13744" y="15070"/>
                  <a:pt x="13786" y="14923"/>
                </a:cubicBezTo>
                <a:cubicBezTo>
                  <a:pt x="13826" y="14779"/>
                  <a:pt x="13885" y="14615"/>
                  <a:pt x="13960" y="14423"/>
                </a:cubicBezTo>
                <a:cubicBezTo>
                  <a:pt x="13930" y="14389"/>
                  <a:pt x="13883" y="14310"/>
                  <a:pt x="13814" y="14195"/>
                </a:cubicBezTo>
                <a:cubicBezTo>
                  <a:pt x="13746" y="14076"/>
                  <a:pt x="13678" y="13952"/>
                  <a:pt x="13605" y="13825"/>
                </a:cubicBezTo>
                <a:cubicBezTo>
                  <a:pt x="13534" y="13695"/>
                  <a:pt x="13471" y="13568"/>
                  <a:pt x="13419" y="13446"/>
                </a:cubicBezTo>
                <a:cubicBezTo>
                  <a:pt x="13367" y="13325"/>
                  <a:pt x="13341" y="13243"/>
                  <a:pt x="13341" y="13209"/>
                </a:cubicBezTo>
                <a:cubicBezTo>
                  <a:pt x="13341" y="13173"/>
                  <a:pt x="13410" y="13065"/>
                  <a:pt x="13548" y="12887"/>
                </a:cubicBezTo>
                <a:cubicBezTo>
                  <a:pt x="13687" y="12715"/>
                  <a:pt x="13850" y="12532"/>
                  <a:pt x="14033" y="12337"/>
                </a:cubicBezTo>
                <a:cubicBezTo>
                  <a:pt x="14217" y="12145"/>
                  <a:pt x="14393" y="11961"/>
                  <a:pt x="14563" y="11797"/>
                </a:cubicBezTo>
                <a:cubicBezTo>
                  <a:pt x="14732" y="11628"/>
                  <a:pt x="14838" y="11518"/>
                  <a:pt x="14883" y="11467"/>
                </a:cubicBezTo>
                <a:lnTo>
                  <a:pt x="14975" y="11411"/>
                </a:lnTo>
                <a:cubicBezTo>
                  <a:pt x="15005" y="11411"/>
                  <a:pt x="15067" y="11450"/>
                  <a:pt x="15161" y="11526"/>
                </a:cubicBezTo>
                <a:cubicBezTo>
                  <a:pt x="15255" y="11600"/>
                  <a:pt x="15349" y="11690"/>
                  <a:pt x="15448" y="11789"/>
                </a:cubicBezTo>
                <a:cubicBezTo>
                  <a:pt x="15544" y="11888"/>
                  <a:pt x="15641" y="11984"/>
                  <a:pt x="15735" y="12077"/>
                </a:cubicBezTo>
                <a:cubicBezTo>
                  <a:pt x="15829" y="12176"/>
                  <a:pt x="15890" y="12238"/>
                  <a:pt x="15921" y="12277"/>
                </a:cubicBezTo>
                <a:cubicBezTo>
                  <a:pt x="16185" y="12167"/>
                  <a:pt x="16469" y="12083"/>
                  <a:pt x="16778" y="12018"/>
                </a:cubicBezTo>
                <a:cubicBezTo>
                  <a:pt x="16792" y="11964"/>
                  <a:pt x="16827" y="11868"/>
                  <a:pt x="16879" y="11727"/>
                </a:cubicBezTo>
                <a:cubicBezTo>
                  <a:pt x="16931" y="11588"/>
                  <a:pt x="16992" y="11450"/>
                  <a:pt x="17065" y="11317"/>
                </a:cubicBezTo>
                <a:cubicBezTo>
                  <a:pt x="17136" y="11179"/>
                  <a:pt x="17201" y="11058"/>
                  <a:pt x="17263" y="10942"/>
                </a:cubicBezTo>
                <a:cubicBezTo>
                  <a:pt x="17321" y="10832"/>
                  <a:pt x="17373" y="10774"/>
                  <a:pt x="17420" y="10774"/>
                </a:cubicBezTo>
                <a:cubicBezTo>
                  <a:pt x="17449" y="10774"/>
                  <a:pt x="17576" y="10806"/>
                  <a:pt x="17804" y="10871"/>
                </a:cubicBezTo>
                <a:cubicBezTo>
                  <a:pt x="18028" y="10930"/>
                  <a:pt x="18265" y="11015"/>
                  <a:pt x="18517" y="11120"/>
                </a:cubicBezTo>
                <a:cubicBezTo>
                  <a:pt x="18769" y="11224"/>
                  <a:pt x="18997" y="11329"/>
                  <a:pt x="19200" y="11439"/>
                </a:cubicBezTo>
                <a:cubicBezTo>
                  <a:pt x="19402" y="11546"/>
                  <a:pt x="19503" y="11648"/>
                  <a:pt x="19503" y="11746"/>
                </a:cubicBezTo>
                <a:cubicBezTo>
                  <a:pt x="19503" y="11955"/>
                  <a:pt x="19482" y="12167"/>
                  <a:pt x="19442" y="12385"/>
                </a:cubicBezTo>
                <a:cubicBezTo>
                  <a:pt x="19400" y="12599"/>
                  <a:pt x="19364" y="12811"/>
                  <a:pt x="19334" y="13017"/>
                </a:cubicBezTo>
                <a:cubicBezTo>
                  <a:pt x="19454" y="13124"/>
                  <a:pt x="19562" y="13246"/>
                  <a:pt x="19656" y="13376"/>
                </a:cubicBezTo>
                <a:cubicBezTo>
                  <a:pt x="19750" y="13506"/>
                  <a:pt x="19835" y="13644"/>
                  <a:pt x="19911" y="13788"/>
                </a:cubicBezTo>
                <a:cubicBezTo>
                  <a:pt x="20096" y="13771"/>
                  <a:pt x="20282" y="13757"/>
                  <a:pt x="20466" y="13748"/>
                </a:cubicBezTo>
                <a:cubicBezTo>
                  <a:pt x="20652" y="13737"/>
                  <a:pt x="20831" y="13734"/>
                  <a:pt x="21003" y="13734"/>
                </a:cubicBezTo>
                <a:cubicBezTo>
                  <a:pt x="21062" y="13734"/>
                  <a:pt x="21130" y="13853"/>
                  <a:pt x="21205" y="14093"/>
                </a:cubicBezTo>
                <a:cubicBezTo>
                  <a:pt x="21280" y="14333"/>
                  <a:pt x="21346" y="14604"/>
                  <a:pt x="21403" y="14912"/>
                </a:cubicBezTo>
                <a:cubicBezTo>
                  <a:pt x="21459" y="15217"/>
                  <a:pt x="21506" y="15508"/>
                  <a:pt x="21544" y="15784"/>
                </a:cubicBezTo>
                <a:cubicBezTo>
                  <a:pt x="21582" y="16058"/>
                  <a:pt x="21600" y="16236"/>
                  <a:pt x="21600" y="16315"/>
                </a:cubicBezTo>
                <a:cubicBezTo>
                  <a:pt x="21600" y="16372"/>
                  <a:pt x="21549" y="16428"/>
                  <a:pt x="21448" y="16493"/>
                </a:cubicBezTo>
                <a:cubicBezTo>
                  <a:pt x="21346" y="16555"/>
                  <a:pt x="21236" y="16614"/>
                  <a:pt x="21116" y="16665"/>
                </a:cubicBezTo>
                <a:cubicBezTo>
                  <a:pt x="20996" y="16722"/>
                  <a:pt x="20873" y="16778"/>
                  <a:pt x="20748" y="16837"/>
                </a:cubicBezTo>
                <a:cubicBezTo>
                  <a:pt x="20624" y="16894"/>
                  <a:pt x="20541" y="16933"/>
                  <a:pt x="20497" y="16953"/>
                </a:cubicBezTo>
                <a:moveTo>
                  <a:pt x="20515" y="6070"/>
                </a:moveTo>
                <a:cubicBezTo>
                  <a:pt x="20417" y="6395"/>
                  <a:pt x="20301" y="6677"/>
                  <a:pt x="20165" y="6920"/>
                </a:cubicBezTo>
                <a:cubicBezTo>
                  <a:pt x="20181" y="6959"/>
                  <a:pt x="20212" y="7030"/>
                  <a:pt x="20257" y="7143"/>
                </a:cubicBezTo>
                <a:cubicBezTo>
                  <a:pt x="20301" y="7256"/>
                  <a:pt x="20353" y="7377"/>
                  <a:pt x="20410" y="7510"/>
                </a:cubicBezTo>
                <a:cubicBezTo>
                  <a:pt x="20464" y="7640"/>
                  <a:pt x="20511" y="7758"/>
                  <a:pt x="20551" y="7869"/>
                </a:cubicBezTo>
                <a:cubicBezTo>
                  <a:pt x="20586" y="7973"/>
                  <a:pt x="20605" y="8041"/>
                  <a:pt x="20605" y="8058"/>
                </a:cubicBezTo>
                <a:cubicBezTo>
                  <a:pt x="20605" y="8111"/>
                  <a:pt x="20520" y="8216"/>
                  <a:pt x="20353" y="8374"/>
                </a:cubicBezTo>
                <a:cubicBezTo>
                  <a:pt x="20184" y="8532"/>
                  <a:pt x="19995" y="8696"/>
                  <a:pt x="19788" y="8862"/>
                </a:cubicBezTo>
                <a:cubicBezTo>
                  <a:pt x="19581" y="9026"/>
                  <a:pt x="19388" y="9176"/>
                  <a:pt x="19209" y="9309"/>
                </a:cubicBezTo>
                <a:cubicBezTo>
                  <a:pt x="19028" y="9439"/>
                  <a:pt x="18931" y="9501"/>
                  <a:pt x="18915" y="9501"/>
                </a:cubicBezTo>
                <a:cubicBezTo>
                  <a:pt x="18887" y="9501"/>
                  <a:pt x="18833" y="9461"/>
                  <a:pt x="18757" y="9374"/>
                </a:cubicBezTo>
                <a:cubicBezTo>
                  <a:pt x="18684" y="9289"/>
                  <a:pt x="18602" y="9193"/>
                  <a:pt x="18515" y="9083"/>
                </a:cubicBezTo>
                <a:cubicBezTo>
                  <a:pt x="18430" y="8978"/>
                  <a:pt x="18352" y="8871"/>
                  <a:pt x="18284" y="8766"/>
                </a:cubicBezTo>
                <a:cubicBezTo>
                  <a:pt x="18216" y="8662"/>
                  <a:pt x="18169" y="8591"/>
                  <a:pt x="18138" y="8558"/>
                </a:cubicBezTo>
                <a:cubicBezTo>
                  <a:pt x="18032" y="8592"/>
                  <a:pt x="17926" y="8620"/>
                  <a:pt x="17816" y="8639"/>
                </a:cubicBezTo>
                <a:cubicBezTo>
                  <a:pt x="17707" y="8656"/>
                  <a:pt x="17597" y="8656"/>
                  <a:pt x="17484" y="8639"/>
                </a:cubicBezTo>
                <a:lnTo>
                  <a:pt x="17326" y="8639"/>
                </a:lnTo>
                <a:cubicBezTo>
                  <a:pt x="17298" y="8673"/>
                  <a:pt x="17251" y="8750"/>
                  <a:pt x="17192" y="8862"/>
                </a:cubicBezTo>
                <a:cubicBezTo>
                  <a:pt x="17131" y="8973"/>
                  <a:pt x="17067" y="9091"/>
                  <a:pt x="16994" y="9213"/>
                </a:cubicBezTo>
                <a:cubicBezTo>
                  <a:pt x="16924" y="9334"/>
                  <a:pt x="16853" y="9441"/>
                  <a:pt x="16785" y="9529"/>
                </a:cubicBezTo>
                <a:cubicBezTo>
                  <a:pt x="16719" y="9619"/>
                  <a:pt x="16669" y="9667"/>
                  <a:pt x="16639" y="9667"/>
                </a:cubicBezTo>
                <a:cubicBezTo>
                  <a:pt x="16611" y="9667"/>
                  <a:pt x="16495" y="9616"/>
                  <a:pt x="16302" y="9518"/>
                </a:cubicBezTo>
                <a:cubicBezTo>
                  <a:pt x="16107" y="9419"/>
                  <a:pt x="15902" y="9303"/>
                  <a:pt x="15688" y="9170"/>
                </a:cubicBezTo>
                <a:cubicBezTo>
                  <a:pt x="15474" y="9040"/>
                  <a:pt x="15278" y="8911"/>
                  <a:pt x="15102" y="8778"/>
                </a:cubicBezTo>
                <a:cubicBezTo>
                  <a:pt x="14925" y="8648"/>
                  <a:pt x="14836" y="8558"/>
                  <a:pt x="14836" y="8504"/>
                </a:cubicBezTo>
                <a:cubicBezTo>
                  <a:pt x="14836" y="8487"/>
                  <a:pt x="14848" y="8419"/>
                  <a:pt x="14869" y="8306"/>
                </a:cubicBezTo>
                <a:cubicBezTo>
                  <a:pt x="14892" y="8194"/>
                  <a:pt x="14923" y="8072"/>
                  <a:pt x="14961" y="7948"/>
                </a:cubicBezTo>
                <a:cubicBezTo>
                  <a:pt x="14998" y="7824"/>
                  <a:pt x="15031" y="7699"/>
                  <a:pt x="15062" y="7578"/>
                </a:cubicBezTo>
                <a:cubicBezTo>
                  <a:pt x="15092" y="7457"/>
                  <a:pt x="15114" y="7378"/>
                  <a:pt x="15130" y="7341"/>
                </a:cubicBezTo>
                <a:cubicBezTo>
                  <a:pt x="14958" y="7132"/>
                  <a:pt x="14815" y="6866"/>
                  <a:pt x="14702" y="6542"/>
                </a:cubicBezTo>
                <a:cubicBezTo>
                  <a:pt x="14304" y="6525"/>
                  <a:pt x="14022" y="6502"/>
                  <a:pt x="13857" y="6474"/>
                </a:cubicBezTo>
                <a:cubicBezTo>
                  <a:pt x="13692" y="6446"/>
                  <a:pt x="13581" y="6364"/>
                  <a:pt x="13530" y="6226"/>
                </a:cubicBezTo>
                <a:cubicBezTo>
                  <a:pt x="13478" y="6084"/>
                  <a:pt x="13459" y="5850"/>
                  <a:pt x="13473" y="5514"/>
                </a:cubicBezTo>
                <a:cubicBezTo>
                  <a:pt x="13490" y="5184"/>
                  <a:pt x="13473" y="4692"/>
                  <a:pt x="13428" y="4043"/>
                </a:cubicBezTo>
                <a:cubicBezTo>
                  <a:pt x="13428" y="3986"/>
                  <a:pt x="13476" y="3936"/>
                  <a:pt x="13570" y="3879"/>
                </a:cubicBezTo>
                <a:cubicBezTo>
                  <a:pt x="13664" y="3826"/>
                  <a:pt x="13774" y="3783"/>
                  <a:pt x="13902" y="3744"/>
                </a:cubicBezTo>
                <a:cubicBezTo>
                  <a:pt x="14029" y="3707"/>
                  <a:pt x="14156" y="3684"/>
                  <a:pt x="14280" y="3665"/>
                </a:cubicBezTo>
                <a:cubicBezTo>
                  <a:pt x="14403" y="3645"/>
                  <a:pt x="14488" y="3628"/>
                  <a:pt x="14532" y="3608"/>
                </a:cubicBezTo>
                <a:cubicBezTo>
                  <a:pt x="14608" y="3314"/>
                  <a:pt x="14723" y="3024"/>
                  <a:pt x="14881" y="2747"/>
                </a:cubicBezTo>
                <a:cubicBezTo>
                  <a:pt x="14867" y="2707"/>
                  <a:pt x="14836" y="2631"/>
                  <a:pt x="14791" y="2510"/>
                </a:cubicBezTo>
                <a:cubicBezTo>
                  <a:pt x="14747" y="2388"/>
                  <a:pt x="14699" y="2264"/>
                  <a:pt x="14650" y="2137"/>
                </a:cubicBezTo>
                <a:cubicBezTo>
                  <a:pt x="14603" y="2010"/>
                  <a:pt x="14558" y="1897"/>
                  <a:pt x="14523" y="1792"/>
                </a:cubicBezTo>
                <a:cubicBezTo>
                  <a:pt x="14483" y="1688"/>
                  <a:pt x="14466" y="1617"/>
                  <a:pt x="14466" y="1584"/>
                </a:cubicBezTo>
                <a:cubicBezTo>
                  <a:pt x="14466" y="1527"/>
                  <a:pt x="14546" y="1428"/>
                  <a:pt x="14706" y="1279"/>
                </a:cubicBezTo>
                <a:cubicBezTo>
                  <a:pt x="14869" y="1129"/>
                  <a:pt x="15052" y="971"/>
                  <a:pt x="15260" y="804"/>
                </a:cubicBezTo>
                <a:cubicBezTo>
                  <a:pt x="15464" y="641"/>
                  <a:pt x="15660" y="491"/>
                  <a:pt x="15841" y="367"/>
                </a:cubicBezTo>
                <a:cubicBezTo>
                  <a:pt x="16020" y="240"/>
                  <a:pt x="16126" y="177"/>
                  <a:pt x="16154" y="177"/>
                </a:cubicBezTo>
                <a:cubicBezTo>
                  <a:pt x="16185" y="177"/>
                  <a:pt x="16234" y="217"/>
                  <a:pt x="16302" y="296"/>
                </a:cubicBezTo>
                <a:cubicBezTo>
                  <a:pt x="16368" y="381"/>
                  <a:pt x="16446" y="477"/>
                  <a:pt x="16533" y="590"/>
                </a:cubicBezTo>
                <a:cubicBezTo>
                  <a:pt x="16620" y="700"/>
                  <a:pt x="16695" y="807"/>
                  <a:pt x="16764" y="906"/>
                </a:cubicBezTo>
                <a:cubicBezTo>
                  <a:pt x="16830" y="1005"/>
                  <a:pt x="16879" y="1072"/>
                  <a:pt x="16910" y="1109"/>
                </a:cubicBezTo>
                <a:cubicBezTo>
                  <a:pt x="17015" y="1072"/>
                  <a:pt x="17124" y="1047"/>
                  <a:pt x="17230" y="1027"/>
                </a:cubicBezTo>
                <a:cubicBezTo>
                  <a:pt x="17340" y="1007"/>
                  <a:pt x="17451" y="1007"/>
                  <a:pt x="17564" y="1027"/>
                </a:cubicBezTo>
                <a:lnTo>
                  <a:pt x="17722" y="1027"/>
                </a:lnTo>
                <a:cubicBezTo>
                  <a:pt x="17736" y="993"/>
                  <a:pt x="17778" y="917"/>
                  <a:pt x="17846" y="804"/>
                </a:cubicBezTo>
                <a:cubicBezTo>
                  <a:pt x="17912" y="691"/>
                  <a:pt x="17983" y="578"/>
                  <a:pt x="18053" y="460"/>
                </a:cubicBezTo>
                <a:cubicBezTo>
                  <a:pt x="18124" y="341"/>
                  <a:pt x="18190" y="237"/>
                  <a:pt x="18251" y="144"/>
                </a:cubicBezTo>
                <a:cubicBezTo>
                  <a:pt x="18310" y="50"/>
                  <a:pt x="18355" y="0"/>
                  <a:pt x="18385" y="0"/>
                </a:cubicBezTo>
                <a:cubicBezTo>
                  <a:pt x="18416" y="0"/>
                  <a:pt x="18529" y="53"/>
                  <a:pt x="18724" y="158"/>
                </a:cubicBezTo>
                <a:cubicBezTo>
                  <a:pt x="18920" y="259"/>
                  <a:pt x="19129" y="378"/>
                  <a:pt x="19350" y="508"/>
                </a:cubicBezTo>
                <a:cubicBezTo>
                  <a:pt x="19572" y="641"/>
                  <a:pt x="19772" y="765"/>
                  <a:pt x="19946" y="892"/>
                </a:cubicBezTo>
                <a:cubicBezTo>
                  <a:pt x="20122" y="1019"/>
                  <a:pt x="20212" y="1109"/>
                  <a:pt x="20212" y="1163"/>
                </a:cubicBezTo>
                <a:cubicBezTo>
                  <a:pt x="20212" y="1200"/>
                  <a:pt x="20198" y="1267"/>
                  <a:pt x="20165" y="1372"/>
                </a:cubicBezTo>
                <a:cubicBezTo>
                  <a:pt x="20137" y="1476"/>
                  <a:pt x="20106" y="1592"/>
                  <a:pt x="20075" y="1725"/>
                </a:cubicBezTo>
                <a:cubicBezTo>
                  <a:pt x="20047" y="1855"/>
                  <a:pt x="20014" y="1979"/>
                  <a:pt x="19981" y="2095"/>
                </a:cubicBezTo>
                <a:cubicBezTo>
                  <a:pt x="19946" y="2213"/>
                  <a:pt x="19922" y="2289"/>
                  <a:pt x="19908" y="2326"/>
                </a:cubicBezTo>
                <a:cubicBezTo>
                  <a:pt x="20059" y="2552"/>
                  <a:pt x="20205" y="2823"/>
                  <a:pt x="20346" y="3136"/>
                </a:cubicBezTo>
                <a:cubicBezTo>
                  <a:pt x="20730" y="3173"/>
                  <a:pt x="21007" y="3204"/>
                  <a:pt x="21182" y="3232"/>
                </a:cubicBezTo>
                <a:cubicBezTo>
                  <a:pt x="21353" y="3258"/>
                  <a:pt x="21462" y="3342"/>
                  <a:pt x="21506" y="3478"/>
                </a:cubicBezTo>
                <a:cubicBezTo>
                  <a:pt x="21551" y="3622"/>
                  <a:pt x="21572" y="3853"/>
                  <a:pt x="21563" y="4184"/>
                </a:cubicBezTo>
                <a:cubicBezTo>
                  <a:pt x="21556" y="4514"/>
                  <a:pt x="21568" y="4994"/>
                  <a:pt x="21598" y="5624"/>
                </a:cubicBezTo>
                <a:cubicBezTo>
                  <a:pt x="21598" y="5677"/>
                  <a:pt x="21551" y="5734"/>
                  <a:pt x="21457" y="5793"/>
                </a:cubicBezTo>
                <a:cubicBezTo>
                  <a:pt x="21363" y="5850"/>
                  <a:pt x="21255" y="5901"/>
                  <a:pt x="21137" y="5934"/>
                </a:cubicBezTo>
                <a:cubicBezTo>
                  <a:pt x="21014" y="5971"/>
                  <a:pt x="20894" y="5999"/>
                  <a:pt x="20770" y="6016"/>
                </a:cubicBezTo>
                <a:cubicBezTo>
                  <a:pt x="20647" y="6033"/>
                  <a:pt x="20560" y="6053"/>
                  <a:pt x="20515" y="6070"/>
                </a:cubicBezTo>
                <a:moveTo>
                  <a:pt x="15740" y="16168"/>
                </a:moveTo>
                <a:cubicBezTo>
                  <a:pt x="15740" y="16611"/>
                  <a:pt x="15869" y="16992"/>
                  <a:pt x="16130" y="17317"/>
                </a:cubicBezTo>
                <a:cubicBezTo>
                  <a:pt x="16389" y="17642"/>
                  <a:pt x="16705" y="17803"/>
                  <a:pt x="17081" y="17803"/>
                </a:cubicBezTo>
                <a:cubicBezTo>
                  <a:pt x="17449" y="17803"/>
                  <a:pt x="17766" y="17647"/>
                  <a:pt x="18035" y="17340"/>
                </a:cubicBezTo>
                <a:cubicBezTo>
                  <a:pt x="18301" y="17023"/>
                  <a:pt x="18435" y="16639"/>
                  <a:pt x="18435" y="16168"/>
                </a:cubicBezTo>
                <a:cubicBezTo>
                  <a:pt x="18435" y="15725"/>
                  <a:pt x="18303" y="15352"/>
                  <a:pt x="18044" y="15038"/>
                </a:cubicBezTo>
                <a:cubicBezTo>
                  <a:pt x="17785" y="14728"/>
                  <a:pt x="17465" y="14573"/>
                  <a:pt x="17081" y="14573"/>
                </a:cubicBezTo>
                <a:cubicBezTo>
                  <a:pt x="16714" y="14573"/>
                  <a:pt x="16396" y="14728"/>
                  <a:pt x="16135" y="15038"/>
                </a:cubicBezTo>
                <a:cubicBezTo>
                  <a:pt x="15869" y="15352"/>
                  <a:pt x="15740" y="15725"/>
                  <a:pt x="15740" y="16168"/>
                </a:cubicBezTo>
                <a:moveTo>
                  <a:pt x="16293" y="4825"/>
                </a:moveTo>
                <a:cubicBezTo>
                  <a:pt x="16293" y="5248"/>
                  <a:pt x="16411" y="5601"/>
                  <a:pt x="16648" y="5886"/>
                </a:cubicBezTo>
                <a:cubicBezTo>
                  <a:pt x="16884" y="6172"/>
                  <a:pt x="17173" y="6313"/>
                  <a:pt x="17510" y="6313"/>
                </a:cubicBezTo>
                <a:cubicBezTo>
                  <a:pt x="17863" y="6313"/>
                  <a:pt x="18159" y="6172"/>
                  <a:pt x="18399" y="5886"/>
                </a:cubicBezTo>
                <a:cubicBezTo>
                  <a:pt x="18640" y="5601"/>
                  <a:pt x="18760" y="5257"/>
                  <a:pt x="18760" y="4853"/>
                </a:cubicBezTo>
                <a:cubicBezTo>
                  <a:pt x="18760" y="4429"/>
                  <a:pt x="18642" y="4074"/>
                  <a:pt x="18404" y="3786"/>
                </a:cubicBezTo>
                <a:cubicBezTo>
                  <a:pt x="18169" y="3495"/>
                  <a:pt x="17877" y="3354"/>
                  <a:pt x="17531" y="3354"/>
                </a:cubicBezTo>
                <a:cubicBezTo>
                  <a:pt x="17178" y="3354"/>
                  <a:pt x="16884" y="3495"/>
                  <a:pt x="16648" y="3786"/>
                </a:cubicBezTo>
                <a:cubicBezTo>
                  <a:pt x="16408" y="4074"/>
                  <a:pt x="16293" y="4421"/>
                  <a:pt x="16293" y="4825"/>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0" name="Shape 7320"/>
          <p:cNvSpPr/>
          <p:nvPr/>
        </p:nvSpPr>
        <p:spPr>
          <a:xfrm>
            <a:off x="3589330" y="5103169"/>
            <a:ext cx="468768" cy="455292"/>
          </a:xfrm>
          <a:custGeom>
            <a:avLst/>
            <a:gdLst/>
            <a:ahLst/>
            <a:cxnLst>
              <a:cxn ang="0">
                <a:pos x="wd2" y="hd2"/>
              </a:cxn>
              <a:cxn ang="5400000">
                <a:pos x="wd2" y="hd2"/>
              </a:cxn>
              <a:cxn ang="10800000">
                <a:pos x="wd2" y="hd2"/>
              </a:cxn>
              <a:cxn ang="16200000">
                <a:pos x="wd2" y="hd2"/>
              </a:cxn>
            </a:cxnLst>
            <a:rect l="0" t="0" r="r" b="b"/>
            <a:pathLst>
              <a:path w="21600" h="21588" fill="norm" stroke="1" extrusionOk="0">
                <a:moveTo>
                  <a:pt x="10794" y="0"/>
                </a:moveTo>
                <a:cubicBezTo>
                  <a:pt x="12289" y="0"/>
                  <a:pt x="13690" y="251"/>
                  <a:pt x="14998" y="750"/>
                </a:cubicBezTo>
                <a:cubicBezTo>
                  <a:pt x="16305" y="1249"/>
                  <a:pt x="17446" y="1929"/>
                  <a:pt x="18423" y="2781"/>
                </a:cubicBezTo>
                <a:cubicBezTo>
                  <a:pt x="19400" y="3639"/>
                  <a:pt x="20174" y="4640"/>
                  <a:pt x="20744" y="5783"/>
                </a:cubicBezTo>
                <a:cubicBezTo>
                  <a:pt x="21316" y="6926"/>
                  <a:pt x="21600" y="8156"/>
                  <a:pt x="21600" y="9468"/>
                </a:cubicBezTo>
                <a:cubicBezTo>
                  <a:pt x="21600" y="10774"/>
                  <a:pt x="21316" y="12002"/>
                  <a:pt x="20744" y="13141"/>
                </a:cubicBezTo>
                <a:cubicBezTo>
                  <a:pt x="20174" y="14287"/>
                  <a:pt x="19400" y="15288"/>
                  <a:pt x="18423" y="16149"/>
                </a:cubicBezTo>
                <a:cubicBezTo>
                  <a:pt x="17446" y="17007"/>
                  <a:pt x="16305" y="17686"/>
                  <a:pt x="14998" y="18180"/>
                </a:cubicBezTo>
                <a:cubicBezTo>
                  <a:pt x="13690" y="18677"/>
                  <a:pt x="12289"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1" name="Shape 7321"/>
          <p:cNvSpPr/>
          <p:nvPr/>
        </p:nvSpPr>
        <p:spPr>
          <a:xfrm>
            <a:off x="4830307" y="5103169"/>
            <a:ext cx="51564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93" y="0"/>
                </a:moveTo>
                <a:cubicBezTo>
                  <a:pt x="11530" y="0"/>
                  <a:pt x="12260" y="67"/>
                  <a:pt x="12987" y="200"/>
                </a:cubicBezTo>
                <a:cubicBezTo>
                  <a:pt x="13712" y="330"/>
                  <a:pt x="14427" y="533"/>
                  <a:pt x="15133" y="810"/>
                </a:cubicBezTo>
                <a:cubicBezTo>
                  <a:pt x="15929" y="1129"/>
                  <a:pt x="16717" y="1547"/>
                  <a:pt x="17498" y="2069"/>
                </a:cubicBezTo>
                <a:cubicBezTo>
                  <a:pt x="18280" y="2591"/>
                  <a:pt x="18974" y="3218"/>
                  <a:pt x="19584" y="3949"/>
                </a:cubicBezTo>
                <a:cubicBezTo>
                  <a:pt x="20191" y="4678"/>
                  <a:pt x="20680" y="5505"/>
                  <a:pt x="21047" y="6431"/>
                </a:cubicBezTo>
                <a:cubicBezTo>
                  <a:pt x="21415" y="7351"/>
                  <a:pt x="21600" y="8367"/>
                  <a:pt x="21600" y="9477"/>
                </a:cubicBezTo>
                <a:cubicBezTo>
                  <a:pt x="21600" y="10584"/>
                  <a:pt x="21415" y="11598"/>
                  <a:pt x="21047" y="12519"/>
                </a:cubicBezTo>
                <a:cubicBezTo>
                  <a:pt x="20680" y="13436"/>
                  <a:pt x="20191" y="14261"/>
                  <a:pt x="19584" y="14992"/>
                </a:cubicBezTo>
                <a:cubicBezTo>
                  <a:pt x="18974" y="15723"/>
                  <a:pt x="18282" y="16352"/>
                  <a:pt x="17503" y="16892"/>
                </a:cubicBezTo>
                <a:cubicBezTo>
                  <a:pt x="16726" y="17425"/>
                  <a:pt x="15936" y="17843"/>
                  <a:pt x="15133" y="18140"/>
                </a:cubicBezTo>
                <a:cubicBezTo>
                  <a:pt x="14427" y="18419"/>
                  <a:pt x="13714" y="18622"/>
                  <a:pt x="12992" y="18749"/>
                </a:cubicBezTo>
                <a:cubicBezTo>
                  <a:pt x="12271" y="18876"/>
                  <a:pt x="11537" y="18936"/>
                  <a:pt x="10793" y="18936"/>
                </a:cubicBezTo>
                <a:cubicBezTo>
                  <a:pt x="10103" y="18936"/>
                  <a:pt x="9427" y="18885"/>
                  <a:pt x="8766" y="18777"/>
                </a:cubicBezTo>
                <a:cubicBezTo>
                  <a:pt x="8074" y="19424"/>
                  <a:pt x="7340" y="19963"/>
                  <a:pt x="6563" y="20384"/>
                </a:cubicBezTo>
                <a:cubicBezTo>
                  <a:pt x="5784" y="20804"/>
                  <a:pt x="4977" y="21138"/>
                  <a:pt x="4135" y="21372"/>
                </a:cubicBezTo>
                <a:cubicBezTo>
                  <a:pt x="3932" y="21406"/>
                  <a:pt x="3723" y="21454"/>
                  <a:pt x="3511" y="21510"/>
                </a:cubicBezTo>
                <a:cubicBezTo>
                  <a:pt x="3297" y="21569"/>
                  <a:pt x="3094" y="21600"/>
                  <a:pt x="2906" y="21600"/>
                </a:cubicBezTo>
                <a:cubicBezTo>
                  <a:pt x="2788" y="21600"/>
                  <a:pt x="2685" y="21547"/>
                  <a:pt x="2598" y="21445"/>
                </a:cubicBezTo>
                <a:cubicBezTo>
                  <a:pt x="2511" y="21341"/>
                  <a:pt x="2468" y="21217"/>
                  <a:pt x="2468" y="21073"/>
                </a:cubicBezTo>
                <a:cubicBezTo>
                  <a:pt x="2468" y="20965"/>
                  <a:pt x="2499" y="20866"/>
                  <a:pt x="2562" y="20785"/>
                </a:cubicBezTo>
                <a:cubicBezTo>
                  <a:pt x="2628" y="20694"/>
                  <a:pt x="2689" y="20618"/>
                  <a:pt x="2748" y="20547"/>
                </a:cubicBezTo>
                <a:cubicBezTo>
                  <a:pt x="2984" y="20248"/>
                  <a:pt x="3181" y="19977"/>
                  <a:pt x="3346" y="19729"/>
                </a:cubicBezTo>
                <a:cubicBezTo>
                  <a:pt x="3511" y="19480"/>
                  <a:pt x="3652" y="19221"/>
                  <a:pt x="3770" y="18950"/>
                </a:cubicBezTo>
                <a:cubicBezTo>
                  <a:pt x="3885" y="18681"/>
                  <a:pt x="3979" y="18391"/>
                  <a:pt x="4050" y="18080"/>
                </a:cubicBezTo>
                <a:cubicBezTo>
                  <a:pt x="4123" y="17767"/>
                  <a:pt x="4189" y="17408"/>
                  <a:pt x="4247" y="17005"/>
                </a:cubicBezTo>
                <a:cubicBezTo>
                  <a:pt x="3661" y="16618"/>
                  <a:pt x="3115" y="16163"/>
                  <a:pt x="2609" y="15644"/>
                </a:cubicBezTo>
                <a:cubicBezTo>
                  <a:pt x="2101" y="15130"/>
                  <a:pt x="1652" y="14554"/>
                  <a:pt x="1256" y="13916"/>
                </a:cubicBezTo>
                <a:cubicBezTo>
                  <a:pt x="863" y="13281"/>
                  <a:pt x="555" y="12589"/>
                  <a:pt x="334" y="11844"/>
                </a:cubicBezTo>
                <a:cubicBezTo>
                  <a:pt x="110" y="11096"/>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3" y="0"/>
                </a:cubicBezTo>
                <a:moveTo>
                  <a:pt x="14265" y="2746"/>
                </a:moveTo>
                <a:cubicBezTo>
                  <a:pt x="13123" y="2357"/>
                  <a:pt x="11965" y="2165"/>
                  <a:pt x="10793"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6"/>
                </a:cubicBezTo>
                <a:cubicBezTo>
                  <a:pt x="2264" y="11824"/>
                  <a:pt x="2508" y="12335"/>
                  <a:pt x="2817" y="12807"/>
                </a:cubicBezTo>
                <a:cubicBezTo>
                  <a:pt x="3125" y="13281"/>
                  <a:pt x="3478" y="13713"/>
                  <a:pt x="3876" y="14100"/>
                </a:cubicBezTo>
                <a:cubicBezTo>
                  <a:pt x="4273" y="14486"/>
                  <a:pt x="4692" y="14822"/>
                  <a:pt x="5128" y="15113"/>
                </a:cubicBezTo>
                <a:cubicBezTo>
                  <a:pt x="5330" y="15240"/>
                  <a:pt x="5521" y="15364"/>
                  <a:pt x="5702" y="15486"/>
                </a:cubicBezTo>
                <a:cubicBezTo>
                  <a:pt x="5881" y="15607"/>
                  <a:pt x="6067" y="15734"/>
                  <a:pt x="6253" y="15870"/>
                </a:cubicBezTo>
                <a:cubicBezTo>
                  <a:pt x="6177" y="16293"/>
                  <a:pt x="6114" y="16717"/>
                  <a:pt x="6057" y="17140"/>
                </a:cubicBezTo>
                <a:cubicBezTo>
                  <a:pt x="6001" y="17564"/>
                  <a:pt x="5928" y="17987"/>
                  <a:pt x="5836" y="18411"/>
                </a:cubicBezTo>
                <a:cubicBezTo>
                  <a:pt x="6279" y="18148"/>
                  <a:pt x="6697" y="17860"/>
                  <a:pt x="7093" y="17538"/>
                </a:cubicBezTo>
                <a:cubicBezTo>
                  <a:pt x="7488" y="17219"/>
                  <a:pt x="7884" y="16875"/>
                  <a:pt x="8281" y="16505"/>
                </a:cubicBezTo>
                <a:cubicBezTo>
                  <a:pt x="8693" y="16576"/>
                  <a:pt x="9110" y="16640"/>
                  <a:pt x="9526" y="16691"/>
                </a:cubicBezTo>
                <a:cubicBezTo>
                  <a:pt x="9943" y="16748"/>
                  <a:pt x="10366" y="16776"/>
                  <a:pt x="10793" y="16776"/>
                </a:cubicBezTo>
                <a:cubicBezTo>
                  <a:pt x="11965" y="16776"/>
                  <a:pt x="13123" y="16581"/>
                  <a:pt x="14265" y="16194"/>
                </a:cubicBezTo>
                <a:cubicBezTo>
                  <a:pt x="14895" y="15972"/>
                  <a:pt x="15538" y="15661"/>
                  <a:pt x="16192" y="15271"/>
                </a:cubicBezTo>
                <a:cubicBezTo>
                  <a:pt x="16844" y="14876"/>
                  <a:pt x="17440" y="14393"/>
                  <a:pt x="17979" y="13823"/>
                </a:cubicBezTo>
                <a:cubicBezTo>
                  <a:pt x="18515" y="13253"/>
                  <a:pt x="18953" y="12603"/>
                  <a:pt x="19289" y="11883"/>
                </a:cubicBezTo>
                <a:cubicBezTo>
                  <a:pt x="19628" y="11161"/>
                  <a:pt x="19798" y="10358"/>
                  <a:pt x="19798" y="9477"/>
                </a:cubicBezTo>
                <a:cubicBezTo>
                  <a:pt x="19798" y="8590"/>
                  <a:pt x="19628" y="7792"/>
                  <a:pt x="19289" y="7069"/>
                </a:cubicBezTo>
                <a:cubicBezTo>
                  <a:pt x="18953" y="6349"/>
                  <a:pt x="18515" y="5702"/>
                  <a:pt x="17979" y="5129"/>
                </a:cubicBezTo>
                <a:cubicBezTo>
                  <a:pt x="17440" y="4559"/>
                  <a:pt x="16844" y="4073"/>
                  <a:pt x="16192" y="3675"/>
                </a:cubicBezTo>
                <a:cubicBezTo>
                  <a:pt x="15538" y="3280"/>
                  <a:pt x="14896" y="2972"/>
                  <a:pt x="14265" y="2746"/>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2" name="Shape 7322"/>
          <p:cNvSpPr/>
          <p:nvPr/>
        </p:nvSpPr>
        <p:spPr>
          <a:xfrm>
            <a:off x="18932610" y="5106825"/>
            <a:ext cx="466894" cy="455298"/>
          </a:xfrm>
          <a:custGeom>
            <a:avLst/>
            <a:gdLst/>
            <a:ahLst/>
            <a:cxnLst>
              <a:cxn ang="0">
                <a:pos x="wd2" y="hd2"/>
              </a:cxn>
              <a:cxn ang="5400000">
                <a:pos x="wd2" y="hd2"/>
              </a:cxn>
              <a:cxn ang="10800000">
                <a:pos x="wd2" y="hd2"/>
              </a:cxn>
              <a:cxn ang="16200000">
                <a:pos x="wd2" y="hd2"/>
              </a:cxn>
            </a:cxnLst>
            <a:rect l="0" t="0" r="r" b="b"/>
            <a:pathLst>
              <a:path w="21600" h="21589" fill="norm" stroke="1" extrusionOk="0">
                <a:moveTo>
                  <a:pt x="17531" y="7696"/>
                </a:moveTo>
                <a:cubicBezTo>
                  <a:pt x="17531" y="8751"/>
                  <a:pt x="17303" y="9747"/>
                  <a:pt x="16844" y="10684"/>
                </a:cubicBezTo>
                <a:cubicBezTo>
                  <a:pt x="16387" y="11621"/>
                  <a:pt x="15761" y="12437"/>
                  <a:pt x="14970" y="13128"/>
                </a:cubicBezTo>
                <a:cubicBezTo>
                  <a:pt x="14177" y="13822"/>
                  <a:pt x="13250" y="14372"/>
                  <a:pt x="12186" y="14776"/>
                </a:cubicBezTo>
                <a:cubicBezTo>
                  <a:pt x="11122" y="15182"/>
                  <a:pt x="9982" y="15385"/>
                  <a:pt x="8765" y="15385"/>
                </a:cubicBezTo>
                <a:cubicBezTo>
                  <a:pt x="8487" y="15385"/>
                  <a:pt x="8212" y="15371"/>
                  <a:pt x="7936" y="15343"/>
                </a:cubicBezTo>
                <a:cubicBezTo>
                  <a:pt x="7663" y="15317"/>
                  <a:pt x="7395" y="15284"/>
                  <a:pt x="7131" y="15250"/>
                </a:cubicBezTo>
                <a:cubicBezTo>
                  <a:pt x="6027" y="16265"/>
                  <a:pt x="4766" y="16968"/>
                  <a:pt x="3346" y="17340"/>
                </a:cubicBezTo>
                <a:cubicBezTo>
                  <a:pt x="3196" y="17380"/>
                  <a:pt x="3043" y="17414"/>
                  <a:pt x="2890" y="17445"/>
                </a:cubicBezTo>
                <a:cubicBezTo>
                  <a:pt x="2735" y="17476"/>
                  <a:pt x="2572" y="17510"/>
                  <a:pt x="2398" y="17546"/>
                </a:cubicBezTo>
                <a:cubicBezTo>
                  <a:pt x="2308" y="17563"/>
                  <a:pt x="2228" y="17535"/>
                  <a:pt x="2155" y="17456"/>
                </a:cubicBezTo>
                <a:cubicBezTo>
                  <a:pt x="2085" y="17380"/>
                  <a:pt x="2033" y="17298"/>
                  <a:pt x="2005" y="17208"/>
                </a:cubicBezTo>
                <a:lnTo>
                  <a:pt x="2005" y="17182"/>
                </a:lnTo>
                <a:cubicBezTo>
                  <a:pt x="1974" y="17072"/>
                  <a:pt x="1986" y="16985"/>
                  <a:pt x="2038" y="16917"/>
                </a:cubicBezTo>
                <a:cubicBezTo>
                  <a:pt x="2090" y="16852"/>
                  <a:pt x="2158" y="16770"/>
                  <a:pt x="2240" y="16680"/>
                </a:cubicBezTo>
                <a:cubicBezTo>
                  <a:pt x="2377" y="16519"/>
                  <a:pt x="2506" y="16356"/>
                  <a:pt x="2629" y="16189"/>
                </a:cubicBezTo>
                <a:cubicBezTo>
                  <a:pt x="2753" y="16023"/>
                  <a:pt x="2864" y="15831"/>
                  <a:pt x="2963" y="15622"/>
                </a:cubicBezTo>
                <a:cubicBezTo>
                  <a:pt x="3059" y="15411"/>
                  <a:pt x="3151" y="15160"/>
                  <a:pt x="3238" y="14872"/>
                </a:cubicBezTo>
                <a:cubicBezTo>
                  <a:pt x="3325" y="14581"/>
                  <a:pt x="3398" y="14226"/>
                  <a:pt x="3457" y="13802"/>
                </a:cubicBezTo>
                <a:cubicBezTo>
                  <a:pt x="2398" y="13103"/>
                  <a:pt x="1558" y="12223"/>
                  <a:pt x="934" y="11165"/>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2" y="203"/>
                  <a:pt x="12186" y="609"/>
                </a:cubicBezTo>
                <a:cubicBezTo>
                  <a:pt x="13250" y="1012"/>
                  <a:pt x="14177" y="1565"/>
                  <a:pt x="14970" y="2257"/>
                </a:cubicBezTo>
                <a:cubicBezTo>
                  <a:pt x="15761" y="2948"/>
                  <a:pt x="16387" y="3763"/>
                  <a:pt x="16844" y="4694"/>
                </a:cubicBezTo>
                <a:cubicBezTo>
                  <a:pt x="17303" y="5625"/>
                  <a:pt x="17531" y="6627"/>
                  <a:pt x="17531" y="7696"/>
                </a:cubicBezTo>
                <a:moveTo>
                  <a:pt x="21600" y="11737"/>
                </a:moveTo>
                <a:cubicBezTo>
                  <a:pt x="21600" y="12987"/>
                  <a:pt x="21287" y="14147"/>
                  <a:pt x="20666" y="15205"/>
                </a:cubicBezTo>
                <a:cubicBezTo>
                  <a:pt x="20040" y="16262"/>
                  <a:pt x="19200" y="17140"/>
                  <a:pt x="18141" y="17842"/>
                </a:cubicBezTo>
                <a:cubicBezTo>
                  <a:pt x="18202" y="18266"/>
                  <a:pt x="18272" y="18621"/>
                  <a:pt x="18355" y="18909"/>
                </a:cubicBezTo>
                <a:cubicBezTo>
                  <a:pt x="18437" y="19200"/>
                  <a:pt x="18534" y="19445"/>
                  <a:pt x="18642" y="19662"/>
                </a:cubicBezTo>
                <a:cubicBezTo>
                  <a:pt x="18753" y="19871"/>
                  <a:pt x="18863" y="20060"/>
                  <a:pt x="18981" y="20227"/>
                </a:cubicBezTo>
                <a:cubicBezTo>
                  <a:pt x="19096" y="20393"/>
                  <a:pt x="19223" y="20557"/>
                  <a:pt x="19357" y="20720"/>
                </a:cubicBezTo>
                <a:cubicBezTo>
                  <a:pt x="19433" y="20810"/>
                  <a:pt x="19499" y="20892"/>
                  <a:pt x="19555" y="20969"/>
                </a:cubicBezTo>
                <a:cubicBezTo>
                  <a:pt x="19612" y="21048"/>
                  <a:pt x="19623" y="21129"/>
                  <a:pt x="19593" y="21220"/>
                </a:cubicBezTo>
                <a:lnTo>
                  <a:pt x="19593" y="21248"/>
                </a:lnTo>
                <a:cubicBezTo>
                  <a:pt x="19579" y="21352"/>
                  <a:pt x="19534" y="21440"/>
                  <a:pt x="19454" y="21510"/>
                </a:cubicBezTo>
                <a:cubicBezTo>
                  <a:pt x="19374" y="21578"/>
                  <a:pt x="19292" y="21600"/>
                  <a:pt x="19200" y="21584"/>
                </a:cubicBezTo>
                <a:cubicBezTo>
                  <a:pt x="19028" y="21550"/>
                  <a:pt x="18863" y="21513"/>
                  <a:pt x="18710" y="21482"/>
                </a:cubicBezTo>
                <a:cubicBezTo>
                  <a:pt x="18557" y="21451"/>
                  <a:pt x="18404" y="21420"/>
                  <a:pt x="18254" y="21380"/>
                </a:cubicBezTo>
                <a:cubicBezTo>
                  <a:pt x="17531" y="21200"/>
                  <a:pt x="16855" y="20932"/>
                  <a:pt x="16225" y="20571"/>
                </a:cubicBezTo>
                <a:cubicBezTo>
                  <a:pt x="15594" y="20212"/>
                  <a:pt x="15008" y="19784"/>
                  <a:pt x="14469" y="19287"/>
                </a:cubicBezTo>
                <a:cubicBezTo>
                  <a:pt x="14205" y="19324"/>
                  <a:pt x="13937" y="19355"/>
                  <a:pt x="13661" y="19383"/>
                </a:cubicBezTo>
                <a:cubicBezTo>
                  <a:pt x="13388" y="19408"/>
                  <a:pt x="13113" y="19425"/>
                  <a:pt x="12833" y="19425"/>
                </a:cubicBezTo>
                <a:cubicBezTo>
                  <a:pt x="11774" y="19425"/>
                  <a:pt x="10777" y="19264"/>
                  <a:pt x="9847" y="18951"/>
                </a:cubicBezTo>
                <a:cubicBezTo>
                  <a:pt x="8915" y="18635"/>
                  <a:pt x="8070" y="18212"/>
                  <a:pt x="7312" y="17679"/>
                </a:cubicBezTo>
                <a:cubicBezTo>
                  <a:pt x="7357" y="17645"/>
                  <a:pt x="7407" y="17608"/>
                  <a:pt x="7463" y="17572"/>
                </a:cubicBezTo>
                <a:cubicBezTo>
                  <a:pt x="7520" y="17538"/>
                  <a:pt x="7571" y="17501"/>
                  <a:pt x="7616" y="17464"/>
                </a:cubicBezTo>
                <a:cubicBezTo>
                  <a:pt x="8000" y="17518"/>
                  <a:pt x="8381" y="17546"/>
                  <a:pt x="8765" y="17546"/>
                </a:cubicBezTo>
                <a:cubicBezTo>
                  <a:pt x="10245" y="17546"/>
                  <a:pt x="11633" y="17292"/>
                  <a:pt x="12922" y="16782"/>
                </a:cubicBezTo>
                <a:cubicBezTo>
                  <a:pt x="14215" y="16271"/>
                  <a:pt x="15335" y="15577"/>
                  <a:pt x="16281" y="14691"/>
                </a:cubicBezTo>
                <a:cubicBezTo>
                  <a:pt x="17230" y="13802"/>
                  <a:pt x="17973" y="12758"/>
                  <a:pt x="18517" y="11559"/>
                </a:cubicBezTo>
                <a:cubicBezTo>
                  <a:pt x="19063" y="10365"/>
                  <a:pt x="19336" y="9075"/>
                  <a:pt x="19336" y="7696"/>
                </a:cubicBezTo>
                <a:cubicBezTo>
                  <a:pt x="19336" y="7326"/>
                  <a:pt x="19313" y="6954"/>
                  <a:pt x="19268" y="6564"/>
                </a:cubicBezTo>
                <a:cubicBezTo>
                  <a:pt x="19988" y="7267"/>
                  <a:pt x="20558" y="8054"/>
                  <a:pt x="20974" y="8926"/>
                </a:cubicBezTo>
                <a:cubicBezTo>
                  <a:pt x="21393" y="9801"/>
                  <a:pt x="21600" y="10737"/>
                  <a:pt x="21600" y="11737"/>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3" name="Shape 7323"/>
          <p:cNvSpPr/>
          <p:nvPr/>
        </p:nvSpPr>
        <p:spPr>
          <a:xfrm>
            <a:off x="20162054" y="5106825"/>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765" y="0"/>
                </a:moveTo>
                <a:cubicBezTo>
                  <a:pt x="9365" y="0"/>
                  <a:pt x="9963" y="50"/>
                  <a:pt x="10556" y="155"/>
                </a:cubicBezTo>
                <a:cubicBezTo>
                  <a:pt x="11152" y="259"/>
                  <a:pt x="11734" y="417"/>
                  <a:pt x="12303" y="632"/>
                </a:cubicBezTo>
                <a:cubicBezTo>
                  <a:pt x="12951" y="897"/>
                  <a:pt x="13588" y="1239"/>
                  <a:pt x="14219" y="1663"/>
                </a:cubicBezTo>
                <a:cubicBezTo>
                  <a:pt x="14850" y="2086"/>
                  <a:pt x="15413" y="2597"/>
                  <a:pt x="15905" y="3199"/>
                </a:cubicBezTo>
                <a:cubicBezTo>
                  <a:pt x="16396" y="3797"/>
                  <a:pt x="16792" y="4475"/>
                  <a:pt x="17088" y="5229"/>
                </a:cubicBezTo>
                <a:cubicBezTo>
                  <a:pt x="17383" y="5988"/>
                  <a:pt x="17531" y="6813"/>
                  <a:pt x="17531" y="7702"/>
                </a:cubicBezTo>
                <a:cubicBezTo>
                  <a:pt x="17531" y="8586"/>
                  <a:pt x="17383" y="9407"/>
                  <a:pt x="17088" y="10161"/>
                </a:cubicBezTo>
                <a:cubicBezTo>
                  <a:pt x="16792" y="10922"/>
                  <a:pt x="16396" y="11597"/>
                  <a:pt x="15905" y="12187"/>
                </a:cubicBezTo>
                <a:cubicBezTo>
                  <a:pt x="15413" y="12777"/>
                  <a:pt x="14850" y="13288"/>
                  <a:pt x="14219" y="13720"/>
                </a:cubicBezTo>
                <a:cubicBezTo>
                  <a:pt x="13588" y="14152"/>
                  <a:pt x="12951" y="14499"/>
                  <a:pt x="12303" y="14759"/>
                </a:cubicBezTo>
                <a:cubicBezTo>
                  <a:pt x="11148" y="15185"/>
                  <a:pt x="9967" y="15397"/>
                  <a:pt x="8765" y="15397"/>
                </a:cubicBezTo>
                <a:cubicBezTo>
                  <a:pt x="8487" y="15397"/>
                  <a:pt x="8214" y="15383"/>
                  <a:pt x="7948" y="15355"/>
                </a:cubicBezTo>
                <a:cubicBezTo>
                  <a:pt x="7682" y="15329"/>
                  <a:pt x="7409" y="15298"/>
                  <a:pt x="7131" y="15259"/>
                </a:cubicBezTo>
                <a:cubicBezTo>
                  <a:pt x="6006" y="16295"/>
                  <a:pt x="4742" y="16995"/>
                  <a:pt x="3346" y="17354"/>
                </a:cubicBezTo>
                <a:cubicBezTo>
                  <a:pt x="3196" y="17393"/>
                  <a:pt x="3033" y="17436"/>
                  <a:pt x="2862" y="17484"/>
                </a:cubicBezTo>
                <a:cubicBezTo>
                  <a:pt x="2687" y="17535"/>
                  <a:pt x="2520" y="17560"/>
                  <a:pt x="2353" y="17560"/>
                </a:cubicBezTo>
                <a:cubicBezTo>
                  <a:pt x="2264" y="17560"/>
                  <a:pt x="2181" y="17515"/>
                  <a:pt x="2111" y="17433"/>
                </a:cubicBezTo>
                <a:cubicBezTo>
                  <a:pt x="2040" y="17343"/>
                  <a:pt x="2005" y="17238"/>
                  <a:pt x="2005" y="17111"/>
                </a:cubicBezTo>
                <a:cubicBezTo>
                  <a:pt x="2005" y="17023"/>
                  <a:pt x="2033" y="16944"/>
                  <a:pt x="2090" y="16874"/>
                </a:cubicBezTo>
                <a:cubicBezTo>
                  <a:pt x="2146" y="16809"/>
                  <a:pt x="2196" y="16747"/>
                  <a:pt x="2240" y="16693"/>
                </a:cubicBezTo>
                <a:cubicBezTo>
                  <a:pt x="2624" y="16236"/>
                  <a:pt x="2897" y="15804"/>
                  <a:pt x="3059" y="15397"/>
                </a:cubicBezTo>
                <a:cubicBezTo>
                  <a:pt x="3219" y="14988"/>
                  <a:pt x="3354" y="14465"/>
                  <a:pt x="3457" y="13813"/>
                </a:cubicBezTo>
                <a:cubicBezTo>
                  <a:pt x="2984" y="13500"/>
                  <a:pt x="2539" y="13130"/>
                  <a:pt x="2123" y="12706"/>
                </a:cubicBezTo>
                <a:cubicBezTo>
                  <a:pt x="1706" y="12280"/>
                  <a:pt x="1341" y="11811"/>
                  <a:pt x="1023" y="11300"/>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7"/>
                  <a:pt x="3763" y="11510"/>
                  <a:pt x="4196" y="11812"/>
                </a:cubicBezTo>
                <a:cubicBezTo>
                  <a:pt x="4629" y="12122"/>
                  <a:pt x="5051" y="12407"/>
                  <a:pt x="5465" y="12679"/>
                </a:cubicBezTo>
                <a:lnTo>
                  <a:pt x="5239" y="14178"/>
                </a:lnTo>
                <a:cubicBezTo>
                  <a:pt x="5486" y="14020"/>
                  <a:pt x="5724" y="13828"/>
                  <a:pt x="5954" y="13610"/>
                </a:cubicBezTo>
                <a:cubicBezTo>
                  <a:pt x="6183" y="13396"/>
                  <a:pt x="6406" y="13190"/>
                  <a:pt x="6625" y="12989"/>
                </a:cubicBezTo>
                <a:cubicBezTo>
                  <a:pt x="6978" y="13043"/>
                  <a:pt x="7334" y="13099"/>
                  <a:pt x="7694" y="13153"/>
                </a:cubicBezTo>
                <a:cubicBezTo>
                  <a:pt x="8056" y="13209"/>
                  <a:pt x="8412" y="13232"/>
                  <a:pt x="8765" y="13232"/>
                </a:cubicBezTo>
                <a:cubicBezTo>
                  <a:pt x="9779" y="13232"/>
                  <a:pt x="10770" y="13049"/>
                  <a:pt x="11741" y="12679"/>
                </a:cubicBezTo>
                <a:cubicBezTo>
                  <a:pt x="12197" y="12518"/>
                  <a:pt x="12666" y="12281"/>
                  <a:pt x="13139" y="11979"/>
                </a:cubicBezTo>
                <a:cubicBezTo>
                  <a:pt x="13610" y="11671"/>
                  <a:pt x="14040" y="11307"/>
                  <a:pt x="14422" y="10880"/>
                </a:cubicBezTo>
                <a:cubicBezTo>
                  <a:pt x="14805" y="10459"/>
                  <a:pt x="15121" y="9981"/>
                  <a:pt x="15370" y="9453"/>
                </a:cubicBezTo>
                <a:cubicBezTo>
                  <a:pt x="15617" y="8928"/>
                  <a:pt x="15740" y="8344"/>
                  <a:pt x="15740" y="7703"/>
                </a:cubicBezTo>
                <a:cubicBezTo>
                  <a:pt x="15740" y="7056"/>
                  <a:pt x="15617" y="6463"/>
                  <a:pt x="15370" y="5927"/>
                </a:cubicBezTo>
                <a:cubicBezTo>
                  <a:pt x="15121" y="5390"/>
                  <a:pt x="14805" y="4916"/>
                  <a:pt x="14422" y="4501"/>
                </a:cubicBezTo>
                <a:cubicBezTo>
                  <a:pt x="14040" y="4086"/>
                  <a:pt x="13612" y="3727"/>
                  <a:pt x="13144" y="3419"/>
                </a:cubicBezTo>
                <a:cubicBezTo>
                  <a:pt x="12675" y="3112"/>
                  <a:pt x="12207" y="2877"/>
                  <a:pt x="11741" y="2719"/>
                </a:cubicBezTo>
                <a:cubicBezTo>
                  <a:pt x="11268" y="2510"/>
                  <a:pt x="10779" y="2366"/>
                  <a:pt x="10281" y="2281"/>
                </a:cubicBezTo>
                <a:cubicBezTo>
                  <a:pt x="9782" y="2202"/>
                  <a:pt x="9278" y="2160"/>
                  <a:pt x="8765" y="2160"/>
                </a:cubicBezTo>
                <a:moveTo>
                  <a:pt x="21600" y="11747"/>
                </a:moveTo>
                <a:cubicBezTo>
                  <a:pt x="21600" y="12430"/>
                  <a:pt x="21506" y="13076"/>
                  <a:pt x="21323" y="13672"/>
                </a:cubicBezTo>
                <a:cubicBezTo>
                  <a:pt x="21139" y="14274"/>
                  <a:pt x="20890" y="14830"/>
                  <a:pt x="20574" y="15341"/>
                </a:cubicBezTo>
                <a:cubicBezTo>
                  <a:pt x="20259" y="15855"/>
                  <a:pt x="19892" y="16324"/>
                  <a:pt x="19475" y="16747"/>
                </a:cubicBezTo>
                <a:cubicBezTo>
                  <a:pt x="19058" y="17173"/>
                  <a:pt x="18614" y="17543"/>
                  <a:pt x="18141" y="17857"/>
                </a:cubicBezTo>
                <a:cubicBezTo>
                  <a:pt x="18246" y="18506"/>
                  <a:pt x="18378" y="19031"/>
                  <a:pt x="18541" y="19441"/>
                </a:cubicBezTo>
                <a:cubicBezTo>
                  <a:pt x="18703" y="19842"/>
                  <a:pt x="18974" y="20276"/>
                  <a:pt x="19357" y="20737"/>
                </a:cubicBezTo>
                <a:cubicBezTo>
                  <a:pt x="19402" y="20790"/>
                  <a:pt x="19454" y="20858"/>
                  <a:pt x="19510" y="20931"/>
                </a:cubicBezTo>
                <a:cubicBezTo>
                  <a:pt x="19567" y="21008"/>
                  <a:pt x="19593" y="21092"/>
                  <a:pt x="19593" y="21183"/>
                </a:cubicBezTo>
                <a:cubicBezTo>
                  <a:pt x="19593" y="21327"/>
                  <a:pt x="19555" y="21431"/>
                  <a:pt x="19475" y="21499"/>
                </a:cubicBezTo>
                <a:cubicBezTo>
                  <a:pt x="19397" y="21569"/>
                  <a:pt x="19306" y="21600"/>
                  <a:pt x="19200" y="21600"/>
                </a:cubicBezTo>
                <a:cubicBezTo>
                  <a:pt x="19049" y="21600"/>
                  <a:pt x="18889" y="21572"/>
                  <a:pt x="18715" y="21527"/>
                </a:cubicBezTo>
                <a:cubicBezTo>
                  <a:pt x="18543" y="21473"/>
                  <a:pt x="18388" y="21434"/>
                  <a:pt x="18254" y="21397"/>
                </a:cubicBezTo>
                <a:cubicBezTo>
                  <a:pt x="16855" y="21027"/>
                  <a:pt x="15594" y="20330"/>
                  <a:pt x="14469" y="19302"/>
                </a:cubicBezTo>
                <a:cubicBezTo>
                  <a:pt x="14191" y="19339"/>
                  <a:pt x="13918" y="19370"/>
                  <a:pt x="13652" y="19395"/>
                </a:cubicBezTo>
                <a:cubicBezTo>
                  <a:pt x="13384" y="19424"/>
                  <a:pt x="13113" y="19440"/>
                  <a:pt x="12833" y="19440"/>
                </a:cubicBezTo>
                <a:cubicBezTo>
                  <a:pt x="11866" y="19440"/>
                  <a:pt x="10910" y="19294"/>
                  <a:pt x="9972" y="19003"/>
                </a:cubicBezTo>
                <a:cubicBezTo>
                  <a:pt x="9031" y="18718"/>
                  <a:pt x="8146" y="18280"/>
                  <a:pt x="7312" y="17693"/>
                </a:cubicBezTo>
                <a:lnTo>
                  <a:pt x="7616" y="17475"/>
                </a:lnTo>
                <a:cubicBezTo>
                  <a:pt x="8000" y="17532"/>
                  <a:pt x="8381" y="17560"/>
                  <a:pt x="8765" y="17560"/>
                </a:cubicBezTo>
                <a:cubicBezTo>
                  <a:pt x="10245" y="17560"/>
                  <a:pt x="11677" y="17280"/>
                  <a:pt x="13059" y="16721"/>
                </a:cubicBezTo>
                <a:cubicBezTo>
                  <a:pt x="13892" y="16388"/>
                  <a:pt x="14685" y="15936"/>
                  <a:pt x="15436" y="15375"/>
                </a:cubicBezTo>
                <a:cubicBezTo>
                  <a:pt x="16187" y="14813"/>
                  <a:pt x="16853" y="14149"/>
                  <a:pt x="17432" y="13381"/>
                </a:cubicBezTo>
                <a:cubicBezTo>
                  <a:pt x="18009" y="12619"/>
                  <a:pt x="18470" y="11760"/>
                  <a:pt x="18816" y="10815"/>
                </a:cubicBezTo>
                <a:cubicBezTo>
                  <a:pt x="19162" y="9865"/>
                  <a:pt x="19336" y="8831"/>
                  <a:pt x="19336" y="7702"/>
                </a:cubicBezTo>
                <a:cubicBezTo>
                  <a:pt x="19336" y="7332"/>
                  <a:pt x="19313" y="6957"/>
                  <a:pt x="19268" y="6567"/>
                </a:cubicBezTo>
                <a:cubicBezTo>
                  <a:pt x="19944" y="7216"/>
                  <a:pt x="20501" y="7979"/>
                  <a:pt x="20941" y="8854"/>
                </a:cubicBezTo>
                <a:cubicBezTo>
                  <a:pt x="21379" y="9727"/>
                  <a:pt x="21600" y="10692"/>
                  <a:pt x="21600" y="11747"/>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4" name="Shape 7324"/>
          <p:cNvSpPr/>
          <p:nvPr/>
        </p:nvSpPr>
        <p:spPr>
          <a:xfrm>
            <a:off x="21353229" y="5106825"/>
            <a:ext cx="621436"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06" y="0"/>
                </a:moveTo>
                <a:cubicBezTo>
                  <a:pt x="20301" y="0"/>
                  <a:pt x="20722" y="211"/>
                  <a:pt x="21074" y="631"/>
                </a:cubicBezTo>
                <a:cubicBezTo>
                  <a:pt x="21424" y="1054"/>
                  <a:pt x="21600" y="1565"/>
                  <a:pt x="21600" y="2165"/>
                </a:cubicBezTo>
                <a:lnTo>
                  <a:pt x="21600" y="19433"/>
                </a:lnTo>
                <a:cubicBezTo>
                  <a:pt x="21600" y="20023"/>
                  <a:pt x="21424" y="20534"/>
                  <a:pt x="21074" y="20957"/>
                </a:cubicBezTo>
                <a:cubicBezTo>
                  <a:pt x="20722" y="21386"/>
                  <a:pt x="20301" y="21600"/>
                  <a:pt x="19806" y="21600"/>
                </a:cubicBezTo>
                <a:lnTo>
                  <a:pt x="1804" y="21600"/>
                </a:lnTo>
                <a:cubicBezTo>
                  <a:pt x="1312" y="21600"/>
                  <a:pt x="888" y="21389"/>
                  <a:pt x="533" y="20966"/>
                </a:cubicBezTo>
                <a:cubicBezTo>
                  <a:pt x="176" y="20546"/>
                  <a:pt x="0" y="20035"/>
                  <a:pt x="0" y="19433"/>
                </a:cubicBezTo>
                <a:lnTo>
                  <a:pt x="0" y="2165"/>
                </a:lnTo>
                <a:cubicBezTo>
                  <a:pt x="0" y="1574"/>
                  <a:pt x="176" y="1066"/>
                  <a:pt x="526" y="637"/>
                </a:cubicBezTo>
                <a:cubicBezTo>
                  <a:pt x="878" y="211"/>
                  <a:pt x="1304" y="0"/>
                  <a:pt x="1804" y="0"/>
                </a:cubicBezTo>
                <a:lnTo>
                  <a:pt x="19806" y="0"/>
                </a:lnTo>
                <a:close/>
                <a:moveTo>
                  <a:pt x="19806" y="2165"/>
                </a:moveTo>
                <a:lnTo>
                  <a:pt x="1804" y="2165"/>
                </a:lnTo>
                <a:lnTo>
                  <a:pt x="1804" y="5930"/>
                </a:lnTo>
                <a:lnTo>
                  <a:pt x="19806" y="5930"/>
                </a:lnTo>
                <a:lnTo>
                  <a:pt x="19806" y="2165"/>
                </a:lnTo>
                <a:close/>
                <a:moveTo>
                  <a:pt x="19806" y="11348"/>
                </a:moveTo>
                <a:lnTo>
                  <a:pt x="1804" y="11348"/>
                </a:lnTo>
                <a:lnTo>
                  <a:pt x="1804" y="19433"/>
                </a:lnTo>
                <a:lnTo>
                  <a:pt x="19806" y="19433"/>
                </a:lnTo>
                <a:lnTo>
                  <a:pt x="19806" y="11348"/>
                </a:lnTo>
                <a:close/>
                <a:moveTo>
                  <a:pt x="6646" y="18084"/>
                </a:moveTo>
                <a:lnTo>
                  <a:pt x="3047" y="18084"/>
                </a:lnTo>
                <a:lnTo>
                  <a:pt x="3047" y="16466"/>
                </a:lnTo>
                <a:lnTo>
                  <a:pt x="6646" y="16466"/>
                </a:lnTo>
                <a:lnTo>
                  <a:pt x="6646" y="18084"/>
                </a:lnTo>
                <a:close/>
                <a:moveTo>
                  <a:pt x="13150" y="18084"/>
                </a:moveTo>
                <a:lnTo>
                  <a:pt x="7922" y="18084"/>
                </a:lnTo>
                <a:lnTo>
                  <a:pt x="7922" y="16466"/>
                </a:lnTo>
                <a:lnTo>
                  <a:pt x="13150" y="16466"/>
                </a:lnTo>
                <a:lnTo>
                  <a:pt x="13150" y="1808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5" name="Shape 7325"/>
          <p:cNvSpPr/>
          <p:nvPr/>
        </p:nvSpPr>
        <p:spPr>
          <a:xfrm>
            <a:off x="22567411" y="4080359"/>
            <a:ext cx="567210" cy="4552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2293" y="0"/>
                  <a:pt x="13697" y="342"/>
                  <a:pt x="15005" y="1019"/>
                </a:cubicBezTo>
                <a:cubicBezTo>
                  <a:pt x="16316" y="1698"/>
                  <a:pt x="17461" y="2628"/>
                  <a:pt x="18442" y="3806"/>
                </a:cubicBezTo>
                <a:cubicBezTo>
                  <a:pt x="19421" y="4981"/>
                  <a:pt x="20194" y="6354"/>
                  <a:pt x="20756" y="7923"/>
                </a:cubicBezTo>
                <a:cubicBezTo>
                  <a:pt x="21320" y="9498"/>
                  <a:pt x="21600" y="11175"/>
                  <a:pt x="21600" y="12957"/>
                </a:cubicBezTo>
                <a:cubicBezTo>
                  <a:pt x="21600" y="13674"/>
                  <a:pt x="21545" y="14403"/>
                  <a:pt x="21435" y="15148"/>
                </a:cubicBezTo>
                <a:cubicBezTo>
                  <a:pt x="21322" y="15894"/>
                  <a:pt x="21161" y="16625"/>
                  <a:pt x="20953" y="17339"/>
                </a:cubicBezTo>
                <a:cubicBezTo>
                  <a:pt x="20741" y="18059"/>
                  <a:pt x="20477" y="18744"/>
                  <a:pt x="20163" y="19404"/>
                </a:cubicBezTo>
                <a:cubicBezTo>
                  <a:pt x="19851" y="20057"/>
                  <a:pt x="19498" y="20656"/>
                  <a:pt x="19107" y="21200"/>
                </a:cubicBezTo>
                <a:cubicBezTo>
                  <a:pt x="18932" y="21468"/>
                  <a:pt x="18704" y="21600"/>
                  <a:pt x="18430" y="21600"/>
                </a:cubicBezTo>
                <a:lnTo>
                  <a:pt x="3170" y="21600"/>
                </a:lnTo>
                <a:cubicBezTo>
                  <a:pt x="2887" y="21600"/>
                  <a:pt x="2661" y="21468"/>
                  <a:pt x="2493" y="21200"/>
                </a:cubicBezTo>
                <a:cubicBezTo>
                  <a:pt x="2088" y="20656"/>
                  <a:pt x="1730" y="20057"/>
                  <a:pt x="1425" y="19404"/>
                </a:cubicBezTo>
                <a:cubicBezTo>
                  <a:pt x="1118" y="18744"/>
                  <a:pt x="859" y="18059"/>
                  <a:pt x="650" y="17339"/>
                </a:cubicBezTo>
                <a:cubicBezTo>
                  <a:pt x="439" y="16625"/>
                  <a:pt x="278" y="15894"/>
                  <a:pt x="165" y="15148"/>
                </a:cubicBezTo>
                <a:cubicBezTo>
                  <a:pt x="55" y="14403"/>
                  <a:pt x="0" y="13674"/>
                  <a:pt x="0" y="12957"/>
                </a:cubicBezTo>
                <a:cubicBezTo>
                  <a:pt x="0" y="11163"/>
                  <a:pt x="280" y="9487"/>
                  <a:pt x="844" y="7917"/>
                </a:cubicBezTo>
                <a:cubicBezTo>
                  <a:pt x="1406" y="6354"/>
                  <a:pt x="2179" y="4981"/>
                  <a:pt x="3158" y="3806"/>
                </a:cubicBezTo>
                <a:cubicBezTo>
                  <a:pt x="4140" y="2628"/>
                  <a:pt x="5284" y="1698"/>
                  <a:pt x="6595" y="1019"/>
                </a:cubicBezTo>
                <a:cubicBezTo>
                  <a:pt x="7903" y="342"/>
                  <a:pt x="9304" y="0"/>
                  <a:pt x="10800" y="0"/>
                </a:cubicBezTo>
                <a:moveTo>
                  <a:pt x="3148" y="14572"/>
                </a:moveTo>
                <a:cubicBezTo>
                  <a:pt x="3523" y="14572"/>
                  <a:pt x="3842" y="14414"/>
                  <a:pt x="4101" y="14100"/>
                </a:cubicBezTo>
                <a:cubicBezTo>
                  <a:pt x="4360" y="13792"/>
                  <a:pt x="4492" y="13409"/>
                  <a:pt x="4492" y="12957"/>
                </a:cubicBezTo>
                <a:cubicBezTo>
                  <a:pt x="4492" y="12508"/>
                  <a:pt x="4360" y="12128"/>
                  <a:pt x="4096" y="11823"/>
                </a:cubicBezTo>
                <a:cubicBezTo>
                  <a:pt x="3832" y="11512"/>
                  <a:pt x="3516" y="11359"/>
                  <a:pt x="3148" y="11359"/>
                </a:cubicBezTo>
                <a:cubicBezTo>
                  <a:pt x="2772" y="11359"/>
                  <a:pt x="2455" y="11512"/>
                  <a:pt x="2200" y="11823"/>
                </a:cubicBezTo>
                <a:cubicBezTo>
                  <a:pt x="1943" y="12128"/>
                  <a:pt x="1814" y="12508"/>
                  <a:pt x="1814" y="12957"/>
                </a:cubicBezTo>
                <a:cubicBezTo>
                  <a:pt x="1814" y="13409"/>
                  <a:pt x="1943" y="13792"/>
                  <a:pt x="2200" y="14100"/>
                </a:cubicBezTo>
                <a:cubicBezTo>
                  <a:pt x="2455" y="14414"/>
                  <a:pt x="2772" y="14572"/>
                  <a:pt x="3148" y="14572"/>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6" y="15053"/>
                </a:moveTo>
                <a:cubicBezTo>
                  <a:pt x="12027" y="14924"/>
                  <a:pt x="12085" y="14673"/>
                  <a:pt x="12173" y="14293"/>
                </a:cubicBezTo>
                <a:cubicBezTo>
                  <a:pt x="12262" y="13919"/>
                  <a:pt x="12365" y="13478"/>
                  <a:pt x="12483" y="12978"/>
                </a:cubicBezTo>
                <a:cubicBezTo>
                  <a:pt x="12600" y="12476"/>
                  <a:pt x="12728" y="11955"/>
                  <a:pt x="12862" y="11405"/>
                </a:cubicBezTo>
                <a:cubicBezTo>
                  <a:pt x="12997" y="10861"/>
                  <a:pt x="13114" y="10351"/>
                  <a:pt x="13213" y="9881"/>
                </a:cubicBezTo>
                <a:cubicBezTo>
                  <a:pt x="13313" y="9415"/>
                  <a:pt x="13400" y="9009"/>
                  <a:pt x="13472" y="8669"/>
                </a:cubicBezTo>
                <a:cubicBezTo>
                  <a:pt x="13544" y="8329"/>
                  <a:pt x="13580" y="8131"/>
                  <a:pt x="13580" y="8076"/>
                </a:cubicBezTo>
                <a:cubicBezTo>
                  <a:pt x="13580" y="7869"/>
                  <a:pt x="13513" y="7681"/>
                  <a:pt x="13380" y="7526"/>
                </a:cubicBezTo>
                <a:cubicBezTo>
                  <a:pt x="13246" y="7371"/>
                  <a:pt x="13090" y="7293"/>
                  <a:pt x="12915" y="7293"/>
                </a:cubicBezTo>
                <a:cubicBezTo>
                  <a:pt x="12761" y="7293"/>
                  <a:pt x="12625" y="7345"/>
                  <a:pt x="12507" y="7457"/>
                </a:cubicBezTo>
                <a:cubicBezTo>
                  <a:pt x="12387" y="7566"/>
                  <a:pt x="12305" y="7710"/>
                  <a:pt x="12260" y="7886"/>
                </a:cubicBezTo>
                <a:lnTo>
                  <a:pt x="10706" y="14599"/>
                </a:lnTo>
                <a:cubicBezTo>
                  <a:pt x="10408" y="14619"/>
                  <a:pt x="10125" y="14696"/>
                  <a:pt x="9856" y="14840"/>
                </a:cubicBezTo>
                <a:cubicBezTo>
                  <a:pt x="9590" y="14984"/>
                  <a:pt x="9357" y="15174"/>
                  <a:pt x="9163" y="15419"/>
                </a:cubicBezTo>
                <a:cubicBezTo>
                  <a:pt x="8966" y="15664"/>
                  <a:pt x="8812" y="15946"/>
                  <a:pt x="8702" y="16266"/>
                </a:cubicBezTo>
                <a:cubicBezTo>
                  <a:pt x="8591" y="16588"/>
                  <a:pt x="8536" y="16928"/>
                  <a:pt x="8536" y="17285"/>
                </a:cubicBezTo>
                <a:cubicBezTo>
                  <a:pt x="8536" y="18039"/>
                  <a:pt x="8755" y="18678"/>
                  <a:pt x="9196" y="19199"/>
                </a:cubicBezTo>
                <a:cubicBezTo>
                  <a:pt x="9638" y="19726"/>
                  <a:pt x="10171" y="19988"/>
                  <a:pt x="10800" y="19988"/>
                </a:cubicBezTo>
                <a:cubicBezTo>
                  <a:pt x="11429" y="19988"/>
                  <a:pt x="11962" y="19726"/>
                  <a:pt x="12404" y="19199"/>
                </a:cubicBezTo>
                <a:cubicBezTo>
                  <a:pt x="12843" y="18678"/>
                  <a:pt x="13064" y="18039"/>
                  <a:pt x="13064" y="17285"/>
                </a:cubicBezTo>
                <a:cubicBezTo>
                  <a:pt x="13064" y="16836"/>
                  <a:pt x="12963" y="16418"/>
                  <a:pt x="12764" y="16032"/>
                </a:cubicBezTo>
                <a:cubicBezTo>
                  <a:pt x="12565" y="15646"/>
                  <a:pt x="12308" y="15321"/>
                  <a:pt x="11996" y="15053"/>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5" y="5390"/>
                  <a:pt x="11494" y="5237"/>
                  <a:pt x="11753" y="4926"/>
                </a:cubicBezTo>
                <a:cubicBezTo>
                  <a:pt x="12015" y="4621"/>
                  <a:pt x="12145" y="4241"/>
                  <a:pt x="12145" y="3792"/>
                </a:cubicBezTo>
                <a:cubicBezTo>
                  <a:pt x="12145" y="3343"/>
                  <a:pt x="12015" y="2960"/>
                  <a:pt x="11753" y="2646"/>
                </a:cubicBezTo>
                <a:cubicBezTo>
                  <a:pt x="11494" y="2335"/>
                  <a:pt x="11175" y="2176"/>
                  <a:pt x="10800" y="2176"/>
                </a:cubicBezTo>
                <a:moveTo>
                  <a:pt x="14845" y="6466"/>
                </a:moveTo>
                <a:cubicBezTo>
                  <a:pt x="14845" y="6916"/>
                  <a:pt x="14979" y="7299"/>
                  <a:pt x="15248" y="7609"/>
                </a:cubicBezTo>
                <a:cubicBezTo>
                  <a:pt x="15514" y="7920"/>
                  <a:pt x="15836" y="8076"/>
                  <a:pt x="16213" y="8076"/>
                </a:cubicBezTo>
                <a:cubicBezTo>
                  <a:pt x="16587" y="8076"/>
                  <a:pt x="16904" y="7920"/>
                  <a:pt x="17165" y="7609"/>
                </a:cubicBezTo>
                <a:cubicBezTo>
                  <a:pt x="17427" y="7299"/>
                  <a:pt x="17556" y="6915"/>
                  <a:pt x="17556" y="6466"/>
                </a:cubicBezTo>
                <a:cubicBezTo>
                  <a:pt x="17556" y="6014"/>
                  <a:pt x="17427" y="5634"/>
                  <a:pt x="17165" y="5326"/>
                </a:cubicBezTo>
                <a:cubicBezTo>
                  <a:pt x="16904" y="5021"/>
                  <a:pt x="16587" y="4866"/>
                  <a:pt x="16213" y="4866"/>
                </a:cubicBezTo>
                <a:cubicBezTo>
                  <a:pt x="15836" y="4866"/>
                  <a:pt x="15514" y="5021"/>
                  <a:pt x="15248" y="5326"/>
                </a:cubicBezTo>
                <a:cubicBezTo>
                  <a:pt x="14979" y="5634"/>
                  <a:pt x="14845" y="6014"/>
                  <a:pt x="14845" y="6466"/>
                </a:cubicBezTo>
                <a:moveTo>
                  <a:pt x="18452" y="14572"/>
                </a:moveTo>
                <a:cubicBezTo>
                  <a:pt x="18829" y="14572"/>
                  <a:pt x="19143" y="14414"/>
                  <a:pt x="19400" y="14100"/>
                </a:cubicBezTo>
                <a:cubicBezTo>
                  <a:pt x="19657" y="13792"/>
                  <a:pt x="19786" y="13409"/>
                  <a:pt x="19786" y="12957"/>
                </a:cubicBezTo>
                <a:cubicBezTo>
                  <a:pt x="19786" y="12508"/>
                  <a:pt x="19656" y="12128"/>
                  <a:pt x="19400" y="11823"/>
                </a:cubicBezTo>
                <a:cubicBezTo>
                  <a:pt x="19143" y="11512"/>
                  <a:pt x="18829" y="11359"/>
                  <a:pt x="18452" y="11359"/>
                </a:cubicBezTo>
                <a:cubicBezTo>
                  <a:pt x="18077" y="11359"/>
                  <a:pt x="17758" y="11512"/>
                  <a:pt x="17499" y="11823"/>
                </a:cubicBezTo>
                <a:cubicBezTo>
                  <a:pt x="17237" y="12128"/>
                  <a:pt x="17108" y="12508"/>
                  <a:pt x="17108" y="12957"/>
                </a:cubicBezTo>
                <a:cubicBezTo>
                  <a:pt x="17108" y="13409"/>
                  <a:pt x="17237" y="13792"/>
                  <a:pt x="17499" y="14100"/>
                </a:cubicBezTo>
                <a:cubicBezTo>
                  <a:pt x="17758" y="14414"/>
                  <a:pt x="18077" y="14572"/>
                  <a:pt x="18452" y="1457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6" name="Shape 7326"/>
          <p:cNvSpPr/>
          <p:nvPr/>
        </p:nvSpPr>
        <p:spPr>
          <a:xfrm>
            <a:off x="15662729" y="9149205"/>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5" y="0"/>
                  <a:pt x="13706" y="279"/>
                  <a:pt x="15015" y="844"/>
                </a:cubicBezTo>
                <a:cubicBezTo>
                  <a:pt x="16323" y="1406"/>
                  <a:pt x="17467" y="2177"/>
                  <a:pt x="18450" y="3154"/>
                </a:cubicBezTo>
                <a:cubicBezTo>
                  <a:pt x="19433" y="4134"/>
                  <a:pt x="20205" y="5277"/>
                  <a:pt x="20761" y="6590"/>
                </a:cubicBezTo>
                <a:cubicBezTo>
                  <a:pt x="21324" y="7901"/>
                  <a:pt x="21600" y="9304"/>
                  <a:pt x="21600" y="10798"/>
                </a:cubicBezTo>
                <a:cubicBezTo>
                  <a:pt x="21600" y="12296"/>
                  <a:pt x="21324" y="13699"/>
                  <a:pt x="20761" y="15012"/>
                </a:cubicBezTo>
                <a:cubicBezTo>
                  <a:pt x="20205" y="16323"/>
                  <a:pt x="19433" y="17466"/>
                  <a:pt x="18450" y="18443"/>
                </a:cubicBezTo>
                <a:cubicBezTo>
                  <a:pt x="17467" y="19423"/>
                  <a:pt x="16323" y="20191"/>
                  <a:pt x="15015" y="20756"/>
                </a:cubicBezTo>
                <a:cubicBezTo>
                  <a:pt x="13706" y="21321"/>
                  <a:pt x="12305" y="21600"/>
                  <a:pt x="10808" y="21600"/>
                </a:cubicBezTo>
                <a:cubicBezTo>
                  <a:pt x="9309" y="21600"/>
                  <a:pt x="7905" y="21321"/>
                  <a:pt x="6594" y="20756"/>
                </a:cubicBezTo>
                <a:cubicBezTo>
                  <a:pt x="5280" y="20191"/>
                  <a:pt x="4136" y="19423"/>
                  <a:pt x="3158" y="18443"/>
                </a:cubicBezTo>
                <a:cubicBezTo>
                  <a:pt x="2181" y="17466"/>
                  <a:pt x="1409" y="16323"/>
                  <a:pt x="847" y="15012"/>
                </a:cubicBezTo>
                <a:cubicBezTo>
                  <a:pt x="282" y="13699"/>
                  <a:pt x="0" y="12296"/>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8" y="0"/>
                </a:cubicBezTo>
                <a:moveTo>
                  <a:pt x="10808" y="18359"/>
                </a:moveTo>
                <a:cubicBezTo>
                  <a:pt x="11864" y="18359"/>
                  <a:pt x="12845" y="18158"/>
                  <a:pt x="13757" y="17763"/>
                </a:cubicBezTo>
                <a:cubicBezTo>
                  <a:pt x="14667" y="17368"/>
                  <a:pt x="15464" y="16826"/>
                  <a:pt x="16150" y="16142"/>
                </a:cubicBezTo>
                <a:cubicBezTo>
                  <a:pt x="16837" y="15453"/>
                  <a:pt x="17377" y="14657"/>
                  <a:pt x="17775" y="13747"/>
                </a:cubicBezTo>
                <a:cubicBezTo>
                  <a:pt x="18170" y="12838"/>
                  <a:pt x="18368" y="11855"/>
                  <a:pt x="18368" y="10798"/>
                </a:cubicBezTo>
                <a:cubicBezTo>
                  <a:pt x="18368" y="9745"/>
                  <a:pt x="18170" y="8762"/>
                  <a:pt x="17775" y="7853"/>
                </a:cubicBezTo>
                <a:cubicBezTo>
                  <a:pt x="17377" y="6943"/>
                  <a:pt x="16837" y="6144"/>
                  <a:pt x="16150" y="5458"/>
                </a:cubicBezTo>
                <a:cubicBezTo>
                  <a:pt x="15464" y="4775"/>
                  <a:pt x="14664" y="4235"/>
                  <a:pt x="13749" y="3837"/>
                </a:cubicBezTo>
                <a:cubicBezTo>
                  <a:pt x="12833" y="3442"/>
                  <a:pt x="11856" y="3241"/>
                  <a:pt x="10808"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5"/>
                  <a:pt x="3446" y="12838"/>
                  <a:pt x="3842" y="13747"/>
                </a:cubicBezTo>
                <a:cubicBezTo>
                  <a:pt x="4238" y="14657"/>
                  <a:pt x="4777" y="15453"/>
                  <a:pt x="5458" y="16142"/>
                </a:cubicBezTo>
                <a:cubicBezTo>
                  <a:pt x="6139" y="16826"/>
                  <a:pt x="6936" y="17368"/>
                  <a:pt x="7851" y="17763"/>
                </a:cubicBezTo>
                <a:cubicBezTo>
                  <a:pt x="8764" y="18158"/>
                  <a:pt x="9753" y="18359"/>
                  <a:pt x="10808" y="18359"/>
                </a:cubicBezTo>
                <a:moveTo>
                  <a:pt x="15515" y="10798"/>
                </a:moveTo>
                <a:cubicBezTo>
                  <a:pt x="15758" y="10798"/>
                  <a:pt x="15927" y="10915"/>
                  <a:pt x="16015" y="11138"/>
                </a:cubicBezTo>
                <a:cubicBezTo>
                  <a:pt x="16105" y="11364"/>
                  <a:pt x="16060" y="11559"/>
                  <a:pt x="15879" y="11720"/>
                </a:cubicBezTo>
                <a:lnTo>
                  <a:pt x="11186" y="16396"/>
                </a:lnTo>
                <a:cubicBezTo>
                  <a:pt x="11059" y="16489"/>
                  <a:pt x="10935" y="16532"/>
                  <a:pt x="10808" y="16532"/>
                </a:cubicBezTo>
                <a:cubicBezTo>
                  <a:pt x="10682" y="16532"/>
                  <a:pt x="10549" y="16489"/>
                  <a:pt x="10414" y="16396"/>
                </a:cubicBezTo>
                <a:lnTo>
                  <a:pt x="5735" y="11720"/>
                </a:lnTo>
                <a:cubicBezTo>
                  <a:pt x="5554" y="11559"/>
                  <a:pt x="5509" y="11364"/>
                  <a:pt x="5599" y="11138"/>
                </a:cubicBezTo>
                <a:cubicBezTo>
                  <a:pt x="5690" y="10915"/>
                  <a:pt x="5857" y="10798"/>
                  <a:pt x="6099" y="10798"/>
                </a:cubicBezTo>
                <a:lnTo>
                  <a:pt x="8914" y="10798"/>
                </a:lnTo>
                <a:lnTo>
                  <a:pt x="8914" y="5961"/>
                </a:lnTo>
                <a:cubicBezTo>
                  <a:pt x="8914" y="5814"/>
                  <a:pt x="8964" y="5684"/>
                  <a:pt x="9069" y="5574"/>
                </a:cubicBezTo>
                <a:cubicBezTo>
                  <a:pt x="9174" y="5461"/>
                  <a:pt x="9298" y="5404"/>
                  <a:pt x="9442" y="5404"/>
                </a:cubicBezTo>
                <a:lnTo>
                  <a:pt x="12161" y="5404"/>
                </a:lnTo>
                <a:cubicBezTo>
                  <a:pt x="12305" y="5404"/>
                  <a:pt x="12429" y="5458"/>
                  <a:pt x="12531" y="5565"/>
                </a:cubicBezTo>
                <a:cubicBezTo>
                  <a:pt x="12636" y="5676"/>
                  <a:pt x="12689" y="5806"/>
                  <a:pt x="12689" y="5961"/>
                </a:cubicBezTo>
                <a:lnTo>
                  <a:pt x="12689" y="10798"/>
                </a:lnTo>
                <a:lnTo>
                  <a:pt x="15515" y="1079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7" name="Shape 7327"/>
          <p:cNvSpPr/>
          <p:nvPr/>
        </p:nvSpPr>
        <p:spPr>
          <a:xfrm>
            <a:off x="12172011" y="5103169"/>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43" y="11870"/>
                </a:moveTo>
                <a:cubicBezTo>
                  <a:pt x="21268" y="11870"/>
                  <a:pt x="21375" y="11923"/>
                  <a:pt x="21466" y="12025"/>
                </a:cubicBezTo>
                <a:cubicBezTo>
                  <a:pt x="21554" y="12128"/>
                  <a:pt x="21600" y="12257"/>
                  <a:pt x="21600" y="12419"/>
                </a:cubicBezTo>
                <a:lnTo>
                  <a:pt x="21600" y="21054"/>
                </a:lnTo>
                <a:cubicBezTo>
                  <a:pt x="21600" y="21415"/>
                  <a:pt x="21449" y="21600"/>
                  <a:pt x="21143" y="21600"/>
                </a:cubicBezTo>
                <a:lnTo>
                  <a:pt x="457" y="21600"/>
                </a:lnTo>
                <a:cubicBezTo>
                  <a:pt x="151" y="21600"/>
                  <a:pt x="0" y="21418"/>
                  <a:pt x="0" y="21054"/>
                </a:cubicBezTo>
                <a:lnTo>
                  <a:pt x="0" y="12419"/>
                </a:lnTo>
                <a:cubicBezTo>
                  <a:pt x="0" y="12269"/>
                  <a:pt x="44" y="12140"/>
                  <a:pt x="134" y="12031"/>
                </a:cubicBezTo>
                <a:cubicBezTo>
                  <a:pt x="225" y="11925"/>
                  <a:pt x="332" y="11870"/>
                  <a:pt x="457" y="11870"/>
                </a:cubicBezTo>
                <a:lnTo>
                  <a:pt x="3140" y="11870"/>
                </a:lnTo>
                <a:cubicBezTo>
                  <a:pt x="3265" y="11870"/>
                  <a:pt x="3373" y="11922"/>
                  <a:pt x="3464" y="12025"/>
                </a:cubicBezTo>
                <a:cubicBezTo>
                  <a:pt x="3552" y="12128"/>
                  <a:pt x="3598" y="12257"/>
                  <a:pt x="3598" y="12419"/>
                </a:cubicBezTo>
                <a:lnTo>
                  <a:pt x="3598" y="17283"/>
                </a:lnTo>
                <a:lnTo>
                  <a:pt x="18002" y="17283"/>
                </a:lnTo>
                <a:lnTo>
                  <a:pt x="18002" y="12419"/>
                </a:lnTo>
                <a:cubicBezTo>
                  <a:pt x="18002" y="12269"/>
                  <a:pt x="18048" y="12140"/>
                  <a:pt x="18136" y="12031"/>
                </a:cubicBezTo>
                <a:cubicBezTo>
                  <a:pt x="18227" y="11925"/>
                  <a:pt x="18335" y="11869"/>
                  <a:pt x="18460" y="11869"/>
                </a:cubicBezTo>
                <a:lnTo>
                  <a:pt x="21143"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9" y="0"/>
                </a:lnTo>
                <a:cubicBezTo>
                  <a:pt x="12858" y="0"/>
                  <a:pt x="13074" y="105"/>
                  <a:pt x="13250" y="317"/>
                </a:cubicBezTo>
                <a:cubicBezTo>
                  <a:pt x="13426" y="525"/>
                  <a:pt x="13514" y="778"/>
                  <a:pt x="13514" y="1069"/>
                </a:cubicBezTo>
                <a:lnTo>
                  <a:pt x="13514" y="8085"/>
                </a:lnTo>
                <a:lnTo>
                  <a:pt x="17111" y="8085"/>
                </a:lnTo>
                <a:cubicBezTo>
                  <a:pt x="17353" y="8085"/>
                  <a:pt x="17500" y="8162"/>
                  <a:pt x="17546" y="8317"/>
                </a:cubicBezTo>
                <a:cubicBezTo>
                  <a:pt x="17593" y="8473"/>
                  <a:pt x="17529" y="8658"/>
                  <a:pt x="17358" y="8873"/>
                </a:cubicBezTo>
                <a:lnTo>
                  <a:pt x="11450" y="15988"/>
                </a:lnTo>
                <a:cubicBezTo>
                  <a:pt x="11272" y="16202"/>
                  <a:pt x="11054" y="16308"/>
                  <a:pt x="10799" y="16305"/>
                </a:cubicBezTo>
                <a:cubicBezTo>
                  <a:pt x="10546" y="16299"/>
                  <a:pt x="10328" y="16193"/>
                  <a:pt x="10150" y="15988"/>
                </a:cubicBezTo>
                <a:lnTo>
                  <a:pt x="4242" y="887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8" name="Shape 7328"/>
          <p:cNvSpPr/>
          <p:nvPr/>
        </p:nvSpPr>
        <p:spPr>
          <a:xfrm>
            <a:off x="13354017" y="5103169"/>
            <a:ext cx="468770" cy="455278"/>
          </a:xfrm>
          <a:custGeom>
            <a:avLst/>
            <a:gdLst/>
            <a:ahLst/>
            <a:cxnLst>
              <a:cxn ang="0">
                <a:pos x="wd2" y="hd2"/>
              </a:cxn>
              <a:cxn ang="5400000">
                <a:pos x="wd2" y="hd2"/>
              </a:cxn>
              <a:cxn ang="10800000">
                <a:pos x="wd2" y="hd2"/>
              </a:cxn>
              <a:cxn ang="16200000">
                <a:pos x="wd2" y="hd2"/>
              </a:cxn>
            </a:cxnLst>
            <a:rect l="0" t="0" r="r" b="b"/>
            <a:pathLst>
              <a:path w="21597" h="21600" fill="norm" stroke="1" extrusionOk="0">
                <a:moveTo>
                  <a:pt x="17527" y="11040"/>
                </a:moveTo>
                <a:lnTo>
                  <a:pt x="19787" y="8346"/>
                </a:lnTo>
                <a:lnTo>
                  <a:pt x="19787" y="17289"/>
                </a:lnTo>
                <a:cubicBezTo>
                  <a:pt x="19787" y="17879"/>
                  <a:pt x="19689" y="18436"/>
                  <a:pt x="19494" y="18955"/>
                </a:cubicBezTo>
                <a:cubicBezTo>
                  <a:pt x="19298" y="19471"/>
                  <a:pt x="19039" y="19929"/>
                  <a:pt x="18711" y="20325"/>
                </a:cubicBezTo>
                <a:cubicBezTo>
                  <a:pt x="18383" y="20715"/>
                  <a:pt x="18004" y="21029"/>
                  <a:pt x="17574" y="21257"/>
                </a:cubicBezTo>
                <a:cubicBezTo>
                  <a:pt x="17145" y="21486"/>
                  <a:pt x="16681" y="21600"/>
                  <a:pt x="16179" y="21600"/>
                </a:cubicBezTo>
                <a:lnTo>
                  <a:pt x="3593" y="21600"/>
                </a:lnTo>
                <a:cubicBezTo>
                  <a:pt x="3101" y="21600"/>
                  <a:pt x="2634" y="21486"/>
                  <a:pt x="2193" y="21257"/>
                </a:cubicBezTo>
                <a:cubicBezTo>
                  <a:pt x="1753" y="21029"/>
                  <a:pt x="1372" y="20712"/>
                  <a:pt x="1051" y="20325"/>
                </a:cubicBezTo>
                <a:cubicBezTo>
                  <a:pt x="733" y="19929"/>
                  <a:pt x="476" y="19471"/>
                  <a:pt x="286" y="18955"/>
                </a:cubicBezTo>
                <a:cubicBezTo>
                  <a:pt x="95" y="18433"/>
                  <a:pt x="0" y="17879"/>
                  <a:pt x="0" y="17289"/>
                </a:cubicBezTo>
                <a:lnTo>
                  <a:pt x="0" y="4340"/>
                </a:lnTo>
                <a:cubicBezTo>
                  <a:pt x="0" y="3751"/>
                  <a:pt x="95" y="3193"/>
                  <a:pt x="286" y="2662"/>
                </a:cubicBezTo>
                <a:cubicBezTo>
                  <a:pt x="476" y="2134"/>
                  <a:pt x="733" y="1677"/>
                  <a:pt x="1051" y="1293"/>
                </a:cubicBezTo>
                <a:cubicBezTo>
                  <a:pt x="1372" y="914"/>
                  <a:pt x="1753" y="607"/>
                  <a:pt x="2193" y="378"/>
                </a:cubicBezTo>
                <a:cubicBezTo>
                  <a:pt x="2634" y="149"/>
                  <a:pt x="3101" y="35"/>
                  <a:pt x="3593" y="35"/>
                </a:cubicBezTo>
                <a:lnTo>
                  <a:pt x="16179" y="35"/>
                </a:lnTo>
                <a:cubicBezTo>
                  <a:pt x="16211" y="35"/>
                  <a:pt x="16253" y="40"/>
                  <a:pt x="16304" y="46"/>
                </a:cubicBezTo>
                <a:cubicBezTo>
                  <a:pt x="16355" y="58"/>
                  <a:pt x="16395" y="64"/>
                  <a:pt x="16426" y="64"/>
                </a:cubicBezTo>
                <a:lnTo>
                  <a:pt x="14191" y="2745"/>
                </a:lnTo>
                <a:lnTo>
                  <a:pt x="3593" y="2745"/>
                </a:lnTo>
                <a:cubicBezTo>
                  <a:pt x="3226" y="2745"/>
                  <a:pt x="2913" y="2900"/>
                  <a:pt x="2651" y="3214"/>
                </a:cubicBezTo>
                <a:cubicBezTo>
                  <a:pt x="2389" y="3528"/>
                  <a:pt x="2260" y="3906"/>
                  <a:pt x="2260" y="4343"/>
                </a:cubicBezTo>
                <a:lnTo>
                  <a:pt x="2260" y="17289"/>
                </a:lnTo>
                <a:cubicBezTo>
                  <a:pt x="2260" y="17729"/>
                  <a:pt x="2389" y="18108"/>
                  <a:pt x="2651" y="18424"/>
                </a:cubicBezTo>
                <a:cubicBezTo>
                  <a:pt x="2913" y="18732"/>
                  <a:pt x="3226" y="18894"/>
                  <a:pt x="3593" y="18894"/>
                </a:cubicBezTo>
                <a:lnTo>
                  <a:pt x="16179" y="18894"/>
                </a:lnTo>
                <a:cubicBezTo>
                  <a:pt x="16546" y="18894"/>
                  <a:pt x="16864" y="18732"/>
                  <a:pt x="17128" y="18424"/>
                </a:cubicBezTo>
                <a:cubicBezTo>
                  <a:pt x="17395" y="18111"/>
                  <a:pt x="17527" y="17732"/>
                  <a:pt x="17527" y="17289"/>
                </a:cubicBezTo>
                <a:lnTo>
                  <a:pt x="17527" y="11040"/>
                </a:lnTo>
                <a:close/>
                <a:moveTo>
                  <a:pt x="18875" y="6393"/>
                </a:moveTo>
                <a:lnTo>
                  <a:pt x="11251" y="15535"/>
                </a:lnTo>
                <a:lnTo>
                  <a:pt x="7386" y="17055"/>
                </a:lnTo>
                <a:lnTo>
                  <a:pt x="8651" y="12433"/>
                </a:lnTo>
                <a:lnTo>
                  <a:pt x="16287" y="3278"/>
                </a:lnTo>
                <a:lnTo>
                  <a:pt x="18875" y="6393"/>
                </a:lnTo>
                <a:close/>
                <a:moveTo>
                  <a:pt x="16524" y="5607"/>
                </a:moveTo>
                <a:cubicBezTo>
                  <a:pt x="16664" y="5440"/>
                  <a:pt x="16664" y="5281"/>
                  <a:pt x="16524" y="5114"/>
                </a:cubicBezTo>
                <a:cubicBezTo>
                  <a:pt x="16382" y="4964"/>
                  <a:pt x="16245" y="4964"/>
                  <a:pt x="16113" y="5114"/>
                </a:cubicBezTo>
                <a:lnTo>
                  <a:pt x="10140" y="12274"/>
                </a:lnTo>
                <a:cubicBezTo>
                  <a:pt x="10001" y="12447"/>
                  <a:pt x="10001" y="12611"/>
                  <a:pt x="10140" y="12767"/>
                </a:cubicBezTo>
                <a:cubicBezTo>
                  <a:pt x="10189" y="12840"/>
                  <a:pt x="10255" y="12881"/>
                  <a:pt x="10341" y="12881"/>
                </a:cubicBezTo>
                <a:cubicBezTo>
                  <a:pt x="10419" y="12881"/>
                  <a:pt x="10480" y="12840"/>
                  <a:pt x="10527" y="12767"/>
                </a:cubicBezTo>
                <a:lnTo>
                  <a:pt x="16524" y="5607"/>
                </a:lnTo>
                <a:close/>
                <a:moveTo>
                  <a:pt x="21274" y="1677"/>
                </a:moveTo>
                <a:cubicBezTo>
                  <a:pt x="21485" y="1947"/>
                  <a:pt x="21592" y="2255"/>
                  <a:pt x="21597" y="2610"/>
                </a:cubicBezTo>
                <a:cubicBezTo>
                  <a:pt x="21600" y="2959"/>
                  <a:pt x="21492" y="3269"/>
                  <a:pt x="21274" y="3542"/>
                </a:cubicBezTo>
                <a:lnTo>
                  <a:pt x="20161" y="4830"/>
                </a:lnTo>
                <a:lnTo>
                  <a:pt x="17574" y="1724"/>
                </a:lnTo>
                <a:lnTo>
                  <a:pt x="18652" y="407"/>
                </a:lnTo>
                <a:cubicBezTo>
                  <a:pt x="18880" y="137"/>
                  <a:pt x="19144" y="0"/>
                  <a:pt x="19447" y="0"/>
                </a:cubicBezTo>
                <a:cubicBezTo>
                  <a:pt x="19753" y="0"/>
                  <a:pt x="20005" y="137"/>
                  <a:pt x="20208" y="407"/>
                </a:cubicBezTo>
                <a:lnTo>
                  <a:pt x="20748" y="1038"/>
                </a:lnTo>
                <a:lnTo>
                  <a:pt x="21274" y="1677"/>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29" name="Shape 7329"/>
          <p:cNvSpPr/>
          <p:nvPr/>
        </p:nvSpPr>
        <p:spPr>
          <a:xfrm>
            <a:off x="14578494" y="5103169"/>
            <a:ext cx="513582"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66" y="0"/>
                </a:moveTo>
                <a:cubicBezTo>
                  <a:pt x="20633" y="0"/>
                  <a:pt x="20947" y="161"/>
                  <a:pt x="21209" y="475"/>
                </a:cubicBezTo>
                <a:cubicBezTo>
                  <a:pt x="21471" y="795"/>
                  <a:pt x="21600" y="1174"/>
                  <a:pt x="21600" y="1618"/>
                </a:cubicBezTo>
                <a:lnTo>
                  <a:pt x="21600" y="19982"/>
                </a:lnTo>
                <a:cubicBezTo>
                  <a:pt x="21600" y="20423"/>
                  <a:pt x="21471" y="20801"/>
                  <a:pt x="21209" y="21119"/>
                </a:cubicBezTo>
                <a:cubicBezTo>
                  <a:pt x="20947" y="21439"/>
                  <a:pt x="20633" y="21600"/>
                  <a:pt x="20266" y="21600"/>
                </a:cubicBezTo>
                <a:lnTo>
                  <a:pt x="1346" y="21600"/>
                </a:lnTo>
                <a:cubicBezTo>
                  <a:pt x="979" y="21600"/>
                  <a:pt x="663" y="21439"/>
                  <a:pt x="396" y="21119"/>
                </a:cubicBezTo>
                <a:cubicBezTo>
                  <a:pt x="132" y="20805"/>
                  <a:pt x="0" y="20426"/>
                  <a:pt x="0" y="19982"/>
                </a:cubicBezTo>
                <a:lnTo>
                  <a:pt x="0" y="1618"/>
                </a:lnTo>
                <a:cubicBezTo>
                  <a:pt x="0" y="1177"/>
                  <a:pt x="132" y="798"/>
                  <a:pt x="396" y="475"/>
                </a:cubicBezTo>
                <a:cubicBezTo>
                  <a:pt x="663" y="161"/>
                  <a:pt x="979" y="0"/>
                  <a:pt x="1346" y="0"/>
                </a:cubicBezTo>
                <a:lnTo>
                  <a:pt x="20266" y="0"/>
                </a:lnTo>
                <a:close/>
                <a:moveTo>
                  <a:pt x="1802" y="2161"/>
                </a:moveTo>
                <a:lnTo>
                  <a:pt x="1802" y="3078"/>
                </a:lnTo>
                <a:cubicBezTo>
                  <a:pt x="1802" y="3365"/>
                  <a:pt x="1855" y="3674"/>
                  <a:pt x="1966" y="3994"/>
                </a:cubicBezTo>
                <a:cubicBezTo>
                  <a:pt x="2073" y="4314"/>
                  <a:pt x="2213" y="4631"/>
                  <a:pt x="2382" y="4928"/>
                </a:cubicBezTo>
                <a:cubicBezTo>
                  <a:pt x="2548" y="5228"/>
                  <a:pt x="2732" y="5507"/>
                  <a:pt x="2933" y="5765"/>
                </a:cubicBezTo>
                <a:cubicBezTo>
                  <a:pt x="3131" y="6024"/>
                  <a:pt x="3329" y="6241"/>
                  <a:pt x="3525" y="6420"/>
                </a:cubicBezTo>
                <a:cubicBezTo>
                  <a:pt x="4304" y="7131"/>
                  <a:pt x="5085" y="7836"/>
                  <a:pt x="5863" y="8538"/>
                </a:cubicBezTo>
                <a:cubicBezTo>
                  <a:pt x="6640" y="9237"/>
                  <a:pt x="7418" y="9948"/>
                  <a:pt x="8202" y="10682"/>
                </a:cubicBezTo>
                <a:cubicBezTo>
                  <a:pt x="8356" y="10833"/>
                  <a:pt x="8545" y="11003"/>
                  <a:pt x="8762" y="11212"/>
                </a:cubicBezTo>
                <a:cubicBezTo>
                  <a:pt x="8983" y="11411"/>
                  <a:pt x="9208" y="11608"/>
                  <a:pt x="9443" y="11796"/>
                </a:cubicBezTo>
                <a:cubicBezTo>
                  <a:pt x="9678" y="11990"/>
                  <a:pt x="9911" y="12157"/>
                  <a:pt x="10141" y="12290"/>
                </a:cubicBezTo>
                <a:cubicBezTo>
                  <a:pt x="10371" y="12428"/>
                  <a:pt x="10584" y="12495"/>
                  <a:pt x="10780" y="12495"/>
                </a:cubicBezTo>
                <a:lnTo>
                  <a:pt x="10827" y="12495"/>
                </a:lnTo>
                <a:cubicBezTo>
                  <a:pt x="11023" y="12495"/>
                  <a:pt x="11236" y="12428"/>
                  <a:pt x="11466" y="12290"/>
                </a:cubicBezTo>
                <a:cubicBezTo>
                  <a:pt x="11697" y="12157"/>
                  <a:pt x="11927" y="11990"/>
                  <a:pt x="12157" y="11796"/>
                </a:cubicBezTo>
                <a:cubicBezTo>
                  <a:pt x="12387" y="11608"/>
                  <a:pt x="12612" y="11411"/>
                  <a:pt x="12825" y="11212"/>
                </a:cubicBezTo>
                <a:cubicBezTo>
                  <a:pt x="13041" y="11006"/>
                  <a:pt x="13229" y="10833"/>
                  <a:pt x="13393" y="10682"/>
                </a:cubicBezTo>
                <a:cubicBezTo>
                  <a:pt x="14177" y="9948"/>
                  <a:pt x="14955" y="9231"/>
                  <a:pt x="15732" y="8532"/>
                </a:cubicBezTo>
                <a:cubicBezTo>
                  <a:pt x="16510" y="7827"/>
                  <a:pt x="17289" y="7122"/>
                  <a:pt x="18072" y="6420"/>
                </a:cubicBezTo>
                <a:cubicBezTo>
                  <a:pt x="18266" y="6253"/>
                  <a:pt x="18464" y="6035"/>
                  <a:pt x="18662" y="5771"/>
                </a:cubicBezTo>
                <a:cubicBezTo>
                  <a:pt x="18863" y="5507"/>
                  <a:pt x="19044" y="5225"/>
                  <a:pt x="19213" y="4928"/>
                </a:cubicBezTo>
                <a:cubicBezTo>
                  <a:pt x="19382" y="4628"/>
                  <a:pt x="19522" y="4314"/>
                  <a:pt x="19637" y="3994"/>
                </a:cubicBezTo>
                <a:cubicBezTo>
                  <a:pt x="19749" y="3674"/>
                  <a:pt x="19806" y="3362"/>
                  <a:pt x="19806" y="3078"/>
                </a:cubicBezTo>
                <a:lnTo>
                  <a:pt x="19806" y="2161"/>
                </a:lnTo>
                <a:lnTo>
                  <a:pt x="1802" y="2161"/>
                </a:lnTo>
                <a:close/>
                <a:moveTo>
                  <a:pt x="19806" y="19430"/>
                </a:moveTo>
                <a:lnTo>
                  <a:pt x="19806" y="7451"/>
                </a:lnTo>
                <a:cubicBezTo>
                  <a:pt x="19563" y="7745"/>
                  <a:pt x="19338" y="7974"/>
                  <a:pt x="19125" y="8150"/>
                </a:cubicBezTo>
                <a:cubicBezTo>
                  <a:pt x="18298" y="8902"/>
                  <a:pt x="17468" y="9648"/>
                  <a:pt x="16635" y="10394"/>
                </a:cubicBezTo>
                <a:cubicBezTo>
                  <a:pt x="15803" y="11141"/>
                  <a:pt x="14978" y="11911"/>
                  <a:pt x="14155" y="12695"/>
                </a:cubicBezTo>
                <a:cubicBezTo>
                  <a:pt x="13680" y="13153"/>
                  <a:pt x="13166" y="13597"/>
                  <a:pt x="12615" y="14014"/>
                </a:cubicBezTo>
                <a:cubicBezTo>
                  <a:pt x="12064" y="14440"/>
                  <a:pt x="11452" y="14651"/>
                  <a:pt x="10780" y="14651"/>
                </a:cubicBezTo>
                <a:cubicBezTo>
                  <a:pt x="10138" y="14651"/>
                  <a:pt x="9541" y="14439"/>
                  <a:pt x="8988" y="14014"/>
                </a:cubicBezTo>
                <a:cubicBezTo>
                  <a:pt x="8432" y="13594"/>
                  <a:pt x="7915" y="13153"/>
                  <a:pt x="7440" y="12695"/>
                </a:cubicBezTo>
                <a:cubicBezTo>
                  <a:pt x="6627" y="11908"/>
                  <a:pt x="5802" y="11141"/>
                  <a:pt x="4965" y="10388"/>
                </a:cubicBezTo>
                <a:cubicBezTo>
                  <a:pt x="4130" y="9636"/>
                  <a:pt x="3298" y="8896"/>
                  <a:pt x="2470" y="8150"/>
                </a:cubicBezTo>
                <a:cubicBezTo>
                  <a:pt x="2257" y="7989"/>
                  <a:pt x="2037" y="7748"/>
                  <a:pt x="1802" y="7451"/>
                </a:cubicBezTo>
                <a:lnTo>
                  <a:pt x="1802" y="19430"/>
                </a:lnTo>
                <a:lnTo>
                  <a:pt x="19806" y="1943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0" name="Shape 7330"/>
          <p:cNvSpPr/>
          <p:nvPr/>
        </p:nvSpPr>
        <p:spPr>
          <a:xfrm>
            <a:off x="15658371" y="5103169"/>
            <a:ext cx="564941"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2" y="15634"/>
                </a:moveTo>
                <a:cubicBezTo>
                  <a:pt x="11212" y="15634"/>
                  <a:pt x="11623" y="15566"/>
                  <a:pt x="12012" y="15417"/>
                </a:cubicBezTo>
                <a:cubicBezTo>
                  <a:pt x="12404" y="15273"/>
                  <a:pt x="12779" y="15085"/>
                  <a:pt x="13139" y="14856"/>
                </a:cubicBezTo>
                <a:cubicBezTo>
                  <a:pt x="13499" y="14627"/>
                  <a:pt x="13846" y="14362"/>
                  <a:pt x="14182" y="14074"/>
                </a:cubicBezTo>
                <a:cubicBezTo>
                  <a:pt x="14517" y="13775"/>
                  <a:pt x="14845" y="13472"/>
                  <a:pt x="15169" y="13161"/>
                </a:cubicBezTo>
                <a:cubicBezTo>
                  <a:pt x="16143" y="12227"/>
                  <a:pt x="17127" y="11307"/>
                  <a:pt x="18121" y="10410"/>
                </a:cubicBezTo>
                <a:cubicBezTo>
                  <a:pt x="19113" y="9515"/>
                  <a:pt x="20114" y="8616"/>
                  <a:pt x="21121" y="7714"/>
                </a:cubicBezTo>
                <a:cubicBezTo>
                  <a:pt x="21199" y="7640"/>
                  <a:pt x="21280" y="7570"/>
                  <a:pt x="21361" y="7496"/>
                </a:cubicBezTo>
                <a:cubicBezTo>
                  <a:pt x="21444" y="7429"/>
                  <a:pt x="21525" y="7347"/>
                  <a:pt x="21600" y="7250"/>
                </a:cubicBezTo>
                <a:lnTo>
                  <a:pt x="21600" y="19982"/>
                </a:lnTo>
                <a:cubicBezTo>
                  <a:pt x="21600" y="20417"/>
                  <a:pt x="21471" y="20801"/>
                  <a:pt x="21209" y="21119"/>
                </a:cubicBezTo>
                <a:cubicBezTo>
                  <a:pt x="20947" y="21439"/>
                  <a:pt x="20633" y="21600"/>
                  <a:pt x="20266" y="21600"/>
                </a:cubicBezTo>
                <a:lnTo>
                  <a:pt x="1346" y="21600"/>
                </a:lnTo>
                <a:cubicBezTo>
                  <a:pt x="979" y="21600"/>
                  <a:pt x="663" y="21439"/>
                  <a:pt x="396" y="21119"/>
                </a:cubicBezTo>
                <a:cubicBezTo>
                  <a:pt x="132" y="20804"/>
                  <a:pt x="0" y="20420"/>
                  <a:pt x="0" y="19982"/>
                </a:cubicBezTo>
                <a:lnTo>
                  <a:pt x="0" y="7250"/>
                </a:lnTo>
                <a:cubicBezTo>
                  <a:pt x="75" y="7347"/>
                  <a:pt x="156" y="7429"/>
                  <a:pt x="239" y="7496"/>
                </a:cubicBezTo>
                <a:cubicBezTo>
                  <a:pt x="320" y="7570"/>
                  <a:pt x="401" y="7640"/>
                  <a:pt x="479" y="7714"/>
                </a:cubicBezTo>
                <a:cubicBezTo>
                  <a:pt x="1488" y="8616"/>
                  <a:pt x="2487" y="9514"/>
                  <a:pt x="3481" y="10410"/>
                </a:cubicBezTo>
                <a:cubicBezTo>
                  <a:pt x="4473" y="11307"/>
                  <a:pt x="5457" y="12224"/>
                  <a:pt x="6434" y="13161"/>
                </a:cubicBezTo>
                <a:cubicBezTo>
                  <a:pt x="6738" y="13455"/>
                  <a:pt x="7058" y="13745"/>
                  <a:pt x="7394" y="14039"/>
                </a:cubicBezTo>
                <a:cubicBezTo>
                  <a:pt x="7729" y="14339"/>
                  <a:pt x="8079" y="14600"/>
                  <a:pt x="8437" y="14841"/>
                </a:cubicBezTo>
                <a:cubicBezTo>
                  <a:pt x="8797" y="15076"/>
                  <a:pt x="9174" y="15270"/>
                  <a:pt x="9568" y="15414"/>
                </a:cubicBezTo>
                <a:cubicBezTo>
                  <a:pt x="9965" y="15564"/>
                  <a:pt x="10371" y="15634"/>
                  <a:pt x="10782" y="15634"/>
                </a:cubicBezTo>
                <a:moveTo>
                  <a:pt x="10782" y="12414"/>
                </a:moveTo>
                <a:cubicBezTo>
                  <a:pt x="10540" y="12414"/>
                  <a:pt x="10278" y="12335"/>
                  <a:pt x="9996" y="12168"/>
                </a:cubicBezTo>
                <a:cubicBezTo>
                  <a:pt x="9715" y="12006"/>
                  <a:pt x="9441" y="11807"/>
                  <a:pt x="9171" y="11577"/>
                </a:cubicBezTo>
                <a:cubicBezTo>
                  <a:pt x="8900" y="11348"/>
                  <a:pt x="8638" y="11107"/>
                  <a:pt x="8380" y="10855"/>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6" y="0"/>
                </a:lnTo>
                <a:cubicBezTo>
                  <a:pt x="20584" y="0"/>
                  <a:pt x="20883" y="143"/>
                  <a:pt x="21162" y="425"/>
                </a:cubicBezTo>
                <a:cubicBezTo>
                  <a:pt x="21439" y="713"/>
                  <a:pt x="21578" y="1051"/>
                  <a:pt x="21578" y="1436"/>
                </a:cubicBezTo>
                <a:cubicBezTo>
                  <a:pt x="21578" y="1724"/>
                  <a:pt x="21505" y="2050"/>
                  <a:pt x="21361" y="2405"/>
                </a:cubicBezTo>
                <a:cubicBezTo>
                  <a:pt x="21216" y="2761"/>
                  <a:pt x="21040" y="3110"/>
                  <a:pt x="20834" y="3460"/>
                </a:cubicBezTo>
                <a:cubicBezTo>
                  <a:pt x="20628" y="3804"/>
                  <a:pt x="20403" y="4121"/>
                  <a:pt x="20166" y="4406"/>
                </a:cubicBezTo>
                <a:cubicBezTo>
                  <a:pt x="19928" y="4691"/>
                  <a:pt x="19718" y="4923"/>
                  <a:pt x="19539" y="5087"/>
                </a:cubicBezTo>
                <a:cubicBezTo>
                  <a:pt x="18579" y="5948"/>
                  <a:pt x="17634" y="6803"/>
                  <a:pt x="16709" y="7652"/>
                </a:cubicBezTo>
                <a:cubicBezTo>
                  <a:pt x="15783" y="8501"/>
                  <a:pt x="14845" y="9356"/>
                  <a:pt x="13900" y="10222"/>
                </a:cubicBezTo>
                <a:cubicBezTo>
                  <a:pt x="13704" y="10390"/>
                  <a:pt x="13482" y="10601"/>
                  <a:pt x="13227" y="10855"/>
                </a:cubicBezTo>
                <a:cubicBezTo>
                  <a:pt x="12972" y="11107"/>
                  <a:pt x="12710" y="11348"/>
                  <a:pt x="12436" y="11577"/>
                </a:cubicBezTo>
                <a:cubicBezTo>
                  <a:pt x="12162" y="11807"/>
                  <a:pt x="11885" y="12006"/>
                  <a:pt x="11604" y="12168"/>
                </a:cubicBezTo>
                <a:cubicBezTo>
                  <a:pt x="11322" y="12335"/>
                  <a:pt x="11065" y="12414"/>
                  <a:pt x="10830" y="12414"/>
                </a:cubicBezTo>
                <a:lnTo>
                  <a:pt x="10782" y="1241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1" name="Shape 7331"/>
          <p:cNvSpPr/>
          <p:nvPr/>
        </p:nvSpPr>
        <p:spPr>
          <a:xfrm>
            <a:off x="22579787" y="4995445"/>
            <a:ext cx="567210" cy="45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6" y="12063"/>
                </a:moveTo>
                <a:cubicBezTo>
                  <a:pt x="18673" y="12605"/>
                  <a:pt x="19071" y="13143"/>
                  <a:pt x="19357" y="13670"/>
                </a:cubicBezTo>
                <a:cubicBezTo>
                  <a:pt x="19642" y="14197"/>
                  <a:pt x="19789" y="14802"/>
                  <a:pt x="19789" y="15481"/>
                </a:cubicBezTo>
                <a:lnTo>
                  <a:pt x="19789" y="20817"/>
                </a:lnTo>
                <a:cubicBezTo>
                  <a:pt x="19695" y="20869"/>
                  <a:pt x="19621" y="20932"/>
                  <a:pt x="19558" y="20996"/>
                </a:cubicBezTo>
                <a:cubicBezTo>
                  <a:pt x="19498" y="21062"/>
                  <a:pt x="19426" y="21123"/>
                  <a:pt x="19345" y="21192"/>
                </a:cubicBezTo>
                <a:cubicBezTo>
                  <a:pt x="19263" y="21252"/>
                  <a:pt x="19174" y="21318"/>
                  <a:pt x="19076" y="21387"/>
                </a:cubicBezTo>
                <a:cubicBezTo>
                  <a:pt x="18977" y="21456"/>
                  <a:pt x="18836" y="21529"/>
                  <a:pt x="18663" y="21600"/>
                </a:cubicBezTo>
                <a:lnTo>
                  <a:pt x="2942" y="21600"/>
                </a:lnTo>
                <a:cubicBezTo>
                  <a:pt x="2675" y="21600"/>
                  <a:pt x="2467" y="21500"/>
                  <a:pt x="2318" y="21292"/>
                </a:cubicBezTo>
                <a:cubicBezTo>
                  <a:pt x="2167" y="21082"/>
                  <a:pt x="2003" y="20927"/>
                  <a:pt x="1819" y="20817"/>
                </a:cubicBezTo>
                <a:lnTo>
                  <a:pt x="1819" y="15481"/>
                </a:lnTo>
                <a:cubicBezTo>
                  <a:pt x="1819" y="14764"/>
                  <a:pt x="1989" y="14128"/>
                  <a:pt x="2335" y="13572"/>
                </a:cubicBezTo>
                <a:cubicBezTo>
                  <a:pt x="2678" y="13019"/>
                  <a:pt x="3052" y="12512"/>
                  <a:pt x="3460" y="12063"/>
                </a:cubicBezTo>
                <a:cubicBezTo>
                  <a:pt x="3535" y="11971"/>
                  <a:pt x="3633" y="11870"/>
                  <a:pt x="3753" y="11767"/>
                </a:cubicBezTo>
                <a:cubicBezTo>
                  <a:pt x="3873" y="11660"/>
                  <a:pt x="4000" y="11591"/>
                  <a:pt x="4137" y="11554"/>
                </a:cubicBezTo>
                <a:cubicBezTo>
                  <a:pt x="4276" y="11496"/>
                  <a:pt x="4432" y="11467"/>
                  <a:pt x="4610" y="11456"/>
                </a:cubicBezTo>
                <a:cubicBezTo>
                  <a:pt x="4785" y="11447"/>
                  <a:pt x="4956" y="11424"/>
                  <a:pt x="5126" y="11389"/>
                </a:cubicBezTo>
                <a:cubicBezTo>
                  <a:pt x="5594" y="11300"/>
                  <a:pt x="6091" y="11211"/>
                  <a:pt x="6621" y="11122"/>
                </a:cubicBezTo>
                <a:cubicBezTo>
                  <a:pt x="7149" y="11035"/>
                  <a:pt x="7665" y="10946"/>
                  <a:pt x="8172" y="10854"/>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7" y="3"/>
                  <a:pt x="12113" y="158"/>
                  <a:pt x="12711" y="472"/>
                </a:cubicBezTo>
                <a:cubicBezTo>
                  <a:pt x="13308" y="786"/>
                  <a:pt x="13827" y="1203"/>
                  <a:pt x="14273" y="1733"/>
                </a:cubicBezTo>
                <a:cubicBezTo>
                  <a:pt x="14717" y="2260"/>
                  <a:pt x="15068" y="2885"/>
                  <a:pt x="15329" y="3608"/>
                </a:cubicBezTo>
                <a:cubicBezTo>
                  <a:pt x="15591" y="4331"/>
                  <a:pt x="15720" y="5097"/>
                  <a:pt x="15720" y="5903"/>
                </a:cubicBezTo>
                <a:cubicBezTo>
                  <a:pt x="15720" y="6939"/>
                  <a:pt x="15514" y="7890"/>
                  <a:pt x="15101" y="8757"/>
                </a:cubicBezTo>
                <a:cubicBezTo>
                  <a:pt x="14686" y="9620"/>
                  <a:pt x="14129" y="10320"/>
                  <a:pt x="13433" y="10854"/>
                </a:cubicBezTo>
                <a:cubicBezTo>
                  <a:pt x="13937" y="10946"/>
                  <a:pt x="14453" y="11032"/>
                  <a:pt x="14979" y="11116"/>
                </a:cubicBezTo>
                <a:cubicBezTo>
                  <a:pt x="15505" y="11199"/>
                  <a:pt x="16006" y="11289"/>
                  <a:pt x="16479" y="11389"/>
                </a:cubicBezTo>
                <a:cubicBezTo>
                  <a:pt x="16654" y="11427"/>
                  <a:pt x="16827" y="11450"/>
                  <a:pt x="16995" y="11456"/>
                </a:cubicBezTo>
                <a:cubicBezTo>
                  <a:pt x="17163" y="11467"/>
                  <a:pt x="17324" y="11496"/>
                  <a:pt x="17468" y="11554"/>
                </a:cubicBezTo>
                <a:cubicBezTo>
                  <a:pt x="17604" y="11591"/>
                  <a:pt x="17732" y="11660"/>
                  <a:pt x="17852" y="11767"/>
                </a:cubicBezTo>
                <a:cubicBezTo>
                  <a:pt x="17967" y="11870"/>
                  <a:pt x="18075" y="11971"/>
                  <a:pt x="18166" y="12063"/>
                </a:cubicBezTo>
                <a:moveTo>
                  <a:pt x="20475" y="5419"/>
                </a:moveTo>
                <a:cubicBezTo>
                  <a:pt x="20758" y="5419"/>
                  <a:pt x="20974" y="5505"/>
                  <a:pt x="21125" y="5687"/>
                </a:cubicBezTo>
                <a:cubicBezTo>
                  <a:pt x="21272" y="5865"/>
                  <a:pt x="21382" y="6078"/>
                  <a:pt x="21449" y="6326"/>
                </a:cubicBezTo>
                <a:cubicBezTo>
                  <a:pt x="21521" y="6574"/>
                  <a:pt x="21562" y="6836"/>
                  <a:pt x="21577" y="7106"/>
                </a:cubicBezTo>
                <a:cubicBezTo>
                  <a:pt x="21593" y="7377"/>
                  <a:pt x="21600" y="7596"/>
                  <a:pt x="21600" y="7760"/>
                </a:cubicBezTo>
                <a:lnTo>
                  <a:pt x="21600" y="9856"/>
                </a:lnTo>
                <a:cubicBezTo>
                  <a:pt x="21509" y="9928"/>
                  <a:pt x="21423" y="10015"/>
                  <a:pt x="21341" y="10110"/>
                </a:cubicBezTo>
                <a:cubicBezTo>
                  <a:pt x="21262" y="10208"/>
                  <a:pt x="21159" y="10257"/>
                  <a:pt x="21037" y="10257"/>
                </a:cubicBezTo>
                <a:lnTo>
                  <a:pt x="17269" y="10257"/>
                </a:lnTo>
                <a:cubicBezTo>
                  <a:pt x="17132" y="10257"/>
                  <a:pt x="17024" y="10208"/>
                  <a:pt x="16954" y="10110"/>
                </a:cubicBezTo>
                <a:cubicBezTo>
                  <a:pt x="16880" y="10015"/>
                  <a:pt x="16791" y="9928"/>
                  <a:pt x="16683" y="9856"/>
                </a:cubicBezTo>
                <a:lnTo>
                  <a:pt x="16683" y="7760"/>
                </a:lnTo>
                <a:cubicBezTo>
                  <a:pt x="16683" y="7596"/>
                  <a:pt x="16693" y="7377"/>
                  <a:pt x="16707" y="7106"/>
                </a:cubicBezTo>
                <a:cubicBezTo>
                  <a:pt x="16721" y="6836"/>
                  <a:pt x="16767" y="6574"/>
                  <a:pt x="16837" y="6326"/>
                </a:cubicBezTo>
                <a:cubicBezTo>
                  <a:pt x="16913" y="6078"/>
                  <a:pt x="17024" y="5865"/>
                  <a:pt x="17184" y="5687"/>
                </a:cubicBezTo>
                <a:cubicBezTo>
                  <a:pt x="17338" y="5508"/>
                  <a:pt x="17557" y="5419"/>
                  <a:pt x="17830" y="5419"/>
                </a:cubicBezTo>
                <a:cubicBezTo>
                  <a:pt x="17489" y="5151"/>
                  <a:pt x="17211" y="4803"/>
                  <a:pt x="17000" y="4377"/>
                </a:cubicBezTo>
                <a:cubicBezTo>
                  <a:pt x="16789" y="3950"/>
                  <a:pt x="16683" y="3469"/>
                  <a:pt x="16683" y="2937"/>
                </a:cubicBezTo>
                <a:cubicBezTo>
                  <a:pt x="16683" y="2539"/>
                  <a:pt x="16745" y="2162"/>
                  <a:pt x="16873" y="1805"/>
                </a:cubicBezTo>
                <a:cubicBezTo>
                  <a:pt x="17000" y="1448"/>
                  <a:pt x="17175" y="1134"/>
                  <a:pt x="17401" y="861"/>
                </a:cubicBezTo>
                <a:cubicBezTo>
                  <a:pt x="17626" y="590"/>
                  <a:pt x="17890" y="380"/>
                  <a:pt x="18188" y="227"/>
                </a:cubicBezTo>
                <a:cubicBezTo>
                  <a:pt x="18488" y="77"/>
                  <a:pt x="18809" y="0"/>
                  <a:pt x="19153" y="0"/>
                </a:cubicBezTo>
                <a:cubicBezTo>
                  <a:pt x="19481" y="0"/>
                  <a:pt x="19796" y="77"/>
                  <a:pt x="20096" y="227"/>
                </a:cubicBezTo>
                <a:cubicBezTo>
                  <a:pt x="20396" y="380"/>
                  <a:pt x="20657" y="590"/>
                  <a:pt x="20883" y="861"/>
                </a:cubicBezTo>
                <a:cubicBezTo>
                  <a:pt x="21109" y="1134"/>
                  <a:pt x="21286" y="1448"/>
                  <a:pt x="21413" y="1805"/>
                </a:cubicBezTo>
                <a:cubicBezTo>
                  <a:pt x="21538" y="2162"/>
                  <a:pt x="21600" y="2539"/>
                  <a:pt x="21600" y="2937"/>
                </a:cubicBezTo>
                <a:cubicBezTo>
                  <a:pt x="21600" y="3458"/>
                  <a:pt x="21500" y="3939"/>
                  <a:pt x="21296" y="4371"/>
                </a:cubicBezTo>
                <a:cubicBezTo>
                  <a:pt x="21094" y="4800"/>
                  <a:pt x="20821" y="5151"/>
                  <a:pt x="20475" y="5419"/>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2" name="Shape 7332"/>
          <p:cNvSpPr/>
          <p:nvPr/>
        </p:nvSpPr>
        <p:spPr>
          <a:xfrm>
            <a:off x="16645075" y="9149205"/>
            <a:ext cx="466894"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03" y="0"/>
                </a:moveTo>
                <a:cubicBezTo>
                  <a:pt x="16819" y="0"/>
                  <a:pt x="17289" y="190"/>
                  <a:pt x="17720" y="566"/>
                </a:cubicBezTo>
                <a:cubicBezTo>
                  <a:pt x="18151" y="942"/>
                  <a:pt x="18442" y="1424"/>
                  <a:pt x="18599" y="2014"/>
                </a:cubicBezTo>
                <a:lnTo>
                  <a:pt x="21388" y="12237"/>
                </a:lnTo>
                <a:cubicBezTo>
                  <a:pt x="21437" y="12454"/>
                  <a:pt x="21483" y="12666"/>
                  <a:pt x="21532" y="12874"/>
                </a:cubicBezTo>
                <a:cubicBezTo>
                  <a:pt x="21576" y="13089"/>
                  <a:pt x="21600" y="13300"/>
                  <a:pt x="21600" y="13517"/>
                </a:cubicBezTo>
                <a:lnTo>
                  <a:pt x="21600" y="18886"/>
                </a:lnTo>
                <a:cubicBezTo>
                  <a:pt x="21600" y="19271"/>
                  <a:pt x="21542" y="19627"/>
                  <a:pt x="21419" y="19956"/>
                </a:cubicBezTo>
                <a:cubicBezTo>
                  <a:pt x="21297" y="20285"/>
                  <a:pt x="21140" y="20567"/>
                  <a:pt x="20940" y="20807"/>
                </a:cubicBezTo>
                <a:cubicBezTo>
                  <a:pt x="20736" y="21045"/>
                  <a:pt x="20501" y="21239"/>
                  <a:pt x="20225" y="21383"/>
                </a:cubicBezTo>
                <a:cubicBezTo>
                  <a:pt x="19946" y="21530"/>
                  <a:pt x="19654" y="21600"/>
                  <a:pt x="19351" y="21600"/>
                </a:cubicBezTo>
                <a:lnTo>
                  <a:pt x="2262" y="21600"/>
                </a:lnTo>
                <a:cubicBezTo>
                  <a:pt x="1637" y="21600"/>
                  <a:pt x="1104" y="21336"/>
                  <a:pt x="663" y="20808"/>
                </a:cubicBezTo>
                <a:cubicBezTo>
                  <a:pt x="220" y="20279"/>
                  <a:pt x="0" y="19638"/>
                  <a:pt x="0" y="18887"/>
                </a:cubicBezTo>
                <a:lnTo>
                  <a:pt x="0" y="13518"/>
                </a:lnTo>
                <a:cubicBezTo>
                  <a:pt x="0" y="13300"/>
                  <a:pt x="24" y="13089"/>
                  <a:pt x="70" y="12874"/>
                </a:cubicBezTo>
                <a:cubicBezTo>
                  <a:pt x="119" y="12666"/>
                  <a:pt x="164" y="12451"/>
                  <a:pt x="210" y="12237"/>
                </a:cubicBezTo>
                <a:lnTo>
                  <a:pt x="2998" y="2015"/>
                </a:lnTo>
                <a:cubicBezTo>
                  <a:pt x="3155" y="1424"/>
                  <a:pt x="3451" y="943"/>
                  <a:pt x="3887" y="567"/>
                </a:cubicBezTo>
                <a:cubicBezTo>
                  <a:pt x="4316" y="191"/>
                  <a:pt x="4795" y="0"/>
                  <a:pt x="5310" y="0"/>
                </a:cubicBezTo>
                <a:lnTo>
                  <a:pt x="16303" y="0"/>
                </a:lnTo>
                <a:close/>
                <a:moveTo>
                  <a:pt x="19808" y="13517"/>
                </a:moveTo>
                <a:cubicBezTo>
                  <a:pt x="19808" y="13367"/>
                  <a:pt x="19762" y="13235"/>
                  <a:pt x="19671" y="13130"/>
                </a:cubicBezTo>
                <a:cubicBezTo>
                  <a:pt x="19583" y="13021"/>
                  <a:pt x="19476" y="12968"/>
                  <a:pt x="19351" y="12968"/>
                </a:cubicBezTo>
                <a:lnTo>
                  <a:pt x="2262" y="12968"/>
                </a:lnTo>
                <a:cubicBezTo>
                  <a:pt x="2137" y="12968"/>
                  <a:pt x="2029" y="13018"/>
                  <a:pt x="1941" y="13121"/>
                </a:cubicBezTo>
                <a:cubicBezTo>
                  <a:pt x="1850" y="13224"/>
                  <a:pt x="1804" y="13356"/>
                  <a:pt x="1804" y="13517"/>
                </a:cubicBezTo>
                <a:lnTo>
                  <a:pt x="1804" y="18886"/>
                </a:lnTo>
                <a:cubicBezTo>
                  <a:pt x="1804" y="19036"/>
                  <a:pt x="1848" y="19168"/>
                  <a:pt x="1934" y="19274"/>
                </a:cubicBezTo>
                <a:cubicBezTo>
                  <a:pt x="2019" y="19383"/>
                  <a:pt x="2129" y="19439"/>
                  <a:pt x="2262" y="19439"/>
                </a:cubicBezTo>
                <a:lnTo>
                  <a:pt x="19351" y="19439"/>
                </a:lnTo>
                <a:cubicBezTo>
                  <a:pt x="19476" y="19439"/>
                  <a:pt x="19583" y="19386"/>
                  <a:pt x="19671" y="19283"/>
                </a:cubicBezTo>
                <a:cubicBezTo>
                  <a:pt x="19762" y="19180"/>
                  <a:pt x="19808" y="19048"/>
                  <a:pt x="19808" y="18886"/>
                </a:cubicBezTo>
                <a:lnTo>
                  <a:pt x="19808" y="13517"/>
                </a:lnTo>
                <a:close/>
                <a:moveTo>
                  <a:pt x="5312" y="2167"/>
                </a:moveTo>
                <a:cubicBezTo>
                  <a:pt x="5185" y="2167"/>
                  <a:pt x="5062" y="2211"/>
                  <a:pt x="4940" y="2305"/>
                </a:cubicBezTo>
                <a:cubicBezTo>
                  <a:pt x="4822" y="2402"/>
                  <a:pt x="4739" y="2523"/>
                  <a:pt x="4702" y="2672"/>
                </a:cubicBezTo>
                <a:lnTo>
                  <a:pt x="2497" y="10799"/>
                </a:lnTo>
                <a:lnTo>
                  <a:pt x="19106" y="10799"/>
                </a:lnTo>
                <a:lnTo>
                  <a:pt x="16903" y="2672"/>
                </a:lnTo>
                <a:cubicBezTo>
                  <a:pt x="16871" y="2523"/>
                  <a:pt x="16795" y="2402"/>
                  <a:pt x="16675" y="2305"/>
                </a:cubicBezTo>
                <a:cubicBezTo>
                  <a:pt x="16555" y="2211"/>
                  <a:pt x="16432" y="2167"/>
                  <a:pt x="16305" y="2167"/>
                </a:cubicBezTo>
                <a:lnTo>
                  <a:pt x="5312" y="2167"/>
                </a:lnTo>
                <a:close/>
                <a:moveTo>
                  <a:pt x="13512" y="14865"/>
                </a:moveTo>
                <a:cubicBezTo>
                  <a:pt x="13818" y="14865"/>
                  <a:pt x="14077" y="14995"/>
                  <a:pt x="14293" y="15253"/>
                </a:cubicBezTo>
                <a:cubicBezTo>
                  <a:pt x="14508" y="15512"/>
                  <a:pt x="14614" y="15823"/>
                  <a:pt x="14614" y="16187"/>
                </a:cubicBezTo>
                <a:cubicBezTo>
                  <a:pt x="14614" y="16572"/>
                  <a:pt x="14508" y="16892"/>
                  <a:pt x="14293" y="17150"/>
                </a:cubicBezTo>
                <a:cubicBezTo>
                  <a:pt x="14077" y="17409"/>
                  <a:pt x="13818" y="17538"/>
                  <a:pt x="13512" y="17538"/>
                </a:cubicBezTo>
                <a:cubicBezTo>
                  <a:pt x="13191" y="17538"/>
                  <a:pt x="12924" y="17409"/>
                  <a:pt x="12709" y="17150"/>
                </a:cubicBezTo>
                <a:cubicBezTo>
                  <a:pt x="12493" y="16892"/>
                  <a:pt x="12388" y="16572"/>
                  <a:pt x="12388" y="16187"/>
                </a:cubicBezTo>
                <a:cubicBezTo>
                  <a:pt x="12388" y="15823"/>
                  <a:pt x="12493" y="15512"/>
                  <a:pt x="12709" y="15253"/>
                </a:cubicBezTo>
                <a:cubicBezTo>
                  <a:pt x="12924" y="14995"/>
                  <a:pt x="13191" y="14865"/>
                  <a:pt x="13512" y="14865"/>
                </a:cubicBezTo>
                <a:moveTo>
                  <a:pt x="17113" y="14865"/>
                </a:moveTo>
                <a:cubicBezTo>
                  <a:pt x="17417" y="14865"/>
                  <a:pt x="17676" y="14995"/>
                  <a:pt x="17892" y="15253"/>
                </a:cubicBezTo>
                <a:cubicBezTo>
                  <a:pt x="18105" y="15512"/>
                  <a:pt x="18212" y="15823"/>
                  <a:pt x="18212" y="16187"/>
                </a:cubicBezTo>
                <a:cubicBezTo>
                  <a:pt x="18212" y="16572"/>
                  <a:pt x="18105" y="16892"/>
                  <a:pt x="17892" y="17150"/>
                </a:cubicBezTo>
                <a:cubicBezTo>
                  <a:pt x="17676" y="17409"/>
                  <a:pt x="17417" y="17538"/>
                  <a:pt x="17113" y="17538"/>
                </a:cubicBezTo>
                <a:cubicBezTo>
                  <a:pt x="16792" y="17538"/>
                  <a:pt x="16526" y="17409"/>
                  <a:pt x="16310" y="17150"/>
                </a:cubicBezTo>
                <a:cubicBezTo>
                  <a:pt x="16095" y="16892"/>
                  <a:pt x="15987" y="16572"/>
                  <a:pt x="15987" y="16187"/>
                </a:cubicBezTo>
                <a:cubicBezTo>
                  <a:pt x="15987" y="15823"/>
                  <a:pt x="16095" y="15512"/>
                  <a:pt x="16310" y="15253"/>
                </a:cubicBezTo>
                <a:cubicBezTo>
                  <a:pt x="16528" y="14995"/>
                  <a:pt x="16795" y="14865"/>
                  <a:pt x="17113" y="14865"/>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3" name="Shape 7333"/>
          <p:cNvSpPr/>
          <p:nvPr/>
        </p:nvSpPr>
        <p:spPr>
          <a:xfrm>
            <a:off x="12174073" y="6018255"/>
            <a:ext cx="466895"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92" y="0"/>
                </a:moveTo>
                <a:cubicBezTo>
                  <a:pt x="12102" y="0"/>
                  <a:pt x="13399" y="296"/>
                  <a:pt x="14686" y="897"/>
                </a:cubicBezTo>
                <a:cubicBezTo>
                  <a:pt x="15973" y="1496"/>
                  <a:pt x="17129" y="2309"/>
                  <a:pt x="18153" y="3337"/>
                </a:cubicBezTo>
                <a:cubicBezTo>
                  <a:pt x="19174" y="4365"/>
                  <a:pt x="20003" y="5565"/>
                  <a:pt x="20643" y="6941"/>
                </a:cubicBezTo>
                <a:cubicBezTo>
                  <a:pt x="21278" y="8313"/>
                  <a:pt x="21600" y="9784"/>
                  <a:pt x="21600" y="11355"/>
                </a:cubicBezTo>
                <a:cubicBezTo>
                  <a:pt x="21600" y="12996"/>
                  <a:pt x="21306" y="14572"/>
                  <a:pt x="20723" y="16086"/>
                </a:cubicBezTo>
                <a:lnTo>
                  <a:pt x="20417" y="16896"/>
                </a:lnTo>
                <a:lnTo>
                  <a:pt x="18456" y="17246"/>
                </a:lnTo>
                <a:cubicBezTo>
                  <a:pt x="18254" y="18184"/>
                  <a:pt x="17837" y="18966"/>
                  <a:pt x="17211" y="19590"/>
                </a:cubicBezTo>
                <a:cubicBezTo>
                  <a:pt x="16585" y="20208"/>
                  <a:pt x="15844" y="20522"/>
                  <a:pt x="14997" y="20522"/>
                </a:cubicBezTo>
                <a:lnTo>
                  <a:pt x="14997" y="21075"/>
                </a:lnTo>
                <a:cubicBezTo>
                  <a:pt x="14997" y="21219"/>
                  <a:pt x="14954" y="21344"/>
                  <a:pt x="14863" y="21448"/>
                </a:cubicBezTo>
                <a:cubicBezTo>
                  <a:pt x="14771" y="21550"/>
                  <a:pt x="14665" y="21600"/>
                  <a:pt x="14535" y="21600"/>
                </a:cubicBezTo>
                <a:lnTo>
                  <a:pt x="13634" y="21600"/>
                </a:lnTo>
                <a:cubicBezTo>
                  <a:pt x="13514" y="21600"/>
                  <a:pt x="13408" y="21550"/>
                  <a:pt x="13323" y="21448"/>
                </a:cubicBezTo>
                <a:cubicBezTo>
                  <a:pt x="13239" y="21344"/>
                  <a:pt x="13194" y="21219"/>
                  <a:pt x="13194" y="21075"/>
                </a:cubicBezTo>
                <a:lnTo>
                  <a:pt x="13194" y="11355"/>
                </a:lnTo>
                <a:cubicBezTo>
                  <a:pt x="13194" y="11211"/>
                  <a:pt x="13239" y="11082"/>
                  <a:pt x="13323" y="10971"/>
                </a:cubicBezTo>
                <a:cubicBezTo>
                  <a:pt x="13408" y="10858"/>
                  <a:pt x="13514" y="10798"/>
                  <a:pt x="13634" y="10798"/>
                </a:cubicBezTo>
                <a:lnTo>
                  <a:pt x="14535" y="10798"/>
                </a:lnTo>
                <a:cubicBezTo>
                  <a:pt x="14655" y="10798"/>
                  <a:pt x="14764" y="10858"/>
                  <a:pt x="14858" y="10971"/>
                </a:cubicBezTo>
                <a:cubicBezTo>
                  <a:pt x="14950" y="11082"/>
                  <a:pt x="14997" y="11211"/>
                  <a:pt x="14997" y="11355"/>
                </a:cubicBezTo>
                <a:lnTo>
                  <a:pt x="14997" y="11881"/>
                </a:lnTo>
                <a:cubicBezTo>
                  <a:pt x="15656" y="11881"/>
                  <a:pt x="16263" y="12078"/>
                  <a:pt x="16811" y="12477"/>
                </a:cubicBezTo>
                <a:cubicBezTo>
                  <a:pt x="17360" y="12875"/>
                  <a:pt x="17788" y="13397"/>
                  <a:pt x="18096" y="14047"/>
                </a:cubicBezTo>
                <a:lnTo>
                  <a:pt x="18534" y="13948"/>
                </a:lnTo>
                <a:cubicBezTo>
                  <a:pt x="18783" y="13137"/>
                  <a:pt x="18901" y="12273"/>
                  <a:pt x="18894" y="11355"/>
                </a:cubicBezTo>
                <a:cubicBezTo>
                  <a:pt x="18894" y="10228"/>
                  <a:pt x="18649" y="9177"/>
                  <a:pt x="18157" y="8194"/>
                </a:cubicBezTo>
                <a:cubicBezTo>
                  <a:pt x="17666" y="7220"/>
                  <a:pt x="17025" y="6362"/>
                  <a:pt x="16239" y="5622"/>
                </a:cubicBezTo>
                <a:cubicBezTo>
                  <a:pt x="15456" y="4882"/>
                  <a:pt x="14585" y="4300"/>
                  <a:pt x="13622" y="3877"/>
                </a:cubicBezTo>
                <a:cubicBezTo>
                  <a:pt x="12660" y="3456"/>
                  <a:pt x="11718"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30"/>
                </a:cubicBezTo>
                <a:cubicBezTo>
                  <a:pt x="2704" y="12268"/>
                  <a:pt x="2824" y="13137"/>
                  <a:pt x="3066" y="13948"/>
                </a:cubicBezTo>
                <a:lnTo>
                  <a:pt x="3504" y="14047"/>
                </a:lnTo>
                <a:cubicBezTo>
                  <a:pt x="3812" y="13397"/>
                  <a:pt x="4240" y="12875"/>
                  <a:pt x="4789" y="12477"/>
                </a:cubicBezTo>
                <a:cubicBezTo>
                  <a:pt x="5337" y="12078"/>
                  <a:pt x="5942" y="11881"/>
                  <a:pt x="6603" y="11881"/>
                </a:cubicBezTo>
                <a:lnTo>
                  <a:pt x="6603" y="11355"/>
                </a:lnTo>
                <a:cubicBezTo>
                  <a:pt x="6603" y="11211"/>
                  <a:pt x="6646" y="11082"/>
                  <a:pt x="6737" y="10971"/>
                </a:cubicBezTo>
                <a:cubicBezTo>
                  <a:pt x="6827" y="10858"/>
                  <a:pt x="6935" y="10798"/>
                  <a:pt x="7065" y="10798"/>
                </a:cubicBezTo>
                <a:lnTo>
                  <a:pt x="7966" y="10798"/>
                </a:lnTo>
                <a:cubicBezTo>
                  <a:pt x="8086" y="10798"/>
                  <a:pt x="8187" y="10858"/>
                  <a:pt x="8270" y="10971"/>
                </a:cubicBezTo>
                <a:cubicBezTo>
                  <a:pt x="8352" y="11082"/>
                  <a:pt x="8392" y="11211"/>
                  <a:pt x="8392" y="11355"/>
                </a:cubicBezTo>
                <a:lnTo>
                  <a:pt x="8392" y="21075"/>
                </a:lnTo>
                <a:cubicBezTo>
                  <a:pt x="8392" y="21219"/>
                  <a:pt x="8352" y="21344"/>
                  <a:pt x="8270" y="21448"/>
                </a:cubicBezTo>
                <a:cubicBezTo>
                  <a:pt x="8187" y="21550"/>
                  <a:pt x="8086" y="21600"/>
                  <a:pt x="7966" y="21600"/>
                </a:cubicBezTo>
                <a:lnTo>
                  <a:pt x="7065" y="21600"/>
                </a:lnTo>
                <a:cubicBezTo>
                  <a:pt x="6945" y="21600"/>
                  <a:pt x="6836" y="21550"/>
                  <a:pt x="6742" y="21448"/>
                </a:cubicBezTo>
                <a:cubicBezTo>
                  <a:pt x="6650" y="21344"/>
                  <a:pt x="6603" y="21219"/>
                  <a:pt x="6603" y="21075"/>
                </a:cubicBezTo>
                <a:lnTo>
                  <a:pt x="6603" y="20522"/>
                </a:lnTo>
                <a:cubicBezTo>
                  <a:pt x="6189" y="20522"/>
                  <a:pt x="5789" y="20437"/>
                  <a:pt x="5403" y="20271"/>
                </a:cubicBezTo>
                <a:cubicBezTo>
                  <a:pt x="5015" y="20104"/>
                  <a:pt x="4671" y="19878"/>
                  <a:pt x="4370" y="19590"/>
                </a:cubicBezTo>
                <a:cubicBezTo>
                  <a:pt x="4073" y="19299"/>
                  <a:pt x="3814" y="18957"/>
                  <a:pt x="3598" y="18559"/>
                </a:cubicBezTo>
                <a:cubicBezTo>
                  <a:pt x="3388" y="18164"/>
                  <a:pt x="3233" y="17726"/>
                  <a:pt x="3144" y="17246"/>
                </a:cubicBezTo>
                <a:lnTo>
                  <a:pt x="1172" y="16896"/>
                </a:lnTo>
                <a:lnTo>
                  <a:pt x="877" y="16086"/>
                </a:lnTo>
                <a:cubicBezTo>
                  <a:pt x="294" y="14572"/>
                  <a:pt x="0" y="12988"/>
                  <a:pt x="0" y="11327"/>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4" name="Shape 7334"/>
          <p:cNvSpPr/>
          <p:nvPr/>
        </p:nvSpPr>
        <p:spPr>
          <a:xfrm>
            <a:off x="13306573" y="6018255"/>
            <a:ext cx="468769"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39" y="0"/>
                </a:moveTo>
                <a:cubicBezTo>
                  <a:pt x="16641" y="0"/>
                  <a:pt x="17459" y="155"/>
                  <a:pt x="18185" y="471"/>
                </a:cubicBezTo>
                <a:cubicBezTo>
                  <a:pt x="18911" y="787"/>
                  <a:pt x="19527" y="1231"/>
                  <a:pt x="20036" y="1804"/>
                </a:cubicBezTo>
                <a:cubicBezTo>
                  <a:pt x="20544" y="2377"/>
                  <a:pt x="20929" y="3077"/>
                  <a:pt x="21200" y="3905"/>
                </a:cubicBezTo>
                <a:cubicBezTo>
                  <a:pt x="21465" y="4735"/>
                  <a:pt x="21600" y="5659"/>
                  <a:pt x="21600" y="6675"/>
                </a:cubicBezTo>
                <a:cubicBezTo>
                  <a:pt x="21600" y="7271"/>
                  <a:pt x="21528" y="7855"/>
                  <a:pt x="21378" y="8432"/>
                </a:cubicBezTo>
                <a:cubicBezTo>
                  <a:pt x="21227" y="9010"/>
                  <a:pt x="21027" y="9572"/>
                  <a:pt x="20767" y="10115"/>
                </a:cubicBezTo>
                <a:cubicBezTo>
                  <a:pt x="20506" y="10660"/>
                  <a:pt x="20211" y="11180"/>
                  <a:pt x="19873" y="11672"/>
                </a:cubicBezTo>
                <a:cubicBezTo>
                  <a:pt x="19540" y="12163"/>
                  <a:pt x="19189" y="12612"/>
                  <a:pt x="18831" y="13016"/>
                </a:cubicBezTo>
                <a:lnTo>
                  <a:pt x="11458" y="21290"/>
                </a:lnTo>
                <a:cubicBezTo>
                  <a:pt x="11277" y="21496"/>
                  <a:pt x="11057" y="21600"/>
                  <a:pt x="10798" y="21600"/>
                </a:cubicBezTo>
                <a:cubicBezTo>
                  <a:pt x="10553" y="21600"/>
                  <a:pt x="10323" y="21496"/>
                  <a:pt x="10117" y="21290"/>
                </a:cubicBezTo>
                <a:lnTo>
                  <a:pt x="2746" y="12990"/>
                </a:lnTo>
                <a:cubicBezTo>
                  <a:pt x="2386" y="12584"/>
                  <a:pt x="2038" y="12138"/>
                  <a:pt x="1702" y="11643"/>
                </a:cubicBezTo>
                <a:cubicBezTo>
                  <a:pt x="1367" y="11152"/>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10" y="2527"/>
                  <a:pt x="11458" y="2177"/>
                  <a:pt x="11843" y="1830"/>
                </a:cubicBezTo>
                <a:cubicBezTo>
                  <a:pt x="12226" y="1482"/>
                  <a:pt x="12627" y="1174"/>
                  <a:pt x="13048" y="903"/>
                </a:cubicBezTo>
                <a:cubicBezTo>
                  <a:pt x="13468" y="635"/>
                  <a:pt x="13904" y="412"/>
                  <a:pt x="14352" y="248"/>
                </a:cubicBezTo>
                <a:cubicBezTo>
                  <a:pt x="14805" y="84"/>
                  <a:pt x="15268" y="0"/>
                  <a:pt x="15739" y="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5" name="Shape 7335"/>
          <p:cNvSpPr/>
          <p:nvPr/>
        </p:nvSpPr>
        <p:spPr>
          <a:xfrm>
            <a:off x="14616371" y="6018255"/>
            <a:ext cx="468768"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83" y="21287"/>
                </a:moveTo>
                <a:cubicBezTo>
                  <a:pt x="11277" y="21496"/>
                  <a:pt x="11047" y="21600"/>
                  <a:pt x="10802" y="21600"/>
                </a:cubicBezTo>
                <a:cubicBezTo>
                  <a:pt x="10538" y="21600"/>
                  <a:pt x="10318" y="21496"/>
                  <a:pt x="10142" y="21287"/>
                </a:cubicBezTo>
                <a:lnTo>
                  <a:pt x="2746" y="12990"/>
                </a:lnTo>
                <a:cubicBezTo>
                  <a:pt x="2714" y="12973"/>
                  <a:pt x="2556" y="12787"/>
                  <a:pt x="2270" y="12437"/>
                </a:cubicBezTo>
                <a:cubicBezTo>
                  <a:pt x="1987" y="12087"/>
                  <a:pt x="1677" y="11624"/>
                  <a:pt x="1344" y="11050"/>
                </a:cubicBezTo>
                <a:cubicBezTo>
                  <a:pt x="1009" y="10476"/>
                  <a:pt x="698" y="9819"/>
                  <a:pt x="420" y="9068"/>
                </a:cubicBezTo>
                <a:cubicBezTo>
                  <a:pt x="142" y="8325"/>
                  <a:pt x="0" y="7523"/>
                  <a:pt x="0" y="6679"/>
                </a:cubicBezTo>
                <a:cubicBezTo>
                  <a:pt x="0" y="5443"/>
                  <a:pt x="172" y="4401"/>
                  <a:pt x="515" y="3548"/>
                </a:cubicBezTo>
                <a:cubicBezTo>
                  <a:pt x="861" y="2696"/>
                  <a:pt x="1311" y="2007"/>
                  <a:pt x="1862" y="1482"/>
                </a:cubicBezTo>
                <a:cubicBezTo>
                  <a:pt x="2421" y="954"/>
                  <a:pt x="3047" y="576"/>
                  <a:pt x="3740" y="344"/>
                </a:cubicBezTo>
                <a:cubicBezTo>
                  <a:pt x="4436" y="115"/>
                  <a:pt x="5145" y="0"/>
                  <a:pt x="5863" y="0"/>
                </a:cubicBezTo>
                <a:cubicBezTo>
                  <a:pt x="6367" y="0"/>
                  <a:pt x="6865" y="98"/>
                  <a:pt x="7361" y="290"/>
                </a:cubicBezTo>
                <a:cubicBezTo>
                  <a:pt x="7856" y="485"/>
                  <a:pt x="8315" y="725"/>
                  <a:pt x="8738" y="1016"/>
                </a:cubicBezTo>
                <a:cubicBezTo>
                  <a:pt x="9161" y="1304"/>
                  <a:pt x="9551" y="1620"/>
                  <a:pt x="9902" y="1962"/>
                </a:cubicBezTo>
                <a:cubicBezTo>
                  <a:pt x="10252" y="2303"/>
                  <a:pt x="10553" y="2611"/>
                  <a:pt x="10802" y="2882"/>
                </a:cubicBezTo>
                <a:cubicBezTo>
                  <a:pt x="11047" y="2600"/>
                  <a:pt x="11350" y="2292"/>
                  <a:pt x="11713" y="1956"/>
                </a:cubicBezTo>
                <a:cubicBezTo>
                  <a:pt x="12071" y="1617"/>
                  <a:pt x="12464" y="1304"/>
                  <a:pt x="12887" y="1016"/>
                </a:cubicBezTo>
                <a:cubicBezTo>
                  <a:pt x="13313" y="725"/>
                  <a:pt x="13761" y="485"/>
                  <a:pt x="14247" y="290"/>
                </a:cubicBezTo>
                <a:cubicBezTo>
                  <a:pt x="14730" y="98"/>
                  <a:pt x="15236" y="0"/>
                  <a:pt x="15762" y="0"/>
                </a:cubicBezTo>
                <a:cubicBezTo>
                  <a:pt x="16465" y="0"/>
                  <a:pt x="17166" y="115"/>
                  <a:pt x="17860" y="344"/>
                </a:cubicBezTo>
                <a:cubicBezTo>
                  <a:pt x="18556" y="575"/>
                  <a:pt x="19179" y="954"/>
                  <a:pt x="19738" y="1482"/>
                </a:cubicBezTo>
                <a:cubicBezTo>
                  <a:pt x="20294" y="2007"/>
                  <a:pt x="20739" y="2696"/>
                  <a:pt x="21085" y="3548"/>
                </a:cubicBezTo>
                <a:cubicBezTo>
                  <a:pt x="21430" y="4401"/>
                  <a:pt x="21600" y="5443"/>
                  <a:pt x="21600" y="6679"/>
                </a:cubicBezTo>
                <a:cubicBezTo>
                  <a:pt x="21600" y="7523"/>
                  <a:pt x="21463" y="8325"/>
                  <a:pt x="21187" y="9068"/>
                </a:cubicBezTo>
                <a:cubicBezTo>
                  <a:pt x="20912" y="9818"/>
                  <a:pt x="20607" y="10476"/>
                  <a:pt x="20271" y="11050"/>
                </a:cubicBezTo>
                <a:cubicBezTo>
                  <a:pt x="19933" y="11623"/>
                  <a:pt x="19620" y="12086"/>
                  <a:pt x="19322" y="12437"/>
                </a:cubicBezTo>
                <a:cubicBezTo>
                  <a:pt x="19029" y="12787"/>
                  <a:pt x="18871" y="12981"/>
                  <a:pt x="18856" y="13018"/>
                </a:cubicBezTo>
                <a:lnTo>
                  <a:pt x="11483" y="21287"/>
                </a:lnTo>
                <a:close/>
                <a:moveTo>
                  <a:pt x="5863" y="2165"/>
                </a:moveTo>
                <a:cubicBezTo>
                  <a:pt x="5405" y="2165"/>
                  <a:pt x="4944" y="2224"/>
                  <a:pt x="4476" y="2346"/>
                </a:cubicBezTo>
                <a:cubicBezTo>
                  <a:pt x="4011" y="2467"/>
                  <a:pt x="3585" y="2696"/>
                  <a:pt x="3202" y="3023"/>
                </a:cubicBezTo>
                <a:cubicBezTo>
                  <a:pt x="2816" y="3351"/>
                  <a:pt x="2508" y="3805"/>
                  <a:pt x="2270" y="4387"/>
                </a:cubicBezTo>
                <a:cubicBezTo>
                  <a:pt x="2038" y="4968"/>
                  <a:pt x="1917" y="5733"/>
                  <a:pt x="1917" y="6679"/>
                </a:cubicBezTo>
                <a:cubicBezTo>
                  <a:pt x="1917" y="7289"/>
                  <a:pt x="2030" y="7879"/>
                  <a:pt x="2250" y="8449"/>
                </a:cubicBezTo>
                <a:cubicBezTo>
                  <a:pt x="2471" y="9017"/>
                  <a:pt x="2714" y="9522"/>
                  <a:pt x="2986" y="9968"/>
                </a:cubicBezTo>
                <a:cubicBezTo>
                  <a:pt x="3257" y="10414"/>
                  <a:pt x="3510" y="10773"/>
                  <a:pt x="3740" y="11045"/>
                </a:cubicBezTo>
                <a:lnTo>
                  <a:pt x="4076" y="11434"/>
                </a:lnTo>
                <a:lnTo>
                  <a:pt x="10802" y="18992"/>
                </a:lnTo>
                <a:lnTo>
                  <a:pt x="17524" y="11434"/>
                </a:lnTo>
                <a:lnTo>
                  <a:pt x="17875" y="11045"/>
                </a:lnTo>
                <a:cubicBezTo>
                  <a:pt x="18105" y="10773"/>
                  <a:pt x="18353" y="10414"/>
                  <a:pt x="18624" y="9968"/>
                </a:cubicBezTo>
                <a:cubicBezTo>
                  <a:pt x="18889" y="9522"/>
                  <a:pt x="19134" y="9014"/>
                  <a:pt x="19355" y="8441"/>
                </a:cubicBezTo>
                <a:cubicBezTo>
                  <a:pt x="19572" y="7871"/>
                  <a:pt x="19685" y="7283"/>
                  <a:pt x="19685" y="6679"/>
                </a:cubicBezTo>
                <a:cubicBezTo>
                  <a:pt x="19685" y="5742"/>
                  <a:pt x="19567" y="4980"/>
                  <a:pt x="19330" y="4393"/>
                </a:cubicBezTo>
                <a:cubicBezTo>
                  <a:pt x="19092" y="3808"/>
                  <a:pt x="18784" y="3351"/>
                  <a:pt x="18401" y="3023"/>
                </a:cubicBezTo>
                <a:cubicBezTo>
                  <a:pt x="18018" y="2696"/>
                  <a:pt x="17592" y="2467"/>
                  <a:pt x="17124" y="2346"/>
                </a:cubicBezTo>
                <a:cubicBezTo>
                  <a:pt x="16658" y="2224"/>
                  <a:pt x="16202" y="2165"/>
                  <a:pt x="15762" y="2165"/>
                </a:cubicBezTo>
                <a:cubicBezTo>
                  <a:pt x="15341" y="2165"/>
                  <a:pt x="14910" y="2278"/>
                  <a:pt x="14475" y="2507"/>
                </a:cubicBezTo>
                <a:cubicBezTo>
                  <a:pt x="14042" y="2738"/>
                  <a:pt x="13631" y="3015"/>
                  <a:pt x="13245" y="3340"/>
                </a:cubicBezTo>
                <a:cubicBezTo>
                  <a:pt x="12862" y="3664"/>
                  <a:pt x="12519" y="3997"/>
                  <a:pt x="12216" y="4342"/>
                </a:cubicBezTo>
                <a:cubicBezTo>
                  <a:pt x="11913" y="4684"/>
                  <a:pt x="11688" y="4952"/>
                  <a:pt x="11545" y="5152"/>
                </a:cubicBezTo>
                <a:cubicBezTo>
                  <a:pt x="11345" y="5429"/>
                  <a:pt x="11097" y="5570"/>
                  <a:pt x="10802" y="5570"/>
                </a:cubicBezTo>
                <a:cubicBezTo>
                  <a:pt x="10505" y="5570"/>
                  <a:pt x="10260" y="5429"/>
                  <a:pt x="10070" y="5152"/>
                </a:cubicBezTo>
                <a:cubicBezTo>
                  <a:pt x="9927" y="4943"/>
                  <a:pt x="9699" y="4672"/>
                  <a:pt x="9391" y="4333"/>
                </a:cubicBezTo>
                <a:cubicBezTo>
                  <a:pt x="9086" y="3995"/>
                  <a:pt x="8738" y="3664"/>
                  <a:pt x="8355" y="3340"/>
                </a:cubicBezTo>
                <a:cubicBezTo>
                  <a:pt x="7971" y="3015"/>
                  <a:pt x="7561" y="2738"/>
                  <a:pt x="7125" y="2507"/>
                </a:cubicBezTo>
                <a:cubicBezTo>
                  <a:pt x="6690" y="2278"/>
                  <a:pt x="6269" y="2165"/>
                  <a:pt x="5863" y="2165"/>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6" name="Shape 7336"/>
          <p:cNvSpPr/>
          <p:nvPr/>
        </p:nvSpPr>
        <p:spPr>
          <a:xfrm>
            <a:off x="15684044" y="6005455"/>
            <a:ext cx="513621" cy="455278"/>
          </a:xfrm>
          <a:custGeom>
            <a:avLst/>
            <a:gdLst/>
            <a:ahLst/>
            <a:cxnLst>
              <a:cxn ang="0">
                <a:pos x="wd2" y="hd2"/>
              </a:cxn>
              <a:cxn ang="5400000">
                <a:pos x="wd2" y="hd2"/>
              </a:cxn>
              <a:cxn ang="10800000">
                <a:pos x="wd2" y="hd2"/>
              </a:cxn>
              <a:cxn ang="16200000">
                <a:pos x="wd2" y="hd2"/>
              </a:cxn>
            </a:cxnLst>
            <a:rect l="0" t="0" r="r" b="b"/>
            <a:pathLst>
              <a:path w="21580" h="21600" fill="norm" stroke="1" extrusionOk="0">
                <a:moveTo>
                  <a:pt x="21417" y="10074"/>
                </a:moveTo>
                <a:cubicBezTo>
                  <a:pt x="21508" y="10166"/>
                  <a:pt x="21563" y="10284"/>
                  <a:pt x="21575" y="10428"/>
                </a:cubicBezTo>
                <a:cubicBezTo>
                  <a:pt x="21591" y="10569"/>
                  <a:pt x="21563" y="10702"/>
                  <a:pt x="21484" y="10821"/>
                </a:cubicBezTo>
                <a:lnTo>
                  <a:pt x="20968" y="11552"/>
                </a:lnTo>
                <a:cubicBezTo>
                  <a:pt x="20892" y="11679"/>
                  <a:pt x="20779" y="11745"/>
                  <a:pt x="20635" y="11745"/>
                </a:cubicBezTo>
                <a:lnTo>
                  <a:pt x="19890" y="11745"/>
                </a:lnTo>
                <a:cubicBezTo>
                  <a:pt x="19770" y="11745"/>
                  <a:pt x="19672" y="11705"/>
                  <a:pt x="19602" y="11633"/>
                </a:cubicBezTo>
                <a:lnTo>
                  <a:pt x="11079" y="3253"/>
                </a:lnTo>
                <a:cubicBezTo>
                  <a:pt x="10885" y="3072"/>
                  <a:pt x="10695" y="3072"/>
                  <a:pt x="10503" y="3253"/>
                </a:cubicBezTo>
                <a:lnTo>
                  <a:pt x="1980" y="11633"/>
                </a:lnTo>
                <a:cubicBezTo>
                  <a:pt x="1918" y="11705"/>
                  <a:pt x="1819" y="11745"/>
                  <a:pt x="1692" y="11745"/>
                </a:cubicBezTo>
                <a:lnTo>
                  <a:pt x="944" y="11745"/>
                </a:lnTo>
                <a:cubicBezTo>
                  <a:pt x="808" y="11745"/>
                  <a:pt x="695" y="11679"/>
                  <a:pt x="611" y="11552"/>
                </a:cubicBezTo>
                <a:lnTo>
                  <a:pt x="96" y="10821"/>
                </a:lnTo>
                <a:cubicBezTo>
                  <a:pt x="19" y="10710"/>
                  <a:pt x="-9" y="10584"/>
                  <a:pt x="2" y="10440"/>
                </a:cubicBezTo>
                <a:cubicBezTo>
                  <a:pt x="19" y="10298"/>
                  <a:pt x="74" y="10175"/>
                  <a:pt x="165" y="10074"/>
                </a:cubicBezTo>
                <a:lnTo>
                  <a:pt x="10112" y="287"/>
                </a:lnTo>
                <a:cubicBezTo>
                  <a:pt x="10321" y="106"/>
                  <a:pt x="10546" y="8"/>
                  <a:pt x="10789" y="0"/>
                </a:cubicBezTo>
                <a:cubicBezTo>
                  <a:pt x="11043" y="0"/>
                  <a:pt x="11268" y="97"/>
                  <a:pt x="11470" y="287"/>
                </a:cubicBezTo>
                <a:lnTo>
                  <a:pt x="14221" y="2991"/>
                </a:lnTo>
                <a:lnTo>
                  <a:pt x="14221" y="1586"/>
                </a:lnTo>
                <a:cubicBezTo>
                  <a:pt x="14221" y="1436"/>
                  <a:pt x="14267" y="1313"/>
                  <a:pt x="14353" y="1206"/>
                </a:cubicBezTo>
                <a:cubicBezTo>
                  <a:pt x="14442" y="1099"/>
                  <a:pt x="14547" y="1048"/>
                  <a:pt x="14670" y="1048"/>
                </a:cubicBezTo>
                <a:lnTo>
                  <a:pt x="17227" y="1048"/>
                </a:lnTo>
                <a:cubicBezTo>
                  <a:pt x="17349" y="1048"/>
                  <a:pt x="17452" y="1099"/>
                  <a:pt x="17531" y="1206"/>
                </a:cubicBezTo>
                <a:cubicBezTo>
                  <a:pt x="17610" y="1312"/>
                  <a:pt x="17654" y="1436"/>
                  <a:pt x="17654" y="1586"/>
                </a:cubicBezTo>
                <a:lnTo>
                  <a:pt x="17654" y="6383"/>
                </a:lnTo>
                <a:lnTo>
                  <a:pt x="21417" y="10074"/>
                </a:lnTo>
                <a:close/>
                <a:moveTo>
                  <a:pt x="18524" y="11978"/>
                </a:moveTo>
                <a:lnTo>
                  <a:pt x="18524" y="20552"/>
                </a:lnTo>
                <a:cubicBezTo>
                  <a:pt x="18524" y="20855"/>
                  <a:pt x="18442" y="21105"/>
                  <a:pt x="18277" y="21301"/>
                </a:cubicBezTo>
                <a:cubicBezTo>
                  <a:pt x="18111" y="21503"/>
                  <a:pt x="17905" y="21600"/>
                  <a:pt x="17654" y="21600"/>
                </a:cubicBezTo>
                <a:lnTo>
                  <a:pt x="12810" y="21600"/>
                </a:lnTo>
                <a:lnTo>
                  <a:pt x="12810" y="14737"/>
                </a:lnTo>
                <a:lnTo>
                  <a:pt x="8772" y="14737"/>
                </a:lnTo>
                <a:lnTo>
                  <a:pt x="8772" y="21600"/>
                </a:lnTo>
                <a:lnTo>
                  <a:pt x="3928" y="21600"/>
                </a:lnTo>
                <a:cubicBezTo>
                  <a:pt x="3677" y="21600"/>
                  <a:pt x="3468" y="21503"/>
                  <a:pt x="3303" y="21301"/>
                </a:cubicBezTo>
                <a:cubicBezTo>
                  <a:pt x="3140" y="21105"/>
                  <a:pt x="3056" y="20855"/>
                  <a:pt x="3056" y="20552"/>
                </a:cubicBezTo>
                <a:lnTo>
                  <a:pt x="3056" y="11978"/>
                </a:lnTo>
                <a:lnTo>
                  <a:pt x="10789" y="4356"/>
                </a:lnTo>
                <a:lnTo>
                  <a:pt x="18524" y="1197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7" name="Shape 7337"/>
          <p:cNvSpPr/>
          <p:nvPr/>
        </p:nvSpPr>
        <p:spPr>
          <a:xfrm>
            <a:off x="6068597" y="5992655"/>
            <a:ext cx="468768" cy="5008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38" y="10309"/>
                </a:moveTo>
                <a:cubicBezTo>
                  <a:pt x="21331" y="10579"/>
                  <a:pt x="21414" y="10918"/>
                  <a:pt x="21488" y="11321"/>
                </a:cubicBezTo>
                <a:cubicBezTo>
                  <a:pt x="21564" y="11726"/>
                  <a:pt x="21600" y="12081"/>
                  <a:pt x="21600" y="12393"/>
                </a:cubicBezTo>
                <a:lnTo>
                  <a:pt x="21600" y="20505"/>
                </a:lnTo>
                <a:cubicBezTo>
                  <a:pt x="21600" y="20813"/>
                  <a:pt x="21512" y="21078"/>
                  <a:pt x="21336" y="21286"/>
                </a:cubicBezTo>
                <a:cubicBezTo>
                  <a:pt x="21160" y="21498"/>
                  <a:pt x="20952" y="21600"/>
                  <a:pt x="20709" y="21600"/>
                </a:cubicBezTo>
                <a:lnTo>
                  <a:pt x="913" y="21600"/>
                </a:lnTo>
                <a:cubicBezTo>
                  <a:pt x="656" y="21600"/>
                  <a:pt x="438" y="21498"/>
                  <a:pt x="261" y="21286"/>
                </a:cubicBezTo>
                <a:cubicBezTo>
                  <a:pt x="88" y="21078"/>
                  <a:pt x="0" y="20816"/>
                  <a:pt x="0" y="20505"/>
                </a:cubicBezTo>
                <a:lnTo>
                  <a:pt x="0" y="12393"/>
                </a:lnTo>
                <a:cubicBezTo>
                  <a:pt x="0" y="12081"/>
                  <a:pt x="34" y="11726"/>
                  <a:pt x="105" y="11321"/>
                </a:cubicBezTo>
                <a:cubicBezTo>
                  <a:pt x="176" y="10918"/>
                  <a:pt x="261" y="10579"/>
                  <a:pt x="362" y="10309"/>
                </a:cubicBezTo>
                <a:lnTo>
                  <a:pt x="3691" y="984"/>
                </a:lnTo>
                <a:cubicBezTo>
                  <a:pt x="3787" y="714"/>
                  <a:pt x="3958" y="478"/>
                  <a:pt x="4208" y="287"/>
                </a:cubicBezTo>
                <a:cubicBezTo>
                  <a:pt x="4455" y="94"/>
                  <a:pt x="4705" y="0"/>
                  <a:pt x="4945" y="0"/>
                </a:cubicBezTo>
                <a:lnTo>
                  <a:pt x="16655" y="0"/>
                </a:lnTo>
                <a:cubicBezTo>
                  <a:pt x="16898" y="0"/>
                  <a:pt x="17142" y="93"/>
                  <a:pt x="17392" y="287"/>
                </a:cubicBezTo>
                <a:cubicBezTo>
                  <a:pt x="17644" y="478"/>
                  <a:pt x="17816" y="714"/>
                  <a:pt x="17909" y="984"/>
                </a:cubicBezTo>
                <a:lnTo>
                  <a:pt x="21238" y="10309"/>
                </a:lnTo>
                <a:close/>
                <a:moveTo>
                  <a:pt x="2834" y="11603"/>
                </a:moveTo>
                <a:cubicBezTo>
                  <a:pt x="2820" y="11623"/>
                  <a:pt x="2812" y="11658"/>
                  <a:pt x="2812" y="11708"/>
                </a:cubicBezTo>
                <a:cubicBezTo>
                  <a:pt x="2812" y="11761"/>
                  <a:pt x="2805" y="11805"/>
                  <a:pt x="2788" y="11841"/>
                </a:cubicBezTo>
                <a:lnTo>
                  <a:pt x="7324" y="11841"/>
                </a:lnTo>
                <a:lnTo>
                  <a:pt x="8661" y="15093"/>
                </a:lnTo>
                <a:lnTo>
                  <a:pt x="13150" y="15093"/>
                </a:lnTo>
                <a:lnTo>
                  <a:pt x="14520" y="11841"/>
                </a:lnTo>
                <a:lnTo>
                  <a:pt x="18822" y="11841"/>
                </a:lnTo>
                <a:cubicBezTo>
                  <a:pt x="18805" y="11805"/>
                  <a:pt x="18800" y="11761"/>
                  <a:pt x="18800" y="11708"/>
                </a:cubicBezTo>
                <a:cubicBezTo>
                  <a:pt x="18800" y="11658"/>
                  <a:pt x="18792" y="11611"/>
                  <a:pt x="18778" y="11576"/>
                </a:cubicBezTo>
                <a:lnTo>
                  <a:pt x="15774" y="3220"/>
                </a:lnTo>
                <a:lnTo>
                  <a:pt x="5838" y="3220"/>
                </a:lnTo>
                <a:lnTo>
                  <a:pt x="2834" y="1160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8" name="Shape 7338"/>
          <p:cNvSpPr/>
          <p:nvPr/>
        </p:nvSpPr>
        <p:spPr>
          <a:xfrm>
            <a:off x="7251819" y="6005364"/>
            <a:ext cx="515645" cy="5028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0"/>
                </a:moveTo>
                <a:cubicBezTo>
                  <a:pt x="12304" y="0"/>
                  <a:pt x="13705" y="279"/>
                  <a:pt x="15014" y="844"/>
                </a:cubicBezTo>
                <a:cubicBezTo>
                  <a:pt x="16322" y="1409"/>
                  <a:pt x="17466" y="2177"/>
                  <a:pt x="18450" y="3157"/>
                </a:cubicBezTo>
                <a:cubicBezTo>
                  <a:pt x="19433" y="4134"/>
                  <a:pt x="20205" y="5277"/>
                  <a:pt x="20761" y="6588"/>
                </a:cubicBezTo>
                <a:cubicBezTo>
                  <a:pt x="21324" y="7901"/>
                  <a:pt x="21600" y="9304"/>
                  <a:pt x="21600" y="10801"/>
                </a:cubicBezTo>
                <a:cubicBezTo>
                  <a:pt x="21600" y="12296"/>
                  <a:pt x="21324" y="13699"/>
                  <a:pt x="20761" y="15010"/>
                </a:cubicBezTo>
                <a:cubicBezTo>
                  <a:pt x="20205" y="16323"/>
                  <a:pt x="19433" y="17466"/>
                  <a:pt x="18450" y="18446"/>
                </a:cubicBezTo>
                <a:cubicBezTo>
                  <a:pt x="17466" y="19423"/>
                  <a:pt x="16322" y="20194"/>
                  <a:pt x="15014" y="20756"/>
                </a:cubicBezTo>
                <a:cubicBezTo>
                  <a:pt x="13705" y="21321"/>
                  <a:pt x="12304" y="21600"/>
                  <a:pt x="10806" y="21600"/>
                </a:cubicBezTo>
                <a:cubicBezTo>
                  <a:pt x="9310" y="21600"/>
                  <a:pt x="7906" y="21321"/>
                  <a:pt x="6595" y="20756"/>
                </a:cubicBezTo>
                <a:cubicBezTo>
                  <a:pt x="5281" y="20194"/>
                  <a:pt x="4136" y="19423"/>
                  <a:pt x="3156" y="18446"/>
                </a:cubicBezTo>
                <a:cubicBezTo>
                  <a:pt x="2178" y="17466"/>
                  <a:pt x="1407" y="16323"/>
                  <a:pt x="844" y="15010"/>
                </a:cubicBezTo>
                <a:cubicBezTo>
                  <a:pt x="279" y="13699"/>
                  <a:pt x="0" y="12296"/>
                  <a:pt x="0" y="10801"/>
                </a:cubicBezTo>
                <a:cubicBezTo>
                  <a:pt x="0" y="9304"/>
                  <a:pt x="279" y="7901"/>
                  <a:pt x="844" y="6588"/>
                </a:cubicBezTo>
                <a:cubicBezTo>
                  <a:pt x="1407" y="5277"/>
                  <a:pt x="2178" y="4134"/>
                  <a:pt x="3156" y="3157"/>
                </a:cubicBezTo>
                <a:cubicBezTo>
                  <a:pt x="4136" y="2177"/>
                  <a:pt x="5281" y="1409"/>
                  <a:pt x="6595" y="844"/>
                </a:cubicBezTo>
                <a:cubicBezTo>
                  <a:pt x="7906" y="279"/>
                  <a:pt x="9308" y="0"/>
                  <a:pt x="10806" y="0"/>
                </a:cubicBezTo>
                <a:moveTo>
                  <a:pt x="14064" y="15899"/>
                </a:moveTo>
                <a:cubicBezTo>
                  <a:pt x="14064" y="15636"/>
                  <a:pt x="13937" y="15507"/>
                  <a:pt x="13686" y="15507"/>
                </a:cubicBezTo>
                <a:lnTo>
                  <a:pt x="12632" y="15507"/>
                </a:lnTo>
                <a:lnTo>
                  <a:pt x="12632" y="7703"/>
                </a:lnTo>
                <a:cubicBezTo>
                  <a:pt x="12632" y="7596"/>
                  <a:pt x="12598" y="7497"/>
                  <a:pt x="12521" y="7415"/>
                </a:cubicBezTo>
                <a:cubicBezTo>
                  <a:pt x="12451" y="7328"/>
                  <a:pt x="12355" y="7285"/>
                  <a:pt x="12239" y="7285"/>
                </a:cubicBezTo>
                <a:lnTo>
                  <a:pt x="8140" y="7285"/>
                </a:lnTo>
                <a:cubicBezTo>
                  <a:pt x="8033" y="7285"/>
                  <a:pt x="7937" y="7328"/>
                  <a:pt x="7861" y="7407"/>
                </a:cubicBezTo>
                <a:cubicBezTo>
                  <a:pt x="7784" y="7486"/>
                  <a:pt x="7745" y="7585"/>
                  <a:pt x="7745" y="7703"/>
                </a:cubicBezTo>
                <a:lnTo>
                  <a:pt x="7745" y="9581"/>
                </a:lnTo>
                <a:cubicBezTo>
                  <a:pt x="7745" y="9844"/>
                  <a:pt x="7878" y="9973"/>
                  <a:pt x="8140" y="9973"/>
                </a:cubicBezTo>
                <a:lnTo>
                  <a:pt x="9302" y="9973"/>
                </a:lnTo>
                <a:lnTo>
                  <a:pt x="9302" y="15506"/>
                </a:lnTo>
                <a:lnTo>
                  <a:pt x="8248" y="15506"/>
                </a:lnTo>
                <a:cubicBezTo>
                  <a:pt x="8140" y="15506"/>
                  <a:pt x="8042" y="15546"/>
                  <a:pt x="7962" y="15619"/>
                </a:cubicBezTo>
                <a:cubicBezTo>
                  <a:pt x="7883" y="15696"/>
                  <a:pt x="7841" y="15789"/>
                  <a:pt x="7841" y="15899"/>
                </a:cubicBezTo>
                <a:lnTo>
                  <a:pt x="7841" y="17777"/>
                </a:lnTo>
                <a:cubicBezTo>
                  <a:pt x="7841" y="17884"/>
                  <a:pt x="7883" y="17983"/>
                  <a:pt x="7962" y="18065"/>
                </a:cubicBezTo>
                <a:cubicBezTo>
                  <a:pt x="8042" y="18155"/>
                  <a:pt x="8140" y="18195"/>
                  <a:pt x="8248" y="18195"/>
                </a:cubicBezTo>
                <a:lnTo>
                  <a:pt x="13686" y="18195"/>
                </a:lnTo>
                <a:cubicBezTo>
                  <a:pt x="13796" y="18195"/>
                  <a:pt x="13883" y="18155"/>
                  <a:pt x="13957" y="18065"/>
                </a:cubicBezTo>
                <a:cubicBezTo>
                  <a:pt x="14030" y="17983"/>
                  <a:pt x="14064" y="17884"/>
                  <a:pt x="14064" y="17777"/>
                </a:cubicBezTo>
                <a:lnTo>
                  <a:pt x="14064" y="15899"/>
                </a:lnTo>
                <a:close/>
                <a:moveTo>
                  <a:pt x="9276" y="5622"/>
                </a:moveTo>
                <a:cubicBezTo>
                  <a:pt x="9276" y="5729"/>
                  <a:pt x="9322" y="5825"/>
                  <a:pt x="9406" y="5916"/>
                </a:cubicBezTo>
                <a:cubicBezTo>
                  <a:pt x="9491" y="5997"/>
                  <a:pt x="9590" y="6040"/>
                  <a:pt x="9695" y="6040"/>
                </a:cubicBezTo>
                <a:lnTo>
                  <a:pt x="12242" y="6040"/>
                </a:lnTo>
                <a:cubicBezTo>
                  <a:pt x="12352" y="6040"/>
                  <a:pt x="12442" y="5997"/>
                  <a:pt x="12516" y="5916"/>
                </a:cubicBezTo>
                <a:cubicBezTo>
                  <a:pt x="12595" y="5825"/>
                  <a:pt x="12634" y="5729"/>
                  <a:pt x="12634" y="5622"/>
                </a:cubicBezTo>
                <a:lnTo>
                  <a:pt x="12634" y="3377"/>
                </a:lnTo>
                <a:cubicBezTo>
                  <a:pt x="12634" y="3117"/>
                  <a:pt x="12504" y="2984"/>
                  <a:pt x="12242" y="2984"/>
                </a:cubicBezTo>
                <a:lnTo>
                  <a:pt x="9695" y="2984"/>
                </a:lnTo>
                <a:cubicBezTo>
                  <a:pt x="9590" y="2984"/>
                  <a:pt x="9491" y="3024"/>
                  <a:pt x="9406" y="3100"/>
                </a:cubicBezTo>
                <a:cubicBezTo>
                  <a:pt x="9322" y="3179"/>
                  <a:pt x="9276" y="3270"/>
                  <a:pt x="9276" y="3377"/>
                </a:cubicBezTo>
                <a:lnTo>
                  <a:pt x="9276" y="5622"/>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39" name="Shape 7339"/>
          <p:cNvSpPr/>
          <p:nvPr/>
        </p:nvSpPr>
        <p:spPr>
          <a:xfrm>
            <a:off x="8495589" y="5992643"/>
            <a:ext cx="513606" cy="500825"/>
          </a:xfrm>
          <a:custGeom>
            <a:avLst/>
            <a:gdLst/>
            <a:ahLst/>
            <a:cxnLst>
              <a:cxn ang="0">
                <a:pos x="wd2" y="hd2"/>
              </a:cxn>
              <a:cxn ang="5400000">
                <a:pos x="wd2" y="hd2"/>
              </a:cxn>
              <a:cxn ang="10800000">
                <a:pos x="wd2" y="hd2"/>
              </a:cxn>
              <a:cxn ang="16200000">
                <a:pos x="wd2" y="hd2"/>
              </a:cxn>
            </a:cxnLst>
            <a:rect l="0" t="0" r="r" b="b"/>
            <a:pathLst>
              <a:path w="21549" h="21483" fill="norm" stroke="1" extrusionOk="0">
                <a:moveTo>
                  <a:pt x="19090" y="14102"/>
                </a:moveTo>
                <a:lnTo>
                  <a:pt x="17954" y="15972"/>
                </a:lnTo>
                <a:lnTo>
                  <a:pt x="20740" y="18368"/>
                </a:lnTo>
                <a:cubicBezTo>
                  <a:pt x="21061" y="18646"/>
                  <a:pt x="21258" y="19020"/>
                  <a:pt x="21331" y="19487"/>
                </a:cubicBezTo>
                <a:cubicBezTo>
                  <a:pt x="21402" y="19954"/>
                  <a:pt x="21322" y="20379"/>
                  <a:pt x="21087" y="20767"/>
                </a:cubicBezTo>
                <a:cubicBezTo>
                  <a:pt x="20843" y="21149"/>
                  <a:pt x="20528" y="21383"/>
                  <a:pt x="20146" y="21459"/>
                </a:cubicBezTo>
                <a:cubicBezTo>
                  <a:pt x="19763" y="21535"/>
                  <a:pt x="19409" y="21433"/>
                  <a:pt x="19090" y="21155"/>
                </a:cubicBezTo>
                <a:lnTo>
                  <a:pt x="10068" y="13441"/>
                </a:lnTo>
                <a:cubicBezTo>
                  <a:pt x="9483" y="14158"/>
                  <a:pt x="8845" y="14740"/>
                  <a:pt x="8155" y="15190"/>
                </a:cubicBezTo>
                <a:cubicBezTo>
                  <a:pt x="7467" y="15643"/>
                  <a:pt x="6770" y="15950"/>
                  <a:pt x="6061" y="16113"/>
                </a:cubicBezTo>
                <a:cubicBezTo>
                  <a:pt x="5355" y="16279"/>
                  <a:pt x="4658" y="16290"/>
                  <a:pt x="3977" y="16141"/>
                </a:cubicBezTo>
                <a:cubicBezTo>
                  <a:pt x="3296" y="15995"/>
                  <a:pt x="2667" y="15671"/>
                  <a:pt x="2099" y="15176"/>
                </a:cubicBezTo>
                <a:cubicBezTo>
                  <a:pt x="1456" y="14631"/>
                  <a:pt x="959" y="13922"/>
                  <a:pt x="607" y="13059"/>
                </a:cubicBezTo>
                <a:cubicBezTo>
                  <a:pt x="252" y="12193"/>
                  <a:pt x="55" y="11259"/>
                  <a:pt x="10" y="10258"/>
                </a:cubicBezTo>
                <a:cubicBezTo>
                  <a:pt x="-36" y="9257"/>
                  <a:pt x="79" y="8222"/>
                  <a:pt x="348" y="7156"/>
                </a:cubicBezTo>
                <a:cubicBezTo>
                  <a:pt x="616" y="6085"/>
                  <a:pt x="1041" y="5064"/>
                  <a:pt x="1618" y="4085"/>
                </a:cubicBezTo>
                <a:cubicBezTo>
                  <a:pt x="2200" y="3107"/>
                  <a:pt x="2874" y="2300"/>
                  <a:pt x="3634" y="1664"/>
                </a:cubicBezTo>
                <a:cubicBezTo>
                  <a:pt x="4395" y="1026"/>
                  <a:pt x="5176" y="567"/>
                  <a:pt x="5984" y="292"/>
                </a:cubicBezTo>
                <a:cubicBezTo>
                  <a:pt x="6786" y="11"/>
                  <a:pt x="7584" y="-65"/>
                  <a:pt x="8375" y="56"/>
                </a:cubicBezTo>
                <a:cubicBezTo>
                  <a:pt x="9164" y="174"/>
                  <a:pt x="9885" y="511"/>
                  <a:pt x="10525" y="1057"/>
                </a:cubicBezTo>
                <a:cubicBezTo>
                  <a:pt x="11096" y="1532"/>
                  <a:pt x="11551" y="2134"/>
                  <a:pt x="11887" y="2862"/>
                </a:cubicBezTo>
                <a:cubicBezTo>
                  <a:pt x="12225" y="3585"/>
                  <a:pt x="12445" y="4381"/>
                  <a:pt x="12548" y="5236"/>
                </a:cubicBezTo>
                <a:cubicBezTo>
                  <a:pt x="12654" y="6093"/>
                  <a:pt x="12640" y="6985"/>
                  <a:pt x="12506" y="7913"/>
                </a:cubicBezTo>
                <a:cubicBezTo>
                  <a:pt x="12368" y="8844"/>
                  <a:pt x="12117" y="9758"/>
                  <a:pt x="11741" y="10655"/>
                </a:cubicBezTo>
                <a:lnTo>
                  <a:pt x="16393" y="14654"/>
                </a:lnTo>
                <a:lnTo>
                  <a:pt x="17527" y="12781"/>
                </a:lnTo>
                <a:lnTo>
                  <a:pt x="16348" y="11785"/>
                </a:lnTo>
                <a:cubicBezTo>
                  <a:pt x="16243" y="11695"/>
                  <a:pt x="16177" y="11571"/>
                  <a:pt x="16156" y="11417"/>
                </a:cubicBezTo>
                <a:cubicBezTo>
                  <a:pt x="16135" y="11259"/>
                  <a:pt x="16161" y="11110"/>
                  <a:pt x="16236" y="10978"/>
                </a:cubicBezTo>
                <a:lnTo>
                  <a:pt x="16808" y="10050"/>
                </a:lnTo>
                <a:cubicBezTo>
                  <a:pt x="16883" y="9924"/>
                  <a:pt x="16982" y="9845"/>
                  <a:pt x="17106" y="9814"/>
                </a:cubicBezTo>
                <a:cubicBezTo>
                  <a:pt x="17231" y="9783"/>
                  <a:pt x="17351" y="9814"/>
                  <a:pt x="17470" y="9912"/>
                </a:cubicBezTo>
                <a:lnTo>
                  <a:pt x="21336" y="13239"/>
                </a:lnTo>
                <a:cubicBezTo>
                  <a:pt x="21456" y="13329"/>
                  <a:pt x="21526" y="13453"/>
                  <a:pt x="21542" y="13610"/>
                </a:cubicBezTo>
                <a:cubicBezTo>
                  <a:pt x="21564" y="13768"/>
                  <a:pt x="21535" y="13911"/>
                  <a:pt x="21458" y="14046"/>
                </a:cubicBezTo>
                <a:lnTo>
                  <a:pt x="20909" y="14977"/>
                </a:lnTo>
                <a:cubicBezTo>
                  <a:pt x="20836" y="15103"/>
                  <a:pt x="20730" y="15180"/>
                  <a:pt x="20601" y="15213"/>
                </a:cubicBezTo>
                <a:cubicBezTo>
                  <a:pt x="20467" y="15244"/>
                  <a:pt x="20348" y="15213"/>
                  <a:pt x="20235" y="15126"/>
                </a:cubicBezTo>
                <a:lnTo>
                  <a:pt x="19090" y="14102"/>
                </a:lnTo>
                <a:close/>
                <a:moveTo>
                  <a:pt x="9558" y="7733"/>
                </a:moveTo>
                <a:cubicBezTo>
                  <a:pt x="9762" y="7403"/>
                  <a:pt x="9896" y="7046"/>
                  <a:pt x="9964" y="6670"/>
                </a:cubicBezTo>
                <a:cubicBezTo>
                  <a:pt x="10030" y="6293"/>
                  <a:pt x="10037" y="5916"/>
                  <a:pt x="9988" y="5539"/>
                </a:cubicBezTo>
                <a:cubicBezTo>
                  <a:pt x="9931" y="5162"/>
                  <a:pt x="9821" y="4808"/>
                  <a:pt x="9655" y="4476"/>
                </a:cubicBezTo>
                <a:cubicBezTo>
                  <a:pt x="9486" y="4144"/>
                  <a:pt x="9263" y="3860"/>
                  <a:pt x="8986" y="3627"/>
                </a:cubicBezTo>
                <a:cubicBezTo>
                  <a:pt x="8709" y="3385"/>
                  <a:pt x="8413" y="3222"/>
                  <a:pt x="8098" y="3140"/>
                </a:cubicBezTo>
                <a:cubicBezTo>
                  <a:pt x="7782" y="3062"/>
                  <a:pt x="7469" y="3053"/>
                  <a:pt x="7155" y="3115"/>
                </a:cubicBezTo>
                <a:cubicBezTo>
                  <a:pt x="6840" y="3180"/>
                  <a:pt x="6545" y="3312"/>
                  <a:pt x="6268" y="3515"/>
                </a:cubicBezTo>
                <a:cubicBezTo>
                  <a:pt x="5988" y="3714"/>
                  <a:pt x="5754" y="3981"/>
                  <a:pt x="5559" y="4313"/>
                </a:cubicBezTo>
                <a:cubicBezTo>
                  <a:pt x="5282" y="4789"/>
                  <a:pt x="5136" y="5306"/>
                  <a:pt x="5120" y="5854"/>
                </a:cubicBezTo>
                <a:cubicBezTo>
                  <a:pt x="5106" y="6408"/>
                  <a:pt x="5202" y="6920"/>
                  <a:pt x="5411" y="7398"/>
                </a:cubicBezTo>
                <a:cubicBezTo>
                  <a:pt x="4972" y="7308"/>
                  <a:pt x="4533" y="7364"/>
                  <a:pt x="4104" y="7564"/>
                </a:cubicBezTo>
                <a:cubicBezTo>
                  <a:pt x="3672" y="7767"/>
                  <a:pt x="3313" y="8107"/>
                  <a:pt x="3019" y="8582"/>
                </a:cubicBezTo>
                <a:cubicBezTo>
                  <a:pt x="2818" y="8914"/>
                  <a:pt x="2681" y="9268"/>
                  <a:pt x="2616" y="9645"/>
                </a:cubicBezTo>
                <a:cubicBezTo>
                  <a:pt x="2548" y="10022"/>
                  <a:pt x="2543" y="10393"/>
                  <a:pt x="2597" y="10761"/>
                </a:cubicBezTo>
                <a:cubicBezTo>
                  <a:pt x="2656" y="11130"/>
                  <a:pt x="2766" y="11479"/>
                  <a:pt x="2937" y="11813"/>
                </a:cubicBezTo>
                <a:cubicBezTo>
                  <a:pt x="3104" y="12142"/>
                  <a:pt x="3322" y="12429"/>
                  <a:pt x="3592" y="12660"/>
                </a:cubicBezTo>
                <a:cubicBezTo>
                  <a:pt x="3869" y="12902"/>
                  <a:pt x="4165" y="13065"/>
                  <a:pt x="4482" y="13146"/>
                </a:cubicBezTo>
                <a:cubicBezTo>
                  <a:pt x="4794" y="13225"/>
                  <a:pt x="5106" y="13236"/>
                  <a:pt x="5411" y="13171"/>
                </a:cubicBezTo>
                <a:cubicBezTo>
                  <a:pt x="5719" y="13110"/>
                  <a:pt x="6012" y="12978"/>
                  <a:pt x="6287" y="12775"/>
                </a:cubicBezTo>
                <a:cubicBezTo>
                  <a:pt x="6568" y="12572"/>
                  <a:pt x="6805" y="12308"/>
                  <a:pt x="7007" y="11974"/>
                </a:cubicBezTo>
                <a:cubicBezTo>
                  <a:pt x="7300" y="11498"/>
                  <a:pt x="7453" y="10984"/>
                  <a:pt x="7469" y="10433"/>
                </a:cubicBezTo>
                <a:cubicBezTo>
                  <a:pt x="7483" y="9881"/>
                  <a:pt x="7383" y="9367"/>
                  <a:pt x="7164" y="8892"/>
                </a:cubicBezTo>
                <a:cubicBezTo>
                  <a:pt x="7608" y="8979"/>
                  <a:pt x="8042" y="8931"/>
                  <a:pt x="8474" y="8737"/>
                </a:cubicBezTo>
                <a:cubicBezTo>
                  <a:pt x="8908" y="8542"/>
                  <a:pt x="9267" y="8211"/>
                  <a:pt x="9558" y="773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0" name="Shape 7340"/>
          <p:cNvSpPr/>
          <p:nvPr/>
        </p:nvSpPr>
        <p:spPr>
          <a:xfrm>
            <a:off x="9721481" y="5992655"/>
            <a:ext cx="466911" cy="500804"/>
          </a:xfrm>
          <a:custGeom>
            <a:avLst/>
            <a:gdLst/>
            <a:ahLst/>
            <a:cxnLst>
              <a:cxn ang="0">
                <a:pos x="wd2" y="hd2"/>
              </a:cxn>
              <a:cxn ang="5400000">
                <a:pos x="wd2" y="hd2"/>
              </a:cxn>
              <a:cxn ang="10800000">
                <a:pos x="wd2" y="hd2"/>
              </a:cxn>
              <a:cxn ang="16200000">
                <a:pos x="wd2" y="hd2"/>
              </a:cxn>
            </a:cxnLst>
            <a:rect l="0" t="0" r="r" b="b"/>
            <a:pathLst>
              <a:path w="21484" h="21600" fill="norm" stroke="1" extrusionOk="0">
                <a:moveTo>
                  <a:pt x="20492" y="581"/>
                </a:moveTo>
                <a:cubicBezTo>
                  <a:pt x="20986" y="1781"/>
                  <a:pt x="21297" y="3048"/>
                  <a:pt x="21423" y="4387"/>
                </a:cubicBezTo>
                <a:cubicBezTo>
                  <a:pt x="21547" y="5722"/>
                  <a:pt x="21484" y="7179"/>
                  <a:pt x="21222" y="8744"/>
                </a:cubicBezTo>
                <a:cubicBezTo>
                  <a:pt x="20551" y="13135"/>
                  <a:pt x="18387" y="16470"/>
                  <a:pt x="14734" y="18749"/>
                </a:cubicBezTo>
                <a:cubicBezTo>
                  <a:pt x="13012" y="19858"/>
                  <a:pt x="11267" y="20409"/>
                  <a:pt x="9506" y="20409"/>
                </a:cubicBezTo>
                <a:cubicBezTo>
                  <a:pt x="8355" y="20409"/>
                  <a:pt x="7209" y="20166"/>
                  <a:pt x="6065" y="19683"/>
                </a:cubicBezTo>
                <a:cubicBezTo>
                  <a:pt x="5894" y="19610"/>
                  <a:pt x="5726" y="19520"/>
                  <a:pt x="5557" y="19412"/>
                </a:cubicBezTo>
                <a:cubicBezTo>
                  <a:pt x="5389" y="19302"/>
                  <a:pt x="5222" y="19192"/>
                  <a:pt x="5059" y="19076"/>
                </a:cubicBezTo>
                <a:cubicBezTo>
                  <a:pt x="4841" y="18929"/>
                  <a:pt x="4626" y="18791"/>
                  <a:pt x="4415" y="18661"/>
                </a:cubicBezTo>
                <a:cubicBezTo>
                  <a:pt x="4200" y="18528"/>
                  <a:pt x="4018" y="18466"/>
                  <a:pt x="3858" y="18466"/>
                </a:cubicBezTo>
                <a:cubicBezTo>
                  <a:pt x="3786" y="18486"/>
                  <a:pt x="3699" y="18562"/>
                  <a:pt x="3599" y="18701"/>
                </a:cubicBezTo>
                <a:cubicBezTo>
                  <a:pt x="3498" y="18842"/>
                  <a:pt x="3393" y="18997"/>
                  <a:pt x="3288" y="19175"/>
                </a:cubicBezTo>
                <a:cubicBezTo>
                  <a:pt x="3185" y="19350"/>
                  <a:pt x="3086" y="19537"/>
                  <a:pt x="2990" y="19729"/>
                </a:cubicBezTo>
                <a:cubicBezTo>
                  <a:pt x="2899" y="19923"/>
                  <a:pt x="2822" y="20073"/>
                  <a:pt x="2761" y="20180"/>
                </a:cubicBezTo>
                <a:cubicBezTo>
                  <a:pt x="2656" y="20389"/>
                  <a:pt x="2558" y="20576"/>
                  <a:pt x="2464" y="20742"/>
                </a:cubicBezTo>
                <a:cubicBezTo>
                  <a:pt x="2373" y="20909"/>
                  <a:pt x="2286" y="21056"/>
                  <a:pt x="2214" y="21183"/>
                </a:cubicBezTo>
                <a:cubicBezTo>
                  <a:pt x="2026" y="21462"/>
                  <a:pt x="1788" y="21600"/>
                  <a:pt x="1495" y="21600"/>
                </a:cubicBezTo>
                <a:lnTo>
                  <a:pt x="1451" y="21600"/>
                </a:lnTo>
                <a:cubicBezTo>
                  <a:pt x="1236" y="21584"/>
                  <a:pt x="1051" y="21527"/>
                  <a:pt x="896" y="21434"/>
                </a:cubicBezTo>
                <a:cubicBezTo>
                  <a:pt x="744" y="21335"/>
                  <a:pt x="618" y="21225"/>
                  <a:pt x="522" y="21098"/>
                </a:cubicBezTo>
                <a:cubicBezTo>
                  <a:pt x="426" y="20976"/>
                  <a:pt x="349" y="20847"/>
                  <a:pt x="293" y="20717"/>
                </a:cubicBezTo>
                <a:cubicBezTo>
                  <a:pt x="237" y="20587"/>
                  <a:pt x="199" y="20485"/>
                  <a:pt x="185" y="20409"/>
                </a:cubicBezTo>
                <a:cubicBezTo>
                  <a:pt x="-16" y="20078"/>
                  <a:pt x="-53" y="19725"/>
                  <a:pt x="75" y="19356"/>
                </a:cubicBezTo>
                <a:cubicBezTo>
                  <a:pt x="223" y="18878"/>
                  <a:pt x="431" y="18480"/>
                  <a:pt x="700" y="18153"/>
                </a:cubicBezTo>
                <a:cubicBezTo>
                  <a:pt x="971" y="17828"/>
                  <a:pt x="1236" y="17537"/>
                  <a:pt x="1495" y="17277"/>
                </a:cubicBezTo>
                <a:cubicBezTo>
                  <a:pt x="1713" y="17069"/>
                  <a:pt x="1902" y="16874"/>
                  <a:pt x="2062" y="16693"/>
                </a:cubicBezTo>
                <a:cubicBezTo>
                  <a:pt x="2223" y="16512"/>
                  <a:pt x="2326" y="16320"/>
                  <a:pt x="2368" y="16114"/>
                </a:cubicBezTo>
                <a:cubicBezTo>
                  <a:pt x="2384" y="16058"/>
                  <a:pt x="2384" y="16004"/>
                  <a:pt x="2368" y="15950"/>
                </a:cubicBezTo>
                <a:cubicBezTo>
                  <a:pt x="2354" y="15900"/>
                  <a:pt x="2319" y="15784"/>
                  <a:pt x="2258" y="15612"/>
                </a:cubicBezTo>
                <a:cubicBezTo>
                  <a:pt x="2214" y="15504"/>
                  <a:pt x="2169" y="15380"/>
                  <a:pt x="2129" y="15242"/>
                </a:cubicBezTo>
                <a:cubicBezTo>
                  <a:pt x="2087" y="15101"/>
                  <a:pt x="2052" y="14942"/>
                  <a:pt x="2022" y="14762"/>
                </a:cubicBezTo>
                <a:cubicBezTo>
                  <a:pt x="1837" y="13322"/>
                  <a:pt x="1884" y="11989"/>
                  <a:pt x="2167" y="10774"/>
                </a:cubicBezTo>
                <a:cubicBezTo>
                  <a:pt x="2450" y="9557"/>
                  <a:pt x="2899" y="8464"/>
                  <a:pt x="3510" y="7493"/>
                </a:cubicBezTo>
                <a:cubicBezTo>
                  <a:pt x="4123" y="6527"/>
                  <a:pt x="4853" y="5689"/>
                  <a:pt x="5695" y="4986"/>
                </a:cubicBezTo>
                <a:cubicBezTo>
                  <a:pt x="6540" y="4283"/>
                  <a:pt x="7417" y="3741"/>
                  <a:pt x="8327" y="3351"/>
                </a:cubicBezTo>
                <a:cubicBezTo>
                  <a:pt x="8940" y="3091"/>
                  <a:pt x="9612" y="2939"/>
                  <a:pt x="10337" y="2894"/>
                </a:cubicBezTo>
                <a:cubicBezTo>
                  <a:pt x="11068" y="2848"/>
                  <a:pt x="11828" y="2817"/>
                  <a:pt x="12619" y="2798"/>
                </a:cubicBezTo>
                <a:cubicBezTo>
                  <a:pt x="13075" y="2798"/>
                  <a:pt x="13548" y="2789"/>
                  <a:pt x="14039" y="2772"/>
                </a:cubicBezTo>
                <a:cubicBezTo>
                  <a:pt x="14533" y="2752"/>
                  <a:pt x="15010" y="2704"/>
                  <a:pt x="15471" y="2623"/>
                </a:cubicBezTo>
                <a:cubicBezTo>
                  <a:pt x="15928" y="2541"/>
                  <a:pt x="16353" y="2414"/>
                  <a:pt x="16742" y="2239"/>
                </a:cubicBezTo>
                <a:cubicBezTo>
                  <a:pt x="17130" y="2064"/>
                  <a:pt x="17448" y="1815"/>
                  <a:pt x="17694" y="1499"/>
                </a:cubicBezTo>
                <a:cubicBezTo>
                  <a:pt x="17841" y="1321"/>
                  <a:pt x="17986" y="1135"/>
                  <a:pt x="18127" y="948"/>
                </a:cubicBezTo>
                <a:cubicBezTo>
                  <a:pt x="18263" y="756"/>
                  <a:pt x="18405" y="595"/>
                  <a:pt x="18550" y="460"/>
                </a:cubicBezTo>
                <a:cubicBezTo>
                  <a:pt x="18698" y="324"/>
                  <a:pt x="18857" y="214"/>
                  <a:pt x="19030" y="129"/>
                </a:cubicBezTo>
                <a:cubicBezTo>
                  <a:pt x="19208" y="42"/>
                  <a:pt x="19425" y="0"/>
                  <a:pt x="19690" y="0"/>
                </a:cubicBezTo>
                <a:cubicBezTo>
                  <a:pt x="19858" y="0"/>
                  <a:pt x="20017" y="50"/>
                  <a:pt x="20165" y="155"/>
                </a:cubicBezTo>
                <a:cubicBezTo>
                  <a:pt x="20310" y="261"/>
                  <a:pt x="20420" y="400"/>
                  <a:pt x="20492" y="581"/>
                </a:cubicBezTo>
                <a:moveTo>
                  <a:pt x="15352" y="9977"/>
                </a:moveTo>
                <a:cubicBezTo>
                  <a:pt x="15598" y="10017"/>
                  <a:pt x="15813" y="9927"/>
                  <a:pt x="15995" y="9712"/>
                </a:cubicBezTo>
                <a:cubicBezTo>
                  <a:pt x="16180" y="9503"/>
                  <a:pt x="16278" y="9249"/>
                  <a:pt x="16293" y="8953"/>
                </a:cubicBezTo>
                <a:cubicBezTo>
                  <a:pt x="16307" y="8636"/>
                  <a:pt x="16232" y="8374"/>
                  <a:pt x="16066" y="8159"/>
                </a:cubicBezTo>
                <a:cubicBezTo>
                  <a:pt x="15895" y="7947"/>
                  <a:pt x="15682" y="7832"/>
                  <a:pt x="15420" y="7815"/>
                </a:cubicBezTo>
                <a:cubicBezTo>
                  <a:pt x="14323" y="7761"/>
                  <a:pt x="13286" y="7834"/>
                  <a:pt x="12317" y="8038"/>
                </a:cubicBezTo>
                <a:cubicBezTo>
                  <a:pt x="11346" y="8241"/>
                  <a:pt x="10426" y="8571"/>
                  <a:pt x="9551" y="9032"/>
                </a:cubicBezTo>
                <a:cubicBezTo>
                  <a:pt x="8674" y="9492"/>
                  <a:pt x="7843" y="10090"/>
                  <a:pt x="7047" y="10831"/>
                </a:cubicBezTo>
                <a:cubicBezTo>
                  <a:pt x="6250" y="11568"/>
                  <a:pt x="5480" y="12466"/>
                  <a:pt x="4733" y="13519"/>
                </a:cubicBezTo>
                <a:cubicBezTo>
                  <a:pt x="4563" y="13765"/>
                  <a:pt x="4483" y="14033"/>
                  <a:pt x="4497" y="14324"/>
                </a:cubicBezTo>
                <a:cubicBezTo>
                  <a:pt x="4511" y="14618"/>
                  <a:pt x="4621" y="14863"/>
                  <a:pt x="4822" y="15064"/>
                </a:cubicBezTo>
                <a:cubicBezTo>
                  <a:pt x="4972" y="15222"/>
                  <a:pt x="5164" y="15312"/>
                  <a:pt x="5393" y="15318"/>
                </a:cubicBezTo>
                <a:cubicBezTo>
                  <a:pt x="5669" y="15318"/>
                  <a:pt x="5901" y="15196"/>
                  <a:pt x="6088" y="14954"/>
                </a:cubicBezTo>
                <a:cubicBezTo>
                  <a:pt x="6760" y="14036"/>
                  <a:pt x="7436" y="13245"/>
                  <a:pt x="8117" y="12587"/>
                </a:cubicBezTo>
                <a:cubicBezTo>
                  <a:pt x="8795" y="11930"/>
                  <a:pt x="9511" y="11402"/>
                  <a:pt x="10260" y="11006"/>
                </a:cubicBezTo>
                <a:cubicBezTo>
                  <a:pt x="11012" y="10610"/>
                  <a:pt x="11803" y="10330"/>
                  <a:pt x="12638" y="10167"/>
                </a:cubicBezTo>
                <a:cubicBezTo>
                  <a:pt x="13469" y="10003"/>
                  <a:pt x="14374" y="9938"/>
                  <a:pt x="15352" y="9977"/>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1" name="Shape 7341"/>
          <p:cNvSpPr/>
          <p:nvPr/>
        </p:nvSpPr>
        <p:spPr>
          <a:xfrm>
            <a:off x="10971951" y="6005364"/>
            <a:ext cx="600168" cy="5028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288" y="12518"/>
                </a:moveTo>
                <a:cubicBezTo>
                  <a:pt x="14688" y="12518"/>
                  <a:pt x="15038" y="12648"/>
                  <a:pt x="15347" y="12911"/>
                </a:cubicBezTo>
                <a:lnTo>
                  <a:pt x="20701" y="17165"/>
                </a:lnTo>
                <a:cubicBezTo>
                  <a:pt x="20977" y="17408"/>
                  <a:pt x="21198" y="17704"/>
                  <a:pt x="21358" y="18052"/>
                </a:cubicBezTo>
                <a:cubicBezTo>
                  <a:pt x="21518" y="18399"/>
                  <a:pt x="21600" y="18780"/>
                  <a:pt x="21600" y="19192"/>
                </a:cubicBezTo>
                <a:cubicBezTo>
                  <a:pt x="21600" y="19861"/>
                  <a:pt x="21403" y="20429"/>
                  <a:pt x="21007" y="20897"/>
                </a:cubicBezTo>
                <a:cubicBezTo>
                  <a:pt x="20614" y="21366"/>
                  <a:pt x="20144" y="21600"/>
                  <a:pt x="19595" y="21600"/>
                </a:cubicBezTo>
                <a:cubicBezTo>
                  <a:pt x="19183" y="21600"/>
                  <a:pt x="18811" y="21459"/>
                  <a:pt x="18479" y="21180"/>
                </a:cubicBezTo>
                <a:lnTo>
                  <a:pt x="13129" y="16925"/>
                </a:lnTo>
                <a:cubicBezTo>
                  <a:pt x="12600" y="16499"/>
                  <a:pt x="12320" y="15909"/>
                  <a:pt x="12282" y="15155"/>
                </a:cubicBezTo>
                <a:lnTo>
                  <a:pt x="9713" y="13097"/>
                </a:lnTo>
                <a:lnTo>
                  <a:pt x="8518" y="15234"/>
                </a:lnTo>
                <a:cubicBezTo>
                  <a:pt x="8412" y="15412"/>
                  <a:pt x="8273" y="15505"/>
                  <a:pt x="8101" y="15505"/>
                </a:cubicBezTo>
                <a:cubicBezTo>
                  <a:pt x="7995" y="15505"/>
                  <a:pt x="7901" y="15469"/>
                  <a:pt x="7819" y="15398"/>
                </a:cubicBezTo>
                <a:cubicBezTo>
                  <a:pt x="8233" y="15748"/>
                  <a:pt x="8445" y="16200"/>
                  <a:pt x="8452" y="16747"/>
                </a:cubicBezTo>
                <a:cubicBezTo>
                  <a:pt x="8452" y="16973"/>
                  <a:pt x="8412" y="17188"/>
                  <a:pt x="8334" y="17391"/>
                </a:cubicBezTo>
                <a:cubicBezTo>
                  <a:pt x="8254" y="17592"/>
                  <a:pt x="8150" y="17778"/>
                  <a:pt x="8016" y="17945"/>
                </a:cubicBezTo>
                <a:cubicBezTo>
                  <a:pt x="7884" y="18108"/>
                  <a:pt x="7736" y="18241"/>
                  <a:pt x="7567" y="18343"/>
                </a:cubicBezTo>
                <a:cubicBezTo>
                  <a:pt x="7395" y="18441"/>
                  <a:pt x="7221" y="18489"/>
                  <a:pt x="7042" y="18489"/>
                </a:cubicBezTo>
                <a:cubicBezTo>
                  <a:pt x="6781" y="18489"/>
                  <a:pt x="6545" y="18410"/>
                  <a:pt x="6343" y="18247"/>
                </a:cubicBezTo>
                <a:lnTo>
                  <a:pt x="550" y="13628"/>
                </a:lnTo>
                <a:cubicBezTo>
                  <a:pt x="183" y="13329"/>
                  <a:pt x="0" y="12916"/>
                  <a:pt x="0" y="12380"/>
                </a:cubicBezTo>
                <a:cubicBezTo>
                  <a:pt x="0" y="11940"/>
                  <a:pt x="136" y="11530"/>
                  <a:pt x="416" y="11152"/>
                </a:cubicBezTo>
                <a:cubicBezTo>
                  <a:pt x="694" y="10773"/>
                  <a:pt x="1023" y="10581"/>
                  <a:pt x="1407" y="10581"/>
                </a:cubicBezTo>
                <a:cubicBezTo>
                  <a:pt x="1673" y="10581"/>
                  <a:pt x="1925" y="10682"/>
                  <a:pt x="2174" y="10881"/>
                </a:cubicBezTo>
                <a:cubicBezTo>
                  <a:pt x="2024" y="10756"/>
                  <a:pt x="1944" y="10586"/>
                  <a:pt x="1939" y="10380"/>
                </a:cubicBezTo>
                <a:cubicBezTo>
                  <a:pt x="1939" y="10310"/>
                  <a:pt x="1967" y="10202"/>
                  <a:pt x="2026" y="10058"/>
                </a:cubicBezTo>
                <a:lnTo>
                  <a:pt x="5792" y="3271"/>
                </a:lnTo>
                <a:cubicBezTo>
                  <a:pt x="5898" y="3094"/>
                  <a:pt x="6034" y="2998"/>
                  <a:pt x="6209" y="2989"/>
                </a:cubicBezTo>
                <a:cubicBezTo>
                  <a:pt x="6329" y="2989"/>
                  <a:pt x="6418" y="3029"/>
                  <a:pt x="6479" y="3111"/>
                </a:cubicBezTo>
                <a:cubicBezTo>
                  <a:pt x="6293" y="2947"/>
                  <a:pt x="6140" y="2755"/>
                  <a:pt x="6027" y="2529"/>
                </a:cubicBezTo>
                <a:cubicBezTo>
                  <a:pt x="5914" y="2303"/>
                  <a:pt x="5860" y="2052"/>
                  <a:pt x="5860" y="1770"/>
                </a:cubicBezTo>
                <a:cubicBezTo>
                  <a:pt x="5860" y="1329"/>
                  <a:pt x="6001" y="926"/>
                  <a:pt x="6289" y="556"/>
                </a:cubicBezTo>
                <a:cubicBezTo>
                  <a:pt x="6573" y="189"/>
                  <a:pt x="6898" y="0"/>
                  <a:pt x="7268" y="0"/>
                </a:cubicBezTo>
                <a:cubicBezTo>
                  <a:pt x="7515" y="0"/>
                  <a:pt x="7750" y="90"/>
                  <a:pt x="7964" y="259"/>
                </a:cubicBezTo>
                <a:lnTo>
                  <a:pt x="13758" y="4881"/>
                </a:lnTo>
                <a:cubicBezTo>
                  <a:pt x="13932" y="5025"/>
                  <a:pt x="14066" y="5205"/>
                  <a:pt x="14163" y="5426"/>
                </a:cubicBezTo>
                <a:cubicBezTo>
                  <a:pt x="14259" y="5646"/>
                  <a:pt x="14311" y="5889"/>
                  <a:pt x="14311" y="6151"/>
                </a:cubicBezTo>
                <a:cubicBezTo>
                  <a:pt x="14311" y="6374"/>
                  <a:pt x="14271" y="6594"/>
                  <a:pt x="14191" y="6806"/>
                </a:cubicBezTo>
                <a:cubicBezTo>
                  <a:pt x="14113" y="7021"/>
                  <a:pt x="14015" y="7204"/>
                  <a:pt x="13892" y="7368"/>
                </a:cubicBezTo>
                <a:cubicBezTo>
                  <a:pt x="13772" y="7529"/>
                  <a:pt x="13624" y="7662"/>
                  <a:pt x="13443" y="7763"/>
                </a:cubicBezTo>
                <a:cubicBezTo>
                  <a:pt x="13261" y="7871"/>
                  <a:pt x="13082" y="7921"/>
                  <a:pt x="12901" y="7921"/>
                </a:cubicBezTo>
                <a:cubicBezTo>
                  <a:pt x="12656" y="7921"/>
                  <a:pt x="12398" y="7820"/>
                  <a:pt x="12136" y="7611"/>
                </a:cubicBezTo>
                <a:cubicBezTo>
                  <a:pt x="12285" y="7738"/>
                  <a:pt x="12367" y="7902"/>
                  <a:pt x="12374" y="8111"/>
                </a:cubicBezTo>
                <a:cubicBezTo>
                  <a:pt x="12374" y="8238"/>
                  <a:pt x="12343" y="8348"/>
                  <a:pt x="12282" y="8449"/>
                </a:cubicBezTo>
                <a:lnTo>
                  <a:pt x="11101" y="10581"/>
                </a:lnTo>
                <a:lnTo>
                  <a:pt x="13657" y="12626"/>
                </a:lnTo>
                <a:cubicBezTo>
                  <a:pt x="13763" y="12589"/>
                  <a:pt x="13866" y="12564"/>
                  <a:pt x="13972" y="12547"/>
                </a:cubicBezTo>
                <a:cubicBezTo>
                  <a:pt x="14078" y="12527"/>
                  <a:pt x="14184" y="12518"/>
                  <a:pt x="14288" y="12518"/>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2" name="Shape 7342"/>
          <p:cNvSpPr/>
          <p:nvPr/>
        </p:nvSpPr>
        <p:spPr>
          <a:xfrm>
            <a:off x="16683645" y="6018255"/>
            <a:ext cx="466906" cy="457106"/>
          </a:xfrm>
          <a:custGeom>
            <a:avLst/>
            <a:gdLst/>
            <a:ahLst/>
            <a:cxnLst>
              <a:cxn ang="0">
                <a:pos x="wd2" y="hd2"/>
              </a:cxn>
              <a:cxn ang="5400000">
                <a:pos x="wd2" y="hd2"/>
              </a:cxn>
              <a:cxn ang="10800000">
                <a:pos x="wd2" y="hd2"/>
              </a:cxn>
              <a:cxn ang="16200000">
                <a:pos x="wd2" y="hd2"/>
              </a:cxn>
            </a:cxnLst>
            <a:rect l="0" t="0" r="r" b="b"/>
            <a:pathLst>
              <a:path w="21576" h="21600" fill="norm" stroke="1" extrusionOk="0">
                <a:moveTo>
                  <a:pt x="12387" y="0"/>
                </a:moveTo>
                <a:cubicBezTo>
                  <a:pt x="12914" y="0"/>
                  <a:pt x="13416" y="44"/>
                  <a:pt x="13895" y="126"/>
                </a:cubicBezTo>
                <a:cubicBezTo>
                  <a:pt x="14375" y="211"/>
                  <a:pt x="14851" y="305"/>
                  <a:pt x="15325" y="407"/>
                </a:cubicBezTo>
                <a:cubicBezTo>
                  <a:pt x="15692" y="481"/>
                  <a:pt x="16071" y="551"/>
                  <a:pt x="16466" y="619"/>
                </a:cubicBezTo>
                <a:cubicBezTo>
                  <a:pt x="16861" y="683"/>
                  <a:pt x="17276" y="716"/>
                  <a:pt x="17714" y="716"/>
                </a:cubicBezTo>
                <a:lnTo>
                  <a:pt x="17742" y="716"/>
                </a:lnTo>
                <a:cubicBezTo>
                  <a:pt x="18000" y="716"/>
                  <a:pt x="18280" y="692"/>
                  <a:pt x="18580" y="648"/>
                </a:cubicBezTo>
                <a:cubicBezTo>
                  <a:pt x="18877" y="601"/>
                  <a:pt x="19177" y="575"/>
                  <a:pt x="19471" y="575"/>
                </a:cubicBezTo>
                <a:cubicBezTo>
                  <a:pt x="19696" y="575"/>
                  <a:pt x="19900" y="604"/>
                  <a:pt x="20080" y="660"/>
                </a:cubicBezTo>
                <a:cubicBezTo>
                  <a:pt x="20268" y="715"/>
                  <a:pt x="20410" y="833"/>
                  <a:pt x="20517" y="1012"/>
                </a:cubicBezTo>
                <a:cubicBezTo>
                  <a:pt x="20724" y="1299"/>
                  <a:pt x="20842" y="1637"/>
                  <a:pt x="20867" y="2018"/>
                </a:cubicBezTo>
                <a:cubicBezTo>
                  <a:pt x="20895" y="2393"/>
                  <a:pt x="20884" y="2751"/>
                  <a:pt x="20842" y="3077"/>
                </a:cubicBezTo>
                <a:cubicBezTo>
                  <a:pt x="20803" y="3403"/>
                  <a:pt x="20769" y="3734"/>
                  <a:pt x="20733" y="4075"/>
                </a:cubicBezTo>
                <a:cubicBezTo>
                  <a:pt x="20699" y="4412"/>
                  <a:pt x="20705" y="4746"/>
                  <a:pt x="20758" y="5081"/>
                </a:cubicBezTo>
                <a:cubicBezTo>
                  <a:pt x="20797" y="5301"/>
                  <a:pt x="20848" y="5483"/>
                  <a:pt x="20912" y="5638"/>
                </a:cubicBezTo>
                <a:cubicBezTo>
                  <a:pt x="20980" y="5794"/>
                  <a:pt x="21050" y="5964"/>
                  <a:pt x="21120" y="6152"/>
                </a:cubicBezTo>
                <a:cubicBezTo>
                  <a:pt x="21195" y="6319"/>
                  <a:pt x="21243" y="6509"/>
                  <a:pt x="21268" y="6712"/>
                </a:cubicBezTo>
                <a:cubicBezTo>
                  <a:pt x="21296" y="6917"/>
                  <a:pt x="21327" y="7117"/>
                  <a:pt x="21364" y="7301"/>
                </a:cubicBezTo>
                <a:cubicBezTo>
                  <a:pt x="21526" y="8275"/>
                  <a:pt x="21593" y="9191"/>
                  <a:pt x="21571" y="10050"/>
                </a:cubicBezTo>
                <a:cubicBezTo>
                  <a:pt x="21549" y="10905"/>
                  <a:pt x="21445" y="11703"/>
                  <a:pt x="21263" y="12445"/>
                </a:cubicBezTo>
                <a:cubicBezTo>
                  <a:pt x="21080" y="13184"/>
                  <a:pt x="20828" y="13877"/>
                  <a:pt x="20506" y="14531"/>
                </a:cubicBezTo>
                <a:cubicBezTo>
                  <a:pt x="20183" y="15179"/>
                  <a:pt x="19819" y="15801"/>
                  <a:pt x="19418" y="16391"/>
                </a:cubicBezTo>
                <a:cubicBezTo>
                  <a:pt x="19087" y="16848"/>
                  <a:pt x="18734" y="17303"/>
                  <a:pt x="18358" y="17761"/>
                </a:cubicBezTo>
                <a:cubicBezTo>
                  <a:pt x="17983" y="18215"/>
                  <a:pt x="17571" y="18641"/>
                  <a:pt x="17122" y="19045"/>
                </a:cubicBezTo>
                <a:cubicBezTo>
                  <a:pt x="16674" y="19447"/>
                  <a:pt x="16183" y="19808"/>
                  <a:pt x="15639" y="20131"/>
                </a:cubicBezTo>
                <a:cubicBezTo>
                  <a:pt x="15098" y="20457"/>
                  <a:pt x="14495" y="20732"/>
                  <a:pt x="13837" y="20967"/>
                </a:cubicBezTo>
                <a:cubicBezTo>
                  <a:pt x="13153" y="21219"/>
                  <a:pt x="12446" y="21380"/>
                  <a:pt x="11709" y="21448"/>
                </a:cubicBezTo>
                <a:cubicBezTo>
                  <a:pt x="10969" y="21510"/>
                  <a:pt x="10258" y="21562"/>
                  <a:pt x="9580" y="21600"/>
                </a:cubicBezTo>
                <a:lnTo>
                  <a:pt x="9165" y="21600"/>
                </a:lnTo>
                <a:cubicBezTo>
                  <a:pt x="8234" y="21600"/>
                  <a:pt x="7363" y="21521"/>
                  <a:pt x="6555" y="21366"/>
                </a:cubicBezTo>
                <a:cubicBezTo>
                  <a:pt x="5745" y="21213"/>
                  <a:pt x="4882" y="21137"/>
                  <a:pt x="3970" y="21137"/>
                </a:cubicBezTo>
                <a:lnTo>
                  <a:pt x="3917" y="21137"/>
                </a:lnTo>
                <a:cubicBezTo>
                  <a:pt x="3603" y="21137"/>
                  <a:pt x="3258" y="21187"/>
                  <a:pt x="2880" y="21284"/>
                </a:cubicBezTo>
                <a:cubicBezTo>
                  <a:pt x="2510" y="21383"/>
                  <a:pt x="2137" y="21442"/>
                  <a:pt x="1770" y="21457"/>
                </a:cubicBezTo>
                <a:lnTo>
                  <a:pt x="1742" y="21457"/>
                </a:lnTo>
                <a:cubicBezTo>
                  <a:pt x="1411" y="21457"/>
                  <a:pt x="1117" y="21378"/>
                  <a:pt x="864" y="21213"/>
                </a:cubicBezTo>
                <a:cubicBezTo>
                  <a:pt x="609" y="21052"/>
                  <a:pt x="416" y="20849"/>
                  <a:pt x="292" y="20615"/>
                </a:cubicBezTo>
                <a:cubicBezTo>
                  <a:pt x="113" y="20289"/>
                  <a:pt x="35" y="19952"/>
                  <a:pt x="57" y="19600"/>
                </a:cubicBezTo>
                <a:cubicBezTo>
                  <a:pt x="79" y="19248"/>
                  <a:pt x="138" y="18925"/>
                  <a:pt x="225" y="18638"/>
                </a:cubicBezTo>
                <a:cubicBezTo>
                  <a:pt x="312" y="18347"/>
                  <a:pt x="363" y="18036"/>
                  <a:pt x="368" y="17702"/>
                </a:cubicBezTo>
                <a:cubicBezTo>
                  <a:pt x="371" y="17370"/>
                  <a:pt x="349" y="17018"/>
                  <a:pt x="298" y="16643"/>
                </a:cubicBezTo>
                <a:cubicBezTo>
                  <a:pt x="250" y="16267"/>
                  <a:pt x="192" y="15889"/>
                  <a:pt x="133" y="15504"/>
                </a:cubicBezTo>
                <a:cubicBezTo>
                  <a:pt x="68" y="15120"/>
                  <a:pt x="29" y="14736"/>
                  <a:pt x="12" y="14354"/>
                </a:cubicBezTo>
                <a:cubicBezTo>
                  <a:pt x="-7" y="14026"/>
                  <a:pt x="-5" y="13706"/>
                  <a:pt x="23" y="13389"/>
                </a:cubicBezTo>
                <a:cubicBezTo>
                  <a:pt x="51" y="13078"/>
                  <a:pt x="82" y="12729"/>
                  <a:pt x="119" y="12345"/>
                </a:cubicBezTo>
                <a:cubicBezTo>
                  <a:pt x="155" y="12019"/>
                  <a:pt x="186" y="11679"/>
                  <a:pt x="211" y="11333"/>
                </a:cubicBezTo>
                <a:cubicBezTo>
                  <a:pt x="239" y="10987"/>
                  <a:pt x="284" y="10681"/>
                  <a:pt x="346" y="10405"/>
                </a:cubicBezTo>
                <a:cubicBezTo>
                  <a:pt x="472" y="9789"/>
                  <a:pt x="609" y="9190"/>
                  <a:pt x="758" y="8610"/>
                </a:cubicBezTo>
                <a:cubicBezTo>
                  <a:pt x="904" y="8026"/>
                  <a:pt x="1103" y="7483"/>
                  <a:pt x="1352" y="6967"/>
                </a:cubicBezTo>
                <a:cubicBezTo>
                  <a:pt x="1532" y="6583"/>
                  <a:pt x="1731" y="6201"/>
                  <a:pt x="1955" y="5826"/>
                </a:cubicBezTo>
                <a:cubicBezTo>
                  <a:pt x="2179" y="5453"/>
                  <a:pt x="2420" y="5080"/>
                  <a:pt x="2681" y="4717"/>
                </a:cubicBezTo>
                <a:cubicBezTo>
                  <a:pt x="2771" y="4588"/>
                  <a:pt x="2866" y="4473"/>
                  <a:pt x="2964" y="4374"/>
                </a:cubicBezTo>
                <a:cubicBezTo>
                  <a:pt x="3062" y="4277"/>
                  <a:pt x="3169" y="4183"/>
                  <a:pt x="3286" y="4086"/>
                </a:cubicBezTo>
                <a:cubicBezTo>
                  <a:pt x="3491" y="3872"/>
                  <a:pt x="3690" y="3658"/>
                  <a:pt x="3889" y="3449"/>
                </a:cubicBezTo>
                <a:cubicBezTo>
                  <a:pt x="4085" y="3238"/>
                  <a:pt x="4304" y="3036"/>
                  <a:pt x="4545" y="2851"/>
                </a:cubicBezTo>
                <a:cubicBezTo>
                  <a:pt x="4786" y="2663"/>
                  <a:pt x="5044" y="2493"/>
                  <a:pt x="5319" y="2338"/>
                </a:cubicBezTo>
                <a:cubicBezTo>
                  <a:pt x="5591" y="2182"/>
                  <a:pt x="5885" y="2027"/>
                  <a:pt x="6199" y="1868"/>
                </a:cubicBezTo>
                <a:cubicBezTo>
                  <a:pt x="6494" y="1719"/>
                  <a:pt x="6796" y="1581"/>
                  <a:pt x="7102" y="1455"/>
                </a:cubicBezTo>
                <a:cubicBezTo>
                  <a:pt x="7413" y="1329"/>
                  <a:pt x="7733" y="1197"/>
                  <a:pt x="8063" y="1065"/>
                </a:cubicBezTo>
                <a:cubicBezTo>
                  <a:pt x="8691" y="795"/>
                  <a:pt x="9387" y="554"/>
                  <a:pt x="10158" y="349"/>
                </a:cubicBezTo>
                <a:lnTo>
                  <a:pt x="10186" y="323"/>
                </a:lnTo>
                <a:cubicBezTo>
                  <a:pt x="10584" y="211"/>
                  <a:pt x="10969" y="129"/>
                  <a:pt x="11325" y="76"/>
                </a:cubicBezTo>
                <a:cubicBezTo>
                  <a:pt x="11684" y="26"/>
                  <a:pt x="12037" y="0"/>
                  <a:pt x="12387" y="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3" name="Shape 7343"/>
          <p:cNvSpPr/>
          <p:nvPr/>
        </p:nvSpPr>
        <p:spPr>
          <a:xfrm>
            <a:off x="17804265" y="6031310"/>
            <a:ext cx="466894" cy="5508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72" y="9829"/>
                </a:moveTo>
                <a:cubicBezTo>
                  <a:pt x="20672" y="9939"/>
                  <a:pt x="20996" y="10131"/>
                  <a:pt x="21233" y="10408"/>
                </a:cubicBezTo>
                <a:cubicBezTo>
                  <a:pt x="21482" y="10681"/>
                  <a:pt x="21600" y="11002"/>
                  <a:pt x="21600" y="11359"/>
                </a:cubicBezTo>
                <a:lnTo>
                  <a:pt x="21600" y="19988"/>
                </a:lnTo>
                <a:cubicBezTo>
                  <a:pt x="21600" y="20420"/>
                  <a:pt x="21399" y="20797"/>
                  <a:pt x="21003" y="21117"/>
                </a:cubicBezTo>
                <a:cubicBezTo>
                  <a:pt x="20607" y="21439"/>
                  <a:pt x="20139" y="21600"/>
                  <a:pt x="19599" y="21600"/>
                </a:cubicBezTo>
                <a:lnTo>
                  <a:pt x="2016" y="21600"/>
                </a:lnTo>
                <a:cubicBezTo>
                  <a:pt x="1476" y="21600"/>
                  <a:pt x="1004" y="21439"/>
                  <a:pt x="604" y="21117"/>
                </a:cubicBezTo>
                <a:cubicBezTo>
                  <a:pt x="198" y="20797"/>
                  <a:pt x="0" y="20420"/>
                  <a:pt x="0" y="19988"/>
                </a:cubicBezTo>
                <a:lnTo>
                  <a:pt x="0" y="11359"/>
                </a:lnTo>
                <a:cubicBezTo>
                  <a:pt x="0" y="11002"/>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10" y="0"/>
                </a:cubicBezTo>
                <a:cubicBezTo>
                  <a:pt x="12106" y="0"/>
                  <a:pt x="13330" y="198"/>
                  <a:pt x="14479" y="593"/>
                </a:cubicBezTo>
                <a:cubicBezTo>
                  <a:pt x="15631" y="990"/>
                  <a:pt x="16635" y="1531"/>
                  <a:pt x="17496" y="2219"/>
                </a:cubicBezTo>
                <a:cubicBezTo>
                  <a:pt x="18356" y="2908"/>
                  <a:pt x="19037" y="3714"/>
                  <a:pt x="19534" y="4641"/>
                </a:cubicBezTo>
                <a:cubicBezTo>
                  <a:pt x="20023" y="5562"/>
                  <a:pt x="20272" y="6538"/>
                  <a:pt x="20272" y="7566"/>
                </a:cubicBezTo>
                <a:lnTo>
                  <a:pt x="20272" y="9829"/>
                </a:lnTo>
                <a:close/>
                <a:moveTo>
                  <a:pt x="16203" y="7566"/>
                </a:moveTo>
                <a:cubicBezTo>
                  <a:pt x="16203" y="6961"/>
                  <a:pt x="16063" y="6394"/>
                  <a:pt x="15782" y="5870"/>
                </a:cubicBezTo>
                <a:cubicBezTo>
                  <a:pt x="15497" y="5349"/>
                  <a:pt x="15109" y="4894"/>
                  <a:pt x="14615" y="4508"/>
                </a:cubicBezTo>
                <a:cubicBezTo>
                  <a:pt x="14126" y="4123"/>
                  <a:pt x="13546" y="3817"/>
                  <a:pt x="12887" y="3593"/>
                </a:cubicBezTo>
                <a:cubicBezTo>
                  <a:pt x="12225" y="3365"/>
                  <a:pt x="11533" y="3253"/>
                  <a:pt x="10810"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3" y="9717"/>
                </a:lnTo>
                <a:lnTo>
                  <a:pt x="16203" y="7566"/>
                </a:lnTo>
                <a:close/>
                <a:moveTo>
                  <a:pt x="11965" y="15410"/>
                </a:moveTo>
                <a:cubicBezTo>
                  <a:pt x="12297" y="15246"/>
                  <a:pt x="12570" y="15021"/>
                  <a:pt x="12783" y="14745"/>
                </a:cubicBezTo>
                <a:cubicBezTo>
                  <a:pt x="12991" y="14463"/>
                  <a:pt x="13099" y="14160"/>
                  <a:pt x="13099" y="13841"/>
                </a:cubicBezTo>
                <a:cubicBezTo>
                  <a:pt x="13099" y="13334"/>
                  <a:pt x="12876" y="12899"/>
                  <a:pt x="12430" y="12531"/>
                </a:cubicBezTo>
                <a:cubicBezTo>
                  <a:pt x="11980" y="12162"/>
                  <a:pt x="11440" y="11981"/>
                  <a:pt x="10810" y="11981"/>
                </a:cubicBezTo>
                <a:cubicBezTo>
                  <a:pt x="10175" y="11981"/>
                  <a:pt x="9638" y="12162"/>
                  <a:pt x="9188" y="12531"/>
                </a:cubicBezTo>
                <a:cubicBezTo>
                  <a:pt x="8738" y="12899"/>
                  <a:pt x="8515" y="13334"/>
                  <a:pt x="8515" y="13841"/>
                </a:cubicBezTo>
                <a:cubicBezTo>
                  <a:pt x="8515" y="14160"/>
                  <a:pt x="8616" y="14463"/>
                  <a:pt x="8825" y="14745"/>
                </a:cubicBezTo>
                <a:cubicBezTo>
                  <a:pt x="9033" y="15021"/>
                  <a:pt x="9300" y="15234"/>
                  <a:pt x="9638" y="15384"/>
                </a:cubicBezTo>
                <a:lnTo>
                  <a:pt x="8515" y="19340"/>
                </a:lnTo>
                <a:lnTo>
                  <a:pt x="13099" y="19340"/>
                </a:lnTo>
                <a:lnTo>
                  <a:pt x="11965" y="1541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4" name="Shape 7344"/>
          <p:cNvSpPr/>
          <p:nvPr/>
        </p:nvSpPr>
        <p:spPr>
          <a:xfrm>
            <a:off x="1114125" y="6977223"/>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93" y="0"/>
                </a:moveTo>
                <a:cubicBezTo>
                  <a:pt x="16157" y="0"/>
                  <a:pt x="16976" y="198"/>
                  <a:pt x="17746" y="593"/>
                </a:cubicBezTo>
                <a:cubicBezTo>
                  <a:pt x="18517" y="987"/>
                  <a:pt x="19186" y="1531"/>
                  <a:pt x="19757" y="2219"/>
                </a:cubicBezTo>
                <a:cubicBezTo>
                  <a:pt x="20326" y="2908"/>
                  <a:pt x="20777" y="3714"/>
                  <a:pt x="21108" y="4641"/>
                </a:cubicBezTo>
                <a:cubicBezTo>
                  <a:pt x="21435" y="5562"/>
                  <a:pt x="21600" y="6538"/>
                  <a:pt x="21600" y="7566"/>
                </a:cubicBezTo>
                <a:lnTo>
                  <a:pt x="21600" y="9662"/>
                </a:lnTo>
                <a:cubicBezTo>
                  <a:pt x="21600" y="9965"/>
                  <a:pt x="21517" y="10221"/>
                  <a:pt x="21341" y="10428"/>
                </a:cubicBezTo>
                <a:cubicBezTo>
                  <a:pt x="21169" y="10635"/>
                  <a:pt x="20957" y="10736"/>
                  <a:pt x="20705" y="10736"/>
                </a:cubicBezTo>
                <a:lnTo>
                  <a:pt x="19786" y="10736"/>
                </a:lnTo>
                <a:cubicBezTo>
                  <a:pt x="19532" y="10736"/>
                  <a:pt x="19323" y="10632"/>
                  <a:pt x="19153" y="10422"/>
                </a:cubicBezTo>
                <a:cubicBezTo>
                  <a:pt x="18985" y="10209"/>
                  <a:pt x="18901" y="9956"/>
                  <a:pt x="18901" y="9662"/>
                </a:cubicBezTo>
                <a:lnTo>
                  <a:pt x="18901" y="7566"/>
                </a:lnTo>
                <a:cubicBezTo>
                  <a:pt x="18901" y="6961"/>
                  <a:pt x="18807" y="6394"/>
                  <a:pt x="18615" y="5870"/>
                </a:cubicBezTo>
                <a:cubicBezTo>
                  <a:pt x="18423" y="5349"/>
                  <a:pt x="18164" y="4894"/>
                  <a:pt x="17845" y="4508"/>
                </a:cubicBezTo>
                <a:cubicBezTo>
                  <a:pt x="17523" y="4123"/>
                  <a:pt x="17141" y="3817"/>
                  <a:pt x="16707" y="3593"/>
                </a:cubicBezTo>
                <a:cubicBezTo>
                  <a:pt x="16270" y="3365"/>
                  <a:pt x="15797" y="3253"/>
                  <a:pt x="15293" y="3253"/>
                </a:cubicBezTo>
                <a:cubicBezTo>
                  <a:pt x="14789" y="3253"/>
                  <a:pt x="14321" y="3365"/>
                  <a:pt x="13892" y="3593"/>
                </a:cubicBezTo>
                <a:cubicBezTo>
                  <a:pt x="13462" y="3817"/>
                  <a:pt x="13083" y="4123"/>
                  <a:pt x="12754" y="4508"/>
                </a:cubicBezTo>
                <a:cubicBezTo>
                  <a:pt x="12423" y="4894"/>
                  <a:pt x="12166" y="5352"/>
                  <a:pt x="11979" y="5876"/>
                </a:cubicBezTo>
                <a:cubicBezTo>
                  <a:pt x="11789" y="6406"/>
                  <a:pt x="11696" y="6970"/>
                  <a:pt x="11696" y="7566"/>
                </a:cubicBezTo>
                <a:lnTo>
                  <a:pt x="11696" y="9717"/>
                </a:lnTo>
                <a:lnTo>
                  <a:pt x="13064" y="9717"/>
                </a:lnTo>
                <a:cubicBezTo>
                  <a:pt x="13424" y="9717"/>
                  <a:pt x="13736" y="9875"/>
                  <a:pt x="14002" y="10192"/>
                </a:cubicBezTo>
                <a:cubicBezTo>
                  <a:pt x="14264" y="10511"/>
                  <a:pt x="14396" y="10901"/>
                  <a:pt x="14396" y="11359"/>
                </a:cubicBezTo>
                <a:lnTo>
                  <a:pt x="14396" y="19988"/>
                </a:lnTo>
                <a:cubicBezTo>
                  <a:pt x="14396" y="20420"/>
                  <a:pt x="14264" y="20797"/>
                  <a:pt x="14002" y="21117"/>
                </a:cubicBezTo>
                <a:cubicBezTo>
                  <a:pt x="13736" y="21439"/>
                  <a:pt x="13424" y="21600"/>
                  <a:pt x="13064" y="21600"/>
                </a:cubicBezTo>
                <a:lnTo>
                  <a:pt x="1343" y="21600"/>
                </a:lnTo>
                <a:cubicBezTo>
                  <a:pt x="983" y="21600"/>
                  <a:pt x="669" y="21439"/>
                  <a:pt x="403" y="21117"/>
                </a:cubicBezTo>
                <a:cubicBezTo>
                  <a:pt x="134" y="20797"/>
                  <a:pt x="0" y="20420"/>
                  <a:pt x="0" y="19988"/>
                </a:cubicBezTo>
                <a:lnTo>
                  <a:pt x="0" y="11359"/>
                </a:lnTo>
                <a:cubicBezTo>
                  <a:pt x="0" y="10910"/>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4" y="2219"/>
                </a:cubicBezTo>
                <a:cubicBezTo>
                  <a:pt x="11410" y="1531"/>
                  <a:pt x="12080" y="987"/>
                  <a:pt x="12845" y="592"/>
                </a:cubicBezTo>
                <a:cubicBezTo>
                  <a:pt x="13616" y="198"/>
                  <a:pt x="14427" y="0"/>
                  <a:pt x="15293" y="0"/>
                </a:cubicBezTo>
                <a:moveTo>
                  <a:pt x="7972" y="15410"/>
                </a:moveTo>
                <a:cubicBezTo>
                  <a:pt x="8195" y="15246"/>
                  <a:pt x="8375" y="15022"/>
                  <a:pt x="8519" y="14742"/>
                </a:cubicBezTo>
                <a:cubicBezTo>
                  <a:pt x="8661" y="14463"/>
                  <a:pt x="8731" y="14161"/>
                  <a:pt x="8731" y="13841"/>
                </a:cubicBezTo>
                <a:cubicBezTo>
                  <a:pt x="8731" y="13334"/>
                  <a:pt x="8582" y="12897"/>
                  <a:pt x="8282" y="12531"/>
                </a:cubicBezTo>
                <a:cubicBezTo>
                  <a:pt x="7987" y="12163"/>
                  <a:pt x="7624" y="11981"/>
                  <a:pt x="7204" y="11981"/>
                </a:cubicBezTo>
                <a:cubicBezTo>
                  <a:pt x="6782" y="11981"/>
                  <a:pt x="6422" y="12163"/>
                  <a:pt x="6122" y="12531"/>
                </a:cubicBezTo>
                <a:cubicBezTo>
                  <a:pt x="5824" y="12897"/>
                  <a:pt x="5675" y="13334"/>
                  <a:pt x="5675" y="13841"/>
                </a:cubicBezTo>
                <a:cubicBezTo>
                  <a:pt x="5675" y="14161"/>
                  <a:pt x="5745" y="14463"/>
                  <a:pt x="5882" y="14742"/>
                </a:cubicBezTo>
                <a:cubicBezTo>
                  <a:pt x="6021" y="15022"/>
                  <a:pt x="6201" y="15235"/>
                  <a:pt x="6422" y="15381"/>
                </a:cubicBezTo>
                <a:lnTo>
                  <a:pt x="5675" y="19340"/>
                </a:lnTo>
                <a:lnTo>
                  <a:pt x="8731" y="19340"/>
                </a:lnTo>
                <a:lnTo>
                  <a:pt x="7972" y="1541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5" name="Shape 7345"/>
          <p:cNvSpPr/>
          <p:nvPr/>
        </p:nvSpPr>
        <p:spPr>
          <a:xfrm>
            <a:off x="2312442" y="6977223"/>
            <a:ext cx="466895"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46" y="434"/>
                </a:moveTo>
                <a:cubicBezTo>
                  <a:pt x="19001" y="276"/>
                  <a:pt x="19187" y="194"/>
                  <a:pt x="19400" y="194"/>
                </a:cubicBezTo>
                <a:cubicBezTo>
                  <a:pt x="19671" y="194"/>
                  <a:pt x="19901" y="332"/>
                  <a:pt x="20088" y="602"/>
                </a:cubicBezTo>
                <a:cubicBezTo>
                  <a:pt x="20166" y="716"/>
                  <a:pt x="20283" y="872"/>
                  <a:pt x="20433" y="1072"/>
                </a:cubicBezTo>
                <a:cubicBezTo>
                  <a:pt x="20587" y="1274"/>
                  <a:pt x="20734" y="1483"/>
                  <a:pt x="20881" y="1692"/>
                </a:cubicBezTo>
                <a:cubicBezTo>
                  <a:pt x="21025" y="1903"/>
                  <a:pt x="21148" y="2127"/>
                  <a:pt x="21253" y="2359"/>
                </a:cubicBezTo>
                <a:cubicBezTo>
                  <a:pt x="21358" y="2597"/>
                  <a:pt x="21412" y="2796"/>
                  <a:pt x="21412" y="2967"/>
                </a:cubicBezTo>
                <a:cubicBezTo>
                  <a:pt x="21412" y="3334"/>
                  <a:pt x="21299" y="3616"/>
                  <a:pt x="21072" y="3825"/>
                </a:cubicBezTo>
                <a:lnTo>
                  <a:pt x="2568" y="21377"/>
                </a:lnTo>
                <a:cubicBezTo>
                  <a:pt x="2408" y="21527"/>
                  <a:pt x="2227" y="21600"/>
                  <a:pt x="2017" y="21600"/>
                </a:cubicBezTo>
                <a:cubicBezTo>
                  <a:pt x="1725" y="21600"/>
                  <a:pt x="1495" y="21465"/>
                  <a:pt x="1324" y="21195"/>
                </a:cubicBezTo>
                <a:cubicBezTo>
                  <a:pt x="1248" y="21083"/>
                  <a:pt x="1128" y="20925"/>
                  <a:pt x="971" y="20725"/>
                </a:cubicBezTo>
                <a:cubicBezTo>
                  <a:pt x="817" y="20522"/>
                  <a:pt x="668" y="20317"/>
                  <a:pt x="528" y="20105"/>
                </a:cubicBezTo>
                <a:cubicBezTo>
                  <a:pt x="386" y="19894"/>
                  <a:pt x="261" y="19673"/>
                  <a:pt x="156" y="19444"/>
                </a:cubicBezTo>
                <a:cubicBezTo>
                  <a:pt x="51" y="19215"/>
                  <a:pt x="0" y="19009"/>
                  <a:pt x="0" y="18833"/>
                </a:cubicBezTo>
                <a:cubicBezTo>
                  <a:pt x="0" y="18466"/>
                  <a:pt x="115" y="18178"/>
                  <a:pt x="337" y="17972"/>
                </a:cubicBezTo>
                <a:lnTo>
                  <a:pt x="18846"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6" y="4316"/>
                </a:lnTo>
                <a:lnTo>
                  <a:pt x="8810" y="5329"/>
                </a:lnTo>
                <a:lnTo>
                  <a:pt x="7971" y="8634"/>
                </a:lnTo>
                <a:lnTo>
                  <a:pt x="7126" y="5329"/>
                </a:lnTo>
                <a:close/>
                <a:moveTo>
                  <a:pt x="12413" y="2670"/>
                </a:moveTo>
                <a:lnTo>
                  <a:pt x="11042" y="2162"/>
                </a:lnTo>
                <a:lnTo>
                  <a:pt x="12413" y="1642"/>
                </a:lnTo>
                <a:lnTo>
                  <a:pt x="12846" y="0"/>
                </a:lnTo>
                <a:lnTo>
                  <a:pt x="13279" y="1642"/>
                </a:lnTo>
                <a:lnTo>
                  <a:pt x="14638" y="2162"/>
                </a:lnTo>
                <a:lnTo>
                  <a:pt x="13279" y="2670"/>
                </a:lnTo>
                <a:lnTo>
                  <a:pt x="12846" y="4316"/>
                </a:lnTo>
                <a:lnTo>
                  <a:pt x="12413" y="2670"/>
                </a:lnTo>
                <a:close/>
                <a:moveTo>
                  <a:pt x="20499" y="2993"/>
                </a:moveTo>
                <a:lnTo>
                  <a:pt x="19400" y="1289"/>
                </a:lnTo>
                <a:lnTo>
                  <a:pt x="15071" y="5385"/>
                </a:lnTo>
                <a:lnTo>
                  <a:pt x="16173" y="7086"/>
                </a:lnTo>
                <a:lnTo>
                  <a:pt x="20499" y="2993"/>
                </a:lnTo>
                <a:close/>
                <a:moveTo>
                  <a:pt x="21600" y="9154"/>
                </a:moveTo>
                <a:lnTo>
                  <a:pt x="20230" y="9674"/>
                </a:lnTo>
                <a:lnTo>
                  <a:pt x="19808" y="11321"/>
                </a:lnTo>
                <a:lnTo>
                  <a:pt x="19375" y="9674"/>
                </a:lnTo>
                <a:lnTo>
                  <a:pt x="18002" y="9154"/>
                </a:lnTo>
                <a:lnTo>
                  <a:pt x="19375" y="8661"/>
                </a:lnTo>
                <a:lnTo>
                  <a:pt x="19808" y="7004"/>
                </a:lnTo>
                <a:lnTo>
                  <a:pt x="20230" y="8661"/>
                </a:lnTo>
                <a:lnTo>
                  <a:pt x="21600" y="915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6" name="Shape 7346"/>
          <p:cNvSpPr/>
          <p:nvPr/>
        </p:nvSpPr>
        <p:spPr>
          <a:xfrm>
            <a:off x="3589330" y="6977223"/>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9" y="8105"/>
                </a:moveTo>
                <a:cubicBezTo>
                  <a:pt x="21206" y="8105"/>
                  <a:pt x="21336" y="8156"/>
                  <a:pt x="21439" y="8257"/>
                </a:cubicBezTo>
                <a:cubicBezTo>
                  <a:pt x="21543" y="8358"/>
                  <a:pt x="21600" y="8487"/>
                  <a:pt x="21600" y="8643"/>
                </a:cubicBezTo>
                <a:lnTo>
                  <a:pt x="21600" y="12614"/>
                </a:lnTo>
                <a:cubicBezTo>
                  <a:pt x="21600" y="13855"/>
                  <a:pt x="21315" y="15021"/>
                  <a:pt x="20751" y="16115"/>
                </a:cubicBezTo>
                <a:cubicBezTo>
                  <a:pt x="20184" y="17210"/>
                  <a:pt x="19412" y="18160"/>
                  <a:pt x="18433" y="18969"/>
                </a:cubicBezTo>
                <a:cubicBezTo>
                  <a:pt x="17454" y="19775"/>
                  <a:pt x="16314" y="20417"/>
                  <a:pt x="15001" y="20892"/>
                </a:cubicBezTo>
                <a:cubicBezTo>
                  <a:pt x="13691" y="21364"/>
                  <a:pt x="12292" y="21600"/>
                  <a:pt x="10803" y="21600"/>
                </a:cubicBezTo>
                <a:cubicBezTo>
                  <a:pt x="9297" y="21600"/>
                  <a:pt x="7891" y="21364"/>
                  <a:pt x="6587" y="20892"/>
                </a:cubicBezTo>
                <a:cubicBezTo>
                  <a:pt x="5283" y="20417"/>
                  <a:pt x="4140" y="19775"/>
                  <a:pt x="3161" y="18969"/>
                </a:cubicBezTo>
                <a:cubicBezTo>
                  <a:pt x="2182" y="18160"/>
                  <a:pt x="1410" y="17213"/>
                  <a:pt x="843" y="16121"/>
                </a:cubicBezTo>
                <a:cubicBezTo>
                  <a:pt x="279" y="15033"/>
                  <a:pt x="0" y="13867"/>
                  <a:pt x="0" y="12614"/>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4"/>
                </a:lnTo>
                <a:cubicBezTo>
                  <a:pt x="6486" y="12882"/>
                  <a:pt x="6596" y="13155"/>
                  <a:pt x="6800" y="13440"/>
                </a:cubicBezTo>
                <a:cubicBezTo>
                  <a:pt x="7005" y="13726"/>
                  <a:pt x="7298" y="13993"/>
                  <a:pt x="7676" y="14247"/>
                </a:cubicBezTo>
                <a:cubicBezTo>
                  <a:pt x="8050" y="14500"/>
                  <a:pt x="8505" y="14705"/>
                  <a:pt x="9032" y="14866"/>
                </a:cubicBezTo>
                <a:cubicBezTo>
                  <a:pt x="9561" y="15030"/>
                  <a:pt x="10152" y="15108"/>
                  <a:pt x="10803" y="15108"/>
                </a:cubicBezTo>
                <a:cubicBezTo>
                  <a:pt x="11448" y="15108"/>
                  <a:pt x="12039" y="15030"/>
                  <a:pt x="12577" y="14866"/>
                </a:cubicBezTo>
                <a:cubicBezTo>
                  <a:pt x="13113" y="14705"/>
                  <a:pt x="13567" y="14500"/>
                  <a:pt x="13945" y="14247"/>
                </a:cubicBezTo>
                <a:cubicBezTo>
                  <a:pt x="14322" y="13993"/>
                  <a:pt x="14616" y="13723"/>
                  <a:pt x="14823" y="13440"/>
                </a:cubicBezTo>
                <a:cubicBezTo>
                  <a:pt x="15030" y="13155"/>
                  <a:pt x="15131" y="12882"/>
                  <a:pt x="15131" y="12614"/>
                </a:cubicBezTo>
                <a:lnTo>
                  <a:pt x="15131" y="8643"/>
                </a:lnTo>
                <a:cubicBezTo>
                  <a:pt x="15131" y="8286"/>
                  <a:pt x="15312" y="8104"/>
                  <a:pt x="15672" y="8104"/>
                </a:cubicBezTo>
                <a:lnTo>
                  <a:pt x="21059" y="8104"/>
                </a:lnTo>
                <a:close/>
                <a:moveTo>
                  <a:pt x="21059" y="2"/>
                </a:moveTo>
                <a:cubicBezTo>
                  <a:pt x="21206" y="2"/>
                  <a:pt x="21336" y="54"/>
                  <a:pt x="21439" y="161"/>
                </a:cubicBezTo>
                <a:cubicBezTo>
                  <a:pt x="21543" y="267"/>
                  <a:pt x="21600" y="391"/>
                  <a:pt x="21600" y="541"/>
                </a:cubicBezTo>
                <a:lnTo>
                  <a:pt x="21600" y="5928"/>
                </a:lnTo>
                <a:cubicBezTo>
                  <a:pt x="21600" y="6077"/>
                  <a:pt x="21543" y="6204"/>
                  <a:pt x="21439" y="6308"/>
                </a:cubicBezTo>
                <a:cubicBezTo>
                  <a:pt x="21336" y="6414"/>
                  <a:pt x="21206" y="6466"/>
                  <a:pt x="21059" y="6466"/>
                </a:cubicBezTo>
                <a:lnTo>
                  <a:pt x="15672" y="6466"/>
                </a:lnTo>
                <a:cubicBezTo>
                  <a:pt x="15312" y="6466"/>
                  <a:pt x="15131" y="6288"/>
                  <a:pt x="15131" y="5928"/>
                </a:cubicBezTo>
                <a:lnTo>
                  <a:pt x="15131" y="541"/>
                </a:lnTo>
                <a:cubicBezTo>
                  <a:pt x="15131" y="391"/>
                  <a:pt x="15183" y="267"/>
                  <a:pt x="15283" y="161"/>
                </a:cubicBezTo>
                <a:cubicBezTo>
                  <a:pt x="15384" y="54"/>
                  <a:pt x="15514" y="2"/>
                  <a:pt x="15672" y="2"/>
                </a:cubicBezTo>
                <a:lnTo>
                  <a:pt x="21059" y="2"/>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7" name="Shape 7347"/>
          <p:cNvSpPr/>
          <p:nvPr/>
        </p:nvSpPr>
        <p:spPr>
          <a:xfrm>
            <a:off x="4849622" y="6964057"/>
            <a:ext cx="468769" cy="6059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647"/>
                </a:moveTo>
                <a:cubicBezTo>
                  <a:pt x="21600" y="8410"/>
                  <a:pt x="21444" y="9124"/>
                  <a:pt x="21133" y="9804"/>
                </a:cubicBezTo>
                <a:cubicBezTo>
                  <a:pt x="20821" y="10488"/>
                  <a:pt x="20405" y="11135"/>
                  <a:pt x="19881" y="11748"/>
                </a:cubicBezTo>
                <a:lnTo>
                  <a:pt x="12620" y="20680"/>
                </a:lnTo>
                <a:cubicBezTo>
                  <a:pt x="12096" y="21293"/>
                  <a:pt x="11492" y="21600"/>
                  <a:pt x="10805" y="21600"/>
                </a:cubicBezTo>
                <a:cubicBezTo>
                  <a:pt x="10112" y="21600"/>
                  <a:pt x="9520" y="21293"/>
                  <a:pt x="9024" y="20680"/>
                </a:cubicBezTo>
                <a:lnTo>
                  <a:pt x="1727" y="11719"/>
                </a:lnTo>
                <a:cubicBezTo>
                  <a:pt x="1203" y="11107"/>
                  <a:pt x="783" y="10462"/>
                  <a:pt x="472" y="9782"/>
                </a:cubicBezTo>
                <a:cubicBezTo>
                  <a:pt x="156" y="9110"/>
                  <a:pt x="0" y="8398"/>
                  <a:pt x="0" y="7647"/>
                </a:cubicBezTo>
                <a:cubicBezTo>
                  <a:pt x="0" y="6594"/>
                  <a:pt x="279" y="5601"/>
                  <a:pt x="843" y="4669"/>
                </a:cubicBezTo>
                <a:cubicBezTo>
                  <a:pt x="1403" y="3737"/>
                  <a:pt x="2179" y="2921"/>
                  <a:pt x="3164" y="2227"/>
                </a:cubicBezTo>
                <a:cubicBezTo>
                  <a:pt x="4143" y="1538"/>
                  <a:pt x="5296" y="990"/>
                  <a:pt x="6615" y="595"/>
                </a:cubicBezTo>
                <a:cubicBezTo>
                  <a:pt x="7936" y="197"/>
                  <a:pt x="9344" y="0"/>
                  <a:pt x="10820" y="0"/>
                </a:cubicBezTo>
                <a:cubicBezTo>
                  <a:pt x="12316" y="0"/>
                  <a:pt x="13720" y="197"/>
                  <a:pt x="15024" y="595"/>
                </a:cubicBezTo>
                <a:cubicBezTo>
                  <a:pt x="16336" y="993"/>
                  <a:pt x="17476" y="1538"/>
                  <a:pt x="18452" y="2227"/>
                </a:cubicBezTo>
                <a:cubicBezTo>
                  <a:pt x="19428" y="2921"/>
                  <a:pt x="20201" y="3737"/>
                  <a:pt x="20757" y="4669"/>
                </a:cubicBezTo>
                <a:cubicBezTo>
                  <a:pt x="21321" y="5603"/>
                  <a:pt x="21600" y="6594"/>
                  <a:pt x="21600" y="7647"/>
                </a:cubicBezTo>
                <a:moveTo>
                  <a:pt x="10820" y="11409"/>
                </a:moveTo>
                <a:cubicBezTo>
                  <a:pt x="11548" y="11409"/>
                  <a:pt x="12241" y="11310"/>
                  <a:pt x="12901" y="11115"/>
                </a:cubicBezTo>
                <a:cubicBezTo>
                  <a:pt x="13557" y="10923"/>
                  <a:pt x="14128" y="10651"/>
                  <a:pt x="14613" y="10310"/>
                </a:cubicBezTo>
                <a:cubicBezTo>
                  <a:pt x="15097" y="9968"/>
                  <a:pt x="15477" y="9564"/>
                  <a:pt x="15749" y="9107"/>
                </a:cubicBezTo>
                <a:cubicBezTo>
                  <a:pt x="16029" y="8650"/>
                  <a:pt x="16165" y="8158"/>
                  <a:pt x="16165" y="7645"/>
                </a:cubicBezTo>
                <a:cubicBezTo>
                  <a:pt x="16165" y="7131"/>
                  <a:pt x="16029" y="6642"/>
                  <a:pt x="15749" y="6176"/>
                </a:cubicBezTo>
                <a:cubicBezTo>
                  <a:pt x="15477" y="5713"/>
                  <a:pt x="15097" y="5304"/>
                  <a:pt x="14613" y="4951"/>
                </a:cubicBezTo>
                <a:cubicBezTo>
                  <a:pt x="14129" y="4604"/>
                  <a:pt x="13565" y="4327"/>
                  <a:pt x="12909" y="4135"/>
                </a:cubicBezTo>
                <a:cubicBezTo>
                  <a:pt x="12257" y="3943"/>
                  <a:pt x="11565" y="3842"/>
                  <a:pt x="10821"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20"/>
                  <a:pt x="8736" y="11112"/>
                </a:cubicBezTo>
                <a:cubicBezTo>
                  <a:pt x="9376" y="11310"/>
                  <a:pt x="10068" y="11409"/>
                  <a:pt x="10820" y="11409"/>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8" name="Shape 7348"/>
          <p:cNvSpPr/>
          <p:nvPr/>
        </p:nvSpPr>
        <p:spPr>
          <a:xfrm>
            <a:off x="18934672" y="6990022"/>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76" y="0"/>
                </a:moveTo>
                <a:cubicBezTo>
                  <a:pt x="20643" y="0"/>
                  <a:pt x="20951" y="611"/>
                  <a:pt x="21210" y="1807"/>
                </a:cubicBezTo>
                <a:cubicBezTo>
                  <a:pt x="21468" y="3004"/>
                  <a:pt x="21600" y="4431"/>
                  <a:pt x="21600" y="6130"/>
                </a:cubicBezTo>
                <a:lnTo>
                  <a:pt x="21600" y="15497"/>
                </a:lnTo>
                <a:cubicBezTo>
                  <a:pt x="21600" y="17169"/>
                  <a:pt x="21468" y="18624"/>
                  <a:pt x="21210" y="19820"/>
                </a:cubicBezTo>
                <a:cubicBezTo>
                  <a:pt x="20951" y="21016"/>
                  <a:pt x="20643" y="21600"/>
                  <a:pt x="20276" y="21600"/>
                </a:cubicBezTo>
                <a:lnTo>
                  <a:pt x="1348" y="21600"/>
                </a:lnTo>
                <a:cubicBezTo>
                  <a:pt x="963" y="21600"/>
                  <a:pt x="640" y="21016"/>
                  <a:pt x="384" y="19874"/>
                </a:cubicBezTo>
                <a:cubicBezTo>
                  <a:pt x="126" y="18732"/>
                  <a:pt x="0" y="17278"/>
                  <a:pt x="0" y="15497"/>
                </a:cubicBezTo>
                <a:lnTo>
                  <a:pt x="0" y="6130"/>
                </a:lnTo>
                <a:cubicBezTo>
                  <a:pt x="0" y="4431"/>
                  <a:pt x="126" y="3004"/>
                  <a:pt x="384" y="1807"/>
                </a:cubicBezTo>
                <a:cubicBezTo>
                  <a:pt x="640" y="611"/>
                  <a:pt x="954" y="0"/>
                  <a:pt x="1318" y="0"/>
                </a:cubicBezTo>
                <a:lnTo>
                  <a:pt x="20276" y="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49" name="Shape 7349"/>
          <p:cNvSpPr/>
          <p:nvPr/>
        </p:nvSpPr>
        <p:spPr>
          <a:xfrm>
            <a:off x="20170212" y="6982707"/>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0"/>
                </a:moveTo>
                <a:cubicBezTo>
                  <a:pt x="12304" y="0"/>
                  <a:pt x="13705" y="282"/>
                  <a:pt x="15014" y="844"/>
                </a:cubicBezTo>
                <a:cubicBezTo>
                  <a:pt x="16322" y="1406"/>
                  <a:pt x="17466" y="2179"/>
                  <a:pt x="18450" y="3153"/>
                </a:cubicBezTo>
                <a:cubicBezTo>
                  <a:pt x="19433" y="4127"/>
                  <a:pt x="20205" y="5277"/>
                  <a:pt x="20761" y="6590"/>
                </a:cubicBezTo>
                <a:cubicBezTo>
                  <a:pt x="21324" y="7897"/>
                  <a:pt x="21600" y="9303"/>
                  <a:pt x="21600" y="10797"/>
                </a:cubicBezTo>
                <a:cubicBezTo>
                  <a:pt x="21600" y="12291"/>
                  <a:pt x="21324" y="13697"/>
                  <a:pt x="20761" y="15010"/>
                </a:cubicBezTo>
                <a:cubicBezTo>
                  <a:pt x="20205" y="16318"/>
                  <a:pt x="19433" y="17464"/>
                  <a:pt x="18450" y="18441"/>
                </a:cubicBezTo>
                <a:cubicBezTo>
                  <a:pt x="17466" y="19424"/>
                  <a:pt x="16322" y="20189"/>
                  <a:pt x="15014" y="20751"/>
                </a:cubicBezTo>
                <a:cubicBezTo>
                  <a:pt x="13705" y="21312"/>
                  <a:pt x="12304" y="21600"/>
                  <a:pt x="10806" y="21600"/>
                </a:cubicBezTo>
                <a:cubicBezTo>
                  <a:pt x="9310" y="21600"/>
                  <a:pt x="7906" y="21313"/>
                  <a:pt x="6595" y="20751"/>
                </a:cubicBezTo>
                <a:cubicBezTo>
                  <a:pt x="5281" y="20189"/>
                  <a:pt x="4136" y="19421"/>
                  <a:pt x="3156" y="18441"/>
                </a:cubicBezTo>
                <a:cubicBezTo>
                  <a:pt x="2178" y="17464"/>
                  <a:pt x="1407" y="16318"/>
                  <a:pt x="844" y="15010"/>
                </a:cubicBezTo>
                <a:cubicBezTo>
                  <a:pt x="279" y="13697"/>
                  <a:pt x="0" y="12291"/>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6" y="0"/>
                </a:cubicBezTo>
                <a:moveTo>
                  <a:pt x="17043" y="9743"/>
                </a:moveTo>
                <a:cubicBezTo>
                  <a:pt x="17043" y="9616"/>
                  <a:pt x="16997" y="9512"/>
                  <a:pt x="16901" y="9424"/>
                </a:cubicBezTo>
                <a:cubicBezTo>
                  <a:pt x="16805" y="9343"/>
                  <a:pt x="16706" y="9297"/>
                  <a:pt x="16596" y="9297"/>
                </a:cubicBezTo>
                <a:lnTo>
                  <a:pt x="5015" y="9297"/>
                </a:lnTo>
                <a:cubicBezTo>
                  <a:pt x="4719" y="9297"/>
                  <a:pt x="4569" y="9453"/>
                  <a:pt x="4569" y="9744"/>
                </a:cubicBezTo>
                <a:lnTo>
                  <a:pt x="4569" y="11879"/>
                </a:lnTo>
                <a:cubicBezTo>
                  <a:pt x="4569" y="12176"/>
                  <a:pt x="4719" y="12325"/>
                  <a:pt x="5015" y="12325"/>
                </a:cubicBezTo>
                <a:lnTo>
                  <a:pt x="16596" y="12325"/>
                </a:lnTo>
                <a:cubicBezTo>
                  <a:pt x="16706" y="12325"/>
                  <a:pt x="16805" y="12280"/>
                  <a:pt x="16901" y="12198"/>
                </a:cubicBezTo>
                <a:cubicBezTo>
                  <a:pt x="16997" y="12111"/>
                  <a:pt x="17043" y="12006"/>
                  <a:pt x="17043" y="11879"/>
                </a:cubicBezTo>
                <a:lnTo>
                  <a:pt x="17043" y="974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0" name="Shape 7350"/>
          <p:cNvSpPr/>
          <p:nvPr/>
        </p:nvSpPr>
        <p:spPr>
          <a:xfrm>
            <a:off x="1126498" y="3169887"/>
            <a:ext cx="468769"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9817" y="0"/>
                </a:lnTo>
                <a:lnTo>
                  <a:pt x="9817" y="9815"/>
                </a:lnTo>
                <a:lnTo>
                  <a:pt x="0" y="9815"/>
                </a:lnTo>
                <a:lnTo>
                  <a:pt x="0" y="0"/>
                </a:lnTo>
                <a:close/>
                <a:moveTo>
                  <a:pt x="0" y="11785"/>
                </a:moveTo>
                <a:lnTo>
                  <a:pt x="9817" y="11785"/>
                </a:lnTo>
                <a:lnTo>
                  <a:pt x="9817" y="21600"/>
                </a:lnTo>
                <a:lnTo>
                  <a:pt x="0" y="21600"/>
                </a:lnTo>
                <a:lnTo>
                  <a:pt x="0" y="11785"/>
                </a:lnTo>
                <a:close/>
                <a:moveTo>
                  <a:pt x="1956" y="7859"/>
                </a:moveTo>
                <a:lnTo>
                  <a:pt x="7860" y="7859"/>
                </a:lnTo>
                <a:lnTo>
                  <a:pt x="7860" y="1950"/>
                </a:lnTo>
                <a:lnTo>
                  <a:pt x="1956" y="1950"/>
                </a:lnTo>
                <a:lnTo>
                  <a:pt x="1956" y="7859"/>
                </a:lnTo>
                <a:close/>
                <a:moveTo>
                  <a:pt x="1956" y="19647"/>
                </a:moveTo>
                <a:lnTo>
                  <a:pt x="7860" y="19647"/>
                </a:lnTo>
                <a:lnTo>
                  <a:pt x="7860" y="13739"/>
                </a:lnTo>
                <a:lnTo>
                  <a:pt x="1956" y="13739"/>
                </a:lnTo>
                <a:lnTo>
                  <a:pt x="1956" y="19647"/>
                </a:lnTo>
                <a:close/>
                <a:moveTo>
                  <a:pt x="3924" y="3948"/>
                </a:moveTo>
                <a:lnTo>
                  <a:pt x="5907" y="3948"/>
                </a:lnTo>
                <a:lnTo>
                  <a:pt x="5907" y="5905"/>
                </a:lnTo>
                <a:lnTo>
                  <a:pt x="3924" y="5905"/>
                </a:lnTo>
                <a:lnTo>
                  <a:pt x="3924" y="3948"/>
                </a:lnTo>
                <a:close/>
                <a:moveTo>
                  <a:pt x="3924" y="15695"/>
                </a:moveTo>
                <a:lnTo>
                  <a:pt x="5907" y="15695"/>
                </a:lnTo>
                <a:lnTo>
                  <a:pt x="5907" y="17678"/>
                </a:lnTo>
                <a:lnTo>
                  <a:pt x="3924" y="17678"/>
                </a:lnTo>
                <a:lnTo>
                  <a:pt x="3924" y="15695"/>
                </a:lnTo>
                <a:close/>
                <a:moveTo>
                  <a:pt x="21600" y="9815"/>
                </a:moveTo>
                <a:lnTo>
                  <a:pt x="11783" y="9815"/>
                </a:lnTo>
                <a:lnTo>
                  <a:pt x="11783" y="0"/>
                </a:lnTo>
                <a:lnTo>
                  <a:pt x="21600" y="0"/>
                </a:lnTo>
                <a:lnTo>
                  <a:pt x="21600" y="9815"/>
                </a:lnTo>
                <a:close/>
                <a:moveTo>
                  <a:pt x="19644" y="11785"/>
                </a:moveTo>
                <a:lnTo>
                  <a:pt x="21600" y="11785"/>
                </a:lnTo>
                <a:lnTo>
                  <a:pt x="21600" y="17678"/>
                </a:lnTo>
                <a:lnTo>
                  <a:pt x="15693" y="17678"/>
                </a:lnTo>
                <a:lnTo>
                  <a:pt x="15693" y="15725"/>
                </a:lnTo>
                <a:lnTo>
                  <a:pt x="13740" y="15725"/>
                </a:lnTo>
                <a:lnTo>
                  <a:pt x="13740" y="21600"/>
                </a:lnTo>
                <a:lnTo>
                  <a:pt x="11783" y="21600"/>
                </a:lnTo>
                <a:lnTo>
                  <a:pt x="11783" y="11785"/>
                </a:lnTo>
                <a:lnTo>
                  <a:pt x="17647" y="11785"/>
                </a:lnTo>
                <a:lnTo>
                  <a:pt x="17647" y="13739"/>
                </a:lnTo>
                <a:lnTo>
                  <a:pt x="19644" y="13739"/>
                </a:lnTo>
                <a:lnTo>
                  <a:pt x="19644" y="11785"/>
                </a:lnTo>
                <a:close/>
                <a:moveTo>
                  <a:pt x="19644" y="1953"/>
                </a:moveTo>
                <a:lnTo>
                  <a:pt x="13740" y="1953"/>
                </a:lnTo>
                <a:lnTo>
                  <a:pt x="13740" y="7861"/>
                </a:lnTo>
                <a:lnTo>
                  <a:pt x="19644" y="7861"/>
                </a:lnTo>
                <a:lnTo>
                  <a:pt x="19644" y="1953"/>
                </a:lnTo>
                <a:close/>
                <a:moveTo>
                  <a:pt x="17647" y="5905"/>
                </a:moveTo>
                <a:lnTo>
                  <a:pt x="15693" y="5905"/>
                </a:lnTo>
                <a:lnTo>
                  <a:pt x="15693" y="3948"/>
                </a:lnTo>
                <a:lnTo>
                  <a:pt x="17647" y="3948"/>
                </a:lnTo>
                <a:lnTo>
                  <a:pt x="17647" y="5905"/>
                </a:lnTo>
                <a:close/>
                <a:moveTo>
                  <a:pt x="15693" y="19647"/>
                </a:moveTo>
                <a:lnTo>
                  <a:pt x="17647" y="19647"/>
                </a:lnTo>
                <a:lnTo>
                  <a:pt x="17647" y="21600"/>
                </a:lnTo>
                <a:lnTo>
                  <a:pt x="15693" y="21600"/>
                </a:lnTo>
                <a:lnTo>
                  <a:pt x="15693" y="19647"/>
                </a:lnTo>
                <a:close/>
                <a:moveTo>
                  <a:pt x="19644" y="19647"/>
                </a:moveTo>
                <a:lnTo>
                  <a:pt x="21600" y="19647"/>
                </a:lnTo>
                <a:lnTo>
                  <a:pt x="21600" y="21600"/>
                </a:lnTo>
                <a:lnTo>
                  <a:pt x="19644" y="21600"/>
                </a:lnTo>
                <a:lnTo>
                  <a:pt x="19644" y="19647"/>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1" name="Shape 7351"/>
          <p:cNvSpPr/>
          <p:nvPr/>
        </p:nvSpPr>
        <p:spPr>
          <a:xfrm>
            <a:off x="2322848" y="3157087"/>
            <a:ext cx="468769" cy="457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2" y="0"/>
                  <a:pt x="13706" y="282"/>
                  <a:pt x="15012" y="844"/>
                </a:cubicBezTo>
                <a:cubicBezTo>
                  <a:pt x="16320" y="1409"/>
                  <a:pt x="17464" y="2179"/>
                  <a:pt x="18450" y="3156"/>
                </a:cubicBezTo>
                <a:cubicBezTo>
                  <a:pt x="19433" y="4133"/>
                  <a:pt x="20202" y="5277"/>
                  <a:pt x="20761" y="6587"/>
                </a:cubicBezTo>
                <a:cubicBezTo>
                  <a:pt x="21318" y="7900"/>
                  <a:pt x="21600" y="9303"/>
                  <a:pt x="21600" y="10800"/>
                </a:cubicBezTo>
                <a:cubicBezTo>
                  <a:pt x="21600" y="12297"/>
                  <a:pt x="21318" y="13700"/>
                  <a:pt x="20761" y="15010"/>
                </a:cubicBezTo>
                <a:cubicBezTo>
                  <a:pt x="20202" y="16320"/>
                  <a:pt x="19431" y="17467"/>
                  <a:pt x="18450" y="18444"/>
                </a:cubicBezTo>
                <a:cubicBezTo>
                  <a:pt x="17464" y="19421"/>
                  <a:pt x="16320" y="20194"/>
                  <a:pt x="15012" y="20756"/>
                </a:cubicBezTo>
                <a:cubicBezTo>
                  <a:pt x="13706" y="21318"/>
                  <a:pt x="12302" y="21600"/>
                  <a:pt x="10808" y="21600"/>
                </a:cubicBezTo>
                <a:cubicBezTo>
                  <a:pt x="9309" y="21600"/>
                  <a:pt x="7905" y="21318"/>
                  <a:pt x="6594" y="20756"/>
                </a:cubicBezTo>
                <a:cubicBezTo>
                  <a:pt x="5280" y="20194"/>
                  <a:pt x="4136" y="19421"/>
                  <a:pt x="3158" y="18444"/>
                </a:cubicBezTo>
                <a:cubicBezTo>
                  <a:pt x="2178" y="17467"/>
                  <a:pt x="1409" y="16320"/>
                  <a:pt x="847" y="15010"/>
                </a:cubicBezTo>
                <a:cubicBezTo>
                  <a:pt x="282" y="13700"/>
                  <a:pt x="0" y="12297"/>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8" y="0"/>
                </a:cubicBezTo>
                <a:moveTo>
                  <a:pt x="13297" y="11690"/>
                </a:moveTo>
                <a:cubicBezTo>
                  <a:pt x="13523" y="11512"/>
                  <a:pt x="13743" y="11300"/>
                  <a:pt x="13966" y="11069"/>
                </a:cubicBezTo>
                <a:cubicBezTo>
                  <a:pt x="14187" y="10832"/>
                  <a:pt x="14393" y="10576"/>
                  <a:pt x="14588" y="10297"/>
                </a:cubicBezTo>
                <a:cubicBezTo>
                  <a:pt x="14783" y="10017"/>
                  <a:pt x="14938" y="9707"/>
                  <a:pt x="15054" y="9359"/>
                </a:cubicBezTo>
                <a:cubicBezTo>
                  <a:pt x="15173" y="9012"/>
                  <a:pt x="15229" y="8603"/>
                  <a:pt x="15229" y="8134"/>
                </a:cubicBezTo>
                <a:cubicBezTo>
                  <a:pt x="15229" y="7521"/>
                  <a:pt x="15108" y="6976"/>
                  <a:pt x="14856" y="6496"/>
                </a:cubicBezTo>
                <a:cubicBezTo>
                  <a:pt x="14608" y="6022"/>
                  <a:pt x="14277" y="5624"/>
                  <a:pt x="13862" y="5316"/>
                </a:cubicBezTo>
                <a:cubicBezTo>
                  <a:pt x="13446" y="5006"/>
                  <a:pt x="12980" y="4766"/>
                  <a:pt x="12460" y="4599"/>
                </a:cubicBezTo>
                <a:cubicBezTo>
                  <a:pt x="11941" y="4433"/>
                  <a:pt x="11426" y="4348"/>
                  <a:pt x="10912"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3" y="7282"/>
                  <a:pt x="11407" y="7383"/>
                  <a:pt x="11664" y="7587"/>
                </a:cubicBezTo>
                <a:cubicBezTo>
                  <a:pt x="11921" y="7790"/>
                  <a:pt x="12051" y="8050"/>
                  <a:pt x="12051" y="8363"/>
                </a:cubicBezTo>
                <a:cubicBezTo>
                  <a:pt x="12051" y="8696"/>
                  <a:pt x="11941" y="8990"/>
                  <a:pt x="11720" y="9235"/>
                </a:cubicBezTo>
                <a:cubicBezTo>
                  <a:pt x="11500" y="9484"/>
                  <a:pt x="11223" y="9755"/>
                  <a:pt x="10887" y="10054"/>
                </a:cubicBezTo>
                <a:cubicBezTo>
                  <a:pt x="10679" y="10215"/>
                  <a:pt x="10470" y="10399"/>
                  <a:pt x="10256" y="10599"/>
                </a:cubicBezTo>
                <a:cubicBezTo>
                  <a:pt x="10047" y="10802"/>
                  <a:pt x="9849" y="11035"/>
                  <a:pt x="9676" y="11298"/>
                </a:cubicBezTo>
                <a:cubicBezTo>
                  <a:pt x="9501" y="11560"/>
                  <a:pt x="9357" y="11845"/>
                  <a:pt x="9250" y="12156"/>
                </a:cubicBezTo>
                <a:cubicBezTo>
                  <a:pt x="9142" y="12466"/>
                  <a:pt x="9086" y="12825"/>
                  <a:pt x="9086" y="13232"/>
                </a:cubicBezTo>
                <a:lnTo>
                  <a:pt x="9086" y="14096"/>
                </a:lnTo>
                <a:cubicBezTo>
                  <a:pt x="9086" y="14203"/>
                  <a:pt x="9128" y="14299"/>
                  <a:pt x="9210" y="14378"/>
                </a:cubicBezTo>
                <a:cubicBezTo>
                  <a:pt x="9289" y="14460"/>
                  <a:pt x="9385" y="14499"/>
                  <a:pt x="9493" y="14499"/>
                </a:cubicBezTo>
                <a:lnTo>
                  <a:pt x="11712" y="14499"/>
                </a:lnTo>
                <a:cubicBezTo>
                  <a:pt x="11822" y="14499"/>
                  <a:pt x="11912" y="14460"/>
                  <a:pt x="11991" y="14378"/>
                </a:cubicBezTo>
                <a:cubicBezTo>
                  <a:pt x="12068" y="14299"/>
                  <a:pt x="12107" y="14203"/>
                  <a:pt x="12107" y="14096"/>
                </a:cubicBezTo>
                <a:lnTo>
                  <a:pt x="12107" y="13407"/>
                </a:lnTo>
                <a:cubicBezTo>
                  <a:pt x="12107" y="13054"/>
                  <a:pt x="12220" y="12757"/>
                  <a:pt x="12452" y="12509"/>
                </a:cubicBezTo>
                <a:cubicBezTo>
                  <a:pt x="12681" y="12260"/>
                  <a:pt x="12961" y="11989"/>
                  <a:pt x="13297" y="11690"/>
                </a:cubicBezTo>
                <a:moveTo>
                  <a:pt x="12107" y="15665"/>
                </a:moveTo>
                <a:cubicBezTo>
                  <a:pt x="12107" y="15558"/>
                  <a:pt x="12068" y="15465"/>
                  <a:pt x="11997" y="15383"/>
                </a:cubicBezTo>
                <a:cubicBezTo>
                  <a:pt x="11929" y="15301"/>
                  <a:pt x="11830" y="15259"/>
                  <a:pt x="11712" y="15259"/>
                </a:cubicBezTo>
                <a:lnTo>
                  <a:pt x="9493" y="15259"/>
                </a:lnTo>
                <a:cubicBezTo>
                  <a:pt x="9385" y="15259"/>
                  <a:pt x="9292" y="15301"/>
                  <a:pt x="9210" y="15383"/>
                </a:cubicBezTo>
                <a:cubicBezTo>
                  <a:pt x="9128" y="15465"/>
                  <a:pt x="9086" y="15558"/>
                  <a:pt x="9086" y="15665"/>
                </a:cubicBezTo>
                <a:lnTo>
                  <a:pt x="9086" y="17775"/>
                </a:lnTo>
                <a:cubicBezTo>
                  <a:pt x="9086" y="17882"/>
                  <a:pt x="9128" y="17981"/>
                  <a:pt x="9210" y="18065"/>
                </a:cubicBezTo>
                <a:cubicBezTo>
                  <a:pt x="9289" y="18153"/>
                  <a:pt x="9385" y="18195"/>
                  <a:pt x="9493" y="18195"/>
                </a:cubicBezTo>
                <a:lnTo>
                  <a:pt x="11712" y="18195"/>
                </a:lnTo>
                <a:cubicBezTo>
                  <a:pt x="11822" y="18195"/>
                  <a:pt x="11912" y="18153"/>
                  <a:pt x="11991" y="18065"/>
                </a:cubicBezTo>
                <a:cubicBezTo>
                  <a:pt x="12068" y="17981"/>
                  <a:pt x="12107" y="17882"/>
                  <a:pt x="12107" y="17775"/>
                </a:cubicBezTo>
                <a:lnTo>
                  <a:pt x="12107" y="15665"/>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2" name="Shape 7352"/>
          <p:cNvSpPr/>
          <p:nvPr/>
        </p:nvSpPr>
        <p:spPr>
          <a:xfrm>
            <a:off x="3587267" y="3157071"/>
            <a:ext cx="468783" cy="457135"/>
          </a:xfrm>
          <a:custGeom>
            <a:avLst/>
            <a:gdLst/>
            <a:ahLst/>
            <a:cxnLst>
              <a:cxn ang="0">
                <a:pos x="wd2" y="hd2"/>
              </a:cxn>
              <a:cxn ang="5400000">
                <a:pos x="wd2" y="hd2"/>
              </a:cxn>
              <a:cxn ang="10800000">
                <a:pos x="wd2" y="hd2"/>
              </a:cxn>
              <a:cxn ang="16200000">
                <a:pos x="wd2" y="hd2"/>
              </a:cxn>
            </a:cxnLst>
            <a:rect l="0" t="0" r="r" b="b"/>
            <a:pathLst>
              <a:path w="21592" h="21498" fill="norm" stroke="1" extrusionOk="0">
                <a:moveTo>
                  <a:pt x="14060" y="6525"/>
                </a:moveTo>
                <a:cubicBezTo>
                  <a:pt x="13646" y="6525"/>
                  <a:pt x="13257" y="6671"/>
                  <a:pt x="12888" y="6963"/>
                </a:cubicBezTo>
                <a:cubicBezTo>
                  <a:pt x="12521" y="7258"/>
                  <a:pt x="12156" y="7652"/>
                  <a:pt x="11799" y="8139"/>
                </a:cubicBezTo>
                <a:cubicBezTo>
                  <a:pt x="11442" y="8627"/>
                  <a:pt x="11082" y="9184"/>
                  <a:pt x="10726" y="9815"/>
                </a:cubicBezTo>
                <a:cubicBezTo>
                  <a:pt x="10371" y="10446"/>
                  <a:pt x="10017" y="11094"/>
                  <a:pt x="9664" y="11765"/>
                </a:cubicBezTo>
                <a:cubicBezTo>
                  <a:pt x="9234" y="12585"/>
                  <a:pt x="8793" y="13394"/>
                  <a:pt x="8336" y="14197"/>
                </a:cubicBezTo>
                <a:cubicBezTo>
                  <a:pt x="7876" y="14997"/>
                  <a:pt x="7384" y="15718"/>
                  <a:pt x="6858" y="16357"/>
                </a:cubicBezTo>
                <a:cubicBezTo>
                  <a:pt x="6329" y="16996"/>
                  <a:pt x="5752" y="17510"/>
                  <a:pt x="5118" y="17899"/>
                </a:cubicBezTo>
                <a:cubicBezTo>
                  <a:pt x="4484" y="18290"/>
                  <a:pt x="3787" y="18488"/>
                  <a:pt x="3021" y="18488"/>
                </a:cubicBezTo>
                <a:lnTo>
                  <a:pt x="457" y="18488"/>
                </a:lnTo>
                <a:cubicBezTo>
                  <a:pt x="332" y="18488"/>
                  <a:pt x="225" y="18433"/>
                  <a:pt x="134" y="18325"/>
                </a:cubicBezTo>
                <a:cubicBezTo>
                  <a:pt x="44" y="18220"/>
                  <a:pt x="0" y="18091"/>
                  <a:pt x="0" y="17942"/>
                </a:cubicBezTo>
                <a:lnTo>
                  <a:pt x="0" y="15791"/>
                </a:lnTo>
                <a:cubicBezTo>
                  <a:pt x="0" y="15639"/>
                  <a:pt x="44" y="15513"/>
                  <a:pt x="134" y="15411"/>
                </a:cubicBezTo>
                <a:cubicBezTo>
                  <a:pt x="225" y="15312"/>
                  <a:pt x="332" y="15256"/>
                  <a:pt x="457" y="15256"/>
                </a:cubicBezTo>
                <a:lnTo>
                  <a:pt x="3021" y="15256"/>
                </a:lnTo>
                <a:cubicBezTo>
                  <a:pt x="3420" y="15256"/>
                  <a:pt x="3809" y="15113"/>
                  <a:pt x="4188" y="14824"/>
                </a:cubicBezTo>
                <a:cubicBezTo>
                  <a:pt x="4568" y="14538"/>
                  <a:pt x="4932" y="14150"/>
                  <a:pt x="5285" y="13665"/>
                </a:cubicBezTo>
                <a:cubicBezTo>
                  <a:pt x="5637" y="13181"/>
                  <a:pt x="5984" y="12623"/>
                  <a:pt x="6339" y="11996"/>
                </a:cubicBezTo>
                <a:cubicBezTo>
                  <a:pt x="6691" y="11368"/>
                  <a:pt x="7041" y="10717"/>
                  <a:pt x="7394" y="10045"/>
                </a:cubicBezTo>
                <a:cubicBezTo>
                  <a:pt x="7822" y="9225"/>
                  <a:pt x="8270" y="8408"/>
                  <a:pt x="8734" y="7599"/>
                </a:cubicBezTo>
                <a:cubicBezTo>
                  <a:pt x="9199" y="6790"/>
                  <a:pt x="9696" y="6064"/>
                  <a:pt x="10222" y="5421"/>
                </a:cubicBezTo>
                <a:cubicBezTo>
                  <a:pt x="10748" y="4776"/>
                  <a:pt x="11324" y="4262"/>
                  <a:pt x="11950" y="3877"/>
                </a:cubicBezTo>
                <a:cubicBezTo>
                  <a:pt x="12574" y="3489"/>
                  <a:pt x="13277" y="3293"/>
                  <a:pt x="14057" y="3293"/>
                </a:cubicBezTo>
                <a:lnTo>
                  <a:pt x="16435" y="3293"/>
                </a:lnTo>
                <a:lnTo>
                  <a:pt x="16435" y="712"/>
                </a:lnTo>
                <a:cubicBezTo>
                  <a:pt x="16435" y="330"/>
                  <a:pt x="16531" y="102"/>
                  <a:pt x="16722" y="23"/>
                </a:cubicBezTo>
                <a:cubicBezTo>
                  <a:pt x="16915" y="-49"/>
                  <a:pt x="17147" y="50"/>
                  <a:pt x="17419" y="318"/>
                </a:cubicBezTo>
                <a:lnTo>
                  <a:pt x="21331" y="4204"/>
                </a:lnTo>
                <a:cubicBezTo>
                  <a:pt x="21512" y="4373"/>
                  <a:pt x="21598" y="4583"/>
                  <a:pt x="21588" y="4835"/>
                </a:cubicBezTo>
                <a:cubicBezTo>
                  <a:pt x="21588" y="5103"/>
                  <a:pt x="21503" y="5322"/>
                  <a:pt x="21331" y="5488"/>
                </a:cubicBezTo>
                <a:lnTo>
                  <a:pt x="17419" y="9362"/>
                </a:lnTo>
                <a:cubicBezTo>
                  <a:pt x="17147" y="9631"/>
                  <a:pt x="16915" y="9727"/>
                  <a:pt x="16722" y="9645"/>
                </a:cubicBezTo>
                <a:cubicBezTo>
                  <a:pt x="16531" y="9570"/>
                  <a:pt x="16435" y="9339"/>
                  <a:pt x="16435" y="8957"/>
                </a:cubicBezTo>
                <a:lnTo>
                  <a:pt x="16435" y="6525"/>
                </a:lnTo>
                <a:lnTo>
                  <a:pt x="14060" y="6525"/>
                </a:lnTo>
                <a:close/>
                <a:moveTo>
                  <a:pt x="462" y="6496"/>
                </a:moveTo>
                <a:cubicBezTo>
                  <a:pt x="337" y="6496"/>
                  <a:pt x="229" y="6449"/>
                  <a:pt x="139" y="6350"/>
                </a:cubicBezTo>
                <a:cubicBezTo>
                  <a:pt x="48" y="6251"/>
                  <a:pt x="4" y="6128"/>
                  <a:pt x="4" y="5979"/>
                </a:cubicBezTo>
                <a:lnTo>
                  <a:pt x="4" y="3824"/>
                </a:lnTo>
                <a:cubicBezTo>
                  <a:pt x="4" y="3463"/>
                  <a:pt x="156" y="3287"/>
                  <a:pt x="462" y="3293"/>
                </a:cubicBezTo>
                <a:lnTo>
                  <a:pt x="3026" y="3293"/>
                </a:lnTo>
                <a:cubicBezTo>
                  <a:pt x="3560" y="3293"/>
                  <a:pt x="4054" y="3389"/>
                  <a:pt x="4514" y="3573"/>
                </a:cubicBezTo>
                <a:cubicBezTo>
                  <a:pt x="4974" y="3763"/>
                  <a:pt x="5409" y="4023"/>
                  <a:pt x="5820" y="4359"/>
                </a:cubicBezTo>
                <a:cubicBezTo>
                  <a:pt x="6229" y="4692"/>
                  <a:pt x="6608" y="5086"/>
                  <a:pt x="6963" y="5532"/>
                </a:cubicBezTo>
                <a:cubicBezTo>
                  <a:pt x="7318" y="5979"/>
                  <a:pt x="7655" y="6464"/>
                  <a:pt x="7993" y="6983"/>
                </a:cubicBezTo>
                <a:cubicBezTo>
                  <a:pt x="7518" y="7824"/>
                  <a:pt x="7058" y="8653"/>
                  <a:pt x="6620" y="9473"/>
                </a:cubicBezTo>
                <a:cubicBezTo>
                  <a:pt x="6589" y="9549"/>
                  <a:pt x="6557" y="9611"/>
                  <a:pt x="6515" y="9669"/>
                </a:cubicBezTo>
                <a:cubicBezTo>
                  <a:pt x="6476" y="9727"/>
                  <a:pt x="6442" y="9795"/>
                  <a:pt x="6410" y="9876"/>
                </a:cubicBezTo>
                <a:cubicBezTo>
                  <a:pt x="5862" y="8927"/>
                  <a:pt x="5319" y="8128"/>
                  <a:pt x="4776" y="7474"/>
                </a:cubicBezTo>
                <a:cubicBezTo>
                  <a:pt x="4232" y="6823"/>
                  <a:pt x="3650" y="6496"/>
                  <a:pt x="3024" y="6496"/>
                </a:cubicBezTo>
                <a:lnTo>
                  <a:pt x="462" y="6496"/>
                </a:lnTo>
                <a:close/>
                <a:moveTo>
                  <a:pt x="21334" y="15998"/>
                </a:moveTo>
                <a:cubicBezTo>
                  <a:pt x="21515" y="16167"/>
                  <a:pt x="21600" y="16386"/>
                  <a:pt x="21591" y="16658"/>
                </a:cubicBezTo>
                <a:cubicBezTo>
                  <a:pt x="21591" y="16909"/>
                  <a:pt x="21505" y="17116"/>
                  <a:pt x="21334" y="17285"/>
                </a:cubicBezTo>
                <a:lnTo>
                  <a:pt x="17421" y="21183"/>
                </a:lnTo>
                <a:cubicBezTo>
                  <a:pt x="17150" y="21454"/>
                  <a:pt x="16917" y="21551"/>
                  <a:pt x="16724" y="21472"/>
                </a:cubicBezTo>
                <a:cubicBezTo>
                  <a:pt x="16533" y="21393"/>
                  <a:pt x="16438" y="21162"/>
                  <a:pt x="16438" y="20780"/>
                </a:cubicBezTo>
                <a:lnTo>
                  <a:pt x="16438" y="18433"/>
                </a:lnTo>
                <a:lnTo>
                  <a:pt x="14060" y="18433"/>
                </a:lnTo>
                <a:cubicBezTo>
                  <a:pt x="13529" y="18433"/>
                  <a:pt x="13032" y="18336"/>
                  <a:pt x="12574" y="18144"/>
                </a:cubicBezTo>
                <a:cubicBezTo>
                  <a:pt x="12114" y="17954"/>
                  <a:pt x="11681" y="17691"/>
                  <a:pt x="11280" y="17355"/>
                </a:cubicBezTo>
                <a:cubicBezTo>
                  <a:pt x="10879" y="17020"/>
                  <a:pt x="10496" y="16629"/>
                  <a:pt x="10136" y="16182"/>
                </a:cubicBezTo>
                <a:cubicBezTo>
                  <a:pt x="9779" y="15732"/>
                  <a:pt x="9439" y="15254"/>
                  <a:pt x="9119" y="14740"/>
                </a:cubicBezTo>
                <a:cubicBezTo>
                  <a:pt x="9344" y="14360"/>
                  <a:pt x="9566" y="13963"/>
                  <a:pt x="9779" y="13552"/>
                </a:cubicBezTo>
                <a:cubicBezTo>
                  <a:pt x="9994" y="13143"/>
                  <a:pt x="10217" y="12740"/>
                  <a:pt x="10442" y="12337"/>
                </a:cubicBezTo>
                <a:cubicBezTo>
                  <a:pt x="10474" y="12247"/>
                  <a:pt x="10513" y="12165"/>
                  <a:pt x="10560" y="12092"/>
                </a:cubicBezTo>
                <a:cubicBezTo>
                  <a:pt x="10609" y="12025"/>
                  <a:pt x="10645" y="11940"/>
                  <a:pt x="10680" y="11847"/>
                </a:cubicBezTo>
                <a:cubicBezTo>
                  <a:pt x="11226" y="12798"/>
                  <a:pt x="11769" y="13592"/>
                  <a:pt x="12315" y="14232"/>
                </a:cubicBezTo>
                <a:cubicBezTo>
                  <a:pt x="12856" y="14868"/>
                  <a:pt x="13441" y="15189"/>
                  <a:pt x="14064" y="15189"/>
                </a:cubicBezTo>
                <a:lnTo>
                  <a:pt x="16443" y="15189"/>
                </a:lnTo>
                <a:lnTo>
                  <a:pt x="16443" y="12533"/>
                </a:lnTo>
                <a:cubicBezTo>
                  <a:pt x="16443" y="12153"/>
                  <a:pt x="16538" y="11923"/>
                  <a:pt x="16729" y="11847"/>
                </a:cubicBezTo>
                <a:cubicBezTo>
                  <a:pt x="16922" y="11774"/>
                  <a:pt x="17155" y="11867"/>
                  <a:pt x="17426" y="12127"/>
                </a:cubicBezTo>
                <a:lnTo>
                  <a:pt x="21334" y="1599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3" name="Shape 7353"/>
          <p:cNvSpPr/>
          <p:nvPr/>
        </p:nvSpPr>
        <p:spPr>
          <a:xfrm>
            <a:off x="4849614" y="3157084"/>
            <a:ext cx="468790" cy="457121"/>
          </a:xfrm>
          <a:custGeom>
            <a:avLst/>
            <a:gdLst/>
            <a:ahLst/>
            <a:cxnLst>
              <a:cxn ang="0">
                <a:pos x="wd2" y="hd2"/>
              </a:cxn>
              <a:cxn ang="5400000">
                <a:pos x="wd2" y="hd2"/>
              </a:cxn>
              <a:cxn ang="10800000">
                <a:pos x="wd2" y="hd2"/>
              </a:cxn>
              <a:cxn ang="16200000">
                <a:pos x="wd2" y="hd2"/>
              </a:cxn>
            </a:cxnLst>
            <a:rect l="0" t="0" r="r" b="b"/>
            <a:pathLst>
              <a:path w="21519" h="21432" fill="norm" stroke="1" extrusionOk="0">
                <a:moveTo>
                  <a:pt x="18960" y="13478"/>
                </a:moveTo>
                <a:cubicBezTo>
                  <a:pt x="19079" y="13531"/>
                  <a:pt x="19166" y="13624"/>
                  <a:pt x="19217" y="13755"/>
                </a:cubicBezTo>
                <a:cubicBezTo>
                  <a:pt x="19269" y="13884"/>
                  <a:pt x="19273" y="14021"/>
                  <a:pt x="19229" y="14164"/>
                </a:cubicBezTo>
                <a:cubicBezTo>
                  <a:pt x="18833" y="15579"/>
                  <a:pt x="18236" y="16805"/>
                  <a:pt x="17440" y="17841"/>
                </a:cubicBezTo>
                <a:cubicBezTo>
                  <a:pt x="16643" y="18886"/>
                  <a:pt x="15732" y="19706"/>
                  <a:pt x="14708" y="20308"/>
                </a:cubicBezTo>
                <a:cubicBezTo>
                  <a:pt x="13685" y="20911"/>
                  <a:pt x="12579" y="21275"/>
                  <a:pt x="11390" y="21395"/>
                </a:cubicBezTo>
                <a:cubicBezTo>
                  <a:pt x="10201" y="21516"/>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3" y="18186"/>
                </a:cubicBezTo>
                <a:cubicBezTo>
                  <a:pt x="12050" y="18105"/>
                  <a:pt x="12828" y="17855"/>
                  <a:pt x="13544" y="17432"/>
                </a:cubicBezTo>
                <a:cubicBezTo>
                  <a:pt x="14266" y="17015"/>
                  <a:pt x="14901" y="16438"/>
                  <a:pt x="15449" y="15702"/>
                </a:cubicBezTo>
                <a:cubicBezTo>
                  <a:pt x="15999" y="14971"/>
                  <a:pt x="16411" y="14111"/>
                  <a:pt x="16688" y="13114"/>
                </a:cubicBezTo>
                <a:cubicBezTo>
                  <a:pt x="16735" y="12971"/>
                  <a:pt x="16809" y="12873"/>
                  <a:pt x="16920" y="12823"/>
                </a:cubicBezTo>
                <a:cubicBezTo>
                  <a:pt x="17027" y="12767"/>
                  <a:pt x="17142" y="12758"/>
                  <a:pt x="17262" y="12795"/>
                </a:cubicBezTo>
                <a:lnTo>
                  <a:pt x="18960" y="13478"/>
                </a:lnTo>
                <a:close/>
                <a:moveTo>
                  <a:pt x="20676" y="3811"/>
                </a:moveTo>
                <a:cubicBezTo>
                  <a:pt x="21000" y="3609"/>
                  <a:pt x="21236" y="3581"/>
                  <a:pt x="21391" y="3741"/>
                </a:cubicBezTo>
                <a:cubicBezTo>
                  <a:pt x="21543" y="3895"/>
                  <a:pt x="21559" y="4175"/>
                  <a:pt x="21440" y="4576"/>
                </a:cubicBezTo>
                <a:lnTo>
                  <a:pt x="19756" y="10462"/>
                </a:lnTo>
                <a:cubicBezTo>
                  <a:pt x="19683" y="10756"/>
                  <a:pt x="19536" y="10961"/>
                  <a:pt x="19318" y="11064"/>
                </a:cubicBezTo>
                <a:cubicBezTo>
                  <a:pt x="19100" y="11173"/>
                  <a:pt x="18880" y="11190"/>
                  <a:pt x="18657" y="11117"/>
                </a:cubicBezTo>
                <a:lnTo>
                  <a:pt x="13746" y="9109"/>
                </a:lnTo>
                <a:cubicBezTo>
                  <a:pt x="13409" y="8964"/>
                  <a:pt x="13235" y="8782"/>
                  <a:pt x="13228" y="8563"/>
                </a:cubicBezTo>
                <a:cubicBezTo>
                  <a:pt x="13221" y="8345"/>
                  <a:pt x="13371" y="8132"/>
                  <a:pt x="13676" y="7928"/>
                </a:cubicBezTo>
                <a:lnTo>
                  <a:pt x="15943" y="6586"/>
                </a:lnTo>
                <a:cubicBezTo>
                  <a:pt x="15561" y="5889"/>
                  <a:pt x="15104" y="5287"/>
                  <a:pt x="14570" y="4786"/>
                </a:cubicBezTo>
                <a:cubicBezTo>
                  <a:pt x="14034" y="4279"/>
                  <a:pt x="13439" y="3892"/>
                  <a:pt x="12779" y="3626"/>
                </a:cubicBezTo>
                <a:cubicBezTo>
                  <a:pt x="11949" y="3293"/>
                  <a:pt x="11120"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1" y="-84"/>
                  <a:pt x="12472" y="95"/>
                  <a:pt x="13655" y="568"/>
                </a:cubicBezTo>
                <a:cubicBezTo>
                  <a:pt x="14648" y="988"/>
                  <a:pt x="15549" y="1587"/>
                  <a:pt x="16350" y="2363"/>
                </a:cubicBezTo>
                <a:cubicBezTo>
                  <a:pt x="17154" y="3144"/>
                  <a:pt x="17828" y="4071"/>
                  <a:pt x="18374" y="5152"/>
                </a:cubicBezTo>
                <a:lnTo>
                  <a:pt x="20676" y="3811"/>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4" name="Shape 7354"/>
          <p:cNvSpPr/>
          <p:nvPr/>
        </p:nvSpPr>
        <p:spPr>
          <a:xfrm>
            <a:off x="18934672" y="3173545"/>
            <a:ext cx="466894" cy="45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92" y="17892"/>
                </a:moveTo>
                <a:cubicBezTo>
                  <a:pt x="21462" y="18165"/>
                  <a:pt x="21600" y="18476"/>
                  <a:pt x="21600" y="18825"/>
                </a:cubicBezTo>
                <a:cubicBezTo>
                  <a:pt x="21600" y="19177"/>
                  <a:pt x="21462" y="19491"/>
                  <a:pt x="21192" y="19761"/>
                </a:cubicBezTo>
                <a:lnTo>
                  <a:pt x="19785" y="21193"/>
                </a:lnTo>
                <a:cubicBezTo>
                  <a:pt x="19515" y="21466"/>
                  <a:pt x="19197" y="21600"/>
                  <a:pt x="18830" y="21600"/>
                </a:cubicBezTo>
                <a:cubicBezTo>
                  <a:pt x="18466" y="21600"/>
                  <a:pt x="18151" y="21466"/>
                  <a:pt x="17890" y="21193"/>
                </a:cubicBezTo>
                <a:lnTo>
                  <a:pt x="10800" y="14102"/>
                </a:lnTo>
                <a:lnTo>
                  <a:pt x="3684" y="21193"/>
                </a:lnTo>
                <a:cubicBezTo>
                  <a:pt x="3410" y="21466"/>
                  <a:pt x="3099" y="21600"/>
                  <a:pt x="2749" y="21600"/>
                </a:cubicBezTo>
                <a:cubicBezTo>
                  <a:pt x="2397" y="21600"/>
                  <a:pt x="2083" y="21466"/>
                  <a:pt x="1815" y="21193"/>
                </a:cubicBezTo>
                <a:lnTo>
                  <a:pt x="408" y="19788"/>
                </a:lnTo>
                <a:cubicBezTo>
                  <a:pt x="135" y="19521"/>
                  <a:pt x="0" y="19201"/>
                  <a:pt x="0" y="18840"/>
                </a:cubicBezTo>
                <a:cubicBezTo>
                  <a:pt x="0" y="18482"/>
                  <a:pt x="135" y="18165"/>
                  <a:pt x="408" y="17892"/>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90" y="407"/>
                </a:lnTo>
                <a:cubicBezTo>
                  <a:pt x="18160" y="135"/>
                  <a:pt x="18477" y="0"/>
                  <a:pt x="18839" y="0"/>
                </a:cubicBezTo>
                <a:cubicBezTo>
                  <a:pt x="19197" y="0"/>
                  <a:pt x="19515" y="134"/>
                  <a:pt x="19785" y="407"/>
                </a:cubicBezTo>
                <a:lnTo>
                  <a:pt x="21192" y="1815"/>
                </a:lnTo>
                <a:cubicBezTo>
                  <a:pt x="21462" y="2082"/>
                  <a:pt x="21600" y="2402"/>
                  <a:pt x="21600" y="2769"/>
                </a:cubicBezTo>
                <a:cubicBezTo>
                  <a:pt x="21600" y="3133"/>
                  <a:pt x="21462" y="3447"/>
                  <a:pt x="21192" y="3708"/>
                </a:cubicBezTo>
                <a:lnTo>
                  <a:pt x="14044" y="10870"/>
                </a:lnTo>
                <a:lnTo>
                  <a:pt x="21192" y="17892"/>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5" name="Shape 7355"/>
          <p:cNvSpPr/>
          <p:nvPr/>
        </p:nvSpPr>
        <p:spPr>
          <a:xfrm>
            <a:off x="20159992" y="3173545"/>
            <a:ext cx="468769" cy="45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8" y="0"/>
                </a:moveTo>
                <a:cubicBezTo>
                  <a:pt x="12302" y="0"/>
                  <a:pt x="13706" y="282"/>
                  <a:pt x="15012" y="847"/>
                </a:cubicBezTo>
                <a:cubicBezTo>
                  <a:pt x="16320" y="1408"/>
                  <a:pt x="17464" y="2179"/>
                  <a:pt x="18450" y="3156"/>
                </a:cubicBezTo>
                <a:cubicBezTo>
                  <a:pt x="19433" y="4133"/>
                  <a:pt x="20202" y="5279"/>
                  <a:pt x="20761" y="6590"/>
                </a:cubicBezTo>
                <a:cubicBezTo>
                  <a:pt x="21318" y="7900"/>
                  <a:pt x="21600" y="9306"/>
                  <a:pt x="21600" y="10800"/>
                </a:cubicBezTo>
                <a:cubicBezTo>
                  <a:pt x="21600" y="12297"/>
                  <a:pt x="21318" y="13703"/>
                  <a:pt x="20761" y="15013"/>
                </a:cubicBezTo>
                <a:cubicBezTo>
                  <a:pt x="20202" y="16321"/>
                  <a:pt x="19431" y="17470"/>
                  <a:pt x="18450" y="18444"/>
                </a:cubicBezTo>
                <a:cubicBezTo>
                  <a:pt x="17464" y="19421"/>
                  <a:pt x="16320" y="20194"/>
                  <a:pt x="15012" y="20756"/>
                </a:cubicBezTo>
                <a:cubicBezTo>
                  <a:pt x="13706" y="21318"/>
                  <a:pt x="12302" y="21600"/>
                  <a:pt x="10808" y="21600"/>
                </a:cubicBezTo>
                <a:cubicBezTo>
                  <a:pt x="9309" y="21600"/>
                  <a:pt x="7905" y="21318"/>
                  <a:pt x="6594" y="20756"/>
                </a:cubicBezTo>
                <a:cubicBezTo>
                  <a:pt x="5280" y="20194"/>
                  <a:pt x="4136" y="19421"/>
                  <a:pt x="3158" y="18444"/>
                </a:cubicBezTo>
                <a:cubicBezTo>
                  <a:pt x="2178" y="17470"/>
                  <a:pt x="1409" y="16321"/>
                  <a:pt x="847" y="15013"/>
                </a:cubicBezTo>
                <a:cubicBezTo>
                  <a:pt x="282" y="13703"/>
                  <a:pt x="0" y="12297"/>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8" y="0"/>
                </a:cubicBezTo>
                <a:moveTo>
                  <a:pt x="10808" y="18356"/>
                </a:moveTo>
                <a:cubicBezTo>
                  <a:pt x="11861" y="18356"/>
                  <a:pt x="12845" y="18158"/>
                  <a:pt x="13757" y="17760"/>
                </a:cubicBezTo>
                <a:cubicBezTo>
                  <a:pt x="14667" y="17368"/>
                  <a:pt x="15464" y="16823"/>
                  <a:pt x="16150" y="16140"/>
                </a:cubicBezTo>
                <a:cubicBezTo>
                  <a:pt x="16837" y="15456"/>
                  <a:pt x="17379" y="14657"/>
                  <a:pt x="17775" y="13745"/>
                </a:cubicBezTo>
                <a:cubicBezTo>
                  <a:pt x="18170" y="12836"/>
                  <a:pt x="18368" y="11854"/>
                  <a:pt x="18368" y="10799"/>
                </a:cubicBezTo>
                <a:cubicBezTo>
                  <a:pt x="18368" y="9746"/>
                  <a:pt x="18170" y="8766"/>
                  <a:pt x="17775" y="7852"/>
                </a:cubicBezTo>
                <a:cubicBezTo>
                  <a:pt x="17377" y="6942"/>
                  <a:pt x="16837" y="6146"/>
                  <a:pt x="16150" y="5463"/>
                </a:cubicBezTo>
                <a:cubicBezTo>
                  <a:pt x="15467" y="4777"/>
                  <a:pt x="14667" y="4235"/>
                  <a:pt x="13749" y="3839"/>
                </a:cubicBezTo>
                <a:cubicBezTo>
                  <a:pt x="12831" y="3444"/>
                  <a:pt x="11853" y="3246"/>
                  <a:pt x="10808"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3"/>
                  <a:pt x="3444" y="12836"/>
                  <a:pt x="3839" y="13745"/>
                </a:cubicBezTo>
                <a:cubicBezTo>
                  <a:pt x="4238" y="14657"/>
                  <a:pt x="4774" y="15456"/>
                  <a:pt x="5455" y="16140"/>
                </a:cubicBezTo>
                <a:cubicBezTo>
                  <a:pt x="6136" y="16823"/>
                  <a:pt x="6930" y="17368"/>
                  <a:pt x="7851" y="17760"/>
                </a:cubicBezTo>
                <a:cubicBezTo>
                  <a:pt x="8764" y="18159"/>
                  <a:pt x="9753" y="18356"/>
                  <a:pt x="10808" y="18356"/>
                </a:cubicBezTo>
                <a:moveTo>
                  <a:pt x="15351" y="7784"/>
                </a:moveTo>
                <a:cubicBezTo>
                  <a:pt x="15614" y="8049"/>
                  <a:pt x="15614" y="8304"/>
                  <a:pt x="15351" y="8555"/>
                </a:cubicBezTo>
                <a:lnTo>
                  <a:pt x="13105" y="10800"/>
                </a:lnTo>
                <a:lnTo>
                  <a:pt x="15351" y="13045"/>
                </a:lnTo>
                <a:cubicBezTo>
                  <a:pt x="15614" y="13305"/>
                  <a:pt x="15614" y="13565"/>
                  <a:pt x="15351" y="13813"/>
                </a:cubicBezTo>
                <a:lnTo>
                  <a:pt x="13822" y="15341"/>
                </a:lnTo>
                <a:cubicBezTo>
                  <a:pt x="13715" y="15448"/>
                  <a:pt x="13585" y="15502"/>
                  <a:pt x="13435" y="15502"/>
                </a:cubicBezTo>
                <a:cubicBezTo>
                  <a:pt x="13288" y="15502"/>
                  <a:pt x="13158" y="15448"/>
                  <a:pt x="13051" y="15341"/>
                </a:cubicBezTo>
                <a:lnTo>
                  <a:pt x="10805" y="13096"/>
                </a:lnTo>
                <a:lnTo>
                  <a:pt x="8558" y="15341"/>
                </a:lnTo>
                <a:cubicBezTo>
                  <a:pt x="8450" y="15448"/>
                  <a:pt x="8320" y="15502"/>
                  <a:pt x="8170" y="15502"/>
                </a:cubicBezTo>
                <a:cubicBezTo>
                  <a:pt x="8024" y="15502"/>
                  <a:pt x="7888" y="15448"/>
                  <a:pt x="7772" y="15341"/>
                </a:cubicBezTo>
                <a:lnTo>
                  <a:pt x="6258" y="13813"/>
                </a:lnTo>
                <a:cubicBezTo>
                  <a:pt x="6150" y="13706"/>
                  <a:pt x="6094" y="13576"/>
                  <a:pt x="6094" y="13429"/>
                </a:cubicBezTo>
                <a:cubicBezTo>
                  <a:pt x="6094" y="13280"/>
                  <a:pt x="6150" y="13150"/>
                  <a:pt x="6258" y="13042"/>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2" y="8498"/>
                </a:lnTo>
                <a:lnTo>
                  <a:pt x="13048" y="6256"/>
                </a:lnTo>
                <a:cubicBezTo>
                  <a:pt x="13308" y="5994"/>
                  <a:pt x="13568" y="5994"/>
                  <a:pt x="13817" y="6256"/>
                </a:cubicBezTo>
                <a:lnTo>
                  <a:pt x="15351" y="778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6" name="Shape 7356"/>
          <p:cNvSpPr/>
          <p:nvPr/>
        </p:nvSpPr>
        <p:spPr>
          <a:xfrm>
            <a:off x="21424411" y="3160745"/>
            <a:ext cx="468768" cy="45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50" y="3162"/>
                </a:moveTo>
                <a:cubicBezTo>
                  <a:pt x="19504" y="4215"/>
                  <a:pt x="20292" y="5407"/>
                  <a:pt x="20818" y="6731"/>
                </a:cubicBezTo>
                <a:cubicBezTo>
                  <a:pt x="21341" y="8058"/>
                  <a:pt x="21600" y="9410"/>
                  <a:pt x="21600" y="10800"/>
                </a:cubicBezTo>
                <a:cubicBezTo>
                  <a:pt x="21600" y="12187"/>
                  <a:pt x="21338" y="13545"/>
                  <a:pt x="20818" y="14872"/>
                </a:cubicBezTo>
                <a:cubicBezTo>
                  <a:pt x="20292" y="16193"/>
                  <a:pt x="19504" y="17382"/>
                  <a:pt x="18450" y="18438"/>
                </a:cubicBezTo>
                <a:cubicBezTo>
                  <a:pt x="17394" y="19491"/>
                  <a:pt x="16201" y="20285"/>
                  <a:pt x="14870" y="20810"/>
                </a:cubicBezTo>
                <a:cubicBezTo>
                  <a:pt x="13540" y="21338"/>
                  <a:pt x="12184" y="21600"/>
                  <a:pt x="10802" y="21600"/>
                </a:cubicBezTo>
                <a:cubicBezTo>
                  <a:pt x="9416" y="21600"/>
                  <a:pt x="8057" y="21338"/>
                  <a:pt x="6730" y="20810"/>
                </a:cubicBezTo>
                <a:cubicBezTo>
                  <a:pt x="5399" y="20285"/>
                  <a:pt x="4206" y="19491"/>
                  <a:pt x="3150" y="18438"/>
                </a:cubicBezTo>
                <a:cubicBezTo>
                  <a:pt x="2099" y="17382"/>
                  <a:pt x="1308" y="16193"/>
                  <a:pt x="782" y="14872"/>
                </a:cubicBezTo>
                <a:cubicBezTo>
                  <a:pt x="259" y="13545"/>
                  <a:pt x="0" y="12187"/>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2" y="0"/>
                </a:cubicBezTo>
                <a:cubicBezTo>
                  <a:pt x="12184" y="0"/>
                  <a:pt x="13543" y="262"/>
                  <a:pt x="14870" y="790"/>
                </a:cubicBezTo>
                <a:cubicBezTo>
                  <a:pt x="16198" y="1318"/>
                  <a:pt x="17394" y="2109"/>
                  <a:pt x="18450" y="3162"/>
                </a:cubicBezTo>
                <a:moveTo>
                  <a:pt x="16283" y="7530"/>
                </a:moveTo>
                <a:cubicBezTo>
                  <a:pt x="16489" y="7321"/>
                  <a:pt x="16489" y="7112"/>
                  <a:pt x="16283" y="6892"/>
                </a:cubicBezTo>
                <a:lnTo>
                  <a:pt x="14701" y="5342"/>
                </a:lnTo>
                <a:cubicBezTo>
                  <a:pt x="14475" y="5116"/>
                  <a:pt x="14263" y="5116"/>
                  <a:pt x="14062"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70"/>
                </a:lnTo>
                <a:cubicBezTo>
                  <a:pt x="5255" y="14163"/>
                  <a:pt x="5207" y="14265"/>
                  <a:pt x="5207" y="14384"/>
                </a:cubicBezTo>
                <a:cubicBezTo>
                  <a:pt x="5207" y="14502"/>
                  <a:pt x="5255" y="14610"/>
                  <a:pt x="5345" y="14706"/>
                </a:cubicBezTo>
                <a:lnTo>
                  <a:pt x="6899" y="16275"/>
                </a:lnTo>
                <a:cubicBezTo>
                  <a:pt x="6990" y="16366"/>
                  <a:pt x="7094" y="16414"/>
                  <a:pt x="7216" y="16417"/>
                </a:cubicBezTo>
                <a:cubicBezTo>
                  <a:pt x="7340" y="16419"/>
                  <a:pt x="7444" y="16374"/>
                  <a:pt x="7535" y="16275"/>
                </a:cubicBezTo>
                <a:lnTo>
                  <a:pt x="10836" y="12992"/>
                </a:lnTo>
                <a:lnTo>
                  <a:pt x="13797" y="15979"/>
                </a:lnTo>
                <a:cubicBezTo>
                  <a:pt x="13887" y="16066"/>
                  <a:pt x="13992" y="16112"/>
                  <a:pt x="14116" y="16112"/>
                </a:cubicBezTo>
                <a:cubicBezTo>
                  <a:pt x="14238" y="16112"/>
                  <a:pt x="14342" y="16066"/>
                  <a:pt x="14433" y="15979"/>
                </a:cubicBezTo>
                <a:lnTo>
                  <a:pt x="15961" y="14451"/>
                </a:lnTo>
                <a:cubicBezTo>
                  <a:pt x="16167" y="14242"/>
                  <a:pt x="16167" y="14033"/>
                  <a:pt x="15961" y="13816"/>
                </a:cubicBezTo>
                <a:lnTo>
                  <a:pt x="12958" y="10857"/>
                </a:lnTo>
                <a:lnTo>
                  <a:pt x="16283" y="753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7" name="Shape 7357"/>
          <p:cNvSpPr/>
          <p:nvPr/>
        </p:nvSpPr>
        <p:spPr>
          <a:xfrm>
            <a:off x="22620760" y="3160745"/>
            <a:ext cx="468768" cy="4571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12" y="0"/>
                </a:moveTo>
                <a:cubicBezTo>
                  <a:pt x="20954" y="0"/>
                  <a:pt x="21162" y="105"/>
                  <a:pt x="21339" y="317"/>
                </a:cubicBezTo>
                <a:cubicBezTo>
                  <a:pt x="21515" y="525"/>
                  <a:pt x="21600" y="778"/>
                  <a:pt x="21600" y="1066"/>
                </a:cubicBezTo>
                <a:lnTo>
                  <a:pt x="21600" y="4118"/>
                </a:lnTo>
                <a:cubicBezTo>
                  <a:pt x="21600" y="4409"/>
                  <a:pt x="21515" y="4661"/>
                  <a:pt x="21339" y="4870"/>
                </a:cubicBezTo>
                <a:cubicBezTo>
                  <a:pt x="21162" y="5084"/>
                  <a:pt x="20954" y="5190"/>
                  <a:pt x="20712"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2" y="0"/>
                </a:lnTo>
                <a:close/>
                <a:moveTo>
                  <a:pt x="20712" y="8213"/>
                </a:moveTo>
                <a:cubicBezTo>
                  <a:pt x="20954" y="8213"/>
                  <a:pt x="21162" y="8316"/>
                  <a:pt x="21339" y="8527"/>
                </a:cubicBezTo>
                <a:cubicBezTo>
                  <a:pt x="21515" y="8742"/>
                  <a:pt x="21600" y="8985"/>
                  <a:pt x="21600" y="9264"/>
                </a:cubicBezTo>
                <a:lnTo>
                  <a:pt x="21600" y="12332"/>
                </a:lnTo>
                <a:cubicBezTo>
                  <a:pt x="21600" y="12623"/>
                  <a:pt x="21515" y="12873"/>
                  <a:pt x="21339" y="13079"/>
                </a:cubicBezTo>
                <a:cubicBezTo>
                  <a:pt x="21162" y="13287"/>
                  <a:pt x="20954" y="13390"/>
                  <a:pt x="20712" y="13390"/>
                </a:cubicBezTo>
                <a:lnTo>
                  <a:pt x="913" y="13390"/>
                </a:lnTo>
                <a:cubicBezTo>
                  <a:pt x="656" y="13390"/>
                  <a:pt x="440" y="13284"/>
                  <a:pt x="261" y="13070"/>
                </a:cubicBezTo>
                <a:cubicBezTo>
                  <a:pt x="85" y="12861"/>
                  <a:pt x="0" y="12614"/>
                  <a:pt x="0" y="12332"/>
                </a:cubicBezTo>
                <a:lnTo>
                  <a:pt x="0" y="9265"/>
                </a:lnTo>
                <a:cubicBezTo>
                  <a:pt x="0" y="8977"/>
                  <a:pt x="85" y="8730"/>
                  <a:pt x="261" y="8521"/>
                </a:cubicBezTo>
                <a:cubicBezTo>
                  <a:pt x="438" y="8316"/>
                  <a:pt x="653" y="8213"/>
                  <a:pt x="913" y="8213"/>
                </a:cubicBezTo>
                <a:lnTo>
                  <a:pt x="20712" y="8213"/>
                </a:lnTo>
                <a:close/>
                <a:moveTo>
                  <a:pt x="20712" y="16413"/>
                </a:moveTo>
                <a:cubicBezTo>
                  <a:pt x="20954" y="16413"/>
                  <a:pt x="21162" y="16515"/>
                  <a:pt x="21339" y="16727"/>
                </a:cubicBezTo>
                <a:cubicBezTo>
                  <a:pt x="21515" y="16941"/>
                  <a:pt x="21600" y="17191"/>
                  <a:pt x="21600" y="17479"/>
                </a:cubicBezTo>
                <a:lnTo>
                  <a:pt x="21600" y="20505"/>
                </a:lnTo>
                <a:cubicBezTo>
                  <a:pt x="21600" y="20813"/>
                  <a:pt x="21515" y="21072"/>
                  <a:pt x="21339" y="21283"/>
                </a:cubicBezTo>
                <a:cubicBezTo>
                  <a:pt x="21162" y="21495"/>
                  <a:pt x="20954" y="21600"/>
                  <a:pt x="20712" y="21600"/>
                </a:cubicBezTo>
                <a:lnTo>
                  <a:pt x="913" y="21600"/>
                </a:lnTo>
                <a:cubicBezTo>
                  <a:pt x="656" y="21600"/>
                  <a:pt x="440" y="21495"/>
                  <a:pt x="261" y="21283"/>
                </a:cubicBezTo>
                <a:cubicBezTo>
                  <a:pt x="85" y="21072"/>
                  <a:pt x="0" y="20813"/>
                  <a:pt x="0" y="20505"/>
                </a:cubicBezTo>
                <a:lnTo>
                  <a:pt x="0" y="17479"/>
                </a:lnTo>
                <a:cubicBezTo>
                  <a:pt x="0" y="17191"/>
                  <a:pt x="85" y="16941"/>
                  <a:pt x="261" y="16727"/>
                </a:cubicBezTo>
                <a:cubicBezTo>
                  <a:pt x="438" y="16515"/>
                  <a:pt x="653" y="16413"/>
                  <a:pt x="913" y="16413"/>
                </a:cubicBezTo>
                <a:lnTo>
                  <a:pt x="20712" y="1641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8" name="Shape 7358"/>
          <p:cNvSpPr/>
          <p:nvPr/>
        </p:nvSpPr>
        <p:spPr>
          <a:xfrm>
            <a:off x="13276862" y="9149205"/>
            <a:ext cx="466907" cy="457125"/>
          </a:xfrm>
          <a:custGeom>
            <a:avLst/>
            <a:gdLst/>
            <a:ahLst/>
            <a:cxnLst>
              <a:cxn ang="0">
                <a:pos x="wd2" y="hd2"/>
              </a:cxn>
              <a:cxn ang="5400000">
                <a:pos x="wd2" y="hd2"/>
              </a:cxn>
              <a:cxn ang="10800000">
                <a:pos x="wd2" y="hd2"/>
              </a:cxn>
              <a:cxn ang="16200000">
                <a:pos x="wd2" y="hd2"/>
              </a:cxn>
            </a:cxnLst>
            <a:rect l="0" t="0" r="r" b="b"/>
            <a:pathLst>
              <a:path w="21592" h="21365" fill="norm" stroke="1" extrusionOk="0">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600" y="10150"/>
                  <a:pt x="21591" y="10686"/>
                </a:cubicBezTo>
                <a:cubicBezTo>
                  <a:pt x="21591" y="11243"/>
                  <a:pt x="21492" y="11711"/>
                  <a:pt x="21294" y="12102"/>
                </a:cubicBezTo>
                <a:lnTo>
                  <a:pt x="16967" y="20697"/>
                </a:lnTo>
                <a:cubicBezTo>
                  <a:pt x="16654" y="21282"/>
                  <a:pt x="16397" y="21489"/>
                  <a:pt x="16199" y="21293"/>
                </a:cubicBezTo>
                <a:cubicBezTo>
                  <a:pt x="16001" y="21109"/>
                  <a:pt x="15902" y="20596"/>
                  <a:pt x="15902" y="19760"/>
                </a:cubicBezTo>
                <a:lnTo>
                  <a:pt x="15902" y="14342"/>
                </a:lnTo>
                <a:lnTo>
                  <a:pt x="5705" y="14342"/>
                </a:lnTo>
                <a:lnTo>
                  <a:pt x="5705" y="1976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59" name="Shape 7359"/>
          <p:cNvSpPr/>
          <p:nvPr/>
        </p:nvSpPr>
        <p:spPr>
          <a:xfrm>
            <a:off x="12174169" y="3157087"/>
            <a:ext cx="468786" cy="457106"/>
          </a:xfrm>
          <a:custGeom>
            <a:avLst/>
            <a:gdLst/>
            <a:ahLst/>
            <a:cxnLst>
              <a:cxn ang="0">
                <a:pos x="wd2" y="hd2"/>
              </a:cxn>
              <a:cxn ang="5400000">
                <a:pos x="wd2" y="hd2"/>
              </a:cxn>
              <a:cxn ang="10800000">
                <a:pos x="wd2" y="hd2"/>
              </a:cxn>
              <a:cxn ang="16200000">
                <a:pos x="wd2" y="hd2"/>
              </a:cxn>
            </a:cxnLst>
            <a:rect l="0" t="0" r="r" b="b"/>
            <a:pathLst>
              <a:path w="21364" h="21600" fill="norm" stroke="1" extrusionOk="0">
                <a:moveTo>
                  <a:pt x="19759" y="15898"/>
                </a:moveTo>
                <a:cubicBezTo>
                  <a:pt x="20597" y="15898"/>
                  <a:pt x="21110" y="15996"/>
                  <a:pt x="21295" y="16200"/>
                </a:cubicBezTo>
                <a:cubicBezTo>
                  <a:pt x="21479" y="16403"/>
                  <a:pt x="21261" y="16663"/>
                  <a:pt x="20641" y="16979"/>
                </a:cubicBezTo>
                <a:lnTo>
                  <a:pt x="12116" y="21287"/>
                </a:lnTo>
                <a:cubicBezTo>
                  <a:pt x="11709" y="21493"/>
                  <a:pt x="11229" y="21600"/>
                  <a:pt x="10675" y="21600"/>
                </a:cubicBezTo>
                <a:cubicBezTo>
                  <a:pt x="10117" y="21600"/>
                  <a:pt x="9648" y="21493"/>
                  <a:pt x="9257" y="21287"/>
                </a:cubicBezTo>
                <a:lnTo>
                  <a:pt x="676" y="16979"/>
                </a:lnTo>
                <a:cubicBezTo>
                  <a:pt x="90" y="16663"/>
                  <a:pt x="-116" y="16403"/>
                  <a:pt x="62" y="16200"/>
                </a:cubicBezTo>
                <a:cubicBezTo>
                  <a:pt x="241" y="15996"/>
                  <a:pt x="749" y="15898"/>
                  <a:pt x="1586" y="15898"/>
                </a:cubicBezTo>
                <a:lnTo>
                  <a:pt x="7013" y="15898"/>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9" y="0"/>
                  <a:pt x="11709" y="104"/>
                  <a:pt x="12116" y="310"/>
                </a:cubicBezTo>
                <a:lnTo>
                  <a:pt x="20697" y="4624"/>
                </a:lnTo>
                <a:cubicBezTo>
                  <a:pt x="21284" y="4940"/>
                  <a:pt x="21484" y="5197"/>
                  <a:pt x="21295" y="5400"/>
                </a:cubicBezTo>
                <a:cubicBezTo>
                  <a:pt x="21110" y="5604"/>
                  <a:pt x="20597" y="5705"/>
                  <a:pt x="19759" y="5705"/>
                </a:cubicBezTo>
                <a:lnTo>
                  <a:pt x="14361" y="5705"/>
                </a:lnTo>
                <a:lnTo>
                  <a:pt x="14361" y="15898"/>
                </a:lnTo>
                <a:lnTo>
                  <a:pt x="19759" y="1589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0" name="Shape 7360"/>
          <p:cNvSpPr/>
          <p:nvPr/>
        </p:nvSpPr>
        <p:spPr>
          <a:xfrm>
            <a:off x="13370509" y="3157087"/>
            <a:ext cx="468797" cy="457106"/>
          </a:xfrm>
          <a:custGeom>
            <a:avLst/>
            <a:gdLst/>
            <a:ahLst/>
            <a:cxnLst>
              <a:cxn ang="0">
                <a:pos x="wd2" y="hd2"/>
              </a:cxn>
              <a:cxn ang="5400000">
                <a:pos x="wd2" y="hd2"/>
              </a:cxn>
              <a:cxn ang="10800000">
                <a:pos x="wd2" y="hd2"/>
              </a:cxn>
              <a:cxn ang="16200000">
                <a:pos x="wd2" y="hd2"/>
              </a:cxn>
            </a:cxnLst>
            <a:rect l="0" t="0" r="r" b="b"/>
            <a:pathLst>
              <a:path w="21478" h="21600" fill="norm" stroke="1" extrusionOk="0">
                <a:moveTo>
                  <a:pt x="9108" y="16747"/>
                </a:moveTo>
                <a:cubicBezTo>
                  <a:pt x="9155" y="16838"/>
                  <a:pt x="9197" y="16925"/>
                  <a:pt x="9243" y="17013"/>
                </a:cubicBezTo>
                <a:cubicBezTo>
                  <a:pt x="9290" y="17098"/>
                  <a:pt x="9351" y="17182"/>
                  <a:pt x="9431" y="17275"/>
                </a:cubicBezTo>
                <a:lnTo>
                  <a:pt x="12259" y="21070"/>
                </a:lnTo>
                <a:lnTo>
                  <a:pt x="4473" y="21070"/>
                </a:lnTo>
                <a:cubicBezTo>
                  <a:pt x="4227" y="21070"/>
                  <a:pt x="4014" y="20965"/>
                  <a:pt x="3839" y="20756"/>
                </a:cubicBezTo>
                <a:cubicBezTo>
                  <a:pt x="3663" y="20544"/>
                  <a:pt x="3574" y="20287"/>
                  <a:pt x="3574" y="19988"/>
                </a:cubicBezTo>
                <a:lnTo>
                  <a:pt x="3574" y="7554"/>
                </a:lnTo>
                <a:lnTo>
                  <a:pt x="788" y="7554"/>
                </a:lnTo>
                <a:cubicBezTo>
                  <a:pt x="376" y="7554"/>
                  <a:pt x="126" y="7419"/>
                  <a:pt x="32" y="7145"/>
                </a:cubicBezTo>
                <a:cubicBezTo>
                  <a:pt x="-61" y="6871"/>
                  <a:pt x="46" y="6529"/>
                  <a:pt x="353" y="6123"/>
                </a:cubicBezTo>
                <a:lnTo>
                  <a:pt x="4665" y="392"/>
                </a:lnTo>
                <a:cubicBezTo>
                  <a:pt x="4850" y="132"/>
                  <a:pt x="5088" y="0"/>
                  <a:pt x="5371" y="0"/>
                </a:cubicBezTo>
                <a:cubicBezTo>
                  <a:pt x="5661" y="0"/>
                  <a:pt x="5902" y="132"/>
                  <a:pt x="6090" y="392"/>
                </a:cubicBezTo>
                <a:lnTo>
                  <a:pt x="10402" y="6123"/>
                </a:lnTo>
                <a:cubicBezTo>
                  <a:pt x="10708" y="6529"/>
                  <a:pt x="10813" y="6871"/>
                  <a:pt x="10722" y="7145"/>
                </a:cubicBezTo>
                <a:cubicBezTo>
                  <a:pt x="10629" y="7419"/>
                  <a:pt x="10376" y="7554"/>
                  <a:pt x="9966" y="7554"/>
                </a:cubicBezTo>
                <a:lnTo>
                  <a:pt x="7166" y="7554"/>
                </a:lnTo>
                <a:lnTo>
                  <a:pt x="7166" y="16747"/>
                </a:lnTo>
                <a:lnTo>
                  <a:pt x="9108" y="16747"/>
                </a:lnTo>
                <a:close/>
                <a:moveTo>
                  <a:pt x="20689" y="14046"/>
                </a:moveTo>
                <a:cubicBezTo>
                  <a:pt x="21101" y="14046"/>
                  <a:pt x="21351" y="14184"/>
                  <a:pt x="21445" y="14458"/>
                </a:cubicBezTo>
                <a:cubicBezTo>
                  <a:pt x="21539" y="14732"/>
                  <a:pt x="21431" y="15070"/>
                  <a:pt x="21127" y="15477"/>
                </a:cubicBezTo>
                <a:lnTo>
                  <a:pt x="16812" y="21208"/>
                </a:lnTo>
                <a:cubicBezTo>
                  <a:pt x="16625" y="21468"/>
                  <a:pt x="16389" y="21600"/>
                  <a:pt x="16106" y="21600"/>
                </a:cubicBezTo>
                <a:cubicBezTo>
                  <a:pt x="15813" y="21600"/>
                  <a:pt x="15575" y="21468"/>
                  <a:pt x="15387" y="21208"/>
                </a:cubicBezTo>
                <a:lnTo>
                  <a:pt x="11075" y="15477"/>
                </a:lnTo>
                <a:cubicBezTo>
                  <a:pt x="10769" y="15071"/>
                  <a:pt x="10661" y="14732"/>
                  <a:pt x="10755" y="14458"/>
                </a:cubicBezTo>
                <a:cubicBezTo>
                  <a:pt x="10848" y="14184"/>
                  <a:pt x="11099" y="14046"/>
                  <a:pt x="11511" y="14046"/>
                </a:cubicBezTo>
                <a:lnTo>
                  <a:pt x="14311" y="14046"/>
                </a:lnTo>
                <a:lnTo>
                  <a:pt x="14311" y="4881"/>
                </a:lnTo>
                <a:lnTo>
                  <a:pt x="12362" y="4881"/>
                </a:lnTo>
                <a:cubicBezTo>
                  <a:pt x="12315" y="4791"/>
                  <a:pt x="12271" y="4697"/>
                  <a:pt x="12220" y="4604"/>
                </a:cubicBezTo>
                <a:cubicBezTo>
                  <a:pt x="12170" y="4508"/>
                  <a:pt x="12117" y="4418"/>
                  <a:pt x="12056" y="4327"/>
                </a:cubicBezTo>
                <a:lnTo>
                  <a:pt x="9213" y="556"/>
                </a:lnTo>
                <a:lnTo>
                  <a:pt x="16997" y="556"/>
                </a:lnTo>
                <a:cubicBezTo>
                  <a:pt x="17243" y="556"/>
                  <a:pt x="17451" y="657"/>
                  <a:pt x="17627" y="861"/>
                </a:cubicBezTo>
                <a:cubicBezTo>
                  <a:pt x="17797" y="1061"/>
                  <a:pt x="17882" y="1321"/>
                  <a:pt x="17882" y="1637"/>
                </a:cubicBezTo>
                <a:lnTo>
                  <a:pt x="17882" y="14046"/>
                </a:lnTo>
                <a:lnTo>
                  <a:pt x="20689" y="1404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1" name="Shape 7361"/>
          <p:cNvSpPr/>
          <p:nvPr/>
        </p:nvSpPr>
        <p:spPr>
          <a:xfrm>
            <a:off x="14616259" y="3158915"/>
            <a:ext cx="466915" cy="457106"/>
          </a:xfrm>
          <a:custGeom>
            <a:avLst/>
            <a:gdLst/>
            <a:ahLst/>
            <a:cxnLst>
              <a:cxn ang="0">
                <a:pos x="wd2" y="hd2"/>
              </a:cxn>
              <a:cxn ang="5400000">
                <a:pos x="wd2" y="hd2"/>
              </a:cxn>
              <a:cxn ang="10800000">
                <a:pos x="wd2" y="hd2"/>
              </a:cxn>
              <a:cxn ang="16200000">
                <a:pos x="wd2" y="hd2"/>
              </a:cxn>
            </a:cxnLst>
            <a:rect l="0" t="0" r="r" b="b"/>
            <a:pathLst>
              <a:path w="21571" h="21600" fill="norm" stroke="1" extrusionOk="0">
                <a:moveTo>
                  <a:pt x="21539" y="21107"/>
                </a:moveTo>
                <a:cubicBezTo>
                  <a:pt x="21586" y="21239"/>
                  <a:pt x="21581" y="21354"/>
                  <a:pt x="21527" y="21454"/>
                </a:cubicBezTo>
                <a:cubicBezTo>
                  <a:pt x="21473" y="21551"/>
                  <a:pt x="21380" y="21600"/>
                  <a:pt x="21258" y="21600"/>
                </a:cubicBezTo>
                <a:lnTo>
                  <a:pt x="12602" y="21600"/>
                </a:lnTo>
                <a:lnTo>
                  <a:pt x="12299" y="14401"/>
                </a:lnTo>
                <a:lnTo>
                  <a:pt x="9282" y="14401"/>
                </a:lnTo>
                <a:lnTo>
                  <a:pt x="8967" y="21600"/>
                </a:lnTo>
                <a:lnTo>
                  <a:pt x="323" y="21600"/>
                </a:lnTo>
                <a:cubicBezTo>
                  <a:pt x="198" y="21600"/>
                  <a:pt x="105" y="21556"/>
                  <a:pt x="49" y="21462"/>
                </a:cubicBezTo>
                <a:cubicBezTo>
                  <a:pt x="-10" y="21365"/>
                  <a:pt x="-14" y="21248"/>
                  <a:pt x="29" y="21107"/>
                </a:cubicBezTo>
                <a:lnTo>
                  <a:pt x="6980" y="493"/>
                </a:lnTo>
                <a:cubicBezTo>
                  <a:pt x="7027" y="361"/>
                  <a:pt x="7110" y="246"/>
                  <a:pt x="7232" y="149"/>
                </a:cubicBezTo>
                <a:cubicBezTo>
                  <a:pt x="7352" y="50"/>
                  <a:pt x="7476" y="0"/>
                  <a:pt x="7598" y="0"/>
                </a:cubicBezTo>
                <a:lnTo>
                  <a:pt x="9880" y="0"/>
                </a:lnTo>
                <a:lnTo>
                  <a:pt x="9787" y="2391"/>
                </a:lnTo>
                <a:lnTo>
                  <a:pt x="11798" y="2391"/>
                </a:lnTo>
                <a:lnTo>
                  <a:pt x="11693" y="0"/>
                </a:lnTo>
                <a:lnTo>
                  <a:pt x="13975" y="0"/>
                </a:lnTo>
                <a:cubicBezTo>
                  <a:pt x="14100" y="0"/>
                  <a:pt x="14224" y="46"/>
                  <a:pt x="14342" y="140"/>
                </a:cubicBezTo>
                <a:cubicBezTo>
                  <a:pt x="14464" y="234"/>
                  <a:pt x="14547" y="349"/>
                  <a:pt x="14596" y="493"/>
                </a:cubicBezTo>
                <a:lnTo>
                  <a:pt x="21539" y="21107"/>
                </a:lnTo>
                <a:close/>
                <a:moveTo>
                  <a:pt x="12121" y="10393"/>
                </a:moveTo>
                <a:lnTo>
                  <a:pt x="11886" y="4582"/>
                </a:lnTo>
                <a:lnTo>
                  <a:pt x="9678" y="4582"/>
                </a:lnTo>
                <a:lnTo>
                  <a:pt x="9443" y="10393"/>
                </a:lnTo>
                <a:lnTo>
                  <a:pt x="12121" y="10393"/>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2" name="Shape 7362"/>
          <p:cNvSpPr/>
          <p:nvPr/>
        </p:nvSpPr>
        <p:spPr>
          <a:xfrm>
            <a:off x="15719868" y="3158915"/>
            <a:ext cx="468779" cy="457106"/>
          </a:xfrm>
          <a:custGeom>
            <a:avLst/>
            <a:gdLst/>
            <a:ahLst/>
            <a:cxnLst>
              <a:cxn ang="0">
                <a:pos x="wd2" y="hd2"/>
              </a:cxn>
              <a:cxn ang="5400000">
                <a:pos x="wd2" y="hd2"/>
              </a:cxn>
              <a:cxn ang="10800000">
                <a:pos x="wd2" y="hd2"/>
              </a:cxn>
              <a:cxn ang="16200000">
                <a:pos x="wd2" y="hd2"/>
              </a:cxn>
            </a:cxnLst>
            <a:rect l="0" t="0" r="r" b="b"/>
            <a:pathLst>
              <a:path w="21569" h="21600" fill="norm" stroke="1" extrusionOk="0">
                <a:moveTo>
                  <a:pt x="1132" y="0"/>
                </a:moveTo>
                <a:cubicBezTo>
                  <a:pt x="3894" y="146"/>
                  <a:pt x="6483" y="774"/>
                  <a:pt x="8906" y="1888"/>
                </a:cubicBezTo>
                <a:cubicBezTo>
                  <a:pt x="11328" y="2999"/>
                  <a:pt x="13449" y="4470"/>
                  <a:pt x="15274" y="6296"/>
                </a:cubicBezTo>
                <a:cubicBezTo>
                  <a:pt x="17102" y="8124"/>
                  <a:pt x="18568" y="10251"/>
                  <a:pt x="19671" y="12679"/>
                </a:cubicBezTo>
                <a:cubicBezTo>
                  <a:pt x="20778" y="15103"/>
                  <a:pt x="21407" y="17700"/>
                  <a:pt x="21562" y="20466"/>
                </a:cubicBezTo>
                <a:cubicBezTo>
                  <a:pt x="21600" y="20751"/>
                  <a:pt x="21493" y="21013"/>
                  <a:pt x="21246" y="21252"/>
                </a:cubicBezTo>
                <a:cubicBezTo>
                  <a:pt x="21036" y="21483"/>
                  <a:pt x="20783" y="21598"/>
                  <a:pt x="20487" y="21598"/>
                </a:cubicBezTo>
                <a:lnTo>
                  <a:pt x="18315" y="21598"/>
                </a:lnTo>
                <a:cubicBezTo>
                  <a:pt x="18033" y="21598"/>
                  <a:pt x="17783" y="21497"/>
                  <a:pt x="17579" y="21298"/>
                </a:cubicBezTo>
                <a:cubicBezTo>
                  <a:pt x="17372" y="21103"/>
                  <a:pt x="17260" y="20861"/>
                  <a:pt x="17243" y="20576"/>
                </a:cubicBezTo>
                <a:cubicBezTo>
                  <a:pt x="17113" y="18391"/>
                  <a:pt x="16608" y="16341"/>
                  <a:pt x="15728" y="14424"/>
                </a:cubicBezTo>
                <a:cubicBezTo>
                  <a:pt x="14849" y="12506"/>
                  <a:pt x="13679" y="10818"/>
                  <a:pt x="12219" y="9356"/>
                </a:cubicBezTo>
                <a:cubicBezTo>
                  <a:pt x="10762" y="7896"/>
                  <a:pt x="9072" y="6725"/>
                  <a:pt x="7155" y="5841"/>
                </a:cubicBezTo>
                <a:cubicBezTo>
                  <a:pt x="5239" y="4963"/>
                  <a:pt x="3192" y="4456"/>
                  <a:pt x="1020" y="4326"/>
                </a:cubicBezTo>
                <a:cubicBezTo>
                  <a:pt x="735" y="4309"/>
                  <a:pt x="494" y="4194"/>
                  <a:pt x="298" y="3990"/>
                </a:cubicBezTo>
                <a:cubicBezTo>
                  <a:pt x="100" y="3782"/>
                  <a:pt x="0" y="3535"/>
                  <a:pt x="0" y="3253"/>
                </a:cubicBezTo>
                <a:lnTo>
                  <a:pt x="0" y="1073"/>
                </a:lnTo>
                <a:cubicBezTo>
                  <a:pt x="0" y="768"/>
                  <a:pt x="114" y="520"/>
                  <a:pt x="344" y="316"/>
                </a:cubicBezTo>
                <a:cubicBezTo>
                  <a:pt x="554" y="106"/>
                  <a:pt x="796" y="0"/>
                  <a:pt x="1074" y="0"/>
                </a:cubicBezTo>
                <a:lnTo>
                  <a:pt x="1132" y="0"/>
                </a:lnTo>
                <a:close/>
                <a:moveTo>
                  <a:pt x="1160" y="7058"/>
                </a:moveTo>
                <a:cubicBezTo>
                  <a:pt x="2931" y="7188"/>
                  <a:pt x="4592" y="7623"/>
                  <a:pt x="6147" y="8368"/>
                </a:cubicBezTo>
                <a:cubicBezTo>
                  <a:pt x="7701" y="9111"/>
                  <a:pt x="9081" y="10090"/>
                  <a:pt x="10288" y="11297"/>
                </a:cubicBezTo>
                <a:cubicBezTo>
                  <a:pt x="11492" y="12506"/>
                  <a:pt x="12466" y="13891"/>
                  <a:pt x="13205" y="15451"/>
                </a:cubicBezTo>
                <a:cubicBezTo>
                  <a:pt x="13944" y="17015"/>
                  <a:pt x="14380" y="18676"/>
                  <a:pt x="14518" y="20443"/>
                </a:cubicBezTo>
                <a:cubicBezTo>
                  <a:pt x="14556" y="20763"/>
                  <a:pt x="14458" y="21034"/>
                  <a:pt x="14228" y="21255"/>
                </a:cubicBezTo>
                <a:cubicBezTo>
                  <a:pt x="14018" y="21485"/>
                  <a:pt x="13757" y="21600"/>
                  <a:pt x="13446" y="21600"/>
                </a:cubicBezTo>
                <a:lnTo>
                  <a:pt x="11271" y="21600"/>
                </a:lnTo>
                <a:cubicBezTo>
                  <a:pt x="11004" y="21600"/>
                  <a:pt x="10768" y="21505"/>
                  <a:pt x="10564" y="21316"/>
                </a:cubicBezTo>
                <a:cubicBezTo>
                  <a:pt x="10357" y="21128"/>
                  <a:pt x="10236" y="20892"/>
                  <a:pt x="10199" y="20604"/>
                </a:cubicBezTo>
                <a:cubicBezTo>
                  <a:pt x="10087" y="19384"/>
                  <a:pt x="9774" y="18238"/>
                  <a:pt x="9256" y="17170"/>
                </a:cubicBezTo>
                <a:cubicBezTo>
                  <a:pt x="8736" y="16099"/>
                  <a:pt x="8069" y="15155"/>
                  <a:pt x="7259" y="14334"/>
                </a:cubicBezTo>
                <a:cubicBezTo>
                  <a:pt x="6440" y="13520"/>
                  <a:pt x="5497" y="12852"/>
                  <a:pt x="4428" y="12331"/>
                </a:cubicBezTo>
                <a:cubicBezTo>
                  <a:pt x="3359" y="11810"/>
                  <a:pt x="2215" y="11496"/>
                  <a:pt x="997" y="11386"/>
                </a:cubicBezTo>
                <a:cubicBezTo>
                  <a:pt x="712" y="11349"/>
                  <a:pt x="477" y="11225"/>
                  <a:pt x="290" y="11015"/>
                </a:cubicBezTo>
                <a:cubicBezTo>
                  <a:pt x="103" y="10804"/>
                  <a:pt x="5" y="10568"/>
                  <a:pt x="5" y="10311"/>
                </a:cubicBezTo>
                <a:lnTo>
                  <a:pt x="5" y="8132"/>
                </a:lnTo>
                <a:cubicBezTo>
                  <a:pt x="5" y="7812"/>
                  <a:pt x="120" y="7551"/>
                  <a:pt x="350" y="7349"/>
                </a:cubicBezTo>
                <a:cubicBezTo>
                  <a:pt x="560" y="7136"/>
                  <a:pt x="801" y="7030"/>
                  <a:pt x="1080" y="7030"/>
                </a:cubicBezTo>
                <a:cubicBezTo>
                  <a:pt x="1097" y="7030"/>
                  <a:pt x="1112" y="7035"/>
                  <a:pt x="1120" y="7044"/>
                </a:cubicBezTo>
                <a:cubicBezTo>
                  <a:pt x="1129" y="7053"/>
                  <a:pt x="1140" y="7058"/>
                  <a:pt x="1160" y="7058"/>
                </a:cubicBezTo>
                <a:moveTo>
                  <a:pt x="3250" y="15103"/>
                </a:moveTo>
                <a:cubicBezTo>
                  <a:pt x="3698" y="15103"/>
                  <a:pt x="4118" y="15189"/>
                  <a:pt x="4503" y="15362"/>
                </a:cubicBezTo>
                <a:cubicBezTo>
                  <a:pt x="4888" y="15529"/>
                  <a:pt x="5230" y="15762"/>
                  <a:pt x="5526" y="16065"/>
                </a:cubicBezTo>
                <a:cubicBezTo>
                  <a:pt x="5825" y="16364"/>
                  <a:pt x="6063" y="16707"/>
                  <a:pt x="6227" y="17086"/>
                </a:cubicBezTo>
                <a:cubicBezTo>
                  <a:pt x="6400" y="17475"/>
                  <a:pt x="6483" y="17893"/>
                  <a:pt x="6483" y="18342"/>
                </a:cubicBezTo>
                <a:cubicBezTo>
                  <a:pt x="6483" y="18794"/>
                  <a:pt x="6400" y="19220"/>
                  <a:pt x="6227" y="19617"/>
                </a:cubicBezTo>
                <a:cubicBezTo>
                  <a:pt x="6060" y="20017"/>
                  <a:pt x="5825" y="20362"/>
                  <a:pt x="5526" y="20653"/>
                </a:cubicBezTo>
                <a:cubicBezTo>
                  <a:pt x="5227" y="20941"/>
                  <a:pt x="4885" y="21169"/>
                  <a:pt x="4503" y="21341"/>
                </a:cubicBezTo>
                <a:cubicBezTo>
                  <a:pt x="4121" y="21514"/>
                  <a:pt x="3701" y="21598"/>
                  <a:pt x="3250" y="21598"/>
                </a:cubicBezTo>
                <a:cubicBezTo>
                  <a:pt x="2799" y="21598"/>
                  <a:pt x="2376" y="21514"/>
                  <a:pt x="1980" y="21341"/>
                </a:cubicBezTo>
                <a:cubicBezTo>
                  <a:pt x="1577" y="21169"/>
                  <a:pt x="1235" y="20941"/>
                  <a:pt x="948" y="20653"/>
                </a:cubicBezTo>
                <a:cubicBezTo>
                  <a:pt x="658" y="20362"/>
                  <a:pt x="428" y="20020"/>
                  <a:pt x="261" y="19623"/>
                </a:cubicBezTo>
                <a:cubicBezTo>
                  <a:pt x="89" y="19231"/>
                  <a:pt x="5" y="18802"/>
                  <a:pt x="5" y="18342"/>
                </a:cubicBezTo>
                <a:cubicBezTo>
                  <a:pt x="5" y="17892"/>
                  <a:pt x="89" y="17475"/>
                  <a:pt x="261" y="17086"/>
                </a:cubicBezTo>
                <a:cubicBezTo>
                  <a:pt x="431" y="16706"/>
                  <a:pt x="660" y="16364"/>
                  <a:pt x="948" y="16065"/>
                </a:cubicBezTo>
                <a:cubicBezTo>
                  <a:pt x="1238" y="15762"/>
                  <a:pt x="1580" y="15529"/>
                  <a:pt x="1980" y="15362"/>
                </a:cubicBezTo>
                <a:cubicBezTo>
                  <a:pt x="2379" y="15192"/>
                  <a:pt x="2801" y="15103"/>
                  <a:pt x="3250" y="1510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3" name="Shape 7363"/>
          <p:cNvSpPr/>
          <p:nvPr/>
        </p:nvSpPr>
        <p:spPr>
          <a:xfrm>
            <a:off x="6070660" y="3147853"/>
            <a:ext cx="468768" cy="5028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51" y="9182"/>
                </a:moveTo>
                <a:cubicBezTo>
                  <a:pt x="21201" y="9182"/>
                  <a:pt x="21330" y="9229"/>
                  <a:pt x="21436" y="9326"/>
                </a:cubicBezTo>
                <a:cubicBezTo>
                  <a:pt x="21545" y="9426"/>
                  <a:pt x="21600" y="9549"/>
                  <a:pt x="21600" y="9699"/>
                </a:cubicBezTo>
                <a:lnTo>
                  <a:pt x="21600" y="11868"/>
                </a:lnTo>
                <a:cubicBezTo>
                  <a:pt x="21600" y="12233"/>
                  <a:pt x="21416" y="12415"/>
                  <a:pt x="21051" y="12415"/>
                </a:cubicBezTo>
                <a:lnTo>
                  <a:pt x="18747" y="12415"/>
                </a:lnTo>
                <a:cubicBezTo>
                  <a:pt x="18576" y="13205"/>
                  <a:pt x="18300" y="13948"/>
                  <a:pt x="17916" y="14647"/>
                </a:cubicBezTo>
                <a:cubicBezTo>
                  <a:pt x="17531" y="15343"/>
                  <a:pt x="17067" y="15966"/>
                  <a:pt x="16518" y="16515"/>
                </a:cubicBezTo>
                <a:cubicBezTo>
                  <a:pt x="15969" y="17062"/>
                  <a:pt x="15347" y="17529"/>
                  <a:pt x="14648" y="17914"/>
                </a:cubicBezTo>
                <a:cubicBezTo>
                  <a:pt x="13949" y="18299"/>
                  <a:pt x="13207" y="18578"/>
                  <a:pt x="12420" y="18742"/>
                </a:cubicBezTo>
                <a:lnTo>
                  <a:pt x="12420" y="21051"/>
                </a:lnTo>
                <a:cubicBezTo>
                  <a:pt x="12420" y="21198"/>
                  <a:pt x="12370" y="21330"/>
                  <a:pt x="12270" y="21436"/>
                </a:cubicBezTo>
                <a:cubicBezTo>
                  <a:pt x="12173" y="21545"/>
                  <a:pt x="12050" y="21600"/>
                  <a:pt x="11897" y="21600"/>
                </a:cubicBezTo>
                <a:lnTo>
                  <a:pt x="9732" y="21600"/>
                </a:lnTo>
                <a:cubicBezTo>
                  <a:pt x="9368" y="21600"/>
                  <a:pt x="9183" y="21418"/>
                  <a:pt x="9183" y="21051"/>
                </a:cubicBezTo>
                <a:lnTo>
                  <a:pt x="9183" y="18742"/>
                </a:lnTo>
                <a:cubicBezTo>
                  <a:pt x="8396" y="18578"/>
                  <a:pt x="7654" y="18299"/>
                  <a:pt x="6955" y="17914"/>
                </a:cubicBezTo>
                <a:cubicBezTo>
                  <a:pt x="6259" y="17529"/>
                  <a:pt x="5634" y="17062"/>
                  <a:pt x="5085" y="16515"/>
                </a:cubicBezTo>
                <a:cubicBezTo>
                  <a:pt x="4536" y="15966"/>
                  <a:pt x="4069" y="15343"/>
                  <a:pt x="3687" y="14647"/>
                </a:cubicBezTo>
                <a:cubicBezTo>
                  <a:pt x="3300" y="13948"/>
                  <a:pt x="3024" y="13205"/>
                  <a:pt x="2856" y="12415"/>
                </a:cubicBezTo>
                <a:lnTo>
                  <a:pt x="551" y="12415"/>
                </a:lnTo>
                <a:cubicBezTo>
                  <a:pt x="187" y="12415"/>
                  <a:pt x="0" y="12232"/>
                  <a:pt x="0" y="11868"/>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7" y="0"/>
                </a:lnTo>
                <a:cubicBezTo>
                  <a:pt x="12050" y="0"/>
                  <a:pt x="12173" y="50"/>
                  <a:pt x="12270" y="158"/>
                </a:cubicBezTo>
                <a:cubicBezTo>
                  <a:pt x="12370" y="267"/>
                  <a:pt x="12420" y="396"/>
                  <a:pt x="12420" y="546"/>
                </a:cubicBezTo>
                <a:lnTo>
                  <a:pt x="12420" y="2852"/>
                </a:lnTo>
                <a:cubicBezTo>
                  <a:pt x="13207" y="3022"/>
                  <a:pt x="13949" y="3298"/>
                  <a:pt x="14648" y="3680"/>
                </a:cubicBezTo>
                <a:cubicBezTo>
                  <a:pt x="15344" y="4065"/>
                  <a:pt x="15969" y="4532"/>
                  <a:pt x="16518" y="5082"/>
                </a:cubicBezTo>
                <a:cubicBezTo>
                  <a:pt x="17067" y="5631"/>
                  <a:pt x="17531" y="6251"/>
                  <a:pt x="17916" y="6953"/>
                </a:cubicBezTo>
                <a:cubicBezTo>
                  <a:pt x="18300" y="7652"/>
                  <a:pt x="18579" y="8392"/>
                  <a:pt x="18747" y="9182"/>
                </a:cubicBezTo>
                <a:lnTo>
                  <a:pt x="21051" y="9182"/>
                </a:lnTo>
                <a:close/>
                <a:moveTo>
                  <a:pt x="12420" y="16466"/>
                </a:moveTo>
                <a:cubicBezTo>
                  <a:pt x="13412" y="16195"/>
                  <a:pt x="14269" y="15699"/>
                  <a:pt x="14992" y="14982"/>
                </a:cubicBezTo>
                <a:cubicBezTo>
                  <a:pt x="15711" y="14265"/>
                  <a:pt x="16204" y="13411"/>
                  <a:pt x="16468" y="12415"/>
                </a:cubicBezTo>
                <a:lnTo>
                  <a:pt x="14049" y="12415"/>
                </a:lnTo>
                <a:cubicBezTo>
                  <a:pt x="13685" y="12415"/>
                  <a:pt x="13506" y="12232"/>
                  <a:pt x="13515" y="11868"/>
                </a:cubicBezTo>
                <a:lnTo>
                  <a:pt x="13515" y="9699"/>
                </a:lnTo>
                <a:cubicBezTo>
                  <a:pt x="13515" y="9549"/>
                  <a:pt x="13568" y="9426"/>
                  <a:pt x="13670" y="9326"/>
                </a:cubicBezTo>
                <a:cubicBezTo>
                  <a:pt x="13773" y="9229"/>
                  <a:pt x="13899" y="9182"/>
                  <a:pt x="14049" y="9182"/>
                </a:cubicBezTo>
                <a:lnTo>
                  <a:pt x="16468" y="9182"/>
                </a:lnTo>
                <a:cubicBezTo>
                  <a:pt x="16195" y="8186"/>
                  <a:pt x="15699" y="7332"/>
                  <a:pt x="14983" y="6609"/>
                </a:cubicBezTo>
                <a:cubicBezTo>
                  <a:pt x="14266" y="5883"/>
                  <a:pt x="13412" y="5390"/>
                  <a:pt x="12420" y="5131"/>
                </a:cubicBezTo>
                <a:lnTo>
                  <a:pt x="12420" y="7549"/>
                </a:lnTo>
                <a:cubicBezTo>
                  <a:pt x="12420" y="7699"/>
                  <a:pt x="12370" y="7828"/>
                  <a:pt x="12270" y="7928"/>
                </a:cubicBezTo>
                <a:cubicBezTo>
                  <a:pt x="12173" y="8031"/>
                  <a:pt x="12050" y="8081"/>
                  <a:pt x="11897"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8"/>
                </a:lnTo>
                <a:cubicBezTo>
                  <a:pt x="8088" y="12018"/>
                  <a:pt x="8038" y="12145"/>
                  <a:pt x="7947" y="12253"/>
                </a:cubicBezTo>
                <a:cubicBezTo>
                  <a:pt x="7853" y="12365"/>
                  <a:pt x="7733" y="12415"/>
                  <a:pt x="7580" y="12415"/>
                </a:cubicBezTo>
                <a:lnTo>
                  <a:pt x="5135" y="12415"/>
                </a:lnTo>
                <a:cubicBezTo>
                  <a:pt x="5408" y="13411"/>
                  <a:pt x="5904" y="14268"/>
                  <a:pt x="6620" y="14991"/>
                </a:cubicBezTo>
                <a:cubicBezTo>
                  <a:pt x="7337" y="15711"/>
                  <a:pt x="8191" y="16204"/>
                  <a:pt x="9183" y="16466"/>
                </a:cubicBezTo>
                <a:lnTo>
                  <a:pt x="9183" y="14019"/>
                </a:lnTo>
                <a:cubicBezTo>
                  <a:pt x="9183" y="13869"/>
                  <a:pt x="9239" y="13745"/>
                  <a:pt x="9348" y="13654"/>
                </a:cubicBezTo>
                <a:cubicBezTo>
                  <a:pt x="9453" y="13560"/>
                  <a:pt x="9583" y="13513"/>
                  <a:pt x="9732" y="13513"/>
                </a:cubicBezTo>
                <a:lnTo>
                  <a:pt x="11897" y="13513"/>
                </a:lnTo>
                <a:cubicBezTo>
                  <a:pt x="12050" y="13513"/>
                  <a:pt x="12173" y="13560"/>
                  <a:pt x="12270" y="13654"/>
                </a:cubicBezTo>
                <a:cubicBezTo>
                  <a:pt x="12370" y="13745"/>
                  <a:pt x="12420" y="13869"/>
                  <a:pt x="12420" y="14019"/>
                </a:cubicBezTo>
                <a:lnTo>
                  <a:pt x="12420" y="1646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4" name="Shape 7364"/>
          <p:cNvSpPr/>
          <p:nvPr/>
        </p:nvSpPr>
        <p:spPr>
          <a:xfrm>
            <a:off x="7273197" y="3146025"/>
            <a:ext cx="468768" cy="5028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58" y="18802"/>
                </a:moveTo>
                <a:cubicBezTo>
                  <a:pt x="21519" y="18966"/>
                  <a:pt x="21600" y="19178"/>
                  <a:pt x="21600" y="19437"/>
                </a:cubicBezTo>
                <a:cubicBezTo>
                  <a:pt x="21600" y="19581"/>
                  <a:pt x="21519" y="19776"/>
                  <a:pt x="21358" y="20019"/>
                </a:cubicBezTo>
                <a:cubicBezTo>
                  <a:pt x="21194" y="20262"/>
                  <a:pt x="20990" y="20505"/>
                  <a:pt x="20747" y="20742"/>
                </a:cubicBezTo>
                <a:cubicBezTo>
                  <a:pt x="20504" y="20979"/>
                  <a:pt x="20261" y="21185"/>
                  <a:pt x="20024" y="21349"/>
                </a:cubicBezTo>
                <a:cubicBezTo>
                  <a:pt x="19784" y="21519"/>
                  <a:pt x="19594" y="21600"/>
                  <a:pt x="19448" y="21600"/>
                </a:cubicBezTo>
                <a:cubicBezTo>
                  <a:pt x="19190" y="21600"/>
                  <a:pt x="18976" y="21516"/>
                  <a:pt x="18812" y="21344"/>
                </a:cubicBezTo>
                <a:lnTo>
                  <a:pt x="13958" y="16503"/>
                </a:lnTo>
                <a:cubicBezTo>
                  <a:pt x="13218" y="16981"/>
                  <a:pt x="12429" y="17351"/>
                  <a:pt x="11590" y="17605"/>
                </a:cubicBezTo>
                <a:cubicBezTo>
                  <a:pt x="10750" y="17865"/>
                  <a:pt x="9891" y="17992"/>
                  <a:pt x="9007" y="17992"/>
                </a:cubicBezTo>
                <a:cubicBezTo>
                  <a:pt x="7769" y="17992"/>
                  <a:pt x="6608" y="17760"/>
                  <a:pt x="5517" y="17291"/>
                </a:cubicBezTo>
                <a:cubicBezTo>
                  <a:pt x="4427" y="16823"/>
                  <a:pt x="3469" y="16176"/>
                  <a:pt x="2644" y="15354"/>
                </a:cubicBezTo>
                <a:cubicBezTo>
                  <a:pt x="1816" y="14535"/>
                  <a:pt x="1172" y="13581"/>
                  <a:pt x="700" y="12488"/>
                </a:cubicBezTo>
                <a:cubicBezTo>
                  <a:pt x="231" y="11401"/>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4" y="237"/>
                  <a:pt x="12489" y="708"/>
                </a:cubicBezTo>
                <a:cubicBezTo>
                  <a:pt x="13574" y="1180"/>
                  <a:pt x="14531" y="1827"/>
                  <a:pt x="15359" y="2645"/>
                </a:cubicBezTo>
                <a:cubicBezTo>
                  <a:pt x="16184" y="3467"/>
                  <a:pt x="16831" y="4422"/>
                  <a:pt x="17300" y="5515"/>
                </a:cubicBezTo>
                <a:cubicBezTo>
                  <a:pt x="17769" y="6602"/>
                  <a:pt x="18004" y="7768"/>
                  <a:pt x="18004" y="8999"/>
                </a:cubicBezTo>
                <a:cubicBezTo>
                  <a:pt x="18004" y="9886"/>
                  <a:pt x="17874" y="10747"/>
                  <a:pt x="17617" y="11590"/>
                </a:cubicBezTo>
                <a:cubicBezTo>
                  <a:pt x="17360" y="12434"/>
                  <a:pt x="16992" y="13219"/>
                  <a:pt x="16515" y="13948"/>
                </a:cubicBezTo>
                <a:lnTo>
                  <a:pt x="21358" y="18802"/>
                </a:lnTo>
                <a:close/>
                <a:moveTo>
                  <a:pt x="3596" y="8999"/>
                </a:moveTo>
                <a:cubicBezTo>
                  <a:pt x="3596" y="9759"/>
                  <a:pt x="3740" y="10465"/>
                  <a:pt x="4028" y="11118"/>
                </a:cubicBezTo>
                <a:cubicBezTo>
                  <a:pt x="4317" y="11771"/>
                  <a:pt x="4707" y="12338"/>
                  <a:pt x="5193" y="12821"/>
                </a:cubicBezTo>
                <a:cubicBezTo>
                  <a:pt x="5679" y="13301"/>
                  <a:pt x="6252" y="13685"/>
                  <a:pt x="6908" y="13970"/>
                </a:cubicBezTo>
                <a:cubicBezTo>
                  <a:pt x="7566" y="14253"/>
                  <a:pt x="8264" y="14394"/>
                  <a:pt x="9004" y="14394"/>
                </a:cubicBezTo>
                <a:cubicBezTo>
                  <a:pt x="9744" y="14394"/>
                  <a:pt x="10439" y="14253"/>
                  <a:pt x="11093" y="13970"/>
                </a:cubicBezTo>
                <a:cubicBezTo>
                  <a:pt x="11746" y="13685"/>
                  <a:pt x="12319" y="13301"/>
                  <a:pt x="12802" y="12821"/>
                </a:cubicBezTo>
                <a:cubicBezTo>
                  <a:pt x="13291" y="12338"/>
                  <a:pt x="13678" y="11771"/>
                  <a:pt x="13966" y="11118"/>
                </a:cubicBezTo>
                <a:cubicBezTo>
                  <a:pt x="14255" y="10465"/>
                  <a:pt x="14399" y="9759"/>
                  <a:pt x="14399" y="8999"/>
                </a:cubicBezTo>
                <a:cubicBezTo>
                  <a:pt x="14399" y="8259"/>
                  <a:pt x="14255" y="7565"/>
                  <a:pt x="13966" y="6912"/>
                </a:cubicBezTo>
                <a:cubicBezTo>
                  <a:pt x="13675" y="6257"/>
                  <a:pt x="13291" y="5684"/>
                  <a:pt x="12802" y="5192"/>
                </a:cubicBezTo>
                <a:cubicBezTo>
                  <a:pt x="12316" y="4704"/>
                  <a:pt x="11746" y="4317"/>
                  <a:pt x="11093"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5" name="Shape 7365"/>
          <p:cNvSpPr/>
          <p:nvPr/>
        </p:nvSpPr>
        <p:spPr>
          <a:xfrm>
            <a:off x="8523082" y="3156974"/>
            <a:ext cx="466907" cy="502862"/>
          </a:xfrm>
          <a:custGeom>
            <a:avLst/>
            <a:gdLst/>
            <a:ahLst/>
            <a:cxnLst>
              <a:cxn ang="0">
                <a:pos x="wd2" y="hd2"/>
              </a:cxn>
              <a:cxn ang="5400000">
                <a:pos x="wd2" y="hd2"/>
              </a:cxn>
              <a:cxn ang="10800000">
                <a:pos x="wd2" y="hd2"/>
              </a:cxn>
              <a:cxn ang="16200000">
                <a:pos x="wd2" y="hd2"/>
              </a:cxn>
            </a:cxnLst>
            <a:rect l="0" t="0" r="r" b="b"/>
            <a:pathLst>
              <a:path w="21592" h="21525" fill="norm" stroke="1" extrusionOk="0">
                <a:moveTo>
                  <a:pt x="17535" y="15669"/>
                </a:moveTo>
                <a:cubicBezTo>
                  <a:pt x="17660" y="15576"/>
                  <a:pt x="17785" y="15476"/>
                  <a:pt x="17905" y="15368"/>
                </a:cubicBezTo>
                <a:cubicBezTo>
                  <a:pt x="18025" y="15259"/>
                  <a:pt x="18152" y="15130"/>
                  <a:pt x="18284" y="14981"/>
                </a:cubicBezTo>
                <a:lnTo>
                  <a:pt x="19794" y="13201"/>
                </a:lnTo>
                <a:lnTo>
                  <a:pt x="19794" y="17224"/>
                </a:lnTo>
                <a:cubicBezTo>
                  <a:pt x="19794" y="17812"/>
                  <a:pt x="19696" y="18368"/>
                  <a:pt x="19503" y="18884"/>
                </a:cubicBezTo>
                <a:cubicBezTo>
                  <a:pt x="19307" y="19402"/>
                  <a:pt x="19045" y="19859"/>
                  <a:pt x="18718" y="20251"/>
                </a:cubicBezTo>
                <a:cubicBezTo>
                  <a:pt x="18390" y="20643"/>
                  <a:pt x="18010" y="20954"/>
                  <a:pt x="17582" y="21182"/>
                </a:cubicBezTo>
                <a:cubicBezTo>
                  <a:pt x="17151" y="21410"/>
                  <a:pt x="16689" y="21525"/>
                  <a:pt x="16187" y="21525"/>
                </a:cubicBezTo>
                <a:lnTo>
                  <a:pt x="3592" y="21525"/>
                </a:lnTo>
                <a:cubicBezTo>
                  <a:pt x="3103" y="21525"/>
                  <a:pt x="2633" y="21410"/>
                  <a:pt x="2195" y="21182"/>
                </a:cubicBezTo>
                <a:cubicBezTo>
                  <a:pt x="1752" y="20954"/>
                  <a:pt x="1372" y="20640"/>
                  <a:pt x="1052" y="20251"/>
                </a:cubicBezTo>
                <a:cubicBezTo>
                  <a:pt x="731" y="19862"/>
                  <a:pt x="477" y="19402"/>
                  <a:pt x="286" y="18884"/>
                </a:cubicBezTo>
                <a:cubicBezTo>
                  <a:pt x="95" y="18366"/>
                  <a:pt x="0" y="17812"/>
                  <a:pt x="0" y="17224"/>
                </a:cubicBezTo>
                <a:lnTo>
                  <a:pt x="0" y="4301"/>
                </a:lnTo>
                <a:cubicBezTo>
                  <a:pt x="0" y="3713"/>
                  <a:pt x="95" y="3153"/>
                  <a:pt x="286" y="2629"/>
                </a:cubicBezTo>
                <a:cubicBezTo>
                  <a:pt x="477" y="2099"/>
                  <a:pt x="734" y="1646"/>
                  <a:pt x="1052" y="1262"/>
                </a:cubicBezTo>
                <a:cubicBezTo>
                  <a:pt x="1370" y="879"/>
                  <a:pt x="1752" y="574"/>
                  <a:pt x="2195" y="346"/>
                </a:cubicBezTo>
                <a:cubicBezTo>
                  <a:pt x="2635" y="120"/>
                  <a:pt x="3103" y="0"/>
                  <a:pt x="3592" y="0"/>
                </a:cubicBezTo>
                <a:lnTo>
                  <a:pt x="13390" y="0"/>
                </a:lnTo>
                <a:cubicBezTo>
                  <a:pt x="13341" y="293"/>
                  <a:pt x="13319" y="586"/>
                  <a:pt x="13319" y="885"/>
                </a:cubicBezTo>
                <a:lnTo>
                  <a:pt x="13319" y="1614"/>
                </a:lnTo>
                <a:cubicBezTo>
                  <a:pt x="12039" y="1801"/>
                  <a:pt x="10827" y="2164"/>
                  <a:pt x="9688" y="2709"/>
                </a:cubicBezTo>
                <a:lnTo>
                  <a:pt x="3595" y="2709"/>
                </a:lnTo>
                <a:cubicBezTo>
                  <a:pt x="3230" y="2709"/>
                  <a:pt x="2914" y="2864"/>
                  <a:pt x="2652" y="3177"/>
                </a:cubicBezTo>
                <a:cubicBezTo>
                  <a:pt x="2391" y="3487"/>
                  <a:pt x="2261" y="3865"/>
                  <a:pt x="2261" y="4304"/>
                </a:cubicBezTo>
                <a:lnTo>
                  <a:pt x="2261" y="17227"/>
                </a:lnTo>
                <a:cubicBezTo>
                  <a:pt x="2261" y="17666"/>
                  <a:pt x="2391" y="18041"/>
                  <a:pt x="2652" y="18357"/>
                </a:cubicBezTo>
                <a:cubicBezTo>
                  <a:pt x="2912" y="18664"/>
                  <a:pt x="3228" y="18825"/>
                  <a:pt x="3595" y="18825"/>
                </a:cubicBezTo>
                <a:lnTo>
                  <a:pt x="16189" y="18825"/>
                </a:lnTo>
                <a:cubicBezTo>
                  <a:pt x="16557" y="18825"/>
                  <a:pt x="16872" y="18664"/>
                  <a:pt x="17141" y="18357"/>
                </a:cubicBezTo>
                <a:cubicBezTo>
                  <a:pt x="17406" y="18044"/>
                  <a:pt x="17538" y="17669"/>
                  <a:pt x="17538" y="17227"/>
                </a:cubicBezTo>
                <a:lnTo>
                  <a:pt x="17538" y="15669"/>
                </a:lnTo>
                <a:close/>
                <a:moveTo>
                  <a:pt x="21287" y="5914"/>
                </a:moveTo>
                <a:cubicBezTo>
                  <a:pt x="21498" y="6148"/>
                  <a:pt x="21600" y="6453"/>
                  <a:pt x="21591" y="6828"/>
                </a:cubicBezTo>
                <a:cubicBezTo>
                  <a:pt x="21591" y="7191"/>
                  <a:pt x="21490" y="7492"/>
                  <a:pt x="21287" y="7724"/>
                </a:cubicBezTo>
                <a:lnTo>
                  <a:pt x="16694" y="13204"/>
                </a:lnTo>
                <a:cubicBezTo>
                  <a:pt x="16373" y="13588"/>
                  <a:pt x="16104" y="13722"/>
                  <a:pt x="15879" y="13605"/>
                </a:cubicBezTo>
                <a:cubicBezTo>
                  <a:pt x="15656" y="13488"/>
                  <a:pt x="15546" y="13163"/>
                  <a:pt x="15546" y="12631"/>
                </a:cubicBezTo>
                <a:lnTo>
                  <a:pt x="15546" y="8988"/>
                </a:lnTo>
                <a:cubicBezTo>
                  <a:pt x="13928" y="8988"/>
                  <a:pt x="12506" y="9187"/>
                  <a:pt x="11275" y="9589"/>
                </a:cubicBezTo>
                <a:cubicBezTo>
                  <a:pt x="10043" y="9993"/>
                  <a:pt x="9006" y="10534"/>
                  <a:pt x="8159" y="11228"/>
                </a:cubicBezTo>
                <a:cubicBezTo>
                  <a:pt x="7310" y="11910"/>
                  <a:pt x="6649" y="12724"/>
                  <a:pt x="6169" y="13664"/>
                </a:cubicBezTo>
                <a:cubicBezTo>
                  <a:pt x="5689" y="14601"/>
                  <a:pt x="5386" y="15608"/>
                  <a:pt x="5261" y="16682"/>
                </a:cubicBezTo>
                <a:cubicBezTo>
                  <a:pt x="5227" y="16934"/>
                  <a:pt x="5109" y="17060"/>
                  <a:pt x="4899" y="17060"/>
                </a:cubicBezTo>
                <a:cubicBezTo>
                  <a:pt x="4703" y="17060"/>
                  <a:pt x="4591" y="16934"/>
                  <a:pt x="4559" y="16682"/>
                </a:cubicBezTo>
                <a:cubicBezTo>
                  <a:pt x="4527" y="16471"/>
                  <a:pt x="4510" y="16267"/>
                  <a:pt x="4510" y="16088"/>
                </a:cubicBezTo>
                <a:lnTo>
                  <a:pt x="4510" y="15561"/>
                </a:lnTo>
                <a:cubicBezTo>
                  <a:pt x="4510" y="14009"/>
                  <a:pt x="4730" y="12551"/>
                  <a:pt x="5173" y="11181"/>
                </a:cubicBezTo>
                <a:cubicBezTo>
                  <a:pt x="5616" y="9811"/>
                  <a:pt x="6289" y="8617"/>
                  <a:pt x="7199" y="7592"/>
                </a:cubicBezTo>
                <a:cubicBezTo>
                  <a:pt x="8110" y="6567"/>
                  <a:pt x="9255" y="5762"/>
                  <a:pt x="10638" y="5168"/>
                </a:cubicBezTo>
                <a:cubicBezTo>
                  <a:pt x="12019" y="4574"/>
                  <a:pt x="13657" y="4266"/>
                  <a:pt x="15548" y="4252"/>
                </a:cubicBezTo>
                <a:lnTo>
                  <a:pt x="15548" y="1013"/>
                </a:lnTo>
                <a:cubicBezTo>
                  <a:pt x="15548" y="481"/>
                  <a:pt x="15658" y="159"/>
                  <a:pt x="15881" y="42"/>
                </a:cubicBezTo>
                <a:cubicBezTo>
                  <a:pt x="16106" y="-75"/>
                  <a:pt x="16375" y="59"/>
                  <a:pt x="16696" y="440"/>
                </a:cubicBezTo>
                <a:lnTo>
                  <a:pt x="21287" y="5914"/>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6" name="Shape 7366"/>
          <p:cNvSpPr/>
          <p:nvPr/>
        </p:nvSpPr>
        <p:spPr>
          <a:xfrm>
            <a:off x="9738993" y="3156981"/>
            <a:ext cx="528098" cy="502856"/>
          </a:xfrm>
          <a:custGeom>
            <a:avLst/>
            <a:gdLst/>
            <a:ahLst/>
            <a:cxnLst>
              <a:cxn ang="0">
                <a:pos x="wd2" y="hd2"/>
              </a:cxn>
              <a:cxn ang="5400000">
                <a:pos x="wd2" y="hd2"/>
              </a:cxn>
              <a:cxn ang="10800000">
                <a:pos x="wd2" y="hd2"/>
              </a:cxn>
              <a:cxn ang="16200000">
                <a:pos x="wd2" y="hd2"/>
              </a:cxn>
            </a:cxnLst>
            <a:rect l="0" t="0" r="r" b="b"/>
            <a:pathLst>
              <a:path w="21600" h="21509" fill="norm" stroke="1" extrusionOk="0">
                <a:moveTo>
                  <a:pt x="21192" y="7448"/>
                </a:moveTo>
                <a:cubicBezTo>
                  <a:pt x="21463" y="7755"/>
                  <a:pt x="21600" y="8138"/>
                  <a:pt x="21600" y="8597"/>
                </a:cubicBezTo>
                <a:cubicBezTo>
                  <a:pt x="21600" y="9036"/>
                  <a:pt x="21463" y="9419"/>
                  <a:pt x="21192" y="9747"/>
                </a:cubicBezTo>
                <a:lnTo>
                  <a:pt x="15436" y="16663"/>
                </a:lnTo>
                <a:cubicBezTo>
                  <a:pt x="15037" y="17136"/>
                  <a:pt x="14692" y="17303"/>
                  <a:pt x="14403" y="17160"/>
                </a:cubicBezTo>
                <a:cubicBezTo>
                  <a:pt x="14114" y="17017"/>
                  <a:pt x="13970" y="16610"/>
                  <a:pt x="13970" y="15949"/>
                </a:cubicBezTo>
                <a:lnTo>
                  <a:pt x="13970" y="11329"/>
                </a:lnTo>
                <a:cubicBezTo>
                  <a:pt x="11923" y="11346"/>
                  <a:pt x="10123" y="11609"/>
                  <a:pt x="8566" y="12118"/>
                </a:cubicBezTo>
                <a:cubicBezTo>
                  <a:pt x="7011" y="12633"/>
                  <a:pt x="5699" y="13317"/>
                  <a:pt x="4629" y="14186"/>
                </a:cubicBezTo>
                <a:cubicBezTo>
                  <a:pt x="3559" y="15054"/>
                  <a:pt x="2719" y="16075"/>
                  <a:pt x="2110" y="17253"/>
                </a:cubicBezTo>
                <a:cubicBezTo>
                  <a:pt x="1500" y="18423"/>
                  <a:pt x="1118" y="19692"/>
                  <a:pt x="962" y="21046"/>
                </a:cubicBezTo>
                <a:cubicBezTo>
                  <a:pt x="930" y="21353"/>
                  <a:pt x="785" y="21509"/>
                  <a:pt x="526" y="21509"/>
                </a:cubicBezTo>
                <a:lnTo>
                  <a:pt x="501" y="21509"/>
                </a:lnTo>
                <a:cubicBezTo>
                  <a:pt x="247" y="21509"/>
                  <a:pt x="100" y="21354"/>
                  <a:pt x="68" y="21046"/>
                </a:cubicBezTo>
                <a:cubicBezTo>
                  <a:pt x="22" y="20567"/>
                  <a:pt x="0" y="20093"/>
                  <a:pt x="0" y="19619"/>
                </a:cubicBezTo>
                <a:cubicBezTo>
                  <a:pt x="0" y="17666"/>
                  <a:pt x="276" y="15832"/>
                  <a:pt x="839" y="14107"/>
                </a:cubicBezTo>
                <a:cubicBezTo>
                  <a:pt x="1397" y="12387"/>
                  <a:pt x="2247" y="10878"/>
                  <a:pt x="3393" y="9594"/>
                </a:cubicBezTo>
                <a:cubicBezTo>
                  <a:pt x="4538" y="8305"/>
                  <a:pt x="5988" y="7281"/>
                  <a:pt x="7741" y="6526"/>
                </a:cubicBezTo>
                <a:cubicBezTo>
                  <a:pt x="9493" y="5772"/>
                  <a:pt x="11570" y="5383"/>
                  <a:pt x="13970" y="5368"/>
                </a:cubicBezTo>
                <a:lnTo>
                  <a:pt x="13970" y="1263"/>
                </a:lnTo>
                <a:cubicBezTo>
                  <a:pt x="13970" y="593"/>
                  <a:pt x="14112" y="189"/>
                  <a:pt x="14393" y="46"/>
                </a:cubicBezTo>
                <a:cubicBezTo>
                  <a:pt x="14672" y="-91"/>
                  <a:pt x="15022" y="81"/>
                  <a:pt x="15436" y="549"/>
                </a:cubicBezTo>
                <a:lnTo>
                  <a:pt x="21192" y="744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7" name="Shape 7367"/>
          <p:cNvSpPr/>
          <p:nvPr/>
        </p:nvSpPr>
        <p:spPr>
          <a:xfrm>
            <a:off x="10987702" y="3156997"/>
            <a:ext cx="585174" cy="502816"/>
          </a:xfrm>
          <a:custGeom>
            <a:avLst/>
            <a:gdLst/>
            <a:ahLst/>
            <a:cxnLst>
              <a:cxn ang="0">
                <a:pos x="wd2" y="hd2"/>
              </a:cxn>
              <a:cxn ang="5400000">
                <a:pos x="wd2" y="hd2"/>
              </a:cxn>
              <a:cxn ang="10800000">
                <a:pos x="wd2" y="hd2"/>
              </a:cxn>
              <a:cxn ang="16200000">
                <a:pos x="wd2" y="hd2"/>
              </a:cxn>
            </a:cxnLst>
            <a:rect l="0" t="0" r="r" b="b"/>
            <a:pathLst>
              <a:path w="21563" h="21600" fill="norm" stroke="1" extrusionOk="0">
                <a:moveTo>
                  <a:pt x="20680" y="3130"/>
                </a:moveTo>
                <a:cubicBezTo>
                  <a:pt x="20952" y="3130"/>
                  <a:pt x="21179" y="3257"/>
                  <a:pt x="21357" y="3515"/>
                </a:cubicBezTo>
                <a:cubicBezTo>
                  <a:pt x="21536" y="3767"/>
                  <a:pt x="21600" y="4044"/>
                  <a:pt x="21543" y="4340"/>
                </a:cubicBezTo>
                <a:lnTo>
                  <a:pt x="20279" y="12472"/>
                </a:lnTo>
                <a:cubicBezTo>
                  <a:pt x="20230" y="12707"/>
                  <a:pt x="20128" y="12900"/>
                  <a:pt x="19969" y="13062"/>
                </a:cubicBezTo>
                <a:cubicBezTo>
                  <a:pt x="19810" y="13223"/>
                  <a:pt x="19614" y="13297"/>
                  <a:pt x="19389" y="13297"/>
                </a:cubicBezTo>
                <a:lnTo>
                  <a:pt x="6706" y="13297"/>
                </a:lnTo>
                <a:lnTo>
                  <a:pt x="7114" y="15661"/>
                </a:lnTo>
                <a:cubicBezTo>
                  <a:pt x="7146" y="15811"/>
                  <a:pt x="7214" y="15937"/>
                  <a:pt x="7319" y="16034"/>
                </a:cubicBezTo>
                <a:cubicBezTo>
                  <a:pt x="7424" y="16131"/>
                  <a:pt x="7539" y="16184"/>
                  <a:pt x="7666" y="16184"/>
                </a:cubicBezTo>
                <a:lnTo>
                  <a:pt x="17685" y="16184"/>
                </a:lnTo>
                <a:cubicBezTo>
                  <a:pt x="17810" y="16184"/>
                  <a:pt x="17918" y="16237"/>
                  <a:pt x="18008" y="16346"/>
                </a:cubicBezTo>
                <a:cubicBezTo>
                  <a:pt x="18096" y="16454"/>
                  <a:pt x="18143" y="16581"/>
                  <a:pt x="18143" y="16736"/>
                </a:cubicBezTo>
                <a:lnTo>
                  <a:pt x="18143" y="17832"/>
                </a:lnTo>
                <a:cubicBezTo>
                  <a:pt x="18143" y="17982"/>
                  <a:pt x="18099" y="18108"/>
                  <a:pt x="18013" y="18205"/>
                </a:cubicBezTo>
                <a:cubicBezTo>
                  <a:pt x="17927" y="18302"/>
                  <a:pt x="17817" y="18349"/>
                  <a:pt x="17685" y="18349"/>
                </a:cubicBezTo>
                <a:lnTo>
                  <a:pt x="6928" y="18349"/>
                </a:lnTo>
                <a:cubicBezTo>
                  <a:pt x="6801" y="18349"/>
                  <a:pt x="6662" y="18337"/>
                  <a:pt x="6500" y="18302"/>
                </a:cubicBezTo>
                <a:cubicBezTo>
                  <a:pt x="6339" y="18267"/>
                  <a:pt x="6202" y="18223"/>
                  <a:pt x="6085" y="18170"/>
                </a:cubicBezTo>
                <a:cubicBezTo>
                  <a:pt x="6036" y="18146"/>
                  <a:pt x="5982" y="18091"/>
                  <a:pt x="5921" y="17988"/>
                </a:cubicBezTo>
                <a:cubicBezTo>
                  <a:pt x="5860" y="17885"/>
                  <a:pt x="5799" y="17770"/>
                  <a:pt x="5740" y="17644"/>
                </a:cubicBezTo>
                <a:cubicBezTo>
                  <a:pt x="5684" y="17518"/>
                  <a:pt x="5632" y="17392"/>
                  <a:pt x="5593" y="17259"/>
                </a:cubicBezTo>
                <a:cubicBezTo>
                  <a:pt x="5552" y="17133"/>
                  <a:pt x="5527" y="17036"/>
                  <a:pt x="5513" y="16960"/>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close/>
                <a:moveTo>
                  <a:pt x="6811" y="19982"/>
                </a:moveTo>
                <a:cubicBezTo>
                  <a:pt x="6811" y="19541"/>
                  <a:pt x="6940" y="19157"/>
                  <a:pt x="7202" y="18834"/>
                </a:cubicBezTo>
                <a:cubicBezTo>
                  <a:pt x="7461" y="18513"/>
                  <a:pt x="7776" y="18346"/>
                  <a:pt x="8146" y="18346"/>
                </a:cubicBezTo>
                <a:cubicBezTo>
                  <a:pt x="8527" y="18346"/>
                  <a:pt x="8850" y="18513"/>
                  <a:pt x="9114" y="18834"/>
                </a:cubicBezTo>
                <a:cubicBezTo>
                  <a:pt x="9380" y="19154"/>
                  <a:pt x="9512" y="19539"/>
                  <a:pt x="9512" y="19982"/>
                </a:cubicBezTo>
                <a:cubicBezTo>
                  <a:pt x="9512" y="20426"/>
                  <a:pt x="9380" y="20801"/>
                  <a:pt x="9114" y="21119"/>
                </a:cubicBezTo>
                <a:cubicBezTo>
                  <a:pt x="8850" y="21439"/>
                  <a:pt x="8527" y="21600"/>
                  <a:pt x="8146" y="21600"/>
                </a:cubicBezTo>
                <a:cubicBezTo>
                  <a:pt x="7779" y="21600"/>
                  <a:pt x="7464" y="21439"/>
                  <a:pt x="7202" y="21119"/>
                </a:cubicBezTo>
                <a:cubicBezTo>
                  <a:pt x="6940" y="20801"/>
                  <a:pt x="6811" y="20422"/>
                  <a:pt x="6811" y="19982"/>
                </a:cubicBezTo>
                <a:moveTo>
                  <a:pt x="14431" y="19982"/>
                </a:moveTo>
                <a:cubicBezTo>
                  <a:pt x="14431" y="19541"/>
                  <a:pt x="14563" y="19157"/>
                  <a:pt x="14822" y="18834"/>
                </a:cubicBezTo>
                <a:cubicBezTo>
                  <a:pt x="15084" y="18513"/>
                  <a:pt x="15399" y="18346"/>
                  <a:pt x="15778" y="18346"/>
                </a:cubicBezTo>
                <a:cubicBezTo>
                  <a:pt x="16143" y="18346"/>
                  <a:pt x="16458" y="18513"/>
                  <a:pt x="16720" y="18834"/>
                </a:cubicBezTo>
                <a:cubicBezTo>
                  <a:pt x="16981" y="19154"/>
                  <a:pt x="17113" y="19539"/>
                  <a:pt x="17113" y="19982"/>
                </a:cubicBezTo>
                <a:cubicBezTo>
                  <a:pt x="17113" y="20426"/>
                  <a:pt x="16981" y="20801"/>
                  <a:pt x="16720" y="21119"/>
                </a:cubicBezTo>
                <a:cubicBezTo>
                  <a:pt x="16460" y="21439"/>
                  <a:pt x="16145" y="21600"/>
                  <a:pt x="15778" y="21600"/>
                </a:cubicBezTo>
                <a:cubicBezTo>
                  <a:pt x="15412" y="21600"/>
                  <a:pt x="15094" y="21439"/>
                  <a:pt x="14830" y="21119"/>
                </a:cubicBezTo>
                <a:cubicBezTo>
                  <a:pt x="14563" y="20801"/>
                  <a:pt x="14431" y="20422"/>
                  <a:pt x="14431" y="1998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8" name="Shape 7368"/>
          <p:cNvSpPr/>
          <p:nvPr/>
        </p:nvSpPr>
        <p:spPr>
          <a:xfrm>
            <a:off x="15719868" y="4136173"/>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29" y="11544"/>
                </a:moveTo>
                <a:cubicBezTo>
                  <a:pt x="21493" y="11931"/>
                  <a:pt x="21572" y="12338"/>
                  <a:pt x="21572" y="12759"/>
                </a:cubicBezTo>
                <a:cubicBezTo>
                  <a:pt x="21572" y="13465"/>
                  <a:pt x="21389" y="14106"/>
                  <a:pt x="21018" y="14679"/>
                </a:cubicBezTo>
                <a:cubicBezTo>
                  <a:pt x="21112" y="15216"/>
                  <a:pt x="21078" y="15746"/>
                  <a:pt x="20925" y="16286"/>
                </a:cubicBezTo>
                <a:cubicBezTo>
                  <a:pt x="20770" y="16820"/>
                  <a:pt x="20513" y="17288"/>
                  <a:pt x="20142" y="17698"/>
                </a:cubicBezTo>
                <a:cubicBezTo>
                  <a:pt x="20106" y="18452"/>
                  <a:pt x="19902" y="19082"/>
                  <a:pt x="19532" y="19581"/>
                </a:cubicBezTo>
                <a:cubicBezTo>
                  <a:pt x="19162" y="20081"/>
                  <a:pt x="18701" y="20482"/>
                  <a:pt x="18147" y="20784"/>
                </a:cubicBezTo>
                <a:cubicBezTo>
                  <a:pt x="17594" y="21089"/>
                  <a:pt x="16983" y="21298"/>
                  <a:pt x="16322" y="21420"/>
                </a:cubicBezTo>
                <a:cubicBezTo>
                  <a:pt x="15661" y="21541"/>
                  <a:pt x="15011" y="21600"/>
                  <a:pt x="14381" y="21600"/>
                </a:cubicBezTo>
                <a:cubicBezTo>
                  <a:pt x="13731" y="21600"/>
                  <a:pt x="13078" y="21555"/>
                  <a:pt x="12425" y="21462"/>
                </a:cubicBezTo>
                <a:cubicBezTo>
                  <a:pt x="11773" y="21363"/>
                  <a:pt x="11128" y="21236"/>
                  <a:pt x="10497" y="21075"/>
                </a:cubicBezTo>
                <a:cubicBezTo>
                  <a:pt x="9864" y="20895"/>
                  <a:pt x="9237" y="20703"/>
                  <a:pt x="8610" y="20494"/>
                </a:cubicBezTo>
                <a:cubicBezTo>
                  <a:pt x="7982" y="20287"/>
                  <a:pt x="7341" y="20183"/>
                  <a:pt x="6680" y="20183"/>
                </a:cubicBezTo>
                <a:lnTo>
                  <a:pt x="1607" y="20183"/>
                </a:lnTo>
                <a:cubicBezTo>
                  <a:pt x="1167" y="20183"/>
                  <a:pt x="785" y="20030"/>
                  <a:pt x="471" y="19714"/>
                </a:cubicBezTo>
                <a:cubicBezTo>
                  <a:pt x="158" y="19406"/>
                  <a:pt x="0" y="19025"/>
                  <a:pt x="0" y="18573"/>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6" y="1592"/>
                </a:cubicBezTo>
                <a:cubicBezTo>
                  <a:pt x="10908" y="1287"/>
                  <a:pt x="11015" y="1016"/>
                  <a:pt x="11162" y="776"/>
                </a:cubicBezTo>
                <a:cubicBezTo>
                  <a:pt x="11312" y="536"/>
                  <a:pt x="11524" y="350"/>
                  <a:pt x="11801" y="208"/>
                </a:cubicBezTo>
                <a:cubicBezTo>
                  <a:pt x="12075" y="67"/>
                  <a:pt x="12442" y="0"/>
                  <a:pt x="12903" y="0"/>
                </a:cubicBezTo>
                <a:cubicBezTo>
                  <a:pt x="13451" y="0"/>
                  <a:pt x="13957" y="112"/>
                  <a:pt x="14412" y="344"/>
                </a:cubicBezTo>
                <a:cubicBezTo>
                  <a:pt x="14870" y="573"/>
                  <a:pt x="15251" y="881"/>
                  <a:pt x="15568" y="1270"/>
                </a:cubicBezTo>
                <a:cubicBezTo>
                  <a:pt x="15881" y="1657"/>
                  <a:pt x="16127" y="2101"/>
                  <a:pt x="16305" y="2600"/>
                </a:cubicBezTo>
                <a:cubicBezTo>
                  <a:pt x="16480" y="3103"/>
                  <a:pt x="16571" y="3609"/>
                  <a:pt x="16571" y="4123"/>
                </a:cubicBezTo>
                <a:cubicBezTo>
                  <a:pt x="16571" y="4653"/>
                  <a:pt x="16492" y="5162"/>
                  <a:pt x="16333" y="5645"/>
                </a:cubicBezTo>
                <a:cubicBezTo>
                  <a:pt x="16175" y="6125"/>
                  <a:pt x="15983" y="6610"/>
                  <a:pt x="15760" y="7096"/>
                </a:cubicBezTo>
                <a:cubicBezTo>
                  <a:pt x="16073" y="7079"/>
                  <a:pt x="16390" y="7057"/>
                  <a:pt x="16706" y="7034"/>
                </a:cubicBezTo>
                <a:cubicBezTo>
                  <a:pt x="17020" y="7011"/>
                  <a:pt x="17336" y="7000"/>
                  <a:pt x="17653" y="7000"/>
                </a:cubicBezTo>
                <a:cubicBezTo>
                  <a:pt x="18150" y="7000"/>
                  <a:pt x="18631" y="7048"/>
                  <a:pt x="19100" y="7144"/>
                </a:cubicBezTo>
                <a:cubicBezTo>
                  <a:pt x="19569" y="7237"/>
                  <a:pt x="19987" y="7395"/>
                  <a:pt x="20357" y="7616"/>
                </a:cubicBezTo>
                <a:cubicBezTo>
                  <a:pt x="20727" y="7839"/>
                  <a:pt x="21027" y="8144"/>
                  <a:pt x="21256" y="8528"/>
                </a:cubicBezTo>
                <a:cubicBezTo>
                  <a:pt x="21487" y="8918"/>
                  <a:pt x="21600" y="9409"/>
                  <a:pt x="21600" y="10002"/>
                </a:cubicBezTo>
                <a:cubicBezTo>
                  <a:pt x="21600" y="10265"/>
                  <a:pt x="21581" y="10519"/>
                  <a:pt x="21536" y="10773"/>
                </a:cubicBezTo>
                <a:cubicBezTo>
                  <a:pt x="21485" y="11031"/>
                  <a:pt x="21420" y="11285"/>
                  <a:pt x="21329" y="11544"/>
                </a:cubicBezTo>
                <a:moveTo>
                  <a:pt x="4258" y="18520"/>
                </a:moveTo>
                <a:cubicBezTo>
                  <a:pt x="4555" y="18520"/>
                  <a:pt x="4809" y="18418"/>
                  <a:pt x="5024" y="18215"/>
                </a:cubicBezTo>
                <a:cubicBezTo>
                  <a:pt x="5233" y="18014"/>
                  <a:pt x="5340" y="17760"/>
                  <a:pt x="5340" y="17455"/>
                </a:cubicBezTo>
                <a:cubicBezTo>
                  <a:pt x="5340" y="17156"/>
                  <a:pt x="5233" y="16901"/>
                  <a:pt x="5024" y="16687"/>
                </a:cubicBezTo>
                <a:cubicBezTo>
                  <a:pt x="4812" y="16478"/>
                  <a:pt x="4557" y="16373"/>
                  <a:pt x="4258" y="16373"/>
                </a:cubicBezTo>
                <a:cubicBezTo>
                  <a:pt x="3941" y="16373"/>
                  <a:pt x="3684" y="16478"/>
                  <a:pt x="3486" y="16687"/>
                </a:cubicBezTo>
                <a:cubicBezTo>
                  <a:pt x="3289" y="16901"/>
                  <a:pt x="3190" y="17156"/>
                  <a:pt x="3190" y="17455"/>
                </a:cubicBezTo>
                <a:cubicBezTo>
                  <a:pt x="3190" y="17768"/>
                  <a:pt x="3289" y="18025"/>
                  <a:pt x="3486" y="18223"/>
                </a:cubicBezTo>
                <a:cubicBezTo>
                  <a:pt x="3681" y="18421"/>
                  <a:pt x="3939" y="18520"/>
                  <a:pt x="4258" y="18520"/>
                </a:cubicBezTo>
                <a:moveTo>
                  <a:pt x="19165" y="14343"/>
                </a:moveTo>
                <a:cubicBezTo>
                  <a:pt x="19704" y="13902"/>
                  <a:pt x="19976" y="13346"/>
                  <a:pt x="19976" y="12680"/>
                </a:cubicBezTo>
                <a:cubicBezTo>
                  <a:pt x="19976" y="12474"/>
                  <a:pt x="19919" y="12282"/>
                  <a:pt x="19806" y="12098"/>
                </a:cubicBezTo>
                <a:cubicBezTo>
                  <a:pt x="19696" y="11920"/>
                  <a:pt x="19577" y="11762"/>
                  <a:pt x="19447" y="11624"/>
                </a:cubicBezTo>
                <a:cubicBezTo>
                  <a:pt x="19591" y="11364"/>
                  <a:pt x="19721" y="11107"/>
                  <a:pt x="19834" y="10850"/>
                </a:cubicBezTo>
                <a:cubicBezTo>
                  <a:pt x="19945" y="10592"/>
                  <a:pt x="20004" y="10312"/>
                  <a:pt x="20004" y="10002"/>
                </a:cubicBezTo>
                <a:cubicBezTo>
                  <a:pt x="20004" y="9688"/>
                  <a:pt x="19925" y="9440"/>
                  <a:pt x="19767" y="9251"/>
                </a:cubicBezTo>
                <a:cubicBezTo>
                  <a:pt x="19608" y="9070"/>
                  <a:pt x="19416" y="8929"/>
                  <a:pt x="19185" y="8833"/>
                </a:cubicBezTo>
                <a:cubicBezTo>
                  <a:pt x="18956" y="8739"/>
                  <a:pt x="18699" y="8683"/>
                  <a:pt x="18419" y="8663"/>
                </a:cubicBezTo>
                <a:cubicBezTo>
                  <a:pt x="18139" y="8643"/>
                  <a:pt x="17885" y="8635"/>
                  <a:pt x="17650" y="8635"/>
                </a:cubicBezTo>
                <a:cubicBezTo>
                  <a:pt x="17243" y="8635"/>
                  <a:pt x="16836" y="8649"/>
                  <a:pt x="16424" y="8677"/>
                </a:cubicBezTo>
                <a:cubicBezTo>
                  <a:pt x="16011" y="8706"/>
                  <a:pt x="15607" y="8720"/>
                  <a:pt x="15200" y="8720"/>
                </a:cubicBezTo>
                <a:cubicBezTo>
                  <a:pt x="14918" y="8720"/>
                  <a:pt x="14644" y="8706"/>
                  <a:pt x="14367" y="8677"/>
                </a:cubicBezTo>
                <a:cubicBezTo>
                  <a:pt x="14090" y="8649"/>
                  <a:pt x="13830" y="8584"/>
                  <a:pt x="13575" y="8474"/>
                </a:cubicBezTo>
                <a:cubicBezTo>
                  <a:pt x="13575" y="8104"/>
                  <a:pt x="13646" y="7754"/>
                  <a:pt x="13793" y="7421"/>
                </a:cubicBezTo>
                <a:cubicBezTo>
                  <a:pt x="13937" y="7087"/>
                  <a:pt x="14095" y="6751"/>
                  <a:pt x="14276" y="6413"/>
                </a:cubicBezTo>
                <a:cubicBezTo>
                  <a:pt x="14449" y="6074"/>
                  <a:pt x="14607" y="5721"/>
                  <a:pt x="14748" y="5351"/>
                </a:cubicBezTo>
                <a:cubicBezTo>
                  <a:pt x="14887" y="4984"/>
                  <a:pt x="14954" y="4574"/>
                  <a:pt x="14954" y="4122"/>
                </a:cubicBezTo>
                <a:cubicBezTo>
                  <a:pt x="14954" y="3823"/>
                  <a:pt x="14906" y="3529"/>
                  <a:pt x="14813" y="3236"/>
                </a:cubicBezTo>
                <a:cubicBezTo>
                  <a:pt x="14717" y="2945"/>
                  <a:pt x="14584" y="2677"/>
                  <a:pt x="14412" y="2439"/>
                </a:cubicBezTo>
                <a:cubicBezTo>
                  <a:pt x="14239" y="2199"/>
                  <a:pt x="14028" y="2002"/>
                  <a:pt x="13776" y="1843"/>
                </a:cubicBezTo>
                <a:cubicBezTo>
                  <a:pt x="13522" y="1688"/>
                  <a:pt x="13231" y="1606"/>
                  <a:pt x="12894" y="1606"/>
                </a:cubicBezTo>
                <a:lnTo>
                  <a:pt x="12745" y="1606"/>
                </a:lnTo>
                <a:cubicBezTo>
                  <a:pt x="12682" y="1606"/>
                  <a:pt x="12632" y="1617"/>
                  <a:pt x="12595" y="1634"/>
                </a:cubicBezTo>
                <a:cubicBezTo>
                  <a:pt x="12524" y="1671"/>
                  <a:pt x="12482" y="1705"/>
                  <a:pt x="12473" y="1742"/>
                </a:cubicBezTo>
                <a:cubicBezTo>
                  <a:pt x="12465" y="1778"/>
                  <a:pt x="12451" y="1838"/>
                  <a:pt x="12431" y="1920"/>
                </a:cubicBezTo>
                <a:cubicBezTo>
                  <a:pt x="12324" y="2450"/>
                  <a:pt x="12222" y="3007"/>
                  <a:pt x="12129" y="3586"/>
                </a:cubicBezTo>
                <a:cubicBezTo>
                  <a:pt x="12035" y="4167"/>
                  <a:pt x="11855" y="4698"/>
                  <a:pt x="11597" y="5176"/>
                </a:cubicBezTo>
                <a:cubicBezTo>
                  <a:pt x="11335" y="5636"/>
                  <a:pt x="11001"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3"/>
                </a:lnTo>
                <a:cubicBezTo>
                  <a:pt x="7279" y="18573"/>
                  <a:pt x="7889" y="18650"/>
                  <a:pt x="8485" y="18796"/>
                </a:cubicBezTo>
                <a:cubicBezTo>
                  <a:pt x="9081" y="18946"/>
                  <a:pt x="9683" y="19104"/>
                  <a:pt x="10294" y="19271"/>
                </a:cubicBezTo>
                <a:cubicBezTo>
                  <a:pt x="10902" y="19440"/>
                  <a:pt x="11538" y="19593"/>
                  <a:pt x="12208" y="19742"/>
                </a:cubicBezTo>
                <a:cubicBezTo>
                  <a:pt x="12875" y="19892"/>
                  <a:pt x="13595" y="19966"/>
                  <a:pt x="14375" y="19966"/>
                </a:cubicBezTo>
                <a:cubicBezTo>
                  <a:pt x="14782" y="19966"/>
                  <a:pt x="15223" y="19940"/>
                  <a:pt x="15700" y="19886"/>
                </a:cubicBezTo>
                <a:cubicBezTo>
                  <a:pt x="16178" y="19830"/>
                  <a:pt x="16627" y="19711"/>
                  <a:pt x="17048" y="19528"/>
                </a:cubicBezTo>
                <a:cubicBezTo>
                  <a:pt x="17469" y="19344"/>
                  <a:pt x="17817" y="19087"/>
                  <a:pt x="18102" y="18763"/>
                </a:cubicBezTo>
                <a:cubicBezTo>
                  <a:pt x="18388" y="18441"/>
                  <a:pt x="18526" y="18011"/>
                  <a:pt x="18526" y="17478"/>
                </a:cubicBezTo>
                <a:cubicBezTo>
                  <a:pt x="18526" y="17387"/>
                  <a:pt x="18523" y="17305"/>
                  <a:pt x="18518" y="17226"/>
                </a:cubicBezTo>
                <a:cubicBezTo>
                  <a:pt x="18504" y="17153"/>
                  <a:pt x="18489" y="17071"/>
                  <a:pt x="18472" y="16981"/>
                </a:cubicBezTo>
                <a:cubicBezTo>
                  <a:pt x="18786" y="16837"/>
                  <a:pt x="19029" y="16597"/>
                  <a:pt x="19196" y="16263"/>
                </a:cubicBezTo>
                <a:cubicBezTo>
                  <a:pt x="19365" y="15930"/>
                  <a:pt x="19447" y="15594"/>
                  <a:pt x="19447" y="15264"/>
                </a:cubicBezTo>
                <a:cubicBezTo>
                  <a:pt x="19450" y="14913"/>
                  <a:pt x="19351" y="14606"/>
                  <a:pt x="19165" y="1434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69" name="Shape 7369"/>
          <p:cNvSpPr/>
          <p:nvPr/>
        </p:nvSpPr>
        <p:spPr>
          <a:xfrm>
            <a:off x="6070660" y="4119712"/>
            <a:ext cx="468768"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0"/>
                </a:moveTo>
                <a:cubicBezTo>
                  <a:pt x="12304" y="0"/>
                  <a:pt x="13705" y="279"/>
                  <a:pt x="15014" y="844"/>
                </a:cubicBezTo>
                <a:cubicBezTo>
                  <a:pt x="16322" y="1409"/>
                  <a:pt x="17466" y="2177"/>
                  <a:pt x="18450" y="3157"/>
                </a:cubicBezTo>
                <a:cubicBezTo>
                  <a:pt x="19433" y="4134"/>
                  <a:pt x="20205" y="5277"/>
                  <a:pt x="20761" y="6588"/>
                </a:cubicBezTo>
                <a:cubicBezTo>
                  <a:pt x="21321" y="7901"/>
                  <a:pt x="21600" y="9304"/>
                  <a:pt x="21600" y="10802"/>
                </a:cubicBezTo>
                <a:cubicBezTo>
                  <a:pt x="21600" y="12296"/>
                  <a:pt x="21321" y="13699"/>
                  <a:pt x="20761" y="15010"/>
                </a:cubicBezTo>
                <a:cubicBezTo>
                  <a:pt x="20205" y="16323"/>
                  <a:pt x="19430" y="17466"/>
                  <a:pt x="18450" y="18446"/>
                </a:cubicBezTo>
                <a:cubicBezTo>
                  <a:pt x="17466" y="19423"/>
                  <a:pt x="16322" y="20194"/>
                  <a:pt x="15014" y="20756"/>
                </a:cubicBezTo>
                <a:cubicBezTo>
                  <a:pt x="13705" y="21321"/>
                  <a:pt x="12304" y="21600"/>
                  <a:pt x="10806" y="21600"/>
                </a:cubicBezTo>
                <a:cubicBezTo>
                  <a:pt x="9310" y="21600"/>
                  <a:pt x="7906" y="21321"/>
                  <a:pt x="6592" y="20756"/>
                </a:cubicBezTo>
                <a:cubicBezTo>
                  <a:pt x="5281" y="20194"/>
                  <a:pt x="4136" y="19423"/>
                  <a:pt x="3156" y="18446"/>
                </a:cubicBezTo>
                <a:cubicBezTo>
                  <a:pt x="2178" y="17466"/>
                  <a:pt x="1410" y="16323"/>
                  <a:pt x="844" y="15010"/>
                </a:cubicBezTo>
                <a:cubicBezTo>
                  <a:pt x="282" y="13699"/>
                  <a:pt x="0" y="12296"/>
                  <a:pt x="0" y="10802"/>
                </a:cubicBezTo>
                <a:cubicBezTo>
                  <a:pt x="0" y="9304"/>
                  <a:pt x="282" y="7901"/>
                  <a:pt x="844" y="6588"/>
                </a:cubicBezTo>
                <a:cubicBezTo>
                  <a:pt x="1410" y="5277"/>
                  <a:pt x="2181" y="4134"/>
                  <a:pt x="3156" y="3157"/>
                </a:cubicBezTo>
                <a:cubicBezTo>
                  <a:pt x="4136" y="2177"/>
                  <a:pt x="5281" y="1409"/>
                  <a:pt x="6592" y="844"/>
                </a:cubicBezTo>
                <a:cubicBezTo>
                  <a:pt x="7906" y="279"/>
                  <a:pt x="9310" y="0"/>
                  <a:pt x="10806" y="0"/>
                </a:cubicBezTo>
                <a:moveTo>
                  <a:pt x="10806" y="18359"/>
                </a:moveTo>
                <a:cubicBezTo>
                  <a:pt x="11863" y="18359"/>
                  <a:pt x="12846" y="18158"/>
                  <a:pt x="13756" y="17763"/>
                </a:cubicBezTo>
                <a:cubicBezTo>
                  <a:pt x="14666" y="17365"/>
                  <a:pt x="15463" y="16825"/>
                  <a:pt x="16152" y="16142"/>
                </a:cubicBezTo>
                <a:cubicBezTo>
                  <a:pt x="16839" y="15456"/>
                  <a:pt x="17379" y="14657"/>
                  <a:pt x="17774" y="13747"/>
                </a:cubicBezTo>
                <a:cubicBezTo>
                  <a:pt x="18170" y="12838"/>
                  <a:pt x="18371" y="11855"/>
                  <a:pt x="18371" y="10802"/>
                </a:cubicBezTo>
                <a:cubicBezTo>
                  <a:pt x="18371" y="9745"/>
                  <a:pt x="18173" y="8762"/>
                  <a:pt x="17774" y="7853"/>
                </a:cubicBezTo>
                <a:cubicBezTo>
                  <a:pt x="17376" y="6944"/>
                  <a:pt x="16839" y="6147"/>
                  <a:pt x="16152" y="5458"/>
                </a:cubicBezTo>
                <a:cubicBezTo>
                  <a:pt x="15466" y="4775"/>
                  <a:pt x="14666" y="4235"/>
                  <a:pt x="13751" y="3837"/>
                </a:cubicBezTo>
                <a:cubicBezTo>
                  <a:pt x="12835" y="3442"/>
                  <a:pt x="11852" y="3241"/>
                  <a:pt x="10806" y="3241"/>
                </a:cubicBezTo>
                <a:cubicBezTo>
                  <a:pt x="9751" y="3241"/>
                  <a:pt x="8765" y="3442"/>
                  <a:pt x="7849" y="3837"/>
                </a:cubicBezTo>
                <a:cubicBezTo>
                  <a:pt x="6934" y="4235"/>
                  <a:pt x="6137" y="4775"/>
                  <a:pt x="5456" y="5458"/>
                </a:cubicBezTo>
                <a:cubicBezTo>
                  <a:pt x="4775" y="6147"/>
                  <a:pt x="4235" y="6944"/>
                  <a:pt x="3840" y="7853"/>
                </a:cubicBezTo>
                <a:cubicBezTo>
                  <a:pt x="3441" y="8762"/>
                  <a:pt x="3243" y="9745"/>
                  <a:pt x="3243" y="10802"/>
                </a:cubicBezTo>
                <a:cubicBezTo>
                  <a:pt x="3243" y="11855"/>
                  <a:pt x="3441" y="12838"/>
                  <a:pt x="3840" y="13747"/>
                </a:cubicBezTo>
                <a:cubicBezTo>
                  <a:pt x="4238" y="14657"/>
                  <a:pt x="4775" y="15456"/>
                  <a:pt x="5456" y="16142"/>
                </a:cubicBezTo>
                <a:cubicBezTo>
                  <a:pt x="6134" y="16825"/>
                  <a:pt x="6931" y="17365"/>
                  <a:pt x="7849" y="17763"/>
                </a:cubicBezTo>
                <a:cubicBezTo>
                  <a:pt x="8765" y="18158"/>
                  <a:pt x="9751" y="18359"/>
                  <a:pt x="10806" y="18359"/>
                </a:cubicBezTo>
                <a:moveTo>
                  <a:pt x="14539" y="10802"/>
                </a:moveTo>
                <a:cubicBezTo>
                  <a:pt x="14836" y="10802"/>
                  <a:pt x="15090" y="10906"/>
                  <a:pt x="15305" y="11118"/>
                </a:cubicBezTo>
                <a:cubicBezTo>
                  <a:pt x="15514" y="11333"/>
                  <a:pt x="15618" y="11584"/>
                  <a:pt x="15618" y="11883"/>
                </a:cubicBezTo>
                <a:lnTo>
                  <a:pt x="15618" y="12965"/>
                </a:lnTo>
                <a:cubicBezTo>
                  <a:pt x="15618" y="13262"/>
                  <a:pt x="15514" y="13516"/>
                  <a:pt x="15305" y="13727"/>
                </a:cubicBezTo>
                <a:cubicBezTo>
                  <a:pt x="15090" y="13939"/>
                  <a:pt x="14836" y="14044"/>
                  <a:pt x="14539" y="14044"/>
                </a:cubicBezTo>
                <a:lnTo>
                  <a:pt x="9669" y="14044"/>
                </a:lnTo>
                <a:cubicBezTo>
                  <a:pt x="9373" y="14044"/>
                  <a:pt x="9115" y="13939"/>
                  <a:pt x="8903" y="13727"/>
                </a:cubicBezTo>
                <a:cubicBezTo>
                  <a:pt x="8691" y="13516"/>
                  <a:pt x="8587" y="13261"/>
                  <a:pt x="8587" y="12965"/>
                </a:cubicBezTo>
                <a:lnTo>
                  <a:pt x="8587" y="6675"/>
                </a:lnTo>
                <a:cubicBezTo>
                  <a:pt x="8587" y="6379"/>
                  <a:pt x="8691" y="6125"/>
                  <a:pt x="8903" y="5916"/>
                </a:cubicBezTo>
                <a:cubicBezTo>
                  <a:pt x="9113" y="5698"/>
                  <a:pt x="9370" y="5594"/>
                  <a:pt x="9669" y="5594"/>
                </a:cubicBezTo>
                <a:lnTo>
                  <a:pt x="10751" y="5594"/>
                </a:lnTo>
                <a:cubicBezTo>
                  <a:pt x="11066" y="5594"/>
                  <a:pt x="11323" y="5698"/>
                  <a:pt x="11521" y="5916"/>
                </a:cubicBezTo>
                <a:cubicBezTo>
                  <a:pt x="11719" y="6125"/>
                  <a:pt x="11818" y="6379"/>
                  <a:pt x="11818" y="6675"/>
                </a:cubicBezTo>
                <a:lnTo>
                  <a:pt x="11818" y="10802"/>
                </a:lnTo>
                <a:lnTo>
                  <a:pt x="14539" y="10802"/>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0" name="Shape 7370"/>
          <p:cNvSpPr/>
          <p:nvPr/>
        </p:nvSpPr>
        <p:spPr>
          <a:xfrm>
            <a:off x="7309495" y="4124455"/>
            <a:ext cx="385862" cy="500841"/>
          </a:xfrm>
          <a:custGeom>
            <a:avLst/>
            <a:gdLst/>
            <a:ahLst/>
            <a:cxnLst>
              <a:cxn ang="0">
                <a:pos x="wd2" y="hd2"/>
              </a:cxn>
              <a:cxn ang="5400000">
                <a:pos x="wd2" y="hd2"/>
              </a:cxn>
              <a:cxn ang="10800000">
                <a:pos x="wd2" y="hd2"/>
              </a:cxn>
              <a:cxn ang="16200000">
                <a:pos x="wd2" y="hd2"/>
              </a:cxn>
            </a:cxnLst>
            <a:rect l="0" t="0" r="r" b="b"/>
            <a:pathLst>
              <a:path w="21600" h="21575" fill="norm" stroke="1" extrusionOk="0">
                <a:moveTo>
                  <a:pt x="19884" y="9850"/>
                </a:moveTo>
                <a:cubicBezTo>
                  <a:pt x="20431" y="10442"/>
                  <a:pt x="20854" y="11079"/>
                  <a:pt x="21153" y="11758"/>
                </a:cubicBezTo>
                <a:cubicBezTo>
                  <a:pt x="21449" y="12438"/>
                  <a:pt x="21600" y="13165"/>
                  <a:pt x="21600" y="13935"/>
                </a:cubicBezTo>
                <a:cubicBezTo>
                  <a:pt x="21600" y="14989"/>
                  <a:pt x="21325" y="15981"/>
                  <a:pt x="20758" y="16912"/>
                </a:cubicBezTo>
                <a:cubicBezTo>
                  <a:pt x="20195" y="17842"/>
                  <a:pt x="19429" y="18657"/>
                  <a:pt x="18454" y="19347"/>
                </a:cubicBezTo>
                <a:cubicBezTo>
                  <a:pt x="17480" y="20041"/>
                  <a:pt x="16338" y="20585"/>
                  <a:pt x="15017" y="20983"/>
                </a:cubicBezTo>
                <a:cubicBezTo>
                  <a:pt x="13699" y="21374"/>
                  <a:pt x="12294" y="21575"/>
                  <a:pt x="10800" y="21575"/>
                </a:cubicBezTo>
                <a:cubicBezTo>
                  <a:pt x="9310" y="21575"/>
                  <a:pt x="7905" y="21374"/>
                  <a:pt x="6595" y="20983"/>
                </a:cubicBezTo>
                <a:cubicBezTo>
                  <a:pt x="5282" y="20585"/>
                  <a:pt x="4136" y="20041"/>
                  <a:pt x="3154" y="19347"/>
                </a:cubicBezTo>
                <a:cubicBezTo>
                  <a:pt x="2175" y="18657"/>
                  <a:pt x="1405" y="17842"/>
                  <a:pt x="842" y="16912"/>
                </a:cubicBezTo>
                <a:cubicBezTo>
                  <a:pt x="279" y="15979"/>
                  <a:pt x="0" y="14989"/>
                  <a:pt x="0" y="13935"/>
                </a:cubicBezTo>
                <a:cubicBezTo>
                  <a:pt x="0" y="13165"/>
                  <a:pt x="151" y="12435"/>
                  <a:pt x="451" y="11758"/>
                </a:cubicBezTo>
                <a:cubicBezTo>
                  <a:pt x="746" y="11079"/>
                  <a:pt x="1173" y="10442"/>
                  <a:pt x="1720" y="9850"/>
                </a:cubicBezTo>
                <a:cubicBezTo>
                  <a:pt x="1972" y="9554"/>
                  <a:pt x="2419" y="9106"/>
                  <a:pt x="3046" y="8508"/>
                </a:cubicBezTo>
                <a:cubicBezTo>
                  <a:pt x="3677" y="7907"/>
                  <a:pt x="4367" y="7214"/>
                  <a:pt x="5114" y="6422"/>
                </a:cubicBezTo>
                <a:cubicBezTo>
                  <a:pt x="5861" y="5627"/>
                  <a:pt x="6579" y="4759"/>
                  <a:pt x="7282" y="3811"/>
                </a:cubicBezTo>
                <a:cubicBezTo>
                  <a:pt x="7985" y="2861"/>
                  <a:pt x="8556" y="1883"/>
                  <a:pt x="9003" y="874"/>
                </a:cubicBezTo>
                <a:cubicBezTo>
                  <a:pt x="9131" y="561"/>
                  <a:pt x="9370" y="330"/>
                  <a:pt x="9714" y="180"/>
                </a:cubicBezTo>
                <a:cubicBezTo>
                  <a:pt x="10057" y="31"/>
                  <a:pt x="10420" y="-25"/>
                  <a:pt x="10800" y="11"/>
                </a:cubicBezTo>
                <a:cubicBezTo>
                  <a:pt x="11196" y="-25"/>
                  <a:pt x="11559" y="31"/>
                  <a:pt x="11898" y="180"/>
                </a:cubicBezTo>
                <a:cubicBezTo>
                  <a:pt x="12238" y="330"/>
                  <a:pt x="12469" y="561"/>
                  <a:pt x="12597" y="874"/>
                </a:cubicBezTo>
                <a:cubicBezTo>
                  <a:pt x="13016" y="1889"/>
                  <a:pt x="13587" y="2873"/>
                  <a:pt x="14310" y="3817"/>
                </a:cubicBezTo>
                <a:cubicBezTo>
                  <a:pt x="15029" y="4761"/>
                  <a:pt x="15759" y="5627"/>
                  <a:pt x="16506" y="6422"/>
                </a:cubicBezTo>
                <a:cubicBezTo>
                  <a:pt x="17257" y="7214"/>
                  <a:pt x="17935" y="7908"/>
                  <a:pt x="18562" y="8508"/>
                </a:cubicBezTo>
                <a:cubicBezTo>
                  <a:pt x="19189" y="9106"/>
                  <a:pt x="19624" y="9554"/>
                  <a:pt x="19884" y="9850"/>
                </a:cubicBezTo>
                <a:moveTo>
                  <a:pt x="7438" y="17543"/>
                </a:moveTo>
                <a:cubicBezTo>
                  <a:pt x="8188" y="17543"/>
                  <a:pt x="8831" y="17357"/>
                  <a:pt x="9350" y="16988"/>
                </a:cubicBezTo>
                <a:cubicBezTo>
                  <a:pt x="9873" y="16619"/>
                  <a:pt x="10133" y="16168"/>
                  <a:pt x="10133" y="15623"/>
                </a:cubicBezTo>
                <a:cubicBezTo>
                  <a:pt x="10133" y="15240"/>
                  <a:pt x="9993" y="14899"/>
                  <a:pt x="9713" y="14614"/>
                </a:cubicBezTo>
                <a:cubicBezTo>
                  <a:pt x="9634" y="14544"/>
                  <a:pt x="9518" y="14431"/>
                  <a:pt x="9358" y="14284"/>
                </a:cubicBezTo>
                <a:cubicBezTo>
                  <a:pt x="9198" y="14135"/>
                  <a:pt x="9031" y="13960"/>
                  <a:pt x="8851" y="13754"/>
                </a:cubicBezTo>
                <a:cubicBezTo>
                  <a:pt x="8671" y="13554"/>
                  <a:pt x="8492" y="13337"/>
                  <a:pt x="8304" y="13100"/>
                </a:cubicBezTo>
                <a:cubicBezTo>
                  <a:pt x="8120" y="12869"/>
                  <a:pt x="7977" y="12627"/>
                  <a:pt x="7877" y="12373"/>
                </a:cubicBezTo>
                <a:cubicBezTo>
                  <a:pt x="7825" y="12193"/>
                  <a:pt x="7677" y="12116"/>
                  <a:pt x="7438" y="12142"/>
                </a:cubicBezTo>
                <a:cubicBezTo>
                  <a:pt x="7210" y="12108"/>
                  <a:pt x="7054" y="12184"/>
                  <a:pt x="6983" y="12373"/>
                </a:cubicBezTo>
                <a:cubicBezTo>
                  <a:pt x="6883" y="12635"/>
                  <a:pt x="6739" y="12880"/>
                  <a:pt x="6567" y="13109"/>
                </a:cubicBezTo>
                <a:cubicBezTo>
                  <a:pt x="6396" y="13337"/>
                  <a:pt x="6216" y="13554"/>
                  <a:pt x="6032" y="13754"/>
                </a:cubicBezTo>
                <a:cubicBezTo>
                  <a:pt x="5853" y="13960"/>
                  <a:pt x="5677" y="14132"/>
                  <a:pt x="5517" y="14276"/>
                </a:cubicBezTo>
                <a:cubicBezTo>
                  <a:pt x="5358" y="14422"/>
                  <a:pt x="5242" y="14532"/>
                  <a:pt x="5162" y="14614"/>
                </a:cubicBezTo>
                <a:cubicBezTo>
                  <a:pt x="4870" y="14910"/>
                  <a:pt x="4731" y="15248"/>
                  <a:pt x="4743" y="15623"/>
                </a:cubicBezTo>
                <a:cubicBezTo>
                  <a:pt x="4743" y="16156"/>
                  <a:pt x="5002" y="16607"/>
                  <a:pt x="5525" y="16982"/>
                </a:cubicBezTo>
                <a:cubicBezTo>
                  <a:pt x="6048" y="17357"/>
                  <a:pt x="6687" y="17543"/>
                  <a:pt x="7438" y="1754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1" name="Shape 7371"/>
          <p:cNvSpPr/>
          <p:nvPr/>
        </p:nvSpPr>
        <p:spPr>
          <a:xfrm>
            <a:off x="8514830" y="4119712"/>
            <a:ext cx="466895"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2" name="Shape 7372"/>
          <p:cNvSpPr/>
          <p:nvPr/>
        </p:nvSpPr>
        <p:spPr>
          <a:xfrm>
            <a:off x="9674893" y="4119712"/>
            <a:ext cx="525022"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3" name="Shape 7373"/>
          <p:cNvSpPr/>
          <p:nvPr/>
        </p:nvSpPr>
        <p:spPr>
          <a:xfrm>
            <a:off x="10985730" y="4121544"/>
            <a:ext cx="587045" cy="5008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85" y="0"/>
                </a:moveTo>
                <a:cubicBezTo>
                  <a:pt x="20942" y="0"/>
                  <a:pt x="21160" y="103"/>
                  <a:pt x="21336" y="310"/>
                </a:cubicBezTo>
                <a:cubicBezTo>
                  <a:pt x="21512" y="518"/>
                  <a:pt x="21600" y="760"/>
                  <a:pt x="21600" y="1048"/>
                </a:cubicBezTo>
                <a:lnTo>
                  <a:pt x="21600" y="16239"/>
                </a:lnTo>
                <a:cubicBezTo>
                  <a:pt x="21600" y="16524"/>
                  <a:pt x="21512" y="16768"/>
                  <a:pt x="21336" y="16970"/>
                </a:cubicBezTo>
                <a:cubicBezTo>
                  <a:pt x="21162" y="17174"/>
                  <a:pt x="20944" y="17275"/>
                  <a:pt x="20685" y="17275"/>
                </a:cubicBezTo>
                <a:lnTo>
                  <a:pt x="19808" y="17275"/>
                </a:lnTo>
                <a:lnTo>
                  <a:pt x="19808" y="17370"/>
                </a:lnTo>
                <a:cubicBezTo>
                  <a:pt x="19808" y="17949"/>
                  <a:pt x="19710" y="18499"/>
                  <a:pt x="19514" y="19018"/>
                </a:cubicBezTo>
                <a:cubicBezTo>
                  <a:pt x="19318" y="19536"/>
                  <a:pt x="19061" y="19985"/>
                  <a:pt x="18747" y="20362"/>
                </a:cubicBezTo>
                <a:cubicBezTo>
                  <a:pt x="18434" y="20739"/>
                  <a:pt x="18052" y="21039"/>
                  <a:pt x="17609" y="21264"/>
                </a:cubicBezTo>
                <a:cubicBezTo>
                  <a:pt x="17168" y="21488"/>
                  <a:pt x="16698" y="21600"/>
                  <a:pt x="16198" y="21600"/>
                </a:cubicBezTo>
                <a:cubicBezTo>
                  <a:pt x="15706" y="21600"/>
                  <a:pt x="15238" y="21488"/>
                  <a:pt x="14797" y="21264"/>
                </a:cubicBezTo>
                <a:cubicBezTo>
                  <a:pt x="14354" y="21039"/>
                  <a:pt x="13974" y="20739"/>
                  <a:pt x="13654" y="20362"/>
                </a:cubicBezTo>
                <a:cubicBezTo>
                  <a:pt x="13333" y="19985"/>
                  <a:pt x="13078" y="19536"/>
                  <a:pt x="12887" y="19018"/>
                </a:cubicBezTo>
                <a:cubicBezTo>
                  <a:pt x="12696" y="18499"/>
                  <a:pt x="12601" y="17949"/>
                  <a:pt x="12601" y="17370"/>
                </a:cubicBezTo>
                <a:lnTo>
                  <a:pt x="12601" y="17275"/>
                </a:lnTo>
                <a:lnTo>
                  <a:pt x="9000" y="17275"/>
                </a:lnTo>
                <a:lnTo>
                  <a:pt x="9000" y="17370"/>
                </a:lnTo>
                <a:cubicBezTo>
                  <a:pt x="9000" y="17949"/>
                  <a:pt x="8904" y="18499"/>
                  <a:pt x="8713" y="19018"/>
                </a:cubicBezTo>
                <a:cubicBezTo>
                  <a:pt x="8522" y="19536"/>
                  <a:pt x="8265" y="19985"/>
                  <a:pt x="7946" y="20362"/>
                </a:cubicBezTo>
                <a:cubicBezTo>
                  <a:pt x="7628" y="20739"/>
                  <a:pt x="7244" y="21039"/>
                  <a:pt x="6803" y="21264"/>
                </a:cubicBezTo>
                <a:cubicBezTo>
                  <a:pt x="6360" y="21488"/>
                  <a:pt x="5894" y="21600"/>
                  <a:pt x="5402" y="21600"/>
                </a:cubicBezTo>
                <a:cubicBezTo>
                  <a:pt x="4910" y="21600"/>
                  <a:pt x="4442" y="21488"/>
                  <a:pt x="4004" y="21264"/>
                </a:cubicBezTo>
                <a:cubicBezTo>
                  <a:pt x="3558" y="21039"/>
                  <a:pt x="3178" y="20739"/>
                  <a:pt x="2857" y="20362"/>
                </a:cubicBezTo>
                <a:cubicBezTo>
                  <a:pt x="2537" y="19985"/>
                  <a:pt x="2282" y="19536"/>
                  <a:pt x="2091" y="19018"/>
                </a:cubicBezTo>
                <a:cubicBezTo>
                  <a:pt x="1900" y="18499"/>
                  <a:pt x="1804" y="17949"/>
                  <a:pt x="1804" y="17370"/>
                </a:cubicBezTo>
                <a:lnTo>
                  <a:pt x="1804" y="17275"/>
                </a:lnTo>
                <a:lnTo>
                  <a:pt x="891" y="17275"/>
                </a:lnTo>
                <a:cubicBezTo>
                  <a:pt x="646" y="17275"/>
                  <a:pt x="438" y="17169"/>
                  <a:pt x="262" y="16961"/>
                </a:cubicBezTo>
                <a:cubicBezTo>
                  <a:pt x="88" y="16757"/>
                  <a:pt x="0" y="16515"/>
                  <a:pt x="0" y="16239"/>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5"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8"/>
                </a:lnTo>
                <a:lnTo>
                  <a:pt x="6795" y="11528"/>
                </a:lnTo>
                <a:lnTo>
                  <a:pt x="6795" y="6438"/>
                </a:lnTo>
                <a:close/>
                <a:moveTo>
                  <a:pt x="5395" y="18943"/>
                </a:moveTo>
                <a:cubicBezTo>
                  <a:pt x="5760" y="18943"/>
                  <a:pt x="6075" y="18790"/>
                  <a:pt x="6340" y="18482"/>
                </a:cubicBezTo>
                <a:cubicBezTo>
                  <a:pt x="6600" y="18174"/>
                  <a:pt x="6732" y="17805"/>
                  <a:pt x="6732" y="17373"/>
                </a:cubicBezTo>
                <a:cubicBezTo>
                  <a:pt x="6732" y="16941"/>
                  <a:pt x="6600" y="16570"/>
                  <a:pt x="6340" y="16253"/>
                </a:cubicBezTo>
                <a:cubicBezTo>
                  <a:pt x="6078" y="15945"/>
                  <a:pt x="5762" y="15787"/>
                  <a:pt x="5395" y="15787"/>
                </a:cubicBezTo>
                <a:cubicBezTo>
                  <a:pt x="5027" y="15787"/>
                  <a:pt x="4714" y="15942"/>
                  <a:pt x="4444" y="16247"/>
                </a:cubicBezTo>
                <a:cubicBezTo>
                  <a:pt x="4180" y="16558"/>
                  <a:pt x="4045" y="16933"/>
                  <a:pt x="4045" y="17373"/>
                </a:cubicBezTo>
                <a:cubicBezTo>
                  <a:pt x="4045" y="17805"/>
                  <a:pt x="4180" y="18174"/>
                  <a:pt x="4444" y="18482"/>
                </a:cubicBezTo>
                <a:cubicBezTo>
                  <a:pt x="4714" y="18790"/>
                  <a:pt x="5027" y="18943"/>
                  <a:pt x="5395" y="18943"/>
                </a:cubicBezTo>
                <a:moveTo>
                  <a:pt x="16196" y="18943"/>
                </a:moveTo>
                <a:cubicBezTo>
                  <a:pt x="16561" y="18943"/>
                  <a:pt x="16879" y="18790"/>
                  <a:pt x="17146" y="18482"/>
                </a:cubicBezTo>
                <a:cubicBezTo>
                  <a:pt x="17410" y="18174"/>
                  <a:pt x="17545" y="17805"/>
                  <a:pt x="17545" y="17373"/>
                </a:cubicBezTo>
                <a:cubicBezTo>
                  <a:pt x="17545" y="16941"/>
                  <a:pt x="17413" y="16570"/>
                  <a:pt x="17151" y="16253"/>
                </a:cubicBezTo>
                <a:cubicBezTo>
                  <a:pt x="16891" y="15945"/>
                  <a:pt x="16573" y="15787"/>
                  <a:pt x="16196" y="15787"/>
                </a:cubicBezTo>
                <a:cubicBezTo>
                  <a:pt x="15828" y="15787"/>
                  <a:pt x="15515" y="15942"/>
                  <a:pt x="15250" y="16247"/>
                </a:cubicBezTo>
                <a:cubicBezTo>
                  <a:pt x="14991" y="16558"/>
                  <a:pt x="14858" y="16933"/>
                  <a:pt x="14858" y="17373"/>
                </a:cubicBezTo>
                <a:cubicBezTo>
                  <a:pt x="14858" y="17805"/>
                  <a:pt x="14991" y="18174"/>
                  <a:pt x="15250" y="18482"/>
                </a:cubicBezTo>
                <a:cubicBezTo>
                  <a:pt x="15512" y="18790"/>
                  <a:pt x="15826" y="18943"/>
                  <a:pt x="16196" y="18943"/>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4" name="Shape 7374"/>
          <p:cNvSpPr/>
          <p:nvPr/>
        </p:nvSpPr>
        <p:spPr>
          <a:xfrm>
            <a:off x="16669295" y="4134341"/>
            <a:ext cx="468773" cy="455278"/>
          </a:xfrm>
          <a:custGeom>
            <a:avLst/>
            <a:gdLst/>
            <a:ahLst/>
            <a:cxnLst>
              <a:cxn ang="0">
                <a:pos x="wd2" y="hd2"/>
              </a:cxn>
              <a:cxn ang="5400000">
                <a:pos x="wd2" y="hd2"/>
              </a:cxn>
              <a:cxn ang="10800000">
                <a:pos x="wd2" y="hd2"/>
              </a:cxn>
              <a:cxn ang="16200000">
                <a:pos x="wd2" y="hd2"/>
              </a:cxn>
            </a:cxnLst>
            <a:rect l="0" t="0" r="r" b="b"/>
            <a:pathLst>
              <a:path w="21542" h="21600" fill="norm" stroke="1" extrusionOk="0">
                <a:moveTo>
                  <a:pt x="11687" y="1798"/>
                </a:moveTo>
                <a:cubicBezTo>
                  <a:pt x="12905" y="1906"/>
                  <a:pt x="14057" y="2202"/>
                  <a:pt x="15145" y="2682"/>
                </a:cubicBezTo>
                <a:cubicBezTo>
                  <a:pt x="16235" y="3165"/>
                  <a:pt x="17215" y="3803"/>
                  <a:pt x="18091" y="4596"/>
                </a:cubicBezTo>
                <a:cubicBezTo>
                  <a:pt x="18966" y="5390"/>
                  <a:pt x="19698" y="6307"/>
                  <a:pt x="20288" y="7355"/>
                </a:cubicBezTo>
                <a:cubicBezTo>
                  <a:pt x="20877" y="8400"/>
                  <a:pt x="21292" y="9537"/>
                  <a:pt x="21530" y="10774"/>
                </a:cubicBezTo>
                <a:cubicBezTo>
                  <a:pt x="21575" y="11035"/>
                  <a:pt x="21499" y="11230"/>
                  <a:pt x="21301" y="11357"/>
                </a:cubicBezTo>
                <a:cubicBezTo>
                  <a:pt x="21225" y="11408"/>
                  <a:pt x="21153" y="11436"/>
                  <a:pt x="21079" y="11436"/>
                </a:cubicBezTo>
                <a:cubicBezTo>
                  <a:pt x="20932" y="11436"/>
                  <a:pt x="20824" y="11382"/>
                  <a:pt x="20762" y="11272"/>
                </a:cubicBezTo>
                <a:cubicBezTo>
                  <a:pt x="20018" y="10353"/>
                  <a:pt x="19188" y="9890"/>
                  <a:pt x="18274" y="9879"/>
                </a:cubicBezTo>
                <a:cubicBezTo>
                  <a:pt x="17618" y="9879"/>
                  <a:pt x="16996" y="10128"/>
                  <a:pt x="16404" y="10619"/>
                </a:cubicBezTo>
                <a:cubicBezTo>
                  <a:pt x="15815" y="11111"/>
                  <a:pt x="15322" y="11797"/>
                  <a:pt x="14914" y="12681"/>
                </a:cubicBezTo>
                <a:cubicBezTo>
                  <a:pt x="14842" y="12887"/>
                  <a:pt x="14706" y="12992"/>
                  <a:pt x="14518" y="12992"/>
                </a:cubicBezTo>
                <a:cubicBezTo>
                  <a:pt x="14325" y="12992"/>
                  <a:pt x="14193" y="12887"/>
                  <a:pt x="14117" y="12681"/>
                </a:cubicBezTo>
                <a:cubicBezTo>
                  <a:pt x="13492" y="11329"/>
                  <a:pt x="12681" y="10452"/>
                  <a:pt x="11684" y="10057"/>
                </a:cubicBezTo>
                <a:lnTo>
                  <a:pt x="11684" y="17165"/>
                </a:lnTo>
                <a:cubicBezTo>
                  <a:pt x="11684" y="17780"/>
                  <a:pt x="11596" y="18351"/>
                  <a:pt x="11417" y="18884"/>
                </a:cubicBezTo>
                <a:cubicBezTo>
                  <a:pt x="11236" y="19415"/>
                  <a:pt x="10995" y="19887"/>
                  <a:pt x="10691" y="20299"/>
                </a:cubicBezTo>
                <a:cubicBezTo>
                  <a:pt x="10386" y="20705"/>
                  <a:pt x="10030" y="21027"/>
                  <a:pt x="9622" y="21259"/>
                </a:cubicBezTo>
                <a:cubicBezTo>
                  <a:pt x="9215" y="21488"/>
                  <a:pt x="8778" y="21600"/>
                  <a:pt x="8315" y="21600"/>
                </a:cubicBezTo>
                <a:cubicBezTo>
                  <a:pt x="7853" y="21600"/>
                  <a:pt x="7411" y="21488"/>
                  <a:pt x="6996" y="21259"/>
                </a:cubicBezTo>
                <a:cubicBezTo>
                  <a:pt x="6581" y="21028"/>
                  <a:pt x="6221" y="20706"/>
                  <a:pt x="5916" y="20299"/>
                </a:cubicBezTo>
                <a:cubicBezTo>
                  <a:pt x="5613" y="19887"/>
                  <a:pt x="5370" y="19418"/>
                  <a:pt x="5191" y="18884"/>
                </a:cubicBezTo>
                <a:cubicBezTo>
                  <a:pt x="5012" y="18351"/>
                  <a:pt x="4924" y="17780"/>
                  <a:pt x="4924" y="17165"/>
                </a:cubicBezTo>
                <a:cubicBezTo>
                  <a:pt x="4924" y="16851"/>
                  <a:pt x="5012" y="16592"/>
                  <a:pt x="5191" y="16391"/>
                </a:cubicBezTo>
                <a:cubicBezTo>
                  <a:pt x="5370" y="16188"/>
                  <a:pt x="5584" y="16086"/>
                  <a:pt x="5837" y="16086"/>
                </a:cubicBezTo>
                <a:cubicBezTo>
                  <a:pt x="6104" y="16086"/>
                  <a:pt x="6321" y="16188"/>
                  <a:pt x="6493" y="16391"/>
                </a:cubicBezTo>
                <a:cubicBezTo>
                  <a:pt x="6662" y="16592"/>
                  <a:pt x="6748" y="16852"/>
                  <a:pt x="6748" y="17165"/>
                </a:cubicBezTo>
                <a:cubicBezTo>
                  <a:pt x="6748" y="17800"/>
                  <a:pt x="6901" y="18334"/>
                  <a:pt x="7204" y="18777"/>
                </a:cubicBezTo>
                <a:cubicBezTo>
                  <a:pt x="7509" y="19217"/>
                  <a:pt x="7879" y="19438"/>
                  <a:pt x="8313" y="19438"/>
                </a:cubicBezTo>
                <a:cubicBezTo>
                  <a:pt x="8733" y="19438"/>
                  <a:pt x="9093" y="19217"/>
                  <a:pt x="9398" y="18777"/>
                </a:cubicBezTo>
                <a:cubicBezTo>
                  <a:pt x="9701" y="18334"/>
                  <a:pt x="9854" y="17800"/>
                  <a:pt x="9854" y="17165"/>
                </a:cubicBezTo>
                <a:lnTo>
                  <a:pt x="9854" y="10057"/>
                </a:lnTo>
                <a:cubicBezTo>
                  <a:pt x="8857" y="10461"/>
                  <a:pt x="8043" y="11337"/>
                  <a:pt x="7421" y="12681"/>
                </a:cubicBezTo>
                <a:cubicBezTo>
                  <a:pt x="7345" y="12887"/>
                  <a:pt x="7211" y="12992"/>
                  <a:pt x="7020" y="12992"/>
                </a:cubicBezTo>
                <a:cubicBezTo>
                  <a:pt x="6829" y="12992"/>
                  <a:pt x="6701" y="12887"/>
                  <a:pt x="6632" y="12681"/>
                </a:cubicBezTo>
                <a:cubicBezTo>
                  <a:pt x="6228" y="11797"/>
                  <a:pt x="5735" y="11111"/>
                  <a:pt x="5148" y="10619"/>
                </a:cubicBezTo>
                <a:cubicBezTo>
                  <a:pt x="4561" y="10128"/>
                  <a:pt x="3941" y="9879"/>
                  <a:pt x="3285" y="9879"/>
                </a:cubicBezTo>
                <a:cubicBezTo>
                  <a:pt x="2364" y="9879"/>
                  <a:pt x="1542" y="10345"/>
                  <a:pt x="809" y="11272"/>
                </a:cubicBezTo>
                <a:cubicBezTo>
                  <a:pt x="719" y="11382"/>
                  <a:pt x="597" y="11436"/>
                  <a:pt x="456" y="11436"/>
                </a:cubicBezTo>
                <a:cubicBezTo>
                  <a:pt x="382" y="11436"/>
                  <a:pt x="306" y="11408"/>
                  <a:pt x="239" y="11357"/>
                </a:cubicBezTo>
                <a:cubicBezTo>
                  <a:pt x="48" y="11230"/>
                  <a:pt x="-25" y="11035"/>
                  <a:pt x="8" y="10774"/>
                </a:cubicBezTo>
                <a:cubicBezTo>
                  <a:pt x="246" y="9537"/>
                  <a:pt x="661" y="8400"/>
                  <a:pt x="1260" y="7355"/>
                </a:cubicBezTo>
                <a:cubicBezTo>
                  <a:pt x="1856" y="6307"/>
                  <a:pt x="2596" y="5390"/>
                  <a:pt x="3469" y="4596"/>
                </a:cubicBezTo>
                <a:cubicBezTo>
                  <a:pt x="4344" y="3803"/>
                  <a:pt x="5322" y="3168"/>
                  <a:pt x="6403" y="2688"/>
                </a:cubicBezTo>
                <a:cubicBezTo>
                  <a:pt x="7483" y="2213"/>
                  <a:pt x="8635" y="1917"/>
                  <a:pt x="9851" y="1798"/>
                </a:cubicBezTo>
                <a:lnTo>
                  <a:pt x="9851" y="1081"/>
                </a:lnTo>
                <a:cubicBezTo>
                  <a:pt x="9851" y="767"/>
                  <a:pt x="9937" y="508"/>
                  <a:pt x="10119" y="304"/>
                </a:cubicBezTo>
                <a:cubicBezTo>
                  <a:pt x="10297" y="101"/>
                  <a:pt x="10512" y="0"/>
                  <a:pt x="10765" y="0"/>
                </a:cubicBezTo>
                <a:cubicBezTo>
                  <a:pt x="11031" y="0"/>
                  <a:pt x="11250" y="101"/>
                  <a:pt x="11422" y="304"/>
                </a:cubicBezTo>
                <a:cubicBezTo>
                  <a:pt x="11591" y="508"/>
                  <a:pt x="11677" y="767"/>
                  <a:pt x="11677" y="1081"/>
                </a:cubicBezTo>
                <a:lnTo>
                  <a:pt x="11677" y="179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5" name="Shape 7375"/>
          <p:cNvSpPr/>
          <p:nvPr/>
        </p:nvSpPr>
        <p:spPr>
          <a:xfrm>
            <a:off x="17798172" y="4136173"/>
            <a:ext cx="468768"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21600"/>
                </a:moveTo>
                <a:cubicBezTo>
                  <a:pt x="9310" y="21600"/>
                  <a:pt x="7906" y="21321"/>
                  <a:pt x="6592" y="20756"/>
                </a:cubicBezTo>
                <a:cubicBezTo>
                  <a:pt x="5281" y="20194"/>
                  <a:pt x="4136" y="19423"/>
                  <a:pt x="3156" y="18446"/>
                </a:cubicBezTo>
                <a:cubicBezTo>
                  <a:pt x="2178" y="17466"/>
                  <a:pt x="1407" y="16323"/>
                  <a:pt x="844" y="15010"/>
                </a:cubicBezTo>
                <a:cubicBezTo>
                  <a:pt x="282" y="13699"/>
                  <a:pt x="0" y="12296"/>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6" y="0"/>
                </a:cubicBezTo>
                <a:cubicBezTo>
                  <a:pt x="12304" y="0"/>
                  <a:pt x="13705" y="279"/>
                  <a:pt x="15014" y="844"/>
                </a:cubicBezTo>
                <a:cubicBezTo>
                  <a:pt x="16322" y="1409"/>
                  <a:pt x="17466" y="2177"/>
                  <a:pt x="18450" y="3157"/>
                </a:cubicBezTo>
                <a:cubicBezTo>
                  <a:pt x="19433" y="4134"/>
                  <a:pt x="20205" y="5277"/>
                  <a:pt x="20761" y="6588"/>
                </a:cubicBezTo>
                <a:cubicBezTo>
                  <a:pt x="21321" y="7901"/>
                  <a:pt x="21600" y="9304"/>
                  <a:pt x="21600" y="10801"/>
                </a:cubicBezTo>
                <a:cubicBezTo>
                  <a:pt x="21600" y="12296"/>
                  <a:pt x="21321" y="13699"/>
                  <a:pt x="20761" y="15010"/>
                </a:cubicBezTo>
                <a:cubicBezTo>
                  <a:pt x="20205" y="16323"/>
                  <a:pt x="19430" y="17466"/>
                  <a:pt x="18450" y="18446"/>
                </a:cubicBezTo>
                <a:cubicBezTo>
                  <a:pt x="17466" y="19423"/>
                  <a:pt x="16322" y="20194"/>
                  <a:pt x="15014" y="20756"/>
                </a:cubicBezTo>
                <a:cubicBezTo>
                  <a:pt x="13705" y="21321"/>
                  <a:pt x="12304" y="21600"/>
                  <a:pt x="10806" y="21600"/>
                </a:cubicBezTo>
                <a:moveTo>
                  <a:pt x="10806"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5"/>
                  <a:pt x="3444" y="12838"/>
                  <a:pt x="3840" y="13747"/>
                </a:cubicBezTo>
                <a:cubicBezTo>
                  <a:pt x="4235" y="14657"/>
                  <a:pt x="4775" y="15456"/>
                  <a:pt x="5456" y="16142"/>
                </a:cubicBezTo>
                <a:cubicBezTo>
                  <a:pt x="6134" y="16826"/>
                  <a:pt x="6931" y="17365"/>
                  <a:pt x="7849" y="17763"/>
                </a:cubicBezTo>
                <a:cubicBezTo>
                  <a:pt x="8765" y="18158"/>
                  <a:pt x="9751" y="18359"/>
                  <a:pt x="10806" y="18359"/>
                </a:cubicBezTo>
                <a:cubicBezTo>
                  <a:pt x="11863" y="18359"/>
                  <a:pt x="12846" y="18158"/>
                  <a:pt x="13756" y="17763"/>
                </a:cubicBezTo>
                <a:cubicBezTo>
                  <a:pt x="14666" y="17365"/>
                  <a:pt x="15463" y="16826"/>
                  <a:pt x="16152" y="16142"/>
                </a:cubicBezTo>
                <a:cubicBezTo>
                  <a:pt x="16836" y="15456"/>
                  <a:pt x="17379" y="14657"/>
                  <a:pt x="17774" y="13747"/>
                </a:cubicBezTo>
                <a:cubicBezTo>
                  <a:pt x="18173" y="12838"/>
                  <a:pt x="18371" y="11855"/>
                  <a:pt x="18371" y="10801"/>
                </a:cubicBezTo>
                <a:cubicBezTo>
                  <a:pt x="18371" y="9745"/>
                  <a:pt x="18173" y="8762"/>
                  <a:pt x="17774" y="7853"/>
                </a:cubicBezTo>
                <a:cubicBezTo>
                  <a:pt x="17376" y="6943"/>
                  <a:pt x="16836" y="6147"/>
                  <a:pt x="16152" y="5458"/>
                </a:cubicBezTo>
                <a:cubicBezTo>
                  <a:pt x="15466" y="4775"/>
                  <a:pt x="14669" y="4235"/>
                  <a:pt x="13756" y="3837"/>
                </a:cubicBezTo>
                <a:cubicBezTo>
                  <a:pt x="12846" y="3442"/>
                  <a:pt x="11863" y="3241"/>
                  <a:pt x="10806"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6" y="5068"/>
                </a:cubicBezTo>
                <a:cubicBezTo>
                  <a:pt x="10933" y="5068"/>
                  <a:pt x="11060" y="5114"/>
                  <a:pt x="11188" y="5204"/>
                </a:cubicBezTo>
                <a:lnTo>
                  <a:pt x="15881" y="9880"/>
                </a:lnTo>
                <a:cubicBezTo>
                  <a:pt x="16059" y="10041"/>
                  <a:pt x="16104" y="10239"/>
                  <a:pt x="16017" y="10462"/>
                </a:cubicBezTo>
                <a:cubicBezTo>
                  <a:pt x="15926" y="10688"/>
                  <a:pt x="15760" y="10801"/>
                  <a:pt x="15514" y="10801"/>
                </a:cubicBezTo>
                <a:lnTo>
                  <a:pt x="12688" y="10801"/>
                </a:lnTo>
                <a:lnTo>
                  <a:pt x="12688" y="15667"/>
                </a:lnTo>
                <a:cubicBezTo>
                  <a:pt x="12688" y="15812"/>
                  <a:pt x="12634" y="15936"/>
                  <a:pt x="12530" y="16037"/>
                </a:cubicBezTo>
                <a:cubicBezTo>
                  <a:pt x="12428" y="16145"/>
                  <a:pt x="12304" y="16196"/>
                  <a:pt x="12163" y="16196"/>
                </a:cubicBezTo>
                <a:lnTo>
                  <a:pt x="9437" y="16196"/>
                </a:lnTo>
                <a:cubicBezTo>
                  <a:pt x="9293" y="16196"/>
                  <a:pt x="9169" y="16147"/>
                  <a:pt x="9064" y="16046"/>
                </a:cubicBezTo>
                <a:cubicBezTo>
                  <a:pt x="8963" y="15947"/>
                  <a:pt x="8909" y="15820"/>
                  <a:pt x="8909" y="15668"/>
                </a:cubicBezTo>
                <a:lnTo>
                  <a:pt x="8909" y="10801"/>
                </a:lnTo>
                <a:lnTo>
                  <a:pt x="6097" y="10801"/>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6" name="Shape 7376"/>
          <p:cNvSpPr/>
          <p:nvPr/>
        </p:nvSpPr>
        <p:spPr>
          <a:xfrm>
            <a:off x="1126498" y="8054186"/>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40" y="11871"/>
                </a:moveTo>
                <a:cubicBezTo>
                  <a:pt x="21268" y="11871"/>
                  <a:pt x="21375" y="11921"/>
                  <a:pt x="21463" y="12024"/>
                </a:cubicBezTo>
                <a:cubicBezTo>
                  <a:pt x="21554" y="12130"/>
                  <a:pt x="21600" y="12262"/>
                  <a:pt x="21600" y="12418"/>
                </a:cubicBezTo>
                <a:lnTo>
                  <a:pt x="21600" y="21054"/>
                </a:lnTo>
                <a:cubicBezTo>
                  <a:pt x="21600" y="21419"/>
                  <a:pt x="21449" y="21600"/>
                  <a:pt x="21140" y="21600"/>
                </a:cubicBezTo>
                <a:lnTo>
                  <a:pt x="457" y="21600"/>
                </a:lnTo>
                <a:cubicBezTo>
                  <a:pt x="154" y="21600"/>
                  <a:pt x="0" y="21418"/>
                  <a:pt x="0" y="21054"/>
                </a:cubicBezTo>
                <a:lnTo>
                  <a:pt x="0" y="12418"/>
                </a:lnTo>
                <a:cubicBezTo>
                  <a:pt x="0" y="12268"/>
                  <a:pt x="46" y="12139"/>
                  <a:pt x="134" y="12030"/>
                </a:cubicBezTo>
                <a:cubicBezTo>
                  <a:pt x="225" y="11924"/>
                  <a:pt x="332" y="11871"/>
                  <a:pt x="457" y="11871"/>
                </a:cubicBezTo>
                <a:lnTo>
                  <a:pt x="3143" y="11871"/>
                </a:lnTo>
                <a:cubicBezTo>
                  <a:pt x="3267" y="11871"/>
                  <a:pt x="3375" y="11921"/>
                  <a:pt x="3466" y="12024"/>
                </a:cubicBezTo>
                <a:cubicBezTo>
                  <a:pt x="3554" y="12130"/>
                  <a:pt x="3600" y="12262"/>
                  <a:pt x="3600" y="12417"/>
                </a:cubicBezTo>
                <a:lnTo>
                  <a:pt x="3600" y="17282"/>
                </a:lnTo>
                <a:lnTo>
                  <a:pt x="18005" y="17282"/>
                </a:lnTo>
                <a:lnTo>
                  <a:pt x="18005" y="12417"/>
                </a:lnTo>
                <a:cubicBezTo>
                  <a:pt x="18005" y="12268"/>
                  <a:pt x="18051" y="12138"/>
                  <a:pt x="18139" y="12030"/>
                </a:cubicBezTo>
                <a:cubicBezTo>
                  <a:pt x="18230" y="11924"/>
                  <a:pt x="18338" y="11871"/>
                  <a:pt x="18462" y="11871"/>
                </a:cubicBezTo>
                <a:lnTo>
                  <a:pt x="21140" y="11871"/>
                </a:lnTo>
                <a:close/>
                <a:moveTo>
                  <a:pt x="17380" y="7426"/>
                </a:moveTo>
                <a:cubicBezTo>
                  <a:pt x="17559" y="7640"/>
                  <a:pt x="17620" y="7822"/>
                  <a:pt x="17562" y="7969"/>
                </a:cubicBezTo>
                <a:cubicBezTo>
                  <a:pt x="17503" y="8110"/>
                  <a:pt x="17351" y="8187"/>
                  <a:pt x="17109" y="8187"/>
                </a:cubicBezTo>
                <a:lnTo>
                  <a:pt x="13510" y="8187"/>
                </a:lnTo>
                <a:lnTo>
                  <a:pt x="13510" y="15202"/>
                </a:lnTo>
                <a:cubicBezTo>
                  <a:pt x="13510" y="15514"/>
                  <a:pt x="13422" y="15772"/>
                  <a:pt x="13248" y="15984"/>
                </a:cubicBezTo>
                <a:cubicBezTo>
                  <a:pt x="13072" y="16195"/>
                  <a:pt x="12857" y="16301"/>
                  <a:pt x="12597" y="16301"/>
                </a:cubicBezTo>
                <a:lnTo>
                  <a:pt x="8998" y="16301"/>
                </a:lnTo>
                <a:cubicBezTo>
                  <a:pt x="8741" y="16301"/>
                  <a:pt x="8528" y="16195"/>
                  <a:pt x="8359" y="15984"/>
                </a:cubicBezTo>
                <a:cubicBezTo>
                  <a:pt x="8190" y="15772"/>
                  <a:pt x="8104" y="15514"/>
                  <a:pt x="8104" y="15202"/>
                </a:cubicBezTo>
                <a:lnTo>
                  <a:pt x="8104" y="8187"/>
                </a:lnTo>
                <a:lnTo>
                  <a:pt x="4506" y="8187"/>
                </a:lnTo>
                <a:cubicBezTo>
                  <a:pt x="4251" y="8187"/>
                  <a:pt x="4097" y="8110"/>
                  <a:pt x="4048" y="7969"/>
                </a:cubicBezTo>
                <a:cubicBezTo>
                  <a:pt x="4002" y="7822"/>
                  <a:pt x="4065" y="7640"/>
                  <a:pt x="4237" y="7426"/>
                </a:cubicBezTo>
                <a:lnTo>
                  <a:pt x="10141" y="323"/>
                </a:lnTo>
                <a:cubicBezTo>
                  <a:pt x="10320" y="108"/>
                  <a:pt x="10538" y="0"/>
                  <a:pt x="10795" y="0"/>
                </a:cubicBezTo>
                <a:cubicBezTo>
                  <a:pt x="11050" y="0"/>
                  <a:pt x="11263" y="108"/>
                  <a:pt x="11444" y="323"/>
                </a:cubicBezTo>
                <a:lnTo>
                  <a:pt x="17380" y="7426"/>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7" name="Shape 7377"/>
          <p:cNvSpPr/>
          <p:nvPr/>
        </p:nvSpPr>
        <p:spPr>
          <a:xfrm>
            <a:off x="2324910" y="8054186"/>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2" y="10893"/>
                  <a:pt x="14583" y="10936"/>
                  <a:pt x="15044" y="10993"/>
                </a:cubicBezTo>
                <a:cubicBezTo>
                  <a:pt x="15501" y="11045"/>
                  <a:pt x="15979" y="11106"/>
                  <a:pt x="16478" y="11169"/>
                </a:cubicBezTo>
                <a:cubicBezTo>
                  <a:pt x="16973" y="11235"/>
                  <a:pt x="17437" y="11301"/>
                  <a:pt x="17869" y="11370"/>
                </a:cubicBezTo>
                <a:cubicBezTo>
                  <a:pt x="18298" y="11440"/>
                  <a:pt x="18611" y="11503"/>
                  <a:pt x="18804" y="11555"/>
                </a:cubicBezTo>
                <a:cubicBezTo>
                  <a:pt x="19124" y="11647"/>
                  <a:pt x="19452" y="11843"/>
                  <a:pt x="19778" y="12134"/>
                </a:cubicBezTo>
                <a:cubicBezTo>
                  <a:pt x="20103" y="12430"/>
                  <a:pt x="20405" y="12770"/>
                  <a:pt x="20679" y="13153"/>
                </a:cubicBezTo>
                <a:cubicBezTo>
                  <a:pt x="20955" y="13539"/>
                  <a:pt x="21177" y="13936"/>
                  <a:pt x="21344" y="14353"/>
                </a:cubicBezTo>
                <a:cubicBezTo>
                  <a:pt x="21517" y="14762"/>
                  <a:pt x="21600" y="15139"/>
                  <a:pt x="21600" y="15482"/>
                </a:cubicBezTo>
                <a:lnTo>
                  <a:pt x="21600" y="20814"/>
                </a:lnTo>
                <a:cubicBezTo>
                  <a:pt x="21508" y="20855"/>
                  <a:pt x="21408" y="20915"/>
                  <a:pt x="21292" y="21007"/>
                </a:cubicBezTo>
                <a:cubicBezTo>
                  <a:pt x="21177" y="21102"/>
                  <a:pt x="21053" y="21189"/>
                  <a:pt x="20921" y="21278"/>
                </a:cubicBezTo>
                <a:cubicBezTo>
                  <a:pt x="20786" y="21364"/>
                  <a:pt x="20659" y="21442"/>
                  <a:pt x="20541" y="21505"/>
                </a:cubicBezTo>
                <a:cubicBezTo>
                  <a:pt x="20420" y="21572"/>
                  <a:pt x="20319" y="21600"/>
                  <a:pt x="20238" y="21600"/>
                </a:cubicBezTo>
                <a:lnTo>
                  <a:pt x="1350" y="21600"/>
                </a:lnTo>
                <a:cubicBezTo>
                  <a:pt x="1028" y="21600"/>
                  <a:pt x="786" y="21503"/>
                  <a:pt x="619" y="21304"/>
                </a:cubicBezTo>
                <a:cubicBezTo>
                  <a:pt x="452" y="21108"/>
                  <a:pt x="247" y="20944"/>
                  <a:pt x="0" y="20814"/>
                </a:cubicBezTo>
                <a:lnTo>
                  <a:pt x="0" y="15482"/>
                </a:lnTo>
                <a:cubicBezTo>
                  <a:pt x="0" y="15139"/>
                  <a:pt x="83" y="14762"/>
                  <a:pt x="253" y="14353"/>
                </a:cubicBezTo>
                <a:cubicBezTo>
                  <a:pt x="426" y="13936"/>
                  <a:pt x="645" y="13544"/>
                  <a:pt x="915" y="13167"/>
                </a:cubicBezTo>
                <a:cubicBezTo>
                  <a:pt x="1186" y="12790"/>
                  <a:pt x="1485" y="12450"/>
                  <a:pt x="1817" y="12145"/>
                </a:cubicBezTo>
                <a:cubicBezTo>
                  <a:pt x="2145" y="11846"/>
                  <a:pt x="2473" y="11644"/>
                  <a:pt x="2796" y="11552"/>
                </a:cubicBezTo>
                <a:cubicBezTo>
                  <a:pt x="2960" y="11500"/>
                  <a:pt x="3262" y="11437"/>
                  <a:pt x="3703" y="11368"/>
                </a:cubicBezTo>
                <a:cubicBezTo>
                  <a:pt x="4143" y="11298"/>
                  <a:pt x="4616" y="11232"/>
                  <a:pt x="5117" y="11166"/>
                </a:cubicBezTo>
                <a:cubicBezTo>
                  <a:pt x="5618" y="11103"/>
                  <a:pt x="6096" y="11042"/>
                  <a:pt x="6556" y="10991"/>
                </a:cubicBezTo>
                <a:cubicBezTo>
                  <a:pt x="7014" y="10933"/>
                  <a:pt x="7368" y="10890"/>
                  <a:pt x="7616" y="10849"/>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2" y="0"/>
                  <a:pt x="12348" y="158"/>
                  <a:pt x="13062" y="472"/>
                </a:cubicBezTo>
                <a:cubicBezTo>
                  <a:pt x="13779" y="783"/>
                  <a:pt x="14407" y="1209"/>
                  <a:pt x="14943" y="1744"/>
                </a:cubicBezTo>
                <a:cubicBezTo>
                  <a:pt x="15481" y="2283"/>
                  <a:pt x="15902" y="2908"/>
                  <a:pt x="16210" y="3619"/>
                </a:cubicBezTo>
                <a:cubicBezTo>
                  <a:pt x="16515" y="4330"/>
                  <a:pt x="16671" y="5093"/>
                  <a:pt x="16671" y="5899"/>
                </a:cubicBezTo>
                <a:cubicBezTo>
                  <a:pt x="16671" y="6904"/>
                  <a:pt x="16432" y="7843"/>
                  <a:pt x="15954" y="8721"/>
                </a:cubicBezTo>
                <a:cubicBezTo>
                  <a:pt x="15490" y="9599"/>
                  <a:pt x="14828" y="10310"/>
                  <a:pt x="13981" y="1085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8" name="Shape 7378"/>
          <p:cNvSpPr/>
          <p:nvPr/>
        </p:nvSpPr>
        <p:spPr>
          <a:xfrm>
            <a:off x="3585109" y="8056015"/>
            <a:ext cx="466894"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25" y="12335"/>
                </a:moveTo>
                <a:cubicBezTo>
                  <a:pt x="18525" y="12042"/>
                  <a:pt x="18466" y="11751"/>
                  <a:pt x="18354" y="11463"/>
                </a:cubicBezTo>
                <a:cubicBezTo>
                  <a:pt x="18739" y="11498"/>
                  <a:pt x="19127" y="11657"/>
                  <a:pt x="19521" y="11939"/>
                </a:cubicBezTo>
                <a:cubicBezTo>
                  <a:pt x="19914" y="12221"/>
                  <a:pt x="20264" y="12559"/>
                  <a:pt x="20566" y="12952"/>
                </a:cubicBezTo>
                <a:cubicBezTo>
                  <a:pt x="20872" y="13343"/>
                  <a:pt x="21119" y="13769"/>
                  <a:pt x="21313" y="14215"/>
                </a:cubicBezTo>
                <a:cubicBezTo>
                  <a:pt x="21504" y="14668"/>
                  <a:pt x="21600" y="15082"/>
                  <a:pt x="21600" y="15467"/>
                </a:cubicBezTo>
                <a:lnTo>
                  <a:pt x="21600" y="20799"/>
                </a:lnTo>
                <a:cubicBezTo>
                  <a:pt x="21509" y="20854"/>
                  <a:pt x="21404" y="20925"/>
                  <a:pt x="21286" y="21010"/>
                </a:cubicBezTo>
                <a:cubicBezTo>
                  <a:pt x="21172" y="21095"/>
                  <a:pt x="21051" y="21180"/>
                  <a:pt x="20931" y="21271"/>
                </a:cubicBezTo>
                <a:cubicBezTo>
                  <a:pt x="20804" y="21360"/>
                  <a:pt x="20684" y="21436"/>
                  <a:pt x="20555" y="21504"/>
                </a:cubicBezTo>
                <a:cubicBezTo>
                  <a:pt x="20428" y="21565"/>
                  <a:pt x="20329" y="21600"/>
                  <a:pt x="20252" y="21600"/>
                </a:cubicBezTo>
                <a:lnTo>
                  <a:pt x="1348" y="21600"/>
                </a:lnTo>
                <a:cubicBezTo>
                  <a:pt x="1022" y="21600"/>
                  <a:pt x="778" y="21504"/>
                  <a:pt x="616" y="21313"/>
                </a:cubicBezTo>
                <a:cubicBezTo>
                  <a:pt x="458" y="21119"/>
                  <a:pt x="252" y="20948"/>
                  <a:pt x="0" y="20799"/>
                </a:cubicBezTo>
                <a:lnTo>
                  <a:pt x="0" y="15467"/>
                </a:lnTo>
                <a:cubicBezTo>
                  <a:pt x="0" y="15103"/>
                  <a:pt x="93" y="14694"/>
                  <a:pt x="287" y="14245"/>
                </a:cubicBezTo>
                <a:cubicBezTo>
                  <a:pt x="478" y="13795"/>
                  <a:pt x="734" y="13372"/>
                  <a:pt x="1054" y="12979"/>
                </a:cubicBezTo>
                <a:cubicBezTo>
                  <a:pt x="1371" y="12588"/>
                  <a:pt x="1724" y="12241"/>
                  <a:pt x="2100" y="11953"/>
                </a:cubicBezTo>
                <a:cubicBezTo>
                  <a:pt x="2482" y="11663"/>
                  <a:pt x="2864" y="11498"/>
                  <a:pt x="3248" y="11463"/>
                </a:cubicBezTo>
                <a:cubicBezTo>
                  <a:pt x="2919" y="12012"/>
                  <a:pt x="2761" y="12617"/>
                  <a:pt x="2770" y="13275"/>
                </a:cubicBezTo>
                <a:cubicBezTo>
                  <a:pt x="2770" y="13831"/>
                  <a:pt x="2843" y="14412"/>
                  <a:pt x="2996" y="15020"/>
                </a:cubicBezTo>
                <a:cubicBezTo>
                  <a:pt x="3146" y="15628"/>
                  <a:pt x="3425" y="16128"/>
                  <a:pt x="3824" y="16512"/>
                </a:cubicBezTo>
                <a:cubicBezTo>
                  <a:pt x="3654" y="16856"/>
                  <a:pt x="3572" y="17209"/>
                  <a:pt x="3572" y="17564"/>
                </a:cubicBezTo>
                <a:cubicBezTo>
                  <a:pt x="3572" y="18237"/>
                  <a:pt x="3804" y="18812"/>
                  <a:pt x="4277" y="19280"/>
                </a:cubicBezTo>
                <a:cubicBezTo>
                  <a:pt x="4741" y="19747"/>
                  <a:pt x="5317" y="19982"/>
                  <a:pt x="5992" y="19982"/>
                </a:cubicBezTo>
                <a:cubicBezTo>
                  <a:pt x="6336" y="19982"/>
                  <a:pt x="6659" y="19923"/>
                  <a:pt x="6953" y="19799"/>
                </a:cubicBezTo>
                <a:cubicBezTo>
                  <a:pt x="7249" y="19679"/>
                  <a:pt x="7505" y="19506"/>
                  <a:pt x="7725" y="19288"/>
                </a:cubicBezTo>
                <a:cubicBezTo>
                  <a:pt x="7949" y="19068"/>
                  <a:pt x="8122" y="18807"/>
                  <a:pt x="8248" y="18507"/>
                </a:cubicBezTo>
                <a:cubicBezTo>
                  <a:pt x="8375" y="18207"/>
                  <a:pt x="8436" y="17893"/>
                  <a:pt x="8436" y="17564"/>
                </a:cubicBezTo>
                <a:cubicBezTo>
                  <a:pt x="8436" y="17238"/>
                  <a:pt x="8375" y="16924"/>
                  <a:pt x="8248" y="16630"/>
                </a:cubicBezTo>
                <a:cubicBezTo>
                  <a:pt x="8122" y="16333"/>
                  <a:pt x="7949" y="16075"/>
                  <a:pt x="7725" y="15857"/>
                </a:cubicBezTo>
                <a:cubicBezTo>
                  <a:pt x="7505" y="15634"/>
                  <a:pt x="7249" y="15455"/>
                  <a:pt x="6953" y="15320"/>
                </a:cubicBezTo>
                <a:cubicBezTo>
                  <a:pt x="6656" y="15185"/>
                  <a:pt x="6336" y="15117"/>
                  <a:pt x="5992" y="15117"/>
                </a:cubicBezTo>
                <a:cubicBezTo>
                  <a:pt x="5819" y="15117"/>
                  <a:pt x="5648" y="15141"/>
                  <a:pt x="5475" y="15185"/>
                </a:cubicBezTo>
                <a:cubicBezTo>
                  <a:pt x="5299" y="15235"/>
                  <a:pt x="5137" y="15299"/>
                  <a:pt x="4976" y="15385"/>
                </a:cubicBezTo>
                <a:cubicBezTo>
                  <a:pt x="4864" y="15273"/>
                  <a:pt x="4770" y="15129"/>
                  <a:pt x="4694" y="14947"/>
                </a:cubicBezTo>
                <a:cubicBezTo>
                  <a:pt x="4620" y="14771"/>
                  <a:pt x="4556" y="14580"/>
                  <a:pt x="4506" y="14377"/>
                </a:cubicBezTo>
                <a:cubicBezTo>
                  <a:pt x="4453" y="14177"/>
                  <a:pt x="4418" y="13980"/>
                  <a:pt x="4403" y="13795"/>
                </a:cubicBezTo>
                <a:cubicBezTo>
                  <a:pt x="4379" y="13607"/>
                  <a:pt x="4371" y="13437"/>
                  <a:pt x="4371" y="13275"/>
                </a:cubicBezTo>
                <a:cubicBezTo>
                  <a:pt x="4371" y="12835"/>
                  <a:pt x="4503" y="12432"/>
                  <a:pt x="4764" y="12065"/>
                </a:cubicBezTo>
                <a:cubicBezTo>
                  <a:pt x="5029" y="11701"/>
                  <a:pt x="5317" y="11387"/>
                  <a:pt x="5637" y="11125"/>
                </a:cubicBezTo>
                <a:lnTo>
                  <a:pt x="7634" y="10828"/>
                </a:lnTo>
                <a:cubicBezTo>
                  <a:pt x="6774" y="10290"/>
                  <a:pt x="6104" y="9588"/>
                  <a:pt x="5631" y="8709"/>
                </a:cubicBezTo>
                <a:cubicBezTo>
                  <a:pt x="5158" y="7834"/>
                  <a:pt x="4920" y="6888"/>
                  <a:pt x="4920" y="5878"/>
                </a:cubicBezTo>
                <a:cubicBezTo>
                  <a:pt x="4920" y="5070"/>
                  <a:pt x="5076" y="4312"/>
                  <a:pt x="5384" y="3598"/>
                </a:cubicBezTo>
                <a:cubicBezTo>
                  <a:pt x="5693" y="2887"/>
                  <a:pt x="6118" y="2265"/>
                  <a:pt x="6650" y="1727"/>
                </a:cubicBezTo>
                <a:cubicBezTo>
                  <a:pt x="7188" y="1195"/>
                  <a:pt x="7810" y="772"/>
                  <a:pt x="8521" y="464"/>
                </a:cubicBezTo>
                <a:cubicBezTo>
                  <a:pt x="9235" y="152"/>
                  <a:pt x="9993" y="0"/>
                  <a:pt x="10799" y="0"/>
                </a:cubicBezTo>
                <a:cubicBezTo>
                  <a:pt x="11604" y="0"/>
                  <a:pt x="12365" y="152"/>
                  <a:pt x="13079" y="464"/>
                </a:cubicBezTo>
                <a:cubicBezTo>
                  <a:pt x="13789" y="772"/>
                  <a:pt x="14412" y="1195"/>
                  <a:pt x="14950" y="1727"/>
                </a:cubicBezTo>
                <a:cubicBezTo>
                  <a:pt x="15484" y="2264"/>
                  <a:pt x="15907" y="2887"/>
                  <a:pt x="16216" y="3598"/>
                </a:cubicBezTo>
                <a:cubicBezTo>
                  <a:pt x="16524" y="4312"/>
                  <a:pt x="16677" y="5070"/>
                  <a:pt x="16677" y="5878"/>
                </a:cubicBezTo>
                <a:cubicBezTo>
                  <a:pt x="16677" y="6900"/>
                  <a:pt x="16442" y="7846"/>
                  <a:pt x="15969" y="8718"/>
                </a:cubicBezTo>
                <a:cubicBezTo>
                  <a:pt x="15496" y="9591"/>
                  <a:pt x="14826" y="10290"/>
                  <a:pt x="13963" y="10828"/>
                </a:cubicBezTo>
                <a:lnTo>
                  <a:pt x="16187" y="11152"/>
                </a:lnTo>
                <a:cubicBezTo>
                  <a:pt x="16357" y="11301"/>
                  <a:pt x="16516" y="11475"/>
                  <a:pt x="16671" y="11663"/>
                </a:cubicBezTo>
                <a:cubicBezTo>
                  <a:pt x="16827" y="11860"/>
                  <a:pt x="16903" y="12080"/>
                  <a:pt x="16903" y="12335"/>
                </a:cubicBezTo>
                <a:cubicBezTo>
                  <a:pt x="16903" y="12753"/>
                  <a:pt x="16818" y="13114"/>
                  <a:pt x="16651" y="13416"/>
                </a:cubicBezTo>
                <a:cubicBezTo>
                  <a:pt x="16098" y="13105"/>
                  <a:pt x="15529" y="12958"/>
                  <a:pt x="14950" y="12967"/>
                </a:cubicBezTo>
                <a:cubicBezTo>
                  <a:pt x="14524" y="12967"/>
                  <a:pt x="14119" y="13046"/>
                  <a:pt x="13725" y="13208"/>
                </a:cubicBezTo>
                <a:cubicBezTo>
                  <a:pt x="13331" y="13363"/>
                  <a:pt x="12973" y="13581"/>
                  <a:pt x="12644" y="13851"/>
                </a:cubicBezTo>
                <a:cubicBezTo>
                  <a:pt x="12585" y="13830"/>
                  <a:pt x="12535" y="13822"/>
                  <a:pt x="12488" y="13810"/>
                </a:cubicBezTo>
                <a:cubicBezTo>
                  <a:pt x="12438" y="13801"/>
                  <a:pt x="12388" y="13795"/>
                  <a:pt x="12332" y="13795"/>
                </a:cubicBezTo>
                <a:cubicBezTo>
                  <a:pt x="11892" y="13795"/>
                  <a:pt x="11507" y="13954"/>
                  <a:pt x="11178" y="14274"/>
                </a:cubicBezTo>
                <a:cubicBezTo>
                  <a:pt x="10849" y="14591"/>
                  <a:pt x="10684" y="14973"/>
                  <a:pt x="10684" y="15414"/>
                </a:cubicBezTo>
                <a:cubicBezTo>
                  <a:pt x="10684" y="15852"/>
                  <a:pt x="10849" y="16231"/>
                  <a:pt x="11169" y="16545"/>
                </a:cubicBezTo>
                <a:cubicBezTo>
                  <a:pt x="11492" y="16859"/>
                  <a:pt x="11880" y="17015"/>
                  <a:pt x="12332" y="17015"/>
                </a:cubicBezTo>
                <a:cubicBezTo>
                  <a:pt x="12770" y="17015"/>
                  <a:pt x="13149" y="16859"/>
                  <a:pt x="13463" y="16545"/>
                </a:cubicBezTo>
                <a:cubicBezTo>
                  <a:pt x="13778" y="16231"/>
                  <a:pt x="13936" y="15852"/>
                  <a:pt x="13936" y="15414"/>
                </a:cubicBezTo>
                <a:cubicBezTo>
                  <a:pt x="13936" y="15338"/>
                  <a:pt x="13925" y="15267"/>
                  <a:pt x="13907" y="15194"/>
                </a:cubicBezTo>
                <a:cubicBezTo>
                  <a:pt x="13886" y="15123"/>
                  <a:pt x="13869" y="15058"/>
                  <a:pt x="13848" y="15005"/>
                </a:cubicBezTo>
                <a:cubicBezTo>
                  <a:pt x="13998" y="14894"/>
                  <a:pt x="14163" y="14797"/>
                  <a:pt x="14348" y="14715"/>
                </a:cubicBezTo>
                <a:cubicBezTo>
                  <a:pt x="14530" y="14635"/>
                  <a:pt x="14730" y="14594"/>
                  <a:pt x="14947" y="14594"/>
                </a:cubicBezTo>
                <a:cubicBezTo>
                  <a:pt x="15461" y="14594"/>
                  <a:pt x="15908" y="14779"/>
                  <a:pt x="16281" y="15146"/>
                </a:cubicBezTo>
                <a:cubicBezTo>
                  <a:pt x="16657" y="15511"/>
                  <a:pt x="16842" y="15951"/>
                  <a:pt x="16842" y="16465"/>
                </a:cubicBezTo>
                <a:cubicBezTo>
                  <a:pt x="16842" y="16683"/>
                  <a:pt x="16804" y="16879"/>
                  <a:pt x="16730" y="17050"/>
                </a:cubicBezTo>
                <a:cubicBezTo>
                  <a:pt x="16657" y="17223"/>
                  <a:pt x="16566" y="17385"/>
                  <a:pt x="16463" y="17534"/>
                </a:cubicBezTo>
                <a:cubicBezTo>
                  <a:pt x="16228" y="17440"/>
                  <a:pt x="16019" y="17394"/>
                  <a:pt x="15828" y="17394"/>
                </a:cubicBezTo>
                <a:cubicBezTo>
                  <a:pt x="15391" y="17394"/>
                  <a:pt x="15009" y="17555"/>
                  <a:pt x="14683" y="17872"/>
                </a:cubicBezTo>
                <a:cubicBezTo>
                  <a:pt x="14359" y="18193"/>
                  <a:pt x="14198" y="18571"/>
                  <a:pt x="14198" y="19012"/>
                </a:cubicBezTo>
                <a:cubicBezTo>
                  <a:pt x="14198" y="19456"/>
                  <a:pt x="14359" y="19829"/>
                  <a:pt x="14683" y="20143"/>
                </a:cubicBezTo>
                <a:cubicBezTo>
                  <a:pt x="15006" y="20457"/>
                  <a:pt x="15388" y="20616"/>
                  <a:pt x="15828" y="20616"/>
                </a:cubicBezTo>
                <a:cubicBezTo>
                  <a:pt x="16272" y="20616"/>
                  <a:pt x="16648" y="20457"/>
                  <a:pt x="16968" y="20143"/>
                </a:cubicBezTo>
                <a:cubicBezTo>
                  <a:pt x="17288" y="19829"/>
                  <a:pt x="17447" y="19456"/>
                  <a:pt x="17447" y="19012"/>
                </a:cubicBezTo>
                <a:lnTo>
                  <a:pt x="17417" y="18956"/>
                </a:lnTo>
                <a:cubicBezTo>
                  <a:pt x="18111" y="18260"/>
                  <a:pt x="18457" y="17435"/>
                  <a:pt x="18457" y="16465"/>
                </a:cubicBezTo>
                <a:cubicBezTo>
                  <a:pt x="18457" y="15775"/>
                  <a:pt x="18266" y="15132"/>
                  <a:pt x="17882" y="14541"/>
                </a:cubicBezTo>
                <a:cubicBezTo>
                  <a:pt x="18313" y="13887"/>
                  <a:pt x="18525" y="13152"/>
                  <a:pt x="18525" y="12335"/>
                </a:cubicBezTo>
                <a:moveTo>
                  <a:pt x="6794" y="17567"/>
                </a:moveTo>
                <a:cubicBezTo>
                  <a:pt x="6794" y="17782"/>
                  <a:pt x="6721" y="17973"/>
                  <a:pt x="6571" y="18137"/>
                </a:cubicBezTo>
                <a:cubicBezTo>
                  <a:pt x="6421" y="18301"/>
                  <a:pt x="6227" y="18384"/>
                  <a:pt x="5998" y="18384"/>
                </a:cubicBezTo>
                <a:cubicBezTo>
                  <a:pt x="5781" y="18384"/>
                  <a:pt x="5590" y="18301"/>
                  <a:pt x="5434" y="18137"/>
                </a:cubicBezTo>
                <a:cubicBezTo>
                  <a:pt x="5272" y="17972"/>
                  <a:pt x="5193" y="17782"/>
                  <a:pt x="5193" y="17567"/>
                </a:cubicBezTo>
                <a:cubicBezTo>
                  <a:pt x="5193" y="17335"/>
                  <a:pt x="5272" y="17138"/>
                  <a:pt x="5434" y="16992"/>
                </a:cubicBezTo>
                <a:cubicBezTo>
                  <a:pt x="5593" y="16842"/>
                  <a:pt x="5781" y="16768"/>
                  <a:pt x="5998" y="16768"/>
                </a:cubicBezTo>
                <a:cubicBezTo>
                  <a:pt x="6227" y="16768"/>
                  <a:pt x="6424" y="16842"/>
                  <a:pt x="6571" y="16992"/>
                </a:cubicBezTo>
                <a:cubicBezTo>
                  <a:pt x="6721" y="17138"/>
                  <a:pt x="6794" y="17335"/>
                  <a:pt x="6794" y="17567"/>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79" name="Shape 7379"/>
          <p:cNvSpPr/>
          <p:nvPr/>
        </p:nvSpPr>
        <p:spPr>
          <a:xfrm>
            <a:off x="4857779" y="8056016"/>
            <a:ext cx="466895" cy="455294"/>
          </a:xfrm>
          <a:custGeom>
            <a:avLst/>
            <a:gdLst/>
            <a:ahLst/>
            <a:cxnLst>
              <a:cxn ang="0">
                <a:pos x="wd2" y="hd2"/>
              </a:cxn>
              <a:cxn ang="5400000">
                <a:pos x="wd2" y="hd2"/>
              </a:cxn>
              <a:cxn ang="10800000">
                <a:pos x="wd2" y="hd2"/>
              </a:cxn>
              <a:cxn ang="16200000">
                <a:pos x="wd2" y="hd2"/>
              </a:cxn>
            </a:cxnLst>
            <a:rect l="0" t="0" r="r" b="b"/>
            <a:pathLst>
              <a:path w="21600" h="21372" fill="norm" stroke="1" extrusionOk="0">
                <a:moveTo>
                  <a:pt x="18753" y="718"/>
                </a:moveTo>
                <a:cubicBezTo>
                  <a:pt x="19532" y="111"/>
                  <a:pt x="20207" y="-114"/>
                  <a:pt x="20761" y="54"/>
                </a:cubicBezTo>
                <a:cubicBezTo>
                  <a:pt x="21316" y="219"/>
                  <a:pt x="21600" y="737"/>
                  <a:pt x="21600" y="1596"/>
                </a:cubicBezTo>
                <a:lnTo>
                  <a:pt x="21600" y="19775"/>
                </a:lnTo>
                <a:cubicBezTo>
                  <a:pt x="21600" y="20634"/>
                  <a:pt x="21321" y="21152"/>
                  <a:pt x="20771" y="21317"/>
                </a:cubicBezTo>
                <a:cubicBezTo>
                  <a:pt x="20227" y="21486"/>
                  <a:pt x="19552" y="21264"/>
                  <a:pt x="18753" y="20653"/>
                </a:cubicBezTo>
                <a:lnTo>
                  <a:pt x="10980" y="14801"/>
                </a:lnTo>
                <a:lnTo>
                  <a:pt x="934" y="14801"/>
                </a:lnTo>
                <a:cubicBezTo>
                  <a:pt x="679" y="14801"/>
                  <a:pt x="459" y="14733"/>
                  <a:pt x="274" y="14602"/>
                </a:cubicBezTo>
                <a:cubicBezTo>
                  <a:pt x="94" y="14471"/>
                  <a:pt x="0" y="14302"/>
                  <a:pt x="0" y="14096"/>
                </a:cubicBezTo>
                <a:lnTo>
                  <a:pt x="0" y="7276"/>
                </a:lnTo>
                <a:cubicBezTo>
                  <a:pt x="0" y="7081"/>
                  <a:pt x="94" y="6916"/>
                  <a:pt x="274" y="6780"/>
                </a:cubicBezTo>
                <a:cubicBezTo>
                  <a:pt x="459" y="6642"/>
                  <a:pt x="679" y="6574"/>
                  <a:pt x="934" y="6574"/>
                </a:cubicBezTo>
                <a:lnTo>
                  <a:pt x="10980" y="6574"/>
                </a:lnTo>
                <a:lnTo>
                  <a:pt x="18753" y="71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80" name="Shape 7380"/>
          <p:cNvSpPr/>
          <p:nvPr/>
        </p:nvSpPr>
        <p:spPr>
          <a:xfrm>
            <a:off x="18940859" y="8059671"/>
            <a:ext cx="466894" cy="455305"/>
          </a:xfrm>
          <a:custGeom>
            <a:avLst/>
            <a:gdLst/>
            <a:ahLst/>
            <a:cxnLst>
              <a:cxn ang="0">
                <a:pos x="wd2" y="hd2"/>
              </a:cxn>
              <a:cxn ang="5400000">
                <a:pos x="wd2" y="hd2"/>
              </a:cxn>
              <a:cxn ang="10800000">
                <a:pos x="wd2" y="hd2"/>
              </a:cxn>
              <a:cxn ang="16200000">
                <a:pos x="wd2" y="hd2"/>
              </a:cxn>
            </a:cxnLst>
            <a:rect l="0" t="0" r="r" b="b"/>
            <a:pathLst>
              <a:path w="21600" h="21373" fill="norm" stroke="1" extrusionOk="0">
                <a:moveTo>
                  <a:pt x="13252" y="718"/>
                </a:moveTo>
                <a:cubicBezTo>
                  <a:pt x="13803" y="111"/>
                  <a:pt x="14279" y="-114"/>
                  <a:pt x="14671" y="54"/>
                </a:cubicBezTo>
                <a:cubicBezTo>
                  <a:pt x="15063" y="219"/>
                  <a:pt x="15264" y="737"/>
                  <a:pt x="15264" y="1596"/>
                </a:cubicBezTo>
                <a:lnTo>
                  <a:pt x="15264" y="19775"/>
                </a:lnTo>
                <a:cubicBezTo>
                  <a:pt x="15264" y="20634"/>
                  <a:pt x="15066" y="21152"/>
                  <a:pt x="14682" y="21320"/>
                </a:cubicBezTo>
                <a:cubicBezTo>
                  <a:pt x="14293" y="21486"/>
                  <a:pt x="13817" y="21264"/>
                  <a:pt x="13252"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2" y="718"/>
                </a:lnTo>
                <a:close/>
                <a:moveTo>
                  <a:pt x="18003" y="3322"/>
                </a:moveTo>
                <a:cubicBezTo>
                  <a:pt x="18332" y="3127"/>
                  <a:pt x="18667" y="3086"/>
                  <a:pt x="19024" y="3179"/>
                </a:cubicBezTo>
                <a:cubicBezTo>
                  <a:pt x="19380" y="3273"/>
                  <a:pt x="19655" y="3495"/>
                  <a:pt x="19839" y="3844"/>
                </a:cubicBezTo>
                <a:cubicBezTo>
                  <a:pt x="21018" y="6023"/>
                  <a:pt x="21600" y="8301"/>
                  <a:pt x="21600" y="10687"/>
                </a:cubicBezTo>
                <a:cubicBezTo>
                  <a:pt x="21600" y="13092"/>
                  <a:pt x="21018" y="15373"/>
                  <a:pt x="19839" y="17527"/>
                </a:cubicBezTo>
                <a:cubicBezTo>
                  <a:pt x="19585" y="18018"/>
                  <a:pt x="19190" y="18266"/>
                  <a:pt x="18660" y="18266"/>
                </a:cubicBezTo>
                <a:cubicBezTo>
                  <a:pt x="18438" y="18266"/>
                  <a:pt x="18215" y="18195"/>
                  <a:pt x="18000" y="18049"/>
                </a:cubicBezTo>
                <a:cubicBezTo>
                  <a:pt x="17672" y="17857"/>
                  <a:pt x="17460" y="17572"/>
                  <a:pt x="17354" y="17189"/>
                </a:cubicBezTo>
                <a:cubicBezTo>
                  <a:pt x="17255" y="16807"/>
                  <a:pt x="17290" y="16439"/>
                  <a:pt x="17474" y="16090"/>
                </a:cubicBezTo>
                <a:cubicBezTo>
                  <a:pt x="18420" y="14353"/>
                  <a:pt x="18893" y="12552"/>
                  <a:pt x="18893" y="10687"/>
                </a:cubicBezTo>
                <a:cubicBezTo>
                  <a:pt x="18893" y="8819"/>
                  <a:pt x="18416" y="7014"/>
                  <a:pt x="17474" y="5277"/>
                </a:cubicBezTo>
                <a:cubicBezTo>
                  <a:pt x="17290" y="4932"/>
                  <a:pt x="17255" y="4567"/>
                  <a:pt x="17354" y="4181"/>
                </a:cubicBezTo>
                <a:cubicBezTo>
                  <a:pt x="17460" y="3802"/>
                  <a:pt x="17675" y="3514"/>
                  <a:pt x="18003" y="332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81" name="Shape 7381"/>
          <p:cNvSpPr/>
          <p:nvPr/>
        </p:nvSpPr>
        <p:spPr>
          <a:xfrm>
            <a:off x="20155867" y="8061497"/>
            <a:ext cx="468768" cy="455304"/>
          </a:xfrm>
          <a:custGeom>
            <a:avLst/>
            <a:gdLst/>
            <a:ahLst/>
            <a:cxnLst>
              <a:cxn ang="0">
                <a:pos x="wd2" y="hd2"/>
              </a:cxn>
              <a:cxn ang="5400000">
                <a:pos x="wd2" y="hd2"/>
              </a:cxn>
              <a:cxn ang="10800000">
                <a:pos x="wd2" y="hd2"/>
              </a:cxn>
              <a:cxn ang="16200000">
                <a:pos x="wd2" y="hd2"/>
              </a:cxn>
            </a:cxnLst>
            <a:rect l="0" t="0" r="r" b="b"/>
            <a:pathLst>
              <a:path w="21600" h="21569" fill="norm" stroke="1" extrusionOk="0">
                <a:moveTo>
                  <a:pt x="8834" y="3281"/>
                </a:moveTo>
                <a:cubicBezTo>
                  <a:pt x="9202" y="2821"/>
                  <a:pt x="9519" y="2655"/>
                  <a:pt x="9780" y="2779"/>
                </a:cubicBezTo>
                <a:cubicBezTo>
                  <a:pt x="10042" y="2906"/>
                  <a:pt x="10176" y="3295"/>
                  <a:pt x="10176" y="3941"/>
                </a:cubicBezTo>
                <a:lnTo>
                  <a:pt x="10176" y="17610"/>
                </a:lnTo>
                <a:cubicBezTo>
                  <a:pt x="10176" y="18259"/>
                  <a:pt x="10044" y="18646"/>
                  <a:pt x="9788" y="18770"/>
                </a:cubicBezTo>
                <a:cubicBezTo>
                  <a:pt x="9529" y="18897"/>
                  <a:pt x="9211" y="18733"/>
                  <a:pt x="8834" y="18270"/>
                </a:cubicBezTo>
                <a:lnTo>
                  <a:pt x="5172" y="13869"/>
                </a:lnTo>
                <a:lnTo>
                  <a:pt x="440" y="13869"/>
                </a:lnTo>
                <a:cubicBezTo>
                  <a:pt x="320" y="13869"/>
                  <a:pt x="218" y="13818"/>
                  <a:pt x="129" y="13720"/>
                </a:cubicBezTo>
                <a:cubicBezTo>
                  <a:pt x="44" y="13624"/>
                  <a:pt x="0" y="13497"/>
                  <a:pt x="0" y="13342"/>
                </a:cubicBezTo>
                <a:lnTo>
                  <a:pt x="0" y="8210"/>
                </a:lnTo>
                <a:cubicBezTo>
                  <a:pt x="0" y="8066"/>
                  <a:pt x="44" y="7942"/>
                  <a:pt x="129" y="7838"/>
                </a:cubicBezTo>
                <a:cubicBezTo>
                  <a:pt x="218" y="7736"/>
                  <a:pt x="320" y="7685"/>
                  <a:pt x="440" y="7685"/>
                </a:cubicBezTo>
                <a:lnTo>
                  <a:pt x="5172" y="7685"/>
                </a:lnTo>
                <a:lnTo>
                  <a:pt x="8834" y="3281"/>
                </a:lnTo>
                <a:close/>
                <a:moveTo>
                  <a:pt x="12003" y="5239"/>
                </a:moveTo>
                <a:cubicBezTo>
                  <a:pt x="12222" y="5095"/>
                  <a:pt x="12446" y="5061"/>
                  <a:pt x="12683" y="5132"/>
                </a:cubicBezTo>
                <a:cubicBezTo>
                  <a:pt x="12921" y="5205"/>
                  <a:pt x="13105" y="5369"/>
                  <a:pt x="13229" y="5631"/>
                </a:cubicBezTo>
                <a:cubicBezTo>
                  <a:pt x="14011" y="7270"/>
                  <a:pt x="14401" y="8983"/>
                  <a:pt x="14401" y="10774"/>
                </a:cubicBezTo>
                <a:cubicBezTo>
                  <a:pt x="14401" y="12588"/>
                  <a:pt x="14011" y="14301"/>
                  <a:pt x="13229" y="15920"/>
                </a:cubicBezTo>
                <a:cubicBezTo>
                  <a:pt x="13057" y="16290"/>
                  <a:pt x="12794" y="16476"/>
                  <a:pt x="12441" y="16476"/>
                </a:cubicBezTo>
                <a:cubicBezTo>
                  <a:pt x="12293" y="16476"/>
                  <a:pt x="12144" y="16423"/>
                  <a:pt x="12001" y="16313"/>
                </a:cubicBezTo>
                <a:cubicBezTo>
                  <a:pt x="11782" y="16169"/>
                  <a:pt x="11641" y="15954"/>
                  <a:pt x="11572" y="15666"/>
                </a:cubicBezTo>
                <a:cubicBezTo>
                  <a:pt x="11504" y="15376"/>
                  <a:pt x="11530" y="15102"/>
                  <a:pt x="11650" y="14843"/>
                </a:cubicBezTo>
                <a:cubicBezTo>
                  <a:pt x="12281" y="13536"/>
                  <a:pt x="12596" y="12179"/>
                  <a:pt x="12596" y="10774"/>
                </a:cubicBezTo>
                <a:cubicBezTo>
                  <a:pt x="12596" y="9372"/>
                  <a:pt x="12278" y="8018"/>
                  <a:pt x="11650" y="6712"/>
                </a:cubicBezTo>
                <a:cubicBezTo>
                  <a:pt x="11530" y="6449"/>
                  <a:pt x="11504" y="6173"/>
                  <a:pt x="11572" y="5888"/>
                </a:cubicBezTo>
                <a:cubicBezTo>
                  <a:pt x="11643" y="5600"/>
                  <a:pt x="11784" y="5383"/>
                  <a:pt x="12003" y="5239"/>
                </a:cubicBezTo>
                <a:moveTo>
                  <a:pt x="16138" y="3038"/>
                </a:moveTo>
                <a:cubicBezTo>
                  <a:pt x="16755" y="4218"/>
                  <a:pt x="17218" y="5456"/>
                  <a:pt x="17529" y="6751"/>
                </a:cubicBezTo>
                <a:cubicBezTo>
                  <a:pt x="17842" y="8046"/>
                  <a:pt x="17997" y="9392"/>
                  <a:pt x="17997" y="10774"/>
                </a:cubicBezTo>
                <a:cubicBezTo>
                  <a:pt x="17997" y="13559"/>
                  <a:pt x="17369" y="16140"/>
                  <a:pt x="16115" y="18516"/>
                </a:cubicBezTo>
                <a:cubicBezTo>
                  <a:pt x="16039" y="18677"/>
                  <a:pt x="15931" y="18804"/>
                  <a:pt x="15787" y="18886"/>
                </a:cubicBezTo>
                <a:cubicBezTo>
                  <a:pt x="15644" y="18976"/>
                  <a:pt x="15505" y="19015"/>
                  <a:pt x="15371" y="19015"/>
                </a:cubicBezTo>
                <a:cubicBezTo>
                  <a:pt x="15183" y="19015"/>
                  <a:pt x="15023" y="18962"/>
                  <a:pt x="14886" y="18855"/>
                </a:cubicBezTo>
                <a:cubicBezTo>
                  <a:pt x="14667" y="18711"/>
                  <a:pt x="14535" y="18490"/>
                  <a:pt x="14479" y="18192"/>
                </a:cubicBezTo>
                <a:cubicBezTo>
                  <a:pt x="14427" y="17895"/>
                  <a:pt x="14467" y="17616"/>
                  <a:pt x="14604" y="17354"/>
                </a:cubicBezTo>
                <a:cubicBezTo>
                  <a:pt x="15663" y="15328"/>
                  <a:pt x="16197" y="13136"/>
                  <a:pt x="16204" y="10775"/>
                </a:cubicBezTo>
                <a:cubicBezTo>
                  <a:pt x="16204" y="8416"/>
                  <a:pt x="15670" y="6224"/>
                  <a:pt x="14604" y="4198"/>
                </a:cubicBezTo>
                <a:cubicBezTo>
                  <a:pt x="14467" y="3936"/>
                  <a:pt x="14427" y="3659"/>
                  <a:pt x="14479" y="3363"/>
                </a:cubicBezTo>
                <a:cubicBezTo>
                  <a:pt x="14533" y="3067"/>
                  <a:pt x="14667" y="2847"/>
                  <a:pt x="14886" y="2700"/>
                </a:cubicBezTo>
                <a:cubicBezTo>
                  <a:pt x="15105" y="2536"/>
                  <a:pt x="15331" y="2488"/>
                  <a:pt x="15573" y="2551"/>
                </a:cubicBezTo>
                <a:cubicBezTo>
                  <a:pt x="15813" y="2615"/>
                  <a:pt x="16002" y="2776"/>
                  <a:pt x="16138" y="3038"/>
                </a:cubicBezTo>
                <a:moveTo>
                  <a:pt x="19000" y="460"/>
                </a:moveTo>
                <a:cubicBezTo>
                  <a:pt x="19864" y="2026"/>
                  <a:pt x="20518" y="3676"/>
                  <a:pt x="20949" y="5408"/>
                </a:cubicBezTo>
                <a:cubicBezTo>
                  <a:pt x="21386" y="7141"/>
                  <a:pt x="21600" y="8929"/>
                  <a:pt x="21600" y="10774"/>
                </a:cubicBezTo>
                <a:cubicBezTo>
                  <a:pt x="21600" y="12622"/>
                  <a:pt x="21382" y="14411"/>
                  <a:pt x="20944" y="16146"/>
                </a:cubicBezTo>
                <a:cubicBezTo>
                  <a:pt x="20501" y="17878"/>
                  <a:pt x="19857" y="19520"/>
                  <a:pt x="19000" y="21069"/>
                </a:cubicBezTo>
                <a:cubicBezTo>
                  <a:pt x="18925" y="21230"/>
                  <a:pt x="18816" y="21354"/>
                  <a:pt x="18673" y="21442"/>
                </a:cubicBezTo>
                <a:cubicBezTo>
                  <a:pt x="18529" y="21526"/>
                  <a:pt x="18390" y="21569"/>
                  <a:pt x="18254" y="21569"/>
                </a:cubicBezTo>
                <a:cubicBezTo>
                  <a:pt x="18068" y="21569"/>
                  <a:pt x="17899" y="21509"/>
                  <a:pt x="17748" y="21394"/>
                </a:cubicBezTo>
                <a:cubicBezTo>
                  <a:pt x="17529" y="21230"/>
                  <a:pt x="17400" y="21001"/>
                  <a:pt x="17353" y="20705"/>
                </a:cubicBezTo>
                <a:cubicBezTo>
                  <a:pt x="17308" y="20406"/>
                  <a:pt x="17353" y="20144"/>
                  <a:pt x="17489" y="19907"/>
                </a:cubicBezTo>
                <a:cubicBezTo>
                  <a:pt x="18240" y="18519"/>
                  <a:pt x="18812" y="17057"/>
                  <a:pt x="19207" y="15517"/>
                </a:cubicBezTo>
                <a:cubicBezTo>
                  <a:pt x="19600" y="13976"/>
                  <a:pt x="19798" y="12396"/>
                  <a:pt x="19798" y="10774"/>
                </a:cubicBezTo>
                <a:cubicBezTo>
                  <a:pt x="19798" y="9155"/>
                  <a:pt x="19602" y="7575"/>
                  <a:pt x="19212" y="6037"/>
                </a:cubicBezTo>
                <a:cubicBezTo>
                  <a:pt x="18821" y="4497"/>
                  <a:pt x="18247" y="3044"/>
                  <a:pt x="17489" y="1673"/>
                </a:cubicBezTo>
                <a:cubicBezTo>
                  <a:pt x="17353" y="1413"/>
                  <a:pt x="17310" y="1137"/>
                  <a:pt x="17353" y="843"/>
                </a:cubicBezTo>
                <a:cubicBezTo>
                  <a:pt x="17400" y="550"/>
                  <a:pt x="17529" y="321"/>
                  <a:pt x="17748" y="163"/>
                </a:cubicBezTo>
                <a:cubicBezTo>
                  <a:pt x="17969" y="16"/>
                  <a:pt x="18193" y="-31"/>
                  <a:pt x="18435" y="19"/>
                </a:cubicBezTo>
                <a:cubicBezTo>
                  <a:pt x="18678" y="68"/>
                  <a:pt x="18863" y="214"/>
                  <a:pt x="19000" y="460"/>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82" name="Shape 7382"/>
          <p:cNvSpPr/>
          <p:nvPr/>
        </p:nvSpPr>
        <p:spPr>
          <a:xfrm>
            <a:off x="21430598" y="8061503"/>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89" y="0"/>
                </a:moveTo>
                <a:cubicBezTo>
                  <a:pt x="11056" y="0"/>
                  <a:pt x="11284" y="97"/>
                  <a:pt x="11477" y="293"/>
                </a:cubicBezTo>
                <a:cubicBezTo>
                  <a:pt x="11668" y="495"/>
                  <a:pt x="11831" y="714"/>
                  <a:pt x="11958" y="964"/>
                </a:cubicBezTo>
                <a:lnTo>
                  <a:pt x="21321" y="19314"/>
                </a:lnTo>
                <a:cubicBezTo>
                  <a:pt x="21402" y="19461"/>
                  <a:pt x="21471" y="19616"/>
                  <a:pt x="21519" y="19786"/>
                </a:cubicBezTo>
                <a:cubicBezTo>
                  <a:pt x="21575" y="19959"/>
                  <a:pt x="21600" y="20140"/>
                  <a:pt x="21600" y="20330"/>
                </a:cubicBezTo>
                <a:cubicBezTo>
                  <a:pt x="21600" y="20783"/>
                  <a:pt x="21446" y="21108"/>
                  <a:pt x="21138" y="21304"/>
                </a:cubicBezTo>
                <a:cubicBezTo>
                  <a:pt x="20831" y="21502"/>
                  <a:pt x="20501" y="21600"/>
                  <a:pt x="20153" y="21600"/>
                </a:cubicBezTo>
                <a:lnTo>
                  <a:pt x="1447" y="21600"/>
                </a:lnTo>
                <a:cubicBezTo>
                  <a:pt x="1099" y="21600"/>
                  <a:pt x="772" y="21503"/>
                  <a:pt x="462" y="21304"/>
                </a:cubicBezTo>
                <a:cubicBezTo>
                  <a:pt x="154" y="21108"/>
                  <a:pt x="0" y="20783"/>
                  <a:pt x="0" y="20330"/>
                </a:cubicBezTo>
                <a:cubicBezTo>
                  <a:pt x="0" y="20149"/>
                  <a:pt x="25" y="19968"/>
                  <a:pt x="71" y="19795"/>
                </a:cubicBezTo>
                <a:cubicBezTo>
                  <a:pt x="121" y="19619"/>
                  <a:pt x="190" y="19461"/>
                  <a:pt x="279" y="19314"/>
                </a:cubicBezTo>
                <a:lnTo>
                  <a:pt x="9620" y="964"/>
                </a:lnTo>
                <a:cubicBezTo>
                  <a:pt x="9749" y="714"/>
                  <a:pt x="9907" y="495"/>
                  <a:pt x="10097" y="293"/>
                </a:cubicBezTo>
                <a:cubicBezTo>
                  <a:pt x="10290" y="97"/>
                  <a:pt x="10519" y="0"/>
                  <a:pt x="10789" y="0"/>
                </a:cubicBezTo>
                <a:moveTo>
                  <a:pt x="11630" y="15453"/>
                </a:moveTo>
                <a:cubicBezTo>
                  <a:pt x="11742" y="15453"/>
                  <a:pt x="11841" y="15403"/>
                  <a:pt x="11927" y="15309"/>
                </a:cubicBezTo>
                <a:cubicBezTo>
                  <a:pt x="12011" y="15211"/>
                  <a:pt x="12054" y="15098"/>
                  <a:pt x="12054" y="14972"/>
                </a:cubicBezTo>
                <a:lnTo>
                  <a:pt x="12237" y="6243"/>
                </a:lnTo>
                <a:cubicBezTo>
                  <a:pt x="12237" y="6113"/>
                  <a:pt x="12191" y="6001"/>
                  <a:pt x="12107" y="5906"/>
                </a:cubicBezTo>
                <a:cubicBezTo>
                  <a:pt x="12024" y="5808"/>
                  <a:pt x="11925" y="5762"/>
                  <a:pt x="11810" y="5762"/>
                </a:cubicBezTo>
                <a:lnTo>
                  <a:pt x="9790" y="5762"/>
                </a:lnTo>
                <a:cubicBezTo>
                  <a:pt x="9663" y="5762"/>
                  <a:pt x="9553" y="5808"/>
                  <a:pt x="9480" y="5906"/>
                </a:cubicBezTo>
                <a:cubicBezTo>
                  <a:pt x="9404" y="6001"/>
                  <a:pt x="9366" y="6113"/>
                  <a:pt x="9366" y="6243"/>
                </a:cubicBezTo>
                <a:lnTo>
                  <a:pt x="9513" y="14972"/>
                </a:lnTo>
                <a:cubicBezTo>
                  <a:pt x="9513" y="15098"/>
                  <a:pt x="9556" y="15211"/>
                  <a:pt x="9640" y="15309"/>
                </a:cubicBezTo>
                <a:cubicBezTo>
                  <a:pt x="9724" y="15404"/>
                  <a:pt x="9823" y="15453"/>
                  <a:pt x="9937" y="15453"/>
                </a:cubicBezTo>
                <a:lnTo>
                  <a:pt x="11630" y="15453"/>
                </a:lnTo>
                <a:close/>
                <a:moveTo>
                  <a:pt x="12151" y="17258"/>
                </a:moveTo>
                <a:cubicBezTo>
                  <a:pt x="12151" y="17111"/>
                  <a:pt x="12115" y="16990"/>
                  <a:pt x="12041" y="16892"/>
                </a:cubicBezTo>
                <a:cubicBezTo>
                  <a:pt x="11970" y="16797"/>
                  <a:pt x="11869" y="16748"/>
                  <a:pt x="11739" y="16748"/>
                </a:cubicBezTo>
                <a:lnTo>
                  <a:pt x="9866" y="16748"/>
                </a:lnTo>
                <a:cubicBezTo>
                  <a:pt x="9752" y="16748"/>
                  <a:pt x="9653" y="16794"/>
                  <a:pt x="9569" y="16887"/>
                </a:cubicBezTo>
                <a:cubicBezTo>
                  <a:pt x="9482" y="16979"/>
                  <a:pt x="9439" y="17103"/>
                  <a:pt x="9439" y="17258"/>
                </a:cubicBezTo>
                <a:lnTo>
                  <a:pt x="9439" y="19285"/>
                </a:lnTo>
                <a:cubicBezTo>
                  <a:pt x="9439" y="19432"/>
                  <a:pt x="9482" y="19550"/>
                  <a:pt x="9569" y="19637"/>
                </a:cubicBezTo>
                <a:cubicBezTo>
                  <a:pt x="9653" y="19723"/>
                  <a:pt x="9752" y="19766"/>
                  <a:pt x="9866" y="19766"/>
                </a:cubicBezTo>
                <a:lnTo>
                  <a:pt x="11739" y="19766"/>
                </a:lnTo>
                <a:cubicBezTo>
                  <a:pt x="12021" y="19766"/>
                  <a:pt x="12161" y="19605"/>
                  <a:pt x="12151" y="19285"/>
                </a:cubicBezTo>
                <a:lnTo>
                  <a:pt x="12151" y="17258"/>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83" name="Shape 7383"/>
          <p:cNvSpPr/>
          <p:nvPr/>
        </p:nvSpPr>
        <p:spPr>
          <a:xfrm>
            <a:off x="22629010" y="7035037"/>
            <a:ext cx="468769" cy="4552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152"/>
                </a:moveTo>
                <a:cubicBezTo>
                  <a:pt x="21510" y="7979"/>
                  <a:pt x="21283" y="8750"/>
                  <a:pt x="20915" y="9461"/>
                </a:cubicBezTo>
                <a:cubicBezTo>
                  <a:pt x="20550" y="10173"/>
                  <a:pt x="20080" y="10791"/>
                  <a:pt x="19505" y="11312"/>
                </a:cubicBezTo>
                <a:cubicBezTo>
                  <a:pt x="18933" y="11837"/>
                  <a:pt x="18277" y="12246"/>
                  <a:pt x="17543" y="12546"/>
                </a:cubicBezTo>
                <a:cubicBezTo>
                  <a:pt x="16804" y="12839"/>
                  <a:pt x="16017" y="12989"/>
                  <a:pt x="15176" y="12989"/>
                </a:cubicBezTo>
                <a:cubicBezTo>
                  <a:pt x="14627" y="12989"/>
                  <a:pt x="14049" y="12915"/>
                  <a:pt x="13458" y="12760"/>
                </a:cubicBezTo>
                <a:lnTo>
                  <a:pt x="5243" y="20965"/>
                </a:lnTo>
                <a:cubicBezTo>
                  <a:pt x="4818" y="21386"/>
                  <a:pt x="4312" y="21600"/>
                  <a:pt x="3725" y="21600"/>
                </a:cubicBezTo>
                <a:cubicBezTo>
                  <a:pt x="3111" y="21600"/>
                  <a:pt x="2593" y="21389"/>
                  <a:pt x="2165" y="20965"/>
                </a:cubicBezTo>
                <a:cubicBezTo>
                  <a:pt x="1959" y="20759"/>
                  <a:pt x="1729" y="20545"/>
                  <a:pt x="1483" y="20321"/>
                </a:cubicBezTo>
                <a:cubicBezTo>
                  <a:pt x="1234" y="20101"/>
                  <a:pt x="999" y="19867"/>
                  <a:pt x="778" y="19618"/>
                </a:cubicBezTo>
                <a:cubicBezTo>
                  <a:pt x="557" y="19370"/>
                  <a:pt x="370" y="19107"/>
                  <a:pt x="223" y="18828"/>
                </a:cubicBezTo>
                <a:cubicBezTo>
                  <a:pt x="73" y="18548"/>
                  <a:pt x="0" y="18243"/>
                  <a:pt x="0" y="17910"/>
                </a:cubicBezTo>
                <a:cubicBezTo>
                  <a:pt x="0" y="17614"/>
                  <a:pt x="56" y="17331"/>
                  <a:pt x="169" y="17063"/>
                </a:cubicBezTo>
                <a:cubicBezTo>
                  <a:pt x="283" y="16798"/>
                  <a:pt x="438" y="16566"/>
                  <a:pt x="637" y="16368"/>
                </a:cubicBezTo>
                <a:lnTo>
                  <a:pt x="8893" y="8134"/>
                </a:lnTo>
                <a:cubicBezTo>
                  <a:pt x="8743" y="7541"/>
                  <a:pt x="8669" y="6993"/>
                  <a:pt x="8660" y="6485"/>
                </a:cubicBezTo>
                <a:cubicBezTo>
                  <a:pt x="8660" y="5604"/>
                  <a:pt x="8833" y="4766"/>
                  <a:pt x="9176" y="3964"/>
                </a:cubicBezTo>
                <a:cubicBezTo>
                  <a:pt x="9521" y="3168"/>
                  <a:pt x="9983" y="2479"/>
                  <a:pt x="10566" y="1897"/>
                </a:cubicBezTo>
                <a:cubicBezTo>
                  <a:pt x="11150" y="1315"/>
                  <a:pt x="11832" y="855"/>
                  <a:pt x="12622" y="513"/>
                </a:cubicBezTo>
                <a:cubicBezTo>
                  <a:pt x="13407" y="172"/>
                  <a:pt x="14242" y="0"/>
                  <a:pt x="15131" y="0"/>
                </a:cubicBezTo>
                <a:cubicBezTo>
                  <a:pt x="15980" y="0"/>
                  <a:pt x="16799" y="160"/>
                  <a:pt x="17589" y="485"/>
                </a:cubicBezTo>
                <a:cubicBezTo>
                  <a:pt x="18378" y="813"/>
                  <a:pt x="19078" y="1264"/>
                  <a:pt x="19684" y="1849"/>
                </a:cubicBezTo>
                <a:lnTo>
                  <a:pt x="13693" y="4037"/>
                </a:lnTo>
                <a:lnTo>
                  <a:pt x="13109" y="7228"/>
                </a:lnTo>
                <a:lnTo>
                  <a:pt x="15604" y="9295"/>
                </a:lnTo>
                <a:lnTo>
                  <a:pt x="21600" y="7152"/>
                </a:lnTo>
                <a:close/>
                <a:moveTo>
                  <a:pt x="3720" y="18992"/>
                </a:moveTo>
                <a:cubicBezTo>
                  <a:pt x="4017" y="18992"/>
                  <a:pt x="4269" y="18887"/>
                  <a:pt x="4479" y="18675"/>
                </a:cubicBezTo>
                <a:cubicBezTo>
                  <a:pt x="4688" y="18463"/>
                  <a:pt x="4790" y="18209"/>
                  <a:pt x="4790" y="17910"/>
                </a:cubicBezTo>
                <a:cubicBezTo>
                  <a:pt x="4790" y="17594"/>
                  <a:pt x="4685" y="17334"/>
                  <a:pt x="4473" y="17134"/>
                </a:cubicBezTo>
                <a:cubicBezTo>
                  <a:pt x="4261" y="16930"/>
                  <a:pt x="4009" y="16831"/>
                  <a:pt x="3720" y="16831"/>
                </a:cubicBezTo>
                <a:cubicBezTo>
                  <a:pt x="3403" y="16831"/>
                  <a:pt x="3145" y="16936"/>
                  <a:pt x="2941" y="17139"/>
                </a:cubicBezTo>
                <a:cubicBezTo>
                  <a:pt x="2737" y="17348"/>
                  <a:pt x="2638" y="17605"/>
                  <a:pt x="2638" y="17910"/>
                </a:cubicBezTo>
                <a:cubicBezTo>
                  <a:pt x="2638" y="18207"/>
                  <a:pt x="2737" y="18461"/>
                  <a:pt x="2941" y="18675"/>
                </a:cubicBezTo>
                <a:cubicBezTo>
                  <a:pt x="3145" y="18890"/>
                  <a:pt x="3403" y="18992"/>
                  <a:pt x="3720" y="18992"/>
                </a:cubicBezTo>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84" name="Shape 7384"/>
          <p:cNvSpPr/>
          <p:nvPr/>
        </p:nvSpPr>
        <p:spPr>
          <a:xfrm>
            <a:off x="22629010" y="8059670"/>
            <a:ext cx="468769" cy="455285"/>
          </a:xfrm>
          <a:custGeom>
            <a:avLst/>
            <a:gdLst/>
            <a:ahLst/>
            <a:cxnLst>
              <a:cxn ang="0">
                <a:pos x="wd2" y="hd2"/>
              </a:cxn>
              <a:cxn ang="5400000">
                <a:pos x="wd2" y="hd2"/>
              </a:cxn>
              <a:cxn ang="10800000">
                <a:pos x="wd2" y="hd2"/>
              </a:cxn>
              <a:cxn ang="16200000">
                <a:pos x="wd2" y="hd2"/>
              </a:cxn>
            </a:cxnLst>
            <a:rect l="0" t="0" r="r" b="b"/>
            <a:pathLst>
              <a:path w="21600" h="21594" fill="norm" stroke="1" extrusionOk="0">
                <a:moveTo>
                  <a:pt x="21358" y="18804"/>
                </a:moveTo>
                <a:cubicBezTo>
                  <a:pt x="21524" y="18971"/>
                  <a:pt x="21600" y="19174"/>
                  <a:pt x="21600" y="19428"/>
                </a:cubicBezTo>
                <a:cubicBezTo>
                  <a:pt x="21600" y="19682"/>
                  <a:pt x="21524" y="19897"/>
                  <a:pt x="21358" y="20077"/>
                </a:cubicBezTo>
                <a:lnTo>
                  <a:pt x="20086" y="21345"/>
                </a:lnTo>
                <a:cubicBezTo>
                  <a:pt x="19908" y="21512"/>
                  <a:pt x="19688" y="21594"/>
                  <a:pt x="19439" y="21594"/>
                </a:cubicBezTo>
                <a:cubicBezTo>
                  <a:pt x="19185" y="21600"/>
                  <a:pt x="18979" y="21518"/>
                  <a:pt x="18815" y="21345"/>
                </a:cubicBezTo>
                <a:lnTo>
                  <a:pt x="13961" y="16508"/>
                </a:lnTo>
                <a:cubicBezTo>
                  <a:pt x="13257" y="16982"/>
                  <a:pt x="12486" y="17347"/>
                  <a:pt x="11647" y="17606"/>
                </a:cubicBezTo>
                <a:cubicBezTo>
                  <a:pt x="10810" y="17866"/>
                  <a:pt x="9931" y="17993"/>
                  <a:pt x="9007" y="17993"/>
                </a:cubicBezTo>
                <a:cubicBezTo>
                  <a:pt x="7772" y="17993"/>
                  <a:pt x="6608" y="17762"/>
                  <a:pt x="5520" y="17293"/>
                </a:cubicBezTo>
                <a:cubicBezTo>
                  <a:pt x="4427" y="16824"/>
                  <a:pt x="3469" y="16183"/>
                  <a:pt x="2644" y="15373"/>
                </a:cubicBezTo>
                <a:cubicBezTo>
                  <a:pt x="1819" y="14562"/>
                  <a:pt x="1172" y="13608"/>
                  <a:pt x="700" y="12521"/>
                </a:cubicBezTo>
                <a:cubicBezTo>
                  <a:pt x="231" y="11428"/>
                  <a:pt x="0" y="10253"/>
                  <a:pt x="0" y="9002"/>
                </a:cubicBezTo>
                <a:cubicBezTo>
                  <a:pt x="0" y="7765"/>
                  <a:pt x="231" y="6607"/>
                  <a:pt x="700" y="5517"/>
                </a:cubicBezTo>
                <a:cubicBezTo>
                  <a:pt x="1169" y="4427"/>
                  <a:pt x="1819" y="3470"/>
                  <a:pt x="2644" y="2648"/>
                </a:cubicBezTo>
                <a:cubicBezTo>
                  <a:pt x="3469" y="1832"/>
                  <a:pt x="4424" y="1180"/>
                  <a:pt x="5512" y="711"/>
                </a:cubicBezTo>
                <a:cubicBezTo>
                  <a:pt x="6600" y="237"/>
                  <a:pt x="7764" y="0"/>
                  <a:pt x="9007" y="0"/>
                </a:cubicBezTo>
                <a:cubicBezTo>
                  <a:pt x="10244" y="0"/>
                  <a:pt x="11412" y="237"/>
                  <a:pt x="12511" y="711"/>
                </a:cubicBezTo>
                <a:cubicBezTo>
                  <a:pt x="13613" y="1180"/>
                  <a:pt x="14568" y="1829"/>
                  <a:pt x="15379" y="2648"/>
                </a:cubicBezTo>
                <a:cubicBezTo>
                  <a:pt x="16190" y="3470"/>
                  <a:pt x="16831" y="4425"/>
                  <a:pt x="17300" y="5517"/>
                </a:cubicBezTo>
                <a:cubicBezTo>
                  <a:pt x="17769" y="6610"/>
                  <a:pt x="18004" y="7768"/>
                  <a:pt x="18004" y="9002"/>
                </a:cubicBezTo>
                <a:cubicBezTo>
                  <a:pt x="18004" y="9923"/>
                  <a:pt x="17877" y="10806"/>
                  <a:pt x="17620" y="11645"/>
                </a:cubicBezTo>
                <a:cubicBezTo>
                  <a:pt x="17360" y="12490"/>
                  <a:pt x="16992" y="13261"/>
                  <a:pt x="16515" y="13949"/>
                </a:cubicBezTo>
                <a:lnTo>
                  <a:pt x="21358" y="18804"/>
                </a:lnTo>
                <a:close/>
                <a:moveTo>
                  <a:pt x="3596" y="9005"/>
                </a:moveTo>
                <a:cubicBezTo>
                  <a:pt x="3596" y="9768"/>
                  <a:pt x="3746" y="10468"/>
                  <a:pt x="4028" y="11123"/>
                </a:cubicBezTo>
                <a:cubicBezTo>
                  <a:pt x="4319" y="11772"/>
                  <a:pt x="4704" y="12343"/>
                  <a:pt x="5193" y="12829"/>
                </a:cubicBezTo>
                <a:cubicBezTo>
                  <a:pt x="5678" y="13309"/>
                  <a:pt x="6252" y="13696"/>
                  <a:pt x="6910" y="13975"/>
                </a:cubicBezTo>
                <a:cubicBezTo>
                  <a:pt x="7566" y="14263"/>
                  <a:pt x="8264" y="14399"/>
                  <a:pt x="9004" y="14399"/>
                </a:cubicBezTo>
                <a:cubicBezTo>
                  <a:pt x="9747" y="14399"/>
                  <a:pt x="10448" y="14260"/>
                  <a:pt x="11110" y="13975"/>
                </a:cubicBezTo>
                <a:cubicBezTo>
                  <a:pt x="11771" y="13693"/>
                  <a:pt x="12342" y="13309"/>
                  <a:pt x="12819" y="12829"/>
                </a:cubicBezTo>
                <a:cubicBezTo>
                  <a:pt x="13297" y="12343"/>
                  <a:pt x="13681" y="11775"/>
                  <a:pt x="13966" y="11123"/>
                </a:cubicBezTo>
                <a:cubicBezTo>
                  <a:pt x="14257" y="10468"/>
                  <a:pt x="14399" y="9768"/>
                  <a:pt x="14399" y="9005"/>
                </a:cubicBezTo>
                <a:cubicBezTo>
                  <a:pt x="14399" y="8265"/>
                  <a:pt x="14255" y="7570"/>
                  <a:pt x="13966" y="6921"/>
                </a:cubicBezTo>
                <a:cubicBezTo>
                  <a:pt x="13678" y="6266"/>
                  <a:pt x="13297" y="5690"/>
                  <a:pt x="12819" y="5201"/>
                </a:cubicBezTo>
                <a:cubicBezTo>
                  <a:pt x="12339" y="4710"/>
                  <a:pt x="11771" y="4323"/>
                  <a:pt x="11110" y="4044"/>
                </a:cubicBezTo>
                <a:cubicBezTo>
                  <a:pt x="10448" y="3756"/>
                  <a:pt x="9747" y="3614"/>
                  <a:pt x="9004" y="3614"/>
                </a:cubicBezTo>
                <a:cubicBezTo>
                  <a:pt x="8264" y="3614"/>
                  <a:pt x="7566" y="3758"/>
                  <a:pt x="6910" y="4044"/>
                </a:cubicBezTo>
                <a:cubicBezTo>
                  <a:pt x="6252" y="4326"/>
                  <a:pt x="5676" y="4710"/>
                  <a:pt x="5193" y="5201"/>
                </a:cubicBezTo>
                <a:cubicBezTo>
                  <a:pt x="4704" y="5693"/>
                  <a:pt x="4317" y="6266"/>
                  <a:pt x="4028" y="6921"/>
                </a:cubicBezTo>
                <a:cubicBezTo>
                  <a:pt x="3746" y="7570"/>
                  <a:pt x="3596" y="8265"/>
                  <a:pt x="3596" y="9005"/>
                </a:cubicBezTo>
                <a:moveTo>
                  <a:pt x="12161" y="8115"/>
                </a:moveTo>
                <a:cubicBezTo>
                  <a:pt x="12455" y="8115"/>
                  <a:pt x="12605" y="8260"/>
                  <a:pt x="12605" y="8556"/>
                </a:cubicBezTo>
                <a:lnTo>
                  <a:pt x="12605" y="9448"/>
                </a:lnTo>
                <a:cubicBezTo>
                  <a:pt x="12605" y="9575"/>
                  <a:pt x="12562" y="9685"/>
                  <a:pt x="12477" y="9773"/>
                </a:cubicBezTo>
                <a:cubicBezTo>
                  <a:pt x="12393" y="9861"/>
                  <a:pt x="12285" y="9911"/>
                  <a:pt x="12161" y="9911"/>
                </a:cubicBezTo>
                <a:lnTo>
                  <a:pt x="9914" y="9911"/>
                </a:lnTo>
                <a:lnTo>
                  <a:pt x="9914" y="12151"/>
                </a:lnTo>
                <a:cubicBezTo>
                  <a:pt x="9914" y="12278"/>
                  <a:pt x="9866" y="12388"/>
                  <a:pt x="9778" y="12470"/>
                </a:cubicBezTo>
                <a:cubicBezTo>
                  <a:pt x="9688" y="12557"/>
                  <a:pt x="9575" y="12597"/>
                  <a:pt x="9439" y="12597"/>
                </a:cubicBezTo>
                <a:lnTo>
                  <a:pt x="8560" y="12597"/>
                </a:lnTo>
                <a:cubicBezTo>
                  <a:pt x="8264" y="12597"/>
                  <a:pt x="8114" y="12447"/>
                  <a:pt x="8114" y="12151"/>
                </a:cubicBezTo>
                <a:lnTo>
                  <a:pt x="8114" y="9911"/>
                </a:lnTo>
                <a:lnTo>
                  <a:pt x="5840" y="9911"/>
                </a:lnTo>
                <a:cubicBezTo>
                  <a:pt x="5712" y="9911"/>
                  <a:pt x="5608" y="9860"/>
                  <a:pt x="5523" y="9773"/>
                </a:cubicBezTo>
                <a:cubicBezTo>
                  <a:pt x="5438" y="9685"/>
                  <a:pt x="5393" y="9575"/>
                  <a:pt x="5393" y="9448"/>
                </a:cubicBezTo>
                <a:lnTo>
                  <a:pt x="5393" y="8556"/>
                </a:lnTo>
                <a:cubicBezTo>
                  <a:pt x="5393" y="8259"/>
                  <a:pt x="5543" y="8115"/>
                  <a:pt x="5840" y="8115"/>
                </a:cubicBezTo>
                <a:lnTo>
                  <a:pt x="8114" y="8115"/>
                </a:lnTo>
                <a:lnTo>
                  <a:pt x="8114" y="5842"/>
                </a:lnTo>
                <a:cubicBezTo>
                  <a:pt x="8114" y="5546"/>
                  <a:pt x="8264" y="5402"/>
                  <a:pt x="8560" y="5407"/>
                </a:cubicBezTo>
                <a:lnTo>
                  <a:pt x="9439" y="5407"/>
                </a:lnTo>
                <a:cubicBezTo>
                  <a:pt x="9566" y="5407"/>
                  <a:pt x="9676" y="5452"/>
                  <a:pt x="9770" y="5529"/>
                </a:cubicBezTo>
                <a:cubicBezTo>
                  <a:pt x="9866" y="5611"/>
                  <a:pt x="9914" y="5715"/>
                  <a:pt x="9914" y="5842"/>
                </a:cubicBezTo>
                <a:lnTo>
                  <a:pt x="9914" y="8115"/>
                </a:lnTo>
                <a:lnTo>
                  <a:pt x="12161" y="8115"/>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385" name="Shape 7385"/>
          <p:cNvSpPr/>
          <p:nvPr/>
        </p:nvSpPr>
        <p:spPr>
          <a:xfrm>
            <a:off x="12178197" y="8057843"/>
            <a:ext cx="466895" cy="455284"/>
          </a:xfrm>
          <a:custGeom>
            <a:avLst/>
            <a:gdLst/>
            <a:ahLst/>
            <a:cxnLst>
              <a:cxn ang="0">
                <a:pos x="wd2" y="hd2"/>
              </a:cxn>
              <a:cxn ang="5400000">
                <a:pos x="wd2" y="hd2"/>
              </a:cxn>
              <a:cxn ang="10800000">
                <a:pos x="wd2" y="hd2"/>
              </a:cxn>
              <a:cxn ang="16200000">
                <a:pos x="wd2" y="hd2"/>
              </a:cxn>
            </a:cxnLst>
            <a:rect l="0" t="0" r="r" b="b"/>
            <a:pathLst>
              <a:path w="21600" h="21594" fill="norm" stroke="1" extrusionOk="0">
                <a:moveTo>
                  <a:pt x="21358" y="18804"/>
                </a:moveTo>
                <a:cubicBezTo>
                  <a:pt x="21524" y="18971"/>
                  <a:pt x="21600" y="19174"/>
                  <a:pt x="21600" y="19428"/>
                </a:cubicBezTo>
                <a:cubicBezTo>
                  <a:pt x="21600" y="19682"/>
                  <a:pt x="21524" y="19897"/>
                  <a:pt x="21358" y="20077"/>
                </a:cubicBezTo>
                <a:lnTo>
                  <a:pt x="20086" y="21351"/>
                </a:lnTo>
                <a:cubicBezTo>
                  <a:pt x="19908" y="21506"/>
                  <a:pt x="19688" y="21594"/>
                  <a:pt x="19439" y="21594"/>
                </a:cubicBezTo>
                <a:cubicBezTo>
                  <a:pt x="19185" y="21600"/>
                  <a:pt x="18979" y="21518"/>
                  <a:pt x="18815" y="21351"/>
                </a:cubicBezTo>
                <a:lnTo>
                  <a:pt x="13961" y="16508"/>
                </a:lnTo>
                <a:cubicBezTo>
                  <a:pt x="13257" y="16982"/>
                  <a:pt x="12486" y="17352"/>
                  <a:pt x="11647" y="17606"/>
                </a:cubicBezTo>
                <a:cubicBezTo>
                  <a:pt x="10810" y="17866"/>
                  <a:pt x="9931" y="17993"/>
                  <a:pt x="9007" y="17993"/>
                </a:cubicBezTo>
                <a:cubicBezTo>
                  <a:pt x="7772" y="17993"/>
                  <a:pt x="6608" y="17762"/>
                  <a:pt x="5520" y="17293"/>
                </a:cubicBezTo>
                <a:cubicBezTo>
                  <a:pt x="4427" y="16824"/>
                  <a:pt x="3469" y="16183"/>
                  <a:pt x="2644" y="15373"/>
                </a:cubicBezTo>
                <a:cubicBezTo>
                  <a:pt x="1819" y="14562"/>
                  <a:pt x="1172" y="13608"/>
                  <a:pt x="700" y="12515"/>
                </a:cubicBezTo>
                <a:cubicBezTo>
                  <a:pt x="231" y="11428"/>
                  <a:pt x="0" y="10253"/>
                  <a:pt x="0" y="9002"/>
                </a:cubicBezTo>
                <a:cubicBezTo>
                  <a:pt x="0" y="7765"/>
                  <a:pt x="231" y="6607"/>
                  <a:pt x="700" y="5517"/>
                </a:cubicBezTo>
                <a:cubicBezTo>
                  <a:pt x="1169" y="4427"/>
                  <a:pt x="1819" y="3470"/>
                  <a:pt x="2644" y="2648"/>
                </a:cubicBezTo>
                <a:cubicBezTo>
                  <a:pt x="3469" y="1832"/>
                  <a:pt x="4424" y="1180"/>
                  <a:pt x="5512" y="705"/>
                </a:cubicBezTo>
                <a:cubicBezTo>
                  <a:pt x="6600" y="237"/>
                  <a:pt x="7764" y="0"/>
                  <a:pt x="9007" y="0"/>
                </a:cubicBezTo>
                <a:cubicBezTo>
                  <a:pt x="10244" y="0"/>
                  <a:pt x="11412" y="237"/>
                  <a:pt x="12511" y="705"/>
                </a:cubicBezTo>
                <a:cubicBezTo>
                  <a:pt x="13613" y="1180"/>
                  <a:pt x="14568" y="1829"/>
                  <a:pt x="15379" y="2648"/>
                </a:cubicBezTo>
                <a:cubicBezTo>
                  <a:pt x="16190" y="3470"/>
                  <a:pt x="16831" y="4425"/>
                  <a:pt x="17300" y="5517"/>
                </a:cubicBezTo>
                <a:cubicBezTo>
                  <a:pt x="17769" y="6610"/>
                  <a:pt x="18004" y="7768"/>
                  <a:pt x="18004" y="9002"/>
                </a:cubicBezTo>
                <a:cubicBezTo>
                  <a:pt x="18004" y="9923"/>
                  <a:pt x="17877" y="10806"/>
                  <a:pt x="17620" y="11645"/>
                </a:cubicBezTo>
                <a:cubicBezTo>
                  <a:pt x="17360" y="12489"/>
                  <a:pt x="16992" y="13260"/>
                  <a:pt x="16515" y="13949"/>
                </a:cubicBezTo>
                <a:lnTo>
                  <a:pt x="21358" y="18804"/>
                </a:lnTo>
                <a:close/>
                <a:moveTo>
                  <a:pt x="3596" y="9002"/>
                </a:moveTo>
                <a:cubicBezTo>
                  <a:pt x="3596" y="9759"/>
                  <a:pt x="3746" y="10465"/>
                  <a:pt x="4028" y="11120"/>
                </a:cubicBezTo>
                <a:cubicBezTo>
                  <a:pt x="4319" y="11770"/>
                  <a:pt x="4704" y="12340"/>
                  <a:pt x="5193" y="12826"/>
                </a:cubicBezTo>
                <a:cubicBezTo>
                  <a:pt x="5678" y="13306"/>
                  <a:pt x="6252" y="13687"/>
                  <a:pt x="6910" y="13972"/>
                </a:cubicBezTo>
                <a:cubicBezTo>
                  <a:pt x="7566" y="14255"/>
                  <a:pt x="8264" y="14396"/>
                  <a:pt x="9004" y="14396"/>
                </a:cubicBezTo>
                <a:cubicBezTo>
                  <a:pt x="9747" y="14396"/>
                  <a:pt x="10448" y="14252"/>
                  <a:pt x="11110" y="13972"/>
                </a:cubicBezTo>
                <a:cubicBezTo>
                  <a:pt x="11771" y="13684"/>
                  <a:pt x="12342" y="13306"/>
                  <a:pt x="12819" y="12826"/>
                </a:cubicBezTo>
                <a:cubicBezTo>
                  <a:pt x="13297" y="12340"/>
                  <a:pt x="13681" y="11772"/>
                  <a:pt x="13966" y="11120"/>
                </a:cubicBezTo>
                <a:cubicBezTo>
                  <a:pt x="14257" y="10465"/>
                  <a:pt x="14399" y="9759"/>
                  <a:pt x="14399" y="9002"/>
                </a:cubicBezTo>
                <a:cubicBezTo>
                  <a:pt x="14399" y="8262"/>
                  <a:pt x="14255" y="7568"/>
                  <a:pt x="13966" y="6918"/>
                </a:cubicBezTo>
                <a:cubicBezTo>
                  <a:pt x="13678" y="6263"/>
                  <a:pt x="13297" y="5687"/>
                  <a:pt x="12819" y="5198"/>
                </a:cubicBezTo>
                <a:cubicBezTo>
                  <a:pt x="12339" y="4707"/>
                  <a:pt x="11771" y="4320"/>
                  <a:pt x="11110" y="4035"/>
                </a:cubicBezTo>
                <a:cubicBezTo>
                  <a:pt x="10448" y="3753"/>
                  <a:pt x="9747" y="3611"/>
                  <a:pt x="9004" y="3611"/>
                </a:cubicBezTo>
                <a:cubicBezTo>
                  <a:pt x="8264" y="3611"/>
                  <a:pt x="7566" y="3755"/>
                  <a:pt x="6910" y="4035"/>
                </a:cubicBezTo>
                <a:cubicBezTo>
                  <a:pt x="6252" y="4323"/>
                  <a:pt x="5676" y="4707"/>
                  <a:pt x="5193" y="5198"/>
                </a:cubicBezTo>
                <a:cubicBezTo>
                  <a:pt x="4704" y="5690"/>
                  <a:pt x="4317" y="6263"/>
                  <a:pt x="4028" y="6918"/>
                </a:cubicBezTo>
                <a:cubicBezTo>
                  <a:pt x="3746" y="7568"/>
                  <a:pt x="3596" y="8262"/>
                  <a:pt x="3596" y="9002"/>
                </a:cubicBezTo>
                <a:moveTo>
                  <a:pt x="12161" y="8110"/>
                </a:moveTo>
                <a:cubicBezTo>
                  <a:pt x="12455" y="8110"/>
                  <a:pt x="12605" y="8259"/>
                  <a:pt x="12605" y="8556"/>
                </a:cubicBezTo>
                <a:lnTo>
                  <a:pt x="12605" y="9448"/>
                </a:lnTo>
                <a:cubicBezTo>
                  <a:pt x="12605" y="9581"/>
                  <a:pt x="12562" y="9686"/>
                  <a:pt x="12477" y="9773"/>
                </a:cubicBezTo>
                <a:cubicBezTo>
                  <a:pt x="12393" y="9861"/>
                  <a:pt x="12285" y="9906"/>
                  <a:pt x="12161" y="9906"/>
                </a:cubicBezTo>
                <a:lnTo>
                  <a:pt x="5842" y="9906"/>
                </a:lnTo>
                <a:cubicBezTo>
                  <a:pt x="5715" y="9906"/>
                  <a:pt x="5611" y="9861"/>
                  <a:pt x="5526" y="9773"/>
                </a:cubicBezTo>
                <a:cubicBezTo>
                  <a:pt x="5441" y="9686"/>
                  <a:pt x="5396" y="9581"/>
                  <a:pt x="5396" y="9448"/>
                </a:cubicBezTo>
                <a:lnTo>
                  <a:pt x="5396" y="8556"/>
                </a:lnTo>
                <a:cubicBezTo>
                  <a:pt x="5396" y="8260"/>
                  <a:pt x="5546" y="8110"/>
                  <a:pt x="5842" y="8110"/>
                </a:cubicBezTo>
                <a:lnTo>
                  <a:pt x="12161" y="8110"/>
                </a:lnTo>
                <a:close/>
              </a:path>
            </a:pathLst>
          </a:custGeom>
          <a:solidFill>
            <a:srgbClr val="144973"/>
          </a:solidFill>
          <a:ln w="12700">
            <a:miter lim="400000"/>
          </a:ln>
        </p:spPr>
        <p:txBody>
          <a:bodyPr lIns="45719" rIns="45719" anchor="ctr"/>
          <a:lstStyle/>
          <a:p>
            <a:pPr algn="l" defTabSz="342900">
              <a:defRPr sz="2200">
                <a:solidFill>
                  <a:srgbClr val="44CEB9"/>
                </a:solidFill>
                <a:effectLst>
                  <a:outerShdw sx="100000" sy="100000" kx="0" ky="0" algn="b" rotWithShape="0" blurRad="38100" dist="38100" dir="2700000">
                    <a:srgbClr val="000000"/>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ID="9" grpId="1" fill="hold">
                                  <p:stCondLst>
                                    <p:cond delay="0"/>
                                  </p:stCondLst>
                                  <p:iterate type="el" backwards="0">
                                    <p:tmAbs val="0"/>
                                  </p:iterate>
                                  <p:childTnLst>
                                    <p:set>
                                      <p:cBhvr>
                                        <p:cTn id="6" fill="hold"/>
                                        <p:tgtEl>
                                          <p:spTgt spid="7257"/>
                                        </p:tgtEl>
                                        <p:attrNameLst>
                                          <p:attrName>style.visibility</p:attrName>
                                        </p:attrNameLst>
                                      </p:cBhvr>
                                      <p:to>
                                        <p:strVal val="visible"/>
                                      </p:to>
                                    </p:set>
                                    <p:animEffect filter="dissolve" transition="in">
                                      <p:cBhvr>
                                        <p:cTn id="7" dur="500"/>
                                        <p:tgtEl>
                                          <p:spTgt spid="7257"/>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7258"/>
                                        </p:tgtEl>
                                        <p:attrNameLst>
                                          <p:attrName>style.visibility</p:attrName>
                                        </p:attrNameLst>
                                      </p:cBhvr>
                                      <p:to>
                                        <p:strVal val="visible"/>
                                      </p:to>
                                    </p:set>
                                    <p:animEffect filter="dissolve" transition="in">
                                      <p:cBhvr>
                                        <p:cTn id="11" dur="500"/>
                                        <p:tgtEl>
                                          <p:spTgt spid="7258"/>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7259"/>
                                        </p:tgtEl>
                                        <p:attrNameLst>
                                          <p:attrName>style.visibility</p:attrName>
                                        </p:attrNameLst>
                                      </p:cBhvr>
                                      <p:to>
                                        <p:strVal val="visible"/>
                                      </p:to>
                                    </p:set>
                                    <p:animEffect filter="dissolve" transition="in">
                                      <p:cBhvr>
                                        <p:cTn id="15" dur="500"/>
                                        <p:tgtEl>
                                          <p:spTgt spid="7259"/>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7260"/>
                                        </p:tgtEl>
                                        <p:attrNameLst>
                                          <p:attrName>style.visibility</p:attrName>
                                        </p:attrNameLst>
                                      </p:cBhvr>
                                      <p:to>
                                        <p:strVal val="visible"/>
                                      </p:to>
                                    </p:set>
                                    <p:animEffect filter="dissolve" transition="in">
                                      <p:cBhvr>
                                        <p:cTn id="19" dur="500"/>
                                        <p:tgtEl>
                                          <p:spTgt spid="7260"/>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7261"/>
                                        </p:tgtEl>
                                        <p:attrNameLst>
                                          <p:attrName>style.visibility</p:attrName>
                                        </p:attrNameLst>
                                      </p:cBhvr>
                                      <p:to>
                                        <p:strVal val="visible"/>
                                      </p:to>
                                    </p:set>
                                    <p:animEffect filter="dissolve" transition="in">
                                      <p:cBhvr>
                                        <p:cTn id="23" dur="500"/>
                                        <p:tgtEl>
                                          <p:spTgt spid="7261"/>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7262"/>
                                        </p:tgtEl>
                                        <p:attrNameLst>
                                          <p:attrName>style.visibility</p:attrName>
                                        </p:attrNameLst>
                                      </p:cBhvr>
                                      <p:to>
                                        <p:strVal val="visible"/>
                                      </p:to>
                                    </p:set>
                                    <p:animEffect filter="dissolve" transition="in">
                                      <p:cBhvr>
                                        <p:cTn id="27" dur="500"/>
                                        <p:tgtEl>
                                          <p:spTgt spid="7262"/>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7263"/>
                                        </p:tgtEl>
                                        <p:attrNameLst>
                                          <p:attrName>style.visibility</p:attrName>
                                        </p:attrNameLst>
                                      </p:cBhvr>
                                      <p:to>
                                        <p:strVal val="visible"/>
                                      </p:to>
                                    </p:set>
                                    <p:animEffect filter="dissolve" transition="in">
                                      <p:cBhvr>
                                        <p:cTn id="31" dur="500"/>
                                        <p:tgtEl>
                                          <p:spTgt spid="7263"/>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7264"/>
                                        </p:tgtEl>
                                        <p:attrNameLst>
                                          <p:attrName>style.visibility</p:attrName>
                                        </p:attrNameLst>
                                      </p:cBhvr>
                                      <p:to>
                                        <p:strVal val="visible"/>
                                      </p:to>
                                    </p:set>
                                    <p:animEffect filter="dissolve" transition="in">
                                      <p:cBhvr>
                                        <p:cTn id="35" dur="500"/>
                                        <p:tgtEl>
                                          <p:spTgt spid="7264"/>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7265"/>
                                        </p:tgtEl>
                                        <p:attrNameLst>
                                          <p:attrName>style.visibility</p:attrName>
                                        </p:attrNameLst>
                                      </p:cBhvr>
                                      <p:to>
                                        <p:strVal val="visible"/>
                                      </p:to>
                                    </p:set>
                                    <p:animEffect filter="dissolve" transition="in">
                                      <p:cBhvr>
                                        <p:cTn id="39" dur="500"/>
                                        <p:tgtEl>
                                          <p:spTgt spid="7265"/>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7266"/>
                                        </p:tgtEl>
                                        <p:attrNameLst>
                                          <p:attrName>style.visibility</p:attrName>
                                        </p:attrNameLst>
                                      </p:cBhvr>
                                      <p:to>
                                        <p:strVal val="visible"/>
                                      </p:to>
                                    </p:set>
                                    <p:animEffect filter="dissolve" transition="in">
                                      <p:cBhvr>
                                        <p:cTn id="43" dur="500"/>
                                        <p:tgtEl>
                                          <p:spTgt spid="7266"/>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7267"/>
                                        </p:tgtEl>
                                        <p:attrNameLst>
                                          <p:attrName>style.visibility</p:attrName>
                                        </p:attrNameLst>
                                      </p:cBhvr>
                                      <p:to>
                                        <p:strVal val="visible"/>
                                      </p:to>
                                    </p:set>
                                    <p:animEffect filter="dissolve" transition="in">
                                      <p:cBhvr>
                                        <p:cTn id="47" dur="500"/>
                                        <p:tgtEl>
                                          <p:spTgt spid="7267"/>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7268"/>
                                        </p:tgtEl>
                                        <p:attrNameLst>
                                          <p:attrName>style.visibility</p:attrName>
                                        </p:attrNameLst>
                                      </p:cBhvr>
                                      <p:to>
                                        <p:strVal val="visible"/>
                                      </p:to>
                                    </p:set>
                                    <p:animEffect filter="dissolve" transition="in">
                                      <p:cBhvr>
                                        <p:cTn id="51" dur="500"/>
                                        <p:tgtEl>
                                          <p:spTgt spid="7268"/>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7269"/>
                                        </p:tgtEl>
                                        <p:attrNameLst>
                                          <p:attrName>style.visibility</p:attrName>
                                        </p:attrNameLst>
                                      </p:cBhvr>
                                      <p:to>
                                        <p:strVal val="visible"/>
                                      </p:to>
                                    </p:set>
                                    <p:animEffect filter="dissolve" transition="in">
                                      <p:cBhvr>
                                        <p:cTn id="55" dur="500"/>
                                        <p:tgtEl>
                                          <p:spTgt spid="7269"/>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7270"/>
                                        </p:tgtEl>
                                        <p:attrNameLst>
                                          <p:attrName>style.visibility</p:attrName>
                                        </p:attrNameLst>
                                      </p:cBhvr>
                                      <p:to>
                                        <p:strVal val="visible"/>
                                      </p:to>
                                    </p:set>
                                    <p:animEffect filter="dissolve" transition="in">
                                      <p:cBhvr>
                                        <p:cTn id="59" dur="500"/>
                                        <p:tgtEl>
                                          <p:spTgt spid="7270"/>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7271"/>
                                        </p:tgtEl>
                                        <p:attrNameLst>
                                          <p:attrName>style.visibility</p:attrName>
                                        </p:attrNameLst>
                                      </p:cBhvr>
                                      <p:to>
                                        <p:strVal val="visible"/>
                                      </p:to>
                                    </p:set>
                                    <p:animEffect filter="dissolve" transition="in">
                                      <p:cBhvr>
                                        <p:cTn id="63" dur="500"/>
                                        <p:tgtEl>
                                          <p:spTgt spid="7271"/>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7272"/>
                                        </p:tgtEl>
                                        <p:attrNameLst>
                                          <p:attrName>style.visibility</p:attrName>
                                        </p:attrNameLst>
                                      </p:cBhvr>
                                      <p:to>
                                        <p:strVal val="visible"/>
                                      </p:to>
                                    </p:set>
                                    <p:animEffect filter="dissolve" transition="in">
                                      <p:cBhvr>
                                        <p:cTn id="67" dur="500"/>
                                        <p:tgtEl>
                                          <p:spTgt spid="7272"/>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7273"/>
                                        </p:tgtEl>
                                        <p:attrNameLst>
                                          <p:attrName>style.visibility</p:attrName>
                                        </p:attrNameLst>
                                      </p:cBhvr>
                                      <p:to>
                                        <p:strVal val="visible"/>
                                      </p:to>
                                    </p:set>
                                    <p:animEffect filter="dissolve" transition="in">
                                      <p:cBhvr>
                                        <p:cTn id="71" dur="500"/>
                                        <p:tgtEl>
                                          <p:spTgt spid="7273"/>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7274"/>
                                        </p:tgtEl>
                                        <p:attrNameLst>
                                          <p:attrName>style.visibility</p:attrName>
                                        </p:attrNameLst>
                                      </p:cBhvr>
                                      <p:to>
                                        <p:strVal val="visible"/>
                                      </p:to>
                                    </p:set>
                                    <p:animEffect filter="dissolve" transition="in">
                                      <p:cBhvr>
                                        <p:cTn id="75" dur="500"/>
                                        <p:tgtEl>
                                          <p:spTgt spid="7274"/>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7275"/>
                                        </p:tgtEl>
                                        <p:attrNameLst>
                                          <p:attrName>style.visibility</p:attrName>
                                        </p:attrNameLst>
                                      </p:cBhvr>
                                      <p:to>
                                        <p:strVal val="visible"/>
                                      </p:to>
                                    </p:set>
                                    <p:animEffect filter="dissolve" transition="in">
                                      <p:cBhvr>
                                        <p:cTn id="79" dur="500"/>
                                        <p:tgtEl>
                                          <p:spTgt spid="7275"/>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7276"/>
                                        </p:tgtEl>
                                        <p:attrNameLst>
                                          <p:attrName>style.visibility</p:attrName>
                                        </p:attrNameLst>
                                      </p:cBhvr>
                                      <p:to>
                                        <p:strVal val="visible"/>
                                      </p:to>
                                    </p:set>
                                    <p:animEffect filter="dissolve" transition="in">
                                      <p:cBhvr>
                                        <p:cTn id="83" dur="500"/>
                                        <p:tgtEl>
                                          <p:spTgt spid="7276"/>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7277"/>
                                        </p:tgtEl>
                                        <p:attrNameLst>
                                          <p:attrName>style.visibility</p:attrName>
                                        </p:attrNameLst>
                                      </p:cBhvr>
                                      <p:to>
                                        <p:strVal val="visible"/>
                                      </p:to>
                                    </p:set>
                                    <p:animEffect filter="dissolve" transition="in">
                                      <p:cBhvr>
                                        <p:cTn id="87" dur="500"/>
                                        <p:tgtEl>
                                          <p:spTgt spid="7277"/>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7278"/>
                                        </p:tgtEl>
                                        <p:attrNameLst>
                                          <p:attrName>style.visibility</p:attrName>
                                        </p:attrNameLst>
                                      </p:cBhvr>
                                      <p:to>
                                        <p:strVal val="visible"/>
                                      </p:to>
                                    </p:set>
                                    <p:animEffect filter="dissolve" transition="in">
                                      <p:cBhvr>
                                        <p:cTn id="91" dur="500"/>
                                        <p:tgtEl>
                                          <p:spTgt spid="7278"/>
                                        </p:tgtEl>
                                      </p:cBhvr>
                                    </p:animEffect>
                                  </p:childTnLst>
                                </p:cTn>
                              </p:par>
                            </p:childTnLst>
                          </p:cTn>
                        </p:par>
                        <p:par>
                          <p:cTn id="92" fill="hold">
                            <p:stCondLst>
                              <p:cond delay="11000"/>
                            </p:stCondLst>
                            <p:childTnLst>
                              <p:par>
                                <p:cTn id="93" presetClass="entr" nodeType="afterEffect" presetID="9" grpId="23" fill="hold">
                                  <p:stCondLst>
                                    <p:cond delay="0"/>
                                  </p:stCondLst>
                                  <p:iterate type="el" backwards="0">
                                    <p:tmAbs val="0"/>
                                  </p:iterate>
                                  <p:childTnLst>
                                    <p:set>
                                      <p:cBhvr>
                                        <p:cTn id="94" fill="hold"/>
                                        <p:tgtEl>
                                          <p:spTgt spid="7279"/>
                                        </p:tgtEl>
                                        <p:attrNameLst>
                                          <p:attrName>style.visibility</p:attrName>
                                        </p:attrNameLst>
                                      </p:cBhvr>
                                      <p:to>
                                        <p:strVal val="visible"/>
                                      </p:to>
                                    </p:set>
                                    <p:animEffect filter="dissolve" transition="in">
                                      <p:cBhvr>
                                        <p:cTn id="95" dur="500"/>
                                        <p:tgtEl>
                                          <p:spTgt spid="7279"/>
                                        </p:tgtEl>
                                      </p:cBhvr>
                                    </p:animEffect>
                                  </p:childTnLst>
                                </p:cTn>
                              </p:par>
                            </p:childTnLst>
                          </p:cTn>
                        </p:par>
                        <p:par>
                          <p:cTn id="96" fill="hold">
                            <p:stCondLst>
                              <p:cond delay="11500"/>
                            </p:stCondLst>
                            <p:childTnLst>
                              <p:par>
                                <p:cTn id="97" presetClass="entr" nodeType="afterEffect" presetID="9" grpId="24" fill="hold">
                                  <p:stCondLst>
                                    <p:cond delay="0"/>
                                  </p:stCondLst>
                                  <p:iterate type="el" backwards="0">
                                    <p:tmAbs val="0"/>
                                  </p:iterate>
                                  <p:childTnLst>
                                    <p:set>
                                      <p:cBhvr>
                                        <p:cTn id="98" fill="hold"/>
                                        <p:tgtEl>
                                          <p:spTgt spid="7280"/>
                                        </p:tgtEl>
                                        <p:attrNameLst>
                                          <p:attrName>style.visibility</p:attrName>
                                        </p:attrNameLst>
                                      </p:cBhvr>
                                      <p:to>
                                        <p:strVal val="visible"/>
                                      </p:to>
                                    </p:set>
                                    <p:animEffect filter="dissolve" transition="in">
                                      <p:cBhvr>
                                        <p:cTn id="99" dur="500"/>
                                        <p:tgtEl>
                                          <p:spTgt spid="7280"/>
                                        </p:tgtEl>
                                      </p:cBhvr>
                                    </p:animEffect>
                                  </p:childTnLst>
                                </p:cTn>
                              </p:par>
                            </p:childTnLst>
                          </p:cTn>
                        </p:par>
                        <p:par>
                          <p:cTn id="100" fill="hold">
                            <p:stCondLst>
                              <p:cond delay="12000"/>
                            </p:stCondLst>
                            <p:childTnLst>
                              <p:par>
                                <p:cTn id="101" presetClass="entr" nodeType="afterEffect" presetID="9" grpId="25" fill="hold">
                                  <p:stCondLst>
                                    <p:cond delay="0"/>
                                  </p:stCondLst>
                                  <p:iterate type="el" backwards="0">
                                    <p:tmAbs val="0"/>
                                  </p:iterate>
                                  <p:childTnLst>
                                    <p:set>
                                      <p:cBhvr>
                                        <p:cTn id="102" fill="hold"/>
                                        <p:tgtEl>
                                          <p:spTgt spid="7281"/>
                                        </p:tgtEl>
                                        <p:attrNameLst>
                                          <p:attrName>style.visibility</p:attrName>
                                        </p:attrNameLst>
                                      </p:cBhvr>
                                      <p:to>
                                        <p:strVal val="visible"/>
                                      </p:to>
                                    </p:set>
                                    <p:animEffect filter="dissolve" transition="in">
                                      <p:cBhvr>
                                        <p:cTn id="103" dur="500"/>
                                        <p:tgtEl>
                                          <p:spTgt spid="7281"/>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7282"/>
                                        </p:tgtEl>
                                        <p:attrNameLst>
                                          <p:attrName>style.visibility</p:attrName>
                                        </p:attrNameLst>
                                      </p:cBhvr>
                                      <p:to>
                                        <p:strVal val="visible"/>
                                      </p:to>
                                    </p:set>
                                    <p:animEffect filter="dissolve" transition="in">
                                      <p:cBhvr>
                                        <p:cTn id="107" dur="500"/>
                                        <p:tgtEl>
                                          <p:spTgt spid="7282"/>
                                        </p:tgtEl>
                                      </p:cBhvr>
                                    </p:animEffect>
                                  </p:childTnLst>
                                </p:cTn>
                              </p:par>
                            </p:childTnLst>
                          </p:cTn>
                        </p:par>
                        <p:par>
                          <p:cTn id="108" fill="hold">
                            <p:stCondLst>
                              <p:cond delay="13000"/>
                            </p:stCondLst>
                            <p:childTnLst>
                              <p:par>
                                <p:cTn id="109" presetClass="entr" nodeType="afterEffect" presetID="9" grpId="27" fill="hold">
                                  <p:stCondLst>
                                    <p:cond delay="0"/>
                                  </p:stCondLst>
                                  <p:iterate type="el" backwards="0">
                                    <p:tmAbs val="0"/>
                                  </p:iterate>
                                  <p:childTnLst>
                                    <p:set>
                                      <p:cBhvr>
                                        <p:cTn id="110" fill="hold"/>
                                        <p:tgtEl>
                                          <p:spTgt spid="7283"/>
                                        </p:tgtEl>
                                        <p:attrNameLst>
                                          <p:attrName>style.visibility</p:attrName>
                                        </p:attrNameLst>
                                      </p:cBhvr>
                                      <p:to>
                                        <p:strVal val="visible"/>
                                      </p:to>
                                    </p:set>
                                    <p:animEffect filter="dissolve" transition="in">
                                      <p:cBhvr>
                                        <p:cTn id="111" dur="500"/>
                                        <p:tgtEl>
                                          <p:spTgt spid="7283"/>
                                        </p:tgtEl>
                                      </p:cBhvr>
                                    </p:animEffect>
                                  </p:childTnLst>
                                </p:cTn>
                              </p:par>
                            </p:childTnLst>
                          </p:cTn>
                        </p:par>
                        <p:par>
                          <p:cTn id="112" fill="hold">
                            <p:stCondLst>
                              <p:cond delay="13500"/>
                            </p:stCondLst>
                            <p:childTnLst>
                              <p:par>
                                <p:cTn id="113" presetClass="entr" nodeType="afterEffect" presetID="9" grpId="28" fill="hold">
                                  <p:stCondLst>
                                    <p:cond delay="0"/>
                                  </p:stCondLst>
                                  <p:iterate type="el" backwards="0">
                                    <p:tmAbs val="0"/>
                                  </p:iterate>
                                  <p:childTnLst>
                                    <p:set>
                                      <p:cBhvr>
                                        <p:cTn id="114" fill="hold"/>
                                        <p:tgtEl>
                                          <p:spTgt spid="7284"/>
                                        </p:tgtEl>
                                        <p:attrNameLst>
                                          <p:attrName>style.visibility</p:attrName>
                                        </p:attrNameLst>
                                      </p:cBhvr>
                                      <p:to>
                                        <p:strVal val="visible"/>
                                      </p:to>
                                    </p:set>
                                    <p:animEffect filter="dissolve" transition="in">
                                      <p:cBhvr>
                                        <p:cTn id="115" dur="500"/>
                                        <p:tgtEl>
                                          <p:spTgt spid="7284"/>
                                        </p:tgtEl>
                                      </p:cBhvr>
                                    </p:animEffect>
                                  </p:childTnLst>
                                </p:cTn>
                              </p:par>
                            </p:childTnLst>
                          </p:cTn>
                        </p:par>
                        <p:par>
                          <p:cTn id="116" fill="hold">
                            <p:stCondLst>
                              <p:cond delay="14000"/>
                            </p:stCondLst>
                            <p:childTnLst>
                              <p:par>
                                <p:cTn id="117" presetClass="entr" nodeType="afterEffect" presetID="9" grpId="29" fill="hold">
                                  <p:stCondLst>
                                    <p:cond delay="0"/>
                                  </p:stCondLst>
                                  <p:iterate type="el" backwards="0">
                                    <p:tmAbs val="0"/>
                                  </p:iterate>
                                  <p:childTnLst>
                                    <p:set>
                                      <p:cBhvr>
                                        <p:cTn id="118" fill="hold"/>
                                        <p:tgtEl>
                                          <p:spTgt spid="7285"/>
                                        </p:tgtEl>
                                        <p:attrNameLst>
                                          <p:attrName>style.visibility</p:attrName>
                                        </p:attrNameLst>
                                      </p:cBhvr>
                                      <p:to>
                                        <p:strVal val="visible"/>
                                      </p:to>
                                    </p:set>
                                    <p:animEffect filter="dissolve" transition="in">
                                      <p:cBhvr>
                                        <p:cTn id="119" dur="500"/>
                                        <p:tgtEl>
                                          <p:spTgt spid="7285"/>
                                        </p:tgtEl>
                                      </p:cBhvr>
                                    </p:animEffect>
                                  </p:childTnLst>
                                </p:cTn>
                              </p:par>
                            </p:childTnLst>
                          </p:cTn>
                        </p:par>
                        <p:par>
                          <p:cTn id="120" fill="hold">
                            <p:stCondLst>
                              <p:cond delay="14500"/>
                            </p:stCondLst>
                            <p:childTnLst>
                              <p:par>
                                <p:cTn id="121" presetClass="entr" nodeType="afterEffect" presetID="9" grpId="30" fill="hold">
                                  <p:stCondLst>
                                    <p:cond delay="0"/>
                                  </p:stCondLst>
                                  <p:iterate type="el" backwards="0">
                                    <p:tmAbs val="0"/>
                                  </p:iterate>
                                  <p:childTnLst>
                                    <p:set>
                                      <p:cBhvr>
                                        <p:cTn id="122" fill="hold"/>
                                        <p:tgtEl>
                                          <p:spTgt spid="7286"/>
                                        </p:tgtEl>
                                        <p:attrNameLst>
                                          <p:attrName>style.visibility</p:attrName>
                                        </p:attrNameLst>
                                      </p:cBhvr>
                                      <p:to>
                                        <p:strVal val="visible"/>
                                      </p:to>
                                    </p:set>
                                    <p:animEffect filter="dissolve" transition="in">
                                      <p:cBhvr>
                                        <p:cTn id="123" dur="500"/>
                                        <p:tgtEl>
                                          <p:spTgt spid="7286"/>
                                        </p:tgtEl>
                                      </p:cBhvr>
                                    </p:animEffect>
                                  </p:childTnLst>
                                </p:cTn>
                              </p:par>
                            </p:childTnLst>
                          </p:cTn>
                        </p:par>
                        <p:par>
                          <p:cTn id="124" fill="hold">
                            <p:stCondLst>
                              <p:cond delay="15000"/>
                            </p:stCondLst>
                            <p:childTnLst>
                              <p:par>
                                <p:cTn id="125" presetClass="entr" nodeType="afterEffect" presetID="9" grpId="31" fill="hold">
                                  <p:stCondLst>
                                    <p:cond delay="0"/>
                                  </p:stCondLst>
                                  <p:iterate type="el" backwards="0">
                                    <p:tmAbs val="0"/>
                                  </p:iterate>
                                  <p:childTnLst>
                                    <p:set>
                                      <p:cBhvr>
                                        <p:cTn id="126" fill="hold"/>
                                        <p:tgtEl>
                                          <p:spTgt spid="7287"/>
                                        </p:tgtEl>
                                        <p:attrNameLst>
                                          <p:attrName>style.visibility</p:attrName>
                                        </p:attrNameLst>
                                      </p:cBhvr>
                                      <p:to>
                                        <p:strVal val="visible"/>
                                      </p:to>
                                    </p:set>
                                    <p:animEffect filter="dissolve" transition="in">
                                      <p:cBhvr>
                                        <p:cTn id="127" dur="500"/>
                                        <p:tgtEl>
                                          <p:spTgt spid="7287"/>
                                        </p:tgtEl>
                                      </p:cBhvr>
                                    </p:animEffect>
                                  </p:childTnLst>
                                </p:cTn>
                              </p:par>
                            </p:childTnLst>
                          </p:cTn>
                        </p:par>
                        <p:par>
                          <p:cTn id="128" fill="hold">
                            <p:stCondLst>
                              <p:cond delay="15500"/>
                            </p:stCondLst>
                            <p:childTnLst>
                              <p:par>
                                <p:cTn id="129" presetClass="entr" nodeType="afterEffect" presetID="9" grpId="32" fill="hold">
                                  <p:stCondLst>
                                    <p:cond delay="0"/>
                                  </p:stCondLst>
                                  <p:iterate type="el" backwards="0">
                                    <p:tmAbs val="0"/>
                                  </p:iterate>
                                  <p:childTnLst>
                                    <p:set>
                                      <p:cBhvr>
                                        <p:cTn id="130" fill="hold"/>
                                        <p:tgtEl>
                                          <p:spTgt spid="7288"/>
                                        </p:tgtEl>
                                        <p:attrNameLst>
                                          <p:attrName>style.visibility</p:attrName>
                                        </p:attrNameLst>
                                      </p:cBhvr>
                                      <p:to>
                                        <p:strVal val="visible"/>
                                      </p:to>
                                    </p:set>
                                    <p:animEffect filter="dissolve" transition="in">
                                      <p:cBhvr>
                                        <p:cTn id="131" dur="500"/>
                                        <p:tgtEl>
                                          <p:spTgt spid="7288"/>
                                        </p:tgtEl>
                                      </p:cBhvr>
                                    </p:animEffect>
                                  </p:childTnLst>
                                </p:cTn>
                              </p:par>
                            </p:childTnLst>
                          </p:cTn>
                        </p:par>
                        <p:par>
                          <p:cTn id="132" fill="hold">
                            <p:stCondLst>
                              <p:cond delay="16000"/>
                            </p:stCondLst>
                            <p:childTnLst>
                              <p:par>
                                <p:cTn id="133" presetClass="entr" nodeType="afterEffect" presetID="9" grpId="33" fill="hold">
                                  <p:stCondLst>
                                    <p:cond delay="0"/>
                                  </p:stCondLst>
                                  <p:iterate type="el" backwards="0">
                                    <p:tmAbs val="0"/>
                                  </p:iterate>
                                  <p:childTnLst>
                                    <p:set>
                                      <p:cBhvr>
                                        <p:cTn id="134" fill="hold"/>
                                        <p:tgtEl>
                                          <p:spTgt spid="7289"/>
                                        </p:tgtEl>
                                        <p:attrNameLst>
                                          <p:attrName>style.visibility</p:attrName>
                                        </p:attrNameLst>
                                      </p:cBhvr>
                                      <p:to>
                                        <p:strVal val="visible"/>
                                      </p:to>
                                    </p:set>
                                    <p:animEffect filter="dissolve" transition="in">
                                      <p:cBhvr>
                                        <p:cTn id="135" dur="500"/>
                                        <p:tgtEl>
                                          <p:spTgt spid="7289"/>
                                        </p:tgtEl>
                                      </p:cBhvr>
                                    </p:animEffect>
                                  </p:childTnLst>
                                </p:cTn>
                              </p:par>
                            </p:childTnLst>
                          </p:cTn>
                        </p:par>
                        <p:par>
                          <p:cTn id="136" fill="hold">
                            <p:stCondLst>
                              <p:cond delay="16500"/>
                            </p:stCondLst>
                            <p:childTnLst>
                              <p:par>
                                <p:cTn id="137" presetClass="entr" nodeType="afterEffect" presetID="9" grpId="34" fill="hold">
                                  <p:stCondLst>
                                    <p:cond delay="0"/>
                                  </p:stCondLst>
                                  <p:iterate type="el" backwards="0">
                                    <p:tmAbs val="0"/>
                                  </p:iterate>
                                  <p:childTnLst>
                                    <p:set>
                                      <p:cBhvr>
                                        <p:cTn id="138" fill="hold"/>
                                        <p:tgtEl>
                                          <p:spTgt spid="7290"/>
                                        </p:tgtEl>
                                        <p:attrNameLst>
                                          <p:attrName>style.visibility</p:attrName>
                                        </p:attrNameLst>
                                      </p:cBhvr>
                                      <p:to>
                                        <p:strVal val="visible"/>
                                      </p:to>
                                    </p:set>
                                    <p:animEffect filter="dissolve" transition="in">
                                      <p:cBhvr>
                                        <p:cTn id="139" dur="500"/>
                                        <p:tgtEl>
                                          <p:spTgt spid="7290"/>
                                        </p:tgtEl>
                                      </p:cBhvr>
                                    </p:animEffect>
                                  </p:childTnLst>
                                </p:cTn>
                              </p:par>
                            </p:childTnLst>
                          </p:cTn>
                        </p:par>
                        <p:par>
                          <p:cTn id="140" fill="hold">
                            <p:stCondLst>
                              <p:cond delay="17000"/>
                            </p:stCondLst>
                            <p:childTnLst>
                              <p:par>
                                <p:cTn id="141" presetClass="entr" nodeType="afterEffect" presetID="9" grpId="35" fill="hold">
                                  <p:stCondLst>
                                    <p:cond delay="0"/>
                                  </p:stCondLst>
                                  <p:iterate type="el" backwards="0">
                                    <p:tmAbs val="0"/>
                                  </p:iterate>
                                  <p:childTnLst>
                                    <p:set>
                                      <p:cBhvr>
                                        <p:cTn id="142" fill="hold"/>
                                        <p:tgtEl>
                                          <p:spTgt spid="7291"/>
                                        </p:tgtEl>
                                        <p:attrNameLst>
                                          <p:attrName>style.visibility</p:attrName>
                                        </p:attrNameLst>
                                      </p:cBhvr>
                                      <p:to>
                                        <p:strVal val="visible"/>
                                      </p:to>
                                    </p:set>
                                    <p:animEffect filter="dissolve" transition="in">
                                      <p:cBhvr>
                                        <p:cTn id="143" dur="500"/>
                                        <p:tgtEl>
                                          <p:spTgt spid="7291"/>
                                        </p:tgtEl>
                                      </p:cBhvr>
                                    </p:animEffect>
                                  </p:childTnLst>
                                </p:cTn>
                              </p:par>
                            </p:childTnLst>
                          </p:cTn>
                        </p:par>
                        <p:par>
                          <p:cTn id="144" fill="hold">
                            <p:stCondLst>
                              <p:cond delay="17500"/>
                            </p:stCondLst>
                            <p:childTnLst>
                              <p:par>
                                <p:cTn id="145" presetClass="entr" nodeType="afterEffect" presetID="9" grpId="36" fill="hold">
                                  <p:stCondLst>
                                    <p:cond delay="0"/>
                                  </p:stCondLst>
                                  <p:iterate type="el" backwards="0">
                                    <p:tmAbs val="0"/>
                                  </p:iterate>
                                  <p:childTnLst>
                                    <p:set>
                                      <p:cBhvr>
                                        <p:cTn id="146" fill="hold"/>
                                        <p:tgtEl>
                                          <p:spTgt spid="7292"/>
                                        </p:tgtEl>
                                        <p:attrNameLst>
                                          <p:attrName>style.visibility</p:attrName>
                                        </p:attrNameLst>
                                      </p:cBhvr>
                                      <p:to>
                                        <p:strVal val="visible"/>
                                      </p:to>
                                    </p:set>
                                    <p:animEffect filter="dissolve" transition="in">
                                      <p:cBhvr>
                                        <p:cTn id="147" dur="500"/>
                                        <p:tgtEl>
                                          <p:spTgt spid="7292"/>
                                        </p:tgtEl>
                                      </p:cBhvr>
                                    </p:animEffect>
                                  </p:childTnLst>
                                </p:cTn>
                              </p:par>
                            </p:childTnLst>
                          </p:cTn>
                        </p:par>
                        <p:par>
                          <p:cTn id="148" fill="hold">
                            <p:stCondLst>
                              <p:cond delay="18000"/>
                            </p:stCondLst>
                            <p:childTnLst>
                              <p:par>
                                <p:cTn id="149" presetClass="entr" nodeType="afterEffect" presetID="9" grpId="37" fill="hold">
                                  <p:stCondLst>
                                    <p:cond delay="0"/>
                                  </p:stCondLst>
                                  <p:iterate type="el" backwards="0">
                                    <p:tmAbs val="0"/>
                                  </p:iterate>
                                  <p:childTnLst>
                                    <p:set>
                                      <p:cBhvr>
                                        <p:cTn id="150" fill="hold"/>
                                        <p:tgtEl>
                                          <p:spTgt spid="7293"/>
                                        </p:tgtEl>
                                        <p:attrNameLst>
                                          <p:attrName>style.visibility</p:attrName>
                                        </p:attrNameLst>
                                      </p:cBhvr>
                                      <p:to>
                                        <p:strVal val="visible"/>
                                      </p:to>
                                    </p:set>
                                    <p:animEffect filter="dissolve" transition="in">
                                      <p:cBhvr>
                                        <p:cTn id="151" dur="500"/>
                                        <p:tgtEl>
                                          <p:spTgt spid="7293"/>
                                        </p:tgtEl>
                                      </p:cBhvr>
                                    </p:animEffect>
                                  </p:childTnLst>
                                </p:cTn>
                              </p:par>
                            </p:childTnLst>
                          </p:cTn>
                        </p:par>
                        <p:par>
                          <p:cTn id="152" fill="hold">
                            <p:stCondLst>
                              <p:cond delay="18500"/>
                            </p:stCondLst>
                            <p:childTnLst>
                              <p:par>
                                <p:cTn id="153" presetClass="entr" nodeType="afterEffect" presetID="9" grpId="38" fill="hold">
                                  <p:stCondLst>
                                    <p:cond delay="0"/>
                                  </p:stCondLst>
                                  <p:iterate type="el" backwards="0">
                                    <p:tmAbs val="0"/>
                                  </p:iterate>
                                  <p:childTnLst>
                                    <p:set>
                                      <p:cBhvr>
                                        <p:cTn id="154" fill="hold"/>
                                        <p:tgtEl>
                                          <p:spTgt spid="7294"/>
                                        </p:tgtEl>
                                        <p:attrNameLst>
                                          <p:attrName>style.visibility</p:attrName>
                                        </p:attrNameLst>
                                      </p:cBhvr>
                                      <p:to>
                                        <p:strVal val="visible"/>
                                      </p:to>
                                    </p:set>
                                    <p:animEffect filter="dissolve" transition="in">
                                      <p:cBhvr>
                                        <p:cTn id="155" dur="500"/>
                                        <p:tgtEl>
                                          <p:spTgt spid="7294"/>
                                        </p:tgtEl>
                                      </p:cBhvr>
                                    </p:animEffect>
                                  </p:childTnLst>
                                </p:cTn>
                              </p:par>
                            </p:childTnLst>
                          </p:cTn>
                        </p:par>
                        <p:par>
                          <p:cTn id="156" fill="hold">
                            <p:stCondLst>
                              <p:cond delay="19000"/>
                            </p:stCondLst>
                            <p:childTnLst>
                              <p:par>
                                <p:cTn id="157" presetClass="entr" nodeType="afterEffect" presetID="9" grpId="39" fill="hold">
                                  <p:stCondLst>
                                    <p:cond delay="0"/>
                                  </p:stCondLst>
                                  <p:iterate type="el" backwards="0">
                                    <p:tmAbs val="0"/>
                                  </p:iterate>
                                  <p:childTnLst>
                                    <p:set>
                                      <p:cBhvr>
                                        <p:cTn id="158" fill="hold"/>
                                        <p:tgtEl>
                                          <p:spTgt spid="7295"/>
                                        </p:tgtEl>
                                        <p:attrNameLst>
                                          <p:attrName>style.visibility</p:attrName>
                                        </p:attrNameLst>
                                      </p:cBhvr>
                                      <p:to>
                                        <p:strVal val="visible"/>
                                      </p:to>
                                    </p:set>
                                    <p:animEffect filter="dissolve" transition="in">
                                      <p:cBhvr>
                                        <p:cTn id="159" dur="500"/>
                                        <p:tgtEl>
                                          <p:spTgt spid="7295"/>
                                        </p:tgtEl>
                                      </p:cBhvr>
                                    </p:animEffect>
                                  </p:childTnLst>
                                </p:cTn>
                              </p:par>
                            </p:childTnLst>
                          </p:cTn>
                        </p:par>
                        <p:par>
                          <p:cTn id="160" fill="hold">
                            <p:stCondLst>
                              <p:cond delay="19500"/>
                            </p:stCondLst>
                            <p:childTnLst>
                              <p:par>
                                <p:cTn id="161" presetClass="entr" nodeType="afterEffect" presetID="9" grpId="40" fill="hold">
                                  <p:stCondLst>
                                    <p:cond delay="0"/>
                                  </p:stCondLst>
                                  <p:iterate type="el" backwards="0">
                                    <p:tmAbs val="0"/>
                                  </p:iterate>
                                  <p:childTnLst>
                                    <p:set>
                                      <p:cBhvr>
                                        <p:cTn id="162" fill="hold"/>
                                        <p:tgtEl>
                                          <p:spTgt spid="7296"/>
                                        </p:tgtEl>
                                        <p:attrNameLst>
                                          <p:attrName>style.visibility</p:attrName>
                                        </p:attrNameLst>
                                      </p:cBhvr>
                                      <p:to>
                                        <p:strVal val="visible"/>
                                      </p:to>
                                    </p:set>
                                    <p:animEffect filter="dissolve" transition="in">
                                      <p:cBhvr>
                                        <p:cTn id="163" dur="500"/>
                                        <p:tgtEl>
                                          <p:spTgt spid="7296"/>
                                        </p:tgtEl>
                                      </p:cBhvr>
                                    </p:animEffect>
                                  </p:childTnLst>
                                </p:cTn>
                              </p:par>
                            </p:childTnLst>
                          </p:cTn>
                        </p:par>
                        <p:par>
                          <p:cTn id="164" fill="hold">
                            <p:stCondLst>
                              <p:cond delay="20000"/>
                            </p:stCondLst>
                            <p:childTnLst>
                              <p:par>
                                <p:cTn id="165" presetClass="entr" nodeType="afterEffect" presetID="9" grpId="41" fill="hold">
                                  <p:stCondLst>
                                    <p:cond delay="0"/>
                                  </p:stCondLst>
                                  <p:iterate type="el" backwards="0">
                                    <p:tmAbs val="0"/>
                                  </p:iterate>
                                  <p:childTnLst>
                                    <p:set>
                                      <p:cBhvr>
                                        <p:cTn id="166" fill="hold"/>
                                        <p:tgtEl>
                                          <p:spTgt spid="7297"/>
                                        </p:tgtEl>
                                        <p:attrNameLst>
                                          <p:attrName>style.visibility</p:attrName>
                                        </p:attrNameLst>
                                      </p:cBhvr>
                                      <p:to>
                                        <p:strVal val="visible"/>
                                      </p:to>
                                    </p:set>
                                    <p:animEffect filter="dissolve" transition="in">
                                      <p:cBhvr>
                                        <p:cTn id="167" dur="500"/>
                                        <p:tgtEl>
                                          <p:spTgt spid="7297"/>
                                        </p:tgtEl>
                                      </p:cBhvr>
                                    </p:animEffect>
                                  </p:childTnLst>
                                </p:cTn>
                              </p:par>
                            </p:childTnLst>
                          </p:cTn>
                        </p:par>
                        <p:par>
                          <p:cTn id="168" fill="hold">
                            <p:stCondLst>
                              <p:cond delay="20500"/>
                            </p:stCondLst>
                            <p:childTnLst>
                              <p:par>
                                <p:cTn id="169" presetClass="entr" nodeType="afterEffect" presetID="9" grpId="42" fill="hold">
                                  <p:stCondLst>
                                    <p:cond delay="0"/>
                                  </p:stCondLst>
                                  <p:iterate type="el" backwards="0">
                                    <p:tmAbs val="0"/>
                                  </p:iterate>
                                  <p:childTnLst>
                                    <p:set>
                                      <p:cBhvr>
                                        <p:cTn id="170" fill="hold"/>
                                        <p:tgtEl>
                                          <p:spTgt spid="7298"/>
                                        </p:tgtEl>
                                        <p:attrNameLst>
                                          <p:attrName>style.visibility</p:attrName>
                                        </p:attrNameLst>
                                      </p:cBhvr>
                                      <p:to>
                                        <p:strVal val="visible"/>
                                      </p:to>
                                    </p:set>
                                    <p:animEffect filter="dissolve" transition="in">
                                      <p:cBhvr>
                                        <p:cTn id="171" dur="500"/>
                                        <p:tgtEl>
                                          <p:spTgt spid="7298"/>
                                        </p:tgtEl>
                                      </p:cBhvr>
                                    </p:animEffect>
                                  </p:childTnLst>
                                </p:cTn>
                              </p:par>
                            </p:childTnLst>
                          </p:cTn>
                        </p:par>
                        <p:par>
                          <p:cTn id="172" fill="hold">
                            <p:stCondLst>
                              <p:cond delay="21000"/>
                            </p:stCondLst>
                            <p:childTnLst>
                              <p:par>
                                <p:cTn id="173" presetClass="entr" nodeType="afterEffect" presetID="9" grpId="43" fill="hold">
                                  <p:stCondLst>
                                    <p:cond delay="0"/>
                                  </p:stCondLst>
                                  <p:iterate type="el" backwards="0">
                                    <p:tmAbs val="0"/>
                                  </p:iterate>
                                  <p:childTnLst>
                                    <p:set>
                                      <p:cBhvr>
                                        <p:cTn id="174" fill="hold"/>
                                        <p:tgtEl>
                                          <p:spTgt spid="7299"/>
                                        </p:tgtEl>
                                        <p:attrNameLst>
                                          <p:attrName>style.visibility</p:attrName>
                                        </p:attrNameLst>
                                      </p:cBhvr>
                                      <p:to>
                                        <p:strVal val="visible"/>
                                      </p:to>
                                    </p:set>
                                    <p:animEffect filter="dissolve" transition="in">
                                      <p:cBhvr>
                                        <p:cTn id="175" dur="500"/>
                                        <p:tgtEl>
                                          <p:spTgt spid="7299"/>
                                        </p:tgtEl>
                                      </p:cBhvr>
                                    </p:animEffect>
                                  </p:childTnLst>
                                </p:cTn>
                              </p:par>
                            </p:childTnLst>
                          </p:cTn>
                        </p:par>
                        <p:par>
                          <p:cTn id="176" fill="hold">
                            <p:stCondLst>
                              <p:cond delay="21500"/>
                            </p:stCondLst>
                            <p:childTnLst>
                              <p:par>
                                <p:cTn id="177" presetClass="entr" nodeType="afterEffect" presetID="9" grpId="44" fill="hold">
                                  <p:stCondLst>
                                    <p:cond delay="0"/>
                                  </p:stCondLst>
                                  <p:iterate type="el" backwards="0">
                                    <p:tmAbs val="0"/>
                                  </p:iterate>
                                  <p:childTnLst>
                                    <p:set>
                                      <p:cBhvr>
                                        <p:cTn id="178" fill="hold"/>
                                        <p:tgtEl>
                                          <p:spTgt spid="7300"/>
                                        </p:tgtEl>
                                        <p:attrNameLst>
                                          <p:attrName>style.visibility</p:attrName>
                                        </p:attrNameLst>
                                      </p:cBhvr>
                                      <p:to>
                                        <p:strVal val="visible"/>
                                      </p:to>
                                    </p:set>
                                    <p:animEffect filter="dissolve" transition="in">
                                      <p:cBhvr>
                                        <p:cTn id="179" dur="500"/>
                                        <p:tgtEl>
                                          <p:spTgt spid="7300"/>
                                        </p:tgtEl>
                                      </p:cBhvr>
                                    </p:animEffect>
                                  </p:childTnLst>
                                </p:cTn>
                              </p:par>
                            </p:childTnLst>
                          </p:cTn>
                        </p:par>
                        <p:par>
                          <p:cTn id="180" fill="hold">
                            <p:stCondLst>
                              <p:cond delay="22000"/>
                            </p:stCondLst>
                            <p:childTnLst>
                              <p:par>
                                <p:cTn id="181" presetClass="entr" nodeType="afterEffect" presetID="9" grpId="45" fill="hold">
                                  <p:stCondLst>
                                    <p:cond delay="0"/>
                                  </p:stCondLst>
                                  <p:iterate type="el" backwards="0">
                                    <p:tmAbs val="0"/>
                                  </p:iterate>
                                  <p:childTnLst>
                                    <p:set>
                                      <p:cBhvr>
                                        <p:cTn id="182" fill="hold"/>
                                        <p:tgtEl>
                                          <p:spTgt spid="7301"/>
                                        </p:tgtEl>
                                        <p:attrNameLst>
                                          <p:attrName>style.visibility</p:attrName>
                                        </p:attrNameLst>
                                      </p:cBhvr>
                                      <p:to>
                                        <p:strVal val="visible"/>
                                      </p:to>
                                    </p:set>
                                    <p:animEffect filter="dissolve" transition="in">
                                      <p:cBhvr>
                                        <p:cTn id="183" dur="500"/>
                                        <p:tgtEl>
                                          <p:spTgt spid="7301"/>
                                        </p:tgtEl>
                                      </p:cBhvr>
                                    </p:animEffect>
                                  </p:childTnLst>
                                </p:cTn>
                              </p:par>
                            </p:childTnLst>
                          </p:cTn>
                        </p:par>
                        <p:par>
                          <p:cTn id="184" fill="hold">
                            <p:stCondLst>
                              <p:cond delay="22500"/>
                            </p:stCondLst>
                            <p:childTnLst>
                              <p:par>
                                <p:cTn id="185" presetClass="entr" nodeType="afterEffect" presetID="9" grpId="46" fill="hold">
                                  <p:stCondLst>
                                    <p:cond delay="0"/>
                                  </p:stCondLst>
                                  <p:iterate type="el" backwards="0">
                                    <p:tmAbs val="0"/>
                                  </p:iterate>
                                  <p:childTnLst>
                                    <p:set>
                                      <p:cBhvr>
                                        <p:cTn id="186" fill="hold"/>
                                        <p:tgtEl>
                                          <p:spTgt spid="7302"/>
                                        </p:tgtEl>
                                        <p:attrNameLst>
                                          <p:attrName>style.visibility</p:attrName>
                                        </p:attrNameLst>
                                      </p:cBhvr>
                                      <p:to>
                                        <p:strVal val="visible"/>
                                      </p:to>
                                    </p:set>
                                    <p:animEffect filter="dissolve" transition="in">
                                      <p:cBhvr>
                                        <p:cTn id="187" dur="500"/>
                                        <p:tgtEl>
                                          <p:spTgt spid="7302"/>
                                        </p:tgtEl>
                                      </p:cBhvr>
                                    </p:animEffect>
                                  </p:childTnLst>
                                </p:cTn>
                              </p:par>
                            </p:childTnLst>
                          </p:cTn>
                        </p:par>
                        <p:par>
                          <p:cTn id="188" fill="hold">
                            <p:stCondLst>
                              <p:cond delay="23000"/>
                            </p:stCondLst>
                            <p:childTnLst>
                              <p:par>
                                <p:cTn id="189" presetClass="entr" nodeType="afterEffect" presetID="9" grpId="47" fill="hold">
                                  <p:stCondLst>
                                    <p:cond delay="0"/>
                                  </p:stCondLst>
                                  <p:iterate type="el" backwards="0">
                                    <p:tmAbs val="0"/>
                                  </p:iterate>
                                  <p:childTnLst>
                                    <p:set>
                                      <p:cBhvr>
                                        <p:cTn id="190" fill="hold"/>
                                        <p:tgtEl>
                                          <p:spTgt spid="7303"/>
                                        </p:tgtEl>
                                        <p:attrNameLst>
                                          <p:attrName>style.visibility</p:attrName>
                                        </p:attrNameLst>
                                      </p:cBhvr>
                                      <p:to>
                                        <p:strVal val="visible"/>
                                      </p:to>
                                    </p:set>
                                    <p:animEffect filter="dissolve" transition="in">
                                      <p:cBhvr>
                                        <p:cTn id="191" dur="500"/>
                                        <p:tgtEl>
                                          <p:spTgt spid="7303"/>
                                        </p:tgtEl>
                                      </p:cBhvr>
                                    </p:animEffect>
                                  </p:childTnLst>
                                </p:cTn>
                              </p:par>
                            </p:childTnLst>
                          </p:cTn>
                        </p:par>
                        <p:par>
                          <p:cTn id="192" fill="hold">
                            <p:stCondLst>
                              <p:cond delay="23500"/>
                            </p:stCondLst>
                            <p:childTnLst>
                              <p:par>
                                <p:cTn id="193" presetClass="entr" nodeType="afterEffect" presetID="9" grpId="48" fill="hold">
                                  <p:stCondLst>
                                    <p:cond delay="0"/>
                                  </p:stCondLst>
                                  <p:iterate type="el" backwards="0">
                                    <p:tmAbs val="0"/>
                                  </p:iterate>
                                  <p:childTnLst>
                                    <p:set>
                                      <p:cBhvr>
                                        <p:cTn id="194" fill="hold"/>
                                        <p:tgtEl>
                                          <p:spTgt spid="7304"/>
                                        </p:tgtEl>
                                        <p:attrNameLst>
                                          <p:attrName>style.visibility</p:attrName>
                                        </p:attrNameLst>
                                      </p:cBhvr>
                                      <p:to>
                                        <p:strVal val="visible"/>
                                      </p:to>
                                    </p:set>
                                    <p:animEffect filter="dissolve" transition="in">
                                      <p:cBhvr>
                                        <p:cTn id="195" dur="500"/>
                                        <p:tgtEl>
                                          <p:spTgt spid="7304"/>
                                        </p:tgtEl>
                                      </p:cBhvr>
                                    </p:animEffect>
                                  </p:childTnLst>
                                </p:cTn>
                              </p:par>
                            </p:childTnLst>
                          </p:cTn>
                        </p:par>
                        <p:par>
                          <p:cTn id="196" fill="hold">
                            <p:stCondLst>
                              <p:cond delay="24000"/>
                            </p:stCondLst>
                            <p:childTnLst>
                              <p:par>
                                <p:cTn id="197" presetClass="entr" nodeType="afterEffect" presetID="9" grpId="49" fill="hold">
                                  <p:stCondLst>
                                    <p:cond delay="0"/>
                                  </p:stCondLst>
                                  <p:iterate type="el" backwards="0">
                                    <p:tmAbs val="0"/>
                                  </p:iterate>
                                  <p:childTnLst>
                                    <p:set>
                                      <p:cBhvr>
                                        <p:cTn id="198" fill="hold"/>
                                        <p:tgtEl>
                                          <p:spTgt spid="7305"/>
                                        </p:tgtEl>
                                        <p:attrNameLst>
                                          <p:attrName>style.visibility</p:attrName>
                                        </p:attrNameLst>
                                      </p:cBhvr>
                                      <p:to>
                                        <p:strVal val="visible"/>
                                      </p:to>
                                    </p:set>
                                    <p:animEffect filter="dissolve" transition="in">
                                      <p:cBhvr>
                                        <p:cTn id="199" dur="500"/>
                                        <p:tgtEl>
                                          <p:spTgt spid="7305"/>
                                        </p:tgtEl>
                                      </p:cBhvr>
                                    </p:animEffect>
                                  </p:childTnLst>
                                </p:cTn>
                              </p:par>
                            </p:childTnLst>
                          </p:cTn>
                        </p:par>
                        <p:par>
                          <p:cTn id="200" fill="hold">
                            <p:stCondLst>
                              <p:cond delay="24500"/>
                            </p:stCondLst>
                            <p:childTnLst>
                              <p:par>
                                <p:cTn id="201" presetClass="entr" nodeType="afterEffect" presetID="9" grpId="50" fill="hold">
                                  <p:stCondLst>
                                    <p:cond delay="0"/>
                                  </p:stCondLst>
                                  <p:iterate type="el" backwards="0">
                                    <p:tmAbs val="0"/>
                                  </p:iterate>
                                  <p:childTnLst>
                                    <p:set>
                                      <p:cBhvr>
                                        <p:cTn id="202" fill="hold"/>
                                        <p:tgtEl>
                                          <p:spTgt spid="7306"/>
                                        </p:tgtEl>
                                        <p:attrNameLst>
                                          <p:attrName>style.visibility</p:attrName>
                                        </p:attrNameLst>
                                      </p:cBhvr>
                                      <p:to>
                                        <p:strVal val="visible"/>
                                      </p:to>
                                    </p:set>
                                    <p:animEffect filter="dissolve" transition="in">
                                      <p:cBhvr>
                                        <p:cTn id="203" dur="500"/>
                                        <p:tgtEl>
                                          <p:spTgt spid="7306"/>
                                        </p:tgtEl>
                                      </p:cBhvr>
                                    </p:animEffect>
                                  </p:childTnLst>
                                </p:cTn>
                              </p:par>
                            </p:childTnLst>
                          </p:cTn>
                        </p:par>
                        <p:par>
                          <p:cTn id="204" fill="hold">
                            <p:stCondLst>
                              <p:cond delay="25000"/>
                            </p:stCondLst>
                            <p:childTnLst>
                              <p:par>
                                <p:cTn id="205" presetClass="entr" nodeType="afterEffect" presetID="9" grpId="51" fill="hold">
                                  <p:stCondLst>
                                    <p:cond delay="0"/>
                                  </p:stCondLst>
                                  <p:iterate type="el" backwards="0">
                                    <p:tmAbs val="0"/>
                                  </p:iterate>
                                  <p:childTnLst>
                                    <p:set>
                                      <p:cBhvr>
                                        <p:cTn id="206" fill="hold"/>
                                        <p:tgtEl>
                                          <p:spTgt spid="7307"/>
                                        </p:tgtEl>
                                        <p:attrNameLst>
                                          <p:attrName>style.visibility</p:attrName>
                                        </p:attrNameLst>
                                      </p:cBhvr>
                                      <p:to>
                                        <p:strVal val="visible"/>
                                      </p:to>
                                    </p:set>
                                    <p:animEffect filter="dissolve" transition="in">
                                      <p:cBhvr>
                                        <p:cTn id="207" dur="500"/>
                                        <p:tgtEl>
                                          <p:spTgt spid="7307"/>
                                        </p:tgtEl>
                                      </p:cBhvr>
                                    </p:animEffect>
                                  </p:childTnLst>
                                </p:cTn>
                              </p:par>
                            </p:childTnLst>
                          </p:cTn>
                        </p:par>
                        <p:par>
                          <p:cTn id="208" fill="hold">
                            <p:stCondLst>
                              <p:cond delay="25500"/>
                            </p:stCondLst>
                            <p:childTnLst>
                              <p:par>
                                <p:cTn id="209" presetClass="entr" nodeType="afterEffect" presetID="9" grpId="52" fill="hold">
                                  <p:stCondLst>
                                    <p:cond delay="0"/>
                                  </p:stCondLst>
                                  <p:iterate type="el" backwards="0">
                                    <p:tmAbs val="0"/>
                                  </p:iterate>
                                  <p:childTnLst>
                                    <p:set>
                                      <p:cBhvr>
                                        <p:cTn id="210" fill="hold"/>
                                        <p:tgtEl>
                                          <p:spTgt spid="7308"/>
                                        </p:tgtEl>
                                        <p:attrNameLst>
                                          <p:attrName>style.visibility</p:attrName>
                                        </p:attrNameLst>
                                      </p:cBhvr>
                                      <p:to>
                                        <p:strVal val="visible"/>
                                      </p:to>
                                    </p:set>
                                    <p:animEffect filter="dissolve" transition="in">
                                      <p:cBhvr>
                                        <p:cTn id="211" dur="500"/>
                                        <p:tgtEl>
                                          <p:spTgt spid="7308"/>
                                        </p:tgtEl>
                                      </p:cBhvr>
                                    </p:animEffect>
                                  </p:childTnLst>
                                </p:cTn>
                              </p:par>
                            </p:childTnLst>
                          </p:cTn>
                        </p:par>
                        <p:par>
                          <p:cTn id="212" fill="hold">
                            <p:stCondLst>
                              <p:cond delay="26000"/>
                            </p:stCondLst>
                            <p:childTnLst>
                              <p:par>
                                <p:cTn id="213" presetClass="entr" nodeType="afterEffect" presetID="9" grpId="53" fill="hold">
                                  <p:stCondLst>
                                    <p:cond delay="0"/>
                                  </p:stCondLst>
                                  <p:iterate type="el" backwards="0">
                                    <p:tmAbs val="0"/>
                                  </p:iterate>
                                  <p:childTnLst>
                                    <p:set>
                                      <p:cBhvr>
                                        <p:cTn id="214" fill="hold"/>
                                        <p:tgtEl>
                                          <p:spTgt spid="7309"/>
                                        </p:tgtEl>
                                        <p:attrNameLst>
                                          <p:attrName>style.visibility</p:attrName>
                                        </p:attrNameLst>
                                      </p:cBhvr>
                                      <p:to>
                                        <p:strVal val="visible"/>
                                      </p:to>
                                    </p:set>
                                    <p:animEffect filter="dissolve" transition="in">
                                      <p:cBhvr>
                                        <p:cTn id="215" dur="500"/>
                                        <p:tgtEl>
                                          <p:spTgt spid="7309"/>
                                        </p:tgtEl>
                                      </p:cBhvr>
                                    </p:animEffect>
                                  </p:childTnLst>
                                </p:cTn>
                              </p:par>
                            </p:childTnLst>
                          </p:cTn>
                        </p:par>
                        <p:par>
                          <p:cTn id="216" fill="hold">
                            <p:stCondLst>
                              <p:cond delay="26500"/>
                            </p:stCondLst>
                            <p:childTnLst>
                              <p:par>
                                <p:cTn id="217" presetClass="entr" nodeType="afterEffect" presetID="9" grpId="54" fill="hold">
                                  <p:stCondLst>
                                    <p:cond delay="0"/>
                                  </p:stCondLst>
                                  <p:iterate type="el" backwards="0">
                                    <p:tmAbs val="0"/>
                                  </p:iterate>
                                  <p:childTnLst>
                                    <p:set>
                                      <p:cBhvr>
                                        <p:cTn id="218" fill="hold"/>
                                        <p:tgtEl>
                                          <p:spTgt spid="7310"/>
                                        </p:tgtEl>
                                        <p:attrNameLst>
                                          <p:attrName>style.visibility</p:attrName>
                                        </p:attrNameLst>
                                      </p:cBhvr>
                                      <p:to>
                                        <p:strVal val="visible"/>
                                      </p:to>
                                    </p:set>
                                    <p:animEffect filter="dissolve" transition="in">
                                      <p:cBhvr>
                                        <p:cTn id="219" dur="500"/>
                                        <p:tgtEl>
                                          <p:spTgt spid="7310"/>
                                        </p:tgtEl>
                                      </p:cBhvr>
                                    </p:animEffect>
                                  </p:childTnLst>
                                </p:cTn>
                              </p:par>
                            </p:childTnLst>
                          </p:cTn>
                        </p:par>
                        <p:par>
                          <p:cTn id="220" fill="hold">
                            <p:stCondLst>
                              <p:cond delay="27000"/>
                            </p:stCondLst>
                            <p:childTnLst>
                              <p:par>
                                <p:cTn id="221" presetClass="entr" nodeType="afterEffect" presetID="9" grpId="55" fill="hold">
                                  <p:stCondLst>
                                    <p:cond delay="0"/>
                                  </p:stCondLst>
                                  <p:iterate type="el" backwards="0">
                                    <p:tmAbs val="0"/>
                                  </p:iterate>
                                  <p:childTnLst>
                                    <p:set>
                                      <p:cBhvr>
                                        <p:cTn id="222" fill="hold"/>
                                        <p:tgtEl>
                                          <p:spTgt spid="7311"/>
                                        </p:tgtEl>
                                        <p:attrNameLst>
                                          <p:attrName>style.visibility</p:attrName>
                                        </p:attrNameLst>
                                      </p:cBhvr>
                                      <p:to>
                                        <p:strVal val="visible"/>
                                      </p:to>
                                    </p:set>
                                    <p:animEffect filter="dissolve" transition="in">
                                      <p:cBhvr>
                                        <p:cTn id="223" dur="500"/>
                                        <p:tgtEl>
                                          <p:spTgt spid="7311"/>
                                        </p:tgtEl>
                                      </p:cBhvr>
                                    </p:animEffect>
                                  </p:childTnLst>
                                </p:cTn>
                              </p:par>
                            </p:childTnLst>
                          </p:cTn>
                        </p:par>
                        <p:par>
                          <p:cTn id="224" fill="hold">
                            <p:stCondLst>
                              <p:cond delay="27500"/>
                            </p:stCondLst>
                            <p:childTnLst>
                              <p:par>
                                <p:cTn id="225" presetClass="entr" nodeType="afterEffect" presetID="9" grpId="56" fill="hold">
                                  <p:stCondLst>
                                    <p:cond delay="0"/>
                                  </p:stCondLst>
                                  <p:iterate type="el" backwards="0">
                                    <p:tmAbs val="0"/>
                                  </p:iterate>
                                  <p:childTnLst>
                                    <p:set>
                                      <p:cBhvr>
                                        <p:cTn id="226" fill="hold"/>
                                        <p:tgtEl>
                                          <p:spTgt spid="7312"/>
                                        </p:tgtEl>
                                        <p:attrNameLst>
                                          <p:attrName>style.visibility</p:attrName>
                                        </p:attrNameLst>
                                      </p:cBhvr>
                                      <p:to>
                                        <p:strVal val="visible"/>
                                      </p:to>
                                    </p:set>
                                    <p:animEffect filter="dissolve" transition="in">
                                      <p:cBhvr>
                                        <p:cTn id="227" dur="500"/>
                                        <p:tgtEl>
                                          <p:spTgt spid="7312"/>
                                        </p:tgtEl>
                                      </p:cBhvr>
                                    </p:animEffect>
                                  </p:childTnLst>
                                </p:cTn>
                              </p:par>
                            </p:childTnLst>
                          </p:cTn>
                        </p:par>
                        <p:par>
                          <p:cTn id="228" fill="hold">
                            <p:stCondLst>
                              <p:cond delay="28000"/>
                            </p:stCondLst>
                            <p:childTnLst>
                              <p:par>
                                <p:cTn id="229" presetClass="entr" nodeType="afterEffect" presetID="9" grpId="57" fill="hold">
                                  <p:stCondLst>
                                    <p:cond delay="0"/>
                                  </p:stCondLst>
                                  <p:iterate type="el" backwards="0">
                                    <p:tmAbs val="0"/>
                                  </p:iterate>
                                  <p:childTnLst>
                                    <p:set>
                                      <p:cBhvr>
                                        <p:cTn id="230" fill="hold"/>
                                        <p:tgtEl>
                                          <p:spTgt spid="7313"/>
                                        </p:tgtEl>
                                        <p:attrNameLst>
                                          <p:attrName>style.visibility</p:attrName>
                                        </p:attrNameLst>
                                      </p:cBhvr>
                                      <p:to>
                                        <p:strVal val="visible"/>
                                      </p:to>
                                    </p:set>
                                    <p:animEffect filter="dissolve" transition="in">
                                      <p:cBhvr>
                                        <p:cTn id="231" dur="500"/>
                                        <p:tgtEl>
                                          <p:spTgt spid="7313"/>
                                        </p:tgtEl>
                                      </p:cBhvr>
                                    </p:animEffect>
                                  </p:childTnLst>
                                </p:cTn>
                              </p:par>
                            </p:childTnLst>
                          </p:cTn>
                        </p:par>
                        <p:par>
                          <p:cTn id="232" fill="hold">
                            <p:stCondLst>
                              <p:cond delay="28500"/>
                            </p:stCondLst>
                            <p:childTnLst>
                              <p:par>
                                <p:cTn id="233" presetClass="entr" nodeType="afterEffect" presetID="9" grpId="58" fill="hold">
                                  <p:stCondLst>
                                    <p:cond delay="0"/>
                                  </p:stCondLst>
                                  <p:iterate type="el" backwards="0">
                                    <p:tmAbs val="0"/>
                                  </p:iterate>
                                  <p:childTnLst>
                                    <p:set>
                                      <p:cBhvr>
                                        <p:cTn id="234" fill="hold"/>
                                        <p:tgtEl>
                                          <p:spTgt spid="7314"/>
                                        </p:tgtEl>
                                        <p:attrNameLst>
                                          <p:attrName>style.visibility</p:attrName>
                                        </p:attrNameLst>
                                      </p:cBhvr>
                                      <p:to>
                                        <p:strVal val="visible"/>
                                      </p:to>
                                    </p:set>
                                    <p:animEffect filter="dissolve" transition="in">
                                      <p:cBhvr>
                                        <p:cTn id="235" dur="500"/>
                                        <p:tgtEl>
                                          <p:spTgt spid="7314"/>
                                        </p:tgtEl>
                                      </p:cBhvr>
                                    </p:animEffect>
                                  </p:childTnLst>
                                </p:cTn>
                              </p:par>
                            </p:childTnLst>
                          </p:cTn>
                        </p:par>
                        <p:par>
                          <p:cTn id="236" fill="hold">
                            <p:stCondLst>
                              <p:cond delay="29000"/>
                            </p:stCondLst>
                            <p:childTnLst>
                              <p:par>
                                <p:cTn id="237" presetClass="entr" nodeType="afterEffect" presetID="9" grpId="59" fill="hold">
                                  <p:stCondLst>
                                    <p:cond delay="0"/>
                                  </p:stCondLst>
                                  <p:iterate type="el" backwards="0">
                                    <p:tmAbs val="0"/>
                                  </p:iterate>
                                  <p:childTnLst>
                                    <p:set>
                                      <p:cBhvr>
                                        <p:cTn id="238" fill="hold"/>
                                        <p:tgtEl>
                                          <p:spTgt spid="7315"/>
                                        </p:tgtEl>
                                        <p:attrNameLst>
                                          <p:attrName>style.visibility</p:attrName>
                                        </p:attrNameLst>
                                      </p:cBhvr>
                                      <p:to>
                                        <p:strVal val="visible"/>
                                      </p:to>
                                    </p:set>
                                    <p:animEffect filter="dissolve" transition="in">
                                      <p:cBhvr>
                                        <p:cTn id="239" dur="500"/>
                                        <p:tgtEl>
                                          <p:spTgt spid="7315"/>
                                        </p:tgtEl>
                                      </p:cBhvr>
                                    </p:animEffect>
                                  </p:childTnLst>
                                </p:cTn>
                              </p:par>
                            </p:childTnLst>
                          </p:cTn>
                        </p:par>
                        <p:par>
                          <p:cTn id="240" fill="hold">
                            <p:stCondLst>
                              <p:cond delay="29500"/>
                            </p:stCondLst>
                            <p:childTnLst>
                              <p:par>
                                <p:cTn id="241" presetClass="entr" nodeType="afterEffect" presetID="9" grpId="60" fill="hold">
                                  <p:stCondLst>
                                    <p:cond delay="0"/>
                                  </p:stCondLst>
                                  <p:iterate type="el" backwards="0">
                                    <p:tmAbs val="0"/>
                                  </p:iterate>
                                  <p:childTnLst>
                                    <p:set>
                                      <p:cBhvr>
                                        <p:cTn id="242" fill="hold"/>
                                        <p:tgtEl>
                                          <p:spTgt spid="7316"/>
                                        </p:tgtEl>
                                        <p:attrNameLst>
                                          <p:attrName>style.visibility</p:attrName>
                                        </p:attrNameLst>
                                      </p:cBhvr>
                                      <p:to>
                                        <p:strVal val="visible"/>
                                      </p:to>
                                    </p:set>
                                    <p:animEffect filter="dissolve" transition="in">
                                      <p:cBhvr>
                                        <p:cTn id="243" dur="500"/>
                                        <p:tgtEl>
                                          <p:spTgt spid="7316"/>
                                        </p:tgtEl>
                                      </p:cBhvr>
                                    </p:animEffect>
                                  </p:childTnLst>
                                </p:cTn>
                              </p:par>
                            </p:childTnLst>
                          </p:cTn>
                        </p:par>
                        <p:par>
                          <p:cTn id="244" fill="hold">
                            <p:stCondLst>
                              <p:cond delay="30000"/>
                            </p:stCondLst>
                            <p:childTnLst>
                              <p:par>
                                <p:cTn id="245" presetClass="entr" nodeType="afterEffect" presetID="9" grpId="61" fill="hold">
                                  <p:stCondLst>
                                    <p:cond delay="0"/>
                                  </p:stCondLst>
                                  <p:iterate type="el" backwards="0">
                                    <p:tmAbs val="0"/>
                                  </p:iterate>
                                  <p:childTnLst>
                                    <p:set>
                                      <p:cBhvr>
                                        <p:cTn id="246" fill="hold"/>
                                        <p:tgtEl>
                                          <p:spTgt spid="7317"/>
                                        </p:tgtEl>
                                        <p:attrNameLst>
                                          <p:attrName>style.visibility</p:attrName>
                                        </p:attrNameLst>
                                      </p:cBhvr>
                                      <p:to>
                                        <p:strVal val="visible"/>
                                      </p:to>
                                    </p:set>
                                    <p:animEffect filter="dissolve" transition="in">
                                      <p:cBhvr>
                                        <p:cTn id="247" dur="500"/>
                                        <p:tgtEl>
                                          <p:spTgt spid="7317"/>
                                        </p:tgtEl>
                                      </p:cBhvr>
                                    </p:animEffect>
                                  </p:childTnLst>
                                </p:cTn>
                              </p:par>
                            </p:childTnLst>
                          </p:cTn>
                        </p:par>
                        <p:par>
                          <p:cTn id="248" fill="hold">
                            <p:stCondLst>
                              <p:cond delay="30500"/>
                            </p:stCondLst>
                            <p:childTnLst>
                              <p:par>
                                <p:cTn id="249" presetClass="entr" nodeType="afterEffect" presetID="9" grpId="62" fill="hold">
                                  <p:stCondLst>
                                    <p:cond delay="0"/>
                                  </p:stCondLst>
                                  <p:iterate type="el" backwards="0">
                                    <p:tmAbs val="0"/>
                                  </p:iterate>
                                  <p:childTnLst>
                                    <p:set>
                                      <p:cBhvr>
                                        <p:cTn id="250" fill="hold"/>
                                        <p:tgtEl>
                                          <p:spTgt spid="7318"/>
                                        </p:tgtEl>
                                        <p:attrNameLst>
                                          <p:attrName>style.visibility</p:attrName>
                                        </p:attrNameLst>
                                      </p:cBhvr>
                                      <p:to>
                                        <p:strVal val="visible"/>
                                      </p:to>
                                    </p:set>
                                    <p:animEffect filter="dissolve" transition="in">
                                      <p:cBhvr>
                                        <p:cTn id="251" dur="500"/>
                                        <p:tgtEl>
                                          <p:spTgt spid="7318"/>
                                        </p:tgtEl>
                                      </p:cBhvr>
                                    </p:animEffect>
                                  </p:childTnLst>
                                </p:cTn>
                              </p:par>
                            </p:childTnLst>
                          </p:cTn>
                        </p:par>
                        <p:par>
                          <p:cTn id="252" fill="hold">
                            <p:stCondLst>
                              <p:cond delay="31000"/>
                            </p:stCondLst>
                            <p:childTnLst>
                              <p:par>
                                <p:cTn id="253" presetClass="entr" nodeType="afterEffect" presetID="9" grpId="63" fill="hold">
                                  <p:stCondLst>
                                    <p:cond delay="0"/>
                                  </p:stCondLst>
                                  <p:iterate type="el" backwards="0">
                                    <p:tmAbs val="0"/>
                                  </p:iterate>
                                  <p:childTnLst>
                                    <p:set>
                                      <p:cBhvr>
                                        <p:cTn id="254" fill="hold"/>
                                        <p:tgtEl>
                                          <p:spTgt spid="7319"/>
                                        </p:tgtEl>
                                        <p:attrNameLst>
                                          <p:attrName>style.visibility</p:attrName>
                                        </p:attrNameLst>
                                      </p:cBhvr>
                                      <p:to>
                                        <p:strVal val="visible"/>
                                      </p:to>
                                    </p:set>
                                    <p:animEffect filter="dissolve" transition="in">
                                      <p:cBhvr>
                                        <p:cTn id="255" dur="500"/>
                                        <p:tgtEl>
                                          <p:spTgt spid="7319"/>
                                        </p:tgtEl>
                                      </p:cBhvr>
                                    </p:animEffect>
                                  </p:childTnLst>
                                </p:cTn>
                              </p:par>
                            </p:childTnLst>
                          </p:cTn>
                        </p:par>
                        <p:par>
                          <p:cTn id="256" fill="hold">
                            <p:stCondLst>
                              <p:cond delay="31500"/>
                            </p:stCondLst>
                            <p:childTnLst>
                              <p:par>
                                <p:cTn id="257" presetClass="entr" nodeType="afterEffect" presetID="9" grpId="64" fill="hold">
                                  <p:stCondLst>
                                    <p:cond delay="0"/>
                                  </p:stCondLst>
                                  <p:iterate type="el" backwards="0">
                                    <p:tmAbs val="0"/>
                                  </p:iterate>
                                  <p:childTnLst>
                                    <p:set>
                                      <p:cBhvr>
                                        <p:cTn id="258" fill="hold"/>
                                        <p:tgtEl>
                                          <p:spTgt spid="7320"/>
                                        </p:tgtEl>
                                        <p:attrNameLst>
                                          <p:attrName>style.visibility</p:attrName>
                                        </p:attrNameLst>
                                      </p:cBhvr>
                                      <p:to>
                                        <p:strVal val="visible"/>
                                      </p:to>
                                    </p:set>
                                    <p:animEffect filter="dissolve" transition="in">
                                      <p:cBhvr>
                                        <p:cTn id="259" dur="500"/>
                                        <p:tgtEl>
                                          <p:spTgt spid="7320"/>
                                        </p:tgtEl>
                                      </p:cBhvr>
                                    </p:animEffect>
                                  </p:childTnLst>
                                </p:cTn>
                              </p:par>
                            </p:childTnLst>
                          </p:cTn>
                        </p:par>
                        <p:par>
                          <p:cTn id="260" fill="hold">
                            <p:stCondLst>
                              <p:cond delay="32000"/>
                            </p:stCondLst>
                            <p:childTnLst>
                              <p:par>
                                <p:cTn id="261" presetClass="entr" nodeType="afterEffect" presetID="9" grpId="65" fill="hold">
                                  <p:stCondLst>
                                    <p:cond delay="0"/>
                                  </p:stCondLst>
                                  <p:iterate type="el" backwards="0">
                                    <p:tmAbs val="0"/>
                                  </p:iterate>
                                  <p:childTnLst>
                                    <p:set>
                                      <p:cBhvr>
                                        <p:cTn id="262" fill="hold"/>
                                        <p:tgtEl>
                                          <p:spTgt spid="7321"/>
                                        </p:tgtEl>
                                        <p:attrNameLst>
                                          <p:attrName>style.visibility</p:attrName>
                                        </p:attrNameLst>
                                      </p:cBhvr>
                                      <p:to>
                                        <p:strVal val="visible"/>
                                      </p:to>
                                    </p:set>
                                    <p:animEffect filter="dissolve" transition="in">
                                      <p:cBhvr>
                                        <p:cTn id="263" dur="500"/>
                                        <p:tgtEl>
                                          <p:spTgt spid="7321"/>
                                        </p:tgtEl>
                                      </p:cBhvr>
                                    </p:animEffect>
                                  </p:childTnLst>
                                </p:cTn>
                              </p:par>
                            </p:childTnLst>
                          </p:cTn>
                        </p:par>
                        <p:par>
                          <p:cTn id="264" fill="hold">
                            <p:stCondLst>
                              <p:cond delay="32500"/>
                            </p:stCondLst>
                            <p:childTnLst>
                              <p:par>
                                <p:cTn id="265" presetClass="entr" nodeType="afterEffect" presetID="9" grpId="66" fill="hold">
                                  <p:stCondLst>
                                    <p:cond delay="0"/>
                                  </p:stCondLst>
                                  <p:iterate type="el" backwards="0">
                                    <p:tmAbs val="0"/>
                                  </p:iterate>
                                  <p:childTnLst>
                                    <p:set>
                                      <p:cBhvr>
                                        <p:cTn id="266" fill="hold"/>
                                        <p:tgtEl>
                                          <p:spTgt spid="7322"/>
                                        </p:tgtEl>
                                        <p:attrNameLst>
                                          <p:attrName>style.visibility</p:attrName>
                                        </p:attrNameLst>
                                      </p:cBhvr>
                                      <p:to>
                                        <p:strVal val="visible"/>
                                      </p:to>
                                    </p:set>
                                    <p:animEffect filter="dissolve" transition="in">
                                      <p:cBhvr>
                                        <p:cTn id="267" dur="500"/>
                                        <p:tgtEl>
                                          <p:spTgt spid="7322"/>
                                        </p:tgtEl>
                                      </p:cBhvr>
                                    </p:animEffect>
                                  </p:childTnLst>
                                </p:cTn>
                              </p:par>
                            </p:childTnLst>
                          </p:cTn>
                        </p:par>
                        <p:par>
                          <p:cTn id="268" fill="hold">
                            <p:stCondLst>
                              <p:cond delay="33000"/>
                            </p:stCondLst>
                            <p:childTnLst>
                              <p:par>
                                <p:cTn id="269" presetClass="entr" nodeType="afterEffect" presetID="9" grpId="67" fill="hold">
                                  <p:stCondLst>
                                    <p:cond delay="0"/>
                                  </p:stCondLst>
                                  <p:iterate type="el" backwards="0">
                                    <p:tmAbs val="0"/>
                                  </p:iterate>
                                  <p:childTnLst>
                                    <p:set>
                                      <p:cBhvr>
                                        <p:cTn id="270" fill="hold"/>
                                        <p:tgtEl>
                                          <p:spTgt spid="7323"/>
                                        </p:tgtEl>
                                        <p:attrNameLst>
                                          <p:attrName>style.visibility</p:attrName>
                                        </p:attrNameLst>
                                      </p:cBhvr>
                                      <p:to>
                                        <p:strVal val="visible"/>
                                      </p:to>
                                    </p:set>
                                    <p:animEffect filter="dissolve" transition="in">
                                      <p:cBhvr>
                                        <p:cTn id="271" dur="500"/>
                                        <p:tgtEl>
                                          <p:spTgt spid="7323"/>
                                        </p:tgtEl>
                                      </p:cBhvr>
                                    </p:animEffect>
                                  </p:childTnLst>
                                </p:cTn>
                              </p:par>
                            </p:childTnLst>
                          </p:cTn>
                        </p:par>
                        <p:par>
                          <p:cTn id="272" fill="hold">
                            <p:stCondLst>
                              <p:cond delay="33500"/>
                            </p:stCondLst>
                            <p:childTnLst>
                              <p:par>
                                <p:cTn id="273" presetClass="entr" nodeType="afterEffect" presetID="9" grpId="68" fill="hold">
                                  <p:stCondLst>
                                    <p:cond delay="0"/>
                                  </p:stCondLst>
                                  <p:iterate type="el" backwards="0">
                                    <p:tmAbs val="0"/>
                                  </p:iterate>
                                  <p:childTnLst>
                                    <p:set>
                                      <p:cBhvr>
                                        <p:cTn id="274" fill="hold"/>
                                        <p:tgtEl>
                                          <p:spTgt spid="7324"/>
                                        </p:tgtEl>
                                        <p:attrNameLst>
                                          <p:attrName>style.visibility</p:attrName>
                                        </p:attrNameLst>
                                      </p:cBhvr>
                                      <p:to>
                                        <p:strVal val="visible"/>
                                      </p:to>
                                    </p:set>
                                    <p:animEffect filter="dissolve" transition="in">
                                      <p:cBhvr>
                                        <p:cTn id="275" dur="500"/>
                                        <p:tgtEl>
                                          <p:spTgt spid="7324"/>
                                        </p:tgtEl>
                                      </p:cBhvr>
                                    </p:animEffect>
                                  </p:childTnLst>
                                </p:cTn>
                              </p:par>
                            </p:childTnLst>
                          </p:cTn>
                        </p:par>
                        <p:par>
                          <p:cTn id="276" fill="hold">
                            <p:stCondLst>
                              <p:cond delay="34000"/>
                            </p:stCondLst>
                            <p:childTnLst>
                              <p:par>
                                <p:cTn id="277" presetClass="entr" nodeType="afterEffect" presetID="9" grpId="69" fill="hold">
                                  <p:stCondLst>
                                    <p:cond delay="0"/>
                                  </p:stCondLst>
                                  <p:iterate type="el" backwards="0">
                                    <p:tmAbs val="0"/>
                                  </p:iterate>
                                  <p:childTnLst>
                                    <p:set>
                                      <p:cBhvr>
                                        <p:cTn id="278" fill="hold"/>
                                        <p:tgtEl>
                                          <p:spTgt spid="7325"/>
                                        </p:tgtEl>
                                        <p:attrNameLst>
                                          <p:attrName>style.visibility</p:attrName>
                                        </p:attrNameLst>
                                      </p:cBhvr>
                                      <p:to>
                                        <p:strVal val="visible"/>
                                      </p:to>
                                    </p:set>
                                    <p:animEffect filter="dissolve" transition="in">
                                      <p:cBhvr>
                                        <p:cTn id="279" dur="500"/>
                                        <p:tgtEl>
                                          <p:spTgt spid="7325"/>
                                        </p:tgtEl>
                                      </p:cBhvr>
                                    </p:animEffect>
                                  </p:childTnLst>
                                </p:cTn>
                              </p:par>
                            </p:childTnLst>
                          </p:cTn>
                        </p:par>
                        <p:par>
                          <p:cTn id="280" fill="hold">
                            <p:stCondLst>
                              <p:cond delay="34500"/>
                            </p:stCondLst>
                            <p:childTnLst>
                              <p:par>
                                <p:cTn id="281" presetClass="entr" nodeType="afterEffect" presetID="9" grpId="70" fill="hold">
                                  <p:stCondLst>
                                    <p:cond delay="0"/>
                                  </p:stCondLst>
                                  <p:iterate type="el" backwards="0">
                                    <p:tmAbs val="0"/>
                                  </p:iterate>
                                  <p:childTnLst>
                                    <p:set>
                                      <p:cBhvr>
                                        <p:cTn id="282" fill="hold"/>
                                        <p:tgtEl>
                                          <p:spTgt spid="7326"/>
                                        </p:tgtEl>
                                        <p:attrNameLst>
                                          <p:attrName>style.visibility</p:attrName>
                                        </p:attrNameLst>
                                      </p:cBhvr>
                                      <p:to>
                                        <p:strVal val="visible"/>
                                      </p:to>
                                    </p:set>
                                    <p:animEffect filter="dissolve" transition="in">
                                      <p:cBhvr>
                                        <p:cTn id="283" dur="500"/>
                                        <p:tgtEl>
                                          <p:spTgt spid="7326"/>
                                        </p:tgtEl>
                                      </p:cBhvr>
                                    </p:animEffect>
                                  </p:childTnLst>
                                </p:cTn>
                              </p:par>
                            </p:childTnLst>
                          </p:cTn>
                        </p:par>
                        <p:par>
                          <p:cTn id="284" fill="hold">
                            <p:stCondLst>
                              <p:cond delay="35000"/>
                            </p:stCondLst>
                            <p:childTnLst>
                              <p:par>
                                <p:cTn id="285" presetClass="entr" nodeType="afterEffect" presetID="9" grpId="71" fill="hold">
                                  <p:stCondLst>
                                    <p:cond delay="0"/>
                                  </p:stCondLst>
                                  <p:iterate type="el" backwards="0">
                                    <p:tmAbs val="0"/>
                                  </p:iterate>
                                  <p:childTnLst>
                                    <p:set>
                                      <p:cBhvr>
                                        <p:cTn id="286" fill="hold"/>
                                        <p:tgtEl>
                                          <p:spTgt spid="7327"/>
                                        </p:tgtEl>
                                        <p:attrNameLst>
                                          <p:attrName>style.visibility</p:attrName>
                                        </p:attrNameLst>
                                      </p:cBhvr>
                                      <p:to>
                                        <p:strVal val="visible"/>
                                      </p:to>
                                    </p:set>
                                    <p:animEffect filter="dissolve" transition="in">
                                      <p:cBhvr>
                                        <p:cTn id="287" dur="500"/>
                                        <p:tgtEl>
                                          <p:spTgt spid="7327"/>
                                        </p:tgtEl>
                                      </p:cBhvr>
                                    </p:animEffect>
                                  </p:childTnLst>
                                </p:cTn>
                              </p:par>
                            </p:childTnLst>
                          </p:cTn>
                        </p:par>
                        <p:par>
                          <p:cTn id="288" fill="hold">
                            <p:stCondLst>
                              <p:cond delay="35500"/>
                            </p:stCondLst>
                            <p:childTnLst>
                              <p:par>
                                <p:cTn id="289" presetClass="entr" nodeType="afterEffect" presetID="9" grpId="72" fill="hold">
                                  <p:stCondLst>
                                    <p:cond delay="0"/>
                                  </p:stCondLst>
                                  <p:iterate type="el" backwards="0">
                                    <p:tmAbs val="0"/>
                                  </p:iterate>
                                  <p:childTnLst>
                                    <p:set>
                                      <p:cBhvr>
                                        <p:cTn id="290" fill="hold"/>
                                        <p:tgtEl>
                                          <p:spTgt spid="7328"/>
                                        </p:tgtEl>
                                        <p:attrNameLst>
                                          <p:attrName>style.visibility</p:attrName>
                                        </p:attrNameLst>
                                      </p:cBhvr>
                                      <p:to>
                                        <p:strVal val="visible"/>
                                      </p:to>
                                    </p:set>
                                    <p:animEffect filter="dissolve" transition="in">
                                      <p:cBhvr>
                                        <p:cTn id="291" dur="500"/>
                                        <p:tgtEl>
                                          <p:spTgt spid="7328"/>
                                        </p:tgtEl>
                                      </p:cBhvr>
                                    </p:animEffect>
                                  </p:childTnLst>
                                </p:cTn>
                              </p:par>
                            </p:childTnLst>
                          </p:cTn>
                        </p:par>
                        <p:par>
                          <p:cTn id="292" fill="hold">
                            <p:stCondLst>
                              <p:cond delay="36000"/>
                            </p:stCondLst>
                            <p:childTnLst>
                              <p:par>
                                <p:cTn id="293" presetClass="entr" nodeType="afterEffect" presetID="9" grpId="73" fill="hold">
                                  <p:stCondLst>
                                    <p:cond delay="0"/>
                                  </p:stCondLst>
                                  <p:iterate type="el" backwards="0">
                                    <p:tmAbs val="0"/>
                                  </p:iterate>
                                  <p:childTnLst>
                                    <p:set>
                                      <p:cBhvr>
                                        <p:cTn id="294" fill="hold"/>
                                        <p:tgtEl>
                                          <p:spTgt spid="7329"/>
                                        </p:tgtEl>
                                        <p:attrNameLst>
                                          <p:attrName>style.visibility</p:attrName>
                                        </p:attrNameLst>
                                      </p:cBhvr>
                                      <p:to>
                                        <p:strVal val="visible"/>
                                      </p:to>
                                    </p:set>
                                    <p:animEffect filter="dissolve" transition="in">
                                      <p:cBhvr>
                                        <p:cTn id="295" dur="500"/>
                                        <p:tgtEl>
                                          <p:spTgt spid="7329"/>
                                        </p:tgtEl>
                                      </p:cBhvr>
                                    </p:animEffect>
                                  </p:childTnLst>
                                </p:cTn>
                              </p:par>
                            </p:childTnLst>
                          </p:cTn>
                        </p:par>
                        <p:par>
                          <p:cTn id="296" fill="hold">
                            <p:stCondLst>
                              <p:cond delay="36500"/>
                            </p:stCondLst>
                            <p:childTnLst>
                              <p:par>
                                <p:cTn id="297" presetClass="entr" nodeType="afterEffect" presetID="9" grpId="74" fill="hold">
                                  <p:stCondLst>
                                    <p:cond delay="0"/>
                                  </p:stCondLst>
                                  <p:iterate type="el" backwards="0">
                                    <p:tmAbs val="0"/>
                                  </p:iterate>
                                  <p:childTnLst>
                                    <p:set>
                                      <p:cBhvr>
                                        <p:cTn id="298" fill="hold"/>
                                        <p:tgtEl>
                                          <p:spTgt spid="7330"/>
                                        </p:tgtEl>
                                        <p:attrNameLst>
                                          <p:attrName>style.visibility</p:attrName>
                                        </p:attrNameLst>
                                      </p:cBhvr>
                                      <p:to>
                                        <p:strVal val="visible"/>
                                      </p:to>
                                    </p:set>
                                    <p:animEffect filter="dissolve" transition="in">
                                      <p:cBhvr>
                                        <p:cTn id="299" dur="500"/>
                                        <p:tgtEl>
                                          <p:spTgt spid="7330"/>
                                        </p:tgtEl>
                                      </p:cBhvr>
                                    </p:animEffect>
                                  </p:childTnLst>
                                </p:cTn>
                              </p:par>
                            </p:childTnLst>
                          </p:cTn>
                        </p:par>
                        <p:par>
                          <p:cTn id="300" fill="hold">
                            <p:stCondLst>
                              <p:cond delay="37000"/>
                            </p:stCondLst>
                            <p:childTnLst>
                              <p:par>
                                <p:cTn id="301" presetClass="entr" nodeType="afterEffect" presetID="9" grpId="75" fill="hold">
                                  <p:stCondLst>
                                    <p:cond delay="0"/>
                                  </p:stCondLst>
                                  <p:iterate type="el" backwards="0">
                                    <p:tmAbs val="0"/>
                                  </p:iterate>
                                  <p:childTnLst>
                                    <p:set>
                                      <p:cBhvr>
                                        <p:cTn id="302" fill="hold"/>
                                        <p:tgtEl>
                                          <p:spTgt spid="7331"/>
                                        </p:tgtEl>
                                        <p:attrNameLst>
                                          <p:attrName>style.visibility</p:attrName>
                                        </p:attrNameLst>
                                      </p:cBhvr>
                                      <p:to>
                                        <p:strVal val="visible"/>
                                      </p:to>
                                    </p:set>
                                    <p:animEffect filter="dissolve" transition="in">
                                      <p:cBhvr>
                                        <p:cTn id="303" dur="500"/>
                                        <p:tgtEl>
                                          <p:spTgt spid="7331"/>
                                        </p:tgtEl>
                                      </p:cBhvr>
                                    </p:animEffect>
                                  </p:childTnLst>
                                </p:cTn>
                              </p:par>
                            </p:childTnLst>
                          </p:cTn>
                        </p:par>
                        <p:par>
                          <p:cTn id="304" fill="hold">
                            <p:stCondLst>
                              <p:cond delay="37500"/>
                            </p:stCondLst>
                            <p:childTnLst>
                              <p:par>
                                <p:cTn id="305" presetClass="entr" nodeType="afterEffect" presetID="9" grpId="76" fill="hold">
                                  <p:stCondLst>
                                    <p:cond delay="0"/>
                                  </p:stCondLst>
                                  <p:iterate type="el" backwards="0">
                                    <p:tmAbs val="0"/>
                                  </p:iterate>
                                  <p:childTnLst>
                                    <p:set>
                                      <p:cBhvr>
                                        <p:cTn id="306" fill="hold"/>
                                        <p:tgtEl>
                                          <p:spTgt spid="7332"/>
                                        </p:tgtEl>
                                        <p:attrNameLst>
                                          <p:attrName>style.visibility</p:attrName>
                                        </p:attrNameLst>
                                      </p:cBhvr>
                                      <p:to>
                                        <p:strVal val="visible"/>
                                      </p:to>
                                    </p:set>
                                    <p:animEffect filter="dissolve" transition="in">
                                      <p:cBhvr>
                                        <p:cTn id="307" dur="500"/>
                                        <p:tgtEl>
                                          <p:spTgt spid="7332"/>
                                        </p:tgtEl>
                                      </p:cBhvr>
                                    </p:animEffect>
                                  </p:childTnLst>
                                </p:cTn>
                              </p:par>
                            </p:childTnLst>
                          </p:cTn>
                        </p:par>
                        <p:par>
                          <p:cTn id="308" fill="hold">
                            <p:stCondLst>
                              <p:cond delay="38000"/>
                            </p:stCondLst>
                            <p:childTnLst>
                              <p:par>
                                <p:cTn id="309" presetClass="entr" nodeType="afterEffect" presetID="9" grpId="77" fill="hold">
                                  <p:stCondLst>
                                    <p:cond delay="0"/>
                                  </p:stCondLst>
                                  <p:iterate type="el" backwards="0">
                                    <p:tmAbs val="0"/>
                                  </p:iterate>
                                  <p:childTnLst>
                                    <p:set>
                                      <p:cBhvr>
                                        <p:cTn id="310" fill="hold"/>
                                        <p:tgtEl>
                                          <p:spTgt spid="7333"/>
                                        </p:tgtEl>
                                        <p:attrNameLst>
                                          <p:attrName>style.visibility</p:attrName>
                                        </p:attrNameLst>
                                      </p:cBhvr>
                                      <p:to>
                                        <p:strVal val="visible"/>
                                      </p:to>
                                    </p:set>
                                    <p:animEffect filter="dissolve" transition="in">
                                      <p:cBhvr>
                                        <p:cTn id="311" dur="500"/>
                                        <p:tgtEl>
                                          <p:spTgt spid="7333"/>
                                        </p:tgtEl>
                                      </p:cBhvr>
                                    </p:animEffect>
                                  </p:childTnLst>
                                </p:cTn>
                              </p:par>
                            </p:childTnLst>
                          </p:cTn>
                        </p:par>
                        <p:par>
                          <p:cTn id="312" fill="hold">
                            <p:stCondLst>
                              <p:cond delay="38500"/>
                            </p:stCondLst>
                            <p:childTnLst>
                              <p:par>
                                <p:cTn id="313" presetClass="entr" nodeType="afterEffect" presetID="9" grpId="78" fill="hold">
                                  <p:stCondLst>
                                    <p:cond delay="0"/>
                                  </p:stCondLst>
                                  <p:iterate type="el" backwards="0">
                                    <p:tmAbs val="0"/>
                                  </p:iterate>
                                  <p:childTnLst>
                                    <p:set>
                                      <p:cBhvr>
                                        <p:cTn id="314" fill="hold"/>
                                        <p:tgtEl>
                                          <p:spTgt spid="7334"/>
                                        </p:tgtEl>
                                        <p:attrNameLst>
                                          <p:attrName>style.visibility</p:attrName>
                                        </p:attrNameLst>
                                      </p:cBhvr>
                                      <p:to>
                                        <p:strVal val="visible"/>
                                      </p:to>
                                    </p:set>
                                    <p:animEffect filter="dissolve" transition="in">
                                      <p:cBhvr>
                                        <p:cTn id="315" dur="500"/>
                                        <p:tgtEl>
                                          <p:spTgt spid="7334"/>
                                        </p:tgtEl>
                                      </p:cBhvr>
                                    </p:animEffect>
                                  </p:childTnLst>
                                </p:cTn>
                              </p:par>
                            </p:childTnLst>
                          </p:cTn>
                        </p:par>
                        <p:par>
                          <p:cTn id="316" fill="hold">
                            <p:stCondLst>
                              <p:cond delay="39000"/>
                            </p:stCondLst>
                            <p:childTnLst>
                              <p:par>
                                <p:cTn id="317" presetClass="entr" nodeType="afterEffect" presetID="9" grpId="79" fill="hold">
                                  <p:stCondLst>
                                    <p:cond delay="0"/>
                                  </p:stCondLst>
                                  <p:iterate type="el" backwards="0">
                                    <p:tmAbs val="0"/>
                                  </p:iterate>
                                  <p:childTnLst>
                                    <p:set>
                                      <p:cBhvr>
                                        <p:cTn id="318" fill="hold"/>
                                        <p:tgtEl>
                                          <p:spTgt spid="7335"/>
                                        </p:tgtEl>
                                        <p:attrNameLst>
                                          <p:attrName>style.visibility</p:attrName>
                                        </p:attrNameLst>
                                      </p:cBhvr>
                                      <p:to>
                                        <p:strVal val="visible"/>
                                      </p:to>
                                    </p:set>
                                    <p:animEffect filter="dissolve" transition="in">
                                      <p:cBhvr>
                                        <p:cTn id="319" dur="500"/>
                                        <p:tgtEl>
                                          <p:spTgt spid="7335"/>
                                        </p:tgtEl>
                                      </p:cBhvr>
                                    </p:animEffect>
                                  </p:childTnLst>
                                </p:cTn>
                              </p:par>
                            </p:childTnLst>
                          </p:cTn>
                        </p:par>
                        <p:par>
                          <p:cTn id="320" fill="hold">
                            <p:stCondLst>
                              <p:cond delay="39500"/>
                            </p:stCondLst>
                            <p:childTnLst>
                              <p:par>
                                <p:cTn id="321" presetClass="entr" nodeType="afterEffect" presetID="9" grpId="80" fill="hold">
                                  <p:stCondLst>
                                    <p:cond delay="0"/>
                                  </p:stCondLst>
                                  <p:iterate type="el" backwards="0">
                                    <p:tmAbs val="0"/>
                                  </p:iterate>
                                  <p:childTnLst>
                                    <p:set>
                                      <p:cBhvr>
                                        <p:cTn id="322" fill="hold"/>
                                        <p:tgtEl>
                                          <p:spTgt spid="7336"/>
                                        </p:tgtEl>
                                        <p:attrNameLst>
                                          <p:attrName>style.visibility</p:attrName>
                                        </p:attrNameLst>
                                      </p:cBhvr>
                                      <p:to>
                                        <p:strVal val="visible"/>
                                      </p:to>
                                    </p:set>
                                    <p:animEffect filter="dissolve" transition="in">
                                      <p:cBhvr>
                                        <p:cTn id="323" dur="500"/>
                                        <p:tgtEl>
                                          <p:spTgt spid="7336"/>
                                        </p:tgtEl>
                                      </p:cBhvr>
                                    </p:animEffect>
                                  </p:childTnLst>
                                </p:cTn>
                              </p:par>
                            </p:childTnLst>
                          </p:cTn>
                        </p:par>
                        <p:par>
                          <p:cTn id="324" fill="hold">
                            <p:stCondLst>
                              <p:cond delay="40000"/>
                            </p:stCondLst>
                            <p:childTnLst>
                              <p:par>
                                <p:cTn id="325" presetClass="entr" nodeType="afterEffect" presetID="9" grpId="81" fill="hold">
                                  <p:stCondLst>
                                    <p:cond delay="0"/>
                                  </p:stCondLst>
                                  <p:iterate type="el" backwards="0">
                                    <p:tmAbs val="0"/>
                                  </p:iterate>
                                  <p:childTnLst>
                                    <p:set>
                                      <p:cBhvr>
                                        <p:cTn id="326" fill="hold"/>
                                        <p:tgtEl>
                                          <p:spTgt spid="7337"/>
                                        </p:tgtEl>
                                        <p:attrNameLst>
                                          <p:attrName>style.visibility</p:attrName>
                                        </p:attrNameLst>
                                      </p:cBhvr>
                                      <p:to>
                                        <p:strVal val="visible"/>
                                      </p:to>
                                    </p:set>
                                    <p:animEffect filter="dissolve" transition="in">
                                      <p:cBhvr>
                                        <p:cTn id="327" dur="500"/>
                                        <p:tgtEl>
                                          <p:spTgt spid="7337"/>
                                        </p:tgtEl>
                                      </p:cBhvr>
                                    </p:animEffect>
                                  </p:childTnLst>
                                </p:cTn>
                              </p:par>
                            </p:childTnLst>
                          </p:cTn>
                        </p:par>
                        <p:par>
                          <p:cTn id="328" fill="hold">
                            <p:stCondLst>
                              <p:cond delay="40500"/>
                            </p:stCondLst>
                            <p:childTnLst>
                              <p:par>
                                <p:cTn id="329" presetClass="entr" nodeType="afterEffect" presetID="9" grpId="82" fill="hold">
                                  <p:stCondLst>
                                    <p:cond delay="0"/>
                                  </p:stCondLst>
                                  <p:iterate type="el" backwards="0">
                                    <p:tmAbs val="0"/>
                                  </p:iterate>
                                  <p:childTnLst>
                                    <p:set>
                                      <p:cBhvr>
                                        <p:cTn id="330" fill="hold"/>
                                        <p:tgtEl>
                                          <p:spTgt spid="7338"/>
                                        </p:tgtEl>
                                        <p:attrNameLst>
                                          <p:attrName>style.visibility</p:attrName>
                                        </p:attrNameLst>
                                      </p:cBhvr>
                                      <p:to>
                                        <p:strVal val="visible"/>
                                      </p:to>
                                    </p:set>
                                    <p:animEffect filter="dissolve" transition="in">
                                      <p:cBhvr>
                                        <p:cTn id="331" dur="500"/>
                                        <p:tgtEl>
                                          <p:spTgt spid="7338"/>
                                        </p:tgtEl>
                                      </p:cBhvr>
                                    </p:animEffect>
                                  </p:childTnLst>
                                </p:cTn>
                              </p:par>
                            </p:childTnLst>
                          </p:cTn>
                        </p:par>
                        <p:par>
                          <p:cTn id="332" fill="hold">
                            <p:stCondLst>
                              <p:cond delay="41000"/>
                            </p:stCondLst>
                            <p:childTnLst>
                              <p:par>
                                <p:cTn id="333" presetClass="entr" nodeType="afterEffect" presetID="9" grpId="83" fill="hold">
                                  <p:stCondLst>
                                    <p:cond delay="0"/>
                                  </p:stCondLst>
                                  <p:iterate type="el" backwards="0">
                                    <p:tmAbs val="0"/>
                                  </p:iterate>
                                  <p:childTnLst>
                                    <p:set>
                                      <p:cBhvr>
                                        <p:cTn id="334" fill="hold"/>
                                        <p:tgtEl>
                                          <p:spTgt spid="7339"/>
                                        </p:tgtEl>
                                        <p:attrNameLst>
                                          <p:attrName>style.visibility</p:attrName>
                                        </p:attrNameLst>
                                      </p:cBhvr>
                                      <p:to>
                                        <p:strVal val="visible"/>
                                      </p:to>
                                    </p:set>
                                    <p:animEffect filter="dissolve" transition="in">
                                      <p:cBhvr>
                                        <p:cTn id="335" dur="500"/>
                                        <p:tgtEl>
                                          <p:spTgt spid="7339"/>
                                        </p:tgtEl>
                                      </p:cBhvr>
                                    </p:animEffect>
                                  </p:childTnLst>
                                </p:cTn>
                              </p:par>
                            </p:childTnLst>
                          </p:cTn>
                        </p:par>
                        <p:par>
                          <p:cTn id="336" fill="hold">
                            <p:stCondLst>
                              <p:cond delay="41500"/>
                            </p:stCondLst>
                            <p:childTnLst>
                              <p:par>
                                <p:cTn id="337" presetClass="entr" nodeType="afterEffect" presetID="9" grpId="84" fill="hold">
                                  <p:stCondLst>
                                    <p:cond delay="0"/>
                                  </p:stCondLst>
                                  <p:iterate type="el" backwards="0">
                                    <p:tmAbs val="0"/>
                                  </p:iterate>
                                  <p:childTnLst>
                                    <p:set>
                                      <p:cBhvr>
                                        <p:cTn id="338" fill="hold"/>
                                        <p:tgtEl>
                                          <p:spTgt spid="7340"/>
                                        </p:tgtEl>
                                        <p:attrNameLst>
                                          <p:attrName>style.visibility</p:attrName>
                                        </p:attrNameLst>
                                      </p:cBhvr>
                                      <p:to>
                                        <p:strVal val="visible"/>
                                      </p:to>
                                    </p:set>
                                    <p:animEffect filter="dissolve" transition="in">
                                      <p:cBhvr>
                                        <p:cTn id="339" dur="500"/>
                                        <p:tgtEl>
                                          <p:spTgt spid="7340"/>
                                        </p:tgtEl>
                                      </p:cBhvr>
                                    </p:animEffect>
                                  </p:childTnLst>
                                </p:cTn>
                              </p:par>
                            </p:childTnLst>
                          </p:cTn>
                        </p:par>
                        <p:par>
                          <p:cTn id="340" fill="hold">
                            <p:stCondLst>
                              <p:cond delay="42000"/>
                            </p:stCondLst>
                            <p:childTnLst>
                              <p:par>
                                <p:cTn id="341" presetClass="entr" nodeType="afterEffect" presetID="9" grpId="85" fill="hold">
                                  <p:stCondLst>
                                    <p:cond delay="0"/>
                                  </p:stCondLst>
                                  <p:iterate type="el" backwards="0">
                                    <p:tmAbs val="0"/>
                                  </p:iterate>
                                  <p:childTnLst>
                                    <p:set>
                                      <p:cBhvr>
                                        <p:cTn id="342" fill="hold"/>
                                        <p:tgtEl>
                                          <p:spTgt spid="7341"/>
                                        </p:tgtEl>
                                        <p:attrNameLst>
                                          <p:attrName>style.visibility</p:attrName>
                                        </p:attrNameLst>
                                      </p:cBhvr>
                                      <p:to>
                                        <p:strVal val="visible"/>
                                      </p:to>
                                    </p:set>
                                    <p:animEffect filter="dissolve" transition="in">
                                      <p:cBhvr>
                                        <p:cTn id="343" dur="500"/>
                                        <p:tgtEl>
                                          <p:spTgt spid="7341"/>
                                        </p:tgtEl>
                                      </p:cBhvr>
                                    </p:animEffect>
                                  </p:childTnLst>
                                </p:cTn>
                              </p:par>
                            </p:childTnLst>
                          </p:cTn>
                        </p:par>
                        <p:par>
                          <p:cTn id="344" fill="hold">
                            <p:stCondLst>
                              <p:cond delay="42500"/>
                            </p:stCondLst>
                            <p:childTnLst>
                              <p:par>
                                <p:cTn id="345" presetClass="entr" nodeType="afterEffect" presetID="9" grpId="86" fill="hold">
                                  <p:stCondLst>
                                    <p:cond delay="0"/>
                                  </p:stCondLst>
                                  <p:iterate type="el" backwards="0">
                                    <p:tmAbs val="0"/>
                                  </p:iterate>
                                  <p:childTnLst>
                                    <p:set>
                                      <p:cBhvr>
                                        <p:cTn id="346" fill="hold"/>
                                        <p:tgtEl>
                                          <p:spTgt spid="7342"/>
                                        </p:tgtEl>
                                        <p:attrNameLst>
                                          <p:attrName>style.visibility</p:attrName>
                                        </p:attrNameLst>
                                      </p:cBhvr>
                                      <p:to>
                                        <p:strVal val="visible"/>
                                      </p:to>
                                    </p:set>
                                    <p:animEffect filter="dissolve" transition="in">
                                      <p:cBhvr>
                                        <p:cTn id="347" dur="500"/>
                                        <p:tgtEl>
                                          <p:spTgt spid="7342"/>
                                        </p:tgtEl>
                                      </p:cBhvr>
                                    </p:animEffect>
                                  </p:childTnLst>
                                </p:cTn>
                              </p:par>
                            </p:childTnLst>
                          </p:cTn>
                        </p:par>
                        <p:par>
                          <p:cTn id="348" fill="hold">
                            <p:stCondLst>
                              <p:cond delay="43000"/>
                            </p:stCondLst>
                            <p:childTnLst>
                              <p:par>
                                <p:cTn id="349" presetClass="entr" nodeType="afterEffect" presetID="9" grpId="87" fill="hold">
                                  <p:stCondLst>
                                    <p:cond delay="0"/>
                                  </p:stCondLst>
                                  <p:iterate type="el" backwards="0">
                                    <p:tmAbs val="0"/>
                                  </p:iterate>
                                  <p:childTnLst>
                                    <p:set>
                                      <p:cBhvr>
                                        <p:cTn id="350" fill="hold"/>
                                        <p:tgtEl>
                                          <p:spTgt spid="7343"/>
                                        </p:tgtEl>
                                        <p:attrNameLst>
                                          <p:attrName>style.visibility</p:attrName>
                                        </p:attrNameLst>
                                      </p:cBhvr>
                                      <p:to>
                                        <p:strVal val="visible"/>
                                      </p:to>
                                    </p:set>
                                    <p:animEffect filter="dissolve" transition="in">
                                      <p:cBhvr>
                                        <p:cTn id="351" dur="500"/>
                                        <p:tgtEl>
                                          <p:spTgt spid="7343"/>
                                        </p:tgtEl>
                                      </p:cBhvr>
                                    </p:animEffect>
                                  </p:childTnLst>
                                </p:cTn>
                              </p:par>
                            </p:childTnLst>
                          </p:cTn>
                        </p:par>
                        <p:par>
                          <p:cTn id="352" fill="hold">
                            <p:stCondLst>
                              <p:cond delay="43500"/>
                            </p:stCondLst>
                            <p:childTnLst>
                              <p:par>
                                <p:cTn id="353" presetClass="entr" nodeType="afterEffect" presetID="9" grpId="88" fill="hold">
                                  <p:stCondLst>
                                    <p:cond delay="0"/>
                                  </p:stCondLst>
                                  <p:iterate type="el" backwards="0">
                                    <p:tmAbs val="0"/>
                                  </p:iterate>
                                  <p:childTnLst>
                                    <p:set>
                                      <p:cBhvr>
                                        <p:cTn id="354" fill="hold"/>
                                        <p:tgtEl>
                                          <p:spTgt spid="7344"/>
                                        </p:tgtEl>
                                        <p:attrNameLst>
                                          <p:attrName>style.visibility</p:attrName>
                                        </p:attrNameLst>
                                      </p:cBhvr>
                                      <p:to>
                                        <p:strVal val="visible"/>
                                      </p:to>
                                    </p:set>
                                    <p:animEffect filter="dissolve" transition="in">
                                      <p:cBhvr>
                                        <p:cTn id="355" dur="500"/>
                                        <p:tgtEl>
                                          <p:spTgt spid="7344"/>
                                        </p:tgtEl>
                                      </p:cBhvr>
                                    </p:animEffect>
                                  </p:childTnLst>
                                </p:cTn>
                              </p:par>
                            </p:childTnLst>
                          </p:cTn>
                        </p:par>
                        <p:par>
                          <p:cTn id="356" fill="hold">
                            <p:stCondLst>
                              <p:cond delay="44000"/>
                            </p:stCondLst>
                            <p:childTnLst>
                              <p:par>
                                <p:cTn id="357" presetClass="entr" nodeType="afterEffect" presetID="9" grpId="89" fill="hold">
                                  <p:stCondLst>
                                    <p:cond delay="0"/>
                                  </p:stCondLst>
                                  <p:iterate type="el" backwards="0">
                                    <p:tmAbs val="0"/>
                                  </p:iterate>
                                  <p:childTnLst>
                                    <p:set>
                                      <p:cBhvr>
                                        <p:cTn id="358" fill="hold"/>
                                        <p:tgtEl>
                                          <p:spTgt spid="7345"/>
                                        </p:tgtEl>
                                        <p:attrNameLst>
                                          <p:attrName>style.visibility</p:attrName>
                                        </p:attrNameLst>
                                      </p:cBhvr>
                                      <p:to>
                                        <p:strVal val="visible"/>
                                      </p:to>
                                    </p:set>
                                    <p:animEffect filter="dissolve" transition="in">
                                      <p:cBhvr>
                                        <p:cTn id="359" dur="500"/>
                                        <p:tgtEl>
                                          <p:spTgt spid="7345"/>
                                        </p:tgtEl>
                                      </p:cBhvr>
                                    </p:animEffect>
                                  </p:childTnLst>
                                </p:cTn>
                              </p:par>
                            </p:childTnLst>
                          </p:cTn>
                        </p:par>
                        <p:par>
                          <p:cTn id="360" fill="hold">
                            <p:stCondLst>
                              <p:cond delay="44500"/>
                            </p:stCondLst>
                            <p:childTnLst>
                              <p:par>
                                <p:cTn id="361" presetClass="entr" nodeType="afterEffect" presetID="9" grpId="90" fill="hold">
                                  <p:stCondLst>
                                    <p:cond delay="0"/>
                                  </p:stCondLst>
                                  <p:iterate type="el" backwards="0">
                                    <p:tmAbs val="0"/>
                                  </p:iterate>
                                  <p:childTnLst>
                                    <p:set>
                                      <p:cBhvr>
                                        <p:cTn id="362" fill="hold"/>
                                        <p:tgtEl>
                                          <p:spTgt spid="7346"/>
                                        </p:tgtEl>
                                        <p:attrNameLst>
                                          <p:attrName>style.visibility</p:attrName>
                                        </p:attrNameLst>
                                      </p:cBhvr>
                                      <p:to>
                                        <p:strVal val="visible"/>
                                      </p:to>
                                    </p:set>
                                    <p:animEffect filter="dissolve" transition="in">
                                      <p:cBhvr>
                                        <p:cTn id="363" dur="500"/>
                                        <p:tgtEl>
                                          <p:spTgt spid="7346"/>
                                        </p:tgtEl>
                                      </p:cBhvr>
                                    </p:animEffect>
                                  </p:childTnLst>
                                </p:cTn>
                              </p:par>
                            </p:childTnLst>
                          </p:cTn>
                        </p:par>
                        <p:par>
                          <p:cTn id="364" fill="hold">
                            <p:stCondLst>
                              <p:cond delay="45000"/>
                            </p:stCondLst>
                            <p:childTnLst>
                              <p:par>
                                <p:cTn id="365" presetClass="entr" nodeType="afterEffect" presetID="9" grpId="91" fill="hold">
                                  <p:stCondLst>
                                    <p:cond delay="0"/>
                                  </p:stCondLst>
                                  <p:iterate type="el" backwards="0">
                                    <p:tmAbs val="0"/>
                                  </p:iterate>
                                  <p:childTnLst>
                                    <p:set>
                                      <p:cBhvr>
                                        <p:cTn id="366" fill="hold"/>
                                        <p:tgtEl>
                                          <p:spTgt spid="7347"/>
                                        </p:tgtEl>
                                        <p:attrNameLst>
                                          <p:attrName>style.visibility</p:attrName>
                                        </p:attrNameLst>
                                      </p:cBhvr>
                                      <p:to>
                                        <p:strVal val="visible"/>
                                      </p:to>
                                    </p:set>
                                    <p:animEffect filter="dissolve" transition="in">
                                      <p:cBhvr>
                                        <p:cTn id="367" dur="500"/>
                                        <p:tgtEl>
                                          <p:spTgt spid="7347"/>
                                        </p:tgtEl>
                                      </p:cBhvr>
                                    </p:animEffect>
                                  </p:childTnLst>
                                </p:cTn>
                              </p:par>
                            </p:childTnLst>
                          </p:cTn>
                        </p:par>
                        <p:par>
                          <p:cTn id="368" fill="hold">
                            <p:stCondLst>
                              <p:cond delay="45500"/>
                            </p:stCondLst>
                            <p:childTnLst>
                              <p:par>
                                <p:cTn id="369" presetClass="entr" nodeType="afterEffect" presetID="9" grpId="92" fill="hold">
                                  <p:stCondLst>
                                    <p:cond delay="0"/>
                                  </p:stCondLst>
                                  <p:iterate type="el" backwards="0">
                                    <p:tmAbs val="0"/>
                                  </p:iterate>
                                  <p:childTnLst>
                                    <p:set>
                                      <p:cBhvr>
                                        <p:cTn id="370" fill="hold"/>
                                        <p:tgtEl>
                                          <p:spTgt spid="7348"/>
                                        </p:tgtEl>
                                        <p:attrNameLst>
                                          <p:attrName>style.visibility</p:attrName>
                                        </p:attrNameLst>
                                      </p:cBhvr>
                                      <p:to>
                                        <p:strVal val="visible"/>
                                      </p:to>
                                    </p:set>
                                    <p:animEffect filter="dissolve" transition="in">
                                      <p:cBhvr>
                                        <p:cTn id="371" dur="500"/>
                                        <p:tgtEl>
                                          <p:spTgt spid="7348"/>
                                        </p:tgtEl>
                                      </p:cBhvr>
                                    </p:animEffect>
                                  </p:childTnLst>
                                </p:cTn>
                              </p:par>
                            </p:childTnLst>
                          </p:cTn>
                        </p:par>
                        <p:par>
                          <p:cTn id="372" fill="hold">
                            <p:stCondLst>
                              <p:cond delay="46000"/>
                            </p:stCondLst>
                            <p:childTnLst>
                              <p:par>
                                <p:cTn id="373" presetClass="entr" nodeType="afterEffect" presetID="9" grpId="93" fill="hold">
                                  <p:stCondLst>
                                    <p:cond delay="0"/>
                                  </p:stCondLst>
                                  <p:iterate type="el" backwards="0">
                                    <p:tmAbs val="0"/>
                                  </p:iterate>
                                  <p:childTnLst>
                                    <p:set>
                                      <p:cBhvr>
                                        <p:cTn id="374" fill="hold"/>
                                        <p:tgtEl>
                                          <p:spTgt spid="7349"/>
                                        </p:tgtEl>
                                        <p:attrNameLst>
                                          <p:attrName>style.visibility</p:attrName>
                                        </p:attrNameLst>
                                      </p:cBhvr>
                                      <p:to>
                                        <p:strVal val="visible"/>
                                      </p:to>
                                    </p:set>
                                    <p:animEffect filter="dissolve" transition="in">
                                      <p:cBhvr>
                                        <p:cTn id="375" dur="500"/>
                                        <p:tgtEl>
                                          <p:spTgt spid="7349"/>
                                        </p:tgtEl>
                                      </p:cBhvr>
                                    </p:animEffect>
                                  </p:childTnLst>
                                </p:cTn>
                              </p:par>
                            </p:childTnLst>
                          </p:cTn>
                        </p:par>
                        <p:par>
                          <p:cTn id="376" fill="hold">
                            <p:stCondLst>
                              <p:cond delay="46500"/>
                            </p:stCondLst>
                            <p:childTnLst>
                              <p:par>
                                <p:cTn id="377" presetClass="entr" nodeType="afterEffect" presetID="9" grpId="94" fill="hold">
                                  <p:stCondLst>
                                    <p:cond delay="0"/>
                                  </p:stCondLst>
                                  <p:iterate type="el" backwards="0">
                                    <p:tmAbs val="0"/>
                                  </p:iterate>
                                  <p:childTnLst>
                                    <p:set>
                                      <p:cBhvr>
                                        <p:cTn id="378" fill="hold"/>
                                        <p:tgtEl>
                                          <p:spTgt spid="7350"/>
                                        </p:tgtEl>
                                        <p:attrNameLst>
                                          <p:attrName>style.visibility</p:attrName>
                                        </p:attrNameLst>
                                      </p:cBhvr>
                                      <p:to>
                                        <p:strVal val="visible"/>
                                      </p:to>
                                    </p:set>
                                    <p:animEffect filter="dissolve" transition="in">
                                      <p:cBhvr>
                                        <p:cTn id="379" dur="500"/>
                                        <p:tgtEl>
                                          <p:spTgt spid="7350"/>
                                        </p:tgtEl>
                                      </p:cBhvr>
                                    </p:animEffect>
                                  </p:childTnLst>
                                </p:cTn>
                              </p:par>
                            </p:childTnLst>
                          </p:cTn>
                        </p:par>
                        <p:par>
                          <p:cTn id="380" fill="hold">
                            <p:stCondLst>
                              <p:cond delay="47000"/>
                            </p:stCondLst>
                            <p:childTnLst>
                              <p:par>
                                <p:cTn id="381" presetClass="entr" nodeType="afterEffect" presetID="9" grpId="95" fill="hold">
                                  <p:stCondLst>
                                    <p:cond delay="0"/>
                                  </p:stCondLst>
                                  <p:iterate type="el" backwards="0">
                                    <p:tmAbs val="0"/>
                                  </p:iterate>
                                  <p:childTnLst>
                                    <p:set>
                                      <p:cBhvr>
                                        <p:cTn id="382" fill="hold"/>
                                        <p:tgtEl>
                                          <p:spTgt spid="7351"/>
                                        </p:tgtEl>
                                        <p:attrNameLst>
                                          <p:attrName>style.visibility</p:attrName>
                                        </p:attrNameLst>
                                      </p:cBhvr>
                                      <p:to>
                                        <p:strVal val="visible"/>
                                      </p:to>
                                    </p:set>
                                    <p:animEffect filter="dissolve" transition="in">
                                      <p:cBhvr>
                                        <p:cTn id="383" dur="500"/>
                                        <p:tgtEl>
                                          <p:spTgt spid="7351"/>
                                        </p:tgtEl>
                                      </p:cBhvr>
                                    </p:animEffect>
                                  </p:childTnLst>
                                </p:cTn>
                              </p:par>
                            </p:childTnLst>
                          </p:cTn>
                        </p:par>
                        <p:par>
                          <p:cTn id="384" fill="hold">
                            <p:stCondLst>
                              <p:cond delay="47500"/>
                            </p:stCondLst>
                            <p:childTnLst>
                              <p:par>
                                <p:cTn id="385" presetClass="entr" nodeType="afterEffect" presetID="9" grpId="96" fill="hold">
                                  <p:stCondLst>
                                    <p:cond delay="0"/>
                                  </p:stCondLst>
                                  <p:iterate type="el" backwards="0">
                                    <p:tmAbs val="0"/>
                                  </p:iterate>
                                  <p:childTnLst>
                                    <p:set>
                                      <p:cBhvr>
                                        <p:cTn id="386" fill="hold"/>
                                        <p:tgtEl>
                                          <p:spTgt spid="7352"/>
                                        </p:tgtEl>
                                        <p:attrNameLst>
                                          <p:attrName>style.visibility</p:attrName>
                                        </p:attrNameLst>
                                      </p:cBhvr>
                                      <p:to>
                                        <p:strVal val="visible"/>
                                      </p:to>
                                    </p:set>
                                    <p:animEffect filter="dissolve" transition="in">
                                      <p:cBhvr>
                                        <p:cTn id="387" dur="500"/>
                                        <p:tgtEl>
                                          <p:spTgt spid="7352"/>
                                        </p:tgtEl>
                                      </p:cBhvr>
                                    </p:animEffect>
                                  </p:childTnLst>
                                </p:cTn>
                              </p:par>
                            </p:childTnLst>
                          </p:cTn>
                        </p:par>
                        <p:par>
                          <p:cTn id="388" fill="hold">
                            <p:stCondLst>
                              <p:cond delay="48000"/>
                            </p:stCondLst>
                            <p:childTnLst>
                              <p:par>
                                <p:cTn id="389" presetClass="entr" nodeType="afterEffect" presetID="9" grpId="97" fill="hold">
                                  <p:stCondLst>
                                    <p:cond delay="0"/>
                                  </p:stCondLst>
                                  <p:iterate type="el" backwards="0">
                                    <p:tmAbs val="0"/>
                                  </p:iterate>
                                  <p:childTnLst>
                                    <p:set>
                                      <p:cBhvr>
                                        <p:cTn id="390" fill="hold"/>
                                        <p:tgtEl>
                                          <p:spTgt spid="7353"/>
                                        </p:tgtEl>
                                        <p:attrNameLst>
                                          <p:attrName>style.visibility</p:attrName>
                                        </p:attrNameLst>
                                      </p:cBhvr>
                                      <p:to>
                                        <p:strVal val="visible"/>
                                      </p:to>
                                    </p:set>
                                    <p:animEffect filter="dissolve" transition="in">
                                      <p:cBhvr>
                                        <p:cTn id="391" dur="500"/>
                                        <p:tgtEl>
                                          <p:spTgt spid="7353"/>
                                        </p:tgtEl>
                                      </p:cBhvr>
                                    </p:animEffect>
                                  </p:childTnLst>
                                </p:cTn>
                              </p:par>
                            </p:childTnLst>
                          </p:cTn>
                        </p:par>
                        <p:par>
                          <p:cTn id="392" fill="hold">
                            <p:stCondLst>
                              <p:cond delay="48500"/>
                            </p:stCondLst>
                            <p:childTnLst>
                              <p:par>
                                <p:cTn id="393" presetClass="entr" nodeType="afterEffect" presetID="9" grpId="98" fill="hold">
                                  <p:stCondLst>
                                    <p:cond delay="0"/>
                                  </p:stCondLst>
                                  <p:iterate type="el" backwards="0">
                                    <p:tmAbs val="0"/>
                                  </p:iterate>
                                  <p:childTnLst>
                                    <p:set>
                                      <p:cBhvr>
                                        <p:cTn id="394" fill="hold"/>
                                        <p:tgtEl>
                                          <p:spTgt spid="7354"/>
                                        </p:tgtEl>
                                        <p:attrNameLst>
                                          <p:attrName>style.visibility</p:attrName>
                                        </p:attrNameLst>
                                      </p:cBhvr>
                                      <p:to>
                                        <p:strVal val="visible"/>
                                      </p:to>
                                    </p:set>
                                    <p:animEffect filter="dissolve" transition="in">
                                      <p:cBhvr>
                                        <p:cTn id="395" dur="500"/>
                                        <p:tgtEl>
                                          <p:spTgt spid="7354"/>
                                        </p:tgtEl>
                                      </p:cBhvr>
                                    </p:animEffect>
                                  </p:childTnLst>
                                </p:cTn>
                              </p:par>
                            </p:childTnLst>
                          </p:cTn>
                        </p:par>
                        <p:par>
                          <p:cTn id="396" fill="hold">
                            <p:stCondLst>
                              <p:cond delay="49000"/>
                            </p:stCondLst>
                            <p:childTnLst>
                              <p:par>
                                <p:cTn id="397" presetClass="entr" nodeType="afterEffect" presetID="9" grpId="99" fill="hold">
                                  <p:stCondLst>
                                    <p:cond delay="0"/>
                                  </p:stCondLst>
                                  <p:iterate type="el" backwards="0">
                                    <p:tmAbs val="0"/>
                                  </p:iterate>
                                  <p:childTnLst>
                                    <p:set>
                                      <p:cBhvr>
                                        <p:cTn id="398" fill="hold"/>
                                        <p:tgtEl>
                                          <p:spTgt spid="7355"/>
                                        </p:tgtEl>
                                        <p:attrNameLst>
                                          <p:attrName>style.visibility</p:attrName>
                                        </p:attrNameLst>
                                      </p:cBhvr>
                                      <p:to>
                                        <p:strVal val="visible"/>
                                      </p:to>
                                    </p:set>
                                    <p:animEffect filter="dissolve" transition="in">
                                      <p:cBhvr>
                                        <p:cTn id="399" dur="500"/>
                                        <p:tgtEl>
                                          <p:spTgt spid="7355"/>
                                        </p:tgtEl>
                                      </p:cBhvr>
                                    </p:animEffect>
                                  </p:childTnLst>
                                </p:cTn>
                              </p:par>
                            </p:childTnLst>
                          </p:cTn>
                        </p:par>
                        <p:par>
                          <p:cTn id="400" fill="hold">
                            <p:stCondLst>
                              <p:cond delay="49500"/>
                            </p:stCondLst>
                            <p:childTnLst>
                              <p:par>
                                <p:cTn id="401" presetClass="entr" nodeType="afterEffect" presetID="9" grpId="100" fill="hold">
                                  <p:stCondLst>
                                    <p:cond delay="0"/>
                                  </p:stCondLst>
                                  <p:iterate type="el" backwards="0">
                                    <p:tmAbs val="0"/>
                                  </p:iterate>
                                  <p:childTnLst>
                                    <p:set>
                                      <p:cBhvr>
                                        <p:cTn id="402" fill="hold"/>
                                        <p:tgtEl>
                                          <p:spTgt spid="7356"/>
                                        </p:tgtEl>
                                        <p:attrNameLst>
                                          <p:attrName>style.visibility</p:attrName>
                                        </p:attrNameLst>
                                      </p:cBhvr>
                                      <p:to>
                                        <p:strVal val="visible"/>
                                      </p:to>
                                    </p:set>
                                    <p:animEffect filter="dissolve" transition="in">
                                      <p:cBhvr>
                                        <p:cTn id="403" dur="500"/>
                                        <p:tgtEl>
                                          <p:spTgt spid="7356"/>
                                        </p:tgtEl>
                                      </p:cBhvr>
                                    </p:animEffect>
                                  </p:childTnLst>
                                </p:cTn>
                              </p:par>
                            </p:childTnLst>
                          </p:cTn>
                        </p:par>
                        <p:par>
                          <p:cTn id="404" fill="hold">
                            <p:stCondLst>
                              <p:cond delay="50000"/>
                            </p:stCondLst>
                            <p:childTnLst>
                              <p:par>
                                <p:cTn id="405" presetClass="entr" nodeType="afterEffect" presetID="9" grpId="101" fill="hold">
                                  <p:stCondLst>
                                    <p:cond delay="0"/>
                                  </p:stCondLst>
                                  <p:iterate type="el" backwards="0">
                                    <p:tmAbs val="0"/>
                                  </p:iterate>
                                  <p:childTnLst>
                                    <p:set>
                                      <p:cBhvr>
                                        <p:cTn id="406" fill="hold"/>
                                        <p:tgtEl>
                                          <p:spTgt spid="7357"/>
                                        </p:tgtEl>
                                        <p:attrNameLst>
                                          <p:attrName>style.visibility</p:attrName>
                                        </p:attrNameLst>
                                      </p:cBhvr>
                                      <p:to>
                                        <p:strVal val="visible"/>
                                      </p:to>
                                    </p:set>
                                    <p:animEffect filter="dissolve" transition="in">
                                      <p:cBhvr>
                                        <p:cTn id="407" dur="500"/>
                                        <p:tgtEl>
                                          <p:spTgt spid="7357"/>
                                        </p:tgtEl>
                                      </p:cBhvr>
                                    </p:animEffect>
                                  </p:childTnLst>
                                </p:cTn>
                              </p:par>
                            </p:childTnLst>
                          </p:cTn>
                        </p:par>
                        <p:par>
                          <p:cTn id="408" fill="hold">
                            <p:stCondLst>
                              <p:cond delay="50500"/>
                            </p:stCondLst>
                            <p:childTnLst>
                              <p:par>
                                <p:cTn id="409" presetClass="entr" nodeType="afterEffect" presetID="9" grpId="102" fill="hold">
                                  <p:stCondLst>
                                    <p:cond delay="0"/>
                                  </p:stCondLst>
                                  <p:iterate type="el" backwards="0">
                                    <p:tmAbs val="0"/>
                                  </p:iterate>
                                  <p:childTnLst>
                                    <p:set>
                                      <p:cBhvr>
                                        <p:cTn id="410" fill="hold"/>
                                        <p:tgtEl>
                                          <p:spTgt spid="7358"/>
                                        </p:tgtEl>
                                        <p:attrNameLst>
                                          <p:attrName>style.visibility</p:attrName>
                                        </p:attrNameLst>
                                      </p:cBhvr>
                                      <p:to>
                                        <p:strVal val="visible"/>
                                      </p:to>
                                    </p:set>
                                    <p:animEffect filter="dissolve" transition="in">
                                      <p:cBhvr>
                                        <p:cTn id="411" dur="500"/>
                                        <p:tgtEl>
                                          <p:spTgt spid="7358"/>
                                        </p:tgtEl>
                                      </p:cBhvr>
                                    </p:animEffect>
                                  </p:childTnLst>
                                </p:cTn>
                              </p:par>
                            </p:childTnLst>
                          </p:cTn>
                        </p:par>
                        <p:par>
                          <p:cTn id="412" fill="hold">
                            <p:stCondLst>
                              <p:cond delay="51000"/>
                            </p:stCondLst>
                            <p:childTnLst>
                              <p:par>
                                <p:cTn id="413" presetClass="entr" nodeType="afterEffect" presetID="9" grpId="103" fill="hold">
                                  <p:stCondLst>
                                    <p:cond delay="0"/>
                                  </p:stCondLst>
                                  <p:iterate type="el" backwards="0">
                                    <p:tmAbs val="0"/>
                                  </p:iterate>
                                  <p:childTnLst>
                                    <p:set>
                                      <p:cBhvr>
                                        <p:cTn id="414" fill="hold"/>
                                        <p:tgtEl>
                                          <p:spTgt spid="7359"/>
                                        </p:tgtEl>
                                        <p:attrNameLst>
                                          <p:attrName>style.visibility</p:attrName>
                                        </p:attrNameLst>
                                      </p:cBhvr>
                                      <p:to>
                                        <p:strVal val="visible"/>
                                      </p:to>
                                    </p:set>
                                    <p:animEffect filter="dissolve" transition="in">
                                      <p:cBhvr>
                                        <p:cTn id="415" dur="500"/>
                                        <p:tgtEl>
                                          <p:spTgt spid="7359"/>
                                        </p:tgtEl>
                                      </p:cBhvr>
                                    </p:animEffect>
                                  </p:childTnLst>
                                </p:cTn>
                              </p:par>
                            </p:childTnLst>
                          </p:cTn>
                        </p:par>
                        <p:par>
                          <p:cTn id="416" fill="hold">
                            <p:stCondLst>
                              <p:cond delay="51500"/>
                            </p:stCondLst>
                            <p:childTnLst>
                              <p:par>
                                <p:cTn id="417" presetClass="entr" nodeType="afterEffect" presetID="9" grpId="104" fill="hold">
                                  <p:stCondLst>
                                    <p:cond delay="0"/>
                                  </p:stCondLst>
                                  <p:iterate type="el" backwards="0">
                                    <p:tmAbs val="0"/>
                                  </p:iterate>
                                  <p:childTnLst>
                                    <p:set>
                                      <p:cBhvr>
                                        <p:cTn id="418" fill="hold"/>
                                        <p:tgtEl>
                                          <p:spTgt spid="7360"/>
                                        </p:tgtEl>
                                        <p:attrNameLst>
                                          <p:attrName>style.visibility</p:attrName>
                                        </p:attrNameLst>
                                      </p:cBhvr>
                                      <p:to>
                                        <p:strVal val="visible"/>
                                      </p:to>
                                    </p:set>
                                    <p:animEffect filter="dissolve" transition="in">
                                      <p:cBhvr>
                                        <p:cTn id="419" dur="500"/>
                                        <p:tgtEl>
                                          <p:spTgt spid="7360"/>
                                        </p:tgtEl>
                                      </p:cBhvr>
                                    </p:animEffect>
                                  </p:childTnLst>
                                </p:cTn>
                              </p:par>
                            </p:childTnLst>
                          </p:cTn>
                        </p:par>
                        <p:par>
                          <p:cTn id="420" fill="hold">
                            <p:stCondLst>
                              <p:cond delay="52000"/>
                            </p:stCondLst>
                            <p:childTnLst>
                              <p:par>
                                <p:cTn id="421" presetClass="entr" nodeType="afterEffect" presetID="9" grpId="105" fill="hold">
                                  <p:stCondLst>
                                    <p:cond delay="0"/>
                                  </p:stCondLst>
                                  <p:iterate type="el" backwards="0">
                                    <p:tmAbs val="0"/>
                                  </p:iterate>
                                  <p:childTnLst>
                                    <p:set>
                                      <p:cBhvr>
                                        <p:cTn id="422" fill="hold"/>
                                        <p:tgtEl>
                                          <p:spTgt spid="7361"/>
                                        </p:tgtEl>
                                        <p:attrNameLst>
                                          <p:attrName>style.visibility</p:attrName>
                                        </p:attrNameLst>
                                      </p:cBhvr>
                                      <p:to>
                                        <p:strVal val="visible"/>
                                      </p:to>
                                    </p:set>
                                    <p:animEffect filter="dissolve" transition="in">
                                      <p:cBhvr>
                                        <p:cTn id="423" dur="500"/>
                                        <p:tgtEl>
                                          <p:spTgt spid="7361"/>
                                        </p:tgtEl>
                                      </p:cBhvr>
                                    </p:animEffect>
                                  </p:childTnLst>
                                </p:cTn>
                              </p:par>
                            </p:childTnLst>
                          </p:cTn>
                        </p:par>
                        <p:par>
                          <p:cTn id="424" fill="hold">
                            <p:stCondLst>
                              <p:cond delay="52500"/>
                            </p:stCondLst>
                            <p:childTnLst>
                              <p:par>
                                <p:cTn id="425" presetClass="entr" nodeType="afterEffect" presetID="9" grpId="106" fill="hold">
                                  <p:stCondLst>
                                    <p:cond delay="0"/>
                                  </p:stCondLst>
                                  <p:iterate type="el" backwards="0">
                                    <p:tmAbs val="0"/>
                                  </p:iterate>
                                  <p:childTnLst>
                                    <p:set>
                                      <p:cBhvr>
                                        <p:cTn id="426" fill="hold"/>
                                        <p:tgtEl>
                                          <p:spTgt spid="7362"/>
                                        </p:tgtEl>
                                        <p:attrNameLst>
                                          <p:attrName>style.visibility</p:attrName>
                                        </p:attrNameLst>
                                      </p:cBhvr>
                                      <p:to>
                                        <p:strVal val="visible"/>
                                      </p:to>
                                    </p:set>
                                    <p:animEffect filter="dissolve" transition="in">
                                      <p:cBhvr>
                                        <p:cTn id="427" dur="500"/>
                                        <p:tgtEl>
                                          <p:spTgt spid="7362"/>
                                        </p:tgtEl>
                                      </p:cBhvr>
                                    </p:animEffect>
                                  </p:childTnLst>
                                </p:cTn>
                              </p:par>
                            </p:childTnLst>
                          </p:cTn>
                        </p:par>
                        <p:par>
                          <p:cTn id="428" fill="hold">
                            <p:stCondLst>
                              <p:cond delay="53000"/>
                            </p:stCondLst>
                            <p:childTnLst>
                              <p:par>
                                <p:cTn id="429" presetClass="entr" nodeType="afterEffect" presetID="9" grpId="107" fill="hold">
                                  <p:stCondLst>
                                    <p:cond delay="0"/>
                                  </p:stCondLst>
                                  <p:iterate type="el" backwards="0">
                                    <p:tmAbs val="0"/>
                                  </p:iterate>
                                  <p:childTnLst>
                                    <p:set>
                                      <p:cBhvr>
                                        <p:cTn id="430" fill="hold"/>
                                        <p:tgtEl>
                                          <p:spTgt spid="7363"/>
                                        </p:tgtEl>
                                        <p:attrNameLst>
                                          <p:attrName>style.visibility</p:attrName>
                                        </p:attrNameLst>
                                      </p:cBhvr>
                                      <p:to>
                                        <p:strVal val="visible"/>
                                      </p:to>
                                    </p:set>
                                    <p:animEffect filter="dissolve" transition="in">
                                      <p:cBhvr>
                                        <p:cTn id="431" dur="500"/>
                                        <p:tgtEl>
                                          <p:spTgt spid="7363"/>
                                        </p:tgtEl>
                                      </p:cBhvr>
                                    </p:animEffect>
                                  </p:childTnLst>
                                </p:cTn>
                              </p:par>
                            </p:childTnLst>
                          </p:cTn>
                        </p:par>
                        <p:par>
                          <p:cTn id="432" fill="hold">
                            <p:stCondLst>
                              <p:cond delay="53500"/>
                            </p:stCondLst>
                            <p:childTnLst>
                              <p:par>
                                <p:cTn id="433" presetClass="entr" nodeType="afterEffect" presetID="9" grpId="108" fill="hold">
                                  <p:stCondLst>
                                    <p:cond delay="0"/>
                                  </p:stCondLst>
                                  <p:iterate type="el" backwards="0">
                                    <p:tmAbs val="0"/>
                                  </p:iterate>
                                  <p:childTnLst>
                                    <p:set>
                                      <p:cBhvr>
                                        <p:cTn id="434" fill="hold"/>
                                        <p:tgtEl>
                                          <p:spTgt spid="7364"/>
                                        </p:tgtEl>
                                        <p:attrNameLst>
                                          <p:attrName>style.visibility</p:attrName>
                                        </p:attrNameLst>
                                      </p:cBhvr>
                                      <p:to>
                                        <p:strVal val="visible"/>
                                      </p:to>
                                    </p:set>
                                    <p:animEffect filter="dissolve" transition="in">
                                      <p:cBhvr>
                                        <p:cTn id="435" dur="500"/>
                                        <p:tgtEl>
                                          <p:spTgt spid="7364"/>
                                        </p:tgtEl>
                                      </p:cBhvr>
                                    </p:animEffect>
                                  </p:childTnLst>
                                </p:cTn>
                              </p:par>
                            </p:childTnLst>
                          </p:cTn>
                        </p:par>
                        <p:par>
                          <p:cTn id="436" fill="hold">
                            <p:stCondLst>
                              <p:cond delay="54000"/>
                            </p:stCondLst>
                            <p:childTnLst>
                              <p:par>
                                <p:cTn id="437" presetClass="entr" nodeType="afterEffect" presetID="9" grpId="109" fill="hold">
                                  <p:stCondLst>
                                    <p:cond delay="0"/>
                                  </p:stCondLst>
                                  <p:iterate type="el" backwards="0">
                                    <p:tmAbs val="0"/>
                                  </p:iterate>
                                  <p:childTnLst>
                                    <p:set>
                                      <p:cBhvr>
                                        <p:cTn id="438" fill="hold"/>
                                        <p:tgtEl>
                                          <p:spTgt spid="7365"/>
                                        </p:tgtEl>
                                        <p:attrNameLst>
                                          <p:attrName>style.visibility</p:attrName>
                                        </p:attrNameLst>
                                      </p:cBhvr>
                                      <p:to>
                                        <p:strVal val="visible"/>
                                      </p:to>
                                    </p:set>
                                    <p:animEffect filter="dissolve" transition="in">
                                      <p:cBhvr>
                                        <p:cTn id="439" dur="500"/>
                                        <p:tgtEl>
                                          <p:spTgt spid="7365"/>
                                        </p:tgtEl>
                                      </p:cBhvr>
                                    </p:animEffect>
                                  </p:childTnLst>
                                </p:cTn>
                              </p:par>
                            </p:childTnLst>
                          </p:cTn>
                        </p:par>
                        <p:par>
                          <p:cTn id="440" fill="hold">
                            <p:stCondLst>
                              <p:cond delay="54500"/>
                            </p:stCondLst>
                            <p:childTnLst>
                              <p:par>
                                <p:cTn id="441" presetClass="entr" nodeType="afterEffect" presetID="9" grpId="110" fill="hold">
                                  <p:stCondLst>
                                    <p:cond delay="0"/>
                                  </p:stCondLst>
                                  <p:iterate type="el" backwards="0">
                                    <p:tmAbs val="0"/>
                                  </p:iterate>
                                  <p:childTnLst>
                                    <p:set>
                                      <p:cBhvr>
                                        <p:cTn id="442" fill="hold"/>
                                        <p:tgtEl>
                                          <p:spTgt spid="7366"/>
                                        </p:tgtEl>
                                        <p:attrNameLst>
                                          <p:attrName>style.visibility</p:attrName>
                                        </p:attrNameLst>
                                      </p:cBhvr>
                                      <p:to>
                                        <p:strVal val="visible"/>
                                      </p:to>
                                    </p:set>
                                    <p:animEffect filter="dissolve" transition="in">
                                      <p:cBhvr>
                                        <p:cTn id="443" dur="500"/>
                                        <p:tgtEl>
                                          <p:spTgt spid="7366"/>
                                        </p:tgtEl>
                                      </p:cBhvr>
                                    </p:animEffect>
                                  </p:childTnLst>
                                </p:cTn>
                              </p:par>
                            </p:childTnLst>
                          </p:cTn>
                        </p:par>
                        <p:par>
                          <p:cTn id="444" fill="hold">
                            <p:stCondLst>
                              <p:cond delay="55000"/>
                            </p:stCondLst>
                            <p:childTnLst>
                              <p:par>
                                <p:cTn id="445" presetClass="entr" nodeType="afterEffect" presetID="9" grpId="111" fill="hold">
                                  <p:stCondLst>
                                    <p:cond delay="0"/>
                                  </p:stCondLst>
                                  <p:iterate type="el" backwards="0">
                                    <p:tmAbs val="0"/>
                                  </p:iterate>
                                  <p:childTnLst>
                                    <p:set>
                                      <p:cBhvr>
                                        <p:cTn id="446" fill="hold"/>
                                        <p:tgtEl>
                                          <p:spTgt spid="7367"/>
                                        </p:tgtEl>
                                        <p:attrNameLst>
                                          <p:attrName>style.visibility</p:attrName>
                                        </p:attrNameLst>
                                      </p:cBhvr>
                                      <p:to>
                                        <p:strVal val="visible"/>
                                      </p:to>
                                    </p:set>
                                    <p:animEffect filter="dissolve" transition="in">
                                      <p:cBhvr>
                                        <p:cTn id="447" dur="500"/>
                                        <p:tgtEl>
                                          <p:spTgt spid="7367"/>
                                        </p:tgtEl>
                                      </p:cBhvr>
                                    </p:animEffect>
                                  </p:childTnLst>
                                </p:cTn>
                              </p:par>
                            </p:childTnLst>
                          </p:cTn>
                        </p:par>
                        <p:par>
                          <p:cTn id="448" fill="hold">
                            <p:stCondLst>
                              <p:cond delay="55500"/>
                            </p:stCondLst>
                            <p:childTnLst>
                              <p:par>
                                <p:cTn id="449" presetClass="entr" nodeType="afterEffect" presetID="9" grpId="112" fill="hold">
                                  <p:stCondLst>
                                    <p:cond delay="0"/>
                                  </p:stCondLst>
                                  <p:iterate type="el" backwards="0">
                                    <p:tmAbs val="0"/>
                                  </p:iterate>
                                  <p:childTnLst>
                                    <p:set>
                                      <p:cBhvr>
                                        <p:cTn id="450" fill="hold"/>
                                        <p:tgtEl>
                                          <p:spTgt spid="7368"/>
                                        </p:tgtEl>
                                        <p:attrNameLst>
                                          <p:attrName>style.visibility</p:attrName>
                                        </p:attrNameLst>
                                      </p:cBhvr>
                                      <p:to>
                                        <p:strVal val="visible"/>
                                      </p:to>
                                    </p:set>
                                    <p:animEffect filter="dissolve" transition="in">
                                      <p:cBhvr>
                                        <p:cTn id="451" dur="500"/>
                                        <p:tgtEl>
                                          <p:spTgt spid="7368"/>
                                        </p:tgtEl>
                                      </p:cBhvr>
                                    </p:animEffect>
                                  </p:childTnLst>
                                </p:cTn>
                              </p:par>
                            </p:childTnLst>
                          </p:cTn>
                        </p:par>
                        <p:par>
                          <p:cTn id="452" fill="hold">
                            <p:stCondLst>
                              <p:cond delay="56000"/>
                            </p:stCondLst>
                            <p:childTnLst>
                              <p:par>
                                <p:cTn id="453" presetClass="entr" nodeType="afterEffect" presetID="9" grpId="113" fill="hold">
                                  <p:stCondLst>
                                    <p:cond delay="0"/>
                                  </p:stCondLst>
                                  <p:iterate type="el" backwards="0">
                                    <p:tmAbs val="0"/>
                                  </p:iterate>
                                  <p:childTnLst>
                                    <p:set>
                                      <p:cBhvr>
                                        <p:cTn id="454" fill="hold"/>
                                        <p:tgtEl>
                                          <p:spTgt spid="7369"/>
                                        </p:tgtEl>
                                        <p:attrNameLst>
                                          <p:attrName>style.visibility</p:attrName>
                                        </p:attrNameLst>
                                      </p:cBhvr>
                                      <p:to>
                                        <p:strVal val="visible"/>
                                      </p:to>
                                    </p:set>
                                    <p:animEffect filter="dissolve" transition="in">
                                      <p:cBhvr>
                                        <p:cTn id="455" dur="500"/>
                                        <p:tgtEl>
                                          <p:spTgt spid="7369"/>
                                        </p:tgtEl>
                                      </p:cBhvr>
                                    </p:animEffect>
                                  </p:childTnLst>
                                </p:cTn>
                              </p:par>
                            </p:childTnLst>
                          </p:cTn>
                        </p:par>
                        <p:par>
                          <p:cTn id="456" fill="hold">
                            <p:stCondLst>
                              <p:cond delay="56500"/>
                            </p:stCondLst>
                            <p:childTnLst>
                              <p:par>
                                <p:cTn id="457" presetClass="entr" nodeType="afterEffect" presetID="9" grpId="114" fill="hold">
                                  <p:stCondLst>
                                    <p:cond delay="0"/>
                                  </p:stCondLst>
                                  <p:iterate type="el" backwards="0">
                                    <p:tmAbs val="0"/>
                                  </p:iterate>
                                  <p:childTnLst>
                                    <p:set>
                                      <p:cBhvr>
                                        <p:cTn id="458" fill="hold"/>
                                        <p:tgtEl>
                                          <p:spTgt spid="7370"/>
                                        </p:tgtEl>
                                        <p:attrNameLst>
                                          <p:attrName>style.visibility</p:attrName>
                                        </p:attrNameLst>
                                      </p:cBhvr>
                                      <p:to>
                                        <p:strVal val="visible"/>
                                      </p:to>
                                    </p:set>
                                    <p:animEffect filter="dissolve" transition="in">
                                      <p:cBhvr>
                                        <p:cTn id="459" dur="500"/>
                                        <p:tgtEl>
                                          <p:spTgt spid="7370"/>
                                        </p:tgtEl>
                                      </p:cBhvr>
                                    </p:animEffect>
                                  </p:childTnLst>
                                </p:cTn>
                              </p:par>
                            </p:childTnLst>
                          </p:cTn>
                        </p:par>
                        <p:par>
                          <p:cTn id="460" fill="hold">
                            <p:stCondLst>
                              <p:cond delay="57000"/>
                            </p:stCondLst>
                            <p:childTnLst>
                              <p:par>
                                <p:cTn id="461" presetClass="entr" nodeType="afterEffect" presetID="9" grpId="115" fill="hold">
                                  <p:stCondLst>
                                    <p:cond delay="0"/>
                                  </p:stCondLst>
                                  <p:iterate type="el" backwards="0">
                                    <p:tmAbs val="0"/>
                                  </p:iterate>
                                  <p:childTnLst>
                                    <p:set>
                                      <p:cBhvr>
                                        <p:cTn id="462" fill="hold"/>
                                        <p:tgtEl>
                                          <p:spTgt spid="7371"/>
                                        </p:tgtEl>
                                        <p:attrNameLst>
                                          <p:attrName>style.visibility</p:attrName>
                                        </p:attrNameLst>
                                      </p:cBhvr>
                                      <p:to>
                                        <p:strVal val="visible"/>
                                      </p:to>
                                    </p:set>
                                    <p:animEffect filter="dissolve" transition="in">
                                      <p:cBhvr>
                                        <p:cTn id="463" dur="500"/>
                                        <p:tgtEl>
                                          <p:spTgt spid="7371"/>
                                        </p:tgtEl>
                                      </p:cBhvr>
                                    </p:animEffect>
                                  </p:childTnLst>
                                </p:cTn>
                              </p:par>
                            </p:childTnLst>
                          </p:cTn>
                        </p:par>
                        <p:par>
                          <p:cTn id="464" fill="hold">
                            <p:stCondLst>
                              <p:cond delay="57500"/>
                            </p:stCondLst>
                            <p:childTnLst>
                              <p:par>
                                <p:cTn id="465" presetClass="entr" nodeType="afterEffect" presetID="9" grpId="116" fill="hold">
                                  <p:stCondLst>
                                    <p:cond delay="0"/>
                                  </p:stCondLst>
                                  <p:iterate type="el" backwards="0">
                                    <p:tmAbs val="0"/>
                                  </p:iterate>
                                  <p:childTnLst>
                                    <p:set>
                                      <p:cBhvr>
                                        <p:cTn id="466" fill="hold"/>
                                        <p:tgtEl>
                                          <p:spTgt spid="7372"/>
                                        </p:tgtEl>
                                        <p:attrNameLst>
                                          <p:attrName>style.visibility</p:attrName>
                                        </p:attrNameLst>
                                      </p:cBhvr>
                                      <p:to>
                                        <p:strVal val="visible"/>
                                      </p:to>
                                    </p:set>
                                    <p:animEffect filter="dissolve" transition="in">
                                      <p:cBhvr>
                                        <p:cTn id="467" dur="500"/>
                                        <p:tgtEl>
                                          <p:spTgt spid="7372"/>
                                        </p:tgtEl>
                                      </p:cBhvr>
                                    </p:animEffect>
                                  </p:childTnLst>
                                </p:cTn>
                              </p:par>
                            </p:childTnLst>
                          </p:cTn>
                        </p:par>
                        <p:par>
                          <p:cTn id="468" fill="hold">
                            <p:stCondLst>
                              <p:cond delay="58000"/>
                            </p:stCondLst>
                            <p:childTnLst>
                              <p:par>
                                <p:cTn id="469" presetClass="entr" nodeType="afterEffect" presetID="9" grpId="117" fill="hold">
                                  <p:stCondLst>
                                    <p:cond delay="0"/>
                                  </p:stCondLst>
                                  <p:iterate type="el" backwards="0">
                                    <p:tmAbs val="0"/>
                                  </p:iterate>
                                  <p:childTnLst>
                                    <p:set>
                                      <p:cBhvr>
                                        <p:cTn id="470" fill="hold"/>
                                        <p:tgtEl>
                                          <p:spTgt spid="7373"/>
                                        </p:tgtEl>
                                        <p:attrNameLst>
                                          <p:attrName>style.visibility</p:attrName>
                                        </p:attrNameLst>
                                      </p:cBhvr>
                                      <p:to>
                                        <p:strVal val="visible"/>
                                      </p:to>
                                    </p:set>
                                    <p:animEffect filter="dissolve" transition="in">
                                      <p:cBhvr>
                                        <p:cTn id="471" dur="500"/>
                                        <p:tgtEl>
                                          <p:spTgt spid="7373"/>
                                        </p:tgtEl>
                                      </p:cBhvr>
                                    </p:animEffect>
                                  </p:childTnLst>
                                </p:cTn>
                              </p:par>
                            </p:childTnLst>
                          </p:cTn>
                        </p:par>
                        <p:par>
                          <p:cTn id="472" fill="hold">
                            <p:stCondLst>
                              <p:cond delay="58500"/>
                            </p:stCondLst>
                            <p:childTnLst>
                              <p:par>
                                <p:cTn id="473" presetClass="entr" nodeType="afterEffect" presetID="9" grpId="118" fill="hold">
                                  <p:stCondLst>
                                    <p:cond delay="0"/>
                                  </p:stCondLst>
                                  <p:iterate type="el" backwards="0">
                                    <p:tmAbs val="0"/>
                                  </p:iterate>
                                  <p:childTnLst>
                                    <p:set>
                                      <p:cBhvr>
                                        <p:cTn id="474" fill="hold"/>
                                        <p:tgtEl>
                                          <p:spTgt spid="7374"/>
                                        </p:tgtEl>
                                        <p:attrNameLst>
                                          <p:attrName>style.visibility</p:attrName>
                                        </p:attrNameLst>
                                      </p:cBhvr>
                                      <p:to>
                                        <p:strVal val="visible"/>
                                      </p:to>
                                    </p:set>
                                    <p:animEffect filter="dissolve" transition="in">
                                      <p:cBhvr>
                                        <p:cTn id="475" dur="500"/>
                                        <p:tgtEl>
                                          <p:spTgt spid="7374"/>
                                        </p:tgtEl>
                                      </p:cBhvr>
                                    </p:animEffect>
                                  </p:childTnLst>
                                </p:cTn>
                              </p:par>
                            </p:childTnLst>
                          </p:cTn>
                        </p:par>
                        <p:par>
                          <p:cTn id="476" fill="hold">
                            <p:stCondLst>
                              <p:cond delay="59000"/>
                            </p:stCondLst>
                            <p:childTnLst>
                              <p:par>
                                <p:cTn id="477" presetClass="entr" nodeType="afterEffect" presetID="9" grpId="119" fill="hold">
                                  <p:stCondLst>
                                    <p:cond delay="0"/>
                                  </p:stCondLst>
                                  <p:iterate type="el" backwards="0">
                                    <p:tmAbs val="0"/>
                                  </p:iterate>
                                  <p:childTnLst>
                                    <p:set>
                                      <p:cBhvr>
                                        <p:cTn id="478" fill="hold"/>
                                        <p:tgtEl>
                                          <p:spTgt spid="7375"/>
                                        </p:tgtEl>
                                        <p:attrNameLst>
                                          <p:attrName>style.visibility</p:attrName>
                                        </p:attrNameLst>
                                      </p:cBhvr>
                                      <p:to>
                                        <p:strVal val="visible"/>
                                      </p:to>
                                    </p:set>
                                    <p:animEffect filter="dissolve" transition="in">
                                      <p:cBhvr>
                                        <p:cTn id="479" dur="500"/>
                                        <p:tgtEl>
                                          <p:spTgt spid="7375"/>
                                        </p:tgtEl>
                                      </p:cBhvr>
                                    </p:animEffect>
                                  </p:childTnLst>
                                </p:cTn>
                              </p:par>
                            </p:childTnLst>
                          </p:cTn>
                        </p:par>
                        <p:par>
                          <p:cTn id="480" fill="hold">
                            <p:stCondLst>
                              <p:cond delay="59500"/>
                            </p:stCondLst>
                            <p:childTnLst>
                              <p:par>
                                <p:cTn id="481" presetClass="entr" nodeType="afterEffect" presetID="9" grpId="120" fill="hold">
                                  <p:stCondLst>
                                    <p:cond delay="0"/>
                                  </p:stCondLst>
                                  <p:iterate type="el" backwards="0">
                                    <p:tmAbs val="0"/>
                                  </p:iterate>
                                  <p:childTnLst>
                                    <p:set>
                                      <p:cBhvr>
                                        <p:cTn id="482" fill="hold"/>
                                        <p:tgtEl>
                                          <p:spTgt spid="7376"/>
                                        </p:tgtEl>
                                        <p:attrNameLst>
                                          <p:attrName>style.visibility</p:attrName>
                                        </p:attrNameLst>
                                      </p:cBhvr>
                                      <p:to>
                                        <p:strVal val="visible"/>
                                      </p:to>
                                    </p:set>
                                    <p:animEffect filter="dissolve" transition="in">
                                      <p:cBhvr>
                                        <p:cTn id="483" dur="500"/>
                                        <p:tgtEl>
                                          <p:spTgt spid="7376"/>
                                        </p:tgtEl>
                                      </p:cBhvr>
                                    </p:animEffect>
                                  </p:childTnLst>
                                </p:cTn>
                              </p:par>
                            </p:childTnLst>
                          </p:cTn>
                        </p:par>
                        <p:par>
                          <p:cTn id="484" fill="hold">
                            <p:stCondLst>
                              <p:cond delay="60000"/>
                            </p:stCondLst>
                            <p:childTnLst>
                              <p:par>
                                <p:cTn id="485" presetClass="entr" nodeType="afterEffect" presetID="9" grpId="121" fill="hold">
                                  <p:stCondLst>
                                    <p:cond delay="0"/>
                                  </p:stCondLst>
                                  <p:iterate type="el" backwards="0">
                                    <p:tmAbs val="0"/>
                                  </p:iterate>
                                  <p:childTnLst>
                                    <p:set>
                                      <p:cBhvr>
                                        <p:cTn id="486" fill="hold"/>
                                        <p:tgtEl>
                                          <p:spTgt spid="7377"/>
                                        </p:tgtEl>
                                        <p:attrNameLst>
                                          <p:attrName>style.visibility</p:attrName>
                                        </p:attrNameLst>
                                      </p:cBhvr>
                                      <p:to>
                                        <p:strVal val="visible"/>
                                      </p:to>
                                    </p:set>
                                    <p:animEffect filter="dissolve" transition="in">
                                      <p:cBhvr>
                                        <p:cTn id="487" dur="500"/>
                                        <p:tgtEl>
                                          <p:spTgt spid="7377"/>
                                        </p:tgtEl>
                                      </p:cBhvr>
                                    </p:animEffect>
                                  </p:childTnLst>
                                </p:cTn>
                              </p:par>
                            </p:childTnLst>
                          </p:cTn>
                        </p:par>
                        <p:par>
                          <p:cTn id="488" fill="hold">
                            <p:stCondLst>
                              <p:cond delay="60500"/>
                            </p:stCondLst>
                            <p:childTnLst>
                              <p:par>
                                <p:cTn id="489" presetClass="entr" nodeType="afterEffect" presetID="9" grpId="122" fill="hold">
                                  <p:stCondLst>
                                    <p:cond delay="0"/>
                                  </p:stCondLst>
                                  <p:iterate type="el" backwards="0">
                                    <p:tmAbs val="0"/>
                                  </p:iterate>
                                  <p:childTnLst>
                                    <p:set>
                                      <p:cBhvr>
                                        <p:cTn id="490" fill="hold"/>
                                        <p:tgtEl>
                                          <p:spTgt spid="7378"/>
                                        </p:tgtEl>
                                        <p:attrNameLst>
                                          <p:attrName>style.visibility</p:attrName>
                                        </p:attrNameLst>
                                      </p:cBhvr>
                                      <p:to>
                                        <p:strVal val="visible"/>
                                      </p:to>
                                    </p:set>
                                    <p:animEffect filter="dissolve" transition="in">
                                      <p:cBhvr>
                                        <p:cTn id="491" dur="500"/>
                                        <p:tgtEl>
                                          <p:spTgt spid="7378"/>
                                        </p:tgtEl>
                                      </p:cBhvr>
                                    </p:animEffect>
                                  </p:childTnLst>
                                </p:cTn>
                              </p:par>
                            </p:childTnLst>
                          </p:cTn>
                        </p:par>
                        <p:par>
                          <p:cTn id="492" fill="hold">
                            <p:stCondLst>
                              <p:cond delay="61000"/>
                            </p:stCondLst>
                            <p:childTnLst>
                              <p:par>
                                <p:cTn id="493" presetClass="entr" nodeType="afterEffect" presetID="9" grpId="123" fill="hold">
                                  <p:stCondLst>
                                    <p:cond delay="0"/>
                                  </p:stCondLst>
                                  <p:iterate type="el" backwards="0">
                                    <p:tmAbs val="0"/>
                                  </p:iterate>
                                  <p:childTnLst>
                                    <p:set>
                                      <p:cBhvr>
                                        <p:cTn id="494" fill="hold"/>
                                        <p:tgtEl>
                                          <p:spTgt spid="7379"/>
                                        </p:tgtEl>
                                        <p:attrNameLst>
                                          <p:attrName>style.visibility</p:attrName>
                                        </p:attrNameLst>
                                      </p:cBhvr>
                                      <p:to>
                                        <p:strVal val="visible"/>
                                      </p:to>
                                    </p:set>
                                    <p:animEffect filter="dissolve" transition="in">
                                      <p:cBhvr>
                                        <p:cTn id="495" dur="500"/>
                                        <p:tgtEl>
                                          <p:spTgt spid="7379"/>
                                        </p:tgtEl>
                                      </p:cBhvr>
                                    </p:animEffect>
                                  </p:childTnLst>
                                </p:cTn>
                              </p:par>
                            </p:childTnLst>
                          </p:cTn>
                        </p:par>
                        <p:par>
                          <p:cTn id="496" fill="hold">
                            <p:stCondLst>
                              <p:cond delay="61500"/>
                            </p:stCondLst>
                            <p:childTnLst>
                              <p:par>
                                <p:cTn id="497" presetClass="entr" nodeType="afterEffect" presetID="9" grpId="124" fill="hold">
                                  <p:stCondLst>
                                    <p:cond delay="0"/>
                                  </p:stCondLst>
                                  <p:iterate type="el" backwards="0">
                                    <p:tmAbs val="0"/>
                                  </p:iterate>
                                  <p:childTnLst>
                                    <p:set>
                                      <p:cBhvr>
                                        <p:cTn id="498" fill="hold"/>
                                        <p:tgtEl>
                                          <p:spTgt spid="7380"/>
                                        </p:tgtEl>
                                        <p:attrNameLst>
                                          <p:attrName>style.visibility</p:attrName>
                                        </p:attrNameLst>
                                      </p:cBhvr>
                                      <p:to>
                                        <p:strVal val="visible"/>
                                      </p:to>
                                    </p:set>
                                    <p:animEffect filter="dissolve" transition="in">
                                      <p:cBhvr>
                                        <p:cTn id="499" dur="500"/>
                                        <p:tgtEl>
                                          <p:spTgt spid="7380"/>
                                        </p:tgtEl>
                                      </p:cBhvr>
                                    </p:animEffect>
                                  </p:childTnLst>
                                </p:cTn>
                              </p:par>
                            </p:childTnLst>
                          </p:cTn>
                        </p:par>
                        <p:par>
                          <p:cTn id="500" fill="hold">
                            <p:stCondLst>
                              <p:cond delay="62000"/>
                            </p:stCondLst>
                            <p:childTnLst>
                              <p:par>
                                <p:cTn id="501" presetClass="entr" nodeType="afterEffect" presetID="9" grpId="125" fill="hold">
                                  <p:stCondLst>
                                    <p:cond delay="0"/>
                                  </p:stCondLst>
                                  <p:iterate type="el" backwards="0">
                                    <p:tmAbs val="0"/>
                                  </p:iterate>
                                  <p:childTnLst>
                                    <p:set>
                                      <p:cBhvr>
                                        <p:cTn id="502" fill="hold"/>
                                        <p:tgtEl>
                                          <p:spTgt spid="7381"/>
                                        </p:tgtEl>
                                        <p:attrNameLst>
                                          <p:attrName>style.visibility</p:attrName>
                                        </p:attrNameLst>
                                      </p:cBhvr>
                                      <p:to>
                                        <p:strVal val="visible"/>
                                      </p:to>
                                    </p:set>
                                    <p:animEffect filter="dissolve" transition="in">
                                      <p:cBhvr>
                                        <p:cTn id="503" dur="500"/>
                                        <p:tgtEl>
                                          <p:spTgt spid="7381"/>
                                        </p:tgtEl>
                                      </p:cBhvr>
                                    </p:animEffect>
                                  </p:childTnLst>
                                </p:cTn>
                              </p:par>
                            </p:childTnLst>
                          </p:cTn>
                        </p:par>
                        <p:par>
                          <p:cTn id="504" fill="hold">
                            <p:stCondLst>
                              <p:cond delay="62500"/>
                            </p:stCondLst>
                            <p:childTnLst>
                              <p:par>
                                <p:cTn id="505" presetClass="entr" nodeType="afterEffect" presetID="9" grpId="126" fill="hold">
                                  <p:stCondLst>
                                    <p:cond delay="0"/>
                                  </p:stCondLst>
                                  <p:iterate type="el" backwards="0">
                                    <p:tmAbs val="0"/>
                                  </p:iterate>
                                  <p:childTnLst>
                                    <p:set>
                                      <p:cBhvr>
                                        <p:cTn id="506" fill="hold"/>
                                        <p:tgtEl>
                                          <p:spTgt spid="7382"/>
                                        </p:tgtEl>
                                        <p:attrNameLst>
                                          <p:attrName>style.visibility</p:attrName>
                                        </p:attrNameLst>
                                      </p:cBhvr>
                                      <p:to>
                                        <p:strVal val="visible"/>
                                      </p:to>
                                    </p:set>
                                    <p:animEffect filter="dissolve" transition="in">
                                      <p:cBhvr>
                                        <p:cTn id="507" dur="500"/>
                                        <p:tgtEl>
                                          <p:spTgt spid="7382"/>
                                        </p:tgtEl>
                                      </p:cBhvr>
                                    </p:animEffect>
                                  </p:childTnLst>
                                </p:cTn>
                              </p:par>
                            </p:childTnLst>
                          </p:cTn>
                        </p:par>
                        <p:par>
                          <p:cTn id="508" fill="hold">
                            <p:stCondLst>
                              <p:cond delay="63000"/>
                            </p:stCondLst>
                            <p:childTnLst>
                              <p:par>
                                <p:cTn id="509" presetClass="entr" nodeType="afterEffect" presetID="9" grpId="127" fill="hold">
                                  <p:stCondLst>
                                    <p:cond delay="0"/>
                                  </p:stCondLst>
                                  <p:iterate type="el" backwards="0">
                                    <p:tmAbs val="0"/>
                                  </p:iterate>
                                  <p:childTnLst>
                                    <p:set>
                                      <p:cBhvr>
                                        <p:cTn id="510" fill="hold"/>
                                        <p:tgtEl>
                                          <p:spTgt spid="7383"/>
                                        </p:tgtEl>
                                        <p:attrNameLst>
                                          <p:attrName>style.visibility</p:attrName>
                                        </p:attrNameLst>
                                      </p:cBhvr>
                                      <p:to>
                                        <p:strVal val="visible"/>
                                      </p:to>
                                    </p:set>
                                    <p:animEffect filter="dissolve" transition="in">
                                      <p:cBhvr>
                                        <p:cTn id="511" dur="500"/>
                                        <p:tgtEl>
                                          <p:spTgt spid="7383"/>
                                        </p:tgtEl>
                                      </p:cBhvr>
                                    </p:animEffect>
                                  </p:childTnLst>
                                </p:cTn>
                              </p:par>
                            </p:childTnLst>
                          </p:cTn>
                        </p:par>
                        <p:par>
                          <p:cTn id="512" fill="hold">
                            <p:stCondLst>
                              <p:cond delay="63500"/>
                            </p:stCondLst>
                            <p:childTnLst>
                              <p:par>
                                <p:cTn id="513" presetClass="entr" nodeType="afterEffect" presetID="9" grpId="128" fill="hold">
                                  <p:stCondLst>
                                    <p:cond delay="0"/>
                                  </p:stCondLst>
                                  <p:iterate type="el" backwards="0">
                                    <p:tmAbs val="0"/>
                                  </p:iterate>
                                  <p:childTnLst>
                                    <p:set>
                                      <p:cBhvr>
                                        <p:cTn id="514" fill="hold"/>
                                        <p:tgtEl>
                                          <p:spTgt spid="7384"/>
                                        </p:tgtEl>
                                        <p:attrNameLst>
                                          <p:attrName>style.visibility</p:attrName>
                                        </p:attrNameLst>
                                      </p:cBhvr>
                                      <p:to>
                                        <p:strVal val="visible"/>
                                      </p:to>
                                    </p:set>
                                    <p:animEffect filter="dissolve" transition="in">
                                      <p:cBhvr>
                                        <p:cTn id="515" dur="500"/>
                                        <p:tgtEl>
                                          <p:spTgt spid="7384"/>
                                        </p:tgtEl>
                                      </p:cBhvr>
                                    </p:animEffect>
                                  </p:childTnLst>
                                </p:cTn>
                              </p:par>
                            </p:childTnLst>
                          </p:cTn>
                        </p:par>
                        <p:par>
                          <p:cTn id="516" fill="hold">
                            <p:stCondLst>
                              <p:cond delay="64000"/>
                            </p:stCondLst>
                            <p:childTnLst>
                              <p:par>
                                <p:cTn id="517" presetClass="entr" nodeType="afterEffect" presetID="9" grpId="129" fill="hold">
                                  <p:stCondLst>
                                    <p:cond delay="0"/>
                                  </p:stCondLst>
                                  <p:iterate type="el" backwards="0">
                                    <p:tmAbs val="0"/>
                                  </p:iterate>
                                  <p:childTnLst>
                                    <p:set>
                                      <p:cBhvr>
                                        <p:cTn id="518" fill="hold"/>
                                        <p:tgtEl>
                                          <p:spTgt spid="7385"/>
                                        </p:tgtEl>
                                        <p:attrNameLst>
                                          <p:attrName>style.visibility</p:attrName>
                                        </p:attrNameLst>
                                      </p:cBhvr>
                                      <p:to>
                                        <p:strVal val="visible"/>
                                      </p:to>
                                    </p:set>
                                    <p:animEffect filter="dissolve" transition="in">
                                      <p:cBhvr>
                                        <p:cTn id="519" dur="500"/>
                                        <p:tgtEl>
                                          <p:spTgt spid="738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301" grpId="45"/>
      <p:bldP build="whole" bldLvl="1" animBg="1" rev="0" advAuto="0" spid="7377" grpId="121"/>
      <p:bldP build="whole" bldLvl="1" animBg="1" rev="0" advAuto="0" spid="7266" grpId="10"/>
      <p:bldP build="whole" bldLvl="1" animBg="1" rev="0" advAuto="0" spid="7339" grpId="83"/>
      <p:bldP build="whole" bldLvl="1" animBg="1" rev="0" advAuto="0" spid="7265" grpId="9"/>
      <p:bldP build="whole" bldLvl="1" animBg="1" rev="0" advAuto="0" spid="7308" grpId="52"/>
      <p:bldP build="whole" bldLvl="1" animBg="1" rev="0" advAuto="0" spid="7330" grpId="74"/>
      <p:bldP build="whole" bldLvl="1" animBg="1" rev="0" advAuto="0" spid="7358" grpId="102"/>
      <p:bldP build="whole" bldLvl="1" animBg="1" rev="0" advAuto="0" spid="7370" grpId="114"/>
      <p:bldP build="whole" bldLvl="1" animBg="1" rev="0" advAuto="0" spid="7297" grpId="41"/>
      <p:bldP build="whole" bldLvl="1" animBg="1" rev="0" advAuto="0" spid="7331" grpId="75"/>
      <p:bldP build="whole" bldLvl="1" animBg="1" rev="0" advAuto="0" spid="7368" grpId="112"/>
      <p:bldP build="whole" bldLvl="1" animBg="1" rev="0" advAuto="0" spid="7366" grpId="110"/>
      <p:bldP build="whole" bldLvl="1" animBg="1" rev="0" advAuto="0" spid="7309" grpId="53"/>
      <p:bldP build="whole" bldLvl="1" animBg="1" rev="0" advAuto="0" spid="7360" grpId="104"/>
      <p:bldP build="whole" bldLvl="1" animBg="1" rev="0" advAuto="0" spid="7341" grpId="85"/>
      <p:bldP build="whole" bldLvl="1" animBg="1" rev="0" advAuto="0" spid="7374" grpId="118"/>
      <p:bldP build="whole" bldLvl="1" animBg="1" rev="0" advAuto="0" spid="7320" grpId="64"/>
      <p:bldP build="whole" bldLvl="1" animBg="1" rev="0" advAuto="0" spid="7347" grpId="91"/>
      <p:bldP build="whole" bldLvl="1" animBg="1" rev="0" advAuto="0" spid="7338" grpId="82"/>
      <p:bldP build="whole" bldLvl="1" animBg="1" rev="0" advAuto="0" spid="7357" grpId="101"/>
      <p:bldP build="whole" bldLvl="1" animBg="1" rev="0" advAuto="0" spid="7270" grpId="14"/>
      <p:bldP build="whole" bldLvl="1" animBg="1" rev="0" advAuto="0" spid="7293" grpId="37"/>
      <p:bldP build="whole" bldLvl="1" animBg="1" rev="0" advAuto="0" spid="7333" grpId="77"/>
      <p:bldP build="whole" bldLvl="1" animBg="1" rev="0" advAuto="0" spid="7365" grpId="109"/>
      <p:bldP build="whole" bldLvl="1" animBg="1" rev="0" advAuto="0" spid="7337" grpId="81"/>
      <p:bldP build="whole" bldLvl="1" animBg="1" rev="0" advAuto="0" spid="7274" grpId="18"/>
      <p:bldP build="whole" bldLvl="1" animBg="1" rev="0" advAuto="0" spid="7367" grpId="111"/>
      <p:bldP build="whole" bldLvl="1" animBg="1" rev="0" advAuto="0" spid="7276" grpId="20"/>
      <p:bldP build="whole" bldLvl="1" animBg="1" rev="0" advAuto="0" spid="7268" grpId="12"/>
      <p:bldP build="whole" bldLvl="1" animBg="1" rev="0" advAuto="0" spid="7371" grpId="115"/>
      <p:bldP build="whole" bldLvl="1" animBg="1" rev="0" advAuto="0" spid="7300" grpId="44"/>
      <p:bldP build="whole" bldLvl="1" animBg="1" rev="0" advAuto="0" spid="7280" grpId="24"/>
      <p:bldP build="whole" bldLvl="1" animBg="1" rev="0" advAuto="0" spid="7327" grpId="71"/>
      <p:bldP build="whole" bldLvl="1" animBg="1" rev="0" advAuto="0" spid="7315" grpId="59"/>
      <p:bldP build="whole" bldLvl="1" animBg="1" rev="0" advAuto="0" spid="7269" grpId="13"/>
      <p:bldP build="whole" bldLvl="1" animBg="1" rev="0" advAuto="0" spid="7345" grpId="89"/>
      <p:bldP build="whole" bldLvl="1" animBg="1" rev="0" advAuto="0" spid="7273" grpId="17"/>
      <p:bldP build="whole" bldLvl="1" animBg="1" rev="0" advAuto="0" spid="7281" grpId="25"/>
      <p:bldP build="whole" bldLvl="1" animBg="1" rev="0" advAuto="0" spid="7335" grpId="79"/>
      <p:bldP build="whole" bldLvl="1" animBg="1" rev="0" advAuto="0" spid="7290" grpId="34"/>
      <p:bldP build="whole" bldLvl="1" animBg="1" rev="0" advAuto="0" spid="7326" grpId="70"/>
      <p:bldP build="whole" bldLvl="1" animBg="1" rev="0" advAuto="0" spid="7375" grpId="119"/>
      <p:bldP build="whole" bldLvl="1" animBg="1" rev="0" advAuto="0" spid="7325" grpId="69"/>
      <p:bldP build="whole" bldLvl="1" animBg="1" rev="0" advAuto="0" spid="7324" grpId="68"/>
      <p:bldP build="whole" bldLvl="1" animBg="1" rev="0" advAuto="0" spid="7350" grpId="94"/>
      <p:bldP build="whole" bldLvl="1" animBg="1" rev="0" advAuto="0" spid="7287" grpId="31"/>
      <p:bldP build="whole" bldLvl="1" animBg="1" rev="0" advAuto="0" spid="7332" grpId="76"/>
      <p:bldP build="whole" bldLvl="1" animBg="1" rev="0" advAuto="0" spid="7363" grpId="107"/>
      <p:bldP build="whole" bldLvl="1" animBg="1" rev="0" advAuto="0" spid="7369" grpId="113"/>
      <p:bldP build="whole" bldLvl="1" animBg="1" rev="0" advAuto="0" spid="7318" grpId="62"/>
      <p:bldP build="whole" bldLvl="1" animBg="1" rev="0" advAuto="0" spid="7382" grpId="126"/>
      <p:bldP build="whole" bldLvl="1" animBg="1" rev="0" advAuto="0" spid="7381" grpId="125"/>
      <p:bldP build="whole" bldLvl="1" animBg="1" rev="0" advAuto="0" spid="7263" grpId="7"/>
      <p:bldP build="whole" bldLvl="1" animBg="1" rev="0" advAuto="0" spid="7354" grpId="98"/>
      <p:bldP build="whole" bldLvl="1" animBg="1" rev="0" advAuto="0" spid="7351" grpId="95"/>
      <p:bldP build="whole" bldLvl="1" animBg="1" rev="0" advAuto="0" spid="7306" grpId="50"/>
      <p:bldP build="whole" bldLvl="1" animBg="1" rev="0" advAuto="0" spid="7340" grpId="84"/>
      <p:bldP build="whole" bldLvl="1" animBg="1" rev="0" advAuto="0" spid="7346" grpId="90"/>
      <p:bldP build="whole" bldLvl="1" animBg="1" rev="0" advAuto="0" spid="7286" grpId="30"/>
      <p:bldP build="whole" bldLvl="1" animBg="1" rev="0" advAuto="0" spid="7295" grpId="39"/>
      <p:bldP build="whole" bldLvl="1" animBg="1" rev="0" advAuto="0" spid="7262" grpId="6"/>
      <p:bldP build="whole" bldLvl="1" animBg="1" rev="0" advAuto="0" spid="7283" grpId="27"/>
      <p:bldP build="whole" bldLvl="1" animBg="1" rev="0" advAuto="0" spid="7259" grpId="3"/>
      <p:bldP build="whole" bldLvl="1" animBg="1" rev="0" advAuto="0" spid="7285" grpId="29"/>
      <p:bldP build="whole" bldLvl="1" animBg="1" rev="0" advAuto="0" spid="7313" grpId="57"/>
      <p:bldP build="whole" bldLvl="1" animBg="1" rev="0" advAuto="0" spid="7272" grpId="16"/>
      <p:bldP build="whole" bldLvl="1" animBg="1" rev="0" advAuto="0" spid="7361" grpId="105"/>
      <p:bldP build="whole" bldLvl="1" animBg="1" rev="0" advAuto="0" spid="7291" grpId="35"/>
      <p:bldP build="whole" bldLvl="1" animBg="1" rev="0" advAuto="0" spid="7264" grpId="8"/>
      <p:bldP build="whole" bldLvl="1" animBg="1" rev="0" advAuto="0" spid="7384" grpId="128"/>
      <p:bldP build="whole" bldLvl="1" animBg="1" rev="0" advAuto="0" spid="7372" grpId="116"/>
      <p:bldP build="whole" bldLvl="1" animBg="1" rev="0" advAuto="0" spid="7316" grpId="60"/>
      <p:bldP build="whole" bldLvl="1" animBg="1" rev="0" advAuto="0" spid="7359" grpId="103"/>
      <p:bldP build="whole" bldLvl="1" animBg="1" rev="0" advAuto="0" spid="7302" grpId="46"/>
      <p:bldP build="whole" bldLvl="1" animBg="1" rev="0" advAuto="0" spid="7364" grpId="108"/>
      <p:bldP build="whole" bldLvl="1" animBg="1" rev="0" advAuto="0" spid="7305" grpId="49"/>
      <p:bldP build="whole" bldLvl="1" animBg="1" rev="0" advAuto="0" spid="7267" grpId="11"/>
      <p:bldP build="whole" bldLvl="1" animBg="1" rev="0" advAuto="0" spid="7322" grpId="66"/>
      <p:bldP build="whole" bldLvl="1" animBg="1" rev="0" advAuto="0" spid="7321" grpId="65"/>
      <p:bldP build="whole" bldLvl="1" animBg="1" rev="0" advAuto="0" spid="7328" grpId="72"/>
      <p:bldP build="whole" bldLvl="1" animBg="1" rev="0" advAuto="0" spid="7278" grpId="22"/>
      <p:bldP build="whole" bldLvl="1" animBg="1" rev="0" advAuto="0" spid="7298" grpId="42"/>
      <p:bldP build="whole" bldLvl="1" animBg="1" rev="0" advAuto="0" spid="7373" grpId="117"/>
      <p:bldP build="whole" bldLvl="1" animBg="1" rev="0" advAuto="0" spid="7344" grpId="88"/>
      <p:bldP build="whole" bldLvl="1" animBg="1" rev="0" advAuto="0" spid="7383" grpId="127"/>
      <p:bldP build="whole" bldLvl="1" animBg="1" rev="0" advAuto="0" spid="7292" grpId="36"/>
      <p:bldP build="whole" bldLvl="1" animBg="1" rev="0" advAuto="0" spid="7289" grpId="33"/>
      <p:bldP build="whole" bldLvl="1" animBg="1" rev="0" advAuto="0" spid="7310" grpId="54"/>
      <p:bldP build="whole" bldLvl="1" animBg="1" rev="0" advAuto="0" spid="7356" grpId="100"/>
      <p:bldP build="whole" bldLvl="1" animBg="1" rev="0" advAuto="0" spid="7311" grpId="55"/>
      <p:bldP build="whole" bldLvl="1" animBg="1" rev="0" advAuto="0" spid="7323" grpId="67"/>
      <p:bldP build="whole" bldLvl="1" animBg="1" rev="0" advAuto="0" spid="7329" grpId="73"/>
      <p:bldP build="whole" bldLvl="1" animBg="1" rev="0" advAuto="0" spid="7314" grpId="58"/>
      <p:bldP build="whole" bldLvl="1" animBg="1" rev="0" advAuto="0" spid="7294" grpId="38"/>
      <p:bldP build="whole" bldLvl="1" animBg="1" rev="0" advAuto="0" spid="7284" grpId="28"/>
      <p:bldP build="whole" bldLvl="1" animBg="1" rev="0" advAuto="0" spid="7288" grpId="32"/>
      <p:bldP build="whole" bldLvl="1" animBg="1" rev="0" advAuto="0" spid="7380" grpId="124"/>
      <p:bldP build="whole" bldLvl="1" animBg="1" rev="0" advAuto="0" spid="7260" grpId="4"/>
      <p:bldP build="whole" bldLvl="1" animBg="1" rev="0" advAuto="0" spid="7379" grpId="123"/>
      <p:bldP build="whole" bldLvl="1" animBg="1" rev="0" advAuto="0" spid="7303" grpId="47"/>
      <p:bldP build="whole" bldLvl="1" animBg="1" rev="0" advAuto="0" spid="7271" grpId="15"/>
      <p:bldP build="whole" bldLvl="1" animBg="1" rev="0" advAuto="0" spid="7307" grpId="51"/>
      <p:bldP build="whole" bldLvl="1" animBg="1" rev="0" advAuto="0" spid="7304" grpId="48"/>
      <p:bldP build="whole" bldLvl="1" animBg="1" rev="0" advAuto="0" spid="7319" grpId="63"/>
      <p:bldP build="whole" bldLvl="1" animBg="1" rev="0" advAuto="0" spid="7349" grpId="93"/>
      <p:bldP build="whole" bldLvl="1" animBg="1" rev="0" advAuto="0" spid="7282" grpId="26"/>
      <p:bldP build="whole" bldLvl="1" animBg="1" rev="0" advAuto="0" spid="7317" grpId="61"/>
      <p:bldP build="whole" bldLvl="1" animBg="1" rev="0" advAuto="0" spid="7336" grpId="80"/>
      <p:bldP build="whole" bldLvl="1" animBg="1" rev="0" advAuto="0" spid="7257" grpId="1"/>
      <p:bldP build="whole" bldLvl="1" animBg="1" rev="0" advAuto="0" spid="7343" grpId="87"/>
      <p:bldP build="whole" bldLvl="1" animBg="1" rev="0" advAuto="0" spid="7352" grpId="96"/>
      <p:bldP build="whole" bldLvl="1" animBg="1" rev="0" advAuto="0" spid="7275" grpId="19"/>
      <p:bldP build="whole" bldLvl="1" animBg="1" rev="0" advAuto="0" spid="7312" grpId="56"/>
      <p:bldP build="whole" bldLvl="1" animBg="1" rev="0" advAuto="0" spid="7299" grpId="43"/>
      <p:bldP build="whole" bldLvl="1" animBg="1" rev="0" advAuto="0" spid="7277" grpId="21"/>
      <p:bldP build="whole" bldLvl="1" animBg="1" rev="0" advAuto="0" spid="7334" grpId="78"/>
      <p:bldP build="whole" bldLvl="1" animBg="1" rev="0" advAuto="0" spid="7385" grpId="129"/>
      <p:bldP build="whole" bldLvl="1" animBg="1" rev="0" advAuto="0" spid="7261" grpId="5"/>
      <p:bldP build="whole" bldLvl="1" animBg="1" rev="0" advAuto="0" spid="7355" grpId="99"/>
      <p:bldP build="whole" bldLvl="1" animBg="1" rev="0" advAuto="0" spid="7342" grpId="86"/>
      <p:bldP build="whole" bldLvl="1" animBg="1" rev="0" advAuto="0" spid="7296" grpId="40"/>
      <p:bldP build="whole" bldLvl="1" animBg="1" rev="0" advAuto="0" spid="7353" grpId="97"/>
      <p:bldP build="whole" bldLvl="1" animBg="1" rev="0" advAuto="0" spid="7378" grpId="122"/>
      <p:bldP build="whole" bldLvl="1" animBg="1" rev="0" advAuto="0" spid="7362" grpId="106"/>
      <p:bldP build="whole" bldLvl="1" animBg="1" rev="0" advAuto="0" spid="7376" grpId="120"/>
      <p:bldP build="whole" bldLvl="1" animBg="1" rev="0" advAuto="0" spid="7348" grpId="92"/>
      <p:bldP build="whole" bldLvl="1" animBg="1" rev="0" advAuto="0" spid="7258" grpId="2"/>
      <p:bldP build="whole" bldLvl="1" animBg="1" rev="0" advAuto="0" spid="7279" grpId="23"/>
    </p:bldLst>
  </p:timing>
</p:sld>
</file>

<file path=ppt/slides/slide18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387" name="Shape 7387"/>
          <p:cNvSpPr/>
          <p:nvPr/>
        </p:nvSpPr>
        <p:spPr>
          <a:xfrm>
            <a:off x="222866" y="241769"/>
            <a:ext cx="8307389"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sp>
        <p:nvSpPr>
          <p:cNvPr id="7388" name="Shape 7388"/>
          <p:cNvSpPr/>
          <p:nvPr/>
        </p:nvSpPr>
        <p:spPr>
          <a:xfrm>
            <a:off x="15528645" y="4836114"/>
            <a:ext cx="504841" cy="415241"/>
          </a:xfrm>
          <a:custGeom>
            <a:avLst/>
            <a:gdLst/>
            <a:ahLst/>
            <a:cxnLst>
              <a:cxn ang="0">
                <a:pos x="wd2" y="hd2"/>
              </a:cxn>
              <a:cxn ang="5400000">
                <a:pos x="wd2" y="hd2"/>
              </a:cxn>
              <a:cxn ang="10800000">
                <a:pos x="wd2" y="hd2"/>
              </a:cxn>
              <a:cxn ang="16200000">
                <a:pos x="wd2" y="hd2"/>
              </a:cxn>
            </a:cxnLst>
            <a:rect l="0" t="0" r="r" b="b"/>
            <a:pathLst>
              <a:path w="20515" h="21052" fill="norm" stroke="1" extrusionOk="0">
                <a:moveTo>
                  <a:pt x="18906" y="1642"/>
                </a:moveTo>
                <a:cubicBezTo>
                  <a:pt x="16760" y="-548"/>
                  <a:pt x="13737" y="-548"/>
                  <a:pt x="11543" y="1642"/>
                </a:cubicBezTo>
                <a:cubicBezTo>
                  <a:pt x="10227" y="3224"/>
                  <a:pt x="10227" y="3224"/>
                  <a:pt x="10227" y="3224"/>
                </a:cubicBezTo>
                <a:cubicBezTo>
                  <a:pt x="8959" y="1642"/>
                  <a:pt x="8959" y="1642"/>
                  <a:pt x="8959" y="1642"/>
                </a:cubicBezTo>
                <a:cubicBezTo>
                  <a:pt x="6814" y="-548"/>
                  <a:pt x="3791" y="-548"/>
                  <a:pt x="1645" y="1642"/>
                </a:cubicBezTo>
                <a:cubicBezTo>
                  <a:pt x="-549" y="4320"/>
                  <a:pt x="-549" y="8640"/>
                  <a:pt x="1645" y="10769"/>
                </a:cubicBezTo>
                <a:cubicBezTo>
                  <a:pt x="10227" y="21052"/>
                  <a:pt x="10227" y="21052"/>
                  <a:pt x="10227" y="21052"/>
                </a:cubicBezTo>
                <a:cubicBezTo>
                  <a:pt x="18906" y="10769"/>
                  <a:pt x="18906" y="10769"/>
                  <a:pt x="18906" y="10769"/>
                </a:cubicBezTo>
                <a:cubicBezTo>
                  <a:pt x="21051" y="8640"/>
                  <a:pt x="21051" y="4320"/>
                  <a:pt x="18906" y="1642"/>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89" name="Shape 7389"/>
          <p:cNvSpPr/>
          <p:nvPr/>
        </p:nvSpPr>
        <p:spPr>
          <a:xfrm>
            <a:off x="6136925" y="4804216"/>
            <a:ext cx="294192" cy="4787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87" y="0"/>
                </a:moveTo>
                <a:cubicBezTo>
                  <a:pt x="4616" y="0"/>
                  <a:pt x="0" y="2923"/>
                  <a:pt x="0" y="6767"/>
                </a:cubicBezTo>
                <a:cubicBezTo>
                  <a:pt x="0" y="12992"/>
                  <a:pt x="10887" y="21600"/>
                  <a:pt x="10887" y="21600"/>
                </a:cubicBezTo>
                <a:cubicBezTo>
                  <a:pt x="10887" y="21600"/>
                  <a:pt x="21600" y="12992"/>
                  <a:pt x="21600" y="6767"/>
                </a:cubicBezTo>
                <a:cubicBezTo>
                  <a:pt x="21600" y="2923"/>
                  <a:pt x="16984" y="0"/>
                  <a:pt x="10887" y="0"/>
                </a:cubicBezTo>
                <a:close/>
                <a:moveTo>
                  <a:pt x="10887" y="10611"/>
                </a:moveTo>
                <a:cubicBezTo>
                  <a:pt x="7665" y="10611"/>
                  <a:pt x="4616" y="8662"/>
                  <a:pt x="4616" y="6767"/>
                </a:cubicBezTo>
                <a:cubicBezTo>
                  <a:pt x="4616" y="4818"/>
                  <a:pt x="7665" y="2923"/>
                  <a:pt x="10887" y="2923"/>
                </a:cubicBezTo>
                <a:cubicBezTo>
                  <a:pt x="13848" y="2923"/>
                  <a:pt x="16984" y="4818"/>
                  <a:pt x="16984" y="6767"/>
                </a:cubicBezTo>
                <a:cubicBezTo>
                  <a:pt x="16984" y="8662"/>
                  <a:pt x="13848" y="10611"/>
                  <a:pt x="10887" y="10611"/>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0" name="Shape 7390"/>
          <p:cNvSpPr/>
          <p:nvPr/>
        </p:nvSpPr>
        <p:spPr>
          <a:xfrm>
            <a:off x="7176021" y="4804216"/>
            <a:ext cx="594829" cy="4787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08" y="3844"/>
                </a:moveTo>
                <a:cubicBezTo>
                  <a:pt x="16200" y="0"/>
                  <a:pt x="16200" y="0"/>
                  <a:pt x="16200" y="0"/>
                </a:cubicBezTo>
                <a:cubicBezTo>
                  <a:pt x="15808" y="0"/>
                  <a:pt x="15808" y="0"/>
                  <a:pt x="15416" y="0"/>
                </a:cubicBezTo>
                <a:cubicBezTo>
                  <a:pt x="10800" y="3844"/>
                  <a:pt x="10800" y="3844"/>
                  <a:pt x="10800" y="3844"/>
                </a:cubicBezTo>
                <a:cubicBezTo>
                  <a:pt x="6184" y="0"/>
                  <a:pt x="6184" y="0"/>
                  <a:pt x="6184" y="0"/>
                </a:cubicBezTo>
                <a:cubicBezTo>
                  <a:pt x="5748" y="0"/>
                  <a:pt x="5748" y="0"/>
                  <a:pt x="5356" y="0"/>
                </a:cubicBezTo>
                <a:cubicBezTo>
                  <a:pt x="348" y="3844"/>
                  <a:pt x="348" y="3844"/>
                  <a:pt x="348" y="3844"/>
                </a:cubicBezTo>
                <a:cubicBezTo>
                  <a:pt x="0" y="4331"/>
                  <a:pt x="0" y="4331"/>
                  <a:pt x="0" y="4818"/>
                </a:cubicBezTo>
                <a:cubicBezTo>
                  <a:pt x="0" y="20680"/>
                  <a:pt x="0" y="20680"/>
                  <a:pt x="0" y="20680"/>
                </a:cubicBezTo>
                <a:cubicBezTo>
                  <a:pt x="0" y="20680"/>
                  <a:pt x="0" y="21113"/>
                  <a:pt x="348" y="21113"/>
                </a:cubicBezTo>
                <a:cubicBezTo>
                  <a:pt x="348" y="21600"/>
                  <a:pt x="740" y="21600"/>
                  <a:pt x="1132" y="21113"/>
                </a:cubicBezTo>
                <a:cubicBezTo>
                  <a:pt x="5748" y="17756"/>
                  <a:pt x="5748" y="17756"/>
                  <a:pt x="5748" y="17756"/>
                </a:cubicBezTo>
                <a:cubicBezTo>
                  <a:pt x="10408" y="21113"/>
                  <a:pt x="10408" y="21113"/>
                  <a:pt x="10408" y="21113"/>
                </a:cubicBezTo>
                <a:cubicBezTo>
                  <a:pt x="10800" y="21600"/>
                  <a:pt x="10800" y="21600"/>
                  <a:pt x="11192" y="21113"/>
                </a:cubicBezTo>
                <a:cubicBezTo>
                  <a:pt x="15808" y="17756"/>
                  <a:pt x="15808" y="17756"/>
                  <a:pt x="15808" y="17756"/>
                </a:cubicBezTo>
                <a:cubicBezTo>
                  <a:pt x="20468" y="21113"/>
                  <a:pt x="20468" y="21113"/>
                  <a:pt x="20468" y="21113"/>
                </a:cubicBezTo>
                <a:cubicBezTo>
                  <a:pt x="20468" y="21600"/>
                  <a:pt x="20816" y="21600"/>
                  <a:pt x="20816" y="21600"/>
                </a:cubicBezTo>
                <a:cubicBezTo>
                  <a:pt x="20816" y="21600"/>
                  <a:pt x="21208" y="21600"/>
                  <a:pt x="21208" y="21113"/>
                </a:cubicBezTo>
                <a:cubicBezTo>
                  <a:pt x="21600" y="21113"/>
                  <a:pt x="21600" y="20680"/>
                  <a:pt x="21600" y="20680"/>
                </a:cubicBezTo>
                <a:cubicBezTo>
                  <a:pt x="21600" y="4818"/>
                  <a:pt x="21600" y="4818"/>
                  <a:pt x="21600" y="4818"/>
                </a:cubicBezTo>
                <a:cubicBezTo>
                  <a:pt x="21600" y="4331"/>
                  <a:pt x="21600" y="4331"/>
                  <a:pt x="21208" y="3844"/>
                </a:cubicBezTo>
                <a:close/>
                <a:moveTo>
                  <a:pt x="5008" y="15862"/>
                </a:moveTo>
                <a:cubicBezTo>
                  <a:pt x="1524" y="18731"/>
                  <a:pt x="1524" y="18731"/>
                  <a:pt x="1524" y="18731"/>
                </a:cubicBezTo>
                <a:cubicBezTo>
                  <a:pt x="1524" y="5305"/>
                  <a:pt x="1524" y="5305"/>
                  <a:pt x="1524" y="5305"/>
                </a:cubicBezTo>
                <a:cubicBezTo>
                  <a:pt x="5008" y="2382"/>
                  <a:pt x="5008" y="2382"/>
                  <a:pt x="5008" y="2382"/>
                </a:cubicBezTo>
                <a:lnTo>
                  <a:pt x="5008" y="15862"/>
                </a:lnTo>
                <a:close/>
                <a:moveTo>
                  <a:pt x="10016" y="18731"/>
                </a:moveTo>
                <a:cubicBezTo>
                  <a:pt x="6532" y="15862"/>
                  <a:pt x="6532" y="15862"/>
                  <a:pt x="6532" y="15862"/>
                </a:cubicBezTo>
                <a:cubicBezTo>
                  <a:pt x="6532" y="2382"/>
                  <a:pt x="6532" y="2382"/>
                  <a:pt x="6532" y="2382"/>
                </a:cubicBezTo>
                <a:cubicBezTo>
                  <a:pt x="10016" y="5305"/>
                  <a:pt x="10016" y="5305"/>
                  <a:pt x="10016" y="5305"/>
                </a:cubicBezTo>
                <a:lnTo>
                  <a:pt x="10016" y="18731"/>
                </a:lnTo>
                <a:close/>
                <a:moveTo>
                  <a:pt x="15024" y="15862"/>
                </a:moveTo>
                <a:cubicBezTo>
                  <a:pt x="11584" y="18731"/>
                  <a:pt x="11584" y="18731"/>
                  <a:pt x="11584" y="18731"/>
                </a:cubicBezTo>
                <a:cubicBezTo>
                  <a:pt x="11584" y="5305"/>
                  <a:pt x="11584" y="5305"/>
                  <a:pt x="11584" y="5305"/>
                </a:cubicBezTo>
                <a:cubicBezTo>
                  <a:pt x="15024" y="2382"/>
                  <a:pt x="15024" y="2382"/>
                  <a:pt x="15024" y="2382"/>
                </a:cubicBezTo>
                <a:lnTo>
                  <a:pt x="15024" y="15862"/>
                </a:lnTo>
                <a:close/>
                <a:moveTo>
                  <a:pt x="20076" y="18731"/>
                </a:moveTo>
                <a:cubicBezTo>
                  <a:pt x="16548" y="15862"/>
                  <a:pt x="16548" y="15862"/>
                  <a:pt x="16548" y="15862"/>
                </a:cubicBezTo>
                <a:cubicBezTo>
                  <a:pt x="16548" y="2382"/>
                  <a:pt x="16548" y="2382"/>
                  <a:pt x="16548" y="2382"/>
                </a:cubicBezTo>
                <a:cubicBezTo>
                  <a:pt x="20076" y="5305"/>
                  <a:pt x="20076" y="5305"/>
                  <a:pt x="20076" y="5305"/>
                </a:cubicBezTo>
                <a:lnTo>
                  <a:pt x="20076" y="1873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1" name="Shape 7391"/>
          <p:cNvSpPr/>
          <p:nvPr/>
        </p:nvSpPr>
        <p:spPr>
          <a:xfrm>
            <a:off x="3615671" y="4804216"/>
            <a:ext cx="594836" cy="4682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167" y="18665"/>
                </a:moveTo>
                <a:cubicBezTo>
                  <a:pt x="2303" y="18665"/>
                  <a:pt x="2303" y="18665"/>
                  <a:pt x="2303" y="18665"/>
                </a:cubicBezTo>
                <a:cubicBezTo>
                  <a:pt x="2303" y="6425"/>
                  <a:pt x="2303" y="6425"/>
                  <a:pt x="2303" y="6425"/>
                </a:cubicBezTo>
                <a:cubicBezTo>
                  <a:pt x="5041" y="6425"/>
                  <a:pt x="5041" y="6425"/>
                  <a:pt x="5041" y="6425"/>
                </a:cubicBezTo>
                <a:cubicBezTo>
                  <a:pt x="5041" y="6425"/>
                  <a:pt x="5780" y="5428"/>
                  <a:pt x="7345" y="3932"/>
                </a:cubicBezTo>
                <a:cubicBezTo>
                  <a:pt x="1173" y="3932"/>
                  <a:pt x="1173" y="3932"/>
                  <a:pt x="1173" y="3932"/>
                </a:cubicBezTo>
                <a:cubicBezTo>
                  <a:pt x="391" y="3932"/>
                  <a:pt x="0" y="4431"/>
                  <a:pt x="0" y="4929"/>
                </a:cubicBezTo>
                <a:cubicBezTo>
                  <a:pt x="0" y="20105"/>
                  <a:pt x="0" y="20105"/>
                  <a:pt x="0" y="20105"/>
                </a:cubicBezTo>
                <a:cubicBezTo>
                  <a:pt x="0" y="21157"/>
                  <a:pt x="391" y="21600"/>
                  <a:pt x="1173" y="21600"/>
                </a:cubicBezTo>
                <a:cubicBezTo>
                  <a:pt x="17341" y="21600"/>
                  <a:pt x="17341" y="21600"/>
                  <a:pt x="17341" y="21600"/>
                </a:cubicBezTo>
                <a:cubicBezTo>
                  <a:pt x="17732" y="21600"/>
                  <a:pt x="18514" y="21157"/>
                  <a:pt x="18514" y="20105"/>
                </a:cubicBezTo>
                <a:cubicBezTo>
                  <a:pt x="18514" y="15231"/>
                  <a:pt x="18514" y="15231"/>
                  <a:pt x="18514" y="15231"/>
                </a:cubicBezTo>
                <a:cubicBezTo>
                  <a:pt x="16167" y="17169"/>
                  <a:pt x="16167" y="17169"/>
                  <a:pt x="16167" y="17169"/>
                </a:cubicBezTo>
                <a:lnTo>
                  <a:pt x="16167" y="18665"/>
                </a:lnTo>
                <a:close/>
                <a:moveTo>
                  <a:pt x="14255" y="9360"/>
                </a:moveTo>
                <a:cubicBezTo>
                  <a:pt x="14255" y="14234"/>
                  <a:pt x="14255" y="14234"/>
                  <a:pt x="14255" y="14234"/>
                </a:cubicBezTo>
                <a:cubicBezTo>
                  <a:pt x="21600" y="6923"/>
                  <a:pt x="21600" y="6923"/>
                  <a:pt x="21600" y="6923"/>
                </a:cubicBezTo>
                <a:cubicBezTo>
                  <a:pt x="14255" y="0"/>
                  <a:pt x="14255" y="0"/>
                  <a:pt x="14255" y="0"/>
                </a:cubicBezTo>
                <a:cubicBezTo>
                  <a:pt x="14255" y="4431"/>
                  <a:pt x="14255" y="4431"/>
                  <a:pt x="14255" y="4431"/>
                </a:cubicBezTo>
                <a:cubicBezTo>
                  <a:pt x="5780" y="4431"/>
                  <a:pt x="5780" y="15231"/>
                  <a:pt x="5780" y="15231"/>
                </a:cubicBezTo>
                <a:cubicBezTo>
                  <a:pt x="8084" y="10357"/>
                  <a:pt x="9648" y="9360"/>
                  <a:pt x="14255" y="936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2" name="Shape 7392"/>
          <p:cNvSpPr/>
          <p:nvPr/>
        </p:nvSpPr>
        <p:spPr>
          <a:xfrm>
            <a:off x="8373351" y="4751470"/>
            <a:ext cx="573735" cy="57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7" y="0"/>
                </a:moveTo>
                <a:cubicBezTo>
                  <a:pt x="4825" y="406"/>
                  <a:pt x="0" y="5186"/>
                  <a:pt x="0" y="11183"/>
                </a:cubicBezTo>
                <a:cubicBezTo>
                  <a:pt x="0" y="16775"/>
                  <a:pt x="4825" y="21600"/>
                  <a:pt x="10777" y="21600"/>
                </a:cubicBezTo>
                <a:cubicBezTo>
                  <a:pt x="16775" y="21600"/>
                  <a:pt x="21600" y="16775"/>
                  <a:pt x="21600" y="10823"/>
                </a:cubicBezTo>
                <a:cubicBezTo>
                  <a:pt x="21600" y="4825"/>
                  <a:pt x="16369" y="0"/>
                  <a:pt x="10777" y="0"/>
                </a:cubicBezTo>
                <a:close/>
                <a:moveTo>
                  <a:pt x="10777" y="19210"/>
                </a:moveTo>
                <a:cubicBezTo>
                  <a:pt x="6403" y="19571"/>
                  <a:pt x="2390" y="15603"/>
                  <a:pt x="2390" y="11183"/>
                </a:cubicBezTo>
                <a:cubicBezTo>
                  <a:pt x="2390" y="6403"/>
                  <a:pt x="5997" y="2390"/>
                  <a:pt x="10777" y="2390"/>
                </a:cubicBezTo>
                <a:cubicBezTo>
                  <a:pt x="15152" y="2390"/>
                  <a:pt x="19210" y="5997"/>
                  <a:pt x="19210" y="10823"/>
                </a:cubicBezTo>
                <a:cubicBezTo>
                  <a:pt x="19210" y="15603"/>
                  <a:pt x="15557" y="19210"/>
                  <a:pt x="10777" y="19210"/>
                </a:cubicBezTo>
                <a:close/>
                <a:moveTo>
                  <a:pt x="5547" y="15963"/>
                </a:moveTo>
                <a:cubicBezTo>
                  <a:pt x="5547" y="15963"/>
                  <a:pt x="10777" y="15197"/>
                  <a:pt x="12762" y="13213"/>
                </a:cubicBezTo>
                <a:cubicBezTo>
                  <a:pt x="15152" y="10823"/>
                  <a:pt x="15963" y="5592"/>
                  <a:pt x="15963" y="5592"/>
                </a:cubicBezTo>
                <a:cubicBezTo>
                  <a:pt x="15963" y="5592"/>
                  <a:pt x="10777" y="6403"/>
                  <a:pt x="8387" y="8793"/>
                </a:cubicBezTo>
                <a:cubicBezTo>
                  <a:pt x="6403" y="10823"/>
                  <a:pt x="5547" y="15963"/>
                  <a:pt x="5547" y="15963"/>
                </a:cubicBezTo>
                <a:close/>
                <a:moveTo>
                  <a:pt x="9605" y="9605"/>
                </a:moveTo>
                <a:cubicBezTo>
                  <a:pt x="10777" y="8793"/>
                  <a:pt x="12356" y="8027"/>
                  <a:pt x="13979" y="7621"/>
                </a:cubicBezTo>
                <a:cubicBezTo>
                  <a:pt x="13573" y="9199"/>
                  <a:pt x="12762" y="11183"/>
                  <a:pt x="11995" y="11995"/>
                </a:cubicBezTo>
                <a:cubicBezTo>
                  <a:pt x="11183" y="12401"/>
                  <a:pt x="10372" y="12401"/>
                  <a:pt x="9605" y="11995"/>
                </a:cubicBezTo>
                <a:cubicBezTo>
                  <a:pt x="9199" y="11183"/>
                  <a:pt x="9199" y="10417"/>
                  <a:pt x="9605" y="9605"/>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3" name="Shape 7393"/>
          <p:cNvSpPr/>
          <p:nvPr/>
        </p:nvSpPr>
        <p:spPr>
          <a:xfrm>
            <a:off x="9591785" y="4784550"/>
            <a:ext cx="518655" cy="509000"/>
          </a:xfrm>
          <a:custGeom>
            <a:avLst/>
            <a:gdLst/>
            <a:ahLst/>
            <a:cxnLst>
              <a:cxn ang="0">
                <a:pos x="wd2" y="hd2"/>
              </a:cxn>
              <a:cxn ang="5400000">
                <a:pos x="wd2" y="hd2"/>
              </a:cxn>
              <a:cxn ang="10800000">
                <a:pos x="wd2" y="hd2"/>
              </a:cxn>
              <a:cxn ang="16200000">
                <a:pos x="wd2" y="hd2"/>
              </a:cxn>
            </a:cxnLst>
            <a:rect l="0" t="0" r="r" b="b"/>
            <a:pathLst>
              <a:path w="21077" h="21103" fill="norm" stroke="1" extrusionOk="0">
                <a:moveTo>
                  <a:pt x="20722" y="349"/>
                </a:moveTo>
                <a:cubicBezTo>
                  <a:pt x="19893" y="-497"/>
                  <a:pt x="19455" y="349"/>
                  <a:pt x="16822" y="1245"/>
                </a:cubicBezTo>
                <a:cubicBezTo>
                  <a:pt x="10776" y="4331"/>
                  <a:pt x="0" y="10552"/>
                  <a:pt x="0" y="10552"/>
                </a:cubicBezTo>
                <a:cubicBezTo>
                  <a:pt x="9508" y="11846"/>
                  <a:pt x="9508" y="11846"/>
                  <a:pt x="9508" y="11846"/>
                </a:cubicBezTo>
                <a:cubicBezTo>
                  <a:pt x="10776" y="21103"/>
                  <a:pt x="10776" y="21103"/>
                  <a:pt x="10776" y="21103"/>
                </a:cubicBezTo>
                <a:cubicBezTo>
                  <a:pt x="10776" y="21103"/>
                  <a:pt x="16822" y="10552"/>
                  <a:pt x="19455" y="3932"/>
                </a:cubicBezTo>
                <a:cubicBezTo>
                  <a:pt x="20722" y="1693"/>
                  <a:pt x="21600" y="797"/>
                  <a:pt x="20722" y="349"/>
                </a:cubicBezTo>
                <a:close/>
                <a:moveTo>
                  <a:pt x="18577" y="2589"/>
                </a:moveTo>
                <a:cubicBezTo>
                  <a:pt x="11653" y="15379"/>
                  <a:pt x="11653" y="15379"/>
                  <a:pt x="11653" y="15379"/>
                </a:cubicBezTo>
                <a:cubicBezTo>
                  <a:pt x="11214" y="9656"/>
                  <a:pt x="11214" y="9656"/>
                  <a:pt x="11214" y="9656"/>
                </a:cubicBezTo>
                <a:lnTo>
                  <a:pt x="18577" y="258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4" name="Shape 7394"/>
          <p:cNvSpPr/>
          <p:nvPr/>
        </p:nvSpPr>
        <p:spPr>
          <a:xfrm>
            <a:off x="13173230" y="4772566"/>
            <a:ext cx="462974" cy="5315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13" y="14676"/>
                </a:moveTo>
                <a:cubicBezTo>
                  <a:pt x="16714" y="14676"/>
                  <a:pt x="15714" y="14676"/>
                  <a:pt x="15214" y="15115"/>
                </a:cubicBezTo>
                <a:cubicBezTo>
                  <a:pt x="7885" y="11653"/>
                  <a:pt x="7885" y="11653"/>
                  <a:pt x="7885" y="11653"/>
                </a:cubicBezTo>
                <a:cubicBezTo>
                  <a:pt x="7885" y="11214"/>
                  <a:pt x="7885" y="11214"/>
                  <a:pt x="7885" y="10824"/>
                </a:cubicBezTo>
                <a:lnTo>
                  <a:pt x="7885" y="10386"/>
                </a:lnTo>
                <a:cubicBezTo>
                  <a:pt x="15214" y="6485"/>
                  <a:pt x="15214" y="6485"/>
                  <a:pt x="15214" y="6485"/>
                </a:cubicBezTo>
                <a:cubicBezTo>
                  <a:pt x="15714" y="6924"/>
                  <a:pt x="16714" y="7363"/>
                  <a:pt x="17713" y="7363"/>
                </a:cubicBezTo>
                <a:cubicBezTo>
                  <a:pt x="20156" y="7363"/>
                  <a:pt x="21600" y="5607"/>
                  <a:pt x="21600" y="3413"/>
                </a:cubicBezTo>
                <a:cubicBezTo>
                  <a:pt x="21600" y="1707"/>
                  <a:pt x="20156" y="0"/>
                  <a:pt x="17713" y="0"/>
                </a:cubicBezTo>
                <a:cubicBezTo>
                  <a:pt x="15214" y="0"/>
                  <a:pt x="13771" y="1707"/>
                  <a:pt x="13771" y="3413"/>
                </a:cubicBezTo>
                <a:cubicBezTo>
                  <a:pt x="13771" y="3901"/>
                  <a:pt x="13771" y="3901"/>
                  <a:pt x="13771" y="4340"/>
                </a:cubicBezTo>
                <a:cubicBezTo>
                  <a:pt x="6386" y="8240"/>
                  <a:pt x="6386" y="8240"/>
                  <a:pt x="6386" y="8240"/>
                </a:cubicBezTo>
                <a:cubicBezTo>
                  <a:pt x="5941" y="7363"/>
                  <a:pt x="4886" y="7363"/>
                  <a:pt x="3887" y="7363"/>
                </a:cubicBezTo>
                <a:cubicBezTo>
                  <a:pt x="1444" y="7363"/>
                  <a:pt x="0" y="9069"/>
                  <a:pt x="0" y="10824"/>
                </a:cubicBezTo>
                <a:cubicBezTo>
                  <a:pt x="0" y="12970"/>
                  <a:pt x="1444" y="14676"/>
                  <a:pt x="3887" y="14676"/>
                </a:cubicBezTo>
                <a:cubicBezTo>
                  <a:pt x="4886" y="14676"/>
                  <a:pt x="5941" y="14237"/>
                  <a:pt x="6386" y="13799"/>
                </a:cubicBezTo>
                <a:cubicBezTo>
                  <a:pt x="13771" y="17699"/>
                  <a:pt x="13771" y="17699"/>
                  <a:pt x="13771" y="17699"/>
                </a:cubicBezTo>
                <a:lnTo>
                  <a:pt x="13771" y="18138"/>
                </a:lnTo>
                <a:cubicBezTo>
                  <a:pt x="13771" y="20284"/>
                  <a:pt x="15214" y="21600"/>
                  <a:pt x="17713" y="21600"/>
                </a:cubicBezTo>
                <a:cubicBezTo>
                  <a:pt x="20156" y="21600"/>
                  <a:pt x="21600" y="20284"/>
                  <a:pt x="21600" y="18138"/>
                </a:cubicBezTo>
                <a:cubicBezTo>
                  <a:pt x="21600" y="15993"/>
                  <a:pt x="20156" y="14676"/>
                  <a:pt x="17713" y="14676"/>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5" name="Shape 7395"/>
          <p:cNvSpPr/>
          <p:nvPr/>
        </p:nvSpPr>
        <p:spPr>
          <a:xfrm>
            <a:off x="1242105" y="4772566"/>
            <a:ext cx="594833" cy="5315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00" y="16383"/>
                </a:moveTo>
                <a:cubicBezTo>
                  <a:pt x="10800" y="15115"/>
                  <a:pt x="9624" y="14237"/>
                  <a:pt x="9624" y="12531"/>
                </a:cubicBezTo>
                <a:cubicBezTo>
                  <a:pt x="9624" y="11214"/>
                  <a:pt x="10408" y="11653"/>
                  <a:pt x="10800" y="9508"/>
                </a:cubicBezTo>
                <a:cubicBezTo>
                  <a:pt x="11192" y="8630"/>
                  <a:pt x="11932" y="9508"/>
                  <a:pt x="11932" y="7363"/>
                </a:cubicBezTo>
                <a:cubicBezTo>
                  <a:pt x="11932" y="6485"/>
                  <a:pt x="11584" y="6485"/>
                  <a:pt x="11584" y="6485"/>
                </a:cubicBezTo>
                <a:cubicBezTo>
                  <a:pt x="11584" y="6485"/>
                  <a:pt x="11932" y="5168"/>
                  <a:pt x="11932" y="4340"/>
                </a:cubicBezTo>
                <a:cubicBezTo>
                  <a:pt x="11932" y="3023"/>
                  <a:pt x="11192" y="0"/>
                  <a:pt x="7708" y="0"/>
                </a:cubicBezTo>
                <a:cubicBezTo>
                  <a:pt x="3832" y="0"/>
                  <a:pt x="3048" y="3023"/>
                  <a:pt x="3048" y="4340"/>
                </a:cubicBezTo>
                <a:cubicBezTo>
                  <a:pt x="3048" y="5168"/>
                  <a:pt x="3440" y="6485"/>
                  <a:pt x="3440" y="6485"/>
                </a:cubicBezTo>
                <a:cubicBezTo>
                  <a:pt x="3440" y="6485"/>
                  <a:pt x="3048" y="6485"/>
                  <a:pt x="3048" y="7363"/>
                </a:cubicBezTo>
                <a:cubicBezTo>
                  <a:pt x="3048" y="9508"/>
                  <a:pt x="3832" y="8630"/>
                  <a:pt x="4224" y="9508"/>
                </a:cubicBezTo>
                <a:cubicBezTo>
                  <a:pt x="4616" y="11653"/>
                  <a:pt x="5356" y="11214"/>
                  <a:pt x="5356" y="12531"/>
                </a:cubicBezTo>
                <a:cubicBezTo>
                  <a:pt x="5356" y="14237"/>
                  <a:pt x="4224" y="15115"/>
                  <a:pt x="1524" y="16383"/>
                </a:cubicBezTo>
                <a:cubicBezTo>
                  <a:pt x="1524" y="16383"/>
                  <a:pt x="740" y="16383"/>
                  <a:pt x="0" y="16822"/>
                </a:cubicBezTo>
                <a:cubicBezTo>
                  <a:pt x="0" y="21600"/>
                  <a:pt x="0" y="21600"/>
                  <a:pt x="0" y="21600"/>
                </a:cubicBezTo>
                <a:cubicBezTo>
                  <a:pt x="17332" y="21600"/>
                  <a:pt x="17332" y="21600"/>
                  <a:pt x="17332" y="21600"/>
                </a:cubicBezTo>
                <a:cubicBezTo>
                  <a:pt x="17332" y="21600"/>
                  <a:pt x="17332" y="19893"/>
                  <a:pt x="17332" y="19455"/>
                </a:cubicBezTo>
                <a:cubicBezTo>
                  <a:pt x="17332" y="18577"/>
                  <a:pt x="16200" y="17260"/>
                  <a:pt x="13500" y="16383"/>
                </a:cubicBezTo>
                <a:close/>
                <a:moveTo>
                  <a:pt x="18508" y="9508"/>
                </a:moveTo>
                <a:cubicBezTo>
                  <a:pt x="18508" y="6046"/>
                  <a:pt x="18508" y="6046"/>
                  <a:pt x="18508" y="6046"/>
                </a:cubicBezTo>
                <a:cubicBezTo>
                  <a:pt x="16200" y="6046"/>
                  <a:pt x="16200" y="6046"/>
                  <a:pt x="16200" y="6046"/>
                </a:cubicBezTo>
                <a:cubicBezTo>
                  <a:pt x="16200" y="9508"/>
                  <a:pt x="16200" y="9508"/>
                  <a:pt x="16200" y="9508"/>
                </a:cubicBezTo>
                <a:cubicBezTo>
                  <a:pt x="13108" y="9508"/>
                  <a:pt x="13108" y="9508"/>
                  <a:pt x="13108" y="9508"/>
                </a:cubicBezTo>
                <a:cubicBezTo>
                  <a:pt x="13108" y="12092"/>
                  <a:pt x="13108" y="12092"/>
                  <a:pt x="13108" y="12092"/>
                </a:cubicBezTo>
                <a:cubicBezTo>
                  <a:pt x="16200" y="12092"/>
                  <a:pt x="16200" y="12092"/>
                  <a:pt x="16200" y="12092"/>
                </a:cubicBezTo>
                <a:cubicBezTo>
                  <a:pt x="16200" y="15554"/>
                  <a:pt x="16200" y="15554"/>
                  <a:pt x="16200" y="15554"/>
                </a:cubicBezTo>
                <a:cubicBezTo>
                  <a:pt x="18508" y="15554"/>
                  <a:pt x="18508" y="15554"/>
                  <a:pt x="18508" y="15554"/>
                </a:cubicBezTo>
                <a:cubicBezTo>
                  <a:pt x="18508" y="12092"/>
                  <a:pt x="18508" y="12092"/>
                  <a:pt x="18508" y="12092"/>
                </a:cubicBezTo>
                <a:cubicBezTo>
                  <a:pt x="21600" y="12092"/>
                  <a:pt x="21600" y="12092"/>
                  <a:pt x="21600" y="12092"/>
                </a:cubicBezTo>
                <a:cubicBezTo>
                  <a:pt x="21600" y="9508"/>
                  <a:pt x="21600" y="9508"/>
                  <a:pt x="21600" y="9508"/>
                </a:cubicBezTo>
                <a:lnTo>
                  <a:pt x="18508" y="9508"/>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6" name="Shape 7396"/>
          <p:cNvSpPr/>
          <p:nvPr/>
        </p:nvSpPr>
        <p:spPr>
          <a:xfrm>
            <a:off x="10778566" y="4783118"/>
            <a:ext cx="510437" cy="5104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5" y="0"/>
                </a:moveTo>
                <a:cubicBezTo>
                  <a:pt x="4930" y="0"/>
                  <a:pt x="0" y="4930"/>
                  <a:pt x="0" y="10825"/>
                </a:cubicBezTo>
                <a:cubicBezTo>
                  <a:pt x="0" y="17077"/>
                  <a:pt x="4930" y="21600"/>
                  <a:pt x="10775" y="21600"/>
                </a:cubicBezTo>
                <a:cubicBezTo>
                  <a:pt x="16619" y="21600"/>
                  <a:pt x="21600" y="17077"/>
                  <a:pt x="21600" y="10825"/>
                </a:cubicBezTo>
                <a:cubicBezTo>
                  <a:pt x="21600" y="4930"/>
                  <a:pt x="16619" y="0"/>
                  <a:pt x="10775" y="0"/>
                </a:cubicBezTo>
                <a:close/>
                <a:moveTo>
                  <a:pt x="11639" y="19821"/>
                </a:moveTo>
                <a:cubicBezTo>
                  <a:pt x="11639" y="14840"/>
                  <a:pt x="11639" y="14840"/>
                  <a:pt x="11639" y="14840"/>
                </a:cubicBezTo>
                <a:cubicBezTo>
                  <a:pt x="9860" y="14840"/>
                  <a:pt x="9860" y="14840"/>
                  <a:pt x="9860" y="14840"/>
                </a:cubicBezTo>
                <a:cubicBezTo>
                  <a:pt x="9860" y="19821"/>
                  <a:pt x="9860" y="19821"/>
                  <a:pt x="9860" y="19821"/>
                </a:cubicBezTo>
                <a:cubicBezTo>
                  <a:pt x="5794" y="19313"/>
                  <a:pt x="2236" y="15755"/>
                  <a:pt x="1779" y="11689"/>
                </a:cubicBezTo>
                <a:cubicBezTo>
                  <a:pt x="6709" y="11689"/>
                  <a:pt x="6709" y="11689"/>
                  <a:pt x="6709" y="11689"/>
                </a:cubicBezTo>
                <a:cubicBezTo>
                  <a:pt x="6709" y="9911"/>
                  <a:pt x="6709" y="9911"/>
                  <a:pt x="6709" y="9911"/>
                </a:cubicBezTo>
                <a:cubicBezTo>
                  <a:pt x="1779" y="9911"/>
                  <a:pt x="1779" y="9911"/>
                  <a:pt x="1779" y="9911"/>
                </a:cubicBezTo>
                <a:cubicBezTo>
                  <a:pt x="2236" y="5845"/>
                  <a:pt x="5794" y="2694"/>
                  <a:pt x="9860" y="2236"/>
                </a:cubicBezTo>
                <a:cubicBezTo>
                  <a:pt x="9860" y="7217"/>
                  <a:pt x="9860" y="7217"/>
                  <a:pt x="9860" y="7217"/>
                </a:cubicBezTo>
                <a:cubicBezTo>
                  <a:pt x="11639" y="7217"/>
                  <a:pt x="11639" y="7217"/>
                  <a:pt x="11639" y="7217"/>
                </a:cubicBezTo>
                <a:cubicBezTo>
                  <a:pt x="11639" y="2236"/>
                  <a:pt x="11639" y="2236"/>
                  <a:pt x="11639" y="2236"/>
                </a:cubicBezTo>
                <a:cubicBezTo>
                  <a:pt x="15755" y="2694"/>
                  <a:pt x="19313" y="5845"/>
                  <a:pt x="19313" y="9911"/>
                </a:cubicBezTo>
                <a:cubicBezTo>
                  <a:pt x="14840" y="9911"/>
                  <a:pt x="14840" y="9911"/>
                  <a:pt x="14840" y="9911"/>
                </a:cubicBezTo>
                <a:cubicBezTo>
                  <a:pt x="14840" y="11689"/>
                  <a:pt x="14840" y="11689"/>
                  <a:pt x="14840" y="11689"/>
                </a:cubicBezTo>
                <a:cubicBezTo>
                  <a:pt x="19313" y="11689"/>
                  <a:pt x="19313" y="11689"/>
                  <a:pt x="19313" y="11689"/>
                </a:cubicBezTo>
                <a:cubicBezTo>
                  <a:pt x="19313" y="15755"/>
                  <a:pt x="15755" y="19313"/>
                  <a:pt x="11639" y="19821"/>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7" name="Shape 7397"/>
          <p:cNvSpPr/>
          <p:nvPr/>
        </p:nvSpPr>
        <p:spPr>
          <a:xfrm>
            <a:off x="20308027" y="4853409"/>
            <a:ext cx="499886" cy="4998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67" y="0"/>
                </a:moveTo>
                <a:cubicBezTo>
                  <a:pt x="4610" y="0"/>
                  <a:pt x="0" y="4569"/>
                  <a:pt x="0" y="10592"/>
                </a:cubicBezTo>
                <a:cubicBezTo>
                  <a:pt x="0" y="16563"/>
                  <a:pt x="4610" y="21600"/>
                  <a:pt x="10567" y="21600"/>
                </a:cubicBezTo>
                <a:cubicBezTo>
                  <a:pt x="16524" y="21600"/>
                  <a:pt x="21600" y="16563"/>
                  <a:pt x="21600" y="10592"/>
                </a:cubicBezTo>
                <a:cubicBezTo>
                  <a:pt x="21600" y="4569"/>
                  <a:pt x="16524" y="0"/>
                  <a:pt x="10567" y="0"/>
                </a:cubicBezTo>
                <a:close/>
                <a:moveTo>
                  <a:pt x="16990" y="9190"/>
                </a:moveTo>
                <a:cubicBezTo>
                  <a:pt x="16990" y="11942"/>
                  <a:pt x="16990" y="11942"/>
                  <a:pt x="16990" y="11942"/>
                </a:cubicBezTo>
                <a:cubicBezTo>
                  <a:pt x="4144" y="11942"/>
                  <a:pt x="4144" y="11942"/>
                  <a:pt x="4144" y="11942"/>
                </a:cubicBezTo>
                <a:cubicBezTo>
                  <a:pt x="4144" y="9190"/>
                  <a:pt x="4144" y="9190"/>
                  <a:pt x="4144" y="9190"/>
                </a:cubicBezTo>
                <a:lnTo>
                  <a:pt x="16990" y="919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8" name="Shape 7398"/>
          <p:cNvSpPr/>
          <p:nvPr/>
        </p:nvSpPr>
        <p:spPr>
          <a:xfrm>
            <a:off x="4791907" y="6029264"/>
            <a:ext cx="552632" cy="542459"/>
          </a:xfrm>
          <a:custGeom>
            <a:avLst/>
            <a:gdLst/>
            <a:ahLst/>
            <a:cxnLst>
              <a:cxn ang="0">
                <a:pos x="wd2" y="hd2"/>
              </a:cxn>
              <a:cxn ang="5400000">
                <a:pos x="wd2" y="hd2"/>
              </a:cxn>
              <a:cxn ang="10800000">
                <a:pos x="wd2" y="hd2"/>
              </a:cxn>
              <a:cxn ang="16200000">
                <a:pos x="wd2" y="hd2"/>
              </a:cxn>
            </a:cxnLst>
            <a:rect l="0" t="0" r="r" b="b"/>
            <a:pathLst>
              <a:path w="21600" h="21202" fill="norm" stroke="1" extrusionOk="0">
                <a:moveTo>
                  <a:pt x="10777" y="25"/>
                </a:moveTo>
                <a:cubicBezTo>
                  <a:pt x="4592" y="25"/>
                  <a:pt x="0" y="4579"/>
                  <a:pt x="0" y="10825"/>
                </a:cubicBezTo>
                <a:cubicBezTo>
                  <a:pt x="0" y="16647"/>
                  <a:pt x="5013" y="21202"/>
                  <a:pt x="10777" y="21202"/>
                </a:cubicBezTo>
                <a:cubicBezTo>
                  <a:pt x="17008" y="21202"/>
                  <a:pt x="21600" y="16225"/>
                  <a:pt x="21600" y="10402"/>
                </a:cubicBezTo>
                <a:cubicBezTo>
                  <a:pt x="21600" y="4579"/>
                  <a:pt x="16633" y="-398"/>
                  <a:pt x="10777" y="25"/>
                </a:cubicBezTo>
                <a:close/>
                <a:moveTo>
                  <a:pt x="11620" y="3312"/>
                </a:moveTo>
                <a:cubicBezTo>
                  <a:pt x="12885" y="3312"/>
                  <a:pt x="13260" y="4157"/>
                  <a:pt x="13260" y="4579"/>
                </a:cubicBezTo>
                <a:cubicBezTo>
                  <a:pt x="13260" y="5800"/>
                  <a:pt x="12463" y="6645"/>
                  <a:pt x="11198" y="6645"/>
                </a:cubicBezTo>
                <a:cubicBezTo>
                  <a:pt x="10402" y="6645"/>
                  <a:pt x="9980" y="5800"/>
                  <a:pt x="9980" y="5002"/>
                </a:cubicBezTo>
                <a:cubicBezTo>
                  <a:pt x="9980" y="4579"/>
                  <a:pt x="10402" y="3312"/>
                  <a:pt x="11620" y="3312"/>
                </a:cubicBezTo>
                <a:close/>
                <a:moveTo>
                  <a:pt x="9137" y="17070"/>
                </a:moveTo>
                <a:cubicBezTo>
                  <a:pt x="8293" y="17070"/>
                  <a:pt x="7918" y="16647"/>
                  <a:pt x="8293" y="14957"/>
                </a:cubicBezTo>
                <a:cubicBezTo>
                  <a:pt x="9137" y="11247"/>
                  <a:pt x="9137" y="11247"/>
                  <a:pt x="9137" y="11247"/>
                </a:cubicBezTo>
                <a:cubicBezTo>
                  <a:pt x="9137" y="10825"/>
                  <a:pt x="9137" y="10402"/>
                  <a:pt x="9137" y="10402"/>
                </a:cubicBezTo>
                <a:cubicBezTo>
                  <a:pt x="8715" y="10402"/>
                  <a:pt x="7918" y="10825"/>
                  <a:pt x="7497" y="11247"/>
                </a:cubicBezTo>
                <a:cubicBezTo>
                  <a:pt x="7075" y="10825"/>
                  <a:pt x="7075" y="10825"/>
                  <a:pt x="7075" y="10825"/>
                </a:cubicBezTo>
                <a:cubicBezTo>
                  <a:pt x="8715" y="9181"/>
                  <a:pt x="10777" y="8289"/>
                  <a:pt x="11620" y="8289"/>
                </a:cubicBezTo>
                <a:cubicBezTo>
                  <a:pt x="12463" y="8289"/>
                  <a:pt x="12463" y="9181"/>
                  <a:pt x="12463" y="10402"/>
                </a:cubicBezTo>
                <a:cubicBezTo>
                  <a:pt x="11198" y="14159"/>
                  <a:pt x="11198" y="14159"/>
                  <a:pt x="11198" y="14159"/>
                </a:cubicBezTo>
                <a:cubicBezTo>
                  <a:pt x="11198" y="14957"/>
                  <a:pt x="11198" y="14957"/>
                  <a:pt x="11198" y="14957"/>
                </a:cubicBezTo>
                <a:cubicBezTo>
                  <a:pt x="11620" y="14957"/>
                  <a:pt x="12463" y="14957"/>
                  <a:pt x="12885" y="14159"/>
                </a:cubicBezTo>
                <a:cubicBezTo>
                  <a:pt x="13260" y="14957"/>
                  <a:pt x="13260" y="14957"/>
                  <a:pt x="13260" y="14957"/>
                </a:cubicBezTo>
                <a:cubicBezTo>
                  <a:pt x="11620" y="16647"/>
                  <a:pt x="9980" y="17070"/>
                  <a:pt x="9137" y="1707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399" name="Shape 7399"/>
          <p:cNvSpPr/>
          <p:nvPr/>
        </p:nvSpPr>
        <p:spPr>
          <a:xfrm>
            <a:off x="4870887" y="4671550"/>
            <a:ext cx="278350" cy="5948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44" y="0"/>
                </a:moveTo>
                <a:cubicBezTo>
                  <a:pt x="19917" y="0"/>
                  <a:pt x="20758" y="1173"/>
                  <a:pt x="20758" y="2303"/>
                </a:cubicBezTo>
                <a:cubicBezTo>
                  <a:pt x="20758" y="3477"/>
                  <a:pt x="18327" y="4998"/>
                  <a:pt x="14961" y="4998"/>
                </a:cubicBezTo>
                <a:cubicBezTo>
                  <a:pt x="11688" y="4998"/>
                  <a:pt x="10005" y="4216"/>
                  <a:pt x="10005" y="2695"/>
                </a:cubicBezTo>
                <a:cubicBezTo>
                  <a:pt x="10005" y="1521"/>
                  <a:pt x="12530" y="0"/>
                  <a:pt x="16644" y="0"/>
                </a:cubicBezTo>
                <a:close/>
                <a:moveTo>
                  <a:pt x="6732" y="21600"/>
                </a:moveTo>
                <a:cubicBezTo>
                  <a:pt x="4208" y="21600"/>
                  <a:pt x="2618" y="20774"/>
                  <a:pt x="4208" y="17689"/>
                </a:cubicBezTo>
                <a:cubicBezTo>
                  <a:pt x="7574" y="12343"/>
                  <a:pt x="7574" y="12343"/>
                  <a:pt x="7574" y="12343"/>
                </a:cubicBezTo>
                <a:cubicBezTo>
                  <a:pt x="7574" y="11561"/>
                  <a:pt x="7574" y="11169"/>
                  <a:pt x="7574" y="11169"/>
                </a:cubicBezTo>
                <a:cubicBezTo>
                  <a:pt x="6732" y="11169"/>
                  <a:pt x="3460" y="11952"/>
                  <a:pt x="1777" y="12343"/>
                </a:cubicBezTo>
                <a:cubicBezTo>
                  <a:pt x="0" y="11561"/>
                  <a:pt x="0" y="11561"/>
                  <a:pt x="0" y="11561"/>
                </a:cubicBezTo>
                <a:cubicBezTo>
                  <a:pt x="5891" y="9257"/>
                  <a:pt x="13371" y="7736"/>
                  <a:pt x="15803" y="7736"/>
                </a:cubicBezTo>
                <a:cubicBezTo>
                  <a:pt x="18327" y="7736"/>
                  <a:pt x="19169" y="9257"/>
                  <a:pt x="17486" y="11169"/>
                </a:cubicBezTo>
                <a:cubicBezTo>
                  <a:pt x="14119" y="16950"/>
                  <a:pt x="14119" y="16950"/>
                  <a:pt x="14119" y="16950"/>
                </a:cubicBezTo>
                <a:cubicBezTo>
                  <a:pt x="14119" y="18080"/>
                  <a:pt x="14119" y="18471"/>
                  <a:pt x="14961" y="18471"/>
                </a:cubicBezTo>
                <a:cubicBezTo>
                  <a:pt x="14961" y="18471"/>
                  <a:pt x="17486" y="17689"/>
                  <a:pt x="19917" y="16950"/>
                </a:cubicBezTo>
                <a:cubicBezTo>
                  <a:pt x="21600" y="17689"/>
                  <a:pt x="21600" y="17689"/>
                  <a:pt x="21600" y="17689"/>
                </a:cubicBezTo>
                <a:cubicBezTo>
                  <a:pt x="15803" y="20774"/>
                  <a:pt x="9164" y="21600"/>
                  <a:pt x="6732" y="2160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0" name="Shape 7400"/>
          <p:cNvSpPr/>
          <p:nvPr/>
        </p:nvSpPr>
        <p:spPr>
          <a:xfrm>
            <a:off x="19041611" y="6019093"/>
            <a:ext cx="499886" cy="499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060" y="0"/>
                </a:moveTo>
                <a:cubicBezTo>
                  <a:pt x="5037" y="0"/>
                  <a:pt x="0" y="4621"/>
                  <a:pt x="0" y="10592"/>
                </a:cubicBezTo>
                <a:cubicBezTo>
                  <a:pt x="0" y="16563"/>
                  <a:pt x="5037" y="21600"/>
                  <a:pt x="11060" y="21600"/>
                </a:cubicBezTo>
                <a:cubicBezTo>
                  <a:pt x="17031" y="21600"/>
                  <a:pt x="21600" y="16563"/>
                  <a:pt x="21600" y="10592"/>
                </a:cubicBezTo>
                <a:cubicBezTo>
                  <a:pt x="21600" y="4621"/>
                  <a:pt x="17031" y="0"/>
                  <a:pt x="11060" y="0"/>
                </a:cubicBezTo>
                <a:close/>
                <a:moveTo>
                  <a:pt x="13344" y="10592"/>
                </a:moveTo>
                <a:cubicBezTo>
                  <a:pt x="17031" y="14746"/>
                  <a:pt x="17031" y="14746"/>
                  <a:pt x="17031" y="14746"/>
                </a:cubicBezTo>
                <a:cubicBezTo>
                  <a:pt x="14746" y="17031"/>
                  <a:pt x="14746" y="17031"/>
                  <a:pt x="14746" y="17031"/>
                </a:cubicBezTo>
                <a:cubicBezTo>
                  <a:pt x="11060" y="12877"/>
                  <a:pt x="11060" y="12877"/>
                  <a:pt x="11060" y="12877"/>
                </a:cubicBezTo>
                <a:cubicBezTo>
                  <a:pt x="6854" y="17031"/>
                  <a:pt x="6854" y="17031"/>
                  <a:pt x="6854" y="17031"/>
                </a:cubicBezTo>
                <a:cubicBezTo>
                  <a:pt x="4569" y="14746"/>
                  <a:pt x="4569" y="14746"/>
                  <a:pt x="4569" y="14746"/>
                </a:cubicBezTo>
                <a:cubicBezTo>
                  <a:pt x="8723" y="10592"/>
                  <a:pt x="8723" y="10592"/>
                  <a:pt x="8723" y="10592"/>
                </a:cubicBezTo>
                <a:cubicBezTo>
                  <a:pt x="4569" y="6958"/>
                  <a:pt x="4569" y="6958"/>
                  <a:pt x="4569" y="6958"/>
                </a:cubicBezTo>
                <a:cubicBezTo>
                  <a:pt x="6854" y="4621"/>
                  <a:pt x="6854" y="4621"/>
                  <a:pt x="6854" y="4621"/>
                </a:cubicBezTo>
                <a:cubicBezTo>
                  <a:pt x="11060" y="8256"/>
                  <a:pt x="11060" y="8256"/>
                  <a:pt x="11060" y="8256"/>
                </a:cubicBezTo>
                <a:cubicBezTo>
                  <a:pt x="14746" y="4621"/>
                  <a:pt x="14746" y="4621"/>
                  <a:pt x="14746" y="4621"/>
                </a:cubicBezTo>
                <a:cubicBezTo>
                  <a:pt x="17031" y="6958"/>
                  <a:pt x="17031" y="6958"/>
                  <a:pt x="17031" y="6958"/>
                </a:cubicBezTo>
                <a:lnTo>
                  <a:pt x="13344" y="1059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1" name="Shape 7401"/>
          <p:cNvSpPr/>
          <p:nvPr/>
        </p:nvSpPr>
        <p:spPr>
          <a:xfrm>
            <a:off x="9581235" y="5969519"/>
            <a:ext cx="552629" cy="542459"/>
          </a:xfrm>
          <a:custGeom>
            <a:avLst/>
            <a:gdLst/>
            <a:ahLst/>
            <a:cxnLst>
              <a:cxn ang="0">
                <a:pos x="wd2" y="hd2"/>
              </a:cxn>
              <a:cxn ang="5400000">
                <a:pos x="wd2" y="hd2"/>
              </a:cxn>
              <a:cxn ang="10800000">
                <a:pos x="wd2" y="hd2"/>
              </a:cxn>
              <a:cxn ang="16200000">
                <a:pos x="wd2" y="hd2"/>
              </a:cxn>
            </a:cxnLst>
            <a:rect l="0" t="0" r="r" b="b"/>
            <a:pathLst>
              <a:path w="21600" h="21202" fill="norm" stroke="1" extrusionOk="0">
                <a:moveTo>
                  <a:pt x="10847" y="25"/>
                </a:moveTo>
                <a:cubicBezTo>
                  <a:pt x="4555" y="25"/>
                  <a:pt x="0" y="4579"/>
                  <a:pt x="0" y="10825"/>
                </a:cubicBezTo>
                <a:cubicBezTo>
                  <a:pt x="0" y="16647"/>
                  <a:pt x="4977" y="21202"/>
                  <a:pt x="10847" y="21202"/>
                </a:cubicBezTo>
                <a:cubicBezTo>
                  <a:pt x="17045" y="21202"/>
                  <a:pt x="21600" y="16225"/>
                  <a:pt x="21600" y="10402"/>
                </a:cubicBezTo>
                <a:cubicBezTo>
                  <a:pt x="21600" y="4579"/>
                  <a:pt x="16623" y="-398"/>
                  <a:pt x="10847" y="25"/>
                </a:cubicBezTo>
                <a:close/>
                <a:moveTo>
                  <a:pt x="10847" y="17070"/>
                </a:moveTo>
                <a:cubicBezTo>
                  <a:pt x="10377" y="17070"/>
                  <a:pt x="10377" y="17070"/>
                  <a:pt x="10377" y="17070"/>
                </a:cubicBezTo>
                <a:cubicBezTo>
                  <a:pt x="9579" y="17070"/>
                  <a:pt x="9157" y="16225"/>
                  <a:pt x="9157" y="15379"/>
                </a:cubicBezTo>
                <a:cubicBezTo>
                  <a:pt x="9157" y="14581"/>
                  <a:pt x="9579" y="13736"/>
                  <a:pt x="10847" y="13736"/>
                </a:cubicBezTo>
                <a:cubicBezTo>
                  <a:pt x="11645" y="14159"/>
                  <a:pt x="12068" y="14581"/>
                  <a:pt x="12068" y="15379"/>
                </a:cubicBezTo>
                <a:cubicBezTo>
                  <a:pt x="12068" y="16647"/>
                  <a:pt x="11645" y="17070"/>
                  <a:pt x="10847" y="17070"/>
                </a:cubicBezTo>
                <a:close/>
                <a:moveTo>
                  <a:pt x="14557" y="9604"/>
                </a:moveTo>
                <a:cubicBezTo>
                  <a:pt x="14134" y="9604"/>
                  <a:pt x="13758" y="9979"/>
                  <a:pt x="13336" y="10402"/>
                </a:cubicBezTo>
                <a:cubicBezTo>
                  <a:pt x="12490" y="11247"/>
                  <a:pt x="12490" y="11247"/>
                  <a:pt x="12490" y="11247"/>
                </a:cubicBezTo>
                <a:cubicBezTo>
                  <a:pt x="12068" y="11247"/>
                  <a:pt x="12068" y="11670"/>
                  <a:pt x="12068" y="11670"/>
                </a:cubicBezTo>
                <a:cubicBezTo>
                  <a:pt x="11645" y="12092"/>
                  <a:pt x="11645" y="12092"/>
                  <a:pt x="11645" y="12468"/>
                </a:cubicBezTo>
                <a:cubicBezTo>
                  <a:pt x="9157" y="12468"/>
                  <a:pt x="9157" y="12468"/>
                  <a:pt x="9157" y="12468"/>
                </a:cubicBezTo>
                <a:cubicBezTo>
                  <a:pt x="9157" y="11670"/>
                  <a:pt x="9157" y="11247"/>
                  <a:pt x="9579" y="10402"/>
                </a:cubicBezTo>
                <a:cubicBezTo>
                  <a:pt x="10377" y="9979"/>
                  <a:pt x="11645" y="9181"/>
                  <a:pt x="11645" y="9181"/>
                </a:cubicBezTo>
                <a:lnTo>
                  <a:pt x="12068" y="8759"/>
                </a:lnTo>
                <a:cubicBezTo>
                  <a:pt x="12068" y="8289"/>
                  <a:pt x="12490" y="7866"/>
                  <a:pt x="12490" y="7866"/>
                </a:cubicBezTo>
                <a:cubicBezTo>
                  <a:pt x="12490" y="7491"/>
                  <a:pt x="12068" y="7115"/>
                  <a:pt x="12068" y="6645"/>
                </a:cubicBezTo>
                <a:cubicBezTo>
                  <a:pt x="11645" y="6223"/>
                  <a:pt x="11270" y="6223"/>
                  <a:pt x="10847" y="6223"/>
                </a:cubicBezTo>
                <a:cubicBezTo>
                  <a:pt x="10377" y="6223"/>
                  <a:pt x="10002" y="6223"/>
                  <a:pt x="9579" y="6645"/>
                </a:cubicBezTo>
                <a:cubicBezTo>
                  <a:pt x="9157" y="7115"/>
                  <a:pt x="9157" y="7491"/>
                  <a:pt x="9157" y="7866"/>
                </a:cubicBezTo>
                <a:cubicBezTo>
                  <a:pt x="9157" y="8289"/>
                  <a:pt x="9157" y="8289"/>
                  <a:pt x="9157" y="8289"/>
                </a:cubicBezTo>
                <a:cubicBezTo>
                  <a:pt x="6668" y="8289"/>
                  <a:pt x="6668" y="8289"/>
                  <a:pt x="6668" y="8289"/>
                </a:cubicBezTo>
                <a:cubicBezTo>
                  <a:pt x="6668" y="7866"/>
                  <a:pt x="6668" y="7866"/>
                  <a:pt x="6668" y="7866"/>
                </a:cubicBezTo>
                <a:cubicBezTo>
                  <a:pt x="6668" y="6223"/>
                  <a:pt x="7043" y="5378"/>
                  <a:pt x="8311" y="4579"/>
                </a:cubicBezTo>
                <a:cubicBezTo>
                  <a:pt x="8734" y="4157"/>
                  <a:pt x="9579" y="4157"/>
                  <a:pt x="10847" y="4157"/>
                </a:cubicBezTo>
                <a:cubicBezTo>
                  <a:pt x="12068" y="4157"/>
                  <a:pt x="12913" y="4157"/>
                  <a:pt x="13758" y="5002"/>
                </a:cubicBezTo>
                <a:cubicBezTo>
                  <a:pt x="14557" y="5378"/>
                  <a:pt x="14979" y="6223"/>
                  <a:pt x="14979" y="7491"/>
                </a:cubicBezTo>
                <a:cubicBezTo>
                  <a:pt x="14979" y="8289"/>
                  <a:pt x="14979" y="8759"/>
                  <a:pt x="14557" y="9604"/>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2" name="Shape 7402"/>
          <p:cNvSpPr/>
          <p:nvPr/>
        </p:nvSpPr>
        <p:spPr>
          <a:xfrm>
            <a:off x="21499569" y="6092940"/>
            <a:ext cx="341649" cy="3521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55" y="9215"/>
                </a:moveTo>
                <a:cubicBezTo>
                  <a:pt x="12777" y="9215"/>
                  <a:pt x="12777" y="9215"/>
                  <a:pt x="12777" y="9215"/>
                </a:cubicBezTo>
                <a:cubicBezTo>
                  <a:pt x="12777" y="1327"/>
                  <a:pt x="12777" y="1327"/>
                  <a:pt x="12777" y="1327"/>
                </a:cubicBezTo>
                <a:cubicBezTo>
                  <a:pt x="12777" y="0"/>
                  <a:pt x="11408" y="0"/>
                  <a:pt x="10724" y="0"/>
                </a:cubicBezTo>
                <a:cubicBezTo>
                  <a:pt x="9431" y="0"/>
                  <a:pt x="8746" y="0"/>
                  <a:pt x="8746" y="1327"/>
                </a:cubicBezTo>
                <a:cubicBezTo>
                  <a:pt x="8746" y="9215"/>
                  <a:pt x="8746" y="9215"/>
                  <a:pt x="8746" y="9215"/>
                </a:cubicBezTo>
                <a:cubicBezTo>
                  <a:pt x="685" y="9215"/>
                  <a:pt x="685" y="9215"/>
                  <a:pt x="685" y="9215"/>
                </a:cubicBezTo>
                <a:cubicBezTo>
                  <a:pt x="0" y="9215"/>
                  <a:pt x="0" y="9805"/>
                  <a:pt x="0" y="10468"/>
                </a:cubicBezTo>
                <a:cubicBezTo>
                  <a:pt x="0" y="11795"/>
                  <a:pt x="0" y="12459"/>
                  <a:pt x="685" y="12459"/>
                </a:cubicBezTo>
                <a:cubicBezTo>
                  <a:pt x="8746" y="12459"/>
                  <a:pt x="8746" y="12459"/>
                  <a:pt x="8746" y="12459"/>
                </a:cubicBezTo>
                <a:cubicBezTo>
                  <a:pt x="8746" y="20273"/>
                  <a:pt x="8746" y="20273"/>
                  <a:pt x="8746" y="20273"/>
                </a:cubicBezTo>
                <a:cubicBezTo>
                  <a:pt x="8746" y="20937"/>
                  <a:pt x="9431" y="21600"/>
                  <a:pt x="10724" y="21600"/>
                </a:cubicBezTo>
                <a:cubicBezTo>
                  <a:pt x="11408" y="21600"/>
                  <a:pt x="12777" y="20937"/>
                  <a:pt x="12777" y="20273"/>
                </a:cubicBezTo>
                <a:cubicBezTo>
                  <a:pt x="12777" y="12459"/>
                  <a:pt x="12777" y="12459"/>
                  <a:pt x="12777" y="12459"/>
                </a:cubicBezTo>
                <a:cubicBezTo>
                  <a:pt x="20155" y="12459"/>
                  <a:pt x="20155" y="12459"/>
                  <a:pt x="20155" y="12459"/>
                </a:cubicBezTo>
                <a:cubicBezTo>
                  <a:pt x="21600" y="12459"/>
                  <a:pt x="21600" y="11795"/>
                  <a:pt x="21600" y="10468"/>
                </a:cubicBezTo>
                <a:cubicBezTo>
                  <a:pt x="21600" y="9805"/>
                  <a:pt x="21600" y="9215"/>
                  <a:pt x="20155" y="9215"/>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3" name="Shape 7403"/>
          <p:cNvSpPr/>
          <p:nvPr/>
        </p:nvSpPr>
        <p:spPr>
          <a:xfrm>
            <a:off x="20312789" y="6240629"/>
            <a:ext cx="336382" cy="51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98" y="0"/>
                </a:moveTo>
                <a:cubicBezTo>
                  <a:pt x="689" y="0"/>
                  <a:pt x="689" y="0"/>
                  <a:pt x="689" y="0"/>
                </a:cubicBezTo>
                <a:cubicBezTo>
                  <a:pt x="0" y="0"/>
                  <a:pt x="0" y="3927"/>
                  <a:pt x="0" y="8345"/>
                </a:cubicBezTo>
                <a:cubicBezTo>
                  <a:pt x="0" y="17182"/>
                  <a:pt x="0" y="21600"/>
                  <a:pt x="689" y="21600"/>
                </a:cubicBezTo>
                <a:cubicBezTo>
                  <a:pt x="20298" y="21600"/>
                  <a:pt x="20298" y="21600"/>
                  <a:pt x="20298" y="21600"/>
                </a:cubicBezTo>
                <a:cubicBezTo>
                  <a:pt x="21600" y="21600"/>
                  <a:pt x="21600" y="17182"/>
                  <a:pt x="21600" y="8345"/>
                </a:cubicBezTo>
                <a:cubicBezTo>
                  <a:pt x="21600" y="3927"/>
                  <a:pt x="21600" y="0"/>
                  <a:pt x="20298"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4" name="Shape 7404"/>
          <p:cNvSpPr/>
          <p:nvPr/>
        </p:nvSpPr>
        <p:spPr>
          <a:xfrm>
            <a:off x="6002486" y="7114485"/>
            <a:ext cx="569577" cy="597268"/>
          </a:xfrm>
          <a:custGeom>
            <a:avLst/>
            <a:gdLst/>
            <a:ahLst/>
            <a:cxnLst>
              <a:cxn ang="0">
                <a:pos x="wd2" y="hd2"/>
              </a:cxn>
              <a:cxn ang="5400000">
                <a:pos x="wd2" y="hd2"/>
              </a:cxn>
              <a:cxn ang="10800000">
                <a:pos x="wd2" y="hd2"/>
              </a:cxn>
              <a:cxn ang="16200000">
                <a:pos x="wd2" y="hd2"/>
              </a:cxn>
            </a:cxnLst>
            <a:rect l="0" t="0" r="r" b="b"/>
            <a:pathLst>
              <a:path w="20683" h="21311" fill="norm" stroke="1" extrusionOk="0">
                <a:moveTo>
                  <a:pt x="20326" y="343"/>
                </a:moveTo>
                <a:cubicBezTo>
                  <a:pt x="20326" y="343"/>
                  <a:pt x="19978" y="0"/>
                  <a:pt x="19586" y="0"/>
                </a:cubicBezTo>
                <a:cubicBezTo>
                  <a:pt x="19194" y="343"/>
                  <a:pt x="19194" y="729"/>
                  <a:pt x="19194" y="729"/>
                </a:cubicBezTo>
                <a:cubicBezTo>
                  <a:pt x="19978" y="3771"/>
                  <a:pt x="18018" y="6043"/>
                  <a:pt x="16494" y="7200"/>
                </a:cubicBezTo>
                <a:cubicBezTo>
                  <a:pt x="16102" y="6043"/>
                  <a:pt x="16102" y="6043"/>
                  <a:pt x="16102" y="6043"/>
                </a:cubicBezTo>
                <a:cubicBezTo>
                  <a:pt x="15710" y="6043"/>
                  <a:pt x="15362" y="5657"/>
                  <a:pt x="14970" y="5657"/>
                </a:cubicBezTo>
                <a:cubicBezTo>
                  <a:pt x="11442" y="5657"/>
                  <a:pt x="11442" y="5657"/>
                  <a:pt x="11442" y="5657"/>
                </a:cubicBezTo>
                <a:cubicBezTo>
                  <a:pt x="11094" y="5657"/>
                  <a:pt x="10702" y="5657"/>
                  <a:pt x="10354" y="6043"/>
                </a:cubicBezTo>
                <a:cubicBezTo>
                  <a:pt x="294" y="12857"/>
                  <a:pt x="294" y="12857"/>
                  <a:pt x="294" y="12857"/>
                </a:cubicBezTo>
                <a:cubicBezTo>
                  <a:pt x="-98" y="13243"/>
                  <a:pt x="-98" y="14014"/>
                  <a:pt x="294" y="14400"/>
                </a:cubicBezTo>
                <a:cubicBezTo>
                  <a:pt x="4518" y="20829"/>
                  <a:pt x="4518" y="20829"/>
                  <a:pt x="4518" y="20829"/>
                </a:cubicBezTo>
                <a:cubicBezTo>
                  <a:pt x="4910" y="21600"/>
                  <a:pt x="5694" y="21214"/>
                  <a:pt x="6086" y="21214"/>
                </a:cubicBezTo>
                <a:cubicBezTo>
                  <a:pt x="16102" y="14014"/>
                  <a:pt x="16102" y="14014"/>
                  <a:pt x="16102" y="14014"/>
                </a:cubicBezTo>
                <a:cubicBezTo>
                  <a:pt x="16494" y="14014"/>
                  <a:pt x="16886" y="13243"/>
                  <a:pt x="16886" y="13243"/>
                </a:cubicBezTo>
                <a:cubicBezTo>
                  <a:pt x="18018" y="9814"/>
                  <a:pt x="18018" y="9814"/>
                  <a:pt x="18018" y="9814"/>
                </a:cubicBezTo>
                <a:cubicBezTo>
                  <a:pt x="18018" y="9471"/>
                  <a:pt x="18018" y="9086"/>
                  <a:pt x="17670" y="8700"/>
                </a:cubicBezTo>
                <a:cubicBezTo>
                  <a:pt x="17278" y="7929"/>
                  <a:pt x="17278" y="7929"/>
                  <a:pt x="17278" y="7929"/>
                </a:cubicBezTo>
                <a:cubicBezTo>
                  <a:pt x="19586" y="6429"/>
                  <a:pt x="21502" y="3771"/>
                  <a:pt x="20326" y="343"/>
                </a:cubicBezTo>
                <a:close/>
                <a:moveTo>
                  <a:pt x="15710" y="10586"/>
                </a:moveTo>
                <a:cubicBezTo>
                  <a:pt x="14970" y="10971"/>
                  <a:pt x="13794" y="10971"/>
                  <a:pt x="13402" y="9814"/>
                </a:cubicBezTo>
                <a:cubicBezTo>
                  <a:pt x="12662" y="9086"/>
                  <a:pt x="13010" y="8314"/>
                  <a:pt x="13794" y="7543"/>
                </a:cubicBezTo>
                <a:cubicBezTo>
                  <a:pt x="14186" y="7200"/>
                  <a:pt x="14970" y="7200"/>
                  <a:pt x="15710" y="7543"/>
                </a:cubicBezTo>
                <a:cubicBezTo>
                  <a:pt x="15362" y="7929"/>
                  <a:pt x="15362" y="7929"/>
                  <a:pt x="15362" y="7929"/>
                </a:cubicBezTo>
                <a:cubicBezTo>
                  <a:pt x="14970" y="7929"/>
                  <a:pt x="14578" y="8314"/>
                  <a:pt x="14970" y="8700"/>
                </a:cubicBezTo>
                <a:cubicBezTo>
                  <a:pt x="14970" y="9086"/>
                  <a:pt x="15362" y="9086"/>
                  <a:pt x="15362" y="9086"/>
                </a:cubicBezTo>
                <a:cubicBezTo>
                  <a:pt x="15710" y="9086"/>
                  <a:pt x="15710" y="9086"/>
                  <a:pt x="15710" y="9086"/>
                </a:cubicBezTo>
                <a:cubicBezTo>
                  <a:pt x="16102" y="9086"/>
                  <a:pt x="16102" y="9086"/>
                  <a:pt x="16494" y="8700"/>
                </a:cubicBezTo>
                <a:cubicBezTo>
                  <a:pt x="16494" y="9471"/>
                  <a:pt x="16102" y="10200"/>
                  <a:pt x="15710" y="1058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5" name="Shape 7405"/>
          <p:cNvSpPr/>
          <p:nvPr/>
        </p:nvSpPr>
        <p:spPr>
          <a:xfrm>
            <a:off x="5989239" y="8438406"/>
            <a:ext cx="594832" cy="3310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44" y="0"/>
                </a:moveTo>
                <a:cubicBezTo>
                  <a:pt x="3876" y="0"/>
                  <a:pt x="0" y="9033"/>
                  <a:pt x="0" y="10447"/>
                </a:cubicBezTo>
                <a:cubicBezTo>
                  <a:pt x="0" y="11860"/>
                  <a:pt x="3876" y="21600"/>
                  <a:pt x="10844" y="21600"/>
                </a:cubicBezTo>
                <a:cubicBezTo>
                  <a:pt x="17768" y="21600"/>
                  <a:pt x="21600" y="11860"/>
                  <a:pt x="21600" y="10447"/>
                </a:cubicBezTo>
                <a:cubicBezTo>
                  <a:pt x="21600" y="9033"/>
                  <a:pt x="17768" y="0"/>
                  <a:pt x="10844" y="0"/>
                </a:cubicBezTo>
                <a:close/>
                <a:moveTo>
                  <a:pt x="10844" y="18772"/>
                </a:moveTo>
                <a:cubicBezTo>
                  <a:pt x="8100" y="18772"/>
                  <a:pt x="6184" y="15316"/>
                  <a:pt x="6184" y="10447"/>
                </a:cubicBezTo>
                <a:cubicBezTo>
                  <a:pt x="6184" y="6205"/>
                  <a:pt x="8100" y="2042"/>
                  <a:pt x="10844" y="2042"/>
                </a:cubicBezTo>
                <a:cubicBezTo>
                  <a:pt x="13500" y="2042"/>
                  <a:pt x="15460" y="6205"/>
                  <a:pt x="15460" y="10447"/>
                </a:cubicBezTo>
                <a:cubicBezTo>
                  <a:pt x="15460" y="15316"/>
                  <a:pt x="13500" y="18772"/>
                  <a:pt x="10844" y="18772"/>
                </a:cubicBezTo>
                <a:close/>
                <a:moveTo>
                  <a:pt x="10844" y="10447"/>
                </a:moveTo>
                <a:cubicBezTo>
                  <a:pt x="10408" y="9661"/>
                  <a:pt x="11584" y="6205"/>
                  <a:pt x="10844" y="6205"/>
                </a:cubicBezTo>
                <a:cubicBezTo>
                  <a:pt x="9624" y="6205"/>
                  <a:pt x="8492" y="8404"/>
                  <a:pt x="8492" y="10447"/>
                </a:cubicBezTo>
                <a:cubicBezTo>
                  <a:pt x="8492" y="13196"/>
                  <a:pt x="9624" y="14609"/>
                  <a:pt x="10844" y="14609"/>
                </a:cubicBezTo>
                <a:cubicBezTo>
                  <a:pt x="11932" y="14609"/>
                  <a:pt x="13152" y="13196"/>
                  <a:pt x="13152" y="10447"/>
                </a:cubicBezTo>
                <a:cubicBezTo>
                  <a:pt x="13152" y="9661"/>
                  <a:pt x="11192" y="11153"/>
                  <a:pt x="10844" y="1044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6" name="Shape 7406"/>
          <p:cNvSpPr/>
          <p:nvPr/>
        </p:nvSpPr>
        <p:spPr>
          <a:xfrm>
            <a:off x="4823555" y="8331467"/>
            <a:ext cx="552629" cy="543534"/>
          </a:xfrm>
          <a:custGeom>
            <a:avLst/>
            <a:gdLst/>
            <a:ahLst/>
            <a:cxnLst>
              <a:cxn ang="0">
                <a:pos x="wd2" y="hd2"/>
              </a:cxn>
              <a:cxn ang="5400000">
                <a:pos x="wd2" y="hd2"/>
              </a:cxn>
              <a:cxn ang="10800000">
                <a:pos x="wd2" y="hd2"/>
              </a:cxn>
              <a:cxn ang="16200000">
                <a:pos x="wd2" y="hd2"/>
              </a:cxn>
            </a:cxnLst>
            <a:rect l="0" t="0" r="r" b="b"/>
            <a:pathLst>
              <a:path w="21600" h="21244" fill="norm" stroke="1" extrusionOk="0">
                <a:moveTo>
                  <a:pt x="10800" y="20"/>
                </a:moveTo>
                <a:cubicBezTo>
                  <a:pt x="4555" y="20"/>
                  <a:pt x="0" y="4621"/>
                  <a:pt x="0" y="10867"/>
                </a:cubicBezTo>
                <a:cubicBezTo>
                  <a:pt x="0" y="16689"/>
                  <a:pt x="4977" y="21244"/>
                  <a:pt x="10800" y="21244"/>
                </a:cubicBezTo>
                <a:cubicBezTo>
                  <a:pt x="17045" y="21244"/>
                  <a:pt x="21600" y="16267"/>
                  <a:pt x="21600" y="10444"/>
                </a:cubicBezTo>
                <a:cubicBezTo>
                  <a:pt x="21600" y="4621"/>
                  <a:pt x="16623" y="-356"/>
                  <a:pt x="10800" y="20"/>
                </a:cubicBezTo>
                <a:close/>
                <a:moveTo>
                  <a:pt x="10800" y="1287"/>
                </a:moveTo>
                <a:cubicBezTo>
                  <a:pt x="12021" y="1287"/>
                  <a:pt x="13664" y="1710"/>
                  <a:pt x="14979" y="2133"/>
                </a:cubicBezTo>
                <a:cubicBezTo>
                  <a:pt x="13664" y="4621"/>
                  <a:pt x="13664" y="4621"/>
                  <a:pt x="13664" y="4621"/>
                </a:cubicBezTo>
                <a:cubicBezTo>
                  <a:pt x="12913" y="4199"/>
                  <a:pt x="11598" y="4199"/>
                  <a:pt x="10800" y="4199"/>
                </a:cubicBezTo>
                <a:cubicBezTo>
                  <a:pt x="9532" y="4199"/>
                  <a:pt x="8687" y="4199"/>
                  <a:pt x="7889" y="4621"/>
                </a:cubicBezTo>
                <a:cubicBezTo>
                  <a:pt x="6621" y="2133"/>
                  <a:pt x="6621" y="2133"/>
                  <a:pt x="6621" y="2133"/>
                </a:cubicBezTo>
                <a:cubicBezTo>
                  <a:pt x="7889" y="1710"/>
                  <a:pt x="9110" y="1287"/>
                  <a:pt x="10800" y="1287"/>
                </a:cubicBezTo>
                <a:close/>
                <a:moveTo>
                  <a:pt x="4977" y="13355"/>
                </a:moveTo>
                <a:cubicBezTo>
                  <a:pt x="2489" y="14999"/>
                  <a:pt x="2489" y="14999"/>
                  <a:pt x="2489" y="14999"/>
                </a:cubicBezTo>
                <a:cubicBezTo>
                  <a:pt x="1643" y="13778"/>
                  <a:pt x="1643" y="12087"/>
                  <a:pt x="1643" y="10867"/>
                </a:cubicBezTo>
                <a:cubicBezTo>
                  <a:pt x="1221" y="9223"/>
                  <a:pt x="1643" y="7486"/>
                  <a:pt x="2489" y="6265"/>
                </a:cubicBezTo>
                <a:cubicBezTo>
                  <a:pt x="4977" y="7486"/>
                  <a:pt x="4977" y="7486"/>
                  <a:pt x="4977" y="7486"/>
                </a:cubicBezTo>
                <a:cubicBezTo>
                  <a:pt x="4555" y="8331"/>
                  <a:pt x="4132" y="9599"/>
                  <a:pt x="4132" y="10444"/>
                </a:cubicBezTo>
                <a:cubicBezTo>
                  <a:pt x="4132" y="11712"/>
                  <a:pt x="4555" y="12510"/>
                  <a:pt x="4977" y="13355"/>
                </a:cubicBezTo>
                <a:close/>
                <a:moveTo>
                  <a:pt x="10800" y="19976"/>
                </a:moveTo>
                <a:cubicBezTo>
                  <a:pt x="9110" y="19976"/>
                  <a:pt x="7889" y="19601"/>
                  <a:pt x="6621" y="18755"/>
                </a:cubicBezTo>
                <a:cubicBezTo>
                  <a:pt x="7889" y="16267"/>
                  <a:pt x="7889" y="16267"/>
                  <a:pt x="7889" y="16267"/>
                </a:cubicBezTo>
                <a:cubicBezTo>
                  <a:pt x="8687" y="16689"/>
                  <a:pt x="9532" y="17112"/>
                  <a:pt x="10800" y="17112"/>
                </a:cubicBezTo>
                <a:cubicBezTo>
                  <a:pt x="11598" y="17112"/>
                  <a:pt x="12913" y="16689"/>
                  <a:pt x="13664" y="16267"/>
                </a:cubicBezTo>
                <a:cubicBezTo>
                  <a:pt x="14979" y="18755"/>
                  <a:pt x="14979" y="18755"/>
                  <a:pt x="14979" y="18755"/>
                </a:cubicBezTo>
                <a:cubicBezTo>
                  <a:pt x="13664" y="19601"/>
                  <a:pt x="12490" y="19976"/>
                  <a:pt x="10800" y="19976"/>
                </a:cubicBezTo>
                <a:close/>
                <a:moveTo>
                  <a:pt x="10800" y="15844"/>
                </a:moveTo>
                <a:cubicBezTo>
                  <a:pt x="7889" y="15844"/>
                  <a:pt x="5823" y="13355"/>
                  <a:pt x="5823" y="10444"/>
                </a:cubicBezTo>
                <a:cubicBezTo>
                  <a:pt x="5823" y="7486"/>
                  <a:pt x="7889" y="5420"/>
                  <a:pt x="10800" y="5420"/>
                </a:cubicBezTo>
                <a:cubicBezTo>
                  <a:pt x="13664" y="5420"/>
                  <a:pt x="15777" y="7486"/>
                  <a:pt x="15777" y="10444"/>
                </a:cubicBezTo>
                <a:cubicBezTo>
                  <a:pt x="15777" y="13355"/>
                  <a:pt x="13664" y="15844"/>
                  <a:pt x="10800" y="15844"/>
                </a:cubicBezTo>
                <a:close/>
                <a:moveTo>
                  <a:pt x="16623" y="13355"/>
                </a:moveTo>
                <a:cubicBezTo>
                  <a:pt x="17045" y="12510"/>
                  <a:pt x="17468" y="11712"/>
                  <a:pt x="17468" y="10444"/>
                </a:cubicBezTo>
                <a:cubicBezTo>
                  <a:pt x="17468" y="9599"/>
                  <a:pt x="17045" y="8331"/>
                  <a:pt x="16623" y="7486"/>
                </a:cubicBezTo>
                <a:cubicBezTo>
                  <a:pt x="19111" y="6265"/>
                  <a:pt x="19111" y="6265"/>
                  <a:pt x="19111" y="6265"/>
                </a:cubicBezTo>
                <a:cubicBezTo>
                  <a:pt x="19534" y="7486"/>
                  <a:pt x="19957" y="8801"/>
                  <a:pt x="19957" y="10444"/>
                </a:cubicBezTo>
                <a:cubicBezTo>
                  <a:pt x="19957" y="12087"/>
                  <a:pt x="19534" y="13355"/>
                  <a:pt x="19111" y="14999"/>
                </a:cubicBezTo>
                <a:lnTo>
                  <a:pt x="16623" y="1335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7" name="Shape 7407"/>
          <p:cNvSpPr/>
          <p:nvPr/>
        </p:nvSpPr>
        <p:spPr>
          <a:xfrm>
            <a:off x="2471087" y="8354014"/>
            <a:ext cx="510436" cy="4998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93" y="2752"/>
                </a:moveTo>
                <a:cubicBezTo>
                  <a:pt x="20687" y="2285"/>
                  <a:pt x="18406" y="467"/>
                  <a:pt x="17949" y="467"/>
                </a:cubicBezTo>
                <a:cubicBezTo>
                  <a:pt x="17949" y="0"/>
                  <a:pt x="17087" y="0"/>
                  <a:pt x="16631" y="0"/>
                </a:cubicBezTo>
                <a:cubicBezTo>
                  <a:pt x="4513" y="0"/>
                  <a:pt x="4513" y="0"/>
                  <a:pt x="4513" y="0"/>
                </a:cubicBezTo>
                <a:cubicBezTo>
                  <a:pt x="4513" y="0"/>
                  <a:pt x="3651" y="0"/>
                  <a:pt x="3144" y="467"/>
                </a:cubicBezTo>
                <a:cubicBezTo>
                  <a:pt x="3144" y="467"/>
                  <a:pt x="913" y="2285"/>
                  <a:pt x="456" y="2752"/>
                </a:cubicBezTo>
                <a:cubicBezTo>
                  <a:pt x="0" y="2752"/>
                  <a:pt x="0" y="3219"/>
                  <a:pt x="0" y="4154"/>
                </a:cubicBezTo>
                <a:cubicBezTo>
                  <a:pt x="0" y="4569"/>
                  <a:pt x="2231" y="20717"/>
                  <a:pt x="2231" y="20717"/>
                </a:cubicBezTo>
                <a:cubicBezTo>
                  <a:pt x="2687" y="21133"/>
                  <a:pt x="3144" y="21600"/>
                  <a:pt x="3651" y="21600"/>
                </a:cubicBezTo>
                <a:cubicBezTo>
                  <a:pt x="17949" y="21600"/>
                  <a:pt x="17949" y="21600"/>
                  <a:pt x="17949" y="21600"/>
                </a:cubicBezTo>
                <a:cubicBezTo>
                  <a:pt x="18406" y="21600"/>
                  <a:pt x="18862" y="21133"/>
                  <a:pt x="19318" y="20717"/>
                </a:cubicBezTo>
                <a:cubicBezTo>
                  <a:pt x="19318" y="20717"/>
                  <a:pt x="21600" y="4569"/>
                  <a:pt x="21600" y="4154"/>
                </a:cubicBezTo>
                <a:cubicBezTo>
                  <a:pt x="21600" y="3219"/>
                  <a:pt x="21093" y="2752"/>
                  <a:pt x="21093" y="2752"/>
                </a:cubicBezTo>
                <a:close/>
                <a:moveTo>
                  <a:pt x="10800" y="13812"/>
                </a:moveTo>
                <a:cubicBezTo>
                  <a:pt x="6744" y="13812"/>
                  <a:pt x="5882" y="7788"/>
                  <a:pt x="5425" y="6438"/>
                </a:cubicBezTo>
                <a:cubicBezTo>
                  <a:pt x="8113" y="6438"/>
                  <a:pt x="8113" y="6438"/>
                  <a:pt x="8113" y="6438"/>
                </a:cubicBezTo>
                <a:cubicBezTo>
                  <a:pt x="8113" y="8256"/>
                  <a:pt x="9025" y="11527"/>
                  <a:pt x="10800" y="11527"/>
                </a:cubicBezTo>
                <a:cubicBezTo>
                  <a:pt x="12575" y="11527"/>
                  <a:pt x="13031" y="8256"/>
                  <a:pt x="13487" y="6438"/>
                </a:cubicBezTo>
                <a:cubicBezTo>
                  <a:pt x="15718" y="6438"/>
                  <a:pt x="15718" y="6438"/>
                  <a:pt x="15718" y="6438"/>
                </a:cubicBezTo>
                <a:cubicBezTo>
                  <a:pt x="15718" y="7788"/>
                  <a:pt x="14856" y="13812"/>
                  <a:pt x="10800" y="13812"/>
                </a:cubicBezTo>
                <a:close/>
                <a:moveTo>
                  <a:pt x="1825" y="4154"/>
                </a:moveTo>
                <a:cubicBezTo>
                  <a:pt x="4513" y="1402"/>
                  <a:pt x="4513" y="1402"/>
                  <a:pt x="4513" y="1402"/>
                </a:cubicBezTo>
                <a:cubicBezTo>
                  <a:pt x="16631" y="1402"/>
                  <a:pt x="16631" y="1402"/>
                  <a:pt x="16631" y="1402"/>
                </a:cubicBezTo>
                <a:cubicBezTo>
                  <a:pt x="19825" y="4154"/>
                  <a:pt x="19825" y="4154"/>
                  <a:pt x="19825" y="4154"/>
                </a:cubicBezTo>
                <a:lnTo>
                  <a:pt x="1825" y="415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8" name="Shape 7408"/>
          <p:cNvSpPr/>
          <p:nvPr/>
        </p:nvSpPr>
        <p:spPr>
          <a:xfrm>
            <a:off x="7176021" y="7177782"/>
            <a:ext cx="594829" cy="473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8141"/>
                </a:moveTo>
                <a:cubicBezTo>
                  <a:pt x="8840" y="8141"/>
                  <a:pt x="7708" y="9552"/>
                  <a:pt x="7708" y="11994"/>
                </a:cubicBezTo>
                <a:cubicBezTo>
                  <a:pt x="7708" y="14436"/>
                  <a:pt x="8840" y="15847"/>
                  <a:pt x="10800" y="15847"/>
                </a:cubicBezTo>
                <a:cubicBezTo>
                  <a:pt x="12716" y="15847"/>
                  <a:pt x="13892" y="14436"/>
                  <a:pt x="13892" y="11994"/>
                </a:cubicBezTo>
                <a:cubicBezTo>
                  <a:pt x="13892" y="9552"/>
                  <a:pt x="12716" y="8141"/>
                  <a:pt x="10800" y="8141"/>
                </a:cubicBezTo>
                <a:close/>
                <a:moveTo>
                  <a:pt x="19248" y="3799"/>
                </a:moveTo>
                <a:cubicBezTo>
                  <a:pt x="16940" y="3799"/>
                  <a:pt x="16940" y="3799"/>
                  <a:pt x="16940" y="3799"/>
                </a:cubicBezTo>
                <a:cubicBezTo>
                  <a:pt x="16548" y="3799"/>
                  <a:pt x="16200" y="3799"/>
                  <a:pt x="15808" y="3311"/>
                </a:cubicBezTo>
                <a:cubicBezTo>
                  <a:pt x="15416" y="434"/>
                  <a:pt x="15416" y="434"/>
                  <a:pt x="15416" y="434"/>
                </a:cubicBezTo>
                <a:cubicBezTo>
                  <a:pt x="15024" y="434"/>
                  <a:pt x="14632" y="0"/>
                  <a:pt x="14240" y="0"/>
                </a:cubicBezTo>
                <a:cubicBezTo>
                  <a:pt x="6924" y="0"/>
                  <a:pt x="6924" y="0"/>
                  <a:pt x="6924" y="0"/>
                </a:cubicBezTo>
                <a:cubicBezTo>
                  <a:pt x="6924" y="0"/>
                  <a:pt x="6532" y="434"/>
                  <a:pt x="6184" y="434"/>
                </a:cubicBezTo>
                <a:cubicBezTo>
                  <a:pt x="5356" y="3311"/>
                  <a:pt x="5356" y="3311"/>
                  <a:pt x="5356" y="3311"/>
                </a:cubicBezTo>
                <a:cubicBezTo>
                  <a:pt x="5356" y="3799"/>
                  <a:pt x="5008" y="3799"/>
                  <a:pt x="4616" y="3799"/>
                </a:cubicBezTo>
                <a:cubicBezTo>
                  <a:pt x="2308" y="3799"/>
                  <a:pt x="2308" y="3799"/>
                  <a:pt x="2308" y="3799"/>
                </a:cubicBezTo>
                <a:cubicBezTo>
                  <a:pt x="740" y="3799"/>
                  <a:pt x="0" y="5264"/>
                  <a:pt x="0" y="6675"/>
                </a:cubicBezTo>
                <a:cubicBezTo>
                  <a:pt x="0" y="18724"/>
                  <a:pt x="0" y="18724"/>
                  <a:pt x="0" y="18724"/>
                </a:cubicBezTo>
                <a:cubicBezTo>
                  <a:pt x="0" y="20189"/>
                  <a:pt x="740" y="21600"/>
                  <a:pt x="2308" y="21600"/>
                </a:cubicBezTo>
                <a:cubicBezTo>
                  <a:pt x="19248" y="21600"/>
                  <a:pt x="19248" y="21600"/>
                  <a:pt x="19248" y="21600"/>
                </a:cubicBezTo>
                <a:cubicBezTo>
                  <a:pt x="20468" y="21600"/>
                  <a:pt x="21600" y="20189"/>
                  <a:pt x="21600" y="18724"/>
                </a:cubicBezTo>
                <a:cubicBezTo>
                  <a:pt x="21600" y="6675"/>
                  <a:pt x="21600" y="6675"/>
                  <a:pt x="21600" y="6675"/>
                </a:cubicBezTo>
                <a:cubicBezTo>
                  <a:pt x="21600" y="5264"/>
                  <a:pt x="20468" y="3799"/>
                  <a:pt x="19248" y="3799"/>
                </a:cubicBezTo>
                <a:close/>
                <a:moveTo>
                  <a:pt x="10800" y="18724"/>
                </a:moveTo>
                <a:cubicBezTo>
                  <a:pt x="7708" y="18724"/>
                  <a:pt x="5356" y="15847"/>
                  <a:pt x="5356" y="11994"/>
                </a:cubicBezTo>
                <a:cubicBezTo>
                  <a:pt x="5356" y="8141"/>
                  <a:pt x="7708" y="5264"/>
                  <a:pt x="10800" y="5264"/>
                </a:cubicBezTo>
                <a:cubicBezTo>
                  <a:pt x="13892" y="5264"/>
                  <a:pt x="16200" y="8141"/>
                  <a:pt x="16200" y="11994"/>
                </a:cubicBezTo>
                <a:cubicBezTo>
                  <a:pt x="16200" y="15847"/>
                  <a:pt x="13892" y="18724"/>
                  <a:pt x="10800" y="18724"/>
                </a:cubicBezTo>
                <a:close/>
                <a:moveTo>
                  <a:pt x="18508" y="8629"/>
                </a:moveTo>
                <a:cubicBezTo>
                  <a:pt x="18116" y="8629"/>
                  <a:pt x="17724" y="8141"/>
                  <a:pt x="17724" y="7652"/>
                </a:cubicBezTo>
                <a:cubicBezTo>
                  <a:pt x="17724" y="7164"/>
                  <a:pt x="18116" y="6675"/>
                  <a:pt x="18508" y="6675"/>
                </a:cubicBezTo>
                <a:cubicBezTo>
                  <a:pt x="18856" y="6675"/>
                  <a:pt x="19248" y="7164"/>
                  <a:pt x="19248" y="7652"/>
                </a:cubicBezTo>
                <a:cubicBezTo>
                  <a:pt x="19248" y="8141"/>
                  <a:pt x="18856" y="8629"/>
                  <a:pt x="18508" y="862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09" name="Shape 7409"/>
          <p:cNvSpPr/>
          <p:nvPr/>
        </p:nvSpPr>
        <p:spPr>
          <a:xfrm>
            <a:off x="13235362" y="7135585"/>
            <a:ext cx="339738" cy="561285"/>
          </a:xfrm>
          <a:custGeom>
            <a:avLst/>
            <a:gdLst/>
            <a:ahLst/>
            <a:cxnLst>
              <a:cxn ang="0">
                <a:pos x="wd2" y="hd2"/>
              </a:cxn>
              <a:cxn ang="5400000">
                <a:pos x="wd2" y="hd2"/>
              </a:cxn>
              <a:cxn ang="10800000">
                <a:pos x="wd2" y="hd2"/>
              </a:cxn>
              <a:cxn ang="16200000">
                <a:pos x="wd2" y="hd2"/>
              </a:cxn>
            </a:cxnLst>
            <a:rect l="0" t="0" r="r" b="b"/>
            <a:pathLst>
              <a:path w="17888" h="21131" fill="norm" stroke="1" extrusionOk="0">
                <a:moveTo>
                  <a:pt x="11715" y="0"/>
                </a:moveTo>
                <a:cubicBezTo>
                  <a:pt x="9523" y="0"/>
                  <a:pt x="9523" y="0"/>
                  <a:pt x="9523" y="0"/>
                </a:cubicBezTo>
                <a:cubicBezTo>
                  <a:pt x="9523" y="14822"/>
                  <a:pt x="9523" y="14822"/>
                  <a:pt x="9523" y="14822"/>
                </a:cubicBezTo>
                <a:cubicBezTo>
                  <a:pt x="7833" y="14415"/>
                  <a:pt x="6205" y="14415"/>
                  <a:pt x="4515" y="14822"/>
                </a:cubicBezTo>
                <a:cubicBezTo>
                  <a:pt x="1134" y="15635"/>
                  <a:pt x="-494" y="17623"/>
                  <a:pt x="132" y="19205"/>
                </a:cubicBezTo>
                <a:cubicBezTo>
                  <a:pt x="1134" y="20832"/>
                  <a:pt x="3951" y="21600"/>
                  <a:pt x="7269" y="20832"/>
                </a:cubicBezTo>
                <a:cubicBezTo>
                  <a:pt x="10087" y="20018"/>
                  <a:pt x="11715" y="18437"/>
                  <a:pt x="11715" y="16810"/>
                </a:cubicBezTo>
                <a:cubicBezTo>
                  <a:pt x="11715" y="4790"/>
                  <a:pt x="11715" y="4790"/>
                  <a:pt x="11715" y="4790"/>
                </a:cubicBezTo>
                <a:cubicBezTo>
                  <a:pt x="16160" y="5603"/>
                  <a:pt x="16160" y="9580"/>
                  <a:pt x="15596" y="10393"/>
                </a:cubicBezTo>
                <a:cubicBezTo>
                  <a:pt x="15596" y="10800"/>
                  <a:pt x="16160" y="11207"/>
                  <a:pt x="16723" y="10393"/>
                </a:cubicBezTo>
                <a:cubicBezTo>
                  <a:pt x="21106" y="5197"/>
                  <a:pt x="11715" y="2802"/>
                  <a:pt x="11715"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0" name="Shape 7410"/>
          <p:cNvSpPr/>
          <p:nvPr/>
        </p:nvSpPr>
        <p:spPr>
          <a:xfrm>
            <a:off x="9602333" y="7167233"/>
            <a:ext cx="486713" cy="494274"/>
          </a:xfrm>
          <a:custGeom>
            <a:avLst/>
            <a:gdLst/>
            <a:ahLst/>
            <a:cxnLst>
              <a:cxn ang="0">
                <a:pos x="wd2" y="hd2"/>
              </a:cxn>
              <a:cxn ang="5400000">
                <a:pos x="wd2" y="hd2"/>
              </a:cxn>
              <a:cxn ang="10800000">
                <a:pos x="wd2" y="hd2"/>
              </a:cxn>
              <a:cxn ang="16200000">
                <a:pos x="wd2" y="hd2"/>
              </a:cxn>
            </a:cxnLst>
            <a:rect l="0" t="0" r="r" b="b"/>
            <a:pathLst>
              <a:path w="20596" h="20493" fill="norm" stroke="1" extrusionOk="0">
                <a:moveTo>
                  <a:pt x="13011" y="13189"/>
                </a:moveTo>
                <a:cubicBezTo>
                  <a:pt x="9453" y="16723"/>
                  <a:pt x="4066" y="17171"/>
                  <a:pt x="0" y="14981"/>
                </a:cubicBezTo>
                <a:cubicBezTo>
                  <a:pt x="457" y="15876"/>
                  <a:pt x="864" y="16324"/>
                  <a:pt x="1779" y="17171"/>
                </a:cubicBezTo>
                <a:cubicBezTo>
                  <a:pt x="6302" y="21600"/>
                  <a:pt x="13011" y="21600"/>
                  <a:pt x="17585" y="17171"/>
                </a:cubicBezTo>
                <a:cubicBezTo>
                  <a:pt x="21600" y="12741"/>
                  <a:pt x="21600" y="6171"/>
                  <a:pt x="17585" y="1742"/>
                </a:cubicBezTo>
                <a:cubicBezTo>
                  <a:pt x="16670" y="1294"/>
                  <a:pt x="15755" y="448"/>
                  <a:pt x="14840" y="0"/>
                </a:cubicBezTo>
                <a:cubicBezTo>
                  <a:pt x="17585" y="4380"/>
                  <a:pt x="16670" y="9655"/>
                  <a:pt x="13011" y="13189"/>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1" name="Shape 7411"/>
          <p:cNvSpPr/>
          <p:nvPr/>
        </p:nvSpPr>
        <p:spPr>
          <a:xfrm>
            <a:off x="10746241" y="7187065"/>
            <a:ext cx="576228" cy="453693"/>
          </a:xfrm>
          <a:custGeom>
            <a:avLst/>
            <a:gdLst/>
            <a:ahLst/>
            <a:cxnLst>
              <a:cxn ang="0">
                <a:pos x="wd2" y="hd2"/>
              </a:cxn>
              <a:cxn ang="5400000">
                <a:pos x="wd2" y="hd2"/>
              </a:cxn>
              <a:cxn ang="10800000">
                <a:pos x="wd2" y="hd2"/>
              </a:cxn>
              <a:cxn ang="16200000">
                <a:pos x="wd2" y="hd2"/>
              </a:cxn>
            </a:cxnLst>
            <a:rect l="0" t="0" r="r" b="b"/>
            <a:pathLst>
              <a:path w="20560" h="20695" fill="norm" stroke="1" extrusionOk="0">
                <a:moveTo>
                  <a:pt x="18211" y="2894"/>
                </a:moveTo>
                <a:cubicBezTo>
                  <a:pt x="14789" y="18"/>
                  <a:pt x="10983" y="-905"/>
                  <a:pt x="6834" y="994"/>
                </a:cubicBezTo>
                <a:cubicBezTo>
                  <a:pt x="3455" y="1971"/>
                  <a:pt x="33" y="6747"/>
                  <a:pt x="33" y="11089"/>
                </a:cubicBezTo>
                <a:cubicBezTo>
                  <a:pt x="-352" y="16408"/>
                  <a:pt x="2685" y="20695"/>
                  <a:pt x="7989" y="20695"/>
                </a:cubicBezTo>
                <a:cubicBezTo>
                  <a:pt x="14062" y="20695"/>
                  <a:pt x="15944" y="16896"/>
                  <a:pt x="15944" y="15919"/>
                </a:cubicBezTo>
                <a:cubicBezTo>
                  <a:pt x="16329" y="14942"/>
                  <a:pt x="13677" y="12554"/>
                  <a:pt x="15174" y="10601"/>
                </a:cubicBezTo>
                <a:cubicBezTo>
                  <a:pt x="17099" y="8213"/>
                  <a:pt x="18981" y="10112"/>
                  <a:pt x="19708" y="10112"/>
                </a:cubicBezTo>
                <a:cubicBezTo>
                  <a:pt x="20863" y="9624"/>
                  <a:pt x="21248" y="5825"/>
                  <a:pt x="18211" y="2894"/>
                </a:cubicBezTo>
                <a:close/>
                <a:moveTo>
                  <a:pt x="11368" y="15431"/>
                </a:moveTo>
                <a:cubicBezTo>
                  <a:pt x="10256" y="15431"/>
                  <a:pt x="9871" y="14454"/>
                  <a:pt x="9871" y="13477"/>
                </a:cubicBezTo>
                <a:cubicBezTo>
                  <a:pt x="9871" y="12554"/>
                  <a:pt x="10256" y="11577"/>
                  <a:pt x="11368" y="11577"/>
                </a:cubicBezTo>
                <a:cubicBezTo>
                  <a:pt x="12180" y="11577"/>
                  <a:pt x="12865" y="12554"/>
                  <a:pt x="12865" y="13477"/>
                </a:cubicBezTo>
                <a:cubicBezTo>
                  <a:pt x="12865" y="14454"/>
                  <a:pt x="12180" y="15431"/>
                  <a:pt x="11368" y="15431"/>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2" name="Shape 7412"/>
          <p:cNvSpPr/>
          <p:nvPr/>
        </p:nvSpPr>
        <p:spPr>
          <a:xfrm>
            <a:off x="11942760" y="7194295"/>
            <a:ext cx="554879" cy="439757"/>
          </a:xfrm>
          <a:custGeom>
            <a:avLst/>
            <a:gdLst/>
            <a:ahLst/>
            <a:cxnLst>
              <a:cxn ang="0">
                <a:pos x="wd2" y="hd2"/>
              </a:cxn>
              <a:cxn ang="5400000">
                <a:pos x="wd2" y="hd2"/>
              </a:cxn>
              <a:cxn ang="10800000">
                <a:pos x="wd2" y="hd2"/>
              </a:cxn>
              <a:cxn ang="16200000">
                <a:pos x="wd2" y="hd2"/>
              </a:cxn>
            </a:cxnLst>
            <a:rect l="0" t="0" r="r" b="b"/>
            <a:pathLst>
              <a:path w="20149" h="19002" fill="norm" stroke="1" extrusionOk="0">
                <a:moveTo>
                  <a:pt x="5060" y="2115"/>
                </a:moveTo>
                <a:cubicBezTo>
                  <a:pt x="844" y="4860"/>
                  <a:pt x="1236" y="9418"/>
                  <a:pt x="1236" y="11283"/>
                </a:cubicBezTo>
                <a:cubicBezTo>
                  <a:pt x="6581" y="3461"/>
                  <a:pt x="14708" y="3928"/>
                  <a:pt x="14708" y="3928"/>
                </a:cubicBezTo>
                <a:cubicBezTo>
                  <a:pt x="14708" y="3928"/>
                  <a:pt x="3148" y="8486"/>
                  <a:pt x="62" y="17706"/>
                </a:cubicBezTo>
                <a:cubicBezTo>
                  <a:pt x="-329" y="18638"/>
                  <a:pt x="1236" y="19519"/>
                  <a:pt x="1583" y="18638"/>
                </a:cubicBezTo>
                <a:cubicBezTo>
                  <a:pt x="2366" y="16307"/>
                  <a:pt x="3887" y="14028"/>
                  <a:pt x="3887" y="14028"/>
                </a:cubicBezTo>
                <a:cubicBezTo>
                  <a:pt x="6234" y="14961"/>
                  <a:pt x="9667" y="16307"/>
                  <a:pt x="12405" y="14028"/>
                </a:cubicBezTo>
                <a:cubicBezTo>
                  <a:pt x="15447" y="11283"/>
                  <a:pt x="15447" y="4860"/>
                  <a:pt x="20054" y="1648"/>
                </a:cubicBezTo>
                <a:cubicBezTo>
                  <a:pt x="21271" y="1182"/>
                  <a:pt x="10493" y="-2081"/>
                  <a:pt x="5060" y="2115"/>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3" name="Shape 7413"/>
          <p:cNvSpPr/>
          <p:nvPr/>
        </p:nvSpPr>
        <p:spPr>
          <a:xfrm>
            <a:off x="4834104" y="7135585"/>
            <a:ext cx="531533" cy="5526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92" y="15790"/>
                </a:moveTo>
                <a:cubicBezTo>
                  <a:pt x="12092" y="14150"/>
                  <a:pt x="13409" y="13260"/>
                  <a:pt x="15603" y="12042"/>
                </a:cubicBezTo>
                <a:cubicBezTo>
                  <a:pt x="18187" y="10355"/>
                  <a:pt x="21600" y="8293"/>
                  <a:pt x="21600" y="3327"/>
                </a:cubicBezTo>
                <a:cubicBezTo>
                  <a:pt x="21600" y="2905"/>
                  <a:pt x="21161" y="2483"/>
                  <a:pt x="20771" y="2483"/>
                </a:cubicBezTo>
                <a:cubicBezTo>
                  <a:pt x="16870" y="2483"/>
                  <a:pt x="16870" y="2483"/>
                  <a:pt x="16870" y="2483"/>
                </a:cubicBezTo>
                <a:cubicBezTo>
                  <a:pt x="15993" y="1265"/>
                  <a:pt x="14286" y="0"/>
                  <a:pt x="10824" y="0"/>
                </a:cubicBezTo>
                <a:cubicBezTo>
                  <a:pt x="7363" y="0"/>
                  <a:pt x="5656" y="1265"/>
                  <a:pt x="4778" y="2483"/>
                </a:cubicBezTo>
                <a:cubicBezTo>
                  <a:pt x="878" y="2483"/>
                  <a:pt x="878" y="2483"/>
                  <a:pt x="878" y="2483"/>
                </a:cubicBezTo>
                <a:cubicBezTo>
                  <a:pt x="439" y="2483"/>
                  <a:pt x="0" y="2905"/>
                  <a:pt x="0" y="3327"/>
                </a:cubicBezTo>
                <a:cubicBezTo>
                  <a:pt x="0" y="8293"/>
                  <a:pt x="3023" y="10355"/>
                  <a:pt x="6046" y="12042"/>
                </a:cubicBezTo>
                <a:cubicBezTo>
                  <a:pt x="8240" y="13260"/>
                  <a:pt x="9508" y="14150"/>
                  <a:pt x="9508" y="15790"/>
                </a:cubicBezTo>
                <a:cubicBezTo>
                  <a:pt x="9508" y="17430"/>
                  <a:pt x="9508" y="17430"/>
                  <a:pt x="9508" y="17430"/>
                </a:cubicBezTo>
                <a:cubicBezTo>
                  <a:pt x="6924" y="17852"/>
                  <a:pt x="5217" y="18695"/>
                  <a:pt x="5217" y="19492"/>
                </a:cubicBezTo>
                <a:cubicBezTo>
                  <a:pt x="5217" y="20757"/>
                  <a:pt x="7801" y="21600"/>
                  <a:pt x="10824" y="21600"/>
                </a:cubicBezTo>
                <a:cubicBezTo>
                  <a:pt x="13799" y="21600"/>
                  <a:pt x="15993" y="20757"/>
                  <a:pt x="15993" y="19492"/>
                </a:cubicBezTo>
                <a:cubicBezTo>
                  <a:pt x="15993" y="18695"/>
                  <a:pt x="14725" y="17852"/>
                  <a:pt x="12092" y="17430"/>
                </a:cubicBezTo>
                <a:lnTo>
                  <a:pt x="12092" y="15790"/>
                </a:lnTo>
                <a:close/>
                <a:moveTo>
                  <a:pt x="15603" y="9933"/>
                </a:moveTo>
                <a:cubicBezTo>
                  <a:pt x="16432" y="8715"/>
                  <a:pt x="16870" y="6653"/>
                  <a:pt x="16870" y="4170"/>
                </a:cubicBezTo>
                <a:cubicBezTo>
                  <a:pt x="19893" y="4170"/>
                  <a:pt x="19893" y="4170"/>
                  <a:pt x="19893" y="4170"/>
                </a:cubicBezTo>
                <a:cubicBezTo>
                  <a:pt x="19455" y="7075"/>
                  <a:pt x="17748" y="8715"/>
                  <a:pt x="15603" y="9933"/>
                </a:cubicBezTo>
                <a:close/>
                <a:moveTo>
                  <a:pt x="10824" y="1687"/>
                </a:moveTo>
                <a:cubicBezTo>
                  <a:pt x="14286" y="1687"/>
                  <a:pt x="15603" y="2905"/>
                  <a:pt x="15603" y="3327"/>
                </a:cubicBezTo>
                <a:cubicBezTo>
                  <a:pt x="15603" y="3748"/>
                  <a:pt x="14286" y="4967"/>
                  <a:pt x="10824" y="5388"/>
                </a:cubicBezTo>
                <a:cubicBezTo>
                  <a:pt x="7363" y="4967"/>
                  <a:pt x="6046" y="3748"/>
                  <a:pt x="6046" y="3327"/>
                </a:cubicBezTo>
                <a:cubicBezTo>
                  <a:pt x="6046" y="2905"/>
                  <a:pt x="7363" y="1687"/>
                  <a:pt x="10824" y="1687"/>
                </a:cubicBezTo>
                <a:close/>
                <a:moveTo>
                  <a:pt x="1755" y="4170"/>
                </a:moveTo>
                <a:cubicBezTo>
                  <a:pt x="4778" y="4170"/>
                  <a:pt x="4778" y="4170"/>
                  <a:pt x="4778" y="4170"/>
                </a:cubicBezTo>
                <a:cubicBezTo>
                  <a:pt x="4778" y="6653"/>
                  <a:pt x="5217" y="8715"/>
                  <a:pt x="6046" y="9933"/>
                </a:cubicBezTo>
                <a:cubicBezTo>
                  <a:pt x="3901" y="8715"/>
                  <a:pt x="1755" y="7075"/>
                  <a:pt x="1755" y="417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4" name="Shape 7414"/>
          <p:cNvSpPr/>
          <p:nvPr/>
        </p:nvSpPr>
        <p:spPr>
          <a:xfrm>
            <a:off x="3615671" y="8322367"/>
            <a:ext cx="594836" cy="5631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780" y="21600"/>
                </a:moveTo>
                <a:cubicBezTo>
                  <a:pt x="8084" y="21600"/>
                  <a:pt x="8084" y="21600"/>
                  <a:pt x="8084" y="21600"/>
                </a:cubicBezTo>
                <a:cubicBezTo>
                  <a:pt x="12734" y="12205"/>
                  <a:pt x="12734" y="12205"/>
                  <a:pt x="12734" y="12205"/>
                </a:cubicBezTo>
                <a:cubicBezTo>
                  <a:pt x="18514" y="12205"/>
                  <a:pt x="18514" y="12205"/>
                  <a:pt x="18514" y="12205"/>
                </a:cubicBezTo>
                <a:cubicBezTo>
                  <a:pt x="18514" y="12205"/>
                  <a:pt x="21600" y="12205"/>
                  <a:pt x="21600" y="10593"/>
                </a:cubicBezTo>
                <a:cubicBezTo>
                  <a:pt x="21600" y="8981"/>
                  <a:pt x="18514" y="8981"/>
                  <a:pt x="18514" y="8981"/>
                </a:cubicBezTo>
                <a:cubicBezTo>
                  <a:pt x="12734" y="8981"/>
                  <a:pt x="12734" y="8981"/>
                  <a:pt x="12734" y="8981"/>
                </a:cubicBezTo>
                <a:cubicBezTo>
                  <a:pt x="8084" y="0"/>
                  <a:pt x="8084" y="0"/>
                  <a:pt x="8084" y="0"/>
                </a:cubicBezTo>
                <a:cubicBezTo>
                  <a:pt x="5780" y="0"/>
                  <a:pt x="5780" y="0"/>
                  <a:pt x="5780" y="0"/>
                </a:cubicBezTo>
                <a:cubicBezTo>
                  <a:pt x="8475" y="8981"/>
                  <a:pt x="8475" y="8981"/>
                  <a:pt x="8475" y="8981"/>
                </a:cubicBezTo>
                <a:cubicBezTo>
                  <a:pt x="4650" y="8981"/>
                  <a:pt x="4650" y="8981"/>
                  <a:pt x="4650" y="8981"/>
                </a:cubicBezTo>
                <a:cubicBezTo>
                  <a:pt x="2303" y="6908"/>
                  <a:pt x="2303" y="6908"/>
                  <a:pt x="2303" y="6908"/>
                </a:cubicBezTo>
                <a:cubicBezTo>
                  <a:pt x="0" y="6908"/>
                  <a:pt x="0" y="6908"/>
                  <a:pt x="0" y="6908"/>
                </a:cubicBezTo>
                <a:cubicBezTo>
                  <a:pt x="1565" y="10593"/>
                  <a:pt x="1565" y="10593"/>
                  <a:pt x="1565" y="10593"/>
                </a:cubicBezTo>
                <a:cubicBezTo>
                  <a:pt x="0" y="14692"/>
                  <a:pt x="0" y="14692"/>
                  <a:pt x="0" y="14692"/>
                </a:cubicBezTo>
                <a:cubicBezTo>
                  <a:pt x="2303" y="14692"/>
                  <a:pt x="2303" y="14692"/>
                  <a:pt x="2303" y="14692"/>
                </a:cubicBezTo>
                <a:cubicBezTo>
                  <a:pt x="4650" y="12205"/>
                  <a:pt x="4650" y="12205"/>
                  <a:pt x="4650" y="12205"/>
                </a:cubicBezTo>
                <a:cubicBezTo>
                  <a:pt x="8475" y="12205"/>
                  <a:pt x="8475" y="12205"/>
                  <a:pt x="8475" y="12205"/>
                </a:cubicBezTo>
                <a:lnTo>
                  <a:pt x="5780" y="2160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5" name="Shape 7415"/>
          <p:cNvSpPr/>
          <p:nvPr/>
        </p:nvSpPr>
        <p:spPr>
          <a:xfrm>
            <a:off x="7197121" y="8332916"/>
            <a:ext cx="552632" cy="5420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3" y="0"/>
                </a:moveTo>
                <a:cubicBezTo>
                  <a:pt x="4967" y="0"/>
                  <a:pt x="0" y="4683"/>
                  <a:pt x="0" y="10609"/>
                </a:cubicBezTo>
                <a:cubicBezTo>
                  <a:pt x="0" y="16535"/>
                  <a:pt x="4967" y="21600"/>
                  <a:pt x="10823" y="21600"/>
                </a:cubicBezTo>
                <a:cubicBezTo>
                  <a:pt x="16633" y="21600"/>
                  <a:pt x="21600" y="16535"/>
                  <a:pt x="21600" y="10609"/>
                </a:cubicBezTo>
                <a:cubicBezTo>
                  <a:pt x="21600" y="4683"/>
                  <a:pt x="16633" y="0"/>
                  <a:pt x="10823" y="0"/>
                </a:cubicBezTo>
                <a:close/>
                <a:moveTo>
                  <a:pt x="10823" y="19067"/>
                </a:moveTo>
                <a:cubicBezTo>
                  <a:pt x="6232" y="19067"/>
                  <a:pt x="2483" y="15244"/>
                  <a:pt x="2483" y="10609"/>
                </a:cubicBezTo>
                <a:cubicBezTo>
                  <a:pt x="2483" y="5926"/>
                  <a:pt x="6232" y="2150"/>
                  <a:pt x="10823" y="2150"/>
                </a:cubicBezTo>
                <a:cubicBezTo>
                  <a:pt x="15368" y="2150"/>
                  <a:pt x="19117" y="5926"/>
                  <a:pt x="19117" y="10609"/>
                </a:cubicBezTo>
                <a:cubicBezTo>
                  <a:pt x="19117" y="15244"/>
                  <a:pt x="15368" y="19067"/>
                  <a:pt x="10823" y="1906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6" name="Shape 7416"/>
          <p:cNvSpPr/>
          <p:nvPr/>
        </p:nvSpPr>
        <p:spPr>
          <a:xfrm>
            <a:off x="7450301" y="8448956"/>
            <a:ext cx="125408" cy="2625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36" y="0"/>
                </a:moveTo>
                <a:lnTo>
                  <a:pt x="0" y="0"/>
                </a:lnTo>
                <a:lnTo>
                  <a:pt x="0" y="12999"/>
                </a:lnTo>
                <a:lnTo>
                  <a:pt x="18136" y="21600"/>
                </a:lnTo>
                <a:lnTo>
                  <a:pt x="21600" y="19059"/>
                </a:lnTo>
                <a:lnTo>
                  <a:pt x="7336" y="11142"/>
                </a:lnTo>
                <a:lnTo>
                  <a:pt x="7336"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7" name="Shape 7417"/>
          <p:cNvSpPr/>
          <p:nvPr/>
        </p:nvSpPr>
        <p:spPr>
          <a:xfrm>
            <a:off x="20311738" y="10776339"/>
            <a:ext cx="397520" cy="419481"/>
          </a:xfrm>
          <a:custGeom>
            <a:avLst/>
            <a:gdLst/>
            <a:ahLst/>
            <a:cxnLst>
              <a:cxn ang="0">
                <a:pos x="wd2" y="hd2"/>
              </a:cxn>
              <a:cxn ang="5400000">
                <a:pos x="wd2" y="hd2"/>
              </a:cxn>
              <a:cxn ang="10800000">
                <a:pos x="wd2" y="hd2"/>
              </a:cxn>
              <a:cxn ang="16200000">
                <a:pos x="wd2" y="hd2"/>
              </a:cxn>
            </a:cxnLst>
            <a:rect l="0" t="0" r="r" b="b"/>
            <a:pathLst>
              <a:path w="21204" h="21267" fill="norm" stroke="1" extrusionOk="0">
                <a:moveTo>
                  <a:pt x="7750" y="21267"/>
                </a:moveTo>
                <a:cubicBezTo>
                  <a:pt x="7173" y="21267"/>
                  <a:pt x="6660" y="20719"/>
                  <a:pt x="6083" y="20172"/>
                </a:cubicBezTo>
                <a:cubicBezTo>
                  <a:pt x="379" y="13175"/>
                  <a:pt x="379" y="13175"/>
                  <a:pt x="379" y="13175"/>
                </a:cubicBezTo>
                <a:cubicBezTo>
                  <a:pt x="-198" y="12079"/>
                  <a:pt x="-198" y="11045"/>
                  <a:pt x="956" y="10497"/>
                </a:cubicBezTo>
                <a:cubicBezTo>
                  <a:pt x="2109" y="9402"/>
                  <a:pt x="3199" y="9889"/>
                  <a:pt x="3776" y="10497"/>
                </a:cubicBezTo>
                <a:cubicBezTo>
                  <a:pt x="7750" y="15365"/>
                  <a:pt x="7750" y="15365"/>
                  <a:pt x="7750" y="15365"/>
                </a:cubicBezTo>
                <a:cubicBezTo>
                  <a:pt x="16851" y="1310"/>
                  <a:pt x="16851" y="1310"/>
                  <a:pt x="16851" y="1310"/>
                </a:cubicBezTo>
                <a:cubicBezTo>
                  <a:pt x="18005" y="215"/>
                  <a:pt x="19095" y="-333"/>
                  <a:pt x="20248" y="215"/>
                </a:cubicBezTo>
                <a:cubicBezTo>
                  <a:pt x="21402" y="762"/>
                  <a:pt x="21402" y="2405"/>
                  <a:pt x="20825" y="3439"/>
                </a:cubicBezTo>
                <a:cubicBezTo>
                  <a:pt x="10057" y="20172"/>
                  <a:pt x="10057" y="20172"/>
                  <a:pt x="10057" y="20172"/>
                </a:cubicBezTo>
                <a:cubicBezTo>
                  <a:pt x="9480" y="20719"/>
                  <a:pt x="8903" y="21267"/>
                  <a:pt x="7750" y="21267"/>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8" name="Shape 7418"/>
          <p:cNvSpPr/>
          <p:nvPr/>
        </p:nvSpPr>
        <p:spPr>
          <a:xfrm>
            <a:off x="17983657" y="8301266"/>
            <a:ext cx="336386" cy="594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008"/>
                </a:moveTo>
                <a:cubicBezTo>
                  <a:pt x="21600" y="2700"/>
                  <a:pt x="21600" y="2700"/>
                  <a:pt x="21600" y="2700"/>
                </a:cubicBezTo>
                <a:cubicBezTo>
                  <a:pt x="21600" y="1524"/>
                  <a:pt x="16868" y="0"/>
                  <a:pt x="10838" y="0"/>
                </a:cubicBezTo>
                <a:cubicBezTo>
                  <a:pt x="4656" y="0"/>
                  <a:pt x="0" y="1524"/>
                  <a:pt x="0" y="2700"/>
                </a:cubicBezTo>
                <a:cubicBezTo>
                  <a:pt x="0" y="2700"/>
                  <a:pt x="0" y="2700"/>
                  <a:pt x="0" y="5008"/>
                </a:cubicBezTo>
                <a:cubicBezTo>
                  <a:pt x="0" y="7316"/>
                  <a:pt x="7404" y="9276"/>
                  <a:pt x="7404" y="10800"/>
                </a:cubicBezTo>
                <a:cubicBezTo>
                  <a:pt x="7404" y="12716"/>
                  <a:pt x="0" y="14284"/>
                  <a:pt x="0" y="16592"/>
                </a:cubicBezTo>
                <a:cubicBezTo>
                  <a:pt x="0" y="18900"/>
                  <a:pt x="0" y="19292"/>
                  <a:pt x="0" y="19292"/>
                </a:cubicBezTo>
                <a:cubicBezTo>
                  <a:pt x="0" y="20032"/>
                  <a:pt x="4656" y="21600"/>
                  <a:pt x="10838" y="21600"/>
                </a:cubicBezTo>
                <a:cubicBezTo>
                  <a:pt x="16868" y="21600"/>
                  <a:pt x="21600" y="20032"/>
                  <a:pt x="21600" y="19292"/>
                </a:cubicBezTo>
                <a:cubicBezTo>
                  <a:pt x="21600" y="19292"/>
                  <a:pt x="21600" y="18900"/>
                  <a:pt x="21600" y="16592"/>
                </a:cubicBezTo>
                <a:cubicBezTo>
                  <a:pt x="21600" y="14284"/>
                  <a:pt x="14196" y="12716"/>
                  <a:pt x="14196" y="10800"/>
                </a:cubicBezTo>
                <a:cubicBezTo>
                  <a:pt x="14196" y="9276"/>
                  <a:pt x="21600" y="7316"/>
                  <a:pt x="21600" y="5008"/>
                </a:cubicBezTo>
                <a:close/>
                <a:moveTo>
                  <a:pt x="3358" y="2700"/>
                </a:moveTo>
                <a:cubicBezTo>
                  <a:pt x="4656" y="2308"/>
                  <a:pt x="6717" y="1524"/>
                  <a:pt x="10838" y="1524"/>
                </a:cubicBezTo>
                <a:cubicBezTo>
                  <a:pt x="14883" y="1524"/>
                  <a:pt x="18242" y="2700"/>
                  <a:pt x="18242" y="2700"/>
                </a:cubicBezTo>
                <a:cubicBezTo>
                  <a:pt x="18929" y="2700"/>
                  <a:pt x="19616" y="3092"/>
                  <a:pt x="18929" y="3092"/>
                </a:cubicBezTo>
                <a:cubicBezTo>
                  <a:pt x="17555" y="3832"/>
                  <a:pt x="14196" y="4224"/>
                  <a:pt x="10838" y="4224"/>
                </a:cubicBezTo>
                <a:cubicBezTo>
                  <a:pt x="7404" y="4224"/>
                  <a:pt x="4045" y="3832"/>
                  <a:pt x="2671" y="3092"/>
                </a:cubicBezTo>
                <a:cubicBezTo>
                  <a:pt x="1984" y="3092"/>
                  <a:pt x="3358" y="2700"/>
                  <a:pt x="3358" y="2700"/>
                </a:cubicBezTo>
                <a:close/>
                <a:moveTo>
                  <a:pt x="11525" y="10800"/>
                </a:moveTo>
                <a:cubicBezTo>
                  <a:pt x="11525" y="12324"/>
                  <a:pt x="13510" y="13108"/>
                  <a:pt x="15570" y="14284"/>
                </a:cubicBezTo>
                <a:cubicBezTo>
                  <a:pt x="16868" y="15024"/>
                  <a:pt x="18929" y="16200"/>
                  <a:pt x="18929" y="16592"/>
                </a:cubicBezTo>
                <a:cubicBezTo>
                  <a:pt x="18929" y="18116"/>
                  <a:pt x="18929" y="18116"/>
                  <a:pt x="18929" y="18116"/>
                </a:cubicBezTo>
                <a:cubicBezTo>
                  <a:pt x="17555" y="17724"/>
                  <a:pt x="11525" y="16984"/>
                  <a:pt x="11525" y="15416"/>
                </a:cubicBezTo>
                <a:cubicBezTo>
                  <a:pt x="11525" y="14676"/>
                  <a:pt x="10151" y="14676"/>
                  <a:pt x="10151" y="15416"/>
                </a:cubicBezTo>
                <a:cubicBezTo>
                  <a:pt x="10151" y="16984"/>
                  <a:pt x="4656" y="17724"/>
                  <a:pt x="2671" y="18116"/>
                </a:cubicBezTo>
                <a:cubicBezTo>
                  <a:pt x="2671" y="16592"/>
                  <a:pt x="2671" y="16592"/>
                  <a:pt x="2671" y="16592"/>
                </a:cubicBezTo>
                <a:cubicBezTo>
                  <a:pt x="2671" y="16200"/>
                  <a:pt x="4656" y="15024"/>
                  <a:pt x="6106" y="14284"/>
                </a:cubicBezTo>
                <a:cubicBezTo>
                  <a:pt x="8090" y="13108"/>
                  <a:pt x="10151" y="12324"/>
                  <a:pt x="10151" y="10800"/>
                </a:cubicBezTo>
                <a:cubicBezTo>
                  <a:pt x="10151" y="9668"/>
                  <a:pt x="8090" y="8840"/>
                  <a:pt x="6106" y="7708"/>
                </a:cubicBezTo>
                <a:cubicBezTo>
                  <a:pt x="4656" y="6924"/>
                  <a:pt x="2671" y="5748"/>
                  <a:pt x="2671" y="5008"/>
                </a:cubicBezTo>
                <a:cubicBezTo>
                  <a:pt x="2671" y="3832"/>
                  <a:pt x="2671" y="3832"/>
                  <a:pt x="2671" y="3832"/>
                </a:cubicBezTo>
                <a:cubicBezTo>
                  <a:pt x="4656" y="4616"/>
                  <a:pt x="7404" y="5008"/>
                  <a:pt x="10838" y="5008"/>
                </a:cubicBezTo>
                <a:cubicBezTo>
                  <a:pt x="14196" y="5008"/>
                  <a:pt x="17555" y="4616"/>
                  <a:pt x="18929" y="3832"/>
                </a:cubicBezTo>
                <a:cubicBezTo>
                  <a:pt x="18929" y="5008"/>
                  <a:pt x="18929" y="5008"/>
                  <a:pt x="18929" y="5008"/>
                </a:cubicBezTo>
                <a:cubicBezTo>
                  <a:pt x="18929" y="5748"/>
                  <a:pt x="16868" y="6924"/>
                  <a:pt x="15570" y="7708"/>
                </a:cubicBezTo>
                <a:cubicBezTo>
                  <a:pt x="13510" y="8840"/>
                  <a:pt x="11525" y="9668"/>
                  <a:pt x="11525" y="1080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19" name="Shape 7419"/>
          <p:cNvSpPr/>
          <p:nvPr/>
        </p:nvSpPr>
        <p:spPr>
          <a:xfrm>
            <a:off x="21457372" y="4832310"/>
            <a:ext cx="426040" cy="4998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64" y="7321"/>
                </a:moveTo>
                <a:cubicBezTo>
                  <a:pt x="16719" y="7321"/>
                  <a:pt x="16719" y="7321"/>
                  <a:pt x="16719" y="7321"/>
                </a:cubicBezTo>
                <a:cubicBezTo>
                  <a:pt x="16719" y="5504"/>
                  <a:pt x="16719" y="5504"/>
                  <a:pt x="16719" y="5504"/>
                </a:cubicBezTo>
                <a:cubicBezTo>
                  <a:pt x="16719" y="1817"/>
                  <a:pt x="14522" y="0"/>
                  <a:pt x="10739" y="0"/>
                </a:cubicBezTo>
                <a:cubicBezTo>
                  <a:pt x="6468" y="0"/>
                  <a:pt x="4820" y="1817"/>
                  <a:pt x="4820" y="5504"/>
                </a:cubicBezTo>
                <a:cubicBezTo>
                  <a:pt x="4820" y="7321"/>
                  <a:pt x="4820" y="7321"/>
                  <a:pt x="4820" y="7321"/>
                </a:cubicBezTo>
                <a:cubicBezTo>
                  <a:pt x="1525" y="7321"/>
                  <a:pt x="1525" y="7321"/>
                  <a:pt x="1525" y="7321"/>
                </a:cubicBezTo>
                <a:cubicBezTo>
                  <a:pt x="1037" y="7321"/>
                  <a:pt x="0" y="8256"/>
                  <a:pt x="0" y="9190"/>
                </a:cubicBezTo>
                <a:cubicBezTo>
                  <a:pt x="0" y="19315"/>
                  <a:pt x="0" y="19315"/>
                  <a:pt x="0" y="19315"/>
                </a:cubicBezTo>
                <a:cubicBezTo>
                  <a:pt x="0" y="19783"/>
                  <a:pt x="1037" y="20665"/>
                  <a:pt x="1525" y="20665"/>
                </a:cubicBezTo>
                <a:cubicBezTo>
                  <a:pt x="3234" y="21133"/>
                  <a:pt x="3234" y="21133"/>
                  <a:pt x="3234" y="21133"/>
                </a:cubicBezTo>
                <a:cubicBezTo>
                  <a:pt x="4271" y="21600"/>
                  <a:pt x="5369" y="21600"/>
                  <a:pt x="6468" y="21600"/>
                </a:cubicBezTo>
                <a:cubicBezTo>
                  <a:pt x="15071" y="21600"/>
                  <a:pt x="15071" y="21600"/>
                  <a:pt x="15071" y="21600"/>
                </a:cubicBezTo>
                <a:cubicBezTo>
                  <a:pt x="16169" y="21600"/>
                  <a:pt x="17268" y="21600"/>
                  <a:pt x="18305" y="21133"/>
                </a:cubicBezTo>
                <a:cubicBezTo>
                  <a:pt x="19953" y="20665"/>
                  <a:pt x="19953" y="20665"/>
                  <a:pt x="19953" y="20665"/>
                </a:cubicBezTo>
                <a:cubicBezTo>
                  <a:pt x="20502" y="20665"/>
                  <a:pt x="21600" y="19783"/>
                  <a:pt x="21600" y="19315"/>
                </a:cubicBezTo>
                <a:cubicBezTo>
                  <a:pt x="21600" y="9190"/>
                  <a:pt x="21600" y="9190"/>
                  <a:pt x="21600" y="9190"/>
                </a:cubicBezTo>
                <a:cubicBezTo>
                  <a:pt x="21600" y="8256"/>
                  <a:pt x="20502" y="7321"/>
                  <a:pt x="19464" y="7321"/>
                </a:cubicBezTo>
                <a:close/>
                <a:moveTo>
                  <a:pt x="7505" y="5037"/>
                </a:moveTo>
                <a:cubicBezTo>
                  <a:pt x="7505" y="3219"/>
                  <a:pt x="9153" y="2285"/>
                  <a:pt x="10739" y="2285"/>
                </a:cubicBezTo>
                <a:cubicBezTo>
                  <a:pt x="12386" y="2285"/>
                  <a:pt x="13973" y="3219"/>
                  <a:pt x="13973" y="5037"/>
                </a:cubicBezTo>
                <a:cubicBezTo>
                  <a:pt x="13973" y="7321"/>
                  <a:pt x="13973" y="7321"/>
                  <a:pt x="13973" y="7321"/>
                </a:cubicBezTo>
                <a:cubicBezTo>
                  <a:pt x="7505" y="7321"/>
                  <a:pt x="7505" y="7321"/>
                  <a:pt x="7505" y="7321"/>
                </a:cubicBezTo>
                <a:lnTo>
                  <a:pt x="7505" y="5037"/>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0" name="Shape 7420"/>
          <p:cNvSpPr/>
          <p:nvPr/>
        </p:nvSpPr>
        <p:spPr>
          <a:xfrm>
            <a:off x="19036850" y="9559821"/>
            <a:ext cx="573735" cy="480865"/>
          </a:xfrm>
          <a:custGeom>
            <a:avLst/>
            <a:gdLst/>
            <a:ahLst/>
            <a:cxnLst>
              <a:cxn ang="0">
                <a:pos x="wd2" y="hd2"/>
              </a:cxn>
              <a:cxn ang="5400000">
                <a:pos x="wd2" y="hd2"/>
              </a:cxn>
              <a:cxn ang="10800000">
                <a:pos x="wd2" y="hd2"/>
              </a:cxn>
              <a:cxn ang="16200000">
                <a:pos x="wd2" y="hd2"/>
              </a:cxn>
            </a:cxnLst>
            <a:rect l="0" t="0" r="r" b="b"/>
            <a:pathLst>
              <a:path w="21600" h="19937" fill="norm" stroke="1" extrusionOk="0">
                <a:moveTo>
                  <a:pt x="10777" y="14624"/>
                </a:moveTo>
                <a:cubicBezTo>
                  <a:pt x="9605" y="14624"/>
                  <a:pt x="8387" y="15965"/>
                  <a:pt x="8387" y="17305"/>
                </a:cubicBezTo>
                <a:cubicBezTo>
                  <a:pt x="8387" y="18646"/>
                  <a:pt x="9605" y="19937"/>
                  <a:pt x="10777" y="19937"/>
                </a:cubicBezTo>
                <a:cubicBezTo>
                  <a:pt x="11995" y="19937"/>
                  <a:pt x="13167" y="18646"/>
                  <a:pt x="13167" y="17305"/>
                </a:cubicBezTo>
                <a:cubicBezTo>
                  <a:pt x="13167" y="15965"/>
                  <a:pt x="11995" y="14624"/>
                  <a:pt x="10777" y="14624"/>
                </a:cubicBezTo>
                <a:close/>
                <a:moveTo>
                  <a:pt x="5997" y="11992"/>
                </a:moveTo>
                <a:cubicBezTo>
                  <a:pt x="7576" y="13780"/>
                  <a:pt x="7576" y="13780"/>
                  <a:pt x="7576" y="13780"/>
                </a:cubicBezTo>
                <a:cubicBezTo>
                  <a:pt x="9199" y="11992"/>
                  <a:pt x="11995" y="11992"/>
                  <a:pt x="13979" y="13780"/>
                </a:cubicBezTo>
                <a:cubicBezTo>
                  <a:pt x="15557" y="11992"/>
                  <a:pt x="15557" y="11992"/>
                  <a:pt x="15557" y="11992"/>
                </a:cubicBezTo>
                <a:cubicBezTo>
                  <a:pt x="12762" y="9360"/>
                  <a:pt x="8793" y="9360"/>
                  <a:pt x="5997" y="11992"/>
                </a:cubicBezTo>
                <a:close/>
                <a:moveTo>
                  <a:pt x="2796" y="8467"/>
                </a:moveTo>
                <a:cubicBezTo>
                  <a:pt x="4419" y="10254"/>
                  <a:pt x="4419" y="10254"/>
                  <a:pt x="4419" y="10254"/>
                </a:cubicBezTo>
                <a:cubicBezTo>
                  <a:pt x="7982" y="6729"/>
                  <a:pt x="13573" y="6729"/>
                  <a:pt x="17181" y="10254"/>
                </a:cubicBezTo>
                <a:cubicBezTo>
                  <a:pt x="18804" y="8467"/>
                  <a:pt x="18804" y="8467"/>
                  <a:pt x="18804" y="8467"/>
                </a:cubicBezTo>
                <a:cubicBezTo>
                  <a:pt x="14385" y="3650"/>
                  <a:pt x="7215" y="3650"/>
                  <a:pt x="2796" y="8467"/>
                </a:cubicBezTo>
                <a:close/>
                <a:moveTo>
                  <a:pt x="0" y="4991"/>
                </a:moveTo>
                <a:cubicBezTo>
                  <a:pt x="1172" y="6729"/>
                  <a:pt x="1172" y="6729"/>
                  <a:pt x="1172" y="6729"/>
                </a:cubicBezTo>
                <a:cubicBezTo>
                  <a:pt x="6403" y="1018"/>
                  <a:pt x="14791" y="1018"/>
                  <a:pt x="19977" y="6729"/>
                </a:cubicBezTo>
                <a:cubicBezTo>
                  <a:pt x="21600" y="4991"/>
                  <a:pt x="21600" y="4991"/>
                  <a:pt x="21600" y="4991"/>
                </a:cubicBezTo>
                <a:cubicBezTo>
                  <a:pt x="15557" y="-1663"/>
                  <a:pt x="5997" y="-1663"/>
                  <a:pt x="0" y="4991"/>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1" name="Shape 7421"/>
          <p:cNvSpPr/>
          <p:nvPr/>
        </p:nvSpPr>
        <p:spPr>
          <a:xfrm>
            <a:off x="21552895" y="10827644"/>
            <a:ext cx="275632" cy="312714"/>
          </a:xfrm>
          <a:custGeom>
            <a:avLst/>
            <a:gdLst/>
            <a:ahLst/>
            <a:cxnLst>
              <a:cxn ang="0">
                <a:pos x="wd2" y="hd2"/>
              </a:cxn>
              <a:cxn ang="5400000">
                <a:pos x="wd2" y="hd2"/>
              </a:cxn>
              <a:cxn ang="10800000">
                <a:pos x="wd2" y="hd2"/>
              </a:cxn>
              <a:cxn ang="16200000">
                <a:pos x="wd2" y="hd2"/>
              </a:cxn>
            </a:cxnLst>
            <a:rect l="0" t="0" r="r" b="b"/>
            <a:pathLst>
              <a:path w="20990" h="21072" fill="norm" stroke="1" extrusionOk="0">
                <a:moveTo>
                  <a:pt x="20380" y="16951"/>
                </a:moveTo>
                <a:cubicBezTo>
                  <a:pt x="14053" y="10455"/>
                  <a:pt x="14053" y="10455"/>
                  <a:pt x="14053" y="10455"/>
                </a:cubicBezTo>
                <a:cubicBezTo>
                  <a:pt x="20380" y="3959"/>
                  <a:pt x="20380" y="3959"/>
                  <a:pt x="20380" y="3959"/>
                </a:cubicBezTo>
                <a:cubicBezTo>
                  <a:pt x="21193" y="3228"/>
                  <a:pt x="21193" y="1766"/>
                  <a:pt x="20380" y="1035"/>
                </a:cubicBezTo>
                <a:cubicBezTo>
                  <a:pt x="19657" y="-345"/>
                  <a:pt x="18030" y="-345"/>
                  <a:pt x="16313" y="1035"/>
                </a:cubicBezTo>
                <a:cubicBezTo>
                  <a:pt x="10800" y="6801"/>
                  <a:pt x="10800" y="6801"/>
                  <a:pt x="10800" y="6801"/>
                </a:cubicBezTo>
                <a:cubicBezTo>
                  <a:pt x="5196" y="1035"/>
                  <a:pt x="5196" y="1035"/>
                  <a:pt x="5196" y="1035"/>
                </a:cubicBezTo>
                <a:cubicBezTo>
                  <a:pt x="3570" y="-345"/>
                  <a:pt x="1943" y="-345"/>
                  <a:pt x="1220" y="1035"/>
                </a:cubicBezTo>
                <a:cubicBezTo>
                  <a:pt x="-407" y="1766"/>
                  <a:pt x="-407" y="3228"/>
                  <a:pt x="1220" y="3959"/>
                </a:cubicBezTo>
                <a:cubicBezTo>
                  <a:pt x="7546" y="10455"/>
                  <a:pt x="7546" y="10455"/>
                  <a:pt x="7546" y="10455"/>
                </a:cubicBezTo>
                <a:cubicBezTo>
                  <a:pt x="1220" y="16951"/>
                  <a:pt x="1220" y="16951"/>
                  <a:pt x="1220" y="16951"/>
                </a:cubicBezTo>
                <a:cubicBezTo>
                  <a:pt x="-407" y="17601"/>
                  <a:pt x="-407" y="19793"/>
                  <a:pt x="1220" y="20524"/>
                </a:cubicBezTo>
                <a:cubicBezTo>
                  <a:pt x="1943" y="21255"/>
                  <a:pt x="3570" y="21255"/>
                  <a:pt x="5196" y="20524"/>
                </a:cubicBezTo>
                <a:cubicBezTo>
                  <a:pt x="10800" y="14028"/>
                  <a:pt x="10800" y="14028"/>
                  <a:pt x="10800" y="14028"/>
                </a:cubicBezTo>
                <a:cubicBezTo>
                  <a:pt x="16313" y="20524"/>
                  <a:pt x="16313" y="20524"/>
                  <a:pt x="16313" y="20524"/>
                </a:cubicBezTo>
                <a:cubicBezTo>
                  <a:pt x="18030" y="21255"/>
                  <a:pt x="19657" y="21255"/>
                  <a:pt x="20380" y="20524"/>
                </a:cubicBezTo>
                <a:cubicBezTo>
                  <a:pt x="21193" y="19793"/>
                  <a:pt x="21193" y="17601"/>
                  <a:pt x="20380" y="16951"/>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2" name="Shape 7422"/>
          <p:cNvSpPr/>
          <p:nvPr/>
        </p:nvSpPr>
        <p:spPr>
          <a:xfrm>
            <a:off x="10914312" y="8332916"/>
            <a:ext cx="232292" cy="531641"/>
          </a:xfrm>
          <a:custGeom>
            <a:avLst/>
            <a:gdLst/>
            <a:ahLst/>
            <a:cxnLst>
              <a:cxn ang="0">
                <a:pos x="wd2" y="hd2"/>
              </a:cxn>
              <a:cxn ang="5400000">
                <a:pos x="wd2" y="hd2"/>
              </a:cxn>
              <a:cxn ang="10800000">
                <a:pos x="wd2" y="hd2"/>
              </a:cxn>
              <a:cxn ang="16200000">
                <a:pos x="wd2" y="hd2"/>
              </a:cxn>
            </a:cxnLst>
            <a:rect l="0" t="0" r="r" b="b"/>
            <a:pathLst>
              <a:path w="20781" h="21184" fill="norm" stroke="1" extrusionOk="0">
                <a:moveTo>
                  <a:pt x="1934" y="21170"/>
                </a:moveTo>
                <a:cubicBezTo>
                  <a:pt x="981" y="21170"/>
                  <a:pt x="10405" y="12712"/>
                  <a:pt x="10405" y="12712"/>
                </a:cubicBezTo>
                <a:cubicBezTo>
                  <a:pt x="9452" y="12281"/>
                  <a:pt x="28" y="11039"/>
                  <a:pt x="28" y="10131"/>
                </a:cubicBezTo>
                <a:cubicBezTo>
                  <a:pt x="-819" y="9366"/>
                  <a:pt x="17922" y="0"/>
                  <a:pt x="18875" y="0"/>
                </a:cubicBezTo>
                <a:cubicBezTo>
                  <a:pt x="18875" y="430"/>
                  <a:pt x="10405" y="8458"/>
                  <a:pt x="10405" y="8936"/>
                </a:cubicBezTo>
                <a:cubicBezTo>
                  <a:pt x="11252" y="9366"/>
                  <a:pt x="20781" y="10609"/>
                  <a:pt x="20781" y="11469"/>
                </a:cubicBezTo>
                <a:cubicBezTo>
                  <a:pt x="20781" y="11899"/>
                  <a:pt x="2887" y="21600"/>
                  <a:pt x="1934" y="2117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3" name="Shape 7423"/>
          <p:cNvSpPr/>
          <p:nvPr/>
        </p:nvSpPr>
        <p:spPr>
          <a:xfrm>
            <a:off x="9581235" y="8332916"/>
            <a:ext cx="531533" cy="531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55" y="2584"/>
                </a:moveTo>
                <a:cubicBezTo>
                  <a:pt x="18138" y="2584"/>
                  <a:pt x="18138" y="2584"/>
                  <a:pt x="18138" y="2584"/>
                </a:cubicBezTo>
                <a:cubicBezTo>
                  <a:pt x="18138" y="4778"/>
                  <a:pt x="18138" y="4778"/>
                  <a:pt x="18138" y="4778"/>
                </a:cubicBezTo>
                <a:cubicBezTo>
                  <a:pt x="14286" y="4778"/>
                  <a:pt x="14286" y="4778"/>
                  <a:pt x="14286" y="4778"/>
                </a:cubicBezTo>
                <a:cubicBezTo>
                  <a:pt x="14286" y="2584"/>
                  <a:pt x="14286" y="2584"/>
                  <a:pt x="14286" y="2584"/>
                </a:cubicBezTo>
                <a:cubicBezTo>
                  <a:pt x="7363" y="2584"/>
                  <a:pt x="7363" y="2584"/>
                  <a:pt x="7363" y="2584"/>
                </a:cubicBezTo>
                <a:cubicBezTo>
                  <a:pt x="7363" y="4778"/>
                  <a:pt x="7363" y="4778"/>
                  <a:pt x="7363" y="4778"/>
                </a:cubicBezTo>
                <a:cubicBezTo>
                  <a:pt x="3462" y="4778"/>
                  <a:pt x="3462" y="4778"/>
                  <a:pt x="3462" y="4778"/>
                </a:cubicBezTo>
                <a:cubicBezTo>
                  <a:pt x="3462" y="2584"/>
                  <a:pt x="3462" y="2584"/>
                  <a:pt x="3462" y="2584"/>
                </a:cubicBezTo>
                <a:cubicBezTo>
                  <a:pt x="2194" y="2584"/>
                  <a:pt x="2194" y="2584"/>
                  <a:pt x="2194" y="2584"/>
                </a:cubicBezTo>
                <a:cubicBezTo>
                  <a:pt x="878" y="2584"/>
                  <a:pt x="0" y="3462"/>
                  <a:pt x="0" y="4778"/>
                </a:cubicBezTo>
                <a:cubicBezTo>
                  <a:pt x="0" y="19455"/>
                  <a:pt x="0" y="19455"/>
                  <a:pt x="0" y="19455"/>
                </a:cubicBezTo>
                <a:cubicBezTo>
                  <a:pt x="0" y="20722"/>
                  <a:pt x="878" y="21600"/>
                  <a:pt x="2194" y="21600"/>
                </a:cubicBezTo>
                <a:cubicBezTo>
                  <a:pt x="19455" y="21600"/>
                  <a:pt x="19455" y="21600"/>
                  <a:pt x="19455" y="21600"/>
                </a:cubicBezTo>
                <a:cubicBezTo>
                  <a:pt x="20722" y="21600"/>
                  <a:pt x="21600" y="20722"/>
                  <a:pt x="21600" y="19455"/>
                </a:cubicBezTo>
                <a:cubicBezTo>
                  <a:pt x="21600" y="4778"/>
                  <a:pt x="21600" y="4778"/>
                  <a:pt x="21600" y="4778"/>
                </a:cubicBezTo>
                <a:cubicBezTo>
                  <a:pt x="21600" y="3462"/>
                  <a:pt x="20722" y="2584"/>
                  <a:pt x="19455" y="2584"/>
                </a:cubicBezTo>
                <a:close/>
                <a:moveTo>
                  <a:pt x="19455" y="19455"/>
                </a:moveTo>
                <a:cubicBezTo>
                  <a:pt x="2194" y="19455"/>
                  <a:pt x="2194" y="19455"/>
                  <a:pt x="2194" y="19455"/>
                </a:cubicBezTo>
                <a:cubicBezTo>
                  <a:pt x="2194" y="9557"/>
                  <a:pt x="2194" y="9557"/>
                  <a:pt x="2194" y="9557"/>
                </a:cubicBezTo>
                <a:cubicBezTo>
                  <a:pt x="19455" y="9557"/>
                  <a:pt x="19455" y="9557"/>
                  <a:pt x="19455" y="9557"/>
                </a:cubicBezTo>
                <a:lnTo>
                  <a:pt x="19455" y="19455"/>
                </a:lnTo>
                <a:close/>
                <a:moveTo>
                  <a:pt x="6046" y="0"/>
                </a:moveTo>
                <a:cubicBezTo>
                  <a:pt x="4340" y="0"/>
                  <a:pt x="4340" y="0"/>
                  <a:pt x="4340" y="0"/>
                </a:cubicBezTo>
                <a:cubicBezTo>
                  <a:pt x="4340" y="4340"/>
                  <a:pt x="4340" y="4340"/>
                  <a:pt x="4340" y="4340"/>
                </a:cubicBezTo>
                <a:cubicBezTo>
                  <a:pt x="6046" y="4340"/>
                  <a:pt x="6046" y="4340"/>
                  <a:pt x="6046" y="4340"/>
                </a:cubicBezTo>
                <a:lnTo>
                  <a:pt x="6046" y="0"/>
                </a:lnTo>
                <a:close/>
                <a:moveTo>
                  <a:pt x="17260" y="0"/>
                </a:moveTo>
                <a:cubicBezTo>
                  <a:pt x="15554" y="0"/>
                  <a:pt x="15554" y="0"/>
                  <a:pt x="15554" y="0"/>
                </a:cubicBezTo>
                <a:cubicBezTo>
                  <a:pt x="15554" y="4340"/>
                  <a:pt x="15554" y="4340"/>
                  <a:pt x="15554" y="4340"/>
                </a:cubicBezTo>
                <a:cubicBezTo>
                  <a:pt x="17260" y="4340"/>
                  <a:pt x="17260" y="4340"/>
                  <a:pt x="17260" y="4340"/>
                </a:cubicBezTo>
                <a:lnTo>
                  <a:pt x="17260" y="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4" name="Shape 7424"/>
          <p:cNvSpPr/>
          <p:nvPr/>
        </p:nvSpPr>
        <p:spPr>
          <a:xfrm>
            <a:off x="8468293" y="8522800"/>
            <a:ext cx="383845" cy="3732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58" y="0"/>
                </a:moveTo>
                <a:cubicBezTo>
                  <a:pt x="19839" y="0"/>
                  <a:pt x="19839" y="0"/>
                  <a:pt x="19839" y="0"/>
                </a:cubicBezTo>
                <a:cubicBezTo>
                  <a:pt x="19230" y="0"/>
                  <a:pt x="19230" y="0"/>
                  <a:pt x="19230" y="625"/>
                </a:cubicBezTo>
                <a:cubicBezTo>
                  <a:pt x="19230" y="5001"/>
                  <a:pt x="19230" y="5001"/>
                  <a:pt x="19230" y="5001"/>
                </a:cubicBezTo>
                <a:cubicBezTo>
                  <a:pt x="19230" y="7432"/>
                  <a:pt x="17402" y="11113"/>
                  <a:pt x="10834" y="11113"/>
                </a:cubicBezTo>
                <a:cubicBezTo>
                  <a:pt x="4266" y="11113"/>
                  <a:pt x="2438" y="7432"/>
                  <a:pt x="2438" y="5001"/>
                </a:cubicBezTo>
                <a:cubicBezTo>
                  <a:pt x="2438" y="625"/>
                  <a:pt x="2438" y="625"/>
                  <a:pt x="2438" y="625"/>
                </a:cubicBezTo>
                <a:cubicBezTo>
                  <a:pt x="2438" y="0"/>
                  <a:pt x="1896" y="0"/>
                  <a:pt x="1896" y="0"/>
                </a:cubicBezTo>
                <a:cubicBezTo>
                  <a:pt x="609" y="0"/>
                  <a:pt x="609" y="0"/>
                  <a:pt x="609" y="0"/>
                </a:cubicBezTo>
                <a:cubicBezTo>
                  <a:pt x="609" y="0"/>
                  <a:pt x="0" y="0"/>
                  <a:pt x="0" y="625"/>
                </a:cubicBezTo>
                <a:cubicBezTo>
                  <a:pt x="0" y="5001"/>
                  <a:pt x="0" y="5001"/>
                  <a:pt x="0" y="5001"/>
                </a:cubicBezTo>
                <a:cubicBezTo>
                  <a:pt x="0" y="9307"/>
                  <a:pt x="2979" y="12988"/>
                  <a:pt x="9073" y="13613"/>
                </a:cubicBezTo>
                <a:cubicBezTo>
                  <a:pt x="9073" y="18475"/>
                  <a:pt x="9073" y="18475"/>
                  <a:pt x="9073" y="18475"/>
                </a:cubicBezTo>
                <a:cubicBezTo>
                  <a:pt x="4875" y="18475"/>
                  <a:pt x="4875" y="18475"/>
                  <a:pt x="4875" y="18475"/>
                </a:cubicBezTo>
                <a:cubicBezTo>
                  <a:pt x="4266" y="18475"/>
                  <a:pt x="4266" y="18475"/>
                  <a:pt x="4266" y="19100"/>
                </a:cubicBezTo>
                <a:cubicBezTo>
                  <a:pt x="4266" y="20975"/>
                  <a:pt x="4266" y="20975"/>
                  <a:pt x="4266" y="20975"/>
                </a:cubicBezTo>
                <a:cubicBezTo>
                  <a:pt x="4266" y="21600"/>
                  <a:pt x="4266" y="21600"/>
                  <a:pt x="4875" y="21600"/>
                </a:cubicBezTo>
                <a:cubicBezTo>
                  <a:pt x="16860" y="21600"/>
                  <a:pt x="16860" y="21600"/>
                  <a:pt x="16860" y="21600"/>
                </a:cubicBezTo>
                <a:cubicBezTo>
                  <a:pt x="17402" y="21600"/>
                  <a:pt x="17402" y="21600"/>
                  <a:pt x="17402" y="20975"/>
                </a:cubicBezTo>
                <a:cubicBezTo>
                  <a:pt x="17402" y="19100"/>
                  <a:pt x="17402" y="19100"/>
                  <a:pt x="17402" y="19100"/>
                </a:cubicBezTo>
                <a:cubicBezTo>
                  <a:pt x="17402" y="18475"/>
                  <a:pt x="17402" y="18475"/>
                  <a:pt x="16860" y="18475"/>
                </a:cubicBezTo>
                <a:cubicBezTo>
                  <a:pt x="12662" y="18475"/>
                  <a:pt x="12662" y="18475"/>
                  <a:pt x="12662" y="18475"/>
                </a:cubicBezTo>
                <a:cubicBezTo>
                  <a:pt x="12662" y="13613"/>
                  <a:pt x="12662" y="13613"/>
                  <a:pt x="12662" y="13613"/>
                </a:cubicBezTo>
                <a:cubicBezTo>
                  <a:pt x="18621" y="12988"/>
                  <a:pt x="21600" y="9307"/>
                  <a:pt x="21600" y="5001"/>
                </a:cubicBezTo>
                <a:cubicBezTo>
                  <a:pt x="21600" y="625"/>
                  <a:pt x="21600" y="625"/>
                  <a:pt x="21600" y="625"/>
                </a:cubicBezTo>
                <a:cubicBezTo>
                  <a:pt x="21600" y="0"/>
                  <a:pt x="21058" y="0"/>
                  <a:pt x="21058"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5" name="Shape 7425"/>
          <p:cNvSpPr/>
          <p:nvPr/>
        </p:nvSpPr>
        <p:spPr>
          <a:xfrm>
            <a:off x="8573785" y="8522800"/>
            <a:ext cx="167608" cy="141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20231" y="21600"/>
                  <a:pt x="21600" y="16759"/>
                  <a:pt x="21600" y="13407"/>
                </a:cubicBezTo>
                <a:cubicBezTo>
                  <a:pt x="21600" y="0"/>
                  <a:pt x="21600" y="0"/>
                  <a:pt x="21600" y="0"/>
                </a:cubicBezTo>
                <a:cubicBezTo>
                  <a:pt x="0" y="0"/>
                  <a:pt x="0" y="0"/>
                  <a:pt x="0" y="0"/>
                </a:cubicBezTo>
                <a:cubicBezTo>
                  <a:pt x="0" y="13407"/>
                  <a:pt x="0" y="13407"/>
                  <a:pt x="0" y="13407"/>
                </a:cubicBezTo>
                <a:cubicBezTo>
                  <a:pt x="0" y="16759"/>
                  <a:pt x="1369" y="21600"/>
                  <a:pt x="10800" y="2160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6" name="Shape 7426"/>
          <p:cNvSpPr/>
          <p:nvPr/>
        </p:nvSpPr>
        <p:spPr>
          <a:xfrm>
            <a:off x="8573785" y="8301266"/>
            <a:ext cx="167608" cy="1781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336"/>
                </a:moveTo>
                <a:cubicBezTo>
                  <a:pt x="21600" y="3744"/>
                  <a:pt x="20231" y="0"/>
                  <a:pt x="10800" y="0"/>
                </a:cubicBezTo>
                <a:cubicBezTo>
                  <a:pt x="1369" y="0"/>
                  <a:pt x="0" y="3744"/>
                  <a:pt x="0" y="6336"/>
                </a:cubicBezTo>
                <a:cubicBezTo>
                  <a:pt x="0" y="21600"/>
                  <a:pt x="0" y="21600"/>
                  <a:pt x="0" y="21600"/>
                </a:cubicBezTo>
                <a:cubicBezTo>
                  <a:pt x="21600" y="21600"/>
                  <a:pt x="21600" y="21600"/>
                  <a:pt x="21600" y="21600"/>
                </a:cubicBezTo>
                <a:lnTo>
                  <a:pt x="21600" y="6336"/>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7" name="Shape 7427"/>
          <p:cNvSpPr/>
          <p:nvPr/>
        </p:nvSpPr>
        <p:spPr>
          <a:xfrm>
            <a:off x="22644157" y="4811212"/>
            <a:ext cx="426038" cy="5420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64" y="8458"/>
                </a:moveTo>
                <a:cubicBezTo>
                  <a:pt x="16780" y="8458"/>
                  <a:pt x="16780" y="8458"/>
                  <a:pt x="16780" y="8458"/>
                </a:cubicBezTo>
                <a:cubicBezTo>
                  <a:pt x="16780" y="5496"/>
                  <a:pt x="16780" y="5496"/>
                  <a:pt x="16780" y="5496"/>
                </a:cubicBezTo>
                <a:cubicBezTo>
                  <a:pt x="16780" y="2103"/>
                  <a:pt x="14522" y="0"/>
                  <a:pt x="10800" y="0"/>
                </a:cubicBezTo>
                <a:cubicBezTo>
                  <a:pt x="6468" y="0"/>
                  <a:pt x="4820" y="2103"/>
                  <a:pt x="4820" y="5496"/>
                </a:cubicBezTo>
                <a:cubicBezTo>
                  <a:pt x="4820" y="5926"/>
                  <a:pt x="4820" y="5926"/>
                  <a:pt x="4820" y="5926"/>
                </a:cubicBezTo>
                <a:cubicBezTo>
                  <a:pt x="7566" y="5926"/>
                  <a:pt x="7566" y="5926"/>
                  <a:pt x="7566" y="5926"/>
                </a:cubicBezTo>
                <a:cubicBezTo>
                  <a:pt x="7566" y="5065"/>
                  <a:pt x="7566" y="5065"/>
                  <a:pt x="7566" y="5065"/>
                </a:cubicBezTo>
                <a:cubicBezTo>
                  <a:pt x="7566" y="3393"/>
                  <a:pt x="9153" y="2533"/>
                  <a:pt x="10800" y="2533"/>
                </a:cubicBezTo>
                <a:cubicBezTo>
                  <a:pt x="12386" y="2533"/>
                  <a:pt x="14034" y="3393"/>
                  <a:pt x="14034" y="5065"/>
                </a:cubicBezTo>
                <a:cubicBezTo>
                  <a:pt x="14034" y="8458"/>
                  <a:pt x="14034" y="8458"/>
                  <a:pt x="14034" y="8458"/>
                </a:cubicBezTo>
                <a:cubicBezTo>
                  <a:pt x="1586" y="8458"/>
                  <a:pt x="1586" y="8458"/>
                  <a:pt x="1586" y="8458"/>
                </a:cubicBezTo>
                <a:cubicBezTo>
                  <a:pt x="1037" y="8458"/>
                  <a:pt x="0" y="9319"/>
                  <a:pt x="0" y="9749"/>
                </a:cubicBezTo>
                <a:cubicBezTo>
                  <a:pt x="0" y="19067"/>
                  <a:pt x="0" y="19067"/>
                  <a:pt x="0" y="19067"/>
                </a:cubicBezTo>
                <a:cubicBezTo>
                  <a:pt x="0" y="19497"/>
                  <a:pt x="1037" y="20310"/>
                  <a:pt x="1586" y="20740"/>
                </a:cubicBezTo>
                <a:cubicBezTo>
                  <a:pt x="3234" y="21170"/>
                  <a:pt x="3234" y="21170"/>
                  <a:pt x="3234" y="21170"/>
                </a:cubicBezTo>
                <a:cubicBezTo>
                  <a:pt x="4332" y="21170"/>
                  <a:pt x="5369" y="21600"/>
                  <a:pt x="6468" y="21600"/>
                </a:cubicBezTo>
                <a:cubicBezTo>
                  <a:pt x="15132" y="21600"/>
                  <a:pt x="15132" y="21600"/>
                  <a:pt x="15132" y="21600"/>
                </a:cubicBezTo>
                <a:cubicBezTo>
                  <a:pt x="16231" y="21600"/>
                  <a:pt x="17268" y="21170"/>
                  <a:pt x="18366" y="21170"/>
                </a:cubicBezTo>
                <a:cubicBezTo>
                  <a:pt x="20014" y="20740"/>
                  <a:pt x="20014" y="20740"/>
                  <a:pt x="20014" y="20740"/>
                </a:cubicBezTo>
                <a:cubicBezTo>
                  <a:pt x="20502" y="20310"/>
                  <a:pt x="21600" y="19497"/>
                  <a:pt x="21600" y="19067"/>
                </a:cubicBezTo>
                <a:cubicBezTo>
                  <a:pt x="21600" y="9749"/>
                  <a:pt x="21600" y="9749"/>
                  <a:pt x="21600" y="9749"/>
                </a:cubicBezTo>
                <a:cubicBezTo>
                  <a:pt x="21600" y="9319"/>
                  <a:pt x="20502" y="8458"/>
                  <a:pt x="19464" y="8458"/>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8" name="Shape 7428"/>
          <p:cNvSpPr/>
          <p:nvPr/>
        </p:nvSpPr>
        <p:spPr>
          <a:xfrm>
            <a:off x="8426098" y="3617429"/>
            <a:ext cx="468240" cy="4682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06" y="1938"/>
                </a:moveTo>
                <a:cubicBezTo>
                  <a:pt x="17668" y="0"/>
                  <a:pt x="16172" y="0"/>
                  <a:pt x="16172" y="0"/>
                </a:cubicBezTo>
                <a:cubicBezTo>
                  <a:pt x="9360" y="7366"/>
                  <a:pt x="9360" y="7366"/>
                  <a:pt x="9360" y="7366"/>
                </a:cubicBezTo>
                <a:cubicBezTo>
                  <a:pt x="1440" y="15231"/>
                  <a:pt x="1440" y="15231"/>
                  <a:pt x="1440" y="15231"/>
                </a:cubicBezTo>
                <a:cubicBezTo>
                  <a:pt x="0" y="21600"/>
                  <a:pt x="0" y="21600"/>
                  <a:pt x="0" y="21600"/>
                </a:cubicBezTo>
                <a:cubicBezTo>
                  <a:pt x="6425" y="20105"/>
                  <a:pt x="6425" y="20105"/>
                  <a:pt x="6425" y="20105"/>
                </a:cubicBezTo>
                <a:cubicBezTo>
                  <a:pt x="14732" y="12295"/>
                  <a:pt x="14732" y="12295"/>
                  <a:pt x="14732" y="12295"/>
                </a:cubicBezTo>
                <a:cubicBezTo>
                  <a:pt x="21600" y="5372"/>
                  <a:pt x="21600" y="5372"/>
                  <a:pt x="21600" y="5372"/>
                </a:cubicBezTo>
                <a:cubicBezTo>
                  <a:pt x="21600" y="5372"/>
                  <a:pt x="21600" y="3932"/>
                  <a:pt x="19606" y="1938"/>
                </a:cubicBezTo>
                <a:close/>
                <a:moveTo>
                  <a:pt x="6425" y="19606"/>
                </a:moveTo>
                <a:cubicBezTo>
                  <a:pt x="3932" y="20105"/>
                  <a:pt x="3932" y="20105"/>
                  <a:pt x="3932" y="20105"/>
                </a:cubicBezTo>
                <a:cubicBezTo>
                  <a:pt x="3932" y="19606"/>
                  <a:pt x="3489" y="19163"/>
                  <a:pt x="2991" y="18665"/>
                </a:cubicBezTo>
                <a:cubicBezTo>
                  <a:pt x="2437" y="18166"/>
                  <a:pt x="1938" y="18166"/>
                  <a:pt x="1938" y="17668"/>
                </a:cubicBezTo>
                <a:cubicBezTo>
                  <a:pt x="2437" y="15729"/>
                  <a:pt x="2437" y="15729"/>
                  <a:pt x="2437" y="15729"/>
                </a:cubicBezTo>
                <a:cubicBezTo>
                  <a:pt x="2991" y="14732"/>
                  <a:pt x="2991" y="14732"/>
                  <a:pt x="2991" y="14732"/>
                </a:cubicBezTo>
                <a:cubicBezTo>
                  <a:pt x="2991" y="14732"/>
                  <a:pt x="3932" y="14732"/>
                  <a:pt x="5428" y="16172"/>
                </a:cubicBezTo>
                <a:cubicBezTo>
                  <a:pt x="6868" y="17668"/>
                  <a:pt x="6868" y="18665"/>
                  <a:pt x="6868" y="18665"/>
                </a:cubicBezTo>
                <a:lnTo>
                  <a:pt x="6425" y="1960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29" name="Shape 7429"/>
          <p:cNvSpPr/>
          <p:nvPr/>
        </p:nvSpPr>
        <p:spPr>
          <a:xfrm>
            <a:off x="16691384" y="3585783"/>
            <a:ext cx="552629" cy="5262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045" y="16420"/>
                </a:moveTo>
                <a:cubicBezTo>
                  <a:pt x="14134" y="15149"/>
                  <a:pt x="13336" y="14270"/>
                  <a:pt x="13336" y="12119"/>
                </a:cubicBezTo>
                <a:cubicBezTo>
                  <a:pt x="13336" y="11240"/>
                  <a:pt x="14134" y="11680"/>
                  <a:pt x="14557" y="9529"/>
                </a:cubicBezTo>
                <a:cubicBezTo>
                  <a:pt x="14557" y="8601"/>
                  <a:pt x="15402" y="9529"/>
                  <a:pt x="15402" y="7379"/>
                </a:cubicBezTo>
                <a:cubicBezTo>
                  <a:pt x="15402" y="6451"/>
                  <a:pt x="14979" y="6451"/>
                  <a:pt x="14979" y="6451"/>
                </a:cubicBezTo>
                <a:cubicBezTo>
                  <a:pt x="14979" y="6451"/>
                  <a:pt x="15402" y="5180"/>
                  <a:pt x="15402" y="4300"/>
                </a:cubicBezTo>
                <a:cubicBezTo>
                  <a:pt x="15402" y="2981"/>
                  <a:pt x="14979" y="0"/>
                  <a:pt x="10800" y="0"/>
                </a:cubicBezTo>
                <a:cubicBezTo>
                  <a:pt x="6621" y="0"/>
                  <a:pt x="6198" y="2981"/>
                  <a:pt x="6198" y="4300"/>
                </a:cubicBezTo>
                <a:cubicBezTo>
                  <a:pt x="6198" y="5180"/>
                  <a:pt x="6621" y="6451"/>
                  <a:pt x="6621" y="6451"/>
                </a:cubicBezTo>
                <a:cubicBezTo>
                  <a:pt x="6621" y="6451"/>
                  <a:pt x="6198" y="6451"/>
                  <a:pt x="6198" y="7379"/>
                </a:cubicBezTo>
                <a:cubicBezTo>
                  <a:pt x="6198" y="9529"/>
                  <a:pt x="7043" y="8601"/>
                  <a:pt x="7043" y="9529"/>
                </a:cubicBezTo>
                <a:cubicBezTo>
                  <a:pt x="7466" y="11680"/>
                  <a:pt x="8311" y="11240"/>
                  <a:pt x="8311" y="12119"/>
                </a:cubicBezTo>
                <a:cubicBezTo>
                  <a:pt x="8311" y="14270"/>
                  <a:pt x="7466" y="15149"/>
                  <a:pt x="4555" y="16420"/>
                </a:cubicBezTo>
                <a:cubicBezTo>
                  <a:pt x="1643" y="17300"/>
                  <a:pt x="0" y="18570"/>
                  <a:pt x="0" y="19450"/>
                </a:cubicBezTo>
                <a:cubicBezTo>
                  <a:pt x="0" y="19890"/>
                  <a:pt x="0" y="21600"/>
                  <a:pt x="0" y="21600"/>
                </a:cubicBezTo>
                <a:cubicBezTo>
                  <a:pt x="10800" y="21600"/>
                  <a:pt x="10800" y="21600"/>
                  <a:pt x="10800" y="21600"/>
                </a:cubicBezTo>
                <a:cubicBezTo>
                  <a:pt x="21600" y="21600"/>
                  <a:pt x="21600" y="21600"/>
                  <a:pt x="21600" y="21600"/>
                </a:cubicBezTo>
                <a:cubicBezTo>
                  <a:pt x="21600" y="21600"/>
                  <a:pt x="21600" y="19890"/>
                  <a:pt x="21600" y="19450"/>
                </a:cubicBezTo>
                <a:cubicBezTo>
                  <a:pt x="21600" y="18570"/>
                  <a:pt x="19957" y="17300"/>
                  <a:pt x="17045" y="1642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0" name="Shape 7430"/>
          <p:cNvSpPr/>
          <p:nvPr/>
        </p:nvSpPr>
        <p:spPr>
          <a:xfrm>
            <a:off x="17857066" y="3596332"/>
            <a:ext cx="594835" cy="5209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21600"/>
                  <a:pt x="21600" y="16772"/>
                  <a:pt x="21165" y="16324"/>
                </a:cubicBezTo>
                <a:cubicBezTo>
                  <a:pt x="20818" y="15876"/>
                  <a:pt x="20079" y="15030"/>
                  <a:pt x="18471" y="14582"/>
                </a:cubicBezTo>
                <a:cubicBezTo>
                  <a:pt x="16950" y="13687"/>
                  <a:pt x="16167" y="12791"/>
                  <a:pt x="16167" y="11497"/>
                </a:cubicBezTo>
                <a:cubicBezTo>
                  <a:pt x="16167" y="10601"/>
                  <a:pt x="16950" y="11049"/>
                  <a:pt x="16950" y="9755"/>
                </a:cubicBezTo>
                <a:cubicBezTo>
                  <a:pt x="16950" y="8859"/>
                  <a:pt x="17732" y="9755"/>
                  <a:pt x="17732" y="7913"/>
                </a:cubicBezTo>
                <a:cubicBezTo>
                  <a:pt x="17732" y="7515"/>
                  <a:pt x="17341" y="7515"/>
                  <a:pt x="17341" y="7515"/>
                </a:cubicBezTo>
                <a:cubicBezTo>
                  <a:pt x="17341" y="7515"/>
                  <a:pt x="17732" y="6619"/>
                  <a:pt x="17732" y="5724"/>
                </a:cubicBezTo>
                <a:cubicBezTo>
                  <a:pt x="17732" y="4877"/>
                  <a:pt x="17341" y="3086"/>
                  <a:pt x="15037" y="3086"/>
                </a:cubicBezTo>
                <a:cubicBezTo>
                  <a:pt x="12734" y="3086"/>
                  <a:pt x="12343" y="4877"/>
                  <a:pt x="12343" y="5724"/>
                </a:cubicBezTo>
                <a:cubicBezTo>
                  <a:pt x="12343" y="6619"/>
                  <a:pt x="12734" y="7515"/>
                  <a:pt x="12734" y="7515"/>
                </a:cubicBezTo>
                <a:cubicBezTo>
                  <a:pt x="12734" y="7515"/>
                  <a:pt x="12343" y="7515"/>
                  <a:pt x="12343" y="7913"/>
                </a:cubicBezTo>
                <a:cubicBezTo>
                  <a:pt x="12343" y="9755"/>
                  <a:pt x="12734" y="8859"/>
                  <a:pt x="13125" y="9755"/>
                </a:cubicBezTo>
                <a:cubicBezTo>
                  <a:pt x="13125" y="11049"/>
                  <a:pt x="13516" y="10601"/>
                  <a:pt x="13516" y="11497"/>
                </a:cubicBezTo>
                <a:cubicBezTo>
                  <a:pt x="13516" y="12393"/>
                  <a:pt x="13516" y="13239"/>
                  <a:pt x="12734" y="13687"/>
                </a:cubicBezTo>
                <a:cubicBezTo>
                  <a:pt x="16167" y="15876"/>
                  <a:pt x="16559" y="15876"/>
                  <a:pt x="16559" y="18116"/>
                </a:cubicBezTo>
                <a:cubicBezTo>
                  <a:pt x="16559" y="21600"/>
                  <a:pt x="16559" y="21600"/>
                  <a:pt x="16559" y="21600"/>
                </a:cubicBezTo>
                <a:lnTo>
                  <a:pt x="21600" y="21600"/>
                </a:lnTo>
                <a:close/>
                <a:moveTo>
                  <a:pt x="11213" y="15030"/>
                </a:moveTo>
                <a:cubicBezTo>
                  <a:pt x="8866" y="14135"/>
                  <a:pt x="8127" y="13239"/>
                  <a:pt x="8127" y="11497"/>
                </a:cubicBezTo>
                <a:cubicBezTo>
                  <a:pt x="8127" y="10153"/>
                  <a:pt x="8866" y="10601"/>
                  <a:pt x="9257" y="8361"/>
                </a:cubicBezTo>
                <a:cubicBezTo>
                  <a:pt x="9257" y="7913"/>
                  <a:pt x="10039" y="8361"/>
                  <a:pt x="10039" y="6619"/>
                </a:cubicBezTo>
                <a:cubicBezTo>
                  <a:pt x="10039" y="5724"/>
                  <a:pt x="9648" y="5724"/>
                  <a:pt x="9648" y="5724"/>
                </a:cubicBezTo>
                <a:cubicBezTo>
                  <a:pt x="9648" y="5724"/>
                  <a:pt x="9648" y="4429"/>
                  <a:pt x="10039" y="3534"/>
                </a:cubicBezTo>
                <a:cubicBezTo>
                  <a:pt x="10039" y="2638"/>
                  <a:pt x="9257" y="0"/>
                  <a:pt x="6563" y="0"/>
                </a:cubicBezTo>
                <a:cubicBezTo>
                  <a:pt x="3477" y="0"/>
                  <a:pt x="3086" y="2638"/>
                  <a:pt x="3086" y="3534"/>
                </a:cubicBezTo>
                <a:cubicBezTo>
                  <a:pt x="3086" y="4429"/>
                  <a:pt x="3086" y="5724"/>
                  <a:pt x="3086" y="5724"/>
                </a:cubicBezTo>
                <a:cubicBezTo>
                  <a:pt x="3086" y="5724"/>
                  <a:pt x="3086" y="5724"/>
                  <a:pt x="3086" y="6619"/>
                </a:cubicBezTo>
                <a:cubicBezTo>
                  <a:pt x="3086" y="8361"/>
                  <a:pt x="3477" y="7913"/>
                  <a:pt x="3868" y="8361"/>
                </a:cubicBezTo>
                <a:cubicBezTo>
                  <a:pt x="3868" y="10601"/>
                  <a:pt x="4650" y="10153"/>
                  <a:pt x="4650" y="11497"/>
                </a:cubicBezTo>
                <a:cubicBezTo>
                  <a:pt x="4650" y="13239"/>
                  <a:pt x="3868" y="14135"/>
                  <a:pt x="1956" y="15030"/>
                </a:cubicBezTo>
                <a:cubicBezTo>
                  <a:pt x="1173" y="15429"/>
                  <a:pt x="0" y="15876"/>
                  <a:pt x="0" y="17220"/>
                </a:cubicBezTo>
                <a:cubicBezTo>
                  <a:pt x="0" y="21600"/>
                  <a:pt x="0" y="21600"/>
                  <a:pt x="0" y="21600"/>
                </a:cubicBezTo>
                <a:cubicBezTo>
                  <a:pt x="15037" y="21600"/>
                  <a:pt x="15037" y="21600"/>
                  <a:pt x="15037" y="21600"/>
                </a:cubicBezTo>
                <a:cubicBezTo>
                  <a:pt x="15037" y="21600"/>
                  <a:pt x="15037" y="18962"/>
                  <a:pt x="15037" y="18116"/>
                </a:cubicBezTo>
                <a:cubicBezTo>
                  <a:pt x="15037" y="17220"/>
                  <a:pt x="13125" y="16324"/>
                  <a:pt x="11213" y="1503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1" name="Shape 7431"/>
          <p:cNvSpPr/>
          <p:nvPr/>
        </p:nvSpPr>
        <p:spPr>
          <a:xfrm>
            <a:off x="13141582" y="3649078"/>
            <a:ext cx="531540" cy="3996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21600"/>
                  <a:pt x="19411" y="6300"/>
                  <a:pt x="8659" y="6300"/>
                </a:cubicBezTo>
                <a:cubicBezTo>
                  <a:pt x="8659" y="0"/>
                  <a:pt x="8659" y="0"/>
                  <a:pt x="8659" y="0"/>
                </a:cubicBezTo>
                <a:cubicBezTo>
                  <a:pt x="0" y="10221"/>
                  <a:pt x="0" y="10221"/>
                  <a:pt x="0" y="10221"/>
                </a:cubicBezTo>
                <a:cubicBezTo>
                  <a:pt x="8659" y="21021"/>
                  <a:pt x="8659" y="21021"/>
                  <a:pt x="8659" y="21021"/>
                </a:cubicBezTo>
                <a:cubicBezTo>
                  <a:pt x="8659" y="14207"/>
                  <a:pt x="8659" y="14207"/>
                  <a:pt x="8659" y="14207"/>
                </a:cubicBezTo>
                <a:cubicBezTo>
                  <a:pt x="14254" y="14207"/>
                  <a:pt x="18535" y="14786"/>
                  <a:pt x="21600" y="2160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2" name="Shape 7432"/>
          <p:cNvSpPr/>
          <p:nvPr/>
        </p:nvSpPr>
        <p:spPr>
          <a:xfrm>
            <a:off x="15515147" y="3649078"/>
            <a:ext cx="531537" cy="3996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970" y="14207"/>
                </a:moveTo>
                <a:cubicBezTo>
                  <a:pt x="12970" y="21021"/>
                  <a:pt x="12970" y="21021"/>
                  <a:pt x="12970" y="21021"/>
                </a:cubicBezTo>
                <a:cubicBezTo>
                  <a:pt x="21600" y="10221"/>
                  <a:pt x="21600" y="10221"/>
                  <a:pt x="21600" y="10221"/>
                </a:cubicBezTo>
                <a:cubicBezTo>
                  <a:pt x="12970" y="0"/>
                  <a:pt x="12970" y="0"/>
                  <a:pt x="12970" y="0"/>
                </a:cubicBezTo>
                <a:cubicBezTo>
                  <a:pt x="12970" y="6300"/>
                  <a:pt x="12970" y="6300"/>
                  <a:pt x="12970" y="6300"/>
                </a:cubicBezTo>
                <a:cubicBezTo>
                  <a:pt x="2194" y="6300"/>
                  <a:pt x="0" y="21600"/>
                  <a:pt x="0" y="21600"/>
                </a:cubicBezTo>
                <a:cubicBezTo>
                  <a:pt x="3023" y="14786"/>
                  <a:pt x="7363" y="14207"/>
                  <a:pt x="12970" y="14207"/>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3" name="Shape 7433"/>
          <p:cNvSpPr/>
          <p:nvPr/>
        </p:nvSpPr>
        <p:spPr>
          <a:xfrm>
            <a:off x="1299777" y="3616001"/>
            <a:ext cx="474284" cy="471812"/>
          </a:xfrm>
          <a:custGeom>
            <a:avLst/>
            <a:gdLst/>
            <a:ahLst/>
            <a:cxnLst>
              <a:cxn ang="0">
                <a:pos x="wd2" y="hd2"/>
              </a:cxn>
              <a:cxn ang="5400000">
                <a:pos x="wd2" y="hd2"/>
              </a:cxn>
              <a:cxn ang="10800000">
                <a:pos x="wd2" y="hd2"/>
              </a:cxn>
              <a:cxn ang="16200000">
                <a:pos x="wd2" y="hd2"/>
              </a:cxn>
            </a:cxnLst>
            <a:rect l="0" t="0" r="r" b="b"/>
            <a:pathLst>
              <a:path w="19273" h="19365" fill="norm" stroke="1" extrusionOk="0">
                <a:moveTo>
                  <a:pt x="11045" y="11319"/>
                </a:moveTo>
                <a:cubicBezTo>
                  <a:pt x="9338" y="13030"/>
                  <a:pt x="7144" y="14740"/>
                  <a:pt x="6315" y="13909"/>
                </a:cubicBezTo>
                <a:cubicBezTo>
                  <a:pt x="4999" y="12590"/>
                  <a:pt x="4121" y="11710"/>
                  <a:pt x="1537" y="13909"/>
                </a:cubicBezTo>
                <a:cubicBezTo>
                  <a:pt x="-1486" y="16060"/>
                  <a:pt x="659" y="17770"/>
                  <a:pt x="1976" y="18650"/>
                </a:cubicBezTo>
                <a:cubicBezTo>
                  <a:pt x="3244" y="20360"/>
                  <a:pt x="8461" y="19089"/>
                  <a:pt x="13629" y="13909"/>
                </a:cubicBezTo>
                <a:cubicBezTo>
                  <a:pt x="18798" y="8729"/>
                  <a:pt x="20114" y="3500"/>
                  <a:pt x="18798" y="1741"/>
                </a:cubicBezTo>
                <a:cubicBezTo>
                  <a:pt x="17530" y="470"/>
                  <a:pt x="16213" y="-1240"/>
                  <a:pt x="14068" y="1350"/>
                </a:cubicBezTo>
                <a:cubicBezTo>
                  <a:pt x="11923" y="3940"/>
                  <a:pt x="12800" y="4771"/>
                  <a:pt x="14068" y="6139"/>
                </a:cubicBezTo>
                <a:cubicBezTo>
                  <a:pt x="14946" y="6921"/>
                  <a:pt x="13239" y="9120"/>
                  <a:pt x="11045" y="11319"/>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4" name="Shape 7434"/>
          <p:cNvSpPr/>
          <p:nvPr/>
        </p:nvSpPr>
        <p:spPr>
          <a:xfrm>
            <a:off x="6019475" y="3680726"/>
            <a:ext cx="534333" cy="341649"/>
          </a:xfrm>
          <a:custGeom>
            <a:avLst/>
            <a:gdLst/>
            <a:ahLst/>
            <a:cxnLst>
              <a:cxn ang="0">
                <a:pos x="wd2" y="hd2"/>
              </a:cxn>
              <a:cxn ang="5400000">
                <a:pos x="wd2" y="hd2"/>
              </a:cxn>
              <a:cxn ang="10800000">
                <a:pos x="wd2" y="hd2"/>
              </a:cxn>
              <a:cxn ang="16200000">
                <a:pos x="wd2" y="hd2"/>
              </a:cxn>
            </a:cxnLst>
            <a:rect l="0" t="0" r="r" b="b"/>
            <a:pathLst>
              <a:path w="20885" h="21600" fill="norm" stroke="1" extrusionOk="0">
                <a:moveTo>
                  <a:pt x="488" y="2054"/>
                </a:moveTo>
                <a:cubicBezTo>
                  <a:pt x="1286" y="2662"/>
                  <a:pt x="9175" y="9507"/>
                  <a:pt x="9175" y="9507"/>
                </a:cubicBezTo>
                <a:cubicBezTo>
                  <a:pt x="9598" y="10115"/>
                  <a:pt x="10020" y="10115"/>
                  <a:pt x="10490" y="10115"/>
                </a:cubicBezTo>
                <a:cubicBezTo>
                  <a:pt x="10866" y="10115"/>
                  <a:pt x="11288" y="10115"/>
                  <a:pt x="11288" y="9507"/>
                </a:cubicBezTo>
                <a:cubicBezTo>
                  <a:pt x="11664" y="9507"/>
                  <a:pt x="19600" y="2662"/>
                  <a:pt x="20022" y="2054"/>
                </a:cubicBezTo>
                <a:cubicBezTo>
                  <a:pt x="20867" y="1369"/>
                  <a:pt x="21243" y="0"/>
                  <a:pt x="20445" y="0"/>
                </a:cubicBezTo>
                <a:cubicBezTo>
                  <a:pt x="488" y="0"/>
                  <a:pt x="488" y="0"/>
                  <a:pt x="488" y="0"/>
                </a:cubicBezTo>
                <a:cubicBezTo>
                  <a:pt x="-357" y="0"/>
                  <a:pt x="66" y="1369"/>
                  <a:pt x="488" y="2054"/>
                </a:cubicBezTo>
                <a:close/>
                <a:moveTo>
                  <a:pt x="20445" y="6085"/>
                </a:moveTo>
                <a:cubicBezTo>
                  <a:pt x="20022" y="6085"/>
                  <a:pt x="11664" y="12854"/>
                  <a:pt x="11288" y="13538"/>
                </a:cubicBezTo>
                <a:cubicBezTo>
                  <a:pt x="11288" y="13538"/>
                  <a:pt x="10866" y="13538"/>
                  <a:pt x="10490" y="13538"/>
                </a:cubicBezTo>
                <a:cubicBezTo>
                  <a:pt x="10020" y="13538"/>
                  <a:pt x="9598" y="13538"/>
                  <a:pt x="9175" y="13538"/>
                </a:cubicBezTo>
                <a:cubicBezTo>
                  <a:pt x="8753" y="12854"/>
                  <a:pt x="911" y="6085"/>
                  <a:pt x="488" y="6085"/>
                </a:cubicBezTo>
                <a:cubicBezTo>
                  <a:pt x="66" y="5476"/>
                  <a:pt x="66" y="6085"/>
                  <a:pt x="66" y="6085"/>
                </a:cubicBezTo>
                <a:cubicBezTo>
                  <a:pt x="66" y="6693"/>
                  <a:pt x="66" y="20231"/>
                  <a:pt x="66" y="20231"/>
                </a:cubicBezTo>
                <a:cubicBezTo>
                  <a:pt x="66" y="20915"/>
                  <a:pt x="488" y="21600"/>
                  <a:pt x="1286" y="21600"/>
                </a:cubicBezTo>
                <a:cubicBezTo>
                  <a:pt x="19600" y="21600"/>
                  <a:pt x="19600" y="21600"/>
                  <a:pt x="19600" y="21600"/>
                </a:cubicBezTo>
                <a:cubicBezTo>
                  <a:pt x="20445" y="21600"/>
                  <a:pt x="20867" y="20915"/>
                  <a:pt x="20867" y="20231"/>
                </a:cubicBezTo>
                <a:cubicBezTo>
                  <a:pt x="20867" y="20231"/>
                  <a:pt x="20867" y="6693"/>
                  <a:pt x="20867" y="6085"/>
                </a:cubicBezTo>
                <a:cubicBezTo>
                  <a:pt x="20867" y="6085"/>
                  <a:pt x="20867" y="5476"/>
                  <a:pt x="20445" y="6085"/>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5" name="Shape 7435"/>
          <p:cNvSpPr/>
          <p:nvPr/>
        </p:nvSpPr>
        <p:spPr>
          <a:xfrm>
            <a:off x="10756229" y="3560849"/>
            <a:ext cx="553872" cy="588122"/>
          </a:xfrm>
          <a:custGeom>
            <a:avLst/>
            <a:gdLst/>
            <a:ahLst/>
            <a:cxnLst>
              <a:cxn ang="0">
                <a:pos x="wd2" y="hd2"/>
              </a:cxn>
              <a:cxn ang="5400000">
                <a:pos x="wd2" y="hd2"/>
              </a:cxn>
              <a:cxn ang="10800000">
                <a:pos x="wd2" y="hd2"/>
              </a:cxn>
              <a:cxn ang="16200000">
                <a:pos x="wd2" y="hd2"/>
              </a:cxn>
            </a:cxnLst>
            <a:rect l="0" t="0" r="r" b="b"/>
            <a:pathLst>
              <a:path w="20852" h="21356" fill="norm" stroke="1" extrusionOk="0">
                <a:moveTo>
                  <a:pt x="5262" y="21356"/>
                </a:moveTo>
                <a:cubicBezTo>
                  <a:pt x="4042" y="21356"/>
                  <a:pt x="2460" y="20530"/>
                  <a:pt x="1647" y="19748"/>
                </a:cubicBezTo>
                <a:cubicBezTo>
                  <a:pt x="-341" y="17836"/>
                  <a:pt x="-748" y="14402"/>
                  <a:pt x="1647" y="12099"/>
                </a:cubicBezTo>
                <a:cubicBezTo>
                  <a:pt x="3274" y="10534"/>
                  <a:pt x="9645" y="4363"/>
                  <a:pt x="12854" y="1277"/>
                </a:cubicBezTo>
                <a:cubicBezTo>
                  <a:pt x="14074" y="147"/>
                  <a:pt x="15655" y="-244"/>
                  <a:pt x="16875" y="147"/>
                </a:cubicBezTo>
                <a:cubicBezTo>
                  <a:pt x="18050" y="538"/>
                  <a:pt x="19270" y="1668"/>
                  <a:pt x="19677" y="2842"/>
                </a:cubicBezTo>
                <a:cubicBezTo>
                  <a:pt x="20084" y="3972"/>
                  <a:pt x="19677" y="5536"/>
                  <a:pt x="18457" y="6666"/>
                </a:cubicBezTo>
                <a:cubicBezTo>
                  <a:pt x="8064" y="16706"/>
                  <a:pt x="8064" y="16706"/>
                  <a:pt x="8064" y="16706"/>
                </a:cubicBezTo>
                <a:cubicBezTo>
                  <a:pt x="7250" y="17445"/>
                  <a:pt x="6437" y="17836"/>
                  <a:pt x="6030" y="17836"/>
                </a:cubicBezTo>
                <a:cubicBezTo>
                  <a:pt x="5262" y="17836"/>
                  <a:pt x="4449" y="17836"/>
                  <a:pt x="4042" y="17097"/>
                </a:cubicBezTo>
                <a:cubicBezTo>
                  <a:pt x="3274" y="16315"/>
                  <a:pt x="3274" y="15141"/>
                  <a:pt x="4449" y="13620"/>
                </a:cubicBezTo>
                <a:cubicBezTo>
                  <a:pt x="12085" y="6275"/>
                  <a:pt x="12085" y="6275"/>
                  <a:pt x="12085" y="6275"/>
                </a:cubicBezTo>
                <a:cubicBezTo>
                  <a:pt x="12492" y="6275"/>
                  <a:pt x="12854" y="6275"/>
                  <a:pt x="13215" y="6275"/>
                </a:cubicBezTo>
                <a:cubicBezTo>
                  <a:pt x="13215" y="6666"/>
                  <a:pt x="13215" y="7057"/>
                  <a:pt x="13215" y="7492"/>
                </a:cubicBezTo>
                <a:cubicBezTo>
                  <a:pt x="5669" y="14750"/>
                  <a:pt x="5669" y="14750"/>
                  <a:pt x="5669" y="14750"/>
                </a:cubicBezTo>
                <a:cubicBezTo>
                  <a:pt x="4855" y="15141"/>
                  <a:pt x="4855" y="15923"/>
                  <a:pt x="5262" y="16315"/>
                </a:cubicBezTo>
                <a:lnTo>
                  <a:pt x="5669" y="16315"/>
                </a:lnTo>
                <a:cubicBezTo>
                  <a:pt x="6030" y="16315"/>
                  <a:pt x="6437" y="15923"/>
                  <a:pt x="6844" y="15923"/>
                </a:cubicBezTo>
                <a:cubicBezTo>
                  <a:pt x="17282" y="5536"/>
                  <a:pt x="17282" y="5536"/>
                  <a:pt x="17282" y="5536"/>
                </a:cubicBezTo>
                <a:cubicBezTo>
                  <a:pt x="18050" y="4754"/>
                  <a:pt x="18457" y="3972"/>
                  <a:pt x="18050" y="3233"/>
                </a:cubicBezTo>
                <a:cubicBezTo>
                  <a:pt x="18050" y="2451"/>
                  <a:pt x="17282" y="1668"/>
                  <a:pt x="16469" y="1668"/>
                </a:cubicBezTo>
                <a:cubicBezTo>
                  <a:pt x="15655" y="1277"/>
                  <a:pt x="14887" y="1668"/>
                  <a:pt x="14074" y="2451"/>
                </a:cubicBezTo>
                <a:cubicBezTo>
                  <a:pt x="10820" y="5536"/>
                  <a:pt x="4449" y="11708"/>
                  <a:pt x="2867" y="12838"/>
                </a:cubicBezTo>
                <a:cubicBezTo>
                  <a:pt x="879" y="15141"/>
                  <a:pt x="1240" y="17445"/>
                  <a:pt x="2867" y="18618"/>
                </a:cubicBezTo>
                <a:cubicBezTo>
                  <a:pt x="4042" y="19748"/>
                  <a:pt x="6437" y="20530"/>
                  <a:pt x="8425" y="18227"/>
                </a:cubicBezTo>
                <a:cubicBezTo>
                  <a:pt x="19677" y="7840"/>
                  <a:pt x="19677" y="7840"/>
                  <a:pt x="19677" y="7840"/>
                </a:cubicBezTo>
                <a:cubicBezTo>
                  <a:pt x="20084" y="7492"/>
                  <a:pt x="20445" y="7492"/>
                  <a:pt x="20852" y="7840"/>
                </a:cubicBezTo>
                <a:lnTo>
                  <a:pt x="20852" y="8579"/>
                </a:lnTo>
                <a:cubicBezTo>
                  <a:pt x="9645" y="19400"/>
                  <a:pt x="9645" y="19400"/>
                  <a:pt x="9645" y="19400"/>
                </a:cubicBezTo>
                <a:cubicBezTo>
                  <a:pt x="8425" y="20530"/>
                  <a:pt x="6844" y="21356"/>
                  <a:pt x="5262" y="21356"/>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6" name="Shape 7436"/>
          <p:cNvSpPr/>
          <p:nvPr/>
        </p:nvSpPr>
        <p:spPr>
          <a:xfrm>
            <a:off x="14296719" y="3649078"/>
            <a:ext cx="594829" cy="3996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08" y="4500"/>
                </a:moveTo>
                <a:cubicBezTo>
                  <a:pt x="7708" y="0"/>
                  <a:pt x="7708" y="0"/>
                  <a:pt x="7708" y="0"/>
                </a:cubicBezTo>
                <a:cubicBezTo>
                  <a:pt x="0" y="10221"/>
                  <a:pt x="0" y="10221"/>
                  <a:pt x="0" y="10221"/>
                </a:cubicBezTo>
                <a:cubicBezTo>
                  <a:pt x="7708" y="21021"/>
                  <a:pt x="7708" y="21021"/>
                  <a:pt x="7708" y="21021"/>
                </a:cubicBezTo>
                <a:cubicBezTo>
                  <a:pt x="7708" y="16521"/>
                  <a:pt x="7708" y="16521"/>
                  <a:pt x="7708" y="16521"/>
                </a:cubicBezTo>
                <a:cubicBezTo>
                  <a:pt x="3092" y="10221"/>
                  <a:pt x="3092" y="10221"/>
                  <a:pt x="3092" y="10221"/>
                </a:cubicBezTo>
                <a:lnTo>
                  <a:pt x="7708" y="4500"/>
                </a:lnTo>
                <a:close/>
                <a:moveTo>
                  <a:pt x="13108" y="6300"/>
                </a:moveTo>
                <a:cubicBezTo>
                  <a:pt x="13108" y="0"/>
                  <a:pt x="13108" y="0"/>
                  <a:pt x="13108" y="0"/>
                </a:cubicBezTo>
                <a:cubicBezTo>
                  <a:pt x="5400" y="10221"/>
                  <a:pt x="5400" y="10221"/>
                  <a:pt x="5400" y="10221"/>
                </a:cubicBezTo>
                <a:cubicBezTo>
                  <a:pt x="13108" y="21021"/>
                  <a:pt x="13108" y="21021"/>
                  <a:pt x="13108" y="21021"/>
                </a:cubicBezTo>
                <a:cubicBezTo>
                  <a:pt x="13108" y="14207"/>
                  <a:pt x="13108" y="14207"/>
                  <a:pt x="13108" y="14207"/>
                </a:cubicBezTo>
                <a:cubicBezTo>
                  <a:pt x="16592" y="14207"/>
                  <a:pt x="18944" y="14786"/>
                  <a:pt x="21600" y="21600"/>
                </a:cubicBezTo>
                <a:cubicBezTo>
                  <a:pt x="21600" y="21600"/>
                  <a:pt x="21252" y="6300"/>
                  <a:pt x="13108" y="630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7" name="Shape 7437"/>
          <p:cNvSpPr/>
          <p:nvPr/>
        </p:nvSpPr>
        <p:spPr>
          <a:xfrm>
            <a:off x="4802456" y="3585783"/>
            <a:ext cx="594829" cy="5262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232" y="0"/>
                </a:moveTo>
                <a:cubicBezTo>
                  <a:pt x="8100" y="0"/>
                  <a:pt x="8100" y="0"/>
                  <a:pt x="8100" y="0"/>
                </a:cubicBezTo>
                <a:lnTo>
                  <a:pt x="7708" y="391"/>
                </a:lnTo>
                <a:cubicBezTo>
                  <a:pt x="7708" y="5180"/>
                  <a:pt x="7708" y="5180"/>
                  <a:pt x="7708" y="5180"/>
                </a:cubicBezTo>
                <a:cubicBezTo>
                  <a:pt x="3832" y="5180"/>
                  <a:pt x="3832" y="5180"/>
                  <a:pt x="3832" y="5180"/>
                </a:cubicBezTo>
                <a:lnTo>
                  <a:pt x="3484" y="5180"/>
                </a:lnTo>
                <a:cubicBezTo>
                  <a:pt x="3092" y="5180"/>
                  <a:pt x="3092" y="5180"/>
                  <a:pt x="2700" y="5571"/>
                </a:cubicBezTo>
                <a:cubicBezTo>
                  <a:pt x="0" y="7379"/>
                  <a:pt x="0" y="7379"/>
                  <a:pt x="0" y="7379"/>
                </a:cubicBezTo>
                <a:cubicBezTo>
                  <a:pt x="0" y="7770"/>
                  <a:pt x="0" y="7770"/>
                  <a:pt x="0" y="7770"/>
                </a:cubicBezTo>
                <a:cubicBezTo>
                  <a:pt x="0" y="8161"/>
                  <a:pt x="0" y="8161"/>
                  <a:pt x="0" y="8161"/>
                </a:cubicBezTo>
                <a:cubicBezTo>
                  <a:pt x="2700" y="10360"/>
                  <a:pt x="2700" y="10360"/>
                  <a:pt x="2700" y="10360"/>
                </a:cubicBezTo>
                <a:cubicBezTo>
                  <a:pt x="3092" y="10360"/>
                  <a:pt x="3092" y="10360"/>
                  <a:pt x="3484" y="10360"/>
                </a:cubicBezTo>
                <a:cubicBezTo>
                  <a:pt x="3484" y="10800"/>
                  <a:pt x="3832" y="10800"/>
                  <a:pt x="3832" y="10800"/>
                </a:cubicBezTo>
                <a:cubicBezTo>
                  <a:pt x="7708" y="10800"/>
                  <a:pt x="7708" y="10800"/>
                  <a:pt x="7708" y="10800"/>
                </a:cubicBezTo>
                <a:cubicBezTo>
                  <a:pt x="7708" y="21160"/>
                  <a:pt x="7708" y="21160"/>
                  <a:pt x="7708" y="21160"/>
                </a:cubicBezTo>
                <a:cubicBezTo>
                  <a:pt x="7708" y="21600"/>
                  <a:pt x="8100" y="21600"/>
                  <a:pt x="8100" y="21600"/>
                </a:cubicBezTo>
                <a:cubicBezTo>
                  <a:pt x="9232" y="21600"/>
                  <a:pt x="9232" y="21600"/>
                  <a:pt x="9232" y="21600"/>
                </a:cubicBezTo>
                <a:cubicBezTo>
                  <a:pt x="9232" y="21600"/>
                  <a:pt x="9624" y="21600"/>
                  <a:pt x="9624" y="21160"/>
                </a:cubicBezTo>
                <a:cubicBezTo>
                  <a:pt x="9624" y="391"/>
                  <a:pt x="9624" y="391"/>
                  <a:pt x="9624" y="391"/>
                </a:cubicBezTo>
                <a:lnTo>
                  <a:pt x="9232" y="0"/>
                </a:lnTo>
                <a:close/>
                <a:moveTo>
                  <a:pt x="21208" y="5180"/>
                </a:moveTo>
                <a:cubicBezTo>
                  <a:pt x="18900" y="2981"/>
                  <a:pt x="18900" y="2981"/>
                  <a:pt x="18900" y="2981"/>
                </a:cubicBezTo>
                <a:cubicBezTo>
                  <a:pt x="18508" y="2981"/>
                  <a:pt x="18508" y="2981"/>
                  <a:pt x="18116" y="2590"/>
                </a:cubicBezTo>
                <a:lnTo>
                  <a:pt x="17724" y="2590"/>
                </a:lnTo>
                <a:cubicBezTo>
                  <a:pt x="10408" y="2590"/>
                  <a:pt x="10408" y="2590"/>
                  <a:pt x="10408" y="2590"/>
                </a:cubicBezTo>
                <a:cubicBezTo>
                  <a:pt x="11148" y="8161"/>
                  <a:pt x="11148" y="8161"/>
                  <a:pt x="11148" y="8161"/>
                </a:cubicBezTo>
                <a:cubicBezTo>
                  <a:pt x="17724" y="8161"/>
                  <a:pt x="17724" y="8161"/>
                  <a:pt x="17724" y="8161"/>
                </a:cubicBezTo>
                <a:lnTo>
                  <a:pt x="18116" y="8161"/>
                </a:lnTo>
                <a:cubicBezTo>
                  <a:pt x="18508" y="8161"/>
                  <a:pt x="18508" y="7770"/>
                  <a:pt x="18900" y="7770"/>
                </a:cubicBezTo>
                <a:cubicBezTo>
                  <a:pt x="21208" y="6011"/>
                  <a:pt x="21208" y="6011"/>
                  <a:pt x="21208" y="6011"/>
                </a:cubicBezTo>
                <a:cubicBezTo>
                  <a:pt x="21600" y="5571"/>
                  <a:pt x="21600" y="5571"/>
                  <a:pt x="21600" y="5571"/>
                </a:cubicBezTo>
                <a:cubicBezTo>
                  <a:pt x="21600" y="5180"/>
                  <a:pt x="21600" y="5180"/>
                  <a:pt x="21208" y="518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8" name="Shape 7438"/>
          <p:cNvSpPr/>
          <p:nvPr/>
        </p:nvSpPr>
        <p:spPr>
          <a:xfrm>
            <a:off x="3743724" y="3554136"/>
            <a:ext cx="334781" cy="602338"/>
          </a:xfrm>
          <a:custGeom>
            <a:avLst/>
            <a:gdLst/>
            <a:ahLst/>
            <a:cxnLst>
              <a:cxn ang="0">
                <a:pos x="wd2" y="hd2"/>
              </a:cxn>
              <a:cxn ang="5400000">
                <a:pos x="wd2" y="hd2"/>
              </a:cxn>
              <a:cxn ang="10800000">
                <a:pos x="wd2" y="hd2"/>
              </a:cxn>
              <a:cxn ang="16200000">
                <a:pos x="wd2" y="hd2"/>
              </a:cxn>
            </a:cxnLst>
            <a:rect l="0" t="0" r="r" b="b"/>
            <a:pathLst>
              <a:path w="19935" h="21123" fill="norm" stroke="1" extrusionOk="0">
                <a:moveTo>
                  <a:pt x="19598" y="15284"/>
                </a:moveTo>
                <a:cubicBezTo>
                  <a:pt x="15163" y="7074"/>
                  <a:pt x="15163" y="7074"/>
                  <a:pt x="15163" y="7074"/>
                </a:cubicBezTo>
                <a:cubicBezTo>
                  <a:pt x="13876" y="5221"/>
                  <a:pt x="9441" y="3705"/>
                  <a:pt x="5651" y="4463"/>
                </a:cubicBezTo>
                <a:cubicBezTo>
                  <a:pt x="2504" y="379"/>
                  <a:pt x="2504" y="379"/>
                  <a:pt x="2504" y="379"/>
                </a:cubicBezTo>
                <a:cubicBezTo>
                  <a:pt x="1860" y="0"/>
                  <a:pt x="1288" y="0"/>
                  <a:pt x="644" y="0"/>
                </a:cubicBezTo>
                <a:cubicBezTo>
                  <a:pt x="0" y="379"/>
                  <a:pt x="0" y="758"/>
                  <a:pt x="0" y="1137"/>
                </a:cubicBezTo>
                <a:cubicBezTo>
                  <a:pt x="3791" y="5221"/>
                  <a:pt x="3791" y="5221"/>
                  <a:pt x="3791" y="5221"/>
                </a:cubicBezTo>
                <a:cubicBezTo>
                  <a:pt x="1288" y="5937"/>
                  <a:pt x="-715" y="8168"/>
                  <a:pt x="644" y="10063"/>
                </a:cubicBezTo>
                <a:cubicBezTo>
                  <a:pt x="4435" y="18274"/>
                  <a:pt x="4435" y="18274"/>
                  <a:pt x="4435" y="18274"/>
                </a:cubicBezTo>
                <a:cubicBezTo>
                  <a:pt x="5078" y="20505"/>
                  <a:pt x="9441" y="21600"/>
                  <a:pt x="13876" y="20926"/>
                </a:cubicBezTo>
                <a:cubicBezTo>
                  <a:pt x="18382" y="19747"/>
                  <a:pt x="20885" y="17137"/>
                  <a:pt x="19598" y="15284"/>
                </a:cubicBezTo>
                <a:close/>
                <a:moveTo>
                  <a:pt x="8225" y="9347"/>
                </a:moveTo>
                <a:cubicBezTo>
                  <a:pt x="6938" y="9726"/>
                  <a:pt x="5651" y="9347"/>
                  <a:pt x="5078" y="8547"/>
                </a:cubicBezTo>
                <a:cubicBezTo>
                  <a:pt x="4435" y="7832"/>
                  <a:pt x="5078" y="6695"/>
                  <a:pt x="6294" y="6695"/>
                </a:cubicBezTo>
                <a:cubicBezTo>
                  <a:pt x="8225" y="6316"/>
                  <a:pt x="9441" y="6695"/>
                  <a:pt x="9441" y="7495"/>
                </a:cubicBezTo>
                <a:cubicBezTo>
                  <a:pt x="10085" y="8168"/>
                  <a:pt x="9441" y="9347"/>
                  <a:pt x="8225" y="934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39" name="Shape 7439"/>
          <p:cNvSpPr/>
          <p:nvPr/>
        </p:nvSpPr>
        <p:spPr>
          <a:xfrm>
            <a:off x="21446824" y="7279720"/>
            <a:ext cx="447144" cy="3469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27" y="16348"/>
                </a:moveTo>
                <a:cubicBezTo>
                  <a:pt x="14361" y="16348"/>
                  <a:pt x="14361" y="16348"/>
                  <a:pt x="14361" y="16348"/>
                </a:cubicBezTo>
                <a:cubicBezTo>
                  <a:pt x="14361" y="21600"/>
                  <a:pt x="14361" y="21600"/>
                  <a:pt x="14361" y="21600"/>
                </a:cubicBezTo>
                <a:cubicBezTo>
                  <a:pt x="21600" y="13759"/>
                  <a:pt x="21600" y="13759"/>
                  <a:pt x="21600" y="13759"/>
                </a:cubicBezTo>
                <a:cubicBezTo>
                  <a:pt x="14361" y="5252"/>
                  <a:pt x="14361" y="5252"/>
                  <a:pt x="14361" y="5252"/>
                </a:cubicBezTo>
                <a:cubicBezTo>
                  <a:pt x="14361" y="11096"/>
                  <a:pt x="14361" y="11096"/>
                  <a:pt x="14361" y="11096"/>
                </a:cubicBezTo>
                <a:cubicBezTo>
                  <a:pt x="4112" y="11096"/>
                  <a:pt x="4112" y="11096"/>
                  <a:pt x="4112" y="11096"/>
                </a:cubicBezTo>
                <a:cubicBezTo>
                  <a:pt x="4112" y="0"/>
                  <a:pt x="4112" y="0"/>
                  <a:pt x="4112" y="0"/>
                </a:cubicBezTo>
                <a:cubicBezTo>
                  <a:pt x="0" y="0"/>
                  <a:pt x="0" y="0"/>
                  <a:pt x="0" y="0"/>
                </a:cubicBezTo>
                <a:cubicBezTo>
                  <a:pt x="0" y="12427"/>
                  <a:pt x="0" y="12427"/>
                  <a:pt x="0" y="12427"/>
                </a:cubicBezTo>
                <a:cubicBezTo>
                  <a:pt x="0" y="14425"/>
                  <a:pt x="1564" y="16348"/>
                  <a:pt x="3127" y="16348"/>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0" name="Shape 7440"/>
          <p:cNvSpPr/>
          <p:nvPr/>
        </p:nvSpPr>
        <p:spPr>
          <a:xfrm>
            <a:off x="17920360" y="5991241"/>
            <a:ext cx="462975" cy="478545"/>
          </a:xfrm>
          <a:custGeom>
            <a:avLst/>
            <a:gdLst/>
            <a:ahLst/>
            <a:cxnLst>
              <a:cxn ang="0">
                <a:pos x="wd2" y="hd2"/>
              </a:cxn>
              <a:cxn ang="5400000">
                <a:pos x="wd2" y="hd2"/>
              </a:cxn>
              <a:cxn ang="10800000">
                <a:pos x="wd2" y="hd2"/>
              </a:cxn>
              <a:cxn ang="16200000">
                <a:pos x="wd2" y="hd2"/>
              </a:cxn>
            </a:cxnLst>
            <a:rect l="0" t="0" r="r" b="b"/>
            <a:pathLst>
              <a:path w="21600" h="21124" fill="norm" stroke="1" extrusionOk="0">
                <a:moveTo>
                  <a:pt x="7829" y="16412"/>
                </a:moveTo>
                <a:cubicBezTo>
                  <a:pt x="6885" y="17789"/>
                  <a:pt x="6885" y="17789"/>
                  <a:pt x="6885" y="17789"/>
                </a:cubicBezTo>
                <a:cubicBezTo>
                  <a:pt x="5886" y="18795"/>
                  <a:pt x="4387" y="18795"/>
                  <a:pt x="3387" y="17789"/>
                </a:cubicBezTo>
                <a:cubicBezTo>
                  <a:pt x="2943" y="17312"/>
                  <a:pt x="2443" y="16412"/>
                  <a:pt x="2443" y="15989"/>
                </a:cubicBezTo>
                <a:cubicBezTo>
                  <a:pt x="2443" y="15459"/>
                  <a:pt x="2943" y="14983"/>
                  <a:pt x="3387" y="14506"/>
                </a:cubicBezTo>
                <a:cubicBezTo>
                  <a:pt x="7385" y="10324"/>
                  <a:pt x="7385" y="10324"/>
                  <a:pt x="7385" y="10324"/>
                </a:cubicBezTo>
                <a:cubicBezTo>
                  <a:pt x="8329" y="9848"/>
                  <a:pt x="9828" y="8418"/>
                  <a:pt x="10828" y="9371"/>
                </a:cubicBezTo>
                <a:cubicBezTo>
                  <a:pt x="11328" y="10324"/>
                  <a:pt x="12271" y="10324"/>
                  <a:pt x="12771" y="9371"/>
                </a:cubicBezTo>
                <a:cubicBezTo>
                  <a:pt x="13271" y="8895"/>
                  <a:pt x="13271" y="8418"/>
                  <a:pt x="12771" y="7995"/>
                </a:cubicBezTo>
                <a:cubicBezTo>
                  <a:pt x="10828" y="6089"/>
                  <a:pt x="7829" y="6089"/>
                  <a:pt x="5386" y="8418"/>
                </a:cubicBezTo>
                <a:cubicBezTo>
                  <a:pt x="1444" y="12653"/>
                  <a:pt x="1444" y="12653"/>
                  <a:pt x="1444" y="12653"/>
                </a:cubicBezTo>
                <a:cubicBezTo>
                  <a:pt x="444" y="13606"/>
                  <a:pt x="0" y="14506"/>
                  <a:pt x="0" y="15989"/>
                </a:cubicBezTo>
                <a:cubicBezTo>
                  <a:pt x="0" y="17312"/>
                  <a:pt x="444" y="18795"/>
                  <a:pt x="1444" y="19695"/>
                </a:cubicBezTo>
                <a:cubicBezTo>
                  <a:pt x="2443" y="20648"/>
                  <a:pt x="3887" y="21124"/>
                  <a:pt x="4886" y="21124"/>
                </a:cubicBezTo>
                <a:cubicBezTo>
                  <a:pt x="6330" y="21124"/>
                  <a:pt x="7829" y="20648"/>
                  <a:pt x="8829" y="19695"/>
                </a:cubicBezTo>
                <a:cubicBezTo>
                  <a:pt x="9828" y="18318"/>
                  <a:pt x="9828" y="18318"/>
                  <a:pt x="9828" y="18318"/>
                </a:cubicBezTo>
                <a:cubicBezTo>
                  <a:pt x="10328" y="17789"/>
                  <a:pt x="10328" y="16889"/>
                  <a:pt x="9828" y="16412"/>
                </a:cubicBezTo>
                <a:cubicBezTo>
                  <a:pt x="9329" y="15989"/>
                  <a:pt x="8329" y="15989"/>
                  <a:pt x="7829" y="16412"/>
                </a:cubicBezTo>
                <a:close/>
                <a:moveTo>
                  <a:pt x="20156" y="1430"/>
                </a:moveTo>
                <a:cubicBezTo>
                  <a:pt x="18157" y="-476"/>
                  <a:pt x="15214" y="-476"/>
                  <a:pt x="13271" y="1430"/>
                </a:cubicBezTo>
                <a:cubicBezTo>
                  <a:pt x="11772" y="2330"/>
                  <a:pt x="11772" y="2330"/>
                  <a:pt x="11772" y="2330"/>
                </a:cubicBezTo>
                <a:cubicBezTo>
                  <a:pt x="11328" y="3283"/>
                  <a:pt x="11328" y="3759"/>
                  <a:pt x="11772" y="4236"/>
                </a:cubicBezTo>
                <a:cubicBezTo>
                  <a:pt x="12271" y="4712"/>
                  <a:pt x="13271" y="4712"/>
                  <a:pt x="13771" y="4236"/>
                </a:cubicBezTo>
                <a:cubicBezTo>
                  <a:pt x="15214" y="3283"/>
                  <a:pt x="15214" y="3283"/>
                  <a:pt x="15214" y="3283"/>
                </a:cubicBezTo>
                <a:cubicBezTo>
                  <a:pt x="16214" y="2330"/>
                  <a:pt x="17658" y="2330"/>
                  <a:pt x="18157" y="3283"/>
                </a:cubicBezTo>
                <a:cubicBezTo>
                  <a:pt x="18657" y="3759"/>
                  <a:pt x="19157" y="4236"/>
                  <a:pt x="19157" y="5189"/>
                </a:cubicBezTo>
                <a:cubicBezTo>
                  <a:pt x="19157" y="5612"/>
                  <a:pt x="18657" y="6089"/>
                  <a:pt x="18157" y="6565"/>
                </a:cubicBezTo>
                <a:cubicBezTo>
                  <a:pt x="14270" y="10800"/>
                  <a:pt x="14270" y="10800"/>
                  <a:pt x="14270" y="10800"/>
                </a:cubicBezTo>
                <a:cubicBezTo>
                  <a:pt x="11772" y="12653"/>
                  <a:pt x="11328" y="11700"/>
                  <a:pt x="10828" y="11224"/>
                </a:cubicBezTo>
                <a:cubicBezTo>
                  <a:pt x="10328" y="10800"/>
                  <a:pt x="9329" y="10800"/>
                  <a:pt x="8829" y="11224"/>
                </a:cubicBezTo>
                <a:cubicBezTo>
                  <a:pt x="8329" y="11700"/>
                  <a:pt x="8329" y="12653"/>
                  <a:pt x="8829" y="13130"/>
                </a:cubicBezTo>
                <a:cubicBezTo>
                  <a:pt x="9828" y="14083"/>
                  <a:pt x="10828" y="14506"/>
                  <a:pt x="11772" y="14506"/>
                </a:cubicBezTo>
                <a:cubicBezTo>
                  <a:pt x="13271" y="14506"/>
                  <a:pt x="14715" y="14083"/>
                  <a:pt x="15714" y="12653"/>
                </a:cubicBezTo>
                <a:cubicBezTo>
                  <a:pt x="20156" y="8418"/>
                  <a:pt x="20156" y="8418"/>
                  <a:pt x="20156" y="8418"/>
                </a:cubicBezTo>
                <a:cubicBezTo>
                  <a:pt x="21100" y="7518"/>
                  <a:pt x="21600" y="6089"/>
                  <a:pt x="21600" y="5189"/>
                </a:cubicBezTo>
                <a:cubicBezTo>
                  <a:pt x="21600" y="3759"/>
                  <a:pt x="21100" y="2330"/>
                  <a:pt x="20156" y="143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1" name="Shape 7441"/>
          <p:cNvSpPr/>
          <p:nvPr/>
        </p:nvSpPr>
        <p:spPr>
          <a:xfrm>
            <a:off x="7239317" y="6022645"/>
            <a:ext cx="462974" cy="4102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57" y="0"/>
                </a:moveTo>
                <a:cubicBezTo>
                  <a:pt x="2443" y="0"/>
                  <a:pt x="2443" y="0"/>
                  <a:pt x="2443" y="0"/>
                </a:cubicBezTo>
                <a:cubicBezTo>
                  <a:pt x="944" y="0"/>
                  <a:pt x="0" y="1064"/>
                  <a:pt x="0" y="2755"/>
                </a:cubicBezTo>
                <a:cubicBezTo>
                  <a:pt x="0" y="13837"/>
                  <a:pt x="0" y="13837"/>
                  <a:pt x="0" y="13837"/>
                </a:cubicBezTo>
                <a:cubicBezTo>
                  <a:pt x="0" y="15464"/>
                  <a:pt x="944" y="16591"/>
                  <a:pt x="2443" y="16591"/>
                </a:cubicBezTo>
                <a:cubicBezTo>
                  <a:pt x="7885" y="16591"/>
                  <a:pt x="7885" y="16591"/>
                  <a:pt x="7885" y="16591"/>
                </a:cubicBezTo>
                <a:cubicBezTo>
                  <a:pt x="13771" y="21600"/>
                  <a:pt x="13771" y="21600"/>
                  <a:pt x="13771" y="21600"/>
                </a:cubicBezTo>
                <a:cubicBezTo>
                  <a:pt x="13771" y="16591"/>
                  <a:pt x="13771" y="16591"/>
                  <a:pt x="13771" y="16591"/>
                </a:cubicBezTo>
                <a:cubicBezTo>
                  <a:pt x="19157" y="16591"/>
                  <a:pt x="19157" y="16591"/>
                  <a:pt x="19157" y="16591"/>
                </a:cubicBezTo>
                <a:cubicBezTo>
                  <a:pt x="20656" y="16591"/>
                  <a:pt x="21600" y="15464"/>
                  <a:pt x="21600" y="13837"/>
                </a:cubicBezTo>
                <a:cubicBezTo>
                  <a:pt x="21600" y="2755"/>
                  <a:pt x="21600" y="2755"/>
                  <a:pt x="21600" y="2755"/>
                </a:cubicBezTo>
                <a:cubicBezTo>
                  <a:pt x="21600" y="1064"/>
                  <a:pt x="20656" y="0"/>
                  <a:pt x="19157"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2" name="Shape 7442"/>
          <p:cNvSpPr/>
          <p:nvPr/>
        </p:nvSpPr>
        <p:spPr>
          <a:xfrm>
            <a:off x="17888714" y="4783118"/>
            <a:ext cx="531537" cy="5209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4" y="0"/>
                </a:moveTo>
                <a:lnTo>
                  <a:pt x="13847" y="7963"/>
                </a:lnTo>
                <a:lnTo>
                  <a:pt x="21600" y="7963"/>
                </a:lnTo>
                <a:lnTo>
                  <a:pt x="15115" y="12791"/>
                </a:lnTo>
                <a:lnTo>
                  <a:pt x="17260" y="21600"/>
                </a:lnTo>
                <a:lnTo>
                  <a:pt x="10824" y="16275"/>
                </a:lnTo>
                <a:lnTo>
                  <a:pt x="4291" y="21600"/>
                </a:lnTo>
                <a:lnTo>
                  <a:pt x="6485" y="12791"/>
                </a:lnTo>
                <a:lnTo>
                  <a:pt x="0" y="7963"/>
                </a:lnTo>
                <a:lnTo>
                  <a:pt x="7801" y="7963"/>
                </a:lnTo>
                <a:lnTo>
                  <a:pt x="10824"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3" name="Shape 7443"/>
          <p:cNvSpPr/>
          <p:nvPr/>
        </p:nvSpPr>
        <p:spPr>
          <a:xfrm>
            <a:off x="2471087" y="7167233"/>
            <a:ext cx="499884" cy="4998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83" y="10540"/>
                </a:moveTo>
                <a:cubicBezTo>
                  <a:pt x="19783" y="9190"/>
                  <a:pt x="20717" y="8256"/>
                  <a:pt x="21600" y="7321"/>
                </a:cubicBezTo>
                <a:cubicBezTo>
                  <a:pt x="21600" y="6854"/>
                  <a:pt x="21185" y="5971"/>
                  <a:pt x="21185" y="5504"/>
                </a:cubicBezTo>
                <a:cubicBezTo>
                  <a:pt x="19315" y="5971"/>
                  <a:pt x="18381" y="5037"/>
                  <a:pt x="17498" y="4102"/>
                </a:cubicBezTo>
                <a:cubicBezTo>
                  <a:pt x="16563" y="3219"/>
                  <a:pt x="16096" y="2285"/>
                  <a:pt x="16563" y="883"/>
                </a:cubicBezTo>
                <a:cubicBezTo>
                  <a:pt x="16096" y="467"/>
                  <a:pt x="15213" y="0"/>
                  <a:pt x="14279" y="0"/>
                </a:cubicBezTo>
                <a:cubicBezTo>
                  <a:pt x="13812" y="883"/>
                  <a:pt x="12462" y="1817"/>
                  <a:pt x="11060" y="1817"/>
                </a:cubicBezTo>
                <a:cubicBezTo>
                  <a:pt x="9710" y="1817"/>
                  <a:pt x="8308" y="883"/>
                  <a:pt x="7840" y="0"/>
                </a:cubicBezTo>
                <a:cubicBezTo>
                  <a:pt x="6906" y="0"/>
                  <a:pt x="6023" y="467"/>
                  <a:pt x="5556" y="883"/>
                </a:cubicBezTo>
                <a:cubicBezTo>
                  <a:pt x="6023" y="2285"/>
                  <a:pt x="5556" y="3219"/>
                  <a:pt x="4621" y="4102"/>
                </a:cubicBezTo>
                <a:cubicBezTo>
                  <a:pt x="3738" y="5037"/>
                  <a:pt x="2285" y="5971"/>
                  <a:pt x="935" y="5504"/>
                </a:cubicBezTo>
                <a:cubicBezTo>
                  <a:pt x="935" y="5971"/>
                  <a:pt x="467" y="6854"/>
                  <a:pt x="0" y="7321"/>
                </a:cubicBezTo>
                <a:cubicBezTo>
                  <a:pt x="1402" y="8256"/>
                  <a:pt x="2285" y="9190"/>
                  <a:pt x="2285" y="10540"/>
                </a:cubicBezTo>
                <a:cubicBezTo>
                  <a:pt x="2285" y="11942"/>
                  <a:pt x="1402" y="13292"/>
                  <a:pt x="0" y="14279"/>
                </a:cubicBezTo>
                <a:cubicBezTo>
                  <a:pt x="467" y="14694"/>
                  <a:pt x="935" y="15629"/>
                  <a:pt x="935" y="16096"/>
                </a:cubicBezTo>
                <a:cubicBezTo>
                  <a:pt x="2285" y="16096"/>
                  <a:pt x="3738" y="16096"/>
                  <a:pt x="4621" y="17031"/>
                </a:cubicBezTo>
                <a:cubicBezTo>
                  <a:pt x="5556" y="17913"/>
                  <a:pt x="6023" y="19315"/>
                  <a:pt x="5556" y="20665"/>
                </a:cubicBezTo>
                <a:cubicBezTo>
                  <a:pt x="6023" y="21133"/>
                  <a:pt x="6906" y="21133"/>
                  <a:pt x="7840" y="21600"/>
                </a:cubicBezTo>
                <a:cubicBezTo>
                  <a:pt x="8308" y="20198"/>
                  <a:pt x="9710" y="19315"/>
                  <a:pt x="11060" y="19315"/>
                </a:cubicBezTo>
                <a:cubicBezTo>
                  <a:pt x="12462" y="19315"/>
                  <a:pt x="13812" y="20198"/>
                  <a:pt x="14279" y="21600"/>
                </a:cubicBezTo>
                <a:cubicBezTo>
                  <a:pt x="15213" y="21133"/>
                  <a:pt x="16096" y="21133"/>
                  <a:pt x="16563" y="20665"/>
                </a:cubicBezTo>
                <a:cubicBezTo>
                  <a:pt x="16096" y="19315"/>
                  <a:pt x="16563" y="17913"/>
                  <a:pt x="17498" y="17031"/>
                </a:cubicBezTo>
                <a:cubicBezTo>
                  <a:pt x="18381" y="16096"/>
                  <a:pt x="19315" y="15629"/>
                  <a:pt x="21185" y="16096"/>
                </a:cubicBezTo>
                <a:cubicBezTo>
                  <a:pt x="21185" y="15162"/>
                  <a:pt x="21600" y="14694"/>
                  <a:pt x="21600" y="13760"/>
                </a:cubicBezTo>
                <a:cubicBezTo>
                  <a:pt x="20717" y="13292"/>
                  <a:pt x="19783" y="11942"/>
                  <a:pt x="19783" y="10540"/>
                </a:cubicBezTo>
                <a:close/>
                <a:moveTo>
                  <a:pt x="11060" y="15162"/>
                </a:moveTo>
                <a:cubicBezTo>
                  <a:pt x="8308" y="15162"/>
                  <a:pt x="6490" y="13292"/>
                  <a:pt x="6490" y="10540"/>
                </a:cubicBezTo>
                <a:cubicBezTo>
                  <a:pt x="6490" y="8256"/>
                  <a:pt x="8308" y="5971"/>
                  <a:pt x="11060" y="5971"/>
                </a:cubicBezTo>
                <a:cubicBezTo>
                  <a:pt x="13812" y="5971"/>
                  <a:pt x="15629" y="8256"/>
                  <a:pt x="15629" y="10540"/>
                </a:cubicBezTo>
                <a:cubicBezTo>
                  <a:pt x="15629" y="13292"/>
                  <a:pt x="13812" y="15162"/>
                  <a:pt x="11060" y="1516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4" name="Shape 7444"/>
          <p:cNvSpPr/>
          <p:nvPr/>
        </p:nvSpPr>
        <p:spPr>
          <a:xfrm>
            <a:off x="14323865" y="5962570"/>
            <a:ext cx="535464" cy="532818"/>
          </a:xfrm>
          <a:custGeom>
            <a:avLst/>
            <a:gdLst/>
            <a:ahLst/>
            <a:cxnLst>
              <a:cxn ang="0">
                <a:pos x="wd2" y="hd2"/>
              </a:cxn>
              <a:cxn ang="5400000">
                <a:pos x="wd2" y="hd2"/>
              </a:cxn>
              <a:cxn ang="10800000">
                <a:pos x="wd2" y="hd2"/>
              </a:cxn>
              <a:cxn ang="16200000">
                <a:pos x="wd2" y="hd2"/>
              </a:cxn>
            </a:cxnLst>
            <a:rect l="0" t="0" r="r" b="b"/>
            <a:pathLst>
              <a:path w="20929" h="20825" fill="norm" stroke="1" extrusionOk="0">
                <a:moveTo>
                  <a:pt x="18881" y="1992"/>
                </a:moveTo>
                <a:cubicBezTo>
                  <a:pt x="16772" y="352"/>
                  <a:pt x="14289" y="-538"/>
                  <a:pt x="13446" y="352"/>
                </a:cubicBezTo>
                <a:cubicBezTo>
                  <a:pt x="10541" y="3210"/>
                  <a:pt x="10541" y="3210"/>
                  <a:pt x="10541" y="3210"/>
                </a:cubicBezTo>
                <a:cubicBezTo>
                  <a:pt x="10119" y="3632"/>
                  <a:pt x="9744" y="5319"/>
                  <a:pt x="9744" y="6959"/>
                </a:cubicBezTo>
                <a:cubicBezTo>
                  <a:pt x="139" y="16470"/>
                  <a:pt x="139" y="16470"/>
                  <a:pt x="139" y="16470"/>
                </a:cubicBezTo>
                <a:cubicBezTo>
                  <a:pt x="-236" y="16892"/>
                  <a:pt x="139" y="18579"/>
                  <a:pt x="1404" y="19422"/>
                </a:cubicBezTo>
                <a:cubicBezTo>
                  <a:pt x="2669" y="20687"/>
                  <a:pt x="3934" y="21062"/>
                  <a:pt x="4356" y="20687"/>
                </a:cubicBezTo>
                <a:cubicBezTo>
                  <a:pt x="13867" y="11082"/>
                  <a:pt x="13867" y="11082"/>
                  <a:pt x="13867" y="11082"/>
                </a:cubicBezTo>
                <a:cubicBezTo>
                  <a:pt x="15507" y="11082"/>
                  <a:pt x="17194" y="10707"/>
                  <a:pt x="17616" y="10285"/>
                </a:cubicBezTo>
                <a:cubicBezTo>
                  <a:pt x="20521" y="7380"/>
                  <a:pt x="20521" y="7380"/>
                  <a:pt x="20521" y="7380"/>
                </a:cubicBezTo>
                <a:cubicBezTo>
                  <a:pt x="21364" y="6537"/>
                  <a:pt x="20942" y="4054"/>
                  <a:pt x="18881" y="1992"/>
                </a:cubicBezTo>
                <a:close/>
                <a:moveTo>
                  <a:pt x="8479" y="11504"/>
                </a:moveTo>
                <a:cubicBezTo>
                  <a:pt x="8057" y="11082"/>
                  <a:pt x="8057" y="10285"/>
                  <a:pt x="8901" y="9864"/>
                </a:cubicBezTo>
                <a:cubicBezTo>
                  <a:pt x="9322" y="9020"/>
                  <a:pt x="10119" y="9020"/>
                  <a:pt x="10541" y="9442"/>
                </a:cubicBezTo>
                <a:cubicBezTo>
                  <a:pt x="10962" y="9864"/>
                  <a:pt x="10962" y="10707"/>
                  <a:pt x="10119" y="11082"/>
                </a:cubicBezTo>
                <a:cubicBezTo>
                  <a:pt x="9744" y="11925"/>
                  <a:pt x="8901" y="11925"/>
                  <a:pt x="8479" y="11504"/>
                </a:cubicBezTo>
                <a:close/>
                <a:moveTo>
                  <a:pt x="16351" y="4897"/>
                </a:moveTo>
                <a:cubicBezTo>
                  <a:pt x="14711" y="3210"/>
                  <a:pt x="14289" y="1149"/>
                  <a:pt x="14289" y="1149"/>
                </a:cubicBezTo>
                <a:cubicBezTo>
                  <a:pt x="14711" y="727"/>
                  <a:pt x="16351" y="1524"/>
                  <a:pt x="18037" y="2836"/>
                </a:cubicBezTo>
                <a:cubicBezTo>
                  <a:pt x="19677" y="4475"/>
                  <a:pt x="20099" y="6115"/>
                  <a:pt x="19677" y="6537"/>
                </a:cubicBezTo>
                <a:cubicBezTo>
                  <a:pt x="19677" y="6537"/>
                  <a:pt x="17616" y="6115"/>
                  <a:pt x="16351" y="489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5" name="Shape 7445"/>
          <p:cNvSpPr/>
          <p:nvPr/>
        </p:nvSpPr>
        <p:spPr>
          <a:xfrm>
            <a:off x="1273754" y="7164202"/>
            <a:ext cx="535763" cy="502918"/>
          </a:xfrm>
          <a:custGeom>
            <a:avLst/>
            <a:gdLst/>
            <a:ahLst/>
            <a:cxnLst>
              <a:cxn ang="0">
                <a:pos x="wd2" y="hd2"/>
              </a:cxn>
              <a:cxn ang="5400000">
                <a:pos x="wd2" y="hd2"/>
              </a:cxn>
              <a:cxn ang="10800000">
                <a:pos x="wd2" y="hd2"/>
              </a:cxn>
              <a:cxn ang="16200000">
                <a:pos x="wd2" y="hd2"/>
              </a:cxn>
            </a:cxnLst>
            <a:rect l="0" t="0" r="r" b="b"/>
            <a:pathLst>
              <a:path w="21348" h="17053" fill="norm" stroke="1" extrusionOk="0">
                <a:moveTo>
                  <a:pt x="20740" y="3005"/>
                </a:moveTo>
                <a:cubicBezTo>
                  <a:pt x="7216" y="7674"/>
                  <a:pt x="12712" y="-4547"/>
                  <a:pt x="2103" y="1949"/>
                </a:cubicBezTo>
                <a:cubicBezTo>
                  <a:pt x="0" y="2680"/>
                  <a:pt x="0" y="2680"/>
                  <a:pt x="0" y="2680"/>
                </a:cubicBezTo>
                <a:cubicBezTo>
                  <a:pt x="4205" y="17053"/>
                  <a:pt x="4205" y="17053"/>
                  <a:pt x="4205" y="17053"/>
                </a:cubicBezTo>
                <a:cubicBezTo>
                  <a:pt x="6738" y="17053"/>
                  <a:pt x="6738" y="17053"/>
                  <a:pt x="6738" y="17053"/>
                </a:cubicBezTo>
                <a:cubicBezTo>
                  <a:pt x="4635" y="9867"/>
                  <a:pt x="4635" y="9867"/>
                  <a:pt x="4635" y="9867"/>
                </a:cubicBezTo>
                <a:cubicBezTo>
                  <a:pt x="14002" y="3370"/>
                  <a:pt x="10179" y="17053"/>
                  <a:pt x="21170" y="3370"/>
                </a:cubicBezTo>
                <a:cubicBezTo>
                  <a:pt x="21600" y="3370"/>
                  <a:pt x="21170" y="3005"/>
                  <a:pt x="20740" y="3005"/>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6" name="Shape 7446"/>
          <p:cNvSpPr/>
          <p:nvPr/>
        </p:nvSpPr>
        <p:spPr>
          <a:xfrm>
            <a:off x="16730977" y="5967710"/>
            <a:ext cx="473669" cy="523022"/>
          </a:xfrm>
          <a:custGeom>
            <a:avLst/>
            <a:gdLst/>
            <a:ahLst/>
            <a:cxnLst>
              <a:cxn ang="0">
                <a:pos x="wd2" y="hd2"/>
              </a:cxn>
              <a:cxn ang="5400000">
                <a:pos x="wd2" y="hd2"/>
              </a:cxn>
              <a:cxn ang="10800000">
                <a:pos x="wd2" y="hd2"/>
              </a:cxn>
              <a:cxn ang="16200000">
                <a:pos x="wd2" y="hd2"/>
              </a:cxn>
            </a:cxnLst>
            <a:rect l="0" t="0" r="r" b="b"/>
            <a:pathLst>
              <a:path w="20044" h="20442" fill="norm" stroke="1" extrusionOk="0">
                <a:moveTo>
                  <a:pt x="15836" y="8388"/>
                </a:moveTo>
                <a:cubicBezTo>
                  <a:pt x="13143" y="2625"/>
                  <a:pt x="11313" y="516"/>
                  <a:pt x="6841" y="516"/>
                </a:cubicBezTo>
                <a:cubicBezTo>
                  <a:pt x="5011" y="516"/>
                  <a:pt x="5468" y="-327"/>
                  <a:pt x="4147" y="142"/>
                </a:cubicBezTo>
                <a:cubicBezTo>
                  <a:pt x="2775" y="516"/>
                  <a:pt x="4147" y="938"/>
                  <a:pt x="2775" y="2203"/>
                </a:cubicBezTo>
                <a:cubicBezTo>
                  <a:pt x="-783" y="4686"/>
                  <a:pt x="-376" y="7591"/>
                  <a:pt x="996" y="13401"/>
                </a:cubicBezTo>
                <a:cubicBezTo>
                  <a:pt x="1911" y="15885"/>
                  <a:pt x="-376" y="16260"/>
                  <a:pt x="538" y="18790"/>
                </a:cubicBezTo>
                <a:cubicBezTo>
                  <a:pt x="996" y="20476"/>
                  <a:pt x="6383" y="21273"/>
                  <a:pt x="11821" y="19211"/>
                </a:cubicBezTo>
                <a:cubicBezTo>
                  <a:pt x="17209" y="17571"/>
                  <a:pt x="20817" y="13776"/>
                  <a:pt x="19902" y="12136"/>
                </a:cubicBezTo>
                <a:cubicBezTo>
                  <a:pt x="18987" y="9653"/>
                  <a:pt x="17209" y="10871"/>
                  <a:pt x="15836" y="8388"/>
                </a:cubicBezTo>
                <a:close/>
                <a:moveTo>
                  <a:pt x="11313" y="17993"/>
                </a:moveTo>
                <a:cubicBezTo>
                  <a:pt x="6383" y="19633"/>
                  <a:pt x="2317" y="18368"/>
                  <a:pt x="1911" y="17993"/>
                </a:cubicBezTo>
                <a:cubicBezTo>
                  <a:pt x="1911" y="17571"/>
                  <a:pt x="3689" y="14620"/>
                  <a:pt x="9077" y="12980"/>
                </a:cubicBezTo>
                <a:cubicBezTo>
                  <a:pt x="14972" y="10871"/>
                  <a:pt x="18123" y="11715"/>
                  <a:pt x="18123" y="12558"/>
                </a:cubicBezTo>
                <a:cubicBezTo>
                  <a:pt x="18530" y="12980"/>
                  <a:pt x="16294" y="16260"/>
                  <a:pt x="11313" y="17993"/>
                </a:cubicBezTo>
                <a:close/>
                <a:moveTo>
                  <a:pt x="9534" y="13776"/>
                </a:moveTo>
                <a:cubicBezTo>
                  <a:pt x="6841" y="14620"/>
                  <a:pt x="5468" y="15463"/>
                  <a:pt x="4147" y="16681"/>
                </a:cubicBezTo>
                <a:cubicBezTo>
                  <a:pt x="5011" y="17150"/>
                  <a:pt x="6383" y="17571"/>
                  <a:pt x="7705" y="16681"/>
                </a:cubicBezTo>
                <a:cubicBezTo>
                  <a:pt x="9992" y="16260"/>
                  <a:pt x="10906" y="14620"/>
                  <a:pt x="10449" y="13401"/>
                </a:cubicBezTo>
                <a:cubicBezTo>
                  <a:pt x="10449" y="13401"/>
                  <a:pt x="9992" y="13776"/>
                  <a:pt x="9534" y="1377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7" name="Shape 7447"/>
          <p:cNvSpPr/>
          <p:nvPr/>
        </p:nvSpPr>
        <p:spPr>
          <a:xfrm>
            <a:off x="15494051" y="5969896"/>
            <a:ext cx="573732" cy="5104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5" y="6251"/>
                </a:moveTo>
                <a:cubicBezTo>
                  <a:pt x="20380" y="6251"/>
                  <a:pt x="20380" y="6251"/>
                  <a:pt x="20380" y="6251"/>
                </a:cubicBezTo>
                <a:cubicBezTo>
                  <a:pt x="20787" y="6251"/>
                  <a:pt x="20787" y="5845"/>
                  <a:pt x="20380" y="5387"/>
                </a:cubicBezTo>
                <a:cubicBezTo>
                  <a:pt x="20380" y="5387"/>
                  <a:pt x="16810" y="4015"/>
                  <a:pt x="15997" y="4015"/>
                </a:cubicBezTo>
                <a:cubicBezTo>
                  <a:pt x="15183" y="4015"/>
                  <a:pt x="15183" y="4015"/>
                  <a:pt x="15183" y="4015"/>
                </a:cubicBezTo>
                <a:cubicBezTo>
                  <a:pt x="15183" y="0"/>
                  <a:pt x="15183" y="0"/>
                  <a:pt x="15183" y="0"/>
                </a:cubicBezTo>
                <a:cubicBezTo>
                  <a:pt x="6372" y="0"/>
                  <a:pt x="6372" y="0"/>
                  <a:pt x="6372" y="0"/>
                </a:cubicBezTo>
                <a:cubicBezTo>
                  <a:pt x="6372" y="4015"/>
                  <a:pt x="6372" y="4015"/>
                  <a:pt x="6372" y="4015"/>
                </a:cubicBezTo>
                <a:cubicBezTo>
                  <a:pt x="5603" y="4015"/>
                  <a:pt x="5603" y="4015"/>
                  <a:pt x="5603" y="4015"/>
                </a:cubicBezTo>
                <a:cubicBezTo>
                  <a:pt x="4790" y="4015"/>
                  <a:pt x="1175" y="5387"/>
                  <a:pt x="1175" y="5387"/>
                </a:cubicBezTo>
                <a:cubicBezTo>
                  <a:pt x="768" y="5845"/>
                  <a:pt x="768" y="6251"/>
                  <a:pt x="1175" y="6251"/>
                </a:cubicBezTo>
                <a:close/>
                <a:moveTo>
                  <a:pt x="20380" y="8081"/>
                </a:moveTo>
                <a:cubicBezTo>
                  <a:pt x="1175" y="8081"/>
                  <a:pt x="1175" y="8081"/>
                  <a:pt x="1175" y="8081"/>
                </a:cubicBezTo>
                <a:cubicBezTo>
                  <a:pt x="362" y="8081"/>
                  <a:pt x="0" y="8538"/>
                  <a:pt x="0" y="9402"/>
                </a:cubicBezTo>
                <a:cubicBezTo>
                  <a:pt x="0" y="13926"/>
                  <a:pt x="0" y="13926"/>
                  <a:pt x="0" y="13926"/>
                </a:cubicBezTo>
                <a:cubicBezTo>
                  <a:pt x="0" y="14383"/>
                  <a:pt x="362" y="15247"/>
                  <a:pt x="1175" y="15247"/>
                </a:cubicBezTo>
                <a:cubicBezTo>
                  <a:pt x="3208" y="15247"/>
                  <a:pt x="3208" y="15247"/>
                  <a:pt x="3208" y="15247"/>
                </a:cubicBezTo>
                <a:cubicBezTo>
                  <a:pt x="2395" y="21600"/>
                  <a:pt x="2395" y="21600"/>
                  <a:pt x="2395" y="21600"/>
                </a:cubicBezTo>
                <a:cubicBezTo>
                  <a:pt x="19205" y="21600"/>
                  <a:pt x="19205" y="21600"/>
                  <a:pt x="19205" y="21600"/>
                </a:cubicBezTo>
                <a:cubicBezTo>
                  <a:pt x="18392" y="15247"/>
                  <a:pt x="18392" y="15247"/>
                  <a:pt x="18392" y="15247"/>
                </a:cubicBezTo>
                <a:cubicBezTo>
                  <a:pt x="20380" y="15247"/>
                  <a:pt x="20380" y="15247"/>
                  <a:pt x="20380" y="15247"/>
                </a:cubicBezTo>
                <a:cubicBezTo>
                  <a:pt x="21193" y="15247"/>
                  <a:pt x="21600" y="14383"/>
                  <a:pt x="21600" y="13926"/>
                </a:cubicBezTo>
                <a:cubicBezTo>
                  <a:pt x="21600" y="9402"/>
                  <a:pt x="21600" y="9402"/>
                  <a:pt x="21600" y="9402"/>
                </a:cubicBezTo>
                <a:cubicBezTo>
                  <a:pt x="21600" y="8538"/>
                  <a:pt x="21193" y="8081"/>
                  <a:pt x="20380" y="8081"/>
                </a:cubicBezTo>
                <a:close/>
                <a:moveTo>
                  <a:pt x="4383" y="18906"/>
                </a:moveTo>
                <a:cubicBezTo>
                  <a:pt x="5965" y="10775"/>
                  <a:pt x="5965" y="10775"/>
                  <a:pt x="5965" y="10775"/>
                </a:cubicBezTo>
                <a:cubicBezTo>
                  <a:pt x="15590" y="10775"/>
                  <a:pt x="15590" y="10775"/>
                  <a:pt x="15590" y="10775"/>
                </a:cubicBezTo>
                <a:cubicBezTo>
                  <a:pt x="17217" y="18906"/>
                  <a:pt x="17217" y="18906"/>
                  <a:pt x="17217" y="18906"/>
                </a:cubicBezTo>
                <a:lnTo>
                  <a:pt x="4383" y="1890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8" name="Shape 7448"/>
          <p:cNvSpPr/>
          <p:nvPr/>
        </p:nvSpPr>
        <p:spPr>
          <a:xfrm>
            <a:off x="5989239" y="5959349"/>
            <a:ext cx="594832" cy="5315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184" y="13378"/>
                </a:moveTo>
                <a:cubicBezTo>
                  <a:pt x="6184" y="6081"/>
                  <a:pt x="6184" y="6081"/>
                  <a:pt x="6184" y="6081"/>
                </a:cubicBezTo>
                <a:cubicBezTo>
                  <a:pt x="2308" y="6081"/>
                  <a:pt x="2308" y="6081"/>
                  <a:pt x="2308" y="6081"/>
                </a:cubicBezTo>
                <a:cubicBezTo>
                  <a:pt x="784" y="6081"/>
                  <a:pt x="0" y="7346"/>
                  <a:pt x="0" y="8659"/>
                </a:cubicBezTo>
                <a:cubicBezTo>
                  <a:pt x="0" y="15519"/>
                  <a:pt x="0" y="15519"/>
                  <a:pt x="0" y="15519"/>
                </a:cubicBezTo>
                <a:cubicBezTo>
                  <a:pt x="0" y="17222"/>
                  <a:pt x="784" y="18146"/>
                  <a:pt x="2308" y="18146"/>
                </a:cubicBezTo>
                <a:cubicBezTo>
                  <a:pt x="3092" y="18146"/>
                  <a:pt x="3092" y="18146"/>
                  <a:pt x="3092" y="18146"/>
                </a:cubicBezTo>
                <a:cubicBezTo>
                  <a:pt x="3092" y="21600"/>
                  <a:pt x="3092" y="21600"/>
                  <a:pt x="3092" y="21600"/>
                </a:cubicBezTo>
                <a:cubicBezTo>
                  <a:pt x="6576" y="18146"/>
                  <a:pt x="6576" y="18146"/>
                  <a:pt x="6576" y="18146"/>
                </a:cubicBezTo>
                <a:cubicBezTo>
                  <a:pt x="11932" y="18146"/>
                  <a:pt x="11932" y="18146"/>
                  <a:pt x="11932" y="18146"/>
                </a:cubicBezTo>
                <a:cubicBezTo>
                  <a:pt x="13152" y="18146"/>
                  <a:pt x="13892" y="17222"/>
                  <a:pt x="13892" y="15519"/>
                </a:cubicBezTo>
                <a:cubicBezTo>
                  <a:pt x="13892" y="13378"/>
                  <a:pt x="13892" y="13378"/>
                  <a:pt x="13892" y="13378"/>
                </a:cubicBezTo>
                <a:lnTo>
                  <a:pt x="6184" y="13378"/>
                </a:lnTo>
                <a:close/>
                <a:moveTo>
                  <a:pt x="19292" y="0"/>
                </a:moveTo>
                <a:cubicBezTo>
                  <a:pt x="9624" y="0"/>
                  <a:pt x="9624" y="0"/>
                  <a:pt x="9624" y="0"/>
                </a:cubicBezTo>
                <a:cubicBezTo>
                  <a:pt x="8492" y="0"/>
                  <a:pt x="7708" y="1314"/>
                  <a:pt x="7708" y="2627"/>
                </a:cubicBezTo>
                <a:cubicBezTo>
                  <a:pt x="7708" y="12065"/>
                  <a:pt x="7708" y="12065"/>
                  <a:pt x="7708" y="12065"/>
                </a:cubicBezTo>
                <a:cubicBezTo>
                  <a:pt x="15068" y="12065"/>
                  <a:pt x="15068" y="12065"/>
                  <a:pt x="15068" y="12065"/>
                </a:cubicBezTo>
                <a:cubicBezTo>
                  <a:pt x="18508" y="15519"/>
                  <a:pt x="18508" y="15519"/>
                  <a:pt x="18508" y="15519"/>
                </a:cubicBezTo>
                <a:cubicBezTo>
                  <a:pt x="18508" y="12065"/>
                  <a:pt x="18508" y="12065"/>
                  <a:pt x="18508" y="12065"/>
                </a:cubicBezTo>
                <a:cubicBezTo>
                  <a:pt x="19292" y="12065"/>
                  <a:pt x="19292" y="12065"/>
                  <a:pt x="19292" y="12065"/>
                </a:cubicBezTo>
                <a:cubicBezTo>
                  <a:pt x="20468" y="12065"/>
                  <a:pt x="21600" y="11238"/>
                  <a:pt x="21600" y="9486"/>
                </a:cubicBezTo>
                <a:cubicBezTo>
                  <a:pt x="21600" y="2627"/>
                  <a:pt x="21600" y="2627"/>
                  <a:pt x="21600" y="2627"/>
                </a:cubicBezTo>
                <a:cubicBezTo>
                  <a:pt x="21600" y="1314"/>
                  <a:pt x="20468" y="0"/>
                  <a:pt x="19292"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49" name="Shape 7449"/>
          <p:cNvSpPr/>
          <p:nvPr/>
        </p:nvSpPr>
        <p:spPr>
          <a:xfrm>
            <a:off x="8436647" y="6033194"/>
            <a:ext cx="448248" cy="394394"/>
          </a:xfrm>
          <a:custGeom>
            <a:avLst/>
            <a:gdLst/>
            <a:ahLst/>
            <a:cxnLst>
              <a:cxn ang="0">
                <a:pos x="wd2" y="hd2"/>
              </a:cxn>
              <a:cxn ang="5400000">
                <a:pos x="wd2" y="hd2"/>
              </a:cxn>
              <a:cxn ang="10800000">
                <a:pos x="wd2" y="hd2"/>
              </a:cxn>
              <a:cxn ang="16200000">
                <a:pos x="wd2" y="hd2"/>
              </a:cxn>
            </a:cxnLst>
            <a:rect l="0" t="0" r="r" b="b"/>
            <a:pathLst>
              <a:path w="18215" h="21600" fill="norm" stroke="1" extrusionOk="0">
                <a:moveTo>
                  <a:pt x="3413" y="0"/>
                </a:moveTo>
                <a:cubicBezTo>
                  <a:pt x="1268" y="0"/>
                  <a:pt x="0" y="2305"/>
                  <a:pt x="0" y="4610"/>
                </a:cubicBezTo>
                <a:cubicBezTo>
                  <a:pt x="0" y="7573"/>
                  <a:pt x="1268" y="9878"/>
                  <a:pt x="3413" y="9878"/>
                </a:cubicBezTo>
                <a:cubicBezTo>
                  <a:pt x="6924" y="9878"/>
                  <a:pt x="4778" y="19163"/>
                  <a:pt x="0" y="19163"/>
                </a:cubicBezTo>
                <a:cubicBezTo>
                  <a:pt x="0" y="21600"/>
                  <a:pt x="0" y="21600"/>
                  <a:pt x="0" y="21600"/>
                </a:cubicBezTo>
                <a:cubicBezTo>
                  <a:pt x="8191" y="21600"/>
                  <a:pt x="11653" y="0"/>
                  <a:pt x="3413" y="0"/>
                </a:cubicBezTo>
                <a:close/>
                <a:moveTo>
                  <a:pt x="13409" y="0"/>
                </a:moveTo>
                <a:cubicBezTo>
                  <a:pt x="11653" y="0"/>
                  <a:pt x="9947" y="2305"/>
                  <a:pt x="9947" y="4610"/>
                </a:cubicBezTo>
                <a:cubicBezTo>
                  <a:pt x="9947" y="7573"/>
                  <a:pt x="11653" y="9878"/>
                  <a:pt x="13409" y="9878"/>
                </a:cubicBezTo>
                <a:cubicBezTo>
                  <a:pt x="17260" y="9878"/>
                  <a:pt x="14676" y="19163"/>
                  <a:pt x="9947" y="19163"/>
                </a:cubicBezTo>
                <a:cubicBezTo>
                  <a:pt x="9947" y="21600"/>
                  <a:pt x="9947" y="21600"/>
                  <a:pt x="9947" y="21600"/>
                </a:cubicBezTo>
                <a:cubicBezTo>
                  <a:pt x="18577" y="21600"/>
                  <a:pt x="21600" y="0"/>
                  <a:pt x="13409"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0" name="Shape 7450"/>
          <p:cNvSpPr/>
          <p:nvPr/>
        </p:nvSpPr>
        <p:spPr>
          <a:xfrm>
            <a:off x="11986448" y="5990997"/>
            <a:ext cx="468238" cy="4787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63" y="0"/>
                </a:moveTo>
                <a:cubicBezTo>
                  <a:pt x="7865" y="0"/>
                  <a:pt x="7865" y="0"/>
                  <a:pt x="7865" y="0"/>
                </a:cubicBezTo>
                <a:cubicBezTo>
                  <a:pt x="6369" y="0"/>
                  <a:pt x="5428" y="974"/>
                  <a:pt x="5428" y="2382"/>
                </a:cubicBezTo>
                <a:cubicBezTo>
                  <a:pt x="5428" y="13426"/>
                  <a:pt x="5428" y="13426"/>
                  <a:pt x="5428" y="13426"/>
                </a:cubicBezTo>
                <a:cubicBezTo>
                  <a:pt x="5428" y="14833"/>
                  <a:pt x="6369" y="15808"/>
                  <a:pt x="7865" y="15808"/>
                </a:cubicBezTo>
                <a:cubicBezTo>
                  <a:pt x="19163" y="15808"/>
                  <a:pt x="19163" y="15808"/>
                  <a:pt x="19163" y="15808"/>
                </a:cubicBezTo>
                <a:cubicBezTo>
                  <a:pt x="20603" y="15808"/>
                  <a:pt x="21600" y="14833"/>
                  <a:pt x="21600" y="13426"/>
                </a:cubicBezTo>
                <a:cubicBezTo>
                  <a:pt x="21600" y="2382"/>
                  <a:pt x="21600" y="2382"/>
                  <a:pt x="21600" y="2382"/>
                </a:cubicBezTo>
                <a:cubicBezTo>
                  <a:pt x="21600" y="974"/>
                  <a:pt x="20603" y="0"/>
                  <a:pt x="19163" y="0"/>
                </a:cubicBezTo>
                <a:close/>
                <a:moveTo>
                  <a:pt x="19163" y="13426"/>
                </a:moveTo>
                <a:cubicBezTo>
                  <a:pt x="7865" y="13426"/>
                  <a:pt x="7865" y="13426"/>
                  <a:pt x="7865" y="13426"/>
                </a:cubicBezTo>
                <a:cubicBezTo>
                  <a:pt x="7865" y="2382"/>
                  <a:pt x="7865" y="2382"/>
                  <a:pt x="7865" y="2382"/>
                </a:cubicBezTo>
                <a:cubicBezTo>
                  <a:pt x="19163" y="2382"/>
                  <a:pt x="19163" y="2382"/>
                  <a:pt x="19163" y="2382"/>
                </a:cubicBezTo>
                <a:lnTo>
                  <a:pt x="19163" y="13426"/>
                </a:lnTo>
                <a:close/>
                <a:moveTo>
                  <a:pt x="2492" y="10556"/>
                </a:moveTo>
                <a:cubicBezTo>
                  <a:pt x="0" y="10556"/>
                  <a:pt x="0" y="10556"/>
                  <a:pt x="0" y="10556"/>
                </a:cubicBezTo>
                <a:cubicBezTo>
                  <a:pt x="0" y="18731"/>
                  <a:pt x="0" y="18731"/>
                  <a:pt x="0" y="18731"/>
                </a:cubicBezTo>
                <a:cubicBezTo>
                  <a:pt x="0" y="20138"/>
                  <a:pt x="997" y="21600"/>
                  <a:pt x="2492" y="21600"/>
                </a:cubicBezTo>
                <a:cubicBezTo>
                  <a:pt x="10855" y="21600"/>
                  <a:pt x="10855" y="21600"/>
                  <a:pt x="10855" y="21600"/>
                </a:cubicBezTo>
                <a:cubicBezTo>
                  <a:pt x="10855" y="18731"/>
                  <a:pt x="10855" y="18731"/>
                  <a:pt x="10855" y="18731"/>
                </a:cubicBezTo>
                <a:cubicBezTo>
                  <a:pt x="2492" y="18731"/>
                  <a:pt x="2492" y="18731"/>
                  <a:pt x="2492" y="18731"/>
                </a:cubicBezTo>
                <a:lnTo>
                  <a:pt x="2492" y="1055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1" name="Shape 7451"/>
          <p:cNvSpPr/>
          <p:nvPr/>
        </p:nvSpPr>
        <p:spPr>
          <a:xfrm>
            <a:off x="20228396" y="7279720"/>
            <a:ext cx="510436" cy="3469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62" y="3921"/>
                </a:moveTo>
                <a:cubicBezTo>
                  <a:pt x="5425" y="3921"/>
                  <a:pt x="5425" y="3921"/>
                  <a:pt x="5425" y="3921"/>
                </a:cubicBezTo>
                <a:cubicBezTo>
                  <a:pt x="5425" y="0"/>
                  <a:pt x="5425" y="0"/>
                  <a:pt x="5425" y="0"/>
                </a:cubicBezTo>
                <a:cubicBezTo>
                  <a:pt x="0" y="6584"/>
                  <a:pt x="0" y="6584"/>
                  <a:pt x="0" y="6584"/>
                </a:cubicBezTo>
                <a:cubicBezTo>
                  <a:pt x="5425" y="13093"/>
                  <a:pt x="5425" y="13093"/>
                  <a:pt x="5425" y="13093"/>
                </a:cubicBezTo>
                <a:cubicBezTo>
                  <a:pt x="5425" y="9173"/>
                  <a:pt x="5425" y="9173"/>
                  <a:pt x="5425" y="9173"/>
                </a:cubicBezTo>
                <a:cubicBezTo>
                  <a:pt x="17949" y="9173"/>
                  <a:pt x="17949" y="9173"/>
                  <a:pt x="17949" y="9173"/>
                </a:cubicBezTo>
                <a:cubicBezTo>
                  <a:pt x="17949" y="16348"/>
                  <a:pt x="17949" y="16348"/>
                  <a:pt x="17949" y="16348"/>
                </a:cubicBezTo>
                <a:cubicBezTo>
                  <a:pt x="1369" y="16348"/>
                  <a:pt x="1369" y="16348"/>
                  <a:pt x="1369" y="16348"/>
                </a:cubicBezTo>
                <a:cubicBezTo>
                  <a:pt x="1369" y="21600"/>
                  <a:pt x="1369" y="21600"/>
                  <a:pt x="1369" y="21600"/>
                </a:cubicBezTo>
                <a:cubicBezTo>
                  <a:pt x="18862" y="21600"/>
                  <a:pt x="18862" y="21600"/>
                  <a:pt x="18862" y="21600"/>
                </a:cubicBezTo>
                <a:cubicBezTo>
                  <a:pt x="20231" y="21600"/>
                  <a:pt x="21600" y="20268"/>
                  <a:pt x="21600" y="18345"/>
                </a:cubicBezTo>
                <a:cubicBezTo>
                  <a:pt x="21600" y="7175"/>
                  <a:pt x="21600" y="7175"/>
                  <a:pt x="21600" y="7175"/>
                </a:cubicBezTo>
                <a:cubicBezTo>
                  <a:pt x="21600" y="5252"/>
                  <a:pt x="20231" y="3921"/>
                  <a:pt x="18862" y="3921"/>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2" name="Shape 7452"/>
          <p:cNvSpPr/>
          <p:nvPr/>
        </p:nvSpPr>
        <p:spPr>
          <a:xfrm>
            <a:off x="10763800" y="5985544"/>
            <a:ext cx="539997" cy="484242"/>
          </a:xfrm>
          <a:custGeom>
            <a:avLst/>
            <a:gdLst/>
            <a:ahLst/>
            <a:cxnLst>
              <a:cxn ang="0">
                <a:pos x="wd2" y="hd2"/>
              </a:cxn>
              <a:cxn ang="5400000">
                <a:pos x="wd2" y="hd2"/>
              </a:cxn>
              <a:cxn ang="10800000">
                <a:pos x="wd2" y="hd2"/>
              </a:cxn>
              <a:cxn ang="16200000">
                <a:pos x="wd2" y="hd2"/>
              </a:cxn>
            </a:cxnLst>
            <a:rect l="0" t="0" r="r" b="b"/>
            <a:pathLst>
              <a:path w="21106" h="21375" fill="norm" stroke="1" extrusionOk="0">
                <a:moveTo>
                  <a:pt x="20929" y="11051"/>
                </a:moveTo>
                <a:cubicBezTo>
                  <a:pt x="11350" y="675"/>
                  <a:pt x="11350" y="675"/>
                  <a:pt x="11350" y="675"/>
                </a:cubicBezTo>
                <a:cubicBezTo>
                  <a:pt x="10928" y="-225"/>
                  <a:pt x="10129" y="-225"/>
                  <a:pt x="9707" y="675"/>
                </a:cubicBezTo>
                <a:cubicBezTo>
                  <a:pt x="175" y="11051"/>
                  <a:pt x="175" y="11051"/>
                  <a:pt x="175" y="11051"/>
                </a:cubicBezTo>
                <a:cubicBezTo>
                  <a:pt x="-248" y="11475"/>
                  <a:pt x="175" y="11951"/>
                  <a:pt x="597" y="11951"/>
                </a:cubicBezTo>
                <a:cubicBezTo>
                  <a:pt x="2663" y="11951"/>
                  <a:pt x="2663" y="11951"/>
                  <a:pt x="2663" y="11951"/>
                </a:cubicBezTo>
                <a:cubicBezTo>
                  <a:pt x="2663" y="20422"/>
                  <a:pt x="2663" y="20422"/>
                  <a:pt x="2663" y="20422"/>
                </a:cubicBezTo>
                <a:cubicBezTo>
                  <a:pt x="2663" y="20899"/>
                  <a:pt x="2663" y="21375"/>
                  <a:pt x="3462" y="21375"/>
                </a:cubicBezTo>
                <a:cubicBezTo>
                  <a:pt x="8063" y="21375"/>
                  <a:pt x="8063" y="21375"/>
                  <a:pt x="8063" y="21375"/>
                </a:cubicBezTo>
                <a:cubicBezTo>
                  <a:pt x="8063" y="12904"/>
                  <a:pt x="8063" y="12904"/>
                  <a:pt x="8063" y="12904"/>
                </a:cubicBezTo>
                <a:cubicBezTo>
                  <a:pt x="13041" y="12904"/>
                  <a:pt x="13041" y="12904"/>
                  <a:pt x="13041" y="12904"/>
                </a:cubicBezTo>
                <a:cubicBezTo>
                  <a:pt x="13041" y="21375"/>
                  <a:pt x="13041" y="21375"/>
                  <a:pt x="13041" y="21375"/>
                </a:cubicBezTo>
                <a:cubicBezTo>
                  <a:pt x="17642" y="21375"/>
                  <a:pt x="17642" y="21375"/>
                  <a:pt x="17642" y="21375"/>
                </a:cubicBezTo>
                <a:cubicBezTo>
                  <a:pt x="18441" y="21375"/>
                  <a:pt x="18441" y="20899"/>
                  <a:pt x="18441" y="20422"/>
                </a:cubicBezTo>
                <a:cubicBezTo>
                  <a:pt x="18441" y="11951"/>
                  <a:pt x="18441" y="11951"/>
                  <a:pt x="18441" y="11951"/>
                </a:cubicBezTo>
                <a:cubicBezTo>
                  <a:pt x="20554" y="11951"/>
                  <a:pt x="20554" y="11951"/>
                  <a:pt x="20554" y="11951"/>
                </a:cubicBezTo>
                <a:cubicBezTo>
                  <a:pt x="20929" y="11951"/>
                  <a:pt x="21352" y="11475"/>
                  <a:pt x="20929" y="11051"/>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3" name="Shape 7453"/>
          <p:cNvSpPr/>
          <p:nvPr/>
        </p:nvSpPr>
        <p:spPr>
          <a:xfrm>
            <a:off x="2428891" y="4804216"/>
            <a:ext cx="594828" cy="4787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2" y="0"/>
                </a:moveTo>
                <a:cubicBezTo>
                  <a:pt x="2308" y="0"/>
                  <a:pt x="2308" y="0"/>
                  <a:pt x="2308" y="0"/>
                </a:cubicBezTo>
                <a:cubicBezTo>
                  <a:pt x="740" y="0"/>
                  <a:pt x="0" y="974"/>
                  <a:pt x="0" y="2382"/>
                </a:cubicBezTo>
                <a:cubicBezTo>
                  <a:pt x="0" y="18731"/>
                  <a:pt x="0" y="18731"/>
                  <a:pt x="0" y="18731"/>
                </a:cubicBezTo>
                <a:cubicBezTo>
                  <a:pt x="0" y="20192"/>
                  <a:pt x="740" y="21600"/>
                  <a:pt x="2308" y="21600"/>
                </a:cubicBezTo>
                <a:cubicBezTo>
                  <a:pt x="19292" y="21600"/>
                  <a:pt x="19292" y="21600"/>
                  <a:pt x="19292" y="21600"/>
                </a:cubicBezTo>
                <a:cubicBezTo>
                  <a:pt x="20468" y="21600"/>
                  <a:pt x="21600" y="20192"/>
                  <a:pt x="21600" y="18731"/>
                </a:cubicBezTo>
                <a:cubicBezTo>
                  <a:pt x="21600" y="2382"/>
                  <a:pt x="21600" y="2382"/>
                  <a:pt x="21600" y="2382"/>
                </a:cubicBezTo>
                <a:cubicBezTo>
                  <a:pt x="21600" y="974"/>
                  <a:pt x="20468" y="0"/>
                  <a:pt x="19292" y="0"/>
                </a:cubicBezTo>
                <a:close/>
                <a:moveTo>
                  <a:pt x="19292" y="18731"/>
                </a:moveTo>
                <a:cubicBezTo>
                  <a:pt x="2308" y="18731"/>
                  <a:pt x="2308" y="18731"/>
                  <a:pt x="2308" y="18731"/>
                </a:cubicBezTo>
                <a:cubicBezTo>
                  <a:pt x="2308" y="2382"/>
                  <a:pt x="2308" y="2382"/>
                  <a:pt x="2308" y="2382"/>
                </a:cubicBezTo>
                <a:cubicBezTo>
                  <a:pt x="19292" y="2382"/>
                  <a:pt x="19292" y="2382"/>
                  <a:pt x="19292" y="2382"/>
                </a:cubicBezTo>
                <a:lnTo>
                  <a:pt x="19292" y="18731"/>
                </a:lnTo>
                <a:close/>
                <a:moveTo>
                  <a:pt x="9668" y="13480"/>
                </a:moveTo>
                <a:cubicBezTo>
                  <a:pt x="4224" y="13480"/>
                  <a:pt x="4224" y="13480"/>
                  <a:pt x="4224" y="13480"/>
                </a:cubicBezTo>
                <a:cubicBezTo>
                  <a:pt x="4224" y="15862"/>
                  <a:pt x="4224" y="15862"/>
                  <a:pt x="4224" y="15862"/>
                </a:cubicBezTo>
                <a:cubicBezTo>
                  <a:pt x="9668" y="15862"/>
                  <a:pt x="9668" y="15862"/>
                  <a:pt x="9668" y="15862"/>
                </a:cubicBezTo>
                <a:lnTo>
                  <a:pt x="9668" y="13480"/>
                </a:lnTo>
                <a:close/>
                <a:moveTo>
                  <a:pt x="9668" y="9636"/>
                </a:moveTo>
                <a:cubicBezTo>
                  <a:pt x="4224" y="9636"/>
                  <a:pt x="4224" y="9636"/>
                  <a:pt x="4224" y="9636"/>
                </a:cubicBezTo>
                <a:cubicBezTo>
                  <a:pt x="4224" y="12018"/>
                  <a:pt x="4224" y="12018"/>
                  <a:pt x="4224" y="12018"/>
                </a:cubicBezTo>
                <a:cubicBezTo>
                  <a:pt x="9668" y="12018"/>
                  <a:pt x="9668" y="12018"/>
                  <a:pt x="9668" y="12018"/>
                </a:cubicBezTo>
                <a:lnTo>
                  <a:pt x="9668" y="9636"/>
                </a:lnTo>
                <a:close/>
                <a:moveTo>
                  <a:pt x="9668" y="5305"/>
                </a:moveTo>
                <a:cubicBezTo>
                  <a:pt x="4224" y="5305"/>
                  <a:pt x="4224" y="5305"/>
                  <a:pt x="4224" y="5305"/>
                </a:cubicBezTo>
                <a:cubicBezTo>
                  <a:pt x="4224" y="7741"/>
                  <a:pt x="4224" y="7741"/>
                  <a:pt x="4224" y="7741"/>
                </a:cubicBezTo>
                <a:cubicBezTo>
                  <a:pt x="9668" y="7741"/>
                  <a:pt x="9668" y="7741"/>
                  <a:pt x="9668" y="7741"/>
                </a:cubicBezTo>
                <a:lnTo>
                  <a:pt x="9668" y="5305"/>
                </a:lnTo>
                <a:close/>
                <a:moveTo>
                  <a:pt x="16940" y="13913"/>
                </a:moveTo>
                <a:cubicBezTo>
                  <a:pt x="16940" y="13913"/>
                  <a:pt x="15416" y="13480"/>
                  <a:pt x="15416" y="12505"/>
                </a:cubicBezTo>
                <a:cubicBezTo>
                  <a:pt x="15416" y="11044"/>
                  <a:pt x="16592" y="10611"/>
                  <a:pt x="16592" y="8174"/>
                </a:cubicBezTo>
                <a:cubicBezTo>
                  <a:pt x="16592" y="6767"/>
                  <a:pt x="16200" y="5305"/>
                  <a:pt x="14632" y="5305"/>
                </a:cubicBezTo>
                <a:cubicBezTo>
                  <a:pt x="13108" y="5305"/>
                  <a:pt x="12716" y="6767"/>
                  <a:pt x="12716" y="8174"/>
                </a:cubicBezTo>
                <a:cubicBezTo>
                  <a:pt x="12716" y="10611"/>
                  <a:pt x="13892" y="11044"/>
                  <a:pt x="13892" y="12505"/>
                </a:cubicBezTo>
                <a:cubicBezTo>
                  <a:pt x="13892" y="13480"/>
                  <a:pt x="11976" y="13913"/>
                  <a:pt x="11976" y="13913"/>
                </a:cubicBezTo>
                <a:lnTo>
                  <a:pt x="11976" y="15862"/>
                </a:lnTo>
                <a:cubicBezTo>
                  <a:pt x="17332" y="15862"/>
                  <a:pt x="17332" y="15862"/>
                  <a:pt x="17332" y="15862"/>
                </a:cubicBezTo>
                <a:cubicBezTo>
                  <a:pt x="17332" y="15862"/>
                  <a:pt x="17332" y="13913"/>
                  <a:pt x="16940" y="1391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4" name="Shape 7454"/>
          <p:cNvSpPr/>
          <p:nvPr/>
        </p:nvSpPr>
        <p:spPr>
          <a:xfrm>
            <a:off x="2555480" y="3564685"/>
            <a:ext cx="336382" cy="5842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30" y="0"/>
                </a:moveTo>
                <a:cubicBezTo>
                  <a:pt x="3370" y="0"/>
                  <a:pt x="3370" y="0"/>
                  <a:pt x="3370" y="0"/>
                </a:cubicBezTo>
                <a:cubicBezTo>
                  <a:pt x="1302" y="0"/>
                  <a:pt x="0" y="797"/>
                  <a:pt x="0" y="1948"/>
                </a:cubicBezTo>
                <a:cubicBezTo>
                  <a:pt x="0" y="19210"/>
                  <a:pt x="0" y="19210"/>
                  <a:pt x="0" y="19210"/>
                </a:cubicBezTo>
                <a:cubicBezTo>
                  <a:pt x="0" y="20361"/>
                  <a:pt x="1302" y="21600"/>
                  <a:pt x="3370" y="21600"/>
                </a:cubicBezTo>
                <a:cubicBezTo>
                  <a:pt x="18230" y="21600"/>
                  <a:pt x="18230" y="21600"/>
                  <a:pt x="18230" y="21600"/>
                </a:cubicBezTo>
                <a:cubicBezTo>
                  <a:pt x="20298" y="21600"/>
                  <a:pt x="21600" y="20361"/>
                  <a:pt x="21600" y="19210"/>
                </a:cubicBezTo>
                <a:cubicBezTo>
                  <a:pt x="21600" y="1948"/>
                  <a:pt x="21600" y="1948"/>
                  <a:pt x="21600" y="1948"/>
                </a:cubicBezTo>
                <a:cubicBezTo>
                  <a:pt x="21600" y="797"/>
                  <a:pt x="20298" y="0"/>
                  <a:pt x="18230" y="0"/>
                </a:cubicBezTo>
                <a:close/>
                <a:moveTo>
                  <a:pt x="10800" y="20361"/>
                </a:moveTo>
                <a:cubicBezTo>
                  <a:pt x="9421" y="20361"/>
                  <a:pt x="8119" y="19962"/>
                  <a:pt x="8119" y="19608"/>
                </a:cubicBezTo>
                <a:cubicBezTo>
                  <a:pt x="8119" y="18811"/>
                  <a:pt x="9421" y="18413"/>
                  <a:pt x="10800" y="18413"/>
                </a:cubicBezTo>
                <a:cubicBezTo>
                  <a:pt x="12179" y="18413"/>
                  <a:pt x="13481" y="18811"/>
                  <a:pt x="13481" y="19608"/>
                </a:cubicBezTo>
                <a:cubicBezTo>
                  <a:pt x="13481" y="19962"/>
                  <a:pt x="12179" y="20361"/>
                  <a:pt x="10800" y="20361"/>
                </a:cubicBezTo>
                <a:close/>
                <a:moveTo>
                  <a:pt x="18919" y="17262"/>
                </a:moveTo>
                <a:cubicBezTo>
                  <a:pt x="2681" y="17262"/>
                  <a:pt x="2681" y="17262"/>
                  <a:pt x="2681" y="17262"/>
                </a:cubicBezTo>
                <a:cubicBezTo>
                  <a:pt x="2681" y="2744"/>
                  <a:pt x="2681" y="2744"/>
                  <a:pt x="2681" y="2744"/>
                </a:cubicBezTo>
                <a:cubicBezTo>
                  <a:pt x="18919" y="2744"/>
                  <a:pt x="18919" y="2744"/>
                  <a:pt x="18919" y="2744"/>
                </a:cubicBezTo>
                <a:lnTo>
                  <a:pt x="18919" y="1726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5" name="Shape 7455"/>
          <p:cNvSpPr/>
          <p:nvPr/>
        </p:nvSpPr>
        <p:spPr>
          <a:xfrm>
            <a:off x="18999413" y="7205875"/>
            <a:ext cx="594833" cy="499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6423"/>
                </a:moveTo>
                <a:cubicBezTo>
                  <a:pt x="16940" y="6423"/>
                  <a:pt x="16940" y="6423"/>
                  <a:pt x="16940" y="6423"/>
                </a:cubicBezTo>
                <a:cubicBezTo>
                  <a:pt x="16940" y="9220"/>
                  <a:pt x="16940" y="9220"/>
                  <a:pt x="16940" y="9220"/>
                </a:cubicBezTo>
                <a:cubicBezTo>
                  <a:pt x="21600" y="4610"/>
                  <a:pt x="21600" y="4610"/>
                  <a:pt x="21600" y="4610"/>
                </a:cubicBezTo>
                <a:cubicBezTo>
                  <a:pt x="16940" y="0"/>
                  <a:pt x="16940" y="0"/>
                  <a:pt x="16940" y="0"/>
                </a:cubicBezTo>
                <a:cubicBezTo>
                  <a:pt x="16940" y="2745"/>
                  <a:pt x="16940" y="2745"/>
                  <a:pt x="16940" y="2745"/>
                </a:cubicBezTo>
                <a:cubicBezTo>
                  <a:pt x="16200" y="2745"/>
                  <a:pt x="16200" y="2745"/>
                  <a:pt x="16200" y="2745"/>
                </a:cubicBezTo>
                <a:cubicBezTo>
                  <a:pt x="12324" y="2745"/>
                  <a:pt x="10016" y="6423"/>
                  <a:pt x="8100" y="9686"/>
                </a:cubicBezTo>
                <a:cubicBezTo>
                  <a:pt x="6140" y="12432"/>
                  <a:pt x="4616" y="14711"/>
                  <a:pt x="2308" y="14711"/>
                </a:cubicBezTo>
                <a:cubicBezTo>
                  <a:pt x="0" y="14711"/>
                  <a:pt x="0" y="14711"/>
                  <a:pt x="0" y="14711"/>
                </a:cubicBezTo>
                <a:cubicBezTo>
                  <a:pt x="0" y="18388"/>
                  <a:pt x="0" y="18388"/>
                  <a:pt x="0" y="18388"/>
                </a:cubicBezTo>
                <a:cubicBezTo>
                  <a:pt x="2308" y="18388"/>
                  <a:pt x="2308" y="18388"/>
                  <a:pt x="2308" y="18388"/>
                </a:cubicBezTo>
                <a:cubicBezTo>
                  <a:pt x="6140" y="18388"/>
                  <a:pt x="8448" y="14711"/>
                  <a:pt x="10408" y="11499"/>
                </a:cubicBezTo>
                <a:cubicBezTo>
                  <a:pt x="12324" y="8754"/>
                  <a:pt x="13892" y="6423"/>
                  <a:pt x="16200" y="6423"/>
                </a:cubicBezTo>
                <a:close/>
                <a:moveTo>
                  <a:pt x="5748" y="8754"/>
                </a:moveTo>
                <a:cubicBezTo>
                  <a:pt x="5748" y="8288"/>
                  <a:pt x="6140" y="8288"/>
                  <a:pt x="6140" y="7873"/>
                </a:cubicBezTo>
                <a:cubicBezTo>
                  <a:pt x="6532" y="7407"/>
                  <a:pt x="7273" y="6423"/>
                  <a:pt x="7708" y="6009"/>
                </a:cubicBezTo>
                <a:cubicBezTo>
                  <a:pt x="6140" y="4144"/>
                  <a:pt x="4616" y="3263"/>
                  <a:pt x="2308" y="3263"/>
                </a:cubicBezTo>
                <a:cubicBezTo>
                  <a:pt x="0" y="3263"/>
                  <a:pt x="0" y="3263"/>
                  <a:pt x="0" y="3263"/>
                </a:cubicBezTo>
                <a:cubicBezTo>
                  <a:pt x="0" y="6941"/>
                  <a:pt x="0" y="6941"/>
                  <a:pt x="0" y="6941"/>
                </a:cubicBezTo>
                <a:cubicBezTo>
                  <a:pt x="2308" y="6941"/>
                  <a:pt x="2308" y="6941"/>
                  <a:pt x="2308" y="6941"/>
                </a:cubicBezTo>
                <a:cubicBezTo>
                  <a:pt x="3440" y="6941"/>
                  <a:pt x="4616" y="7407"/>
                  <a:pt x="5748" y="8754"/>
                </a:cubicBezTo>
                <a:close/>
                <a:moveTo>
                  <a:pt x="16940" y="15177"/>
                </a:moveTo>
                <a:cubicBezTo>
                  <a:pt x="16200" y="15177"/>
                  <a:pt x="16200" y="15177"/>
                  <a:pt x="16200" y="15177"/>
                </a:cubicBezTo>
                <a:cubicBezTo>
                  <a:pt x="14632" y="15177"/>
                  <a:pt x="13500" y="14245"/>
                  <a:pt x="12324" y="12898"/>
                </a:cubicBezTo>
                <a:cubicBezTo>
                  <a:pt x="12324" y="12898"/>
                  <a:pt x="12324" y="12898"/>
                  <a:pt x="12324" y="13364"/>
                </a:cubicBezTo>
                <a:cubicBezTo>
                  <a:pt x="11584" y="13778"/>
                  <a:pt x="11192" y="14711"/>
                  <a:pt x="10800" y="15643"/>
                </a:cubicBezTo>
                <a:cubicBezTo>
                  <a:pt x="11932" y="17456"/>
                  <a:pt x="13892" y="18388"/>
                  <a:pt x="16200" y="18388"/>
                </a:cubicBezTo>
                <a:cubicBezTo>
                  <a:pt x="16940" y="18388"/>
                  <a:pt x="16940" y="18388"/>
                  <a:pt x="16940" y="18388"/>
                </a:cubicBezTo>
                <a:cubicBezTo>
                  <a:pt x="16940" y="21600"/>
                  <a:pt x="16940" y="21600"/>
                  <a:pt x="16940" y="21600"/>
                </a:cubicBezTo>
                <a:cubicBezTo>
                  <a:pt x="21600" y="16990"/>
                  <a:pt x="21600" y="16990"/>
                  <a:pt x="21600" y="16990"/>
                </a:cubicBezTo>
                <a:cubicBezTo>
                  <a:pt x="16940" y="12432"/>
                  <a:pt x="16940" y="12432"/>
                  <a:pt x="16940" y="12432"/>
                </a:cubicBezTo>
                <a:lnTo>
                  <a:pt x="16940" y="15177"/>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6" name="Shape 7456"/>
          <p:cNvSpPr/>
          <p:nvPr/>
        </p:nvSpPr>
        <p:spPr>
          <a:xfrm>
            <a:off x="13173230" y="5990997"/>
            <a:ext cx="467283" cy="476090"/>
          </a:xfrm>
          <a:custGeom>
            <a:avLst/>
            <a:gdLst/>
            <a:ahLst/>
            <a:cxnLst>
              <a:cxn ang="0">
                <a:pos x="wd2" y="hd2"/>
              </a:cxn>
              <a:cxn ang="5400000">
                <a:pos x="wd2" y="hd2"/>
              </a:cxn>
              <a:cxn ang="10800000">
                <a:pos x="wd2" y="hd2"/>
              </a:cxn>
              <a:cxn ang="16200000">
                <a:pos x="wd2" y="hd2"/>
              </a:cxn>
            </a:cxnLst>
            <a:rect l="0" t="0" r="r" b="b"/>
            <a:pathLst>
              <a:path w="21315" h="21478" fill="norm" stroke="1" extrusionOk="0">
                <a:moveTo>
                  <a:pt x="20677" y="18189"/>
                </a:moveTo>
                <a:cubicBezTo>
                  <a:pt x="15847" y="12938"/>
                  <a:pt x="15847" y="12938"/>
                  <a:pt x="15847" y="12938"/>
                </a:cubicBezTo>
                <a:cubicBezTo>
                  <a:pt x="16336" y="11477"/>
                  <a:pt x="16824" y="10069"/>
                  <a:pt x="16824" y="8608"/>
                </a:cubicBezTo>
                <a:cubicBezTo>
                  <a:pt x="16824" y="3844"/>
                  <a:pt x="12971" y="0"/>
                  <a:pt x="8195" y="0"/>
                </a:cubicBezTo>
                <a:cubicBezTo>
                  <a:pt x="3799" y="0"/>
                  <a:pt x="0" y="3844"/>
                  <a:pt x="0" y="8174"/>
                </a:cubicBezTo>
                <a:cubicBezTo>
                  <a:pt x="0" y="12938"/>
                  <a:pt x="3799" y="16782"/>
                  <a:pt x="8683" y="16782"/>
                </a:cubicBezTo>
                <a:cubicBezTo>
                  <a:pt x="10094" y="16782"/>
                  <a:pt x="11560" y="16349"/>
                  <a:pt x="12482" y="15808"/>
                </a:cubicBezTo>
                <a:cubicBezTo>
                  <a:pt x="17801" y="21113"/>
                  <a:pt x="17801" y="21113"/>
                  <a:pt x="17801" y="21113"/>
                </a:cubicBezTo>
                <a:cubicBezTo>
                  <a:pt x="18235" y="21600"/>
                  <a:pt x="19212" y="21600"/>
                  <a:pt x="19701" y="21113"/>
                </a:cubicBezTo>
                <a:cubicBezTo>
                  <a:pt x="21112" y="19705"/>
                  <a:pt x="21112" y="19705"/>
                  <a:pt x="21112" y="19705"/>
                </a:cubicBezTo>
                <a:cubicBezTo>
                  <a:pt x="21600" y="19218"/>
                  <a:pt x="21112" y="18731"/>
                  <a:pt x="20677" y="18189"/>
                </a:cubicBezTo>
                <a:close/>
                <a:moveTo>
                  <a:pt x="2388" y="8174"/>
                </a:moveTo>
                <a:cubicBezTo>
                  <a:pt x="2388" y="5305"/>
                  <a:pt x="5319" y="2382"/>
                  <a:pt x="8195" y="2382"/>
                </a:cubicBezTo>
                <a:cubicBezTo>
                  <a:pt x="11560" y="2382"/>
                  <a:pt x="14436" y="5305"/>
                  <a:pt x="14436" y="8608"/>
                </a:cubicBezTo>
                <a:cubicBezTo>
                  <a:pt x="14436" y="11964"/>
                  <a:pt x="11560" y="14400"/>
                  <a:pt x="8683" y="14400"/>
                </a:cubicBezTo>
                <a:cubicBezTo>
                  <a:pt x="5319" y="14400"/>
                  <a:pt x="2388" y="11477"/>
                  <a:pt x="2388" y="8174"/>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7" name="Shape 7457"/>
          <p:cNvSpPr/>
          <p:nvPr/>
        </p:nvSpPr>
        <p:spPr>
          <a:xfrm>
            <a:off x="16680834" y="9498600"/>
            <a:ext cx="573731" cy="5737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90" y="0"/>
                  <a:pt x="0" y="4790"/>
                  <a:pt x="0" y="10800"/>
                </a:cubicBezTo>
                <a:cubicBezTo>
                  <a:pt x="0" y="16810"/>
                  <a:pt x="4790" y="21600"/>
                  <a:pt x="10800" y="21600"/>
                </a:cubicBezTo>
                <a:cubicBezTo>
                  <a:pt x="16810" y="21600"/>
                  <a:pt x="21600" y="16810"/>
                  <a:pt x="21600" y="10800"/>
                </a:cubicBezTo>
                <a:cubicBezTo>
                  <a:pt x="21600" y="4790"/>
                  <a:pt x="16810" y="0"/>
                  <a:pt x="10800" y="0"/>
                </a:cubicBezTo>
                <a:close/>
                <a:moveTo>
                  <a:pt x="20018" y="10800"/>
                </a:moveTo>
                <a:cubicBezTo>
                  <a:pt x="20018" y="13195"/>
                  <a:pt x="19205" y="14822"/>
                  <a:pt x="18030" y="16403"/>
                </a:cubicBezTo>
                <a:cubicBezTo>
                  <a:pt x="17623" y="16403"/>
                  <a:pt x="17217" y="15590"/>
                  <a:pt x="17623" y="14822"/>
                </a:cubicBezTo>
                <a:cubicBezTo>
                  <a:pt x="18030" y="14008"/>
                  <a:pt x="18030" y="12427"/>
                  <a:pt x="18030" y="11613"/>
                </a:cubicBezTo>
                <a:cubicBezTo>
                  <a:pt x="18030" y="10800"/>
                  <a:pt x="17623" y="9218"/>
                  <a:pt x="16810" y="9218"/>
                </a:cubicBezTo>
                <a:cubicBezTo>
                  <a:pt x="15635" y="9218"/>
                  <a:pt x="15228" y="9218"/>
                  <a:pt x="14415" y="8044"/>
                </a:cubicBezTo>
                <a:cubicBezTo>
                  <a:pt x="13602" y="5603"/>
                  <a:pt x="16810" y="5197"/>
                  <a:pt x="15635" y="3977"/>
                </a:cubicBezTo>
                <a:cubicBezTo>
                  <a:pt x="15228" y="3615"/>
                  <a:pt x="13602" y="5197"/>
                  <a:pt x="13240" y="2802"/>
                </a:cubicBezTo>
                <a:lnTo>
                  <a:pt x="13602" y="2395"/>
                </a:lnTo>
                <a:cubicBezTo>
                  <a:pt x="17217" y="3615"/>
                  <a:pt x="20018" y="6778"/>
                  <a:pt x="20018" y="10800"/>
                </a:cubicBezTo>
                <a:close/>
                <a:moveTo>
                  <a:pt x="9580" y="1988"/>
                </a:moveTo>
                <a:cubicBezTo>
                  <a:pt x="9218" y="2395"/>
                  <a:pt x="8767" y="2395"/>
                  <a:pt x="8405" y="2802"/>
                </a:cubicBezTo>
                <a:cubicBezTo>
                  <a:pt x="7592" y="3615"/>
                  <a:pt x="7185" y="3208"/>
                  <a:pt x="6778" y="3977"/>
                </a:cubicBezTo>
                <a:cubicBezTo>
                  <a:pt x="6372" y="4790"/>
                  <a:pt x="5197" y="5603"/>
                  <a:pt x="5197" y="6010"/>
                </a:cubicBezTo>
                <a:cubicBezTo>
                  <a:pt x="5197" y="6417"/>
                  <a:pt x="6010" y="7185"/>
                  <a:pt x="6010" y="7185"/>
                </a:cubicBezTo>
                <a:cubicBezTo>
                  <a:pt x="6372" y="6778"/>
                  <a:pt x="7185" y="6778"/>
                  <a:pt x="7998" y="7185"/>
                </a:cubicBezTo>
                <a:cubicBezTo>
                  <a:pt x="8405" y="7185"/>
                  <a:pt x="12427" y="7637"/>
                  <a:pt x="11207" y="10800"/>
                </a:cubicBezTo>
                <a:cubicBezTo>
                  <a:pt x="10800" y="12020"/>
                  <a:pt x="8767" y="11613"/>
                  <a:pt x="8405" y="13195"/>
                </a:cubicBezTo>
                <a:cubicBezTo>
                  <a:pt x="8405" y="13602"/>
                  <a:pt x="8405" y="14822"/>
                  <a:pt x="7998" y="15228"/>
                </a:cubicBezTo>
                <a:cubicBezTo>
                  <a:pt x="7998" y="15590"/>
                  <a:pt x="8405" y="17623"/>
                  <a:pt x="7998" y="17623"/>
                </a:cubicBezTo>
                <a:cubicBezTo>
                  <a:pt x="7592" y="17623"/>
                  <a:pt x="6010" y="15590"/>
                  <a:pt x="6010" y="15590"/>
                </a:cubicBezTo>
                <a:cubicBezTo>
                  <a:pt x="6010" y="15228"/>
                  <a:pt x="5603" y="14008"/>
                  <a:pt x="5603" y="12833"/>
                </a:cubicBezTo>
                <a:cubicBezTo>
                  <a:pt x="5603" y="12020"/>
                  <a:pt x="3977" y="12020"/>
                  <a:pt x="3977" y="10800"/>
                </a:cubicBezTo>
                <a:cubicBezTo>
                  <a:pt x="3977" y="9625"/>
                  <a:pt x="4790" y="8812"/>
                  <a:pt x="4790" y="8405"/>
                </a:cubicBezTo>
                <a:cubicBezTo>
                  <a:pt x="4383" y="7637"/>
                  <a:pt x="2802" y="7637"/>
                  <a:pt x="2395" y="7637"/>
                </a:cubicBezTo>
                <a:cubicBezTo>
                  <a:pt x="3615" y="4383"/>
                  <a:pt x="6372" y="2395"/>
                  <a:pt x="9580" y="1988"/>
                </a:cubicBezTo>
                <a:close/>
                <a:moveTo>
                  <a:pt x="7998" y="19612"/>
                </a:moveTo>
                <a:cubicBezTo>
                  <a:pt x="8405" y="19205"/>
                  <a:pt x="8405" y="18798"/>
                  <a:pt x="9218" y="18798"/>
                </a:cubicBezTo>
                <a:cubicBezTo>
                  <a:pt x="9580" y="18798"/>
                  <a:pt x="9987" y="18798"/>
                  <a:pt x="10800" y="18392"/>
                </a:cubicBezTo>
                <a:cubicBezTo>
                  <a:pt x="11207" y="18392"/>
                  <a:pt x="12427" y="17985"/>
                  <a:pt x="13240" y="17623"/>
                </a:cubicBezTo>
                <a:cubicBezTo>
                  <a:pt x="14008" y="17623"/>
                  <a:pt x="15635" y="17985"/>
                  <a:pt x="15997" y="18392"/>
                </a:cubicBezTo>
                <a:cubicBezTo>
                  <a:pt x="14415" y="19612"/>
                  <a:pt x="12833" y="20018"/>
                  <a:pt x="10800" y="20018"/>
                </a:cubicBezTo>
                <a:cubicBezTo>
                  <a:pt x="9987" y="20018"/>
                  <a:pt x="8767" y="20018"/>
                  <a:pt x="7998" y="1961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8" name="Shape 7458"/>
          <p:cNvSpPr/>
          <p:nvPr/>
        </p:nvSpPr>
        <p:spPr>
          <a:xfrm>
            <a:off x="17857066" y="9604092"/>
            <a:ext cx="594835" cy="362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79" y="0"/>
                </a:moveTo>
                <a:cubicBezTo>
                  <a:pt x="1565" y="0"/>
                  <a:pt x="1565" y="0"/>
                  <a:pt x="1565" y="0"/>
                </a:cubicBezTo>
                <a:cubicBezTo>
                  <a:pt x="782" y="0"/>
                  <a:pt x="0" y="1287"/>
                  <a:pt x="0" y="2575"/>
                </a:cubicBezTo>
                <a:cubicBezTo>
                  <a:pt x="0" y="19025"/>
                  <a:pt x="0" y="19025"/>
                  <a:pt x="0" y="19025"/>
                </a:cubicBezTo>
                <a:cubicBezTo>
                  <a:pt x="0" y="20313"/>
                  <a:pt x="782" y="21600"/>
                  <a:pt x="1565" y="21600"/>
                </a:cubicBezTo>
                <a:cubicBezTo>
                  <a:pt x="20079" y="21600"/>
                  <a:pt x="20079" y="21600"/>
                  <a:pt x="20079" y="21600"/>
                </a:cubicBezTo>
                <a:cubicBezTo>
                  <a:pt x="20818" y="21600"/>
                  <a:pt x="21600" y="20313"/>
                  <a:pt x="21600" y="19025"/>
                </a:cubicBezTo>
                <a:cubicBezTo>
                  <a:pt x="21600" y="2575"/>
                  <a:pt x="21600" y="2575"/>
                  <a:pt x="21600" y="2575"/>
                </a:cubicBezTo>
                <a:cubicBezTo>
                  <a:pt x="21600" y="1287"/>
                  <a:pt x="20818" y="0"/>
                  <a:pt x="20079" y="0"/>
                </a:cubicBezTo>
                <a:close/>
                <a:moveTo>
                  <a:pt x="11952" y="3862"/>
                </a:moveTo>
                <a:cubicBezTo>
                  <a:pt x="13864" y="3862"/>
                  <a:pt x="13864" y="3862"/>
                  <a:pt x="13864" y="3862"/>
                </a:cubicBezTo>
                <a:cubicBezTo>
                  <a:pt x="13864" y="7653"/>
                  <a:pt x="13864" y="7653"/>
                  <a:pt x="13864" y="7653"/>
                </a:cubicBezTo>
                <a:cubicBezTo>
                  <a:pt x="11952" y="7653"/>
                  <a:pt x="11952" y="7653"/>
                  <a:pt x="11952" y="7653"/>
                </a:cubicBezTo>
                <a:lnTo>
                  <a:pt x="11952" y="3862"/>
                </a:lnTo>
                <a:close/>
                <a:moveTo>
                  <a:pt x="15037" y="8940"/>
                </a:moveTo>
                <a:cubicBezTo>
                  <a:pt x="15037" y="12731"/>
                  <a:pt x="15037" y="12731"/>
                  <a:pt x="15037" y="12731"/>
                </a:cubicBezTo>
                <a:cubicBezTo>
                  <a:pt x="13125" y="12731"/>
                  <a:pt x="13125" y="12731"/>
                  <a:pt x="13125" y="12731"/>
                </a:cubicBezTo>
                <a:cubicBezTo>
                  <a:pt x="13125" y="8940"/>
                  <a:pt x="13125" y="8940"/>
                  <a:pt x="13125" y="8940"/>
                </a:cubicBezTo>
                <a:lnTo>
                  <a:pt x="15037" y="8940"/>
                </a:lnTo>
                <a:close/>
                <a:moveTo>
                  <a:pt x="8475" y="3862"/>
                </a:moveTo>
                <a:cubicBezTo>
                  <a:pt x="10822" y="3862"/>
                  <a:pt x="10822" y="3862"/>
                  <a:pt x="10822" y="3862"/>
                </a:cubicBezTo>
                <a:cubicBezTo>
                  <a:pt x="10822" y="7653"/>
                  <a:pt x="10822" y="7653"/>
                  <a:pt x="10822" y="7653"/>
                </a:cubicBezTo>
                <a:cubicBezTo>
                  <a:pt x="8475" y="7653"/>
                  <a:pt x="8475" y="7653"/>
                  <a:pt x="8475" y="7653"/>
                </a:cubicBezTo>
                <a:lnTo>
                  <a:pt x="8475" y="3862"/>
                </a:lnTo>
                <a:close/>
                <a:moveTo>
                  <a:pt x="11952" y="8940"/>
                </a:moveTo>
                <a:cubicBezTo>
                  <a:pt x="11952" y="12731"/>
                  <a:pt x="11952" y="12731"/>
                  <a:pt x="11952" y="12731"/>
                </a:cubicBezTo>
                <a:cubicBezTo>
                  <a:pt x="9648" y="12731"/>
                  <a:pt x="9648" y="12731"/>
                  <a:pt x="9648" y="12731"/>
                </a:cubicBezTo>
                <a:cubicBezTo>
                  <a:pt x="9648" y="8940"/>
                  <a:pt x="9648" y="8940"/>
                  <a:pt x="9648" y="8940"/>
                </a:cubicBezTo>
                <a:lnTo>
                  <a:pt x="11952" y="8940"/>
                </a:lnTo>
                <a:close/>
                <a:moveTo>
                  <a:pt x="5389" y="3862"/>
                </a:moveTo>
                <a:cubicBezTo>
                  <a:pt x="7736" y="3862"/>
                  <a:pt x="7736" y="3862"/>
                  <a:pt x="7736" y="3862"/>
                </a:cubicBezTo>
                <a:cubicBezTo>
                  <a:pt x="7736" y="7653"/>
                  <a:pt x="7736" y="7653"/>
                  <a:pt x="7736" y="7653"/>
                </a:cubicBezTo>
                <a:cubicBezTo>
                  <a:pt x="5389" y="7653"/>
                  <a:pt x="5389" y="7653"/>
                  <a:pt x="5389" y="7653"/>
                </a:cubicBezTo>
                <a:lnTo>
                  <a:pt x="5389" y="3862"/>
                </a:lnTo>
                <a:close/>
                <a:moveTo>
                  <a:pt x="8475" y="8940"/>
                </a:moveTo>
                <a:cubicBezTo>
                  <a:pt x="8475" y="12731"/>
                  <a:pt x="8475" y="12731"/>
                  <a:pt x="8475" y="12731"/>
                </a:cubicBezTo>
                <a:cubicBezTo>
                  <a:pt x="6563" y="12731"/>
                  <a:pt x="6563" y="12731"/>
                  <a:pt x="6563" y="12731"/>
                </a:cubicBezTo>
                <a:cubicBezTo>
                  <a:pt x="6563" y="8940"/>
                  <a:pt x="6563" y="8940"/>
                  <a:pt x="6563" y="8940"/>
                </a:cubicBezTo>
                <a:lnTo>
                  <a:pt x="8475" y="8940"/>
                </a:lnTo>
                <a:close/>
                <a:moveTo>
                  <a:pt x="2347" y="3862"/>
                </a:moveTo>
                <a:cubicBezTo>
                  <a:pt x="4259" y="3862"/>
                  <a:pt x="4259" y="3862"/>
                  <a:pt x="4259" y="3862"/>
                </a:cubicBezTo>
                <a:cubicBezTo>
                  <a:pt x="4259" y="7653"/>
                  <a:pt x="4259" y="7653"/>
                  <a:pt x="4259" y="7653"/>
                </a:cubicBezTo>
                <a:cubicBezTo>
                  <a:pt x="2347" y="7653"/>
                  <a:pt x="2347" y="7653"/>
                  <a:pt x="2347" y="7653"/>
                </a:cubicBezTo>
                <a:lnTo>
                  <a:pt x="2347" y="3862"/>
                </a:lnTo>
                <a:close/>
                <a:moveTo>
                  <a:pt x="5389" y="8940"/>
                </a:moveTo>
                <a:cubicBezTo>
                  <a:pt x="5389" y="12731"/>
                  <a:pt x="5389" y="12731"/>
                  <a:pt x="5389" y="12731"/>
                </a:cubicBezTo>
                <a:cubicBezTo>
                  <a:pt x="3086" y="12731"/>
                  <a:pt x="3086" y="12731"/>
                  <a:pt x="3086" y="12731"/>
                </a:cubicBezTo>
                <a:cubicBezTo>
                  <a:pt x="3086" y="8940"/>
                  <a:pt x="3086" y="8940"/>
                  <a:pt x="3086" y="8940"/>
                </a:cubicBezTo>
                <a:lnTo>
                  <a:pt x="5389" y="8940"/>
                </a:lnTo>
                <a:close/>
                <a:moveTo>
                  <a:pt x="4259" y="17809"/>
                </a:moveTo>
                <a:cubicBezTo>
                  <a:pt x="2347" y="17809"/>
                  <a:pt x="2347" y="17809"/>
                  <a:pt x="2347" y="17809"/>
                </a:cubicBezTo>
                <a:cubicBezTo>
                  <a:pt x="2347" y="14591"/>
                  <a:pt x="2347" y="14591"/>
                  <a:pt x="2347" y="14591"/>
                </a:cubicBezTo>
                <a:cubicBezTo>
                  <a:pt x="4259" y="14591"/>
                  <a:pt x="4259" y="14591"/>
                  <a:pt x="4259" y="14591"/>
                </a:cubicBezTo>
                <a:lnTo>
                  <a:pt x="4259" y="17809"/>
                </a:lnTo>
                <a:close/>
                <a:moveTo>
                  <a:pt x="16167" y="17809"/>
                </a:moveTo>
                <a:cubicBezTo>
                  <a:pt x="5389" y="17809"/>
                  <a:pt x="5389" y="17809"/>
                  <a:pt x="5389" y="17809"/>
                </a:cubicBezTo>
                <a:cubicBezTo>
                  <a:pt x="5389" y="14591"/>
                  <a:pt x="5389" y="14591"/>
                  <a:pt x="5389" y="14591"/>
                </a:cubicBezTo>
                <a:cubicBezTo>
                  <a:pt x="16167" y="14591"/>
                  <a:pt x="16167" y="14591"/>
                  <a:pt x="16167" y="14591"/>
                </a:cubicBezTo>
                <a:lnTo>
                  <a:pt x="16167" y="17809"/>
                </a:lnTo>
                <a:close/>
                <a:moveTo>
                  <a:pt x="19253" y="17809"/>
                </a:moveTo>
                <a:cubicBezTo>
                  <a:pt x="17341" y="17809"/>
                  <a:pt x="17341" y="17809"/>
                  <a:pt x="17341" y="17809"/>
                </a:cubicBezTo>
                <a:cubicBezTo>
                  <a:pt x="17341" y="14591"/>
                  <a:pt x="17341" y="14591"/>
                  <a:pt x="17341" y="14591"/>
                </a:cubicBezTo>
                <a:cubicBezTo>
                  <a:pt x="19253" y="14591"/>
                  <a:pt x="19253" y="14591"/>
                  <a:pt x="19253" y="14591"/>
                </a:cubicBezTo>
                <a:lnTo>
                  <a:pt x="19253" y="17809"/>
                </a:lnTo>
                <a:close/>
                <a:moveTo>
                  <a:pt x="16167" y="12731"/>
                </a:moveTo>
                <a:cubicBezTo>
                  <a:pt x="16167" y="8940"/>
                  <a:pt x="16167" y="8940"/>
                  <a:pt x="16167" y="8940"/>
                </a:cubicBezTo>
                <a:cubicBezTo>
                  <a:pt x="18471" y="8940"/>
                  <a:pt x="18471" y="8940"/>
                  <a:pt x="18471" y="8940"/>
                </a:cubicBezTo>
                <a:cubicBezTo>
                  <a:pt x="18471" y="12731"/>
                  <a:pt x="18471" y="12731"/>
                  <a:pt x="18471" y="12731"/>
                </a:cubicBezTo>
                <a:lnTo>
                  <a:pt x="16167" y="12731"/>
                </a:lnTo>
                <a:close/>
                <a:moveTo>
                  <a:pt x="19253" y="7653"/>
                </a:moveTo>
                <a:cubicBezTo>
                  <a:pt x="15037" y="7653"/>
                  <a:pt x="15037" y="7653"/>
                  <a:pt x="15037" y="7653"/>
                </a:cubicBezTo>
                <a:cubicBezTo>
                  <a:pt x="15037" y="3862"/>
                  <a:pt x="15037" y="3862"/>
                  <a:pt x="15037" y="3862"/>
                </a:cubicBezTo>
                <a:cubicBezTo>
                  <a:pt x="19253" y="3862"/>
                  <a:pt x="19253" y="3862"/>
                  <a:pt x="19253" y="3862"/>
                </a:cubicBezTo>
                <a:lnTo>
                  <a:pt x="19253" y="765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59" name="Shape 7459"/>
          <p:cNvSpPr/>
          <p:nvPr/>
        </p:nvSpPr>
        <p:spPr>
          <a:xfrm>
            <a:off x="1242105" y="10738128"/>
            <a:ext cx="594833" cy="4787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48" y="0"/>
                </a:moveTo>
                <a:cubicBezTo>
                  <a:pt x="2308" y="0"/>
                  <a:pt x="2308" y="0"/>
                  <a:pt x="2308" y="0"/>
                </a:cubicBezTo>
                <a:cubicBezTo>
                  <a:pt x="740" y="0"/>
                  <a:pt x="0" y="1026"/>
                  <a:pt x="0" y="2430"/>
                </a:cubicBezTo>
                <a:cubicBezTo>
                  <a:pt x="0" y="18738"/>
                  <a:pt x="0" y="18738"/>
                  <a:pt x="0" y="18738"/>
                </a:cubicBezTo>
                <a:cubicBezTo>
                  <a:pt x="0" y="20142"/>
                  <a:pt x="740" y="21600"/>
                  <a:pt x="2308" y="21600"/>
                </a:cubicBezTo>
                <a:cubicBezTo>
                  <a:pt x="19248" y="21600"/>
                  <a:pt x="19248" y="21600"/>
                  <a:pt x="19248" y="21600"/>
                </a:cubicBezTo>
                <a:cubicBezTo>
                  <a:pt x="20424" y="21600"/>
                  <a:pt x="21600" y="20142"/>
                  <a:pt x="21600" y="18738"/>
                </a:cubicBezTo>
                <a:cubicBezTo>
                  <a:pt x="21600" y="2430"/>
                  <a:pt x="21600" y="2430"/>
                  <a:pt x="21600" y="2430"/>
                </a:cubicBezTo>
                <a:cubicBezTo>
                  <a:pt x="21600" y="1026"/>
                  <a:pt x="20424" y="0"/>
                  <a:pt x="19248" y="0"/>
                </a:cubicBezTo>
                <a:close/>
                <a:moveTo>
                  <a:pt x="4965" y="2430"/>
                </a:moveTo>
                <a:cubicBezTo>
                  <a:pt x="5356" y="2430"/>
                  <a:pt x="5748" y="2916"/>
                  <a:pt x="5748" y="3402"/>
                </a:cubicBezTo>
                <a:cubicBezTo>
                  <a:pt x="5748" y="3888"/>
                  <a:pt x="5356" y="4320"/>
                  <a:pt x="4965" y="4320"/>
                </a:cubicBezTo>
                <a:cubicBezTo>
                  <a:pt x="4616" y="4320"/>
                  <a:pt x="4224" y="3888"/>
                  <a:pt x="4224" y="3402"/>
                </a:cubicBezTo>
                <a:cubicBezTo>
                  <a:pt x="4224" y="2916"/>
                  <a:pt x="4616" y="2430"/>
                  <a:pt x="4965" y="2430"/>
                </a:cubicBezTo>
                <a:close/>
                <a:moveTo>
                  <a:pt x="1916" y="3402"/>
                </a:moveTo>
                <a:cubicBezTo>
                  <a:pt x="1916" y="2916"/>
                  <a:pt x="2308" y="2430"/>
                  <a:pt x="2656" y="2430"/>
                </a:cubicBezTo>
                <a:cubicBezTo>
                  <a:pt x="3048" y="2430"/>
                  <a:pt x="3440" y="2916"/>
                  <a:pt x="3440" y="3402"/>
                </a:cubicBezTo>
                <a:cubicBezTo>
                  <a:pt x="3440" y="3888"/>
                  <a:pt x="3048" y="4320"/>
                  <a:pt x="2656" y="4320"/>
                </a:cubicBezTo>
                <a:cubicBezTo>
                  <a:pt x="2308" y="4320"/>
                  <a:pt x="1916" y="3888"/>
                  <a:pt x="1916" y="3402"/>
                </a:cubicBezTo>
                <a:close/>
                <a:moveTo>
                  <a:pt x="19248" y="18738"/>
                </a:moveTo>
                <a:cubicBezTo>
                  <a:pt x="1916" y="18738"/>
                  <a:pt x="1916" y="18738"/>
                  <a:pt x="1916" y="18738"/>
                </a:cubicBezTo>
                <a:cubicBezTo>
                  <a:pt x="1916" y="6264"/>
                  <a:pt x="1916" y="6264"/>
                  <a:pt x="1916" y="6264"/>
                </a:cubicBezTo>
                <a:cubicBezTo>
                  <a:pt x="19248" y="6264"/>
                  <a:pt x="19248" y="6264"/>
                  <a:pt x="19248" y="6264"/>
                </a:cubicBezTo>
                <a:lnTo>
                  <a:pt x="19248" y="18738"/>
                </a:lnTo>
                <a:close/>
                <a:moveTo>
                  <a:pt x="19248" y="4320"/>
                </a:moveTo>
                <a:cubicBezTo>
                  <a:pt x="6532" y="4320"/>
                  <a:pt x="6532" y="4320"/>
                  <a:pt x="6532" y="4320"/>
                </a:cubicBezTo>
                <a:cubicBezTo>
                  <a:pt x="6532" y="2430"/>
                  <a:pt x="6532" y="2430"/>
                  <a:pt x="6532" y="2430"/>
                </a:cubicBezTo>
                <a:cubicBezTo>
                  <a:pt x="19248" y="2430"/>
                  <a:pt x="19248" y="2430"/>
                  <a:pt x="19248" y="2430"/>
                </a:cubicBezTo>
                <a:lnTo>
                  <a:pt x="19248" y="432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0" name="Shape 7460"/>
          <p:cNvSpPr/>
          <p:nvPr/>
        </p:nvSpPr>
        <p:spPr>
          <a:xfrm>
            <a:off x="2428891" y="10706482"/>
            <a:ext cx="594828" cy="531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2" y="0"/>
                </a:moveTo>
                <a:cubicBezTo>
                  <a:pt x="2308" y="0"/>
                  <a:pt x="2308" y="0"/>
                  <a:pt x="2308" y="0"/>
                </a:cubicBezTo>
                <a:cubicBezTo>
                  <a:pt x="740" y="0"/>
                  <a:pt x="0" y="1268"/>
                  <a:pt x="0" y="2584"/>
                </a:cubicBezTo>
                <a:cubicBezTo>
                  <a:pt x="0" y="16822"/>
                  <a:pt x="0" y="16822"/>
                  <a:pt x="0" y="16822"/>
                </a:cubicBezTo>
                <a:cubicBezTo>
                  <a:pt x="0" y="18187"/>
                  <a:pt x="740" y="19455"/>
                  <a:pt x="2308" y="19455"/>
                </a:cubicBezTo>
                <a:cubicBezTo>
                  <a:pt x="6576" y="19455"/>
                  <a:pt x="6576" y="19455"/>
                  <a:pt x="6576" y="19455"/>
                </a:cubicBezTo>
                <a:cubicBezTo>
                  <a:pt x="6576" y="16822"/>
                  <a:pt x="6576" y="16822"/>
                  <a:pt x="6576" y="16822"/>
                </a:cubicBezTo>
                <a:cubicBezTo>
                  <a:pt x="1916" y="16822"/>
                  <a:pt x="1916" y="16822"/>
                  <a:pt x="1916" y="16822"/>
                </a:cubicBezTo>
                <a:cubicBezTo>
                  <a:pt x="1916" y="6046"/>
                  <a:pt x="1916" y="6046"/>
                  <a:pt x="1916" y="6046"/>
                </a:cubicBezTo>
                <a:cubicBezTo>
                  <a:pt x="19292" y="6046"/>
                  <a:pt x="19292" y="6046"/>
                  <a:pt x="19292" y="6046"/>
                </a:cubicBezTo>
                <a:cubicBezTo>
                  <a:pt x="19292" y="16822"/>
                  <a:pt x="19292" y="16822"/>
                  <a:pt x="19292" y="16822"/>
                </a:cubicBezTo>
                <a:cubicBezTo>
                  <a:pt x="15024" y="16822"/>
                  <a:pt x="15024" y="16822"/>
                  <a:pt x="15024" y="16822"/>
                </a:cubicBezTo>
                <a:cubicBezTo>
                  <a:pt x="15024" y="19455"/>
                  <a:pt x="15024" y="19455"/>
                  <a:pt x="15024" y="19455"/>
                </a:cubicBezTo>
                <a:cubicBezTo>
                  <a:pt x="19292" y="19455"/>
                  <a:pt x="19292" y="19455"/>
                  <a:pt x="19292" y="19455"/>
                </a:cubicBezTo>
                <a:cubicBezTo>
                  <a:pt x="20468" y="19455"/>
                  <a:pt x="21600" y="18187"/>
                  <a:pt x="21600" y="16822"/>
                </a:cubicBezTo>
                <a:cubicBezTo>
                  <a:pt x="21600" y="2584"/>
                  <a:pt x="21600" y="2584"/>
                  <a:pt x="21600" y="2584"/>
                </a:cubicBezTo>
                <a:cubicBezTo>
                  <a:pt x="21600" y="1268"/>
                  <a:pt x="20468" y="0"/>
                  <a:pt x="19292" y="0"/>
                </a:cubicBezTo>
                <a:close/>
                <a:moveTo>
                  <a:pt x="2700" y="3901"/>
                </a:moveTo>
                <a:cubicBezTo>
                  <a:pt x="2308" y="3901"/>
                  <a:pt x="1916" y="3462"/>
                  <a:pt x="1916" y="3023"/>
                </a:cubicBezTo>
                <a:cubicBezTo>
                  <a:pt x="1916" y="2584"/>
                  <a:pt x="2308" y="2194"/>
                  <a:pt x="2700" y="2194"/>
                </a:cubicBezTo>
                <a:cubicBezTo>
                  <a:pt x="3092" y="2194"/>
                  <a:pt x="3440" y="2584"/>
                  <a:pt x="3440" y="3023"/>
                </a:cubicBezTo>
                <a:cubicBezTo>
                  <a:pt x="3440" y="3462"/>
                  <a:pt x="3092" y="3901"/>
                  <a:pt x="2700" y="3901"/>
                </a:cubicBezTo>
                <a:close/>
                <a:moveTo>
                  <a:pt x="5052" y="3901"/>
                </a:moveTo>
                <a:cubicBezTo>
                  <a:pt x="4660" y="3901"/>
                  <a:pt x="4224" y="3462"/>
                  <a:pt x="4224" y="3023"/>
                </a:cubicBezTo>
                <a:cubicBezTo>
                  <a:pt x="4224" y="2584"/>
                  <a:pt x="4660" y="2194"/>
                  <a:pt x="5052" y="2194"/>
                </a:cubicBezTo>
                <a:cubicBezTo>
                  <a:pt x="5400" y="2194"/>
                  <a:pt x="5748" y="2584"/>
                  <a:pt x="5748" y="3023"/>
                </a:cubicBezTo>
                <a:cubicBezTo>
                  <a:pt x="5748" y="3462"/>
                  <a:pt x="5400" y="3901"/>
                  <a:pt x="5052" y="3901"/>
                </a:cubicBezTo>
                <a:close/>
                <a:moveTo>
                  <a:pt x="19292" y="3901"/>
                </a:moveTo>
                <a:cubicBezTo>
                  <a:pt x="6576" y="3901"/>
                  <a:pt x="6576" y="3901"/>
                  <a:pt x="6576" y="3901"/>
                </a:cubicBezTo>
                <a:cubicBezTo>
                  <a:pt x="6576" y="2584"/>
                  <a:pt x="6576" y="2584"/>
                  <a:pt x="6576" y="2584"/>
                </a:cubicBezTo>
                <a:cubicBezTo>
                  <a:pt x="19292" y="2584"/>
                  <a:pt x="19292" y="2584"/>
                  <a:pt x="19292" y="2584"/>
                </a:cubicBezTo>
                <a:lnTo>
                  <a:pt x="19292" y="3901"/>
                </a:lnTo>
                <a:close/>
                <a:moveTo>
                  <a:pt x="10800" y="8630"/>
                </a:moveTo>
                <a:cubicBezTo>
                  <a:pt x="5400" y="14676"/>
                  <a:pt x="5400" y="14676"/>
                  <a:pt x="5400" y="14676"/>
                </a:cubicBezTo>
                <a:cubicBezTo>
                  <a:pt x="8884" y="14676"/>
                  <a:pt x="8884" y="14676"/>
                  <a:pt x="8884" y="14676"/>
                </a:cubicBezTo>
                <a:cubicBezTo>
                  <a:pt x="8884" y="21600"/>
                  <a:pt x="8884" y="21600"/>
                  <a:pt x="8884" y="21600"/>
                </a:cubicBezTo>
                <a:cubicBezTo>
                  <a:pt x="12716" y="21600"/>
                  <a:pt x="12716" y="21600"/>
                  <a:pt x="12716" y="21600"/>
                </a:cubicBezTo>
                <a:cubicBezTo>
                  <a:pt x="12716" y="14676"/>
                  <a:pt x="12716" y="14676"/>
                  <a:pt x="12716" y="14676"/>
                </a:cubicBezTo>
                <a:cubicBezTo>
                  <a:pt x="15808" y="14676"/>
                  <a:pt x="15808" y="14676"/>
                  <a:pt x="15808" y="14676"/>
                </a:cubicBezTo>
                <a:lnTo>
                  <a:pt x="10800" y="863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1" name="Shape 7461"/>
          <p:cNvSpPr/>
          <p:nvPr/>
        </p:nvSpPr>
        <p:spPr>
          <a:xfrm>
            <a:off x="8447196" y="10769775"/>
            <a:ext cx="426044" cy="4154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0" y="5556"/>
                </a:moveTo>
                <a:cubicBezTo>
                  <a:pt x="8092" y="5556"/>
                  <a:pt x="5963" y="7741"/>
                  <a:pt x="5963" y="10550"/>
                </a:cubicBezTo>
                <a:cubicBezTo>
                  <a:pt x="5963" y="13297"/>
                  <a:pt x="8092" y="15482"/>
                  <a:pt x="10770" y="15482"/>
                </a:cubicBezTo>
                <a:cubicBezTo>
                  <a:pt x="13447" y="15482"/>
                  <a:pt x="15637" y="13297"/>
                  <a:pt x="15637" y="10550"/>
                </a:cubicBezTo>
                <a:cubicBezTo>
                  <a:pt x="15637" y="7741"/>
                  <a:pt x="13447" y="5556"/>
                  <a:pt x="10770" y="5556"/>
                </a:cubicBezTo>
                <a:close/>
                <a:moveTo>
                  <a:pt x="10770" y="13859"/>
                </a:moveTo>
                <a:cubicBezTo>
                  <a:pt x="9188" y="13859"/>
                  <a:pt x="7545" y="12173"/>
                  <a:pt x="7545" y="10550"/>
                </a:cubicBezTo>
                <a:cubicBezTo>
                  <a:pt x="7545" y="8865"/>
                  <a:pt x="9188" y="7741"/>
                  <a:pt x="10770" y="7741"/>
                </a:cubicBezTo>
                <a:cubicBezTo>
                  <a:pt x="12412" y="7741"/>
                  <a:pt x="13994" y="8865"/>
                  <a:pt x="13994" y="10550"/>
                </a:cubicBezTo>
                <a:cubicBezTo>
                  <a:pt x="13994" y="12173"/>
                  <a:pt x="12412" y="13859"/>
                  <a:pt x="10770" y="13859"/>
                </a:cubicBezTo>
                <a:close/>
                <a:moveTo>
                  <a:pt x="1582" y="9427"/>
                </a:moveTo>
                <a:cubicBezTo>
                  <a:pt x="1034" y="9427"/>
                  <a:pt x="0" y="9988"/>
                  <a:pt x="0" y="10550"/>
                </a:cubicBezTo>
                <a:cubicBezTo>
                  <a:pt x="0" y="11612"/>
                  <a:pt x="1034" y="12173"/>
                  <a:pt x="1582" y="12173"/>
                </a:cubicBezTo>
                <a:cubicBezTo>
                  <a:pt x="2738" y="12173"/>
                  <a:pt x="3225" y="11612"/>
                  <a:pt x="3225" y="10550"/>
                </a:cubicBezTo>
                <a:cubicBezTo>
                  <a:pt x="3225" y="9988"/>
                  <a:pt x="2738" y="9427"/>
                  <a:pt x="1582" y="9427"/>
                </a:cubicBezTo>
                <a:close/>
                <a:moveTo>
                  <a:pt x="18314" y="3309"/>
                </a:moveTo>
                <a:cubicBezTo>
                  <a:pt x="17767" y="2809"/>
                  <a:pt x="16672" y="2809"/>
                  <a:pt x="16185" y="3309"/>
                </a:cubicBezTo>
                <a:cubicBezTo>
                  <a:pt x="15637" y="3933"/>
                  <a:pt x="15637" y="4994"/>
                  <a:pt x="16185" y="5556"/>
                </a:cubicBezTo>
                <a:cubicBezTo>
                  <a:pt x="16672" y="5556"/>
                  <a:pt x="17219" y="5556"/>
                  <a:pt x="17767" y="4994"/>
                </a:cubicBezTo>
                <a:cubicBezTo>
                  <a:pt x="18314" y="4432"/>
                  <a:pt x="18862" y="3309"/>
                  <a:pt x="18314" y="3309"/>
                </a:cubicBezTo>
                <a:close/>
                <a:moveTo>
                  <a:pt x="19957" y="9427"/>
                </a:moveTo>
                <a:cubicBezTo>
                  <a:pt x="18862" y="9427"/>
                  <a:pt x="18314" y="9988"/>
                  <a:pt x="18314" y="10550"/>
                </a:cubicBezTo>
                <a:cubicBezTo>
                  <a:pt x="18314" y="11612"/>
                  <a:pt x="18862" y="12173"/>
                  <a:pt x="19957" y="12173"/>
                </a:cubicBezTo>
                <a:cubicBezTo>
                  <a:pt x="20444" y="12173"/>
                  <a:pt x="21600" y="11612"/>
                  <a:pt x="21600" y="10550"/>
                </a:cubicBezTo>
                <a:cubicBezTo>
                  <a:pt x="21600" y="9988"/>
                  <a:pt x="20444" y="9427"/>
                  <a:pt x="19957" y="9427"/>
                </a:cubicBezTo>
                <a:close/>
                <a:moveTo>
                  <a:pt x="10770" y="18229"/>
                </a:moveTo>
                <a:cubicBezTo>
                  <a:pt x="10222" y="18229"/>
                  <a:pt x="9674" y="19415"/>
                  <a:pt x="9674" y="19977"/>
                </a:cubicBezTo>
                <a:cubicBezTo>
                  <a:pt x="9674" y="21038"/>
                  <a:pt x="10222" y="21600"/>
                  <a:pt x="10770" y="21600"/>
                </a:cubicBezTo>
                <a:cubicBezTo>
                  <a:pt x="11317" y="21600"/>
                  <a:pt x="11865" y="21038"/>
                  <a:pt x="11865" y="19977"/>
                </a:cubicBezTo>
                <a:cubicBezTo>
                  <a:pt x="11865" y="19415"/>
                  <a:pt x="11317" y="18229"/>
                  <a:pt x="10770" y="18229"/>
                </a:cubicBezTo>
                <a:close/>
                <a:moveTo>
                  <a:pt x="3712" y="16606"/>
                </a:moveTo>
                <a:cubicBezTo>
                  <a:pt x="3225" y="17168"/>
                  <a:pt x="2738" y="17729"/>
                  <a:pt x="3225" y="18229"/>
                </a:cubicBezTo>
                <a:cubicBezTo>
                  <a:pt x="3712" y="18791"/>
                  <a:pt x="4868" y="18791"/>
                  <a:pt x="5415" y="18229"/>
                </a:cubicBezTo>
                <a:cubicBezTo>
                  <a:pt x="5963" y="17729"/>
                  <a:pt x="5963" y="16606"/>
                  <a:pt x="5415" y="16044"/>
                </a:cubicBezTo>
                <a:cubicBezTo>
                  <a:pt x="4868" y="15482"/>
                  <a:pt x="4320" y="16044"/>
                  <a:pt x="3712" y="16606"/>
                </a:cubicBezTo>
                <a:close/>
                <a:moveTo>
                  <a:pt x="3225" y="3309"/>
                </a:moveTo>
                <a:cubicBezTo>
                  <a:pt x="2738" y="3933"/>
                  <a:pt x="2738" y="4432"/>
                  <a:pt x="3225" y="4994"/>
                </a:cubicBezTo>
                <a:cubicBezTo>
                  <a:pt x="4320" y="5556"/>
                  <a:pt x="4868" y="6118"/>
                  <a:pt x="5415" y="5556"/>
                </a:cubicBezTo>
                <a:cubicBezTo>
                  <a:pt x="5963" y="4994"/>
                  <a:pt x="5963" y="3933"/>
                  <a:pt x="5415" y="3309"/>
                </a:cubicBezTo>
                <a:cubicBezTo>
                  <a:pt x="4868" y="2809"/>
                  <a:pt x="3712" y="2809"/>
                  <a:pt x="3225" y="3309"/>
                </a:cubicBezTo>
                <a:close/>
                <a:moveTo>
                  <a:pt x="16185" y="18229"/>
                </a:moveTo>
                <a:cubicBezTo>
                  <a:pt x="16672" y="18791"/>
                  <a:pt x="17767" y="18791"/>
                  <a:pt x="18314" y="18229"/>
                </a:cubicBezTo>
                <a:cubicBezTo>
                  <a:pt x="18862" y="17729"/>
                  <a:pt x="18862" y="17168"/>
                  <a:pt x="17767" y="16606"/>
                </a:cubicBezTo>
                <a:cubicBezTo>
                  <a:pt x="17219" y="16044"/>
                  <a:pt x="16672" y="15482"/>
                  <a:pt x="16185" y="16044"/>
                </a:cubicBezTo>
                <a:cubicBezTo>
                  <a:pt x="15637" y="16606"/>
                  <a:pt x="15637" y="17729"/>
                  <a:pt x="16185" y="18229"/>
                </a:cubicBezTo>
                <a:close/>
                <a:moveTo>
                  <a:pt x="10770" y="2809"/>
                </a:moveTo>
                <a:cubicBezTo>
                  <a:pt x="11317" y="2809"/>
                  <a:pt x="11865" y="2247"/>
                  <a:pt x="11865" y="1124"/>
                </a:cubicBezTo>
                <a:cubicBezTo>
                  <a:pt x="11865" y="562"/>
                  <a:pt x="11317" y="0"/>
                  <a:pt x="10770" y="0"/>
                </a:cubicBezTo>
                <a:cubicBezTo>
                  <a:pt x="10222" y="0"/>
                  <a:pt x="9674" y="562"/>
                  <a:pt x="9674" y="1124"/>
                </a:cubicBezTo>
                <a:cubicBezTo>
                  <a:pt x="9674" y="2247"/>
                  <a:pt x="10222" y="2809"/>
                  <a:pt x="10770" y="280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2" name="Shape 7462"/>
          <p:cNvSpPr/>
          <p:nvPr/>
        </p:nvSpPr>
        <p:spPr>
          <a:xfrm>
            <a:off x="9549587" y="10674833"/>
            <a:ext cx="594829" cy="5948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24" y="10039"/>
                </a:moveTo>
                <a:cubicBezTo>
                  <a:pt x="20424" y="10039"/>
                  <a:pt x="19640" y="10039"/>
                  <a:pt x="19292" y="10039"/>
                </a:cubicBezTo>
                <a:cubicBezTo>
                  <a:pt x="18900" y="10039"/>
                  <a:pt x="18508" y="10431"/>
                  <a:pt x="18508" y="10822"/>
                </a:cubicBezTo>
                <a:cubicBezTo>
                  <a:pt x="18508" y="11561"/>
                  <a:pt x="18900" y="11952"/>
                  <a:pt x="19292" y="11952"/>
                </a:cubicBezTo>
                <a:cubicBezTo>
                  <a:pt x="19640" y="11952"/>
                  <a:pt x="20424" y="11952"/>
                  <a:pt x="20424" y="11952"/>
                </a:cubicBezTo>
                <a:cubicBezTo>
                  <a:pt x="21208" y="11952"/>
                  <a:pt x="21600" y="11561"/>
                  <a:pt x="21600" y="10822"/>
                </a:cubicBezTo>
                <a:cubicBezTo>
                  <a:pt x="21600" y="10431"/>
                  <a:pt x="21208" y="10039"/>
                  <a:pt x="20424" y="10039"/>
                </a:cubicBezTo>
                <a:close/>
                <a:moveTo>
                  <a:pt x="10756" y="5041"/>
                </a:moveTo>
                <a:cubicBezTo>
                  <a:pt x="7316" y="5041"/>
                  <a:pt x="5008" y="7736"/>
                  <a:pt x="5008" y="10822"/>
                </a:cubicBezTo>
                <a:cubicBezTo>
                  <a:pt x="5008" y="14255"/>
                  <a:pt x="7316" y="16993"/>
                  <a:pt x="10756" y="16993"/>
                </a:cubicBezTo>
                <a:cubicBezTo>
                  <a:pt x="14240" y="16993"/>
                  <a:pt x="16548" y="14255"/>
                  <a:pt x="16548" y="10822"/>
                </a:cubicBezTo>
                <a:cubicBezTo>
                  <a:pt x="16548" y="7736"/>
                  <a:pt x="14240" y="5041"/>
                  <a:pt x="10756" y="5041"/>
                </a:cubicBezTo>
                <a:close/>
                <a:moveTo>
                  <a:pt x="10756" y="15037"/>
                </a:moveTo>
                <a:cubicBezTo>
                  <a:pt x="8448" y="15037"/>
                  <a:pt x="6532" y="13125"/>
                  <a:pt x="6532" y="10822"/>
                </a:cubicBezTo>
                <a:cubicBezTo>
                  <a:pt x="6532" y="8518"/>
                  <a:pt x="8448" y="6563"/>
                  <a:pt x="10756" y="6563"/>
                </a:cubicBezTo>
                <a:cubicBezTo>
                  <a:pt x="13065" y="6563"/>
                  <a:pt x="15024" y="8518"/>
                  <a:pt x="15024" y="10822"/>
                </a:cubicBezTo>
                <a:cubicBezTo>
                  <a:pt x="15024" y="13125"/>
                  <a:pt x="13065" y="15037"/>
                  <a:pt x="10756" y="15037"/>
                </a:cubicBezTo>
                <a:close/>
                <a:moveTo>
                  <a:pt x="3092" y="10822"/>
                </a:moveTo>
                <a:cubicBezTo>
                  <a:pt x="3092" y="10431"/>
                  <a:pt x="2656" y="10039"/>
                  <a:pt x="2308" y="10039"/>
                </a:cubicBezTo>
                <a:cubicBezTo>
                  <a:pt x="1916" y="10039"/>
                  <a:pt x="1132" y="10039"/>
                  <a:pt x="1132" y="10039"/>
                </a:cubicBezTo>
                <a:cubicBezTo>
                  <a:pt x="348" y="10039"/>
                  <a:pt x="0" y="10431"/>
                  <a:pt x="0" y="10822"/>
                </a:cubicBezTo>
                <a:cubicBezTo>
                  <a:pt x="0" y="11561"/>
                  <a:pt x="348" y="11952"/>
                  <a:pt x="1132" y="11952"/>
                </a:cubicBezTo>
                <a:cubicBezTo>
                  <a:pt x="1132" y="11952"/>
                  <a:pt x="1916" y="11952"/>
                  <a:pt x="2308" y="11952"/>
                </a:cubicBezTo>
                <a:cubicBezTo>
                  <a:pt x="2656" y="11952"/>
                  <a:pt x="3092" y="11561"/>
                  <a:pt x="3092" y="10822"/>
                </a:cubicBezTo>
                <a:close/>
                <a:moveTo>
                  <a:pt x="10756" y="3477"/>
                </a:moveTo>
                <a:cubicBezTo>
                  <a:pt x="11148" y="3477"/>
                  <a:pt x="11540" y="2695"/>
                  <a:pt x="11540" y="2303"/>
                </a:cubicBezTo>
                <a:cubicBezTo>
                  <a:pt x="11540" y="1956"/>
                  <a:pt x="11540" y="1565"/>
                  <a:pt x="11540" y="1173"/>
                </a:cubicBezTo>
                <a:cubicBezTo>
                  <a:pt x="11540" y="782"/>
                  <a:pt x="11148" y="0"/>
                  <a:pt x="10756" y="0"/>
                </a:cubicBezTo>
                <a:cubicBezTo>
                  <a:pt x="10408" y="0"/>
                  <a:pt x="10016" y="782"/>
                  <a:pt x="10016" y="1173"/>
                </a:cubicBezTo>
                <a:cubicBezTo>
                  <a:pt x="10016" y="1565"/>
                  <a:pt x="10016" y="1956"/>
                  <a:pt x="10016" y="2303"/>
                </a:cubicBezTo>
                <a:cubicBezTo>
                  <a:pt x="10016" y="2695"/>
                  <a:pt x="10408" y="3477"/>
                  <a:pt x="10756" y="3477"/>
                </a:cubicBezTo>
                <a:close/>
                <a:moveTo>
                  <a:pt x="10756" y="18514"/>
                </a:moveTo>
                <a:cubicBezTo>
                  <a:pt x="10408" y="18514"/>
                  <a:pt x="10016" y="18905"/>
                  <a:pt x="10016" y="19688"/>
                </a:cubicBezTo>
                <a:lnTo>
                  <a:pt x="10016" y="20427"/>
                </a:lnTo>
                <a:cubicBezTo>
                  <a:pt x="10016" y="21209"/>
                  <a:pt x="10408" y="21600"/>
                  <a:pt x="10756" y="21600"/>
                </a:cubicBezTo>
                <a:cubicBezTo>
                  <a:pt x="11148" y="21600"/>
                  <a:pt x="11540" y="21209"/>
                  <a:pt x="11540" y="20427"/>
                </a:cubicBezTo>
                <a:lnTo>
                  <a:pt x="11540" y="19688"/>
                </a:lnTo>
                <a:cubicBezTo>
                  <a:pt x="11540" y="18905"/>
                  <a:pt x="11148" y="18514"/>
                  <a:pt x="10756" y="18514"/>
                </a:cubicBezTo>
                <a:close/>
                <a:moveTo>
                  <a:pt x="18900" y="4259"/>
                </a:moveTo>
                <a:cubicBezTo>
                  <a:pt x="19292" y="3868"/>
                  <a:pt x="19292" y="3129"/>
                  <a:pt x="18900" y="2695"/>
                </a:cubicBezTo>
                <a:cubicBezTo>
                  <a:pt x="18508" y="2303"/>
                  <a:pt x="18116" y="2695"/>
                  <a:pt x="17332" y="3129"/>
                </a:cubicBezTo>
                <a:cubicBezTo>
                  <a:pt x="17332" y="3129"/>
                  <a:pt x="16984" y="3477"/>
                  <a:pt x="16548" y="3868"/>
                </a:cubicBezTo>
                <a:cubicBezTo>
                  <a:pt x="16200" y="4259"/>
                  <a:pt x="16200" y="4650"/>
                  <a:pt x="16548" y="5041"/>
                </a:cubicBezTo>
                <a:cubicBezTo>
                  <a:pt x="16984" y="5433"/>
                  <a:pt x="17724" y="5433"/>
                  <a:pt x="18116" y="5041"/>
                </a:cubicBezTo>
                <a:cubicBezTo>
                  <a:pt x="18116" y="4650"/>
                  <a:pt x="18508" y="4259"/>
                  <a:pt x="18900" y="4259"/>
                </a:cubicBezTo>
                <a:close/>
                <a:moveTo>
                  <a:pt x="3440" y="16993"/>
                </a:moveTo>
                <a:cubicBezTo>
                  <a:pt x="3440" y="16993"/>
                  <a:pt x="3092" y="17384"/>
                  <a:pt x="2656" y="17732"/>
                </a:cubicBezTo>
                <a:cubicBezTo>
                  <a:pt x="2308" y="18123"/>
                  <a:pt x="2308" y="18514"/>
                  <a:pt x="2656" y="18905"/>
                </a:cubicBezTo>
                <a:cubicBezTo>
                  <a:pt x="3092" y="19297"/>
                  <a:pt x="3440" y="19297"/>
                  <a:pt x="4224" y="18905"/>
                </a:cubicBezTo>
                <a:lnTo>
                  <a:pt x="4616" y="18123"/>
                </a:lnTo>
                <a:cubicBezTo>
                  <a:pt x="5400" y="17732"/>
                  <a:pt x="5400" y="16993"/>
                  <a:pt x="5008" y="16559"/>
                </a:cubicBezTo>
                <a:cubicBezTo>
                  <a:pt x="4616" y="16559"/>
                  <a:pt x="3832" y="16559"/>
                  <a:pt x="3440" y="16993"/>
                </a:cubicBezTo>
                <a:close/>
                <a:moveTo>
                  <a:pt x="4224" y="3129"/>
                </a:moveTo>
                <a:cubicBezTo>
                  <a:pt x="3440" y="2695"/>
                  <a:pt x="3092" y="2303"/>
                  <a:pt x="2656" y="2695"/>
                </a:cubicBezTo>
                <a:cubicBezTo>
                  <a:pt x="2308" y="3129"/>
                  <a:pt x="2308" y="3868"/>
                  <a:pt x="2656" y="4259"/>
                </a:cubicBezTo>
                <a:cubicBezTo>
                  <a:pt x="3092" y="4259"/>
                  <a:pt x="3440" y="4650"/>
                  <a:pt x="3440" y="5041"/>
                </a:cubicBezTo>
                <a:cubicBezTo>
                  <a:pt x="3832" y="5433"/>
                  <a:pt x="4616" y="5433"/>
                  <a:pt x="5008" y="5041"/>
                </a:cubicBezTo>
                <a:cubicBezTo>
                  <a:pt x="5400" y="4650"/>
                  <a:pt x="5400" y="4259"/>
                  <a:pt x="4616" y="3868"/>
                </a:cubicBezTo>
                <a:cubicBezTo>
                  <a:pt x="4616" y="3477"/>
                  <a:pt x="4224" y="3129"/>
                  <a:pt x="4224" y="3129"/>
                </a:cubicBezTo>
                <a:close/>
                <a:moveTo>
                  <a:pt x="16548" y="18123"/>
                </a:moveTo>
                <a:cubicBezTo>
                  <a:pt x="16984" y="18123"/>
                  <a:pt x="17332" y="18905"/>
                  <a:pt x="17332" y="18905"/>
                </a:cubicBezTo>
                <a:cubicBezTo>
                  <a:pt x="18116" y="19297"/>
                  <a:pt x="18508" y="19297"/>
                  <a:pt x="18900" y="18905"/>
                </a:cubicBezTo>
                <a:cubicBezTo>
                  <a:pt x="19292" y="18514"/>
                  <a:pt x="19292" y="18123"/>
                  <a:pt x="18900" y="17732"/>
                </a:cubicBezTo>
                <a:cubicBezTo>
                  <a:pt x="18508" y="17384"/>
                  <a:pt x="18116" y="16993"/>
                  <a:pt x="18116" y="16993"/>
                </a:cubicBezTo>
                <a:cubicBezTo>
                  <a:pt x="17724" y="16559"/>
                  <a:pt x="16984" y="16559"/>
                  <a:pt x="16548" y="16559"/>
                </a:cubicBezTo>
                <a:cubicBezTo>
                  <a:pt x="16200" y="16993"/>
                  <a:pt x="16200" y="17732"/>
                  <a:pt x="16548" y="1812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3" name="Shape 7463"/>
          <p:cNvSpPr/>
          <p:nvPr/>
        </p:nvSpPr>
        <p:spPr>
          <a:xfrm>
            <a:off x="1273754" y="5969896"/>
            <a:ext cx="531537" cy="5209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913"/>
                </a:moveTo>
                <a:lnTo>
                  <a:pt x="13847" y="7913"/>
                </a:lnTo>
                <a:lnTo>
                  <a:pt x="10824" y="0"/>
                </a:lnTo>
                <a:lnTo>
                  <a:pt x="7801" y="7913"/>
                </a:lnTo>
                <a:lnTo>
                  <a:pt x="0" y="7913"/>
                </a:lnTo>
                <a:lnTo>
                  <a:pt x="6485" y="12741"/>
                </a:lnTo>
                <a:lnTo>
                  <a:pt x="4291" y="21600"/>
                </a:lnTo>
                <a:lnTo>
                  <a:pt x="10824" y="16275"/>
                </a:lnTo>
                <a:lnTo>
                  <a:pt x="17260" y="21600"/>
                </a:lnTo>
                <a:lnTo>
                  <a:pt x="15115" y="12741"/>
                </a:lnTo>
                <a:lnTo>
                  <a:pt x="21600" y="7913"/>
                </a:lnTo>
                <a:close/>
                <a:moveTo>
                  <a:pt x="10824" y="14085"/>
                </a:moveTo>
                <a:lnTo>
                  <a:pt x="6875" y="17121"/>
                </a:lnTo>
                <a:lnTo>
                  <a:pt x="8630" y="12741"/>
                </a:lnTo>
                <a:lnTo>
                  <a:pt x="5168" y="9655"/>
                </a:lnTo>
                <a:lnTo>
                  <a:pt x="9508" y="10103"/>
                </a:lnTo>
                <a:lnTo>
                  <a:pt x="10824" y="4828"/>
                </a:lnTo>
                <a:lnTo>
                  <a:pt x="12092" y="10103"/>
                </a:lnTo>
                <a:lnTo>
                  <a:pt x="16432" y="9655"/>
                </a:lnTo>
                <a:lnTo>
                  <a:pt x="12970" y="12741"/>
                </a:lnTo>
                <a:lnTo>
                  <a:pt x="14286" y="17121"/>
                </a:lnTo>
                <a:lnTo>
                  <a:pt x="10824" y="1408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4" name="Shape 7464"/>
          <p:cNvSpPr/>
          <p:nvPr/>
        </p:nvSpPr>
        <p:spPr>
          <a:xfrm>
            <a:off x="16715029" y="4836114"/>
            <a:ext cx="500076" cy="415241"/>
          </a:xfrm>
          <a:custGeom>
            <a:avLst/>
            <a:gdLst/>
            <a:ahLst/>
            <a:cxnLst>
              <a:cxn ang="0">
                <a:pos x="wd2" y="hd2"/>
              </a:cxn>
              <a:cxn ang="5400000">
                <a:pos x="wd2" y="hd2"/>
              </a:cxn>
              <a:cxn ang="10800000">
                <a:pos x="wd2" y="hd2"/>
              </a:cxn>
              <a:cxn ang="16200000">
                <a:pos x="wd2" y="hd2"/>
              </a:cxn>
            </a:cxnLst>
            <a:rect l="0" t="0" r="r" b="b"/>
            <a:pathLst>
              <a:path w="20525" h="21052" fill="norm" stroke="1" extrusionOk="0">
                <a:moveTo>
                  <a:pt x="18912" y="1642"/>
                </a:moveTo>
                <a:cubicBezTo>
                  <a:pt x="16762" y="-548"/>
                  <a:pt x="13732" y="-548"/>
                  <a:pt x="11533" y="1642"/>
                </a:cubicBezTo>
                <a:cubicBezTo>
                  <a:pt x="10262" y="3224"/>
                  <a:pt x="10262" y="3224"/>
                  <a:pt x="10262" y="3224"/>
                </a:cubicBezTo>
                <a:cubicBezTo>
                  <a:pt x="8943" y="1642"/>
                  <a:pt x="8943" y="1642"/>
                  <a:pt x="8943" y="1642"/>
                </a:cubicBezTo>
                <a:cubicBezTo>
                  <a:pt x="6792" y="-548"/>
                  <a:pt x="3762" y="-548"/>
                  <a:pt x="1612" y="1642"/>
                </a:cubicBezTo>
                <a:cubicBezTo>
                  <a:pt x="-538" y="4320"/>
                  <a:pt x="-538" y="8640"/>
                  <a:pt x="1612" y="10769"/>
                </a:cubicBezTo>
                <a:cubicBezTo>
                  <a:pt x="10262" y="21052"/>
                  <a:pt x="10262" y="21052"/>
                  <a:pt x="10262" y="21052"/>
                </a:cubicBezTo>
                <a:cubicBezTo>
                  <a:pt x="18912" y="10769"/>
                  <a:pt x="18912" y="10769"/>
                  <a:pt x="18912" y="10769"/>
                </a:cubicBezTo>
                <a:cubicBezTo>
                  <a:pt x="21062" y="8640"/>
                  <a:pt x="21062" y="4320"/>
                  <a:pt x="18912" y="1642"/>
                </a:cubicBezTo>
                <a:close/>
                <a:moveTo>
                  <a:pt x="17641" y="9187"/>
                </a:moveTo>
                <a:cubicBezTo>
                  <a:pt x="10262" y="17766"/>
                  <a:pt x="10262" y="17766"/>
                  <a:pt x="10262" y="17766"/>
                </a:cubicBezTo>
                <a:cubicBezTo>
                  <a:pt x="2883" y="9187"/>
                  <a:pt x="2883" y="9187"/>
                  <a:pt x="2883" y="9187"/>
                </a:cubicBezTo>
                <a:cubicBezTo>
                  <a:pt x="2052" y="8640"/>
                  <a:pt x="1612" y="7544"/>
                  <a:pt x="1612" y="6510"/>
                </a:cubicBezTo>
                <a:cubicBezTo>
                  <a:pt x="1612" y="4867"/>
                  <a:pt x="2052" y="4320"/>
                  <a:pt x="2883" y="3224"/>
                </a:cubicBezTo>
                <a:cubicBezTo>
                  <a:pt x="3323" y="2677"/>
                  <a:pt x="4202" y="2190"/>
                  <a:pt x="5082" y="2190"/>
                </a:cubicBezTo>
                <a:cubicBezTo>
                  <a:pt x="6352" y="2190"/>
                  <a:pt x="7232" y="2677"/>
                  <a:pt x="7672" y="3772"/>
                </a:cubicBezTo>
                <a:cubicBezTo>
                  <a:pt x="10262" y="6510"/>
                  <a:pt x="10262" y="6510"/>
                  <a:pt x="10262" y="6510"/>
                </a:cubicBezTo>
                <a:cubicBezTo>
                  <a:pt x="12901" y="3772"/>
                  <a:pt x="12901" y="3772"/>
                  <a:pt x="12901" y="3772"/>
                </a:cubicBezTo>
                <a:cubicBezTo>
                  <a:pt x="13292" y="2677"/>
                  <a:pt x="14172" y="2190"/>
                  <a:pt x="15491" y="2190"/>
                </a:cubicBezTo>
                <a:cubicBezTo>
                  <a:pt x="16322" y="2190"/>
                  <a:pt x="17201" y="2677"/>
                  <a:pt x="17641" y="3224"/>
                </a:cubicBezTo>
                <a:cubicBezTo>
                  <a:pt x="18472" y="4320"/>
                  <a:pt x="18912" y="4867"/>
                  <a:pt x="18912" y="6510"/>
                </a:cubicBezTo>
                <a:cubicBezTo>
                  <a:pt x="18912" y="7544"/>
                  <a:pt x="18472" y="8640"/>
                  <a:pt x="17641" y="918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5" name="Shape 7465"/>
          <p:cNvSpPr/>
          <p:nvPr/>
        </p:nvSpPr>
        <p:spPr>
          <a:xfrm>
            <a:off x="3636769" y="9519700"/>
            <a:ext cx="552637" cy="5420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388" y="7232"/>
                </a:moveTo>
                <a:lnTo>
                  <a:pt x="5810" y="7232"/>
                </a:lnTo>
                <a:cubicBezTo>
                  <a:pt x="6653" y="6322"/>
                  <a:pt x="7497" y="5508"/>
                  <a:pt x="8715" y="4646"/>
                </a:cubicBezTo>
                <a:lnTo>
                  <a:pt x="8715" y="4215"/>
                </a:lnTo>
                <a:cubicBezTo>
                  <a:pt x="8715" y="3784"/>
                  <a:pt x="8715" y="3784"/>
                  <a:pt x="8715" y="3353"/>
                </a:cubicBezTo>
                <a:cubicBezTo>
                  <a:pt x="7497" y="2538"/>
                  <a:pt x="6232" y="2107"/>
                  <a:pt x="5013" y="1245"/>
                </a:cubicBezTo>
                <a:cubicBezTo>
                  <a:pt x="4170" y="2107"/>
                  <a:pt x="2905" y="2969"/>
                  <a:pt x="2062" y="4215"/>
                </a:cubicBezTo>
                <a:cubicBezTo>
                  <a:pt x="2905" y="5508"/>
                  <a:pt x="3327" y="6322"/>
                  <a:pt x="4170" y="7232"/>
                </a:cubicBezTo>
                <a:cubicBezTo>
                  <a:pt x="4592" y="7232"/>
                  <a:pt x="5013" y="7232"/>
                  <a:pt x="5388" y="7232"/>
                </a:cubicBezTo>
                <a:close/>
                <a:moveTo>
                  <a:pt x="2905" y="9339"/>
                </a:moveTo>
                <a:cubicBezTo>
                  <a:pt x="2905" y="8908"/>
                  <a:pt x="2905" y="8908"/>
                  <a:pt x="3327" y="8477"/>
                </a:cubicBezTo>
                <a:cubicBezTo>
                  <a:pt x="2530" y="7663"/>
                  <a:pt x="1640" y="6753"/>
                  <a:pt x="1218" y="5939"/>
                </a:cubicBezTo>
                <a:cubicBezTo>
                  <a:pt x="422" y="7232"/>
                  <a:pt x="0" y="8908"/>
                  <a:pt x="0" y="10584"/>
                </a:cubicBezTo>
                <a:cubicBezTo>
                  <a:pt x="0" y="12740"/>
                  <a:pt x="422" y="14847"/>
                  <a:pt x="1640" y="16092"/>
                </a:cubicBezTo>
                <a:cubicBezTo>
                  <a:pt x="2062" y="14416"/>
                  <a:pt x="2530" y="12309"/>
                  <a:pt x="3327" y="10584"/>
                </a:cubicBezTo>
                <a:cubicBezTo>
                  <a:pt x="3327" y="10584"/>
                  <a:pt x="2905" y="9770"/>
                  <a:pt x="2905" y="9339"/>
                </a:cubicBezTo>
                <a:close/>
                <a:moveTo>
                  <a:pt x="10777" y="1676"/>
                </a:moveTo>
                <a:cubicBezTo>
                  <a:pt x="11198" y="1676"/>
                  <a:pt x="12042" y="2107"/>
                  <a:pt x="12463" y="2538"/>
                </a:cubicBezTo>
                <a:cubicBezTo>
                  <a:pt x="13682" y="1676"/>
                  <a:pt x="14947" y="1676"/>
                  <a:pt x="16212" y="1245"/>
                </a:cubicBezTo>
                <a:cubicBezTo>
                  <a:pt x="14525" y="383"/>
                  <a:pt x="12885" y="0"/>
                  <a:pt x="10777" y="0"/>
                </a:cubicBezTo>
                <a:cubicBezTo>
                  <a:pt x="9558" y="0"/>
                  <a:pt x="8293" y="0"/>
                  <a:pt x="7075" y="383"/>
                </a:cubicBezTo>
                <a:cubicBezTo>
                  <a:pt x="7872" y="814"/>
                  <a:pt x="8715" y="1676"/>
                  <a:pt x="9558" y="2107"/>
                </a:cubicBezTo>
                <a:cubicBezTo>
                  <a:pt x="9980" y="2107"/>
                  <a:pt x="10355" y="1676"/>
                  <a:pt x="10777" y="1676"/>
                </a:cubicBezTo>
                <a:close/>
                <a:moveTo>
                  <a:pt x="14103" y="12740"/>
                </a:moveTo>
                <a:cubicBezTo>
                  <a:pt x="14525" y="12309"/>
                  <a:pt x="14525" y="12309"/>
                  <a:pt x="14947" y="11878"/>
                </a:cubicBezTo>
                <a:cubicBezTo>
                  <a:pt x="14103" y="9770"/>
                  <a:pt x="12885" y="8046"/>
                  <a:pt x="11620" y="6322"/>
                </a:cubicBezTo>
                <a:cubicBezTo>
                  <a:pt x="11620" y="6322"/>
                  <a:pt x="11198" y="6322"/>
                  <a:pt x="10777" y="6322"/>
                </a:cubicBezTo>
                <a:cubicBezTo>
                  <a:pt x="10355" y="6322"/>
                  <a:pt x="9980" y="6322"/>
                  <a:pt x="9558" y="5939"/>
                </a:cubicBezTo>
                <a:cubicBezTo>
                  <a:pt x="8715" y="6753"/>
                  <a:pt x="7872" y="7232"/>
                  <a:pt x="7075" y="8046"/>
                </a:cubicBezTo>
                <a:cubicBezTo>
                  <a:pt x="7497" y="8477"/>
                  <a:pt x="7497" y="8908"/>
                  <a:pt x="7497" y="9339"/>
                </a:cubicBezTo>
                <a:cubicBezTo>
                  <a:pt x="7497" y="9770"/>
                  <a:pt x="7497" y="9770"/>
                  <a:pt x="7497" y="10201"/>
                </a:cubicBezTo>
                <a:cubicBezTo>
                  <a:pt x="9558" y="11447"/>
                  <a:pt x="11620" y="12309"/>
                  <a:pt x="14103" y="12740"/>
                </a:cubicBezTo>
                <a:close/>
                <a:moveTo>
                  <a:pt x="17008" y="15661"/>
                </a:moveTo>
                <a:cubicBezTo>
                  <a:pt x="17008" y="16092"/>
                  <a:pt x="17008" y="16954"/>
                  <a:pt x="17008" y="17385"/>
                </a:cubicBezTo>
                <a:cubicBezTo>
                  <a:pt x="17008" y="17816"/>
                  <a:pt x="17008" y="18631"/>
                  <a:pt x="17008" y="19493"/>
                </a:cubicBezTo>
                <a:cubicBezTo>
                  <a:pt x="18695" y="18200"/>
                  <a:pt x="20335" y="16092"/>
                  <a:pt x="20757" y="13985"/>
                </a:cubicBezTo>
                <a:cubicBezTo>
                  <a:pt x="19960" y="14416"/>
                  <a:pt x="19117" y="14416"/>
                  <a:pt x="18273" y="14416"/>
                </a:cubicBezTo>
                <a:cubicBezTo>
                  <a:pt x="18273" y="15278"/>
                  <a:pt x="17852" y="15661"/>
                  <a:pt x="17008" y="15661"/>
                </a:cubicBezTo>
                <a:close/>
                <a:moveTo>
                  <a:pt x="13682" y="14416"/>
                </a:moveTo>
                <a:cubicBezTo>
                  <a:pt x="11198" y="13985"/>
                  <a:pt x="8715" y="12740"/>
                  <a:pt x="6653" y="11447"/>
                </a:cubicBezTo>
                <a:cubicBezTo>
                  <a:pt x="6232" y="11447"/>
                  <a:pt x="5810" y="11878"/>
                  <a:pt x="5388" y="11878"/>
                </a:cubicBezTo>
                <a:cubicBezTo>
                  <a:pt x="5013" y="11878"/>
                  <a:pt x="5013" y="11878"/>
                  <a:pt x="5013" y="11447"/>
                </a:cubicBezTo>
                <a:cubicBezTo>
                  <a:pt x="3702" y="13554"/>
                  <a:pt x="3327" y="15661"/>
                  <a:pt x="2905" y="18200"/>
                </a:cubicBezTo>
                <a:cubicBezTo>
                  <a:pt x="4170" y="19062"/>
                  <a:pt x="5388" y="20355"/>
                  <a:pt x="6653" y="20786"/>
                </a:cubicBezTo>
                <a:cubicBezTo>
                  <a:pt x="8293" y="18200"/>
                  <a:pt x="10777" y="15661"/>
                  <a:pt x="13682" y="14416"/>
                </a:cubicBezTo>
                <a:close/>
                <a:moveTo>
                  <a:pt x="17852" y="2538"/>
                </a:moveTo>
                <a:cubicBezTo>
                  <a:pt x="16212" y="2969"/>
                  <a:pt x="14525" y="3353"/>
                  <a:pt x="12885" y="3784"/>
                </a:cubicBezTo>
                <a:lnTo>
                  <a:pt x="13260" y="4215"/>
                </a:lnTo>
                <a:cubicBezTo>
                  <a:pt x="13260" y="4646"/>
                  <a:pt x="12885" y="4646"/>
                  <a:pt x="12885" y="5077"/>
                </a:cubicBezTo>
                <a:cubicBezTo>
                  <a:pt x="14525" y="6753"/>
                  <a:pt x="15368" y="8908"/>
                  <a:pt x="16212" y="11447"/>
                </a:cubicBezTo>
                <a:cubicBezTo>
                  <a:pt x="17008" y="11447"/>
                  <a:pt x="17852" y="11878"/>
                  <a:pt x="18273" y="12740"/>
                </a:cubicBezTo>
                <a:cubicBezTo>
                  <a:pt x="19538" y="12740"/>
                  <a:pt x="20335" y="12740"/>
                  <a:pt x="21178" y="12309"/>
                </a:cubicBezTo>
                <a:cubicBezTo>
                  <a:pt x="21600" y="11878"/>
                  <a:pt x="21600" y="11016"/>
                  <a:pt x="21600" y="10584"/>
                </a:cubicBezTo>
                <a:cubicBezTo>
                  <a:pt x="21600" y="7663"/>
                  <a:pt x="19960" y="4646"/>
                  <a:pt x="17852" y="2538"/>
                </a:cubicBezTo>
                <a:close/>
                <a:moveTo>
                  <a:pt x="14947" y="15661"/>
                </a:moveTo>
                <a:cubicBezTo>
                  <a:pt x="12042" y="16954"/>
                  <a:pt x="9980" y="18631"/>
                  <a:pt x="8293" y="21217"/>
                </a:cubicBezTo>
                <a:cubicBezTo>
                  <a:pt x="9137" y="21600"/>
                  <a:pt x="9980" y="21600"/>
                  <a:pt x="10777" y="21600"/>
                </a:cubicBezTo>
                <a:cubicBezTo>
                  <a:pt x="12463" y="21600"/>
                  <a:pt x="13682" y="21217"/>
                  <a:pt x="15368" y="20786"/>
                </a:cubicBezTo>
                <a:cubicBezTo>
                  <a:pt x="15368" y="19493"/>
                  <a:pt x="15790" y="18200"/>
                  <a:pt x="15790" y="17385"/>
                </a:cubicBezTo>
                <a:cubicBezTo>
                  <a:pt x="15790" y="16954"/>
                  <a:pt x="15790" y="16523"/>
                  <a:pt x="15368" y="16092"/>
                </a:cubicBezTo>
                <a:cubicBezTo>
                  <a:pt x="15368" y="15661"/>
                  <a:pt x="14947" y="15661"/>
                  <a:pt x="14947" y="15661"/>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6" name="Shape 7466"/>
          <p:cNvSpPr/>
          <p:nvPr/>
        </p:nvSpPr>
        <p:spPr>
          <a:xfrm>
            <a:off x="11923153" y="10793576"/>
            <a:ext cx="594831" cy="357344"/>
          </a:xfrm>
          <a:custGeom>
            <a:avLst/>
            <a:gdLst/>
            <a:ahLst/>
            <a:cxnLst>
              <a:cxn ang="0">
                <a:pos x="wd2" y="hd2"/>
              </a:cxn>
              <a:cxn ang="5400000">
                <a:pos x="wd2" y="hd2"/>
              </a:cxn>
              <a:cxn ang="10800000">
                <a:pos x="wd2" y="hd2"/>
              </a:cxn>
              <a:cxn ang="16200000">
                <a:pos x="wd2" y="hd2"/>
              </a:cxn>
            </a:cxnLst>
            <a:rect l="0" t="0" r="r" b="b"/>
            <a:pathLst>
              <a:path w="21600" h="21278" fill="norm" stroke="1" extrusionOk="0">
                <a:moveTo>
                  <a:pt x="8084" y="483"/>
                </a:moveTo>
                <a:cubicBezTo>
                  <a:pt x="7736" y="-161"/>
                  <a:pt x="7301" y="-161"/>
                  <a:pt x="6954" y="483"/>
                </a:cubicBezTo>
                <a:cubicBezTo>
                  <a:pt x="0" y="10639"/>
                  <a:pt x="0" y="10639"/>
                  <a:pt x="0" y="10639"/>
                </a:cubicBezTo>
                <a:cubicBezTo>
                  <a:pt x="6954" y="20795"/>
                  <a:pt x="6954" y="20795"/>
                  <a:pt x="6954" y="20795"/>
                </a:cubicBezTo>
                <a:cubicBezTo>
                  <a:pt x="7301" y="21439"/>
                  <a:pt x="7736" y="21439"/>
                  <a:pt x="8084" y="20795"/>
                </a:cubicBezTo>
                <a:cubicBezTo>
                  <a:pt x="8475" y="20080"/>
                  <a:pt x="8475" y="19436"/>
                  <a:pt x="8084" y="18864"/>
                </a:cubicBezTo>
                <a:cubicBezTo>
                  <a:pt x="2695" y="10639"/>
                  <a:pt x="2695" y="10639"/>
                  <a:pt x="2695" y="10639"/>
                </a:cubicBezTo>
                <a:cubicBezTo>
                  <a:pt x="8084" y="3058"/>
                  <a:pt x="8084" y="3058"/>
                  <a:pt x="8084" y="3058"/>
                </a:cubicBezTo>
                <a:cubicBezTo>
                  <a:pt x="8475" y="2342"/>
                  <a:pt x="8475" y="1126"/>
                  <a:pt x="8084" y="483"/>
                </a:cubicBezTo>
                <a:close/>
                <a:moveTo>
                  <a:pt x="14646" y="483"/>
                </a:moveTo>
                <a:cubicBezTo>
                  <a:pt x="14255" y="-161"/>
                  <a:pt x="13864" y="-161"/>
                  <a:pt x="13516" y="483"/>
                </a:cubicBezTo>
                <a:cubicBezTo>
                  <a:pt x="13125" y="1126"/>
                  <a:pt x="13125" y="2342"/>
                  <a:pt x="13516" y="3058"/>
                </a:cubicBezTo>
                <a:cubicBezTo>
                  <a:pt x="18862" y="10639"/>
                  <a:pt x="18862" y="10639"/>
                  <a:pt x="18862" y="10639"/>
                </a:cubicBezTo>
                <a:cubicBezTo>
                  <a:pt x="13516" y="18864"/>
                  <a:pt x="13516" y="18864"/>
                  <a:pt x="13516" y="18864"/>
                </a:cubicBezTo>
                <a:cubicBezTo>
                  <a:pt x="13125" y="19436"/>
                  <a:pt x="13125" y="20080"/>
                  <a:pt x="13516" y="20795"/>
                </a:cubicBezTo>
                <a:cubicBezTo>
                  <a:pt x="13864" y="21439"/>
                  <a:pt x="14255" y="21439"/>
                  <a:pt x="14646" y="20795"/>
                </a:cubicBezTo>
                <a:cubicBezTo>
                  <a:pt x="21600" y="10639"/>
                  <a:pt x="21600" y="10639"/>
                  <a:pt x="21600" y="10639"/>
                </a:cubicBezTo>
                <a:lnTo>
                  <a:pt x="14646" y="48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7" name="Shape 7467"/>
          <p:cNvSpPr/>
          <p:nvPr/>
        </p:nvSpPr>
        <p:spPr>
          <a:xfrm>
            <a:off x="14317817" y="8332916"/>
            <a:ext cx="552632" cy="5420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7" y="0"/>
                </a:moveTo>
                <a:cubicBezTo>
                  <a:pt x="4967" y="0"/>
                  <a:pt x="0" y="4683"/>
                  <a:pt x="0" y="10609"/>
                </a:cubicBezTo>
                <a:cubicBezTo>
                  <a:pt x="0" y="16535"/>
                  <a:pt x="4967" y="21600"/>
                  <a:pt x="10777" y="21600"/>
                </a:cubicBezTo>
                <a:cubicBezTo>
                  <a:pt x="16587" y="21600"/>
                  <a:pt x="21600" y="16535"/>
                  <a:pt x="21600" y="10609"/>
                </a:cubicBezTo>
                <a:cubicBezTo>
                  <a:pt x="21600" y="4683"/>
                  <a:pt x="16587" y="0"/>
                  <a:pt x="10777" y="0"/>
                </a:cubicBezTo>
                <a:close/>
                <a:moveTo>
                  <a:pt x="10777" y="14432"/>
                </a:moveTo>
                <a:cubicBezTo>
                  <a:pt x="8715" y="14432"/>
                  <a:pt x="7450" y="12712"/>
                  <a:pt x="7450" y="10609"/>
                </a:cubicBezTo>
                <a:cubicBezTo>
                  <a:pt x="7450" y="8936"/>
                  <a:pt x="8715" y="7216"/>
                  <a:pt x="10777" y="7216"/>
                </a:cubicBezTo>
                <a:cubicBezTo>
                  <a:pt x="12838" y="7216"/>
                  <a:pt x="14103" y="8936"/>
                  <a:pt x="14103" y="10609"/>
                </a:cubicBezTo>
                <a:cubicBezTo>
                  <a:pt x="14103" y="12712"/>
                  <a:pt x="12838" y="14432"/>
                  <a:pt x="10777" y="1443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8" name="Shape 7468"/>
          <p:cNvSpPr/>
          <p:nvPr/>
        </p:nvSpPr>
        <p:spPr>
          <a:xfrm>
            <a:off x="3615671" y="10822520"/>
            <a:ext cx="594836" cy="2941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7" y="0"/>
                </a:moveTo>
                <a:cubicBezTo>
                  <a:pt x="2303" y="0"/>
                  <a:pt x="2303" y="0"/>
                  <a:pt x="2303" y="0"/>
                </a:cubicBezTo>
                <a:cubicBezTo>
                  <a:pt x="782" y="0"/>
                  <a:pt x="0" y="2274"/>
                  <a:pt x="0" y="4635"/>
                </a:cubicBezTo>
                <a:cubicBezTo>
                  <a:pt x="0" y="17752"/>
                  <a:pt x="0" y="17752"/>
                  <a:pt x="0" y="17752"/>
                </a:cubicBezTo>
                <a:cubicBezTo>
                  <a:pt x="0" y="20113"/>
                  <a:pt x="782" y="21600"/>
                  <a:pt x="2303" y="21600"/>
                </a:cubicBezTo>
                <a:cubicBezTo>
                  <a:pt x="19297" y="21600"/>
                  <a:pt x="19297" y="21600"/>
                  <a:pt x="19297" y="21600"/>
                </a:cubicBezTo>
                <a:cubicBezTo>
                  <a:pt x="20427" y="21600"/>
                  <a:pt x="21600" y="20113"/>
                  <a:pt x="21600" y="17752"/>
                </a:cubicBezTo>
                <a:cubicBezTo>
                  <a:pt x="21600" y="4635"/>
                  <a:pt x="21600" y="4635"/>
                  <a:pt x="21600" y="4635"/>
                </a:cubicBezTo>
                <a:cubicBezTo>
                  <a:pt x="21600" y="2274"/>
                  <a:pt x="20427" y="0"/>
                  <a:pt x="19297" y="0"/>
                </a:cubicBezTo>
                <a:close/>
                <a:moveTo>
                  <a:pt x="19297" y="17752"/>
                </a:moveTo>
                <a:cubicBezTo>
                  <a:pt x="2303" y="17752"/>
                  <a:pt x="2303" y="17752"/>
                  <a:pt x="2303" y="17752"/>
                </a:cubicBezTo>
                <a:cubicBezTo>
                  <a:pt x="2303" y="4635"/>
                  <a:pt x="2303" y="4635"/>
                  <a:pt x="2303" y="4635"/>
                </a:cubicBezTo>
                <a:cubicBezTo>
                  <a:pt x="19297" y="4635"/>
                  <a:pt x="19297" y="4635"/>
                  <a:pt x="19297" y="4635"/>
                </a:cubicBezTo>
                <a:lnTo>
                  <a:pt x="19297" y="17752"/>
                </a:lnTo>
                <a:close/>
                <a:moveTo>
                  <a:pt x="18514" y="6909"/>
                </a:moveTo>
                <a:cubicBezTo>
                  <a:pt x="13864" y="6909"/>
                  <a:pt x="13864" y="6909"/>
                  <a:pt x="13864" y="6909"/>
                </a:cubicBezTo>
                <a:cubicBezTo>
                  <a:pt x="13864" y="15479"/>
                  <a:pt x="13864" y="15479"/>
                  <a:pt x="13864" y="15479"/>
                </a:cubicBezTo>
                <a:cubicBezTo>
                  <a:pt x="18514" y="15479"/>
                  <a:pt x="18514" y="15479"/>
                  <a:pt x="18514" y="15479"/>
                </a:cubicBezTo>
                <a:lnTo>
                  <a:pt x="18514" y="6909"/>
                </a:lnTo>
                <a:close/>
                <a:moveTo>
                  <a:pt x="7736" y="6909"/>
                </a:moveTo>
                <a:cubicBezTo>
                  <a:pt x="3129" y="6909"/>
                  <a:pt x="3129" y="6909"/>
                  <a:pt x="3129" y="6909"/>
                </a:cubicBezTo>
                <a:cubicBezTo>
                  <a:pt x="3129" y="15479"/>
                  <a:pt x="3129" y="15479"/>
                  <a:pt x="3129" y="15479"/>
                </a:cubicBezTo>
                <a:cubicBezTo>
                  <a:pt x="7736" y="15479"/>
                  <a:pt x="7736" y="15479"/>
                  <a:pt x="7736" y="15479"/>
                </a:cubicBezTo>
                <a:lnTo>
                  <a:pt x="7736" y="6909"/>
                </a:lnTo>
                <a:close/>
                <a:moveTo>
                  <a:pt x="13082" y="6909"/>
                </a:moveTo>
                <a:cubicBezTo>
                  <a:pt x="8475" y="6909"/>
                  <a:pt x="8475" y="6909"/>
                  <a:pt x="8475" y="6909"/>
                </a:cubicBezTo>
                <a:cubicBezTo>
                  <a:pt x="8475" y="15479"/>
                  <a:pt x="8475" y="15479"/>
                  <a:pt x="8475" y="15479"/>
                </a:cubicBezTo>
                <a:cubicBezTo>
                  <a:pt x="13082" y="15479"/>
                  <a:pt x="13082" y="15479"/>
                  <a:pt x="13082" y="15479"/>
                </a:cubicBezTo>
                <a:lnTo>
                  <a:pt x="13082" y="690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69" name="Shape 7469"/>
          <p:cNvSpPr/>
          <p:nvPr/>
        </p:nvSpPr>
        <p:spPr>
          <a:xfrm>
            <a:off x="4802456" y="10822520"/>
            <a:ext cx="594829" cy="2941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2" y="0"/>
                </a:moveTo>
                <a:cubicBezTo>
                  <a:pt x="2308" y="0"/>
                  <a:pt x="2308" y="0"/>
                  <a:pt x="2308" y="0"/>
                </a:cubicBezTo>
                <a:cubicBezTo>
                  <a:pt x="784" y="0"/>
                  <a:pt x="0" y="2274"/>
                  <a:pt x="0" y="4635"/>
                </a:cubicBezTo>
                <a:cubicBezTo>
                  <a:pt x="0" y="17752"/>
                  <a:pt x="0" y="17752"/>
                  <a:pt x="0" y="17752"/>
                </a:cubicBezTo>
                <a:cubicBezTo>
                  <a:pt x="0" y="20113"/>
                  <a:pt x="784" y="21600"/>
                  <a:pt x="2308" y="21600"/>
                </a:cubicBezTo>
                <a:cubicBezTo>
                  <a:pt x="19292" y="21600"/>
                  <a:pt x="19292" y="21600"/>
                  <a:pt x="19292" y="21600"/>
                </a:cubicBezTo>
                <a:cubicBezTo>
                  <a:pt x="20424" y="21600"/>
                  <a:pt x="21600" y="20113"/>
                  <a:pt x="21600" y="17752"/>
                </a:cubicBezTo>
                <a:cubicBezTo>
                  <a:pt x="21600" y="4635"/>
                  <a:pt x="21600" y="4635"/>
                  <a:pt x="21600" y="4635"/>
                </a:cubicBezTo>
                <a:cubicBezTo>
                  <a:pt x="21600" y="2274"/>
                  <a:pt x="20424" y="0"/>
                  <a:pt x="19292" y="0"/>
                </a:cubicBezTo>
                <a:close/>
                <a:moveTo>
                  <a:pt x="19292" y="17752"/>
                </a:moveTo>
                <a:cubicBezTo>
                  <a:pt x="2308" y="17752"/>
                  <a:pt x="2308" y="17752"/>
                  <a:pt x="2308" y="17752"/>
                </a:cubicBezTo>
                <a:cubicBezTo>
                  <a:pt x="2308" y="4635"/>
                  <a:pt x="2308" y="4635"/>
                  <a:pt x="2308" y="4635"/>
                </a:cubicBezTo>
                <a:cubicBezTo>
                  <a:pt x="19292" y="4635"/>
                  <a:pt x="19292" y="4635"/>
                  <a:pt x="19292" y="4635"/>
                </a:cubicBezTo>
                <a:lnTo>
                  <a:pt x="19292" y="17752"/>
                </a:lnTo>
                <a:close/>
                <a:moveTo>
                  <a:pt x="7708" y="6909"/>
                </a:moveTo>
                <a:cubicBezTo>
                  <a:pt x="3092" y="6909"/>
                  <a:pt x="3092" y="6909"/>
                  <a:pt x="3092" y="6909"/>
                </a:cubicBezTo>
                <a:cubicBezTo>
                  <a:pt x="3092" y="15479"/>
                  <a:pt x="3092" y="15479"/>
                  <a:pt x="3092" y="15479"/>
                </a:cubicBezTo>
                <a:cubicBezTo>
                  <a:pt x="7708" y="15479"/>
                  <a:pt x="7708" y="15479"/>
                  <a:pt x="7708" y="15479"/>
                </a:cubicBezTo>
                <a:lnTo>
                  <a:pt x="7708" y="6909"/>
                </a:lnTo>
                <a:close/>
                <a:moveTo>
                  <a:pt x="13108" y="6909"/>
                </a:moveTo>
                <a:cubicBezTo>
                  <a:pt x="8492" y="6909"/>
                  <a:pt x="8492" y="6909"/>
                  <a:pt x="8492" y="6909"/>
                </a:cubicBezTo>
                <a:cubicBezTo>
                  <a:pt x="8492" y="15479"/>
                  <a:pt x="8492" y="15479"/>
                  <a:pt x="8492" y="15479"/>
                </a:cubicBezTo>
                <a:cubicBezTo>
                  <a:pt x="13108" y="15479"/>
                  <a:pt x="13108" y="15479"/>
                  <a:pt x="13108" y="15479"/>
                </a:cubicBezTo>
                <a:lnTo>
                  <a:pt x="13108" y="690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0" name="Shape 7470"/>
          <p:cNvSpPr/>
          <p:nvPr/>
        </p:nvSpPr>
        <p:spPr>
          <a:xfrm>
            <a:off x="5989239" y="10822520"/>
            <a:ext cx="594832" cy="2941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2" y="0"/>
                </a:moveTo>
                <a:cubicBezTo>
                  <a:pt x="2308" y="0"/>
                  <a:pt x="2308" y="0"/>
                  <a:pt x="2308" y="0"/>
                </a:cubicBezTo>
                <a:cubicBezTo>
                  <a:pt x="784" y="0"/>
                  <a:pt x="0" y="2274"/>
                  <a:pt x="0" y="4635"/>
                </a:cubicBezTo>
                <a:cubicBezTo>
                  <a:pt x="0" y="17752"/>
                  <a:pt x="0" y="17752"/>
                  <a:pt x="0" y="17752"/>
                </a:cubicBezTo>
                <a:cubicBezTo>
                  <a:pt x="0" y="20113"/>
                  <a:pt x="784" y="21600"/>
                  <a:pt x="2308" y="21600"/>
                </a:cubicBezTo>
                <a:cubicBezTo>
                  <a:pt x="19292" y="21600"/>
                  <a:pt x="19292" y="21600"/>
                  <a:pt x="19292" y="21600"/>
                </a:cubicBezTo>
                <a:cubicBezTo>
                  <a:pt x="20468" y="21600"/>
                  <a:pt x="21600" y="20113"/>
                  <a:pt x="21600" y="17752"/>
                </a:cubicBezTo>
                <a:cubicBezTo>
                  <a:pt x="21600" y="4635"/>
                  <a:pt x="21600" y="4635"/>
                  <a:pt x="21600" y="4635"/>
                </a:cubicBezTo>
                <a:cubicBezTo>
                  <a:pt x="21600" y="2274"/>
                  <a:pt x="20468" y="0"/>
                  <a:pt x="19292" y="0"/>
                </a:cubicBezTo>
                <a:close/>
                <a:moveTo>
                  <a:pt x="19292" y="17752"/>
                </a:moveTo>
                <a:cubicBezTo>
                  <a:pt x="2308" y="17752"/>
                  <a:pt x="2308" y="17752"/>
                  <a:pt x="2308" y="17752"/>
                </a:cubicBezTo>
                <a:cubicBezTo>
                  <a:pt x="2308" y="4635"/>
                  <a:pt x="2308" y="4635"/>
                  <a:pt x="2308" y="4635"/>
                </a:cubicBezTo>
                <a:cubicBezTo>
                  <a:pt x="19292" y="4635"/>
                  <a:pt x="19292" y="4635"/>
                  <a:pt x="19292" y="4635"/>
                </a:cubicBezTo>
                <a:lnTo>
                  <a:pt x="19292" y="17752"/>
                </a:lnTo>
                <a:close/>
                <a:moveTo>
                  <a:pt x="7708" y="6909"/>
                </a:moveTo>
                <a:cubicBezTo>
                  <a:pt x="3092" y="6909"/>
                  <a:pt x="3092" y="6909"/>
                  <a:pt x="3092" y="6909"/>
                </a:cubicBezTo>
                <a:cubicBezTo>
                  <a:pt x="3092" y="15479"/>
                  <a:pt x="3092" y="15479"/>
                  <a:pt x="3092" y="15479"/>
                </a:cubicBezTo>
                <a:cubicBezTo>
                  <a:pt x="7708" y="15479"/>
                  <a:pt x="7708" y="15479"/>
                  <a:pt x="7708" y="15479"/>
                </a:cubicBezTo>
                <a:lnTo>
                  <a:pt x="7708" y="690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1" name="Shape 7471"/>
          <p:cNvSpPr/>
          <p:nvPr/>
        </p:nvSpPr>
        <p:spPr>
          <a:xfrm>
            <a:off x="7176021" y="10822520"/>
            <a:ext cx="594829" cy="2941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48" y="0"/>
                </a:moveTo>
                <a:cubicBezTo>
                  <a:pt x="2308" y="0"/>
                  <a:pt x="2308" y="0"/>
                  <a:pt x="2308" y="0"/>
                </a:cubicBezTo>
                <a:cubicBezTo>
                  <a:pt x="740" y="0"/>
                  <a:pt x="0" y="2274"/>
                  <a:pt x="0" y="4635"/>
                </a:cubicBezTo>
                <a:cubicBezTo>
                  <a:pt x="0" y="17752"/>
                  <a:pt x="0" y="17752"/>
                  <a:pt x="0" y="17752"/>
                </a:cubicBezTo>
                <a:cubicBezTo>
                  <a:pt x="0" y="20113"/>
                  <a:pt x="740" y="21600"/>
                  <a:pt x="2308" y="21600"/>
                </a:cubicBezTo>
                <a:cubicBezTo>
                  <a:pt x="19248" y="21600"/>
                  <a:pt x="19248" y="21600"/>
                  <a:pt x="19248" y="21600"/>
                </a:cubicBezTo>
                <a:cubicBezTo>
                  <a:pt x="20468" y="21600"/>
                  <a:pt x="21600" y="20113"/>
                  <a:pt x="21600" y="17752"/>
                </a:cubicBezTo>
                <a:cubicBezTo>
                  <a:pt x="21600" y="4635"/>
                  <a:pt x="21600" y="4635"/>
                  <a:pt x="21600" y="4635"/>
                </a:cubicBezTo>
                <a:cubicBezTo>
                  <a:pt x="21600" y="2274"/>
                  <a:pt x="20468" y="0"/>
                  <a:pt x="19248" y="0"/>
                </a:cubicBezTo>
                <a:close/>
                <a:moveTo>
                  <a:pt x="19248" y="17752"/>
                </a:moveTo>
                <a:cubicBezTo>
                  <a:pt x="2308" y="17752"/>
                  <a:pt x="2308" y="17752"/>
                  <a:pt x="2308" y="17752"/>
                </a:cubicBezTo>
                <a:cubicBezTo>
                  <a:pt x="2308" y="4635"/>
                  <a:pt x="2308" y="4635"/>
                  <a:pt x="2308" y="4635"/>
                </a:cubicBezTo>
                <a:cubicBezTo>
                  <a:pt x="19248" y="4635"/>
                  <a:pt x="19248" y="4635"/>
                  <a:pt x="19248" y="4635"/>
                </a:cubicBezTo>
                <a:lnTo>
                  <a:pt x="19248" y="1775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2" name="Shape 7472"/>
          <p:cNvSpPr/>
          <p:nvPr/>
        </p:nvSpPr>
        <p:spPr>
          <a:xfrm>
            <a:off x="11923153" y="3722923"/>
            <a:ext cx="594831" cy="267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74" y="8757"/>
                </a:moveTo>
                <a:cubicBezTo>
                  <a:pt x="20427" y="7005"/>
                  <a:pt x="18471" y="2627"/>
                  <a:pt x="17341" y="876"/>
                </a:cubicBezTo>
                <a:cubicBezTo>
                  <a:pt x="17341" y="0"/>
                  <a:pt x="16950" y="0"/>
                  <a:pt x="16167" y="0"/>
                </a:cubicBezTo>
                <a:cubicBezTo>
                  <a:pt x="15820" y="0"/>
                  <a:pt x="10822" y="0"/>
                  <a:pt x="10822" y="0"/>
                </a:cubicBezTo>
                <a:cubicBezTo>
                  <a:pt x="10822" y="0"/>
                  <a:pt x="5780" y="0"/>
                  <a:pt x="5389" y="0"/>
                </a:cubicBezTo>
                <a:cubicBezTo>
                  <a:pt x="4607" y="0"/>
                  <a:pt x="4259" y="0"/>
                  <a:pt x="4259" y="876"/>
                </a:cubicBezTo>
                <a:cubicBezTo>
                  <a:pt x="3086" y="2627"/>
                  <a:pt x="1173" y="7005"/>
                  <a:pt x="782" y="8757"/>
                </a:cubicBezTo>
                <a:cubicBezTo>
                  <a:pt x="0" y="9535"/>
                  <a:pt x="0" y="10411"/>
                  <a:pt x="0" y="12162"/>
                </a:cubicBezTo>
                <a:cubicBezTo>
                  <a:pt x="782" y="19070"/>
                  <a:pt x="782" y="19070"/>
                  <a:pt x="782" y="19070"/>
                </a:cubicBezTo>
                <a:cubicBezTo>
                  <a:pt x="782" y="20724"/>
                  <a:pt x="1565" y="21600"/>
                  <a:pt x="1956" y="21600"/>
                </a:cubicBezTo>
                <a:cubicBezTo>
                  <a:pt x="19644" y="21600"/>
                  <a:pt x="19644" y="21600"/>
                  <a:pt x="19644" y="21600"/>
                </a:cubicBezTo>
                <a:cubicBezTo>
                  <a:pt x="20035" y="21600"/>
                  <a:pt x="20774" y="20724"/>
                  <a:pt x="20774" y="19070"/>
                </a:cubicBezTo>
                <a:cubicBezTo>
                  <a:pt x="21600" y="12162"/>
                  <a:pt x="21600" y="12162"/>
                  <a:pt x="21600" y="12162"/>
                </a:cubicBezTo>
                <a:cubicBezTo>
                  <a:pt x="21600" y="10411"/>
                  <a:pt x="21600" y="9535"/>
                  <a:pt x="20774" y="8757"/>
                </a:cubicBezTo>
                <a:close/>
                <a:moveTo>
                  <a:pt x="15037" y="9535"/>
                </a:moveTo>
                <a:lnTo>
                  <a:pt x="15037" y="10411"/>
                </a:lnTo>
                <a:cubicBezTo>
                  <a:pt x="13864" y="14692"/>
                  <a:pt x="13864" y="14692"/>
                  <a:pt x="13864" y="14692"/>
                </a:cubicBezTo>
                <a:cubicBezTo>
                  <a:pt x="7736" y="14692"/>
                  <a:pt x="7736" y="14692"/>
                  <a:pt x="7736" y="14692"/>
                </a:cubicBezTo>
                <a:cubicBezTo>
                  <a:pt x="6563" y="10411"/>
                  <a:pt x="6563" y="10411"/>
                  <a:pt x="6563" y="10411"/>
                </a:cubicBezTo>
                <a:lnTo>
                  <a:pt x="6563" y="9535"/>
                </a:lnTo>
                <a:cubicBezTo>
                  <a:pt x="2695" y="9535"/>
                  <a:pt x="2695" y="9535"/>
                  <a:pt x="2695" y="9535"/>
                </a:cubicBezTo>
                <a:cubicBezTo>
                  <a:pt x="4607" y="4378"/>
                  <a:pt x="4607" y="4378"/>
                  <a:pt x="4607" y="4378"/>
                </a:cubicBezTo>
                <a:cubicBezTo>
                  <a:pt x="16950" y="4378"/>
                  <a:pt x="16950" y="4378"/>
                  <a:pt x="16950" y="4378"/>
                </a:cubicBezTo>
                <a:cubicBezTo>
                  <a:pt x="18862" y="9535"/>
                  <a:pt x="18862" y="9535"/>
                  <a:pt x="18862" y="9535"/>
                </a:cubicBezTo>
                <a:lnTo>
                  <a:pt x="15037" y="953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3" name="Shape 7473"/>
          <p:cNvSpPr/>
          <p:nvPr/>
        </p:nvSpPr>
        <p:spPr>
          <a:xfrm>
            <a:off x="13109934" y="10717030"/>
            <a:ext cx="594833" cy="5209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48" y="0"/>
                </a:moveTo>
                <a:cubicBezTo>
                  <a:pt x="2308" y="0"/>
                  <a:pt x="2308" y="0"/>
                  <a:pt x="2308" y="0"/>
                </a:cubicBezTo>
                <a:cubicBezTo>
                  <a:pt x="1132" y="0"/>
                  <a:pt x="0" y="846"/>
                  <a:pt x="0" y="2190"/>
                </a:cubicBezTo>
                <a:cubicBezTo>
                  <a:pt x="0" y="15876"/>
                  <a:pt x="0" y="15876"/>
                  <a:pt x="0" y="15876"/>
                </a:cubicBezTo>
                <a:cubicBezTo>
                  <a:pt x="0" y="17171"/>
                  <a:pt x="740" y="18514"/>
                  <a:pt x="1916" y="18962"/>
                </a:cubicBezTo>
                <a:cubicBezTo>
                  <a:pt x="6968" y="19858"/>
                  <a:pt x="6968" y="19858"/>
                  <a:pt x="6968" y="19858"/>
                </a:cubicBezTo>
                <a:cubicBezTo>
                  <a:pt x="6968" y="19858"/>
                  <a:pt x="2700" y="21600"/>
                  <a:pt x="5356" y="21600"/>
                </a:cubicBezTo>
                <a:cubicBezTo>
                  <a:pt x="16200" y="21600"/>
                  <a:pt x="16200" y="21600"/>
                  <a:pt x="16200" y="21600"/>
                </a:cubicBezTo>
                <a:cubicBezTo>
                  <a:pt x="18900" y="21600"/>
                  <a:pt x="14632" y="19858"/>
                  <a:pt x="14632" y="19858"/>
                </a:cubicBezTo>
                <a:cubicBezTo>
                  <a:pt x="19640" y="18962"/>
                  <a:pt x="19640" y="18962"/>
                  <a:pt x="19640" y="18962"/>
                </a:cubicBezTo>
                <a:cubicBezTo>
                  <a:pt x="20860" y="18514"/>
                  <a:pt x="21600" y="17171"/>
                  <a:pt x="21600" y="15876"/>
                </a:cubicBezTo>
                <a:cubicBezTo>
                  <a:pt x="21600" y="2190"/>
                  <a:pt x="21600" y="2190"/>
                  <a:pt x="21600" y="2190"/>
                </a:cubicBezTo>
                <a:cubicBezTo>
                  <a:pt x="21600" y="846"/>
                  <a:pt x="20468" y="0"/>
                  <a:pt x="19248" y="0"/>
                </a:cubicBezTo>
                <a:close/>
                <a:moveTo>
                  <a:pt x="19248" y="15876"/>
                </a:moveTo>
                <a:cubicBezTo>
                  <a:pt x="2308" y="15876"/>
                  <a:pt x="2308" y="15876"/>
                  <a:pt x="2308" y="15876"/>
                </a:cubicBezTo>
                <a:cubicBezTo>
                  <a:pt x="2308" y="2190"/>
                  <a:pt x="2308" y="2190"/>
                  <a:pt x="2308" y="2190"/>
                </a:cubicBezTo>
                <a:cubicBezTo>
                  <a:pt x="19248" y="2190"/>
                  <a:pt x="19248" y="2190"/>
                  <a:pt x="19248" y="2190"/>
                </a:cubicBezTo>
                <a:lnTo>
                  <a:pt x="19248" y="1587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4" name="Shape 7474"/>
          <p:cNvSpPr/>
          <p:nvPr/>
        </p:nvSpPr>
        <p:spPr>
          <a:xfrm>
            <a:off x="15483501" y="8343464"/>
            <a:ext cx="594833" cy="5104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16" y="11740"/>
                </a:moveTo>
                <a:cubicBezTo>
                  <a:pt x="11932" y="11740"/>
                  <a:pt x="11932" y="11740"/>
                  <a:pt x="11932" y="11740"/>
                </a:cubicBezTo>
                <a:cubicBezTo>
                  <a:pt x="11932" y="13976"/>
                  <a:pt x="11932" y="13976"/>
                  <a:pt x="11932" y="13976"/>
                </a:cubicBezTo>
                <a:cubicBezTo>
                  <a:pt x="21600" y="13976"/>
                  <a:pt x="21600" y="13976"/>
                  <a:pt x="21600" y="13976"/>
                </a:cubicBezTo>
                <a:cubicBezTo>
                  <a:pt x="21600" y="13976"/>
                  <a:pt x="21600" y="8538"/>
                  <a:pt x="21208" y="6760"/>
                </a:cubicBezTo>
                <a:cubicBezTo>
                  <a:pt x="21208" y="4930"/>
                  <a:pt x="20816" y="4066"/>
                  <a:pt x="19292" y="4066"/>
                </a:cubicBezTo>
                <a:cubicBezTo>
                  <a:pt x="15808" y="4066"/>
                  <a:pt x="15808" y="4066"/>
                  <a:pt x="15808" y="4066"/>
                </a:cubicBezTo>
                <a:cubicBezTo>
                  <a:pt x="15024" y="2694"/>
                  <a:pt x="14676" y="1372"/>
                  <a:pt x="14676" y="1372"/>
                </a:cubicBezTo>
                <a:cubicBezTo>
                  <a:pt x="14284" y="457"/>
                  <a:pt x="13892" y="0"/>
                  <a:pt x="13065" y="0"/>
                </a:cubicBezTo>
                <a:cubicBezTo>
                  <a:pt x="8448" y="0"/>
                  <a:pt x="8448" y="0"/>
                  <a:pt x="8448" y="0"/>
                </a:cubicBezTo>
                <a:cubicBezTo>
                  <a:pt x="7708" y="0"/>
                  <a:pt x="7316" y="457"/>
                  <a:pt x="7316" y="1372"/>
                </a:cubicBezTo>
                <a:cubicBezTo>
                  <a:pt x="6924" y="1372"/>
                  <a:pt x="6532" y="2694"/>
                  <a:pt x="5792" y="4066"/>
                </a:cubicBezTo>
                <a:cubicBezTo>
                  <a:pt x="2308" y="4066"/>
                  <a:pt x="2308" y="4066"/>
                  <a:pt x="2308" y="4066"/>
                </a:cubicBezTo>
                <a:cubicBezTo>
                  <a:pt x="740" y="4066"/>
                  <a:pt x="392" y="4930"/>
                  <a:pt x="392" y="6760"/>
                </a:cubicBezTo>
                <a:cubicBezTo>
                  <a:pt x="0" y="8538"/>
                  <a:pt x="0" y="13976"/>
                  <a:pt x="0" y="13976"/>
                </a:cubicBezTo>
                <a:cubicBezTo>
                  <a:pt x="10016" y="13976"/>
                  <a:pt x="10016" y="13976"/>
                  <a:pt x="10016" y="13976"/>
                </a:cubicBezTo>
                <a:lnTo>
                  <a:pt x="10016" y="11740"/>
                </a:lnTo>
                <a:close/>
                <a:moveTo>
                  <a:pt x="8100" y="2694"/>
                </a:moveTo>
                <a:cubicBezTo>
                  <a:pt x="8448" y="2236"/>
                  <a:pt x="8448" y="1830"/>
                  <a:pt x="9232" y="1830"/>
                </a:cubicBezTo>
                <a:cubicBezTo>
                  <a:pt x="12368" y="1830"/>
                  <a:pt x="12368" y="1830"/>
                  <a:pt x="12368" y="1830"/>
                </a:cubicBezTo>
                <a:cubicBezTo>
                  <a:pt x="13065" y="1830"/>
                  <a:pt x="13065" y="2236"/>
                  <a:pt x="13456" y="2694"/>
                </a:cubicBezTo>
                <a:cubicBezTo>
                  <a:pt x="13456" y="2694"/>
                  <a:pt x="13892" y="3608"/>
                  <a:pt x="13892" y="4066"/>
                </a:cubicBezTo>
                <a:cubicBezTo>
                  <a:pt x="7708" y="4066"/>
                  <a:pt x="7708" y="4066"/>
                  <a:pt x="7708" y="4066"/>
                </a:cubicBezTo>
                <a:cubicBezTo>
                  <a:pt x="8100" y="3608"/>
                  <a:pt x="8100" y="2694"/>
                  <a:pt x="8100" y="2694"/>
                </a:cubicBezTo>
                <a:close/>
                <a:moveTo>
                  <a:pt x="11932" y="18042"/>
                </a:moveTo>
                <a:cubicBezTo>
                  <a:pt x="10016" y="18042"/>
                  <a:pt x="10016" y="18042"/>
                  <a:pt x="10016" y="18042"/>
                </a:cubicBezTo>
                <a:cubicBezTo>
                  <a:pt x="10016" y="15349"/>
                  <a:pt x="10016" y="15349"/>
                  <a:pt x="10016" y="15349"/>
                </a:cubicBezTo>
                <a:cubicBezTo>
                  <a:pt x="392" y="15349"/>
                  <a:pt x="392" y="15349"/>
                  <a:pt x="392" y="15349"/>
                </a:cubicBezTo>
                <a:cubicBezTo>
                  <a:pt x="392" y="15349"/>
                  <a:pt x="740" y="17585"/>
                  <a:pt x="740" y="19364"/>
                </a:cubicBezTo>
                <a:cubicBezTo>
                  <a:pt x="740" y="20279"/>
                  <a:pt x="1132" y="21600"/>
                  <a:pt x="2700" y="21600"/>
                </a:cubicBezTo>
                <a:cubicBezTo>
                  <a:pt x="18900" y="21600"/>
                  <a:pt x="18900" y="21600"/>
                  <a:pt x="18900" y="21600"/>
                </a:cubicBezTo>
                <a:cubicBezTo>
                  <a:pt x="20424" y="21600"/>
                  <a:pt x="20816" y="20279"/>
                  <a:pt x="20816" y="19364"/>
                </a:cubicBezTo>
                <a:cubicBezTo>
                  <a:pt x="20816" y="17585"/>
                  <a:pt x="21208" y="15349"/>
                  <a:pt x="21208" y="15349"/>
                </a:cubicBezTo>
                <a:cubicBezTo>
                  <a:pt x="11932" y="15349"/>
                  <a:pt x="11932" y="15349"/>
                  <a:pt x="11932" y="15349"/>
                </a:cubicBezTo>
                <a:lnTo>
                  <a:pt x="11932" y="1804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5" name="Shape 7475"/>
          <p:cNvSpPr/>
          <p:nvPr/>
        </p:nvSpPr>
        <p:spPr>
          <a:xfrm>
            <a:off x="5989239" y="9604092"/>
            <a:ext cx="594832" cy="362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92" y="10800"/>
                </a:moveTo>
                <a:cubicBezTo>
                  <a:pt x="16592" y="6437"/>
                  <a:pt x="18160" y="3219"/>
                  <a:pt x="18900" y="3219"/>
                </a:cubicBezTo>
                <a:cubicBezTo>
                  <a:pt x="19292" y="3219"/>
                  <a:pt x="20468" y="3219"/>
                  <a:pt x="20468" y="3219"/>
                </a:cubicBezTo>
                <a:cubicBezTo>
                  <a:pt x="19684" y="1287"/>
                  <a:pt x="19292" y="0"/>
                  <a:pt x="16592" y="0"/>
                </a:cubicBezTo>
                <a:cubicBezTo>
                  <a:pt x="5792" y="0"/>
                  <a:pt x="5792" y="0"/>
                  <a:pt x="5792" y="0"/>
                </a:cubicBezTo>
                <a:cubicBezTo>
                  <a:pt x="1568" y="0"/>
                  <a:pt x="0" y="6437"/>
                  <a:pt x="0" y="10800"/>
                </a:cubicBezTo>
                <a:cubicBezTo>
                  <a:pt x="0" y="15234"/>
                  <a:pt x="1568" y="21600"/>
                  <a:pt x="5792" y="21600"/>
                </a:cubicBezTo>
                <a:cubicBezTo>
                  <a:pt x="16592" y="21600"/>
                  <a:pt x="16592" y="21600"/>
                  <a:pt x="16592" y="21600"/>
                </a:cubicBezTo>
                <a:cubicBezTo>
                  <a:pt x="19292" y="21600"/>
                  <a:pt x="19684" y="20313"/>
                  <a:pt x="20468" y="18381"/>
                </a:cubicBezTo>
                <a:cubicBezTo>
                  <a:pt x="20468" y="18381"/>
                  <a:pt x="20076" y="18381"/>
                  <a:pt x="18900" y="18381"/>
                </a:cubicBezTo>
                <a:cubicBezTo>
                  <a:pt x="18160" y="18381"/>
                  <a:pt x="16592" y="15878"/>
                  <a:pt x="16592" y="10800"/>
                </a:cubicBezTo>
                <a:close/>
                <a:moveTo>
                  <a:pt x="13500" y="14019"/>
                </a:moveTo>
                <a:cubicBezTo>
                  <a:pt x="13500" y="14591"/>
                  <a:pt x="13152" y="14019"/>
                  <a:pt x="13152" y="14019"/>
                </a:cubicBezTo>
                <a:cubicBezTo>
                  <a:pt x="9624" y="12087"/>
                  <a:pt x="9624" y="12087"/>
                  <a:pt x="9624" y="12087"/>
                </a:cubicBezTo>
                <a:cubicBezTo>
                  <a:pt x="9624" y="12087"/>
                  <a:pt x="9624" y="12731"/>
                  <a:pt x="9232" y="14019"/>
                </a:cubicBezTo>
                <a:cubicBezTo>
                  <a:pt x="8884" y="14591"/>
                  <a:pt x="8884" y="15878"/>
                  <a:pt x="8100" y="14591"/>
                </a:cubicBezTo>
                <a:cubicBezTo>
                  <a:pt x="6924" y="13375"/>
                  <a:pt x="4268" y="8940"/>
                  <a:pt x="4268" y="8940"/>
                </a:cubicBezTo>
                <a:cubicBezTo>
                  <a:pt x="4268" y="8940"/>
                  <a:pt x="3876" y="8297"/>
                  <a:pt x="3876" y="7653"/>
                </a:cubicBezTo>
                <a:cubicBezTo>
                  <a:pt x="4268" y="7653"/>
                  <a:pt x="4616" y="7653"/>
                  <a:pt x="4616" y="7653"/>
                </a:cubicBezTo>
                <a:cubicBezTo>
                  <a:pt x="7708" y="10228"/>
                  <a:pt x="7708" y="10228"/>
                  <a:pt x="7708" y="10228"/>
                </a:cubicBezTo>
                <a:cubicBezTo>
                  <a:pt x="7708" y="10228"/>
                  <a:pt x="8100" y="8940"/>
                  <a:pt x="8492" y="8297"/>
                </a:cubicBezTo>
                <a:cubicBezTo>
                  <a:pt x="8492" y="7009"/>
                  <a:pt x="8884" y="6437"/>
                  <a:pt x="9624" y="7653"/>
                </a:cubicBezTo>
                <a:cubicBezTo>
                  <a:pt x="10408" y="8297"/>
                  <a:pt x="13500" y="13375"/>
                  <a:pt x="13500" y="13375"/>
                </a:cubicBezTo>
                <a:cubicBezTo>
                  <a:pt x="13500" y="13375"/>
                  <a:pt x="13892" y="14019"/>
                  <a:pt x="13500" y="14019"/>
                </a:cubicBezTo>
                <a:close/>
                <a:moveTo>
                  <a:pt x="20468" y="7009"/>
                </a:moveTo>
                <a:cubicBezTo>
                  <a:pt x="19684" y="7009"/>
                  <a:pt x="19684" y="7009"/>
                  <a:pt x="19684" y="7009"/>
                </a:cubicBezTo>
                <a:cubicBezTo>
                  <a:pt x="18900" y="7009"/>
                  <a:pt x="18508" y="8940"/>
                  <a:pt x="18508" y="10800"/>
                </a:cubicBezTo>
                <a:cubicBezTo>
                  <a:pt x="18508" y="12731"/>
                  <a:pt x="18900" y="14591"/>
                  <a:pt x="19684" y="14591"/>
                </a:cubicBezTo>
                <a:cubicBezTo>
                  <a:pt x="20468" y="14591"/>
                  <a:pt x="20468" y="14591"/>
                  <a:pt x="20468" y="14591"/>
                </a:cubicBezTo>
                <a:cubicBezTo>
                  <a:pt x="20816" y="14591"/>
                  <a:pt x="21600" y="12731"/>
                  <a:pt x="21600" y="10800"/>
                </a:cubicBezTo>
                <a:cubicBezTo>
                  <a:pt x="21600" y="8940"/>
                  <a:pt x="20816" y="7009"/>
                  <a:pt x="20468" y="700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6" name="Shape 7476"/>
          <p:cNvSpPr/>
          <p:nvPr/>
        </p:nvSpPr>
        <p:spPr>
          <a:xfrm>
            <a:off x="11923153" y="8406759"/>
            <a:ext cx="594831" cy="3838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59" y="6026"/>
                </a:moveTo>
                <a:cubicBezTo>
                  <a:pt x="16167" y="6026"/>
                  <a:pt x="15820" y="6026"/>
                  <a:pt x="15429" y="6026"/>
                </a:cubicBezTo>
                <a:cubicBezTo>
                  <a:pt x="14646" y="2438"/>
                  <a:pt x="12734" y="0"/>
                  <a:pt x="10039" y="0"/>
                </a:cubicBezTo>
                <a:cubicBezTo>
                  <a:pt x="6954" y="0"/>
                  <a:pt x="4259" y="4198"/>
                  <a:pt x="4259" y="9073"/>
                </a:cubicBezTo>
                <a:cubicBezTo>
                  <a:pt x="4259" y="9073"/>
                  <a:pt x="4259" y="9615"/>
                  <a:pt x="4259" y="10157"/>
                </a:cubicBezTo>
                <a:cubicBezTo>
                  <a:pt x="4259" y="10157"/>
                  <a:pt x="4259" y="10157"/>
                  <a:pt x="3868" y="10157"/>
                </a:cubicBezTo>
                <a:cubicBezTo>
                  <a:pt x="1956" y="10157"/>
                  <a:pt x="0" y="12662"/>
                  <a:pt x="0" y="16251"/>
                </a:cubicBezTo>
                <a:cubicBezTo>
                  <a:pt x="0" y="19230"/>
                  <a:pt x="1956" y="21600"/>
                  <a:pt x="3868" y="21600"/>
                </a:cubicBezTo>
                <a:cubicBezTo>
                  <a:pt x="16559" y="21600"/>
                  <a:pt x="16559" y="21600"/>
                  <a:pt x="16559" y="21600"/>
                </a:cubicBezTo>
                <a:cubicBezTo>
                  <a:pt x="19253" y="21600"/>
                  <a:pt x="21600" y="18621"/>
                  <a:pt x="21600" y="13813"/>
                </a:cubicBezTo>
                <a:cubicBezTo>
                  <a:pt x="21600" y="9615"/>
                  <a:pt x="19253" y="6026"/>
                  <a:pt x="16559" y="6026"/>
                </a:cubicBezTo>
                <a:close/>
                <a:moveTo>
                  <a:pt x="12343" y="13204"/>
                </a:moveTo>
                <a:cubicBezTo>
                  <a:pt x="11561" y="14423"/>
                  <a:pt x="9648" y="18011"/>
                  <a:pt x="9257" y="18621"/>
                </a:cubicBezTo>
                <a:cubicBezTo>
                  <a:pt x="9257" y="18621"/>
                  <a:pt x="8866" y="19230"/>
                  <a:pt x="8475" y="18621"/>
                </a:cubicBezTo>
                <a:cubicBezTo>
                  <a:pt x="8475" y="18621"/>
                  <a:pt x="8475" y="18621"/>
                  <a:pt x="8475" y="18011"/>
                </a:cubicBezTo>
                <a:lnTo>
                  <a:pt x="8475" y="17402"/>
                </a:lnTo>
                <a:cubicBezTo>
                  <a:pt x="9648" y="13813"/>
                  <a:pt x="9648" y="13813"/>
                  <a:pt x="9648" y="13813"/>
                </a:cubicBezTo>
                <a:cubicBezTo>
                  <a:pt x="9648" y="13204"/>
                  <a:pt x="9257" y="13204"/>
                  <a:pt x="8866" y="13204"/>
                </a:cubicBezTo>
                <a:cubicBezTo>
                  <a:pt x="8475" y="12662"/>
                  <a:pt x="8084" y="12662"/>
                  <a:pt x="8084" y="12053"/>
                </a:cubicBezTo>
                <a:cubicBezTo>
                  <a:pt x="8084" y="11443"/>
                  <a:pt x="8084" y="11443"/>
                  <a:pt x="8475" y="10834"/>
                </a:cubicBezTo>
                <a:cubicBezTo>
                  <a:pt x="8866" y="9615"/>
                  <a:pt x="11213" y="6026"/>
                  <a:pt x="11213" y="6026"/>
                </a:cubicBezTo>
                <a:cubicBezTo>
                  <a:pt x="11561" y="5417"/>
                  <a:pt x="11561" y="5417"/>
                  <a:pt x="11952" y="5417"/>
                </a:cubicBezTo>
                <a:cubicBezTo>
                  <a:pt x="11952" y="6026"/>
                  <a:pt x="12343" y="6026"/>
                  <a:pt x="12343" y="6026"/>
                </a:cubicBezTo>
                <a:cubicBezTo>
                  <a:pt x="12343" y="6568"/>
                  <a:pt x="11952" y="6568"/>
                  <a:pt x="11952" y="7177"/>
                </a:cubicBezTo>
                <a:cubicBezTo>
                  <a:pt x="10822" y="10834"/>
                  <a:pt x="10822" y="10834"/>
                  <a:pt x="10822" y="10834"/>
                </a:cubicBezTo>
                <a:cubicBezTo>
                  <a:pt x="11213" y="10834"/>
                  <a:pt x="11561" y="11443"/>
                  <a:pt x="11952" y="11443"/>
                </a:cubicBezTo>
                <a:cubicBezTo>
                  <a:pt x="12343" y="11443"/>
                  <a:pt x="12734" y="12053"/>
                  <a:pt x="12734" y="12662"/>
                </a:cubicBezTo>
                <a:lnTo>
                  <a:pt x="12343" y="1320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7" name="Shape 7477"/>
          <p:cNvSpPr/>
          <p:nvPr/>
        </p:nvSpPr>
        <p:spPr>
          <a:xfrm>
            <a:off x="16672983" y="7191033"/>
            <a:ext cx="589432" cy="454984"/>
          </a:xfrm>
          <a:custGeom>
            <a:avLst/>
            <a:gdLst/>
            <a:ahLst/>
            <a:cxnLst>
              <a:cxn ang="0">
                <a:pos x="wd2" y="hd2"/>
              </a:cxn>
              <a:cxn ang="5400000">
                <a:pos x="wd2" y="hd2"/>
              </a:cxn>
              <a:cxn ang="10800000">
                <a:pos x="wd2" y="hd2"/>
              </a:cxn>
              <a:cxn ang="16200000">
                <a:pos x="wd2" y="hd2"/>
              </a:cxn>
            </a:cxnLst>
            <a:rect l="0" t="0" r="r" b="b"/>
            <a:pathLst>
              <a:path w="21404" h="21472" fill="norm" stroke="1" extrusionOk="0">
                <a:moveTo>
                  <a:pt x="3386" y="13932"/>
                </a:moveTo>
                <a:cubicBezTo>
                  <a:pt x="4126" y="16483"/>
                  <a:pt x="4518" y="17503"/>
                  <a:pt x="6826" y="18467"/>
                </a:cubicBezTo>
                <a:cubicBezTo>
                  <a:pt x="8742" y="19998"/>
                  <a:pt x="9918" y="21472"/>
                  <a:pt x="10702" y="21472"/>
                </a:cubicBezTo>
                <a:cubicBezTo>
                  <a:pt x="11486" y="21472"/>
                  <a:pt x="12662" y="19998"/>
                  <a:pt x="14578" y="18978"/>
                </a:cubicBezTo>
                <a:cubicBezTo>
                  <a:pt x="16886" y="17503"/>
                  <a:pt x="16102" y="17503"/>
                  <a:pt x="16886" y="14499"/>
                </a:cubicBezTo>
                <a:cubicBezTo>
                  <a:pt x="10702" y="18467"/>
                  <a:pt x="10702" y="18467"/>
                  <a:pt x="10702" y="18467"/>
                </a:cubicBezTo>
                <a:lnTo>
                  <a:pt x="3386" y="13932"/>
                </a:lnTo>
                <a:close/>
                <a:moveTo>
                  <a:pt x="21110" y="6902"/>
                </a:moveTo>
                <a:cubicBezTo>
                  <a:pt x="11834" y="382"/>
                  <a:pt x="11834" y="382"/>
                  <a:pt x="11834" y="382"/>
                </a:cubicBezTo>
                <a:cubicBezTo>
                  <a:pt x="11486" y="-128"/>
                  <a:pt x="10310" y="-128"/>
                  <a:pt x="9526" y="382"/>
                </a:cubicBezTo>
                <a:cubicBezTo>
                  <a:pt x="294" y="6902"/>
                  <a:pt x="294" y="6902"/>
                  <a:pt x="294" y="6902"/>
                </a:cubicBezTo>
                <a:cubicBezTo>
                  <a:pt x="-98" y="7412"/>
                  <a:pt x="-98" y="7922"/>
                  <a:pt x="294" y="8943"/>
                </a:cubicBezTo>
                <a:cubicBezTo>
                  <a:pt x="9526" y="15463"/>
                  <a:pt x="9526" y="15463"/>
                  <a:pt x="9526" y="15463"/>
                </a:cubicBezTo>
                <a:cubicBezTo>
                  <a:pt x="10310" y="15973"/>
                  <a:pt x="11486" y="15973"/>
                  <a:pt x="11834" y="15463"/>
                </a:cubicBezTo>
                <a:cubicBezTo>
                  <a:pt x="17670" y="10927"/>
                  <a:pt x="17670" y="10927"/>
                  <a:pt x="17670" y="10927"/>
                </a:cubicBezTo>
                <a:cubicBezTo>
                  <a:pt x="11486" y="8943"/>
                  <a:pt x="11486" y="8943"/>
                  <a:pt x="11486" y="8943"/>
                </a:cubicBezTo>
                <a:cubicBezTo>
                  <a:pt x="11094" y="8943"/>
                  <a:pt x="11094" y="9396"/>
                  <a:pt x="10702" y="9396"/>
                </a:cubicBezTo>
                <a:cubicBezTo>
                  <a:pt x="9526" y="9396"/>
                  <a:pt x="8742" y="8433"/>
                  <a:pt x="8742" y="7412"/>
                </a:cubicBezTo>
                <a:cubicBezTo>
                  <a:pt x="8742" y="6902"/>
                  <a:pt x="9526" y="5938"/>
                  <a:pt x="10702" y="5938"/>
                </a:cubicBezTo>
                <a:cubicBezTo>
                  <a:pt x="11486" y="5938"/>
                  <a:pt x="12270" y="6392"/>
                  <a:pt x="12662" y="6902"/>
                </a:cubicBezTo>
                <a:cubicBezTo>
                  <a:pt x="19194" y="9907"/>
                  <a:pt x="19194" y="9907"/>
                  <a:pt x="19194" y="9907"/>
                </a:cubicBezTo>
                <a:cubicBezTo>
                  <a:pt x="21110" y="8943"/>
                  <a:pt x="21110" y="8943"/>
                  <a:pt x="21110" y="8943"/>
                </a:cubicBezTo>
                <a:cubicBezTo>
                  <a:pt x="21502" y="7922"/>
                  <a:pt x="21502" y="7412"/>
                  <a:pt x="21110" y="6902"/>
                </a:cubicBezTo>
                <a:close/>
                <a:moveTo>
                  <a:pt x="18410" y="19488"/>
                </a:moveTo>
                <a:cubicBezTo>
                  <a:pt x="18018" y="19998"/>
                  <a:pt x="19586" y="20508"/>
                  <a:pt x="19978" y="18978"/>
                </a:cubicBezTo>
                <a:cubicBezTo>
                  <a:pt x="20326" y="11948"/>
                  <a:pt x="19194" y="9907"/>
                  <a:pt x="19194" y="9907"/>
                </a:cubicBezTo>
                <a:cubicBezTo>
                  <a:pt x="17670" y="10927"/>
                  <a:pt x="17670" y="10927"/>
                  <a:pt x="17670" y="10927"/>
                </a:cubicBezTo>
                <a:cubicBezTo>
                  <a:pt x="17670" y="10927"/>
                  <a:pt x="19194" y="12458"/>
                  <a:pt x="18410" y="1948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8" name="Shape 7478"/>
          <p:cNvSpPr/>
          <p:nvPr/>
        </p:nvSpPr>
        <p:spPr>
          <a:xfrm>
            <a:off x="3615671" y="7146134"/>
            <a:ext cx="594836" cy="531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77" y="7346"/>
                </a:moveTo>
                <a:cubicBezTo>
                  <a:pt x="4216" y="6519"/>
                  <a:pt x="5041" y="6957"/>
                  <a:pt x="6171" y="8222"/>
                </a:cubicBezTo>
                <a:cubicBezTo>
                  <a:pt x="6563" y="8659"/>
                  <a:pt x="6563" y="8222"/>
                  <a:pt x="6563" y="8222"/>
                </a:cubicBezTo>
                <a:cubicBezTo>
                  <a:pt x="6954" y="8222"/>
                  <a:pt x="8084" y="6519"/>
                  <a:pt x="8475" y="6519"/>
                </a:cubicBezTo>
                <a:cubicBezTo>
                  <a:pt x="8475" y="6519"/>
                  <a:pt x="8475" y="6519"/>
                  <a:pt x="8475" y="6081"/>
                </a:cubicBezTo>
                <a:cubicBezTo>
                  <a:pt x="8084" y="6081"/>
                  <a:pt x="7736" y="5643"/>
                  <a:pt x="7736" y="5205"/>
                </a:cubicBezTo>
                <a:cubicBezTo>
                  <a:pt x="5780" y="2189"/>
                  <a:pt x="13082" y="486"/>
                  <a:pt x="11952" y="486"/>
                </a:cubicBezTo>
                <a:cubicBezTo>
                  <a:pt x="11169" y="0"/>
                  <a:pt x="8866" y="0"/>
                  <a:pt x="8475" y="0"/>
                </a:cubicBezTo>
                <a:cubicBezTo>
                  <a:pt x="7345" y="486"/>
                  <a:pt x="5433" y="1751"/>
                  <a:pt x="4650" y="2627"/>
                </a:cubicBezTo>
                <a:cubicBezTo>
                  <a:pt x="3477" y="3503"/>
                  <a:pt x="3129" y="3941"/>
                  <a:pt x="3129" y="3941"/>
                </a:cubicBezTo>
                <a:cubicBezTo>
                  <a:pt x="2695" y="4330"/>
                  <a:pt x="3129" y="5205"/>
                  <a:pt x="2303" y="5643"/>
                </a:cubicBezTo>
                <a:cubicBezTo>
                  <a:pt x="1565" y="6081"/>
                  <a:pt x="1173" y="5643"/>
                  <a:pt x="782" y="6081"/>
                </a:cubicBezTo>
                <a:cubicBezTo>
                  <a:pt x="782" y="6519"/>
                  <a:pt x="391" y="6519"/>
                  <a:pt x="0" y="6957"/>
                </a:cubicBezTo>
                <a:lnTo>
                  <a:pt x="0" y="7346"/>
                </a:lnTo>
                <a:lnTo>
                  <a:pt x="1565" y="9097"/>
                </a:lnTo>
                <a:cubicBezTo>
                  <a:pt x="1565" y="9535"/>
                  <a:pt x="1912" y="9535"/>
                  <a:pt x="2303" y="9535"/>
                </a:cubicBezTo>
                <a:cubicBezTo>
                  <a:pt x="2303" y="9097"/>
                  <a:pt x="2695" y="8659"/>
                  <a:pt x="3129" y="8659"/>
                </a:cubicBezTo>
                <a:cubicBezTo>
                  <a:pt x="3129" y="8659"/>
                  <a:pt x="3129" y="7346"/>
                  <a:pt x="3477" y="7346"/>
                </a:cubicBezTo>
                <a:close/>
                <a:moveTo>
                  <a:pt x="9648" y="7784"/>
                </a:moveTo>
                <a:cubicBezTo>
                  <a:pt x="9257" y="7784"/>
                  <a:pt x="9257" y="7784"/>
                  <a:pt x="9257" y="7784"/>
                </a:cubicBezTo>
                <a:cubicBezTo>
                  <a:pt x="7736" y="9097"/>
                  <a:pt x="7736" y="9097"/>
                  <a:pt x="7736" y="9097"/>
                </a:cubicBezTo>
                <a:cubicBezTo>
                  <a:pt x="7345" y="9535"/>
                  <a:pt x="7345" y="9535"/>
                  <a:pt x="7345" y="9924"/>
                </a:cubicBezTo>
                <a:cubicBezTo>
                  <a:pt x="16559" y="21162"/>
                  <a:pt x="16559" y="21162"/>
                  <a:pt x="16559" y="21162"/>
                </a:cubicBezTo>
                <a:cubicBezTo>
                  <a:pt x="16559" y="21600"/>
                  <a:pt x="16993" y="21600"/>
                  <a:pt x="17341" y="21162"/>
                </a:cubicBezTo>
                <a:cubicBezTo>
                  <a:pt x="18514" y="20286"/>
                  <a:pt x="18514" y="20286"/>
                  <a:pt x="18514" y="20286"/>
                </a:cubicBezTo>
                <a:cubicBezTo>
                  <a:pt x="18514" y="19849"/>
                  <a:pt x="18514" y="19459"/>
                  <a:pt x="18514" y="19459"/>
                </a:cubicBezTo>
                <a:lnTo>
                  <a:pt x="9648" y="7784"/>
                </a:lnTo>
                <a:close/>
                <a:moveTo>
                  <a:pt x="21600" y="3065"/>
                </a:moveTo>
                <a:cubicBezTo>
                  <a:pt x="21209" y="2189"/>
                  <a:pt x="21209" y="2627"/>
                  <a:pt x="20818" y="2627"/>
                </a:cubicBezTo>
                <a:cubicBezTo>
                  <a:pt x="20818" y="3065"/>
                  <a:pt x="20035" y="3941"/>
                  <a:pt x="20035" y="4330"/>
                </a:cubicBezTo>
                <a:cubicBezTo>
                  <a:pt x="19644" y="5205"/>
                  <a:pt x="18905" y="6081"/>
                  <a:pt x="17732" y="5205"/>
                </a:cubicBezTo>
                <a:cubicBezTo>
                  <a:pt x="16559" y="3941"/>
                  <a:pt x="16993" y="3503"/>
                  <a:pt x="17341" y="3065"/>
                </a:cubicBezTo>
                <a:cubicBezTo>
                  <a:pt x="17341" y="2627"/>
                  <a:pt x="18123" y="1362"/>
                  <a:pt x="18123" y="924"/>
                </a:cubicBezTo>
                <a:cubicBezTo>
                  <a:pt x="18514" y="924"/>
                  <a:pt x="18123" y="486"/>
                  <a:pt x="17732" y="486"/>
                </a:cubicBezTo>
                <a:cubicBezTo>
                  <a:pt x="17341" y="924"/>
                  <a:pt x="15037" y="1751"/>
                  <a:pt x="14646" y="3503"/>
                </a:cubicBezTo>
                <a:cubicBezTo>
                  <a:pt x="14255" y="4768"/>
                  <a:pt x="15037" y="6081"/>
                  <a:pt x="13864" y="7346"/>
                </a:cubicBezTo>
                <a:cubicBezTo>
                  <a:pt x="12343" y="9097"/>
                  <a:pt x="12343" y="9097"/>
                  <a:pt x="12343" y="9097"/>
                </a:cubicBezTo>
                <a:cubicBezTo>
                  <a:pt x="13864" y="11238"/>
                  <a:pt x="13864" y="11238"/>
                  <a:pt x="13864" y="11238"/>
                </a:cubicBezTo>
                <a:cubicBezTo>
                  <a:pt x="15820" y="9097"/>
                  <a:pt x="15820" y="9097"/>
                  <a:pt x="15820" y="9097"/>
                </a:cubicBezTo>
                <a:cubicBezTo>
                  <a:pt x="16167" y="8659"/>
                  <a:pt x="16993" y="8222"/>
                  <a:pt x="17732" y="8659"/>
                </a:cubicBezTo>
                <a:cubicBezTo>
                  <a:pt x="19644" y="9097"/>
                  <a:pt x="20427" y="8222"/>
                  <a:pt x="21209" y="6957"/>
                </a:cubicBezTo>
                <a:cubicBezTo>
                  <a:pt x="21600" y="5643"/>
                  <a:pt x="21600" y="3503"/>
                  <a:pt x="21600" y="3065"/>
                </a:cubicBezTo>
                <a:close/>
                <a:moveTo>
                  <a:pt x="3129" y="19459"/>
                </a:moveTo>
                <a:cubicBezTo>
                  <a:pt x="2695" y="19849"/>
                  <a:pt x="2695" y="20286"/>
                  <a:pt x="3129" y="20286"/>
                </a:cubicBezTo>
                <a:cubicBezTo>
                  <a:pt x="3868" y="21600"/>
                  <a:pt x="3868" y="21600"/>
                  <a:pt x="3868" y="21600"/>
                </a:cubicBezTo>
                <a:cubicBezTo>
                  <a:pt x="4216" y="21600"/>
                  <a:pt x="4650" y="21600"/>
                  <a:pt x="4650" y="21162"/>
                </a:cubicBezTo>
                <a:cubicBezTo>
                  <a:pt x="10039" y="15568"/>
                  <a:pt x="10039" y="15568"/>
                  <a:pt x="10039" y="15568"/>
                </a:cubicBezTo>
                <a:cubicBezTo>
                  <a:pt x="8475" y="13378"/>
                  <a:pt x="8475" y="13378"/>
                  <a:pt x="8475" y="13378"/>
                </a:cubicBezTo>
                <a:lnTo>
                  <a:pt x="3129" y="1945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79" name="Shape 7479"/>
          <p:cNvSpPr/>
          <p:nvPr/>
        </p:nvSpPr>
        <p:spPr>
          <a:xfrm>
            <a:off x="14373316" y="7125037"/>
            <a:ext cx="444388" cy="573885"/>
          </a:xfrm>
          <a:custGeom>
            <a:avLst/>
            <a:gdLst/>
            <a:ahLst/>
            <a:cxnLst>
              <a:cxn ang="0">
                <a:pos x="wd2" y="hd2"/>
              </a:cxn>
              <a:cxn ang="5400000">
                <a:pos x="wd2" y="hd2"/>
              </a:cxn>
              <a:cxn ang="10800000">
                <a:pos x="wd2" y="hd2"/>
              </a:cxn>
              <a:cxn ang="16200000">
                <a:pos x="wd2" y="hd2"/>
              </a:cxn>
            </a:cxnLst>
            <a:rect l="0" t="0" r="r" b="b"/>
            <a:pathLst>
              <a:path w="20972" h="21216" fill="norm" stroke="1" extrusionOk="0">
                <a:moveTo>
                  <a:pt x="5931" y="2750"/>
                </a:moveTo>
                <a:cubicBezTo>
                  <a:pt x="5931" y="15745"/>
                  <a:pt x="5931" y="15745"/>
                  <a:pt x="5931" y="15745"/>
                </a:cubicBezTo>
                <a:cubicBezTo>
                  <a:pt x="4913" y="15745"/>
                  <a:pt x="3896" y="15745"/>
                  <a:pt x="2934" y="16145"/>
                </a:cubicBezTo>
                <a:cubicBezTo>
                  <a:pt x="390" y="16499"/>
                  <a:pt x="-628" y="18495"/>
                  <a:pt x="390" y="19648"/>
                </a:cubicBezTo>
                <a:cubicBezTo>
                  <a:pt x="899" y="21201"/>
                  <a:pt x="2934" y="21600"/>
                  <a:pt x="4913" y="20846"/>
                </a:cubicBezTo>
                <a:cubicBezTo>
                  <a:pt x="6892" y="20447"/>
                  <a:pt x="8419" y="19249"/>
                  <a:pt x="8419" y="17697"/>
                </a:cubicBezTo>
                <a:cubicBezTo>
                  <a:pt x="8419" y="17697"/>
                  <a:pt x="8419" y="11000"/>
                  <a:pt x="8419" y="7097"/>
                </a:cubicBezTo>
                <a:cubicBezTo>
                  <a:pt x="18427" y="5101"/>
                  <a:pt x="18427" y="5101"/>
                  <a:pt x="18427" y="5101"/>
                </a:cubicBezTo>
                <a:cubicBezTo>
                  <a:pt x="18427" y="13794"/>
                  <a:pt x="18427" y="13794"/>
                  <a:pt x="18427" y="13794"/>
                </a:cubicBezTo>
                <a:cubicBezTo>
                  <a:pt x="17410" y="13350"/>
                  <a:pt x="16392" y="13350"/>
                  <a:pt x="15431" y="13794"/>
                </a:cubicBezTo>
                <a:cubicBezTo>
                  <a:pt x="12886" y="14548"/>
                  <a:pt x="11925" y="16145"/>
                  <a:pt x="12886" y="17697"/>
                </a:cubicBezTo>
                <a:cubicBezTo>
                  <a:pt x="13395" y="18850"/>
                  <a:pt x="15431" y="19249"/>
                  <a:pt x="17410" y="18850"/>
                </a:cubicBezTo>
                <a:cubicBezTo>
                  <a:pt x="19445" y="18096"/>
                  <a:pt x="20972" y="16899"/>
                  <a:pt x="20972" y="15745"/>
                </a:cubicBezTo>
                <a:cubicBezTo>
                  <a:pt x="20972" y="0"/>
                  <a:pt x="20972" y="0"/>
                  <a:pt x="20972" y="0"/>
                </a:cubicBezTo>
                <a:lnTo>
                  <a:pt x="5931" y="275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0" name="Shape 7480"/>
          <p:cNvSpPr/>
          <p:nvPr/>
        </p:nvSpPr>
        <p:spPr>
          <a:xfrm>
            <a:off x="1242105" y="9593394"/>
            <a:ext cx="594833" cy="389281"/>
          </a:xfrm>
          <a:custGeom>
            <a:avLst/>
            <a:gdLst/>
            <a:ahLst/>
            <a:cxnLst>
              <a:cxn ang="0">
                <a:pos x="wd2" y="hd2"/>
              </a:cxn>
              <a:cxn ang="5400000">
                <a:pos x="wd2" y="hd2"/>
              </a:cxn>
              <a:cxn ang="10800000">
                <a:pos x="wd2" y="hd2"/>
              </a:cxn>
              <a:cxn ang="16200000">
                <a:pos x="wd2" y="hd2"/>
              </a:cxn>
            </a:cxnLst>
            <a:rect l="0" t="0" r="r" b="b"/>
            <a:pathLst>
              <a:path w="21600" h="21038" fill="norm" stroke="1" extrusionOk="0">
                <a:moveTo>
                  <a:pt x="8840" y="15959"/>
                </a:moveTo>
                <a:cubicBezTo>
                  <a:pt x="8100" y="17631"/>
                  <a:pt x="8448" y="19367"/>
                  <a:pt x="9624" y="20459"/>
                </a:cubicBezTo>
                <a:cubicBezTo>
                  <a:pt x="10408" y="21038"/>
                  <a:pt x="11584" y="21038"/>
                  <a:pt x="12324" y="19367"/>
                </a:cubicBezTo>
                <a:cubicBezTo>
                  <a:pt x="13108" y="17052"/>
                  <a:pt x="17724" y="17"/>
                  <a:pt x="17332" y="17"/>
                </a:cubicBezTo>
                <a:cubicBezTo>
                  <a:pt x="16940" y="-562"/>
                  <a:pt x="9624" y="14224"/>
                  <a:pt x="8840" y="15959"/>
                </a:cubicBezTo>
                <a:close/>
                <a:moveTo>
                  <a:pt x="10800" y="4002"/>
                </a:moveTo>
                <a:cubicBezTo>
                  <a:pt x="11192" y="4002"/>
                  <a:pt x="11584" y="4002"/>
                  <a:pt x="11932" y="4002"/>
                </a:cubicBezTo>
                <a:cubicBezTo>
                  <a:pt x="12716" y="2845"/>
                  <a:pt x="13108" y="2267"/>
                  <a:pt x="13500" y="1109"/>
                </a:cubicBezTo>
                <a:cubicBezTo>
                  <a:pt x="12716" y="531"/>
                  <a:pt x="11932" y="531"/>
                  <a:pt x="10800" y="531"/>
                </a:cubicBezTo>
                <a:cubicBezTo>
                  <a:pt x="4616" y="531"/>
                  <a:pt x="0" y="7988"/>
                  <a:pt x="0" y="17631"/>
                </a:cubicBezTo>
                <a:cubicBezTo>
                  <a:pt x="0" y="18209"/>
                  <a:pt x="0" y="18788"/>
                  <a:pt x="0" y="19367"/>
                </a:cubicBezTo>
                <a:cubicBezTo>
                  <a:pt x="0" y="20459"/>
                  <a:pt x="740" y="21038"/>
                  <a:pt x="1132" y="21038"/>
                </a:cubicBezTo>
                <a:cubicBezTo>
                  <a:pt x="1916" y="21038"/>
                  <a:pt x="2308" y="19945"/>
                  <a:pt x="2308" y="19367"/>
                </a:cubicBezTo>
                <a:cubicBezTo>
                  <a:pt x="2308" y="18788"/>
                  <a:pt x="2308" y="18209"/>
                  <a:pt x="2308" y="17631"/>
                </a:cubicBezTo>
                <a:cubicBezTo>
                  <a:pt x="2308" y="9724"/>
                  <a:pt x="5748" y="4002"/>
                  <a:pt x="10800" y="4002"/>
                </a:cubicBezTo>
                <a:close/>
                <a:moveTo>
                  <a:pt x="18508" y="5738"/>
                </a:moveTo>
                <a:cubicBezTo>
                  <a:pt x="18116" y="6831"/>
                  <a:pt x="18116" y="7988"/>
                  <a:pt x="17724" y="9145"/>
                </a:cubicBezTo>
                <a:cubicBezTo>
                  <a:pt x="18856" y="11395"/>
                  <a:pt x="19248" y="14802"/>
                  <a:pt x="19248" y="17631"/>
                </a:cubicBezTo>
                <a:cubicBezTo>
                  <a:pt x="19248" y="18209"/>
                  <a:pt x="19248" y="18788"/>
                  <a:pt x="19248" y="19367"/>
                </a:cubicBezTo>
                <a:cubicBezTo>
                  <a:pt x="19248" y="19945"/>
                  <a:pt x="19640" y="21038"/>
                  <a:pt x="20424" y="21038"/>
                </a:cubicBezTo>
                <a:cubicBezTo>
                  <a:pt x="20816" y="21038"/>
                  <a:pt x="21600" y="20459"/>
                  <a:pt x="21600" y="19367"/>
                </a:cubicBezTo>
                <a:cubicBezTo>
                  <a:pt x="21600" y="18788"/>
                  <a:pt x="21600" y="18209"/>
                  <a:pt x="21600" y="17631"/>
                </a:cubicBezTo>
                <a:cubicBezTo>
                  <a:pt x="21600" y="13131"/>
                  <a:pt x="20424" y="9145"/>
                  <a:pt x="18508" y="573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1" name="Shape 7481"/>
          <p:cNvSpPr/>
          <p:nvPr/>
        </p:nvSpPr>
        <p:spPr>
          <a:xfrm>
            <a:off x="2428891" y="9561896"/>
            <a:ext cx="591098" cy="454984"/>
          </a:xfrm>
          <a:custGeom>
            <a:avLst/>
            <a:gdLst/>
            <a:ahLst/>
            <a:cxnLst>
              <a:cxn ang="0">
                <a:pos x="wd2" y="hd2"/>
              </a:cxn>
              <a:cxn ang="5400000">
                <a:pos x="wd2" y="hd2"/>
              </a:cxn>
              <a:cxn ang="10800000">
                <a:pos x="wd2" y="hd2"/>
              </a:cxn>
              <a:cxn ang="16200000">
                <a:pos x="wd2" y="hd2"/>
              </a:cxn>
            </a:cxnLst>
            <a:rect l="0" t="0" r="r" b="b"/>
            <a:pathLst>
              <a:path w="21090" h="21472" fill="norm" stroke="1" extrusionOk="0">
                <a:moveTo>
                  <a:pt x="20873" y="12076"/>
                </a:moveTo>
                <a:cubicBezTo>
                  <a:pt x="20103" y="9581"/>
                  <a:pt x="18563" y="8050"/>
                  <a:pt x="15911" y="8050"/>
                </a:cubicBezTo>
                <a:cubicBezTo>
                  <a:pt x="15911" y="8050"/>
                  <a:pt x="15911" y="8050"/>
                  <a:pt x="15526" y="8050"/>
                </a:cubicBezTo>
                <a:cubicBezTo>
                  <a:pt x="15526" y="5046"/>
                  <a:pt x="15526" y="5046"/>
                  <a:pt x="15526" y="5046"/>
                </a:cubicBezTo>
                <a:lnTo>
                  <a:pt x="19290" y="4535"/>
                </a:lnTo>
                <a:cubicBezTo>
                  <a:pt x="19718" y="4535"/>
                  <a:pt x="19718" y="4025"/>
                  <a:pt x="19718" y="4025"/>
                </a:cubicBezTo>
                <a:cubicBezTo>
                  <a:pt x="19718" y="4025"/>
                  <a:pt x="19290" y="3005"/>
                  <a:pt x="19290" y="2494"/>
                </a:cubicBezTo>
                <a:cubicBezTo>
                  <a:pt x="19290" y="2494"/>
                  <a:pt x="19290" y="2494"/>
                  <a:pt x="18948" y="2494"/>
                </a:cubicBezTo>
                <a:lnTo>
                  <a:pt x="15526" y="3005"/>
                </a:lnTo>
                <a:cubicBezTo>
                  <a:pt x="15526" y="3005"/>
                  <a:pt x="15526" y="510"/>
                  <a:pt x="15526" y="0"/>
                </a:cubicBezTo>
                <a:cubicBezTo>
                  <a:pt x="15141" y="0"/>
                  <a:pt x="14371" y="0"/>
                  <a:pt x="14371" y="0"/>
                </a:cubicBezTo>
                <a:lnTo>
                  <a:pt x="14029" y="0"/>
                </a:lnTo>
                <a:cubicBezTo>
                  <a:pt x="14029" y="510"/>
                  <a:pt x="14371" y="3515"/>
                  <a:pt x="14371" y="3515"/>
                </a:cubicBezTo>
                <a:lnTo>
                  <a:pt x="10992" y="4025"/>
                </a:lnTo>
                <a:lnTo>
                  <a:pt x="10608" y="4535"/>
                </a:lnTo>
                <a:lnTo>
                  <a:pt x="10992" y="6009"/>
                </a:lnTo>
                <a:cubicBezTo>
                  <a:pt x="11377" y="6009"/>
                  <a:pt x="14371" y="5499"/>
                  <a:pt x="14371" y="5499"/>
                </a:cubicBezTo>
                <a:cubicBezTo>
                  <a:pt x="14371" y="8561"/>
                  <a:pt x="14371" y="8561"/>
                  <a:pt x="14371" y="8561"/>
                </a:cubicBezTo>
                <a:cubicBezTo>
                  <a:pt x="13259" y="8561"/>
                  <a:pt x="12490" y="9581"/>
                  <a:pt x="11762" y="10091"/>
                </a:cubicBezTo>
                <a:cubicBezTo>
                  <a:pt x="10992" y="11565"/>
                  <a:pt x="10608" y="13096"/>
                  <a:pt x="10608" y="14570"/>
                </a:cubicBezTo>
                <a:cubicBezTo>
                  <a:pt x="10608" y="16554"/>
                  <a:pt x="11762" y="18085"/>
                  <a:pt x="13259" y="18085"/>
                </a:cubicBezTo>
                <a:cubicBezTo>
                  <a:pt x="16296" y="18595"/>
                  <a:pt x="18563" y="14060"/>
                  <a:pt x="19290" y="11565"/>
                </a:cubicBezTo>
                <a:cubicBezTo>
                  <a:pt x="20488" y="13550"/>
                  <a:pt x="19290" y="17575"/>
                  <a:pt x="17023" y="20069"/>
                </a:cubicBezTo>
                <a:lnTo>
                  <a:pt x="17408" y="21090"/>
                </a:lnTo>
                <a:cubicBezTo>
                  <a:pt x="17793" y="21600"/>
                  <a:pt x="17793" y="21600"/>
                  <a:pt x="17793" y="21090"/>
                </a:cubicBezTo>
                <a:cubicBezTo>
                  <a:pt x="20488" y="19106"/>
                  <a:pt x="21600" y="15080"/>
                  <a:pt x="20873" y="12076"/>
                </a:cubicBezTo>
                <a:close/>
                <a:moveTo>
                  <a:pt x="13259" y="16554"/>
                </a:moveTo>
                <a:cubicBezTo>
                  <a:pt x="12105" y="16101"/>
                  <a:pt x="12105" y="15080"/>
                  <a:pt x="12105" y="14570"/>
                </a:cubicBezTo>
                <a:cubicBezTo>
                  <a:pt x="12105" y="13096"/>
                  <a:pt x="12490" y="12076"/>
                  <a:pt x="12874" y="11565"/>
                </a:cubicBezTo>
                <a:cubicBezTo>
                  <a:pt x="13259" y="11055"/>
                  <a:pt x="13644" y="10545"/>
                  <a:pt x="14371" y="10091"/>
                </a:cubicBezTo>
                <a:cubicBezTo>
                  <a:pt x="14371" y="16101"/>
                  <a:pt x="14371" y="16101"/>
                  <a:pt x="14371" y="16101"/>
                </a:cubicBezTo>
                <a:cubicBezTo>
                  <a:pt x="14029" y="16554"/>
                  <a:pt x="13644" y="16554"/>
                  <a:pt x="13259" y="16554"/>
                </a:cubicBezTo>
                <a:close/>
                <a:moveTo>
                  <a:pt x="15526" y="15591"/>
                </a:moveTo>
                <a:cubicBezTo>
                  <a:pt x="15526" y="10091"/>
                  <a:pt x="15526" y="10091"/>
                  <a:pt x="15526" y="10091"/>
                </a:cubicBezTo>
                <a:cubicBezTo>
                  <a:pt x="15911" y="10091"/>
                  <a:pt x="15911" y="10091"/>
                  <a:pt x="15911" y="10091"/>
                </a:cubicBezTo>
                <a:cubicBezTo>
                  <a:pt x="16638" y="10091"/>
                  <a:pt x="17408" y="10091"/>
                  <a:pt x="17793" y="10545"/>
                </a:cubicBezTo>
                <a:cubicBezTo>
                  <a:pt x="18563" y="10545"/>
                  <a:pt x="17023" y="14060"/>
                  <a:pt x="15526" y="15591"/>
                </a:cubicBezTo>
                <a:close/>
                <a:moveTo>
                  <a:pt x="6074" y="5046"/>
                </a:moveTo>
                <a:cubicBezTo>
                  <a:pt x="6074" y="4535"/>
                  <a:pt x="6074" y="4535"/>
                  <a:pt x="6074" y="4535"/>
                </a:cubicBezTo>
                <a:cubicBezTo>
                  <a:pt x="3764" y="4535"/>
                  <a:pt x="3764" y="4535"/>
                  <a:pt x="3764" y="4535"/>
                </a:cubicBezTo>
                <a:cubicBezTo>
                  <a:pt x="3764" y="4535"/>
                  <a:pt x="3764" y="4535"/>
                  <a:pt x="3764" y="5046"/>
                </a:cubicBezTo>
                <a:cubicBezTo>
                  <a:pt x="3379" y="6576"/>
                  <a:pt x="0" y="20069"/>
                  <a:pt x="0" y="20580"/>
                </a:cubicBezTo>
                <a:cubicBezTo>
                  <a:pt x="1882" y="20580"/>
                  <a:pt x="1882" y="20580"/>
                  <a:pt x="1882" y="20580"/>
                </a:cubicBezTo>
                <a:cubicBezTo>
                  <a:pt x="1882" y="20069"/>
                  <a:pt x="3037" y="15591"/>
                  <a:pt x="3037" y="15591"/>
                </a:cubicBezTo>
                <a:cubicBezTo>
                  <a:pt x="6844" y="15591"/>
                  <a:pt x="6844" y="15591"/>
                  <a:pt x="6844" y="15591"/>
                </a:cubicBezTo>
                <a:cubicBezTo>
                  <a:pt x="6844" y="15591"/>
                  <a:pt x="7956" y="20069"/>
                  <a:pt x="7956" y="20580"/>
                </a:cubicBezTo>
                <a:cubicBezTo>
                  <a:pt x="9838" y="20580"/>
                  <a:pt x="9838" y="20580"/>
                  <a:pt x="9838" y="20580"/>
                </a:cubicBezTo>
                <a:cubicBezTo>
                  <a:pt x="9838" y="20069"/>
                  <a:pt x="6459" y="6576"/>
                  <a:pt x="6074" y="5046"/>
                </a:cubicBezTo>
                <a:close/>
                <a:moveTo>
                  <a:pt x="3379" y="13550"/>
                </a:moveTo>
                <a:cubicBezTo>
                  <a:pt x="4962" y="6576"/>
                  <a:pt x="4962" y="6576"/>
                  <a:pt x="4962" y="6576"/>
                </a:cubicBezTo>
                <a:cubicBezTo>
                  <a:pt x="6459" y="13550"/>
                  <a:pt x="6459" y="13550"/>
                  <a:pt x="6459" y="13550"/>
                </a:cubicBezTo>
                <a:lnTo>
                  <a:pt x="3379" y="1355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2" name="Shape 7482"/>
          <p:cNvSpPr/>
          <p:nvPr/>
        </p:nvSpPr>
        <p:spPr>
          <a:xfrm>
            <a:off x="9638388" y="3554136"/>
            <a:ext cx="415049" cy="599488"/>
          </a:xfrm>
          <a:custGeom>
            <a:avLst/>
            <a:gdLst/>
            <a:ahLst/>
            <a:cxnLst>
              <a:cxn ang="0">
                <a:pos x="wd2" y="hd2"/>
              </a:cxn>
              <a:cxn ang="5400000">
                <a:pos x="wd2" y="hd2"/>
              </a:cxn>
              <a:cxn ang="10800000">
                <a:pos x="wd2" y="hd2"/>
              </a:cxn>
              <a:cxn ang="16200000">
                <a:pos x="wd2" y="hd2"/>
              </a:cxn>
            </a:cxnLst>
            <a:rect l="0" t="0" r="r" b="b"/>
            <a:pathLst>
              <a:path w="21043" h="21390" fill="norm" stroke="1" extrusionOk="0">
                <a:moveTo>
                  <a:pt x="1913" y="21258"/>
                </a:moveTo>
                <a:cubicBezTo>
                  <a:pt x="2462" y="20060"/>
                  <a:pt x="3011" y="18563"/>
                  <a:pt x="4048" y="16296"/>
                </a:cubicBezTo>
                <a:cubicBezTo>
                  <a:pt x="7831" y="15911"/>
                  <a:pt x="10028" y="16681"/>
                  <a:pt x="12163" y="13259"/>
                </a:cubicBezTo>
                <a:cubicBezTo>
                  <a:pt x="10028" y="14029"/>
                  <a:pt x="7831" y="12490"/>
                  <a:pt x="7831" y="12147"/>
                </a:cubicBezTo>
                <a:cubicBezTo>
                  <a:pt x="7831" y="11377"/>
                  <a:pt x="13750" y="12490"/>
                  <a:pt x="17594" y="8298"/>
                </a:cubicBezTo>
                <a:cubicBezTo>
                  <a:pt x="12713" y="9110"/>
                  <a:pt x="11065" y="7613"/>
                  <a:pt x="11614" y="7186"/>
                </a:cubicBezTo>
                <a:cubicBezTo>
                  <a:pt x="13262" y="6801"/>
                  <a:pt x="17594" y="7186"/>
                  <a:pt x="19730" y="5689"/>
                </a:cubicBezTo>
                <a:cubicBezTo>
                  <a:pt x="20828" y="4919"/>
                  <a:pt x="21377" y="2652"/>
                  <a:pt x="20828" y="1882"/>
                </a:cubicBezTo>
                <a:cubicBezTo>
                  <a:pt x="20279" y="1155"/>
                  <a:pt x="17045" y="0"/>
                  <a:pt x="14909" y="0"/>
                </a:cubicBezTo>
                <a:cubicBezTo>
                  <a:pt x="13262" y="385"/>
                  <a:pt x="10028" y="5304"/>
                  <a:pt x="9479" y="5304"/>
                </a:cubicBezTo>
                <a:cubicBezTo>
                  <a:pt x="8380" y="5304"/>
                  <a:pt x="8380" y="3037"/>
                  <a:pt x="10028" y="770"/>
                </a:cubicBezTo>
                <a:cubicBezTo>
                  <a:pt x="7831" y="1497"/>
                  <a:pt x="5146" y="3037"/>
                  <a:pt x="4048" y="4534"/>
                </a:cubicBezTo>
                <a:cubicBezTo>
                  <a:pt x="2462" y="6801"/>
                  <a:pt x="4597" y="12874"/>
                  <a:pt x="3499" y="12874"/>
                </a:cubicBezTo>
                <a:cubicBezTo>
                  <a:pt x="3011" y="13259"/>
                  <a:pt x="814" y="10223"/>
                  <a:pt x="265" y="9110"/>
                </a:cubicBezTo>
                <a:cubicBezTo>
                  <a:pt x="-223" y="10992"/>
                  <a:pt x="-223" y="12874"/>
                  <a:pt x="1913" y="15526"/>
                </a:cubicBezTo>
                <a:cubicBezTo>
                  <a:pt x="1363" y="17408"/>
                  <a:pt x="814" y="19333"/>
                  <a:pt x="265" y="20445"/>
                </a:cubicBezTo>
                <a:cubicBezTo>
                  <a:pt x="265" y="21258"/>
                  <a:pt x="1913" y="21600"/>
                  <a:pt x="1913" y="21258"/>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3" name="Shape 7483"/>
          <p:cNvSpPr/>
          <p:nvPr/>
        </p:nvSpPr>
        <p:spPr>
          <a:xfrm>
            <a:off x="14296719" y="10843621"/>
            <a:ext cx="594829" cy="2625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76" y="0"/>
                </a:moveTo>
                <a:cubicBezTo>
                  <a:pt x="15024" y="0"/>
                  <a:pt x="12368" y="2541"/>
                  <a:pt x="10800" y="6842"/>
                </a:cubicBezTo>
                <a:cubicBezTo>
                  <a:pt x="9276" y="2541"/>
                  <a:pt x="6576" y="0"/>
                  <a:pt x="4224" y="0"/>
                </a:cubicBezTo>
                <a:cubicBezTo>
                  <a:pt x="2308" y="0"/>
                  <a:pt x="0" y="2541"/>
                  <a:pt x="0" y="10360"/>
                </a:cubicBezTo>
                <a:cubicBezTo>
                  <a:pt x="0" y="18081"/>
                  <a:pt x="2308" y="21600"/>
                  <a:pt x="4224" y="21600"/>
                </a:cubicBezTo>
                <a:cubicBezTo>
                  <a:pt x="6576" y="21600"/>
                  <a:pt x="9276" y="18081"/>
                  <a:pt x="10800" y="13781"/>
                </a:cubicBezTo>
                <a:cubicBezTo>
                  <a:pt x="12368" y="18081"/>
                  <a:pt x="15024" y="21600"/>
                  <a:pt x="17376" y="21600"/>
                </a:cubicBezTo>
                <a:cubicBezTo>
                  <a:pt x="19292" y="21600"/>
                  <a:pt x="21600" y="18081"/>
                  <a:pt x="21600" y="10360"/>
                </a:cubicBezTo>
                <a:cubicBezTo>
                  <a:pt x="21600" y="2541"/>
                  <a:pt x="19292" y="0"/>
                  <a:pt x="17376" y="0"/>
                </a:cubicBezTo>
                <a:close/>
                <a:moveTo>
                  <a:pt x="4224" y="17202"/>
                </a:moveTo>
                <a:cubicBezTo>
                  <a:pt x="2700" y="17202"/>
                  <a:pt x="1916" y="14661"/>
                  <a:pt x="1916" y="10360"/>
                </a:cubicBezTo>
                <a:cubicBezTo>
                  <a:pt x="1916" y="5962"/>
                  <a:pt x="2700" y="4300"/>
                  <a:pt x="4224" y="4300"/>
                </a:cubicBezTo>
                <a:cubicBezTo>
                  <a:pt x="6184" y="4300"/>
                  <a:pt x="8492" y="6842"/>
                  <a:pt x="9668" y="10360"/>
                </a:cubicBezTo>
                <a:cubicBezTo>
                  <a:pt x="8492" y="14661"/>
                  <a:pt x="6184" y="17202"/>
                  <a:pt x="4224" y="17202"/>
                </a:cubicBezTo>
                <a:close/>
                <a:moveTo>
                  <a:pt x="17376" y="17202"/>
                </a:moveTo>
                <a:cubicBezTo>
                  <a:pt x="15416" y="17202"/>
                  <a:pt x="13108" y="14661"/>
                  <a:pt x="11976" y="10360"/>
                </a:cubicBezTo>
                <a:cubicBezTo>
                  <a:pt x="13108" y="6842"/>
                  <a:pt x="15416" y="4300"/>
                  <a:pt x="17376" y="4300"/>
                </a:cubicBezTo>
                <a:cubicBezTo>
                  <a:pt x="18944" y="4300"/>
                  <a:pt x="19684" y="5962"/>
                  <a:pt x="19684" y="10360"/>
                </a:cubicBezTo>
                <a:cubicBezTo>
                  <a:pt x="19684" y="14661"/>
                  <a:pt x="18944" y="17202"/>
                  <a:pt x="17376" y="1720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4" name="Shape 7484"/>
          <p:cNvSpPr/>
          <p:nvPr/>
        </p:nvSpPr>
        <p:spPr>
          <a:xfrm>
            <a:off x="10736368" y="10674833"/>
            <a:ext cx="594833" cy="5948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24" y="10039"/>
                </a:moveTo>
                <a:cubicBezTo>
                  <a:pt x="20424" y="10039"/>
                  <a:pt x="19684" y="10039"/>
                  <a:pt x="19292" y="10039"/>
                </a:cubicBezTo>
                <a:cubicBezTo>
                  <a:pt x="18900" y="10039"/>
                  <a:pt x="18508" y="10431"/>
                  <a:pt x="18508" y="10822"/>
                </a:cubicBezTo>
                <a:cubicBezTo>
                  <a:pt x="18508" y="11561"/>
                  <a:pt x="18900" y="11952"/>
                  <a:pt x="19292" y="11952"/>
                </a:cubicBezTo>
                <a:cubicBezTo>
                  <a:pt x="19684" y="11952"/>
                  <a:pt x="20424" y="11952"/>
                  <a:pt x="20424" y="11952"/>
                </a:cubicBezTo>
                <a:cubicBezTo>
                  <a:pt x="21208" y="11952"/>
                  <a:pt x="21600" y="11561"/>
                  <a:pt x="21600" y="10822"/>
                </a:cubicBezTo>
                <a:cubicBezTo>
                  <a:pt x="21600" y="10431"/>
                  <a:pt x="21208" y="10039"/>
                  <a:pt x="20424" y="10039"/>
                </a:cubicBezTo>
                <a:close/>
                <a:moveTo>
                  <a:pt x="10800" y="5041"/>
                </a:moveTo>
                <a:cubicBezTo>
                  <a:pt x="7316" y="5041"/>
                  <a:pt x="5008" y="7736"/>
                  <a:pt x="5008" y="10822"/>
                </a:cubicBezTo>
                <a:cubicBezTo>
                  <a:pt x="5008" y="14255"/>
                  <a:pt x="7316" y="16993"/>
                  <a:pt x="10800" y="16993"/>
                </a:cubicBezTo>
                <a:cubicBezTo>
                  <a:pt x="14284" y="16993"/>
                  <a:pt x="16592" y="14255"/>
                  <a:pt x="16592" y="10822"/>
                </a:cubicBezTo>
                <a:cubicBezTo>
                  <a:pt x="16592" y="7736"/>
                  <a:pt x="14284" y="5041"/>
                  <a:pt x="10800" y="5041"/>
                </a:cubicBezTo>
                <a:close/>
                <a:moveTo>
                  <a:pt x="10800" y="15037"/>
                </a:moveTo>
                <a:cubicBezTo>
                  <a:pt x="8492" y="15037"/>
                  <a:pt x="6532" y="13125"/>
                  <a:pt x="6532" y="10822"/>
                </a:cubicBezTo>
                <a:cubicBezTo>
                  <a:pt x="6532" y="8518"/>
                  <a:pt x="8492" y="6563"/>
                  <a:pt x="10800" y="6563"/>
                </a:cubicBezTo>
                <a:lnTo>
                  <a:pt x="10800" y="15037"/>
                </a:lnTo>
                <a:close/>
                <a:moveTo>
                  <a:pt x="3092" y="10822"/>
                </a:moveTo>
                <a:cubicBezTo>
                  <a:pt x="3092" y="10431"/>
                  <a:pt x="2700" y="10039"/>
                  <a:pt x="2308" y="10039"/>
                </a:cubicBezTo>
                <a:cubicBezTo>
                  <a:pt x="1916" y="10039"/>
                  <a:pt x="1176" y="10039"/>
                  <a:pt x="1176" y="10039"/>
                </a:cubicBezTo>
                <a:cubicBezTo>
                  <a:pt x="392" y="10039"/>
                  <a:pt x="0" y="10431"/>
                  <a:pt x="0" y="10822"/>
                </a:cubicBezTo>
                <a:cubicBezTo>
                  <a:pt x="0" y="11561"/>
                  <a:pt x="392" y="11952"/>
                  <a:pt x="1176" y="11952"/>
                </a:cubicBezTo>
                <a:cubicBezTo>
                  <a:pt x="1176" y="11952"/>
                  <a:pt x="1916" y="11952"/>
                  <a:pt x="2308" y="11952"/>
                </a:cubicBezTo>
                <a:cubicBezTo>
                  <a:pt x="2700" y="11952"/>
                  <a:pt x="3092" y="11561"/>
                  <a:pt x="3092" y="10822"/>
                </a:cubicBezTo>
                <a:close/>
                <a:moveTo>
                  <a:pt x="10800" y="3477"/>
                </a:moveTo>
                <a:cubicBezTo>
                  <a:pt x="11148" y="3477"/>
                  <a:pt x="11540" y="2695"/>
                  <a:pt x="11540" y="2303"/>
                </a:cubicBezTo>
                <a:cubicBezTo>
                  <a:pt x="11540" y="1956"/>
                  <a:pt x="11540" y="1565"/>
                  <a:pt x="11540" y="1173"/>
                </a:cubicBezTo>
                <a:cubicBezTo>
                  <a:pt x="11540" y="782"/>
                  <a:pt x="11148" y="0"/>
                  <a:pt x="10800" y="0"/>
                </a:cubicBezTo>
                <a:cubicBezTo>
                  <a:pt x="10408" y="0"/>
                  <a:pt x="10016" y="782"/>
                  <a:pt x="10016" y="1173"/>
                </a:cubicBezTo>
                <a:cubicBezTo>
                  <a:pt x="10016" y="1565"/>
                  <a:pt x="10016" y="1956"/>
                  <a:pt x="10016" y="2303"/>
                </a:cubicBezTo>
                <a:cubicBezTo>
                  <a:pt x="10016" y="2695"/>
                  <a:pt x="10408" y="3477"/>
                  <a:pt x="10800" y="3477"/>
                </a:cubicBezTo>
                <a:close/>
                <a:moveTo>
                  <a:pt x="10800" y="18514"/>
                </a:moveTo>
                <a:cubicBezTo>
                  <a:pt x="10408" y="18514"/>
                  <a:pt x="10016" y="18905"/>
                  <a:pt x="10016" y="19688"/>
                </a:cubicBezTo>
                <a:lnTo>
                  <a:pt x="10016" y="20427"/>
                </a:lnTo>
                <a:cubicBezTo>
                  <a:pt x="10016" y="21209"/>
                  <a:pt x="10408" y="21600"/>
                  <a:pt x="10800" y="21600"/>
                </a:cubicBezTo>
                <a:cubicBezTo>
                  <a:pt x="11148" y="21600"/>
                  <a:pt x="11540" y="21209"/>
                  <a:pt x="11540" y="20427"/>
                </a:cubicBezTo>
                <a:lnTo>
                  <a:pt x="11540" y="19688"/>
                </a:lnTo>
                <a:cubicBezTo>
                  <a:pt x="11540" y="18905"/>
                  <a:pt x="11148" y="18514"/>
                  <a:pt x="10800" y="18514"/>
                </a:cubicBezTo>
                <a:close/>
                <a:moveTo>
                  <a:pt x="18900" y="4259"/>
                </a:moveTo>
                <a:cubicBezTo>
                  <a:pt x="19292" y="3868"/>
                  <a:pt x="19292" y="3129"/>
                  <a:pt x="18900" y="2695"/>
                </a:cubicBezTo>
                <a:cubicBezTo>
                  <a:pt x="18508" y="2303"/>
                  <a:pt x="18116" y="2695"/>
                  <a:pt x="17376" y="3129"/>
                </a:cubicBezTo>
                <a:cubicBezTo>
                  <a:pt x="17376" y="3129"/>
                  <a:pt x="16984" y="3477"/>
                  <a:pt x="16592" y="3868"/>
                </a:cubicBezTo>
                <a:cubicBezTo>
                  <a:pt x="16200" y="4259"/>
                  <a:pt x="16200" y="4650"/>
                  <a:pt x="16592" y="5041"/>
                </a:cubicBezTo>
                <a:cubicBezTo>
                  <a:pt x="16984" y="5433"/>
                  <a:pt x="17768" y="5433"/>
                  <a:pt x="18116" y="5041"/>
                </a:cubicBezTo>
                <a:cubicBezTo>
                  <a:pt x="18116" y="4650"/>
                  <a:pt x="18508" y="4259"/>
                  <a:pt x="18900" y="4259"/>
                </a:cubicBezTo>
                <a:close/>
                <a:moveTo>
                  <a:pt x="3484" y="16993"/>
                </a:moveTo>
                <a:cubicBezTo>
                  <a:pt x="3484" y="16993"/>
                  <a:pt x="3092" y="17384"/>
                  <a:pt x="2700" y="17732"/>
                </a:cubicBezTo>
                <a:cubicBezTo>
                  <a:pt x="2308" y="18123"/>
                  <a:pt x="2308" y="18514"/>
                  <a:pt x="2700" y="18905"/>
                </a:cubicBezTo>
                <a:cubicBezTo>
                  <a:pt x="3092" y="19297"/>
                  <a:pt x="3484" y="19297"/>
                  <a:pt x="4224" y="18905"/>
                </a:cubicBezTo>
                <a:lnTo>
                  <a:pt x="4616" y="18123"/>
                </a:lnTo>
                <a:cubicBezTo>
                  <a:pt x="5400" y="17732"/>
                  <a:pt x="5400" y="16993"/>
                  <a:pt x="5008" y="16559"/>
                </a:cubicBezTo>
                <a:cubicBezTo>
                  <a:pt x="4616" y="16559"/>
                  <a:pt x="3876" y="16559"/>
                  <a:pt x="3484" y="16993"/>
                </a:cubicBezTo>
                <a:close/>
                <a:moveTo>
                  <a:pt x="4224" y="3129"/>
                </a:moveTo>
                <a:cubicBezTo>
                  <a:pt x="3484" y="2695"/>
                  <a:pt x="3092" y="2303"/>
                  <a:pt x="2700" y="2695"/>
                </a:cubicBezTo>
                <a:cubicBezTo>
                  <a:pt x="2308" y="3129"/>
                  <a:pt x="2308" y="3868"/>
                  <a:pt x="2700" y="4259"/>
                </a:cubicBezTo>
                <a:cubicBezTo>
                  <a:pt x="3092" y="4259"/>
                  <a:pt x="3484" y="4650"/>
                  <a:pt x="3484" y="5041"/>
                </a:cubicBezTo>
                <a:cubicBezTo>
                  <a:pt x="3876" y="5433"/>
                  <a:pt x="4616" y="5433"/>
                  <a:pt x="5008" y="5041"/>
                </a:cubicBezTo>
                <a:cubicBezTo>
                  <a:pt x="5400" y="4650"/>
                  <a:pt x="5400" y="4259"/>
                  <a:pt x="4616" y="3868"/>
                </a:cubicBezTo>
                <a:cubicBezTo>
                  <a:pt x="4616" y="3477"/>
                  <a:pt x="4224" y="3129"/>
                  <a:pt x="4224" y="3129"/>
                </a:cubicBezTo>
                <a:close/>
                <a:moveTo>
                  <a:pt x="16592" y="18123"/>
                </a:moveTo>
                <a:cubicBezTo>
                  <a:pt x="16984" y="18123"/>
                  <a:pt x="17376" y="18905"/>
                  <a:pt x="17376" y="18905"/>
                </a:cubicBezTo>
                <a:cubicBezTo>
                  <a:pt x="18116" y="19297"/>
                  <a:pt x="18508" y="19297"/>
                  <a:pt x="18900" y="18905"/>
                </a:cubicBezTo>
                <a:cubicBezTo>
                  <a:pt x="19292" y="18514"/>
                  <a:pt x="19292" y="18123"/>
                  <a:pt x="18900" y="17732"/>
                </a:cubicBezTo>
                <a:cubicBezTo>
                  <a:pt x="18508" y="17384"/>
                  <a:pt x="18116" y="16993"/>
                  <a:pt x="18116" y="16993"/>
                </a:cubicBezTo>
                <a:cubicBezTo>
                  <a:pt x="17768" y="16559"/>
                  <a:pt x="16984" y="16559"/>
                  <a:pt x="16592" y="16559"/>
                </a:cubicBezTo>
                <a:cubicBezTo>
                  <a:pt x="16200" y="16993"/>
                  <a:pt x="16200" y="17732"/>
                  <a:pt x="16592" y="1812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5" name="Shape 7485"/>
          <p:cNvSpPr/>
          <p:nvPr/>
        </p:nvSpPr>
        <p:spPr>
          <a:xfrm>
            <a:off x="16670284" y="10769775"/>
            <a:ext cx="594829" cy="4154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2" y="0"/>
                </a:moveTo>
                <a:cubicBezTo>
                  <a:pt x="2308" y="0"/>
                  <a:pt x="2308" y="0"/>
                  <a:pt x="2308" y="0"/>
                </a:cubicBezTo>
                <a:cubicBezTo>
                  <a:pt x="1176" y="0"/>
                  <a:pt x="0" y="1124"/>
                  <a:pt x="0" y="2809"/>
                </a:cubicBezTo>
                <a:cubicBezTo>
                  <a:pt x="0" y="18229"/>
                  <a:pt x="0" y="18229"/>
                  <a:pt x="0" y="18229"/>
                </a:cubicBezTo>
                <a:cubicBezTo>
                  <a:pt x="0" y="19977"/>
                  <a:pt x="1176" y="21600"/>
                  <a:pt x="2308" y="21600"/>
                </a:cubicBezTo>
                <a:cubicBezTo>
                  <a:pt x="19292" y="21600"/>
                  <a:pt x="19292" y="21600"/>
                  <a:pt x="19292" y="21600"/>
                </a:cubicBezTo>
                <a:cubicBezTo>
                  <a:pt x="20816" y="21600"/>
                  <a:pt x="21600" y="19977"/>
                  <a:pt x="21600" y="18229"/>
                </a:cubicBezTo>
                <a:cubicBezTo>
                  <a:pt x="21600" y="2809"/>
                  <a:pt x="21600" y="2809"/>
                  <a:pt x="21600" y="2809"/>
                </a:cubicBezTo>
                <a:cubicBezTo>
                  <a:pt x="21600" y="1124"/>
                  <a:pt x="20816" y="0"/>
                  <a:pt x="19292" y="0"/>
                </a:cubicBezTo>
                <a:close/>
                <a:moveTo>
                  <a:pt x="19292" y="18229"/>
                </a:moveTo>
                <a:cubicBezTo>
                  <a:pt x="2308" y="18229"/>
                  <a:pt x="2308" y="18229"/>
                  <a:pt x="2308" y="18229"/>
                </a:cubicBezTo>
                <a:cubicBezTo>
                  <a:pt x="2308" y="8865"/>
                  <a:pt x="2308" y="8865"/>
                  <a:pt x="2308" y="8865"/>
                </a:cubicBezTo>
                <a:cubicBezTo>
                  <a:pt x="19292" y="8865"/>
                  <a:pt x="19292" y="8865"/>
                  <a:pt x="19292" y="8865"/>
                </a:cubicBezTo>
                <a:lnTo>
                  <a:pt x="19292" y="18229"/>
                </a:lnTo>
                <a:close/>
                <a:moveTo>
                  <a:pt x="19292" y="4432"/>
                </a:moveTo>
                <a:cubicBezTo>
                  <a:pt x="2308" y="4432"/>
                  <a:pt x="2308" y="4432"/>
                  <a:pt x="2308" y="4432"/>
                </a:cubicBezTo>
                <a:cubicBezTo>
                  <a:pt x="2308" y="2809"/>
                  <a:pt x="2308" y="2809"/>
                  <a:pt x="2308" y="2809"/>
                </a:cubicBezTo>
                <a:cubicBezTo>
                  <a:pt x="19292" y="2809"/>
                  <a:pt x="19292" y="2809"/>
                  <a:pt x="19292" y="2809"/>
                </a:cubicBezTo>
                <a:lnTo>
                  <a:pt x="19292" y="4432"/>
                </a:lnTo>
                <a:close/>
                <a:moveTo>
                  <a:pt x="4224" y="12173"/>
                </a:moveTo>
                <a:cubicBezTo>
                  <a:pt x="4224" y="13297"/>
                  <a:pt x="4224" y="13297"/>
                  <a:pt x="4224" y="13297"/>
                </a:cubicBezTo>
                <a:cubicBezTo>
                  <a:pt x="5008" y="13297"/>
                  <a:pt x="5008" y="13297"/>
                  <a:pt x="5008" y="13297"/>
                </a:cubicBezTo>
                <a:cubicBezTo>
                  <a:pt x="5008" y="12173"/>
                  <a:pt x="5008" y="12173"/>
                  <a:pt x="5008" y="12173"/>
                </a:cubicBezTo>
                <a:lnTo>
                  <a:pt x="4224" y="12173"/>
                </a:lnTo>
                <a:close/>
                <a:moveTo>
                  <a:pt x="8100" y="14421"/>
                </a:moveTo>
                <a:cubicBezTo>
                  <a:pt x="8100" y="14920"/>
                  <a:pt x="8100" y="14920"/>
                  <a:pt x="8100" y="14920"/>
                </a:cubicBezTo>
                <a:cubicBezTo>
                  <a:pt x="9624" y="14920"/>
                  <a:pt x="9624" y="14920"/>
                  <a:pt x="9624" y="14920"/>
                </a:cubicBezTo>
                <a:cubicBezTo>
                  <a:pt x="9624" y="14421"/>
                  <a:pt x="9624" y="14421"/>
                  <a:pt x="9624" y="14421"/>
                </a:cubicBezTo>
                <a:cubicBezTo>
                  <a:pt x="10016" y="14421"/>
                  <a:pt x="10016" y="14421"/>
                  <a:pt x="10016" y="14421"/>
                </a:cubicBezTo>
                <a:cubicBezTo>
                  <a:pt x="10016" y="13297"/>
                  <a:pt x="10016" y="13297"/>
                  <a:pt x="10016" y="13297"/>
                </a:cubicBezTo>
                <a:cubicBezTo>
                  <a:pt x="10800" y="13297"/>
                  <a:pt x="10800" y="13297"/>
                  <a:pt x="10800" y="13297"/>
                </a:cubicBezTo>
                <a:cubicBezTo>
                  <a:pt x="10800" y="12173"/>
                  <a:pt x="10800" y="12173"/>
                  <a:pt x="10800" y="12173"/>
                </a:cubicBezTo>
                <a:cubicBezTo>
                  <a:pt x="9624" y="12173"/>
                  <a:pt x="9624" y="12173"/>
                  <a:pt x="9624" y="12173"/>
                </a:cubicBezTo>
                <a:cubicBezTo>
                  <a:pt x="9624" y="13297"/>
                  <a:pt x="9624" y="13297"/>
                  <a:pt x="9624" y="13297"/>
                </a:cubicBezTo>
                <a:cubicBezTo>
                  <a:pt x="8840" y="13297"/>
                  <a:pt x="8840" y="13297"/>
                  <a:pt x="8840" y="13297"/>
                </a:cubicBezTo>
                <a:cubicBezTo>
                  <a:pt x="8840" y="14421"/>
                  <a:pt x="8840" y="14421"/>
                  <a:pt x="8840" y="14421"/>
                </a:cubicBezTo>
                <a:lnTo>
                  <a:pt x="8100" y="14421"/>
                </a:lnTo>
                <a:close/>
                <a:moveTo>
                  <a:pt x="10800" y="14920"/>
                </a:moveTo>
                <a:cubicBezTo>
                  <a:pt x="10800" y="14421"/>
                  <a:pt x="10800" y="14421"/>
                  <a:pt x="10800" y="14421"/>
                </a:cubicBezTo>
                <a:cubicBezTo>
                  <a:pt x="10016" y="14421"/>
                  <a:pt x="10016" y="14421"/>
                  <a:pt x="10016" y="14421"/>
                </a:cubicBezTo>
                <a:cubicBezTo>
                  <a:pt x="10016" y="14920"/>
                  <a:pt x="10016" y="14920"/>
                  <a:pt x="10016" y="14920"/>
                </a:cubicBezTo>
                <a:lnTo>
                  <a:pt x="10800" y="14920"/>
                </a:lnTo>
                <a:close/>
                <a:moveTo>
                  <a:pt x="7708" y="14920"/>
                </a:moveTo>
                <a:cubicBezTo>
                  <a:pt x="7708" y="14421"/>
                  <a:pt x="7708" y="14421"/>
                  <a:pt x="7708" y="14421"/>
                </a:cubicBezTo>
                <a:cubicBezTo>
                  <a:pt x="6184" y="14421"/>
                  <a:pt x="6184" y="14421"/>
                  <a:pt x="6184" y="14421"/>
                </a:cubicBezTo>
                <a:cubicBezTo>
                  <a:pt x="6184" y="14920"/>
                  <a:pt x="6184" y="14920"/>
                  <a:pt x="6184" y="14920"/>
                </a:cubicBezTo>
                <a:lnTo>
                  <a:pt x="7708" y="14920"/>
                </a:lnTo>
                <a:close/>
                <a:moveTo>
                  <a:pt x="8100" y="13297"/>
                </a:moveTo>
                <a:cubicBezTo>
                  <a:pt x="8840" y="13297"/>
                  <a:pt x="8840" y="13297"/>
                  <a:pt x="8840" y="13297"/>
                </a:cubicBezTo>
                <a:cubicBezTo>
                  <a:pt x="8840" y="12173"/>
                  <a:pt x="8840" y="12173"/>
                  <a:pt x="8840" y="12173"/>
                </a:cubicBezTo>
                <a:cubicBezTo>
                  <a:pt x="7708" y="12173"/>
                  <a:pt x="7708" y="12173"/>
                  <a:pt x="7708" y="12173"/>
                </a:cubicBezTo>
                <a:cubicBezTo>
                  <a:pt x="7708" y="14421"/>
                  <a:pt x="7708" y="14421"/>
                  <a:pt x="7708" y="14421"/>
                </a:cubicBezTo>
                <a:cubicBezTo>
                  <a:pt x="8100" y="14421"/>
                  <a:pt x="8100" y="14421"/>
                  <a:pt x="8100" y="14421"/>
                </a:cubicBezTo>
                <a:lnTo>
                  <a:pt x="8100" y="13297"/>
                </a:lnTo>
                <a:close/>
                <a:moveTo>
                  <a:pt x="5792" y="14421"/>
                </a:moveTo>
                <a:cubicBezTo>
                  <a:pt x="6184" y="14421"/>
                  <a:pt x="6184" y="14421"/>
                  <a:pt x="6184" y="14421"/>
                </a:cubicBezTo>
                <a:cubicBezTo>
                  <a:pt x="6184" y="13297"/>
                  <a:pt x="6184" y="13297"/>
                  <a:pt x="6184" y="13297"/>
                </a:cubicBezTo>
                <a:cubicBezTo>
                  <a:pt x="6924" y="13297"/>
                  <a:pt x="6924" y="13297"/>
                  <a:pt x="6924" y="13297"/>
                </a:cubicBezTo>
                <a:cubicBezTo>
                  <a:pt x="6924" y="12173"/>
                  <a:pt x="6924" y="12173"/>
                  <a:pt x="6924" y="12173"/>
                </a:cubicBezTo>
                <a:cubicBezTo>
                  <a:pt x="5792" y="12173"/>
                  <a:pt x="5792" y="12173"/>
                  <a:pt x="5792" y="12173"/>
                </a:cubicBezTo>
                <a:cubicBezTo>
                  <a:pt x="5792" y="13297"/>
                  <a:pt x="5792" y="13297"/>
                  <a:pt x="5792" y="13297"/>
                </a:cubicBezTo>
                <a:cubicBezTo>
                  <a:pt x="5008" y="13297"/>
                  <a:pt x="5008" y="13297"/>
                  <a:pt x="5008" y="13297"/>
                </a:cubicBezTo>
                <a:cubicBezTo>
                  <a:pt x="5008" y="14421"/>
                  <a:pt x="5008" y="14421"/>
                  <a:pt x="5008" y="14421"/>
                </a:cubicBezTo>
                <a:cubicBezTo>
                  <a:pt x="4224" y="14421"/>
                  <a:pt x="4224" y="14421"/>
                  <a:pt x="4224" y="14421"/>
                </a:cubicBezTo>
                <a:cubicBezTo>
                  <a:pt x="4224" y="14920"/>
                  <a:pt x="4224" y="14920"/>
                  <a:pt x="4224" y="14920"/>
                </a:cubicBezTo>
                <a:cubicBezTo>
                  <a:pt x="5792" y="14920"/>
                  <a:pt x="5792" y="14920"/>
                  <a:pt x="5792" y="14920"/>
                </a:cubicBezTo>
                <a:lnTo>
                  <a:pt x="5792" y="1442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6" name="Shape 7486"/>
          <p:cNvSpPr/>
          <p:nvPr/>
        </p:nvSpPr>
        <p:spPr>
          <a:xfrm>
            <a:off x="7199818" y="3634315"/>
            <a:ext cx="549935" cy="440804"/>
          </a:xfrm>
          <a:custGeom>
            <a:avLst/>
            <a:gdLst/>
            <a:ahLst/>
            <a:cxnLst>
              <a:cxn ang="0">
                <a:pos x="wd2" y="hd2"/>
              </a:cxn>
              <a:cxn ang="5400000">
                <a:pos x="wd2" y="hd2"/>
              </a:cxn>
              <a:cxn ang="10800000">
                <a:pos x="wd2" y="hd2"/>
              </a:cxn>
              <a:cxn ang="16200000">
                <a:pos x="wd2" y="hd2"/>
              </a:cxn>
            </a:cxnLst>
            <a:rect l="0" t="0" r="r" b="b"/>
            <a:pathLst>
              <a:path w="21495" h="21294" fill="norm" stroke="1" extrusionOk="0">
                <a:moveTo>
                  <a:pt x="20698" y="217"/>
                </a:moveTo>
                <a:cubicBezTo>
                  <a:pt x="20230" y="217"/>
                  <a:pt x="738" y="8984"/>
                  <a:pt x="317" y="8984"/>
                </a:cubicBezTo>
                <a:cubicBezTo>
                  <a:pt x="-105" y="8984"/>
                  <a:pt x="-105" y="9507"/>
                  <a:pt x="317" y="9507"/>
                </a:cubicBezTo>
                <a:cubicBezTo>
                  <a:pt x="738" y="9971"/>
                  <a:pt x="4487" y="12062"/>
                  <a:pt x="4487" y="12062"/>
                </a:cubicBezTo>
                <a:cubicBezTo>
                  <a:pt x="7392" y="13049"/>
                  <a:pt x="7392" y="13049"/>
                  <a:pt x="7392" y="13049"/>
                </a:cubicBezTo>
                <a:cubicBezTo>
                  <a:pt x="7392" y="13049"/>
                  <a:pt x="19808" y="1726"/>
                  <a:pt x="20230" y="1726"/>
                </a:cubicBezTo>
                <a:cubicBezTo>
                  <a:pt x="20230" y="1204"/>
                  <a:pt x="20230" y="1726"/>
                  <a:pt x="20230" y="1726"/>
                </a:cubicBezTo>
                <a:lnTo>
                  <a:pt x="11140" y="14094"/>
                </a:lnTo>
                <a:cubicBezTo>
                  <a:pt x="10718" y="14617"/>
                  <a:pt x="10718" y="14617"/>
                  <a:pt x="10718" y="14617"/>
                </a:cubicBezTo>
                <a:cubicBezTo>
                  <a:pt x="11140" y="15139"/>
                  <a:pt x="11140" y="15139"/>
                  <a:pt x="11140" y="15139"/>
                </a:cubicBezTo>
                <a:cubicBezTo>
                  <a:pt x="11140" y="15139"/>
                  <a:pt x="16903" y="18739"/>
                  <a:pt x="16903" y="19262"/>
                </a:cubicBezTo>
                <a:cubicBezTo>
                  <a:pt x="17325" y="19262"/>
                  <a:pt x="17747" y="19262"/>
                  <a:pt x="18168" y="18739"/>
                </a:cubicBezTo>
                <a:cubicBezTo>
                  <a:pt x="18168" y="18217"/>
                  <a:pt x="21495" y="1204"/>
                  <a:pt x="21495" y="739"/>
                </a:cubicBezTo>
                <a:cubicBezTo>
                  <a:pt x="21495" y="217"/>
                  <a:pt x="21120" y="-306"/>
                  <a:pt x="20698" y="217"/>
                </a:cubicBezTo>
                <a:close/>
                <a:moveTo>
                  <a:pt x="7392" y="20771"/>
                </a:moveTo>
                <a:cubicBezTo>
                  <a:pt x="7392" y="21294"/>
                  <a:pt x="7392" y="21294"/>
                  <a:pt x="7813" y="21294"/>
                </a:cubicBezTo>
                <a:cubicBezTo>
                  <a:pt x="7813" y="20771"/>
                  <a:pt x="11140" y="17694"/>
                  <a:pt x="11140" y="17694"/>
                </a:cubicBezTo>
                <a:cubicBezTo>
                  <a:pt x="7392" y="15139"/>
                  <a:pt x="7392" y="15139"/>
                  <a:pt x="7392" y="15139"/>
                </a:cubicBezTo>
                <a:lnTo>
                  <a:pt x="7392" y="2077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7" name="Shape 7487"/>
          <p:cNvSpPr/>
          <p:nvPr/>
        </p:nvSpPr>
        <p:spPr>
          <a:xfrm>
            <a:off x="17941459" y="10717030"/>
            <a:ext cx="426041" cy="5209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12" y="14085"/>
                </a:moveTo>
                <a:cubicBezTo>
                  <a:pt x="20014" y="15876"/>
                  <a:pt x="15681" y="17171"/>
                  <a:pt x="10861" y="17171"/>
                </a:cubicBezTo>
                <a:cubicBezTo>
                  <a:pt x="5919" y="17171"/>
                  <a:pt x="2197" y="15876"/>
                  <a:pt x="549" y="14085"/>
                </a:cubicBezTo>
                <a:cubicBezTo>
                  <a:pt x="549" y="13687"/>
                  <a:pt x="0" y="14085"/>
                  <a:pt x="0" y="14085"/>
                </a:cubicBezTo>
                <a:cubicBezTo>
                  <a:pt x="0" y="14533"/>
                  <a:pt x="0" y="16723"/>
                  <a:pt x="0" y="16723"/>
                </a:cubicBezTo>
                <a:cubicBezTo>
                  <a:pt x="0" y="18962"/>
                  <a:pt x="4881" y="21600"/>
                  <a:pt x="10861" y="21600"/>
                </a:cubicBezTo>
                <a:cubicBezTo>
                  <a:pt x="16780" y="21600"/>
                  <a:pt x="21600" y="18962"/>
                  <a:pt x="21600" y="16723"/>
                </a:cubicBezTo>
                <a:cubicBezTo>
                  <a:pt x="21600" y="16723"/>
                  <a:pt x="21600" y="14533"/>
                  <a:pt x="21600" y="14085"/>
                </a:cubicBezTo>
                <a:cubicBezTo>
                  <a:pt x="21600" y="14085"/>
                  <a:pt x="21112" y="13687"/>
                  <a:pt x="21112" y="14085"/>
                </a:cubicBezTo>
                <a:close/>
                <a:moveTo>
                  <a:pt x="21112" y="7963"/>
                </a:moveTo>
                <a:cubicBezTo>
                  <a:pt x="20014" y="9257"/>
                  <a:pt x="15681" y="10601"/>
                  <a:pt x="10861" y="10601"/>
                </a:cubicBezTo>
                <a:cubicBezTo>
                  <a:pt x="5919" y="10601"/>
                  <a:pt x="2197" y="9257"/>
                  <a:pt x="549" y="7963"/>
                </a:cubicBezTo>
                <a:cubicBezTo>
                  <a:pt x="549" y="7515"/>
                  <a:pt x="0" y="7963"/>
                  <a:pt x="0" y="7963"/>
                </a:cubicBezTo>
                <a:lnTo>
                  <a:pt x="0" y="11049"/>
                </a:lnTo>
                <a:cubicBezTo>
                  <a:pt x="0" y="12791"/>
                  <a:pt x="4881" y="14533"/>
                  <a:pt x="10861" y="14533"/>
                </a:cubicBezTo>
                <a:cubicBezTo>
                  <a:pt x="16780" y="14533"/>
                  <a:pt x="21600" y="12791"/>
                  <a:pt x="21600" y="11049"/>
                </a:cubicBezTo>
                <a:lnTo>
                  <a:pt x="21600" y="7963"/>
                </a:lnTo>
                <a:cubicBezTo>
                  <a:pt x="21600" y="7963"/>
                  <a:pt x="21112" y="7515"/>
                  <a:pt x="21112" y="7963"/>
                </a:cubicBezTo>
                <a:close/>
                <a:moveTo>
                  <a:pt x="10861" y="0"/>
                </a:moveTo>
                <a:cubicBezTo>
                  <a:pt x="4881" y="0"/>
                  <a:pt x="0" y="1294"/>
                  <a:pt x="0" y="3086"/>
                </a:cubicBezTo>
                <a:cubicBezTo>
                  <a:pt x="0" y="4828"/>
                  <a:pt x="0" y="4828"/>
                  <a:pt x="0" y="4828"/>
                </a:cubicBezTo>
                <a:cubicBezTo>
                  <a:pt x="0" y="6619"/>
                  <a:pt x="4881" y="7963"/>
                  <a:pt x="10861" y="7963"/>
                </a:cubicBezTo>
                <a:cubicBezTo>
                  <a:pt x="16780" y="7963"/>
                  <a:pt x="21600" y="6619"/>
                  <a:pt x="21600" y="4828"/>
                </a:cubicBezTo>
                <a:cubicBezTo>
                  <a:pt x="21600" y="3086"/>
                  <a:pt x="21600" y="3086"/>
                  <a:pt x="21600" y="3086"/>
                </a:cubicBezTo>
                <a:cubicBezTo>
                  <a:pt x="21600" y="1294"/>
                  <a:pt x="16780" y="0"/>
                  <a:pt x="10861"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8" name="Shape 7488"/>
          <p:cNvSpPr/>
          <p:nvPr/>
        </p:nvSpPr>
        <p:spPr>
          <a:xfrm>
            <a:off x="1305399" y="8332916"/>
            <a:ext cx="462975" cy="5315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57" y="0"/>
                </a:moveTo>
                <a:cubicBezTo>
                  <a:pt x="2443" y="0"/>
                  <a:pt x="2443" y="0"/>
                  <a:pt x="2443" y="0"/>
                </a:cubicBezTo>
                <a:cubicBezTo>
                  <a:pt x="944" y="0"/>
                  <a:pt x="0" y="1316"/>
                  <a:pt x="0" y="2584"/>
                </a:cubicBezTo>
                <a:cubicBezTo>
                  <a:pt x="0" y="19455"/>
                  <a:pt x="0" y="19455"/>
                  <a:pt x="0" y="19455"/>
                </a:cubicBezTo>
                <a:cubicBezTo>
                  <a:pt x="0" y="20722"/>
                  <a:pt x="944" y="21600"/>
                  <a:pt x="2443" y="21600"/>
                </a:cubicBezTo>
                <a:cubicBezTo>
                  <a:pt x="19157" y="21600"/>
                  <a:pt x="19157" y="21600"/>
                  <a:pt x="19157" y="21600"/>
                </a:cubicBezTo>
                <a:cubicBezTo>
                  <a:pt x="20656" y="21600"/>
                  <a:pt x="21600" y="20722"/>
                  <a:pt x="21600" y="19455"/>
                </a:cubicBezTo>
                <a:cubicBezTo>
                  <a:pt x="21600" y="2584"/>
                  <a:pt x="21600" y="2584"/>
                  <a:pt x="21600" y="2584"/>
                </a:cubicBezTo>
                <a:cubicBezTo>
                  <a:pt x="21600" y="1316"/>
                  <a:pt x="20656" y="0"/>
                  <a:pt x="19157" y="0"/>
                </a:cubicBezTo>
                <a:close/>
                <a:moveTo>
                  <a:pt x="19157" y="19455"/>
                </a:moveTo>
                <a:cubicBezTo>
                  <a:pt x="2443" y="19455"/>
                  <a:pt x="2443" y="19455"/>
                  <a:pt x="2443" y="19455"/>
                </a:cubicBezTo>
                <a:cubicBezTo>
                  <a:pt x="2443" y="2584"/>
                  <a:pt x="2443" y="2584"/>
                  <a:pt x="2443" y="2584"/>
                </a:cubicBezTo>
                <a:cubicBezTo>
                  <a:pt x="19157" y="2584"/>
                  <a:pt x="19157" y="2584"/>
                  <a:pt x="19157" y="2584"/>
                </a:cubicBezTo>
                <a:lnTo>
                  <a:pt x="19157" y="19455"/>
                </a:lnTo>
                <a:close/>
                <a:moveTo>
                  <a:pt x="12271" y="13409"/>
                </a:moveTo>
                <a:cubicBezTo>
                  <a:pt x="5386" y="13409"/>
                  <a:pt x="5386" y="13409"/>
                  <a:pt x="5386" y="13409"/>
                </a:cubicBezTo>
                <a:cubicBezTo>
                  <a:pt x="5386" y="14725"/>
                  <a:pt x="5386" y="14725"/>
                  <a:pt x="5386" y="14725"/>
                </a:cubicBezTo>
                <a:cubicBezTo>
                  <a:pt x="12271" y="14725"/>
                  <a:pt x="12271" y="14725"/>
                  <a:pt x="12271" y="14725"/>
                </a:cubicBezTo>
                <a:lnTo>
                  <a:pt x="12271" y="13409"/>
                </a:lnTo>
                <a:close/>
                <a:moveTo>
                  <a:pt x="16214" y="8630"/>
                </a:moveTo>
                <a:cubicBezTo>
                  <a:pt x="10828" y="8630"/>
                  <a:pt x="10828" y="8630"/>
                  <a:pt x="10828" y="8630"/>
                </a:cubicBezTo>
                <a:cubicBezTo>
                  <a:pt x="10828" y="9557"/>
                  <a:pt x="10828" y="9557"/>
                  <a:pt x="10828" y="9557"/>
                </a:cubicBezTo>
                <a:cubicBezTo>
                  <a:pt x="16214" y="9557"/>
                  <a:pt x="16214" y="9557"/>
                  <a:pt x="16214" y="9557"/>
                </a:cubicBezTo>
                <a:lnTo>
                  <a:pt x="16214" y="8630"/>
                </a:lnTo>
                <a:close/>
                <a:moveTo>
                  <a:pt x="10828" y="7363"/>
                </a:moveTo>
                <a:cubicBezTo>
                  <a:pt x="16214" y="7363"/>
                  <a:pt x="16214" y="7363"/>
                  <a:pt x="16214" y="7363"/>
                </a:cubicBezTo>
                <a:cubicBezTo>
                  <a:pt x="16214" y="4778"/>
                  <a:pt x="16214" y="4778"/>
                  <a:pt x="16214" y="4778"/>
                </a:cubicBezTo>
                <a:cubicBezTo>
                  <a:pt x="10828" y="4778"/>
                  <a:pt x="10828" y="4778"/>
                  <a:pt x="10828" y="4778"/>
                </a:cubicBezTo>
                <a:lnTo>
                  <a:pt x="10828" y="7363"/>
                </a:lnTo>
                <a:close/>
                <a:moveTo>
                  <a:pt x="9329" y="4778"/>
                </a:moveTo>
                <a:cubicBezTo>
                  <a:pt x="5386" y="4778"/>
                  <a:pt x="5386" y="4778"/>
                  <a:pt x="5386" y="4778"/>
                </a:cubicBezTo>
                <a:cubicBezTo>
                  <a:pt x="5386" y="9557"/>
                  <a:pt x="5386" y="9557"/>
                  <a:pt x="5386" y="9557"/>
                </a:cubicBezTo>
                <a:cubicBezTo>
                  <a:pt x="9329" y="9557"/>
                  <a:pt x="9329" y="9557"/>
                  <a:pt x="9329" y="9557"/>
                </a:cubicBezTo>
                <a:lnTo>
                  <a:pt x="9329" y="4778"/>
                </a:lnTo>
                <a:close/>
                <a:moveTo>
                  <a:pt x="7829" y="10824"/>
                </a:moveTo>
                <a:cubicBezTo>
                  <a:pt x="5386" y="10824"/>
                  <a:pt x="5386" y="10824"/>
                  <a:pt x="5386" y="10824"/>
                </a:cubicBezTo>
                <a:cubicBezTo>
                  <a:pt x="5386" y="12141"/>
                  <a:pt x="5386" y="12141"/>
                  <a:pt x="5386" y="12141"/>
                </a:cubicBezTo>
                <a:cubicBezTo>
                  <a:pt x="7829" y="12141"/>
                  <a:pt x="7829" y="12141"/>
                  <a:pt x="7829" y="12141"/>
                </a:cubicBezTo>
                <a:lnTo>
                  <a:pt x="7829" y="10824"/>
                </a:lnTo>
                <a:close/>
                <a:moveTo>
                  <a:pt x="9329" y="12141"/>
                </a:moveTo>
                <a:cubicBezTo>
                  <a:pt x="16214" y="12141"/>
                  <a:pt x="16214" y="12141"/>
                  <a:pt x="16214" y="12141"/>
                </a:cubicBezTo>
                <a:cubicBezTo>
                  <a:pt x="16214" y="10824"/>
                  <a:pt x="16214" y="10824"/>
                  <a:pt x="16214" y="10824"/>
                </a:cubicBezTo>
                <a:cubicBezTo>
                  <a:pt x="9329" y="10824"/>
                  <a:pt x="9329" y="10824"/>
                  <a:pt x="9329" y="10824"/>
                </a:cubicBezTo>
                <a:lnTo>
                  <a:pt x="9329" y="12141"/>
                </a:lnTo>
                <a:close/>
                <a:moveTo>
                  <a:pt x="16214" y="15554"/>
                </a:moveTo>
                <a:cubicBezTo>
                  <a:pt x="5386" y="15554"/>
                  <a:pt x="5386" y="15554"/>
                  <a:pt x="5386" y="15554"/>
                </a:cubicBezTo>
                <a:cubicBezTo>
                  <a:pt x="5386" y="16870"/>
                  <a:pt x="5386" y="16870"/>
                  <a:pt x="5386" y="16870"/>
                </a:cubicBezTo>
                <a:cubicBezTo>
                  <a:pt x="16214" y="16870"/>
                  <a:pt x="16214" y="16870"/>
                  <a:pt x="16214" y="16870"/>
                </a:cubicBezTo>
                <a:lnTo>
                  <a:pt x="16214" y="15554"/>
                </a:lnTo>
                <a:close/>
                <a:moveTo>
                  <a:pt x="13771" y="14725"/>
                </a:moveTo>
                <a:cubicBezTo>
                  <a:pt x="16214" y="14725"/>
                  <a:pt x="16214" y="14725"/>
                  <a:pt x="16214" y="14725"/>
                </a:cubicBezTo>
                <a:cubicBezTo>
                  <a:pt x="16214" y="13409"/>
                  <a:pt x="16214" y="13409"/>
                  <a:pt x="16214" y="13409"/>
                </a:cubicBezTo>
                <a:cubicBezTo>
                  <a:pt x="13771" y="13409"/>
                  <a:pt x="13771" y="13409"/>
                  <a:pt x="13771" y="13409"/>
                </a:cubicBezTo>
                <a:lnTo>
                  <a:pt x="13771" y="1472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89" name="Shape 7489"/>
          <p:cNvSpPr/>
          <p:nvPr/>
        </p:nvSpPr>
        <p:spPr>
          <a:xfrm>
            <a:off x="15513719" y="7130136"/>
            <a:ext cx="534397" cy="570376"/>
          </a:xfrm>
          <a:custGeom>
            <a:avLst/>
            <a:gdLst/>
            <a:ahLst/>
            <a:cxnLst>
              <a:cxn ang="0">
                <a:pos x="wd2" y="hd2"/>
              </a:cxn>
              <a:cxn ang="5400000">
                <a:pos x="wd2" y="hd2"/>
              </a:cxn>
              <a:cxn ang="10800000">
                <a:pos x="wd2" y="hd2"/>
              </a:cxn>
              <a:cxn ang="16200000">
                <a:pos x="wd2" y="hd2"/>
              </a:cxn>
            </a:cxnLst>
            <a:rect l="0" t="0" r="r" b="b"/>
            <a:pathLst>
              <a:path w="20887" h="21086" fill="norm" stroke="1" extrusionOk="0">
                <a:moveTo>
                  <a:pt x="20401" y="13161"/>
                </a:moveTo>
                <a:cubicBezTo>
                  <a:pt x="18761" y="11609"/>
                  <a:pt x="18761" y="11609"/>
                  <a:pt x="18761" y="11609"/>
                </a:cubicBezTo>
                <a:cubicBezTo>
                  <a:pt x="17917" y="10811"/>
                  <a:pt x="17917" y="10012"/>
                  <a:pt x="18761" y="9613"/>
                </a:cubicBezTo>
                <a:cubicBezTo>
                  <a:pt x="20401" y="8061"/>
                  <a:pt x="20401" y="8061"/>
                  <a:pt x="20401" y="8061"/>
                </a:cubicBezTo>
                <a:cubicBezTo>
                  <a:pt x="21244" y="7262"/>
                  <a:pt x="20822" y="6908"/>
                  <a:pt x="20401" y="6908"/>
                </a:cubicBezTo>
                <a:cubicBezTo>
                  <a:pt x="17496" y="6508"/>
                  <a:pt x="17496" y="6508"/>
                  <a:pt x="17496" y="6508"/>
                </a:cubicBezTo>
                <a:cubicBezTo>
                  <a:pt x="16699" y="6508"/>
                  <a:pt x="16277" y="6109"/>
                  <a:pt x="16699" y="5311"/>
                </a:cubicBezTo>
                <a:cubicBezTo>
                  <a:pt x="17917" y="1408"/>
                  <a:pt x="17917" y="1408"/>
                  <a:pt x="17917" y="1408"/>
                </a:cubicBezTo>
                <a:cubicBezTo>
                  <a:pt x="18339" y="1009"/>
                  <a:pt x="17917" y="565"/>
                  <a:pt x="17496" y="1009"/>
                </a:cubicBezTo>
                <a:cubicBezTo>
                  <a:pt x="14216" y="2960"/>
                  <a:pt x="14216" y="2960"/>
                  <a:pt x="14216" y="2960"/>
                </a:cubicBezTo>
                <a:cubicBezTo>
                  <a:pt x="13326" y="3359"/>
                  <a:pt x="12529" y="2960"/>
                  <a:pt x="12154" y="2162"/>
                </a:cubicBezTo>
                <a:cubicBezTo>
                  <a:pt x="11264" y="565"/>
                  <a:pt x="11264" y="565"/>
                  <a:pt x="11264" y="565"/>
                </a:cubicBezTo>
                <a:cubicBezTo>
                  <a:pt x="10842" y="-189"/>
                  <a:pt x="10046" y="-189"/>
                  <a:pt x="9624" y="565"/>
                </a:cubicBezTo>
                <a:cubicBezTo>
                  <a:pt x="8781" y="2162"/>
                  <a:pt x="8781" y="2162"/>
                  <a:pt x="8781" y="2162"/>
                </a:cubicBezTo>
                <a:cubicBezTo>
                  <a:pt x="8359" y="2960"/>
                  <a:pt x="7562" y="2960"/>
                  <a:pt x="6719" y="2960"/>
                </a:cubicBezTo>
                <a:cubicBezTo>
                  <a:pt x="5079" y="2162"/>
                  <a:pt x="5079" y="2162"/>
                  <a:pt x="5079" y="2162"/>
                </a:cubicBezTo>
                <a:cubicBezTo>
                  <a:pt x="4236" y="1807"/>
                  <a:pt x="3392" y="2162"/>
                  <a:pt x="3814" y="2960"/>
                </a:cubicBezTo>
                <a:cubicBezTo>
                  <a:pt x="3814" y="4512"/>
                  <a:pt x="3814" y="4512"/>
                  <a:pt x="3814" y="4512"/>
                </a:cubicBezTo>
                <a:cubicBezTo>
                  <a:pt x="3814" y="5311"/>
                  <a:pt x="3392" y="6109"/>
                  <a:pt x="2596" y="6109"/>
                </a:cubicBezTo>
                <a:cubicBezTo>
                  <a:pt x="487" y="6908"/>
                  <a:pt x="487" y="6908"/>
                  <a:pt x="487" y="6908"/>
                </a:cubicBezTo>
                <a:cubicBezTo>
                  <a:pt x="66" y="6908"/>
                  <a:pt x="-356" y="7262"/>
                  <a:pt x="487" y="8061"/>
                </a:cubicBezTo>
                <a:cubicBezTo>
                  <a:pt x="2596" y="9613"/>
                  <a:pt x="2596" y="9613"/>
                  <a:pt x="2596" y="9613"/>
                </a:cubicBezTo>
                <a:cubicBezTo>
                  <a:pt x="2971" y="10012"/>
                  <a:pt x="2971" y="10811"/>
                  <a:pt x="2596" y="11609"/>
                </a:cubicBezTo>
                <a:cubicBezTo>
                  <a:pt x="487" y="13161"/>
                  <a:pt x="487" y="13161"/>
                  <a:pt x="487" y="13161"/>
                </a:cubicBezTo>
                <a:cubicBezTo>
                  <a:pt x="-356" y="13605"/>
                  <a:pt x="66" y="13960"/>
                  <a:pt x="909" y="13960"/>
                </a:cubicBezTo>
                <a:cubicBezTo>
                  <a:pt x="2971" y="14359"/>
                  <a:pt x="2971" y="14359"/>
                  <a:pt x="2971" y="14359"/>
                </a:cubicBezTo>
                <a:cubicBezTo>
                  <a:pt x="3814" y="14359"/>
                  <a:pt x="4236" y="15157"/>
                  <a:pt x="4236" y="15956"/>
                </a:cubicBezTo>
                <a:cubicBezTo>
                  <a:pt x="2971" y="19459"/>
                  <a:pt x="2971" y="19459"/>
                  <a:pt x="2971" y="19459"/>
                </a:cubicBezTo>
                <a:cubicBezTo>
                  <a:pt x="2596" y="20258"/>
                  <a:pt x="2971" y="20258"/>
                  <a:pt x="3814" y="20258"/>
                </a:cubicBezTo>
                <a:cubicBezTo>
                  <a:pt x="6297" y="18661"/>
                  <a:pt x="6297" y="18661"/>
                  <a:pt x="6297" y="18661"/>
                </a:cubicBezTo>
                <a:cubicBezTo>
                  <a:pt x="7141" y="18306"/>
                  <a:pt x="7937" y="18306"/>
                  <a:pt x="8359" y="19060"/>
                </a:cubicBezTo>
                <a:cubicBezTo>
                  <a:pt x="9624" y="20657"/>
                  <a:pt x="9624" y="20657"/>
                  <a:pt x="9624" y="20657"/>
                </a:cubicBezTo>
                <a:cubicBezTo>
                  <a:pt x="10046" y="21411"/>
                  <a:pt x="10842" y="21012"/>
                  <a:pt x="11264" y="20657"/>
                </a:cubicBezTo>
                <a:cubicBezTo>
                  <a:pt x="12154" y="18661"/>
                  <a:pt x="12154" y="18661"/>
                  <a:pt x="12154" y="18661"/>
                </a:cubicBezTo>
                <a:cubicBezTo>
                  <a:pt x="12529" y="17907"/>
                  <a:pt x="13326" y="17907"/>
                  <a:pt x="14216" y="17907"/>
                </a:cubicBezTo>
                <a:cubicBezTo>
                  <a:pt x="16277" y="19060"/>
                  <a:pt x="16277" y="19060"/>
                  <a:pt x="16277" y="19060"/>
                </a:cubicBezTo>
                <a:cubicBezTo>
                  <a:pt x="16699" y="19459"/>
                  <a:pt x="17496" y="19060"/>
                  <a:pt x="17121" y="18306"/>
                </a:cubicBezTo>
                <a:cubicBezTo>
                  <a:pt x="17121" y="16310"/>
                  <a:pt x="17121" y="16310"/>
                  <a:pt x="17121" y="16310"/>
                </a:cubicBezTo>
                <a:cubicBezTo>
                  <a:pt x="17121" y="15956"/>
                  <a:pt x="17917" y="15157"/>
                  <a:pt x="18339" y="14758"/>
                </a:cubicBezTo>
                <a:cubicBezTo>
                  <a:pt x="20401" y="14359"/>
                  <a:pt x="20401" y="14359"/>
                  <a:pt x="20401" y="14359"/>
                </a:cubicBezTo>
                <a:cubicBezTo>
                  <a:pt x="20822" y="13960"/>
                  <a:pt x="21244" y="13605"/>
                  <a:pt x="20401" y="13161"/>
                </a:cubicBezTo>
                <a:close/>
                <a:moveTo>
                  <a:pt x="11686" y="15157"/>
                </a:moveTo>
                <a:cubicBezTo>
                  <a:pt x="9202" y="15157"/>
                  <a:pt x="9202" y="15157"/>
                  <a:pt x="9202" y="15157"/>
                </a:cubicBezTo>
                <a:cubicBezTo>
                  <a:pt x="9202" y="12762"/>
                  <a:pt x="9202" y="12762"/>
                  <a:pt x="9202" y="12762"/>
                </a:cubicBezTo>
                <a:cubicBezTo>
                  <a:pt x="11686" y="12762"/>
                  <a:pt x="11686" y="12762"/>
                  <a:pt x="11686" y="12762"/>
                </a:cubicBezTo>
                <a:lnTo>
                  <a:pt x="11686" y="15157"/>
                </a:lnTo>
                <a:close/>
                <a:moveTo>
                  <a:pt x="11686" y="11609"/>
                </a:moveTo>
                <a:cubicBezTo>
                  <a:pt x="9202" y="11609"/>
                  <a:pt x="9202" y="11609"/>
                  <a:pt x="9202" y="11609"/>
                </a:cubicBezTo>
                <a:cubicBezTo>
                  <a:pt x="9202" y="5710"/>
                  <a:pt x="9202" y="5710"/>
                  <a:pt x="9202" y="5710"/>
                </a:cubicBezTo>
                <a:cubicBezTo>
                  <a:pt x="11686" y="5710"/>
                  <a:pt x="11686" y="5710"/>
                  <a:pt x="11686" y="5710"/>
                </a:cubicBezTo>
                <a:lnTo>
                  <a:pt x="11686" y="1160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0" name="Shape 7490"/>
          <p:cNvSpPr/>
          <p:nvPr/>
        </p:nvSpPr>
        <p:spPr>
          <a:xfrm>
            <a:off x="4865751" y="9497438"/>
            <a:ext cx="462704" cy="585445"/>
          </a:xfrm>
          <a:custGeom>
            <a:avLst/>
            <a:gdLst/>
            <a:ahLst/>
            <a:cxnLst>
              <a:cxn ang="0">
                <a:pos x="wd2" y="hd2"/>
              </a:cxn>
              <a:cxn ang="5400000">
                <a:pos x="wd2" y="hd2"/>
              </a:cxn>
              <a:cxn ang="10800000">
                <a:pos x="wd2" y="hd2"/>
              </a:cxn>
              <a:cxn ang="16200000">
                <a:pos x="wd2" y="hd2"/>
              </a:cxn>
            </a:cxnLst>
            <a:rect l="0" t="0" r="r" b="b"/>
            <a:pathLst>
              <a:path w="20874" h="21259" fill="norm" stroke="1" extrusionOk="0">
                <a:moveTo>
                  <a:pt x="20626" y="5048"/>
                </a:moveTo>
                <a:cubicBezTo>
                  <a:pt x="20138" y="1571"/>
                  <a:pt x="16295" y="-341"/>
                  <a:pt x="12505" y="50"/>
                </a:cubicBezTo>
                <a:cubicBezTo>
                  <a:pt x="8608" y="832"/>
                  <a:pt x="5738" y="3136"/>
                  <a:pt x="6226" y="6222"/>
                </a:cubicBezTo>
                <a:cubicBezTo>
                  <a:pt x="6226" y="6960"/>
                  <a:pt x="6713" y="8134"/>
                  <a:pt x="7200" y="8916"/>
                </a:cubicBezTo>
                <a:cubicBezTo>
                  <a:pt x="487" y="17348"/>
                  <a:pt x="487" y="17348"/>
                  <a:pt x="487" y="17348"/>
                </a:cubicBezTo>
                <a:cubicBezTo>
                  <a:pt x="0" y="17348"/>
                  <a:pt x="0" y="18130"/>
                  <a:pt x="0" y="18521"/>
                </a:cubicBezTo>
                <a:cubicBezTo>
                  <a:pt x="487" y="20433"/>
                  <a:pt x="487" y="20433"/>
                  <a:pt x="487" y="20433"/>
                </a:cubicBezTo>
                <a:cubicBezTo>
                  <a:pt x="487" y="20824"/>
                  <a:pt x="974" y="21259"/>
                  <a:pt x="1462" y="21259"/>
                </a:cubicBezTo>
                <a:cubicBezTo>
                  <a:pt x="3356" y="20824"/>
                  <a:pt x="3356" y="20824"/>
                  <a:pt x="3356" y="20824"/>
                </a:cubicBezTo>
                <a:cubicBezTo>
                  <a:pt x="3844" y="20824"/>
                  <a:pt x="4331" y="20433"/>
                  <a:pt x="4818" y="20086"/>
                </a:cubicBezTo>
                <a:cubicBezTo>
                  <a:pt x="7687" y="16609"/>
                  <a:pt x="7687" y="16609"/>
                  <a:pt x="7687" y="16609"/>
                </a:cubicBezTo>
                <a:cubicBezTo>
                  <a:pt x="9582" y="16218"/>
                  <a:pt x="9582" y="16218"/>
                  <a:pt x="9582" y="16218"/>
                </a:cubicBezTo>
                <a:cubicBezTo>
                  <a:pt x="12505" y="12002"/>
                  <a:pt x="12505" y="12002"/>
                  <a:pt x="12505" y="12002"/>
                </a:cubicBezTo>
                <a:cubicBezTo>
                  <a:pt x="13426" y="12393"/>
                  <a:pt x="15374" y="12002"/>
                  <a:pt x="15862" y="12002"/>
                </a:cubicBezTo>
                <a:cubicBezTo>
                  <a:pt x="19651" y="11611"/>
                  <a:pt x="21600" y="8134"/>
                  <a:pt x="20626" y="5048"/>
                </a:cubicBezTo>
                <a:close/>
                <a:moveTo>
                  <a:pt x="17269" y="6569"/>
                </a:moveTo>
                <a:cubicBezTo>
                  <a:pt x="16295" y="7786"/>
                  <a:pt x="15374" y="6960"/>
                  <a:pt x="13859" y="5830"/>
                </a:cubicBezTo>
                <a:cubicBezTo>
                  <a:pt x="12505" y="5048"/>
                  <a:pt x="10989" y="4657"/>
                  <a:pt x="11964" y="3136"/>
                </a:cubicBezTo>
                <a:cubicBezTo>
                  <a:pt x="12992" y="1962"/>
                  <a:pt x="15374" y="1571"/>
                  <a:pt x="16782" y="2745"/>
                </a:cubicBezTo>
                <a:cubicBezTo>
                  <a:pt x="18244" y="3527"/>
                  <a:pt x="18731" y="5439"/>
                  <a:pt x="17269" y="656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1" name="Shape 7491"/>
          <p:cNvSpPr/>
          <p:nvPr/>
        </p:nvSpPr>
        <p:spPr>
          <a:xfrm>
            <a:off x="8401184" y="7144437"/>
            <a:ext cx="514643" cy="535932"/>
          </a:xfrm>
          <a:custGeom>
            <a:avLst/>
            <a:gdLst/>
            <a:ahLst/>
            <a:cxnLst>
              <a:cxn ang="0">
                <a:pos x="wd2" y="hd2"/>
              </a:cxn>
              <a:cxn ang="5400000">
                <a:pos x="wd2" y="hd2"/>
              </a:cxn>
              <a:cxn ang="10800000">
                <a:pos x="wd2" y="hd2"/>
              </a:cxn>
              <a:cxn ang="16200000">
                <a:pos x="wd2" y="hd2"/>
              </a:cxn>
            </a:cxnLst>
            <a:rect l="0" t="0" r="r" b="b"/>
            <a:pathLst>
              <a:path w="20913" h="20947" fill="norm" stroke="1" extrusionOk="0">
                <a:moveTo>
                  <a:pt x="19185" y="7104"/>
                </a:moveTo>
                <a:cubicBezTo>
                  <a:pt x="17434" y="2981"/>
                  <a:pt x="14418" y="-346"/>
                  <a:pt x="12667" y="29"/>
                </a:cubicBezTo>
                <a:cubicBezTo>
                  <a:pt x="10088" y="1341"/>
                  <a:pt x="14418" y="6307"/>
                  <a:pt x="1477" y="11274"/>
                </a:cubicBezTo>
                <a:cubicBezTo>
                  <a:pt x="164" y="11696"/>
                  <a:pt x="-274" y="13336"/>
                  <a:pt x="164" y="14601"/>
                </a:cubicBezTo>
                <a:cubicBezTo>
                  <a:pt x="602" y="15444"/>
                  <a:pt x="2304" y="16662"/>
                  <a:pt x="3667" y="16287"/>
                </a:cubicBezTo>
                <a:lnTo>
                  <a:pt x="4494" y="15866"/>
                </a:lnTo>
                <a:cubicBezTo>
                  <a:pt x="5369" y="17084"/>
                  <a:pt x="6245" y="16287"/>
                  <a:pt x="6245" y="17084"/>
                </a:cubicBezTo>
                <a:cubicBezTo>
                  <a:pt x="6683" y="17927"/>
                  <a:pt x="7510" y="19567"/>
                  <a:pt x="7510" y="19989"/>
                </a:cubicBezTo>
                <a:cubicBezTo>
                  <a:pt x="7948" y="20411"/>
                  <a:pt x="8385" y="21254"/>
                  <a:pt x="8823" y="20832"/>
                </a:cubicBezTo>
                <a:cubicBezTo>
                  <a:pt x="9261" y="20832"/>
                  <a:pt x="10964" y="20411"/>
                  <a:pt x="11402" y="19989"/>
                </a:cubicBezTo>
                <a:cubicBezTo>
                  <a:pt x="12229" y="19989"/>
                  <a:pt x="12229" y="19567"/>
                  <a:pt x="11840" y="19146"/>
                </a:cubicBezTo>
                <a:cubicBezTo>
                  <a:pt x="11840" y="18771"/>
                  <a:pt x="10964" y="18349"/>
                  <a:pt x="10964" y="17927"/>
                </a:cubicBezTo>
                <a:cubicBezTo>
                  <a:pt x="10526" y="17506"/>
                  <a:pt x="10088" y="15866"/>
                  <a:pt x="9650" y="15444"/>
                </a:cubicBezTo>
                <a:cubicBezTo>
                  <a:pt x="9261" y="15022"/>
                  <a:pt x="10088" y="14179"/>
                  <a:pt x="10964" y="14179"/>
                </a:cubicBezTo>
                <a:cubicBezTo>
                  <a:pt x="16996" y="13804"/>
                  <a:pt x="17872" y="17084"/>
                  <a:pt x="20012" y="16287"/>
                </a:cubicBezTo>
                <a:cubicBezTo>
                  <a:pt x="21326" y="15866"/>
                  <a:pt x="21326" y="11274"/>
                  <a:pt x="19185" y="7104"/>
                </a:cubicBezTo>
                <a:close/>
                <a:moveTo>
                  <a:pt x="18699" y="14179"/>
                </a:moveTo>
                <a:cubicBezTo>
                  <a:pt x="18261" y="14179"/>
                  <a:pt x="15683" y="12539"/>
                  <a:pt x="14418" y="9212"/>
                </a:cubicBezTo>
                <a:cubicBezTo>
                  <a:pt x="13104" y="5886"/>
                  <a:pt x="13104" y="2559"/>
                  <a:pt x="13542" y="2559"/>
                </a:cubicBezTo>
                <a:cubicBezTo>
                  <a:pt x="13980" y="2559"/>
                  <a:pt x="16121" y="4621"/>
                  <a:pt x="17434" y="7947"/>
                </a:cubicBezTo>
                <a:cubicBezTo>
                  <a:pt x="19185" y="11274"/>
                  <a:pt x="18699" y="13804"/>
                  <a:pt x="18699" y="1417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2" name="Shape 7492"/>
          <p:cNvSpPr/>
          <p:nvPr/>
        </p:nvSpPr>
        <p:spPr>
          <a:xfrm>
            <a:off x="7197121" y="9530249"/>
            <a:ext cx="543702" cy="510436"/>
          </a:xfrm>
          <a:custGeom>
            <a:avLst/>
            <a:gdLst/>
            <a:ahLst/>
            <a:cxnLst>
              <a:cxn ang="0">
                <a:pos x="wd2" y="hd2"/>
              </a:cxn>
              <a:cxn ang="5400000">
                <a:pos x="wd2" y="hd2"/>
              </a:cxn>
              <a:cxn ang="10800000">
                <a:pos x="wd2" y="hd2"/>
              </a:cxn>
              <a:cxn ang="16200000">
                <a:pos x="wd2" y="hd2"/>
              </a:cxn>
            </a:cxnLst>
            <a:rect l="0" t="0" r="r" b="b"/>
            <a:pathLst>
              <a:path w="21251" h="21600" fill="norm" stroke="1" extrusionOk="0">
                <a:moveTo>
                  <a:pt x="12463" y="0"/>
                </a:moveTo>
                <a:cubicBezTo>
                  <a:pt x="6653" y="0"/>
                  <a:pt x="2905" y="2282"/>
                  <a:pt x="3327" y="4056"/>
                </a:cubicBezTo>
                <a:cubicBezTo>
                  <a:pt x="3327" y="4513"/>
                  <a:pt x="3327" y="5882"/>
                  <a:pt x="3748" y="7251"/>
                </a:cubicBezTo>
                <a:cubicBezTo>
                  <a:pt x="843" y="8569"/>
                  <a:pt x="0" y="10394"/>
                  <a:pt x="0" y="12169"/>
                </a:cubicBezTo>
                <a:cubicBezTo>
                  <a:pt x="422" y="13944"/>
                  <a:pt x="1687" y="15769"/>
                  <a:pt x="5388" y="16175"/>
                </a:cubicBezTo>
                <a:cubicBezTo>
                  <a:pt x="7075" y="16175"/>
                  <a:pt x="9558" y="15313"/>
                  <a:pt x="10823" y="13487"/>
                </a:cubicBezTo>
                <a:cubicBezTo>
                  <a:pt x="10823" y="13082"/>
                  <a:pt x="10823" y="12625"/>
                  <a:pt x="10823" y="12625"/>
                </a:cubicBezTo>
                <a:cubicBezTo>
                  <a:pt x="10823" y="11256"/>
                  <a:pt x="11667" y="10800"/>
                  <a:pt x="12463" y="10800"/>
                </a:cubicBezTo>
                <a:cubicBezTo>
                  <a:pt x="13307" y="10800"/>
                  <a:pt x="14150" y="11256"/>
                  <a:pt x="14150" y="12625"/>
                </a:cubicBezTo>
                <a:cubicBezTo>
                  <a:pt x="14150" y="13487"/>
                  <a:pt x="13307" y="14400"/>
                  <a:pt x="12463" y="14400"/>
                </a:cubicBezTo>
                <a:cubicBezTo>
                  <a:pt x="10402" y="16631"/>
                  <a:pt x="7918" y="18000"/>
                  <a:pt x="5388" y="18000"/>
                </a:cubicBezTo>
                <a:cubicBezTo>
                  <a:pt x="5388" y="18456"/>
                  <a:pt x="5388" y="18456"/>
                  <a:pt x="5388" y="18862"/>
                </a:cubicBezTo>
                <a:cubicBezTo>
                  <a:pt x="5388" y="19318"/>
                  <a:pt x="8340" y="21600"/>
                  <a:pt x="12463" y="21600"/>
                </a:cubicBezTo>
                <a:cubicBezTo>
                  <a:pt x="16633" y="21600"/>
                  <a:pt x="19117" y="19318"/>
                  <a:pt x="19117" y="18862"/>
                </a:cubicBezTo>
                <a:cubicBezTo>
                  <a:pt x="19492" y="18000"/>
                  <a:pt x="21225" y="5882"/>
                  <a:pt x="21225" y="4056"/>
                </a:cubicBezTo>
                <a:cubicBezTo>
                  <a:pt x="21600" y="2282"/>
                  <a:pt x="17852" y="0"/>
                  <a:pt x="12463" y="0"/>
                </a:cubicBezTo>
                <a:close/>
                <a:moveTo>
                  <a:pt x="1687" y="11713"/>
                </a:moveTo>
                <a:cubicBezTo>
                  <a:pt x="1687" y="11256"/>
                  <a:pt x="2483" y="9938"/>
                  <a:pt x="4170" y="9025"/>
                </a:cubicBezTo>
                <a:cubicBezTo>
                  <a:pt x="4170" y="10800"/>
                  <a:pt x="4592" y="12625"/>
                  <a:pt x="4967" y="14400"/>
                </a:cubicBezTo>
                <a:cubicBezTo>
                  <a:pt x="2905" y="13944"/>
                  <a:pt x="2062" y="13082"/>
                  <a:pt x="1687" y="11713"/>
                </a:cubicBezTo>
                <a:close/>
                <a:moveTo>
                  <a:pt x="12463" y="6744"/>
                </a:moveTo>
                <a:cubicBezTo>
                  <a:pt x="8340" y="6744"/>
                  <a:pt x="4967" y="4969"/>
                  <a:pt x="4967" y="4056"/>
                </a:cubicBezTo>
                <a:cubicBezTo>
                  <a:pt x="4967" y="3600"/>
                  <a:pt x="8340" y="1825"/>
                  <a:pt x="12463" y="1825"/>
                </a:cubicBezTo>
                <a:cubicBezTo>
                  <a:pt x="16633" y="1825"/>
                  <a:pt x="19492" y="3600"/>
                  <a:pt x="19492" y="4056"/>
                </a:cubicBezTo>
                <a:cubicBezTo>
                  <a:pt x="19492" y="4969"/>
                  <a:pt x="16633" y="6744"/>
                  <a:pt x="12463" y="6744"/>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3" name="Shape 7493"/>
          <p:cNvSpPr/>
          <p:nvPr/>
        </p:nvSpPr>
        <p:spPr>
          <a:xfrm>
            <a:off x="8415549" y="9530249"/>
            <a:ext cx="489339" cy="5209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606" y="20259"/>
                </a:moveTo>
                <a:cubicBezTo>
                  <a:pt x="13606" y="20706"/>
                  <a:pt x="14082" y="21153"/>
                  <a:pt x="14559" y="21153"/>
                </a:cubicBezTo>
                <a:cubicBezTo>
                  <a:pt x="19694" y="21600"/>
                  <a:pt x="19694" y="21600"/>
                  <a:pt x="19694" y="21600"/>
                </a:cubicBezTo>
                <a:cubicBezTo>
                  <a:pt x="20224" y="21600"/>
                  <a:pt x="20224" y="21153"/>
                  <a:pt x="20700" y="20706"/>
                </a:cubicBezTo>
                <a:cubicBezTo>
                  <a:pt x="20700" y="16734"/>
                  <a:pt x="20700" y="16734"/>
                  <a:pt x="20700" y="16734"/>
                </a:cubicBezTo>
                <a:cubicBezTo>
                  <a:pt x="14082" y="16287"/>
                  <a:pt x="14082" y="16287"/>
                  <a:pt x="14082" y="16287"/>
                </a:cubicBezTo>
                <a:lnTo>
                  <a:pt x="13606" y="20259"/>
                </a:lnTo>
                <a:close/>
                <a:moveTo>
                  <a:pt x="953" y="16734"/>
                </a:moveTo>
                <a:cubicBezTo>
                  <a:pt x="953" y="20706"/>
                  <a:pt x="953" y="20706"/>
                  <a:pt x="953" y="20706"/>
                </a:cubicBezTo>
                <a:cubicBezTo>
                  <a:pt x="953" y="21153"/>
                  <a:pt x="1429" y="21600"/>
                  <a:pt x="1853" y="21600"/>
                </a:cubicBezTo>
                <a:cubicBezTo>
                  <a:pt x="7041" y="21153"/>
                  <a:pt x="7041" y="21153"/>
                  <a:pt x="7041" y="21153"/>
                </a:cubicBezTo>
                <a:cubicBezTo>
                  <a:pt x="7518" y="21153"/>
                  <a:pt x="7994" y="20706"/>
                  <a:pt x="7994" y="20259"/>
                </a:cubicBezTo>
                <a:cubicBezTo>
                  <a:pt x="7518" y="16287"/>
                  <a:pt x="7518" y="16287"/>
                  <a:pt x="7518" y="16287"/>
                </a:cubicBezTo>
                <a:lnTo>
                  <a:pt x="953" y="16734"/>
                </a:lnTo>
                <a:close/>
                <a:moveTo>
                  <a:pt x="0" y="10179"/>
                </a:moveTo>
                <a:cubicBezTo>
                  <a:pt x="476" y="14549"/>
                  <a:pt x="476" y="14549"/>
                  <a:pt x="476" y="14549"/>
                </a:cubicBezTo>
                <a:cubicBezTo>
                  <a:pt x="7041" y="13655"/>
                  <a:pt x="7041" y="13655"/>
                  <a:pt x="7041" y="13655"/>
                </a:cubicBezTo>
                <a:cubicBezTo>
                  <a:pt x="7041" y="9732"/>
                  <a:pt x="7041" y="9732"/>
                  <a:pt x="7041" y="9732"/>
                </a:cubicBezTo>
                <a:lnTo>
                  <a:pt x="7041" y="9286"/>
                </a:lnTo>
                <a:cubicBezTo>
                  <a:pt x="7041" y="7548"/>
                  <a:pt x="8471" y="5760"/>
                  <a:pt x="10800" y="5760"/>
                </a:cubicBezTo>
                <a:cubicBezTo>
                  <a:pt x="13129" y="5760"/>
                  <a:pt x="14559" y="7548"/>
                  <a:pt x="14559" y="9286"/>
                </a:cubicBezTo>
                <a:lnTo>
                  <a:pt x="14559" y="9732"/>
                </a:lnTo>
                <a:cubicBezTo>
                  <a:pt x="14082" y="13655"/>
                  <a:pt x="14082" y="13655"/>
                  <a:pt x="14082" y="13655"/>
                </a:cubicBezTo>
                <a:cubicBezTo>
                  <a:pt x="21124" y="14549"/>
                  <a:pt x="21124" y="14549"/>
                  <a:pt x="21124" y="14549"/>
                </a:cubicBezTo>
                <a:cubicBezTo>
                  <a:pt x="21600" y="10179"/>
                  <a:pt x="21600" y="10179"/>
                  <a:pt x="21600" y="10179"/>
                </a:cubicBezTo>
                <a:cubicBezTo>
                  <a:pt x="21600" y="9732"/>
                  <a:pt x="21600" y="9732"/>
                  <a:pt x="21600" y="9286"/>
                </a:cubicBezTo>
                <a:cubicBezTo>
                  <a:pt x="21600" y="3972"/>
                  <a:pt x="16888" y="0"/>
                  <a:pt x="10800" y="0"/>
                </a:cubicBezTo>
                <a:cubicBezTo>
                  <a:pt x="4659" y="0"/>
                  <a:pt x="0" y="3972"/>
                  <a:pt x="0" y="9286"/>
                </a:cubicBezTo>
                <a:cubicBezTo>
                  <a:pt x="0" y="9732"/>
                  <a:pt x="0" y="9732"/>
                  <a:pt x="0" y="1017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4" name="Shape 7494"/>
          <p:cNvSpPr/>
          <p:nvPr/>
        </p:nvSpPr>
        <p:spPr>
          <a:xfrm>
            <a:off x="14296719" y="9519700"/>
            <a:ext cx="594829" cy="531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92" y="3413"/>
                </a:moveTo>
                <a:cubicBezTo>
                  <a:pt x="18552" y="3413"/>
                  <a:pt x="18552" y="3413"/>
                  <a:pt x="18552" y="3413"/>
                </a:cubicBezTo>
                <a:cubicBezTo>
                  <a:pt x="18552" y="21600"/>
                  <a:pt x="18552" y="21600"/>
                  <a:pt x="18552" y="21600"/>
                </a:cubicBezTo>
                <a:cubicBezTo>
                  <a:pt x="19292" y="21600"/>
                  <a:pt x="19292" y="21600"/>
                  <a:pt x="19292" y="21600"/>
                </a:cubicBezTo>
                <a:cubicBezTo>
                  <a:pt x="20860" y="21600"/>
                  <a:pt x="21600" y="20722"/>
                  <a:pt x="21600" y="19406"/>
                </a:cubicBezTo>
                <a:cubicBezTo>
                  <a:pt x="21600" y="6046"/>
                  <a:pt x="21600" y="6046"/>
                  <a:pt x="21600" y="6046"/>
                </a:cubicBezTo>
                <a:cubicBezTo>
                  <a:pt x="21600" y="4730"/>
                  <a:pt x="20860" y="3413"/>
                  <a:pt x="19292" y="3413"/>
                </a:cubicBezTo>
                <a:close/>
                <a:moveTo>
                  <a:pt x="0" y="6046"/>
                </a:moveTo>
                <a:cubicBezTo>
                  <a:pt x="0" y="19406"/>
                  <a:pt x="0" y="19406"/>
                  <a:pt x="0" y="19406"/>
                </a:cubicBezTo>
                <a:cubicBezTo>
                  <a:pt x="0" y="20722"/>
                  <a:pt x="1132" y="21600"/>
                  <a:pt x="2308" y="21600"/>
                </a:cubicBezTo>
                <a:cubicBezTo>
                  <a:pt x="3092" y="21600"/>
                  <a:pt x="3092" y="21600"/>
                  <a:pt x="3092" y="21600"/>
                </a:cubicBezTo>
                <a:cubicBezTo>
                  <a:pt x="3092" y="3413"/>
                  <a:pt x="3092" y="3413"/>
                  <a:pt x="3092" y="3413"/>
                </a:cubicBezTo>
                <a:cubicBezTo>
                  <a:pt x="2308" y="3413"/>
                  <a:pt x="2308" y="3413"/>
                  <a:pt x="2308" y="3413"/>
                </a:cubicBezTo>
                <a:cubicBezTo>
                  <a:pt x="1132" y="3413"/>
                  <a:pt x="0" y="4730"/>
                  <a:pt x="0" y="6046"/>
                </a:cubicBezTo>
                <a:close/>
                <a:moveTo>
                  <a:pt x="14676" y="1268"/>
                </a:moveTo>
                <a:cubicBezTo>
                  <a:pt x="13892" y="829"/>
                  <a:pt x="12716" y="0"/>
                  <a:pt x="10800" y="0"/>
                </a:cubicBezTo>
                <a:cubicBezTo>
                  <a:pt x="8884" y="0"/>
                  <a:pt x="7708" y="829"/>
                  <a:pt x="6968" y="1268"/>
                </a:cubicBezTo>
                <a:cubicBezTo>
                  <a:pt x="6968" y="3413"/>
                  <a:pt x="6968" y="3413"/>
                  <a:pt x="6968" y="3413"/>
                </a:cubicBezTo>
                <a:cubicBezTo>
                  <a:pt x="4660" y="3413"/>
                  <a:pt x="4660" y="3413"/>
                  <a:pt x="4660" y="3413"/>
                </a:cubicBezTo>
                <a:cubicBezTo>
                  <a:pt x="4660" y="21600"/>
                  <a:pt x="4660" y="21600"/>
                  <a:pt x="4660" y="21600"/>
                </a:cubicBezTo>
                <a:cubicBezTo>
                  <a:pt x="16984" y="21600"/>
                  <a:pt x="16984" y="21600"/>
                  <a:pt x="16984" y="21600"/>
                </a:cubicBezTo>
                <a:cubicBezTo>
                  <a:pt x="16984" y="3413"/>
                  <a:pt x="16984" y="3413"/>
                  <a:pt x="16984" y="3413"/>
                </a:cubicBezTo>
                <a:cubicBezTo>
                  <a:pt x="14676" y="3413"/>
                  <a:pt x="14676" y="3413"/>
                  <a:pt x="14676" y="3413"/>
                </a:cubicBezTo>
                <a:lnTo>
                  <a:pt x="14676" y="1268"/>
                </a:lnTo>
                <a:close/>
                <a:moveTo>
                  <a:pt x="13108" y="3413"/>
                </a:moveTo>
                <a:cubicBezTo>
                  <a:pt x="8492" y="3413"/>
                  <a:pt x="8492" y="3413"/>
                  <a:pt x="8492" y="3413"/>
                </a:cubicBezTo>
                <a:cubicBezTo>
                  <a:pt x="8492" y="2145"/>
                  <a:pt x="8492" y="2145"/>
                  <a:pt x="8492" y="2145"/>
                </a:cubicBezTo>
                <a:cubicBezTo>
                  <a:pt x="8884" y="1707"/>
                  <a:pt x="9668" y="1268"/>
                  <a:pt x="10800" y="1268"/>
                </a:cubicBezTo>
                <a:cubicBezTo>
                  <a:pt x="11976" y="1268"/>
                  <a:pt x="12716" y="1707"/>
                  <a:pt x="13108" y="2145"/>
                </a:cubicBezTo>
                <a:lnTo>
                  <a:pt x="13108" y="341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5" name="Shape 7495"/>
          <p:cNvSpPr/>
          <p:nvPr/>
        </p:nvSpPr>
        <p:spPr>
          <a:xfrm>
            <a:off x="13236525" y="8314516"/>
            <a:ext cx="336382" cy="571032"/>
          </a:xfrm>
          <a:custGeom>
            <a:avLst/>
            <a:gdLst/>
            <a:ahLst/>
            <a:cxnLst>
              <a:cxn ang="0">
                <a:pos x="wd2" y="hd2"/>
              </a:cxn>
              <a:cxn ang="5400000">
                <a:pos x="wd2" y="hd2"/>
              </a:cxn>
              <a:cxn ang="10800000">
                <a:pos x="wd2" y="hd2"/>
              </a:cxn>
              <a:cxn ang="16200000">
                <a:pos x="wd2" y="hd2"/>
              </a:cxn>
            </a:cxnLst>
            <a:rect l="0" t="0" r="r" b="b"/>
            <a:pathLst>
              <a:path w="21600" h="21498" fill="norm" stroke="1" extrusionOk="0">
                <a:moveTo>
                  <a:pt x="11489" y="305"/>
                </a:moveTo>
                <a:cubicBezTo>
                  <a:pt x="11489" y="-102"/>
                  <a:pt x="10800" y="-102"/>
                  <a:pt x="10111" y="305"/>
                </a:cubicBezTo>
                <a:cubicBezTo>
                  <a:pt x="8732" y="8258"/>
                  <a:pt x="0" y="9885"/>
                  <a:pt x="0" y="15488"/>
                </a:cubicBezTo>
                <a:cubicBezTo>
                  <a:pt x="0" y="18696"/>
                  <a:pt x="5362" y="21498"/>
                  <a:pt x="10800" y="21498"/>
                </a:cubicBezTo>
                <a:cubicBezTo>
                  <a:pt x="16851" y="21498"/>
                  <a:pt x="21600" y="18696"/>
                  <a:pt x="21600" y="15488"/>
                </a:cubicBezTo>
                <a:cubicBezTo>
                  <a:pt x="21600" y="9885"/>
                  <a:pt x="12791" y="8258"/>
                  <a:pt x="11489" y="305"/>
                </a:cubicBezTo>
                <a:close/>
                <a:moveTo>
                  <a:pt x="9421" y="9116"/>
                </a:moveTo>
                <a:cubicBezTo>
                  <a:pt x="9421" y="9116"/>
                  <a:pt x="9421" y="9523"/>
                  <a:pt x="9421" y="9885"/>
                </a:cubicBezTo>
                <a:cubicBezTo>
                  <a:pt x="8732" y="11511"/>
                  <a:pt x="7430" y="13093"/>
                  <a:pt x="7430" y="15081"/>
                </a:cubicBezTo>
                <a:cubicBezTo>
                  <a:pt x="7430" y="16301"/>
                  <a:pt x="6740" y="16708"/>
                  <a:pt x="5362" y="16708"/>
                </a:cubicBezTo>
                <a:cubicBezTo>
                  <a:pt x="4060" y="16708"/>
                  <a:pt x="3370" y="16301"/>
                  <a:pt x="3370" y="15488"/>
                </a:cubicBezTo>
                <a:cubicBezTo>
                  <a:pt x="3370" y="13093"/>
                  <a:pt x="5362" y="11511"/>
                  <a:pt x="6740" y="9885"/>
                </a:cubicBezTo>
                <a:cubicBezTo>
                  <a:pt x="7430" y="9523"/>
                  <a:pt x="8119" y="9116"/>
                  <a:pt x="8732" y="8665"/>
                </a:cubicBezTo>
                <a:lnTo>
                  <a:pt x="9421" y="8665"/>
                </a:lnTo>
                <a:lnTo>
                  <a:pt x="9421" y="911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6" name="Shape 7496"/>
          <p:cNvSpPr/>
          <p:nvPr/>
        </p:nvSpPr>
        <p:spPr>
          <a:xfrm>
            <a:off x="9581235" y="9561896"/>
            <a:ext cx="531533" cy="4471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61" y="12368"/>
                </a:moveTo>
                <a:cubicBezTo>
                  <a:pt x="17260" y="1568"/>
                  <a:pt x="17260" y="1568"/>
                  <a:pt x="17260" y="1568"/>
                </a:cubicBezTo>
                <a:cubicBezTo>
                  <a:pt x="17260" y="523"/>
                  <a:pt x="16432" y="0"/>
                  <a:pt x="15554" y="0"/>
                </a:cubicBezTo>
                <a:cubicBezTo>
                  <a:pt x="6046" y="0"/>
                  <a:pt x="6046" y="0"/>
                  <a:pt x="6046" y="0"/>
                </a:cubicBezTo>
                <a:cubicBezTo>
                  <a:pt x="5168" y="0"/>
                  <a:pt x="4340" y="523"/>
                  <a:pt x="3901" y="1568"/>
                </a:cubicBezTo>
                <a:cubicBezTo>
                  <a:pt x="439" y="12368"/>
                  <a:pt x="439" y="12368"/>
                  <a:pt x="439" y="12368"/>
                </a:cubicBezTo>
                <a:cubicBezTo>
                  <a:pt x="0" y="12890"/>
                  <a:pt x="0" y="14400"/>
                  <a:pt x="0" y="14923"/>
                </a:cubicBezTo>
                <a:cubicBezTo>
                  <a:pt x="878" y="20032"/>
                  <a:pt x="878" y="20032"/>
                  <a:pt x="878" y="20032"/>
                </a:cubicBezTo>
                <a:cubicBezTo>
                  <a:pt x="878" y="21077"/>
                  <a:pt x="1707" y="21600"/>
                  <a:pt x="2194" y="21600"/>
                </a:cubicBezTo>
                <a:cubicBezTo>
                  <a:pt x="19455" y="21600"/>
                  <a:pt x="19455" y="21600"/>
                  <a:pt x="19455" y="21600"/>
                </a:cubicBezTo>
                <a:cubicBezTo>
                  <a:pt x="19893" y="21600"/>
                  <a:pt x="20722" y="21077"/>
                  <a:pt x="20722" y="20032"/>
                </a:cubicBezTo>
                <a:cubicBezTo>
                  <a:pt x="21600" y="14923"/>
                  <a:pt x="21600" y="14923"/>
                  <a:pt x="21600" y="14923"/>
                </a:cubicBezTo>
                <a:cubicBezTo>
                  <a:pt x="21600" y="14400"/>
                  <a:pt x="21600" y="12890"/>
                  <a:pt x="21161" y="12368"/>
                </a:cubicBezTo>
                <a:close/>
                <a:moveTo>
                  <a:pt x="19455" y="15968"/>
                </a:moveTo>
                <a:cubicBezTo>
                  <a:pt x="19455" y="18000"/>
                  <a:pt x="19455" y="18000"/>
                  <a:pt x="19455" y="18000"/>
                </a:cubicBezTo>
                <a:cubicBezTo>
                  <a:pt x="19455" y="19045"/>
                  <a:pt x="18577" y="19568"/>
                  <a:pt x="18138" y="19568"/>
                </a:cubicBezTo>
                <a:cubicBezTo>
                  <a:pt x="3462" y="19568"/>
                  <a:pt x="3462" y="19568"/>
                  <a:pt x="3462" y="19568"/>
                </a:cubicBezTo>
                <a:cubicBezTo>
                  <a:pt x="3023" y="19568"/>
                  <a:pt x="2194" y="19045"/>
                  <a:pt x="2194" y="18000"/>
                </a:cubicBezTo>
                <a:cubicBezTo>
                  <a:pt x="1707" y="15968"/>
                  <a:pt x="1707" y="15968"/>
                  <a:pt x="1707" y="15968"/>
                </a:cubicBezTo>
                <a:cubicBezTo>
                  <a:pt x="1707" y="15445"/>
                  <a:pt x="2194" y="14400"/>
                  <a:pt x="3023" y="14400"/>
                </a:cubicBezTo>
                <a:cubicBezTo>
                  <a:pt x="18577" y="14400"/>
                  <a:pt x="18577" y="14400"/>
                  <a:pt x="18577" y="14400"/>
                </a:cubicBezTo>
                <a:cubicBezTo>
                  <a:pt x="19455" y="14400"/>
                  <a:pt x="19893" y="15445"/>
                  <a:pt x="19455" y="1596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7" name="Shape 7497"/>
          <p:cNvSpPr/>
          <p:nvPr/>
        </p:nvSpPr>
        <p:spPr>
          <a:xfrm>
            <a:off x="11962734" y="9518646"/>
            <a:ext cx="515104" cy="524668"/>
          </a:xfrm>
          <a:custGeom>
            <a:avLst/>
            <a:gdLst/>
            <a:ahLst/>
            <a:cxnLst>
              <a:cxn ang="0">
                <a:pos x="wd2" y="hd2"/>
              </a:cxn>
              <a:cxn ang="5400000">
                <a:pos x="wd2" y="hd2"/>
              </a:cxn>
              <a:cxn ang="10800000">
                <a:pos x="wd2" y="hd2"/>
              </a:cxn>
              <a:cxn ang="16200000">
                <a:pos x="wd2" y="hd2"/>
              </a:cxn>
            </a:cxnLst>
            <a:rect l="0" t="0" r="r" b="b"/>
            <a:pathLst>
              <a:path w="20525" h="20507" fill="norm" stroke="1" extrusionOk="0">
                <a:moveTo>
                  <a:pt x="12855" y="13320"/>
                </a:moveTo>
                <a:cubicBezTo>
                  <a:pt x="12855" y="13320"/>
                  <a:pt x="21284" y="7135"/>
                  <a:pt x="20470" y="435"/>
                </a:cubicBezTo>
                <a:lnTo>
                  <a:pt x="20470" y="60"/>
                </a:lnTo>
                <a:cubicBezTo>
                  <a:pt x="20039" y="60"/>
                  <a:pt x="20039" y="60"/>
                  <a:pt x="20039" y="60"/>
                </a:cubicBezTo>
                <a:cubicBezTo>
                  <a:pt x="13286" y="-783"/>
                  <a:pt x="7299" y="7557"/>
                  <a:pt x="7299" y="7557"/>
                </a:cubicBezTo>
                <a:cubicBezTo>
                  <a:pt x="2222" y="6667"/>
                  <a:pt x="2653" y="7932"/>
                  <a:pt x="115" y="13320"/>
                </a:cubicBezTo>
                <a:cubicBezTo>
                  <a:pt x="-316" y="14585"/>
                  <a:pt x="546" y="14585"/>
                  <a:pt x="1360" y="14585"/>
                </a:cubicBezTo>
                <a:cubicBezTo>
                  <a:pt x="2222" y="14164"/>
                  <a:pt x="3899" y="13742"/>
                  <a:pt x="3899" y="13742"/>
                </a:cubicBezTo>
                <a:cubicBezTo>
                  <a:pt x="6916" y="16647"/>
                  <a:pt x="6916" y="16647"/>
                  <a:pt x="6916" y="16647"/>
                </a:cubicBezTo>
                <a:cubicBezTo>
                  <a:pt x="6916" y="16647"/>
                  <a:pt x="6437" y="18287"/>
                  <a:pt x="6054" y="19130"/>
                </a:cubicBezTo>
                <a:cubicBezTo>
                  <a:pt x="5623" y="19974"/>
                  <a:pt x="6054" y="20817"/>
                  <a:pt x="6916" y="20395"/>
                </a:cubicBezTo>
                <a:cubicBezTo>
                  <a:pt x="12424" y="17865"/>
                  <a:pt x="13669" y="18287"/>
                  <a:pt x="12855" y="13320"/>
                </a:cubicBezTo>
                <a:close/>
                <a:moveTo>
                  <a:pt x="14100" y="6245"/>
                </a:moveTo>
                <a:cubicBezTo>
                  <a:pt x="13286" y="5449"/>
                  <a:pt x="13286" y="4605"/>
                  <a:pt x="14100" y="3762"/>
                </a:cubicBezTo>
                <a:cubicBezTo>
                  <a:pt x="14962" y="2965"/>
                  <a:pt x="16207" y="2965"/>
                  <a:pt x="16638" y="3762"/>
                </a:cubicBezTo>
                <a:cubicBezTo>
                  <a:pt x="17500" y="4605"/>
                  <a:pt x="17500" y="5449"/>
                  <a:pt x="16638" y="6245"/>
                </a:cubicBezTo>
                <a:cubicBezTo>
                  <a:pt x="16207" y="7135"/>
                  <a:pt x="14962" y="7135"/>
                  <a:pt x="14100" y="6245"/>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8" name="Shape 7498"/>
          <p:cNvSpPr/>
          <p:nvPr/>
        </p:nvSpPr>
        <p:spPr>
          <a:xfrm>
            <a:off x="13118704" y="9507989"/>
            <a:ext cx="576566" cy="559930"/>
          </a:xfrm>
          <a:custGeom>
            <a:avLst/>
            <a:gdLst/>
            <a:ahLst/>
            <a:cxnLst>
              <a:cxn ang="0">
                <a:pos x="wd2" y="hd2"/>
              </a:cxn>
              <a:cxn ang="5400000">
                <a:pos x="wd2" y="hd2"/>
              </a:cxn>
              <a:cxn ang="10800000">
                <a:pos x="wd2" y="hd2"/>
              </a:cxn>
              <a:cxn ang="16200000">
                <a:pos x="wd2" y="hd2"/>
              </a:cxn>
            </a:cxnLst>
            <a:rect l="0" t="0" r="r" b="b"/>
            <a:pathLst>
              <a:path w="20220" h="20333" fill="norm" stroke="1" extrusionOk="0">
                <a:moveTo>
                  <a:pt x="2643" y="13922"/>
                </a:moveTo>
                <a:cubicBezTo>
                  <a:pt x="1172" y="15443"/>
                  <a:pt x="2307" y="17356"/>
                  <a:pt x="79" y="19703"/>
                </a:cubicBezTo>
                <a:cubicBezTo>
                  <a:pt x="-677" y="20876"/>
                  <a:pt x="4198" y="20441"/>
                  <a:pt x="6425" y="18138"/>
                </a:cubicBezTo>
                <a:cubicBezTo>
                  <a:pt x="7518" y="16965"/>
                  <a:pt x="7139" y="15443"/>
                  <a:pt x="6047" y="14313"/>
                </a:cubicBezTo>
                <a:cubicBezTo>
                  <a:pt x="4870" y="13140"/>
                  <a:pt x="3399" y="13140"/>
                  <a:pt x="2643" y="13922"/>
                </a:cubicBezTo>
                <a:close/>
                <a:moveTo>
                  <a:pt x="20167" y="58"/>
                </a:moveTo>
                <a:cubicBezTo>
                  <a:pt x="19452" y="-724"/>
                  <a:pt x="10123" y="6577"/>
                  <a:pt x="7518" y="9315"/>
                </a:cubicBezTo>
                <a:cubicBezTo>
                  <a:pt x="6425" y="10837"/>
                  <a:pt x="6047" y="11619"/>
                  <a:pt x="5248" y="12010"/>
                </a:cubicBezTo>
                <a:cubicBezTo>
                  <a:pt x="5248" y="12358"/>
                  <a:pt x="5627" y="12358"/>
                  <a:pt x="5627" y="12358"/>
                </a:cubicBezTo>
                <a:cubicBezTo>
                  <a:pt x="6047" y="12749"/>
                  <a:pt x="6425" y="12749"/>
                  <a:pt x="7139" y="13531"/>
                </a:cubicBezTo>
                <a:cubicBezTo>
                  <a:pt x="7518" y="13922"/>
                  <a:pt x="7896" y="14313"/>
                  <a:pt x="7896" y="14661"/>
                </a:cubicBezTo>
                <a:cubicBezTo>
                  <a:pt x="7896" y="15052"/>
                  <a:pt x="8274" y="15052"/>
                  <a:pt x="8274" y="15052"/>
                </a:cubicBezTo>
                <a:cubicBezTo>
                  <a:pt x="8988" y="14661"/>
                  <a:pt x="9745" y="13922"/>
                  <a:pt x="10879" y="12749"/>
                </a:cubicBezTo>
                <a:cubicBezTo>
                  <a:pt x="13443" y="10054"/>
                  <a:pt x="20923" y="797"/>
                  <a:pt x="20167" y="5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499" name="Shape 7499"/>
          <p:cNvSpPr/>
          <p:nvPr/>
        </p:nvSpPr>
        <p:spPr>
          <a:xfrm>
            <a:off x="15491296" y="9519700"/>
            <a:ext cx="578942" cy="536972"/>
          </a:xfrm>
          <a:custGeom>
            <a:avLst/>
            <a:gdLst/>
            <a:ahLst/>
            <a:cxnLst>
              <a:cxn ang="0">
                <a:pos x="wd2" y="hd2"/>
              </a:cxn>
              <a:cxn ang="5400000">
                <a:pos x="wd2" y="hd2"/>
              </a:cxn>
              <a:cxn ang="10800000">
                <a:pos x="wd2" y="hd2"/>
              </a:cxn>
              <a:cxn ang="16200000">
                <a:pos x="wd2" y="hd2"/>
              </a:cxn>
            </a:cxnLst>
            <a:rect l="0" t="0" r="r" b="b"/>
            <a:pathLst>
              <a:path w="21023" h="21396" fill="norm" stroke="1" extrusionOk="0">
                <a:moveTo>
                  <a:pt x="10473" y="13123"/>
                </a:moveTo>
                <a:cubicBezTo>
                  <a:pt x="13173" y="13123"/>
                  <a:pt x="15133" y="12309"/>
                  <a:pt x="15525" y="11016"/>
                </a:cubicBezTo>
                <a:cubicBezTo>
                  <a:pt x="15133" y="9770"/>
                  <a:pt x="14741" y="8477"/>
                  <a:pt x="14393" y="7232"/>
                </a:cubicBezTo>
                <a:cubicBezTo>
                  <a:pt x="14001" y="8046"/>
                  <a:pt x="12433" y="8908"/>
                  <a:pt x="10473" y="8908"/>
                </a:cubicBezTo>
                <a:cubicBezTo>
                  <a:pt x="8557" y="8908"/>
                  <a:pt x="7033" y="8046"/>
                  <a:pt x="7033" y="7232"/>
                </a:cubicBezTo>
                <a:cubicBezTo>
                  <a:pt x="6249" y="8477"/>
                  <a:pt x="5857" y="9770"/>
                  <a:pt x="5509" y="11016"/>
                </a:cubicBezTo>
                <a:cubicBezTo>
                  <a:pt x="5857" y="12309"/>
                  <a:pt x="7817" y="13123"/>
                  <a:pt x="10473" y="13123"/>
                </a:cubicBezTo>
                <a:close/>
                <a:moveTo>
                  <a:pt x="10473" y="5077"/>
                </a:moveTo>
                <a:cubicBezTo>
                  <a:pt x="11649" y="5077"/>
                  <a:pt x="12782" y="4646"/>
                  <a:pt x="13173" y="4215"/>
                </a:cubicBezTo>
                <a:cubicBezTo>
                  <a:pt x="12782" y="2969"/>
                  <a:pt x="12433" y="1676"/>
                  <a:pt x="12085" y="814"/>
                </a:cubicBezTo>
                <a:cubicBezTo>
                  <a:pt x="12085" y="383"/>
                  <a:pt x="11257" y="0"/>
                  <a:pt x="10473" y="0"/>
                </a:cubicBezTo>
                <a:cubicBezTo>
                  <a:pt x="9733" y="0"/>
                  <a:pt x="8949" y="383"/>
                  <a:pt x="8949" y="814"/>
                </a:cubicBezTo>
                <a:cubicBezTo>
                  <a:pt x="8557" y="1676"/>
                  <a:pt x="8165" y="2969"/>
                  <a:pt x="7817" y="4215"/>
                </a:cubicBezTo>
                <a:cubicBezTo>
                  <a:pt x="8165" y="4646"/>
                  <a:pt x="9341" y="5077"/>
                  <a:pt x="10473" y="5077"/>
                </a:cubicBezTo>
                <a:close/>
                <a:moveTo>
                  <a:pt x="20141" y="14416"/>
                </a:moveTo>
                <a:cubicBezTo>
                  <a:pt x="15917" y="12740"/>
                  <a:pt x="15917" y="12740"/>
                  <a:pt x="15917" y="12740"/>
                </a:cubicBezTo>
                <a:cubicBezTo>
                  <a:pt x="16309" y="13985"/>
                  <a:pt x="16309" y="13985"/>
                  <a:pt x="16309" y="13985"/>
                </a:cubicBezTo>
                <a:cubicBezTo>
                  <a:pt x="16309" y="15661"/>
                  <a:pt x="13609" y="16523"/>
                  <a:pt x="10473" y="16523"/>
                </a:cubicBezTo>
                <a:cubicBezTo>
                  <a:pt x="7425" y="16523"/>
                  <a:pt x="4725" y="15661"/>
                  <a:pt x="4725" y="13985"/>
                </a:cubicBezTo>
                <a:cubicBezTo>
                  <a:pt x="5117" y="12740"/>
                  <a:pt x="5117" y="12740"/>
                  <a:pt x="5117" y="12740"/>
                </a:cubicBezTo>
                <a:cubicBezTo>
                  <a:pt x="849" y="14416"/>
                  <a:pt x="849" y="14416"/>
                  <a:pt x="849" y="14416"/>
                </a:cubicBezTo>
                <a:cubicBezTo>
                  <a:pt x="-283" y="14847"/>
                  <a:pt x="-283" y="15661"/>
                  <a:pt x="849" y="16523"/>
                </a:cubicBezTo>
                <a:cubicBezTo>
                  <a:pt x="8557" y="20786"/>
                  <a:pt x="8557" y="20786"/>
                  <a:pt x="8557" y="20786"/>
                </a:cubicBezTo>
                <a:cubicBezTo>
                  <a:pt x="9733" y="21600"/>
                  <a:pt x="11257" y="21600"/>
                  <a:pt x="12433" y="20786"/>
                </a:cubicBezTo>
                <a:cubicBezTo>
                  <a:pt x="20141" y="16523"/>
                  <a:pt x="20141" y="16523"/>
                  <a:pt x="20141" y="16523"/>
                </a:cubicBezTo>
                <a:cubicBezTo>
                  <a:pt x="21317" y="15661"/>
                  <a:pt x="21317" y="14847"/>
                  <a:pt x="20141" y="1441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0" name="Shape 7500"/>
          <p:cNvSpPr/>
          <p:nvPr/>
        </p:nvSpPr>
        <p:spPr>
          <a:xfrm>
            <a:off x="14296719" y="4804216"/>
            <a:ext cx="594829" cy="4787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0" y="10611"/>
                </a:moveTo>
                <a:cubicBezTo>
                  <a:pt x="7360" y="12992"/>
                  <a:pt x="8884" y="14887"/>
                  <a:pt x="10800" y="14887"/>
                </a:cubicBezTo>
                <a:cubicBezTo>
                  <a:pt x="12716" y="14887"/>
                  <a:pt x="14284" y="12992"/>
                  <a:pt x="14284" y="10611"/>
                </a:cubicBezTo>
                <a:cubicBezTo>
                  <a:pt x="14284" y="8174"/>
                  <a:pt x="12716" y="6280"/>
                  <a:pt x="10800" y="6280"/>
                </a:cubicBezTo>
                <a:cubicBezTo>
                  <a:pt x="8884" y="6280"/>
                  <a:pt x="7360" y="8174"/>
                  <a:pt x="7360" y="10611"/>
                </a:cubicBezTo>
                <a:close/>
                <a:moveTo>
                  <a:pt x="5052" y="9149"/>
                </a:moveTo>
                <a:cubicBezTo>
                  <a:pt x="5400" y="5792"/>
                  <a:pt x="8100" y="3411"/>
                  <a:pt x="10800" y="3411"/>
                </a:cubicBezTo>
                <a:cubicBezTo>
                  <a:pt x="12368" y="3411"/>
                  <a:pt x="13892" y="3844"/>
                  <a:pt x="15024" y="5305"/>
                </a:cubicBezTo>
                <a:cubicBezTo>
                  <a:pt x="15416" y="5792"/>
                  <a:pt x="16592" y="5792"/>
                  <a:pt x="16984" y="5305"/>
                </a:cubicBezTo>
                <a:cubicBezTo>
                  <a:pt x="17376" y="4818"/>
                  <a:pt x="17376" y="3844"/>
                  <a:pt x="16984" y="2923"/>
                </a:cubicBezTo>
                <a:cubicBezTo>
                  <a:pt x="15416" y="974"/>
                  <a:pt x="13108" y="0"/>
                  <a:pt x="10800" y="0"/>
                </a:cubicBezTo>
                <a:cubicBezTo>
                  <a:pt x="6968" y="0"/>
                  <a:pt x="3484" y="2923"/>
                  <a:pt x="2700" y="7741"/>
                </a:cubicBezTo>
                <a:cubicBezTo>
                  <a:pt x="0" y="7741"/>
                  <a:pt x="0" y="7741"/>
                  <a:pt x="0" y="7741"/>
                </a:cubicBezTo>
                <a:cubicBezTo>
                  <a:pt x="0" y="10611"/>
                  <a:pt x="0" y="10611"/>
                  <a:pt x="0" y="10611"/>
                </a:cubicBezTo>
                <a:cubicBezTo>
                  <a:pt x="3484" y="10611"/>
                  <a:pt x="3484" y="10611"/>
                  <a:pt x="3484" y="10611"/>
                </a:cubicBezTo>
                <a:cubicBezTo>
                  <a:pt x="4660" y="10611"/>
                  <a:pt x="4660" y="9636"/>
                  <a:pt x="5052" y="9149"/>
                </a:cubicBezTo>
                <a:close/>
                <a:moveTo>
                  <a:pt x="18116" y="10611"/>
                </a:moveTo>
                <a:cubicBezTo>
                  <a:pt x="16984" y="10611"/>
                  <a:pt x="16984" y="12018"/>
                  <a:pt x="16592" y="12505"/>
                </a:cubicBezTo>
                <a:cubicBezTo>
                  <a:pt x="16200" y="15862"/>
                  <a:pt x="13892" y="18244"/>
                  <a:pt x="10800" y="18244"/>
                </a:cubicBezTo>
                <a:cubicBezTo>
                  <a:pt x="9276" y="18244"/>
                  <a:pt x="7708" y="17269"/>
                  <a:pt x="6576" y="15862"/>
                </a:cubicBezTo>
                <a:cubicBezTo>
                  <a:pt x="6184" y="15374"/>
                  <a:pt x="5052" y="15374"/>
                  <a:pt x="4660" y="15862"/>
                </a:cubicBezTo>
                <a:cubicBezTo>
                  <a:pt x="4224" y="16782"/>
                  <a:pt x="4224" y="17756"/>
                  <a:pt x="4660" y="18244"/>
                </a:cubicBezTo>
                <a:cubicBezTo>
                  <a:pt x="6184" y="20192"/>
                  <a:pt x="8492" y="21600"/>
                  <a:pt x="10800" y="21600"/>
                </a:cubicBezTo>
                <a:cubicBezTo>
                  <a:pt x="14676" y="21600"/>
                  <a:pt x="18116" y="18244"/>
                  <a:pt x="18944" y="13913"/>
                </a:cubicBezTo>
                <a:cubicBezTo>
                  <a:pt x="21600" y="13913"/>
                  <a:pt x="21600" y="13913"/>
                  <a:pt x="21600" y="13913"/>
                </a:cubicBezTo>
                <a:cubicBezTo>
                  <a:pt x="21600" y="10611"/>
                  <a:pt x="21600" y="10611"/>
                  <a:pt x="21600" y="10611"/>
                </a:cubicBezTo>
                <a:lnTo>
                  <a:pt x="18116" y="1061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1" name="Shape 7501"/>
          <p:cNvSpPr/>
          <p:nvPr/>
        </p:nvSpPr>
        <p:spPr>
          <a:xfrm>
            <a:off x="10831311" y="9540798"/>
            <a:ext cx="399681" cy="4893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3986" y="0"/>
                  <a:pt x="0" y="1906"/>
                  <a:pt x="0" y="3282"/>
                </a:cubicBezTo>
                <a:cubicBezTo>
                  <a:pt x="2250" y="19218"/>
                  <a:pt x="2250" y="19218"/>
                  <a:pt x="2250" y="19218"/>
                </a:cubicBezTo>
                <a:cubicBezTo>
                  <a:pt x="2250" y="19694"/>
                  <a:pt x="5657" y="21600"/>
                  <a:pt x="10800" y="21600"/>
                </a:cubicBezTo>
                <a:cubicBezTo>
                  <a:pt x="15943" y="21600"/>
                  <a:pt x="19350" y="19694"/>
                  <a:pt x="19350" y="19218"/>
                </a:cubicBezTo>
                <a:cubicBezTo>
                  <a:pt x="21600" y="3282"/>
                  <a:pt x="21600" y="3282"/>
                  <a:pt x="21600" y="3282"/>
                </a:cubicBezTo>
                <a:cubicBezTo>
                  <a:pt x="21600" y="1906"/>
                  <a:pt x="17614" y="0"/>
                  <a:pt x="10800" y="0"/>
                </a:cubicBezTo>
                <a:close/>
                <a:moveTo>
                  <a:pt x="10800" y="5665"/>
                </a:moveTo>
                <a:cubicBezTo>
                  <a:pt x="5657" y="5665"/>
                  <a:pt x="2250" y="4235"/>
                  <a:pt x="2250" y="3759"/>
                </a:cubicBezTo>
                <a:cubicBezTo>
                  <a:pt x="2250" y="3282"/>
                  <a:pt x="5657" y="1906"/>
                  <a:pt x="10800" y="1906"/>
                </a:cubicBezTo>
                <a:cubicBezTo>
                  <a:pt x="15943" y="1906"/>
                  <a:pt x="19350" y="3282"/>
                  <a:pt x="19350" y="3759"/>
                </a:cubicBezTo>
                <a:cubicBezTo>
                  <a:pt x="19350" y="4235"/>
                  <a:pt x="15943" y="5665"/>
                  <a:pt x="10800" y="5665"/>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2" name="Shape 7502"/>
          <p:cNvSpPr/>
          <p:nvPr/>
        </p:nvSpPr>
        <p:spPr>
          <a:xfrm>
            <a:off x="22559765" y="8356779"/>
            <a:ext cx="594829" cy="567418"/>
          </a:xfrm>
          <a:custGeom>
            <a:avLst/>
            <a:gdLst/>
            <a:ahLst/>
            <a:cxnLst>
              <a:cxn ang="0">
                <a:pos x="wd2" y="hd2"/>
              </a:cxn>
              <a:cxn ang="5400000">
                <a:pos x="wd2" y="hd2"/>
              </a:cxn>
              <a:cxn ang="10800000">
                <a:pos x="wd2" y="hd2"/>
              </a:cxn>
              <a:cxn ang="16200000">
                <a:pos x="wd2" y="hd2"/>
              </a:cxn>
            </a:cxnLst>
            <a:rect l="0" t="0" r="r" b="b"/>
            <a:pathLst>
              <a:path w="21600" h="21362" fill="norm" stroke="1" extrusionOk="0">
                <a:moveTo>
                  <a:pt x="18508" y="6977"/>
                </a:moveTo>
                <a:cubicBezTo>
                  <a:pt x="16200" y="574"/>
                  <a:pt x="16200" y="574"/>
                  <a:pt x="16200" y="574"/>
                </a:cubicBezTo>
                <a:cubicBezTo>
                  <a:pt x="16200" y="168"/>
                  <a:pt x="15416" y="-238"/>
                  <a:pt x="15068" y="168"/>
                </a:cubicBezTo>
                <a:cubicBezTo>
                  <a:pt x="392" y="5805"/>
                  <a:pt x="392" y="5805"/>
                  <a:pt x="392" y="5805"/>
                </a:cubicBezTo>
                <a:cubicBezTo>
                  <a:pt x="0" y="5805"/>
                  <a:pt x="0" y="6210"/>
                  <a:pt x="0" y="6977"/>
                </a:cubicBezTo>
                <a:cubicBezTo>
                  <a:pt x="2308" y="13380"/>
                  <a:pt x="2308" y="13380"/>
                  <a:pt x="2308" y="13380"/>
                </a:cubicBezTo>
                <a:cubicBezTo>
                  <a:pt x="2308" y="9773"/>
                  <a:pt x="2308" y="9773"/>
                  <a:pt x="2308" y="9773"/>
                </a:cubicBezTo>
                <a:cubicBezTo>
                  <a:pt x="2308" y="8195"/>
                  <a:pt x="3484" y="6977"/>
                  <a:pt x="5008" y="6977"/>
                </a:cubicBezTo>
                <a:cubicBezTo>
                  <a:pt x="8840" y="6977"/>
                  <a:pt x="8840" y="6977"/>
                  <a:pt x="8840" y="6977"/>
                </a:cubicBezTo>
                <a:cubicBezTo>
                  <a:pt x="13456" y="3775"/>
                  <a:pt x="13456" y="3775"/>
                  <a:pt x="13456" y="3775"/>
                </a:cubicBezTo>
                <a:cubicBezTo>
                  <a:pt x="16200" y="6977"/>
                  <a:pt x="16200" y="6977"/>
                  <a:pt x="16200" y="6977"/>
                </a:cubicBezTo>
                <a:lnTo>
                  <a:pt x="18508" y="6977"/>
                </a:lnTo>
                <a:close/>
                <a:moveTo>
                  <a:pt x="20816" y="8961"/>
                </a:moveTo>
                <a:cubicBezTo>
                  <a:pt x="5008" y="8961"/>
                  <a:pt x="5008" y="8961"/>
                  <a:pt x="5008" y="8961"/>
                </a:cubicBezTo>
                <a:cubicBezTo>
                  <a:pt x="4616" y="8961"/>
                  <a:pt x="4224" y="9367"/>
                  <a:pt x="4224" y="9773"/>
                </a:cubicBezTo>
                <a:cubicBezTo>
                  <a:pt x="4224" y="20595"/>
                  <a:pt x="4224" y="20595"/>
                  <a:pt x="4224" y="20595"/>
                </a:cubicBezTo>
                <a:cubicBezTo>
                  <a:pt x="4224" y="20956"/>
                  <a:pt x="4616" y="21362"/>
                  <a:pt x="5008" y="21362"/>
                </a:cubicBezTo>
                <a:cubicBezTo>
                  <a:pt x="20816" y="21362"/>
                  <a:pt x="20816" y="21362"/>
                  <a:pt x="20816" y="21362"/>
                </a:cubicBezTo>
                <a:cubicBezTo>
                  <a:pt x="21208" y="21362"/>
                  <a:pt x="21600" y="20956"/>
                  <a:pt x="21600" y="20595"/>
                </a:cubicBezTo>
                <a:cubicBezTo>
                  <a:pt x="21600" y="9773"/>
                  <a:pt x="21600" y="9773"/>
                  <a:pt x="21600" y="9773"/>
                </a:cubicBezTo>
                <a:cubicBezTo>
                  <a:pt x="21600" y="9367"/>
                  <a:pt x="21208" y="8961"/>
                  <a:pt x="20816" y="8961"/>
                </a:cubicBezTo>
                <a:close/>
                <a:moveTo>
                  <a:pt x="19684" y="18972"/>
                </a:moveTo>
                <a:cubicBezTo>
                  <a:pt x="6532" y="18972"/>
                  <a:pt x="6532" y="18972"/>
                  <a:pt x="6532" y="18972"/>
                </a:cubicBezTo>
                <a:cubicBezTo>
                  <a:pt x="6532" y="17394"/>
                  <a:pt x="6532" y="17394"/>
                  <a:pt x="6532" y="17394"/>
                </a:cubicBezTo>
                <a:cubicBezTo>
                  <a:pt x="8492" y="12163"/>
                  <a:pt x="8492" y="12163"/>
                  <a:pt x="8492" y="12163"/>
                </a:cubicBezTo>
                <a:cubicBezTo>
                  <a:pt x="11540" y="16176"/>
                  <a:pt x="11540" y="16176"/>
                  <a:pt x="11540" y="16176"/>
                </a:cubicBezTo>
                <a:cubicBezTo>
                  <a:pt x="14284" y="13380"/>
                  <a:pt x="14284" y="13380"/>
                  <a:pt x="14284" y="13380"/>
                </a:cubicBezTo>
                <a:cubicBezTo>
                  <a:pt x="18116" y="11757"/>
                  <a:pt x="18116" y="11757"/>
                  <a:pt x="18116" y="11757"/>
                </a:cubicBezTo>
                <a:cubicBezTo>
                  <a:pt x="19684" y="15410"/>
                  <a:pt x="19684" y="15410"/>
                  <a:pt x="19684" y="15410"/>
                </a:cubicBezTo>
                <a:lnTo>
                  <a:pt x="19684" y="1897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3" name="Shape 7503"/>
          <p:cNvSpPr/>
          <p:nvPr/>
        </p:nvSpPr>
        <p:spPr>
          <a:xfrm>
            <a:off x="19083807" y="8371561"/>
            <a:ext cx="426044" cy="542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75" y="0"/>
                </a:moveTo>
                <a:cubicBezTo>
                  <a:pt x="3225" y="0"/>
                  <a:pt x="3225" y="0"/>
                  <a:pt x="3225" y="0"/>
                </a:cubicBezTo>
                <a:cubicBezTo>
                  <a:pt x="1643" y="0"/>
                  <a:pt x="0" y="1290"/>
                  <a:pt x="0" y="2581"/>
                </a:cubicBezTo>
                <a:cubicBezTo>
                  <a:pt x="0" y="19067"/>
                  <a:pt x="0" y="19067"/>
                  <a:pt x="0" y="19067"/>
                </a:cubicBezTo>
                <a:cubicBezTo>
                  <a:pt x="0" y="20358"/>
                  <a:pt x="1643" y="21600"/>
                  <a:pt x="3225" y="21600"/>
                </a:cubicBezTo>
                <a:cubicBezTo>
                  <a:pt x="18375" y="21600"/>
                  <a:pt x="18375" y="21600"/>
                  <a:pt x="18375" y="21600"/>
                </a:cubicBezTo>
                <a:cubicBezTo>
                  <a:pt x="19957" y="21600"/>
                  <a:pt x="21600" y="20358"/>
                  <a:pt x="21600" y="19067"/>
                </a:cubicBezTo>
                <a:cubicBezTo>
                  <a:pt x="21600" y="2581"/>
                  <a:pt x="21600" y="2581"/>
                  <a:pt x="21600" y="2581"/>
                </a:cubicBezTo>
                <a:cubicBezTo>
                  <a:pt x="21600" y="1290"/>
                  <a:pt x="19957" y="0"/>
                  <a:pt x="18375" y="0"/>
                </a:cubicBezTo>
                <a:close/>
                <a:moveTo>
                  <a:pt x="18375" y="19067"/>
                </a:moveTo>
                <a:cubicBezTo>
                  <a:pt x="3225" y="19067"/>
                  <a:pt x="3225" y="19067"/>
                  <a:pt x="3225" y="19067"/>
                </a:cubicBezTo>
                <a:cubicBezTo>
                  <a:pt x="3225" y="2581"/>
                  <a:pt x="3225" y="2581"/>
                  <a:pt x="3225" y="2581"/>
                </a:cubicBezTo>
                <a:cubicBezTo>
                  <a:pt x="18375" y="2581"/>
                  <a:pt x="18375" y="2581"/>
                  <a:pt x="18375" y="2581"/>
                </a:cubicBezTo>
                <a:lnTo>
                  <a:pt x="18375" y="19067"/>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4" name="Shape 7504"/>
          <p:cNvSpPr/>
          <p:nvPr/>
        </p:nvSpPr>
        <p:spPr>
          <a:xfrm>
            <a:off x="21372979" y="8434858"/>
            <a:ext cx="594835" cy="4102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755"/>
                </a:moveTo>
                <a:cubicBezTo>
                  <a:pt x="0" y="18282"/>
                  <a:pt x="0" y="18282"/>
                  <a:pt x="0" y="18282"/>
                </a:cubicBezTo>
                <a:cubicBezTo>
                  <a:pt x="0" y="19972"/>
                  <a:pt x="782" y="21600"/>
                  <a:pt x="2303" y="21600"/>
                </a:cubicBezTo>
                <a:cubicBezTo>
                  <a:pt x="19297" y="21600"/>
                  <a:pt x="19297" y="21600"/>
                  <a:pt x="19297" y="21600"/>
                </a:cubicBezTo>
                <a:cubicBezTo>
                  <a:pt x="20427" y="21600"/>
                  <a:pt x="21600" y="19972"/>
                  <a:pt x="21600" y="18282"/>
                </a:cubicBezTo>
                <a:cubicBezTo>
                  <a:pt x="21600" y="2755"/>
                  <a:pt x="21600" y="2755"/>
                  <a:pt x="21600" y="2755"/>
                </a:cubicBezTo>
                <a:cubicBezTo>
                  <a:pt x="21600" y="1064"/>
                  <a:pt x="20427" y="0"/>
                  <a:pt x="19297" y="0"/>
                </a:cubicBezTo>
                <a:cubicBezTo>
                  <a:pt x="2303" y="0"/>
                  <a:pt x="2303" y="0"/>
                  <a:pt x="2303" y="0"/>
                </a:cubicBezTo>
                <a:cubicBezTo>
                  <a:pt x="782" y="0"/>
                  <a:pt x="0" y="1064"/>
                  <a:pt x="0" y="2755"/>
                </a:cubicBezTo>
                <a:close/>
                <a:moveTo>
                  <a:pt x="19297" y="2755"/>
                </a:moveTo>
                <a:cubicBezTo>
                  <a:pt x="19297" y="18282"/>
                  <a:pt x="19297" y="18282"/>
                  <a:pt x="19297" y="18282"/>
                </a:cubicBezTo>
                <a:cubicBezTo>
                  <a:pt x="2303" y="18282"/>
                  <a:pt x="2303" y="18282"/>
                  <a:pt x="2303" y="18282"/>
                </a:cubicBezTo>
                <a:cubicBezTo>
                  <a:pt x="2303" y="2755"/>
                  <a:pt x="2303" y="2755"/>
                  <a:pt x="2303" y="2755"/>
                </a:cubicBezTo>
                <a:lnTo>
                  <a:pt x="19297" y="275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5" name="Shape 7505"/>
          <p:cNvSpPr/>
          <p:nvPr/>
        </p:nvSpPr>
        <p:spPr>
          <a:xfrm>
            <a:off x="20186197" y="8339914"/>
            <a:ext cx="594829" cy="599059"/>
          </a:xfrm>
          <a:custGeom>
            <a:avLst/>
            <a:gdLst/>
            <a:ahLst/>
            <a:cxnLst>
              <a:cxn ang="0">
                <a:pos x="wd2" y="hd2"/>
              </a:cxn>
              <a:cxn ang="5400000">
                <a:pos x="wd2" y="hd2"/>
              </a:cxn>
              <a:cxn ang="10800000">
                <a:pos x="wd2" y="hd2"/>
              </a:cxn>
              <a:cxn ang="16200000">
                <a:pos x="wd2" y="hd2"/>
              </a:cxn>
            </a:cxnLst>
            <a:rect l="0" t="0" r="r" b="b"/>
            <a:pathLst>
              <a:path w="21600" h="21375" fill="norm" stroke="1" extrusionOk="0">
                <a:moveTo>
                  <a:pt x="20860" y="7956"/>
                </a:moveTo>
                <a:cubicBezTo>
                  <a:pt x="12716" y="6074"/>
                  <a:pt x="12716" y="6074"/>
                  <a:pt x="12716" y="6074"/>
                </a:cubicBezTo>
                <a:cubicBezTo>
                  <a:pt x="11584" y="727"/>
                  <a:pt x="11584" y="727"/>
                  <a:pt x="11584" y="727"/>
                </a:cubicBezTo>
                <a:cubicBezTo>
                  <a:pt x="11192" y="342"/>
                  <a:pt x="10800" y="0"/>
                  <a:pt x="10408" y="0"/>
                </a:cubicBezTo>
                <a:cubicBezTo>
                  <a:pt x="740" y="2609"/>
                  <a:pt x="740" y="2609"/>
                  <a:pt x="740" y="2609"/>
                </a:cubicBezTo>
                <a:cubicBezTo>
                  <a:pt x="0" y="3037"/>
                  <a:pt x="0" y="3422"/>
                  <a:pt x="0" y="3807"/>
                </a:cubicBezTo>
                <a:cubicBezTo>
                  <a:pt x="3440" y="16681"/>
                  <a:pt x="3440" y="16681"/>
                  <a:pt x="3440" y="16681"/>
                </a:cubicBezTo>
                <a:cubicBezTo>
                  <a:pt x="3440" y="17066"/>
                  <a:pt x="4224" y="17066"/>
                  <a:pt x="4660" y="17066"/>
                </a:cubicBezTo>
                <a:cubicBezTo>
                  <a:pt x="8492" y="15911"/>
                  <a:pt x="8492" y="15911"/>
                  <a:pt x="8492" y="15911"/>
                </a:cubicBezTo>
                <a:cubicBezTo>
                  <a:pt x="7708" y="18178"/>
                  <a:pt x="7708" y="18178"/>
                  <a:pt x="7708" y="18178"/>
                </a:cubicBezTo>
                <a:cubicBezTo>
                  <a:pt x="7708" y="18563"/>
                  <a:pt x="8100" y="18948"/>
                  <a:pt x="8492" y="18948"/>
                </a:cubicBezTo>
                <a:cubicBezTo>
                  <a:pt x="17332" y="21215"/>
                  <a:pt x="17332" y="21215"/>
                  <a:pt x="17332" y="21215"/>
                </a:cubicBezTo>
                <a:cubicBezTo>
                  <a:pt x="17724" y="21600"/>
                  <a:pt x="18116" y="21215"/>
                  <a:pt x="18552" y="20830"/>
                </a:cubicBezTo>
                <a:cubicBezTo>
                  <a:pt x="21600" y="9068"/>
                  <a:pt x="21600" y="9068"/>
                  <a:pt x="21600" y="9068"/>
                </a:cubicBezTo>
                <a:cubicBezTo>
                  <a:pt x="21600" y="8726"/>
                  <a:pt x="21252" y="7956"/>
                  <a:pt x="20860" y="7956"/>
                </a:cubicBezTo>
                <a:close/>
                <a:moveTo>
                  <a:pt x="1524" y="4149"/>
                </a:moveTo>
                <a:cubicBezTo>
                  <a:pt x="10016" y="1882"/>
                  <a:pt x="10016" y="1882"/>
                  <a:pt x="10016" y="1882"/>
                </a:cubicBezTo>
                <a:cubicBezTo>
                  <a:pt x="13500" y="13259"/>
                  <a:pt x="13500" y="13259"/>
                  <a:pt x="13500" y="13259"/>
                </a:cubicBezTo>
                <a:cubicBezTo>
                  <a:pt x="5052" y="15569"/>
                  <a:pt x="5052" y="15569"/>
                  <a:pt x="5052" y="15569"/>
                </a:cubicBezTo>
                <a:lnTo>
                  <a:pt x="1524" y="4149"/>
                </a:lnTo>
                <a:close/>
                <a:moveTo>
                  <a:pt x="16940" y="19718"/>
                </a:moveTo>
                <a:cubicBezTo>
                  <a:pt x="9668" y="17836"/>
                  <a:pt x="9668" y="17836"/>
                  <a:pt x="9668" y="17836"/>
                </a:cubicBezTo>
                <a:cubicBezTo>
                  <a:pt x="10016" y="15569"/>
                  <a:pt x="10016" y="15569"/>
                  <a:pt x="10016" y="15569"/>
                </a:cubicBezTo>
                <a:cubicBezTo>
                  <a:pt x="14284" y="14371"/>
                  <a:pt x="14284" y="14371"/>
                  <a:pt x="14284" y="14371"/>
                </a:cubicBezTo>
                <a:cubicBezTo>
                  <a:pt x="14632" y="14371"/>
                  <a:pt x="15024" y="13987"/>
                  <a:pt x="15024" y="13644"/>
                </a:cubicBezTo>
                <a:cubicBezTo>
                  <a:pt x="13500" y="7571"/>
                  <a:pt x="13500" y="7571"/>
                  <a:pt x="13500" y="7571"/>
                </a:cubicBezTo>
                <a:cubicBezTo>
                  <a:pt x="19640" y="9068"/>
                  <a:pt x="19640" y="9068"/>
                  <a:pt x="19640" y="9068"/>
                </a:cubicBezTo>
                <a:lnTo>
                  <a:pt x="16940" y="19718"/>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6" name="Shape 7506"/>
          <p:cNvSpPr/>
          <p:nvPr/>
        </p:nvSpPr>
        <p:spPr>
          <a:xfrm>
            <a:off x="22591411" y="3656077"/>
            <a:ext cx="531533" cy="473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71" y="0"/>
                </a:moveTo>
                <a:cubicBezTo>
                  <a:pt x="439" y="0"/>
                  <a:pt x="439" y="0"/>
                  <a:pt x="439" y="0"/>
                </a:cubicBezTo>
                <a:cubicBezTo>
                  <a:pt x="0" y="0"/>
                  <a:pt x="0" y="434"/>
                  <a:pt x="0" y="923"/>
                </a:cubicBezTo>
                <a:cubicBezTo>
                  <a:pt x="0" y="3799"/>
                  <a:pt x="0" y="3799"/>
                  <a:pt x="0" y="3799"/>
                </a:cubicBezTo>
                <a:cubicBezTo>
                  <a:pt x="21600" y="3799"/>
                  <a:pt x="21600" y="3799"/>
                  <a:pt x="21600" y="3799"/>
                </a:cubicBezTo>
                <a:cubicBezTo>
                  <a:pt x="21600" y="923"/>
                  <a:pt x="21600" y="923"/>
                  <a:pt x="21600" y="923"/>
                </a:cubicBezTo>
                <a:cubicBezTo>
                  <a:pt x="21600" y="434"/>
                  <a:pt x="21161" y="0"/>
                  <a:pt x="20771" y="0"/>
                </a:cubicBezTo>
                <a:close/>
                <a:moveTo>
                  <a:pt x="1316" y="19701"/>
                </a:moveTo>
                <a:cubicBezTo>
                  <a:pt x="1316" y="20623"/>
                  <a:pt x="1755" y="21600"/>
                  <a:pt x="2633" y="21600"/>
                </a:cubicBezTo>
                <a:cubicBezTo>
                  <a:pt x="18577" y="21600"/>
                  <a:pt x="18577" y="21600"/>
                  <a:pt x="18577" y="21600"/>
                </a:cubicBezTo>
                <a:cubicBezTo>
                  <a:pt x="19893" y="21600"/>
                  <a:pt x="20332" y="20623"/>
                  <a:pt x="20332" y="19701"/>
                </a:cubicBezTo>
                <a:cubicBezTo>
                  <a:pt x="20332" y="5264"/>
                  <a:pt x="20332" y="5264"/>
                  <a:pt x="20332" y="5264"/>
                </a:cubicBezTo>
                <a:cubicBezTo>
                  <a:pt x="1316" y="5264"/>
                  <a:pt x="1316" y="5264"/>
                  <a:pt x="1316" y="5264"/>
                </a:cubicBezTo>
                <a:lnTo>
                  <a:pt x="1316" y="19701"/>
                </a:lnTo>
                <a:close/>
                <a:moveTo>
                  <a:pt x="7363" y="8141"/>
                </a:moveTo>
                <a:cubicBezTo>
                  <a:pt x="14286" y="8141"/>
                  <a:pt x="14286" y="8141"/>
                  <a:pt x="14286" y="8141"/>
                </a:cubicBezTo>
                <a:cubicBezTo>
                  <a:pt x="14286" y="10529"/>
                  <a:pt x="14286" y="10529"/>
                  <a:pt x="14286" y="10529"/>
                </a:cubicBezTo>
                <a:cubicBezTo>
                  <a:pt x="7363" y="10529"/>
                  <a:pt x="7363" y="10529"/>
                  <a:pt x="7363" y="10529"/>
                </a:cubicBezTo>
                <a:lnTo>
                  <a:pt x="7363" y="814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7" name="Shape 7507"/>
          <p:cNvSpPr/>
          <p:nvPr/>
        </p:nvSpPr>
        <p:spPr>
          <a:xfrm>
            <a:off x="21404626" y="3624431"/>
            <a:ext cx="531537" cy="5315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13" y="19459"/>
                </a:moveTo>
                <a:cubicBezTo>
                  <a:pt x="3413" y="20724"/>
                  <a:pt x="4778" y="21600"/>
                  <a:pt x="6046" y="21600"/>
                </a:cubicBezTo>
                <a:cubicBezTo>
                  <a:pt x="7363" y="21600"/>
                  <a:pt x="8191" y="20724"/>
                  <a:pt x="8191" y="19459"/>
                </a:cubicBezTo>
                <a:cubicBezTo>
                  <a:pt x="8191" y="18146"/>
                  <a:pt x="7363" y="16832"/>
                  <a:pt x="6046" y="16832"/>
                </a:cubicBezTo>
                <a:cubicBezTo>
                  <a:pt x="4778" y="16832"/>
                  <a:pt x="3413" y="18146"/>
                  <a:pt x="3413" y="19459"/>
                </a:cubicBezTo>
                <a:close/>
                <a:moveTo>
                  <a:pt x="15554" y="19459"/>
                </a:moveTo>
                <a:cubicBezTo>
                  <a:pt x="15554" y="20724"/>
                  <a:pt x="16822" y="21600"/>
                  <a:pt x="18138" y="21600"/>
                </a:cubicBezTo>
                <a:cubicBezTo>
                  <a:pt x="19455" y="21600"/>
                  <a:pt x="20332" y="20724"/>
                  <a:pt x="20332" y="19459"/>
                </a:cubicBezTo>
                <a:cubicBezTo>
                  <a:pt x="20332" y="18146"/>
                  <a:pt x="19455" y="16832"/>
                  <a:pt x="18138" y="16832"/>
                </a:cubicBezTo>
                <a:cubicBezTo>
                  <a:pt x="16822" y="16832"/>
                  <a:pt x="15554" y="18146"/>
                  <a:pt x="15554" y="19459"/>
                </a:cubicBezTo>
                <a:close/>
                <a:moveTo>
                  <a:pt x="7753" y="13816"/>
                </a:moveTo>
                <a:cubicBezTo>
                  <a:pt x="21161" y="9924"/>
                  <a:pt x="21161" y="9924"/>
                  <a:pt x="21161" y="9924"/>
                </a:cubicBezTo>
                <a:cubicBezTo>
                  <a:pt x="21600" y="9924"/>
                  <a:pt x="21600" y="9486"/>
                  <a:pt x="21600" y="9097"/>
                </a:cubicBezTo>
                <a:cubicBezTo>
                  <a:pt x="21600" y="2627"/>
                  <a:pt x="21600" y="2627"/>
                  <a:pt x="21600" y="2627"/>
                </a:cubicBezTo>
                <a:cubicBezTo>
                  <a:pt x="4778" y="2627"/>
                  <a:pt x="4778" y="2627"/>
                  <a:pt x="4778" y="2627"/>
                </a:cubicBezTo>
                <a:cubicBezTo>
                  <a:pt x="4778" y="486"/>
                  <a:pt x="4778" y="486"/>
                  <a:pt x="4778" y="486"/>
                </a:cubicBezTo>
                <a:lnTo>
                  <a:pt x="4340" y="0"/>
                </a:lnTo>
                <a:cubicBezTo>
                  <a:pt x="439" y="0"/>
                  <a:pt x="439" y="0"/>
                  <a:pt x="439" y="0"/>
                </a:cubicBezTo>
                <a:cubicBezTo>
                  <a:pt x="0" y="0"/>
                  <a:pt x="0" y="486"/>
                  <a:pt x="0" y="486"/>
                </a:cubicBezTo>
                <a:cubicBezTo>
                  <a:pt x="0" y="2627"/>
                  <a:pt x="0" y="2627"/>
                  <a:pt x="0" y="2627"/>
                </a:cubicBezTo>
                <a:cubicBezTo>
                  <a:pt x="2194" y="2627"/>
                  <a:pt x="2194" y="2627"/>
                  <a:pt x="2194" y="2627"/>
                </a:cubicBezTo>
                <a:cubicBezTo>
                  <a:pt x="4778" y="13378"/>
                  <a:pt x="4778" y="13378"/>
                  <a:pt x="4778" y="13378"/>
                </a:cubicBezTo>
                <a:cubicBezTo>
                  <a:pt x="4778" y="14692"/>
                  <a:pt x="4778" y="14692"/>
                  <a:pt x="4778" y="14692"/>
                </a:cubicBezTo>
                <a:cubicBezTo>
                  <a:pt x="4778" y="16443"/>
                  <a:pt x="4778" y="16443"/>
                  <a:pt x="4778" y="16443"/>
                </a:cubicBezTo>
                <a:cubicBezTo>
                  <a:pt x="4778" y="16832"/>
                  <a:pt x="5168" y="16832"/>
                  <a:pt x="5168" y="16832"/>
                </a:cubicBezTo>
                <a:cubicBezTo>
                  <a:pt x="6046" y="16832"/>
                  <a:pt x="6046" y="16832"/>
                  <a:pt x="6046" y="16832"/>
                </a:cubicBezTo>
                <a:cubicBezTo>
                  <a:pt x="18138" y="16832"/>
                  <a:pt x="18138" y="16832"/>
                  <a:pt x="18138" y="16832"/>
                </a:cubicBezTo>
                <a:cubicBezTo>
                  <a:pt x="21161" y="16832"/>
                  <a:pt x="21161" y="16832"/>
                  <a:pt x="21161" y="16832"/>
                </a:cubicBezTo>
                <a:cubicBezTo>
                  <a:pt x="21600" y="16832"/>
                  <a:pt x="21600" y="16832"/>
                  <a:pt x="21600" y="16443"/>
                </a:cubicBezTo>
                <a:cubicBezTo>
                  <a:pt x="21600" y="14692"/>
                  <a:pt x="21600" y="14692"/>
                  <a:pt x="21600" y="14692"/>
                </a:cubicBezTo>
                <a:cubicBezTo>
                  <a:pt x="8191" y="14692"/>
                  <a:pt x="8191" y="14692"/>
                  <a:pt x="8191" y="14692"/>
                </a:cubicBezTo>
                <a:cubicBezTo>
                  <a:pt x="6485" y="14692"/>
                  <a:pt x="6485" y="13816"/>
                  <a:pt x="7753" y="1381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8" name="Shape 7508"/>
          <p:cNvSpPr/>
          <p:nvPr/>
        </p:nvSpPr>
        <p:spPr>
          <a:xfrm>
            <a:off x="20270592" y="3592783"/>
            <a:ext cx="426042" cy="5948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49" y="2352"/>
                </a:moveTo>
                <a:cubicBezTo>
                  <a:pt x="17219" y="5400"/>
                  <a:pt x="17219" y="5400"/>
                  <a:pt x="17219" y="5400"/>
                </a:cubicBezTo>
                <a:cubicBezTo>
                  <a:pt x="4320" y="5400"/>
                  <a:pt x="4320" y="5400"/>
                  <a:pt x="4320" y="5400"/>
                </a:cubicBezTo>
                <a:cubicBezTo>
                  <a:pt x="2190" y="2352"/>
                  <a:pt x="2190" y="2352"/>
                  <a:pt x="2190" y="2352"/>
                </a:cubicBezTo>
                <a:cubicBezTo>
                  <a:pt x="1034" y="2352"/>
                  <a:pt x="0" y="3092"/>
                  <a:pt x="0" y="3876"/>
                </a:cubicBezTo>
                <a:cubicBezTo>
                  <a:pt x="0" y="20076"/>
                  <a:pt x="0" y="20076"/>
                  <a:pt x="0" y="20076"/>
                </a:cubicBezTo>
                <a:cubicBezTo>
                  <a:pt x="0" y="21208"/>
                  <a:pt x="1034" y="21600"/>
                  <a:pt x="2190" y="21600"/>
                </a:cubicBezTo>
                <a:cubicBezTo>
                  <a:pt x="19349" y="21600"/>
                  <a:pt x="19349" y="21600"/>
                  <a:pt x="19349" y="21600"/>
                </a:cubicBezTo>
                <a:cubicBezTo>
                  <a:pt x="20444" y="21600"/>
                  <a:pt x="21600" y="21208"/>
                  <a:pt x="21600" y="20076"/>
                </a:cubicBezTo>
                <a:cubicBezTo>
                  <a:pt x="21600" y="3876"/>
                  <a:pt x="21600" y="3876"/>
                  <a:pt x="21600" y="3876"/>
                </a:cubicBezTo>
                <a:cubicBezTo>
                  <a:pt x="21600" y="3092"/>
                  <a:pt x="20444" y="2352"/>
                  <a:pt x="19349" y="2352"/>
                </a:cubicBezTo>
                <a:close/>
                <a:moveTo>
                  <a:pt x="16124" y="4268"/>
                </a:moveTo>
                <a:cubicBezTo>
                  <a:pt x="17767" y="2352"/>
                  <a:pt x="17767" y="2352"/>
                  <a:pt x="17767" y="2352"/>
                </a:cubicBezTo>
                <a:cubicBezTo>
                  <a:pt x="13994" y="2352"/>
                  <a:pt x="13994" y="2352"/>
                  <a:pt x="13994" y="2352"/>
                </a:cubicBezTo>
                <a:cubicBezTo>
                  <a:pt x="12899" y="0"/>
                  <a:pt x="12899" y="0"/>
                  <a:pt x="12899" y="0"/>
                </a:cubicBezTo>
                <a:cubicBezTo>
                  <a:pt x="8092" y="0"/>
                  <a:pt x="8092" y="0"/>
                  <a:pt x="8092" y="0"/>
                </a:cubicBezTo>
                <a:cubicBezTo>
                  <a:pt x="6997" y="2352"/>
                  <a:pt x="6997" y="2352"/>
                  <a:pt x="6997" y="2352"/>
                </a:cubicBezTo>
                <a:cubicBezTo>
                  <a:pt x="3712" y="2352"/>
                  <a:pt x="3712" y="2352"/>
                  <a:pt x="3712" y="2352"/>
                </a:cubicBezTo>
                <a:cubicBezTo>
                  <a:pt x="5415" y="4268"/>
                  <a:pt x="5415" y="4268"/>
                  <a:pt x="5415" y="4268"/>
                </a:cubicBezTo>
                <a:lnTo>
                  <a:pt x="16124" y="4268"/>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09" name="Shape 7509"/>
          <p:cNvSpPr/>
          <p:nvPr/>
        </p:nvSpPr>
        <p:spPr>
          <a:xfrm>
            <a:off x="15567894" y="10674833"/>
            <a:ext cx="426371" cy="594835"/>
          </a:xfrm>
          <a:custGeom>
            <a:avLst/>
            <a:gdLst/>
            <a:ahLst/>
            <a:cxnLst>
              <a:cxn ang="0">
                <a:pos x="wd2" y="hd2"/>
              </a:cxn>
              <a:cxn ang="5400000">
                <a:pos x="wd2" y="hd2"/>
              </a:cxn>
              <a:cxn ang="10800000">
                <a:pos x="wd2" y="hd2"/>
              </a:cxn>
              <a:cxn ang="16200000">
                <a:pos x="wd2" y="hd2"/>
              </a:cxn>
            </a:cxnLst>
            <a:rect l="0" t="0" r="r" b="b"/>
            <a:pathLst>
              <a:path w="21094" h="21600" fill="norm" stroke="1" extrusionOk="0">
                <a:moveTo>
                  <a:pt x="6307" y="20818"/>
                </a:moveTo>
                <a:cubicBezTo>
                  <a:pt x="7319" y="21209"/>
                  <a:pt x="8926" y="21600"/>
                  <a:pt x="10473" y="21600"/>
                </a:cubicBezTo>
                <a:cubicBezTo>
                  <a:pt x="12079" y="21600"/>
                  <a:pt x="13626" y="21209"/>
                  <a:pt x="14757" y="20818"/>
                </a:cubicBezTo>
                <a:cubicBezTo>
                  <a:pt x="14757" y="18514"/>
                  <a:pt x="14757" y="18514"/>
                  <a:pt x="14757" y="18514"/>
                </a:cubicBezTo>
                <a:cubicBezTo>
                  <a:pt x="6307" y="18514"/>
                  <a:pt x="6307" y="18514"/>
                  <a:pt x="6307" y="18514"/>
                </a:cubicBezTo>
                <a:lnTo>
                  <a:pt x="6307" y="20818"/>
                </a:lnTo>
                <a:close/>
                <a:moveTo>
                  <a:pt x="14757" y="17384"/>
                </a:moveTo>
                <a:cubicBezTo>
                  <a:pt x="14757" y="12734"/>
                  <a:pt x="21600" y="11213"/>
                  <a:pt x="21064" y="6563"/>
                </a:cubicBezTo>
                <a:cubicBezTo>
                  <a:pt x="20529" y="3477"/>
                  <a:pt x="17911" y="0"/>
                  <a:pt x="10473" y="0"/>
                </a:cubicBezTo>
                <a:cubicBezTo>
                  <a:pt x="3154" y="0"/>
                  <a:pt x="536" y="3477"/>
                  <a:pt x="0" y="6563"/>
                </a:cubicBezTo>
                <a:cubicBezTo>
                  <a:pt x="0" y="11213"/>
                  <a:pt x="6307" y="12734"/>
                  <a:pt x="6307" y="17384"/>
                </a:cubicBezTo>
                <a:lnTo>
                  <a:pt x="14757" y="17384"/>
                </a:lnTo>
                <a:close/>
                <a:moveTo>
                  <a:pt x="3154" y="6563"/>
                </a:moveTo>
                <a:cubicBezTo>
                  <a:pt x="3689" y="3868"/>
                  <a:pt x="6307" y="2303"/>
                  <a:pt x="10473" y="2303"/>
                </a:cubicBezTo>
                <a:cubicBezTo>
                  <a:pt x="14757" y="2303"/>
                  <a:pt x="17375" y="3868"/>
                  <a:pt x="17911" y="6563"/>
                </a:cubicBezTo>
                <a:cubicBezTo>
                  <a:pt x="17911" y="8127"/>
                  <a:pt x="16840" y="9257"/>
                  <a:pt x="15293" y="10822"/>
                </a:cubicBezTo>
                <a:cubicBezTo>
                  <a:pt x="13626" y="11952"/>
                  <a:pt x="12674" y="13516"/>
                  <a:pt x="11544" y="15429"/>
                </a:cubicBezTo>
                <a:cubicBezTo>
                  <a:pt x="9461" y="15429"/>
                  <a:pt x="9461" y="15429"/>
                  <a:pt x="9461" y="15429"/>
                </a:cubicBezTo>
                <a:cubicBezTo>
                  <a:pt x="8390" y="13516"/>
                  <a:pt x="7319" y="11952"/>
                  <a:pt x="5772" y="10822"/>
                </a:cubicBezTo>
                <a:cubicBezTo>
                  <a:pt x="4165" y="9257"/>
                  <a:pt x="3154" y="8127"/>
                  <a:pt x="3154" y="656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0" name="Shape 7510"/>
          <p:cNvSpPr/>
          <p:nvPr/>
        </p:nvSpPr>
        <p:spPr>
          <a:xfrm>
            <a:off x="22559765" y="7279720"/>
            <a:ext cx="594829" cy="3469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16348"/>
                </a:moveTo>
                <a:cubicBezTo>
                  <a:pt x="5400" y="7175"/>
                  <a:pt x="5400" y="7175"/>
                  <a:pt x="5400" y="7175"/>
                </a:cubicBezTo>
                <a:cubicBezTo>
                  <a:pt x="7708" y="7175"/>
                  <a:pt x="7708" y="7175"/>
                  <a:pt x="7708" y="7175"/>
                </a:cubicBezTo>
                <a:cubicBezTo>
                  <a:pt x="3832" y="0"/>
                  <a:pt x="3832" y="0"/>
                  <a:pt x="3832" y="0"/>
                </a:cubicBezTo>
                <a:cubicBezTo>
                  <a:pt x="0" y="7175"/>
                  <a:pt x="0" y="7175"/>
                  <a:pt x="0" y="7175"/>
                </a:cubicBezTo>
                <a:cubicBezTo>
                  <a:pt x="2308" y="7175"/>
                  <a:pt x="2308" y="7175"/>
                  <a:pt x="2308" y="7175"/>
                </a:cubicBezTo>
                <a:cubicBezTo>
                  <a:pt x="2308" y="18345"/>
                  <a:pt x="2308" y="18345"/>
                  <a:pt x="2308" y="18345"/>
                </a:cubicBezTo>
                <a:cubicBezTo>
                  <a:pt x="2308" y="20268"/>
                  <a:pt x="3092" y="21600"/>
                  <a:pt x="4224" y="21600"/>
                </a:cubicBezTo>
                <a:cubicBezTo>
                  <a:pt x="13892" y="21600"/>
                  <a:pt x="13892" y="21600"/>
                  <a:pt x="13892" y="21600"/>
                </a:cubicBezTo>
                <a:cubicBezTo>
                  <a:pt x="11148" y="16348"/>
                  <a:pt x="11148" y="16348"/>
                  <a:pt x="11148" y="16348"/>
                </a:cubicBezTo>
                <a:lnTo>
                  <a:pt x="5400" y="16348"/>
                </a:lnTo>
                <a:close/>
                <a:moveTo>
                  <a:pt x="19292" y="14425"/>
                </a:moveTo>
                <a:cubicBezTo>
                  <a:pt x="19292" y="3255"/>
                  <a:pt x="19292" y="3255"/>
                  <a:pt x="19292" y="3255"/>
                </a:cubicBezTo>
                <a:cubicBezTo>
                  <a:pt x="19292" y="1258"/>
                  <a:pt x="18508" y="0"/>
                  <a:pt x="17376" y="0"/>
                </a:cubicBezTo>
                <a:cubicBezTo>
                  <a:pt x="7708" y="0"/>
                  <a:pt x="7708" y="0"/>
                  <a:pt x="7708" y="0"/>
                </a:cubicBezTo>
                <a:cubicBezTo>
                  <a:pt x="10408" y="4512"/>
                  <a:pt x="10408" y="4512"/>
                  <a:pt x="10408" y="4512"/>
                </a:cubicBezTo>
                <a:cubicBezTo>
                  <a:pt x="16200" y="4512"/>
                  <a:pt x="16200" y="4512"/>
                  <a:pt x="16200" y="4512"/>
                </a:cubicBezTo>
                <a:cubicBezTo>
                  <a:pt x="16200" y="14425"/>
                  <a:pt x="16200" y="14425"/>
                  <a:pt x="16200" y="14425"/>
                </a:cubicBezTo>
                <a:cubicBezTo>
                  <a:pt x="13892" y="14425"/>
                  <a:pt x="13892" y="14425"/>
                  <a:pt x="13892" y="14425"/>
                </a:cubicBezTo>
                <a:cubicBezTo>
                  <a:pt x="17724" y="21600"/>
                  <a:pt x="17724" y="21600"/>
                  <a:pt x="17724" y="21600"/>
                </a:cubicBezTo>
                <a:cubicBezTo>
                  <a:pt x="21600" y="14425"/>
                  <a:pt x="21600" y="14425"/>
                  <a:pt x="21600" y="14425"/>
                </a:cubicBezTo>
                <a:lnTo>
                  <a:pt x="19292" y="1442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1" name="Shape 7511"/>
          <p:cNvSpPr/>
          <p:nvPr/>
        </p:nvSpPr>
        <p:spPr>
          <a:xfrm>
            <a:off x="17941459" y="7128137"/>
            <a:ext cx="426041" cy="565362"/>
          </a:xfrm>
          <a:custGeom>
            <a:avLst/>
            <a:gdLst/>
            <a:ahLst/>
            <a:cxnLst>
              <a:cxn ang="0">
                <a:pos x="wd2" y="hd2"/>
              </a:cxn>
              <a:cxn ang="5400000">
                <a:pos x="wd2" y="hd2"/>
              </a:cxn>
              <a:cxn ang="10800000">
                <a:pos x="wd2" y="hd2"/>
              </a:cxn>
              <a:cxn ang="16200000">
                <a:pos x="wd2" y="hd2"/>
              </a:cxn>
            </a:cxnLst>
            <a:rect l="0" t="0" r="r" b="b"/>
            <a:pathLst>
              <a:path w="21600" h="21091" fill="norm" stroke="1" extrusionOk="0">
                <a:moveTo>
                  <a:pt x="21112" y="5358"/>
                </a:moveTo>
                <a:cubicBezTo>
                  <a:pt x="7078" y="247"/>
                  <a:pt x="7078" y="247"/>
                  <a:pt x="7078" y="247"/>
                </a:cubicBezTo>
                <a:cubicBezTo>
                  <a:pt x="5431" y="-509"/>
                  <a:pt x="1647" y="602"/>
                  <a:pt x="549" y="1847"/>
                </a:cubicBezTo>
                <a:cubicBezTo>
                  <a:pt x="0" y="2602"/>
                  <a:pt x="0" y="3002"/>
                  <a:pt x="0" y="3002"/>
                </a:cubicBezTo>
                <a:cubicBezTo>
                  <a:pt x="549" y="14824"/>
                  <a:pt x="549" y="14824"/>
                  <a:pt x="549" y="14824"/>
                </a:cubicBezTo>
                <a:cubicBezTo>
                  <a:pt x="549" y="14824"/>
                  <a:pt x="1098" y="15224"/>
                  <a:pt x="1098" y="15624"/>
                </a:cubicBezTo>
                <a:cubicBezTo>
                  <a:pt x="2197" y="15624"/>
                  <a:pt x="13546" y="21091"/>
                  <a:pt x="13546" y="21091"/>
                </a:cubicBezTo>
                <a:cubicBezTo>
                  <a:pt x="14095" y="21091"/>
                  <a:pt x="14095" y="21091"/>
                  <a:pt x="14095" y="21091"/>
                </a:cubicBezTo>
                <a:cubicBezTo>
                  <a:pt x="14644" y="21091"/>
                  <a:pt x="14644" y="21091"/>
                  <a:pt x="14644" y="21091"/>
                </a:cubicBezTo>
                <a:cubicBezTo>
                  <a:pt x="15132" y="21091"/>
                  <a:pt x="15132" y="20735"/>
                  <a:pt x="15132" y="20735"/>
                </a:cubicBezTo>
                <a:cubicBezTo>
                  <a:pt x="15132" y="8513"/>
                  <a:pt x="15132" y="8513"/>
                  <a:pt x="15132" y="8513"/>
                </a:cubicBezTo>
                <a:cubicBezTo>
                  <a:pt x="15132" y="8113"/>
                  <a:pt x="15132" y="8113"/>
                  <a:pt x="14644" y="7713"/>
                </a:cubicBezTo>
                <a:cubicBezTo>
                  <a:pt x="2685" y="2602"/>
                  <a:pt x="2685" y="2602"/>
                  <a:pt x="2685" y="2602"/>
                </a:cubicBezTo>
                <a:cubicBezTo>
                  <a:pt x="2685" y="2602"/>
                  <a:pt x="3234" y="2202"/>
                  <a:pt x="4332" y="1847"/>
                </a:cubicBezTo>
                <a:cubicBezTo>
                  <a:pt x="5431" y="1447"/>
                  <a:pt x="5919" y="1447"/>
                  <a:pt x="6529" y="1447"/>
                </a:cubicBezTo>
                <a:cubicBezTo>
                  <a:pt x="6529" y="1447"/>
                  <a:pt x="17878" y="6158"/>
                  <a:pt x="18366" y="6158"/>
                </a:cubicBezTo>
                <a:cubicBezTo>
                  <a:pt x="18915" y="6558"/>
                  <a:pt x="18915" y="6558"/>
                  <a:pt x="18915" y="6558"/>
                </a:cubicBezTo>
                <a:cubicBezTo>
                  <a:pt x="18915" y="6958"/>
                  <a:pt x="18915" y="18380"/>
                  <a:pt x="18915" y="18380"/>
                </a:cubicBezTo>
                <a:cubicBezTo>
                  <a:pt x="18915" y="18735"/>
                  <a:pt x="19464" y="19135"/>
                  <a:pt x="20014" y="19135"/>
                </a:cubicBezTo>
                <a:cubicBezTo>
                  <a:pt x="20563" y="19135"/>
                  <a:pt x="21600" y="18735"/>
                  <a:pt x="21600" y="18380"/>
                </a:cubicBezTo>
                <a:cubicBezTo>
                  <a:pt x="21600" y="5758"/>
                  <a:pt x="21600" y="5758"/>
                  <a:pt x="21600" y="5758"/>
                </a:cubicBezTo>
                <a:lnTo>
                  <a:pt x="21112" y="5358"/>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2" name="Shape 7512"/>
          <p:cNvSpPr/>
          <p:nvPr/>
        </p:nvSpPr>
        <p:spPr>
          <a:xfrm>
            <a:off x="21420963" y="9501299"/>
            <a:ext cx="552634" cy="592130"/>
          </a:xfrm>
          <a:custGeom>
            <a:avLst/>
            <a:gdLst/>
            <a:ahLst/>
            <a:cxnLst>
              <a:cxn ang="0">
                <a:pos x="wd2" y="hd2"/>
              </a:cxn>
              <a:cxn ang="5400000">
                <a:pos x="wd2" y="hd2"/>
              </a:cxn>
              <a:cxn ang="10800000">
                <a:pos x="wd2" y="hd2"/>
              </a:cxn>
              <a:cxn ang="16200000">
                <a:pos x="wd2" y="hd2"/>
              </a:cxn>
            </a:cxnLst>
            <a:rect l="0" t="0" r="r" b="b"/>
            <a:pathLst>
              <a:path w="21600" h="21502" fill="norm" stroke="1" extrusionOk="0">
                <a:moveTo>
                  <a:pt x="3710" y="294"/>
                </a:moveTo>
                <a:cubicBezTo>
                  <a:pt x="3710" y="-98"/>
                  <a:pt x="3334" y="-98"/>
                  <a:pt x="3334" y="294"/>
                </a:cubicBezTo>
                <a:cubicBezTo>
                  <a:pt x="2911" y="4562"/>
                  <a:pt x="0" y="5302"/>
                  <a:pt x="0" y="8394"/>
                </a:cubicBezTo>
                <a:cubicBezTo>
                  <a:pt x="0" y="10310"/>
                  <a:pt x="1643" y="11834"/>
                  <a:pt x="3710" y="11834"/>
                </a:cubicBezTo>
                <a:cubicBezTo>
                  <a:pt x="5823" y="11834"/>
                  <a:pt x="7466" y="10310"/>
                  <a:pt x="7466" y="8394"/>
                </a:cubicBezTo>
                <a:cubicBezTo>
                  <a:pt x="7466" y="5302"/>
                  <a:pt x="4132" y="4562"/>
                  <a:pt x="3710" y="294"/>
                </a:cubicBezTo>
                <a:close/>
                <a:moveTo>
                  <a:pt x="18313" y="294"/>
                </a:moveTo>
                <a:cubicBezTo>
                  <a:pt x="18313" y="-98"/>
                  <a:pt x="17890" y="-98"/>
                  <a:pt x="17890" y="294"/>
                </a:cubicBezTo>
                <a:cubicBezTo>
                  <a:pt x="17045" y="4562"/>
                  <a:pt x="14134" y="5302"/>
                  <a:pt x="14134" y="8394"/>
                </a:cubicBezTo>
                <a:cubicBezTo>
                  <a:pt x="14134" y="10310"/>
                  <a:pt x="15777" y="11834"/>
                  <a:pt x="17890" y="11834"/>
                </a:cubicBezTo>
                <a:cubicBezTo>
                  <a:pt x="19957" y="11834"/>
                  <a:pt x="21600" y="10310"/>
                  <a:pt x="21600" y="8394"/>
                </a:cubicBezTo>
                <a:cubicBezTo>
                  <a:pt x="21600" y="5302"/>
                  <a:pt x="18689" y="4562"/>
                  <a:pt x="18313" y="294"/>
                </a:cubicBezTo>
                <a:close/>
                <a:moveTo>
                  <a:pt x="10800" y="9526"/>
                </a:moveTo>
                <a:cubicBezTo>
                  <a:pt x="9955" y="14186"/>
                  <a:pt x="7043" y="14926"/>
                  <a:pt x="7043" y="18062"/>
                </a:cubicBezTo>
                <a:cubicBezTo>
                  <a:pt x="7043" y="19978"/>
                  <a:pt x="8687" y="21502"/>
                  <a:pt x="10800" y="21502"/>
                </a:cubicBezTo>
                <a:cubicBezTo>
                  <a:pt x="12913" y="21502"/>
                  <a:pt x="14557" y="19978"/>
                  <a:pt x="14557" y="18062"/>
                </a:cubicBezTo>
                <a:cubicBezTo>
                  <a:pt x="14557" y="14926"/>
                  <a:pt x="11598" y="14186"/>
                  <a:pt x="10800" y="952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3" name="Shape 7513"/>
          <p:cNvSpPr/>
          <p:nvPr/>
        </p:nvSpPr>
        <p:spPr>
          <a:xfrm>
            <a:off x="20350224" y="9498600"/>
            <a:ext cx="315286" cy="5948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813" y="10800"/>
                </a:moveTo>
                <a:cubicBezTo>
                  <a:pt x="15813" y="1132"/>
                  <a:pt x="15813" y="1132"/>
                  <a:pt x="15813" y="1132"/>
                </a:cubicBezTo>
                <a:cubicBezTo>
                  <a:pt x="15813" y="740"/>
                  <a:pt x="15079" y="0"/>
                  <a:pt x="13694" y="0"/>
                </a:cubicBezTo>
                <a:cubicBezTo>
                  <a:pt x="7173" y="0"/>
                  <a:pt x="7173" y="0"/>
                  <a:pt x="7173" y="0"/>
                </a:cubicBezTo>
                <a:cubicBezTo>
                  <a:pt x="5787" y="0"/>
                  <a:pt x="5787" y="740"/>
                  <a:pt x="5787" y="1132"/>
                </a:cubicBezTo>
                <a:cubicBezTo>
                  <a:pt x="5787" y="10800"/>
                  <a:pt x="5787" y="10800"/>
                  <a:pt x="5787" y="10800"/>
                </a:cubicBezTo>
                <a:cubicBezTo>
                  <a:pt x="2119" y="11584"/>
                  <a:pt x="0" y="13500"/>
                  <a:pt x="0" y="15852"/>
                </a:cubicBezTo>
                <a:cubicBezTo>
                  <a:pt x="0" y="19292"/>
                  <a:pt x="5054" y="21600"/>
                  <a:pt x="10759" y="21600"/>
                </a:cubicBezTo>
                <a:cubicBezTo>
                  <a:pt x="16628" y="21600"/>
                  <a:pt x="21600" y="19292"/>
                  <a:pt x="21600" y="15852"/>
                </a:cubicBezTo>
                <a:cubicBezTo>
                  <a:pt x="21600" y="13500"/>
                  <a:pt x="19481" y="11584"/>
                  <a:pt x="15813" y="10800"/>
                </a:cubicBezTo>
                <a:close/>
                <a:moveTo>
                  <a:pt x="10759" y="19684"/>
                </a:moveTo>
                <a:cubicBezTo>
                  <a:pt x="7173" y="19684"/>
                  <a:pt x="3586" y="17768"/>
                  <a:pt x="3586" y="15852"/>
                </a:cubicBezTo>
                <a:cubicBezTo>
                  <a:pt x="3586" y="14284"/>
                  <a:pt x="5787" y="12716"/>
                  <a:pt x="8640" y="12324"/>
                </a:cubicBezTo>
                <a:cubicBezTo>
                  <a:pt x="8640" y="4268"/>
                  <a:pt x="8640" y="4268"/>
                  <a:pt x="8640" y="4268"/>
                </a:cubicBezTo>
                <a:cubicBezTo>
                  <a:pt x="12960" y="4268"/>
                  <a:pt x="12960" y="4268"/>
                  <a:pt x="12960" y="4268"/>
                </a:cubicBezTo>
                <a:cubicBezTo>
                  <a:pt x="12960" y="12324"/>
                  <a:pt x="12960" y="12324"/>
                  <a:pt x="12960" y="12324"/>
                </a:cubicBezTo>
                <a:cubicBezTo>
                  <a:pt x="15813" y="12716"/>
                  <a:pt x="17280" y="14284"/>
                  <a:pt x="17280" y="15852"/>
                </a:cubicBezTo>
                <a:cubicBezTo>
                  <a:pt x="17280" y="17768"/>
                  <a:pt x="14427" y="19684"/>
                  <a:pt x="10759" y="19684"/>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4" name="Shape 7514"/>
          <p:cNvSpPr/>
          <p:nvPr/>
        </p:nvSpPr>
        <p:spPr>
          <a:xfrm>
            <a:off x="18999413" y="3751021"/>
            <a:ext cx="594833" cy="2783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48" y="0"/>
                </a:moveTo>
                <a:cubicBezTo>
                  <a:pt x="13892" y="0"/>
                  <a:pt x="11584" y="4956"/>
                  <a:pt x="11584" y="10753"/>
                </a:cubicBezTo>
                <a:cubicBezTo>
                  <a:pt x="11584" y="13184"/>
                  <a:pt x="11932" y="15709"/>
                  <a:pt x="12324" y="17392"/>
                </a:cubicBezTo>
                <a:cubicBezTo>
                  <a:pt x="8840" y="17392"/>
                  <a:pt x="8840" y="17392"/>
                  <a:pt x="8840" y="17392"/>
                </a:cubicBezTo>
                <a:cubicBezTo>
                  <a:pt x="9624" y="15709"/>
                  <a:pt x="10016" y="13184"/>
                  <a:pt x="10016" y="10753"/>
                </a:cubicBezTo>
                <a:cubicBezTo>
                  <a:pt x="10016" y="4956"/>
                  <a:pt x="7708" y="0"/>
                  <a:pt x="4965" y="0"/>
                </a:cubicBezTo>
                <a:cubicBezTo>
                  <a:pt x="2308" y="0"/>
                  <a:pt x="0" y="4956"/>
                  <a:pt x="0" y="10753"/>
                </a:cubicBezTo>
                <a:cubicBezTo>
                  <a:pt x="0" y="16551"/>
                  <a:pt x="2308" y="21600"/>
                  <a:pt x="4965" y="21600"/>
                </a:cubicBezTo>
                <a:cubicBezTo>
                  <a:pt x="16548" y="21600"/>
                  <a:pt x="16548" y="21600"/>
                  <a:pt x="16548" y="21600"/>
                </a:cubicBezTo>
                <a:cubicBezTo>
                  <a:pt x="19248" y="21600"/>
                  <a:pt x="21600" y="16551"/>
                  <a:pt x="21600" y="10753"/>
                </a:cubicBezTo>
                <a:cubicBezTo>
                  <a:pt x="21600" y="4956"/>
                  <a:pt x="19248" y="0"/>
                  <a:pt x="16548" y="0"/>
                </a:cubicBezTo>
                <a:close/>
                <a:moveTo>
                  <a:pt x="2308" y="10753"/>
                </a:moveTo>
                <a:cubicBezTo>
                  <a:pt x="2308" y="7481"/>
                  <a:pt x="3440" y="4956"/>
                  <a:pt x="4965" y="4956"/>
                </a:cubicBezTo>
                <a:cubicBezTo>
                  <a:pt x="6532" y="4956"/>
                  <a:pt x="7708" y="7481"/>
                  <a:pt x="7708" y="10753"/>
                </a:cubicBezTo>
                <a:cubicBezTo>
                  <a:pt x="7708" y="14026"/>
                  <a:pt x="6532" y="17392"/>
                  <a:pt x="4965" y="17392"/>
                </a:cubicBezTo>
                <a:cubicBezTo>
                  <a:pt x="3440" y="17392"/>
                  <a:pt x="2308" y="14026"/>
                  <a:pt x="2308" y="10753"/>
                </a:cubicBezTo>
                <a:close/>
                <a:moveTo>
                  <a:pt x="16548" y="17392"/>
                </a:moveTo>
                <a:cubicBezTo>
                  <a:pt x="15024" y="17392"/>
                  <a:pt x="13892" y="14026"/>
                  <a:pt x="13892" y="10753"/>
                </a:cubicBezTo>
                <a:cubicBezTo>
                  <a:pt x="13892" y="7481"/>
                  <a:pt x="15024" y="4956"/>
                  <a:pt x="16548" y="4956"/>
                </a:cubicBezTo>
                <a:cubicBezTo>
                  <a:pt x="18116" y="4956"/>
                  <a:pt x="19248" y="7481"/>
                  <a:pt x="19248" y="10753"/>
                </a:cubicBezTo>
                <a:cubicBezTo>
                  <a:pt x="19248" y="14026"/>
                  <a:pt x="18116" y="17392"/>
                  <a:pt x="16548" y="1739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5" name="Shape 7515"/>
          <p:cNvSpPr/>
          <p:nvPr/>
        </p:nvSpPr>
        <p:spPr>
          <a:xfrm>
            <a:off x="22562464" y="6061292"/>
            <a:ext cx="592131" cy="410228"/>
          </a:xfrm>
          <a:custGeom>
            <a:avLst/>
            <a:gdLst/>
            <a:ahLst/>
            <a:cxnLst>
              <a:cxn ang="0">
                <a:pos x="wd2" y="hd2"/>
              </a:cxn>
              <a:cxn ang="5400000">
                <a:pos x="wd2" y="hd2"/>
              </a:cxn>
              <a:cxn ang="10800000">
                <a:pos x="wd2" y="hd2"/>
              </a:cxn>
              <a:cxn ang="16200000">
                <a:pos x="wd2" y="hd2"/>
              </a:cxn>
            </a:cxnLst>
            <a:rect l="0" t="0" r="r" b="b"/>
            <a:pathLst>
              <a:path w="21502" h="21600" fill="norm" stroke="1" extrusionOk="0">
                <a:moveTo>
                  <a:pt x="19194" y="0"/>
                </a:moveTo>
                <a:cubicBezTo>
                  <a:pt x="9134" y="0"/>
                  <a:pt x="9134" y="0"/>
                  <a:pt x="9134" y="0"/>
                </a:cubicBezTo>
                <a:cubicBezTo>
                  <a:pt x="8394" y="0"/>
                  <a:pt x="8002" y="0"/>
                  <a:pt x="7610" y="501"/>
                </a:cubicBezTo>
                <a:cubicBezTo>
                  <a:pt x="294" y="9955"/>
                  <a:pt x="294" y="9955"/>
                  <a:pt x="294" y="9955"/>
                </a:cubicBezTo>
                <a:cubicBezTo>
                  <a:pt x="-98" y="10518"/>
                  <a:pt x="-98" y="11082"/>
                  <a:pt x="294" y="11645"/>
                </a:cubicBezTo>
                <a:cubicBezTo>
                  <a:pt x="7610" y="20473"/>
                  <a:pt x="7610" y="20473"/>
                  <a:pt x="7610" y="20473"/>
                </a:cubicBezTo>
                <a:cubicBezTo>
                  <a:pt x="8002" y="21037"/>
                  <a:pt x="8394" y="21600"/>
                  <a:pt x="9134" y="21600"/>
                </a:cubicBezTo>
                <a:cubicBezTo>
                  <a:pt x="19194" y="21600"/>
                  <a:pt x="19194" y="21600"/>
                  <a:pt x="19194" y="21600"/>
                </a:cubicBezTo>
                <a:cubicBezTo>
                  <a:pt x="20326" y="21600"/>
                  <a:pt x="21502" y="19972"/>
                  <a:pt x="21502" y="18282"/>
                </a:cubicBezTo>
                <a:cubicBezTo>
                  <a:pt x="21502" y="2755"/>
                  <a:pt x="21502" y="2755"/>
                  <a:pt x="21502" y="2755"/>
                </a:cubicBezTo>
                <a:cubicBezTo>
                  <a:pt x="21502" y="1064"/>
                  <a:pt x="20326" y="0"/>
                  <a:pt x="19194" y="0"/>
                </a:cubicBezTo>
                <a:close/>
                <a:moveTo>
                  <a:pt x="16102" y="17155"/>
                </a:moveTo>
                <a:cubicBezTo>
                  <a:pt x="13358" y="12772"/>
                  <a:pt x="13358" y="12772"/>
                  <a:pt x="13358" y="12772"/>
                </a:cubicBezTo>
                <a:cubicBezTo>
                  <a:pt x="10702" y="17155"/>
                  <a:pt x="10702" y="17155"/>
                  <a:pt x="10702" y="17155"/>
                </a:cubicBezTo>
                <a:cubicBezTo>
                  <a:pt x="9134" y="14400"/>
                  <a:pt x="9134" y="14400"/>
                  <a:pt x="9134" y="14400"/>
                </a:cubicBezTo>
                <a:cubicBezTo>
                  <a:pt x="11834" y="10518"/>
                  <a:pt x="11834" y="10518"/>
                  <a:pt x="11834" y="10518"/>
                </a:cubicBezTo>
                <a:cubicBezTo>
                  <a:pt x="9134" y="6637"/>
                  <a:pt x="9134" y="6637"/>
                  <a:pt x="9134" y="6637"/>
                </a:cubicBezTo>
                <a:cubicBezTo>
                  <a:pt x="10702" y="4383"/>
                  <a:pt x="10702" y="4383"/>
                  <a:pt x="10702" y="4383"/>
                </a:cubicBezTo>
                <a:cubicBezTo>
                  <a:pt x="13358" y="8327"/>
                  <a:pt x="13358" y="8327"/>
                  <a:pt x="13358" y="8327"/>
                </a:cubicBezTo>
                <a:cubicBezTo>
                  <a:pt x="16102" y="4383"/>
                  <a:pt x="16102" y="4383"/>
                  <a:pt x="16102" y="4383"/>
                </a:cubicBezTo>
                <a:cubicBezTo>
                  <a:pt x="18018" y="6637"/>
                  <a:pt x="18018" y="6637"/>
                  <a:pt x="18018" y="6637"/>
                </a:cubicBezTo>
                <a:cubicBezTo>
                  <a:pt x="14970" y="10518"/>
                  <a:pt x="14970" y="10518"/>
                  <a:pt x="14970" y="10518"/>
                </a:cubicBezTo>
                <a:cubicBezTo>
                  <a:pt x="18018" y="14400"/>
                  <a:pt x="18018" y="14400"/>
                  <a:pt x="18018" y="14400"/>
                </a:cubicBezTo>
                <a:lnTo>
                  <a:pt x="16102" y="1715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6" name="Shape 7516"/>
          <p:cNvSpPr/>
          <p:nvPr/>
        </p:nvSpPr>
        <p:spPr>
          <a:xfrm>
            <a:off x="16697717" y="8381081"/>
            <a:ext cx="539993" cy="441173"/>
          </a:xfrm>
          <a:custGeom>
            <a:avLst/>
            <a:gdLst/>
            <a:ahLst/>
            <a:cxnLst>
              <a:cxn ang="0">
                <a:pos x="wd2" y="hd2"/>
              </a:cxn>
              <a:cxn ang="5400000">
                <a:pos x="wd2" y="hd2"/>
              </a:cxn>
              <a:cxn ang="10800000">
                <a:pos x="wd2" y="hd2"/>
              </a:cxn>
              <a:cxn ang="16200000">
                <a:pos x="wd2" y="hd2"/>
              </a:cxn>
            </a:cxnLst>
            <a:rect l="0" t="0" r="r" b="b"/>
            <a:pathLst>
              <a:path w="21106" h="19903" fill="norm" stroke="1" extrusionOk="0">
                <a:moveTo>
                  <a:pt x="1818" y="5016"/>
                </a:moveTo>
                <a:cubicBezTo>
                  <a:pt x="3884" y="3121"/>
                  <a:pt x="5575" y="1659"/>
                  <a:pt x="10129" y="4041"/>
                </a:cubicBezTo>
                <a:cubicBezTo>
                  <a:pt x="12242" y="5503"/>
                  <a:pt x="13886" y="5990"/>
                  <a:pt x="15154" y="5990"/>
                </a:cubicBezTo>
                <a:cubicBezTo>
                  <a:pt x="17642" y="5990"/>
                  <a:pt x="19286" y="4529"/>
                  <a:pt x="20554" y="3121"/>
                </a:cubicBezTo>
                <a:cubicBezTo>
                  <a:pt x="20929" y="2634"/>
                  <a:pt x="21352" y="1659"/>
                  <a:pt x="20929" y="1172"/>
                </a:cubicBezTo>
                <a:cubicBezTo>
                  <a:pt x="20554" y="685"/>
                  <a:pt x="19709" y="685"/>
                  <a:pt x="19286" y="1172"/>
                </a:cubicBezTo>
                <a:cubicBezTo>
                  <a:pt x="17220" y="3121"/>
                  <a:pt x="15576" y="4529"/>
                  <a:pt x="10975" y="1659"/>
                </a:cubicBezTo>
                <a:cubicBezTo>
                  <a:pt x="5575" y="-1697"/>
                  <a:pt x="2663" y="685"/>
                  <a:pt x="597" y="3121"/>
                </a:cubicBezTo>
                <a:cubicBezTo>
                  <a:pt x="175" y="3554"/>
                  <a:pt x="-248" y="4529"/>
                  <a:pt x="175" y="5016"/>
                </a:cubicBezTo>
                <a:cubicBezTo>
                  <a:pt x="597" y="5503"/>
                  <a:pt x="1395" y="5503"/>
                  <a:pt x="1818" y="5016"/>
                </a:cubicBezTo>
                <a:close/>
                <a:moveTo>
                  <a:pt x="19286" y="7939"/>
                </a:moveTo>
                <a:cubicBezTo>
                  <a:pt x="17220" y="9834"/>
                  <a:pt x="15576" y="11729"/>
                  <a:pt x="10975" y="8859"/>
                </a:cubicBezTo>
                <a:cubicBezTo>
                  <a:pt x="5575" y="5016"/>
                  <a:pt x="2663" y="7939"/>
                  <a:pt x="597" y="9834"/>
                </a:cubicBezTo>
                <a:cubicBezTo>
                  <a:pt x="175" y="10321"/>
                  <a:pt x="-248" y="11295"/>
                  <a:pt x="175" y="11729"/>
                </a:cubicBezTo>
                <a:cubicBezTo>
                  <a:pt x="597" y="12216"/>
                  <a:pt x="1395" y="12216"/>
                  <a:pt x="1818" y="11729"/>
                </a:cubicBezTo>
                <a:cubicBezTo>
                  <a:pt x="3884" y="9834"/>
                  <a:pt x="5575" y="8426"/>
                  <a:pt x="10129" y="11295"/>
                </a:cubicBezTo>
                <a:cubicBezTo>
                  <a:pt x="12242" y="12703"/>
                  <a:pt x="13886" y="13190"/>
                  <a:pt x="15154" y="13190"/>
                </a:cubicBezTo>
                <a:cubicBezTo>
                  <a:pt x="17642" y="13190"/>
                  <a:pt x="19286" y="11295"/>
                  <a:pt x="20554" y="10321"/>
                </a:cubicBezTo>
                <a:cubicBezTo>
                  <a:pt x="20929" y="9834"/>
                  <a:pt x="21352" y="8859"/>
                  <a:pt x="20929" y="8426"/>
                </a:cubicBezTo>
                <a:cubicBezTo>
                  <a:pt x="20554" y="7398"/>
                  <a:pt x="19709" y="7398"/>
                  <a:pt x="19286" y="7939"/>
                </a:cubicBezTo>
                <a:close/>
                <a:moveTo>
                  <a:pt x="19286" y="14652"/>
                </a:moveTo>
                <a:cubicBezTo>
                  <a:pt x="17220" y="17034"/>
                  <a:pt x="15576" y="18441"/>
                  <a:pt x="10975" y="15572"/>
                </a:cubicBezTo>
                <a:cubicBezTo>
                  <a:pt x="5575" y="11729"/>
                  <a:pt x="2663" y="14652"/>
                  <a:pt x="597" y="16547"/>
                </a:cubicBezTo>
                <a:cubicBezTo>
                  <a:pt x="175" y="17034"/>
                  <a:pt x="-248" y="17954"/>
                  <a:pt x="175" y="18441"/>
                </a:cubicBezTo>
                <a:cubicBezTo>
                  <a:pt x="597" y="19416"/>
                  <a:pt x="1395" y="19416"/>
                  <a:pt x="1818" y="18929"/>
                </a:cubicBezTo>
                <a:cubicBezTo>
                  <a:pt x="3884" y="16547"/>
                  <a:pt x="5575" y="15085"/>
                  <a:pt x="10129" y="17954"/>
                </a:cubicBezTo>
                <a:cubicBezTo>
                  <a:pt x="12242" y="19416"/>
                  <a:pt x="13886" y="19903"/>
                  <a:pt x="15154" y="19903"/>
                </a:cubicBezTo>
                <a:cubicBezTo>
                  <a:pt x="17642" y="19903"/>
                  <a:pt x="19286" y="18441"/>
                  <a:pt x="20554" y="17034"/>
                </a:cubicBezTo>
                <a:cubicBezTo>
                  <a:pt x="20929" y="16547"/>
                  <a:pt x="21352" y="15572"/>
                  <a:pt x="20929" y="15085"/>
                </a:cubicBezTo>
                <a:cubicBezTo>
                  <a:pt x="20554" y="14652"/>
                  <a:pt x="19709" y="14165"/>
                  <a:pt x="19286" y="1465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7" name="Shape 7517"/>
          <p:cNvSpPr/>
          <p:nvPr/>
        </p:nvSpPr>
        <p:spPr>
          <a:xfrm>
            <a:off x="12043315" y="4671550"/>
            <a:ext cx="573733" cy="4998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250"/>
                </a:moveTo>
                <a:cubicBezTo>
                  <a:pt x="11613" y="0"/>
                  <a:pt x="11613" y="0"/>
                  <a:pt x="11613" y="0"/>
                </a:cubicBezTo>
                <a:cubicBezTo>
                  <a:pt x="11207" y="0"/>
                  <a:pt x="11207" y="0"/>
                  <a:pt x="10800" y="0"/>
                </a:cubicBezTo>
                <a:cubicBezTo>
                  <a:pt x="10393" y="0"/>
                  <a:pt x="10393" y="0"/>
                  <a:pt x="9987" y="0"/>
                </a:cubicBezTo>
                <a:cubicBezTo>
                  <a:pt x="0" y="20250"/>
                  <a:pt x="0" y="20250"/>
                  <a:pt x="0" y="20250"/>
                </a:cubicBezTo>
                <a:cubicBezTo>
                  <a:pt x="0" y="20717"/>
                  <a:pt x="0" y="21185"/>
                  <a:pt x="0" y="21185"/>
                </a:cubicBezTo>
                <a:cubicBezTo>
                  <a:pt x="362" y="21600"/>
                  <a:pt x="362" y="21600"/>
                  <a:pt x="768" y="21600"/>
                </a:cubicBezTo>
                <a:cubicBezTo>
                  <a:pt x="20832" y="21600"/>
                  <a:pt x="20832" y="21600"/>
                  <a:pt x="20832" y="21600"/>
                </a:cubicBezTo>
                <a:cubicBezTo>
                  <a:pt x="21238" y="21600"/>
                  <a:pt x="21238" y="21600"/>
                  <a:pt x="21600" y="21185"/>
                </a:cubicBezTo>
                <a:cubicBezTo>
                  <a:pt x="21600" y="21185"/>
                  <a:pt x="21600" y="20717"/>
                  <a:pt x="21600" y="20250"/>
                </a:cubicBezTo>
                <a:close/>
                <a:moveTo>
                  <a:pt x="11975" y="19315"/>
                </a:moveTo>
                <a:cubicBezTo>
                  <a:pt x="9580" y="19315"/>
                  <a:pt x="9580" y="19315"/>
                  <a:pt x="9580" y="19315"/>
                </a:cubicBezTo>
                <a:cubicBezTo>
                  <a:pt x="9580" y="16563"/>
                  <a:pt x="9580" y="16563"/>
                  <a:pt x="9580" y="16563"/>
                </a:cubicBezTo>
                <a:cubicBezTo>
                  <a:pt x="11975" y="16563"/>
                  <a:pt x="11975" y="16563"/>
                  <a:pt x="11975" y="16563"/>
                </a:cubicBezTo>
                <a:lnTo>
                  <a:pt x="11975" y="19315"/>
                </a:lnTo>
                <a:close/>
                <a:moveTo>
                  <a:pt x="11975" y="14746"/>
                </a:moveTo>
                <a:cubicBezTo>
                  <a:pt x="9580" y="14746"/>
                  <a:pt x="9580" y="14746"/>
                  <a:pt x="9580" y="14746"/>
                </a:cubicBezTo>
                <a:cubicBezTo>
                  <a:pt x="9580" y="6958"/>
                  <a:pt x="9580" y="6958"/>
                  <a:pt x="9580" y="6958"/>
                </a:cubicBezTo>
                <a:cubicBezTo>
                  <a:pt x="11975" y="6958"/>
                  <a:pt x="11975" y="6958"/>
                  <a:pt x="11975" y="6958"/>
                </a:cubicBezTo>
                <a:lnTo>
                  <a:pt x="11975" y="1474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8" name="Shape 7518"/>
          <p:cNvSpPr/>
          <p:nvPr/>
        </p:nvSpPr>
        <p:spPr>
          <a:xfrm>
            <a:off x="22607234" y="10627365"/>
            <a:ext cx="462974" cy="531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01" y="0"/>
                </a:moveTo>
                <a:cubicBezTo>
                  <a:pt x="17213" y="0"/>
                  <a:pt x="17213" y="0"/>
                  <a:pt x="17213" y="0"/>
                </a:cubicBezTo>
                <a:cubicBezTo>
                  <a:pt x="16714" y="0"/>
                  <a:pt x="16214" y="486"/>
                  <a:pt x="16214" y="1362"/>
                </a:cubicBezTo>
                <a:cubicBezTo>
                  <a:pt x="16214" y="21600"/>
                  <a:pt x="16214" y="21600"/>
                  <a:pt x="16214" y="21600"/>
                </a:cubicBezTo>
                <a:cubicBezTo>
                  <a:pt x="21600" y="21600"/>
                  <a:pt x="21600" y="21600"/>
                  <a:pt x="21600" y="21600"/>
                </a:cubicBezTo>
                <a:cubicBezTo>
                  <a:pt x="21600" y="1362"/>
                  <a:pt x="21600" y="1362"/>
                  <a:pt x="21600" y="1362"/>
                </a:cubicBezTo>
                <a:cubicBezTo>
                  <a:pt x="21600" y="486"/>
                  <a:pt x="21100" y="0"/>
                  <a:pt x="20601" y="0"/>
                </a:cubicBezTo>
                <a:close/>
                <a:moveTo>
                  <a:pt x="12271" y="7346"/>
                </a:moveTo>
                <a:cubicBezTo>
                  <a:pt x="9329" y="7346"/>
                  <a:pt x="9329" y="7346"/>
                  <a:pt x="9329" y="7346"/>
                </a:cubicBezTo>
                <a:cubicBezTo>
                  <a:pt x="8329" y="7346"/>
                  <a:pt x="7829" y="7784"/>
                  <a:pt x="7829" y="8659"/>
                </a:cubicBezTo>
                <a:cubicBezTo>
                  <a:pt x="7829" y="21600"/>
                  <a:pt x="7829" y="21600"/>
                  <a:pt x="7829" y="21600"/>
                </a:cubicBezTo>
                <a:cubicBezTo>
                  <a:pt x="13771" y="21600"/>
                  <a:pt x="13771" y="21600"/>
                  <a:pt x="13771" y="21600"/>
                </a:cubicBezTo>
                <a:cubicBezTo>
                  <a:pt x="13771" y="8659"/>
                  <a:pt x="13771" y="8659"/>
                  <a:pt x="13771" y="8659"/>
                </a:cubicBezTo>
                <a:cubicBezTo>
                  <a:pt x="13771" y="7784"/>
                  <a:pt x="12771" y="7346"/>
                  <a:pt x="12271" y="7346"/>
                </a:cubicBezTo>
                <a:close/>
                <a:moveTo>
                  <a:pt x="3887" y="14692"/>
                </a:moveTo>
                <a:cubicBezTo>
                  <a:pt x="944" y="14692"/>
                  <a:pt x="944" y="14692"/>
                  <a:pt x="944" y="14692"/>
                </a:cubicBezTo>
                <a:cubicBezTo>
                  <a:pt x="0" y="14692"/>
                  <a:pt x="0" y="15081"/>
                  <a:pt x="0" y="15519"/>
                </a:cubicBezTo>
                <a:cubicBezTo>
                  <a:pt x="0" y="21600"/>
                  <a:pt x="0" y="21600"/>
                  <a:pt x="0" y="21600"/>
                </a:cubicBezTo>
                <a:cubicBezTo>
                  <a:pt x="5386" y="21600"/>
                  <a:pt x="5386" y="21600"/>
                  <a:pt x="5386" y="21600"/>
                </a:cubicBezTo>
                <a:cubicBezTo>
                  <a:pt x="5386" y="15519"/>
                  <a:pt x="5386" y="15519"/>
                  <a:pt x="5386" y="15519"/>
                </a:cubicBezTo>
                <a:cubicBezTo>
                  <a:pt x="5386" y="15081"/>
                  <a:pt x="4886" y="14692"/>
                  <a:pt x="3887" y="14692"/>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19" name="Shape 7519"/>
          <p:cNvSpPr/>
          <p:nvPr/>
        </p:nvSpPr>
        <p:spPr>
          <a:xfrm>
            <a:off x="19110697" y="10893731"/>
            <a:ext cx="499886" cy="499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168" y="0"/>
                </a:moveTo>
                <a:cubicBezTo>
                  <a:pt x="4144" y="467"/>
                  <a:pt x="466" y="4569"/>
                  <a:pt x="0" y="9138"/>
                </a:cubicBezTo>
                <a:cubicBezTo>
                  <a:pt x="9168" y="9138"/>
                  <a:pt x="9168" y="9138"/>
                  <a:pt x="9168" y="9138"/>
                </a:cubicBezTo>
                <a:lnTo>
                  <a:pt x="9168" y="0"/>
                </a:lnTo>
                <a:close/>
                <a:moveTo>
                  <a:pt x="11914" y="0"/>
                </a:moveTo>
                <a:cubicBezTo>
                  <a:pt x="11914" y="10540"/>
                  <a:pt x="11914" y="10540"/>
                  <a:pt x="11914" y="10540"/>
                </a:cubicBezTo>
                <a:cubicBezTo>
                  <a:pt x="11914" y="11475"/>
                  <a:pt x="11499" y="11890"/>
                  <a:pt x="10567" y="11890"/>
                </a:cubicBezTo>
                <a:cubicBezTo>
                  <a:pt x="0" y="11890"/>
                  <a:pt x="0" y="11890"/>
                  <a:pt x="0" y="11890"/>
                </a:cubicBezTo>
                <a:cubicBezTo>
                  <a:pt x="466" y="17446"/>
                  <a:pt x="5076" y="21600"/>
                  <a:pt x="10567" y="21600"/>
                </a:cubicBezTo>
                <a:cubicBezTo>
                  <a:pt x="16524" y="21600"/>
                  <a:pt x="21600" y="16563"/>
                  <a:pt x="21600" y="10540"/>
                </a:cubicBezTo>
                <a:cubicBezTo>
                  <a:pt x="21600" y="5037"/>
                  <a:pt x="17456" y="467"/>
                  <a:pt x="11914"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0" name="Shape 7520"/>
          <p:cNvSpPr/>
          <p:nvPr/>
        </p:nvSpPr>
        <p:spPr>
          <a:xfrm>
            <a:off x="22475367" y="9585697"/>
            <a:ext cx="594833" cy="507730"/>
          </a:xfrm>
          <a:custGeom>
            <a:avLst/>
            <a:gdLst/>
            <a:ahLst/>
            <a:cxnLst>
              <a:cxn ang="0">
                <a:pos x="wd2" y="hd2"/>
              </a:cxn>
              <a:cxn ang="5400000">
                <a:pos x="wd2" y="hd2"/>
              </a:cxn>
              <a:cxn ang="10800000">
                <a:pos x="wd2" y="hd2"/>
              </a:cxn>
              <a:cxn ang="16200000">
                <a:pos x="wd2" y="hd2"/>
              </a:cxn>
            </a:cxnLst>
            <a:rect l="0" t="0" r="r" b="b"/>
            <a:pathLst>
              <a:path w="21600" h="21486" fill="norm" stroke="1" extrusionOk="0">
                <a:moveTo>
                  <a:pt x="740" y="12439"/>
                </a:moveTo>
                <a:cubicBezTo>
                  <a:pt x="2308" y="12897"/>
                  <a:pt x="2308" y="12897"/>
                  <a:pt x="2308" y="12897"/>
                </a:cubicBezTo>
                <a:cubicBezTo>
                  <a:pt x="3484" y="10661"/>
                  <a:pt x="3484" y="10661"/>
                  <a:pt x="3484" y="10661"/>
                </a:cubicBezTo>
                <a:cubicBezTo>
                  <a:pt x="1132" y="10203"/>
                  <a:pt x="1132" y="10203"/>
                  <a:pt x="1132" y="10203"/>
                </a:cubicBezTo>
                <a:cubicBezTo>
                  <a:pt x="740" y="10203"/>
                  <a:pt x="0" y="10661"/>
                  <a:pt x="0" y="11118"/>
                </a:cubicBezTo>
                <a:cubicBezTo>
                  <a:pt x="0" y="11575"/>
                  <a:pt x="392" y="12439"/>
                  <a:pt x="740" y="12439"/>
                </a:cubicBezTo>
                <a:close/>
                <a:moveTo>
                  <a:pt x="20032" y="12897"/>
                </a:moveTo>
                <a:cubicBezTo>
                  <a:pt x="15024" y="17878"/>
                  <a:pt x="15024" y="17878"/>
                  <a:pt x="15024" y="17878"/>
                </a:cubicBezTo>
                <a:cubicBezTo>
                  <a:pt x="9624" y="12897"/>
                  <a:pt x="9624" y="12897"/>
                  <a:pt x="9624" y="12897"/>
                </a:cubicBezTo>
                <a:cubicBezTo>
                  <a:pt x="9232" y="12439"/>
                  <a:pt x="9232" y="12439"/>
                  <a:pt x="9232" y="12439"/>
                </a:cubicBezTo>
                <a:cubicBezTo>
                  <a:pt x="8448" y="12439"/>
                  <a:pt x="8448" y="12439"/>
                  <a:pt x="8448" y="12439"/>
                </a:cubicBezTo>
                <a:cubicBezTo>
                  <a:pt x="7316" y="14269"/>
                  <a:pt x="7316" y="14269"/>
                  <a:pt x="7316" y="14269"/>
                </a:cubicBezTo>
                <a:cubicBezTo>
                  <a:pt x="8448" y="14726"/>
                  <a:pt x="8448" y="14726"/>
                  <a:pt x="8448" y="14726"/>
                </a:cubicBezTo>
                <a:cubicBezTo>
                  <a:pt x="14676" y="20114"/>
                  <a:pt x="14676" y="20114"/>
                  <a:pt x="14676" y="20114"/>
                </a:cubicBezTo>
                <a:cubicBezTo>
                  <a:pt x="14676" y="20571"/>
                  <a:pt x="15024" y="20571"/>
                  <a:pt x="15024" y="20571"/>
                </a:cubicBezTo>
                <a:cubicBezTo>
                  <a:pt x="15416" y="20571"/>
                  <a:pt x="15808" y="20571"/>
                  <a:pt x="15808" y="20114"/>
                </a:cubicBezTo>
                <a:cubicBezTo>
                  <a:pt x="21208" y="14726"/>
                  <a:pt x="21208" y="14726"/>
                  <a:pt x="21208" y="14726"/>
                </a:cubicBezTo>
                <a:cubicBezTo>
                  <a:pt x="21600" y="14269"/>
                  <a:pt x="21600" y="13354"/>
                  <a:pt x="21208" y="12897"/>
                </a:cubicBezTo>
                <a:cubicBezTo>
                  <a:pt x="20816" y="12439"/>
                  <a:pt x="20424" y="12439"/>
                  <a:pt x="20032" y="12897"/>
                </a:cubicBezTo>
                <a:close/>
                <a:moveTo>
                  <a:pt x="9232" y="7052"/>
                </a:moveTo>
                <a:cubicBezTo>
                  <a:pt x="14676" y="11118"/>
                  <a:pt x="14676" y="11118"/>
                  <a:pt x="14676" y="11118"/>
                </a:cubicBezTo>
                <a:cubicBezTo>
                  <a:pt x="15024" y="11575"/>
                  <a:pt x="15808" y="11575"/>
                  <a:pt x="16200" y="10661"/>
                </a:cubicBezTo>
                <a:cubicBezTo>
                  <a:pt x="21600" y="1665"/>
                  <a:pt x="21600" y="1665"/>
                  <a:pt x="21600" y="1665"/>
                </a:cubicBezTo>
                <a:cubicBezTo>
                  <a:pt x="21600" y="1207"/>
                  <a:pt x="21600" y="343"/>
                  <a:pt x="21208" y="343"/>
                </a:cubicBezTo>
                <a:cubicBezTo>
                  <a:pt x="20816" y="-114"/>
                  <a:pt x="20032" y="-114"/>
                  <a:pt x="19684" y="343"/>
                </a:cubicBezTo>
                <a:cubicBezTo>
                  <a:pt x="15024" y="8882"/>
                  <a:pt x="15024" y="8882"/>
                  <a:pt x="15024" y="8882"/>
                </a:cubicBezTo>
                <a:cubicBezTo>
                  <a:pt x="9624" y="4816"/>
                  <a:pt x="9624" y="4816"/>
                  <a:pt x="9624" y="4816"/>
                </a:cubicBezTo>
                <a:cubicBezTo>
                  <a:pt x="9232" y="4358"/>
                  <a:pt x="9232" y="4358"/>
                  <a:pt x="8840" y="4358"/>
                </a:cubicBezTo>
                <a:cubicBezTo>
                  <a:pt x="8448" y="4816"/>
                  <a:pt x="8448" y="4816"/>
                  <a:pt x="8100" y="5273"/>
                </a:cubicBezTo>
                <a:cubicBezTo>
                  <a:pt x="0" y="19707"/>
                  <a:pt x="0" y="19707"/>
                  <a:pt x="0" y="19707"/>
                </a:cubicBezTo>
                <a:cubicBezTo>
                  <a:pt x="0" y="20571"/>
                  <a:pt x="0" y="21029"/>
                  <a:pt x="392" y="21486"/>
                </a:cubicBezTo>
                <a:cubicBezTo>
                  <a:pt x="740" y="21486"/>
                  <a:pt x="740" y="21486"/>
                  <a:pt x="1132" y="21486"/>
                </a:cubicBezTo>
                <a:cubicBezTo>
                  <a:pt x="1132" y="21486"/>
                  <a:pt x="1524" y="21486"/>
                  <a:pt x="1916" y="21029"/>
                </a:cubicBezTo>
                <a:lnTo>
                  <a:pt x="9232" y="705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1" name="Shape 7521"/>
          <p:cNvSpPr/>
          <p:nvPr/>
        </p:nvSpPr>
        <p:spPr>
          <a:xfrm>
            <a:off x="19001796" y="4845537"/>
            <a:ext cx="576632" cy="460297"/>
          </a:xfrm>
          <a:custGeom>
            <a:avLst/>
            <a:gdLst/>
            <a:ahLst/>
            <a:cxnLst>
              <a:cxn ang="0">
                <a:pos x="wd2" y="hd2"/>
              </a:cxn>
              <a:cxn ang="5400000">
                <a:pos x="wd2" y="hd2"/>
              </a:cxn>
              <a:cxn ang="10800000">
                <a:pos x="wd2" y="hd2"/>
              </a:cxn>
              <a:cxn ang="16200000">
                <a:pos x="wd2" y="hd2"/>
              </a:cxn>
            </a:cxnLst>
            <a:rect l="0" t="0" r="r" b="b"/>
            <a:pathLst>
              <a:path w="21511" h="21475" fill="norm" stroke="1" extrusionOk="0">
                <a:moveTo>
                  <a:pt x="21155" y="375"/>
                </a:moveTo>
                <a:cubicBezTo>
                  <a:pt x="16444" y="10703"/>
                  <a:pt x="16444" y="10703"/>
                  <a:pt x="16444" y="10703"/>
                </a:cubicBezTo>
                <a:cubicBezTo>
                  <a:pt x="16044" y="11203"/>
                  <a:pt x="15644" y="11203"/>
                  <a:pt x="15244" y="10703"/>
                </a:cubicBezTo>
                <a:cubicBezTo>
                  <a:pt x="12889" y="8204"/>
                  <a:pt x="12889" y="8204"/>
                  <a:pt x="12889" y="8204"/>
                </a:cubicBezTo>
                <a:cubicBezTo>
                  <a:pt x="12489" y="7704"/>
                  <a:pt x="12489" y="7704"/>
                  <a:pt x="12089" y="8204"/>
                </a:cubicBezTo>
                <a:cubicBezTo>
                  <a:pt x="8533" y="14645"/>
                  <a:pt x="8533" y="14645"/>
                  <a:pt x="8533" y="14645"/>
                </a:cubicBezTo>
                <a:cubicBezTo>
                  <a:pt x="8533" y="15145"/>
                  <a:pt x="8178" y="15145"/>
                  <a:pt x="7778" y="14645"/>
                </a:cubicBezTo>
                <a:cubicBezTo>
                  <a:pt x="6178" y="13146"/>
                  <a:pt x="6178" y="13146"/>
                  <a:pt x="6178" y="13146"/>
                </a:cubicBezTo>
                <a:cubicBezTo>
                  <a:pt x="5778" y="12646"/>
                  <a:pt x="5378" y="12646"/>
                  <a:pt x="5378" y="13146"/>
                </a:cubicBezTo>
                <a:cubicBezTo>
                  <a:pt x="267" y="21031"/>
                  <a:pt x="267" y="21031"/>
                  <a:pt x="267" y="21031"/>
                </a:cubicBezTo>
                <a:cubicBezTo>
                  <a:pt x="-89" y="21475"/>
                  <a:pt x="-89" y="21475"/>
                  <a:pt x="267" y="21475"/>
                </a:cubicBezTo>
                <a:cubicBezTo>
                  <a:pt x="21511" y="21475"/>
                  <a:pt x="21511" y="21475"/>
                  <a:pt x="21511" y="21475"/>
                </a:cubicBezTo>
                <a:cubicBezTo>
                  <a:pt x="21511" y="375"/>
                  <a:pt x="21511" y="375"/>
                  <a:pt x="21511" y="375"/>
                </a:cubicBezTo>
                <a:cubicBezTo>
                  <a:pt x="21511" y="-125"/>
                  <a:pt x="21511" y="-125"/>
                  <a:pt x="21155" y="375"/>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2" name="Shape 7522"/>
          <p:cNvSpPr/>
          <p:nvPr/>
        </p:nvSpPr>
        <p:spPr>
          <a:xfrm>
            <a:off x="2492186" y="5957167"/>
            <a:ext cx="468237" cy="533722"/>
          </a:xfrm>
          <a:custGeom>
            <a:avLst/>
            <a:gdLst/>
            <a:ahLst/>
            <a:cxnLst>
              <a:cxn ang="0">
                <a:pos x="wd2" y="hd2"/>
              </a:cxn>
              <a:cxn ang="5400000">
                <a:pos x="wd2" y="hd2"/>
              </a:cxn>
              <a:cxn ang="10800000">
                <a:pos x="wd2" y="hd2"/>
              </a:cxn>
              <a:cxn ang="16200000">
                <a:pos x="wd2" y="hd2"/>
              </a:cxn>
            </a:cxnLst>
            <a:rect l="0" t="0" r="r" b="b"/>
            <a:pathLst>
              <a:path w="21600" h="20861" fill="norm" stroke="1" extrusionOk="0">
                <a:moveTo>
                  <a:pt x="15674" y="7583"/>
                </a:moveTo>
                <a:cubicBezTo>
                  <a:pt x="15674" y="7162"/>
                  <a:pt x="20658" y="3422"/>
                  <a:pt x="17668" y="103"/>
                </a:cubicBezTo>
                <a:cubicBezTo>
                  <a:pt x="17169" y="-739"/>
                  <a:pt x="14732" y="3843"/>
                  <a:pt x="11298" y="5526"/>
                </a:cubicBezTo>
                <a:cubicBezTo>
                  <a:pt x="9360" y="6742"/>
                  <a:pt x="5428" y="8799"/>
                  <a:pt x="5428" y="10061"/>
                </a:cubicBezTo>
                <a:cubicBezTo>
                  <a:pt x="5428" y="17962"/>
                  <a:pt x="5428" y="17962"/>
                  <a:pt x="5428" y="17962"/>
                </a:cubicBezTo>
                <a:cubicBezTo>
                  <a:pt x="5428" y="19599"/>
                  <a:pt x="11797" y="20861"/>
                  <a:pt x="17169" y="20861"/>
                </a:cubicBezTo>
                <a:cubicBezTo>
                  <a:pt x="19108" y="20861"/>
                  <a:pt x="21600" y="10903"/>
                  <a:pt x="21600" y="9640"/>
                </a:cubicBezTo>
                <a:cubicBezTo>
                  <a:pt x="21600" y="8004"/>
                  <a:pt x="16172" y="8004"/>
                  <a:pt x="15674" y="7583"/>
                </a:cubicBezTo>
                <a:close/>
                <a:moveTo>
                  <a:pt x="3932" y="7583"/>
                </a:moveTo>
                <a:cubicBezTo>
                  <a:pt x="2991" y="7583"/>
                  <a:pt x="0" y="8004"/>
                  <a:pt x="0" y="11277"/>
                </a:cubicBezTo>
                <a:cubicBezTo>
                  <a:pt x="0" y="16653"/>
                  <a:pt x="0" y="16653"/>
                  <a:pt x="0" y="16653"/>
                </a:cubicBezTo>
                <a:cubicBezTo>
                  <a:pt x="0" y="20019"/>
                  <a:pt x="2991" y="20440"/>
                  <a:pt x="3932" y="20440"/>
                </a:cubicBezTo>
                <a:cubicBezTo>
                  <a:pt x="4929" y="20440"/>
                  <a:pt x="2437" y="19599"/>
                  <a:pt x="2437" y="17962"/>
                </a:cubicBezTo>
                <a:cubicBezTo>
                  <a:pt x="2437" y="10482"/>
                  <a:pt x="2437" y="10482"/>
                  <a:pt x="2437" y="10482"/>
                </a:cubicBezTo>
                <a:cubicBezTo>
                  <a:pt x="2437" y="8425"/>
                  <a:pt x="4929" y="7583"/>
                  <a:pt x="3932" y="758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3" name="Shape 7523"/>
          <p:cNvSpPr/>
          <p:nvPr/>
        </p:nvSpPr>
        <p:spPr>
          <a:xfrm>
            <a:off x="3678966" y="5959349"/>
            <a:ext cx="468244" cy="534835"/>
          </a:xfrm>
          <a:custGeom>
            <a:avLst/>
            <a:gdLst/>
            <a:ahLst/>
            <a:cxnLst>
              <a:cxn ang="0">
                <a:pos x="wd2" y="hd2"/>
              </a:cxn>
              <a:cxn ang="5400000">
                <a:pos x="wd2" y="hd2"/>
              </a:cxn>
              <a:cxn ang="10800000">
                <a:pos x="wd2" y="hd2"/>
              </a:cxn>
              <a:cxn ang="16200000">
                <a:pos x="wd2" y="hd2"/>
              </a:cxn>
            </a:cxnLst>
            <a:rect l="0" t="0" r="r" b="b"/>
            <a:pathLst>
              <a:path w="21600" h="20904" fill="norm" stroke="1" extrusionOk="0">
                <a:moveTo>
                  <a:pt x="5911" y="13728"/>
                </a:moveTo>
                <a:cubicBezTo>
                  <a:pt x="5911" y="14103"/>
                  <a:pt x="1050" y="17898"/>
                  <a:pt x="3977" y="20803"/>
                </a:cubicBezTo>
                <a:cubicBezTo>
                  <a:pt x="4419" y="21600"/>
                  <a:pt x="6905" y="17477"/>
                  <a:pt x="10275" y="15415"/>
                </a:cubicBezTo>
                <a:cubicBezTo>
                  <a:pt x="11767" y="14525"/>
                  <a:pt x="16186" y="12042"/>
                  <a:pt x="16186" y="11198"/>
                </a:cubicBezTo>
                <a:cubicBezTo>
                  <a:pt x="16186" y="2952"/>
                  <a:pt x="16186" y="2952"/>
                  <a:pt x="16186" y="2952"/>
                </a:cubicBezTo>
                <a:cubicBezTo>
                  <a:pt x="16186" y="1640"/>
                  <a:pt x="9336" y="0"/>
                  <a:pt x="4419" y="0"/>
                </a:cubicBezTo>
                <a:cubicBezTo>
                  <a:pt x="2431" y="0"/>
                  <a:pt x="0" y="9980"/>
                  <a:pt x="0" y="11620"/>
                </a:cubicBezTo>
                <a:cubicBezTo>
                  <a:pt x="0" y="13307"/>
                  <a:pt x="5414" y="13307"/>
                  <a:pt x="5911" y="13728"/>
                </a:cubicBezTo>
                <a:close/>
                <a:moveTo>
                  <a:pt x="17623" y="13307"/>
                </a:moveTo>
                <a:cubicBezTo>
                  <a:pt x="18672" y="13307"/>
                  <a:pt x="21600" y="12885"/>
                  <a:pt x="21600" y="9980"/>
                </a:cubicBezTo>
                <a:cubicBezTo>
                  <a:pt x="21600" y="4170"/>
                  <a:pt x="21600" y="4170"/>
                  <a:pt x="21600" y="4170"/>
                </a:cubicBezTo>
                <a:cubicBezTo>
                  <a:pt x="21600" y="843"/>
                  <a:pt x="18672" y="843"/>
                  <a:pt x="17623" y="843"/>
                </a:cubicBezTo>
                <a:cubicBezTo>
                  <a:pt x="16683" y="843"/>
                  <a:pt x="19114" y="1265"/>
                  <a:pt x="19114" y="3327"/>
                </a:cubicBezTo>
                <a:cubicBezTo>
                  <a:pt x="19114" y="10823"/>
                  <a:pt x="19114" y="10823"/>
                  <a:pt x="19114" y="10823"/>
                </a:cubicBezTo>
                <a:cubicBezTo>
                  <a:pt x="19114" y="12885"/>
                  <a:pt x="16683" y="13307"/>
                  <a:pt x="17623" y="1330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ID="9" grpId="1" fill="hold">
                                  <p:stCondLst>
                                    <p:cond delay="0"/>
                                  </p:stCondLst>
                                  <p:iterate type="el" backwards="0">
                                    <p:tmAbs val="0"/>
                                  </p:iterate>
                                  <p:childTnLst>
                                    <p:set>
                                      <p:cBhvr>
                                        <p:cTn id="6" fill="hold"/>
                                        <p:tgtEl>
                                          <p:spTgt spid="7388"/>
                                        </p:tgtEl>
                                        <p:attrNameLst>
                                          <p:attrName>style.visibility</p:attrName>
                                        </p:attrNameLst>
                                      </p:cBhvr>
                                      <p:to>
                                        <p:strVal val="visible"/>
                                      </p:to>
                                    </p:set>
                                    <p:animEffect filter="dissolve" transition="in">
                                      <p:cBhvr>
                                        <p:cTn id="7" dur="500"/>
                                        <p:tgtEl>
                                          <p:spTgt spid="7388"/>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7389"/>
                                        </p:tgtEl>
                                        <p:attrNameLst>
                                          <p:attrName>style.visibility</p:attrName>
                                        </p:attrNameLst>
                                      </p:cBhvr>
                                      <p:to>
                                        <p:strVal val="visible"/>
                                      </p:to>
                                    </p:set>
                                    <p:animEffect filter="dissolve" transition="in">
                                      <p:cBhvr>
                                        <p:cTn id="11" dur="500"/>
                                        <p:tgtEl>
                                          <p:spTgt spid="7389"/>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7390"/>
                                        </p:tgtEl>
                                        <p:attrNameLst>
                                          <p:attrName>style.visibility</p:attrName>
                                        </p:attrNameLst>
                                      </p:cBhvr>
                                      <p:to>
                                        <p:strVal val="visible"/>
                                      </p:to>
                                    </p:set>
                                    <p:animEffect filter="dissolve" transition="in">
                                      <p:cBhvr>
                                        <p:cTn id="15" dur="500"/>
                                        <p:tgtEl>
                                          <p:spTgt spid="7390"/>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7391"/>
                                        </p:tgtEl>
                                        <p:attrNameLst>
                                          <p:attrName>style.visibility</p:attrName>
                                        </p:attrNameLst>
                                      </p:cBhvr>
                                      <p:to>
                                        <p:strVal val="visible"/>
                                      </p:to>
                                    </p:set>
                                    <p:animEffect filter="dissolve" transition="in">
                                      <p:cBhvr>
                                        <p:cTn id="19" dur="500"/>
                                        <p:tgtEl>
                                          <p:spTgt spid="7391"/>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7392"/>
                                        </p:tgtEl>
                                        <p:attrNameLst>
                                          <p:attrName>style.visibility</p:attrName>
                                        </p:attrNameLst>
                                      </p:cBhvr>
                                      <p:to>
                                        <p:strVal val="visible"/>
                                      </p:to>
                                    </p:set>
                                    <p:animEffect filter="dissolve" transition="in">
                                      <p:cBhvr>
                                        <p:cTn id="23" dur="500"/>
                                        <p:tgtEl>
                                          <p:spTgt spid="7392"/>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7393"/>
                                        </p:tgtEl>
                                        <p:attrNameLst>
                                          <p:attrName>style.visibility</p:attrName>
                                        </p:attrNameLst>
                                      </p:cBhvr>
                                      <p:to>
                                        <p:strVal val="visible"/>
                                      </p:to>
                                    </p:set>
                                    <p:animEffect filter="dissolve" transition="in">
                                      <p:cBhvr>
                                        <p:cTn id="27" dur="500"/>
                                        <p:tgtEl>
                                          <p:spTgt spid="7393"/>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7394"/>
                                        </p:tgtEl>
                                        <p:attrNameLst>
                                          <p:attrName>style.visibility</p:attrName>
                                        </p:attrNameLst>
                                      </p:cBhvr>
                                      <p:to>
                                        <p:strVal val="visible"/>
                                      </p:to>
                                    </p:set>
                                    <p:animEffect filter="dissolve" transition="in">
                                      <p:cBhvr>
                                        <p:cTn id="31" dur="500"/>
                                        <p:tgtEl>
                                          <p:spTgt spid="7394"/>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7395"/>
                                        </p:tgtEl>
                                        <p:attrNameLst>
                                          <p:attrName>style.visibility</p:attrName>
                                        </p:attrNameLst>
                                      </p:cBhvr>
                                      <p:to>
                                        <p:strVal val="visible"/>
                                      </p:to>
                                    </p:set>
                                    <p:animEffect filter="dissolve" transition="in">
                                      <p:cBhvr>
                                        <p:cTn id="35" dur="500"/>
                                        <p:tgtEl>
                                          <p:spTgt spid="7395"/>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7396"/>
                                        </p:tgtEl>
                                        <p:attrNameLst>
                                          <p:attrName>style.visibility</p:attrName>
                                        </p:attrNameLst>
                                      </p:cBhvr>
                                      <p:to>
                                        <p:strVal val="visible"/>
                                      </p:to>
                                    </p:set>
                                    <p:animEffect filter="dissolve" transition="in">
                                      <p:cBhvr>
                                        <p:cTn id="39" dur="500"/>
                                        <p:tgtEl>
                                          <p:spTgt spid="7396"/>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7397"/>
                                        </p:tgtEl>
                                        <p:attrNameLst>
                                          <p:attrName>style.visibility</p:attrName>
                                        </p:attrNameLst>
                                      </p:cBhvr>
                                      <p:to>
                                        <p:strVal val="visible"/>
                                      </p:to>
                                    </p:set>
                                    <p:animEffect filter="dissolve" transition="in">
                                      <p:cBhvr>
                                        <p:cTn id="43" dur="500"/>
                                        <p:tgtEl>
                                          <p:spTgt spid="7397"/>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7398"/>
                                        </p:tgtEl>
                                        <p:attrNameLst>
                                          <p:attrName>style.visibility</p:attrName>
                                        </p:attrNameLst>
                                      </p:cBhvr>
                                      <p:to>
                                        <p:strVal val="visible"/>
                                      </p:to>
                                    </p:set>
                                    <p:animEffect filter="dissolve" transition="in">
                                      <p:cBhvr>
                                        <p:cTn id="47" dur="500"/>
                                        <p:tgtEl>
                                          <p:spTgt spid="7398"/>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7399"/>
                                        </p:tgtEl>
                                        <p:attrNameLst>
                                          <p:attrName>style.visibility</p:attrName>
                                        </p:attrNameLst>
                                      </p:cBhvr>
                                      <p:to>
                                        <p:strVal val="visible"/>
                                      </p:to>
                                    </p:set>
                                    <p:animEffect filter="dissolve" transition="in">
                                      <p:cBhvr>
                                        <p:cTn id="51" dur="500"/>
                                        <p:tgtEl>
                                          <p:spTgt spid="7399"/>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7400"/>
                                        </p:tgtEl>
                                        <p:attrNameLst>
                                          <p:attrName>style.visibility</p:attrName>
                                        </p:attrNameLst>
                                      </p:cBhvr>
                                      <p:to>
                                        <p:strVal val="visible"/>
                                      </p:to>
                                    </p:set>
                                    <p:animEffect filter="dissolve" transition="in">
                                      <p:cBhvr>
                                        <p:cTn id="55" dur="500"/>
                                        <p:tgtEl>
                                          <p:spTgt spid="7400"/>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7401"/>
                                        </p:tgtEl>
                                        <p:attrNameLst>
                                          <p:attrName>style.visibility</p:attrName>
                                        </p:attrNameLst>
                                      </p:cBhvr>
                                      <p:to>
                                        <p:strVal val="visible"/>
                                      </p:to>
                                    </p:set>
                                    <p:animEffect filter="dissolve" transition="in">
                                      <p:cBhvr>
                                        <p:cTn id="59" dur="500"/>
                                        <p:tgtEl>
                                          <p:spTgt spid="7401"/>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7402"/>
                                        </p:tgtEl>
                                        <p:attrNameLst>
                                          <p:attrName>style.visibility</p:attrName>
                                        </p:attrNameLst>
                                      </p:cBhvr>
                                      <p:to>
                                        <p:strVal val="visible"/>
                                      </p:to>
                                    </p:set>
                                    <p:animEffect filter="dissolve" transition="in">
                                      <p:cBhvr>
                                        <p:cTn id="63" dur="500"/>
                                        <p:tgtEl>
                                          <p:spTgt spid="7402"/>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7403"/>
                                        </p:tgtEl>
                                        <p:attrNameLst>
                                          <p:attrName>style.visibility</p:attrName>
                                        </p:attrNameLst>
                                      </p:cBhvr>
                                      <p:to>
                                        <p:strVal val="visible"/>
                                      </p:to>
                                    </p:set>
                                    <p:animEffect filter="dissolve" transition="in">
                                      <p:cBhvr>
                                        <p:cTn id="67" dur="500"/>
                                        <p:tgtEl>
                                          <p:spTgt spid="7403"/>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7404"/>
                                        </p:tgtEl>
                                        <p:attrNameLst>
                                          <p:attrName>style.visibility</p:attrName>
                                        </p:attrNameLst>
                                      </p:cBhvr>
                                      <p:to>
                                        <p:strVal val="visible"/>
                                      </p:to>
                                    </p:set>
                                    <p:animEffect filter="dissolve" transition="in">
                                      <p:cBhvr>
                                        <p:cTn id="71" dur="500"/>
                                        <p:tgtEl>
                                          <p:spTgt spid="7404"/>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7405"/>
                                        </p:tgtEl>
                                        <p:attrNameLst>
                                          <p:attrName>style.visibility</p:attrName>
                                        </p:attrNameLst>
                                      </p:cBhvr>
                                      <p:to>
                                        <p:strVal val="visible"/>
                                      </p:to>
                                    </p:set>
                                    <p:animEffect filter="dissolve" transition="in">
                                      <p:cBhvr>
                                        <p:cTn id="75" dur="500"/>
                                        <p:tgtEl>
                                          <p:spTgt spid="7405"/>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7406"/>
                                        </p:tgtEl>
                                        <p:attrNameLst>
                                          <p:attrName>style.visibility</p:attrName>
                                        </p:attrNameLst>
                                      </p:cBhvr>
                                      <p:to>
                                        <p:strVal val="visible"/>
                                      </p:to>
                                    </p:set>
                                    <p:animEffect filter="dissolve" transition="in">
                                      <p:cBhvr>
                                        <p:cTn id="79" dur="500"/>
                                        <p:tgtEl>
                                          <p:spTgt spid="7406"/>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7407"/>
                                        </p:tgtEl>
                                        <p:attrNameLst>
                                          <p:attrName>style.visibility</p:attrName>
                                        </p:attrNameLst>
                                      </p:cBhvr>
                                      <p:to>
                                        <p:strVal val="visible"/>
                                      </p:to>
                                    </p:set>
                                    <p:animEffect filter="dissolve" transition="in">
                                      <p:cBhvr>
                                        <p:cTn id="83" dur="500"/>
                                        <p:tgtEl>
                                          <p:spTgt spid="7407"/>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7408"/>
                                        </p:tgtEl>
                                        <p:attrNameLst>
                                          <p:attrName>style.visibility</p:attrName>
                                        </p:attrNameLst>
                                      </p:cBhvr>
                                      <p:to>
                                        <p:strVal val="visible"/>
                                      </p:to>
                                    </p:set>
                                    <p:animEffect filter="dissolve" transition="in">
                                      <p:cBhvr>
                                        <p:cTn id="87" dur="500"/>
                                        <p:tgtEl>
                                          <p:spTgt spid="7408"/>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7409"/>
                                        </p:tgtEl>
                                        <p:attrNameLst>
                                          <p:attrName>style.visibility</p:attrName>
                                        </p:attrNameLst>
                                      </p:cBhvr>
                                      <p:to>
                                        <p:strVal val="visible"/>
                                      </p:to>
                                    </p:set>
                                    <p:animEffect filter="dissolve" transition="in">
                                      <p:cBhvr>
                                        <p:cTn id="91" dur="500"/>
                                        <p:tgtEl>
                                          <p:spTgt spid="7409"/>
                                        </p:tgtEl>
                                      </p:cBhvr>
                                    </p:animEffect>
                                  </p:childTnLst>
                                </p:cTn>
                              </p:par>
                            </p:childTnLst>
                          </p:cTn>
                        </p:par>
                        <p:par>
                          <p:cTn id="92" fill="hold">
                            <p:stCondLst>
                              <p:cond delay="11000"/>
                            </p:stCondLst>
                            <p:childTnLst>
                              <p:par>
                                <p:cTn id="93" presetClass="entr" nodeType="afterEffect" presetID="9" grpId="23" fill="hold">
                                  <p:stCondLst>
                                    <p:cond delay="0"/>
                                  </p:stCondLst>
                                  <p:iterate type="el" backwards="0">
                                    <p:tmAbs val="0"/>
                                  </p:iterate>
                                  <p:childTnLst>
                                    <p:set>
                                      <p:cBhvr>
                                        <p:cTn id="94" fill="hold"/>
                                        <p:tgtEl>
                                          <p:spTgt spid="7410"/>
                                        </p:tgtEl>
                                        <p:attrNameLst>
                                          <p:attrName>style.visibility</p:attrName>
                                        </p:attrNameLst>
                                      </p:cBhvr>
                                      <p:to>
                                        <p:strVal val="visible"/>
                                      </p:to>
                                    </p:set>
                                    <p:animEffect filter="dissolve" transition="in">
                                      <p:cBhvr>
                                        <p:cTn id="95" dur="500"/>
                                        <p:tgtEl>
                                          <p:spTgt spid="7410"/>
                                        </p:tgtEl>
                                      </p:cBhvr>
                                    </p:animEffect>
                                  </p:childTnLst>
                                </p:cTn>
                              </p:par>
                            </p:childTnLst>
                          </p:cTn>
                        </p:par>
                        <p:par>
                          <p:cTn id="96" fill="hold">
                            <p:stCondLst>
                              <p:cond delay="11500"/>
                            </p:stCondLst>
                            <p:childTnLst>
                              <p:par>
                                <p:cTn id="97" presetClass="entr" nodeType="afterEffect" presetID="9" grpId="24" fill="hold">
                                  <p:stCondLst>
                                    <p:cond delay="0"/>
                                  </p:stCondLst>
                                  <p:iterate type="el" backwards="0">
                                    <p:tmAbs val="0"/>
                                  </p:iterate>
                                  <p:childTnLst>
                                    <p:set>
                                      <p:cBhvr>
                                        <p:cTn id="98" fill="hold"/>
                                        <p:tgtEl>
                                          <p:spTgt spid="7411"/>
                                        </p:tgtEl>
                                        <p:attrNameLst>
                                          <p:attrName>style.visibility</p:attrName>
                                        </p:attrNameLst>
                                      </p:cBhvr>
                                      <p:to>
                                        <p:strVal val="visible"/>
                                      </p:to>
                                    </p:set>
                                    <p:animEffect filter="dissolve" transition="in">
                                      <p:cBhvr>
                                        <p:cTn id="99" dur="500"/>
                                        <p:tgtEl>
                                          <p:spTgt spid="7411"/>
                                        </p:tgtEl>
                                      </p:cBhvr>
                                    </p:animEffect>
                                  </p:childTnLst>
                                </p:cTn>
                              </p:par>
                            </p:childTnLst>
                          </p:cTn>
                        </p:par>
                        <p:par>
                          <p:cTn id="100" fill="hold">
                            <p:stCondLst>
                              <p:cond delay="12000"/>
                            </p:stCondLst>
                            <p:childTnLst>
                              <p:par>
                                <p:cTn id="101" presetClass="entr" nodeType="afterEffect" presetID="9" grpId="25" fill="hold">
                                  <p:stCondLst>
                                    <p:cond delay="0"/>
                                  </p:stCondLst>
                                  <p:iterate type="el" backwards="0">
                                    <p:tmAbs val="0"/>
                                  </p:iterate>
                                  <p:childTnLst>
                                    <p:set>
                                      <p:cBhvr>
                                        <p:cTn id="102" fill="hold"/>
                                        <p:tgtEl>
                                          <p:spTgt spid="7412"/>
                                        </p:tgtEl>
                                        <p:attrNameLst>
                                          <p:attrName>style.visibility</p:attrName>
                                        </p:attrNameLst>
                                      </p:cBhvr>
                                      <p:to>
                                        <p:strVal val="visible"/>
                                      </p:to>
                                    </p:set>
                                    <p:animEffect filter="dissolve" transition="in">
                                      <p:cBhvr>
                                        <p:cTn id="103" dur="500"/>
                                        <p:tgtEl>
                                          <p:spTgt spid="7412"/>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7413"/>
                                        </p:tgtEl>
                                        <p:attrNameLst>
                                          <p:attrName>style.visibility</p:attrName>
                                        </p:attrNameLst>
                                      </p:cBhvr>
                                      <p:to>
                                        <p:strVal val="visible"/>
                                      </p:to>
                                    </p:set>
                                    <p:animEffect filter="dissolve" transition="in">
                                      <p:cBhvr>
                                        <p:cTn id="107" dur="500"/>
                                        <p:tgtEl>
                                          <p:spTgt spid="7413"/>
                                        </p:tgtEl>
                                      </p:cBhvr>
                                    </p:animEffect>
                                  </p:childTnLst>
                                </p:cTn>
                              </p:par>
                            </p:childTnLst>
                          </p:cTn>
                        </p:par>
                        <p:par>
                          <p:cTn id="108" fill="hold">
                            <p:stCondLst>
                              <p:cond delay="13000"/>
                            </p:stCondLst>
                            <p:childTnLst>
                              <p:par>
                                <p:cTn id="109" presetClass="entr" nodeType="afterEffect" presetID="9" grpId="27" fill="hold">
                                  <p:stCondLst>
                                    <p:cond delay="0"/>
                                  </p:stCondLst>
                                  <p:iterate type="el" backwards="0">
                                    <p:tmAbs val="0"/>
                                  </p:iterate>
                                  <p:childTnLst>
                                    <p:set>
                                      <p:cBhvr>
                                        <p:cTn id="110" fill="hold"/>
                                        <p:tgtEl>
                                          <p:spTgt spid="7414"/>
                                        </p:tgtEl>
                                        <p:attrNameLst>
                                          <p:attrName>style.visibility</p:attrName>
                                        </p:attrNameLst>
                                      </p:cBhvr>
                                      <p:to>
                                        <p:strVal val="visible"/>
                                      </p:to>
                                    </p:set>
                                    <p:animEffect filter="dissolve" transition="in">
                                      <p:cBhvr>
                                        <p:cTn id="111" dur="500"/>
                                        <p:tgtEl>
                                          <p:spTgt spid="7414"/>
                                        </p:tgtEl>
                                      </p:cBhvr>
                                    </p:animEffect>
                                  </p:childTnLst>
                                </p:cTn>
                              </p:par>
                            </p:childTnLst>
                          </p:cTn>
                        </p:par>
                        <p:par>
                          <p:cTn id="112" fill="hold">
                            <p:stCondLst>
                              <p:cond delay="13500"/>
                            </p:stCondLst>
                            <p:childTnLst>
                              <p:par>
                                <p:cTn id="113" presetClass="entr" nodeType="afterEffect" presetID="9" grpId="28" fill="hold">
                                  <p:stCondLst>
                                    <p:cond delay="0"/>
                                  </p:stCondLst>
                                  <p:iterate type="el" backwards="0">
                                    <p:tmAbs val="0"/>
                                  </p:iterate>
                                  <p:childTnLst>
                                    <p:set>
                                      <p:cBhvr>
                                        <p:cTn id="114" fill="hold"/>
                                        <p:tgtEl>
                                          <p:spTgt spid="7415"/>
                                        </p:tgtEl>
                                        <p:attrNameLst>
                                          <p:attrName>style.visibility</p:attrName>
                                        </p:attrNameLst>
                                      </p:cBhvr>
                                      <p:to>
                                        <p:strVal val="visible"/>
                                      </p:to>
                                    </p:set>
                                    <p:animEffect filter="dissolve" transition="in">
                                      <p:cBhvr>
                                        <p:cTn id="115" dur="500"/>
                                        <p:tgtEl>
                                          <p:spTgt spid="7415"/>
                                        </p:tgtEl>
                                      </p:cBhvr>
                                    </p:animEffect>
                                  </p:childTnLst>
                                </p:cTn>
                              </p:par>
                            </p:childTnLst>
                          </p:cTn>
                        </p:par>
                        <p:par>
                          <p:cTn id="116" fill="hold">
                            <p:stCondLst>
                              <p:cond delay="14000"/>
                            </p:stCondLst>
                            <p:childTnLst>
                              <p:par>
                                <p:cTn id="117" presetClass="entr" nodeType="afterEffect" presetID="9" grpId="29" fill="hold">
                                  <p:stCondLst>
                                    <p:cond delay="0"/>
                                  </p:stCondLst>
                                  <p:iterate type="el" backwards="0">
                                    <p:tmAbs val="0"/>
                                  </p:iterate>
                                  <p:childTnLst>
                                    <p:set>
                                      <p:cBhvr>
                                        <p:cTn id="118" fill="hold"/>
                                        <p:tgtEl>
                                          <p:spTgt spid="7416"/>
                                        </p:tgtEl>
                                        <p:attrNameLst>
                                          <p:attrName>style.visibility</p:attrName>
                                        </p:attrNameLst>
                                      </p:cBhvr>
                                      <p:to>
                                        <p:strVal val="visible"/>
                                      </p:to>
                                    </p:set>
                                    <p:animEffect filter="dissolve" transition="in">
                                      <p:cBhvr>
                                        <p:cTn id="119" dur="500"/>
                                        <p:tgtEl>
                                          <p:spTgt spid="7416"/>
                                        </p:tgtEl>
                                      </p:cBhvr>
                                    </p:animEffect>
                                  </p:childTnLst>
                                </p:cTn>
                              </p:par>
                            </p:childTnLst>
                          </p:cTn>
                        </p:par>
                        <p:par>
                          <p:cTn id="120" fill="hold">
                            <p:stCondLst>
                              <p:cond delay="14500"/>
                            </p:stCondLst>
                            <p:childTnLst>
                              <p:par>
                                <p:cTn id="121" presetClass="entr" nodeType="afterEffect" presetID="9" grpId="30" fill="hold">
                                  <p:stCondLst>
                                    <p:cond delay="0"/>
                                  </p:stCondLst>
                                  <p:iterate type="el" backwards="0">
                                    <p:tmAbs val="0"/>
                                  </p:iterate>
                                  <p:childTnLst>
                                    <p:set>
                                      <p:cBhvr>
                                        <p:cTn id="122" fill="hold"/>
                                        <p:tgtEl>
                                          <p:spTgt spid="7417"/>
                                        </p:tgtEl>
                                        <p:attrNameLst>
                                          <p:attrName>style.visibility</p:attrName>
                                        </p:attrNameLst>
                                      </p:cBhvr>
                                      <p:to>
                                        <p:strVal val="visible"/>
                                      </p:to>
                                    </p:set>
                                    <p:animEffect filter="dissolve" transition="in">
                                      <p:cBhvr>
                                        <p:cTn id="123" dur="500"/>
                                        <p:tgtEl>
                                          <p:spTgt spid="7417"/>
                                        </p:tgtEl>
                                      </p:cBhvr>
                                    </p:animEffect>
                                  </p:childTnLst>
                                </p:cTn>
                              </p:par>
                            </p:childTnLst>
                          </p:cTn>
                        </p:par>
                        <p:par>
                          <p:cTn id="124" fill="hold">
                            <p:stCondLst>
                              <p:cond delay="15000"/>
                            </p:stCondLst>
                            <p:childTnLst>
                              <p:par>
                                <p:cTn id="125" presetClass="entr" nodeType="afterEffect" presetID="9" grpId="31" fill="hold">
                                  <p:stCondLst>
                                    <p:cond delay="0"/>
                                  </p:stCondLst>
                                  <p:iterate type="el" backwards="0">
                                    <p:tmAbs val="0"/>
                                  </p:iterate>
                                  <p:childTnLst>
                                    <p:set>
                                      <p:cBhvr>
                                        <p:cTn id="126" fill="hold"/>
                                        <p:tgtEl>
                                          <p:spTgt spid="7418"/>
                                        </p:tgtEl>
                                        <p:attrNameLst>
                                          <p:attrName>style.visibility</p:attrName>
                                        </p:attrNameLst>
                                      </p:cBhvr>
                                      <p:to>
                                        <p:strVal val="visible"/>
                                      </p:to>
                                    </p:set>
                                    <p:animEffect filter="dissolve" transition="in">
                                      <p:cBhvr>
                                        <p:cTn id="127" dur="500"/>
                                        <p:tgtEl>
                                          <p:spTgt spid="7418"/>
                                        </p:tgtEl>
                                      </p:cBhvr>
                                    </p:animEffect>
                                  </p:childTnLst>
                                </p:cTn>
                              </p:par>
                            </p:childTnLst>
                          </p:cTn>
                        </p:par>
                        <p:par>
                          <p:cTn id="128" fill="hold">
                            <p:stCondLst>
                              <p:cond delay="15500"/>
                            </p:stCondLst>
                            <p:childTnLst>
                              <p:par>
                                <p:cTn id="129" presetClass="entr" nodeType="afterEffect" presetID="9" grpId="32" fill="hold">
                                  <p:stCondLst>
                                    <p:cond delay="0"/>
                                  </p:stCondLst>
                                  <p:iterate type="el" backwards="0">
                                    <p:tmAbs val="0"/>
                                  </p:iterate>
                                  <p:childTnLst>
                                    <p:set>
                                      <p:cBhvr>
                                        <p:cTn id="130" fill="hold"/>
                                        <p:tgtEl>
                                          <p:spTgt spid="7419"/>
                                        </p:tgtEl>
                                        <p:attrNameLst>
                                          <p:attrName>style.visibility</p:attrName>
                                        </p:attrNameLst>
                                      </p:cBhvr>
                                      <p:to>
                                        <p:strVal val="visible"/>
                                      </p:to>
                                    </p:set>
                                    <p:animEffect filter="dissolve" transition="in">
                                      <p:cBhvr>
                                        <p:cTn id="131" dur="500"/>
                                        <p:tgtEl>
                                          <p:spTgt spid="7419"/>
                                        </p:tgtEl>
                                      </p:cBhvr>
                                    </p:animEffect>
                                  </p:childTnLst>
                                </p:cTn>
                              </p:par>
                            </p:childTnLst>
                          </p:cTn>
                        </p:par>
                        <p:par>
                          <p:cTn id="132" fill="hold">
                            <p:stCondLst>
                              <p:cond delay="16000"/>
                            </p:stCondLst>
                            <p:childTnLst>
                              <p:par>
                                <p:cTn id="133" presetClass="entr" nodeType="afterEffect" presetID="9" grpId="33" fill="hold">
                                  <p:stCondLst>
                                    <p:cond delay="0"/>
                                  </p:stCondLst>
                                  <p:iterate type="el" backwards="0">
                                    <p:tmAbs val="0"/>
                                  </p:iterate>
                                  <p:childTnLst>
                                    <p:set>
                                      <p:cBhvr>
                                        <p:cTn id="134" fill="hold"/>
                                        <p:tgtEl>
                                          <p:spTgt spid="7420"/>
                                        </p:tgtEl>
                                        <p:attrNameLst>
                                          <p:attrName>style.visibility</p:attrName>
                                        </p:attrNameLst>
                                      </p:cBhvr>
                                      <p:to>
                                        <p:strVal val="visible"/>
                                      </p:to>
                                    </p:set>
                                    <p:animEffect filter="dissolve" transition="in">
                                      <p:cBhvr>
                                        <p:cTn id="135" dur="500"/>
                                        <p:tgtEl>
                                          <p:spTgt spid="7420"/>
                                        </p:tgtEl>
                                      </p:cBhvr>
                                    </p:animEffect>
                                  </p:childTnLst>
                                </p:cTn>
                              </p:par>
                            </p:childTnLst>
                          </p:cTn>
                        </p:par>
                        <p:par>
                          <p:cTn id="136" fill="hold">
                            <p:stCondLst>
                              <p:cond delay="16500"/>
                            </p:stCondLst>
                            <p:childTnLst>
                              <p:par>
                                <p:cTn id="137" presetClass="entr" nodeType="afterEffect" presetID="9" grpId="34" fill="hold">
                                  <p:stCondLst>
                                    <p:cond delay="0"/>
                                  </p:stCondLst>
                                  <p:iterate type="el" backwards="0">
                                    <p:tmAbs val="0"/>
                                  </p:iterate>
                                  <p:childTnLst>
                                    <p:set>
                                      <p:cBhvr>
                                        <p:cTn id="138" fill="hold"/>
                                        <p:tgtEl>
                                          <p:spTgt spid="7421"/>
                                        </p:tgtEl>
                                        <p:attrNameLst>
                                          <p:attrName>style.visibility</p:attrName>
                                        </p:attrNameLst>
                                      </p:cBhvr>
                                      <p:to>
                                        <p:strVal val="visible"/>
                                      </p:to>
                                    </p:set>
                                    <p:animEffect filter="dissolve" transition="in">
                                      <p:cBhvr>
                                        <p:cTn id="139" dur="500"/>
                                        <p:tgtEl>
                                          <p:spTgt spid="7421"/>
                                        </p:tgtEl>
                                      </p:cBhvr>
                                    </p:animEffect>
                                  </p:childTnLst>
                                </p:cTn>
                              </p:par>
                            </p:childTnLst>
                          </p:cTn>
                        </p:par>
                        <p:par>
                          <p:cTn id="140" fill="hold">
                            <p:stCondLst>
                              <p:cond delay="17000"/>
                            </p:stCondLst>
                            <p:childTnLst>
                              <p:par>
                                <p:cTn id="141" presetClass="entr" nodeType="afterEffect" presetID="9" grpId="35" fill="hold">
                                  <p:stCondLst>
                                    <p:cond delay="0"/>
                                  </p:stCondLst>
                                  <p:iterate type="el" backwards="0">
                                    <p:tmAbs val="0"/>
                                  </p:iterate>
                                  <p:childTnLst>
                                    <p:set>
                                      <p:cBhvr>
                                        <p:cTn id="142" fill="hold"/>
                                        <p:tgtEl>
                                          <p:spTgt spid="7422"/>
                                        </p:tgtEl>
                                        <p:attrNameLst>
                                          <p:attrName>style.visibility</p:attrName>
                                        </p:attrNameLst>
                                      </p:cBhvr>
                                      <p:to>
                                        <p:strVal val="visible"/>
                                      </p:to>
                                    </p:set>
                                    <p:animEffect filter="dissolve" transition="in">
                                      <p:cBhvr>
                                        <p:cTn id="143" dur="500"/>
                                        <p:tgtEl>
                                          <p:spTgt spid="7422"/>
                                        </p:tgtEl>
                                      </p:cBhvr>
                                    </p:animEffect>
                                  </p:childTnLst>
                                </p:cTn>
                              </p:par>
                            </p:childTnLst>
                          </p:cTn>
                        </p:par>
                        <p:par>
                          <p:cTn id="144" fill="hold">
                            <p:stCondLst>
                              <p:cond delay="17500"/>
                            </p:stCondLst>
                            <p:childTnLst>
                              <p:par>
                                <p:cTn id="145" presetClass="entr" nodeType="afterEffect" presetID="9" grpId="36" fill="hold">
                                  <p:stCondLst>
                                    <p:cond delay="0"/>
                                  </p:stCondLst>
                                  <p:iterate type="el" backwards="0">
                                    <p:tmAbs val="0"/>
                                  </p:iterate>
                                  <p:childTnLst>
                                    <p:set>
                                      <p:cBhvr>
                                        <p:cTn id="146" fill="hold"/>
                                        <p:tgtEl>
                                          <p:spTgt spid="7423"/>
                                        </p:tgtEl>
                                        <p:attrNameLst>
                                          <p:attrName>style.visibility</p:attrName>
                                        </p:attrNameLst>
                                      </p:cBhvr>
                                      <p:to>
                                        <p:strVal val="visible"/>
                                      </p:to>
                                    </p:set>
                                    <p:animEffect filter="dissolve" transition="in">
                                      <p:cBhvr>
                                        <p:cTn id="147" dur="500"/>
                                        <p:tgtEl>
                                          <p:spTgt spid="7423"/>
                                        </p:tgtEl>
                                      </p:cBhvr>
                                    </p:animEffect>
                                  </p:childTnLst>
                                </p:cTn>
                              </p:par>
                            </p:childTnLst>
                          </p:cTn>
                        </p:par>
                        <p:par>
                          <p:cTn id="148" fill="hold">
                            <p:stCondLst>
                              <p:cond delay="18000"/>
                            </p:stCondLst>
                            <p:childTnLst>
                              <p:par>
                                <p:cTn id="149" presetClass="entr" nodeType="afterEffect" presetID="9" grpId="37" fill="hold">
                                  <p:stCondLst>
                                    <p:cond delay="0"/>
                                  </p:stCondLst>
                                  <p:iterate type="el" backwards="0">
                                    <p:tmAbs val="0"/>
                                  </p:iterate>
                                  <p:childTnLst>
                                    <p:set>
                                      <p:cBhvr>
                                        <p:cTn id="150" fill="hold"/>
                                        <p:tgtEl>
                                          <p:spTgt spid="7424"/>
                                        </p:tgtEl>
                                        <p:attrNameLst>
                                          <p:attrName>style.visibility</p:attrName>
                                        </p:attrNameLst>
                                      </p:cBhvr>
                                      <p:to>
                                        <p:strVal val="visible"/>
                                      </p:to>
                                    </p:set>
                                    <p:animEffect filter="dissolve" transition="in">
                                      <p:cBhvr>
                                        <p:cTn id="151" dur="500"/>
                                        <p:tgtEl>
                                          <p:spTgt spid="7424"/>
                                        </p:tgtEl>
                                      </p:cBhvr>
                                    </p:animEffect>
                                  </p:childTnLst>
                                </p:cTn>
                              </p:par>
                            </p:childTnLst>
                          </p:cTn>
                        </p:par>
                        <p:par>
                          <p:cTn id="152" fill="hold">
                            <p:stCondLst>
                              <p:cond delay="18500"/>
                            </p:stCondLst>
                            <p:childTnLst>
                              <p:par>
                                <p:cTn id="153" presetClass="entr" nodeType="afterEffect" presetID="9" grpId="38" fill="hold">
                                  <p:stCondLst>
                                    <p:cond delay="0"/>
                                  </p:stCondLst>
                                  <p:iterate type="el" backwards="0">
                                    <p:tmAbs val="0"/>
                                  </p:iterate>
                                  <p:childTnLst>
                                    <p:set>
                                      <p:cBhvr>
                                        <p:cTn id="154" fill="hold"/>
                                        <p:tgtEl>
                                          <p:spTgt spid="7425"/>
                                        </p:tgtEl>
                                        <p:attrNameLst>
                                          <p:attrName>style.visibility</p:attrName>
                                        </p:attrNameLst>
                                      </p:cBhvr>
                                      <p:to>
                                        <p:strVal val="visible"/>
                                      </p:to>
                                    </p:set>
                                    <p:animEffect filter="dissolve" transition="in">
                                      <p:cBhvr>
                                        <p:cTn id="155" dur="500"/>
                                        <p:tgtEl>
                                          <p:spTgt spid="7425"/>
                                        </p:tgtEl>
                                      </p:cBhvr>
                                    </p:animEffect>
                                  </p:childTnLst>
                                </p:cTn>
                              </p:par>
                            </p:childTnLst>
                          </p:cTn>
                        </p:par>
                        <p:par>
                          <p:cTn id="156" fill="hold">
                            <p:stCondLst>
                              <p:cond delay="19000"/>
                            </p:stCondLst>
                            <p:childTnLst>
                              <p:par>
                                <p:cTn id="157" presetClass="entr" nodeType="afterEffect" presetID="9" grpId="39" fill="hold">
                                  <p:stCondLst>
                                    <p:cond delay="0"/>
                                  </p:stCondLst>
                                  <p:iterate type="el" backwards="0">
                                    <p:tmAbs val="0"/>
                                  </p:iterate>
                                  <p:childTnLst>
                                    <p:set>
                                      <p:cBhvr>
                                        <p:cTn id="158" fill="hold"/>
                                        <p:tgtEl>
                                          <p:spTgt spid="7426"/>
                                        </p:tgtEl>
                                        <p:attrNameLst>
                                          <p:attrName>style.visibility</p:attrName>
                                        </p:attrNameLst>
                                      </p:cBhvr>
                                      <p:to>
                                        <p:strVal val="visible"/>
                                      </p:to>
                                    </p:set>
                                    <p:animEffect filter="dissolve" transition="in">
                                      <p:cBhvr>
                                        <p:cTn id="159" dur="500"/>
                                        <p:tgtEl>
                                          <p:spTgt spid="7426"/>
                                        </p:tgtEl>
                                      </p:cBhvr>
                                    </p:animEffect>
                                  </p:childTnLst>
                                </p:cTn>
                              </p:par>
                            </p:childTnLst>
                          </p:cTn>
                        </p:par>
                        <p:par>
                          <p:cTn id="160" fill="hold">
                            <p:stCondLst>
                              <p:cond delay="19500"/>
                            </p:stCondLst>
                            <p:childTnLst>
                              <p:par>
                                <p:cTn id="161" presetClass="entr" nodeType="afterEffect" presetID="9" grpId="40" fill="hold">
                                  <p:stCondLst>
                                    <p:cond delay="0"/>
                                  </p:stCondLst>
                                  <p:iterate type="el" backwards="0">
                                    <p:tmAbs val="0"/>
                                  </p:iterate>
                                  <p:childTnLst>
                                    <p:set>
                                      <p:cBhvr>
                                        <p:cTn id="162" fill="hold"/>
                                        <p:tgtEl>
                                          <p:spTgt spid="7427"/>
                                        </p:tgtEl>
                                        <p:attrNameLst>
                                          <p:attrName>style.visibility</p:attrName>
                                        </p:attrNameLst>
                                      </p:cBhvr>
                                      <p:to>
                                        <p:strVal val="visible"/>
                                      </p:to>
                                    </p:set>
                                    <p:animEffect filter="dissolve" transition="in">
                                      <p:cBhvr>
                                        <p:cTn id="163" dur="500"/>
                                        <p:tgtEl>
                                          <p:spTgt spid="7427"/>
                                        </p:tgtEl>
                                      </p:cBhvr>
                                    </p:animEffect>
                                  </p:childTnLst>
                                </p:cTn>
                              </p:par>
                            </p:childTnLst>
                          </p:cTn>
                        </p:par>
                        <p:par>
                          <p:cTn id="164" fill="hold">
                            <p:stCondLst>
                              <p:cond delay="20000"/>
                            </p:stCondLst>
                            <p:childTnLst>
                              <p:par>
                                <p:cTn id="165" presetClass="entr" nodeType="afterEffect" presetID="9" grpId="41" fill="hold">
                                  <p:stCondLst>
                                    <p:cond delay="0"/>
                                  </p:stCondLst>
                                  <p:iterate type="el" backwards="0">
                                    <p:tmAbs val="0"/>
                                  </p:iterate>
                                  <p:childTnLst>
                                    <p:set>
                                      <p:cBhvr>
                                        <p:cTn id="166" fill="hold"/>
                                        <p:tgtEl>
                                          <p:spTgt spid="7428"/>
                                        </p:tgtEl>
                                        <p:attrNameLst>
                                          <p:attrName>style.visibility</p:attrName>
                                        </p:attrNameLst>
                                      </p:cBhvr>
                                      <p:to>
                                        <p:strVal val="visible"/>
                                      </p:to>
                                    </p:set>
                                    <p:animEffect filter="dissolve" transition="in">
                                      <p:cBhvr>
                                        <p:cTn id="167" dur="500"/>
                                        <p:tgtEl>
                                          <p:spTgt spid="7428"/>
                                        </p:tgtEl>
                                      </p:cBhvr>
                                    </p:animEffect>
                                  </p:childTnLst>
                                </p:cTn>
                              </p:par>
                            </p:childTnLst>
                          </p:cTn>
                        </p:par>
                        <p:par>
                          <p:cTn id="168" fill="hold">
                            <p:stCondLst>
                              <p:cond delay="20500"/>
                            </p:stCondLst>
                            <p:childTnLst>
                              <p:par>
                                <p:cTn id="169" presetClass="entr" nodeType="afterEffect" presetID="9" grpId="42" fill="hold">
                                  <p:stCondLst>
                                    <p:cond delay="0"/>
                                  </p:stCondLst>
                                  <p:iterate type="el" backwards="0">
                                    <p:tmAbs val="0"/>
                                  </p:iterate>
                                  <p:childTnLst>
                                    <p:set>
                                      <p:cBhvr>
                                        <p:cTn id="170" fill="hold"/>
                                        <p:tgtEl>
                                          <p:spTgt spid="7429"/>
                                        </p:tgtEl>
                                        <p:attrNameLst>
                                          <p:attrName>style.visibility</p:attrName>
                                        </p:attrNameLst>
                                      </p:cBhvr>
                                      <p:to>
                                        <p:strVal val="visible"/>
                                      </p:to>
                                    </p:set>
                                    <p:animEffect filter="dissolve" transition="in">
                                      <p:cBhvr>
                                        <p:cTn id="171" dur="500"/>
                                        <p:tgtEl>
                                          <p:spTgt spid="7429"/>
                                        </p:tgtEl>
                                      </p:cBhvr>
                                    </p:animEffect>
                                  </p:childTnLst>
                                </p:cTn>
                              </p:par>
                            </p:childTnLst>
                          </p:cTn>
                        </p:par>
                        <p:par>
                          <p:cTn id="172" fill="hold">
                            <p:stCondLst>
                              <p:cond delay="21000"/>
                            </p:stCondLst>
                            <p:childTnLst>
                              <p:par>
                                <p:cTn id="173" presetClass="entr" nodeType="afterEffect" presetID="9" grpId="43" fill="hold">
                                  <p:stCondLst>
                                    <p:cond delay="0"/>
                                  </p:stCondLst>
                                  <p:iterate type="el" backwards="0">
                                    <p:tmAbs val="0"/>
                                  </p:iterate>
                                  <p:childTnLst>
                                    <p:set>
                                      <p:cBhvr>
                                        <p:cTn id="174" fill="hold"/>
                                        <p:tgtEl>
                                          <p:spTgt spid="7430"/>
                                        </p:tgtEl>
                                        <p:attrNameLst>
                                          <p:attrName>style.visibility</p:attrName>
                                        </p:attrNameLst>
                                      </p:cBhvr>
                                      <p:to>
                                        <p:strVal val="visible"/>
                                      </p:to>
                                    </p:set>
                                    <p:animEffect filter="dissolve" transition="in">
                                      <p:cBhvr>
                                        <p:cTn id="175" dur="500"/>
                                        <p:tgtEl>
                                          <p:spTgt spid="7430"/>
                                        </p:tgtEl>
                                      </p:cBhvr>
                                    </p:animEffect>
                                  </p:childTnLst>
                                </p:cTn>
                              </p:par>
                            </p:childTnLst>
                          </p:cTn>
                        </p:par>
                        <p:par>
                          <p:cTn id="176" fill="hold">
                            <p:stCondLst>
                              <p:cond delay="21500"/>
                            </p:stCondLst>
                            <p:childTnLst>
                              <p:par>
                                <p:cTn id="177" presetClass="entr" nodeType="afterEffect" presetID="9" grpId="44" fill="hold">
                                  <p:stCondLst>
                                    <p:cond delay="0"/>
                                  </p:stCondLst>
                                  <p:iterate type="el" backwards="0">
                                    <p:tmAbs val="0"/>
                                  </p:iterate>
                                  <p:childTnLst>
                                    <p:set>
                                      <p:cBhvr>
                                        <p:cTn id="178" fill="hold"/>
                                        <p:tgtEl>
                                          <p:spTgt spid="7431"/>
                                        </p:tgtEl>
                                        <p:attrNameLst>
                                          <p:attrName>style.visibility</p:attrName>
                                        </p:attrNameLst>
                                      </p:cBhvr>
                                      <p:to>
                                        <p:strVal val="visible"/>
                                      </p:to>
                                    </p:set>
                                    <p:animEffect filter="dissolve" transition="in">
                                      <p:cBhvr>
                                        <p:cTn id="179" dur="500"/>
                                        <p:tgtEl>
                                          <p:spTgt spid="7431"/>
                                        </p:tgtEl>
                                      </p:cBhvr>
                                    </p:animEffect>
                                  </p:childTnLst>
                                </p:cTn>
                              </p:par>
                            </p:childTnLst>
                          </p:cTn>
                        </p:par>
                        <p:par>
                          <p:cTn id="180" fill="hold">
                            <p:stCondLst>
                              <p:cond delay="22000"/>
                            </p:stCondLst>
                            <p:childTnLst>
                              <p:par>
                                <p:cTn id="181" presetClass="entr" nodeType="afterEffect" presetID="9" grpId="45" fill="hold">
                                  <p:stCondLst>
                                    <p:cond delay="0"/>
                                  </p:stCondLst>
                                  <p:iterate type="el" backwards="0">
                                    <p:tmAbs val="0"/>
                                  </p:iterate>
                                  <p:childTnLst>
                                    <p:set>
                                      <p:cBhvr>
                                        <p:cTn id="182" fill="hold"/>
                                        <p:tgtEl>
                                          <p:spTgt spid="7432"/>
                                        </p:tgtEl>
                                        <p:attrNameLst>
                                          <p:attrName>style.visibility</p:attrName>
                                        </p:attrNameLst>
                                      </p:cBhvr>
                                      <p:to>
                                        <p:strVal val="visible"/>
                                      </p:to>
                                    </p:set>
                                    <p:animEffect filter="dissolve" transition="in">
                                      <p:cBhvr>
                                        <p:cTn id="183" dur="500"/>
                                        <p:tgtEl>
                                          <p:spTgt spid="7432"/>
                                        </p:tgtEl>
                                      </p:cBhvr>
                                    </p:animEffect>
                                  </p:childTnLst>
                                </p:cTn>
                              </p:par>
                            </p:childTnLst>
                          </p:cTn>
                        </p:par>
                        <p:par>
                          <p:cTn id="184" fill="hold">
                            <p:stCondLst>
                              <p:cond delay="22500"/>
                            </p:stCondLst>
                            <p:childTnLst>
                              <p:par>
                                <p:cTn id="185" presetClass="entr" nodeType="afterEffect" presetID="9" grpId="46" fill="hold">
                                  <p:stCondLst>
                                    <p:cond delay="0"/>
                                  </p:stCondLst>
                                  <p:iterate type="el" backwards="0">
                                    <p:tmAbs val="0"/>
                                  </p:iterate>
                                  <p:childTnLst>
                                    <p:set>
                                      <p:cBhvr>
                                        <p:cTn id="186" fill="hold"/>
                                        <p:tgtEl>
                                          <p:spTgt spid="7433"/>
                                        </p:tgtEl>
                                        <p:attrNameLst>
                                          <p:attrName>style.visibility</p:attrName>
                                        </p:attrNameLst>
                                      </p:cBhvr>
                                      <p:to>
                                        <p:strVal val="visible"/>
                                      </p:to>
                                    </p:set>
                                    <p:animEffect filter="dissolve" transition="in">
                                      <p:cBhvr>
                                        <p:cTn id="187" dur="500"/>
                                        <p:tgtEl>
                                          <p:spTgt spid="7433"/>
                                        </p:tgtEl>
                                      </p:cBhvr>
                                    </p:animEffect>
                                  </p:childTnLst>
                                </p:cTn>
                              </p:par>
                            </p:childTnLst>
                          </p:cTn>
                        </p:par>
                        <p:par>
                          <p:cTn id="188" fill="hold">
                            <p:stCondLst>
                              <p:cond delay="23000"/>
                            </p:stCondLst>
                            <p:childTnLst>
                              <p:par>
                                <p:cTn id="189" presetClass="entr" nodeType="afterEffect" presetID="9" grpId="47" fill="hold">
                                  <p:stCondLst>
                                    <p:cond delay="0"/>
                                  </p:stCondLst>
                                  <p:iterate type="el" backwards="0">
                                    <p:tmAbs val="0"/>
                                  </p:iterate>
                                  <p:childTnLst>
                                    <p:set>
                                      <p:cBhvr>
                                        <p:cTn id="190" fill="hold"/>
                                        <p:tgtEl>
                                          <p:spTgt spid="7434"/>
                                        </p:tgtEl>
                                        <p:attrNameLst>
                                          <p:attrName>style.visibility</p:attrName>
                                        </p:attrNameLst>
                                      </p:cBhvr>
                                      <p:to>
                                        <p:strVal val="visible"/>
                                      </p:to>
                                    </p:set>
                                    <p:animEffect filter="dissolve" transition="in">
                                      <p:cBhvr>
                                        <p:cTn id="191" dur="500"/>
                                        <p:tgtEl>
                                          <p:spTgt spid="7434"/>
                                        </p:tgtEl>
                                      </p:cBhvr>
                                    </p:animEffect>
                                  </p:childTnLst>
                                </p:cTn>
                              </p:par>
                            </p:childTnLst>
                          </p:cTn>
                        </p:par>
                        <p:par>
                          <p:cTn id="192" fill="hold">
                            <p:stCondLst>
                              <p:cond delay="23500"/>
                            </p:stCondLst>
                            <p:childTnLst>
                              <p:par>
                                <p:cTn id="193" presetClass="entr" nodeType="afterEffect" presetID="9" grpId="48" fill="hold">
                                  <p:stCondLst>
                                    <p:cond delay="0"/>
                                  </p:stCondLst>
                                  <p:iterate type="el" backwards="0">
                                    <p:tmAbs val="0"/>
                                  </p:iterate>
                                  <p:childTnLst>
                                    <p:set>
                                      <p:cBhvr>
                                        <p:cTn id="194" fill="hold"/>
                                        <p:tgtEl>
                                          <p:spTgt spid="7435"/>
                                        </p:tgtEl>
                                        <p:attrNameLst>
                                          <p:attrName>style.visibility</p:attrName>
                                        </p:attrNameLst>
                                      </p:cBhvr>
                                      <p:to>
                                        <p:strVal val="visible"/>
                                      </p:to>
                                    </p:set>
                                    <p:animEffect filter="dissolve" transition="in">
                                      <p:cBhvr>
                                        <p:cTn id="195" dur="500"/>
                                        <p:tgtEl>
                                          <p:spTgt spid="7435"/>
                                        </p:tgtEl>
                                      </p:cBhvr>
                                    </p:animEffect>
                                  </p:childTnLst>
                                </p:cTn>
                              </p:par>
                            </p:childTnLst>
                          </p:cTn>
                        </p:par>
                        <p:par>
                          <p:cTn id="196" fill="hold">
                            <p:stCondLst>
                              <p:cond delay="24000"/>
                            </p:stCondLst>
                            <p:childTnLst>
                              <p:par>
                                <p:cTn id="197" presetClass="entr" nodeType="afterEffect" presetID="9" grpId="49" fill="hold">
                                  <p:stCondLst>
                                    <p:cond delay="0"/>
                                  </p:stCondLst>
                                  <p:iterate type="el" backwards="0">
                                    <p:tmAbs val="0"/>
                                  </p:iterate>
                                  <p:childTnLst>
                                    <p:set>
                                      <p:cBhvr>
                                        <p:cTn id="198" fill="hold"/>
                                        <p:tgtEl>
                                          <p:spTgt spid="7436"/>
                                        </p:tgtEl>
                                        <p:attrNameLst>
                                          <p:attrName>style.visibility</p:attrName>
                                        </p:attrNameLst>
                                      </p:cBhvr>
                                      <p:to>
                                        <p:strVal val="visible"/>
                                      </p:to>
                                    </p:set>
                                    <p:animEffect filter="dissolve" transition="in">
                                      <p:cBhvr>
                                        <p:cTn id="199" dur="500"/>
                                        <p:tgtEl>
                                          <p:spTgt spid="7436"/>
                                        </p:tgtEl>
                                      </p:cBhvr>
                                    </p:animEffect>
                                  </p:childTnLst>
                                </p:cTn>
                              </p:par>
                            </p:childTnLst>
                          </p:cTn>
                        </p:par>
                        <p:par>
                          <p:cTn id="200" fill="hold">
                            <p:stCondLst>
                              <p:cond delay="24500"/>
                            </p:stCondLst>
                            <p:childTnLst>
                              <p:par>
                                <p:cTn id="201" presetClass="entr" nodeType="afterEffect" presetID="9" grpId="50" fill="hold">
                                  <p:stCondLst>
                                    <p:cond delay="0"/>
                                  </p:stCondLst>
                                  <p:iterate type="el" backwards="0">
                                    <p:tmAbs val="0"/>
                                  </p:iterate>
                                  <p:childTnLst>
                                    <p:set>
                                      <p:cBhvr>
                                        <p:cTn id="202" fill="hold"/>
                                        <p:tgtEl>
                                          <p:spTgt spid="7437"/>
                                        </p:tgtEl>
                                        <p:attrNameLst>
                                          <p:attrName>style.visibility</p:attrName>
                                        </p:attrNameLst>
                                      </p:cBhvr>
                                      <p:to>
                                        <p:strVal val="visible"/>
                                      </p:to>
                                    </p:set>
                                    <p:animEffect filter="dissolve" transition="in">
                                      <p:cBhvr>
                                        <p:cTn id="203" dur="500"/>
                                        <p:tgtEl>
                                          <p:spTgt spid="7437"/>
                                        </p:tgtEl>
                                      </p:cBhvr>
                                    </p:animEffect>
                                  </p:childTnLst>
                                </p:cTn>
                              </p:par>
                            </p:childTnLst>
                          </p:cTn>
                        </p:par>
                        <p:par>
                          <p:cTn id="204" fill="hold">
                            <p:stCondLst>
                              <p:cond delay="25000"/>
                            </p:stCondLst>
                            <p:childTnLst>
                              <p:par>
                                <p:cTn id="205" presetClass="entr" nodeType="afterEffect" presetID="9" grpId="51" fill="hold">
                                  <p:stCondLst>
                                    <p:cond delay="0"/>
                                  </p:stCondLst>
                                  <p:iterate type="el" backwards="0">
                                    <p:tmAbs val="0"/>
                                  </p:iterate>
                                  <p:childTnLst>
                                    <p:set>
                                      <p:cBhvr>
                                        <p:cTn id="206" fill="hold"/>
                                        <p:tgtEl>
                                          <p:spTgt spid="7438"/>
                                        </p:tgtEl>
                                        <p:attrNameLst>
                                          <p:attrName>style.visibility</p:attrName>
                                        </p:attrNameLst>
                                      </p:cBhvr>
                                      <p:to>
                                        <p:strVal val="visible"/>
                                      </p:to>
                                    </p:set>
                                    <p:animEffect filter="dissolve" transition="in">
                                      <p:cBhvr>
                                        <p:cTn id="207" dur="500"/>
                                        <p:tgtEl>
                                          <p:spTgt spid="7438"/>
                                        </p:tgtEl>
                                      </p:cBhvr>
                                    </p:animEffect>
                                  </p:childTnLst>
                                </p:cTn>
                              </p:par>
                            </p:childTnLst>
                          </p:cTn>
                        </p:par>
                        <p:par>
                          <p:cTn id="208" fill="hold">
                            <p:stCondLst>
                              <p:cond delay="25500"/>
                            </p:stCondLst>
                            <p:childTnLst>
                              <p:par>
                                <p:cTn id="209" presetClass="entr" nodeType="afterEffect" presetID="9" grpId="52" fill="hold">
                                  <p:stCondLst>
                                    <p:cond delay="0"/>
                                  </p:stCondLst>
                                  <p:iterate type="el" backwards="0">
                                    <p:tmAbs val="0"/>
                                  </p:iterate>
                                  <p:childTnLst>
                                    <p:set>
                                      <p:cBhvr>
                                        <p:cTn id="210" fill="hold"/>
                                        <p:tgtEl>
                                          <p:spTgt spid="7439"/>
                                        </p:tgtEl>
                                        <p:attrNameLst>
                                          <p:attrName>style.visibility</p:attrName>
                                        </p:attrNameLst>
                                      </p:cBhvr>
                                      <p:to>
                                        <p:strVal val="visible"/>
                                      </p:to>
                                    </p:set>
                                    <p:animEffect filter="dissolve" transition="in">
                                      <p:cBhvr>
                                        <p:cTn id="211" dur="500"/>
                                        <p:tgtEl>
                                          <p:spTgt spid="7439"/>
                                        </p:tgtEl>
                                      </p:cBhvr>
                                    </p:animEffect>
                                  </p:childTnLst>
                                </p:cTn>
                              </p:par>
                            </p:childTnLst>
                          </p:cTn>
                        </p:par>
                        <p:par>
                          <p:cTn id="212" fill="hold">
                            <p:stCondLst>
                              <p:cond delay="26000"/>
                            </p:stCondLst>
                            <p:childTnLst>
                              <p:par>
                                <p:cTn id="213" presetClass="entr" nodeType="afterEffect" presetID="9" grpId="53" fill="hold">
                                  <p:stCondLst>
                                    <p:cond delay="0"/>
                                  </p:stCondLst>
                                  <p:iterate type="el" backwards="0">
                                    <p:tmAbs val="0"/>
                                  </p:iterate>
                                  <p:childTnLst>
                                    <p:set>
                                      <p:cBhvr>
                                        <p:cTn id="214" fill="hold"/>
                                        <p:tgtEl>
                                          <p:spTgt spid="7440"/>
                                        </p:tgtEl>
                                        <p:attrNameLst>
                                          <p:attrName>style.visibility</p:attrName>
                                        </p:attrNameLst>
                                      </p:cBhvr>
                                      <p:to>
                                        <p:strVal val="visible"/>
                                      </p:to>
                                    </p:set>
                                    <p:animEffect filter="dissolve" transition="in">
                                      <p:cBhvr>
                                        <p:cTn id="215" dur="500"/>
                                        <p:tgtEl>
                                          <p:spTgt spid="7440"/>
                                        </p:tgtEl>
                                      </p:cBhvr>
                                    </p:animEffect>
                                  </p:childTnLst>
                                </p:cTn>
                              </p:par>
                            </p:childTnLst>
                          </p:cTn>
                        </p:par>
                        <p:par>
                          <p:cTn id="216" fill="hold">
                            <p:stCondLst>
                              <p:cond delay="26500"/>
                            </p:stCondLst>
                            <p:childTnLst>
                              <p:par>
                                <p:cTn id="217" presetClass="entr" nodeType="afterEffect" presetID="9" grpId="54" fill="hold">
                                  <p:stCondLst>
                                    <p:cond delay="0"/>
                                  </p:stCondLst>
                                  <p:iterate type="el" backwards="0">
                                    <p:tmAbs val="0"/>
                                  </p:iterate>
                                  <p:childTnLst>
                                    <p:set>
                                      <p:cBhvr>
                                        <p:cTn id="218" fill="hold"/>
                                        <p:tgtEl>
                                          <p:spTgt spid="7441"/>
                                        </p:tgtEl>
                                        <p:attrNameLst>
                                          <p:attrName>style.visibility</p:attrName>
                                        </p:attrNameLst>
                                      </p:cBhvr>
                                      <p:to>
                                        <p:strVal val="visible"/>
                                      </p:to>
                                    </p:set>
                                    <p:animEffect filter="dissolve" transition="in">
                                      <p:cBhvr>
                                        <p:cTn id="219" dur="500"/>
                                        <p:tgtEl>
                                          <p:spTgt spid="7441"/>
                                        </p:tgtEl>
                                      </p:cBhvr>
                                    </p:animEffect>
                                  </p:childTnLst>
                                </p:cTn>
                              </p:par>
                            </p:childTnLst>
                          </p:cTn>
                        </p:par>
                        <p:par>
                          <p:cTn id="220" fill="hold">
                            <p:stCondLst>
                              <p:cond delay="27000"/>
                            </p:stCondLst>
                            <p:childTnLst>
                              <p:par>
                                <p:cTn id="221" presetClass="entr" nodeType="afterEffect" presetID="9" grpId="55" fill="hold">
                                  <p:stCondLst>
                                    <p:cond delay="0"/>
                                  </p:stCondLst>
                                  <p:iterate type="el" backwards="0">
                                    <p:tmAbs val="0"/>
                                  </p:iterate>
                                  <p:childTnLst>
                                    <p:set>
                                      <p:cBhvr>
                                        <p:cTn id="222" fill="hold"/>
                                        <p:tgtEl>
                                          <p:spTgt spid="7442"/>
                                        </p:tgtEl>
                                        <p:attrNameLst>
                                          <p:attrName>style.visibility</p:attrName>
                                        </p:attrNameLst>
                                      </p:cBhvr>
                                      <p:to>
                                        <p:strVal val="visible"/>
                                      </p:to>
                                    </p:set>
                                    <p:animEffect filter="dissolve" transition="in">
                                      <p:cBhvr>
                                        <p:cTn id="223" dur="500"/>
                                        <p:tgtEl>
                                          <p:spTgt spid="7442"/>
                                        </p:tgtEl>
                                      </p:cBhvr>
                                    </p:animEffect>
                                  </p:childTnLst>
                                </p:cTn>
                              </p:par>
                            </p:childTnLst>
                          </p:cTn>
                        </p:par>
                        <p:par>
                          <p:cTn id="224" fill="hold">
                            <p:stCondLst>
                              <p:cond delay="27500"/>
                            </p:stCondLst>
                            <p:childTnLst>
                              <p:par>
                                <p:cTn id="225" presetClass="entr" nodeType="afterEffect" presetID="9" grpId="56" fill="hold">
                                  <p:stCondLst>
                                    <p:cond delay="0"/>
                                  </p:stCondLst>
                                  <p:iterate type="el" backwards="0">
                                    <p:tmAbs val="0"/>
                                  </p:iterate>
                                  <p:childTnLst>
                                    <p:set>
                                      <p:cBhvr>
                                        <p:cTn id="226" fill="hold"/>
                                        <p:tgtEl>
                                          <p:spTgt spid="7443"/>
                                        </p:tgtEl>
                                        <p:attrNameLst>
                                          <p:attrName>style.visibility</p:attrName>
                                        </p:attrNameLst>
                                      </p:cBhvr>
                                      <p:to>
                                        <p:strVal val="visible"/>
                                      </p:to>
                                    </p:set>
                                    <p:animEffect filter="dissolve" transition="in">
                                      <p:cBhvr>
                                        <p:cTn id="227" dur="500"/>
                                        <p:tgtEl>
                                          <p:spTgt spid="7443"/>
                                        </p:tgtEl>
                                      </p:cBhvr>
                                    </p:animEffect>
                                  </p:childTnLst>
                                </p:cTn>
                              </p:par>
                            </p:childTnLst>
                          </p:cTn>
                        </p:par>
                        <p:par>
                          <p:cTn id="228" fill="hold">
                            <p:stCondLst>
                              <p:cond delay="28000"/>
                            </p:stCondLst>
                            <p:childTnLst>
                              <p:par>
                                <p:cTn id="229" presetClass="entr" nodeType="afterEffect" presetID="9" grpId="57" fill="hold">
                                  <p:stCondLst>
                                    <p:cond delay="0"/>
                                  </p:stCondLst>
                                  <p:iterate type="el" backwards="0">
                                    <p:tmAbs val="0"/>
                                  </p:iterate>
                                  <p:childTnLst>
                                    <p:set>
                                      <p:cBhvr>
                                        <p:cTn id="230" fill="hold"/>
                                        <p:tgtEl>
                                          <p:spTgt spid="7444"/>
                                        </p:tgtEl>
                                        <p:attrNameLst>
                                          <p:attrName>style.visibility</p:attrName>
                                        </p:attrNameLst>
                                      </p:cBhvr>
                                      <p:to>
                                        <p:strVal val="visible"/>
                                      </p:to>
                                    </p:set>
                                    <p:animEffect filter="dissolve" transition="in">
                                      <p:cBhvr>
                                        <p:cTn id="231" dur="500"/>
                                        <p:tgtEl>
                                          <p:spTgt spid="7444"/>
                                        </p:tgtEl>
                                      </p:cBhvr>
                                    </p:animEffect>
                                  </p:childTnLst>
                                </p:cTn>
                              </p:par>
                            </p:childTnLst>
                          </p:cTn>
                        </p:par>
                        <p:par>
                          <p:cTn id="232" fill="hold">
                            <p:stCondLst>
                              <p:cond delay="28500"/>
                            </p:stCondLst>
                            <p:childTnLst>
                              <p:par>
                                <p:cTn id="233" presetClass="entr" nodeType="afterEffect" presetID="9" grpId="58" fill="hold">
                                  <p:stCondLst>
                                    <p:cond delay="0"/>
                                  </p:stCondLst>
                                  <p:iterate type="el" backwards="0">
                                    <p:tmAbs val="0"/>
                                  </p:iterate>
                                  <p:childTnLst>
                                    <p:set>
                                      <p:cBhvr>
                                        <p:cTn id="234" fill="hold"/>
                                        <p:tgtEl>
                                          <p:spTgt spid="7445"/>
                                        </p:tgtEl>
                                        <p:attrNameLst>
                                          <p:attrName>style.visibility</p:attrName>
                                        </p:attrNameLst>
                                      </p:cBhvr>
                                      <p:to>
                                        <p:strVal val="visible"/>
                                      </p:to>
                                    </p:set>
                                    <p:animEffect filter="dissolve" transition="in">
                                      <p:cBhvr>
                                        <p:cTn id="235" dur="500"/>
                                        <p:tgtEl>
                                          <p:spTgt spid="7445"/>
                                        </p:tgtEl>
                                      </p:cBhvr>
                                    </p:animEffect>
                                  </p:childTnLst>
                                </p:cTn>
                              </p:par>
                            </p:childTnLst>
                          </p:cTn>
                        </p:par>
                        <p:par>
                          <p:cTn id="236" fill="hold">
                            <p:stCondLst>
                              <p:cond delay="29000"/>
                            </p:stCondLst>
                            <p:childTnLst>
                              <p:par>
                                <p:cTn id="237" presetClass="entr" nodeType="afterEffect" presetID="9" grpId="59" fill="hold">
                                  <p:stCondLst>
                                    <p:cond delay="0"/>
                                  </p:stCondLst>
                                  <p:iterate type="el" backwards="0">
                                    <p:tmAbs val="0"/>
                                  </p:iterate>
                                  <p:childTnLst>
                                    <p:set>
                                      <p:cBhvr>
                                        <p:cTn id="238" fill="hold"/>
                                        <p:tgtEl>
                                          <p:spTgt spid="7446"/>
                                        </p:tgtEl>
                                        <p:attrNameLst>
                                          <p:attrName>style.visibility</p:attrName>
                                        </p:attrNameLst>
                                      </p:cBhvr>
                                      <p:to>
                                        <p:strVal val="visible"/>
                                      </p:to>
                                    </p:set>
                                    <p:animEffect filter="dissolve" transition="in">
                                      <p:cBhvr>
                                        <p:cTn id="239" dur="500"/>
                                        <p:tgtEl>
                                          <p:spTgt spid="7446"/>
                                        </p:tgtEl>
                                      </p:cBhvr>
                                    </p:animEffect>
                                  </p:childTnLst>
                                </p:cTn>
                              </p:par>
                            </p:childTnLst>
                          </p:cTn>
                        </p:par>
                        <p:par>
                          <p:cTn id="240" fill="hold">
                            <p:stCondLst>
                              <p:cond delay="29500"/>
                            </p:stCondLst>
                            <p:childTnLst>
                              <p:par>
                                <p:cTn id="241" presetClass="entr" nodeType="afterEffect" presetID="9" grpId="60" fill="hold">
                                  <p:stCondLst>
                                    <p:cond delay="0"/>
                                  </p:stCondLst>
                                  <p:iterate type="el" backwards="0">
                                    <p:tmAbs val="0"/>
                                  </p:iterate>
                                  <p:childTnLst>
                                    <p:set>
                                      <p:cBhvr>
                                        <p:cTn id="242" fill="hold"/>
                                        <p:tgtEl>
                                          <p:spTgt spid="7447"/>
                                        </p:tgtEl>
                                        <p:attrNameLst>
                                          <p:attrName>style.visibility</p:attrName>
                                        </p:attrNameLst>
                                      </p:cBhvr>
                                      <p:to>
                                        <p:strVal val="visible"/>
                                      </p:to>
                                    </p:set>
                                    <p:animEffect filter="dissolve" transition="in">
                                      <p:cBhvr>
                                        <p:cTn id="243" dur="500"/>
                                        <p:tgtEl>
                                          <p:spTgt spid="7447"/>
                                        </p:tgtEl>
                                      </p:cBhvr>
                                    </p:animEffect>
                                  </p:childTnLst>
                                </p:cTn>
                              </p:par>
                            </p:childTnLst>
                          </p:cTn>
                        </p:par>
                        <p:par>
                          <p:cTn id="244" fill="hold">
                            <p:stCondLst>
                              <p:cond delay="30000"/>
                            </p:stCondLst>
                            <p:childTnLst>
                              <p:par>
                                <p:cTn id="245" presetClass="entr" nodeType="afterEffect" presetID="9" grpId="61" fill="hold">
                                  <p:stCondLst>
                                    <p:cond delay="0"/>
                                  </p:stCondLst>
                                  <p:iterate type="el" backwards="0">
                                    <p:tmAbs val="0"/>
                                  </p:iterate>
                                  <p:childTnLst>
                                    <p:set>
                                      <p:cBhvr>
                                        <p:cTn id="246" fill="hold"/>
                                        <p:tgtEl>
                                          <p:spTgt spid="7448"/>
                                        </p:tgtEl>
                                        <p:attrNameLst>
                                          <p:attrName>style.visibility</p:attrName>
                                        </p:attrNameLst>
                                      </p:cBhvr>
                                      <p:to>
                                        <p:strVal val="visible"/>
                                      </p:to>
                                    </p:set>
                                    <p:animEffect filter="dissolve" transition="in">
                                      <p:cBhvr>
                                        <p:cTn id="247" dur="500"/>
                                        <p:tgtEl>
                                          <p:spTgt spid="7448"/>
                                        </p:tgtEl>
                                      </p:cBhvr>
                                    </p:animEffect>
                                  </p:childTnLst>
                                </p:cTn>
                              </p:par>
                            </p:childTnLst>
                          </p:cTn>
                        </p:par>
                        <p:par>
                          <p:cTn id="248" fill="hold">
                            <p:stCondLst>
                              <p:cond delay="30500"/>
                            </p:stCondLst>
                            <p:childTnLst>
                              <p:par>
                                <p:cTn id="249" presetClass="entr" nodeType="afterEffect" presetID="9" grpId="62" fill="hold">
                                  <p:stCondLst>
                                    <p:cond delay="0"/>
                                  </p:stCondLst>
                                  <p:iterate type="el" backwards="0">
                                    <p:tmAbs val="0"/>
                                  </p:iterate>
                                  <p:childTnLst>
                                    <p:set>
                                      <p:cBhvr>
                                        <p:cTn id="250" fill="hold"/>
                                        <p:tgtEl>
                                          <p:spTgt spid="7449"/>
                                        </p:tgtEl>
                                        <p:attrNameLst>
                                          <p:attrName>style.visibility</p:attrName>
                                        </p:attrNameLst>
                                      </p:cBhvr>
                                      <p:to>
                                        <p:strVal val="visible"/>
                                      </p:to>
                                    </p:set>
                                    <p:animEffect filter="dissolve" transition="in">
                                      <p:cBhvr>
                                        <p:cTn id="251" dur="500"/>
                                        <p:tgtEl>
                                          <p:spTgt spid="7449"/>
                                        </p:tgtEl>
                                      </p:cBhvr>
                                    </p:animEffect>
                                  </p:childTnLst>
                                </p:cTn>
                              </p:par>
                            </p:childTnLst>
                          </p:cTn>
                        </p:par>
                        <p:par>
                          <p:cTn id="252" fill="hold">
                            <p:stCondLst>
                              <p:cond delay="31000"/>
                            </p:stCondLst>
                            <p:childTnLst>
                              <p:par>
                                <p:cTn id="253" presetClass="entr" nodeType="afterEffect" presetID="9" grpId="63" fill="hold">
                                  <p:stCondLst>
                                    <p:cond delay="0"/>
                                  </p:stCondLst>
                                  <p:iterate type="el" backwards="0">
                                    <p:tmAbs val="0"/>
                                  </p:iterate>
                                  <p:childTnLst>
                                    <p:set>
                                      <p:cBhvr>
                                        <p:cTn id="254" fill="hold"/>
                                        <p:tgtEl>
                                          <p:spTgt spid="7450"/>
                                        </p:tgtEl>
                                        <p:attrNameLst>
                                          <p:attrName>style.visibility</p:attrName>
                                        </p:attrNameLst>
                                      </p:cBhvr>
                                      <p:to>
                                        <p:strVal val="visible"/>
                                      </p:to>
                                    </p:set>
                                    <p:animEffect filter="dissolve" transition="in">
                                      <p:cBhvr>
                                        <p:cTn id="255" dur="500"/>
                                        <p:tgtEl>
                                          <p:spTgt spid="7450"/>
                                        </p:tgtEl>
                                      </p:cBhvr>
                                    </p:animEffect>
                                  </p:childTnLst>
                                </p:cTn>
                              </p:par>
                            </p:childTnLst>
                          </p:cTn>
                        </p:par>
                        <p:par>
                          <p:cTn id="256" fill="hold">
                            <p:stCondLst>
                              <p:cond delay="31500"/>
                            </p:stCondLst>
                            <p:childTnLst>
                              <p:par>
                                <p:cTn id="257" presetClass="entr" nodeType="afterEffect" presetID="9" grpId="64" fill="hold">
                                  <p:stCondLst>
                                    <p:cond delay="0"/>
                                  </p:stCondLst>
                                  <p:iterate type="el" backwards="0">
                                    <p:tmAbs val="0"/>
                                  </p:iterate>
                                  <p:childTnLst>
                                    <p:set>
                                      <p:cBhvr>
                                        <p:cTn id="258" fill="hold"/>
                                        <p:tgtEl>
                                          <p:spTgt spid="7451"/>
                                        </p:tgtEl>
                                        <p:attrNameLst>
                                          <p:attrName>style.visibility</p:attrName>
                                        </p:attrNameLst>
                                      </p:cBhvr>
                                      <p:to>
                                        <p:strVal val="visible"/>
                                      </p:to>
                                    </p:set>
                                    <p:animEffect filter="dissolve" transition="in">
                                      <p:cBhvr>
                                        <p:cTn id="259" dur="500"/>
                                        <p:tgtEl>
                                          <p:spTgt spid="7451"/>
                                        </p:tgtEl>
                                      </p:cBhvr>
                                    </p:animEffect>
                                  </p:childTnLst>
                                </p:cTn>
                              </p:par>
                            </p:childTnLst>
                          </p:cTn>
                        </p:par>
                        <p:par>
                          <p:cTn id="260" fill="hold">
                            <p:stCondLst>
                              <p:cond delay="32000"/>
                            </p:stCondLst>
                            <p:childTnLst>
                              <p:par>
                                <p:cTn id="261" presetClass="entr" nodeType="afterEffect" presetID="9" grpId="65" fill="hold">
                                  <p:stCondLst>
                                    <p:cond delay="0"/>
                                  </p:stCondLst>
                                  <p:iterate type="el" backwards="0">
                                    <p:tmAbs val="0"/>
                                  </p:iterate>
                                  <p:childTnLst>
                                    <p:set>
                                      <p:cBhvr>
                                        <p:cTn id="262" fill="hold"/>
                                        <p:tgtEl>
                                          <p:spTgt spid="7452"/>
                                        </p:tgtEl>
                                        <p:attrNameLst>
                                          <p:attrName>style.visibility</p:attrName>
                                        </p:attrNameLst>
                                      </p:cBhvr>
                                      <p:to>
                                        <p:strVal val="visible"/>
                                      </p:to>
                                    </p:set>
                                    <p:animEffect filter="dissolve" transition="in">
                                      <p:cBhvr>
                                        <p:cTn id="263" dur="500"/>
                                        <p:tgtEl>
                                          <p:spTgt spid="7452"/>
                                        </p:tgtEl>
                                      </p:cBhvr>
                                    </p:animEffect>
                                  </p:childTnLst>
                                </p:cTn>
                              </p:par>
                            </p:childTnLst>
                          </p:cTn>
                        </p:par>
                        <p:par>
                          <p:cTn id="264" fill="hold">
                            <p:stCondLst>
                              <p:cond delay="32500"/>
                            </p:stCondLst>
                            <p:childTnLst>
                              <p:par>
                                <p:cTn id="265" presetClass="entr" nodeType="afterEffect" presetID="9" grpId="66" fill="hold">
                                  <p:stCondLst>
                                    <p:cond delay="0"/>
                                  </p:stCondLst>
                                  <p:iterate type="el" backwards="0">
                                    <p:tmAbs val="0"/>
                                  </p:iterate>
                                  <p:childTnLst>
                                    <p:set>
                                      <p:cBhvr>
                                        <p:cTn id="266" fill="hold"/>
                                        <p:tgtEl>
                                          <p:spTgt spid="7453"/>
                                        </p:tgtEl>
                                        <p:attrNameLst>
                                          <p:attrName>style.visibility</p:attrName>
                                        </p:attrNameLst>
                                      </p:cBhvr>
                                      <p:to>
                                        <p:strVal val="visible"/>
                                      </p:to>
                                    </p:set>
                                    <p:animEffect filter="dissolve" transition="in">
                                      <p:cBhvr>
                                        <p:cTn id="267" dur="500"/>
                                        <p:tgtEl>
                                          <p:spTgt spid="7453"/>
                                        </p:tgtEl>
                                      </p:cBhvr>
                                    </p:animEffect>
                                  </p:childTnLst>
                                </p:cTn>
                              </p:par>
                            </p:childTnLst>
                          </p:cTn>
                        </p:par>
                        <p:par>
                          <p:cTn id="268" fill="hold">
                            <p:stCondLst>
                              <p:cond delay="33000"/>
                            </p:stCondLst>
                            <p:childTnLst>
                              <p:par>
                                <p:cTn id="269" presetClass="entr" nodeType="afterEffect" presetID="9" grpId="67" fill="hold">
                                  <p:stCondLst>
                                    <p:cond delay="0"/>
                                  </p:stCondLst>
                                  <p:iterate type="el" backwards="0">
                                    <p:tmAbs val="0"/>
                                  </p:iterate>
                                  <p:childTnLst>
                                    <p:set>
                                      <p:cBhvr>
                                        <p:cTn id="270" fill="hold"/>
                                        <p:tgtEl>
                                          <p:spTgt spid="7454"/>
                                        </p:tgtEl>
                                        <p:attrNameLst>
                                          <p:attrName>style.visibility</p:attrName>
                                        </p:attrNameLst>
                                      </p:cBhvr>
                                      <p:to>
                                        <p:strVal val="visible"/>
                                      </p:to>
                                    </p:set>
                                    <p:animEffect filter="dissolve" transition="in">
                                      <p:cBhvr>
                                        <p:cTn id="271" dur="500"/>
                                        <p:tgtEl>
                                          <p:spTgt spid="7454"/>
                                        </p:tgtEl>
                                      </p:cBhvr>
                                    </p:animEffect>
                                  </p:childTnLst>
                                </p:cTn>
                              </p:par>
                            </p:childTnLst>
                          </p:cTn>
                        </p:par>
                        <p:par>
                          <p:cTn id="272" fill="hold">
                            <p:stCondLst>
                              <p:cond delay="33500"/>
                            </p:stCondLst>
                            <p:childTnLst>
                              <p:par>
                                <p:cTn id="273" presetClass="entr" nodeType="afterEffect" presetID="9" grpId="68" fill="hold">
                                  <p:stCondLst>
                                    <p:cond delay="0"/>
                                  </p:stCondLst>
                                  <p:iterate type="el" backwards="0">
                                    <p:tmAbs val="0"/>
                                  </p:iterate>
                                  <p:childTnLst>
                                    <p:set>
                                      <p:cBhvr>
                                        <p:cTn id="274" fill="hold"/>
                                        <p:tgtEl>
                                          <p:spTgt spid="7455"/>
                                        </p:tgtEl>
                                        <p:attrNameLst>
                                          <p:attrName>style.visibility</p:attrName>
                                        </p:attrNameLst>
                                      </p:cBhvr>
                                      <p:to>
                                        <p:strVal val="visible"/>
                                      </p:to>
                                    </p:set>
                                    <p:animEffect filter="dissolve" transition="in">
                                      <p:cBhvr>
                                        <p:cTn id="275" dur="500"/>
                                        <p:tgtEl>
                                          <p:spTgt spid="7455"/>
                                        </p:tgtEl>
                                      </p:cBhvr>
                                    </p:animEffect>
                                  </p:childTnLst>
                                </p:cTn>
                              </p:par>
                            </p:childTnLst>
                          </p:cTn>
                        </p:par>
                        <p:par>
                          <p:cTn id="276" fill="hold">
                            <p:stCondLst>
                              <p:cond delay="34000"/>
                            </p:stCondLst>
                            <p:childTnLst>
                              <p:par>
                                <p:cTn id="277" presetClass="entr" nodeType="afterEffect" presetID="9" grpId="69" fill="hold">
                                  <p:stCondLst>
                                    <p:cond delay="0"/>
                                  </p:stCondLst>
                                  <p:iterate type="el" backwards="0">
                                    <p:tmAbs val="0"/>
                                  </p:iterate>
                                  <p:childTnLst>
                                    <p:set>
                                      <p:cBhvr>
                                        <p:cTn id="278" fill="hold"/>
                                        <p:tgtEl>
                                          <p:spTgt spid="7456"/>
                                        </p:tgtEl>
                                        <p:attrNameLst>
                                          <p:attrName>style.visibility</p:attrName>
                                        </p:attrNameLst>
                                      </p:cBhvr>
                                      <p:to>
                                        <p:strVal val="visible"/>
                                      </p:to>
                                    </p:set>
                                    <p:animEffect filter="dissolve" transition="in">
                                      <p:cBhvr>
                                        <p:cTn id="279" dur="500"/>
                                        <p:tgtEl>
                                          <p:spTgt spid="7456"/>
                                        </p:tgtEl>
                                      </p:cBhvr>
                                    </p:animEffect>
                                  </p:childTnLst>
                                </p:cTn>
                              </p:par>
                            </p:childTnLst>
                          </p:cTn>
                        </p:par>
                        <p:par>
                          <p:cTn id="280" fill="hold">
                            <p:stCondLst>
                              <p:cond delay="34500"/>
                            </p:stCondLst>
                            <p:childTnLst>
                              <p:par>
                                <p:cTn id="281" presetClass="entr" nodeType="afterEffect" presetID="9" grpId="70" fill="hold">
                                  <p:stCondLst>
                                    <p:cond delay="0"/>
                                  </p:stCondLst>
                                  <p:iterate type="el" backwards="0">
                                    <p:tmAbs val="0"/>
                                  </p:iterate>
                                  <p:childTnLst>
                                    <p:set>
                                      <p:cBhvr>
                                        <p:cTn id="282" fill="hold"/>
                                        <p:tgtEl>
                                          <p:spTgt spid="7457"/>
                                        </p:tgtEl>
                                        <p:attrNameLst>
                                          <p:attrName>style.visibility</p:attrName>
                                        </p:attrNameLst>
                                      </p:cBhvr>
                                      <p:to>
                                        <p:strVal val="visible"/>
                                      </p:to>
                                    </p:set>
                                    <p:animEffect filter="dissolve" transition="in">
                                      <p:cBhvr>
                                        <p:cTn id="283" dur="500"/>
                                        <p:tgtEl>
                                          <p:spTgt spid="7457"/>
                                        </p:tgtEl>
                                      </p:cBhvr>
                                    </p:animEffect>
                                  </p:childTnLst>
                                </p:cTn>
                              </p:par>
                            </p:childTnLst>
                          </p:cTn>
                        </p:par>
                        <p:par>
                          <p:cTn id="284" fill="hold">
                            <p:stCondLst>
                              <p:cond delay="35000"/>
                            </p:stCondLst>
                            <p:childTnLst>
                              <p:par>
                                <p:cTn id="285" presetClass="entr" nodeType="afterEffect" presetID="9" grpId="71" fill="hold">
                                  <p:stCondLst>
                                    <p:cond delay="0"/>
                                  </p:stCondLst>
                                  <p:iterate type="el" backwards="0">
                                    <p:tmAbs val="0"/>
                                  </p:iterate>
                                  <p:childTnLst>
                                    <p:set>
                                      <p:cBhvr>
                                        <p:cTn id="286" fill="hold"/>
                                        <p:tgtEl>
                                          <p:spTgt spid="7458"/>
                                        </p:tgtEl>
                                        <p:attrNameLst>
                                          <p:attrName>style.visibility</p:attrName>
                                        </p:attrNameLst>
                                      </p:cBhvr>
                                      <p:to>
                                        <p:strVal val="visible"/>
                                      </p:to>
                                    </p:set>
                                    <p:animEffect filter="dissolve" transition="in">
                                      <p:cBhvr>
                                        <p:cTn id="287" dur="500"/>
                                        <p:tgtEl>
                                          <p:spTgt spid="7458"/>
                                        </p:tgtEl>
                                      </p:cBhvr>
                                    </p:animEffect>
                                  </p:childTnLst>
                                </p:cTn>
                              </p:par>
                            </p:childTnLst>
                          </p:cTn>
                        </p:par>
                        <p:par>
                          <p:cTn id="288" fill="hold">
                            <p:stCondLst>
                              <p:cond delay="35500"/>
                            </p:stCondLst>
                            <p:childTnLst>
                              <p:par>
                                <p:cTn id="289" presetClass="entr" nodeType="afterEffect" presetID="9" grpId="72" fill="hold">
                                  <p:stCondLst>
                                    <p:cond delay="0"/>
                                  </p:stCondLst>
                                  <p:iterate type="el" backwards="0">
                                    <p:tmAbs val="0"/>
                                  </p:iterate>
                                  <p:childTnLst>
                                    <p:set>
                                      <p:cBhvr>
                                        <p:cTn id="290" fill="hold"/>
                                        <p:tgtEl>
                                          <p:spTgt spid="7459"/>
                                        </p:tgtEl>
                                        <p:attrNameLst>
                                          <p:attrName>style.visibility</p:attrName>
                                        </p:attrNameLst>
                                      </p:cBhvr>
                                      <p:to>
                                        <p:strVal val="visible"/>
                                      </p:to>
                                    </p:set>
                                    <p:animEffect filter="dissolve" transition="in">
                                      <p:cBhvr>
                                        <p:cTn id="291" dur="500"/>
                                        <p:tgtEl>
                                          <p:spTgt spid="7459"/>
                                        </p:tgtEl>
                                      </p:cBhvr>
                                    </p:animEffect>
                                  </p:childTnLst>
                                </p:cTn>
                              </p:par>
                            </p:childTnLst>
                          </p:cTn>
                        </p:par>
                        <p:par>
                          <p:cTn id="292" fill="hold">
                            <p:stCondLst>
                              <p:cond delay="36000"/>
                            </p:stCondLst>
                            <p:childTnLst>
                              <p:par>
                                <p:cTn id="293" presetClass="entr" nodeType="afterEffect" presetID="9" grpId="73" fill="hold">
                                  <p:stCondLst>
                                    <p:cond delay="0"/>
                                  </p:stCondLst>
                                  <p:iterate type="el" backwards="0">
                                    <p:tmAbs val="0"/>
                                  </p:iterate>
                                  <p:childTnLst>
                                    <p:set>
                                      <p:cBhvr>
                                        <p:cTn id="294" fill="hold"/>
                                        <p:tgtEl>
                                          <p:spTgt spid="7460"/>
                                        </p:tgtEl>
                                        <p:attrNameLst>
                                          <p:attrName>style.visibility</p:attrName>
                                        </p:attrNameLst>
                                      </p:cBhvr>
                                      <p:to>
                                        <p:strVal val="visible"/>
                                      </p:to>
                                    </p:set>
                                    <p:animEffect filter="dissolve" transition="in">
                                      <p:cBhvr>
                                        <p:cTn id="295" dur="500"/>
                                        <p:tgtEl>
                                          <p:spTgt spid="7460"/>
                                        </p:tgtEl>
                                      </p:cBhvr>
                                    </p:animEffect>
                                  </p:childTnLst>
                                </p:cTn>
                              </p:par>
                            </p:childTnLst>
                          </p:cTn>
                        </p:par>
                        <p:par>
                          <p:cTn id="296" fill="hold">
                            <p:stCondLst>
                              <p:cond delay="36500"/>
                            </p:stCondLst>
                            <p:childTnLst>
                              <p:par>
                                <p:cTn id="297" presetClass="entr" nodeType="afterEffect" presetID="9" grpId="74" fill="hold">
                                  <p:stCondLst>
                                    <p:cond delay="0"/>
                                  </p:stCondLst>
                                  <p:iterate type="el" backwards="0">
                                    <p:tmAbs val="0"/>
                                  </p:iterate>
                                  <p:childTnLst>
                                    <p:set>
                                      <p:cBhvr>
                                        <p:cTn id="298" fill="hold"/>
                                        <p:tgtEl>
                                          <p:spTgt spid="7461"/>
                                        </p:tgtEl>
                                        <p:attrNameLst>
                                          <p:attrName>style.visibility</p:attrName>
                                        </p:attrNameLst>
                                      </p:cBhvr>
                                      <p:to>
                                        <p:strVal val="visible"/>
                                      </p:to>
                                    </p:set>
                                    <p:animEffect filter="dissolve" transition="in">
                                      <p:cBhvr>
                                        <p:cTn id="299" dur="500"/>
                                        <p:tgtEl>
                                          <p:spTgt spid="7461"/>
                                        </p:tgtEl>
                                      </p:cBhvr>
                                    </p:animEffect>
                                  </p:childTnLst>
                                </p:cTn>
                              </p:par>
                            </p:childTnLst>
                          </p:cTn>
                        </p:par>
                        <p:par>
                          <p:cTn id="300" fill="hold">
                            <p:stCondLst>
                              <p:cond delay="37000"/>
                            </p:stCondLst>
                            <p:childTnLst>
                              <p:par>
                                <p:cTn id="301" presetClass="entr" nodeType="afterEffect" presetID="9" grpId="75" fill="hold">
                                  <p:stCondLst>
                                    <p:cond delay="0"/>
                                  </p:stCondLst>
                                  <p:iterate type="el" backwards="0">
                                    <p:tmAbs val="0"/>
                                  </p:iterate>
                                  <p:childTnLst>
                                    <p:set>
                                      <p:cBhvr>
                                        <p:cTn id="302" fill="hold"/>
                                        <p:tgtEl>
                                          <p:spTgt spid="7462"/>
                                        </p:tgtEl>
                                        <p:attrNameLst>
                                          <p:attrName>style.visibility</p:attrName>
                                        </p:attrNameLst>
                                      </p:cBhvr>
                                      <p:to>
                                        <p:strVal val="visible"/>
                                      </p:to>
                                    </p:set>
                                    <p:animEffect filter="dissolve" transition="in">
                                      <p:cBhvr>
                                        <p:cTn id="303" dur="500"/>
                                        <p:tgtEl>
                                          <p:spTgt spid="7462"/>
                                        </p:tgtEl>
                                      </p:cBhvr>
                                    </p:animEffect>
                                  </p:childTnLst>
                                </p:cTn>
                              </p:par>
                            </p:childTnLst>
                          </p:cTn>
                        </p:par>
                        <p:par>
                          <p:cTn id="304" fill="hold">
                            <p:stCondLst>
                              <p:cond delay="37500"/>
                            </p:stCondLst>
                            <p:childTnLst>
                              <p:par>
                                <p:cTn id="305" presetClass="entr" nodeType="afterEffect" presetID="9" grpId="76" fill="hold">
                                  <p:stCondLst>
                                    <p:cond delay="0"/>
                                  </p:stCondLst>
                                  <p:iterate type="el" backwards="0">
                                    <p:tmAbs val="0"/>
                                  </p:iterate>
                                  <p:childTnLst>
                                    <p:set>
                                      <p:cBhvr>
                                        <p:cTn id="306" fill="hold"/>
                                        <p:tgtEl>
                                          <p:spTgt spid="7463"/>
                                        </p:tgtEl>
                                        <p:attrNameLst>
                                          <p:attrName>style.visibility</p:attrName>
                                        </p:attrNameLst>
                                      </p:cBhvr>
                                      <p:to>
                                        <p:strVal val="visible"/>
                                      </p:to>
                                    </p:set>
                                    <p:animEffect filter="dissolve" transition="in">
                                      <p:cBhvr>
                                        <p:cTn id="307" dur="500"/>
                                        <p:tgtEl>
                                          <p:spTgt spid="7463"/>
                                        </p:tgtEl>
                                      </p:cBhvr>
                                    </p:animEffect>
                                  </p:childTnLst>
                                </p:cTn>
                              </p:par>
                            </p:childTnLst>
                          </p:cTn>
                        </p:par>
                        <p:par>
                          <p:cTn id="308" fill="hold">
                            <p:stCondLst>
                              <p:cond delay="38000"/>
                            </p:stCondLst>
                            <p:childTnLst>
                              <p:par>
                                <p:cTn id="309" presetClass="entr" nodeType="afterEffect" presetID="9" grpId="77" fill="hold">
                                  <p:stCondLst>
                                    <p:cond delay="0"/>
                                  </p:stCondLst>
                                  <p:iterate type="el" backwards="0">
                                    <p:tmAbs val="0"/>
                                  </p:iterate>
                                  <p:childTnLst>
                                    <p:set>
                                      <p:cBhvr>
                                        <p:cTn id="310" fill="hold"/>
                                        <p:tgtEl>
                                          <p:spTgt spid="7464"/>
                                        </p:tgtEl>
                                        <p:attrNameLst>
                                          <p:attrName>style.visibility</p:attrName>
                                        </p:attrNameLst>
                                      </p:cBhvr>
                                      <p:to>
                                        <p:strVal val="visible"/>
                                      </p:to>
                                    </p:set>
                                    <p:animEffect filter="dissolve" transition="in">
                                      <p:cBhvr>
                                        <p:cTn id="311" dur="500"/>
                                        <p:tgtEl>
                                          <p:spTgt spid="7464"/>
                                        </p:tgtEl>
                                      </p:cBhvr>
                                    </p:animEffect>
                                  </p:childTnLst>
                                </p:cTn>
                              </p:par>
                            </p:childTnLst>
                          </p:cTn>
                        </p:par>
                        <p:par>
                          <p:cTn id="312" fill="hold">
                            <p:stCondLst>
                              <p:cond delay="38500"/>
                            </p:stCondLst>
                            <p:childTnLst>
                              <p:par>
                                <p:cTn id="313" presetClass="entr" nodeType="afterEffect" presetID="9" grpId="78" fill="hold">
                                  <p:stCondLst>
                                    <p:cond delay="0"/>
                                  </p:stCondLst>
                                  <p:iterate type="el" backwards="0">
                                    <p:tmAbs val="0"/>
                                  </p:iterate>
                                  <p:childTnLst>
                                    <p:set>
                                      <p:cBhvr>
                                        <p:cTn id="314" fill="hold"/>
                                        <p:tgtEl>
                                          <p:spTgt spid="7465"/>
                                        </p:tgtEl>
                                        <p:attrNameLst>
                                          <p:attrName>style.visibility</p:attrName>
                                        </p:attrNameLst>
                                      </p:cBhvr>
                                      <p:to>
                                        <p:strVal val="visible"/>
                                      </p:to>
                                    </p:set>
                                    <p:animEffect filter="dissolve" transition="in">
                                      <p:cBhvr>
                                        <p:cTn id="315" dur="500"/>
                                        <p:tgtEl>
                                          <p:spTgt spid="7465"/>
                                        </p:tgtEl>
                                      </p:cBhvr>
                                    </p:animEffect>
                                  </p:childTnLst>
                                </p:cTn>
                              </p:par>
                            </p:childTnLst>
                          </p:cTn>
                        </p:par>
                        <p:par>
                          <p:cTn id="316" fill="hold">
                            <p:stCondLst>
                              <p:cond delay="39000"/>
                            </p:stCondLst>
                            <p:childTnLst>
                              <p:par>
                                <p:cTn id="317" presetClass="entr" nodeType="afterEffect" presetID="9" grpId="79" fill="hold">
                                  <p:stCondLst>
                                    <p:cond delay="0"/>
                                  </p:stCondLst>
                                  <p:iterate type="el" backwards="0">
                                    <p:tmAbs val="0"/>
                                  </p:iterate>
                                  <p:childTnLst>
                                    <p:set>
                                      <p:cBhvr>
                                        <p:cTn id="318" fill="hold"/>
                                        <p:tgtEl>
                                          <p:spTgt spid="7466"/>
                                        </p:tgtEl>
                                        <p:attrNameLst>
                                          <p:attrName>style.visibility</p:attrName>
                                        </p:attrNameLst>
                                      </p:cBhvr>
                                      <p:to>
                                        <p:strVal val="visible"/>
                                      </p:to>
                                    </p:set>
                                    <p:animEffect filter="dissolve" transition="in">
                                      <p:cBhvr>
                                        <p:cTn id="319" dur="500"/>
                                        <p:tgtEl>
                                          <p:spTgt spid="7466"/>
                                        </p:tgtEl>
                                      </p:cBhvr>
                                    </p:animEffect>
                                  </p:childTnLst>
                                </p:cTn>
                              </p:par>
                            </p:childTnLst>
                          </p:cTn>
                        </p:par>
                        <p:par>
                          <p:cTn id="320" fill="hold">
                            <p:stCondLst>
                              <p:cond delay="39500"/>
                            </p:stCondLst>
                            <p:childTnLst>
                              <p:par>
                                <p:cTn id="321" presetClass="entr" nodeType="afterEffect" presetID="9" grpId="80" fill="hold">
                                  <p:stCondLst>
                                    <p:cond delay="0"/>
                                  </p:stCondLst>
                                  <p:iterate type="el" backwards="0">
                                    <p:tmAbs val="0"/>
                                  </p:iterate>
                                  <p:childTnLst>
                                    <p:set>
                                      <p:cBhvr>
                                        <p:cTn id="322" fill="hold"/>
                                        <p:tgtEl>
                                          <p:spTgt spid="7467"/>
                                        </p:tgtEl>
                                        <p:attrNameLst>
                                          <p:attrName>style.visibility</p:attrName>
                                        </p:attrNameLst>
                                      </p:cBhvr>
                                      <p:to>
                                        <p:strVal val="visible"/>
                                      </p:to>
                                    </p:set>
                                    <p:animEffect filter="dissolve" transition="in">
                                      <p:cBhvr>
                                        <p:cTn id="323" dur="500"/>
                                        <p:tgtEl>
                                          <p:spTgt spid="7467"/>
                                        </p:tgtEl>
                                      </p:cBhvr>
                                    </p:animEffect>
                                  </p:childTnLst>
                                </p:cTn>
                              </p:par>
                            </p:childTnLst>
                          </p:cTn>
                        </p:par>
                        <p:par>
                          <p:cTn id="324" fill="hold">
                            <p:stCondLst>
                              <p:cond delay="40000"/>
                            </p:stCondLst>
                            <p:childTnLst>
                              <p:par>
                                <p:cTn id="325" presetClass="entr" nodeType="afterEffect" presetID="9" grpId="81" fill="hold">
                                  <p:stCondLst>
                                    <p:cond delay="0"/>
                                  </p:stCondLst>
                                  <p:iterate type="el" backwards="0">
                                    <p:tmAbs val="0"/>
                                  </p:iterate>
                                  <p:childTnLst>
                                    <p:set>
                                      <p:cBhvr>
                                        <p:cTn id="326" fill="hold"/>
                                        <p:tgtEl>
                                          <p:spTgt spid="7468"/>
                                        </p:tgtEl>
                                        <p:attrNameLst>
                                          <p:attrName>style.visibility</p:attrName>
                                        </p:attrNameLst>
                                      </p:cBhvr>
                                      <p:to>
                                        <p:strVal val="visible"/>
                                      </p:to>
                                    </p:set>
                                    <p:animEffect filter="dissolve" transition="in">
                                      <p:cBhvr>
                                        <p:cTn id="327" dur="500"/>
                                        <p:tgtEl>
                                          <p:spTgt spid="7468"/>
                                        </p:tgtEl>
                                      </p:cBhvr>
                                    </p:animEffect>
                                  </p:childTnLst>
                                </p:cTn>
                              </p:par>
                            </p:childTnLst>
                          </p:cTn>
                        </p:par>
                        <p:par>
                          <p:cTn id="328" fill="hold">
                            <p:stCondLst>
                              <p:cond delay="40500"/>
                            </p:stCondLst>
                            <p:childTnLst>
                              <p:par>
                                <p:cTn id="329" presetClass="entr" nodeType="afterEffect" presetID="9" grpId="82" fill="hold">
                                  <p:stCondLst>
                                    <p:cond delay="0"/>
                                  </p:stCondLst>
                                  <p:iterate type="el" backwards="0">
                                    <p:tmAbs val="0"/>
                                  </p:iterate>
                                  <p:childTnLst>
                                    <p:set>
                                      <p:cBhvr>
                                        <p:cTn id="330" fill="hold"/>
                                        <p:tgtEl>
                                          <p:spTgt spid="7469"/>
                                        </p:tgtEl>
                                        <p:attrNameLst>
                                          <p:attrName>style.visibility</p:attrName>
                                        </p:attrNameLst>
                                      </p:cBhvr>
                                      <p:to>
                                        <p:strVal val="visible"/>
                                      </p:to>
                                    </p:set>
                                    <p:animEffect filter="dissolve" transition="in">
                                      <p:cBhvr>
                                        <p:cTn id="331" dur="500"/>
                                        <p:tgtEl>
                                          <p:spTgt spid="7469"/>
                                        </p:tgtEl>
                                      </p:cBhvr>
                                    </p:animEffect>
                                  </p:childTnLst>
                                </p:cTn>
                              </p:par>
                            </p:childTnLst>
                          </p:cTn>
                        </p:par>
                        <p:par>
                          <p:cTn id="332" fill="hold">
                            <p:stCondLst>
                              <p:cond delay="41000"/>
                            </p:stCondLst>
                            <p:childTnLst>
                              <p:par>
                                <p:cTn id="333" presetClass="entr" nodeType="afterEffect" presetID="9" grpId="83" fill="hold">
                                  <p:stCondLst>
                                    <p:cond delay="0"/>
                                  </p:stCondLst>
                                  <p:iterate type="el" backwards="0">
                                    <p:tmAbs val="0"/>
                                  </p:iterate>
                                  <p:childTnLst>
                                    <p:set>
                                      <p:cBhvr>
                                        <p:cTn id="334" fill="hold"/>
                                        <p:tgtEl>
                                          <p:spTgt spid="7470"/>
                                        </p:tgtEl>
                                        <p:attrNameLst>
                                          <p:attrName>style.visibility</p:attrName>
                                        </p:attrNameLst>
                                      </p:cBhvr>
                                      <p:to>
                                        <p:strVal val="visible"/>
                                      </p:to>
                                    </p:set>
                                    <p:animEffect filter="dissolve" transition="in">
                                      <p:cBhvr>
                                        <p:cTn id="335" dur="500"/>
                                        <p:tgtEl>
                                          <p:spTgt spid="7470"/>
                                        </p:tgtEl>
                                      </p:cBhvr>
                                    </p:animEffect>
                                  </p:childTnLst>
                                </p:cTn>
                              </p:par>
                            </p:childTnLst>
                          </p:cTn>
                        </p:par>
                        <p:par>
                          <p:cTn id="336" fill="hold">
                            <p:stCondLst>
                              <p:cond delay="41500"/>
                            </p:stCondLst>
                            <p:childTnLst>
                              <p:par>
                                <p:cTn id="337" presetClass="entr" nodeType="afterEffect" presetID="9" grpId="84" fill="hold">
                                  <p:stCondLst>
                                    <p:cond delay="0"/>
                                  </p:stCondLst>
                                  <p:iterate type="el" backwards="0">
                                    <p:tmAbs val="0"/>
                                  </p:iterate>
                                  <p:childTnLst>
                                    <p:set>
                                      <p:cBhvr>
                                        <p:cTn id="338" fill="hold"/>
                                        <p:tgtEl>
                                          <p:spTgt spid="7471"/>
                                        </p:tgtEl>
                                        <p:attrNameLst>
                                          <p:attrName>style.visibility</p:attrName>
                                        </p:attrNameLst>
                                      </p:cBhvr>
                                      <p:to>
                                        <p:strVal val="visible"/>
                                      </p:to>
                                    </p:set>
                                    <p:animEffect filter="dissolve" transition="in">
                                      <p:cBhvr>
                                        <p:cTn id="339" dur="500"/>
                                        <p:tgtEl>
                                          <p:spTgt spid="7471"/>
                                        </p:tgtEl>
                                      </p:cBhvr>
                                    </p:animEffect>
                                  </p:childTnLst>
                                </p:cTn>
                              </p:par>
                            </p:childTnLst>
                          </p:cTn>
                        </p:par>
                        <p:par>
                          <p:cTn id="340" fill="hold">
                            <p:stCondLst>
                              <p:cond delay="42000"/>
                            </p:stCondLst>
                            <p:childTnLst>
                              <p:par>
                                <p:cTn id="341" presetClass="entr" nodeType="afterEffect" presetID="9" grpId="85" fill="hold">
                                  <p:stCondLst>
                                    <p:cond delay="0"/>
                                  </p:stCondLst>
                                  <p:iterate type="el" backwards="0">
                                    <p:tmAbs val="0"/>
                                  </p:iterate>
                                  <p:childTnLst>
                                    <p:set>
                                      <p:cBhvr>
                                        <p:cTn id="342" fill="hold"/>
                                        <p:tgtEl>
                                          <p:spTgt spid="7472"/>
                                        </p:tgtEl>
                                        <p:attrNameLst>
                                          <p:attrName>style.visibility</p:attrName>
                                        </p:attrNameLst>
                                      </p:cBhvr>
                                      <p:to>
                                        <p:strVal val="visible"/>
                                      </p:to>
                                    </p:set>
                                    <p:animEffect filter="dissolve" transition="in">
                                      <p:cBhvr>
                                        <p:cTn id="343" dur="500"/>
                                        <p:tgtEl>
                                          <p:spTgt spid="7472"/>
                                        </p:tgtEl>
                                      </p:cBhvr>
                                    </p:animEffect>
                                  </p:childTnLst>
                                </p:cTn>
                              </p:par>
                            </p:childTnLst>
                          </p:cTn>
                        </p:par>
                        <p:par>
                          <p:cTn id="344" fill="hold">
                            <p:stCondLst>
                              <p:cond delay="42500"/>
                            </p:stCondLst>
                            <p:childTnLst>
                              <p:par>
                                <p:cTn id="345" presetClass="entr" nodeType="afterEffect" presetID="9" grpId="86" fill="hold">
                                  <p:stCondLst>
                                    <p:cond delay="0"/>
                                  </p:stCondLst>
                                  <p:iterate type="el" backwards="0">
                                    <p:tmAbs val="0"/>
                                  </p:iterate>
                                  <p:childTnLst>
                                    <p:set>
                                      <p:cBhvr>
                                        <p:cTn id="346" fill="hold"/>
                                        <p:tgtEl>
                                          <p:spTgt spid="7473"/>
                                        </p:tgtEl>
                                        <p:attrNameLst>
                                          <p:attrName>style.visibility</p:attrName>
                                        </p:attrNameLst>
                                      </p:cBhvr>
                                      <p:to>
                                        <p:strVal val="visible"/>
                                      </p:to>
                                    </p:set>
                                    <p:animEffect filter="dissolve" transition="in">
                                      <p:cBhvr>
                                        <p:cTn id="347" dur="500"/>
                                        <p:tgtEl>
                                          <p:spTgt spid="7473"/>
                                        </p:tgtEl>
                                      </p:cBhvr>
                                    </p:animEffect>
                                  </p:childTnLst>
                                </p:cTn>
                              </p:par>
                            </p:childTnLst>
                          </p:cTn>
                        </p:par>
                        <p:par>
                          <p:cTn id="348" fill="hold">
                            <p:stCondLst>
                              <p:cond delay="43000"/>
                            </p:stCondLst>
                            <p:childTnLst>
                              <p:par>
                                <p:cTn id="349" presetClass="entr" nodeType="afterEffect" presetID="9" grpId="87" fill="hold">
                                  <p:stCondLst>
                                    <p:cond delay="0"/>
                                  </p:stCondLst>
                                  <p:iterate type="el" backwards="0">
                                    <p:tmAbs val="0"/>
                                  </p:iterate>
                                  <p:childTnLst>
                                    <p:set>
                                      <p:cBhvr>
                                        <p:cTn id="350" fill="hold"/>
                                        <p:tgtEl>
                                          <p:spTgt spid="7474"/>
                                        </p:tgtEl>
                                        <p:attrNameLst>
                                          <p:attrName>style.visibility</p:attrName>
                                        </p:attrNameLst>
                                      </p:cBhvr>
                                      <p:to>
                                        <p:strVal val="visible"/>
                                      </p:to>
                                    </p:set>
                                    <p:animEffect filter="dissolve" transition="in">
                                      <p:cBhvr>
                                        <p:cTn id="351" dur="500"/>
                                        <p:tgtEl>
                                          <p:spTgt spid="7474"/>
                                        </p:tgtEl>
                                      </p:cBhvr>
                                    </p:animEffect>
                                  </p:childTnLst>
                                </p:cTn>
                              </p:par>
                            </p:childTnLst>
                          </p:cTn>
                        </p:par>
                        <p:par>
                          <p:cTn id="352" fill="hold">
                            <p:stCondLst>
                              <p:cond delay="43500"/>
                            </p:stCondLst>
                            <p:childTnLst>
                              <p:par>
                                <p:cTn id="353" presetClass="entr" nodeType="afterEffect" presetID="9" grpId="88" fill="hold">
                                  <p:stCondLst>
                                    <p:cond delay="0"/>
                                  </p:stCondLst>
                                  <p:iterate type="el" backwards="0">
                                    <p:tmAbs val="0"/>
                                  </p:iterate>
                                  <p:childTnLst>
                                    <p:set>
                                      <p:cBhvr>
                                        <p:cTn id="354" fill="hold"/>
                                        <p:tgtEl>
                                          <p:spTgt spid="7475"/>
                                        </p:tgtEl>
                                        <p:attrNameLst>
                                          <p:attrName>style.visibility</p:attrName>
                                        </p:attrNameLst>
                                      </p:cBhvr>
                                      <p:to>
                                        <p:strVal val="visible"/>
                                      </p:to>
                                    </p:set>
                                    <p:animEffect filter="dissolve" transition="in">
                                      <p:cBhvr>
                                        <p:cTn id="355" dur="500"/>
                                        <p:tgtEl>
                                          <p:spTgt spid="7475"/>
                                        </p:tgtEl>
                                      </p:cBhvr>
                                    </p:animEffect>
                                  </p:childTnLst>
                                </p:cTn>
                              </p:par>
                            </p:childTnLst>
                          </p:cTn>
                        </p:par>
                        <p:par>
                          <p:cTn id="356" fill="hold">
                            <p:stCondLst>
                              <p:cond delay="44000"/>
                            </p:stCondLst>
                            <p:childTnLst>
                              <p:par>
                                <p:cTn id="357" presetClass="entr" nodeType="afterEffect" presetID="9" grpId="89" fill="hold">
                                  <p:stCondLst>
                                    <p:cond delay="0"/>
                                  </p:stCondLst>
                                  <p:iterate type="el" backwards="0">
                                    <p:tmAbs val="0"/>
                                  </p:iterate>
                                  <p:childTnLst>
                                    <p:set>
                                      <p:cBhvr>
                                        <p:cTn id="358" fill="hold"/>
                                        <p:tgtEl>
                                          <p:spTgt spid="7476"/>
                                        </p:tgtEl>
                                        <p:attrNameLst>
                                          <p:attrName>style.visibility</p:attrName>
                                        </p:attrNameLst>
                                      </p:cBhvr>
                                      <p:to>
                                        <p:strVal val="visible"/>
                                      </p:to>
                                    </p:set>
                                    <p:animEffect filter="dissolve" transition="in">
                                      <p:cBhvr>
                                        <p:cTn id="359" dur="500"/>
                                        <p:tgtEl>
                                          <p:spTgt spid="7476"/>
                                        </p:tgtEl>
                                      </p:cBhvr>
                                    </p:animEffect>
                                  </p:childTnLst>
                                </p:cTn>
                              </p:par>
                            </p:childTnLst>
                          </p:cTn>
                        </p:par>
                        <p:par>
                          <p:cTn id="360" fill="hold">
                            <p:stCondLst>
                              <p:cond delay="44500"/>
                            </p:stCondLst>
                            <p:childTnLst>
                              <p:par>
                                <p:cTn id="361" presetClass="entr" nodeType="afterEffect" presetID="9" grpId="90" fill="hold">
                                  <p:stCondLst>
                                    <p:cond delay="0"/>
                                  </p:stCondLst>
                                  <p:iterate type="el" backwards="0">
                                    <p:tmAbs val="0"/>
                                  </p:iterate>
                                  <p:childTnLst>
                                    <p:set>
                                      <p:cBhvr>
                                        <p:cTn id="362" fill="hold"/>
                                        <p:tgtEl>
                                          <p:spTgt spid="7477"/>
                                        </p:tgtEl>
                                        <p:attrNameLst>
                                          <p:attrName>style.visibility</p:attrName>
                                        </p:attrNameLst>
                                      </p:cBhvr>
                                      <p:to>
                                        <p:strVal val="visible"/>
                                      </p:to>
                                    </p:set>
                                    <p:animEffect filter="dissolve" transition="in">
                                      <p:cBhvr>
                                        <p:cTn id="363" dur="500"/>
                                        <p:tgtEl>
                                          <p:spTgt spid="7477"/>
                                        </p:tgtEl>
                                      </p:cBhvr>
                                    </p:animEffect>
                                  </p:childTnLst>
                                </p:cTn>
                              </p:par>
                            </p:childTnLst>
                          </p:cTn>
                        </p:par>
                        <p:par>
                          <p:cTn id="364" fill="hold">
                            <p:stCondLst>
                              <p:cond delay="45000"/>
                            </p:stCondLst>
                            <p:childTnLst>
                              <p:par>
                                <p:cTn id="365" presetClass="entr" nodeType="afterEffect" presetID="9" grpId="91" fill="hold">
                                  <p:stCondLst>
                                    <p:cond delay="0"/>
                                  </p:stCondLst>
                                  <p:iterate type="el" backwards="0">
                                    <p:tmAbs val="0"/>
                                  </p:iterate>
                                  <p:childTnLst>
                                    <p:set>
                                      <p:cBhvr>
                                        <p:cTn id="366" fill="hold"/>
                                        <p:tgtEl>
                                          <p:spTgt spid="7478"/>
                                        </p:tgtEl>
                                        <p:attrNameLst>
                                          <p:attrName>style.visibility</p:attrName>
                                        </p:attrNameLst>
                                      </p:cBhvr>
                                      <p:to>
                                        <p:strVal val="visible"/>
                                      </p:to>
                                    </p:set>
                                    <p:animEffect filter="dissolve" transition="in">
                                      <p:cBhvr>
                                        <p:cTn id="367" dur="500"/>
                                        <p:tgtEl>
                                          <p:spTgt spid="7478"/>
                                        </p:tgtEl>
                                      </p:cBhvr>
                                    </p:animEffect>
                                  </p:childTnLst>
                                </p:cTn>
                              </p:par>
                            </p:childTnLst>
                          </p:cTn>
                        </p:par>
                        <p:par>
                          <p:cTn id="368" fill="hold">
                            <p:stCondLst>
                              <p:cond delay="45500"/>
                            </p:stCondLst>
                            <p:childTnLst>
                              <p:par>
                                <p:cTn id="369" presetClass="entr" nodeType="afterEffect" presetID="9" grpId="92" fill="hold">
                                  <p:stCondLst>
                                    <p:cond delay="0"/>
                                  </p:stCondLst>
                                  <p:iterate type="el" backwards="0">
                                    <p:tmAbs val="0"/>
                                  </p:iterate>
                                  <p:childTnLst>
                                    <p:set>
                                      <p:cBhvr>
                                        <p:cTn id="370" fill="hold"/>
                                        <p:tgtEl>
                                          <p:spTgt spid="7479"/>
                                        </p:tgtEl>
                                        <p:attrNameLst>
                                          <p:attrName>style.visibility</p:attrName>
                                        </p:attrNameLst>
                                      </p:cBhvr>
                                      <p:to>
                                        <p:strVal val="visible"/>
                                      </p:to>
                                    </p:set>
                                    <p:animEffect filter="dissolve" transition="in">
                                      <p:cBhvr>
                                        <p:cTn id="371" dur="500"/>
                                        <p:tgtEl>
                                          <p:spTgt spid="7479"/>
                                        </p:tgtEl>
                                      </p:cBhvr>
                                    </p:animEffect>
                                  </p:childTnLst>
                                </p:cTn>
                              </p:par>
                            </p:childTnLst>
                          </p:cTn>
                        </p:par>
                        <p:par>
                          <p:cTn id="372" fill="hold">
                            <p:stCondLst>
                              <p:cond delay="46000"/>
                            </p:stCondLst>
                            <p:childTnLst>
                              <p:par>
                                <p:cTn id="373" presetClass="entr" nodeType="afterEffect" presetID="9" grpId="93" fill="hold">
                                  <p:stCondLst>
                                    <p:cond delay="0"/>
                                  </p:stCondLst>
                                  <p:iterate type="el" backwards="0">
                                    <p:tmAbs val="0"/>
                                  </p:iterate>
                                  <p:childTnLst>
                                    <p:set>
                                      <p:cBhvr>
                                        <p:cTn id="374" fill="hold"/>
                                        <p:tgtEl>
                                          <p:spTgt spid="7480"/>
                                        </p:tgtEl>
                                        <p:attrNameLst>
                                          <p:attrName>style.visibility</p:attrName>
                                        </p:attrNameLst>
                                      </p:cBhvr>
                                      <p:to>
                                        <p:strVal val="visible"/>
                                      </p:to>
                                    </p:set>
                                    <p:animEffect filter="dissolve" transition="in">
                                      <p:cBhvr>
                                        <p:cTn id="375" dur="500"/>
                                        <p:tgtEl>
                                          <p:spTgt spid="7480"/>
                                        </p:tgtEl>
                                      </p:cBhvr>
                                    </p:animEffect>
                                  </p:childTnLst>
                                </p:cTn>
                              </p:par>
                            </p:childTnLst>
                          </p:cTn>
                        </p:par>
                        <p:par>
                          <p:cTn id="376" fill="hold">
                            <p:stCondLst>
                              <p:cond delay="46500"/>
                            </p:stCondLst>
                            <p:childTnLst>
                              <p:par>
                                <p:cTn id="377" presetClass="entr" nodeType="afterEffect" presetID="9" grpId="94" fill="hold">
                                  <p:stCondLst>
                                    <p:cond delay="0"/>
                                  </p:stCondLst>
                                  <p:iterate type="el" backwards="0">
                                    <p:tmAbs val="0"/>
                                  </p:iterate>
                                  <p:childTnLst>
                                    <p:set>
                                      <p:cBhvr>
                                        <p:cTn id="378" fill="hold"/>
                                        <p:tgtEl>
                                          <p:spTgt spid="7481"/>
                                        </p:tgtEl>
                                        <p:attrNameLst>
                                          <p:attrName>style.visibility</p:attrName>
                                        </p:attrNameLst>
                                      </p:cBhvr>
                                      <p:to>
                                        <p:strVal val="visible"/>
                                      </p:to>
                                    </p:set>
                                    <p:animEffect filter="dissolve" transition="in">
                                      <p:cBhvr>
                                        <p:cTn id="379" dur="500"/>
                                        <p:tgtEl>
                                          <p:spTgt spid="7481"/>
                                        </p:tgtEl>
                                      </p:cBhvr>
                                    </p:animEffect>
                                  </p:childTnLst>
                                </p:cTn>
                              </p:par>
                            </p:childTnLst>
                          </p:cTn>
                        </p:par>
                        <p:par>
                          <p:cTn id="380" fill="hold">
                            <p:stCondLst>
                              <p:cond delay="47000"/>
                            </p:stCondLst>
                            <p:childTnLst>
                              <p:par>
                                <p:cTn id="381" presetClass="entr" nodeType="afterEffect" presetID="9" grpId="95" fill="hold">
                                  <p:stCondLst>
                                    <p:cond delay="0"/>
                                  </p:stCondLst>
                                  <p:iterate type="el" backwards="0">
                                    <p:tmAbs val="0"/>
                                  </p:iterate>
                                  <p:childTnLst>
                                    <p:set>
                                      <p:cBhvr>
                                        <p:cTn id="382" fill="hold"/>
                                        <p:tgtEl>
                                          <p:spTgt spid="7482"/>
                                        </p:tgtEl>
                                        <p:attrNameLst>
                                          <p:attrName>style.visibility</p:attrName>
                                        </p:attrNameLst>
                                      </p:cBhvr>
                                      <p:to>
                                        <p:strVal val="visible"/>
                                      </p:to>
                                    </p:set>
                                    <p:animEffect filter="dissolve" transition="in">
                                      <p:cBhvr>
                                        <p:cTn id="383" dur="500"/>
                                        <p:tgtEl>
                                          <p:spTgt spid="7482"/>
                                        </p:tgtEl>
                                      </p:cBhvr>
                                    </p:animEffect>
                                  </p:childTnLst>
                                </p:cTn>
                              </p:par>
                            </p:childTnLst>
                          </p:cTn>
                        </p:par>
                        <p:par>
                          <p:cTn id="384" fill="hold">
                            <p:stCondLst>
                              <p:cond delay="47500"/>
                            </p:stCondLst>
                            <p:childTnLst>
                              <p:par>
                                <p:cTn id="385" presetClass="entr" nodeType="afterEffect" presetID="9" grpId="96" fill="hold">
                                  <p:stCondLst>
                                    <p:cond delay="0"/>
                                  </p:stCondLst>
                                  <p:iterate type="el" backwards="0">
                                    <p:tmAbs val="0"/>
                                  </p:iterate>
                                  <p:childTnLst>
                                    <p:set>
                                      <p:cBhvr>
                                        <p:cTn id="386" fill="hold"/>
                                        <p:tgtEl>
                                          <p:spTgt spid="7483"/>
                                        </p:tgtEl>
                                        <p:attrNameLst>
                                          <p:attrName>style.visibility</p:attrName>
                                        </p:attrNameLst>
                                      </p:cBhvr>
                                      <p:to>
                                        <p:strVal val="visible"/>
                                      </p:to>
                                    </p:set>
                                    <p:animEffect filter="dissolve" transition="in">
                                      <p:cBhvr>
                                        <p:cTn id="387" dur="500"/>
                                        <p:tgtEl>
                                          <p:spTgt spid="7483"/>
                                        </p:tgtEl>
                                      </p:cBhvr>
                                    </p:animEffect>
                                  </p:childTnLst>
                                </p:cTn>
                              </p:par>
                            </p:childTnLst>
                          </p:cTn>
                        </p:par>
                        <p:par>
                          <p:cTn id="388" fill="hold">
                            <p:stCondLst>
                              <p:cond delay="48000"/>
                            </p:stCondLst>
                            <p:childTnLst>
                              <p:par>
                                <p:cTn id="389" presetClass="entr" nodeType="afterEffect" presetID="9" grpId="97" fill="hold">
                                  <p:stCondLst>
                                    <p:cond delay="0"/>
                                  </p:stCondLst>
                                  <p:iterate type="el" backwards="0">
                                    <p:tmAbs val="0"/>
                                  </p:iterate>
                                  <p:childTnLst>
                                    <p:set>
                                      <p:cBhvr>
                                        <p:cTn id="390" fill="hold"/>
                                        <p:tgtEl>
                                          <p:spTgt spid="7484"/>
                                        </p:tgtEl>
                                        <p:attrNameLst>
                                          <p:attrName>style.visibility</p:attrName>
                                        </p:attrNameLst>
                                      </p:cBhvr>
                                      <p:to>
                                        <p:strVal val="visible"/>
                                      </p:to>
                                    </p:set>
                                    <p:animEffect filter="dissolve" transition="in">
                                      <p:cBhvr>
                                        <p:cTn id="391" dur="500"/>
                                        <p:tgtEl>
                                          <p:spTgt spid="7484"/>
                                        </p:tgtEl>
                                      </p:cBhvr>
                                    </p:animEffect>
                                  </p:childTnLst>
                                </p:cTn>
                              </p:par>
                            </p:childTnLst>
                          </p:cTn>
                        </p:par>
                        <p:par>
                          <p:cTn id="392" fill="hold">
                            <p:stCondLst>
                              <p:cond delay="48500"/>
                            </p:stCondLst>
                            <p:childTnLst>
                              <p:par>
                                <p:cTn id="393" presetClass="entr" nodeType="afterEffect" presetID="9" grpId="98" fill="hold">
                                  <p:stCondLst>
                                    <p:cond delay="0"/>
                                  </p:stCondLst>
                                  <p:iterate type="el" backwards="0">
                                    <p:tmAbs val="0"/>
                                  </p:iterate>
                                  <p:childTnLst>
                                    <p:set>
                                      <p:cBhvr>
                                        <p:cTn id="394" fill="hold"/>
                                        <p:tgtEl>
                                          <p:spTgt spid="7485"/>
                                        </p:tgtEl>
                                        <p:attrNameLst>
                                          <p:attrName>style.visibility</p:attrName>
                                        </p:attrNameLst>
                                      </p:cBhvr>
                                      <p:to>
                                        <p:strVal val="visible"/>
                                      </p:to>
                                    </p:set>
                                    <p:animEffect filter="dissolve" transition="in">
                                      <p:cBhvr>
                                        <p:cTn id="395" dur="500"/>
                                        <p:tgtEl>
                                          <p:spTgt spid="7485"/>
                                        </p:tgtEl>
                                      </p:cBhvr>
                                    </p:animEffect>
                                  </p:childTnLst>
                                </p:cTn>
                              </p:par>
                            </p:childTnLst>
                          </p:cTn>
                        </p:par>
                        <p:par>
                          <p:cTn id="396" fill="hold">
                            <p:stCondLst>
                              <p:cond delay="49000"/>
                            </p:stCondLst>
                            <p:childTnLst>
                              <p:par>
                                <p:cTn id="397" presetClass="entr" nodeType="afterEffect" presetID="9" grpId="99" fill="hold">
                                  <p:stCondLst>
                                    <p:cond delay="0"/>
                                  </p:stCondLst>
                                  <p:iterate type="el" backwards="0">
                                    <p:tmAbs val="0"/>
                                  </p:iterate>
                                  <p:childTnLst>
                                    <p:set>
                                      <p:cBhvr>
                                        <p:cTn id="398" fill="hold"/>
                                        <p:tgtEl>
                                          <p:spTgt spid="7486"/>
                                        </p:tgtEl>
                                        <p:attrNameLst>
                                          <p:attrName>style.visibility</p:attrName>
                                        </p:attrNameLst>
                                      </p:cBhvr>
                                      <p:to>
                                        <p:strVal val="visible"/>
                                      </p:to>
                                    </p:set>
                                    <p:animEffect filter="dissolve" transition="in">
                                      <p:cBhvr>
                                        <p:cTn id="399" dur="500"/>
                                        <p:tgtEl>
                                          <p:spTgt spid="7486"/>
                                        </p:tgtEl>
                                      </p:cBhvr>
                                    </p:animEffect>
                                  </p:childTnLst>
                                </p:cTn>
                              </p:par>
                            </p:childTnLst>
                          </p:cTn>
                        </p:par>
                        <p:par>
                          <p:cTn id="400" fill="hold">
                            <p:stCondLst>
                              <p:cond delay="49500"/>
                            </p:stCondLst>
                            <p:childTnLst>
                              <p:par>
                                <p:cTn id="401" presetClass="entr" nodeType="afterEffect" presetID="9" grpId="100" fill="hold">
                                  <p:stCondLst>
                                    <p:cond delay="0"/>
                                  </p:stCondLst>
                                  <p:iterate type="el" backwards="0">
                                    <p:tmAbs val="0"/>
                                  </p:iterate>
                                  <p:childTnLst>
                                    <p:set>
                                      <p:cBhvr>
                                        <p:cTn id="402" fill="hold"/>
                                        <p:tgtEl>
                                          <p:spTgt spid="7487"/>
                                        </p:tgtEl>
                                        <p:attrNameLst>
                                          <p:attrName>style.visibility</p:attrName>
                                        </p:attrNameLst>
                                      </p:cBhvr>
                                      <p:to>
                                        <p:strVal val="visible"/>
                                      </p:to>
                                    </p:set>
                                    <p:animEffect filter="dissolve" transition="in">
                                      <p:cBhvr>
                                        <p:cTn id="403" dur="500"/>
                                        <p:tgtEl>
                                          <p:spTgt spid="7487"/>
                                        </p:tgtEl>
                                      </p:cBhvr>
                                    </p:animEffect>
                                  </p:childTnLst>
                                </p:cTn>
                              </p:par>
                            </p:childTnLst>
                          </p:cTn>
                        </p:par>
                        <p:par>
                          <p:cTn id="404" fill="hold">
                            <p:stCondLst>
                              <p:cond delay="50000"/>
                            </p:stCondLst>
                            <p:childTnLst>
                              <p:par>
                                <p:cTn id="405" presetClass="entr" nodeType="afterEffect" presetID="9" grpId="101" fill="hold">
                                  <p:stCondLst>
                                    <p:cond delay="0"/>
                                  </p:stCondLst>
                                  <p:iterate type="el" backwards="0">
                                    <p:tmAbs val="0"/>
                                  </p:iterate>
                                  <p:childTnLst>
                                    <p:set>
                                      <p:cBhvr>
                                        <p:cTn id="406" fill="hold"/>
                                        <p:tgtEl>
                                          <p:spTgt spid="7488"/>
                                        </p:tgtEl>
                                        <p:attrNameLst>
                                          <p:attrName>style.visibility</p:attrName>
                                        </p:attrNameLst>
                                      </p:cBhvr>
                                      <p:to>
                                        <p:strVal val="visible"/>
                                      </p:to>
                                    </p:set>
                                    <p:animEffect filter="dissolve" transition="in">
                                      <p:cBhvr>
                                        <p:cTn id="407" dur="500"/>
                                        <p:tgtEl>
                                          <p:spTgt spid="7488"/>
                                        </p:tgtEl>
                                      </p:cBhvr>
                                    </p:animEffect>
                                  </p:childTnLst>
                                </p:cTn>
                              </p:par>
                            </p:childTnLst>
                          </p:cTn>
                        </p:par>
                        <p:par>
                          <p:cTn id="408" fill="hold">
                            <p:stCondLst>
                              <p:cond delay="50500"/>
                            </p:stCondLst>
                            <p:childTnLst>
                              <p:par>
                                <p:cTn id="409" presetClass="entr" nodeType="afterEffect" presetID="9" grpId="102" fill="hold">
                                  <p:stCondLst>
                                    <p:cond delay="0"/>
                                  </p:stCondLst>
                                  <p:iterate type="el" backwards="0">
                                    <p:tmAbs val="0"/>
                                  </p:iterate>
                                  <p:childTnLst>
                                    <p:set>
                                      <p:cBhvr>
                                        <p:cTn id="410" fill="hold"/>
                                        <p:tgtEl>
                                          <p:spTgt spid="7489"/>
                                        </p:tgtEl>
                                        <p:attrNameLst>
                                          <p:attrName>style.visibility</p:attrName>
                                        </p:attrNameLst>
                                      </p:cBhvr>
                                      <p:to>
                                        <p:strVal val="visible"/>
                                      </p:to>
                                    </p:set>
                                    <p:animEffect filter="dissolve" transition="in">
                                      <p:cBhvr>
                                        <p:cTn id="411" dur="500"/>
                                        <p:tgtEl>
                                          <p:spTgt spid="7489"/>
                                        </p:tgtEl>
                                      </p:cBhvr>
                                    </p:animEffect>
                                  </p:childTnLst>
                                </p:cTn>
                              </p:par>
                            </p:childTnLst>
                          </p:cTn>
                        </p:par>
                        <p:par>
                          <p:cTn id="412" fill="hold">
                            <p:stCondLst>
                              <p:cond delay="51000"/>
                            </p:stCondLst>
                            <p:childTnLst>
                              <p:par>
                                <p:cTn id="413" presetClass="entr" nodeType="afterEffect" presetID="9" grpId="103" fill="hold">
                                  <p:stCondLst>
                                    <p:cond delay="0"/>
                                  </p:stCondLst>
                                  <p:iterate type="el" backwards="0">
                                    <p:tmAbs val="0"/>
                                  </p:iterate>
                                  <p:childTnLst>
                                    <p:set>
                                      <p:cBhvr>
                                        <p:cTn id="414" fill="hold"/>
                                        <p:tgtEl>
                                          <p:spTgt spid="7490"/>
                                        </p:tgtEl>
                                        <p:attrNameLst>
                                          <p:attrName>style.visibility</p:attrName>
                                        </p:attrNameLst>
                                      </p:cBhvr>
                                      <p:to>
                                        <p:strVal val="visible"/>
                                      </p:to>
                                    </p:set>
                                    <p:animEffect filter="dissolve" transition="in">
                                      <p:cBhvr>
                                        <p:cTn id="415" dur="500"/>
                                        <p:tgtEl>
                                          <p:spTgt spid="7490"/>
                                        </p:tgtEl>
                                      </p:cBhvr>
                                    </p:animEffect>
                                  </p:childTnLst>
                                </p:cTn>
                              </p:par>
                            </p:childTnLst>
                          </p:cTn>
                        </p:par>
                        <p:par>
                          <p:cTn id="416" fill="hold">
                            <p:stCondLst>
                              <p:cond delay="51500"/>
                            </p:stCondLst>
                            <p:childTnLst>
                              <p:par>
                                <p:cTn id="417" presetClass="entr" nodeType="afterEffect" presetID="9" grpId="104" fill="hold">
                                  <p:stCondLst>
                                    <p:cond delay="0"/>
                                  </p:stCondLst>
                                  <p:iterate type="el" backwards="0">
                                    <p:tmAbs val="0"/>
                                  </p:iterate>
                                  <p:childTnLst>
                                    <p:set>
                                      <p:cBhvr>
                                        <p:cTn id="418" fill="hold"/>
                                        <p:tgtEl>
                                          <p:spTgt spid="7491"/>
                                        </p:tgtEl>
                                        <p:attrNameLst>
                                          <p:attrName>style.visibility</p:attrName>
                                        </p:attrNameLst>
                                      </p:cBhvr>
                                      <p:to>
                                        <p:strVal val="visible"/>
                                      </p:to>
                                    </p:set>
                                    <p:animEffect filter="dissolve" transition="in">
                                      <p:cBhvr>
                                        <p:cTn id="419" dur="500"/>
                                        <p:tgtEl>
                                          <p:spTgt spid="7491"/>
                                        </p:tgtEl>
                                      </p:cBhvr>
                                    </p:animEffect>
                                  </p:childTnLst>
                                </p:cTn>
                              </p:par>
                            </p:childTnLst>
                          </p:cTn>
                        </p:par>
                        <p:par>
                          <p:cTn id="420" fill="hold">
                            <p:stCondLst>
                              <p:cond delay="52000"/>
                            </p:stCondLst>
                            <p:childTnLst>
                              <p:par>
                                <p:cTn id="421" presetClass="entr" nodeType="afterEffect" presetID="9" grpId="105" fill="hold">
                                  <p:stCondLst>
                                    <p:cond delay="0"/>
                                  </p:stCondLst>
                                  <p:iterate type="el" backwards="0">
                                    <p:tmAbs val="0"/>
                                  </p:iterate>
                                  <p:childTnLst>
                                    <p:set>
                                      <p:cBhvr>
                                        <p:cTn id="422" fill="hold"/>
                                        <p:tgtEl>
                                          <p:spTgt spid="7492"/>
                                        </p:tgtEl>
                                        <p:attrNameLst>
                                          <p:attrName>style.visibility</p:attrName>
                                        </p:attrNameLst>
                                      </p:cBhvr>
                                      <p:to>
                                        <p:strVal val="visible"/>
                                      </p:to>
                                    </p:set>
                                    <p:animEffect filter="dissolve" transition="in">
                                      <p:cBhvr>
                                        <p:cTn id="423" dur="500"/>
                                        <p:tgtEl>
                                          <p:spTgt spid="7492"/>
                                        </p:tgtEl>
                                      </p:cBhvr>
                                    </p:animEffect>
                                  </p:childTnLst>
                                </p:cTn>
                              </p:par>
                            </p:childTnLst>
                          </p:cTn>
                        </p:par>
                        <p:par>
                          <p:cTn id="424" fill="hold">
                            <p:stCondLst>
                              <p:cond delay="52500"/>
                            </p:stCondLst>
                            <p:childTnLst>
                              <p:par>
                                <p:cTn id="425" presetClass="entr" nodeType="afterEffect" presetID="9" grpId="106" fill="hold">
                                  <p:stCondLst>
                                    <p:cond delay="0"/>
                                  </p:stCondLst>
                                  <p:iterate type="el" backwards="0">
                                    <p:tmAbs val="0"/>
                                  </p:iterate>
                                  <p:childTnLst>
                                    <p:set>
                                      <p:cBhvr>
                                        <p:cTn id="426" fill="hold"/>
                                        <p:tgtEl>
                                          <p:spTgt spid="7493"/>
                                        </p:tgtEl>
                                        <p:attrNameLst>
                                          <p:attrName>style.visibility</p:attrName>
                                        </p:attrNameLst>
                                      </p:cBhvr>
                                      <p:to>
                                        <p:strVal val="visible"/>
                                      </p:to>
                                    </p:set>
                                    <p:animEffect filter="dissolve" transition="in">
                                      <p:cBhvr>
                                        <p:cTn id="427" dur="500"/>
                                        <p:tgtEl>
                                          <p:spTgt spid="7493"/>
                                        </p:tgtEl>
                                      </p:cBhvr>
                                    </p:animEffect>
                                  </p:childTnLst>
                                </p:cTn>
                              </p:par>
                            </p:childTnLst>
                          </p:cTn>
                        </p:par>
                        <p:par>
                          <p:cTn id="428" fill="hold">
                            <p:stCondLst>
                              <p:cond delay="53000"/>
                            </p:stCondLst>
                            <p:childTnLst>
                              <p:par>
                                <p:cTn id="429" presetClass="entr" nodeType="afterEffect" presetID="9" grpId="107" fill="hold">
                                  <p:stCondLst>
                                    <p:cond delay="0"/>
                                  </p:stCondLst>
                                  <p:iterate type="el" backwards="0">
                                    <p:tmAbs val="0"/>
                                  </p:iterate>
                                  <p:childTnLst>
                                    <p:set>
                                      <p:cBhvr>
                                        <p:cTn id="430" fill="hold"/>
                                        <p:tgtEl>
                                          <p:spTgt spid="7494"/>
                                        </p:tgtEl>
                                        <p:attrNameLst>
                                          <p:attrName>style.visibility</p:attrName>
                                        </p:attrNameLst>
                                      </p:cBhvr>
                                      <p:to>
                                        <p:strVal val="visible"/>
                                      </p:to>
                                    </p:set>
                                    <p:animEffect filter="dissolve" transition="in">
                                      <p:cBhvr>
                                        <p:cTn id="431" dur="500"/>
                                        <p:tgtEl>
                                          <p:spTgt spid="7494"/>
                                        </p:tgtEl>
                                      </p:cBhvr>
                                    </p:animEffect>
                                  </p:childTnLst>
                                </p:cTn>
                              </p:par>
                            </p:childTnLst>
                          </p:cTn>
                        </p:par>
                        <p:par>
                          <p:cTn id="432" fill="hold">
                            <p:stCondLst>
                              <p:cond delay="53500"/>
                            </p:stCondLst>
                            <p:childTnLst>
                              <p:par>
                                <p:cTn id="433" presetClass="entr" nodeType="afterEffect" presetID="9" grpId="108" fill="hold">
                                  <p:stCondLst>
                                    <p:cond delay="0"/>
                                  </p:stCondLst>
                                  <p:iterate type="el" backwards="0">
                                    <p:tmAbs val="0"/>
                                  </p:iterate>
                                  <p:childTnLst>
                                    <p:set>
                                      <p:cBhvr>
                                        <p:cTn id="434" fill="hold"/>
                                        <p:tgtEl>
                                          <p:spTgt spid="7495"/>
                                        </p:tgtEl>
                                        <p:attrNameLst>
                                          <p:attrName>style.visibility</p:attrName>
                                        </p:attrNameLst>
                                      </p:cBhvr>
                                      <p:to>
                                        <p:strVal val="visible"/>
                                      </p:to>
                                    </p:set>
                                    <p:animEffect filter="dissolve" transition="in">
                                      <p:cBhvr>
                                        <p:cTn id="435" dur="500"/>
                                        <p:tgtEl>
                                          <p:spTgt spid="7495"/>
                                        </p:tgtEl>
                                      </p:cBhvr>
                                    </p:animEffect>
                                  </p:childTnLst>
                                </p:cTn>
                              </p:par>
                            </p:childTnLst>
                          </p:cTn>
                        </p:par>
                        <p:par>
                          <p:cTn id="436" fill="hold">
                            <p:stCondLst>
                              <p:cond delay="54000"/>
                            </p:stCondLst>
                            <p:childTnLst>
                              <p:par>
                                <p:cTn id="437" presetClass="entr" nodeType="afterEffect" presetID="9" grpId="109" fill="hold">
                                  <p:stCondLst>
                                    <p:cond delay="0"/>
                                  </p:stCondLst>
                                  <p:iterate type="el" backwards="0">
                                    <p:tmAbs val="0"/>
                                  </p:iterate>
                                  <p:childTnLst>
                                    <p:set>
                                      <p:cBhvr>
                                        <p:cTn id="438" fill="hold"/>
                                        <p:tgtEl>
                                          <p:spTgt spid="7496"/>
                                        </p:tgtEl>
                                        <p:attrNameLst>
                                          <p:attrName>style.visibility</p:attrName>
                                        </p:attrNameLst>
                                      </p:cBhvr>
                                      <p:to>
                                        <p:strVal val="visible"/>
                                      </p:to>
                                    </p:set>
                                    <p:animEffect filter="dissolve" transition="in">
                                      <p:cBhvr>
                                        <p:cTn id="439" dur="500"/>
                                        <p:tgtEl>
                                          <p:spTgt spid="7496"/>
                                        </p:tgtEl>
                                      </p:cBhvr>
                                    </p:animEffect>
                                  </p:childTnLst>
                                </p:cTn>
                              </p:par>
                            </p:childTnLst>
                          </p:cTn>
                        </p:par>
                        <p:par>
                          <p:cTn id="440" fill="hold">
                            <p:stCondLst>
                              <p:cond delay="54500"/>
                            </p:stCondLst>
                            <p:childTnLst>
                              <p:par>
                                <p:cTn id="441" presetClass="entr" nodeType="afterEffect" presetID="9" grpId="110" fill="hold">
                                  <p:stCondLst>
                                    <p:cond delay="0"/>
                                  </p:stCondLst>
                                  <p:iterate type="el" backwards="0">
                                    <p:tmAbs val="0"/>
                                  </p:iterate>
                                  <p:childTnLst>
                                    <p:set>
                                      <p:cBhvr>
                                        <p:cTn id="442" fill="hold"/>
                                        <p:tgtEl>
                                          <p:spTgt spid="7497"/>
                                        </p:tgtEl>
                                        <p:attrNameLst>
                                          <p:attrName>style.visibility</p:attrName>
                                        </p:attrNameLst>
                                      </p:cBhvr>
                                      <p:to>
                                        <p:strVal val="visible"/>
                                      </p:to>
                                    </p:set>
                                    <p:animEffect filter="dissolve" transition="in">
                                      <p:cBhvr>
                                        <p:cTn id="443" dur="500"/>
                                        <p:tgtEl>
                                          <p:spTgt spid="7497"/>
                                        </p:tgtEl>
                                      </p:cBhvr>
                                    </p:animEffect>
                                  </p:childTnLst>
                                </p:cTn>
                              </p:par>
                            </p:childTnLst>
                          </p:cTn>
                        </p:par>
                        <p:par>
                          <p:cTn id="444" fill="hold">
                            <p:stCondLst>
                              <p:cond delay="55000"/>
                            </p:stCondLst>
                            <p:childTnLst>
                              <p:par>
                                <p:cTn id="445" presetClass="entr" nodeType="afterEffect" presetID="9" grpId="111" fill="hold">
                                  <p:stCondLst>
                                    <p:cond delay="0"/>
                                  </p:stCondLst>
                                  <p:iterate type="el" backwards="0">
                                    <p:tmAbs val="0"/>
                                  </p:iterate>
                                  <p:childTnLst>
                                    <p:set>
                                      <p:cBhvr>
                                        <p:cTn id="446" fill="hold"/>
                                        <p:tgtEl>
                                          <p:spTgt spid="7498"/>
                                        </p:tgtEl>
                                        <p:attrNameLst>
                                          <p:attrName>style.visibility</p:attrName>
                                        </p:attrNameLst>
                                      </p:cBhvr>
                                      <p:to>
                                        <p:strVal val="visible"/>
                                      </p:to>
                                    </p:set>
                                    <p:animEffect filter="dissolve" transition="in">
                                      <p:cBhvr>
                                        <p:cTn id="447" dur="500"/>
                                        <p:tgtEl>
                                          <p:spTgt spid="7498"/>
                                        </p:tgtEl>
                                      </p:cBhvr>
                                    </p:animEffect>
                                  </p:childTnLst>
                                </p:cTn>
                              </p:par>
                            </p:childTnLst>
                          </p:cTn>
                        </p:par>
                        <p:par>
                          <p:cTn id="448" fill="hold">
                            <p:stCondLst>
                              <p:cond delay="55500"/>
                            </p:stCondLst>
                            <p:childTnLst>
                              <p:par>
                                <p:cTn id="449" presetClass="entr" nodeType="afterEffect" presetID="9" grpId="112" fill="hold">
                                  <p:stCondLst>
                                    <p:cond delay="0"/>
                                  </p:stCondLst>
                                  <p:iterate type="el" backwards="0">
                                    <p:tmAbs val="0"/>
                                  </p:iterate>
                                  <p:childTnLst>
                                    <p:set>
                                      <p:cBhvr>
                                        <p:cTn id="450" fill="hold"/>
                                        <p:tgtEl>
                                          <p:spTgt spid="7499"/>
                                        </p:tgtEl>
                                        <p:attrNameLst>
                                          <p:attrName>style.visibility</p:attrName>
                                        </p:attrNameLst>
                                      </p:cBhvr>
                                      <p:to>
                                        <p:strVal val="visible"/>
                                      </p:to>
                                    </p:set>
                                    <p:animEffect filter="dissolve" transition="in">
                                      <p:cBhvr>
                                        <p:cTn id="451" dur="500"/>
                                        <p:tgtEl>
                                          <p:spTgt spid="7499"/>
                                        </p:tgtEl>
                                      </p:cBhvr>
                                    </p:animEffect>
                                  </p:childTnLst>
                                </p:cTn>
                              </p:par>
                            </p:childTnLst>
                          </p:cTn>
                        </p:par>
                        <p:par>
                          <p:cTn id="452" fill="hold">
                            <p:stCondLst>
                              <p:cond delay="56000"/>
                            </p:stCondLst>
                            <p:childTnLst>
                              <p:par>
                                <p:cTn id="453" presetClass="entr" nodeType="afterEffect" presetID="9" grpId="113" fill="hold">
                                  <p:stCondLst>
                                    <p:cond delay="0"/>
                                  </p:stCondLst>
                                  <p:iterate type="el" backwards="0">
                                    <p:tmAbs val="0"/>
                                  </p:iterate>
                                  <p:childTnLst>
                                    <p:set>
                                      <p:cBhvr>
                                        <p:cTn id="454" fill="hold"/>
                                        <p:tgtEl>
                                          <p:spTgt spid="7500"/>
                                        </p:tgtEl>
                                        <p:attrNameLst>
                                          <p:attrName>style.visibility</p:attrName>
                                        </p:attrNameLst>
                                      </p:cBhvr>
                                      <p:to>
                                        <p:strVal val="visible"/>
                                      </p:to>
                                    </p:set>
                                    <p:animEffect filter="dissolve" transition="in">
                                      <p:cBhvr>
                                        <p:cTn id="455" dur="500"/>
                                        <p:tgtEl>
                                          <p:spTgt spid="7500"/>
                                        </p:tgtEl>
                                      </p:cBhvr>
                                    </p:animEffect>
                                  </p:childTnLst>
                                </p:cTn>
                              </p:par>
                            </p:childTnLst>
                          </p:cTn>
                        </p:par>
                        <p:par>
                          <p:cTn id="456" fill="hold">
                            <p:stCondLst>
                              <p:cond delay="56500"/>
                            </p:stCondLst>
                            <p:childTnLst>
                              <p:par>
                                <p:cTn id="457" presetClass="entr" nodeType="afterEffect" presetID="9" grpId="114" fill="hold">
                                  <p:stCondLst>
                                    <p:cond delay="0"/>
                                  </p:stCondLst>
                                  <p:iterate type="el" backwards="0">
                                    <p:tmAbs val="0"/>
                                  </p:iterate>
                                  <p:childTnLst>
                                    <p:set>
                                      <p:cBhvr>
                                        <p:cTn id="458" fill="hold"/>
                                        <p:tgtEl>
                                          <p:spTgt spid="7501"/>
                                        </p:tgtEl>
                                        <p:attrNameLst>
                                          <p:attrName>style.visibility</p:attrName>
                                        </p:attrNameLst>
                                      </p:cBhvr>
                                      <p:to>
                                        <p:strVal val="visible"/>
                                      </p:to>
                                    </p:set>
                                    <p:animEffect filter="dissolve" transition="in">
                                      <p:cBhvr>
                                        <p:cTn id="459" dur="500"/>
                                        <p:tgtEl>
                                          <p:spTgt spid="7501"/>
                                        </p:tgtEl>
                                      </p:cBhvr>
                                    </p:animEffect>
                                  </p:childTnLst>
                                </p:cTn>
                              </p:par>
                            </p:childTnLst>
                          </p:cTn>
                        </p:par>
                        <p:par>
                          <p:cTn id="460" fill="hold">
                            <p:stCondLst>
                              <p:cond delay="57000"/>
                            </p:stCondLst>
                            <p:childTnLst>
                              <p:par>
                                <p:cTn id="461" presetClass="entr" nodeType="afterEffect" presetID="9" grpId="115" fill="hold">
                                  <p:stCondLst>
                                    <p:cond delay="0"/>
                                  </p:stCondLst>
                                  <p:iterate type="el" backwards="0">
                                    <p:tmAbs val="0"/>
                                  </p:iterate>
                                  <p:childTnLst>
                                    <p:set>
                                      <p:cBhvr>
                                        <p:cTn id="462" fill="hold"/>
                                        <p:tgtEl>
                                          <p:spTgt spid="7502"/>
                                        </p:tgtEl>
                                        <p:attrNameLst>
                                          <p:attrName>style.visibility</p:attrName>
                                        </p:attrNameLst>
                                      </p:cBhvr>
                                      <p:to>
                                        <p:strVal val="visible"/>
                                      </p:to>
                                    </p:set>
                                    <p:animEffect filter="dissolve" transition="in">
                                      <p:cBhvr>
                                        <p:cTn id="463" dur="500"/>
                                        <p:tgtEl>
                                          <p:spTgt spid="7502"/>
                                        </p:tgtEl>
                                      </p:cBhvr>
                                    </p:animEffect>
                                  </p:childTnLst>
                                </p:cTn>
                              </p:par>
                            </p:childTnLst>
                          </p:cTn>
                        </p:par>
                        <p:par>
                          <p:cTn id="464" fill="hold">
                            <p:stCondLst>
                              <p:cond delay="57500"/>
                            </p:stCondLst>
                            <p:childTnLst>
                              <p:par>
                                <p:cTn id="465" presetClass="entr" nodeType="afterEffect" presetID="9" grpId="116" fill="hold">
                                  <p:stCondLst>
                                    <p:cond delay="0"/>
                                  </p:stCondLst>
                                  <p:iterate type="el" backwards="0">
                                    <p:tmAbs val="0"/>
                                  </p:iterate>
                                  <p:childTnLst>
                                    <p:set>
                                      <p:cBhvr>
                                        <p:cTn id="466" fill="hold"/>
                                        <p:tgtEl>
                                          <p:spTgt spid="7503"/>
                                        </p:tgtEl>
                                        <p:attrNameLst>
                                          <p:attrName>style.visibility</p:attrName>
                                        </p:attrNameLst>
                                      </p:cBhvr>
                                      <p:to>
                                        <p:strVal val="visible"/>
                                      </p:to>
                                    </p:set>
                                    <p:animEffect filter="dissolve" transition="in">
                                      <p:cBhvr>
                                        <p:cTn id="467" dur="500"/>
                                        <p:tgtEl>
                                          <p:spTgt spid="7503"/>
                                        </p:tgtEl>
                                      </p:cBhvr>
                                    </p:animEffect>
                                  </p:childTnLst>
                                </p:cTn>
                              </p:par>
                            </p:childTnLst>
                          </p:cTn>
                        </p:par>
                        <p:par>
                          <p:cTn id="468" fill="hold">
                            <p:stCondLst>
                              <p:cond delay="58000"/>
                            </p:stCondLst>
                            <p:childTnLst>
                              <p:par>
                                <p:cTn id="469" presetClass="entr" nodeType="afterEffect" presetID="9" grpId="117" fill="hold">
                                  <p:stCondLst>
                                    <p:cond delay="0"/>
                                  </p:stCondLst>
                                  <p:iterate type="el" backwards="0">
                                    <p:tmAbs val="0"/>
                                  </p:iterate>
                                  <p:childTnLst>
                                    <p:set>
                                      <p:cBhvr>
                                        <p:cTn id="470" fill="hold"/>
                                        <p:tgtEl>
                                          <p:spTgt spid="7504"/>
                                        </p:tgtEl>
                                        <p:attrNameLst>
                                          <p:attrName>style.visibility</p:attrName>
                                        </p:attrNameLst>
                                      </p:cBhvr>
                                      <p:to>
                                        <p:strVal val="visible"/>
                                      </p:to>
                                    </p:set>
                                    <p:animEffect filter="dissolve" transition="in">
                                      <p:cBhvr>
                                        <p:cTn id="471" dur="500"/>
                                        <p:tgtEl>
                                          <p:spTgt spid="7504"/>
                                        </p:tgtEl>
                                      </p:cBhvr>
                                    </p:animEffect>
                                  </p:childTnLst>
                                </p:cTn>
                              </p:par>
                            </p:childTnLst>
                          </p:cTn>
                        </p:par>
                        <p:par>
                          <p:cTn id="472" fill="hold">
                            <p:stCondLst>
                              <p:cond delay="58500"/>
                            </p:stCondLst>
                            <p:childTnLst>
                              <p:par>
                                <p:cTn id="473" presetClass="entr" nodeType="afterEffect" presetID="9" grpId="118" fill="hold">
                                  <p:stCondLst>
                                    <p:cond delay="0"/>
                                  </p:stCondLst>
                                  <p:iterate type="el" backwards="0">
                                    <p:tmAbs val="0"/>
                                  </p:iterate>
                                  <p:childTnLst>
                                    <p:set>
                                      <p:cBhvr>
                                        <p:cTn id="474" fill="hold"/>
                                        <p:tgtEl>
                                          <p:spTgt spid="7505"/>
                                        </p:tgtEl>
                                        <p:attrNameLst>
                                          <p:attrName>style.visibility</p:attrName>
                                        </p:attrNameLst>
                                      </p:cBhvr>
                                      <p:to>
                                        <p:strVal val="visible"/>
                                      </p:to>
                                    </p:set>
                                    <p:animEffect filter="dissolve" transition="in">
                                      <p:cBhvr>
                                        <p:cTn id="475" dur="500"/>
                                        <p:tgtEl>
                                          <p:spTgt spid="7505"/>
                                        </p:tgtEl>
                                      </p:cBhvr>
                                    </p:animEffect>
                                  </p:childTnLst>
                                </p:cTn>
                              </p:par>
                            </p:childTnLst>
                          </p:cTn>
                        </p:par>
                        <p:par>
                          <p:cTn id="476" fill="hold">
                            <p:stCondLst>
                              <p:cond delay="59000"/>
                            </p:stCondLst>
                            <p:childTnLst>
                              <p:par>
                                <p:cTn id="477" presetClass="entr" nodeType="afterEffect" presetID="9" grpId="119" fill="hold">
                                  <p:stCondLst>
                                    <p:cond delay="0"/>
                                  </p:stCondLst>
                                  <p:iterate type="el" backwards="0">
                                    <p:tmAbs val="0"/>
                                  </p:iterate>
                                  <p:childTnLst>
                                    <p:set>
                                      <p:cBhvr>
                                        <p:cTn id="478" fill="hold"/>
                                        <p:tgtEl>
                                          <p:spTgt spid="7506"/>
                                        </p:tgtEl>
                                        <p:attrNameLst>
                                          <p:attrName>style.visibility</p:attrName>
                                        </p:attrNameLst>
                                      </p:cBhvr>
                                      <p:to>
                                        <p:strVal val="visible"/>
                                      </p:to>
                                    </p:set>
                                    <p:animEffect filter="dissolve" transition="in">
                                      <p:cBhvr>
                                        <p:cTn id="479" dur="500"/>
                                        <p:tgtEl>
                                          <p:spTgt spid="7506"/>
                                        </p:tgtEl>
                                      </p:cBhvr>
                                    </p:animEffect>
                                  </p:childTnLst>
                                </p:cTn>
                              </p:par>
                            </p:childTnLst>
                          </p:cTn>
                        </p:par>
                        <p:par>
                          <p:cTn id="480" fill="hold">
                            <p:stCondLst>
                              <p:cond delay="59500"/>
                            </p:stCondLst>
                            <p:childTnLst>
                              <p:par>
                                <p:cTn id="481" presetClass="entr" nodeType="afterEffect" presetID="9" grpId="120" fill="hold">
                                  <p:stCondLst>
                                    <p:cond delay="0"/>
                                  </p:stCondLst>
                                  <p:iterate type="el" backwards="0">
                                    <p:tmAbs val="0"/>
                                  </p:iterate>
                                  <p:childTnLst>
                                    <p:set>
                                      <p:cBhvr>
                                        <p:cTn id="482" fill="hold"/>
                                        <p:tgtEl>
                                          <p:spTgt spid="7507"/>
                                        </p:tgtEl>
                                        <p:attrNameLst>
                                          <p:attrName>style.visibility</p:attrName>
                                        </p:attrNameLst>
                                      </p:cBhvr>
                                      <p:to>
                                        <p:strVal val="visible"/>
                                      </p:to>
                                    </p:set>
                                    <p:animEffect filter="dissolve" transition="in">
                                      <p:cBhvr>
                                        <p:cTn id="483" dur="500"/>
                                        <p:tgtEl>
                                          <p:spTgt spid="7507"/>
                                        </p:tgtEl>
                                      </p:cBhvr>
                                    </p:animEffect>
                                  </p:childTnLst>
                                </p:cTn>
                              </p:par>
                            </p:childTnLst>
                          </p:cTn>
                        </p:par>
                        <p:par>
                          <p:cTn id="484" fill="hold">
                            <p:stCondLst>
                              <p:cond delay="60000"/>
                            </p:stCondLst>
                            <p:childTnLst>
                              <p:par>
                                <p:cTn id="485" presetClass="entr" nodeType="afterEffect" presetID="9" grpId="121" fill="hold">
                                  <p:stCondLst>
                                    <p:cond delay="0"/>
                                  </p:stCondLst>
                                  <p:iterate type="el" backwards="0">
                                    <p:tmAbs val="0"/>
                                  </p:iterate>
                                  <p:childTnLst>
                                    <p:set>
                                      <p:cBhvr>
                                        <p:cTn id="486" fill="hold"/>
                                        <p:tgtEl>
                                          <p:spTgt spid="7508"/>
                                        </p:tgtEl>
                                        <p:attrNameLst>
                                          <p:attrName>style.visibility</p:attrName>
                                        </p:attrNameLst>
                                      </p:cBhvr>
                                      <p:to>
                                        <p:strVal val="visible"/>
                                      </p:to>
                                    </p:set>
                                    <p:animEffect filter="dissolve" transition="in">
                                      <p:cBhvr>
                                        <p:cTn id="487" dur="500"/>
                                        <p:tgtEl>
                                          <p:spTgt spid="7508"/>
                                        </p:tgtEl>
                                      </p:cBhvr>
                                    </p:animEffect>
                                  </p:childTnLst>
                                </p:cTn>
                              </p:par>
                            </p:childTnLst>
                          </p:cTn>
                        </p:par>
                        <p:par>
                          <p:cTn id="488" fill="hold">
                            <p:stCondLst>
                              <p:cond delay="60500"/>
                            </p:stCondLst>
                            <p:childTnLst>
                              <p:par>
                                <p:cTn id="489" presetClass="entr" nodeType="afterEffect" presetID="9" grpId="122" fill="hold">
                                  <p:stCondLst>
                                    <p:cond delay="0"/>
                                  </p:stCondLst>
                                  <p:iterate type="el" backwards="0">
                                    <p:tmAbs val="0"/>
                                  </p:iterate>
                                  <p:childTnLst>
                                    <p:set>
                                      <p:cBhvr>
                                        <p:cTn id="490" fill="hold"/>
                                        <p:tgtEl>
                                          <p:spTgt spid="7509"/>
                                        </p:tgtEl>
                                        <p:attrNameLst>
                                          <p:attrName>style.visibility</p:attrName>
                                        </p:attrNameLst>
                                      </p:cBhvr>
                                      <p:to>
                                        <p:strVal val="visible"/>
                                      </p:to>
                                    </p:set>
                                    <p:animEffect filter="dissolve" transition="in">
                                      <p:cBhvr>
                                        <p:cTn id="491" dur="500"/>
                                        <p:tgtEl>
                                          <p:spTgt spid="7509"/>
                                        </p:tgtEl>
                                      </p:cBhvr>
                                    </p:animEffect>
                                  </p:childTnLst>
                                </p:cTn>
                              </p:par>
                            </p:childTnLst>
                          </p:cTn>
                        </p:par>
                        <p:par>
                          <p:cTn id="492" fill="hold">
                            <p:stCondLst>
                              <p:cond delay="61000"/>
                            </p:stCondLst>
                            <p:childTnLst>
                              <p:par>
                                <p:cTn id="493" presetClass="entr" nodeType="afterEffect" presetID="9" grpId="123" fill="hold">
                                  <p:stCondLst>
                                    <p:cond delay="0"/>
                                  </p:stCondLst>
                                  <p:iterate type="el" backwards="0">
                                    <p:tmAbs val="0"/>
                                  </p:iterate>
                                  <p:childTnLst>
                                    <p:set>
                                      <p:cBhvr>
                                        <p:cTn id="494" fill="hold"/>
                                        <p:tgtEl>
                                          <p:spTgt spid="7510"/>
                                        </p:tgtEl>
                                        <p:attrNameLst>
                                          <p:attrName>style.visibility</p:attrName>
                                        </p:attrNameLst>
                                      </p:cBhvr>
                                      <p:to>
                                        <p:strVal val="visible"/>
                                      </p:to>
                                    </p:set>
                                    <p:animEffect filter="dissolve" transition="in">
                                      <p:cBhvr>
                                        <p:cTn id="495" dur="500"/>
                                        <p:tgtEl>
                                          <p:spTgt spid="7510"/>
                                        </p:tgtEl>
                                      </p:cBhvr>
                                    </p:animEffect>
                                  </p:childTnLst>
                                </p:cTn>
                              </p:par>
                            </p:childTnLst>
                          </p:cTn>
                        </p:par>
                        <p:par>
                          <p:cTn id="496" fill="hold">
                            <p:stCondLst>
                              <p:cond delay="61500"/>
                            </p:stCondLst>
                            <p:childTnLst>
                              <p:par>
                                <p:cTn id="497" presetClass="entr" nodeType="afterEffect" presetID="9" grpId="124" fill="hold">
                                  <p:stCondLst>
                                    <p:cond delay="0"/>
                                  </p:stCondLst>
                                  <p:iterate type="el" backwards="0">
                                    <p:tmAbs val="0"/>
                                  </p:iterate>
                                  <p:childTnLst>
                                    <p:set>
                                      <p:cBhvr>
                                        <p:cTn id="498" fill="hold"/>
                                        <p:tgtEl>
                                          <p:spTgt spid="7511"/>
                                        </p:tgtEl>
                                        <p:attrNameLst>
                                          <p:attrName>style.visibility</p:attrName>
                                        </p:attrNameLst>
                                      </p:cBhvr>
                                      <p:to>
                                        <p:strVal val="visible"/>
                                      </p:to>
                                    </p:set>
                                    <p:animEffect filter="dissolve" transition="in">
                                      <p:cBhvr>
                                        <p:cTn id="499" dur="500"/>
                                        <p:tgtEl>
                                          <p:spTgt spid="7511"/>
                                        </p:tgtEl>
                                      </p:cBhvr>
                                    </p:animEffect>
                                  </p:childTnLst>
                                </p:cTn>
                              </p:par>
                            </p:childTnLst>
                          </p:cTn>
                        </p:par>
                        <p:par>
                          <p:cTn id="500" fill="hold">
                            <p:stCondLst>
                              <p:cond delay="62000"/>
                            </p:stCondLst>
                            <p:childTnLst>
                              <p:par>
                                <p:cTn id="501" presetClass="entr" nodeType="afterEffect" presetID="9" grpId="125" fill="hold">
                                  <p:stCondLst>
                                    <p:cond delay="0"/>
                                  </p:stCondLst>
                                  <p:iterate type="el" backwards="0">
                                    <p:tmAbs val="0"/>
                                  </p:iterate>
                                  <p:childTnLst>
                                    <p:set>
                                      <p:cBhvr>
                                        <p:cTn id="502" fill="hold"/>
                                        <p:tgtEl>
                                          <p:spTgt spid="7512"/>
                                        </p:tgtEl>
                                        <p:attrNameLst>
                                          <p:attrName>style.visibility</p:attrName>
                                        </p:attrNameLst>
                                      </p:cBhvr>
                                      <p:to>
                                        <p:strVal val="visible"/>
                                      </p:to>
                                    </p:set>
                                    <p:animEffect filter="dissolve" transition="in">
                                      <p:cBhvr>
                                        <p:cTn id="503" dur="500"/>
                                        <p:tgtEl>
                                          <p:spTgt spid="7512"/>
                                        </p:tgtEl>
                                      </p:cBhvr>
                                    </p:animEffect>
                                  </p:childTnLst>
                                </p:cTn>
                              </p:par>
                            </p:childTnLst>
                          </p:cTn>
                        </p:par>
                        <p:par>
                          <p:cTn id="504" fill="hold">
                            <p:stCondLst>
                              <p:cond delay="62500"/>
                            </p:stCondLst>
                            <p:childTnLst>
                              <p:par>
                                <p:cTn id="505" presetClass="entr" nodeType="afterEffect" presetID="9" grpId="126" fill="hold">
                                  <p:stCondLst>
                                    <p:cond delay="0"/>
                                  </p:stCondLst>
                                  <p:iterate type="el" backwards="0">
                                    <p:tmAbs val="0"/>
                                  </p:iterate>
                                  <p:childTnLst>
                                    <p:set>
                                      <p:cBhvr>
                                        <p:cTn id="506" fill="hold"/>
                                        <p:tgtEl>
                                          <p:spTgt spid="7513"/>
                                        </p:tgtEl>
                                        <p:attrNameLst>
                                          <p:attrName>style.visibility</p:attrName>
                                        </p:attrNameLst>
                                      </p:cBhvr>
                                      <p:to>
                                        <p:strVal val="visible"/>
                                      </p:to>
                                    </p:set>
                                    <p:animEffect filter="dissolve" transition="in">
                                      <p:cBhvr>
                                        <p:cTn id="507" dur="500"/>
                                        <p:tgtEl>
                                          <p:spTgt spid="7513"/>
                                        </p:tgtEl>
                                      </p:cBhvr>
                                    </p:animEffect>
                                  </p:childTnLst>
                                </p:cTn>
                              </p:par>
                            </p:childTnLst>
                          </p:cTn>
                        </p:par>
                        <p:par>
                          <p:cTn id="508" fill="hold">
                            <p:stCondLst>
                              <p:cond delay="63000"/>
                            </p:stCondLst>
                            <p:childTnLst>
                              <p:par>
                                <p:cTn id="509" presetClass="entr" nodeType="afterEffect" presetID="9" grpId="127" fill="hold">
                                  <p:stCondLst>
                                    <p:cond delay="0"/>
                                  </p:stCondLst>
                                  <p:iterate type="el" backwards="0">
                                    <p:tmAbs val="0"/>
                                  </p:iterate>
                                  <p:childTnLst>
                                    <p:set>
                                      <p:cBhvr>
                                        <p:cTn id="510" fill="hold"/>
                                        <p:tgtEl>
                                          <p:spTgt spid="7514"/>
                                        </p:tgtEl>
                                        <p:attrNameLst>
                                          <p:attrName>style.visibility</p:attrName>
                                        </p:attrNameLst>
                                      </p:cBhvr>
                                      <p:to>
                                        <p:strVal val="visible"/>
                                      </p:to>
                                    </p:set>
                                    <p:animEffect filter="dissolve" transition="in">
                                      <p:cBhvr>
                                        <p:cTn id="511" dur="500"/>
                                        <p:tgtEl>
                                          <p:spTgt spid="7514"/>
                                        </p:tgtEl>
                                      </p:cBhvr>
                                    </p:animEffect>
                                  </p:childTnLst>
                                </p:cTn>
                              </p:par>
                            </p:childTnLst>
                          </p:cTn>
                        </p:par>
                        <p:par>
                          <p:cTn id="512" fill="hold">
                            <p:stCondLst>
                              <p:cond delay="63500"/>
                            </p:stCondLst>
                            <p:childTnLst>
                              <p:par>
                                <p:cTn id="513" presetClass="entr" nodeType="afterEffect" presetID="9" grpId="128" fill="hold">
                                  <p:stCondLst>
                                    <p:cond delay="0"/>
                                  </p:stCondLst>
                                  <p:iterate type="el" backwards="0">
                                    <p:tmAbs val="0"/>
                                  </p:iterate>
                                  <p:childTnLst>
                                    <p:set>
                                      <p:cBhvr>
                                        <p:cTn id="514" fill="hold"/>
                                        <p:tgtEl>
                                          <p:spTgt spid="7515"/>
                                        </p:tgtEl>
                                        <p:attrNameLst>
                                          <p:attrName>style.visibility</p:attrName>
                                        </p:attrNameLst>
                                      </p:cBhvr>
                                      <p:to>
                                        <p:strVal val="visible"/>
                                      </p:to>
                                    </p:set>
                                    <p:animEffect filter="dissolve" transition="in">
                                      <p:cBhvr>
                                        <p:cTn id="515" dur="500"/>
                                        <p:tgtEl>
                                          <p:spTgt spid="7515"/>
                                        </p:tgtEl>
                                      </p:cBhvr>
                                    </p:animEffect>
                                  </p:childTnLst>
                                </p:cTn>
                              </p:par>
                            </p:childTnLst>
                          </p:cTn>
                        </p:par>
                        <p:par>
                          <p:cTn id="516" fill="hold">
                            <p:stCondLst>
                              <p:cond delay="64000"/>
                            </p:stCondLst>
                            <p:childTnLst>
                              <p:par>
                                <p:cTn id="517" presetClass="entr" nodeType="afterEffect" presetID="9" grpId="129" fill="hold">
                                  <p:stCondLst>
                                    <p:cond delay="0"/>
                                  </p:stCondLst>
                                  <p:iterate type="el" backwards="0">
                                    <p:tmAbs val="0"/>
                                  </p:iterate>
                                  <p:childTnLst>
                                    <p:set>
                                      <p:cBhvr>
                                        <p:cTn id="518" fill="hold"/>
                                        <p:tgtEl>
                                          <p:spTgt spid="7516"/>
                                        </p:tgtEl>
                                        <p:attrNameLst>
                                          <p:attrName>style.visibility</p:attrName>
                                        </p:attrNameLst>
                                      </p:cBhvr>
                                      <p:to>
                                        <p:strVal val="visible"/>
                                      </p:to>
                                    </p:set>
                                    <p:animEffect filter="dissolve" transition="in">
                                      <p:cBhvr>
                                        <p:cTn id="519" dur="500"/>
                                        <p:tgtEl>
                                          <p:spTgt spid="7516"/>
                                        </p:tgtEl>
                                      </p:cBhvr>
                                    </p:animEffect>
                                  </p:childTnLst>
                                </p:cTn>
                              </p:par>
                            </p:childTnLst>
                          </p:cTn>
                        </p:par>
                        <p:par>
                          <p:cTn id="520" fill="hold">
                            <p:stCondLst>
                              <p:cond delay="64500"/>
                            </p:stCondLst>
                            <p:childTnLst>
                              <p:par>
                                <p:cTn id="521" presetClass="entr" nodeType="afterEffect" presetID="9" grpId="130" fill="hold">
                                  <p:stCondLst>
                                    <p:cond delay="0"/>
                                  </p:stCondLst>
                                  <p:iterate type="el" backwards="0">
                                    <p:tmAbs val="0"/>
                                  </p:iterate>
                                  <p:childTnLst>
                                    <p:set>
                                      <p:cBhvr>
                                        <p:cTn id="522" fill="hold"/>
                                        <p:tgtEl>
                                          <p:spTgt spid="7517"/>
                                        </p:tgtEl>
                                        <p:attrNameLst>
                                          <p:attrName>style.visibility</p:attrName>
                                        </p:attrNameLst>
                                      </p:cBhvr>
                                      <p:to>
                                        <p:strVal val="visible"/>
                                      </p:to>
                                    </p:set>
                                    <p:animEffect filter="dissolve" transition="in">
                                      <p:cBhvr>
                                        <p:cTn id="523" dur="500"/>
                                        <p:tgtEl>
                                          <p:spTgt spid="7517"/>
                                        </p:tgtEl>
                                      </p:cBhvr>
                                    </p:animEffect>
                                  </p:childTnLst>
                                </p:cTn>
                              </p:par>
                            </p:childTnLst>
                          </p:cTn>
                        </p:par>
                        <p:par>
                          <p:cTn id="524" fill="hold">
                            <p:stCondLst>
                              <p:cond delay="65000"/>
                            </p:stCondLst>
                            <p:childTnLst>
                              <p:par>
                                <p:cTn id="525" presetClass="entr" nodeType="afterEffect" presetID="9" grpId="131" fill="hold">
                                  <p:stCondLst>
                                    <p:cond delay="0"/>
                                  </p:stCondLst>
                                  <p:iterate type="el" backwards="0">
                                    <p:tmAbs val="0"/>
                                  </p:iterate>
                                  <p:childTnLst>
                                    <p:set>
                                      <p:cBhvr>
                                        <p:cTn id="526" fill="hold"/>
                                        <p:tgtEl>
                                          <p:spTgt spid="7518"/>
                                        </p:tgtEl>
                                        <p:attrNameLst>
                                          <p:attrName>style.visibility</p:attrName>
                                        </p:attrNameLst>
                                      </p:cBhvr>
                                      <p:to>
                                        <p:strVal val="visible"/>
                                      </p:to>
                                    </p:set>
                                    <p:animEffect filter="dissolve" transition="in">
                                      <p:cBhvr>
                                        <p:cTn id="527" dur="500"/>
                                        <p:tgtEl>
                                          <p:spTgt spid="7518"/>
                                        </p:tgtEl>
                                      </p:cBhvr>
                                    </p:animEffect>
                                  </p:childTnLst>
                                </p:cTn>
                              </p:par>
                            </p:childTnLst>
                          </p:cTn>
                        </p:par>
                        <p:par>
                          <p:cTn id="528" fill="hold">
                            <p:stCondLst>
                              <p:cond delay="65500"/>
                            </p:stCondLst>
                            <p:childTnLst>
                              <p:par>
                                <p:cTn id="529" presetClass="entr" nodeType="afterEffect" presetID="9" grpId="132" fill="hold">
                                  <p:stCondLst>
                                    <p:cond delay="0"/>
                                  </p:stCondLst>
                                  <p:iterate type="el" backwards="0">
                                    <p:tmAbs val="0"/>
                                  </p:iterate>
                                  <p:childTnLst>
                                    <p:set>
                                      <p:cBhvr>
                                        <p:cTn id="530" fill="hold"/>
                                        <p:tgtEl>
                                          <p:spTgt spid="7519"/>
                                        </p:tgtEl>
                                        <p:attrNameLst>
                                          <p:attrName>style.visibility</p:attrName>
                                        </p:attrNameLst>
                                      </p:cBhvr>
                                      <p:to>
                                        <p:strVal val="visible"/>
                                      </p:to>
                                    </p:set>
                                    <p:animEffect filter="dissolve" transition="in">
                                      <p:cBhvr>
                                        <p:cTn id="531" dur="500"/>
                                        <p:tgtEl>
                                          <p:spTgt spid="7519"/>
                                        </p:tgtEl>
                                      </p:cBhvr>
                                    </p:animEffect>
                                  </p:childTnLst>
                                </p:cTn>
                              </p:par>
                            </p:childTnLst>
                          </p:cTn>
                        </p:par>
                        <p:par>
                          <p:cTn id="532" fill="hold">
                            <p:stCondLst>
                              <p:cond delay="66000"/>
                            </p:stCondLst>
                            <p:childTnLst>
                              <p:par>
                                <p:cTn id="533" presetClass="entr" nodeType="afterEffect" presetID="9" grpId="133" fill="hold">
                                  <p:stCondLst>
                                    <p:cond delay="0"/>
                                  </p:stCondLst>
                                  <p:iterate type="el" backwards="0">
                                    <p:tmAbs val="0"/>
                                  </p:iterate>
                                  <p:childTnLst>
                                    <p:set>
                                      <p:cBhvr>
                                        <p:cTn id="534" fill="hold"/>
                                        <p:tgtEl>
                                          <p:spTgt spid="7520"/>
                                        </p:tgtEl>
                                        <p:attrNameLst>
                                          <p:attrName>style.visibility</p:attrName>
                                        </p:attrNameLst>
                                      </p:cBhvr>
                                      <p:to>
                                        <p:strVal val="visible"/>
                                      </p:to>
                                    </p:set>
                                    <p:animEffect filter="dissolve" transition="in">
                                      <p:cBhvr>
                                        <p:cTn id="535" dur="500"/>
                                        <p:tgtEl>
                                          <p:spTgt spid="7520"/>
                                        </p:tgtEl>
                                      </p:cBhvr>
                                    </p:animEffect>
                                  </p:childTnLst>
                                </p:cTn>
                              </p:par>
                            </p:childTnLst>
                          </p:cTn>
                        </p:par>
                        <p:par>
                          <p:cTn id="536" fill="hold">
                            <p:stCondLst>
                              <p:cond delay="66500"/>
                            </p:stCondLst>
                            <p:childTnLst>
                              <p:par>
                                <p:cTn id="537" presetClass="entr" nodeType="afterEffect" presetID="9" grpId="134" fill="hold">
                                  <p:stCondLst>
                                    <p:cond delay="0"/>
                                  </p:stCondLst>
                                  <p:iterate type="el" backwards="0">
                                    <p:tmAbs val="0"/>
                                  </p:iterate>
                                  <p:childTnLst>
                                    <p:set>
                                      <p:cBhvr>
                                        <p:cTn id="538" fill="hold"/>
                                        <p:tgtEl>
                                          <p:spTgt spid="7521"/>
                                        </p:tgtEl>
                                        <p:attrNameLst>
                                          <p:attrName>style.visibility</p:attrName>
                                        </p:attrNameLst>
                                      </p:cBhvr>
                                      <p:to>
                                        <p:strVal val="visible"/>
                                      </p:to>
                                    </p:set>
                                    <p:animEffect filter="dissolve" transition="in">
                                      <p:cBhvr>
                                        <p:cTn id="539" dur="500"/>
                                        <p:tgtEl>
                                          <p:spTgt spid="7521"/>
                                        </p:tgtEl>
                                      </p:cBhvr>
                                    </p:animEffect>
                                  </p:childTnLst>
                                </p:cTn>
                              </p:par>
                            </p:childTnLst>
                          </p:cTn>
                        </p:par>
                        <p:par>
                          <p:cTn id="540" fill="hold">
                            <p:stCondLst>
                              <p:cond delay="67000"/>
                            </p:stCondLst>
                            <p:childTnLst>
                              <p:par>
                                <p:cTn id="541" presetClass="entr" nodeType="afterEffect" presetID="9" grpId="135" fill="hold">
                                  <p:stCondLst>
                                    <p:cond delay="0"/>
                                  </p:stCondLst>
                                  <p:iterate type="el" backwards="0">
                                    <p:tmAbs val="0"/>
                                  </p:iterate>
                                  <p:childTnLst>
                                    <p:set>
                                      <p:cBhvr>
                                        <p:cTn id="542" fill="hold"/>
                                        <p:tgtEl>
                                          <p:spTgt spid="7522"/>
                                        </p:tgtEl>
                                        <p:attrNameLst>
                                          <p:attrName>style.visibility</p:attrName>
                                        </p:attrNameLst>
                                      </p:cBhvr>
                                      <p:to>
                                        <p:strVal val="visible"/>
                                      </p:to>
                                    </p:set>
                                    <p:animEffect filter="dissolve" transition="in">
                                      <p:cBhvr>
                                        <p:cTn id="543" dur="500"/>
                                        <p:tgtEl>
                                          <p:spTgt spid="7522"/>
                                        </p:tgtEl>
                                      </p:cBhvr>
                                    </p:animEffect>
                                  </p:childTnLst>
                                </p:cTn>
                              </p:par>
                            </p:childTnLst>
                          </p:cTn>
                        </p:par>
                        <p:par>
                          <p:cTn id="544" fill="hold">
                            <p:stCondLst>
                              <p:cond delay="67500"/>
                            </p:stCondLst>
                            <p:childTnLst>
                              <p:par>
                                <p:cTn id="545" presetClass="entr" nodeType="afterEffect" presetID="9" grpId="136" fill="hold">
                                  <p:stCondLst>
                                    <p:cond delay="0"/>
                                  </p:stCondLst>
                                  <p:iterate type="el" backwards="0">
                                    <p:tmAbs val="0"/>
                                  </p:iterate>
                                  <p:childTnLst>
                                    <p:set>
                                      <p:cBhvr>
                                        <p:cTn id="546" fill="hold"/>
                                        <p:tgtEl>
                                          <p:spTgt spid="7523"/>
                                        </p:tgtEl>
                                        <p:attrNameLst>
                                          <p:attrName>style.visibility</p:attrName>
                                        </p:attrNameLst>
                                      </p:cBhvr>
                                      <p:to>
                                        <p:strVal val="visible"/>
                                      </p:to>
                                    </p:set>
                                    <p:animEffect filter="dissolve" transition="in">
                                      <p:cBhvr>
                                        <p:cTn id="547" dur="500"/>
                                        <p:tgtEl>
                                          <p:spTgt spid="75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517" grpId="130"/>
      <p:bldP build="whole" bldLvl="1" animBg="1" rev="0" advAuto="0" spid="7445" grpId="58"/>
      <p:bldP build="whole" bldLvl="1" animBg="1" rev="0" advAuto="0" spid="7515" grpId="128"/>
      <p:bldP build="whole" bldLvl="1" animBg="1" rev="0" advAuto="0" spid="7475" grpId="88"/>
      <p:bldP build="whole" bldLvl="1" animBg="1" rev="0" advAuto="0" spid="7400" grpId="13"/>
      <p:bldP build="whole" bldLvl="1" animBg="1" rev="0" advAuto="0" spid="7398" grpId="11"/>
      <p:bldP build="whole" bldLvl="1" animBg="1" rev="0" advAuto="0" spid="7424" grpId="37"/>
      <p:bldP build="whole" bldLvl="1" animBg="1" rev="0" advAuto="0" spid="7498" grpId="111"/>
      <p:bldP build="whole" bldLvl="1" animBg="1" rev="0" advAuto="0" spid="7441" grpId="54"/>
      <p:bldP build="whole" bldLvl="1" animBg="1" rev="0" advAuto="0" spid="7391" grpId="4"/>
      <p:bldP build="whole" bldLvl="1" animBg="1" rev="0" advAuto="0" spid="7397" grpId="10"/>
      <p:bldP build="whole" bldLvl="1" animBg="1" rev="0" advAuto="0" spid="7453" grpId="66"/>
      <p:bldP build="whole" bldLvl="1" animBg="1" rev="0" advAuto="0" spid="7473" grpId="86"/>
      <p:bldP build="whole" bldLvl="1" animBg="1" rev="0" advAuto="0" spid="7389" grpId="2"/>
      <p:bldP build="whole" bldLvl="1" animBg="1" rev="0" advAuto="0" spid="7402" grpId="15"/>
      <p:bldP build="whole" bldLvl="1" animBg="1" rev="0" advAuto="0" spid="7468" grpId="81"/>
      <p:bldP build="whole" bldLvl="1" animBg="1" rev="0" advAuto="0" spid="7455" grpId="68"/>
      <p:bldP build="whole" bldLvl="1" animBg="1" rev="0" advAuto="0" spid="7418" grpId="31"/>
      <p:bldP build="whole" bldLvl="1" animBg="1" rev="0" advAuto="0" spid="7466" grpId="79"/>
      <p:bldP build="whole" bldLvl="1" animBg="1" rev="0" advAuto="0" spid="7421" grpId="34"/>
      <p:bldP build="whole" bldLvl="1" animBg="1" rev="0" advAuto="0" spid="7512" grpId="125"/>
      <p:bldP build="whole" bldLvl="1" animBg="1" rev="0" advAuto="0" spid="7401" grpId="14"/>
      <p:bldP build="whole" bldLvl="1" animBg="1" rev="0" advAuto="0" spid="7433" grpId="46"/>
      <p:bldP build="whole" bldLvl="1" animBg="1" rev="0" advAuto="0" spid="7407" grpId="20"/>
      <p:bldP build="whole" bldLvl="1" animBg="1" rev="0" advAuto="0" spid="7427" grpId="40"/>
      <p:bldP build="whole" bldLvl="1" animBg="1" rev="0" advAuto="0" spid="7404" grpId="17"/>
      <p:bldP build="whole" bldLvl="1" animBg="1" rev="0" advAuto="0" spid="7480" grpId="93"/>
      <p:bldP build="whole" bldLvl="1" animBg="1" rev="0" advAuto="0" spid="7412" grpId="25"/>
      <p:bldP build="whole" bldLvl="1" animBg="1" rev="0" advAuto="0" spid="7440" grpId="53"/>
      <p:bldP build="whole" bldLvl="1" animBg="1" rev="0" advAuto="0" spid="7456" grpId="69"/>
      <p:bldP build="whole" bldLvl="1" animBg="1" rev="0" advAuto="0" spid="7500" grpId="113"/>
      <p:bldP build="whole" bldLvl="1" animBg="1" rev="0" advAuto="0" spid="7463" grpId="76"/>
      <p:bldP build="whole" bldLvl="1" animBg="1" rev="0" advAuto="0" spid="7499" grpId="112"/>
      <p:bldP build="whole" bldLvl="1" animBg="1" rev="0" advAuto="0" spid="7493" grpId="106"/>
      <p:bldP build="whole" bldLvl="1" animBg="1" rev="0" advAuto="0" spid="7457" grpId="70"/>
      <p:bldP build="whole" bldLvl="1" animBg="1" rev="0" advAuto="0" spid="7437" grpId="50"/>
      <p:bldP build="whole" bldLvl="1" animBg="1" rev="0" advAuto="0" spid="7490" grpId="103"/>
      <p:bldP build="whole" bldLvl="1" animBg="1" rev="0" advAuto="0" spid="7420" grpId="33"/>
      <p:bldP build="whole" bldLvl="1" animBg="1" rev="0" advAuto="0" spid="7460" grpId="73"/>
      <p:bldP build="whole" bldLvl="1" animBg="1" rev="0" advAuto="0" spid="7491" grpId="104"/>
      <p:bldP build="whole" bldLvl="1" animBg="1" rev="0" advAuto="0" spid="7396" grpId="9"/>
      <p:bldP build="whole" bldLvl="1" animBg="1" rev="0" advAuto="0" spid="7439" grpId="52"/>
      <p:bldP build="whole" bldLvl="1" animBg="1" rev="0" advAuto="0" spid="7438" grpId="51"/>
      <p:bldP build="whole" bldLvl="1" animBg="1" rev="0" advAuto="0" spid="7413" grpId="26"/>
      <p:bldP build="whole" bldLvl="1" animBg="1" rev="0" advAuto="0" spid="7429" grpId="42"/>
      <p:bldP build="whole" bldLvl="1" animBg="1" rev="0" advAuto="0" spid="7430" grpId="43"/>
      <p:bldP build="whole" bldLvl="1" animBg="1" rev="0" advAuto="0" spid="7486" grpId="99"/>
      <p:bldP build="whole" bldLvl="1" animBg="1" rev="0" advAuto="0" spid="7495" grpId="108"/>
      <p:bldP build="whole" bldLvl="1" animBg="1" rev="0" advAuto="0" spid="7507" grpId="120"/>
      <p:bldP build="whole" bldLvl="1" animBg="1" rev="0" advAuto="0" spid="7497" grpId="110"/>
      <p:bldP build="whole" bldLvl="1" animBg="1" rev="0" advAuto="0" spid="7469" grpId="82"/>
      <p:bldP build="whole" bldLvl="1" animBg="1" rev="0" advAuto="0" spid="7399" grpId="12"/>
      <p:bldP build="whole" bldLvl="1" animBg="1" rev="0" advAuto="0" spid="7449" grpId="62"/>
      <p:bldP build="whole" bldLvl="1" animBg="1" rev="0" advAuto="0" spid="7462" grpId="75"/>
      <p:bldP build="whole" bldLvl="1" animBg="1" rev="0" advAuto="0" spid="7482" grpId="95"/>
      <p:bldP build="whole" bldLvl="1" animBg="1" rev="0" advAuto="0" spid="7478" grpId="91"/>
      <p:bldP build="whole" bldLvl="1" animBg="1" rev="0" advAuto="0" spid="7436" grpId="49"/>
      <p:bldP build="whole" bldLvl="1" animBg="1" rev="0" advAuto="0" spid="7488" grpId="101"/>
      <p:bldP build="whole" bldLvl="1" animBg="1" rev="0" advAuto="0" spid="7458" grpId="71"/>
      <p:bldP build="whole" bldLvl="1" animBg="1" rev="0" advAuto="0" spid="7434" grpId="47"/>
      <p:bldP build="whole" bldLvl="1" animBg="1" rev="0" advAuto="0" spid="7470" grpId="83"/>
      <p:bldP build="whole" bldLvl="1" animBg="1" rev="0" advAuto="0" spid="7393" grpId="6"/>
      <p:bldP build="whole" bldLvl="1" animBg="1" rev="0" advAuto="0" spid="7492" grpId="105"/>
      <p:bldP build="whole" bldLvl="1" animBg="1" rev="0" advAuto="0" spid="7415" grpId="28"/>
      <p:bldP build="whole" bldLvl="1" animBg="1" rev="0" advAuto="0" spid="7435" grpId="48"/>
      <p:bldP build="whole" bldLvl="1" animBg="1" rev="0" advAuto="0" spid="7422" grpId="35"/>
      <p:bldP build="whole" bldLvl="1" animBg="1" rev="0" advAuto="0" spid="7395" grpId="8"/>
      <p:bldP build="whole" bldLvl="1" animBg="1" rev="0" advAuto="0" spid="7484" grpId="97"/>
      <p:bldP build="whole" bldLvl="1" animBg="1" rev="0" advAuto="0" spid="7423" grpId="36"/>
      <p:bldP build="whole" bldLvl="1" animBg="1" rev="0" advAuto="0" spid="7432" grpId="45"/>
      <p:bldP build="whole" bldLvl="1" animBg="1" rev="0" advAuto="0" spid="7513" grpId="126"/>
      <p:bldP build="whole" bldLvl="1" animBg="1" rev="0" advAuto="0" spid="7465" grpId="78"/>
      <p:bldP build="whole" bldLvl="1" animBg="1" rev="0" advAuto="0" spid="7503" grpId="116"/>
      <p:bldP build="whole" bldLvl="1" animBg="1" rev="0" advAuto="0" spid="7408" grpId="21"/>
      <p:bldP build="whole" bldLvl="1" animBg="1" rev="0" advAuto="0" spid="7501" grpId="114"/>
      <p:bldP build="whole" bldLvl="1" animBg="1" rev="0" advAuto="0" spid="7448" grpId="61"/>
      <p:bldP build="whole" bldLvl="1" animBg="1" rev="0" advAuto="0" spid="7510" grpId="123"/>
      <p:bldP build="whole" bldLvl="1" animBg="1" rev="0" advAuto="0" spid="7450" grpId="63"/>
      <p:bldP build="whole" bldLvl="1" animBg="1" rev="0" advAuto="0" spid="7504" grpId="117"/>
      <p:bldP build="whole" bldLvl="1" animBg="1" rev="0" advAuto="0" spid="7467" grpId="80"/>
      <p:bldP build="whole" bldLvl="1" animBg="1" rev="0" advAuto="0" spid="7505" grpId="118"/>
      <p:bldP build="whole" bldLvl="1" animBg="1" rev="0" advAuto="0" spid="7454" grpId="67"/>
      <p:bldP build="whole" bldLvl="1" animBg="1" rev="0" advAuto="0" spid="7388" grpId="1"/>
      <p:bldP build="whole" bldLvl="1" animBg="1" rev="0" advAuto="0" spid="7502" grpId="115"/>
      <p:bldP build="whole" bldLvl="1" animBg="1" rev="0" advAuto="0" spid="7461" grpId="74"/>
      <p:bldP build="whole" bldLvl="1" animBg="1" rev="0" advAuto="0" spid="7476" grpId="89"/>
      <p:bldP build="whole" bldLvl="1" animBg="1" rev="0" advAuto="0" spid="7406" grpId="19"/>
      <p:bldP build="whole" bldLvl="1" animBg="1" rev="0" advAuto="0" spid="7494" grpId="107"/>
      <p:bldP build="whole" bldLvl="1" animBg="1" rev="0" advAuto="0" spid="7411" grpId="24"/>
      <p:bldP build="whole" bldLvl="1" animBg="1" rev="0" advAuto="0" spid="7425" grpId="38"/>
      <p:bldP build="whole" bldLvl="1" animBg="1" rev="0" advAuto="0" spid="7443" grpId="56"/>
      <p:bldP build="whole" bldLvl="1" animBg="1" rev="0" advAuto="0" spid="7414" grpId="27"/>
      <p:bldP build="whole" bldLvl="1" animBg="1" rev="0" advAuto="0" spid="7403" grpId="16"/>
      <p:bldP build="whole" bldLvl="1" animBg="1" rev="0" advAuto="0" spid="7410" grpId="23"/>
      <p:bldP build="whole" bldLvl="1" animBg="1" rev="0" advAuto="0" spid="7390" grpId="3"/>
      <p:bldP build="whole" bldLvl="1" animBg="1" rev="0" advAuto="0" spid="7511" grpId="124"/>
      <p:bldP build="whole" bldLvl="1" animBg="1" rev="0" advAuto="0" spid="7416" grpId="29"/>
      <p:bldP build="whole" bldLvl="1" animBg="1" rev="0" advAuto="0" spid="7451" grpId="64"/>
      <p:bldP build="whole" bldLvl="1" animBg="1" rev="0" advAuto="0" spid="7431" grpId="44"/>
      <p:bldP build="whole" bldLvl="1" animBg="1" rev="0" advAuto="0" spid="7447" grpId="60"/>
      <p:bldP build="whole" bldLvl="1" animBg="1" rev="0" advAuto="0" spid="7520" grpId="133"/>
      <p:bldP build="whole" bldLvl="1" animBg="1" rev="0" advAuto="0" spid="7483" grpId="96"/>
      <p:bldP build="whole" bldLvl="1" animBg="1" rev="0" advAuto="0" spid="7442" grpId="55"/>
      <p:bldP build="whole" bldLvl="1" animBg="1" rev="0" advAuto="0" spid="7459" grpId="72"/>
      <p:bldP build="whole" bldLvl="1" animBg="1" rev="0" advAuto="0" spid="7417" grpId="30"/>
      <p:bldP build="whole" bldLvl="1" animBg="1" rev="0" advAuto="0" spid="7405" grpId="18"/>
      <p:bldP build="whole" bldLvl="1" animBg="1" rev="0" advAuto="0" spid="7521" grpId="134"/>
      <p:bldP build="whole" bldLvl="1" animBg="1" rev="0" advAuto="0" spid="7479" grpId="92"/>
      <p:bldP build="whole" bldLvl="1" animBg="1" rev="0" advAuto="0" spid="7514" grpId="127"/>
      <p:bldP build="whole" bldLvl="1" animBg="1" rev="0" advAuto="0" spid="7518" grpId="131"/>
      <p:bldP build="whole" bldLvl="1" animBg="1" rev="0" advAuto="0" spid="7485" grpId="98"/>
      <p:bldP build="whole" bldLvl="1" animBg="1" rev="0" advAuto="0" spid="7523" grpId="136"/>
      <p:bldP build="whole" bldLvl="1" animBg="1" rev="0" advAuto="0" spid="7444" grpId="57"/>
      <p:bldP build="whole" bldLvl="1" animBg="1" rev="0" advAuto="0" spid="7496" grpId="109"/>
      <p:bldP build="whole" bldLvl="1" animBg="1" rev="0" advAuto="0" spid="7471" grpId="84"/>
      <p:bldP build="whole" bldLvl="1" animBg="1" rev="0" advAuto="0" spid="7452" grpId="65"/>
      <p:bldP build="whole" bldLvl="1" animBg="1" rev="0" advAuto="0" spid="7394" grpId="7"/>
      <p:bldP build="whole" bldLvl="1" animBg="1" rev="0" advAuto="0" spid="7474" grpId="87"/>
      <p:bldP build="whole" bldLvl="1" animBg="1" rev="0" advAuto="0" spid="7477" grpId="90"/>
      <p:bldP build="whole" bldLvl="1" animBg="1" rev="0" advAuto="0" spid="7409" grpId="22"/>
      <p:bldP build="whole" bldLvl="1" animBg="1" rev="0" advAuto="0" spid="7472" grpId="85"/>
      <p:bldP build="whole" bldLvl="1" animBg="1" rev="0" advAuto="0" spid="7481" grpId="94"/>
      <p:bldP build="whole" bldLvl="1" animBg="1" rev="0" advAuto="0" spid="7508" grpId="121"/>
      <p:bldP build="whole" bldLvl="1" animBg="1" rev="0" advAuto="0" spid="7509" grpId="122"/>
      <p:bldP build="whole" bldLvl="1" animBg="1" rev="0" advAuto="0" spid="7516" grpId="129"/>
      <p:bldP build="whole" bldLvl="1" animBg="1" rev="0" advAuto="0" spid="7506" grpId="119"/>
      <p:bldP build="whole" bldLvl="1" animBg="1" rev="0" advAuto="0" spid="7487" grpId="100"/>
      <p:bldP build="whole" bldLvl="1" animBg="1" rev="0" advAuto="0" spid="7522" grpId="135"/>
      <p:bldP build="whole" bldLvl="1" animBg="1" rev="0" advAuto="0" spid="7464" grpId="77"/>
      <p:bldP build="whole" bldLvl="1" animBg="1" rev="0" advAuto="0" spid="7428" grpId="41"/>
      <p:bldP build="whole" bldLvl="1" animBg="1" rev="0" advAuto="0" spid="7426" grpId="39"/>
      <p:bldP build="whole" bldLvl="1" animBg="1" rev="0" advAuto="0" spid="7489" grpId="102"/>
      <p:bldP build="whole" bldLvl="1" animBg="1" rev="0" advAuto="0" spid="7419" grpId="32"/>
      <p:bldP build="whole" bldLvl="1" animBg="1" rev="0" advAuto="0" spid="7392" grpId="5"/>
      <p:bldP build="whole" bldLvl="1" animBg="1" rev="0" advAuto="0" spid="7519" grpId="132"/>
      <p:bldP build="whole" bldLvl="1" animBg="1" rev="0" advAuto="0" spid="7446" grpId="59"/>
    </p:bldLst>
  </p:timing>
</p:sld>
</file>

<file path=ppt/slides/slide18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525" name="Shape 7525"/>
          <p:cNvSpPr/>
          <p:nvPr/>
        </p:nvSpPr>
        <p:spPr>
          <a:xfrm>
            <a:off x="222866" y="241769"/>
            <a:ext cx="8307389"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Iconos editables</a:t>
            </a:r>
          </a:p>
          <a:p>
            <a:pPr algn="l" defTabSz="825500">
              <a:lnSpc>
                <a:spcPct val="90000"/>
              </a:lnSpc>
              <a:defRPr spc="-50" sz="2500">
                <a:latin typeface="Raleway SemiBold"/>
                <a:ea typeface="Raleway SemiBold"/>
                <a:cs typeface="Raleway SemiBold"/>
                <a:sym typeface="Raleway SemiBold"/>
              </a:defRPr>
            </a:pPr>
            <a:r>
              <a:t>Tan sólo tienes que cambiarle el color por el de tu marca.</a:t>
            </a:r>
          </a:p>
        </p:txBody>
      </p:sp>
      <p:sp>
        <p:nvSpPr>
          <p:cNvPr id="7526" name="Shape 7526"/>
          <p:cNvSpPr/>
          <p:nvPr/>
        </p:nvSpPr>
        <p:spPr>
          <a:xfrm>
            <a:off x="13422021" y="4657525"/>
            <a:ext cx="439361" cy="4289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532"/>
                </a:moveTo>
                <a:lnTo>
                  <a:pt x="16432" y="10532"/>
                </a:lnTo>
                <a:lnTo>
                  <a:pt x="16432" y="0"/>
                </a:lnTo>
                <a:lnTo>
                  <a:pt x="5168" y="0"/>
                </a:lnTo>
                <a:lnTo>
                  <a:pt x="5168" y="10532"/>
                </a:lnTo>
                <a:lnTo>
                  <a:pt x="0" y="10532"/>
                </a:lnTo>
                <a:lnTo>
                  <a:pt x="10800" y="21600"/>
                </a:lnTo>
                <a:lnTo>
                  <a:pt x="21600" y="10532"/>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7" name="Shape 7527"/>
          <p:cNvSpPr/>
          <p:nvPr/>
        </p:nvSpPr>
        <p:spPr>
          <a:xfrm>
            <a:off x="15764673" y="4647160"/>
            <a:ext cx="418628" cy="4497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251" y="0"/>
                </a:moveTo>
                <a:lnTo>
                  <a:pt x="10251" y="5499"/>
                </a:lnTo>
                <a:lnTo>
                  <a:pt x="0" y="5499"/>
                </a:lnTo>
                <a:lnTo>
                  <a:pt x="0" y="16044"/>
                </a:lnTo>
                <a:lnTo>
                  <a:pt x="10251" y="16044"/>
                </a:lnTo>
                <a:lnTo>
                  <a:pt x="10251" y="21600"/>
                </a:lnTo>
                <a:lnTo>
                  <a:pt x="21600" y="10545"/>
                </a:lnTo>
                <a:lnTo>
                  <a:pt x="10251"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8" name="Shape 7528"/>
          <p:cNvSpPr/>
          <p:nvPr/>
        </p:nvSpPr>
        <p:spPr>
          <a:xfrm>
            <a:off x="12266242" y="4647160"/>
            <a:ext cx="418633" cy="4497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10" y="0"/>
                </a:moveTo>
                <a:lnTo>
                  <a:pt x="11410" y="5499"/>
                </a:lnTo>
                <a:lnTo>
                  <a:pt x="21600" y="5499"/>
                </a:lnTo>
                <a:lnTo>
                  <a:pt x="21600" y="16044"/>
                </a:lnTo>
                <a:lnTo>
                  <a:pt x="11410" y="16044"/>
                </a:lnTo>
                <a:lnTo>
                  <a:pt x="11410" y="21600"/>
                </a:lnTo>
                <a:lnTo>
                  <a:pt x="0" y="10545"/>
                </a:lnTo>
                <a:lnTo>
                  <a:pt x="11410"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29" name="Shape 7529"/>
          <p:cNvSpPr/>
          <p:nvPr/>
        </p:nvSpPr>
        <p:spPr>
          <a:xfrm>
            <a:off x="14588163" y="4657525"/>
            <a:ext cx="439368" cy="4289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068"/>
                </a:moveTo>
                <a:lnTo>
                  <a:pt x="16388" y="11068"/>
                </a:lnTo>
                <a:lnTo>
                  <a:pt x="16388" y="21600"/>
                </a:lnTo>
                <a:lnTo>
                  <a:pt x="5154" y="21600"/>
                </a:lnTo>
                <a:lnTo>
                  <a:pt x="5154" y="11068"/>
                </a:lnTo>
                <a:lnTo>
                  <a:pt x="0" y="11068"/>
                </a:lnTo>
                <a:lnTo>
                  <a:pt x="10771" y="0"/>
                </a:lnTo>
                <a:lnTo>
                  <a:pt x="21600" y="11068"/>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0" name="Shape 7530"/>
          <p:cNvSpPr/>
          <p:nvPr/>
        </p:nvSpPr>
        <p:spPr>
          <a:xfrm>
            <a:off x="18117692" y="4657525"/>
            <a:ext cx="387533" cy="4289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532"/>
                </a:moveTo>
                <a:lnTo>
                  <a:pt x="15146" y="10532"/>
                </a:lnTo>
                <a:lnTo>
                  <a:pt x="15146" y="0"/>
                </a:lnTo>
                <a:lnTo>
                  <a:pt x="5861" y="0"/>
                </a:lnTo>
                <a:lnTo>
                  <a:pt x="5861" y="10532"/>
                </a:lnTo>
                <a:lnTo>
                  <a:pt x="0" y="10532"/>
                </a:lnTo>
                <a:lnTo>
                  <a:pt x="10537" y="21600"/>
                </a:lnTo>
                <a:lnTo>
                  <a:pt x="21600" y="10532"/>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1" name="Shape 7531"/>
          <p:cNvSpPr/>
          <p:nvPr/>
        </p:nvSpPr>
        <p:spPr>
          <a:xfrm>
            <a:off x="16930816" y="4678255"/>
            <a:ext cx="418632" cy="387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49" y="21600"/>
                </a:moveTo>
                <a:lnTo>
                  <a:pt x="11349" y="15212"/>
                </a:lnTo>
                <a:lnTo>
                  <a:pt x="21600" y="15212"/>
                </a:lnTo>
                <a:lnTo>
                  <a:pt x="21600" y="6388"/>
                </a:lnTo>
                <a:lnTo>
                  <a:pt x="11349" y="6388"/>
                </a:lnTo>
                <a:lnTo>
                  <a:pt x="11349" y="0"/>
                </a:lnTo>
                <a:lnTo>
                  <a:pt x="0" y="10537"/>
                </a:lnTo>
                <a:lnTo>
                  <a:pt x="11349" y="2160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2" name="Shape 7532"/>
          <p:cNvSpPr/>
          <p:nvPr/>
        </p:nvSpPr>
        <p:spPr>
          <a:xfrm>
            <a:off x="2921547" y="5844397"/>
            <a:ext cx="428998" cy="3823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03" y="0"/>
                </a:moveTo>
                <a:lnTo>
                  <a:pt x="10503" y="6473"/>
                </a:lnTo>
                <a:lnTo>
                  <a:pt x="0" y="6473"/>
                </a:lnTo>
                <a:lnTo>
                  <a:pt x="0" y="15193"/>
                </a:lnTo>
                <a:lnTo>
                  <a:pt x="10503" y="15193"/>
                </a:lnTo>
                <a:lnTo>
                  <a:pt x="10503" y="21600"/>
                </a:lnTo>
                <a:lnTo>
                  <a:pt x="21600" y="10503"/>
                </a:lnTo>
                <a:lnTo>
                  <a:pt x="10503"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3" name="Shape 7533"/>
          <p:cNvSpPr/>
          <p:nvPr/>
        </p:nvSpPr>
        <p:spPr>
          <a:xfrm>
            <a:off x="1776133" y="5823667"/>
            <a:ext cx="387535" cy="4289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068"/>
                </a:moveTo>
                <a:lnTo>
                  <a:pt x="15805" y="11068"/>
                </a:lnTo>
                <a:lnTo>
                  <a:pt x="15805" y="21600"/>
                </a:lnTo>
                <a:lnTo>
                  <a:pt x="6454" y="21600"/>
                </a:lnTo>
                <a:lnTo>
                  <a:pt x="6454" y="11068"/>
                </a:lnTo>
                <a:lnTo>
                  <a:pt x="0" y="11068"/>
                </a:lnTo>
                <a:lnTo>
                  <a:pt x="11129" y="0"/>
                </a:lnTo>
                <a:lnTo>
                  <a:pt x="21600" y="11068"/>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4" name="Shape 7534"/>
          <p:cNvSpPr/>
          <p:nvPr/>
        </p:nvSpPr>
        <p:spPr>
          <a:xfrm>
            <a:off x="4035859" y="5771838"/>
            <a:ext cx="543025" cy="532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584"/>
                </a:moveTo>
                <a:cubicBezTo>
                  <a:pt x="21600" y="4646"/>
                  <a:pt x="16587" y="0"/>
                  <a:pt x="10777" y="0"/>
                </a:cubicBezTo>
                <a:cubicBezTo>
                  <a:pt x="5013" y="0"/>
                  <a:pt x="0" y="4646"/>
                  <a:pt x="0" y="10584"/>
                </a:cubicBezTo>
                <a:cubicBezTo>
                  <a:pt x="0" y="16954"/>
                  <a:pt x="5013" y="21600"/>
                  <a:pt x="10777" y="21600"/>
                </a:cubicBezTo>
                <a:cubicBezTo>
                  <a:pt x="16587" y="21600"/>
                  <a:pt x="21600" y="16954"/>
                  <a:pt x="21600" y="10584"/>
                </a:cubicBezTo>
                <a:close/>
                <a:moveTo>
                  <a:pt x="2530" y="10584"/>
                </a:moveTo>
                <a:cubicBezTo>
                  <a:pt x="2530" y="5891"/>
                  <a:pt x="6232" y="2107"/>
                  <a:pt x="10777" y="2107"/>
                </a:cubicBezTo>
                <a:cubicBezTo>
                  <a:pt x="15368" y="2107"/>
                  <a:pt x="19117" y="5891"/>
                  <a:pt x="19117" y="10584"/>
                </a:cubicBezTo>
                <a:cubicBezTo>
                  <a:pt x="19117" y="15661"/>
                  <a:pt x="15368" y="19493"/>
                  <a:pt x="10777" y="19493"/>
                </a:cubicBezTo>
                <a:cubicBezTo>
                  <a:pt x="6232" y="19493"/>
                  <a:pt x="2530" y="15661"/>
                  <a:pt x="2530" y="10584"/>
                </a:cubicBezTo>
                <a:close/>
                <a:moveTo>
                  <a:pt x="15368" y="12740"/>
                </a:moveTo>
                <a:cubicBezTo>
                  <a:pt x="15368" y="8429"/>
                  <a:pt x="15368" y="8429"/>
                  <a:pt x="15368" y="8429"/>
                </a:cubicBezTo>
                <a:cubicBezTo>
                  <a:pt x="10355" y="8429"/>
                  <a:pt x="10355" y="8429"/>
                  <a:pt x="10355" y="8429"/>
                </a:cubicBezTo>
                <a:cubicBezTo>
                  <a:pt x="10355" y="5891"/>
                  <a:pt x="10355" y="5891"/>
                  <a:pt x="10355" y="5891"/>
                </a:cubicBezTo>
                <a:cubicBezTo>
                  <a:pt x="6232" y="10584"/>
                  <a:pt x="6232" y="10584"/>
                  <a:pt x="6232" y="10584"/>
                </a:cubicBezTo>
                <a:cubicBezTo>
                  <a:pt x="10355" y="15661"/>
                  <a:pt x="10355" y="15661"/>
                  <a:pt x="10355" y="15661"/>
                </a:cubicBezTo>
                <a:cubicBezTo>
                  <a:pt x="10355" y="12740"/>
                  <a:pt x="10355" y="12740"/>
                  <a:pt x="10355" y="12740"/>
                </a:cubicBezTo>
                <a:lnTo>
                  <a:pt x="15368" y="1274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5" name="Shape 7535"/>
          <p:cNvSpPr/>
          <p:nvPr/>
        </p:nvSpPr>
        <p:spPr>
          <a:xfrm>
            <a:off x="5202004" y="5771838"/>
            <a:ext cx="543020" cy="532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77" y="0"/>
                  <a:pt x="0" y="4646"/>
                  <a:pt x="0" y="10584"/>
                </a:cubicBezTo>
                <a:cubicBezTo>
                  <a:pt x="0" y="16954"/>
                  <a:pt x="4977" y="21600"/>
                  <a:pt x="10800" y="21600"/>
                </a:cubicBezTo>
                <a:cubicBezTo>
                  <a:pt x="16623" y="21600"/>
                  <a:pt x="21600" y="16954"/>
                  <a:pt x="21600" y="10584"/>
                </a:cubicBezTo>
                <a:cubicBezTo>
                  <a:pt x="21600" y="4646"/>
                  <a:pt x="16623" y="0"/>
                  <a:pt x="10800" y="0"/>
                </a:cubicBezTo>
                <a:close/>
                <a:moveTo>
                  <a:pt x="10800" y="19493"/>
                </a:moveTo>
                <a:cubicBezTo>
                  <a:pt x="6198" y="19493"/>
                  <a:pt x="2489" y="15661"/>
                  <a:pt x="2489" y="10584"/>
                </a:cubicBezTo>
                <a:cubicBezTo>
                  <a:pt x="2489" y="5891"/>
                  <a:pt x="6198" y="2107"/>
                  <a:pt x="10800" y="2107"/>
                </a:cubicBezTo>
                <a:cubicBezTo>
                  <a:pt x="15402" y="2107"/>
                  <a:pt x="19111" y="5891"/>
                  <a:pt x="19111" y="10584"/>
                </a:cubicBezTo>
                <a:cubicBezTo>
                  <a:pt x="19111" y="15661"/>
                  <a:pt x="15402" y="19493"/>
                  <a:pt x="10800" y="19493"/>
                </a:cubicBezTo>
                <a:close/>
                <a:moveTo>
                  <a:pt x="12913" y="6322"/>
                </a:moveTo>
                <a:cubicBezTo>
                  <a:pt x="8687" y="6322"/>
                  <a:pt x="8687" y="6322"/>
                  <a:pt x="8687" y="6322"/>
                </a:cubicBezTo>
                <a:cubicBezTo>
                  <a:pt x="8687" y="11016"/>
                  <a:pt x="8687" y="11016"/>
                  <a:pt x="8687" y="11016"/>
                </a:cubicBezTo>
                <a:cubicBezTo>
                  <a:pt x="6198" y="11016"/>
                  <a:pt x="6198" y="11016"/>
                  <a:pt x="6198" y="11016"/>
                </a:cubicBezTo>
                <a:cubicBezTo>
                  <a:pt x="10800" y="15661"/>
                  <a:pt x="10800" y="15661"/>
                  <a:pt x="10800" y="15661"/>
                </a:cubicBezTo>
                <a:cubicBezTo>
                  <a:pt x="15402" y="11016"/>
                  <a:pt x="15402" y="11016"/>
                  <a:pt x="15402" y="11016"/>
                </a:cubicBezTo>
                <a:cubicBezTo>
                  <a:pt x="12913" y="11016"/>
                  <a:pt x="12913" y="11016"/>
                  <a:pt x="12913" y="11016"/>
                </a:cubicBezTo>
                <a:lnTo>
                  <a:pt x="12913" y="632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6" name="Shape 7536"/>
          <p:cNvSpPr/>
          <p:nvPr/>
        </p:nvSpPr>
        <p:spPr>
          <a:xfrm>
            <a:off x="6368148" y="5771838"/>
            <a:ext cx="543022" cy="532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47" y="21600"/>
                </a:moveTo>
                <a:cubicBezTo>
                  <a:pt x="16623" y="21600"/>
                  <a:pt x="21600" y="16954"/>
                  <a:pt x="21600" y="10584"/>
                </a:cubicBezTo>
                <a:cubicBezTo>
                  <a:pt x="21600" y="4646"/>
                  <a:pt x="16623" y="0"/>
                  <a:pt x="10847" y="0"/>
                </a:cubicBezTo>
                <a:cubicBezTo>
                  <a:pt x="4977" y="0"/>
                  <a:pt x="0" y="4646"/>
                  <a:pt x="0" y="10584"/>
                </a:cubicBezTo>
                <a:cubicBezTo>
                  <a:pt x="0" y="16954"/>
                  <a:pt x="4977" y="21600"/>
                  <a:pt x="10847" y="21600"/>
                </a:cubicBezTo>
                <a:close/>
                <a:moveTo>
                  <a:pt x="10847" y="2107"/>
                </a:moveTo>
                <a:cubicBezTo>
                  <a:pt x="15402" y="2107"/>
                  <a:pt x="19111" y="5891"/>
                  <a:pt x="19111" y="10584"/>
                </a:cubicBezTo>
                <a:cubicBezTo>
                  <a:pt x="19111" y="15661"/>
                  <a:pt x="15402" y="19493"/>
                  <a:pt x="10847" y="19493"/>
                </a:cubicBezTo>
                <a:cubicBezTo>
                  <a:pt x="6245" y="19493"/>
                  <a:pt x="2489" y="15661"/>
                  <a:pt x="2489" y="10584"/>
                </a:cubicBezTo>
                <a:cubicBezTo>
                  <a:pt x="2489" y="5891"/>
                  <a:pt x="6245" y="2107"/>
                  <a:pt x="10847" y="2107"/>
                </a:cubicBezTo>
                <a:close/>
                <a:moveTo>
                  <a:pt x="8734" y="15278"/>
                </a:moveTo>
                <a:cubicBezTo>
                  <a:pt x="12913" y="15278"/>
                  <a:pt x="12913" y="15278"/>
                  <a:pt x="12913" y="15278"/>
                </a:cubicBezTo>
                <a:cubicBezTo>
                  <a:pt x="12913" y="10584"/>
                  <a:pt x="12913" y="10584"/>
                  <a:pt x="12913" y="10584"/>
                </a:cubicBezTo>
                <a:cubicBezTo>
                  <a:pt x="15402" y="10584"/>
                  <a:pt x="15402" y="10584"/>
                  <a:pt x="15402" y="10584"/>
                </a:cubicBezTo>
                <a:cubicBezTo>
                  <a:pt x="10847" y="5891"/>
                  <a:pt x="10847" y="5891"/>
                  <a:pt x="10847" y="5891"/>
                </a:cubicBezTo>
                <a:cubicBezTo>
                  <a:pt x="6245" y="10584"/>
                  <a:pt x="6245" y="10584"/>
                  <a:pt x="6245" y="10584"/>
                </a:cubicBezTo>
                <a:cubicBezTo>
                  <a:pt x="8734" y="10584"/>
                  <a:pt x="8734" y="10584"/>
                  <a:pt x="8734" y="10584"/>
                </a:cubicBezTo>
                <a:lnTo>
                  <a:pt x="8734" y="15278"/>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7" name="Shape 7537"/>
          <p:cNvSpPr/>
          <p:nvPr/>
        </p:nvSpPr>
        <p:spPr>
          <a:xfrm>
            <a:off x="7534292" y="5771838"/>
            <a:ext cx="543022" cy="532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584"/>
                </a:moveTo>
                <a:cubicBezTo>
                  <a:pt x="0" y="16954"/>
                  <a:pt x="4967" y="21600"/>
                  <a:pt x="10823" y="21600"/>
                </a:cubicBezTo>
                <a:cubicBezTo>
                  <a:pt x="16633" y="21600"/>
                  <a:pt x="21600" y="16954"/>
                  <a:pt x="21600" y="10584"/>
                </a:cubicBezTo>
                <a:cubicBezTo>
                  <a:pt x="21600" y="4646"/>
                  <a:pt x="16633" y="0"/>
                  <a:pt x="10823" y="0"/>
                </a:cubicBezTo>
                <a:cubicBezTo>
                  <a:pt x="4967" y="0"/>
                  <a:pt x="0" y="4646"/>
                  <a:pt x="0" y="10584"/>
                </a:cubicBezTo>
                <a:close/>
                <a:moveTo>
                  <a:pt x="19117" y="10584"/>
                </a:moveTo>
                <a:cubicBezTo>
                  <a:pt x="19117" y="15661"/>
                  <a:pt x="15368" y="19493"/>
                  <a:pt x="10823" y="19493"/>
                </a:cubicBezTo>
                <a:cubicBezTo>
                  <a:pt x="6232" y="19493"/>
                  <a:pt x="2483" y="15661"/>
                  <a:pt x="2483" y="10584"/>
                </a:cubicBezTo>
                <a:cubicBezTo>
                  <a:pt x="2483" y="5891"/>
                  <a:pt x="6232" y="2107"/>
                  <a:pt x="10823" y="2107"/>
                </a:cubicBezTo>
                <a:cubicBezTo>
                  <a:pt x="15368" y="2107"/>
                  <a:pt x="19117" y="5891"/>
                  <a:pt x="19117" y="10584"/>
                </a:cubicBezTo>
                <a:close/>
                <a:moveTo>
                  <a:pt x="6232" y="8429"/>
                </a:moveTo>
                <a:cubicBezTo>
                  <a:pt x="6232" y="12740"/>
                  <a:pt x="6232" y="12740"/>
                  <a:pt x="6232" y="12740"/>
                </a:cubicBezTo>
                <a:cubicBezTo>
                  <a:pt x="11245" y="12740"/>
                  <a:pt x="11245" y="12740"/>
                  <a:pt x="11245" y="12740"/>
                </a:cubicBezTo>
                <a:cubicBezTo>
                  <a:pt x="11245" y="15661"/>
                  <a:pt x="11245" y="15661"/>
                  <a:pt x="11245" y="15661"/>
                </a:cubicBezTo>
                <a:cubicBezTo>
                  <a:pt x="15368" y="10584"/>
                  <a:pt x="15368" y="10584"/>
                  <a:pt x="15368" y="10584"/>
                </a:cubicBezTo>
                <a:cubicBezTo>
                  <a:pt x="11245" y="5891"/>
                  <a:pt x="11245" y="5891"/>
                  <a:pt x="11245" y="5891"/>
                </a:cubicBezTo>
                <a:cubicBezTo>
                  <a:pt x="11245" y="8429"/>
                  <a:pt x="11245" y="8429"/>
                  <a:pt x="11245" y="8429"/>
                </a:cubicBezTo>
                <a:lnTo>
                  <a:pt x="6232" y="842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8" name="Shape 7538"/>
          <p:cNvSpPr/>
          <p:nvPr/>
        </p:nvSpPr>
        <p:spPr>
          <a:xfrm>
            <a:off x="16868621" y="7134931"/>
            <a:ext cx="543023" cy="1335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89" y="0"/>
                </a:moveTo>
                <a:cubicBezTo>
                  <a:pt x="1221" y="0"/>
                  <a:pt x="0" y="4883"/>
                  <a:pt x="0" y="9955"/>
                </a:cubicBezTo>
                <a:cubicBezTo>
                  <a:pt x="0" y="16529"/>
                  <a:pt x="1221" y="21600"/>
                  <a:pt x="2489" y="21600"/>
                </a:cubicBezTo>
                <a:cubicBezTo>
                  <a:pt x="4132" y="21600"/>
                  <a:pt x="5400" y="16529"/>
                  <a:pt x="5400" y="9955"/>
                </a:cubicBezTo>
                <a:cubicBezTo>
                  <a:pt x="5400" y="4883"/>
                  <a:pt x="4132" y="0"/>
                  <a:pt x="2489" y="0"/>
                </a:cubicBezTo>
                <a:close/>
                <a:moveTo>
                  <a:pt x="10800" y="0"/>
                </a:moveTo>
                <a:cubicBezTo>
                  <a:pt x="9532" y="0"/>
                  <a:pt x="8311" y="4883"/>
                  <a:pt x="8311" y="9955"/>
                </a:cubicBezTo>
                <a:cubicBezTo>
                  <a:pt x="8311" y="16529"/>
                  <a:pt x="9532" y="21600"/>
                  <a:pt x="10800" y="21600"/>
                </a:cubicBezTo>
                <a:cubicBezTo>
                  <a:pt x="12021" y="21600"/>
                  <a:pt x="13336" y="16529"/>
                  <a:pt x="13336" y="9955"/>
                </a:cubicBezTo>
                <a:cubicBezTo>
                  <a:pt x="13336" y="4883"/>
                  <a:pt x="12021" y="0"/>
                  <a:pt x="10800" y="0"/>
                </a:cubicBezTo>
                <a:close/>
                <a:moveTo>
                  <a:pt x="19111" y="0"/>
                </a:moveTo>
                <a:cubicBezTo>
                  <a:pt x="17468" y="0"/>
                  <a:pt x="16200" y="4883"/>
                  <a:pt x="16200" y="9955"/>
                </a:cubicBezTo>
                <a:cubicBezTo>
                  <a:pt x="16200" y="16529"/>
                  <a:pt x="17468" y="21600"/>
                  <a:pt x="19111" y="21600"/>
                </a:cubicBezTo>
                <a:cubicBezTo>
                  <a:pt x="20379" y="21600"/>
                  <a:pt x="21600" y="16529"/>
                  <a:pt x="21600" y="9955"/>
                </a:cubicBezTo>
                <a:cubicBezTo>
                  <a:pt x="21600" y="4883"/>
                  <a:pt x="20379" y="0"/>
                  <a:pt x="19111"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39" name="Shape 7539"/>
          <p:cNvSpPr/>
          <p:nvPr/>
        </p:nvSpPr>
        <p:spPr>
          <a:xfrm>
            <a:off x="16930816" y="8073028"/>
            <a:ext cx="422162" cy="584486"/>
          </a:xfrm>
          <a:custGeom>
            <a:avLst/>
            <a:gdLst/>
            <a:ahLst/>
            <a:cxnLst>
              <a:cxn ang="0">
                <a:pos x="wd2" y="hd2"/>
              </a:cxn>
              <a:cxn ang="5400000">
                <a:pos x="wd2" y="hd2"/>
              </a:cxn>
              <a:cxn ang="10800000">
                <a:pos x="wd2" y="hd2"/>
              </a:cxn>
              <a:cxn ang="16200000">
                <a:pos x="wd2" y="hd2"/>
              </a:cxn>
            </a:cxnLst>
            <a:rect l="0" t="0" r="r" b="b"/>
            <a:pathLst>
              <a:path w="20754" h="21600" fill="norm" stroke="1" extrusionOk="0">
                <a:moveTo>
                  <a:pt x="15445" y="13500"/>
                </a:moveTo>
                <a:cubicBezTo>
                  <a:pt x="17477" y="13108"/>
                  <a:pt x="19045" y="12716"/>
                  <a:pt x="20032" y="11192"/>
                </a:cubicBezTo>
                <a:cubicBezTo>
                  <a:pt x="21600" y="9276"/>
                  <a:pt x="20555" y="6968"/>
                  <a:pt x="17477" y="5792"/>
                </a:cubicBezTo>
                <a:cubicBezTo>
                  <a:pt x="15968" y="5008"/>
                  <a:pt x="15968" y="5008"/>
                  <a:pt x="15968" y="5008"/>
                </a:cubicBezTo>
                <a:cubicBezTo>
                  <a:pt x="19045" y="740"/>
                  <a:pt x="19045" y="740"/>
                  <a:pt x="19045" y="740"/>
                </a:cubicBezTo>
                <a:cubicBezTo>
                  <a:pt x="17477" y="0"/>
                  <a:pt x="17477" y="0"/>
                  <a:pt x="17477" y="0"/>
                </a:cubicBezTo>
                <a:cubicBezTo>
                  <a:pt x="11323" y="7708"/>
                  <a:pt x="11323" y="7708"/>
                  <a:pt x="11323" y="7708"/>
                </a:cubicBezTo>
                <a:cubicBezTo>
                  <a:pt x="10800" y="6968"/>
                  <a:pt x="9755" y="6184"/>
                  <a:pt x="8710" y="5792"/>
                </a:cubicBezTo>
                <a:cubicBezTo>
                  <a:pt x="5110" y="4268"/>
                  <a:pt x="5110" y="4268"/>
                  <a:pt x="5110" y="4268"/>
                </a:cubicBezTo>
                <a:cubicBezTo>
                  <a:pt x="0" y="11192"/>
                  <a:pt x="0" y="11192"/>
                  <a:pt x="0" y="11192"/>
                </a:cubicBezTo>
                <a:cubicBezTo>
                  <a:pt x="3077" y="12716"/>
                  <a:pt x="3077" y="12716"/>
                  <a:pt x="3077" y="12716"/>
                </a:cubicBezTo>
                <a:cubicBezTo>
                  <a:pt x="4587" y="13108"/>
                  <a:pt x="6155" y="13500"/>
                  <a:pt x="7200" y="13500"/>
                </a:cubicBezTo>
                <a:cubicBezTo>
                  <a:pt x="1045" y="21208"/>
                  <a:pt x="1045" y="21208"/>
                  <a:pt x="1045" y="21208"/>
                </a:cubicBezTo>
                <a:cubicBezTo>
                  <a:pt x="3077" y="21600"/>
                  <a:pt x="3077" y="21600"/>
                  <a:pt x="3077" y="21600"/>
                </a:cubicBezTo>
                <a:cubicBezTo>
                  <a:pt x="6155" y="17768"/>
                  <a:pt x="6155" y="17768"/>
                  <a:pt x="6155" y="17768"/>
                </a:cubicBezTo>
                <a:cubicBezTo>
                  <a:pt x="7665" y="18552"/>
                  <a:pt x="7665" y="18552"/>
                  <a:pt x="7665" y="18552"/>
                </a:cubicBezTo>
                <a:cubicBezTo>
                  <a:pt x="10800" y="19684"/>
                  <a:pt x="13877" y="19292"/>
                  <a:pt x="15445" y="17376"/>
                </a:cubicBezTo>
                <a:cubicBezTo>
                  <a:pt x="16490" y="15852"/>
                  <a:pt x="16490" y="14632"/>
                  <a:pt x="15445" y="13500"/>
                </a:cubicBezTo>
                <a:close/>
                <a:moveTo>
                  <a:pt x="16955" y="6968"/>
                </a:moveTo>
                <a:cubicBezTo>
                  <a:pt x="19045" y="7708"/>
                  <a:pt x="19568" y="9276"/>
                  <a:pt x="18523" y="10408"/>
                </a:cubicBezTo>
                <a:cubicBezTo>
                  <a:pt x="16955" y="11932"/>
                  <a:pt x="14923" y="12324"/>
                  <a:pt x="13413" y="11584"/>
                </a:cubicBezTo>
                <a:cubicBezTo>
                  <a:pt x="11323" y="10800"/>
                  <a:pt x="11323" y="10800"/>
                  <a:pt x="11323" y="10800"/>
                </a:cubicBezTo>
                <a:cubicBezTo>
                  <a:pt x="14923" y="6184"/>
                  <a:pt x="14923" y="6184"/>
                  <a:pt x="14923" y="6184"/>
                </a:cubicBezTo>
                <a:lnTo>
                  <a:pt x="16955" y="6968"/>
                </a:lnTo>
                <a:close/>
                <a:moveTo>
                  <a:pt x="4123" y="11584"/>
                </a:moveTo>
                <a:cubicBezTo>
                  <a:pt x="2555" y="10800"/>
                  <a:pt x="2555" y="10800"/>
                  <a:pt x="2555" y="10800"/>
                </a:cubicBezTo>
                <a:cubicBezTo>
                  <a:pt x="6155" y="6184"/>
                  <a:pt x="6155" y="6184"/>
                  <a:pt x="6155" y="6184"/>
                </a:cubicBezTo>
                <a:cubicBezTo>
                  <a:pt x="7665" y="6968"/>
                  <a:pt x="7665" y="6968"/>
                  <a:pt x="7665" y="6968"/>
                </a:cubicBezTo>
                <a:cubicBezTo>
                  <a:pt x="9755" y="7708"/>
                  <a:pt x="10277" y="9276"/>
                  <a:pt x="9232" y="10800"/>
                </a:cubicBezTo>
                <a:cubicBezTo>
                  <a:pt x="8245" y="11932"/>
                  <a:pt x="6155" y="12324"/>
                  <a:pt x="4123" y="11584"/>
                </a:cubicBezTo>
                <a:close/>
                <a:moveTo>
                  <a:pt x="8710" y="17376"/>
                </a:moveTo>
                <a:cubicBezTo>
                  <a:pt x="6677" y="16592"/>
                  <a:pt x="6677" y="16592"/>
                  <a:pt x="6677" y="16592"/>
                </a:cubicBezTo>
                <a:cubicBezTo>
                  <a:pt x="10277" y="11932"/>
                  <a:pt x="10277" y="11932"/>
                  <a:pt x="10277" y="11932"/>
                </a:cubicBezTo>
                <a:cubicBezTo>
                  <a:pt x="12368" y="12716"/>
                  <a:pt x="12368" y="12716"/>
                  <a:pt x="12368" y="12716"/>
                </a:cubicBezTo>
                <a:cubicBezTo>
                  <a:pt x="14400" y="13500"/>
                  <a:pt x="14923" y="15024"/>
                  <a:pt x="13877" y="16592"/>
                </a:cubicBezTo>
                <a:cubicBezTo>
                  <a:pt x="12890" y="17768"/>
                  <a:pt x="10800" y="18160"/>
                  <a:pt x="8710" y="1737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0" name="Shape 7540"/>
          <p:cNvSpPr/>
          <p:nvPr/>
        </p:nvSpPr>
        <p:spPr>
          <a:xfrm>
            <a:off x="1910888" y="8301073"/>
            <a:ext cx="123237" cy="1335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01" y="0"/>
                </a:moveTo>
                <a:cubicBezTo>
                  <a:pt x="3634" y="0"/>
                  <a:pt x="0" y="4883"/>
                  <a:pt x="0" y="9955"/>
                </a:cubicBezTo>
                <a:cubicBezTo>
                  <a:pt x="0" y="16529"/>
                  <a:pt x="3634" y="21600"/>
                  <a:pt x="10901" y="21600"/>
                </a:cubicBezTo>
                <a:cubicBezTo>
                  <a:pt x="16150" y="21600"/>
                  <a:pt x="21600" y="16529"/>
                  <a:pt x="21600" y="9955"/>
                </a:cubicBezTo>
                <a:cubicBezTo>
                  <a:pt x="21600" y="4883"/>
                  <a:pt x="16150" y="0"/>
                  <a:pt x="10901"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1" name="Shape 7541"/>
          <p:cNvSpPr/>
          <p:nvPr/>
        </p:nvSpPr>
        <p:spPr>
          <a:xfrm>
            <a:off x="18138424" y="7134931"/>
            <a:ext cx="330536" cy="1335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045" y="0"/>
                </a:moveTo>
                <a:cubicBezTo>
                  <a:pt x="1984" y="0"/>
                  <a:pt x="0" y="4883"/>
                  <a:pt x="0" y="9955"/>
                </a:cubicBezTo>
                <a:cubicBezTo>
                  <a:pt x="0" y="16529"/>
                  <a:pt x="1984" y="21600"/>
                  <a:pt x="4045" y="21600"/>
                </a:cubicBezTo>
                <a:cubicBezTo>
                  <a:pt x="6717" y="21600"/>
                  <a:pt x="8090" y="16529"/>
                  <a:pt x="8090" y="9955"/>
                </a:cubicBezTo>
                <a:cubicBezTo>
                  <a:pt x="8090" y="4883"/>
                  <a:pt x="6717" y="0"/>
                  <a:pt x="4045" y="0"/>
                </a:cubicBezTo>
                <a:close/>
                <a:moveTo>
                  <a:pt x="17555" y="0"/>
                </a:moveTo>
                <a:cubicBezTo>
                  <a:pt x="14883" y="0"/>
                  <a:pt x="13510" y="4883"/>
                  <a:pt x="13510" y="9955"/>
                </a:cubicBezTo>
                <a:cubicBezTo>
                  <a:pt x="13510" y="16529"/>
                  <a:pt x="14883" y="21600"/>
                  <a:pt x="17555" y="21600"/>
                </a:cubicBezTo>
                <a:cubicBezTo>
                  <a:pt x="19616" y="21600"/>
                  <a:pt x="21600" y="16529"/>
                  <a:pt x="21600" y="9955"/>
                </a:cubicBezTo>
                <a:cubicBezTo>
                  <a:pt x="21600" y="4883"/>
                  <a:pt x="19616" y="0"/>
                  <a:pt x="17555"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2" name="Shape 7542"/>
          <p:cNvSpPr/>
          <p:nvPr/>
        </p:nvSpPr>
        <p:spPr>
          <a:xfrm>
            <a:off x="12359533" y="5896226"/>
            <a:ext cx="226883" cy="2683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10800"/>
                </a:lnTo>
                <a:lnTo>
                  <a:pt x="0"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3" name="Shape 7543"/>
          <p:cNvSpPr/>
          <p:nvPr/>
        </p:nvSpPr>
        <p:spPr>
          <a:xfrm>
            <a:off x="11172660" y="5916958"/>
            <a:ext cx="268343" cy="2372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10800" y="0"/>
                </a:lnTo>
                <a:lnTo>
                  <a:pt x="0" y="2160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4" name="Shape 7544"/>
          <p:cNvSpPr/>
          <p:nvPr/>
        </p:nvSpPr>
        <p:spPr>
          <a:xfrm>
            <a:off x="10006516" y="5916958"/>
            <a:ext cx="273510" cy="2372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10753" y="21600"/>
                </a:lnTo>
                <a:lnTo>
                  <a:pt x="21600"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5" name="Shape 7545"/>
          <p:cNvSpPr/>
          <p:nvPr/>
        </p:nvSpPr>
        <p:spPr>
          <a:xfrm>
            <a:off x="8861104" y="5896226"/>
            <a:ext cx="226878" cy="2683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10800"/>
                </a:lnTo>
                <a:lnTo>
                  <a:pt x="21600" y="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6" name="Shape 7546"/>
          <p:cNvSpPr/>
          <p:nvPr/>
        </p:nvSpPr>
        <p:spPr>
          <a:xfrm>
            <a:off x="15804649" y="5937689"/>
            <a:ext cx="337430" cy="198271"/>
          </a:xfrm>
          <a:custGeom>
            <a:avLst/>
            <a:gdLst/>
            <a:ahLst/>
            <a:cxnLst>
              <a:cxn ang="0">
                <a:pos x="wd2" y="hd2"/>
              </a:cxn>
              <a:cxn ang="5400000">
                <a:pos x="wd2" y="hd2"/>
              </a:cxn>
              <a:cxn ang="10800000">
                <a:pos x="wd2" y="hd2"/>
              </a:cxn>
              <a:cxn ang="16200000">
                <a:pos x="wd2" y="hd2"/>
              </a:cxn>
            </a:cxnLst>
            <a:rect l="0" t="0" r="r" b="b"/>
            <a:pathLst>
              <a:path w="20749" h="21312" fill="norm" stroke="1" extrusionOk="0">
                <a:moveTo>
                  <a:pt x="19834" y="14826"/>
                </a:moveTo>
                <a:cubicBezTo>
                  <a:pt x="19188" y="13676"/>
                  <a:pt x="11510" y="1278"/>
                  <a:pt x="11510" y="1278"/>
                </a:cubicBezTo>
                <a:cubicBezTo>
                  <a:pt x="11510" y="0"/>
                  <a:pt x="10864" y="0"/>
                  <a:pt x="10218" y="0"/>
                </a:cubicBezTo>
                <a:cubicBezTo>
                  <a:pt x="9644" y="0"/>
                  <a:pt x="8998" y="0"/>
                  <a:pt x="8998" y="1278"/>
                </a:cubicBezTo>
                <a:cubicBezTo>
                  <a:pt x="8998" y="1278"/>
                  <a:pt x="1392" y="13676"/>
                  <a:pt x="746" y="14826"/>
                </a:cubicBezTo>
                <a:cubicBezTo>
                  <a:pt x="100" y="16999"/>
                  <a:pt x="-546" y="19299"/>
                  <a:pt x="746" y="20450"/>
                </a:cubicBezTo>
                <a:cubicBezTo>
                  <a:pt x="1392" y="21600"/>
                  <a:pt x="2611" y="21600"/>
                  <a:pt x="3257" y="20450"/>
                </a:cubicBezTo>
                <a:cubicBezTo>
                  <a:pt x="10218" y="8052"/>
                  <a:pt x="10218" y="8052"/>
                  <a:pt x="10218" y="8052"/>
                </a:cubicBezTo>
                <a:cubicBezTo>
                  <a:pt x="17251" y="20450"/>
                  <a:pt x="17251" y="20450"/>
                  <a:pt x="17251" y="20450"/>
                </a:cubicBezTo>
                <a:cubicBezTo>
                  <a:pt x="17897" y="21600"/>
                  <a:pt x="19188" y="21600"/>
                  <a:pt x="19834" y="20450"/>
                </a:cubicBezTo>
                <a:cubicBezTo>
                  <a:pt x="21054" y="19299"/>
                  <a:pt x="21054" y="16999"/>
                  <a:pt x="19834" y="14826"/>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7" name="Shape 7547"/>
          <p:cNvSpPr/>
          <p:nvPr/>
        </p:nvSpPr>
        <p:spPr>
          <a:xfrm>
            <a:off x="14639286" y="5936672"/>
            <a:ext cx="341470" cy="201964"/>
          </a:xfrm>
          <a:custGeom>
            <a:avLst/>
            <a:gdLst/>
            <a:ahLst/>
            <a:cxnLst>
              <a:cxn ang="0">
                <a:pos x="wd2" y="hd2"/>
              </a:cxn>
              <a:cxn ang="5400000">
                <a:pos x="wd2" y="hd2"/>
              </a:cxn>
              <a:cxn ang="10800000">
                <a:pos x="wd2" y="hd2"/>
              </a:cxn>
              <a:cxn ang="16200000">
                <a:pos x="wd2" y="hd2"/>
              </a:cxn>
            </a:cxnLst>
            <a:rect l="0" t="0" r="r" b="b"/>
            <a:pathLst>
              <a:path w="20693" h="20644" fill="norm" stroke="1" extrusionOk="0">
                <a:moveTo>
                  <a:pt x="19728" y="5597"/>
                </a:moveTo>
                <a:cubicBezTo>
                  <a:pt x="19084" y="7781"/>
                  <a:pt x="11502" y="19552"/>
                  <a:pt x="11502" y="19552"/>
                </a:cubicBezTo>
                <a:cubicBezTo>
                  <a:pt x="11502" y="20644"/>
                  <a:pt x="10859" y="20644"/>
                  <a:pt x="10215" y="20644"/>
                </a:cubicBezTo>
                <a:cubicBezTo>
                  <a:pt x="9571" y="20644"/>
                  <a:pt x="8999" y="20644"/>
                  <a:pt x="8999" y="19552"/>
                </a:cubicBezTo>
                <a:cubicBezTo>
                  <a:pt x="8999" y="19552"/>
                  <a:pt x="1346" y="7781"/>
                  <a:pt x="774" y="5597"/>
                </a:cubicBezTo>
                <a:cubicBezTo>
                  <a:pt x="130" y="4383"/>
                  <a:pt x="-585" y="2442"/>
                  <a:pt x="774" y="1350"/>
                </a:cubicBezTo>
                <a:cubicBezTo>
                  <a:pt x="1346" y="136"/>
                  <a:pt x="2634" y="-956"/>
                  <a:pt x="3277" y="1350"/>
                </a:cubicBezTo>
                <a:cubicBezTo>
                  <a:pt x="10215" y="12028"/>
                  <a:pt x="10215" y="12028"/>
                  <a:pt x="10215" y="12028"/>
                </a:cubicBezTo>
                <a:cubicBezTo>
                  <a:pt x="17153" y="1350"/>
                  <a:pt x="17153" y="1350"/>
                  <a:pt x="17153" y="1350"/>
                </a:cubicBezTo>
                <a:cubicBezTo>
                  <a:pt x="17796" y="-956"/>
                  <a:pt x="19084" y="136"/>
                  <a:pt x="19728" y="1350"/>
                </a:cubicBezTo>
                <a:cubicBezTo>
                  <a:pt x="21015" y="2442"/>
                  <a:pt x="21015" y="4383"/>
                  <a:pt x="19728" y="5597"/>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8" name="Shape 7548"/>
          <p:cNvSpPr/>
          <p:nvPr/>
        </p:nvSpPr>
        <p:spPr>
          <a:xfrm>
            <a:off x="17037144" y="5867787"/>
            <a:ext cx="208642" cy="340758"/>
          </a:xfrm>
          <a:custGeom>
            <a:avLst/>
            <a:gdLst/>
            <a:ahLst/>
            <a:cxnLst>
              <a:cxn ang="0">
                <a:pos x="wd2" y="hd2"/>
              </a:cxn>
              <a:cxn ang="5400000">
                <a:pos x="wd2" y="hd2"/>
              </a:cxn>
              <a:cxn ang="10800000">
                <a:pos x="wd2" y="hd2"/>
              </a:cxn>
              <a:cxn ang="16200000">
                <a:pos x="wd2" y="hd2"/>
              </a:cxn>
            </a:cxnLst>
            <a:rect l="0" t="0" r="r" b="b"/>
            <a:pathLst>
              <a:path w="21327" h="21268" fill="norm" stroke="1" extrusionOk="0">
                <a:moveTo>
                  <a:pt x="6280" y="497"/>
                </a:moveTo>
                <a:cubicBezTo>
                  <a:pt x="7251" y="1161"/>
                  <a:pt x="20235" y="9049"/>
                  <a:pt x="20235" y="9049"/>
                </a:cubicBezTo>
                <a:cubicBezTo>
                  <a:pt x="20235" y="9712"/>
                  <a:pt x="21327" y="10302"/>
                  <a:pt x="21327" y="10302"/>
                </a:cubicBezTo>
                <a:cubicBezTo>
                  <a:pt x="21327" y="10966"/>
                  <a:pt x="20235" y="11629"/>
                  <a:pt x="20235" y="12293"/>
                </a:cubicBezTo>
                <a:cubicBezTo>
                  <a:pt x="20235" y="12293"/>
                  <a:pt x="7251" y="20107"/>
                  <a:pt x="6280" y="20771"/>
                </a:cubicBezTo>
                <a:cubicBezTo>
                  <a:pt x="5066" y="21434"/>
                  <a:pt x="3003" y="21434"/>
                  <a:pt x="819" y="20771"/>
                </a:cubicBezTo>
                <a:cubicBezTo>
                  <a:pt x="-273" y="20107"/>
                  <a:pt x="-273" y="18780"/>
                  <a:pt x="819" y="17527"/>
                </a:cubicBezTo>
                <a:cubicBezTo>
                  <a:pt x="12711" y="10302"/>
                  <a:pt x="12711" y="10302"/>
                  <a:pt x="12711" y="10302"/>
                </a:cubicBezTo>
                <a:cubicBezTo>
                  <a:pt x="819" y="3078"/>
                  <a:pt x="819" y="3078"/>
                  <a:pt x="819" y="3078"/>
                </a:cubicBezTo>
                <a:cubicBezTo>
                  <a:pt x="-273" y="2488"/>
                  <a:pt x="-273" y="1161"/>
                  <a:pt x="819" y="497"/>
                </a:cubicBezTo>
                <a:cubicBezTo>
                  <a:pt x="3003" y="-166"/>
                  <a:pt x="5066" y="-166"/>
                  <a:pt x="6280" y="497"/>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49" name="Shape 7549"/>
          <p:cNvSpPr/>
          <p:nvPr/>
        </p:nvSpPr>
        <p:spPr>
          <a:xfrm>
            <a:off x="13536043" y="5867787"/>
            <a:ext cx="203509" cy="340758"/>
          </a:xfrm>
          <a:custGeom>
            <a:avLst/>
            <a:gdLst/>
            <a:ahLst/>
            <a:cxnLst>
              <a:cxn ang="0">
                <a:pos x="wd2" y="hd2"/>
              </a:cxn>
              <a:cxn ang="5400000">
                <a:pos x="wd2" y="hd2"/>
              </a:cxn>
              <a:cxn ang="10800000">
                <a:pos x="wd2" y="hd2"/>
              </a:cxn>
              <a:cxn ang="16200000">
                <a:pos x="wd2" y="hd2"/>
              </a:cxn>
            </a:cxnLst>
            <a:rect l="0" t="0" r="r" b="b"/>
            <a:pathLst>
              <a:path w="21324" h="21268" fill="norm" stroke="1" extrusionOk="0">
                <a:moveTo>
                  <a:pt x="15095" y="497"/>
                </a:moveTo>
                <a:cubicBezTo>
                  <a:pt x="13991" y="1161"/>
                  <a:pt x="982" y="9049"/>
                  <a:pt x="982" y="9049"/>
                </a:cubicBezTo>
                <a:cubicBezTo>
                  <a:pt x="982" y="9712"/>
                  <a:pt x="0" y="10302"/>
                  <a:pt x="0" y="10302"/>
                </a:cubicBezTo>
                <a:cubicBezTo>
                  <a:pt x="0" y="10966"/>
                  <a:pt x="982" y="11629"/>
                  <a:pt x="982" y="12293"/>
                </a:cubicBezTo>
                <a:cubicBezTo>
                  <a:pt x="982" y="12293"/>
                  <a:pt x="13991" y="20107"/>
                  <a:pt x="15095" y="20771"/>
                </a:cubicBezTo>
                <a:cubicBezTo>
                  <a:pt x="16200" y="21434"/>
                  <a:pt x="18409" y="21434"/>
                  <a:pt x="20495" y="20771"/>
                </a:cubicBezTo>
                <a:cubicBezTo>
                  <a:pt x="21600" y="20107"/>
                  <a:pt x="21600" y="18780"/>
                  <a:pt x="20495" y="17527"/>
                </a:cubicBezTo>
                <a:cubicBezTo>
                  <a:pt x="8591" y="10302"/>
                  <a:pt x="8591" y="10302"/>
                  <a:pt x="8591" y="10302"/>
                </a:cubicBezTo>
                <a:cubicBezTo>
                  <a:pt x="20495" y="3078"/>
                  <a:pt x="20495" y="3078"/>
                  <a:pt x="20495" y="3078"/>
                </a:cubicBezTo>
                <a:cubicBezTo>
                  <a:pt x="21600" y="2488"/>
                  <a:pt x="21600" y="1161"/>
                  <a:pt x="20495" y="497"/>
                </a:cubicBezTo>
                <a:cubicBezTo>
                  <a:pt x="18409" y="-166"/>
                  <a:pt x="16200" y="-166"/>
                  <a:pt x="15095" y="497"/>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0" name="Shape 7550"/>
          <p:cNvSpPr/>
          <p:nvPr/>
        </p:nvSpPr>
        <p:spPr>
          <a:xfrm>
            <a:off x="13359826" y="7052005"/>
            <a:ext cx="563752" cy="2890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03" y="21600"/>
                </a:moveTo>
                <a:lnTo>
                  <a:pt x="16403" y="14691"/>
                </a:lnTo>
                <a:lnTo>
                  <a:pt x="0" y="14691"/>
                </a:lnTo>
                <a:lnTo>
                  <a:pt x="0" y="6909"/>
                </a:lnTo>
                <a:lnTo>
                  <a:pt x="16403" y="6909"/>
                </a:lnTo>
                <a:lnTo>
                  <a:pt x="16403" y="0"/>
                </a:lnTo>
                <a:lnTo>
                  <a:pt x="21600" y="10844"/>
                </a:lnTo>
                <a:lnTo>
                  <a:pt x="16403" y="2160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1" name="Shape 7551"/>
          <p:cNvSpPr/>
          <p:nvPr/>
        </p:nvSpPr>
        <p:spPr>
          <a:xfrm>
            <a:off x="9856213" y="7052005"/>
            <a:ext cx="563754" cy="2890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231" y="21600"/>
                </a:moveTo>
                <a:lnTo>
                  <a:pt x="5231" y="14691"/>
                </a:lnTo>
                <a:lnTo>
                  <a:pt x="21600" y="14691"/>
                </a:lnTo>
                <a:lnTo>
                  <a:pt x="21600" y="6909"/>
                </a:lnTo>
                <a:lnTo>
                  <a:pt x="5231" y="6909"/>
                </a:lnTo>
                <a:lnTo>
                  <a:pt x="5231" y="0"/>
                </a:lnTo>
                <a:lnTo>
                  <a:pt x="0" y="10844"/>
                </a:lnTo>
                <a:lnTo>
                  <a:pt x="5231" y="21600"/>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2" name="Shape 7552"/>
          <p:cNvSpPr/>
          <p:nvPr/>
        </p:nvSpPr>
        <p:spPr>
          <a:xfrm>
            <a:off x="11162293" y="6917252"/>
            <a:ext cx="289076" cy="574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067"/>
                </a:moveTo>
                <a:lnTo>
                  <a:pt x="14719" y="16067"/>
                </a:lnTo>
                <a:lnTo>
                  <a:pt x="14719" y="0"/>
                </a:lnTo>
                <a:lnTo>
                  <a:pt x="6881" y="0"/>
                </a:lnTo>
                <a:lnTo>
                  <a:pt x="6881" y="16067"/>
                </a:lnTo>
                <a:lnTo>
                  <a:pt x="0" y="16067"/>
                </a:lnTo>
                <a:lnTo>
                  <a:pt x="10800" y="21600"/>
                </a:lnTo>
                <a:lnTo>
                  <a:pt x="21600" y="16067"/>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3" name="Shape 7553"/>
          <p:cNvSpPr/>
          <p:nvPr/>
        </p:nvSpPr>
        <p:spPr>
          <a:xfrm>
            <a:off x="12328436" y="6917252"/>
            <a:ext cx="289076" cy="574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134"/>
                </a:moveTo>
                <a:lnTo>
                  <a:pt x="14719" y="5134"/>
                </a:lnTo>
                <a:lnTo>
                  <a:pt x="14719" y="21600"/>
                </a:lnTo>
                <a:lnTo>
                  <a:pt x="6968" y="21600"/>
                </a:lnTo>
                <a:lnTo>
                  <a:pt x="6968" y="5134"/>
                </a:lnTo>
                <a:lnTo>
                  <a:pt x="0" y="5134"/>
                </a:lnTo>
                <a:lnTo>
                  <a:pt x="10887" y="0"/>
                </a:lnTo>
                <a:lnTo>
                  <a:pt x="21600" y="5134"/>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4" name="Shape 7554"/>
          <p:cNvSpPr/>
          <p:nvPr/>
        </p:nvSpPr>
        <p:spPr>
          <a:xfrm>
            <a:off x="18045132" y="8104124"/>
            <a:ext cx="522290" cy="5326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4" y="0"/>
                </a:moveTo>
                <a:cubicBezTo>
                  <a:pt x="1707" y="0"/>
                  <a:pt x="0" y="2146"/>
                  <a:pt x="0" y="10585"/>
                </a:cubicBezTo>
                <a:cubicBezTo>
                  <a:pt x="0" y="19454"/>
                  <a:pt x="1707" y="21600"/>
                  <a:pt x="10824" y="21600"/>
                </a:cubicBezTo>
                <a:cubicBezTo>
                  <a:pt x="19845" y="21600"/>
                  <a:pt x="21600" y="19454"/>
                  <a:pt x="21600" y="10585"/>
                </a:cubicBezTo>
                <a:cubicBezTo>
                  <a:pt x="21600" y="2146"/>
                  <a:pt x="19845" y="0"/>
                  <a:pt x="10824"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5" name="Shape 7555"/>
          <p:cNvSpPr/>
          <p:nvPr/>
        </p:nvSpPr>
        <p:spPr>
          <a:xfrm>
            <a:off x="14671088" y="6901701"/>
            <a:ext cx="268344" cy="5844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0" y="8127"/>
                </a:lnTo>
                <a:lnTo>
                  <a:pt x="21600" y="8127"/>
                </a:lnTo>
                <a:lnTo>
                  <a:pt x="10800" y="0"/>
                </a:lnTo>
                <a:close/>
                <a:moveTo>
                  <a:pt x="10800" y="21600"/>
                </a:moveTo>
                <a:lnTo>
                  <a:pt x="21600" y="13864"/>
                </a:lnTo>
                <a:lnTo>
                  <a:pt x="0" y="13864"/>
                </a:lnTo>
                <a:lnTo>
                  <a:pt x="10800" y="2160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6" name="Shape 7556"/>
          <p:cNvSpPr/>
          <p:nvPr/>
        </p:nvSpPr>
        <p:spPr>
          <a:xfrm>
            <a:off x="7534292" y="4595331"/>
            <a:ext cx="543022" cy="5533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13" y="16304"/>
                </a:moveTo>
                <a:cubicBezTo>
                  <a:pt x="19913" y="13448"/>
                  <a:pt x="19913" y="13448"/>
                  <a:pt x="19913" y="13448"/>
                </a:cubicBezTo>
                <a:cubicBezTo>
                  <a:pt x="19913" y="11836"/>
                  <a:pt x="19117" y="9764"/>
                  <a:pt x="16212" y="9764"/>
                </a:cubicBezTo>
                <a:cubicBezTo>
                  <a:pt x="13728" y="9764"/>
                  <a:pt x="13728" y="9764"/>
                  <a:pt x="13728" y="9764"/>
                </a:cubicBezTo>
                <a:cubicBezTo>
                  <a:pt x="12042" y="9764"/>
                  <a:pt x="12042" y="8981"/>
                  <a:pt x="12042" y="8520"/>
                </a:cubicBezTo>
                <a:cubicBezTo>
                  <a:pt x="12042" y="5250"/>
                  <a:pt x="12042" y="5250"/>
                  <a:pt x="12042" y="5250"/>
                </a:cubicBezTo>
                <a:cubicBezTo>
                  <a:pt x="12885" y="4882"/>
                  <a:pt x="13728" y="4053"/>
                  <a:pt x="13728" y="2809"/>
                </a:cubicBezTo>
                <a:cubicBezTo>
                  <a:pt x="13728" y="1197"/>
                  <a:pt x="12463" y="0"/>
                  <a:pt x="10823" y="0"/>
                </a:cubicBezTo>
                <a:cubicBezTo>
                  <a:pt x="9184" y="0"/>
                  <a:pt x="7918" y="1197"/>
                  <a:pt x="7918" y="2809"/>
                </a:cubicBezTo>
                <a:cubicBezTo>
                  <a:pt x="7918" y="4053"/>
                  <a:pt x="8715" y="4882"/>
                  <a:pt x="9558" y="5250"/>
                </a:cubicBezTo>
                <a:cubicBezTo>
                  <a:pt x="9558" y="8520"/>
                  <a:pt x="9558" y="8520"/>
                  <a:pt x="9558" y="8520"/>
                </a:cubicBezTo>
                <a:cubicBezTo>
                  <a:pt x="9558" y="8520"/>
                  <a:pt x="9558" y="9764"/>
                  <a:pt x="7918" y="9764"/>
                </a:cubicBezTo>
                <a:cubicBezTo>
                  <a:pt x="5388" y="9764"/>
                  <a:pt x="5388" y="9764"/>
                  <a:pt x="5388" y="9764"/>
                </a:cubicBezTo>
                <a:cubicBezTo>
                  <a:pt x="2483" y="9764"/>
                  <a:pt x="1687" y="11836"/>
                  <a:pt x="1687" y="13448"/>
                </a:cubicBezTo>
                <a:cubicBezTo>
                  <a:pt x="1687" y="16304"/>
                  <a:pt x="1687" y="16304"/>
                  <a:pt x="1687" y="16304"/>
                </a:cubicBezTo>
                <a:cubicBezTo>
                  <a:pt x="422" y="16718"/>
                  <a:pt x="0" y="17501"/>
                  <a:pt x="0" y="18745"/>
                </a:cubicBezTo>
                <a:cubicBezTo>
                  <a:pt x="0" y="20357"/>
                  <a:pt x="1265" y="21600"/>
                  <a:pt x="2483" y="21600"/>
                </a:cubicBezTo>
                <a:cubicBezTo>
                  <a:pt x="4170" y="21600"/>
                  <a:pt x="5388" y="20357"/>
                  <a:pt x="5388" y="18745"/>
                </a:cubicBezTo>
                <a:cubicBezTo>
                  <a:pt x="5388" y="17501"/>
                  <a:pt x="4592" y="16718"/>
                  <a:pt x="3748" y="16304"/>
                </a:cubicBezTo>
                <a:cubicBezTo>
                  <a:pt x="3748" y="13448"/>
                  <a:pt x="3748" y="13448"/>
                  <a:pt x="3748" y="13448"/>
                </a:cubicBezTo>
                <a:cubicBezTo>
                  <a:pt x="3748" y="13448"/>
                  <a:pt x="3748" y="11836"/>
                  <a:pt x="5388" y="11836"/>
                </a:cubicBezTo>
                <a:cubicBezTo>
                  <a:pt x="7918" y="11836"/>
                  <a:pt x="7918" y="11836"/>
                  <a:pt x="7918" y="11836"/>
                </a:cubicBezTo>
                <a:cubicBezTo>
                  <a:pt x="8715" y="11836"/>
                  <a:pt x="9184" y="11836"/>
                  <a:pt x="9558" y="11422"/>
                </a:cubicBezTo>
                <a:cubicBezTo>
                  <a:pt x="9558" y="16304"/>
                  <a:pt x="9558" y="16304"/>
                  <a:pt x="9558" y="16304"/>
                </a:cubicBezTo>
                <a:cubicBezTo>
                  <a:pt x="8715" y="16718"/>
                  <a:pt x="7918" y="17501"/>
                  <a:pt x="7918" y="18745"/>
                </a:cubicBezTo>
                <a:cubicBezTo>
                  <a:pt x="7918" y="20357"/>
                  <a:pt x="9184" y="21600"/>
                  <a:pt x="10823" y="21600"/>
                </a:cubicBezTo>
                <a:cubicBezTo>
                  <a:pt x="12463" y="21600"/>
                  <a:pt x="13728" y="20357"/>
                  <a:pt x="13728" y="18745"/>
                </a:cubicBezTo>
                <a:cubicBezTo>
                  <a:pt x="13728" y="17501"/>
                  <a:pt x="12885" y="16718"/>
                  <a:pt x="12042" y="16304"/>
                </a:cubicBezTo>
                <a:cubicBezTo>
                  <a:pt x="12042" y="11422"/>
                  <a:pt x="12042" y="11422"/>
                  <a:pt x="12042" y="11422"/>
                </a:cubicBezTo>
                <a:cubicBezTo>
                  <a:pt x="12463" y="11836"/>
                  <a:pt x="12885" y="11836"/>
                  <a:pt x="13728" y="11836"/>
                </a:cubicBezTo>
                <a:cubicBezTo>
                  <a:pt x="16212" y="11836"/>
                  <a:pt x="16212" y="11836"/>
                  <a:pt x="16212" y="11836"/>
                </a:cubicBezTo>
                <a:cubicBezTo>
                  <a:pt x="17852" y="11836"/>
                  <a:pt x="17852" y="13034"/>
                  <a:pt x="17852" y="13448"/>
                </a:cubicBezTo>
                <a:cubicBezTo>
                  <a:pt x="17852" y="16304"/>
                  <a:pt x="17852" y="16304"/>
                  <a:pt x="17852" y="16304"/>
                </a:cubicBezTo>
                <a:cubicBezTo>
                  <a:pt x="17008" y="16718"/>
                  <a:pt x="16212" y="17501"/>
                  <a:pt x="16212" y="18745"/>
                </a:cubicBezTo>
                <a:cubicBezTo>
                  <a:pt x="16212" y="20357"/>
                  <a:pt x="17430" y="21600"/>
                  <a:pt x="19117" y="21600"/>
                </a:cubicBezTo>
                <a:cubicBezTo>
                  <a:pt x="20335" y="21600"/>
                  <a:pt x="21600" y="20357"/>
                  <a:pt x="21600" y="18745"/>
                </a:cubicBezTo>
                <a:cubicBezTo>
                  <a:pt x="21600" y="17501"/>
                  <a:pt x="21225" y="16718"/>
                  <a:pt x="19913" y="16304"/>
                </a:cubicBezTo>
                <a:close/>
                <a:moveTo>
                  <a:pt x="4170" y="18745"/>
                </a:moveTo>
                <a:cubicBezTo>
                  <a:pt x="4170" y="19574"/>
                  <a:pt x="3327" y="20357"/>
                  <a:pt x="2483" y="20357"/>
                </a:cubicBezTo>
                <a:cubicBezTo>
                  <a:pt x="1687" y="20357"/>
                  <a:pt x="843" y="19574"/>
                  <a:pt x="843" y="18745"/>
                </a:cubicBezTo>
                <a:cubicBezTo>
                  <a:pt x="843" y="17916"/>
                  <a:pt x="1687" y="17133"/>
                  <a:pt x="2483" y="17133"/>
                </a:cubicBezTo>
                <a:cubicBezTo>
                  <a:pt x="3327" y="17133"/>
                  <a:pt x="4170" y="17916"/>
                  <a:pt x="4170" y="18745"/>
                </a:cubicBezTo>
                <a:close/>
                <a:moveTo>
                  <a:pt x="9184" y="2809"/>
                </a:moveTo>
                <a:cubicBezTo>
                  <a:pt x="9184" y="2026"/>
                  <a:pt x="9980" y="1197"/>
                  <a:pt x="10823" y="1197"/>
                </a:cubicBezTo>
                <a:cubicBezTo>
                  <a:pt x="11667" y="1197"/>
                  <a:pt x="12463" y="2026"/>
                  <a:pt x="12463" y="2809"/>
                </a:cubicBezTo>
                <a:cubicBezTo>
                  <a:pt x="12463" y="3638"/>
                  <a:pt x="11667" y="4467"/>
                  <a:pt x="10823" y="4467"/>
                </a:cubicBezTo>
                <a:cubicBezTo>
                  <a:pt x="9980" y="4467"/>
                  <a:pt x="9184" y="3638"/>
                  <a:pt x="9184" y="2809"/>
                </a:cubicBezTo>
                <a:close/>
                <a:moveTo>
                  <a:pt x="12463" y="18745"/>
                </a:moveTo>
                <a:cubicBezTo>
                  <a:pt x="12463" y="19574"/>
                  <a:pt x="11667" y="20357"/>
                  <a:pt x="10823" y="20357"/>
                </a:cubicBezTo>
                <a:cubicBezTo>
                  <a:pt x="9980" y="20357"/>
                  <a:pt x="9184" y="19574"/>
                  <a:pt x="9184" y="18745"/>
                </a:cubicBezTo>
                <a:cubicBezTo>
                  <a:pt x="9184" y="17916"/>
                  <a:pt x="9980" y="17133"/>
                  <a:pt x="10823" y="17133"/>
                </a:cubicBezTo>
                <a:cubicBezTo>
                  <a:pt x="11667" y="17133"/>
                  <a:pt x="12463" y="17916"/>
                  <a:pt x="12463" y="18745"/>
                </a:cubicBezTo>
                <a:close/>
                <a:moveTo>
                  <a:pt x="19117" y="20357"/>
                </a:moveTo>
                <a:cubicBezTo>
                  <a:pt x="17852" y="20357"/>
                  <a:pt x="17430" y="19574"/>
                  <a:pt x="17430" y="18745"/>
                </a:cubicBezTo>
                <a:cubicBezTo>
                  <a:pt x="17430" y="17916"/>
                  <a:pt x="17852" y="17133"/>
                  <a:pt x="19117" y="17133"/>
                </a:cubicBezTo>
                <a:cubicBezTo>
                  <a:pt x="19913" y="17133"/>
                  <a:pt x="20335" y="17916"/>
                  <a:pt x="20335" y="18745"/>
                </a:cubicBezTo>
                <a:cubicBezTo>
                  <a:pt x="20335" y="19574"/>
                  <a:pt x="19913" y="20357"/>
                  <a:pt x="19117" y="2035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7" name="Shape 7557"/>
          <p:cNvSpPr/>
          <p:nvPr/>
        </p:nvSpPr>
        <p:spPr>
          <a:xfrm>
            <a:off x="6451072" y="4626428"/>
            <a:ext cx="377170" cy="4911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19"/>
                </a:moveTo>
                <a:cubicBezTo>
                  <a:pt x="21600" y="1402"/>
                  <a:pt x="19772" y="0"/>
                  <a:pt x="17402" y="0"/>
                </a:cubicBezTo>
                <a:cubicBezTo>
                  <a:pt x="14964" y="0"/>
                  <a:pt x="13136" y="1402"/>
                  <a:pt x="13136" y="3219"/>
                </a:cubicBezTo>
                <a:cubicBezTo>
                  <a:pt x="13136" y="4154"/>
                  <a:pt x="14423" y="5504"/>
                  <a:pt x="15574" y="5971"/>
                </a:cubicBezTo>
                <a:cubicBezTo>
                  <a:pt x="15574" y="8256"/>
                  <a:pt x="13136" y="8775"/>
                  <a:pt x="10157" y="9658"/>
                </a:cubicBezTo>
                <a:cubicBezTo>
                  <a:pt x="8938" y="10125"/>
                  <a:pt x="7177" y="10125"/>
                  <a:pt x="5349" y="11060"/>
                </a:cubicBezTo>
                <a:cubicBezTo>
                  <a:pt x="5349" y="5971"/>
                  <a:pt x="5349" y="5971"/>
                  <a:pt x="5349" y="5971"/>
                </a:cubicBezTo>
                <a:cubicBezTo>
                  <a:pt x="7177" y="5504"/>
                  <a:pt x="7787" y="4154"/>
                  <a:pt x="7787" y="3219"/>
                </a:cubicBezTo>
                <a:cubicBezTo>
                  <a:pt x="7787" y="1402"/>
                  <a:pt x="5959" y="0"/>
                  <a:pt x="4198" y="0"/>
                </a:cubicBezTo>
                <a:cubicBezTo>
                  <a:pt x="1761" y="0"/>
                  <a:pt x="0" y="1402"/>
                  <a:pt x="0" y="3219"/>
                </a:cubicBezTo>
                <a:cubicBezTo>
                  <a:pt x="0" y="4154"/>
                  <a:pt x="1151" y="5504"/>
                  <a:pt x="2370" y="5971"/>
                </a:cubicBezTo>
                <a:cubicBezTo>
                  <a:pt x="2370" y="15629"/>
                  <a:pt x="2370" y="15629"/>
                  <a:pt x="2370" y="15629"/>
                </a:cubicBezTo>
                <a:cubicBezTo>
                  <a:pt x="1151" y="16096"/>
                  <a:pt x="0" y="17031"/>
                  <a:pt x="0" y="18381"/>
                </a:cubicBezTo>
                <a:cubicBezTo>
                  <a:pt x="0" y="20250"/>
                  <a:pt x="1761" y="21600"/>
                  <a:pt x="4198" y="21600"/>
                </a:cubicBezTo>
                <a:cubicBezTo>
                  <a:pt x="5959" y="21600"/>
                  <a:pt x="7787" y="20250"/>
                  <a:pt x="7787" y="18381"/>
                </a:cubicBezTo>
                <a:cubicBezTo>
                  <a:pt x="7787" y="17031"/>
                  <a:pt x="7177" y="16096"/>
                  <a:pt x="5959" y="15629"/>
                </a:cubicBezTo>
                <a:cubicBezTo>
                  <a:pt x="5959" y="13344"/>
                  <a:pt x="8329" y="12462"/>
                  <a:pt x="11376" y="11994"/>
                </a:cubicBezTo>
                <a:cubicBezTo>
                  <a:pt x="14423" y="11060"/>
                  <a:pt x="18621" y="10125"/>
                  <a:pt x="19162" y="5971"/>
                </a:cubicBezTo>
                <a:cubicBezTo>
                  <a:pt x="20381" y="5504"/>
                  <a:pt x="21600" y="4154"/>
                  <a:pt x="21600" y="3219"/>
                </a:cubicBezTo>
                <a:close/>
                <a:moveTo>
                  <a:pt x="1761" y="3219"/>
                </a:moveTo>
                <a:cubicBezTo>
                  <a:pt x="1761" y="1817"/>
                  <a:pt x="2979" y="1402"/>
                  <a:pt x="4198" y="1402"/>
                </a:cubicBezTo>
                <a:cubicBezTo>
                  <a:pt x="5349" y="1402"/>
                  <a:pt x="6568" y="1817"/>
                  <a:pt x="6568" y="3219"/>
                </a:cubicBezTo>
                <a:cubicBezTo>
                  <a:pt x="6568" y="4154"/>
                  <a:pt x="5349" y="4569"/>
                  <a:pt x="4198" y="4569"/>
                </a:cubicBezTo>
                <a:cubicBezTo>
                  <a:pt x="2979" y="4569"/>
                  <a:pt x="1761" y="4154"/>
                  <a:pt x="1761" y="3219"/>
                </a:cubicBezTo>
                <a:close/>
                <a:moveTo>
                  <a:pt x="4198" y="20250"/>
                </a:moveTo>
                <a:cubicBezTo>
                  <a:pt x="2979" y="20250"/>
                  <a:pt x="1761" y="19315"/>
                  <a:pt x="1761" y="18381"/>
                </a:cubicBezTo>
                <a:cubicBezTo>
                  <a:pt x="1761" y="17498"/>
                  <a:pt x="2979" y="16563"/>
                  <a:pt x="4198" y="16563"/>
                </a:cubicBezTo>
                <a:cubicBezTo>
                  <a:pt x="5349" y="16563"/>
                  <a:pt x="6568" y="17498"/>
                  <a:pt x="6568" y="18381"/>
                </a:cubicBezTo>
                <a:cubicBezTo>
                  <a:pt x="6568" y="19315"/>
                  <a:pt x="5349" y="20250"/>
                  <a:pt x="4198" y="20250"/>
                </a:cubicBezTo>
                <a:close/>
                <a:moveTo>
                  <a:pt x="17402" y="4569"/>
                </a:moveTo>
                <a:cubicBezTo>
                  <a:pt x="16183" y="4569"/>
                  <a:pt x="14964" y="4154"/>
                  <a:pt x="14964" y="3219"/>
                </a:cubicBezTo>
                <a:cubicBezTo>
                  <a:pt x="14964" y="1817"/>
                  <a:pt x="16183" y="1402"/>
                  <a:pt x="17402" y="1402"/>
                </a:cubicBezTo>
                <a:cubicBezTo>
                  <a:pt x="18621" y="1402"/>
                  <a:pt x="19772" y="1817"/>
                  <a:pt x="19772" y="3219"/>
                </a:cubicBezTo>
                <a:cubicBezTo>
                  <a:pt x="19772" y="4154"/>
                  <a:pt x="18621" y="4569"/>
                  <a:pt x="17402" y="456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8" name="Shape 7558"/>
          <p:cNvSpPr/>
          <p:nvPr/>
        </p:nvSpPr>
        <p:spPr>
          <a:xfrm>
            <a:off x="5284932" y="4595331"/>
            <a:ext cx="377165" cy="5533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70" y="15889"/>
                </a:moveTo>
                <a:cubicBezTo>
                  <a:pt x="15641" y="15889"/>
                  <a:pt x="14423" y="16718"/>
                  <a:pt x="13881" y="17501"/>
                </a:cubicBezTo>
                <a:cubicBezTo>
                  <a:pt x="8396" y="17501"/>
                  <a:pt x="8396" y="17501"/>
                  <a:pt x="8396" y="17501"/>
                </a:cubicBezTo>
                <a:cubicBezTo>
                  <a:pt x="6026" y="17501"/>
                  <a:pt x="5417" y="16304"/>
                  <a:pt x="5417" y="15889"/>
                </a:cubicBezTo>
                <a:cubicBezTo>
                  <a:pt x="5417" y="11422"/>
                  <a:pt x="5417" y="11422"/>
                  <a:pt x="5417" y="11422"/>
                </a:cubicBezTo>
                <a:cubicBezTo>
                  <a:pt x="6636" y="11836"/>
                  <a:pt x="7245" y="11836"/>
                  <a:pt x="8396" y="11836"/>
                </a:cubicBezTo>
                <a:cubicBezTo>
                  <a:pt x="13881" y="11836"/>
                  <a:pt x="13881" y="11836"/>
                  <a:pt x="13881" y="11836"/>
                </a:cubicBezTo>
                <a:cubicBezTo>
                  <a:pt x="14423" y="12619"/>
                  <a:pt x="15641" y="13448"/>
                  <a:pt x="17470" y="13448"/>
                </a:cubicBezTo>
                <a:cubicBezTo>
                  <a:pt x="19839" y="13448"/>
                  <a:pt x="21600" y="12251"/>
                  <a:pt x="21600" y="10593"/>
                </a:cubicBezTo>
                <a:cubicBezTo>
                  <a:pt x="21600" y="9395"/>
                  <a:pt x="19839" y="8106"/>
                  <a:pt x="17470" y="8106"/>
                </a:cubicBezTo>
                <a:cubicBezTo>
                  <a:pt x="15641" y="8106"/>
                  <a:pt x="14423" y="8520"/>
                  <a:pt x="13881" y="9764"/>
                </a:cubicBezTo>
                <a:cubicBezTo>
                  <a:pt x="8396" y="9764"/>
                  <a:pt x="8396" y="9764"/>
                  <a:pt x="8396" y="9764"/>
                </a:cubicBezTo>
                <a:cubicBezTo>
                  <a:pt x="6026" y="9764"/>
                  <a:pt x="5417" y="8106"/>
                  <a:pt x="5417" y="7691"/>
                </a:cubicBezTo>
                <a:cubicBezTo>
                  <a:pt x="5417" y="5250"/>
                  <a:pt x="5417" y="5250"/>
                  <a:pt x="5417" y="5250"/>
                </a:cubicBezTo>
                <a:cubicBezTo>
                  <a:pt x="7245" y="4882"/>
                  <a:pt x="7787" y="4053"/>
                  <a:pt x="7787" y="2809"/>
                </a:cubicBezTo>
                <a:cubicBezTo>
                  <a:pt x="7787" y="1197"/>
                  <a:pt x="6026" y="0"/>
                  <a:pt x="4198" y="0"/>
                </a:cubicBezTo>
                <a:cubicBezTo>
                  <a:pt x="1828" y="0"/>
                  <a:pt x="0" y="1197"/>
                  <a:pt x="0" y="2809"/>
                </a:cubicBezTo>
                <a:cubicBezTo>
                  <a:pt x="0" y="4053"/>
                  <a:pt x="1219" y="4882"/>
                  <a:pt x="2438" y="5250"/>
                </a:cubicBezTo>
                <a:cubicBezTo>
                  <a:pt x="2438" y="15889"/>
                  <a:pt x="2438" y="15889"/>
                  <a:pt x="2438" y="15889"/>
                </a:cubicBezTo>
                <a:cubicBezTo>
                  <a:pt x="2438" y="17501"/>
                  <a:pt x="4198" y="19942"/>
                  <a:pt x="8396" y="19942"/>
                </a:cubicBezTo>
                <a:cubicBezTo>
                  <a:pt x="13881" y="19942"/>
                  <a:pt x="13881" y="19942"/>
                  <a:pt x="13881" y="19942"/>
                </a:cubicBezTo>
                <a:cubicBezTo>
                  <a:pt x="14423" y="20771"/>
                  <a:pt x="15641" y="21600"/>
                  <a:pt x="17470" y="21600"/>
                </a:cubicBezTo>
                <a:cubicBezTo>
                  <a:pt x="19839" y="21600"/>
                  <a:pt x="21600" y="20357"/>
                  <a:pt x="21600" y="18745"/>
                </a:cubicBezTo>
                <a:cubicBezTo>
                  <a:pt x="21600" y="17133"/>
                  <a:pt x="19839" y="15889"/>
                  <a:pt x="17470" y="15889"/>
                </a:cubicBezTo>
                <a:close/>
                <a:moveTo>
                  <a:pt x="17470" y="8981"/>
                </a:moveTo>
                <a:cubicBezTo>
                  <a:pt x="18621" y="8981"/>
                  <a:pt x="19839" y="9764"/>
                  <a:pt x="19839" y="10593"/>
                </a:cubicBezTo>
                <a:cubicBezTo>
                  <a:pt x="19839" y="11422"/>
                  <a:pt x="18621" y="12251"/>
                  <a:pt x="17470" y="12251"/>
                </a:cubicBezTo>
                <a:cubicBezTo>
                  <a:pt x="16251" y="12251"/>
                  <a:pt x="14964" y="11422"/>
                  <a:pt x="14964" y="10593"/>
                </a:cubicBezTo>
                <a:cubicBezTo>
                  <a:pt x="14964" y="9764"/>
                  <a:pt x="16251" y="8981"/>
                  <a:pt x="17470" y="8981"/>
                </a:cubicBezTo>
                <a:close/>
                <a:moveTo>
                  <a:pt x="1828" y="2809"/>
                </a:moveTo>
                <a:cubicBezTo>
                  <a:pt x="1828" y="2026"/>
                  <a:pt x="3047" y="1197"/>
                  <a:pt x="4198" y="1197"/>
                </a:cubicBezTo>
                <a:cubicBezTo>
                  <a:pt x="5417" y="1197"/>
                  <a:pt x="6636" y="2026"/>
                  <a:pt x="6636" y="2809"/>
                </a:cubicBezTo>
                <a:cubicBezTo>
                  <a:pt x="6636" y="3638"/>
                  <a:pt x="5417" y="4467"/>
                  <a:pt x="4198" y="4467"/>
                </a:cubicBezTo>
                <a:cubicBezTo>
                  <a:pt x="3047" y="4467"/>
                  <a:pt x="1828" y="3638"/>
                  <a:pt x="1828" y="2809"/>
                </a:cubicBezTo>
                <a:close/>
                <a:moveTo>
                  <a:pt x="17470" y="20357"/>
                </a:moveTo>
                <a:cubicBezTo>
                  <a:pt x="16251" y="20357"/>
                  <a:pt x="14964" y="19574"/>
                  <a:pt x="14964" y="18745"/>
                </a:cubicBezTo>
                <a:cubicBezTo>
                  <a:pt x="14964" y="17916"/>
                  <a:pt x="16251" y="17133"/>
                  <a:pt x="17470" y="17133"/>
                </a:cubicBezTo>
                <a:cubicBezTo>
                  <a:pt x="18621" y="17133"/>
                  <a:pt x="19839" y="17916"/>
                  <a:pt x="19839" y="18745"/>
                </a:cubicBezTo>
                <a:cubicBezTo>
                  <a:pt x="19839" y="19574"/>
                  <a:pt x="18621" y="20357"/>
                  <a:pt x="17470" y="2035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59" name="Shape 7559"/>
          <p:cNvSpPr/>
          <p:nvPr/>
        </p:nvSpPr>
        <p:spPr>
          <a:xfrm>
            <a:off x="8902566" y="4626428"/>
            <a:ext cx="143959" cy="4911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503" y="15629"/>
                </a:moveTo>
                <a:cubicBezTo>
                  <a:pt x="15503" y="5971"/>
                  <a:pt x="15503" y="5971"/>
                  <a:pt x="15503" y="5971"/>
                </a:cubicBezTo>
                <a:cubicBezTo>
                  <a:pt x="18465" y="5504"/>
                  <a:pt x="21600" y="4154"/>
                  <a:pt x="21600" y="3219"/>
                </a:cubicBezTo>
                <a:cubicBezTo>
                  <a:pt x="21600" y="1402"/>
                  <a:pt x="16897" y="0"/>
                  <a:pt x="10800" y="0"/>
                </a:cubicBezTo>
                <a:cubicBezTo>
                  <a:pt x="4703" y="0"/>
                  <a:pt x="0" y="1402"/>
                  <a:pt x="0" y="3219"/>
                </a:cubicBezTo>
                <a:cubicBezTo>
                  <a:pt x="0" y="4154"/>
                  <a:pt x="3135" y="5504"/>
                  <a:pt x="6271" y="5971"/>
                </a:cubicBezTo>
                <a:cubicBezTo>
                  <a:pt x="6271" y="15629"/>
                  <a:pt x="6271" y="15629"/>
                  <a:pt x="6271" y="15629"/>
                </a:cubicBezTo>
                <a:cubicBezTo>
                  <a:pt x="3135" y="16096"/>
                  <a:pt x="0" y="17031"/>
                  <a:pt x="0" y="18381"/>
                </a:cubicBezTo>
                <a:cubicBezTo>
                  <a:pt x="0" y="20250"/>
                  <a:pt x="4703" y="21600"/>
                  <a:pt x="10800" y="21600"/>
                </a:cubicBezTo>
                <a:cubicBezTo>
                  <a:pt x="16897" y="21600"/>
                  <a:pt x="21600" y="20250"/>
                  <a:pt x="21600" y="18381"/>
                </a:cubicBezTo>
                <a:cubicBezTo>
                  <a:pt x="21600" y="17031"/>
                  <a:pt x="18465" y="16096"/>
                  <a:pt x="15503" y="15629"/>
                </a:cubicBezTo>
                <a:close/>
                <a:moveTo>
                  <a:pt x="4703" y="3219"/>
                </a:moveTo>
                <a:cubicBezTo>
                  <a:pt x="4703" y="1817"/>
                  <a:pt x="7665" y="1402"/>
                  <a:pt x="10800" y="1402"/>
                </a:cubicBezTo>
                <a:cubicBezTo>
                  <a:pt x="13935" y="1402"/>
                  <a:pt x="16897" y="1817"/>
                  <a:pt x="16897" y="3219"/>
                </a:cubicBezTo>
                <a:cubicBezTo>
                  <a:pt x="16897" y="4154"/>
                  <a:pt x="13935" y="4569"/>
                  <a:pt x="10800" y="4569"/>
                </a:cubicBezTo>
                <a:cubicBezTo>
                  <a:pt x="7665" y="4569"/>
                  <a:pt x="4703" y="4154"/>
                  <a:pt x="4703" y="3219"/>
                </a:cubicBezTo>
                <a:close/>
                <a:moveTo>
                  <a:pt x="10800" y="20250"/>
                </a:moveTo>
                <a:cubicBezTo>
                  <a:pt x="7665" y="20250"/>
                  <a:pt x="4703" y="19315"/>
                  <a:pt x="4703" y="18381"/>
                </a:cubicBezTo>
                <a:cubicBezTo>
                  <a:pt x="4703" y="17498"/>
                  <a:pt x="7665" y="16563"/>
                  <a:pt x="10800" y="16563"/>
                </a:cubicBezTo>
                <a:cubicBezTo>
                  <a:pt x="13935" y="16563"/>
                  <a:pt x="16897" y="17498"/>
                  <a:pt x="16897" y="18381"/>
                </a:cubicBezTo>
                <a:cubicBezTo>
                  <a:pt x="16897" y="19315"/>
                  <a:pt x="13935" y="20250"/>
                  <a:pt x="10800" y="2025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0" name="Shape 7560"/>
          <p:cNvSpPr/>
          <p:nvPr/>
        </p:nvSpPr>
        <p:spPr>
          <a:xfrm>
            <a:off x="9954686" y="4626428"/>
            <a:ext cx="377170" cy="4911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87" y="3219"/>
                </a:moveTo>
                <a:cubicBezTo>
                  <a:pt x="7787" y="1402"/>
                  <a:pt x="6026" y="0"/>
                  <a:pt x="4198" y="0"/>
                </a:cubicBezTo>
                <a:cubicBezTo>
                  <a:pt x="1828" y="0"/>
                  <a:pt x="0" y="1402"/>
                  <a:pt x="0" y="3219"/>
                </a:cubicBezTo>
                <a:cubicBezTo>
                  <a:pt x="0" y="4154"/>
                  <a:pt x="1219" y="5504"/>
                  <a:pt x="2438" y="5971"/>
                </a:cubicBezTo>
                <a:cubicBezTo>
                  <a:pt x="2438" y="15629"/>
                  <a:pt x="2438" y="15629"/>
                  <a:pt x="2438" y="15629"/>
                </a:cubicBezTo>
                <a:cubicBezTo>
                  <a:pt x="1219" y="16096"/>
                  <a:pt x="0" y="17031"/>
                  <a:pt x="0" y="18381"/>
                </a:cubicBezTo>
                <a:cubicBezTo>
                  <a:pt x="0" y="20250"/>
                  <a:pt x="1828" y="21600"/>
                  <a:pt x="4198" y="21600"/>
                </a:cubicBezTo>
                <a:cubicBezTo>
                  <a:pt x="6026" y="21600"/>
                  <a:pt x="7787" y="20250"/>
                  <a:pt x="7787" y="18381"/>
                </a:cubicBezTo>
                <a:cubicBezTo>
                  <a:pt x="7787" y="17031"/>
                  <a:pt x="7177" y="16096"/>
                  <a:pt x="5417" y="15629"/>
                </a:cubicBezTo>
                <a:cubicBezTo>
                  <a:pt x="5417" y="5971"/>
                  <a:pt x="5417" y="5971"/>
                  <a:pt x="5417" y="5971"/>
                </a:cubicBezTo>
                <a:cubicBezTo>
                  <a:pt x="7177" y="5504"/>
                  <a:pt x="7787" y="4154"/>
                  <a:pt x="7787" y="3219"/>
                </a:cubicBezTo>
                <a:close/>
                <a:moveTo>
                  <a:pt x="6636" y="18381"/>
                </a:moveTo>
                <a:cubicBezTo>
                  <a:pt x="6636" y="19315"/>
                  <a:pt x="5417" y="20250"/>
                  <a:pt x="4198" y="20250"/>
                </a:cubicBezTo>
                <a:cubicBezTo>
                  <a:pt x="2979" y="20250"/>
                  <a:pt x="1828" y="19315"/>
                  <a:pt x="1828" y="18381"/>
                </a:cubicBezTo>
                <a:cubicBezTo>
                  <a:pt x="1828" y="17498"/>
                  <a:pt x="2979" y="16563"/>
                  <a:pt x="4198" y="16563"/>
                </a:cubicBezTo>
                <a:cubicBezTo>
                  <a:pt x="5417" y="16563"/>
                  <a:pt x="6636" y="17498"/>
                  <a:pt x="6636" y="18381"/>
                </a:cubicBezTo>
                <a:close/>
                <a:moveTo>
                  <a:pt x="4198" y="4569"/>
                </a:moveTo>
                <a:cubicBezTo>
                  <a:pt x="2979" y="4569"/>
                  <a:pt x="1828" y="4154"/>
                  <a:pt x="1828" y="3219"/>
                </a:cubicBezTo>
                <a:cubicBezTo>
                  <a:pt x="1828" y="1817"/>
                  <a:pt x="2979" y="1402"/>
                  <a:pt x="4198" y="1402"/>
                </a:cubicBezTo>
                <a:cubicBezTo>
                  <a:pt x="5417" y="1402"/>
                  <a:pt x="6636" y="1817"/>
                  <a:pt x="6636" y="3219"/>
                </a:cubicBezTo>
                <a:cubicBezTo>
                  <a:pt x="6636" y="4154"/>
                  <a:pt x="5417" y="4569"/>
                  <a:pt x="4198" y="4569"/>
                </a:cubicBezTo>
                <a:close/>
                <a:moveTo>
                  <a:pt x="19230" y="15629"/>
                </a:moveTo>
                <a:cubicBezTo>
                  <a:pt x="19230" y="5971"/>
                  <a:pt x="19230" y="5971"/>
                  <a:pt x="19230" y="5971"/>
                </a:cubicBezTo>
                <a:cubicBezTo>
                  <a:pt x="20449" y="5504"/>
                  <a:pt x="21600" y="4154"/>
                  <a:pt x="21600" y="3219"/>
                </a:cubicBezTo>
                <a:cubicBezTo>
                  <a:pt x="21600" y="1402"/>
                  <a:pt x="19772" y="0"/>
                  <a:pt x="17402" y="0"/>
                </a:cubicBezTo>
                <a:cubicBezTo>
                  <a:pt x="14964" y="0"/>
                  <a:pt x="13204" y="1402"/>
                  <a:pt x="13204" y="3219"/>
                </a:cubicBezTo>
                <a:cubicBezTo>
                  <a:pt x="13204" y="4154"/>
                  <a:pt x="14355" y="5504"/>
                  <a:pt x="16183" y="5971"/>
                </a:cubicBezTo>
                <a:cubicBezTo>
                  <a:pt x="16183" y="15629"/>
                  <a:pt x="16183" y="15629"/>
                  <a:pt x="16183" y="15629"/>
                </a:cubicBezTo>
                <a:cubicBezTo>
                  <a:pt x="14355" y="16096"/>
                  <a:pt x="13204" y="17031"/>
                  <a:pt x="13204" y="18381"/>
                </a:cubicBezTo>
                <a:cubicBezTo>
                  <a:pt x="13204" y="20250"/>
                  <a:pt x="14964" y="21600"/>
                  <a:pt x="17402" y="21600"/>
                </a:cubicBezTo>
                <a:cubicBezTo>
                  <a:pt x="19772" y="21600"/>
                  <a:pt x="21600" y="20250"/>
                  <a:pt x="21600" y="18381"/>
                </a:cubicBezTo>
                <a:cubicBezTo>
                  <a:pt x="21600" y="17031"/>
                  <a:pt x="20449" y="16096"/>
                  <a:pt x="19230" y="15629"/>
                </a:cubicBezTo>
                <a:close/>
                <a:moveTo>
                  <a:pt x="14964" y="3219"/>
                </a:moveTo>
                <a:cubicBezTo>
                  <a:pt x="14964" y="1817"/>
                  <a:pt x="16183" y="1402"/>
                  <a:pt x="17402" y="1402"/>
                </a:cubicBezTo>
                <a:cubicBezTo>
                  <a:pt x="18621" y="1402"/>
                  <a:pt x="19772" y="1817"/>
                  <a:pt x="19772" y="3219"/>
                </a:cubicBezTo>
                <a:cubicBezTo>
                  <a:pt x="19772" y="4154"/>
                  <a:pt x="18621" y="4569"/>
                  <a:pt x="17402" y="4569"/>
                </a:cubicBezTo>
                <a:cubicBezTo>
                  <a:pt x="16183" y="4569"/>
                  <a:pt x="14964" y="4154"/>
                  <a:pt x="14964" y="3219"/>
                </a:cubicBezTo>
                <a:close/>
                <a:moveTo>
                  <a:pt x="17402" y="20250"/>
                </a:moveTo>
                <a:cubicBezTo>
                  <a:pt x="16183" y="20250"/>
                  <a:pt x="14964" y="19315"/>
                  <a:pt x="14964" y="18381"/>
                </a:cubicBezTo>
                <a:cubicBezTo>
                  <a:pt x="14964" y="17498"/>
                  <a:pt x="16183" y="16563"/>
                  <a:pt x="17402" y="16563"/>
                </a:cubicBezTo>
                <a:cubicBezTo>
                  <a:pt x="18621" y="16563"/>
                  <a:pt x="19772" y="17498"/>
                  <a:pt x="19772" y="18381"/>
                </a:cubicBezTo>
                <a:cubicBezTo>
                  <a:pt x="19772" y="19315"/>
                  <a:pt x="18621" y="20250"/>
                  <a:pt x="17402" y="2025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1" name="Shape 7561"/>
          <p:cNvSpPr/>
          <p:nvPr/>
        </p:nvSpPr>
        <p:spPr>
          <a:xfrm>
            <a:off x="5339384" y="6951002"/>
            <a:ext cx="263094" cy="506910"/>
          </a:xfrm>
          <a:custGeom>
            <a:avLst/>
            <a:gdLst/>
            <a:ahLst/>
            <a:cxnLst>
              <a:cxn ang="0">
                <a:pos x="wd2" y="hd2"/>
              </a:cxn>
              <a:cxn ang="5400000">
                <a:pos x="wd2" y="hd2"/>
              </a:cxn>
              <a:cxn ang="10800000">
                <a:pos x="wd2" y="hd2"/>
              </a:cxn>
              <a:cxn ang="16200000">
                <a:pos x="wd2" y="hd2"/>
              </a:cxn>
            </a:cxnLst>
            <a:rect l="0" t="0" r="r" b="b"/>
            <a:pathLst>
              <a:path w="21177" h="21388" fill="norm" stroke="1" extrusionOk="0">
                <a:moveTo>
                  <a:pt x="20544" y="19746"/>
                </a:moveTo>
                <a:cubicBezTo>
                  <a:pt x="21389" y="20194"/>
                  <a:pt x="21389" y="20642"/>
                  <a:pt x="20544" y="21090"/>
                </a:cubicBezTo>
                <a:cubicBezTo>
                  <a:pt x="19792" y="21488"/>
                  <a:pt x="18947" y="21488"/>
                  <a:pt x="18947" y="21090"/>
                </a:cubicBezTo>
                <a:cubicBezTo>
                  <a:pt x="634" y="11335"/>
                  <a:pt x="634" y="11335"/>
                  <a:pt x="634" y="11335"/>
                </a:cubicBezTo>
                <a:cubicBezTo>
                  <a:pt x="-211" y="10937"/>
                  <a:pt x="-211" y="10489"/>
                  <a:pt x="634" y="10041"/>
                </a:cubicBezTo>
                <a:cubicBezTo>
                  <a:pt x="18947" y="336"/>
                  <a:pt x="18947" y="336"/>
                  <a:pt x="18947" y="336"/>
                </a:cubicBezTo>
                <a:cubicBezTo>
                  <a:pt x="18947" y="-112"/>
                  <a:pt x="19792" y="-112"/>
                  <a:pt x="20544" y="336"/>
                </a:cubicBezTo>
                <a:cubicBezTo>
                  <a:pt x="21389" y="734"/>
                  <a:pt x="21389" y="1182"/>
                  <a:pt x="20544" y="1680"/>
                </a:cubicBezTo>
                <a:cubicBezTo>
                  <a:pt x="3921" y="10489"/>
                  <a:pt x="3921" y="10489"/>
                  <a:pt x="3921" y="10489"/>
                </a:cubicBezTo>
                <a:lnTo>
                  <a:pt x="20544" y="19746"/>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2" name="Shape 7562"/>
          <p:cNvSpPr/>
          <p:nvPr/>
        </p:nvSpPr>
        <p:spPr>
          <a:xfrm>
            <a:off x="18231716" y="5898851"/>
            <a:ext cx="151980" cy="265719"/>
          </a:xfrm>
          <a:custGeom>
            <a:avLst/>
            <a:gdLst/>
            <a:ahLst/>
            <a:cxnLst>
              <a:cxn ang="0">
                <a:pos x="wd2" y="hd2"/>
              </a:cxn>
              <a:cxn ang="5400000">
                <a:pos x="wd2" y="hd2"/>
              </a:cxn>
              <a:cxn ang="10800000">
                <a:pos x="wd2" y="hd2"/>
              </a:cxn>
              <a:cxn ang="16200000">
                <a:pos x="wd2" y="hd2"/>
              </a:cxn>
            </a:cxnLst>
            <a:rect l="0" t="0" r="r" b="b"/>
            <a:pathLst>
              <a:path w="21273" h="21389" fill="norm" stroke="1" extrusionOk="0">
                <a:moveTo>
                  <a:pt x="20291" y="18947"/>
                </a:moveTo>
                <a:cubicBezTo>
                  <a:pt x="21600" y="19792"/>
                  <a:pt x="21600" y="20544"/>
                  <a:pt x="20291" y="21389"/>
                </a:cubicBezTo>
                <a:cubicBezTo>
                  <a:pt x="18818" y="21389"/>
                  <a:pt x="17345" y="21389"/>
                  <a:pt x="15873" y="21389"/>
                </a:cubicBezTo>
                <a:cubicBezTo>
                  <a:pt x="0" y="12279"/>
                  <a:pt x="0" y="12279"/>
                  <a:pt x="0" y="12279"/>
                </a:cubicBezTo>
                <a:cubicBezTo>
                  <a:pt x="0" y="11434"/>
                  <a:pt x="0" y="10589"/>
                  <a:pt x="0" y="9838"/>
                </a:cubicBezTo>
                <a:cubicBezTo>
                  <a:pt x="15873" y="634"/>
                  <a:pt x="15873" y="634"/>
                  <a:pt x="15873" y="634"/>
                </a:cubicBezTo>
                <a:cubicBezTo>
                  <a:pt x="17345" y="-211"/>
                  <a:pt x="18818" y="-211"/>
                  <a:pt x="20291" y="634"/>
                </a:cubicBezTo>
                <a:cubicBezTo>
                  <a:pt x="21600" y="1386"/>
                  <a:pt x="21600" y="2231"/>
                  <a:pt x="20291" y="3076"/>
                </a:cubicBezTo>
                <a:cubicBezTo>
                  <a:pt x="7200" y="10589"/>
                  <a:pt x="7200" y="10589"/>
                  <a:pt x="7200" y="10589"/>
                </a:cubicBezTo>
                <a:lnTo>
                  <a:pt x="20291" y="18947"/>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3" name="Shape 7563"/>
          <p:cNvSpPr/>
          <p:nvPr/>
        </p:nvSpPr>
        <p:spPr>
          <a:xfrm>
            <a:off x="1840993" y="7127196"/>
            <a:ext cx="268181" cy="149350"/>
          </a:xfrm>
          <a:custGeom>
            <a:avLst/>
            <a:gdLst/>
            <a:ahLst/>
            <a:cxnLst>
              <a:cxn ang="0">
                <a:pos x="wd2" y="hd2"/>
              </a:cxn>
              <a:cxn ang="5400000">
                <a:pos x="wd2" y="hd2"/>
              </a:cxn>
              <a:cxn ang="10800000">
                <a:pos x="wd2" y="hd2"/>
              </a:cxn>
              <a:cxn ang="16200000">
                <a:pos x="wd2" y="hd2"/>
              </a:cxn>
            </a:cxnLst>
            <a:rect l="0" t="0" r="r" b="b"/>
            <a:pathLst>
              <a:path w="21179" h="20905" fill="norm" stroke="1" extrusionOk="0">
                <a:moveTo>
                  <a:pt x="18024" y="1105"/>
                </a:moveTo>
                <a:cubicBezTo>
                  <a:pt x="18865" y="-368"/>
                  <a:pt x="19707" y="-368"/>
                  <a:pt x="20548" y="1105"/>
                </a:cubicBezTo>
                <a:cubicBezTo>
                  <a:pt x="21390" y="1105"/>
                  <a:pt x="21390" y="3887"/>
                  <a:pt x="20548" y="3887"/>
                </a:cubicBezTo>
                <a:cubicBezTo>
                  <a:pt x="11478" y="19923"/>
                  <a:pt x="11478" y="19923"/>
                  <a:pt x="11478" y="19923"/>
                </a:cubicBezTo>
                <a:cubicBezTo>
                  <a:pt x="11478" y="21232"/>
                  <a:pt x="9795" y="21232"/>
                  <a:pt x="9795" y="19923"/>
                </a:cubicBezTo>
                <a:cubicBezTo>
                  <a:pt x="632" y="3887"/>
                  <a:pt x="632" y="3887"/>
                  <a:pt x="632" y="3887"/>
                </a:cubicBezTo>
                <a:cubicBezTo>
                  <a:pt x="-210" y="3887"/>
                  <a:pt x="-210" y="1105"/>
                  <a:pt x="632" y="1105"/>
                </a:cubicBezTo>
                <a:cubicBezTo>
                  <a:pt x="632" y="-368"/>
                  <a:pt x="2315" y="-368"/>
                  <a:pt x="2315" y="1105"/>
                </a:cubicBezTo>
                <a:cubicBezTo>
                  <a:pt x="10637" y="12559"/>
                  <a:pt x="10637" y="12559"/>
                  <a:pt x="10637" y="12559"/>
                </a:cubicBezTo>
                <a:lnTo>
                  <a:pt x="18024" y="1105"/>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4" name="Shape 7564"/>
          <p:cNvSpPr/>
          <p:nvPr/>
        </p:nvSpPr>
        <p:spPr>
          <a:xfrm>
            <a:off x="3007434" y="7127196"/>
            <a:ext cx="267883" cy="149350"/>
          </a:xfrm>
          <a:custGeom>
            <a:avLst/>
            <a:gdLst/>
            <a:ahLst/>
            <a:cxnLst>
              <a:cxn ang="0">
                <a:pos x="wd2" y="hd2"/>
              </a:cxn>
              <a:cxn ang="5400000">
                <a:pos x="wd2" y="hd2"/>
              </a:cxn>
              <a:cxn ang="10800000">
                <a:pos x="wd2" y="hd2"/>
              </a:cxn>
              <a:cxn ang="16200000">
                <a:pos x="wd2" y="hd2"/>
              </a:cxn>
            </a:cxnLst>
            <a:rect l="0" t="0" r="r" b="b"/>
            <a:pathLst>
              <a:path w="21156" h="20905" fill="norm" stroke="1" extrusionOk="0">
                <a:moveTo>
                  <a:pt x="2384" y="19923"/>
                </a:moveTo>
                <a:cubicBezTo>
                  <a:pt x="2384" y="21232"/>
                  <a:pt x="701" y="21232"/>
                  <a:pt x="701" y="19923"/>
                </a:cubicBezTo>
                <a:cubicBezTo>
                  <a:pt x="-234" y="18450"/>
                  <a:pt x="-234" y="16977"/>
                  <a:pt x="701" y="15505"/>
                </a:cubicBezTo>
                <a:cubicBezTo>
                  <a:pt x="9771" y="1105"/>
                  <a:pt x="9771" y="1105"/>
                  <a:pt x="9771" y="1105"/>
                </a:cubicBezTo>
                <a:cubicBezTo>
                  <a:pt x="9771" y="-368"/>
                  <a:pt x="11454" y="-368"/>
                  <a:pt x="11454" y="1105"/>
                </a:cubicBezTo>
                <a:cubicBezTo>
                  <a:pt x="20524" y="15505"/>
                  <a:pt x="20524" y="15505"/>
                  <a:pt x="20524" y="15505"/>
                </a:cubicBezTo>
                <a:cubicBezTo>
                  <a:pt x="21366" y="16977"/>
                  <a:pt x="21366" y="18450"/>
                  <a:pt x="20524" y="19923"/>
                </a:cubicBezTo>
                <a:cubicBezTo>
                  <a:pt x="19683" y="21232"/>
                  <a:pt x="18841" y="21232"/>
                  <a:pt x="18093" y="19923"/>
                </a:cubicBezTo>
                <a:cubicBezTo>
                  <a:pt x="10613" y="6832"/>
                  <a:pt x="10613" y="6832"/>
                  <a:pt x="10613" y="6832"/>
                </a:cubicBezTo>
                <a:lnTo>
                  <a:pt x="2384" y="19923"/>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5" name="Shape 7565"/>
          <p:cNvSpPr/>
          <p:nvPr/>
        </p:nvSpPr>
        <p:spPr>
          <a:xfrm>
            <a:off x="4224782" y="7065332"/>
            <a:ext cx="151979" cy="270547"/>
          </a:xfrm>
          <a:custGeom>
            <a:avLst/>
            <a:gdLst/>
            <a:ahLst/>
            <a:cxnLst>
              <a:cxn ang="0">
                <a:pos x="wd2" y="hd2"/>
              </a:cxn>
              <a:cxn ang="5400000">
                <a:pos x="wd2" y="hd2"/>
              </a:cxn>
              <a:cxn ang="10800000">
                <a:pos x="wd2" y="hd2"/>
              </a:cxn>
              <a:cxn ang="16200000">
                <a:pos x="wd2" y="hd2"/>
              </a:cxn>
            </a:cxnLst>
            <a:rect l="0" t="0" r="r" b="b"/>
            <a:pathLst>
              <a:path w="21273" h="21366" fill="norm" stroke="1" extrusionOk="0">
                <a:moveTo>
                  <a:pt x="982" y="18841"/>
                </a:moveTo>
                <a:cubicBezTo>
                  <a:pt x="-327" y="19683"/>
                  <a:pt x="-327" y="20524"/>
                  <a:pt x="982" y="21366"/>
                </a:cubicBezTo>
                <a:cubicBezTo>
                  <a:pt x="2455" y="21366"/>
                  <a:pt x="3928" y="21366"/>
                  <a:pt x="5400" y="21366"/>
                </a:cubicBezTo>
                <a:cubicBezTo>
                  <a:pt x="21273" y="12202"/>
                  <a:pt x="21273" y="12202"/>
                  <a:pt x="21273" y="12202"/>
                </a:cubicBezTo>
                <a:cubicBezTo>
                  <a:pt x="21273" y="11454"/>
                  <a:pt x="21273" y="10613"/>
                  <a:pt x="21273" y="9771"/>
                </a:cubicBezTo>
                <a:cubicBezTo>
                  <a:pt x="5400" y="701"/>
                  <a:pt x="5400" y="701"/>
                  <a:pt x="5400" y="701"/>
                </a:cubicBezTo>
                <a:cubicBezTo>
                  <a:pt x="3928" y="-234"/>
                  <a:pt x="2455" y="-234"/>
                  <a:pt x="982" y="701"/>
                </a:cubicBezTo>
                <a:cubicBezTo>
                  <a:pt x="-327" y="1449"/>
                  <a:pt x="-327" y="2291"/>
                  <a:pt x="982" y="3132"/>
                </a:cubicBezTo>
                <a:cubicBezTo>
                  <a:pt x="14073" y="10613"/>
                  <a:pt x="14073" y="10613"/>
                  <a:pt x="14073" y="10613"/>
                </a:cubicBezTo>
                <a:lnTo>
                  <a:pt x="982" y="18841"/>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6" name="Shape 7566"/>
          <p:cNvSpPr/>
          <p:nvPr/>
        </p:nvSpPr>
        <p:spPr>
          <a:xfrm>
            <a:off x="8838150" y="6951002"/>
            <a:ext cx="267886" cy="506910"/>
          </a:xfrm>
          <a:custGeom>
            <a:avLst/>
            <a:gdLst/>
            <a:ahLst/>
            <a:cxnLst>
              <a:cxn ang="0">
                <a:pos x="wd2" y="hd2"/>
              </a:cxn>
              <a:cxn ang="5400000">
                <a:pos x="wd2" y="hd2"/>
              </a:cxn>
              <a:cxn ang="10800000">
                <a:pos x="wd2" y="hd2"/>
              </a:cxn>
              <a:cxn ang="16200000">
                <a:pos x="wd2" y="hd2"/>
              </a:cxn>
            </a:cxnLst>
            <a:rect l="0" t="0" r="r" b="b"/>
            <a:pathLst>
              <a:path w="21156" h="21388" fill="norm" stroke="1" extrusionOk="0">
                <a:moveTo>
                  <a:pt x="701" y="19746"/>
                </a:moveTo>
                <a:cubicBezTo>
                  <a:pt x="-234" y="20194"/>
                  <a:pt x="-234" y="20642"/>
                  <a:pt x="701" y="21090"/>
                </a:cubicBezTo>
                <a:cubicBezTo>
                  <a:pt x="701" y="21488"/>
                  <a:pt x="2384" y="21488"/>
                  <a:pt x="2384" y="21090"/>
                </a:cubicBezTo>
                <a:cubicBezTo>
                  <a:pt x="20524" y="11335"/>
                  <a:pt x="20524" y="11335"/>
                  <a:pt x="20524" y="11335"/>
                </a:cubicBezTo>
                <a:cubicBezTo>
                  <a:pt x="21366" y="10937"/>
                  <a:pt x="21366" y="10489"/>
                  <a:pt x="20524" y="10041"/>
                </a:cubicBezTo>
                <a:cubicBezTo>
                  <a:pt x="2384" y="336"/>
                  <a:pt x="2384" y="336"/>
                  <a:pt x="2384" y="336"/>
                </a:cubicBezTo>
                <a:cubicBezTo>
                  <a:pt x="2384" y="-112"/>
                  <a:pt x="701" y="-112"/>
                  <a:pt x="701" y="336"/>
                </a:cubicBezTo>
                <a:cubicBezTo>
                  <a:pt x="-234" y="734"/>
                  <a:pt x="-234" y="1182"/>
                  <a:pt x="701" y="1680"/>
                </a:cubicBezTo>
                <a:cubicBezTo>
                  <a:pt x="17252" y="10489"/>
                  <a:pt x="17252" y="10489"/>
                  <a:pt x="17252" y="10489"/>
                </a:cubicBezTo>
                <a:lnTo>
                  <a:pt x="701" y="19746"/>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7" name="Shape 7567"/>
          <p:cNvSpPr/>
          <p:nvPr/>
        </p:nvSpPr>
        <p:spPr>
          <a:xfrm>
            <a:off x="7555024" y="7065332"/>
            <a:ext cx="498616" cy="270547"/>
          </a:xfrm>
          <a:custGeom>
            <a:avLst/>
            <a:gdLst/>
            <a:ahLst/>
            <a:cxnLst>
              <a:cxn ang="0">
                <a:pos x="wd2" y="hd2"/>
              </a:cxn>
              <a:cxn ang="5400000">
                <a:pos x="wd2" y="hd2"/>
              </a:cxn>
              <a:cxn ang="10800000">
                <a:pos x="wd2" y="hd2"/>
              </a:cxn>
              <a:cxn ang="16200000">
                <a:pos x="wd2" y="hd2"/>
              </a:cxn>
            </a:cxnLst>
            <a:rect l="0" t="0" r="r" b="b"/>
            <a:pathLst>
              <a:path w="21473" h="21366" fill="norm" stroke="1" extrusionOk="0">
                <a:moveTo>
                  <a:pt x="20180" y="21366"/>
                </a:moveTo>
                <a:lnTo>
                  <a:pt x="21093" y="21366"/>
                </a:lnTo>
                <a:cubicBezTo>
                  <a:pt x="21600" y="20524"/>
                  <a:pt x="21600" y="19683"/>
                  <a:pt x="21093" y="18841"/>
                </a:cubicBezTo>
                <a:cubicBezTo>
                  <a:pt x="11256" y="701"/>
                  <a:pt x="11256" y="701"/>
                  <a:pt x="11256" y="701"/>
                </a:cubicBezTo>
                <a:cubicBezTo>
                  <a:pt x="11256" y="-234"/>
                  <a:pt x="10344" y="-234"/>
                  <a:pt x="10344" y="701"/>
                </a:cubicBezTo>
                <a:cubicBezTo>
                  <a:pt x="0" y="18841"/>
                  <a:pt x="0" y="18841"/>
                  <a:pt x="0" y="18841"/>
                </a:cubicBezTo>
                <a:cubicBezTo>
                  <a:pt x="0" y="19683"/>
                  <a:pt x="0" y="20524"/>
                  <a:pt x="0" y="21366"/>
                </a:cubicBezTo>
                <a:cubicBezTo>
                  <a:pt x="456" y="21366"/>
                  <a:pt x="913" y="21366"/>
                  <a:pt x="1318" y="21366"/>
                </a:cubicBezTo>
                <a:cubicBezTo>
                  <a:pt x="10800" y="4815"/>
                  <a:pt x="10800" y="4815"/>
                  <a:pt x="10800" y="4815"/>
                </a:cubicBezTo>
                <a:lnTo>
                  <a:pt x="20180" y="21366"/>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8" name="Shape 7568"/>
          <p:cNvSpPr/>
          <p:nvPr/>
        </p:nvSpPr>
        <p:spPr>
          <a:xfrm>
            <a:off x="6388879" y="7065332"/>
            <a:ext cx="498904" cy="270547"/>
          </a:xfrm>
          <a:custGeom>
            <a:avLst/>
            <a:gdLst/>
            <a:ahLst/>
            <a:cxnLst>
              <a:cxn ang="0">
                <a:pos x="wd2" y="hd2"/>
              </a:cxn>
              <a:cxn ang="5400000">
                <a:pos x="wd2" y="hd2"/>
              </a:cxn>
              <a:cxn ang="10800000">
                <a:pos x="wd2" y="hd2"/>
              </a:cxn>
              <a:cxn ang="16200000">
                <a:pos x="wd2" y="hd2"/>
              </a:cxn>
            </a:cxnLst>
            <a:rect l="0" t="0" r="r" b="b"/>
            <a:pathLst>
              <a:path w="21486" h="21366" fill="norm" stroke="1" extrusionOk="0">
                <a:moveTo>
                  <a:pt x="1321" y="701"/>
                </a:moveTo>
                <a:cubicBezTo>
                  <a:pt x="864" y="-234"/>
                  <a:pt x="457" y="-234"/>
                  <a:pt x="0" y="701"/>
                </a:cubicBezTo>
                <a:cubicBezTo>
                  <a:pt x="0" y="1449"/>
                  <a:pt x="0" y="2291"/>
                  <a:pt x="0" y="3132"/>
                </a:cubicBezTo>
                <a:cubicBezTo>
                  <a:pt x="10317" y="21366"/>
                  <a:pt x="10317" y="21366"/>
                  <a:pt x="10317" y="21366"/>
                </a:cubicBezTo>
                <a:lnTo>
                  <a:pt x="11232" y="21366"/>
                </a:lnTo>
                <a:cubicBezTo>
                  <a:pt x="21143" y="3132"/>
                  <a:pt x="21143" y="3132"/>
                  <a:pt x="21143" y="3132"/>
                </a:cubicBezTo>
                <a:cubicBezTo>
                  <a:pt x="21600" y="2291"/>
                  <a:pt x="21600" y="1449"/>
                  <a:pt x="21143" y="701"/>
                </a:cubicBezTo>
                <a:cubicBezTo>
                  <a:pt x="21143" y="-234"/>
                  <a:pt x="20228" y="-234"/>
                  <a:pt x="20228" y="701"/>
                </a:cubicBezTo>
                <a:cubicBezTo>
                  <a:pt x="10825" y="17158"/>
                  <a:pt x="10825" y="17158"/>
                  <a:pt x="10825" y="17158"/>
                </a:cubicBezTo>
                <a:lnTo>
                  <a:pt x="1321" y="701"/>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69" name="Shape 7569"/>
          <p:cNvSpPr/>
          <p:nvPr/>
        </p:nvSpPr>
        <p:spPr>
          <a:xfrm>
            <a:off x="5430051" y="8187050"/>
            <a:ext cx="86901" cy="817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5900" y="21600"/>
                  <a:pt x="21600" y="16354"/>
                  <a:pt x="21600" y="10800"/>
                </a:cubicBezTo>
                <a:cubicBezTo>
                  <a:pt x="21600" y="2777"/>
                  <a:pt x="15900" y="0"/>
                  <a:pt x="10800" y="0"/>
                </a:cubicBezTo>
                <a:cubicBezTo>
                  <a:pt x="2700" y="0"/>
                  <a:pt x="0" y="2777"/>
                  <a:pt x="0" y="10800"/>
                </a:cubicBezTo>
                <a:cubicBezTo>
                  <a:pt x="0" y="16354"/>
                  <a:pt x="2700" y="21600"/>
                  <a:pt x="10800" y="2160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0" name="Shape 7570"/>
          <p:cNvSpPr/>
          <p:nvPr/>
        </p:nvSpPr>
        <p:spPr>
          <a:xfrm>
            <a:off x="5398954" y="8280342"/>
            <a:ext cx="143950" cy="2735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90" y="0"/>
                </a:moveTo>
                <a:cubicBezTo>
                  <a:pt x="1580" y="0"/>
                  <a:pt x="1580" y="0"/>
                  <a:pt x="1580" y="0"/>
                </a:cubicBezTo>
                <a:cubicBezTo>
                  <a:pt x="1580" y="0"/>
                  <a:pt x="1580" y="0"/>
                  <a:pt x="0" y="0"/>
                </a:cubicBezTo>
                <a:cubicBezTo>
                  <a:pt x="0" y="842"/>
                  <a:pt x="0" y="842"/>
                  <a:pt x="0" y="1683"/>
                </a:cubicBezTo>
                <a:cubicBezTo>
                  <a:pt x="0" y="10753"/>
                  <a:pt x="0" y="10753"/>
                  <a:pt x="0" y="10753"/>
                </a:cubicBezTo>
                <a:cubicBezTo>
                  <a:pt x="4566" y="10753"/>
                  <a:pt x="4566" y="10753"/>
                  <a:pt x="4566" y="10753"/>
                </a:cubicBezTo>
                <a:cubicBezTo>
                  <a:pt x="4566" y="21600"/>
                  <a:pt x="4566" y="21600"/>
                  <a:pt x="4566" y="21600"/>
                </a:cubicBezTo>
                <a:cubicBezTo>
                  <a:pt x="17210" y="21600"/>
                  <a:pt x="17210" y="21600"/>
                  <a:pt x="17210" y="21600"/>
                </a:cubicBezTo>
                <a:cubicBezTo>
                  <a:pt x="17210" y="10753"/>
                  <a:pt x="17210" y="10753"/>
                  <a:pt x="17210" y="10753"/>
                </a:cubicBezTo>
                <a:cubicBezTo>
                  <a:pt x="21600" y="10753"/>
                  <a:pt x="21600" y="10753"/>
                  <a:pt x="21600" y="10753"/>
                </a:cubicBezTo>
                <a:cubicBezTo>
                  <a:pt x="21600" y="1683"/>
                  <a:pt x="21600" y="1683"/>
                  <a:pt x="21600" y="1683"/>
                </a:cubicBezTo>
                <a:cubicBezTo>
                  <a:pt x="21600" y="842"/>
                  <a:pt x="21600" y="842"/>
                  <a:pt x="21600" y="0"/>
                </a:cubicBezTo>
                <a:cubicBezTo>
                  <a:pt x="20195" y="0"/>
                  <a:pt x="20195" y="0"/>
                  <a:pt x="18790"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1" name="Shape 7571"/>
          <p:cNvSpPr/>
          <p:nvPr/>
        </p:nvSpPr>
        <p:spPr>
          <a:xfrm>
            <a:off x="4025494" y="8092328"/>
            <a:ext cx="563758" cy="554821"/>
          </a:xfrm>
          <a:custGeom>
            <a:avLst/>
            <a:gdLst/>
            <a:ahLst/>
            <a:cxnLst>
              <a:cxn ang="0">
                <a:pos x="wd2" y="hd2"/>
              </a:cxn>
              <a:cxn ang="5400000">
                <a:pos x="wd2" y="hd2"/>
              </a:cxn>
              <a:cxn ang="10800000">
                <a:pos x="wd2" y="hd2"/>
              </a:cxn>
              <a:cxn ang="16200000">
                <a:pos x="wd2" y="hd2"/>
              </a:cxn>
            </a:cxnLst>
            <a:rect l="0" t="0" r="r" b="b"/>
            <a:pathLst>
              <a:path w="21600" h="21258" fill="norm" stroke="1" extrusionOk="0">
                <a:moveTo>
                  <a:pt x="10777" y="20"/>
                </a:moveTo>
                <a:cubicBezTo>
                  <a:pt x="4825" y="20"/>
                  <a:pt x="0" y="4855"/>
                  <a:pt x="0" y="10865"/>
                </a:cubicBezTo>
                <a:cubicBezTo>
                  <a:pt x="0" y="16875"/>
                  <a:pt x="4825" y="21258"/>
                  <a:pt x="10777" y="21258"/>
                </a:cubicBezTo>
                <a:cubicBezTo>
                  <a:pt x="16775" y="21258"/>
                  <a:pt x="21600" y="16468"/>
                  <a:pt x="21600" y="10458"/>
                </a:cubicBezTo>
                <a:cubicBezTo>
                  <a:pt x="21600" y="4448"/>
                  <a:pt x="16369" y="-342"/>
                  <a:pt x="10777" y="20"/>
                </a:cubicBezTo>
                <a:close/>
                <a:moveTo>
                  <a:pt x="10777" y="19270"/>
                </a:moveTo>
                <a:cubicBezTo>
                  <a:pt x="5997" y="19270"/>
                  <a:pt x="2390" y="15293"/>
                  <a:pt x="2390" y="10865"/>
                </a:cubicBezTo>
                <a:cubicBezTo>
                  <a:pt x="2390" y="6075"/>
                  <a:pt x="5997" y="2053"/>
                  <a:pt x="10777" y="2053"/>
                </a:cubicBezTo>
                <a:cubicBezTo>
                  <a:pt x="15197" y="2053"/>
                  <a:pt x="19210" y="5668"/>
                  <a:pt x="19210" y="10458"/>
                </a:cubicBezTo>
                <a:cubicBezTo>
                  <a:pt x="19210" y="15293"/>
                  <a:pt x="15603" y="18863"/>
                  <a:pt x="10777" y="19270"/>
                </a:cubicBezTo>
                <a:close/>
                <a:moveTo>
                  <a:pt x="7982" y="12446"/>
                </a:moveTo>
                <a:cubicBezTo>
                  <a:pt x="7621" y="12446"/>
                  <a:pt x="7215" y="12446"/>
                  <a:pt x="7215" y="12040"/>
                </a:cubicBezTo>
                <a:cubicBezTo>
                  <a:pt x="6809" y="11633"/>
                  <a:pt x="6809" y="11271"/>
                  <a:pt x="6809" y="10458"/>
                </a:cubicBezTo>
                <a:cubicBezTo>
                  <a:pt x="6809" y="9238"/>
                  <a:pt x="7215" y="8876"/>
                  <a:pt x="7982" y="8876"/>
                </a:cubicBezTo>
                <a:cubicBezTo>
                  <a:pt x="8387" y="8876"/>
                  <a:pt x="8387" y="8876"/>
                  <a:pt x="8793" y="8876"/>
                </a:cubicBezTo>
                <a:cubicBezTo>
                  <a:pt x="8793" y="9238"/>
                  <a:pt x="9199" y="9238"/>
                  <a:pt x="9199" y="9645"/>
                </a:cubicBezTo>
                <a:cubicBezTo>
                  <a:pt x="10777" y="8876"/>
                  <a:pt x="10777" y="8876"/>
                  <a:pt x="10777" y="8876"/>
                </a:cubicBezTo>
                <a:cubicBezTo>
                  <a:pt x="10011" y="8063"/>
                  <a:pt x="9199" y="7250"/>
                  <a:pt x="7982" y="7250"/>
                </a:cubicBezTo>
                <a:cubicBezTo>
                  <a:pt x="7215" y="7250"/>
                  <a:pt x="6403" y="7656"/>
                  <a:pt x="5592" y="8470"/>
                </a:cubicBezTo>
                <a:cubicBezTo>
                  <a:pt x="5231" y="8876"/>
                  <a:pt x="4825" y="9645"/>
                  <a:pt x="4825" y="10458"/>
                </a:cubicBezTo>
                <a:cubicBezTo>
                  <a:pt x="4825" y="11633"/>
                  <a:pt x="5231" y="12446"/>
                  <a:pt x="5592" y="12853"/>
                </a:cubicBezTo>
                <a:cubicBezTo>
                  <a:pt x="6403" y="13666"/>
                  <a:pt x="7215" y="13666"/>
                  <a:pt x="7982" y="13666"/>
                </a:cubicBezTo>
                <a:cubicBezTo>
                  <a:pt x="8387" y="13666"/>
                  <a:pt x="9199" y="13666"/>
                  <a:pt x="9605" y="13260"/>
                </a:cubicBezTo>
                <a:cubicBezTo>
                  <a:pt x="10011" y="13260"/>
                  <a:pt x="10372" y="12853"/>
                  <a:pt x="10777" y="12040"/>
                </a:cubicBezTo>
                <a:cubicBezTo>
                  <a:pt x="9605" y="11633"/>
                  <a:pt x="9605" y="11633"/>
                  <a:pt x="9605" y="11633"/>
                </a:cubicBezTo>
                <a:cubicBezTo>
                  <a:pt x="9199" y="12040"/>
                  <a:pt x="8793" y="12446"/>
                  <a:pt x="7982" y="12446"/>
                </a:cubicBezTo>
                <a:close/>
                <a:moveTo>
                  <a:pt x="13979" y="12446"/>
                </a:moveTo>
                <a:cubicBezTo>
                  <a:pt x="13573" y="12446"/>
                  <a:pt x="13167" y="12446"/>
                  <a:pt x="13167" y="12040"/>
                </a:cubicBezTo>
                <a:cubicBezTo>
                  <a:pt x="12807" y="11633"/>
                  <a:pt x="12807" y="11271"/>
                  <a:pt x="12807" y="10458"/>
                </a:cubicBezTo>
                <a:cubicBezTo>
                  <a:pt x="12807" y="9238"/>
                  <a:pt x="13167" y="8876"/>
                  <a:pt x="13979" y="8876"/>
                </a:cubicBezTo>
                <a:cubicBezTo>
                  <a:pt x="14385" y="8876"/>
                  <a:pt x="14385" y="8876"/>
                  <a:pt x="14791" y="8876"/>
                </a:cubicBezTo>
                <a:cubicBezTo>
                  <a:pt x="14791" y="9238"/>
                  <a:pt x="15197" y="9238"/>
                  <a:pt x="15197" y="9645"/>
                </a:cubicBezTo>
                <a:cubicBezTo>
                  <a:pt x="16775" y="8876"/>
                  <a:pt x="16775" y="8876"/>
                  <a:pt x="16775" y="8876"/>
                </a:cubicBezTo>
                <a:cubicBezTo>
                  <a:pt x="16008" y="8063"/>
                  <a:pt x="15197" y="7250"/>
                  <a:pt x="13979" y="7250"/>
                </a:cubicBezTo>
                <a:cubicBezTo>
                  <a:pt x="13167" y="7250"/>
                  <a:pt x="12401" y="7656"/>
                  <a:pt x="11589" y="8470"/>
                </a:cubicBezTo>
                <a:cubicBezTo>
                  <a:pt x="11183" y="8876"/>
                  <a:pt x="10777" y="9645"/>
                  <a:pt x="10777" y="10458"/>
                </a:cubicBezTo>
                <a:cubicBezTo>
                  <a:pt x="10777" y="11633"/>
                  <a:pt x="11183" y="12446"/>
                  <a:pt x="11589" y="12853"/>
                </a:cubicBezTo>
                <a:cubicBezTo>
                  <a:pt x="12401" y="13666"/>
                  <a:pt x="13167" y="13666"/>
                  <a:pt x="13979" y="13666"/>
                </a:cubicBezTo>
                <a:cubicBezTo>
                  <a:pt x="14385" y="13666"/>
                  <a:pt x="15197" y="13666"/>
                  <a:pt x="15603" y="13260"/>
                </a:cubicBezTo>
                <a:cubicBezTo>
                  <a:pt x="16008" y="13260"/>
                  <a:pt x="16369" y="12853"/>
                  <a:pt x="16775" y="12040"/>
                </a:cubicBezTo>
                <a:cubicBezTo>
                  <a:pt x="15197" y="11633"/>
                  <a:pt x="15197" y="11633"/>
                  <a:pt x="15197" y="11633"/>
                </a:cubicBezTo>
                <a:cubicBezTo>
                  <a:pt x="15197" y="12040"/>
                  <a:pt x="14791" y="12446"/>
                  <a:pt x="13979" y="1244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2" name="Shape 7572"/>
          <p:cNvSpPr/>
          <p:nvPr/>
        </p:nvSpPr>
        <p:spPr>
          <a:xfrm>
            <a:off x="1869425" y="3434370"/>
            <a:ext cx="206151" cy="532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27" y="0"/>
                </a:moveTo>
                <a:cubicBezTo>
                  <a:pt x="2197" y="0"/>
                  <a:pt x="2197" y="0"/>
                  <a:pt x="2197" y="0"/>
                </a:cubicBezTo>
                <a:cubicBezTo>
                  <a:pt x="976" y="0"/>
                  <a:pt x="0" y="477"/>
                  <a:pt x="0" y="1335"/>
                </a:cubicBezTo>
                <a:cubicBezTo>
                  <a:pt x="0" y="21600"/>
                  <a:pt x="0" y="21600"/>
                  <a:pt x="0" y="21600"/>
                </a:cubicBezTo>
                <a:cubicBezTo>
                  <a:pt x="10861" y="16927"/>
                  <a:pt x="10861" y="16927"/>
                  <a:pt x="10861" y="16927"/>
                </a:cubicBezTo>
                <a:cubicBezTo>
                  <a:pt x="21600" y="21600"/>
                  <a:pt x="21600" y="21600"/>
                  <a:pt x="21600" y="21600"/>
                </a:cubicBezTo>
                <a:cubicBezTo>
                  <a:pt x="21600" y="1335"/>
                  <a:pt x="21600" y="1335"/>
                  <a:pt x="21600" y="1335"/>
                </a:cubicBezTo>
                <a:cubicBezTo>
                  <a:pt x="21600" y="477"/>
                  <a:pt x="20502" y="0"/>
                  <a:pt x="18427"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3" name="Shape 7573"/>
          <p:cNvSpPr/>
          <p:nvPr/>
        </p:nvSpPr>
        <p:spPr>
          <a:xfrm>
            <a:off x="4046227" y="3434370"/>
            <a:ext cx="522292" cy="532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191" y="13542"/>
                </a:moveTo>
                <a:cubicBezTo>
                  <a:pt x="3413" y="11444"/>
                  <a:pt x="3413" y="11444"/>
                  <a:pt x="3413" y="11444"/>
                </a:cubicBezTo>
                <a:cubicBezTo>
                  <a:pt x="3413" y="13113"/>
                  <a:pt x="3413" y="13113"/>
                  <a:pt x="3413" y="13113"/>
                </a:cubicBezTo>
                <a:cubicBezTo>
                  <a:pt x="8191" y="14829"/>
                  <a:pt x="8191" y="14829"/>
                  <a:pt x="8191" y="14829"/>
                </a:cubicBezTo>
                <a:lnTo>
                  <a:pt x="8191" y="13542"/>
                </a:lnTo>
                <a:close/>
                <a:moveTo>
                  <a:pt x="8191" y="8487"/>
                </a:moveTo>
                <a:cubicBezTo>
                  <a:pt x="3413" y="6819"/>
                  <a:pt x="3413" y="6819"/>
                  <a:pt x="3413" y="6819"/>
                </a:cubicBezTo>
                <a:cubicBezTo>
                  <a:pt x="3413" y="8058"/>
                  <a:pt x="3413" y="8058"/>
                  <a:pt x="3413" y="8058"/>
                </a:cubicBezTo>
                <a:cubicBezTo>
                  <a:pt x="8191" y="10156"/>
                  <a:pt x="8191" y="10156"/>
                  <a:pt x="8191" y="10156"/>
                </a:cubicBezTo>
                <a:lnTo>
                  <a:pt x="8191" y="8487"/>
                </a:lnTo>
                <a:close/>
                <a:moveTo>
                  <a:pt x="21161" y="477"/>
                </a:moveTo>
                <a:cubicBezTo>
                  <a:pt x="20722" y="0"/>
                  <a:pt x="20332" y="0"/>
                  <a:pt x="19893" y="0"/>
                </a:cubicBezTo>
                <a:cubicBezTo>
                  <a:pt x="10776" y="3862"/>
                  <a:pt x="10776" y="3862"/>
                  <a:pt x="10776" y="3862"/>
                </a:cubicBezTo>
                <a:cubicBezTo>
                  <a:pt x="1707" y="0"/>
                  <a:pt x="1707" y="0"/>
                  <a:pt x="1707" y="0"/>
                </a:cubicBezTo>
                <a:cubicBezTo>
                  <a:pt x="1268" y="0"/>
                  <a:pt x="829" y="0"/>
                  <a:pt x="439" y="477"/>
                </a:cubicBezTo>
                <a:cubicBezTo>
                  <a:pt x="0" y="477"/>
                  <a:pt x="0" y="906"/>
                  <a:pt x="0" y="1335"/>
                </a:cubicBezTo>
                <a:cubicBezTo>
                  <a:pt x="0" y="16546"/>
                  <a:pt x="0" y="16546"/>
                  <a:pt x="0" y="16546"/>
                </a:cubicBezTo>
                <a:cubicBezTo>
                  <a:pt x="0" y="16927"/>
                  <a:pt x="0" y="17356"/>
                  <a:pt x="439" y="17356"/>
                </a:cubicBezTo>
                <a:cubicBezTo>
                  <a:pt x="10337" y="21171"/>
                  <a:pt x="10337" y="21171"/>
                  <a:pt x="10337" y="21171"/>
                </a:cubicBezTo>
                <a:cubicBezTo>
                  <a:pt x="10776" y="21600"/>
                  <a:pt x="10776" y="21600"/>
                  <a:pt x="10776" y="21600"/>
                </a:cubicBezTo>
                <a:cubicBezTo>
                  <a:pt x="10776" y="21600"/>
                  <a:pt x="10776" y="21600"/>
                  <a:pt x="10776" y="21171"/>
                </a:cubicBezTo>
                <a:cubicBezTo>
                  <a:pt x="11214" y="21171"/>
                  <a:pt x="11214" y="21171"/>
                  <a:pt x="11214" y="21171"/>
                </a:cubicBezTo>
                <a:cubicBezTo>
                  <a:pt x="20722" y="17356"/>
                  <a:pt x="20722" y="17356"/>
                  <a:pt x="20722" y="17356"/>
                </a:cubicBezTo>
                <a:cubicBezTo>
                  <a:pt x="21161" y="17356"/>
                  <a:pt x="21600" y="16927"/>
                  <a:pt x="21600" y="16546"/>
                </a:cubicBezTo>
                <a:cubicBezTo>
                  <a:pt x="21600" y="1335"/>
                  <a:pt x="21600" y="1335"/>
                  <a:pt x="21600" y="1335"/>
                </a:cubicBezTo>
                <a:cubicBezTo>
                  <a:pt x="21600" y="906"/>
                  <a:pt x="21600" y="477"/>
                  <a:pt x="21161" y="477"/>
                </a:cubicBezTo>
                <a:close/>
                <a:moveTo>
                  <a:pt x="9508" y="19073"/>
                </a:moveTo>
                <a:cubicBezTo>
                  <a:pt x="1707" y="16117"/>
                  <a:pt x="1707" y="16117"/>
                  <a:pt x="1707" y="16117"/>
                </a:cubicBezTo>
                <a:cubicBezTo>
                  <a:pt x="1707" y="2575"/>
                  <a:pt x="1707" y="2575"/>
                  <a:pt x="1707" y="2575"/>
                </a:cubicBezTo>
                <a:cubicBezTo>
                  <a:pt x="9508" y="5531"/>
                  <a:pt x="9508" y="5531"/>
                  <a:pt x="9508" y="5531"/>
                </a:cubicBezTo>
                <a:lnTo>
                  <a:pt x="9508" y="19073"/>
                </a:lnTo>
                <a:close/>
                <a:moveTo>
                  <a:pt x="19893" y="16117"/>
                </a:moveTo>
                <a:cubicBezTo>
                  <a:pt x="12092" y="19073"/>
                  <a:pt x="12092" y="19073"/>
                  <a:pt x="12092" y="19073"/>
                </a:cubicBezTo>
                <a:cubicBezTo>
                  <a:pt x="12092" y="5531"/>
                  <a:pt x="12092" y="5531"/>
                  <a:pt x="12092" y="5531"/>
                </a:cubicBezTo>
                <a:cubicBezTo>
                  <a:pt x="19893" y="2575"/>
                  <a:pt x="19893" y="2575"/>
                  <a:pt x="19893" y="2575"/>
                </a:cubicBezTo>
                <a:lnTo>
                  <a:pt x="19893" y="16117"/>
                </a:lnTo>
                <a:close/>
                <a:moveTo>
                  <a:pt x="18138" y="11444"/>
                </a:moveTo>
                <a:cubicBezTo>
                  <a:pt x="13360" y="13542"/>
                  <a:pt x="13360" y="13542"/>
                  <a:pt x="13360" y="13542"/>
                </a:cubicBezTo>
                <a:cubicBezTo>
                  <a:pt x="13360" y="14829"/>
                  <a:pt x="13360" y="14829"/>
                  <a:pt x="13360" y="14829"/>
                </a:cubicBezTo>
                <a:cubicBezTo>
                  <a:pt x="18138" y="13113"/>
                  <a:pt x="18138" y="13113"/>
                  <a:pt x="18138" y="13113"/>
                </a:cubicBezTo>
                <a:lnTo>
                  <a:pt x="18138" y="11444"/>
                </a:lnTo>
                <a:close/>
                <a:moveTo>
                  <a:pt x="18138" y="6819"/>
                </a:moveTo>
                <a:cubicBezTo>
                  <a:pt x="13360" y="8487"/>
                  <a:pt x="13360" y="8487"/>
                  <a:pt x="13360" y="8487"/>
                </a:cubicBezTo>
                <a:cubicBezTo>
                  <a:pt x="13360" y="10156"/>
                  <a:pt x="13360" y="10156"/>
                  <a:pt x="13360" y="10156"/>
                </a:cubicBezTo>
                <a:cubicBezTo>
                  <a:pt x="18138" y="8058"/>
                  <a:pt x="18138" y="8058"/>
                  <a:pt x="18138" y="8058"/>
                </a:cubicBezTo>
                <a:lnTo>
                  <a:pt x="18138" y="681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4" name="Shape 7574"/>
          <p:cNvSpPr/>
          <p:nvPr/>
        </p:nvSpPr>
        <p:spPr>
          <a:xfrm>
            <a:off x="2983743" y="3408453"/>
            <a:ext cx="309804" cy="579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33" y="0"/>
                </a:moveTo>
                <a:cubicBezTo>
                  <a:pt x="11493" y="0"/>
                  <a:pt x="11493" y="0"/>
                  <a:pt x="11493" y="0"/>
                </a:cubicBezTo>
                <a:cubicBezTo>
                  <a:pt x="10026" y="0"/>
                  <a:pt x="10026" y="742"/>
                  <a:pt x="10026" y="1091"/>
                </a:cubicBezTo>
                <a:cubicBezTo>
                  <a:pt x="13612" y="1091"/>
                  <a:pt x="13612" y="1091"/>
                  <a:pt x="13612" y="1091"/>
                </a:cubicBezTo>
                <a:cubicBezTo>
                  <a:pt x="15079" y="1091"/>
                  <a:pt x="15813" y="1527"/>
                  <a:pt x="15813" y="2313"/>
                </a:cubicBezTo>
                <a:cubicBezTo>
                  <a:pt x="15813" y="15840"/>
                  <a:pt x="15813" y="15840"/>
                  <a:pt x="15813" y="15840"/>
                </a:cubicBezTo>
                <a:cubicBezTo>
                  <a:pt x="21600" y="19680"/>
                  <a:pt x="21600" y="19680"/>
                  <a:pt x="21600" y="19680"/>
                </a:cubicBezTo>
                <a:cubicBezTo>
                  <a:pt x="21600" y="1091"/>
                  <a:pt x="21600" y="1091"/>
                  <a:pt x="21600" y="1091"/>
                </a:cubicBezTo>
                <a:cubicBezTo>
                  <a:pt x="21600" y="742"/>
                  <a:pt x="20866" y="0"/>
                  <a:pt x="20133" y="0"/>
                </a:cubicBezTo>
                <a:close/>
                <a:moveTo>
                  <a:pt x="10026" y="3447"/>
                </a:moveTo>
                <a:cubicBezTo>
                  <a:pt x="1304" y="3447"/>
                  <a:pt x="1304" y="3447"/>
                  <a:pt x="1304" y="3447"/>
                </a:cubicBezTo>
                <a:cubicBezTo>
                  <a:pt x="0" y="3447"/>
                  <a:pt x="0" y="3840"/>
                  <a:pt x="0" y="4625"/>
                </a:cubicBezTo>
                <a:cubicBezTo>
                  <a:pt x="0" y="21600"/>
                  <a:pt x="0" y="21600"/>
                  <a:pt x="0" y="21600"/>
                </a:cubicBezTo>
                <a:cubicBezTo>
                  <a:pt x="5706" y="17760"/>
                  <a:pt x="5706" y="17760"/>
                  <a:pt x="5706" y="17760"/>
                </a:cubicBezTo>
                <a:cubicBezTo>
                  <a:pt x="11493" y="21600"/>
                  <a:pt x="11493" y="21600"/>
                  <a:pt x="11493" y="21600"/>
                </a:cubicBezTo>
                <a:cubicBezTo>
                  <a:pt x="11493" y="4625"/>
                  <a:pt x="11493" y="4625"/>
                  <a:pt x="11493" y="4625"/>
                </a:cubicBezTo>
                <a:cubicBezTo>
                  <a:pt x="11493" y="3840"/>
                  <a:pt x="10759" y="3447"/>
                  <a:pt x="10026" y="344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5" name="Shape 7575"/>
          <p:cNvSpPr/>
          <p:nvPr/>
        </p:nvSpPr>
        <p:spPr>
          <a:xfrm>
            <a:off x="1706147" y="4598648"/>
            <a:ext cx="534247" cy="547381"/>
          </a:xfrm>
          <a:custGeom>
            <a:avLst/>
            <a:gdLst/>
            <a:ahLst/>
            <a:cxnLst>
              <a:cxn ang="0">
                <a:pos x="wd2" y="hd2"/>
              </a:cxn>
              <a:cxn ang="5400000">
                <a:pos x="wd2" y="hd2"/>
              </a:cxn>
              <a:cxn ang="10800000">
                <a:pos x="wd2" y="hd2"/>
              </a:cxn>
              <a:cxn ang="16200000">
                <a:pos x="wd2" y="hd2"/>
              </a:cxn>
            </a:cxnLst>
            <a:rect l="0" t="0" r="r" b="b"/>
            <a:pathLst>
              <a:path w="18746" h="18889" fill="norm" stroke="1" extrusionOk="0">
                <a:moveTo>
                  <a:pt x="3600" y="4523"/>
                </a:moveTo>
                <a:cubicBezTo>
                  <a:pt x="2485" y="5622"/>
                  <a:pt x="-2636" y="12862"/>
                  <a:pt x="1742" y="17174"/>
                </a:cubicBezTo>
                <a:cubicBezTo>
                  <a:pt x="6120" y="21486"/>
                  <a:pt x="13471" y="16442"/>
                  <a:pt x="14586" y="15344"/>
                </a:cubicBezTo>
                <a:cubicBezTo>
                  <a:pt x="15660" y="14286"/>
                  <a:pt x="14214" y="10706"/>
                  <a:pt x="11282" y="7818"/>
                </a:cubicBezTo>
                <a:cubicBezTo>
                  <a:pt x="8350" y="4889"/>
                  <a:pt x="4674" y="3466"/>
                  <a:pt x="3600" y="4523"/>
                </a:cubicBezTo>
                <a:close/>
                <a:moveTo>
                  <a:pt x="13099" y="14286"/>
                </a:moveTo>
                <a:cubicBezTo>
                  <a:pt x="12728" y="14652"/>
                  <a:pt x="10208" y="13920"/>
                  <a:pt x="7606" y="11398"/>
                </a:cubicBezTo>
                <a:cubicBezTo>
                  <a:pt x="5046" y="8876"/>
                  <a:pt x="4302" y="6354"/>
                  <a:pt x="4674" y="5988"/>
                </a:cubicBezTo>
                <a:cubicBezTo>
                  <a:pt x="5046" y="5622"/>
                  <a:pt x="7606" y="6354"/>
                  <a:pt x="10208" y="8876"/>
                </a:cubicBezTo>
                <a:cubicBezTo>
                  <a:pt x="12728" y="11398"/>
                  <a:pt x="13471" y="13920"/>
                  <a:pt x="13099" y="14286"/>
                </a:cubicBezTo>
                <a:close/>
                <a:moveTo>
                  <a:pt x="13471" y="6354"/>
                </a:moveTo>
                <a:cubicBezTo>
                  <a:pt x="13471" y="6354"/>
                  <a:pt x="13843" y="6354"/>
                  <a:pt x="14214" y="5988"/>
                </a:cubicBezTo>
                <a:cubicBezTo>
                  <a:pt x="16032" y="4198"/>
                  <a:pt x="16032" y="4198"/>
                  <a:pt x="16032" y="4198"/>
                </a:cubicBezTo>
                <a:cubicBezTo>
                  <a:pt x="16403" y="3832"/>
                  <a:pt x="16403" y="3100"/>
                  <a:pt x="16032" y="2733"/>
                </a:cubicBezTo>
                <a:cubicBezTo>
                  <a:pt x="15660" y="2367"/>
                  <a:pt x="14917" y="2367"/>
                  <a:pt x="14586" y="2733"/>
                </a:cubicBezTo>
                <a:cubicBezTo>
                  <a:pt x="12728" y="4523"/>
                  <a:pt x="12728" y="4523"/>
                  <a:pt x="12728" y="4523"/>
                </a:cubicBezTo>
                <a:cubicBezTo>
                  <a:pt x="12026" y="4889"/>
                  <a:pt x="12026" y="5622"/>
                  <a:pt x="12728" y="5988"/>
                </a:cubicBezTo>
                <a:cubicBezTo>
                  <a:pt x="12728" y="6354"/>
                  <a:pt x="13099" y="6354"/>
                  <a:pt x="13471" y="6354"/>
                </a:cubicBezTo>
                <a:close/>
                <a:moveTo>
                  <a:pt x="9465" y="3832"/>
                </a:moveTo>
                <a:cubicBezTo>
                  <a:pt x="9837" y="3832"/>
                  <a:pt x="9837" y="3832"/>
                  <a:pt x="10208" y="3832"/>
                </a:cubicBezTo>
                <a:cubicBezTo>
                  <a:pt x="10539" y="3832"/>
                  <a:pt x="10910" y="3832"/>
                  <a:pt x="10910" y="3466"/>
                </a:cubicBezTo>
                <a:cubicBezTo>
                  <a:pt x="12026" y="1310"/>
                  <a:pt x="12026" y="1310"/>
                  <a:pt x="12026" y="1310"/>
                </a:cubicBezTo>
                <a:cubicBezTo>
                  <a:pt x="12397" y="944"/>
                  <a:pt x="12397" y="211"/>
                  <a:pt x="11654" y="211"/>
                </a:cubicBezTo>
                <a:cubicBezTo>
                  <a:pt x="11282" y="-114"/>
                  <a:pt x="10539" y="-114"/>
                  <a:pt x="10208" y="578"/>
                </a:cubicBezTo>
                <a:cubicBezTo>
                  <a:pt x="9093" y="2367"/>
                  <a:pt x="9093" y="2367"/>
                  <a:pt x="9093" y="2367"/>
                </a:cubicBezTo>
                <a:cubicBezTo>
                  <a:pt x="9093" y="2733"/>
                  <a:pt x="9093" y="3466"/>
                  <a:pt x="9465" y="3832"/>
                </a:cubicBezTo>
                <a:close/>
                <a:moveTo>
                  <a:pt x="18592" y="6679"/>
                </a:moveTo>
                <a:cubicBezTo>
                  <a:pt x="18221" y="6354"/>
                  <a:pt x="17849" y="6354"/>
                  <a:pt x="17105" y="6354"/>
                </a:cubicBezTo>
                <a:cubicBezTo>
                  <a:pt x="15288" y="7411"/>
                  <a:pt x="15288" y="7411"/>
                  <a:pt x="15288" y="7411"/>
                </a:cubicBezTo>
                <a:cubicBezTo>
                  <a:pt x="14586" y="7818"/>
                  <a:pt x="14586" y="8510"/>
                  <a:pt x="14917" y="8876"/>
                </a:cubicBezTo>
                <a:cubicBezTo>
                  <a:pt x="14917" y="9242"/>
                  <a:pt x="15288" y="9608"/>
                  <a:pt x="15660" y="9608"/>
                </a:cubicBezTo>
                <a:cubicBezTo>
                  <a:pt x="16032" y="9608"/>
                  <a:pt x="16032" y="9242"/>
                  <a:pt x="16403" y="9242"/>
                </a:cubicBezTo>
                <a:cubicBezTo>
                  <a:pt x="18221" y="8184"/>
                  <a:pt x="18221" y="8184"/>
                  <a:pt x="18221" y="8184"/>
                </a:cubicBezTo>
                <a:cubicBezTo>
                  <a:pt x="18592" y="7818"/>
                  <a:pt x="18964" y="7411"/>
                  <a:pt x="18592" y="667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6" name="Shape 7576"/>
          <p:cNvSpPr/>
          <p:nvPr/>
        </p:nvSpPr>
        <p:spPr>
          <a:xfrm>
            <a:off x="2882730" y="4603164"/>
            <a:ext cx="517000" cy="519639"/>
          </a:xfrm>
          <a:custGeom>
            <a:avLst/>
            <a:gdLst/>
            <a:ahLst/>
            <a:cxnLst>
              <a:cxn ang="0">
                <a:pos x="wd2" y="hd2"/>
              </a:cxn>
              <a:cxn ang="5400000">
                <a:pos x="wd2" y="hd2"/>
              </a:cxn>
              <a:cxn ang="10800000">
                <a:pos x="wd2" y="hd2"/>
              </a:cxn>
              <a:cxn ang="16200000">
                <a:pos x="wd2" y="hd2"/>
              </a:cxn>
            </a:cxnLst>
            <a:rect l="0" t="0" r="r" b="b"/>
            <a:pathLst>
              <a:path w="21381" h="21490" fill="norm" stroke="1" extrusionOk="0">
                <a:moveTo>
                  <a:pt x="21053" y="329"/>
                </a:moveTo>
                <a:cubicBezTo>
                  <a:pt x="20567" y="-110"/>
                  <a:pt x="19740" y="-110"/>
                  <a:pt x="19350" y="329"/>
                </a:cubicBezTo>
                <a:cubicBezTo>
                  <a:pt x="329" y="19345"/>
                  <a:pt x="329" y="19345"/>
                  <a:pt x="329" y="19345"/>
                </a:cubicBezTo>
                <a:cubicBezTo>
                  <a:pt x="-109" y="19783"/>
                  <a:pt x="-109" y="20612"/>
                  <a:pt x="329" y="21051"/>
                </a:cubicBezTo>
                <a:cubicBezTo>
                  <a:pt x="767" y="21490"/>
                  <a:pt x="767" y="21490"/>
                  <a:pt x="1205" y="21490"/>
                </a:cubicBezTo>
                <a:cubicBezTo>
                  <a:pt x="1642" y="21490"/>
                  <a:pt x="1642" y="21490"/>
                  <a:pt x="2080" y="21051"/>
                </a:cubicBezTo>
                <a:cubicBezTo>
                  <a:pt x="21053" y="2084"/>
                  <a:pt x="21053" y="2084"/>
                  <a:pt x="21053" y="2084"/>
                </a:cubicBezTo>
                <a:cubicBezTo>
                  <a:pt x="21491" y="1645"/>
                  <a:pt x="21491" y="1206"/>
                  <a:pt x="21053" y="329"/>
                </a:cubicBezTo>
                <a:close/>
                <a:moveTo>
                  <a:pt x="15848" y="9837"/>
                </a:moveTo>
                <a:cubicBezTo>
                  <a:pt x="17550" y="12031"/>
                  <a:pt x="17988" y="14176"/>
                  <a:pt x="17550" y="14615"/>
                </a:cubicBezTo>
                <a:cubicBezTo>
                  <a:pt x="17161" y="14615"/>
                  <a:pt x="15410" y="14176"/>
                  <a:pt x="12832" y="12470"/>
                </a:cubicBezTo>
                <a:cubicBezTo>
                  <a:pt x="6410" y="19345"/>
                  <a:pt x="6410" y="19345"/>
                  <a:pt x="6410" y="19345"/>
                </a:cubicBezTo>
                <a:cubicBezTo>
                  <a:pt x="11567" y="21490"/>
                  <a:pt x="17988" y="16760"/>
                  <a:pt x="19350" y="15444"/>
                </a:cubicBezTo>
                <a:cubicBezTo>
                  <a:pt x="20177" y="14615"/>
                  <a:pt x="19350" y="11592"/>
                  <a:pt x="16723" y="8520"/>
                </a:cubicBezTo>
                <a:lnTo>
                  <a:pt x="15848" y="9837"/>
                </a:lnTo>
                <a:close/>
                <a:moveTo>
                  <a:pt x="8988" y="8520"/>
                </a:moveTo>
                <a:cubicBezTo>
                  <a:pt x="7675" y="6375"/>
                  <a:pt x="7237" y="4668"/>
                  <a:pt x="7675" y="4230"/>
                </a:cubicBezTo>
                <a:cubicBezTo>
                  <a:pt x="7675" y="4230"/>
                  <a:pt x="9426" y="4668"/>
                  <a:pt x="11567" y="5936"/>
                </a:cubicBezTo>
                <a:cubicBezTo>
                  <a:pt x="12832" y="4668"/>
                  <a:pt x="12832" y="4668"/>
                  <a:pt x="12832" y="4668"/>
                </a:cubicBezTo>
                <a:cubicBezTo>
                  <a:pt x="9815" y="2474"/>
                  <a:pt x="7675" y="1645"/>
                  <a:pt x="6410" y="2913"/>
                </a:cubicBezTo>
                <a:cubicBezTo>
                  <a:pt x="5048" y="3791"/>
                  <a:pt x="1205" y="9837"/>
                  <a:pt x="2469" y="15054"/>
                </a:cubicBezTo>
                <a:lnTo>
                  <a:pt x="8988" y="852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7" name="Shape 7577"/>
          <p:cNvSpPr/>
          <p:nvPr/>
        </p:nvSpPr>
        <p:spPr>
          <a:xfrm>
            <a:off x="18044416" y="3554855"/>
            <a:ext cx="523006" cy="287778"/>
          </a:xfrm>
          <a:custGeom>
            <a:avLst/>
            <a:gdLst/>
            <a:ahLst/>
            <a:cxnLst>
              <a:cxn ang="0">
                <a:pos x="wd2" y="hd2"/>
              </a:cxn>
              <a:cxn ang="5400000">
                <a:pos x="wd2" y="hd2"/>
              </a:cxn>
              <a:cxn ang="10800000">
                <a:pos x="wd2" y="hd2"/>
              </a:cxn>
              <a:cxn ang="16200000">
                <a:pos x="wd2" y="hd2"/>
              </a:cxn>
            </a:cxnLst>
            <a:rect l="0" t="0" r="r" b="b"/>
            <a:pathLst>
              <a:path w="21209" h="21126" fill="norm" stroke="1" extrusionOk="0">
                <a:moveTo>
                  <a:pt x="21209" y="18003"/>
                </a:moveTo>
                <a:cubicBezTo>
                  <a:pt x="21209" y="19565"/>
                  <a:pt x="20349" y="21126"/>
                  <a:pt x="19489" y="21126"/>
                </a:cubicBezTo>
                <a:cubicBezTo>
                  <a:pt x="899" y="21126"/>
                  <a:pt x="899" y="21126"/>
                  <a:pt x="899" y="21126"/>
                </a:cubicBezTo>
                <a:cubicBezTo>
                  <a:pt x="39" y="21126"/>
                  <a:pt x="-391" y="20345"/>
                  <a:pt x="469" y="19565"/>
                </a:cubicBezTo>
                <a:cubicBezTo>
                  <a:pt x="19489" y="307"/>
                  <a:pt x="19489" y="307"/>
                  <a:pt x="19489" y="307"/>
                </a:cubicBezTo>
                <a:cubicBezTo>
                  <a:pt x="20349" y="-474"/>
                  <a:pt x="21209" y="307"/>
                  <a:pt x="21209" y="1868"/>
                </a:cubicBezTo>
                <a:lnTo>
                  <a:pt x="21209" y="18003"/>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8" name="Shape 7578"/>
          <p:cNvSpPr/>
          <p:nvPr/>
        </p:nvSpPr>
        <p:spPr>
          <a:xfrm>
            <a:off x="6492535" y="3528925"/>
            <a:ext cx="289076" cy="353883"/>
          </a:xfrm>
          <a:custGeom>
            <a:avLst/>
            <a:gdLst/>
            <a:ahLst/>
            <a:cxnLst>
              <a:cxn ang="0">
                <a:pos x="wd2" y="hd2"/>
              </a:cxn>
              <a:cxn ang="5400000">
                <a:pos x="wd2" y="hd2"/>
              </a:cxn>
              <a:cxn ang="10800000">
                <a:pos x="wd2" y="hd2"/>
              </a:cxn>
              <a:cxn ang="16200000">
                <a:pos x="wd2" y="hd2"/>
              </a:cxn>
            </a:cxnLst>
            <a:rect l="0" t="0" r="r" b="b"/>
            <a:pathLst>
              <a:path w="21600" h="20839" fill="norm" stroke="1" extrusionOk="0">
                <a:moveTo>
                  <a:pt x="20903" y="9445"/>
                </a:moveTo>
                <a:cubicBezTo>
                  <a:pt x="2352" y="247"/>
                  <a:pt x="2352" y="247"/>
                  <a:pt x="2352" y="247"/>
                </a:cubicBezTo>
                <a:cubicBezTo>
                  <a:pt x="784" y="-380"/>
                  <a:pt x="0" y="247"/>
                  <a:pt x="0" y="1432"/>
                </a:cubicBezTo>
                <a:cubicBezTo>
                  <a:pt x="0" y="19339"/>
                  <a:pt x="0" y="19339"/>
                  <a:pt x="0" y="19339"/>
                </a:cubicBezTo>
                <a:cubicBezTo>
                  <a:pt x="0" y="20593"/>
                  <a:pt x="784" y="21220"/>
                  <a:pt x="2352" y="20593"/>
                </a:cubicBezTo>
                <a:cubicBezTo>
                  <a:pt x="20903" y="11326"/>
                  <a:pt x="20903" y="11326"/>
                  <a:pt x="20903" y="11326"/>
                </a:cubicBezTo>
                <a:cubicBezTo>
                  <a:pt x="20903" y="11326"/>
                  <a:pt x="21600" y="10699"/>
                  <a:pt x="21600" y="10072"/>
                </a:cubicBezTo>
                <a:lnTo>
                  <a:pt x="20903" y="9445"/>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79" name="Shape 7579"/>
          <p:cNvSpPr/>
          <p:nvPr/>
        </p:nvSpPr>
        <p:spPr>
          <a:xfrm>
            <a:off x="7860811" y="3501745"/>
            <a:ext cx="102493" cy="4082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418" y="0"/>
                  <a:pt x="0" y="562"/>
                  <a:pt x="0" y="1686"/>
                </a:cubicBezTo>
                <a:cubicBezTo>
                  <a:pt x="0" y="19353"/>
                  <a:pt x="0" y="19353"/>
                  <a:pt x="0" y="19353"/>
                </a:cubicBezTo>
                <a:cubicBezTo>
                  <a:pt x="0" y="21038"/>
                  <a:pt x="4418" y="21600"/>
                  <a:pt x="10800" y="21600"/>
                </a:cubicBezTo>
                <a:cubicBezTo>
                  <a:pt x="17427" y="21600"/>
                  <a:pt x="21600" y="21038"/>
                  <a:pt x="21600" y="19353"/>
                </a:cubicBezTo>
                <a:cubicBezTo>
                  <a:pt x="21600" y="1686"/>
                  <a:pt x="21600" y="1686"/>
                  <a:pt x="21600" y="1686"/>
                </a:cubicBezTo>
                <a:cubicBezTo>
                  <a:pt x="21600" y="562"/>
                  <a:pt x="17427" y="0"/>
                  <a:pt x="10800"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0" name="Shape 7580"/>
          <p:cNvSpPr/>
          <p:nvPr/>
        </p:nvSpPr>
        <p:spPr>
          <a:xfrm>
            <a:off x="7653497" y="3501745"/>
            <a:ext cx="102493" cy="4082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173" y="0"/>
                  <a:pt x="0" y="562"/>
                  <a:pt x="0" y="1686"/>
                </a:cubicBezTo>
                <a:cubicBezTo>
                  <a:pt x="0" y="19353"/>
                  <a:pt x="0" y="19353"/>
                  <a:pt x="0" y="19353"/>
                </a:cubicBezTo>
                <a:cubicBezTo>
                  <a:pt x="0" y="21038"/>
                  <a:pt x="4173" y="21600"/>
                  <a:pt x="10800" y="21600"/>
                </a:cubicBezTo>
                <a:cubicBezTo>
                  <a:pt x="17427" y="21600"/>
                  <a:pt x="21600" y="21038"/>
                  <a:pt x="21600" y="19353"/>
                </a:cubicBezTo>
                <a:cubicBezTo>
                  <a:pt x="21600" y="1686"/>
                  <a:pt x="21600" y="1686"/>
                  <a:pt x="21600" y="1686"/>
                </a:cubicBezTo>
                <a:cubicBezTo>
                  <a:pt x="21600" y="562"/>
                  <a:pt x="17427" y="0"/>
                  <a:pt x="10800"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1" name="Shape 7581"/>
          <p:cNvSpPr/>
          <p:nvPr/>
        </p:nvSpPr>
        <p:spPr>
          <a:xfrm>
            <a:off x="8762628" y="3501745"/>
            <a:ext cx="418636" cy="4082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0" y="0"/>
                </a:moveTo>
                <a:cubicBezTo>
                  <a:pt x="4868" y="0"/>
                  <a:pt x="0" y="4994"/>
                  <a:pt x="0" y="10488"/>
                </a:cubicBezTo>
                <a:cubicBezTo>
                  <a:pt x="0" y="16606"/>
                  <a:pt x="4868" y="21600"/>
                  <a:pt x="10770" y="21600"/>
                </a:cubicBezTo>
                <a:cubicBezTo>
                  <a:pt x="16672" y="21600"/>
                  <a:pt x="21600" y="16606"/>
                  <a:pt x="21600" y="10488"/>
                </a:cubicBezTo>
                <a:cubicBezTo>
                  <a:pt x="21600" y="4994"/>
                  <a:pt x="16672" y="0"/>
                  <a:pt x="10770"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2" name="Shape 7582"/>
          <p:cNvSpPr/>
          <p:nvPr/>
        </p:nvSpPr>
        <p:spPr>
          <a:xfrm>
            <a:off x="9965052" y="3532842"/>
            <a:ext cx="351268" cy="3409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88" y="0"/>
                </a:moveTo>
                <a:cubicBezTo>
                  <a:pt x="2512" y="0"/>
                  <a:pt x="2512" y="0"/>
                  <a:pt x="2512" y="0"/>
                </a:cubicBezTo>
                <a:cubicBezTo>
                  <a:pt x="1292" y="0"/>
                  <a:pt x="0" y="0"/>
                  <a:pt x="0" y="1923"/>
                </a:cubicBezTo>
                <a:cubicBezTo>
                  <a:pt x="0" y="19677"/>
                  <a:pt x="0" y="19677"/>
                  <a:pt x="0" y="19677"/>
                </a:cubicBezTo>
                <a:cubicBezTo>
                  <a:pt x="0" y="20934"/>
                  <a:pt x="1292" y="21600"/>
                  <a:pt x="2512" y="21600"/>
                </a:cubicBezTo>
                <a:cubicBezTo>
                  <a:pt x="19088" y="21600"/>
                  <a:pt x="19088" y="21600"/>
                  <a:pt x="19088" y="21600"/>
                </a:cubicBezTo>
                <a:cubicBezTo>
                  <a:pt x="20308" y="21600"/>
                  <a:pt x="21600" y="20934"/>
                  <a:pt x="21600" y="19677"/>
                </a:cubicBezTo>
                <a:cubicBezTo>
                  <a:pt x="21600" y="1923"/>
                  <a:pt x="21600" y="1923"/>
                  <a:pt x="21600" y="1923"/>
                </a:cubicBezTo>
                <a:cubicBezTo>
                  <a:pt x="21600" y="0"/>
                  <a:pt x="20308" y="0"/>
                  <a:pt x="19088"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3" name="Shape 7583"/>
          <p:cNvSpPr/>
          <p:nvPr/>
        </p:nvSpPr>
        <p:spPr>
          <a:xfrm>
            <a:off x="11048271" y="3539204"/>
            <a:ext cx="517118" cy="328178"/>
          </a:xfrm>
          <a:custGeom>
            <a:avLst/>
            <a:gdLst/>
            <a:ahLst/>
            <a:cxnLst>
              <a:cxn ang="0">
                <a:pos x="wd2" y="hd2"/>
              </a:cxn>
              <a:cxn ang="5400000">
                <a:pos x="wd2" y="hd2"/>
              </a:cxn>
              <a:cxn ang="10800000">
                <a:pos x="wd2" y="hd2"/>
              </a:cxn>
              <a:cxn ang="16200000">
                <a:pos x="wd2" y="hd2"/>
              </a:cxn>
            </a:cxnLst>
            <a:rect l="0" t="0" r="r" b="b"/>
            <a:pathLst>
              <a:path w="21600" h="20794" fill="norm" stroke="1" extrusionOk="0">
                <a:moveTo>
                  <a:pt x="21209" y="9361"/>
                </a:moveTo>
                <a:cubicBezTo>
                  <a:pt x="12071" y="263"/>
                  <a:pt x="12071" y="263"/>
                  <a:pt x="12071" y="263"/>
                </a:cubicBezTo>
                <a:cubicBezTo>
                  <a:pt x="11191" y="-403"/>
                  <a:pt x="10800" y="263"/>
                  <a:pt x="10800" y="1520"/>
                </a:cubicBezTo>
                <a:cubicBezTo>
                  <a:pt x="10800" y="19274"/>
                  <a:pt x="10800" y="19274"/>
                  <a:pt x="10800" y="19274"/>
                </a:cubicBezTo>
                <a:cubicBezTo>
                  <a:pt x="10800" y="20531"/>
                  <a:pt x="11191" y="21197"/>
                  <a:pt x="12071" y="20531"/>
                </a:cubicBezTo>
                <a:cubicBezTo>
                  <a:pt x="21209" y="11359"/>
                  <a:pt x="21209" y="11359"/>
                  <a:pt x="21209" y="11359"/>
                </a:cubicBezTo>
                <a:cubicBezTo>
                  <a:pt x="21209" y="11359"/>
                  <a:pt x="21600" y="10693"/>
                  <a:pt x="21600" y="10027"/>
                </a:cubicBezTo>
                <a:lnTo>
                  <a:pt x="21209" y="9361"/>
                </a:lnTo>
                <a:close/>
                <a:moveTo>
                  <a:pt x="9920" y="9361"/>
                </a:moveTo>
                <a:cubicBezTo>
                  <a:pt x="1271" y="263"/>
                  <a:pt x="1271" y="263"/>
                  <a:pt x="1271" y="263"/>
                </a:cubicBezTo>
                <a:cubicBezTo>
                  <a:pt x="831" y="-403"/>
                  <a:pt x="0" y="263"/>
                  <a:pt x="0" y="1520"/>
                </a:cubicBezTo>
                <a:cubicBezTo>
                  <a:pt x="0" y="19274"/>
                  <a:pt x="0" y="19274"/>
                  <a:pt x="0" y="19274"/>
                </a:cubicBezTo>
                <a:cubicBezTo>
                  <a:pt x="0" y="20531"/>
                  <a:pt x="831" y="21197"/>
                  <a:pt x="1271" y="20531"/>
                </a:cubicBezTo>
                <a:cubicBezTo>
                  <a:pt x="9920" y="11359"/>
                  <a:pt x="9920" y="11359"/>
                  <a:pt x="9920" y="11359"/>
                </a:cubicBezTo>
                <a:cubicBezTo>
                  <a:pt x="9920" y="11359"/>
                  <a:pt x="10360" y="10693"/>
                  <a:pt x="10360" y="10027"/>
                </a:cubicBezTo>
                <a:lnTo>
                  <a:pt x="9920" y="936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4" name="Shape 7584"/>
          <p:cNvSpPr/>
          <p:nvPr/>
        </p:nvSpPr>
        <p:spPr>
          <a:xfrm>
            <a:off x="12214414" y="3539204"/>
            <a:ext cx="522292" cy="328178"/>
          </a:xfrm>
          <a:custGeom>
            <a:avLst/>
            <a:gdLst/>
            <a:ahLst/>
            <a:cxnLst>
              <a:cxn ang="0">
                <a:pos x="wd2" y="hd2"/>
              </a:cxn>
              <a:cxn ang="5400000">
                <a:pos x="wd2" y="hd2"/>
              </a:cxn>
              <a:cxn ang="10800000">
                <a:pos x="wd2" y="hd2"/>
              </a:cxn>
              <a:cxn ang="16200000">
                <a:pos x="wd2" y="hd2"/>
              </a:cxn>
            </a:cxnLst>
            <a:rect l="0" t="0" r="r" b="b"/>
            <a:pathLst>
              <a:path w="21600" h="20794" fill="norm" stroke="1" extrusionOk="0">
                <a:moveTo>
                  <a:pt x="0" y="10027"/>
                </a:moveTo>
                <a:cubicBezTo>
                  <a:pt x="0" y="10693"/>
                  <a:pt x="439" y="11359"/>
                  <a:pt x="439" y="11359"/>
                </a:cubicBezTo>
                <a:cubicBezTo>
                  <a:pt x="9508" y="20531"/>
                  <a:pt x="9508" y="20531"/>
                  <a:pt x="9508" y="20531"/>
                </a:cubicBezTo>
                <a:cubicBezTo>
                  <a:pt x="10337" y="21197"/>
                  <a:pt x="10824" y="20531"/>
                  <a:pt x="10824" y="19274"/>
                </a:cubicBezTo>
                <a:cubicBezTo>
                  <a:pt x="10824" y="1520"/>
                  <a:pt x="10824" y="1520"/>
                  <a:pt x="10824" y="1520"/>
                </a:cubicBezTo>
                <a:cubicBezTo>
                  <a:pt x="10824" y="263"/>
                  <a:pt x="10337" y="-403"/>
                  <a:pt x="9508" y="263"/>
                </a:cubicBezTo>
                <a:cubicBezTo>
                  <a:pt x="439" y="9361"/>
                  <a:pt x="439" y="9361"/>
                  <a:pt x="439" y="9361"/>
                </a:cubicBezTo>
                <a:lnTo>
                  <a:pt x="0" y="10027"/>
                </a:lnTo>
                <a:close/>
                <a:moveTo>
                  <a:pt x="11263" y="10027"/>
                </a:moveTo>
                <a:cubicBezTo>
                  <a:pt x="11263" y="10693"/>
                  <a:pt x="11653" y="11359"/>
                  <a:pt x="11653" y="11359"/>
                </a:cubicBezTo>
                <a:cubicBezTo>
                  <a:pt x="20284" y="20531"/>
                  <a:pt x="20284" y="20531"/>
                  <a:pt x="20284" y="20531"/>
                </a:cubicBezTo>
                <a:cubicBezTo>
                  <a:pt x="20722" y="21197"/>
                  <a:pt x="21600" y="20531"/>
                  <a:pt x="21600" y="19274"/>
                </a:cubicBezTo>
                <a:cubicBezTo>
                  <a:pt x="21600" y="1520"/>
                  <a:pt x="21600" y="1520"/>
                  <a:pt x="21600" y="1520"/>
                </a:cubicBezTo>
                <a:cubicBezTo>
                  <a:pt x="21600" y="263"/>
                  <a:pt x="20722" y="-403"/>
                  <a:pt x="20284" y="263"/>
                </a:cubicBezTo>
                <a:cubicBezTo>
                  <a:pt x="11653" y="9361"/>
                  <a:pt x="11653" y="9361"/>
                  <a:pt x="11653" y="9361"/>
                </a:cubicBezTo>
                <a:lnTo>
                  <a:pt x="11263" y="10027"/>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5" name="Shape 7585"/>
          <p:cNvSpPr/>
          <p:nvPr/>
        </p:nvSpPr>
        <p:spPr>
          <a:xfrm>
            <a:off x="13463483" y="3532842"/>
            <a:ext cx="351268" cy="3409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7" y="10430"/>
                </a:moveTo>
                <a:cubicBezTo>
                  <a:pt x="6387" y="11096"/>
                  <a:pt x="7033" y="11762"/>
                  <a:pt x="7033" y="11762"/>
                </a:cubicBezTo>
                <a:cubicBezTo>
                  <a:pt x="19734" y="19677"/>
                  <a:pt x="19734" y="19677"/>
                  <a:pt x="19734" y="19677"/>
                </a:cubicBezTo>
                <a:cubicBezTo>
                  <a:pt x="20954" y="20268"/>
                  <a:pt x="21600" y="20268"/>
                  <a:pt x="21600" y="19011"/>
                </a:cubicBezTo>
                <a:cubicBezTo>
                  <a:pt x="21600" y="2589"/>
                  <a:pt x="21600" y="2589"/>
                  <a:pt x="21600" y="2589"/>
                </a:cubicBezTo>
                <a:cubicBezTo>
                  <a:pt x="21600" y="1258"/>
                  <a:pt x="20954" y="666"/>
                  <a:pt x="19734" y="1258"/>
                </a:cubicBezTo>
                <a:cubicBezTo>
                  <a:pt x="7033" y="9764"/>
                  <a:pt x="7033" y="9764"/>
                  <a:pt x="7033" y="9764"/>
                </a:cubicBezTo>
                <a:lnTo>
                  <a:pt x="6387" y="10430"/>
                </a:lnTo>
                <a:close/>
                <a:moveTo>
                  <a:pt x="0" y="1923"/>
                </a:moveTo>
                <a:cubicBezTo>
                  <a:pt x="0" y="19011"/>
                  <a:pt x="0" y="19011"/>
                  <a:pt x="0" y="19011"/>
                </a:cubicBezTo>
                <a:cubicBezTo>
                  <a:pt x="0" y="20934"/>
                  <a:pt x="1292" y="21600"/>
                  <a:pt x="2512" y="21600"/>
                </a:cubicBezTo>
                <a:cubicBezTo>
                  <a:pt x="4521" y="21600"/>
                  <a:pt x="5741" y="20934"/>
                  <a:pt x="5741" y="19011"/>
                </a:cubicBezTo>
                <a:cubicBezTo>
                  <a:pt x="5741" y="1923"/>
                  <a:pt x="5741" y="1923"/>
                  <a:pt x="5741" y="1923"/>
                </a:cubicBezTo>
                <a:cubicBezTo>
                  <a:pt x="5741" y="666"/>
                  <a:pt x="4521" y="0"/>
                  <a:pt x="2512" y="0"/>
                </a:cubicBezTo>
                <a:cubicBezTo>
                  <a:pt x="1292" y="0"/>
                  <a:pt x="0" y="666"/>
                  <a:pt x="0" y="192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6" name="Shape 7586"/>
          <p:cNvSpPr/>
          <p:nvPr/>
        </p:nvSpPr>
        <p:spPr>
          <a:xfrm>
            <a:off x="14629626" y="3532842"/>
            <a:ext cx="356441" cy="3409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91" y="9764"/>
                </a:moveTo>
                <a:cubicBezTo>
                  <a:pt x="1931" y="1258"/>
                  <a:pt x="1931" y="1258"/>
                  <a:pt x="1931" y="1258"/>
                </a:cubicBezTo>
                <a:cubicBezTo>
                  <a:pt x="715" y="666"/>
                  <a:pt x="0" y="1258"/>
                  <a:pt x="0" y="2589"/>
                </a:cubicBezTo>
                <a:cubicBezTo>
                  <a:pt x="0" y="19011"/>
                  <a:pt x="0" y="19011"/>
                  <a:pt x="0" y="19011"/>
                </a:cubicBezTo>
                <a:cubicBezTo>
                  <a:pt x="0" y="20268"/>
                  <a:pt x="715" y="20268"/>
                  <a:pt x="1931" y="19677"/>
                </a:cubicBezTo>
                <a:cubicBezTo>
                  <a:pt x="14591" y="11762"/>
                  <a:pt x="14591" y="11762"/>
                  <a:pt x="14591" y="11762"/>
                </a:cubicBezTo>
                <a:cubicBezTo>
                  <a:pt x="14591" y="11762"/>
                  <a:pt x="15234" y="11096"/>
                  <a:pt x="15234" y="10430"/>
                </a:cubicBezTo>
                <a:lnTo>
                  <a:pt x="14591" y="9764"/>
                </a:lnTo>
                <a:close/>
                <a:moveTo>
                  <a:pt x="19025" y="0"/>
                </a:moveTo>
                <a:cubicBezTo>
                  <a:pt x="17166" y="0"/>
                  <a:pt x="15878" y="666"/>
                  <a:pt x="15878" y="1923"/>
                </a:cubicBezTo>
                <a:cubicBezTo>
                  <a:pt x="15878" y="19011"/>
                  <a:pt x="15878" y="19011"/>
                  <a:pt x="15878" y="19011"/>
                </a:cubicBezTo>
                <a:cubicBezTo>
                  <a:pt x="15878" y="20934"/>
                  <a:pt x="17166" y="21600"/>
                  <a:pt x="19025" y="21600"/>
                </a:cubicBezTo>
                <a:cubicBezTo>
                  <a:pt x="20313" y="21600"/>
                  <a:pt x="21600" y="20934"/>
                  <a:pt x="21600" y="19011"/>
                </a:cubicBezTo>
                <a:cubicBezTo>
                  <a:pt x="21600" y="1923"/>
                  <a:pt x="21600" y="1923"/>
                  <a:pt x="21600" y="1923"/>
                </a:cubicBezTo>
                <a:cubicBezTo>
                  <a:pt x="21600" y="666"/>
                  <a:pt x="20313" y="0"/>
                  <a:pt x="19025"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7" name="Shape 7587"/>
          <p:cNvSpPr/>
          <p:nvPr/>
        </p:nvSpPr>
        <p:spPr>
          <a:xfrm>
            <a:off x="15743941" y="3470647"/>
            <a:ext cx="460093" cy="454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237" y="0"/>
                </a:moveTo>
                <a:lnTo>
                  <a:pt x="16172" y="2943"/>
                </a:lnTo>
                <a:lnTo>
                  <a:pt x="12240" y="6830"/>
                </a:lnTo>
                <a:lnTo>
                  <a:pt x="14732" y="9773"/>
                </a:lnTo>
                <a:lnTo>
                  <a:pt x="19108" y="5386"/>
                </a:lnTo>
                <a:lnTo>
                  <a:pt x="21600" y="8829"/>
                </a:lnTo>
                <a:lnTo>
                  <a:pt x="21600" y="0"/>
                </a:lnTo>
                <a:lnTo>
                  <a:pt x="13237" y="0"/>
                </a:lnTo>
                <a:close/>
                <a:moveTo>
                  <a:pt x="6868" y="12271"/>
                </a:moveTo>
                <a:lnTo>
                  <a:pt x="2437" y="16714"/>
                </a:lnTo>
                <a:lnTo>
                  <a:pt x="0" y="13271"/>
                </a:lnTo>
                <a:lnTo>
                  <a:pt x="0" y="21600"/>
                </a:lnTo>
                <a:lnTo>
                  <a:pt x="8806" y="21600"/>
                </a:lnTo>
                <a:lnTo>
                  <a:pt x="5372" y="19157"/>
                </a:lnTo>
                <a:lnTo>
                  <a:pt x="9305" y="15214"/>
                </a:lnTo>
                <a:lnTo>
                  <a:pt x="6868" y="1227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8" name="Shape 7588"/>
          <p:cNvSpPr/>
          <p:nvPr/>
        </p:nvSpPr>
        <p:spPr>
          <a:xfrm>
            <a:off x="16878986" y="3434370"/>
            <a:ext cx="517118" cy="5326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61" y="15687"/>
                </a:moveTo>
                <a:lnTo>
                  <a:pt x="0" y="19073"/>
                </a:lnTo>
                <a:lnTo>
                  <a:pt x="2150" y="21600"/>
                </a:lnTo>
                <a:lnTo>
                  <a:pt x="6011" y="17785"/>
                </a:lnTo>
                <a:lnTo>
                  <a:pt x="8210" y="20313"/>
                </a:lnTo>
                <a:lnTo>
                  <a:pt x="8210" y="13113"/>
                </a:lnTo>
                <a:lnTo>
                  <a:pt x="1271" y="13113"/>
                </a:lnTo>
                <a:lnTo>
                  <a:pt x="3861" y="15687"/>
                </a:lnTo>
                <a:close/>
                <a:moveTo>
                  <a:pt x="21600" y="2575"/>
                </a:moveTo>
                <a:lnTo>
                  <a:pt x="19450" y="0"/>
                </a:lnTo>
                <a:lnTo>
                  <a:pt x="16029" y="3862"/>
                </a:lnTo>
                <a:lnTo>
                  <a:pt x="13439" y="1335"/>
                </a:lnTo>
                <a:lnTo>
                  <a:pt x="13439" y="8058"/>
                </a:lnTo>
                <a:lnTo>
                  <a:pt x="20329" y="8058"/>
                </a:lnTo>
                <a:lnTo>
                  <a:pt x="18179" y="5960"/>
                </a:lnTo>
                <a:lnTo>
                  <a:pt x="21600" y="2575"/>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89" name="Shape 7589"/>
          <p:cNvSpPr/>
          <p:nvPr/>
        </p:nvSpPr>
        <p:spPr>
          <a:xfrm>
            <a:off x="5191640" y="8093760"/>
            <a:ext cx="563751"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90" y="0"/>
                  <a:pt x="0" y="4917"/>
                  <a:pt x="0" y="10616"/>
                </a:cubicBezTo>
                <a:cubicBezTo>
                  <a:pt x="0" y="16729"/>
                  <a:pt x="4790" y="21600"/>
                  <a:pt x="10800" y="21600"/>
                </a:cubicBezTo>
                <a:cubicBezTo>
                  <a:pt x="16810" y="21600"/>
                  <a:pt x="21600" y="16729"/>
                  <a:pt x="21600" y="10616"/>
                </a:cubicBezTo>
                <a:cubicBezTo>
                  <a:pt x="21600" y="4917"/>
                  <a:pt x="16810" y="0"/>
                  <a:pt x="10800" y="0"/>
                </a:cubicBezTo>
                <a:close/>
                <a:moveTo>
                  <a:pt x="10800" y="19578"/>
                </a:moveTo>
                <a:cubicBezTo>
                  <a:pt x="6010" y="19578"/>
                  <a:pt x="1988" y="15947"/>
                  <a:pt x="1988" y="10616"/>
                </a:cubicBezTo>
                <a:cubicBezTo>
                  <a:pt x="1988" y="5745"/>
                  <a:pt x="6010" y="1700"/>
                  <a:pt x="10800" y="1700"/>
                </a:cubicBezTo>
                <a:cubicBezTo>
                  <a:pt x="15590" y="1700"/>
                  <a:pt x="19612" y="5745"/>
                  <a:pt x="19612" y="10616"/>
                </a:cubicBezTo>
                <a:cubicBezTo>
                  <a:pt x="19612" y="15947"/>
                  <a:pt x="15590" y="19578"/>
                  <a:pt x="10800" y="1957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0" name="Shape 7590"/>
          <p:cNvSpPr/>
          <p:nvPr/>
        </p:nvSpPr>
        <p:spPr>
          <a:xfrm>
            <a:off x="6357780" y="8093760"/>
            <a:ext cx="563755"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45" y="0"/>
                </a:moveTo>
                <a:cubicBezTo>
                  <a:pt x="4790" y="0"/>
                  <a:pt x="0" y="4917"/>
                  <a:pt x="0" y="10616"/>
                </a:cubicBezTo>
                <a:cubicBezTo>
                  <a:pt x="0" y="16729"/>
                  <a:pt x="4790" y="21600"/>
                  <a:pt x="10845" y="21600"/>
                </a:cubicBezTo>
                <a:cubicBezTo>
                  <a:pt x="16810" y="21600"/>
                  <a:pt x="21600" y="16729"/>
                  <a:pt x="21600" y="10616"/>
                </a:cubicBezTo>
                <a:cubicBezTo>
                  <a:pt x="21600" y="4917"/>
                  <a:pt x="16810" y="0"/>
                  <a:pt x="10845" y="0"/>
                </a:cubicBezTo>
                <a:close/>
                <a:moveTo>
                  <a:pt x="2395" y="7767"/>
                </a:moveTo>
                <a:cubicBezTo>
                  <a:pt x="7998" y="10203"/>
                  <a:pt x="7998" y="10203"/>
                  <a:pt x="7998" y="10203"/>
                </a:cubicBezTo>
                <a:cubicBezTo>
                  <a:pt x="9580" y="11030"/>
                  <a:pt x="9580" y="11030"/>
                  <a:pt x="9580" y="11030"/>
                </a:cubicBezTo>
                <a:cubicBezTo>
                  <a:pt x="10845" y="11811"/>
                  <a:pt x="10845" y="11811"/>
                  <a:pt x="10845" y="11811"/>
                </a:cubicBezTo>
                <a:cubicBezTo>
                  <a:pt x="11975" y="12225"/>
                  <a:pt x="11975" y="12225"/>
                  <a:pt x="11975" y="12225"/>
                </a:cubicBezTo>
                <a:lnTo>
                  <a:pt x="12382" y="12638"/>
                </a:lnTo>
                <a:cubicBezTo>
                  <a:pt x="12382" y="13052"/>
                  <a:pt x="11975" y="13466"/>
                  <a:pt x="11975" y="13466"/>
                </a:cubicBezTo>
                <a:cubicBezTo>
                  <a:pt x="11613" y="13879"/>
                  <a:pt x="11207" y="13879"/>
                  <a:pt x="10845" y="13879"/>
                </a:cubicBezTo>
                <a:cubicBezTo>
                  <a:pt x="9987" y="13879"/>
                  <a:pt x="9173" y="13466"/>
                  <a:pt x="8405" y="13052"/>
                </a:cubicBezTo>
                <a:cubicBezTo>
                  <a:pt x="7185" y="14293"/>
                  <a:pt x="7185" y="14293"/>
                  <a:pt x="7185" y="14293"/>
                </a:cubicBezTo>
                <a:cubicBezTo>
                  <a:pt x="7998" y="15074"/>
                  <a:pt x="9173" y="15947"/>
                  <a:pt x="10393" y="15947"/>
                </a:cubicBezTo>
                <a:cubicBezTo>
                  <a:pt x="10393" y="17556"/>
                  <a:pt x="10393" y="17556"/>
                  <a:pt x="10393" y="17556"/>
                </a:cubicBezTo>
                <a:cubicBezTo>
                  <a:pt x="11613" y="17556"/>
                  <a:pt x="11613" y="17556"/>
                  <a:pt x="11613" y="17556"/>
                </a:cubicBezTo>
                <a:cubicBezTo>
                  <a:pt x="11613" y="15947"/>
                  <a:pt x="11613" y="15947"/>
                  <a:pt x="11613" y="15947"/>
                </a:cubicBezTo>
                <a:cubicBezTo>
                  <a:pt x="12382" y="15534"/>
                  <a:pt x="12833" y="15534"/>
                  <a:pt x="13602" y="15074"/>
                </a:cubicBezTo>
                <a:cubicBezTo>
                  <a:pt x="14008" y="14660"/>
                  <a:pt x="14415" y="13879"/>
                  <a:pt x="14415" y="13466"/>
                </a:cubicBezTo>
                <a:cubicBezTo>
                  <a:pt x="18437" y="15074"/>
                  <a:pt x="18437" y="15074"/>
                  <a:pt x="18437" y="15074"/>
                </a:cubicBezTo>
                <a:cubicBezTo>
                  <a:pt x="16810" y="17969"/>
                  <a:pt x="14008" y="19578"/>
                  <a:pt x="10845" y="19578"/>
                </a:cubicBezTo>
                <a:cubicBezTo>
                  <a:pt x="6010" y="19578"/>
                  <a:pt x="1988" y="15947"/>
                  <a:pt x="1988" y="10616"/>
                </a:cubicBezTo>
                <a:cubicBezTo>
                  <a:pt x="1988" y="9789"/>
                  <a:pt x="1988" y="8594"/>
                  <a:pt x="2395" y="7767"/>
                </a:cubicBezTo>
                <a:close/>
                <a:moveTo>
                  <a:pt x="14008" y="10616"/>
                </a:moveTo>
                <a:cubicBezTo>
                  <a:pt x="11975" y="9789"/>
                  <a:pt x="11975" y="9789"/>
                  <a:pt x="11975" y="9789"/>
                </a:cubicBezTo>
                <a:cubicBezTo>
                  <a:pt x="11207" y="9375"/>
                  <a:pt x="11207" y="9375"/>
                  <a:pt x="11207" y="9375"/>
                </a:cubicBezTo>
                <a:cubicBezTo>
                  <a:pt x="9580" y="8594"/>
                  <a:pt x="9580" y="8594"/>
                  <a:pt x="9580" y="8594"/>
                </a:cubicBezTo>
                <a:cubicBezTo>
                  <a:pt x="9580" y="8180"/>
                  <a:pt x="9987" y="8180"/>
                  <a:pt x="9987" y="7767"/>
                </a:cubicBezTo>
                <a:cubicBezTo>
                  <a:pt x="10393" y="7767"/>
                  <a:pt x="10845" y="7767"/>
                  <a:pt x="10845" y="7767"/>
                </a:cubicBezTo>
                <a:cubicBezTo>
                  <a:pt x="11613" y="7767"/>
                  <a:pt x="12382" y="7767"/>
                  <a:pt x="12833" y="8180"/>
                </a:cubicBezTo>
                <a:cubicBezTo>
                  <a:pt x="14415" y="6940"/>
                  <a:pt x="14415" y="6940"/>
                  <a:pt x="14415" y="6940"/>
                </a:cubicBezTo>
                <a:cubicBezTo>
                  <a:pt x="13602" y="6158"/>
                  <a:pt x="12382" y="5745"/>
                  <a:pt x="11613" y="5745"/>
                </a:cubicBezTo>
                <a:cubicBezTo>
                  <a:pt x="11613" y="4136"/>
                  <a:pt x="11613" y="4136"/>
                  <a:pt x="11613" y="4136"/>
                </a:cubicBezTo>
                <a:cubicBezTo>
                  <a:pt x="10393" y="4136"/>
                  <a:pt x="10393" y="4136"/>
                  <a:pt x="10393" y="4136"/>
                </a:cubicBezTo>
                <a:cubicBezTo>
                  <a:pt x="10393" y="5745"/>
                  <a:pt x="10393" y="5745"/>
                  <a:pt x="10393" y="5745"/>
                </a:cubicBezTo>
                <a:cubicBezTo>
                  <a:pt x="9580" y="5745"/>
                  <a:pt x="9173" y="6158"/>
                  <a:pt x="8405" y="6572"/>
                </a:cubicBezTo>
                <a:cubicBezTo>
                  <a:pt x="7998" y="6572"/>
                  <a:pt x="7592" y="7353"/>
                  <a:pt x="7592" y="7767"/>
                </a:cubicBezTo>
                <a:cubicBezTo>
                  <a:pt x="3615" y="5745"/>
                  <a:pt x="3615" y="5745"/>
                  <a:pt x="3615" y="5745"/>
                </a:cubicBezTo>
                <a:cubicBezTo>
                  <a:pt x="4790" y="3309"/>
                  <a:pt x="7592" y="1700"/>
                  <a:pt x="10845" y="1700"/>
                </a:cubicBezTo>
                <a:cubicBezTo>
                  <a:pt x="15635" y="1700"/>
                  <a:pt x="19612" y="5745"/>
                  <a:pt x="19612" y="10616"/>
                </a:cubicBezTo>
                <a:cubicBezTo>
                  <a:pt x="19612" y="11443"/>
                  <a:pt x="19612" y="12225"/>
                  <a:pt x="19205" y="13052"/>
                </a:cubicBezTo>
                <a:lnTo>
                  <a:pt x="14008" y="1061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1" name="Shape 7591"/>
          <p:cNvSpPr/>
          <p:nvPr/>
        </p:nvSpPr>
        <p:spPr>
          <a:xfrm>
            <a:off x="7523928" y="8093760"/>
            <a:ext cx="563754"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3" y="0"/>
                </a:moveTo>
                <a:cubicBezTo>
                  <a:pt x="4825" y="0"/>
                  <a:pt x="0" y="4917"/>
                  <a:pt x="0" y="10616"/>
                </a:cubicBezTo>
                <a:cubicBezTo>
                  <a:pt x="0" y="16729"/>
                  <a:pt x="4825" y="21600"/>
                  <a:pt x="10823" y="21600"/>
                </a:cubicBezTo>
                <a:cubicBezTo>
                  <a:pt x="16775" y="21600"/>
                  <a:pt x="21600" y="16729"/>
                  <a:pt x="21600" y="10616"/>
                </a:cubicBezTo>
                <a:cubicBezTo>
                  <a:pt x="21600" y="4917"/>
                  <a:pt x="16775" y="0"/>
                  <a:pt x="10823" y="0"/>
                </a:cubicBezTo>
                <a:close/>
                <a:moveTo>
                  <a:pt x="2390" y="7767"/>
                </a:moveTo>
                <a:cubicBezTo>
                  <a:pt x="5186" y="9008"/>
                  <a:pt x="5186" y="9008"/>
                  <a:pt x="5186" y="9008"/>
                </a:cubicBezTo>
                <a:cubicBezTo>
                  <a:pt x="5186" y="10616"/>
                  <a:pt x="5186" y="10616"/>
                  <a:pt x="5186" y="10616"/>
                </a:cubicBezTo>
                <a:cubicBezTo>
                  <a:pt x="6043" y="10616"/>
                  <a:pt x="6043" y="10616"/>
                  <a:pt x="6043" y="10616"/>
                </a:cubicBezTo>
                <a:cubicBezTo>
                  <a:pt x="6043" y="10616"/>
                  <a:pt x="6043" y="10616"/>
                  <a:pt x="6043" y="11030"/>
                </a:cubicBezTo>
                <a:cubicBezTo>
                  <a:pt x="6043" y="11443"/>
                  <a:pt x="6043" y="11443"/>
                  <a:pt x="6043" y="11443"/>
                </a:cubicBezTo>
                <a:cubicBezTo>
                  <a:pt x="5186" y="11443"/>
                  <a:pt x="5186" y="11443"/>
                  <a:pt x="5186" y="11443"/>
                </a:cubicBezTo>
                <a:cubicBezTo>
                  <a:pt x="5186" y="12638"/>
                  <a:pt x="5186" y="12638"/>
                  <a:pt x="5186" y="12638"/>
                </a:cubicBezTo>
                <a:cubicBezTo>
                  <a:pt x="6403" y="12638"/>
                  <a:pt x="6403" y="12638"/>
                  <a:pt x="6403" y="12638"/>
                </a:cubicBezTo>
                <a:cubicBezTo>
                  <a:pt x="6403" y="13466"/>
                  <a:pt x="6809" y="14293"/>
                  <a:pt x="7215" y="15074"/>
                </a:cubicBezTo>
                <a:cubicBezTo>
                  <a:pt x="8433" y="16315"/>
                  <a:pt x="10011" y="17142"/>
                  <a:pt x="11634" y="17142"/>
                </a:cubicBezTo>
                <a:cubicBezTo>
                  <a:pt x="12807" y="17142"/>
                  <a:pt x="14024" y="16729"/>
                  <a:pt x="14385" y="16315"/>
                </a:cubicBezTo>
                <a:cubicBezTo>
                  <a:pt x="14024" y="14293"/>
                  <a:pt x="14024" y="14293"/>
                  <a:pt x="14024" y="14293"/>
                </a:cubicBezTo>
                <a:cubicBezTo>
                  <a:pt x="13618" y="14660"/>
                  <a:pt x="12807" y="14660"/>
                  <a:pt x="11995" y="14660"/>
                </a:cubicBezTo>
                <a:cubicBezTo>
                  <a:pt x="11228" y="14660"/>
                  <a:pt x="10417" y="14660"/>
                  <a:pt x="9605" y="13879"/>
                </a:cubicBezTo>
                <a:cubicBezTo>
                  <a:pt x="9244" y="13466"/>
                  <a:pt x="9244" y="13052"/>
                  <a:pt x="9244" y="12638"/>
                </a:cubicBezTo>
                <a:cubicBezTo>
                  <a:pt x="12807" y="12638"/>
                  <a:pt x="12807" y="12638"/>
                  <a:pt x="12807" y="12638"/>
                </a:cubicBezTo>
                <a:cubicBezTo>
                  <a:pt x="18398" y="15074"/>
                  <a:pt x="18398" y="15074"/>
                  <a:pt x="18398" y="15074"/>
                </a:cubicBezTo>
                <a:cubicBezTo>
                  <a:pt x="16775" y="17969"/>
                  <a:pt x="14024" y="19578"/>
                  <a:pt x="10823" y="19578"/>
                </a:cubicBezTo>
                <a:cubicBezTo>
                  <a:pt x="6043" y="19578"/>
                  <a:pt x="2029" y="15947"/>
                  <a:pt x="2029" y="10616"/>
                </a:cubicBezTo>
                <a:cubicBezTo>
                  <a:pt x="2029" y="9789"/>
                  <a:pt x="2029" y="9008"/>
                  <a:pt x="2390" y="7767"/>
                </a:cubicBezTo>
                <a:close/>
                <a:moveTo>
                  <a:pt x="13618" y="10616"/>
                </a:moveTo>
                <a:cubicBezTo>
                  <a:pt x="13618" y="9008"/>
                  <a:pt x="13618" y="9008"/>
                  <a:pt x="13618" y="9008"/>
                </a:cubicBezTo>
                <a:cubicBezTo>
                  <a:pt x="10417" y="9008"/>
                  <a:pt x="10417" y="9008"/>
                  <a:pt x="10417" y="9008"/>
                </a:cubicBezTo>
                <a:cubicBezTo>
                  <a:pt x="9244" y="8594"/>
                  <a:pt x="9244" y="8594"/>
                  <a:pt x="9244" y="8594"/>
                </a:cubicBezTo>
                <a:cubicBezTo>
                  <a:pt x="9605" y="8180"/>
                  <a:pt x="9605" y="8180"/>
                  <a:pt x="9605" y="7767"/>
                </a:cubicBezTo>
                <a:cubicBezTo>
                  <a:pt x="10417" y="7353"/>
                  <a:pt x="11228" y="6940"/>
                  <a:pt x="11995" y="6940"/>
                </a:cubicBezTo>
                <a:cubicBezTo>
                  <a:pt x="12807" y="6940"/>
                  <a:pt x="13618" y="7353"/>
                  <a:pt x="14024" y="7353"/>
                </a:cubicBezTo>
                <a:cubicBezTo>
                  <a:pt x="14385" y="5331"/>
                  <a:pt x="14385" y="5331"/>
                  <a:pt x="14385" y="5331"/>
                </a:cubicBezTo>
                <a:cubicBezTo>
                  <a:pt x="13618" y="4917"/>
                  <a:pt x="12807" y="4917"/>
                  <a:pt x="11634" y="4917"/>
                </a:cubicBezTo>
                <a:cubicBezTo>
                  <a:pt x="10011" y="4917"/>
                  <a:pt x="8433" y="5331"/>
                  <a:pt x="7621" y="6572"/>
                </a:cubicBezTo>
                <a:cubicBezTo>
                  <a:pt x="7215" y="6940"/>
                  <a:pt x="7215" y="7353"/>
                  <a:pt x="6809" y="7353"/>
                </a:cubicBezTo>
                <a:cubicBezTo>
                  <a:pt x="3608" y="5745"/>
                  <a:pt x="3608" y="5745"/>
                  <a:pt x="3608" y="5745"/>
                </a:cubicBezTo>
                <a:cubicBezTo>
                  <a:pt x="4825" y="3309"/>
                  <a:pt x="7621" y="1700"/>
                  <a:pt x="10823" y="1700"/>
                </a:cubicBezTo>
                <a:cubicBezTo>
                  <a:pt x="15603" y="1700"/>
                  <a:pt x="19571" y="5745"/>
                  <a:pt x="19571" y="10616"/>
                </a:cubicBezTo>
                <a:cubicBezTo>
                  <a:pt x="19571" y="11443"/>
                  <a:pt x="19571" y="12225"/>
                  <a:pt x="19165" y="13052"/>
                </a:cubicBezTo>
                <a:lnTo>
                  <a:pt x="13618" y="10616"/>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2" name="Shape 7592"/>
          <p:cNvSpPr/>
          <p:nvPr/>
        </p:nvSpPr>
        <p:spPr>
          <a:xfrm>
            <a:off x="8690068" y="8093760"/>
            <a:ext cx="563757"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7" y="0"/>
                </a:moveTo>
                <a:cubicBezTo>
                  <a:pt x="4825" y="0"/>
                  <a:pt x="0" y="4917"/>
                  <a:pt x="0" y="10616"/>
                </a:cubicBezTo>
                <a:cubicBezTo>
                  <a:pt x="0" y="16729"/>
                  <a:pt x="4825" y="21600"/>
                  <a:pt x="10777" y="21600"/>
                </a:cubicBezTo>
                <a:cubicBezTo>
                  <a:pt x="16775" y="21600"/>
                  <a:pt x="21600" y="16729"/>
                  <a:pt x="21600" y="10616"/>
                </a:cubicBezTo>
                <a:cubicBezTo>
                  <a:pt x="21600" y="4917"/>
                  <a:pt x="16775" y="0"/>
                  <a:pt x="10777" y="0"/>
                </a:cubicBezTo>
                <a:close/>
                <a:moveTo>
                  <a:pt x="2390" y="8180"/>
                </a:moveTo>
                <a:cubicBezTo>
                  <a:pt x="7982" y="10616"/>
                  <a:pt x="7982" y="10616"/>
                  <a:pt x="7982" y="10616"/>
                </a:cubicBezTo>
                <a:cubicBezTo>
                  <a:pt x="6809" y="10616"/>
                  <a:pt x="6809" y="10616"/>
                  <a:pt x="6809" y="10616"/>
                </a:cubicBezTo>
                <a:cubicBezTo>
                  <a:pt x="6809" y="12225"/>
                  <a:pt x="6809" y="12225"/>
                  <a:pt x="6809" y="12225"/>
                </a:cubicBezTo>
                <a:cubicBezTo>
                  <a:pt x="9199" y="12225"/>
                  <a:pt x="9199" y="12225"/>
                  <a:pt x="9199" y="12225"/>
                </a:cubicBezTo>
                <a:cubicBezTo>
                  <a:pt x="9605" y="12638"/>
                  <a:pt x="9605" y="12638"/>
                  <a:pt x="9605" y="12638"/>
                </a:cubicBezTo>
                <a:cubicBezTo>
                  <a:pt x="9605" y="13466"/>
                  <a:pt x="9605" y="13466"/>
                  <a:pt x="9605" y="13466"/>
                </a:cubicBezTo>
                <a:cubicBezTo>
                  <a:pt x="6809" y="13466"/>
                  <a:pt x="6809" y="13466"/>
                  <a:pt x="6809" y="13466"/>
                </a:cubicBezTo>
                <a:cubicBezTo>
                  <a:pt x="6809" y="15534"/>
                  <a:pt x="6809" y="15534"/>
                  <a:pt x="6809" y="15534"/>
                </a:cubicBezTo>
                <a:cubicBezTo>
                  <a:pt x="9605" y="15534"/>
                  <a:pt x="9605" y="15534"/>
                  <a:pt x="9605" y="15534"/>
                </a:cubicBezTo>
                <a:cubicBezTo>
                  <a:pt x="9605" y="17969"/>
                  <a:pt x="9605" y="17969"/>
                  <a:pt x="9605" y="17969"/>
                </a:cubicBezTo>
                <a:cubicBezTo>
                  <a:pt x="11995" y="17969"/>
                  <a:pt x="11995" y="17969"/>
                  <a:pt x="11995" y="17969"/>
                </a:cubicBezTo>
                <a:cubicBezTo>
                  <a:pt x="11995" y="15534"/>
                  <a:pt x="11995" y="15534"/>
                  <a:pt x="11995" y="15534"/>
                </a:cubicBezTo>
                <a:cubicBezTo>
                  <a:pt x="14791" y="15534"/>
                  <a:pt x="14791" y="15534"/>
                  <a:pt x="14791" y="15534"/>
                </a:cubicBezTo>
                <a:cubicBezTo>
                  <a:pt x="14791" y="13879"/>
                  <a:pt x="14791" y="13879"/>
                  <a:pt x="14791" y="13879"/>
                </a:cubicBezTo>
                <a:cubicBezTo>
                  <a:pt x="18353" y="15534"/>
                  <a:pt x="18353" y="15534"/>
                  <a:pt x="18353" y="15534"/>
                </a:cubicBezTo>
                <a:cubicBezTo>
                  <a:pt x="16775" y="17969"/>
                  <a:pt x="13979" y="19578"/>
                  <a:pt x="10777" y="19578"/>
                </a:cubicBezTo>
                <a:cubicBezTo>
                  <a:pt x="5997" y="19578"/>
                  <a:pt x="1984" y="15947"/>
                  <a:pt x="1984" y="10616"/>
                </a:cubicBezTo>
                <a:cubicBezTo>
                  <a:pt x="1984" y="9789"/>
                  <a:pt x="1984" y="9008"/>
                  <a:pt x="2390" y="8180"/>
                </a:cubicBezTo>
                <a:close/>
                <a:moveTo>
                  <a:pt x="11995" y="13466"/>
                </a:moveTo>
                <a:cubicBezTo>
                  <a:pt x="11995" y="12638"/>
                  <a:pt x="11995" y="12638"/>
                  <a:pt x="11995" y="12638"/>
                </a:cubicBezTo>
                <a:cubicBezTo>
                  <a:pt x="12356" y="12638"/>
                  <a:pt x="12356" y="12638"/>
                  <a:pt x="12356" y="12638"/>
                </a:cubicBezTo>
                <a:cubicBezTo>
                  <a:pt x="14385" y="13466"/>
                  <a:pt x="14385" y="13466"/>
                  <a:pt x="14385" y="13466"/>
                </a:cubicBezTo>
                <a:lnTo>
                  <a:pt x="11995" y="13466"/>
                </a:lnTo>
                <a:close/>
                <a:moveTo>
                  <a:pt x="14791" y="11443"/>
                </a:moveTo>
                <a:cubicBezTo>
                  <a:pt x="14791" y="10616"/>
                  <a:pt x="14791" y="10616"/>
                  <a:pt x="14791" y="10616"/>
                </a:cubicBezTo>
                <a:cubicBezTo>
                  <a:pt x="13167" y="10616"/>
                  <a:pt x="13167" y="10616"/>
                  <a:pt x="13167" y="10616"/>
                </a:cubicBezTo>
                <a:cubicBezTo>
                  <a:pt x="15963" y="5331"/>
                  <a:pt x="15963" y="5331"/>
                  <a:pt x="15963" y="5331"/>
                </a:cubicBezTo>
                <a:cubicBezTo>
                  <a:pt x="13167" y="5331"/>
                  <a:pt x="13167" y="5331"/>
                  <a:pt x="13167" y="5331"/>
                </a:cubicBezTo>
                <a:cubicBezTo>
                  <a:pt x="11183" y="9789"/>
                  <a:pt x="11183" y="9789"/>
                  <a:pt x="11183" y="9789"/>
                </a:cubicBezTo>
                <a:cubicBezTo>
                  <a:pt x="10372" y="9375"/>
                  <a:pt x="10372" y="9375"/>
                  <a:pt x="10372" y="9375"/>
                </a:cubicBezTo>
                <a:cubicBezTo>
                  <a:pt x="8387" y="5331"/>
                  <a:pt x="8387" y="5331"/>
                  <a:pt x="8387" y="5331"/>
                </a:cubicBezTo>
                <a:cubicBezTo>
                  <a:pt x="5547" y="5331"/>
                  <a:pt x="5547" y="5331"/>
                  <a:pt x="5547" y="5331"/>
                </a:cubicBezTo>
                <a:cubicBezTo>
                  <a:pt x="6809" y="7767"/>
                  <a:pt x="6809" y="7767"/>
                  <a:pt x="6809" y="7767"/>
                </a:cubicBezTo>
                <a:cubicBezTo>
                  <a:pt x="3157" y="6158"/>
                  <a:pt x="3157" y="6158"/>
                  <a:pt x="3157" y="6158"/>
                </a:cubicBezTo>
                <a:cubicBezTo>
                  <a:pt x="4825" y="3723"/>
                  <a:pt x="7576" y="1700"/>
                  <a:pt x="10777" y="1700"/>
                </a:cubicBezTo>
                <a:cubicBezTo>
                  <a:pt x="15557" y="1700"/>
                  <a:pt x="19571" y="5745"/>
                  <a:pt x="19571" y="10616"/>
                </a:cubicBezTo>
                <a:cubicBezTo>
                  <a:pt x="19571" y="11811"/>
                  <a:pt x="19571" y="12638"/>
                  <a:pt x="19210" y="13466"/>
                </a:cubicBezTo>
                <a:lnTo>
                  <a:pt x="14791" y="1144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3" name="Shape 7593"/>
          <p:cNvSpPr/>
          <p:nvPr/>
        </p:nvSpPr>
        <p:spPr>
          <a:xfrm>
            <a:off x="9856213" y="8093760"/>
            <a:ext cx="563754"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7" y="4917"/>
                </a:moveTo>
                <a:cubicBezTo>
                  <a:pt x="9605" y="4917"/>
                  <a:pt x="8387" y="5331"/>
                  <a:pt x="7621" y="6158"/>
                </a:cubicBezTo>
                <a:cubicBezTo>
                  <a:pt x="6809" y="6940"/>
                  <a:pt x="6403" y="7767"/>
                  <a:pt x="5997" y="9375"/>
                </a:cubicBezTo>
                <a:cubicBezTo>
                  <a:pt x="5231" y="9375"/>
                  <a:pt x="5231" y="9375"/>
                  <a:pt x="5231" y="9375"/>
                </a:cubicBezTo>
                <a:cubicBezTo>
                  <a:pt x="7215" y="11443"/>
                  <a:pt x="7215" y="11443"/>
                  <a:pt x="7215" y="11443"/>
                </a:cubicBezTo>
                <a:cubicBezTo>
                  <a:pt x="9605" y="9375"/>
                  <a:pt x="9605" y="9375"/>
                  <a:pt x="9605" y="9375"/>
                </a:cubicBezTo>
                <a:cubicBezTo>
                  <a:pt x="8793" y="9375"/>
                  <a:pt x="8793" y="9375"/>
                  <a:pt x="8793" y="9375"/>
                </a:cubicBezTo>
                <a:cubicBezTo>
                  <a:pt x="8793" y="7767"/>
                  <a:pt x="9605" y="7353"/>
                  <a:pt x="11183" y="7353"/>
                </a:cubicBezTo>
                <a:cubicBezTo>
                  <a:pt x="11995" y="7353"/>
                  <a:pt x="12401" y="7767"/>
                  <a:pt x="12807" y="8180"/>
                </a:cubicBezTo>
                <a:cubicBezTo>
                  <a:pt x="13167" y="9008"/>
                  <a:pt x="13573" y="9789"/>
                  <a:pt x="13573" y="11030"/>
                </a:cubicBezTo>
                <a:cubicBezTo>
                  <a:pt x="13573" y="11811"/>
                  <a:pt x="13167" y="12638"/>
                  <a:pt x="12807" y="13466"/>
                </a:cubicBezTo>
                <a:cubicBezTo>
                  <a:pt x="12401" y="14293"/>
                  <a:pt x="11589" y="14660"/>
                  <a:pt x="11183" y="14660"/>
                </a:cubicBezTo>
                <a:cubicBezTo>
                  <a:pt x="9605" y="14660"/>
                  <a:pt x="8793" y="13879"/>
                  <a:pt x="8793" y="12638"/>
                </a:cubicBezTo>
                <a:cubicBezTo>
                  <a:pt x="5997" y="12638"/>
                  <a:pt x="5997" y="12638"/>
                  <a:pt x="5997" y="12638"/>
                </a:cubicBezTo>
                <a:cubicBezTo>
                  <a:pt x="5997" y="13879"/>
                  <a:pt x="6809" y="15074"/>
                  <a:pt x="7621" y="15534"/>
                </a:cubicBezTo>
                <a:cubicBezTo>
                  <a:pt x="8387" y="16315"/>
                  <a:pt x="9605" y="16729"/>
                  <a:pt x="10777" y="16729"/>
                </a:cubicBezTo>
                <a:cubicBezTo>
                  <a:pt x="12401" y="16729"/>
                  <a:pt x="13573" y="16315"/>
                  <a:pt x="14791" y="15074"/>
                </a:cubicBezTo>
                <a:cubicBezTo>
                  <a:pt x="15603" y="13879"/>
                  <a:pt x="16414" y="12638"/>
                  <a:pt x="16414" y="11030"/>
                </a:cubicBezTo>
                <a:cubicBezTo>
                  <a:pt x="16414" y="9375"/>
                  <a:pt x="15603" y="7767"/>
                  <a:pt x="14791" y="6572"/>
                </a:cubicBezTo>
                <a:cubicBezTo>
                  <a:pt x="13573" y="5745"/>
                  <a:pt x="12401" y="4917"/>
                  <a:pt x="10777" y="4917"/>
                </a:cubicBezTo>
                <a:close/>
                <a:moveTo>
                  <a:pt x="10777" y="0"/>
                </a:moveTo>
                <a:cubicBezTo>
                  <a:pt x="4825" y="0"/>
                  <a:pt x="0" y="4917"/>
                  <a:pt x="0" y="10616"/>
                </a:cubicBezTo>
                <a:cubicBezTo>
                  <a:pt x="0" y="16729"/>
                  <a:pt x="4825" y="21600"/>
                  <a:pt x="10777" y="21600"/>
                </a:cubicBezTo>
                <a:cubicBezTo>
                  <a:pt x="16775" y="21600"/>
                  <a:pt x="21600" y="16729"/>
                  <a:pt x="21600" y="10616"/>
                </a:cubicBezTo>
                <a:cubicBezTo>
                  <a:pt x="21600" y="4917"/>
                  <a:pt x="16775" y="0"/>
                  <a:pt x="10777" y="0"/>
                </a:cubicBezTo>
                <a:close/>
                <a:moveTo>
                  <a:pt x="10777" y="19578"/>
                </a:moveTo>
                <a:cubicBezTo>
                  <a:pt x="5997" y="19578"/>
                  <a:pt x="2029" y="15947"/>
                  <a:pt x="2029" y="10616"/>
                </a:cubicBezTo>
                <a:cubicBezTo>
                  <a:pt x="2029" y="5745"/>
                  <a:pt x="5997" y="1700"/>
                  <a:pt x="10777" y="1700"/>
                </a:cubicBezTo>
                <a:cubicBezTo>
                  <a:pt x="15603" y="1700"/>
                  <a:pt x="19616" y="5745"/>
                  <a:pt x="19616" y="10616"/>
                </a:cubicBezTo>
                <a:cubicBezTo>
                  <a:pt x="19616" y="15947"/>
                  <a:pt x="15603" y="19578"/>
                  <a:pt x="10777" y="1957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4" name="Shape 7594"/>
          <p:cNvSpPr/>
          <p:nvPr/>
        </p:nvSpPr>
        <p:spPr>
          <a:xfrm>
            <a:off x="11027540" y="8093760"/>
            <a:ext cx="563751"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78" y="10203"/>
                </a:moveTo>
                <a:cubicBezTo>
                  <a:pt x="14822" y="10203"/>
                  <a:pt x="14822" y="10203"/>
                  <a:pt x="14822" y="10203"/>
                </a:cubicBezTo>
                <a:cubicBezTo>
                  <a:pt x="14822" y="8180"/>
                  <a:pt x="14822" y="8180"/>
                  <a:pt x="14822" y="8180"/>
                </a:cubicBezTo>
                <a:cubicBezTo>
                  <a:pt x="6778" y="8180"/>
                  <a:pt x="6778" y="8180"/>
                  <a:pt x="6778" y="8180"/>
                </a:cubicBezTo>
                <a:lnTo>
                  <a:pt x="6778" y="10203"/>
                </a:lnTo>
                <a:close/>
                <a:moveTo>
                  <a:pt x="6778" y="13466"/>
                </a:moveTo>
                <a:cubicBezTo>
                  <a:pt x="14822" y="13466"/>
                  <a:pt x="14822" y="13466"/>
                  <a:pt x="14822" y="13466"/>
                </a:cubicBezTo>
                <a:cubicBezTo>
                  <a:pt x="14822" y="11811"/>
                  <a:pt x="14822" y="11811"/>
                  <a:pt x="14822" y="11811"/>
                </a:cubicBezTo>
                <a:cubicBezTo>
                  <a:pt x="6778" y="11811"/>
                  <a:pt x="6778" y="11811"/>
                  <a:pt x="6778" y="11811"/>
                </a:cubicBezTo>
                <a:lnTo>
                  <a:pt x="6778" y="13466"/>
                </a:lnTo>
                <a:close/>
                <a:moveTo>
                  <a:pt x="10800" y="0"/>
                </a:moveTo>
                <a:cubicBezTo>
                  <a:pt x="4790" y="0"/>
                  <a:pt x="0" y="4917"/>
                  <a:pt x="0" y="10616"/>
                </a:cubicBezTo>
                <a:cubicBezTo>
                  <a:pt x="0" y="16729"/>
                  <a:pt x="4790" y="21600"/>
                  <a:pt x="10800" y="21600"/>
                </a:cubicBezTo>
                <a:cubicBezTo>
                  <a:pt x="16810" y="21600"/>
                  <a:pt x="21600" y="16729"/>
                  <a:pt x="21600" y="10616"/>
                </a:cubicBezTo>
                <a:cubicBezTo>
                  <a:pt x="21600" y="4917"/>
                  <a:pt x="16810" y="0"/>
                  <a:pt x="10800" y="0"/>
                </a:cubicBezTo>
                <a:close/>
                <a:moveTo>
                  <a:pt x="10800" y="19578"/>
                </a:moveTo>
                <a:cubicBezTo>
                  <a:pt x="6010" y="19578"/>
                  <a:pt x="1988" y="15947"/>
                  <a:pt x="1988" y="10616"/>
                </a:cubicBezTo>
                <a:cubicBezTo>
                  <a:pt x="1988" y="5745"/>
                  <a:pt x="6010" y="1700"/>
                  <a:pt x="10800" y="1700"/>
                </a:cubicBezTo>
                <a:cubicBezTo>
                  <a:pt x="15590" y="1700"/>
                  <a:pt x="19612" y="5745"/>
                  <a:pt x="19612" y="10616"/>
                </a:cubicBezTo>
                <a:cubicBezTo>
                  <a:pt x="19612" y="15947"/>
                  <a:pt x="15590" y="19578"/>
                  <a:pt x="10800" y="1957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5" name="Shape 7595"/>
          <p:cNvSpPr/>
          <p:nvPr/>
        </p:nvSpPr>
        <p:spPr>
          <a:xfrm>
            <a:off x="12193682" y="8093760"/>
            <a:ext cx="563754"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45" y="0"/>
                </a:moveTo>
                <a:cubicBezTo>
                  <a:pt x="4790" y="0"/>
                  <a:pt x="0" y="4917"/>
                  <a:pt x="0" y="10616"/>
                </a:cubicBezTo>
                <a:cubicBezTo>
                  <a:pt x="0" y="16729"/>
                  <a:pt x="4790" y="21600"/>
                  <a:pt x="10845" y="21600"/>
                </a:cubicBezTo>
                <a:cubicBezTo>
                  <a:pt x="16810" y="21600"/>
                  <a:pt x="21600" y="16729"/>
                  <a:pt x="21600" y="10616"/>
                </a:cubicBezTo>
                <a:cubicBezTo>
                  <a:pt x="21600" y="4917"/>
                  <a:pt x="16810" y="0"/>
                  <a:pt x="10845" y="0"/>
                </a:cubicBezTo>
                <a:close/>
                <a:moveTo>
                  <a:pt x="2395" y="7767"/>
                </a:moveTo>
                <a:cubicBezTo>
                  <a:pt x="6010" y="9375"/>
                  <a:pt x="6010" y="9375"/>
                  <a:pt x="6010" y="9375"/>
                </a:cubicBezTo>
                <a:cubicBezTo>
                  <a:pt x="6010" y="9789"/>
                  <a:pt x="6010" y="10203"/>
                  <a:pt x="6010" y="11030"/>
                </a:cubicBezTo>
                <a:cubicBezTo>
                  <a:pt x="6010" y="15074"/>
                  <a:pt x="9218" y="16315"/>
                  <a:pt x="11252" y="16315"/>
                </a:cubicBezTo>
                <a:cubicBezTo>
                  <a:pt x="12427" y="16315"/>
                  <a:pt x="13240" y="15947"/>
                  <a:pt x="14008" y="15534"/>
                </a:cubicBezTo>
                <a:cubicBezTo>
                  <a:pt x="14415" y="15534"/>
                  <a:pt x="14415" y="15074"/>
                  <a:pt x="14415" y="15074"/>
                </a:cubicBezTo>
                <a:cubicBezTo>
                  <a:pt x="12833" y="13052"/>
                  <a:pt x="12833" y="13052"/>
                  <a:pt x="12833" y="13052"/>
                </a:cubicBezTo>
                <a:lnTo>
                  <a:pt x="12833" y="13466"/>
                </a:lnTo>
                <a:cubicBezTo>
                  <a:pt x="12020" y="13879"/>
                  <a:pt x="11613" y="13879"/>
                  <a:pt x="11252" y="13879"/>
                </a:cubicBezTo>
                <a:cubicBezTo>
                  <a:pt x="9625" y="13879"/>
                  <a:pt x="9218" y="12225"/>
                  <a:pt x="9218" y="10616"/>
                </a:cubicBezTo>
                <a:cubicBezTo>
                  <a:pt x="18437" y="15074"/>
                  <a:pt x="18437" y="15074"/>
                  <a:pt x="18437" y="15074"/>
                </a:cubicBezTo>
                <a:cubicBezTo>
                  <a:pt x="16810" y="17969"/>
                  <a:pt x="14008" y="19578"/>
                  <a:pt x="10845" y="19578"/>
                </a:cubicBezTo>
                <a:cubicBezTo>
                  <a:pt x="6010" y="19578"/>
                  <a:pt x="1988" y="15947"/>
                  <a:pt x="1988" y="10616"/>
                </a:cubicBezTo>
                <a:cubicBezTo>
                  <a:pt x="1988" y="9789"/>
                  <a:pt x="1988" y="9008"/>
                  <a:pt x="2395" y="7767"/>
                </a:cubicBezTo>
                <a:close/>
                <a:moveTo>
                  <a:pt x="9625" y="8594"/>
                </a:moveTo>
                <a:cubicBezTo>
                  <a:pt x="10032" y="8180"/>
                  <a:pt x="10393" y="7353"/>
                  <a:pt x="11252" y="7353"/>
                </a:cubicBezTo>
                <a:cubicBezTo>
                  <a:pt x="11613" y="7353"/>
                  <a:pt x="12020" y="7767"/>
                  <a:pt x="12427" y="7767"/>
                </a:cubicBezTo>
                <a:lnTo>
                  <a:pt x="12833" y="8180"/>
                </a:lnTo>
                <a:cubicBezTo>
                  <a:pt x="14415" y="6158"/>
                  <a:pt x="14415" y="6158"/>
                  <a:pt x="14415" y="6158"/>
                </a:cubicBezTo>
                <a:cubicBezTo>
                  <a:pt x="13240" y="5331"/>
                  <a:pt x="12020" y="4917"/>
                  <a:pt x="11252" y="4917"/>
                </a:cubicBezTo>
                <a:cubicBezTo>
                  <a:pt x="9218" y="4917"/>
                  <a:pt x="7637" y="6158"/>
                  <a:pt x="6823" y="7353"/>
                </a:cubicBezTo>
                <a:cubicBezTo>
                  <a:pt x="3615" y="5745"/>
                  <a:pt x="3615" y="5745"/>
                  <a:pt x="3615" y="5745"/>
                </a:cubicBezTo>
                <a:cubicBezTo>
                  <a:pt x="4790" y="3309"/>
                  <a:pt x="7637" y="1700"/>
                  <a:pt x="10845" y="1700"/>
                </a:cubicBezTo>
                <a:cubicBezTo>
                  <a:pt x="15635" y="1700"/>
                  <a:pt x="19612" y="5745"/>
                  <a:pt x="19612" y="10616"/>
                </a:cubicBezTo>
                <a:cubicBezTo>
                  <a:pt x="19612" y="11443"/>
                  <a:pt x="19612" y="12225"/>
                  <a:pt x="19205" y="13052"/>
                </a:cubicBezTo>
                <a:lnTo>
                  <a:pt x="9625" y="859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6" name="Shape 7596"/>
          <p:cNvSpPr/>
          <p:nvPr/>
        </p:nvSpPr>
        <p:spPr>
          <a:xfrm>
            <a:off x="13359826" y="8093760"/>
            <a:ext cx="563752"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4504"/>
                </a:moveTo>
                <a:cubicBezTo>
                  <a:pt x="7185" y="4504"/>
                  <a:pt x="6417" y="7767"/>
                  <a:pt x="6417" y="10616"/>
                </a:cubicBezTo>
                <a:cubicBezTo>
                  <a:pt x="6417" y="13466"/>
                  <a:pt x="7185" y="17142"/>
                  <a:pt x="10800" y="17142"/>
                </a:cubicBezTo>
                <a:cubicBezTo>
                  <a:pt x="14370" y="17142"/>
                  <a:pt x="15183" y="13466"/>
                  <a:pt x="15183" y="10616"/>
                </a:cubicBezTo>
                <a:cubicBezTo>
                  <a:pt x="15183" y="7767"/>
                  <a:pt x="14370" y="4504"/>
                  <a:pt x="10800" y="4504"/>
                </a:cubicBezTo>
                <a:close/>
                <a:moveTo>
                  <a:pt x="8812" y="10616"/>
                </a:moveTo>
                <a:cubicBezTo>
                  <a:pt x="8812" y="9375"/>
                  <a:pt x="8812" y="6940"/>
                  <a:pt x="10800" y="6940"/>
                </a:cubicBezTo>
                <a:lnTo>
                  <a:pt x="11207" y="6940"/>
                </a:lnTo>
                <a:cubicBezTo>
                  <a:pt x="11613" y="6940"/>
                  <a:pt x="11613" y="7353"/>
                  <a:pt x="11207" y="7767"/>
                </a:cubicBezTo>
                <a:cubicBezTo>
                  <a:pt x="8812" y="12225"/>
                  <a:pt x="8812" y="12225"/>
                  <a:pt x="8812" y="12225"/>
                </a:cubicBezTo>
                <a:cubicBezTo>
                  <a:pt x="8812" y="11811"/>
                  <a:pt x="8812" y="11030"/>
                  <a:pt x="8812" y="10616"/>
                </a:cubicBezTo>
                <a:close/>
                <a:moveTo>
                  <a:pt x="10800" y="14660"/>
                </a:moveTo>
                <a:lnTo>
                  <a:pt x="10393" y="14660"/>
                </a:lnTo>
                <a:cubicBezTo>
                  <a:pt x="9987" y="14293"/>
                  <a:pt x="9580" y="14293"/>
                  <a:pt x="9987" y="13466"/>
                </a:cubicBezTo>
                <a:cubicBezTo>
                  <a:pt x="12382" y="9008"/>
                  <a:pt x="12382" y="9008"/>
                  <a:pt x="12382" y="9008"/>
                </a:cubicBezTo>
                <a:cubicBezTo>
                  <a:pt x="12788" y="9375"/>
                  <a:pt x="12788" y="10203"/>
                  <a:pt x="12788" y="10616"/>
                </a:cubicBezTo>
                <a:cubicBezTo>
                  <a:pt x="12788" y="12225"/>
                  <a:pt x="12788" y="14660"/>
                  <a:pt x="10800" y="14660"/>
                </a:cubicBezTo>
                <a:close/>
                <a:moveTo>
                  <a:pt x="10800" y="0"/>
                </a:moveTo>
                <a:cubicBezTo>
                  <a:pt x="4790" y="0"/>
                  <a:pt x="0" y="4917"/>
                  <a:pt x="0" y="10616"/>
                </a:cubicBezTo>
                <a:cubicBezTo>
                  <a:pt x="0" y="16729"/>
                  <a:pt x="4790" y="21600"/>
                  <a:pt x="10800" y="21600"/>
                </a:cubicBezTo>
                <a:cubicBezTo>
                  <a:pt x="16810" y="21600"/>
                  <a:pt x="21600" y="16729"/>
                  <a:pt x="21600" y="10616"/>
                </a:cubicBezTo>
                <a:cubicBezTo>
                  <a:pt x="21600" y="4917"/>
                  <a:pt x="16810" y="0"/>
                  <a:pt x="10800" y="0"/>
                </a:cubicBezTo>
                <a:close/>
                <a:moveTo>
                  <a:pt x="10800" y="19578"/>
                </a:moveTo>
                <a:cubicBezTo>
                  <a:pt x="5965" y="19578"/>
                  <a:pt x="1988" y="15947"/>
                  <a:pt x="1988" y="10616"/>
                </a:cubicBezTo>
                <a:cubicBezTo>
                  <a:pt x="1988" y="5745"/>
                  <a:pt x="5965" y="1700"/>
                  <a:pt x="10800" y="1700"/>
                </a:cubicBezTo>
                <a:cubicBezTo>
                  <a:pt x="15590" y="1700"/>
                  <a:pt x="19567" y="5745"/>
                  <a:pt x="19567" y="10616"/>
                </a:cubicBezTo>
                <a:cubicBezTo>
                  <a:pt x="19567" y="15947"/>
                  <a:pt x="15590" y="19578"/>
                  <a:pt x="10800" y="1957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7" name="Shape 7597"/>
          <p:cNvSpPr/>
          <p:nvPr/>
        </p:nvSpPr>
        <p:spPr>
          <a:xfrm>
            <a:off x="14525970" y="8093760"/>
            <a:ext cx="563757"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152" y="7767"/>
                </a:moveTo>
                <a:cubicBezTo>
                  <a:pt x="12762" y="7767"/>
                  <a:pt x="12762" y="7767"/>
                  <a:pt x="12762" y="7767"/>
                </a:cubicBezTo>
                <a:cubicBezTo>
                  <a:pt x="12762" y="5331"/>
                  <a:pt x="12762" y="5331"/>
                  <a:pt x="12762" y="5331"/>
                </a:cubicBezTo>
                <a:cubicBezTo>
                  <a:pt x="12762" y="4917"/>
                  <a:pt x="12762" y="4917"/>
                  <a:pt x="12762" y="4917"/>
                </a:cubicBezTo>
                <a:cubicBezTo>
                  <a:pt x="12401" y="4917"/>
                  <a:pt x="12401" y="4504"/>
                  <a:pt x="12401" y="4504"/>
                </a:cubicBezTo>
                <a:cubicBezTo>
                  <a:pt x="6403" y="4504"/>
                  <a:pt x="6403" y="4504"/>
                  <a:pt x="6403" y="4504"/>
                </a:cubicBezTo>
                <a:cubicBezTo>
                  <a:pt x="5997" y="4504"/>
                  <a:pt x="5997" y="4917"/>
                  <a:pt x="5997" y="4917"/>
                </a:cubicBezTo>
                <a:cubicBezTo>
                  <a:pt x="5997" y="4917"/>
                  <a:pt x="5997" y="4917"/>
                  <a:pt x="5997" y="5331"/>
                </a:cubicBezTo>
                <a:cubicBezTo>
                  <a:pt x="5997" y="13466"/>
                  <a:pt x="5997" y="13466"/>
                  <a:pt x="5997" y="13466"/>
                </a:cubicBezTo>
                <a:cubicBezTo>
                  <a:pt x="5997" y="13466"/>
                  <a:pt x="5997" y="13466"/>
                  <a:pt x="5997" y="13879"/>
                </a:cubicBezTo>
                <a:lnTo>
                  <a:pt x="6403" y="13879"/>
                </a:lnTo>
                <a:cubicBezTo>
                  <a:pt x="8793" y="13879"/>
                  <a:pt x="8793" y="13879"/>
                  <a:pt x="8793" y="13879"/>
                </a:cubicBezTo>
                <a:cubicBezTo>
                  <a:pt x="8793" y="16315"/>
                  <a:pt x="8793" y="16315"/>
                  <a:pt x="8793" y="16315"/>
                </a:cubicBezTo>
                <a:lnTo>
                  <a:pt x="8793" y="16729"/>
                </a:lnTo>
                <a:cubicBezTo>
                  <a:pt x="9199" y="16729"/>
                  <a:pt x="9199" y="16729"/>
                  <a:pt x="9199" y="16729"/>
                </a:cubicBezTo>
                <a:cubicBezTo>
                  <a:pt x="15152" y="16729"/>
                  <a:pt x="15152" y="16729"/>
                  <a:pt x="15152" y="16729"/>
                </a:cubicBezTo>
                <a:lnTo>
                  <a:pt x="15557" y="16729"/>
                </a:lnTo>
                <a:lnTo>
                  <a:pt x="15557" y="16315"/>
                </a:lnTo>
                <a:cubicBezTo>
                  <a:pt x="15557" y="8180"/>
                  <a:pt x="15557" y="8180"/>
                  <a:pt x="15557" y="8180"/>
                </a:cubicBezTo>
                <a:lnTo>
                  <a:pt x="15557" y="7767"/>
                </a:lnTo>
                <a:lnTo>
                  <a:pt x="15152" y="7767"/>
                </a:lnTo>
                <a:close/>
                <a:moveTo>
                  <a:pt x="9199" y="7767"/>
                </a:moveTo>
                <a:cubicBezTo>
                  <a:pt x="9199" y="7767"/>
                  <a:pt x="9199" y="7767"/>
                  <a:pt x="8793" y="7767"/>
                </a:cubicBezTo>
                <a:lnTo>
                  <a:pt x="8793" y="8180"/>
                </a:lnTo>
                <a:cubicBezTo>
                  <a:pt x="8793" y="12638"/>
                  <a:pt x="8793" y="12638"/>
                  <a:pt x="8793" y="12638"/>
                </a:cubicBezTo>
                <a:cubicBezTo>
                  <a:pt x="6809" y="12638"/>
                  <a:pt x="6809" y="12638"/>
                  <a:pt x="6809" y="12638"/>
                </a:cubicBezTo>
                <a:cubicBezTo>
                  <a:pt x="6809" y="5745"/>
                  <a:pt x="6809" y="5745"/>
                  <a:pt x="6809" y="5745"/>
                </a:cubicBezTo>
                <a:cubicBezTo>
                  <a:pt x="11589" y="5745"/>
                  <a:pt x="11589" y="5745"/>
                  <a:pt x="11589" y="5745"/>
                </a:cubicBezTo>
                <a:cubicBezTo>
                  <a:pt x="11589" y="7767"/>
                  <a:pt x="11589" y="7767"/>
                  <a:pt x="11589" y="7767"/>
                </a:cubicBezTo>
                <a:lnTo>
                  <a:pt x="9199" y="7767"/>
                </a:lnTo>
                <a:close/>
                <a:moveTo>
                  <a:pt x="14791" y="15534"/>
                </a:moveTo>
                <a:cubicBezTo>
                  <a:pt x="10011" y="15534"/>
                  <a:pt x="10011" y="15534"/>
                  <a:pt x="10011" y="15534"/>
                </a:cubicBezTo>
                <a:cubicBezTo>
                  <a:pt x="10011" y="9008"/>
                  <a:pt x="10011" y="9008"/>
                  <a:pt x="10011" y="9008"/>
                </a:cubicBezTo>
                <a:cubicBezTo>
                  <a:pt x="14791" y="9008"/>
                  <a:pt x="14791" y="9008"/>
                  <a:pt x="14791" y="9008"/>
                </a:cubicBezTo>
                <a:lnTo>
                  <a:pt x="14791" y="15534"/>
                </a:lnTo>
                <a:close/>
                <a:moveTo>
                  <a:pt x="10777" y="0"/>
                </a:moveTo>
                <a:cubicBezTo>
                  <a:pt x="4825" y="0"/>
                  <a:pt x="0" y="4917"/>
                  <a:pt x="0" y="10616"/>
                </a:cubicBezTo>
                <a:cubicBezTo>
                  <a:pt x="0" y="16729"/>
                  <a:pt x="4825" y="21600"/>
                  <a:pt x="10777" y="21600"/>
                </a:cubicBezTo>
                <a:cubicBezTo>
                  <a:pt x="16775" y="21600"/>
                  <a:pt x="21600" y="16729"/>
                  <a:pt x="21600" y="10616"/>
                </a:cubicBezTo>
                <a:cubicBezTo>
                  <a:pt x="21600" y="4917"/>
                  <a:pt x="16775" y="0"/>
                  <a:pt x="10777" y="0"/>
                </a:cubicBezTo>
                <a:close/>
                <a:moveTo>
                  <a:pt x="10777" y="19578"/>
                </a:moveTo>
                <a:cubicBezTo>
                  <a:pt x="5997" y="19578"/>
                  <a:pt x="1984" y="15947"/>
                  <a:pt x="1984" y="10616"/>
                </a:cubicBezTo>
                <a:cubicBezTo>
                  <a:pt x="1984" y="5745"/>
                  <a:pt x="5997" y="1700"/>
                  <a:pt x="10777" y="1700"/>
                </a:cubicBezTo>
                <a:cubicBezTo>
                  <a:pt x="15557" y="1700"/>
                  <a:pt x="19571" y="5745"/>
                  <a:pt x="19571" y="10616"/>
                </a:cubicBezTo>
                <a:cubicBezTo>
                  <a:pt x="19571" y="15947"/>
                  <a:pt x="15557" y="19578"/>
                  <a:pt x="10777" y="1957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8" name="Shape 7598"/>
          <p:cNvSpPr/>
          <p:nvPr/>
        </p:nvSpPr>
        <p:spPr>
          <a:xfrm>
            <a:off x="15692115" y="8093760"/>
            <a:ext cx="563751" cy="553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85" y="11030"/>
                </a:moveTo>
                <a:cubicBezTo>
                  <a:pt x="15590" y="10203"/>
                  <a:pt x="15590" y="10203"/>
                  <a:pt x="15590" y="10203"/>
                </a:cubicBezTo>
                <a:cubicBezTo>
                  <a:pt x="15590" y="7353"/>
                  <a:pt x="15590" y="7353"/>
                  <a:pt x="15590" y="7353"/>
                </a:cubicBezTo>
                <a:cubicBezTo>
                  <a:pt x="9173" y="4504"/>
                  <a:pt x="9173" y="4504"/>
                  <a:pt x="9173" y="4504"/>
                </a:cubicBezTo>
                <a:cubicBezTo>
                  <a:pt x="6372" y="5745"/>
                  <a:pt x="6372" y="5745"/>
                  <a:pt x="6372" y="5745"/>
                </a:cubicBezTo>
                <a:cubicBezTo>
                  <a:pt x="6372" y="9008"/>
                  <a:pt x="6372" y="9008"/>
                  <a:pt x="6372" y="9008"/>
                </a:cubicBezTo>
                <a:cubicBezTo>
                  <a:pt x="3570" y="10203"/>
                  <a:pt x="3570" y="10203"/>
                  <a:pt x="3570" y="10203"/>
                </a:cubicBezTo>
                <a:cubicBezTo>
                  <a:pt x="3570" y="13052"/>
                  <a:pt x="3570" y="13052"/>
                  <a:pt x="3570" y="13052"/>
                </a:cubicBezTo>
                <a:cubicBezTo>
                  <a:pt x="6372" y="14293"/>
                  <a:pt x="6372" y="14293"/>
                  <a:pt x="6372" y="14293"/>
                </a:cubicBezTo>
                <a:cubicBezTo>
                  <a:pt x="9173" y="13052"/>
                  <a:pt x="9173" y="13052"/>
                  <a:pt x="9173" y="13052"/>
                </a:cubicBezTo>
                <a:cubicBezTo>
                  <a:pt x="14822" y="15534"/>
                  <a:pt x="14822" y="15534"/>
                  <a:pt x="14822" y="15534"/>
                </a:cubicBezTo>
                <a:cubicBezTo>
                  <a:pt x="15183" y="15534"/>
                  <a:pt x="15183" y="15534"/>
                  <a:pt x="15183" y="15534"/>
                </a:cubicBezTo>
                <a:cubicBezTo>
                  <a:pt x="17985" y="14293"/>
                  <a:pt x="17985" y="14293"/>
                  <a:pt x="17985" y="14293"/>
                </a:cubicBezTo>
                <a:cubicBezTo>
                  <a:pt x="17985" y="11030"/>
                  <a:pt x="17985" y="11030"/>
                  <a:pt x="17985" y="11030"/>
                </a:cubicBezTo>
                <a:close/>
                <a:moveTo>
                  <a:pt x="14822" y="14660"/>
                </a:moveTo>
                <a:cubicBezTo>
                  <a:pt x="9987" y="12638"/>
                  <a:pt x="9987" y="12638"/>
                  <a:pt x="9987" y="12638"/>
                </a:cubicBezTo>
                <a:cubicBezTo>
                  <a:pt x="9987" y="10616"/>
                  <a:pt x="9987" y="10616"/>
                  <a:pt x="9987" y="10616"/>
                </a:cubicBezTo>
                <a:cubicBezTo>
                  <a:pt x="14822" y="12638"/>
                  <a:pt x="14822" y="12638"/>
                  <a:pt x="14822" y="12638"/>
                </a:cubicBezTo>
                <a:lnTo>
                  <a:pt x="14822" y="14660"/>
                </a:lnTo>
                <a:close/>
                <a:moveTo>
                  <a:pt x="15183" y="11811"/>
                </a:moveTo>
                <a:cubicBezTo>
                  <a:pt x="13556" y="11443"/>
                  <a:pt x="13556" y="11443"/>
                  <a:pt x="13556" y="11443"/>
                </a:cubicBezTo>
                <a:cubicBezTo>
                  <a:pt x="15183" y="10616"/>
                  <a:pt x="15183" y="10616"/>
                  <a:pt x="15183" y="10616"/>
                </a:cubicBezTo>
                <a:cubicBezTo>
                  <a:pt x="16810" y="11443"/>
                  <a:pt x="16810" y="11443"/>
                  <a:pt x="16810" y="11443"/>
                </a:cubicBezTo>
                <a:lnTo>
                  <a:pt x="15183" y="11811"/>
                </a:lnTo>
                <a:close/>
                <a:moveTo>
                  <a:pt x="17217" y="13879"/>
                </a:moveTo>
                <a:cubicBezTo>
                  <a:pt x="15590" y="14660"/>
                  <a:pt x="15590" y="14660"/>
                  <a:pt x="15590" y="14660"/>
                </a:cubicBezTo>
                <a:cubicBezTo>
                  <a:pt x="15590" y="12638"/>
                  <a:pt x="15590" y="12638"/>
                  <a:pt x="15590" y="12638"/>
                </a:cubicBezTo>
                <a:cubicBezTo>
                  <a:pt x="17217" y="11811"/>
                  <a:pt x="17217" y="11811"/>
                  <a:pt x="17217" y="11811"/>
                </a:cubicBezTo>
                <a:lnTo>
                  <a:pt x="17217" y="13879"/>
                </a:lnTo>
                <a:close/>
                <a:moveTo>
                  <a:pt x="10755" y="0"/>
                </a:moveTo>
                <a:cubicBezTo>
                  <a:pt x="4790" y="0"/>
                  <a:pt x="0" y="4917"/>
                  <a:pt x="0" y="10616"/>
                </a:cubicBezTo>
                <a:cubicBezTo>
                  <a:pt x="0" y="16729"/>
                  <a:pt x="4790" y="21600"/>
                  <a:pt x="10755" y="21600"/>
                </a:cubicBezTo>
                <a:cubicBezTo>
                  <a:pt x="16810" y="21600"/>
                  <a:pt x="21600" y="16729"/>
                  <a:pt x="21600" y="10616"/>
                </a:cubicBezTo>
                <a:cubicBezTo>
                  <a:pt x="21600" y="4917"/>
                  <a:pt x="16810" y="0"/>
                  <a:pt x="10755" y="0"/>
                </a:cubicBezTo>
                <a:close/>
                <a:moveTo>
                  <a:pt x="10755" y="19578"/>
                </a:moveTo>
                <a:cubicBezTo>
                  <a:pt x="5965" y="19578"/>
                  <a:pt x="1988" y="15947"/>
                  <a:pt x="1988" y="10616"/>
                </a:cubicBezTo>
                <a:cubicBezTo>
                  <a:pt x="1988" y="5745"/>
                  <a:pt x="5965" y="1700"/>
                  <a:pt x="10755" y="1700"/>
                </a:cubicBezTo>
                <a:cubicBezTo>
                  <a:pt x="15590" y="1700"/>
                  <a:pt x="19612" y="5745"/>
                  <a:pt x="19612" y="10616"/>
                </a:cubicBezTo>
                <a:cubicBezTo>
                  <a:pt x="19612" y="15947"/>
                  <a:pt x="15590" y="19578"/>
                  <a:pt x="10755" y="1957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599" name="Shape 7599"/>
          <p:cNvSpPr/>
          <p:nvPr/>
        </p:nvSpPr>
        <p:spPr>
          <a:xfrm>
            <a:off x="5354163" y="3501745"/>
            <a:ext cx="326841" cy="5185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54" y="1676"/>
                </a:moveTo>
                <a:cubicBezTo>
                  <a:pt x="16200" y="383"/>
                  <a:pt x="13538" y="0"/>
                  <a:pt x="10115" y="0"/>
                </a:cubicBezTo>
                <a:cubicBezTo>
                  <a:pt x="8062" y="0"/>
                  <a:pt x="6085" y="383"/>
                  <a:pt x="4031" y="1245"/>
                </a:cubicBezTo>
                <a:cubicBezTo>
                  <a:pt x="1369" y="2107"/>
                  <a:pt x="0" y="3784"/>
                  <a:pt x="0" y="6322"/>
                </a:cubicBezTo>
                <a:cubicBezTo>
                  <a:pt x="6085" y="6322"/>
                  <a:pt x="6085" y="6322"/>
                  <a:pt x="6085" y="6322"/>
                </a:cubicBezTo>
                <a:cubicBezTo>
                  <a:pt x="6085" y="5891"/>
                  <a:pt x="6769" y="5077"/>
                  <a:pt x="7377" y="4215"/>
                </a:cubicBezTo>
                <a:cubicBezTo>
                  <a:pt x="8062" y="3784"/>
                  <a:pt x="8746" y="3353"/>
                  <a:pt x="10800" y="3353"/>
                </a:cubicBezTo>
                <a:cubicBezTo>
                  <a:pt x="12093" y="3353"/>
                  <a:pt x="13538" y="3784"/>
                  <a:pt x="14223" y="4215"/>
                </a:cubicBezTo>
                <a:cubicBezTo>
                  <a:pt x="14831" y="4646"/>
                  <a:pt x="14831" y="5460"/>
                  <a:pt x="14831" y="5891"/>
                </a:cubicBezTo>
                <a:cubicBezTo>
                  <a:pt x="14831" y="6753"/>
                  <a:pt x="14831" y="7232"/>
                  <a:pt x="14223" y="7615"/>
                </a:cubicBezTo>
                <a:cubicBezTo>
                  <a:pt x="13538" y="7998"/>
                  <a:pt x="13538" y="7998"/>
                  <a:pt x="12777" y="8429"/>
                </a:cubicBezTo>
                <a:cubicBezTo>
                  <a:pt x="12777" y="8429"/>
                  <a:pt x="9431" y="9770"/>
                  <a:pt x="8062" y="11016"/>
                </a:cubicBezTo>
                <a:cubicBezTo>
                  <a:pt x="7377" y="11447"/>
                  <a:pt x="6769" y="12692"/>
                  <a:pt x="6769" y="13985"/>
                </a:cubicBezTo>
                <a:cubicBezTo>
                  <a:pt x="6769" y="13985"/>
                  <a:pt x="6769" y="14416"/>
                  <a:pt x="7377" y="14416"/>
                </a:cubicBezTo>
                <a:cubicBezTo>
                  <a:pt x="8062" y="14416"/>
                  <a:pt x="12093" y="14416"/>
                  <a:pt x="12093" y="14416"/>
                </a:cubicBezTo>
                <a:cubicBezTo>
                  <a:pt x="12777" y="14416"/>
                  <a:pt x="12777" y="13985"/>
                  <a:pt x="12777" y="13985"/>
                </a:cubicBezTo>
                <a:cubicBezTo>
                  <a:pt x="12777" y="13554"/>
                  <a:pt x="12777" y="13123"/>
                  <a:pt x="13538" y="12692"/>
                </a:cubicBezTo>
                <a:cubicBezTo>
                  <a:pt x="13538" y="12309"/>
                  <a:pt x="14223" y="11878"/>
                  <a:pt x="14831" y="11447"/>
                </a:cubicBezTo>
                <a:cubicBezTo>
                  <a:pt x="16885" y="10584"/>
                  <a:pt x="16885" y="10584"/>
                  <a:pt x="16885" y="10584"/>
                </a:cubicBezTo>
                <a:cubicBezTo>
                  <a:pt x="18254" y="9770"/>
                  <a:pt x="19546" y="9339"/>
                  <a:pt x="20231" y="8908"/>
                </a:cubicBezTo>
                <a:cubicBezTo>
                  <a:pt x="20915" y="7998"/>
                  <a:pt x="21600" y="7232"/>
                  <a:pt x="21600" y="5891"/>
                </a:cubicBezTo>
                <a:cubicBezTo>
                  <a:pt x="21600" y="3784"/>
                  <a:pt x="20915" y="2538"/>
                  <a:pt x="18254" y="1676"/>
                </a:cubicBezTo>
                <a:close/>
                <a:moveTo>
                  <a:pt x="10115" y="16523"/>
                </a:moveTo>
                <a:cubicBezTo>
                  <a:pt x="8062" y="16523"/>
                  <a:pt x="6085" y="17385"/>
                  <a:pt x="6085" y="19062"/>
                </a:cubicBezTo>
                <a:cubicBezTo>
                  <a:pt x="6085" y="20355"/>
                  <a:pt x="8062" y="21169"/>
                  <a:pt x="10115" y="21600"/>
                </a:cubicBezTo>
                <a:cubicBezTo>
                  <a:pt x="12093" y="21600"/>
                  <a:pt x="14223" y="20355"/>
                  <a:pt x="14223" y="19062"/>
                </a:cubicBezTo>
                <a:cubicBezTo>
                  <a:pt x="14223" y="17816"/>
                  <a:pt x="12777" y="16523"/>
                  <a:pt x="10115" y="16523"/>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0" name="Shape 7600"/>
          <p:cNvSpPr/>
          <p:nvPr/>
        </p:nvSpPr>
        <p:spPr>
          <a:xfrm>
            <a:off x="22211194" y="5925370"/>
            <a:ext cx="528683" cy="4681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42" y="0"/>
                </a:moveTo>
                <a:cubicBezTo>
                  <a:pt x="7028" y="0"/>
                  <a:pt x="2905" y="4670"/>
                  <a:pt x="2905" y="10349"/>
                </a:cubicBezTo>
                <a:cubicBezTo>
                  <a:pt x="0" y="10349"/>
                  <a:pt x="0" y="10349"/>
                  <a:pt x="0" y="10349"/>
                </a:cubicBezTo>
                <a:cubicBezTo>
                  <a:pt x="4170" y="15974"/>
                  <a:pt x="4170" y="15974"/>
                  <a:pt x="4170" y="15974"/>
                </a:cubicBezTo>
                <a:cubicBezTo>
                  <a:pt x="8293" y="10349"/>
                  <a:pt x="8293" y="10349"/>
                  <a:pt x="8293" y="10349"/>
                </a:cubicBezTo>
                <a:cubicBezTo>
                  <a:pt x="4967" y="10349"/>
                  <a:pt x="4967" y="10349"/>
                  <a:pt x="4967" y="10349"/>
                </a:cubicBezTo>
                <a:cubicBezTo>
                  <a:pt x="5388" y="6156"/>
                  <a:pt x="8293" y="2335"/>
                  <a:pt x="12042" y="2335"/>
                </a:cubicBezTo>
                <a:cubicBezTo>
                  <a:pt x="16212" y="2335"/>
                  <a:pt x="19492" y="6156"/>
                  <a:pt x="19492" y="10827"/>
                </a:cubicBezTo>
                <a:cubicBezTo>
                  <a:pt x="19492" y="15019"/>
                  <a:pt x="16212" y="18787"/>
                  <a:pt x="12042" y="18787"/>
                </a:cubicBezTo>
                <a:cubicBezTo>
                  <a:pt x="10823" y="18787"/>
                  <a:pt x="9137" y="18310"/>
                  <a:pt x="7918" y="17407"/>
                </a:cubicBezTo>
                <a:cubicBezTo>
                  <a:pt x="6232" y="19265"/>
                  <a:pt x="6232" y="19265"/>
                  <a:pt x="6232" y="19265"/>
                </a:cubicBezTo>
                <a:cubicBezTo>
                  <a:pt x="7918" y="20698"/>
                  <a:pt x="9980" y="21600"/>
                  <a:pt x="12042" y="21600"/>
                </a:cubicBezTo>
                <a:cubicBezTo>
                  <a:pt x="17430" y="21600"/>
                  <a:pt x="21600" y="16452"/>
                  <a:pt x="21600" y="10827"/>
                </a:cubicBezTo>
                <a:cubicBezTo>
                  <a:pt x="21600" y="4670"/>
                  <a:pt x="17430" y="0"/>
                  <a:pt x="12042"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1" name="Shape 7601"/>
          <p:cNvSpPr/>
          <p:nvPr/>
        </p:nvSpPr>
        <p:spPr>
          <a:xfrm>
            <a:off x="21075851" y="5905186"/>
            <a:ext cx="528677" cy="4681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32" y="0"/>
                </a:moveTo>
                <a:cubicBezTo>
                  <a:pt x="14557" y="0"/>
                  <a:pt x="18689" y="4712"/>
                  <a:pt x="18689" y="10800"/>
                </a:cubicBezTo>
                <a:cubicBezTo>
                  <a:pt x="21600" y="10800"/>
                  <a:pt x="21600" y="10800"/>
                  <a:pt x="21600" y="10800"/>
                </a:cubicBezTo>
                <a:cubicBezTo>
                  <a:pt x="17468" y="15935"/>
                  <a:pt x="17468" y="15935"/>
                  <a:pt x="17468" y="15935"/>
                </a:cubicBezTo>
                <a:cubicBezTo>
                  <a:pt x="13336" y="10800"/>
                  <a:pt x="13336" y="10800"/>
                  <a:pt x="13336" y="10800"/>
                </a:cubicBezTo>
                <a:cubicBezTo>
                  <a:pt x="16623" y="10800"/>
                  <a:pt x="16623" y="10800"/>
                  <a:pt x="16623" y="10800"/>
                </a:cubicBezTo>
                <a:cubicBezTo>
                  <a:pt x="16200" y="6088"/>
                  <a:pt x="13336" y="2806"/>
                  <a:pt x="9532" y="2806"/>
                </a:cubicBezTo>
                <a:cubicBezTo>
                  <a:pt x="5400" y="2806"/>
                  <a:pt x="2066" y="6565"/>
                  <a:pt x="2066" y="10800"/>
                </a:cubicBezTo>
                <a:cubicBezTo>
                  <a:pt x="2066" y="15512"/>
                  <a:pt x="5400" y="19218"/>
                  <a:pt x="9532" y="19218"/>
                </a:cubicBezTo>
                <a:cubicBezTo>
                  <a:pt x="10800" y="19218"/>
                  <a:pt x="12490" y="18318"/>
                  <a:pt x="13711" y="17365"/>
                </a:cubicBezTo>
                <a:cubicBezTo>
                  <a:pt x="15402" y="19218"/>
                  <a:pt x="15402" y="19218"/>
                  <a:pt x="15402" y="19218"/>
                </a:cubicBezTo>
                <a:cubicBezTo>
                  <a:pt x="13711" y="20647"/>
                  <a:pt x="11645" y="21600"/>
                  <a:pt x="9532" y="21600"/>
                </a:cubicBezTo>
                <a:cubicBezTo>
                  <a:pt x="4132" y="21600"/>
                  <a:pt x="0" y="16888"/>
                  <a:pt x="0" y="10800"/>
                </a:cubicBezTo>
                <a:cubicBezTo>
                  <a:pt x="0" y="5135"/>
                  <a:pt x="4132" y="0"/>
                  <a:pt x="9532" y="0"/>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2" name="Shape 7602"/>
          <p:cNvSpPr/>
          <p:nvPr/>
        </p:nvSpPr>
        <p:spPr>
          <a:xfrm>
            <a:off x="5340979" y="9271430"/>
            <a:ext cx="407575" cy="281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53" y="9319"/>
                </a:moveTo>
                <a:cubicBezTo>
                  <a:pt x="1586" y="9319"/>
                  <a:pt x="1586" y="9319"/>
                  <a:pt x="1586" y="9319"/>
                </a:cubicBezTo>
                <a:cubicBezTo>
                  <a:pt x="1037" y="9319"/>
                  <a:pt x="0" y="10103"/>
                  <a:pt x="0" y="10887"/>
                </a:cubicBezTo>
                <a:cubicBezTo>
                  <a:pt x="0" y="12368"/>
                  <a:pt x="1037" y="13152"/>
                  <a:pt x="1586" y="13152"/>
                </a:cubicBezTo>
                <a:cubicBezTo>
                  <a:pt x="19953" y="13152"/>
                  <a:pt x="19953" y="13152"/>
                  <a:pt x="19953" y="13152"/>
                </a:cubicBezTo>
                <a:cubicBezTo>
                  <a:pt x="20502" y="13152"/>
                  <a:pt x="21600" y="12368"/>
                  <a:pt x="21600" y="10887"/>
                </a:cubicBezTo>
                <a:cubicBezTo>
                  <a:pt x="21600" y="10103"/>
                  <a:pt x="20502" y="9319"/>
                  <a:pt x="19953" y="9319"/>
                </a:cubicBezTo>
                <a:close/>
                <a:moveTo>
                  <a:pt x="1586" y="4703"/>
                </a:moveTo>
                <a:cubicBezTo>
                  <a:pt x="19953" y="4703"/>
                  <a:pt x="19953" y="4703"/>
                  <a:pt x="19953" y="4703"/>
                </a:cubicBezTo>
                <a:cubicBezTo>
                  <a:pt x="20502" y="4703"/>
                  <a:pt x="21600" y="3832"/>
                  <a:pt x="21600" y="2352"/>
                </a:cubicBezTo>
                <a:cubicBezTo>
                  <a:pt x="21600" y="1568"/>
                  <a:pt x="20502" y="0"/>
                  <a:pt x="19953" y="0"/>
                </a:cubicBezTo>
                <a:cubicBezTo>
                  <a:pt x="1586" y="0"/>
                  <a:pt x="1586" y="0"/>
                  <a:pt x="1586" y="0"/>
                </a:cubicBezTo>
                <a:cubicBezTo>
                  <a:pt x="1037" y="0"/>
                  <a:pt x="0" y="1568"/>
                  <a:pt x="0" y="2352"/>
                </a:cubicBezTo>
                <a:cubicBezTo>
                  <a:pt x="0" y="3832"/>
                  <a:pt x="1037" y="4703"/>
                  <a:pt x="1586" y="4703"/>
                </a:cubicBezTo>
                <a:close/>
                <a:moveTo>
                  <a:pt x="19953" y="17768"/>
                </a:moveTo>
                <a:cubicBezTo>
                  <a:pt x="1586" y="17768"/>
                  <a:pt x="1586" y="17768"/>
                  <a:pt x="1586" y="17768"/>
                </a:cubicBezTo>
                <a:cubicBezTo>
                  <a:pt x="1037" y="17768"/>
                  <a:pt x="0" y="18552"/>
                  <a:pt x="0" y="20119"/>
                </a:cubicBezTo>
                <a:cubicBezTo>
                  <a:pt x="0" y="20816"/>
                  <a:pt x="1037" y="21600"/>
                  <a:pt x="1586" y="21600"/>
                </a:cubicBezTo>
                <a:cubicBezTo>
                  <a:pt x="19953" y="21600"/>
                  <a:pt x="19953" y="21600"/>
                  <a:pt x="19953" y="21600"/>
                </a:cubicBezTo>
                <a:cubicBezTo>
                  <a:pt x="20502" y="21600"/>
                  <a:pt x="21600" y="20816"/>
                  <a:pt x="21600" y="20119"/>
                </a:cubicBezTo>
                <a:cubicBezTo>
                  <a:pt x="21600" y="18552"/>
                  <a:pt x="20502" y="17768"/>
                  <a:pt x="19953" y="1776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3" name="Shape 7603"/>
          <p:cNvSpPr/>
          <p:nvPr/>
        </p:nvSpPr>
        <p:spPr>
          <a:xfrm>
            <a:off x="2989553" y="9271430"/>
            <a:ext cx="569051" cy="281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08" y="9319"/>
                </a:moveTo>
                <a:cubicBezTo>
                  <a:pt x="1132" y="9319"/>
                  <a:pt x="1132" y="9319"/>
                  <a:pt x="1132" y="9319"/>
                </a:cubicBezTo>
                <a:cubicBezTo>
                  <a:pt x="392" y="9319"/>
                  <a:pt x="0" y="10103"/>
                  <a:pt x="0" y="10887"/>
                </a:cubicBezTo>
                <a:cubicBezTo>
                  <a:pt x="0" y="12368"/>
                  <a:pt x="392" y="13152"/>
                  <a:pt x="1132" y="13152"/>
                </a:cubicBezTo>
                <a:cubicBezTo>
                  <a:pt x="7708" y="13152"/>
                  <a:pt x="7708" y="13152"/>
                  <a:pt x="7708" y="13152"/>
                </a:cubicBezTo>
                <a:cubicBezTo>
                  <a:pt x="8100" y="13152"/>
                  <a:pt x="8492" y="12368"/>
                  <a:pt x="8492" y="10887"/>
                </a:cubicBezTo>
                <a:cubicBezTo>
                  <a:pt x="8492" y="10103"/>
                  <a:pt x="8100" y="9319"/>
                  <a:pt x="7708" y="9319"/>
                </a:cubicBezTo>
                <a:close/>
                <a:moveTo>
                  <a:pt x="7708" y="17768"/>
                </a:moveTo>
                <a:cubicBezTo>
                  <a:pt x="1132" y="17768"/>
                  <a:pt x="1132" y="17768"/>
                  <a:pt x="1132" y="17768"/>
                </a:cubicBezTo>
                <a:cubicBezTo>
                  <a:pt x="392" y="17768"/>
                  <a:pt x="0" y="18552"/>
                  <a:pt x="0" y="20119"/>
                </a:cubicBezTo>
                <a:cubicBezTo>
                  <a:pt x="0" y="20816"/>
                  <a:pt x="392" y="21600"/>
                  <a:pt x="1132" y="21600"/>
                </a:cubicBezTo>
                <a:cubicBezTo>
                  <a:pt x="7708" y="21600"/>
                  <a:pt x="7708" y="21600"/>
                  <a:pt x="7708" y="21600"/>
                </a:cubicBezTo>
                <a:cubicBezTo>
                  <a:pt x="8100" y="21600"/>
                  <a:pt x="8492" y="20816"/>
                  <a:pt x="8492" y="20119"/>
                </a:cubicBezTo>
                <a:cubicBezTo>
                  <a:pt x="8492" y="18552"/>
                  <a:pt x="8100" y="17768"/>
                  <a:pt x="7708" y="17768"/>
                </a:cubicBezTo>
                <a:close/>
                <a:moveTo>
                  <a:pt x="20860" y="9319"/>
                </a:moveTo>
                <a:cubicBezTo>
                  <a:pt x="17332" y="9319"/>
                  <a:pt x="17332" y="9319"/>
                  <a:pt x="17332" y="9319"/>
                </a:cubicBezTo>
                <a:cubicBezTo>
                  <a:pt x="17332" y="1568"/>
                  <a:pt x="17332" y="1568"/>
                  <a:pt x="17332" y="1568"/>
                </a:cubicBezTo>
                <a:cubicBezTo>
                  <a:pt x="17332" y="0"/>
                  <a:pt x="16940" y="0"/>
                  <a:pt x="16200" y="0"/>
                </a:cubicBezTo>
                <a:cubicBezTo>
                  <a:pt x="15416" y="0"/>
                  <a:pt x="15024" y="0"/>
                  <a:pt x="15024" y="1568"/>
                </a:cubicBezTo>
                <a:cubicBezTo>
                  <a:pt x="15024" y="9319"/>
                  <a:pt x="15024" y="9319"/>
                  <a:pt x="15024" y="9319"/>
                </a:cubicBezTo>
                <a:cubicBezTo>
                  <a:pt x="11584" y="9319"/>
                  <a:pt x="11584" y="9319"/>
                  <a:pt x="11584" y="9319"/>
                </a:cubicBezTo>
                <a:cubicBezTo>
                  <a:pt x="10800" y="9319"/>
                  <a:pt x="10800" y="10103"/>
                  <a:pt x="10800" y="10887"/>
                </a:cubicBezTo>
                <a:cubicBezTo>
                  <a:pt x="10800" y="12368"/>
                  <a:pt x="10800" y="13152"/>
                  <a:pt x="11584" y="13152"/>
                </a:cubicBezTo>
                <a:cubicBezTo>
                  <a:pt x="15024" y="13152"/>
                  <a:pt x="15024" y="13152"/>
                  <a:pt x="15024" y="13152"/>
                </a:cubicBezTo>
                <a:cubicBezTo>
                  <a:pt x="15024" y="20816"/>
                  <a:pt x="15024" y="20816"/>
                  <a:pt x="15024" y="20816"/>
                </a:cubicBezTo>
                <a:cubicBezTo>
                  <a:pt x="15024" y="21600"/>
                  <a:pt x="15416" y="21600"/>
                  <a:pt x="16200" y="21600"/>
                </a:cubicBezTo>
                <a:cubicBezTo>
                  <a:pt x="16940" y="21600"/>
                  <a:pt x="17332" y="21600"/>
                  <a:pt x="17332" y="20816"/>
                </a:cubicBezTo>
                <a:cubicBezTo>
                  <a:pt x="17332" y="13152"/>
                  <a:pt x="17332" y="13152"/>
                  <a:pt x="17332" y="13152"/>
                </a:cubicBezTo>
                <a:cubicBezTo>
                  <a:pt x="20860" y="13152"/>
                  <a:pt x="20860" y="13152"/>
                  <a:pt x="20860" y="13152"/>
                </a:cubicBezTo>
                <a:cubicBezTo>
                  <a:pt x="21600" y="13152"/>
                  <a:pt x="21600" y="12368"/>
                  <a:pt x="21600" y="10887"/>
                </a:cubicBezTo>
                <a:cubicBezTo>
                  <a:pt x="21600" y="10103"/>
                  <a:pt x="21600" y="9319"/>
                  <a:pt x="20860" y="9319"/>
                </a:cubicBezTo>
                <a:close/>
                <a:moveTo>
                  <a:pt x="7708" y="0"/>
                </a:moveTo>
                <a:cubicBezTo>
                  <a:pt x="1132" y="0"/>
                  <a:pt x="1132" y="0"/>
                  <a:pt x="1132" y="0"/>
                </a:cubicBezTo>
                <a:cubicBezTo>
                  <a:pt x="392" y="0"/>
                  <a:pt x="0" y="1568"/>
                  <a:pt x="0" y="2352"/>
                </a:cubicBezTo>
                <a:cubicBezTo>
                  <a:pt x="0" y="3832"/>
                  <a:pt x="392" y="4703"/>
                  <a:pt x="1132" y="4703"/>
                </a:cubicBezTo>
                <a:cubicBezTo>
                  <a:pt x="7708" y="4703"/>
                  <a:pt x="7708" y="4703"/>
                  <a:pt x="7708" y="4703"/>
                </a:cubicBezTo>
                <a:cubicBezTo>
                  <a:pt x="8100" y="4703"/>
                  <a:pt x="8492" y="3832"/>
                  <a:pt x="8492" y="2352"/>
                </a:cubicBezTo>
                <a:cubicBezTo>
                  <a:pt x="8492" y="1568"/>
                  <a:pt x="8100" y="0"/>
                  <a:pt x="7708" y="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4" name="Shape 7604"/>
          <p:cNvSpPr/>
          <p:nvPr/>
        </p:nvSpPr>
        <p:spPr>
          <a:xfrm>
            <a:off x="4235910" y="9251246"/>
            <a:ext cx="347022" cy="3318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66" y="0"/>
                </a:moveTo>
                <a:cubicBezTo>
                  <a:pt x="3219" y="0"/>
                  <a:pt x="3219" y="0"/>
                  <a:pt x="3219" y="0"/>
                </a:cubicBezTo>
                <a:cubicBezTo>
                  <a:pt x="1359" y="0"/>
                  <a:pt x="0" y="592"/>
                  <a:pt x="0" y="2589"/>
                </a:cubicBezTo>
                <a:cubicBezTo>
                  <a:pt x="0" y="5918"/>
                  <a:pt x="0" y="5918"/>
                  <a:pt x="0" y="5918"/>
                </a:cubicBezTo>
                <a:cubicBezTo>
                  <a:pt x="0" y="7841"/>
                  <a:pt x="1359" y="9173"/>
                  <a:pt x="3219" y="9173"/>
                </a:cubicBezTo>
                <a:cubicBezTo>
                  <a:pt x="6366" y="9173"/>
                  <a:pt x="6366" y="9173"/>
                  <a:pt x="6366" y="9173"/>
                </a:cubicBezTo>
                <a:cubicBezTo>
                  <a:pt x="8297" y="9173"/>
                  <a:pt x="8940" y="7841"/>
                  <a:pt x="8940" y="5918"/>
                </a:cubicBezTo>
                <a:cubicBezTo>
                  <a:pt x="8940" y="2589"/>
                  <a:pt x="8940" y="2589"/>
                  <a:pt x="8940" y="2589"/>
                </a:cubicBezTo>
                <a:cubicBezTo>
                  <a:pt x="8940" y="592"/>
                  <a:pt x="8297" y="0"/>
                  <a:pt x="6366" y="0"/>
                </a:cubicBezTo>
                <a:close/>
                <a:moveTo>
                  <a:pt x="18381" y="0"/>
                </a:moveTo>
                <a:cubicBezTo>
                  <a:pt x="15234" y="0"/>
                  <a:pt x="15234" y="0"/>
                  <a:pt x="15234" y="0"/>
                </a:cubicBezTo>
                <a:cubicBezTo>
                  <a:pt x="13375" y="0"/>
                  <a:pt x="12731" y="592"/>
                  <a:pt x="12731" y="2589"/>
                </a:cubicBezTo>
                <a:cubicBezTo>
                  <a:pt x="12731" y="5918"/>
                  <a:pt x="12731" y="5918"/>
                  <a:pt x="12731" y="5918"/>
                </a:cubicBezTo>
                <a:cubicBezTo>
                  <a:pt x="12731" y="7841"/>
                  <a:pt x="13375" y="9173"/>
                  <a:pt x="15234" y="9173"/>
                </a:cubicBezTo>
                <a:cubicBezTo>
                  <a:pt x="18381" y="9173"/>
                  <a:pt x="18381" y="9173"/>
                  <a:pt x="18381" y="9173"/>
                </a:cubicBezTo>
                <a:cubicBezTo>
                  <a:pt x="20313" y="9173"/>
                  <a:pt x="21600" y="7841"/>
                  <a:pt x="21600" y="5918"/>
                </a:cubicBezTo>
                <a:cubicBezTo>
                  <a:pt x="21600" y="2589"/>
                  <a:pt x="21600" y="2589"/>
                  <a:pt x="21600" y="2589"/>
                </a:cubicBezTo>
                <a:cubicBezTo>
                  <a:pt x="21600" y="592"/>
                  <a:pt x="20313" y="0"/>
                  <a:pt x="18381" y="0"/>
                </a:cubicBezTo>
                <a:close/>
                <a:moveTo>
                  <a:pt x="6366" y="12427"/>
                </a:moveTo>
                <a:cubicBezTo>
                  <a:pt x="3219" y="12427"/>
                  <a:pt x="3219" y="12427"/>
                  <a:pt x="3219" y="12427"/>
                </a:cubicBezTo>
                <a:cubicBezTo>
                  <a:pt x="1359" y="12427"/>
                  <a:pt x="0" y="13759"/>
                  <a:pt x="0" y="15682"/>
                </a:cubicBezTo>
                <a:cubicBezTo>
                  <a:pt x="0" y="18937"/>
                  <a:pt x="0" y="18937"/>
                  <a:pt x="0" y="18937"/>
                </a:cubicBezTo>
                <a:cubicBezTo>
                  <a:pt x="0" y="20934"/>
                  <a:pt x="1359" y="21600"/>
                  <a:pt x="3219" y="21600"/>
                </a:cubicBezTo>
                <a:cubicBezTo>
                  <a:pt x="6366" y="21600"/>
                  <a:pt x="6366" y="21600"/>
                  <a:pt x="6366" y="21600"/>
                </a:cubicBezTo>
                <a:cubicBezTo>
                  <a:pt x="8297" y="21600"/>
                  <a:pt x="8940" y="20934"/>
                  <a:pt x="8940" y="18937"/>
                </a:cubicBezTo>
                <a:cubicBezTo>
                  <a:pt x="8940" y="15682"/>
                  <a:pt x="8940" y="15682"/>
                  <a:pt x="8940" y="15682"/>
                </a:cubicBezTo>
                <a:cubicBezTo>
                  <a:pt x="8940" y="13759"/>
                  <a:pt x="8297" y="12427"/>
                  <a:pt x="6366" y="12427"/>
                </a:cubicBezTo>
                <a:close/>
                <a:moveTo>
                  <a:pt x="18381" y="12427"/>
                </a:moveTo>
                <a:cubicBezTo>
                  <a:pt x="15234" y="12427"/>
                  <a:pt x="15234" y="12427"/>
                  <a:pt x="15234" y="12427"/>
                </a:cubicBezTo>
                <a:cubicBezTo>
                  <a:pt x="13375" y="12427"/>
                  <a:pt x="12731" y="13759"/>
                  <a:pt x="12731" y="15682"/>
                </a:cubicBezTo>
                <a:cubicBezTo>
                  <a:pt x="12731" y="18937"/>
                  <a:pt x="12731" y="18937"/>
                  <a:pt x="12731" y="18937"/>
                </a:cubicBezTo>
                <a:cubicBezTo>
                  <a:pt x="12731" y="20934"/>
                  <a:pt x="13375" y="21600"/>
                  <a:pt x="15234" y="21600"/>
                </a:cubicBezTo>
                <a:cubicBezTo>
                  <a:pt x="18381" y="21600"/>
                  <a:pt x="18381" y="21600"/>
                  <a:pt x="18381" y="21600"/>
                </a:cubicBezTo>
                <a:cubicBezTo>
                  <a:pt x="20313" y="21600"/>
                  <a:pt x="21600" y="20934"/>
                  <a:pt x="21600" y="18937"/>
                </a:cubicBezTo>
                <a:cubicBezTo>
                  <a:pt x="21600" y="15682"/>
                  <a:pt x="21600" y="15682"/>
                  <a:pt x="21600" y="15682"/>
                </a:cubicBezTo>
                <a:cubicBezTo>
                  <a:pt x="21600" y="13759"/>
                  <a:pt x="20313" y="12427"/>
                  <a:pt x="18381" y="12427"/>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5" name="Shape 7605"/>
          <p:cNvSpPr/>
          <p:nvPr/>
        </p:nvSpPr>
        <p:spPr>
          <a:xfrm>
            <a:off x="6377078" y="9231062"/>
            <a:ext cx="488316" cy="2713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18" y="10484"/>
                </a:moveTo>
                <a:cubicBezTo>
                  <a:pt x="18000" y="10484"/>
                  <a:pt x="18000" y="10484"/>
                  <a:pt x="18000" y="10484"/>
                </a:cubicBezTo>
                <a:cubicBezTo>
                  <a:pt x="18000" y="21600"/>
                  <a:pt x="18000" y="21600"/>
                  <a:pt x="18000" y="21600"/>
                </a:cubicBezTo>
                <a:cubicBezTo>
                  <a:pt x="21600" y="21600"/>
                  <a:pt x="21600" y="21600"/>
                  <a:pt x="21600" y="21600"/>
                </a:cubicBezTo>
                <a:cubicBezTo>
                  <a:pt x="21600" y="8857"/>
                  <a:pt x="21600" y="8857"/>
                  <a:pt x="21600" y="8857"/>
                </a:cubicBezTo>
                <a:cubicBezTo>
                  <a:pt x="21600" y="6417"/>
                  <a:pt x="20282" y="4067"/>
                  <a:pt x="18862" y="4067"/>
                </a:cubicBezTo>
                <a:cubicBezTo>
                  <a:pt x="4918" y="4067"/>
                  <a:pt x="4918" y="4067"/>
                  <a:pt x="4918" y="4067"/>
                </a:cubicBezTo>
                <a:cubicBezTo>
                  <a:pt x="4918" y="0"/>
                  <a:pt x="4918" y="0"/>
                  <a:pt x="4918" y="0"/>
                </a:cubicBezTo>
                <a:cubicBezTo>
                  <a:pt x="0" y="7230"/>
                  <a:pt x="0" y="7230"/>
                  <a:pt x="0" y="7230"/>
                </a:cubicBezTo>
                <a:cubicBezTo>
                  <a:pt x="4918" y="14460"/>
                  <a:pt x="4918" y="14460"/>
                  <a:pt x="4918" y="14460"/>
                </a:cubicBezTo>
                <a:lnTo>
                  <a:pt x="4918" y="10484"/>
                </a:ln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6" name="Shape 7606"/>
          <p:cNvSpPr/>
          <p:nvPr/>
        </p:nvSpPr>
        <p:spPr>
          <a:xfrm>
            <a:off x="1934947" y="9271430"/>
            <a:ext cx="407572" cy="281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234" y="17768"/>
                </a:moveTo>
                <a:cubicBezTo>
                  <a:pt x="1647" y="17768"/>
                  <a:pt x="1647" y="17768"/>
                  <a:pt x="1647" y="17768"/>
                </a:cubicBezTo>
                <a:cubicBezTo>
                  <a:pt x="1098" y="17768"/>
                  <a:pt x="0" y="18552"/>
                  <a:pt x="0" y="20119"/>
                </a:cubicBezTo>
                <a:cubicBezTo>
                  <a:pt x="0" y="20816"/>
                  <a:pt x="1098" y="21600"/>
                  <a:pt x="1647" y="21600"/>
                </a:cubicBezTo>
                <a:cubicBezTo>
                  <a:pt x="3234" y="21600"/>
                  <a:pt x="3234" y="21600"/>
                  <a:pt x="3234" y="21600"/>
                </a:cubicBezTo>
                <a:cubicBezTo>
                  <a:pt x="4332" y="21600"/>
                  <a:pt x="4881" y="20816"/>
                  <a:pt x="4881" y="20119"/>
                </a:cubicBezTo>
                <a:cubicBezTo>
                  <a:pt x="4881" y="18552"/>
                  <a:pt x="4332" y="17768"/>
                  <a:pt x="3234" y="17768"/>
                </a:cubicBezTo>
                <a:close/>
                <a:moveTo>
                  <a:pt x="3234" y="9319"/>
                </a:moveTo>
                <a:cubicBezTo>
                  <a:pt x="1647" y="9319"/>
                  <a:pt x="1647" y="9319"/>
                  <a:pt x="1647" y="9319"/>
                </a:cubicBezTo>
                <a:cubicBezTo>
                  <a:pt x="1098" y="9319"/>
                  <a:pt x="0" y="10103"/>
                  <a:pt x="0" y="10887"/>
                </a:cubicBezTo>
                <a:cubicBezTo>
                  <a:pt x="0" y="12368"/>
                  <a:pt x="1098" y="13152"/>
                  <a:pt x="1647" y="13152"/>
                </a:cubicBezTo>
                <a:cubicBezTo>
                  <a:pt x="3234" y="13152"/>
                  <a:pt x="3234" y="13152"/>
                  <a:pt x="3234" y="13152"/>
                </a:cubicBezTo>
                <a:cubicBezTo>
                  <a:pt x="4332" y="13152"/>
                  <a:pt x="4881" y="12368"/>
                  <a:pt x="4881" y="10887"/>
                </a:cubicBezTo>
                <a:cubicBezTo>
                  <a:pt x="4881" y="10103"/>
                  <a:pt x="4332" y="9319"/>
                  <a:pt x="3234" y="9319"/>
                </a:cubicBezTo>
                <a:close/>
                <a:moveTo>
                  <a:pt x="3234" y="0"/>
                </a:moveTo>
                <a:cubicBezTo>
                  <a:pt x="1647" y="0"/>
                  <a:pt x="1647" y="0"/>
                  <a:pt x="1647" y="0"/>
                </a:cubicBezTo>
                <a:cubicBezTo>
                  <a:pt x="1098" y="0"/>
                  <a:pt x="0" y="1568"/>
                  <a:pt x="0" y="2352"/>
                </a:cubicBezTo>
                <a:cubicBezTo>
                  <a:pt x="0" y="3832"/>
                  <a:pt x="1098" y="4703"/>
                  <a:pt x="1647" y="4703"/>
                </a:cubicBezTo>
                <a:cubicBezTo>
                  <a:pt x="3234" y="4703"/>
                  <a:pt x="3234" y="4703"/>
                  <a:pt x="3234" y="4703"/>
                </a:cubicBezTo>
                <a:cubicBezTo>
                  <a:pt x="4332" y="4703"/>
                  <a:pt x="4881" y="3832"/>
                  <a:pt x="4881" y="2352"/>
                </a:cubicBezTo>
                <a:cubicBezTo>
                  <a:pt x="4881" y="1568"/>
                  <a:pt x="4332" y="0"/>
                  <a:pt x="3234" y="0"/>
                </a:cubicBezTo>
                <a:close/>
                <a:moveTo>
                  <a:pt x="9214" y="4703"/>
                </a:moveTo>
                <a:cubicBezTo>
                  <a:pt x="20014" y="4703"/>
                  <a:pt x="20014" y="4703"/>
                  <a:pt x="20014" y="4703"/>
                </a:cubicBezTo>
                <a:cubicBezTo>
                  <a:pt x="20563" y="4703"/>
                  <a:pt x="21600" y="3832"/>
                  <a:pt x="21600" y="2352"/>
                </a:cubicBezTo>
                <a:cubicBezTo>
                  <a:pt x="21600" y="1568"/>
                  <a:pt x="20563" y="0"/>
                  <a:pt x="20014" y="0"/>
                </a:cubicBezTo>
                <a:cubicBezTo>
                  <a:pt x="9214" y="0"/>
                  <a:pt x="9214" y="0"/>
                  <a:pt x="9214" y="0"/>
                </a:cubicBezTo>
                <a:cubicBezTo>
                  <a:pt x="8664" y="0"/>
                  <a:pt x="7566" y="1568"/>
                  <a:pt x="7566" y="2352"/>
                </a:cubicBezTo>
                <a:cubicBezTo>
                  <a:pt x="7566" y="3832"/>
                  <a:pt x="8664" y="4703"/>
                  <a:pt x="9214" y="4703"/>
                </a:cubicBezTo>
                <a:close/>
                <a:moveTo>
                  <a:pt x="20014" y="9319"/>
                </a:moveTo>
                <a:cubicBezTo>
                  <a:pt x="9214" y="9319"/>
                  <a:pt x="9214" y="9319"/>
                  <a:pt x="9214" y="9319"/>
                </a:cubicBezTo>
                <a:cubicBezTo>
                  <a:pt x="8664" y="9319"/>
                  <a:pt x="7566" y="10103"/>
                  <a:pt x="7566" y="10887"/>
                </a:cubicBezTo>
                <a:cubicBezTo>
                  <a:pt x="7566" y="12368"/>
                  <a:pt x="8664" y="13152"/>
                  <a:pt x="9214" y="13152"/>
                </a:cubicBezTo>
                <a:cubicBezTo>
                  <a:pt x="20014" y="13152"/>
                  <a:pt x="20014" y="13152"/>
                  <a:pt x="20014" y="13152"/>
                </a:cubicBezTo>
                <a:cubicBezTo>
                  <a:pt x="20563" y="13152"/>
                  <a:pt x="21600" y="12368"/>
                  <a:pt x="21600" y="10887"/>
                </a:cubicBezTo>
                <a:cubicBezTo>
                  <a:pt x="21600" y="10103"/>
                  <a:pt x="20563" y="9319"/>
                  <a:pt x="20014" y="9319"/>
                </a:cubicBezTo>
                <a:close/>
                <a:moveTo>
                  <a:pt x="20014" y="17768"/>
                </a:moveTo>
                <a:cubicBezTo>
                  <a:pt x="9214" y="17768"/>
                  <a:pt x="9214" y="17768"/>
                  <a:pt x="9214" y="17768"/>
                </a:cubicBezTo>
                <a:cubicBezTo>
                  <a:pt x="8664" y="17768"/>
                  <a:pt x="7566" y="18552"/>
                  <a:pt x="7566" y="20119"/>
                </a:cubicBezTo>
                <a:cubicBezTo>
                  <a:pt x="7566" y="20816"/>
                  <a:pt x="8664" y="21600"/>
                  <a:pt x="9214" y="21600"/>
                </a:cubicBezTo>
                <a:cubicBezTo>
                  <a:pt x="20014" y="21600"/>
                  <a:pt x="20014" y="21600"/>
                  <a:pt x="20014" y="21600"/>
                </a:cubicBezTo>
                <a:cubicBezTo>
                  <a:pt x="20563" y="21600"/>
                  <a:pt x="21600" y="20816"/>
                  <a:pt x="21600" y="20119"/>
                </a:cubicBezTo>
                <a:cubicBezTo>
                  <a:pt x="21600" y="18552"/>
                  <a:pt x="20563" y="17768"/>
                  <a:pt x="20014" y="17768"/>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7" name="Shape 7607"/>
          <p:cNvSpPr/>
          <p:nvPr/>
        </p:nvSpPr>
        <p:spPr>
          <a:xfrm>
            <a:off x="15697813" y="6941235"/>
            <a:ext cx="465415" cy="468127"/>
          </a:xfrm>
          <a:custGeom>
            <a:avLst/>
            <a:gdLst/>
            <a:ahLst/>
            <a:cxnLst>
              <a:cxn ang="0">
                <a:pos x="wd2" y="hd2"/>
              </a:cxn>
              <a:cxn ang="5400000">
                <a:pos x="wd2" y="hd2"/>
              </a:cxn>
              <a:cxn ang="10800000">
                <a:pos x="wd2" y="hd2"/>
              </a:cxn>
              <a:cxn ang="16200000">
                <a:pos x="wd2" y="hd2"/>
              </a:cxn>
            </a:cxnLst>
            <a:rect l="0" t="0" r="r" b="b"/>
            <a:pathLst>
              <a:path w="19770" h="21600" fill="norm" stroke="1" extrusionOk="0">
                <a:moveTo>
                  <a:pt x="4299" y="16412"/>
                </a:moveTo>
                <a:cubicBezTo>
                  <a:pt x="1715" y="13129"/>
                  <a:pt x="1715" y="8418"/>
                  <a:pt x="4689" y="5135"/>
                </a:cubicBezTo>
                <a:cubicBezTo>
                  <a:pt x="6006" y="3759"/>
                  <a:pt x="7273" y="3282"/>
                  <a:pt x="8590" y="2806"/>
                </a:cubicBezTo>
                <a:cubicBezTo>
                  <a:pt x="8590" y="0"/>
                  <a:pt x="8590" y="0"/>
                  <a:pt x="8590" y="0"/>
                </a:cubicBezTo>
                <a:cubicBezTo>
                  <a:pt x="6445" y="476"/>
                  <a:pt x="4689" y="1429"/>
                  <a:pt x="2983" y="3282"/>
                </a:cubicBezTo>
                <a:cubicBezTo>
                  <a:pt x="-918" y="7518"/>
                  <a:pt x="-918" y="14082"/>
                  <a:pt x="2544" y="18318"/>
                </a:cubicBezTo>
                <a:cubicBezTo>
                  <a:pt x="837" y="20647"/>
                  <a:pt x="837" y="20647"/>
                  <a:pt x="837" y="20647"/>
                </a:cubicBezTo>
                <a:cubicBezTo>
                  <a:pt x="7273" y="21124"/>
                  <a:pt x="7273" y="21124"/>
                  <a:pt x="7273" y="21124"/>
                </a:cubicBezTo>
                <a:cubicBezTo>
                  <a:pt x="7273" y="13606"/>
                  <a:pt x="7273" y="13606"/>
                  <a:pt x="7273" y="13606"/>
                </a:cubicBezTo>
                <a:lnTo>
                  <a:pt x="4299" y="16412"/>
                </a:lnTo>
                <a:close/>
                <a:moveTo>
                  <a:pt x="12442" y="953"/>
                </a:moveTo>
                <a:cubicBezTo>
                  <a:pt x="12442" y="8418"/>
                  <a:pt x="12442" y="8418"/>
                  <a:pt x="12442" y="8418"/>
                </a:cubicBezTo>
                <a:cubicBezTo>
                  <a:pt x="15514" y="5135"/>
                  <a:pt x="15514" y="5135"/>
                  <a:pt x="15514" y="5135"/>
                </a:cubicBezTo>
                <a:cubicBezTo>
                  <a:pt x="18098" y="8418"/>
                  <a:pt x="18098" y="13606"/>
                  <a:pt x="15075" y="16888"/>
                </a:cubicBezTo>
                <a:cubicBezTo>
                  <a:pt x="14246" y="17841"/>
                  <a:pt x="12442" y="18794"/>
                  <a:pt x="11174" y="18794"/>
                </a:cubicBezTo>
                <a:cubicBezTo>
                  <a:pt x="11174" y="21600"/>
                  <a:pt x="11174" y="21600"/>
                  <a:pt x="11174" y="21600"/>
                </a:cubicBezTo>
                <a:cubicBezTo>
                  <a:pt x="13368" y="21600"/>
                  <a:pt x="15514" y="20171"/>
                  <a:pt x="16830" y="18794"/>
                </a:cubicBezTo>
                <a:cubicBezTo>
                  <a:pt x="20682" y="14559"/>
                  <a:pt x="20682" y="7518"/>
                  <a:pt x="17220" y="3282"/>
                </a:cubicBezTo>
                <a:cubicBezTo>
                  <a:pt x="19414" y="953"/>
                  <a:pt x="19414" y="953"/>
                  <a:pt x="19414" y="953"/>
                </a:cubicBezTo>
                <a:lnTo>
                  <a:pt x="12442" y="95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8" name="Shape 7608"/>
          <p:cNvSpPr/>
          <p:nvPr/>
        </p:nvSpPr>
        <p:spPr>
          <a:xfrm>
            <a:off x="21055666" y="8226335"/>
            <a:ext cx="569049" cy="3772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92" y="5795"/>
                </a:moveTo>
                <a:cubicBezTo>
                  <a:pt x="16200" y="5795"/>
                  <a:pt x="15808" y="5795"/>
                  <a:pt x="15460" y="6388"/>
                </a:cubicBezTo>
                <a:cubicBezTo>
                  <a:pt x="15068" y="2898"/>
                  <a:pt x="12760" y="0"/>
                  <a:pt x="10016" y="0"/>
                </a:cubicBezTo>
                <a:cubicBezTo>
                  <a:pt x="6924" y="0"/>
                  <a:pt x="4224" y="4083"/>
                  <a:pt x="4224" y="8693"/>
                </a:cubicBezTo>
                <a:cubicBezTo>
                  <a:pt x="4224" y="8693"/>
                  <a:pt x="4224" y="9285"/>
                  <a:pt x="4224" y="9878"/>
                </a:cubicBezTo>
                <a:cubicBezTo>
                  <a:pt x="4224" y="9878"/>
                  <a:pt x="4224" y="9878"/>
                  <a:pt x="3876" y="9878"/>
                </a:cubicBezTo>
                <a:cubicBezTo>
                  <a:pt x="1916" y="9878"/>
                  <a:pt x="0" y="12183"/>
                  <a:pt x="0" y="15673"/>
                </a:cubicBezTo>
                <a:cubicBezTo>
                  <a:pt x="0" y="18637"/>
                  <a:pt x="1916" y="21600"/>
                  <a:pt x="3876" y="21600"/>
                </a:cubicBezTo>
                <a:cubicBezTo>
                  <a:pt x="16592" y="21600"/>
                  <a:pt x="16592" y="21600"/>
                  <a:pt x="16592" y="21600"/>
                </a:cubicBezTo>
                <a:cubicBezTo>
                  <a:pt x="19292" y="21600"/>
                  <a:pt x="21600" y="18110"/>
                  <a:pt x="21600" y="13368"/>
                </a:cubicBezTo>
                <a:cubicBezTo>
                  <a:pt x="21600" y="9285"/>
                  <a:pt x="19292" y="5795"/>
                  <a:pt x="16592" y="5795"/>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09" name="Shape 7609"/>
          <p:cNvSpPr/>
          <p:nvPr/>
        </p:nvSpPr>
        <p:spPr>
          <a:xfrm>
            <a:off x="22191009" y="8226335"/>
            <a:ext cx="569053" cy="3772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59" y="5795"/>
                </a:moveTo>
                <a:cubicBezTo>
                  <a:pt x="16167" y="5795"/>
                  <a:pt x="15820" y="5795"/>
                  <a:pt x="15429" y="6388"/>
                </a:cubicBezTo>
                <a:cubicBezTo>
                  <a:pt x="15037" y="2898"/>
                  <a:pt x="12734" y="0"/>
                  <a:pt x="10039" y="0"/>
                </a:cubicBezTo>
                <a:cubicBezTo>
                  <a:pt x="6954" y="0"/>
                  <a:pt x="4259" y="4083"/>
                  <a:pt x="4259" y="8693"/>
                </a:cubicBezTo>
                <a:cubicBezTo>
                  <a:pt x="4259" y="8693"/>
                  <a:pt x="4259" y="9285"/>
                  <a:pt x="4259" y="9878"/>
                </a:cubicBezTo>
                <a:cubicBezTo>
                  <a:pt x="4259" y="9878"/>
                  <a:pt x="4259" y="9878"/>
                  <a:pt x="3868" y="9878"/>
                </a:cubicBezTo>
                <a:cubicBezTo>
                  <a:pt x="1956" y="9878"/>
                  <a:pt x="0" y="12183"/>
                  <a:pt x="0" y="15673"/>
                </a:cubicBezTo>
                <a:cubicBezTo>
                  <a:pt x="0" y="18637"/>
                  <a:pt x="1956" y="21600"/>
                  <a:pt x="3868" y="21600"/>
                </a:cubicBezTo>
                <a:cubicBezTo>
                  <a:pt x="9257" y="21600"/>
                  <a:pt x="9257" y="21600"/>
                  <a:pt x="9257" y="21600"/>
                </a:cubicBezTo>
                <a:cubicBezTo>
                  <a:pt x="9257" y="15146"/>
                  <a:pt x="9257" y="15146"/>
                  <a:pt x="9257" y="15146"/>
                </a:cubicBezTo>
                <a:cubicBezTo>
                  <a:pt x="6954" y="15146"/>
                  <a:pt x="6954" y="15146"/>
                  <a:pt x="6954" y="15146"/>
                </a:cubicBezTo>
                <a:cubicBezTo>
                  <a:pt x="10822" y="7573"/>
                  <a:pt x="10822" y="7573"/>
                  <a:pt x="10822" y="7573"/>
                </a:cubicBezTo>
                <a:cubicBezTo>
                  <a:pt x="14646" y="15146"/>
                  <a:pt x="14646" y="15146"/>
                  <a:pt x="14646" y="15146"/>
                </a:cubicBezTo>
                <a:cubicBezTo>
                  <a:pt x="12343" y="15146"/>
                  <a:pt x="12343" y="15146"/>
                  <a:pt x="12343" y="15146"/>
                </a:cubicBezTo>
                <a:cubicBezTo>
                  <a:pt x="12343" y="21600"/>
                  <a:pt x="12343" y="21600"/>
                  <a:pt x="12343" y="21600"/>
                </a:cubicBezTo>
                <a:cubicBezTo>
                  <a:pt x="16559" y="21600"/>
                  <a:pt x="16559" y="21600"/>
                  <a:pt x="16559" y="21600"/>
                </a:cubicBezTo>
                <a:cubicBezTo>
                  <a:pt x="19253" y="21600"/>
                  <a:pt x="21600" y="18110"/>
                  <a:pt x="21600" y="13368"/>
                </a:cubicBezTo>
                <a:cubicBezTo>
                  <a:pt x="21600" y="9285"/>
                  <a:pt x="19253" y="5795"/>
                  <a:pt x="16559" y="5795"/>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0" name="Shape 7610"/>
          <p:cNvSpPr/>
          <p:nvPr/>
        </p:nvSpPr>
        <p:spPr>
          <a:xfrm>
            <a:off x="21136401" y="7020345"/>
            <a:ext cx="407572" cy="518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468" y="11851"/>
                </a:moveTo>
                <a:cubicBezTo>
                  <a:pt x="15132" y="11851"/>
                  <a:pt x="15132" y="11851"/>
                  <a:pt x="15132" y="11851"/>
                </a:cubicBezTo>
                <a:cubicBezTo>
                  <a:pt x="15132" y="9749"/>
                  <a:pt x="15132" y="9749"/>
                  <a:pt x="15132" y="9749"/>
                </a:cubicBezTo>
                <a:cubicBezTo>
                  <a:pt x="6468" y="9749"/>
                  <a:pt x="6468" y="9749"/>
                  <a:pt x="6468" y="9749"/>
                </a:cubicBezTo>
                <a:lnTo>
                  <a:pt x="6468" y="11851"/>
                </a:lnTo>
                <a:close/>
                <a:moveTo>
                  <a:pt x="18366" y="0"/>
                </a:moveTo>
                <a:cubicBezTo>
                  <a:pt x="3234" y="0"/>
                  <a:pt x="3234" y="0"/>
                  <a:pt x="3234" y="0"/>
                </a:cubicBezTo>
                <a:cubicBezTo>
                  <a:pt x="1586" y="0"/>
                  <a:pt x="0" y="1242"/>
                  <a:pt x="0" y="2533"/>
                </a:cubicBezTo>
                <a:cubicBezTo>
                  <a:pt x="0" y="19067"/>
                  <a:pt x="0" y="19067"/>
                  <a:pt x="0" y="19067"/>
                </a:cubicBezTo>
                <a:cubicBezTo>
                  <a:pt x="0" y="20310"/>
                  <a:pt x="1586" y="21600"/>
                  <a:pt x="3234" y="21600"/>
                </a:cubicBezTo>
                <a:cubicBezTo>
                  <a:pt x="18366" y="21600"/>
                  <a:pt x="18366" y="21600"/>
                  <a:pt x="18366" y="21600"/>
                </a:cubicBezTo>
                <a:cubicBezTo>
                  <a:pt x="20014" y="21600"/>
                  <a:pt x="21600" y="20310"/>
                  <a:pt x="21600" y="19067"/>
                </a:cubicBezTo>
                <a:cubicBezTo>
                  <a:pt x="21600" y="2533"/>
                  <a:pt x="21600" y="2533"/>
                  <a:pt x="21600" y="2533"/>
                </a:cubicBezTo>
                <a:cubicBezTo>
                  <a:pt x="21600" y="1242"/>
                  <a:pt x="20014" y="0"/>
                  <a:pt x="18366" y="0"/>
                </a:cubicBezTo>
                <a:close/>
                <a:moveTo>
                  <a:pt x="18366" y="19067"/>
                </a:moveTo>
                <a:cubicBezTo>
                  <a:pt x="3234" y="19067"/>
                  <a:pt x="3234" y="19067"/>
                  <a:pt x="3234" y="19067"/>
                </a:cubicBezTo>
                <a:cubicBezTo>
                  <a:pt x="3234" y="2533"/>
                  <a:pt x="3234" y="2533"/>
                  <a:pt x="3234" y="2533"/>
                </a:cubicBezTo>
                <a:cubicBezTo>
                  <a:pt x="18366" y="2533"/>
                  <a:pt x="18366" y="2533"/>
                  <a:pt x="18366" y="2533"/>
                </a:cubicBezTo>
                <a:lnTo>
                  <a:pt x="18366" y="19067"/>
                </a:lnTo>
                <a:close/>
                <a:moveTo>
                  <a:pt x="15132" y="5065"/>
                </a:moveTo>
                <a:cubicBezTo>
                  <a:pt x="6468" y="5065"/>
                  <a:pt x="6468" y="5065"/>
                  <a:pt x="6468" y="5065"/>
                </a:cubicBezTo>
                <a:cubicBezTo>
                  <a:pt x="6468" y="7216"/>
                  <a:pt x="6468" y="7216"/>
                  <a:pt x="6468" y="7216"/>
                </a:cubicBezTo>
                <a:cubicBezTo>
                  <a:pt x="15132" y="7216"/>
                  <a:pt x="15132" y="7216"/>
                  <a:pt x="15132" y="7216"/>
                </a:cubicBezTo>
                <a:lnTo>
                  <a:pt x="15132" y="5065"/>
                </a:lnTo>
                <a:close/>
                <a:moveTo>
                  <a:pt x="15132" y="14384"/>
                </a:moveTo>
                <a:cubicBezTo>
                  <a:pt x="6468" y="14384"/>
                  <a:pt x="6468" y="14384"/>
                  <a:pt x="6468" y="14384"/>
                </a:cubicBezTo>
                <a:cubicBezTo>
                  <a:pt x="6468" y="16487"/>
                  <a:pt x="6468" y="16487"/>
                  <a:pt x="6468" y="16487"/>
                </a:cubicBezTo>
                <a:cubicBezTo>
                  <a:pt x="15132" y="16487"/>
                  <a:pt x="15132" y="16487"/>
                  <a:pt x="15132" y="16487"/>
                </a:cubicBezTo>
                <a:lnTo>
                  <a:pt x="15132" y="1438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1" name="Shape 7611"/>
          <p:cNvSpPr/>
          <p:nvPr/>
        </p:nvSpPr>
        <p:spPr>
          <a:xfrm>
            <a:off x="4092831" y="4693599"/>
            <a:ext cx="569050" cy="4580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68" y="6713"/>
                </a:moveTo>
                <a:cubicBezTo>
                  <a:pt x="1132" y="6713"/>
                  <a:pt x="1132" y="6713"/>
                  <a:pt x="1132" y="6713"/>
                </a:cubicBezTo>
                <a:cubicBezTo>
                  <a:pt x="0" y="6713"/>
                  <a:pt x="0" y="7200"/>
                  <a:pt x="0" y="8174"/>
                </a:cubicBezTo>
                <a:cubicBezTo>
                  <a:pt x="784" y="20138"/>
                  <a:pt x="784" y="20138"/>
                  <a:pt x="784" y="20138"/>
                </a:cubicBezTo>
                <a:cubicBezTo>
                  <a:pt x="784" y="20626"/>
                  <a:pt x="1132" y="21600"/>
                  <a:pt x="1916" y="21600"/>
                </a:cubicBezTo>
                <a:cubicBezTo>
                  <a:pt x="19684" y="21600"/>
                  <a:pt x="19684" y="21600"/>
                  <a:pt x="19684" y="21600"/>
                </a:cubicBezTo>
                <a:cubicBezTo>
                  <a:pt x="20468" y="21600"/>
                  <a:pt x="20468" y="20626"/>
                  <a:pt x="20860" y="20138"/>
                </a:cubicBezTo>
                <a:cubicBezTo>
                  <a:pt x="21600" y="8174"/>
                  <a:pt x="21600" y="8174"/>
                  <a:pt x="21600" y="8174"/>
                </a:cubicBezTo>
                <a:cubicBezTo>
                  <a:pt x="21600" y="7200"/>
                  <a:pt x="21600" y="6713"/>
                  <a:pt x="20468" y="6713"/>
                </a:cubicBezTo>
                <a:close/>
                <a:moveTo>
                  <a:pt x="20076" y="3844"/>
                </a:moveTo>
                <a:cubicBezTo>
                  <a:pt x="19684" y="3356"/>
                  <a:pt x="19292" y="2869"/>
                  <a:pt x="18552" y="2869"/>
                </a:cubicBezTo>
                <a:cubicBezTo>
                  <a:pt x="11192" y="2869"/>
                  <a:pt x="11192" y="2869"/>
                  <a:pt x="11192" y="2869"/>
                </a:cubicBezTo>
                <a:cubicBezTo>
                  <a:pt x="10408" y="2869"/>
                  <a:pt x="9668" y="2382"/>
                  <a:pt x="9276" y="1949"/>
                </a:cubicBezTo>
                <a:cubicBezTo>
                  <a:pt x="8884" y="974"/>
                  <a:pt x="8884" y="974"/>
                  <a:pt x="8884" y="974"/>
                </a:cubicBezTo>
                <a:cubicBezTo>
                  <a:pt x="8100" y="433"/>
                  <a:pt x="7360" y="0"/>
                  <a:pt x="6968" y="0"/>
                </a:cubicBezTo>
                <a:cubicBezTo>
                  <a:pt x="3440" y="0"/>
                  <a:pt x="3440" y="0"/>
                  <a:pt x="3440" y="0"/>
                </a:cubicBezTo>
                <a:cubicBezTo>
                  <a:pt x="2700" y="0"/>
                  <a:pt x="2308" y="433"/>
                  <a:pt x="1916" y="1462"/>
                </a:cubicBezTo>
                <a:cubicBezTo>
                  <a:pt x="1916" y="4818"/>
                  <a:pt x="1916" y="4818"/>
                  <a:pt x="1916" y="4818"/>
                </a:cubicBezTo>
                <a:cubicBezTo>
                  <a:pt x="20076" y="4818"/>
                  <a:pt x="20076" y="4818"/>
                  <a:pt x="20076" y="4818"/>
                </a:cubicBezTo>
                <a:lnTo>
                  <a:pt x="20076" y="384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2" name="Shape 7612"/>
          <p:cNvSpPr/>
          <p:nvPr/>
        </p:nvSpPr>
        <p:spPr>
          <a:xfrm>
            <a:off x="11162692" y="4631451"/>
            <a:ext cx="557153" cy="458035"/>
          </a:xfrm>
          <a:custGeom>
            <a:avLst/>
            <a:gdLst/>
            <a:ahLst/>
            <a:cxnLst>
              <a:cxn ang="0">
                <a:pos x="wd2" y="hd2"/>
              </a:cxn>
              <a:cxn ang="5400000">
                <a:pos x="wd2" y="hd2"/>
              </a:cxn>
              <a:cxn ang="10800000">
                <a:pos x="wd2" y="hd2"/>
              </a:cxn>
              <a:cxn ang="16200000">
                <a:pos x="wd2" y="hd2"/>
              </a:cxn>
            </a:cxnLst>
            <a:rect l="0" t="0" r="r" b="b"/>
            <a:pathLst>
              <a:path w="21148" h="21600" fill="norm" stroke="1" extrusionOk="0">
                <a:moveTo>
                  <a:pt x="17903" y="3844"/>
                </a:moveTo>
                <a:cubicBezTo>
                  <a:pt x="17903" y="2869"/>
                  <a:pt x="17119" y="2869"/>
                  <a:pt x="17119" y="2869"/>
                </a:cubicBezTo>
                <a:cubicBezTo>
                  <a:pt x="4011" y="2869"/>
                  <a:pt x="4011" y="2869"/>
                  <a:pt x="4011" y="2869"/>
                </a:cubicBezTo>
                <a:cubicBezTo>
                  <a:pt x="4011" y="2869"/>
                  <a:pt x="2879" y="2869"/>
                  <a:pt x="2879" y="3844"/>
                </a:cubicBezTo>
                <a:cubicBezTo>
                  <a:pt x="2879" y="5305"/>
                  <a:pt x="2879" y="5305"/>
                  <a:pt x="2879" y="5305"/>
                </a:cubicBezTo>
                <a:cubicBezTo>
                  <a:pt x="17903" y="5305"/>
                  <a:pt x="17903" y="5305"/>
                  <a:pt x="17903" y="5305"/>
                </a:cubicBezTo>
                <a:lnTo>
                  <a:pt x="17903" y="3844"/>
                </a:lnTo>
                <a:close/>
                <a:moveTo>
                  <a:pt x="14811" y="0"/>
                </a:moveTo>
                <a:cubicBezTo>
                  <a:pt x="6319" y="0"/>
                  <a:pt x="6319" y="0"/>
                  <a:pt x="6319" y="0"/>
                </a:cubicBezTo>
                <a:cubicBezTo>
                  <a:pt x="6319" y="0"/>
                  <a:pt x="5187" y="0"/>
                  <a:pt x="5187" y="1462"/>
                </a:cubicBezTo>
                <a:cubicBezTo>
                  <a:pt x="15987" y="1462"/>
                  <a:pt x="15987" y="1462"/>
                  <a:pt x="15987" y="1462"/>
                </a:cubicBezTo>
                <a:cubicBezTo>
                  <a:pt x="15987" y="0"/>
                  <a:pt x="14811" y="0"/>
                  <a:pt x="14811" y="0"/>
                </a:cubicBezTo>
                <a:close/>
                <a:moveTo>
                  <a:pt x="20211" y="5305"/>
                </a:moveTo>
                <a:cubicBezTo>
                  <a:pt x="19427" y="4331"/>
                  <a:pt x="19427" y="4331"/>
                  <a:pt x="19427" y="4331"/>
                </a:cubicBezTo>
                <a:cubicBezTo>
                  <a:pt x="19427" y="6713"/>
                  <a:pt x="19427" y="6713"/>
                  <a:pt x="19427" y="6713"/>
                </a:cubicBezTo>
                <a:cubicBezTo>
                  <a:pt x="1703" y="6713"/>
                  <a:pt x="1703" y="6713"/>
                  <a:pt x="1703" y="6713"/>
                </a:cubicBezTo>
                <a:cubicBezTo>
                  <a:pt x="1703" y="4331"/>
                  <a:pt x="1703" y="4331"/>
                  <a:pt x="1703" y="4331"/>
                </a:cubicBezTo>
                <a:cubicBezTo>
                  <a:pt x="1703" y="4331"/>
                  <a:pt x="1703" y="4331"/>
                  <a:pt x="919" y="5305"/>
                </a:cubicBezTo>
                <a:cubicBezTo>
                  <a:pt x="135" y="6226"/>
                  <a:pt x="-213" y="6226"/>
                  <a:pt x="135" y="8174"/>
                </a:cubicBezTo>
                <a:cubicBezTo>
                  <a:pt x="135" y="9582"/>
                  <a:pt x="1703" y="18731"/>
                  <a:pt x="1703" y="20138"/>
                </a:cubicBezTo>
                <a:cubicBezTo>
                  <a:pt x="2095" y="21600"/>
                  <a:pt x="2879" y="21600"/>
                  <a:pt x="2879" y="21600"/>
                </a:cubicBezTo>
                <a:cubicBezTo>
                  <a:pt x="17903" y="21600"/>
                  <a:pt x="17903" y="21600"/>
                  <a:pt x="17903" y="21600"/>
                </a:cubicBezTo>
                <a:cubicBezTo>
                  <a:pt x="17903" y="21600"/>
                  <a:pt x="19079" y="21600"/>
                  <a:pt x="19427" y="20138"/>
                </a:cubicBezTo>
                <a:cubicBezTo>
                  <a:pt x="19427" y="18731"/>
                  <a:pt x="20995" y="9582"/>
                  <a:pt x="20995" y="8174"/>
                </a:cubicBezTo>
                <a:cubicBezTo>
                  <a:pt x="21387" y="6226"/>
                  <a:pt x="20995" y="6226"/>
                  <a:pt x="20211" y="5305"/>
                </a:cubicBezTo>
                <a:close/>
                <a:moveTo>
                  <a:pt x="14811" y="12451"/>
                </a:moveTo>
                <a:cubicBezTo>
                  <a:pt x="14811" y="12451"/>
                  <a:pt x="14811" y="13913"/>
                  <a:pt x="13679" y="13913"/>
                </a:cubicBezTo>
                <a:cubicBezTo>
                  <a:pt x="7495" y="13913"/>
                  <a:pt x="7495" y="13913"/>
                  <a:pt x="7495" y="13913"/>
                </a:cubicBezTo>
                <a:cubicBezTo>
                  <a:pt x="6319" y="13913"/>
                  <a:pt x="6319" y="12451"/>
                  <a:pt x="6319" y="12451"/>
                </a:cubicBezTo>
                <a:cubicBezTo>
                  <a:pt x="6319" y="10069"/>
                  <a:pt x="6319" y="10069"/>
                  <a:pt x="6319" y="10069"/>
                </a:cubicBezTo>
                <a:cubicBezTo>
                  <a:pt x="7887" y="10069"/>
                  <a:pt x="7887" y="10069"/>
                  <a:pt x="7887" y="10069"/>
                </a:cubicBezTo>
                <a:cubicBezTo>
                  <a:pt x="7887" y="11964"/>
                  <a:pt x="7887" y="11964"/>
                  <a:pt x="7887" y="11964"/>
                </a:cubicBezTo>
                <a:cubicBezTo>
                  <a:pt x="13243" y="11964"/>
                  <a:pt x="13243" y="11964"/>
                  <a:pt x="13243" y="11964"/>
                </a:cubicBezTo>
                <a:cubicBezTo>
                  <a:pt x="13243" y="10069"/>
                  <a:pt x="13243" y="10069"/>
                  <a:pt x="13243" y="10069"/>
                </a:cubicBezTo>
                <a:cubicBezTo>
                  <a:pt x="14811" y="10069"/>
                  <a:pt x="14811" y="10069"/>
                  <a:pt x="14811" y="10069"/>
                </a:cubicBezTo>
                <a:lnTo>
                  <a:pt x="14811" y="1245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3" name="Shape 7613"/>
          <p:cNvSpPr/>
          <p:nvPr/>
        </p:nvSpPr>
        <p:spPr>
          <a:xfrm>
            <a:off x="2831614" y="7994970"/>
            <a:ext cx="427762" cy="5488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5" y="8433"/>
                </a:moveTo>
                <a:cubicBezTo>
                  <a:pt x="3077" y="19616"/>
                  <a:pt x="3077" y="19616"/>
                  <a:pt x="3077" y="19616"/>
                </a:cubicBezTo>
                <a:cubicBezTo>
                  <a:pt x="3077" y="20022"/>
                  <a:pt x="6155" y="21600"/>
                  <a:pt x="10800" y="21600"/>
                </a:cubicBezTo>
                <a:cubicBezTo>
                  <a:pt x="15445" y="21600"/>
                  <a:pt x="18523" y="20022"/>
                  <a:pt x="18523" y="19616"/>
                </a:cubicBezTo>
                <a:cubicBezTo>
                  <a:pt x="20555" y="8433"/>
                  <a:pt x="20555" y="8433"/>
                  <a:pt x="20555" y="8433"/>
                </a:cubicBezTo>
                <a:cubicBezTo>
                  <a:pt x="18000" y="9605"/>
                  <a:pt x="14342" y="10011"/>
                  <a:pt x="10800" y="10011"/>
                </a:cubicBezTo>
                <a:cubicBezTo>
                  <a:pt x="7200" y="10011"/>
                  <a:pt x="3600" y="9605"/>
                  <a:pt x="1045" y="8433"/>
                </a:cubicBezTo>
                <a:close/>
                <a:moveTo>
                  <a:pt x="15445" y="2029"/>
                </a:moveTo>
                <a:cubicBezTo>
                  <a:pt x="13877" y="812"/>
                  <a:pt x="13877" y="812"/>
                  <a:pt x="13877" y="812"/>
                </a:cubicBezTo>
                <a:cubicBezTo>
                  <a:pt x="13877" y="406"/>
                  <a:pt x="13413" y="0"/>
                  <a:pt x="12310" y="0"/>
                </a:cubicBezTo>
                <a:cubicBezTo>
                  <a:pt x="9232" y="0"/>
                  <a:pt x="9232" y="0"/>
                  <a:pt x="9232" y="0"/>
                </a:cubicBezTo>
                <a:cubicBezTo>
                  <a:pt x="8187" y="0"/>
                  <a:pt x="7723" y="406"/>
                  <a:pt x="7723" y="812"/>
                </a:cubicBezTo>
                <a:cubicBezTo>
                  <a:pt x="6155" y="2029"/>
                  <a:pt x="6155" y="2029"/>
                  <a:pt x="6155" y="2029"/>
                </a:cubicBezTo>
                <a:cubicBezTo>
                  <a:pt x="2555" y="2390"/>
                  <a:pt x="0" y="3653"/>
                  <a:pt x="0" y="4825"/>
                </a:cubicBezTo>
                <a:cubicBezTo>
                  <a:pt x="0" y="6809"/>
                  <a:pt x="4645" y="8027"/>
                  <a:pt x="10800" y="8027"/>
                </a:cubicBezTo>
                <a:cubicBezTo>
                  <a:pt x="16955" y="8027"/>
                  <a:pt x="21600" y="6809"/>
                  <a:pt x="21600" y="4825"/>
                </a:cubicBezTo>
                <a:cubicBezTo>
                  <a:pt x="21600" y="3653"/>
                  <a:pt x="19045" y="2390"/>
                  <a:pt x="15445" y="2029"/>
                </a:cubicBezTo>
                <a:close/>
                <a:moveTo>
                  <a:pt x="13877" y="4419"/>
                </a:moveTo>
                <a:cubicBezTo>
                  <a:pt x="11787" y="2841"/>
                  <a:pt x="11787" y="2841"/>
                  <a:pt x="11787" y="2841"/>
                </a:cubicBezTo>
                <a:cubicBezTo>
                  <a:pt x="9755" y="2841"/>
                  <a:pt x="9755" y="2841"/>
                  <a:pt x="9755" y="2841"/>
                </a:cubicBezTo>
                <a:cubicBezTo>
                  <a:pt x="7723" y="4419"/>
                  <a:pt x="7723" y="4419"/>
                  <a:pt x="7723" y="4419"/>
                </a:cubicBezTo>
                <a:cubicBezTo>
                  <a:pt x="5110" y="4419"/>
                  <a:pt x="5110" y="4419"/>
                  <a:pt x="5110" y="4419"/>
                </a:cubicBezTo>
                <a:cubicBezTo>
                  <a:pt x="5110" y="4419"/>
                  <a:pt x="8187" y="2029"/>
                  <a:pt x="8187" y="1623"/>
                </a:cubicBezTo>
                <a:cubicBezTo>
                  <a:pt x="8710" y="1263"/>
                  <a:pt x="8710" y="1263"/>
                  <a:pt x="9232" y="1263"/>
                </a:cubicBezTo>
                <a:cubicBezTo>
                  <a:pt x="12310" y="1263"/>
                  <a:pt x="12310" y="1263"/>
                  <a:pt x="12310" y="1263"/>
                </a:cubicBezTo>
                <a:cubicBezTo>
                  <a:pt x="12890" y="1263"/>
                  <a:pt x="12890" y="1263"/>
                  <a:pt x="13413" y="1623"/>
                </a:cubicBezTo>
                <a:cubicBezTo>
                  <a:pt x="13413" y="2029"/>
                  <a:pt x="16490" y="4419"/>
                  <a:pt x="16490" y="4419"/>
                </a:cubicBezTo>
                <a:lnTo>
                  <a:pt x="13877" y="441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4" name="Shape 7614"/>
          <p:cNvSpPr/>
          <p:nvPr/>
        </p:nvSpPr>
        <p:spPr>
          <a:xfrm>
            <a:off x="4185451" y="10326041"/>
            <a:ext cx="447943" cy="4580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66" y="0"/>
                </a:moveTo>
                <a:cubicBezTo>
                  <a:pt x="2437" y="0"/>
                  <a:pt x="2437" y="0"/>
                  <a:pt x="2437" y="0"/>
                </a:cubicBezTo>
                <a:cubicBezTo>
                  <a:pt x="997" y="0"/>
                  <a:pt x="0" y="974"/>
                  <a:pt x="0" y="2869"/>
                </a:cubicBezTo>
                <a:cubicBezTo>
                  <a:pt x="0" y="18731"/>
                  <a:pt x="0" y="18731"/>
                  <a:pt x="0" y="18731"/>
                </a:cubicBezTo>
                <a:cubicBezTo>
                  <a:pt x="0" y="20138"/>
                  <a:pt x="997" y="21600"/>
                  <a:pt x="2437" y="21600"/>
                </a:cubicBezTo>
                <a:cubicBezTo>
                  <a:pt x="19163" y="21600"/>
                  <a:pt x="19163" y="21600"/>
                  <a:pt x="19163" y="21600"/>
                </a:cubicBezTo>
                <a:cubicBezTo>
                  <a:pt x="20658" y="21600"/>
                  <a:pt x="21600" y="20138"/>
                  <a:pt x="21600" y="18731"/>
                </a:cubicBezTo>
                <a:cubicBezTo>
                  <a:pt x="21600" y="4331"/>
                  <a:pt x="21600" y="4331"/>
                  <a:pt x="21600" y="4331"/>
                </a:cubicBezTo>
                <a:lnTo>
                  <a:pt x="18166" y="0"/>
                </a:lnTo>
                <a:close/>
                <a:moveTo>
                  <a:pt x="16172" y="8174"/>
                </a:moveTo>
                <a:cubicBezTo>
                  <a:pt x="16172" y="8608"/>
                  <a:pt x="15729" y="9582"/>
                  <a:pt x="14732" y="9582"/>
                </a:cubicBezTo>
                <a:cubicBezTo>
                  <a:pt x="6868" y="9582"/>
                  <a:pt x="6868" y="9582"/>
                  <a:pt x="6868" y="9582"/>
                </a:cubicBezTo>
                <a:cubicBezTo>
                  <a:pt x="5926" y="9582"/>
                  <a:pt x="5428" y="8608"/>
                  <a:pt x="5428" y="8174"/>
                </a:cubicBezTo>
                <a:cubicBezTo>
                  <a:pt x="5428" y="1462"/>
                  <a:pt x="5428" y="1462"/>
                  <a:pt x="5428" y="1462"/>
                </a:cubicBezTo>
                <a:cubicBezTo>
                  <a:pt x="16172" y="1462"/>
                  <a:pt x="16172" y="1462"/>
                  <a:pt x="16172" y="1462"/>
                </a:cubicBezTo>
                <a:lnTo>
                  <a:pt x="16172" y="8174"/>
                </a:lnTo>
                <a:close/>
                <a:moveTo>
                  <a:pt x="14732" y="2869"/>
                </a:moveTo>
                <a:cubicBezTo>
                  <a:pt x="12295" y="2869"/>
                  <a:pt x="12295" y="2869"/>
                  <a:pt x="12295" y="2869"/>
                </a:cubicBezTo>
                <a:cubicBezTo>
                  <a:pt x="12295" y="8174"/>
                  <a:pt x="12295" y="8174"/>
                  <a:pt x="12295" y="8174"/>
                </a:cubicBezTo>
                <a:cubicBezTo>
                  <a:pt x="14732" y="8174"/>
                  <a:pt x="14732" y="8174"/>
                  <a:pt x="14732" y="8174"/>
                </a:cubicBezTo>
                <a:lnTo>
                  <a:pt x="14732" y="2869"/>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5" name="Shape 7615"/>
          <p:cNvSpPr/>
          <p:nvPr/>
        </p:nvSpPr>
        <p:spPr>
          <a:xfrm>
            <a:off x="1854211" y="10315948"/>
            <a:ext cx="569051" cy="478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2" y="0"/>
                </a:moveTo>
                <a:cubicBezTo>
                  <a:pt x="4998" y="5957"/>
                  <a:pt x="4998" y="5957"/>
                  <a:pt x="4998" y="5957"/>
                </a:cubicBezTo>
                <a:cubicBezTo>
                  <a:pt x="8866" y="5957"/>
                  <a:pt x="8866" y="5957"/>
                  <a:pt x="8866" y="5957"/>
                </a:cubicBezTo>
                <a:cubicBezTo>
                  <a:pt x="8866" y="12846"/>
                  <a:pt x="8866" y="12846"/>
                  <a:pt x="8866" y="12846"/>
                </a:cubicBezTo>
                <a:cubicBezTo>
                  <a:pt x="12734" y="12846"/>
                  <a:pt x="12734" y="12846"/>
                  <a:pt x="12734" y="12846"/>
                </a:cubicBezTo>
                <a:cubicBezTo>
                  <a:pt x="12734" y="5957"/>
                  <a:pt x="12734" y="5957"/>
                  <a:pt x="12734" y="5957"/>
                </a:cubicBezTo>
                <a:cubicBezTo>
                  <a:pt x="16559" y="5957"/>
                  <a:pt x="16559" y="5957"/>
                  <a:pt x="16559" y="5957"/>
                </a:cubicBezTo>
                <a:lnTo>
                  <a:pt x="10822" y="0"/>
                </a:lnTo>
                <a:close/>
                <a:moveTo>
                  <a:pt x="20774" y="14659"/>
                </a:moveTo>
                <a:cubicBezTo>
                  <a:pt x="17341" y="11914"/>
                  <a:pt x="17341" y="11914"/>
                  <a:pt x="17341" y="11914"/>
                </a:cubicBezTo>
                <a:cubicBezTo>
                  <a:pt x="15429" y="11914"/>
                  <a:pt x="15429" y="11914"/>
                  <a:pt x="15429" y="11914"/>
                </a:cubicBezTo>
                <a:cubicBezTo>
                  <a:pt x="18862" y="15125"/>
                  <a:pt x="18862" y="15125"/>
                  <a:pt x="18862" y="15125"/>
                </a:cubicBezTo>
                <a:cubicBezTo>
                  <a:pt x="15037" y="15125"/>
                  <a:pt x="15037" y="15125"/>
                  <a:pt x="15037" y="15125"/>
                </a:cubicBezTo>
                <a:cubicBezTo>
                  <a:pt x="15037" y="15125"/>
                  <a:pt x="15037" y="15125"/>
                  <a:pt x="15037" y="15591"/>
                </a:cubicBezTo>
                <a:cubicBezTo>
                  <a:pt x="13864" y="18388"/>
                  <a:pt x="13864" y="18388"/>
                  <a:pt x="13864" y="18388"/>
                </a:cubicBezTo>
                <a:cubicBezTo>
                  <a:pt x="7736" y="18388"/>
                  <a:pt x="7736" y="18388"/>
                  <a:pt x="7736" y="18388"/>
                </a:cubicBezTo>
                <a:cubicBezTo>
                  <a:pt x="6563" y="15591"/>
                  <a:pt x="6563" y="15591"/>
                  <a:pt x="6563" y="15591"/>
                </a:cubicBezTo>
                <a:cubicBezTo>
                  <a:pt x="6563" y="15125"/>
                  <a:pt x="6563" y="15125"/>
                  <a:pt x="6563" y="15125"/>
                </a:cubicBezTo>
                <a:cubicBezTo>
                  <a:pt x="2695" y="15125"/>
                  <a:pt x="2695" y="15125"/>
                  <a:pt x="2695" y="15125"/>
                </a:cubicBezTo>
                <a:cubicBezTo>
                  <a:pt x="6171" y="11914"/>
                  <a:pt x="6171" y="11914"/>
                  <a:pt x="6171" y="11914"/>
                </a:cubicBezTo>
                <a:cubicBezTo>
                  <a:pt x="4259" y="11914"/>
                  <a:pt x="4259" y="11914"/>
                  <a:pt x="4259" y="11914"/>
                </a:cubicBezTo>
                <a:cubicBezTo>
                  <a:pt x="782" y="14659"/>
                  <a:pt x="782" y="14659"/>
                  <a:pt x="782" y="14659"/>
                </a:cubicBezTo>
                <a:cubicBezTo>
                  <a:pt x="391" y="15125"/>
                  <a:pt x="0" y="15591"/>
                  <a:pt x="0" y="16576"/>
                </a:cubicBezTo>
                <a:cubicBezTo>
                  <a:pt x="782" y="20668"/>
                  <a:pt x="782" y="20668"/>
                  <a:pt x="782" y="20668"/>
                </a:cubicBezTo>
                <a:cubicBezTo>
                  <a:pt x="782" y="21134"/>
                  <a:pt x="1565" y="21600"/>
                  <a:pt x="1956" y="21600"/>
                </a:cubicBezTo>
                <a:cubicBezTo>
                  <a:pt x="19644" y="21600"/>
                  <a:pt x="19644" y="21600"/>
                  <a:pt x="19644" y="21600"/>
                </a:cubicBezTo>
                <a:cubicBezTo>
                  <a:pt x="20035" y="21600"/>
                  <a:pt x="20774" y="21134"/>
                  <a:pt x="20774" y="20668"/>
                </a:cubicBezTo>
                <a:cubicBezTo>
                  <a:pt x="21600" y="16576"/>
                  <a:pt x="21600" y="16576"/>
                  <a:pt x="21600" y="16576"/>
                </a:cubicBezTo>
                <a:cubicBezTo>
                  <a:pt x="21600" y="15591"/>
                  <a:pt x="21165" y="15125"/>
                  <a:pt x="20774" y="14659"/>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6" name="Shape 7616"/>
          <p:cNvSpPr/>
          <p:nvPr/>
        </p:nvSpPr>
        <p:spPr>
          <a:xfrm>
            <a:off x="2989553" y="10315948"/>
            <a:ext cx="569051" cy="478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60" y="14659"/>
                </a:moveTo>
                <a:cubicBezTo>
                  <a:pt x="17332" y="11914"/>
                  <a:pt x="17332" y="11914"/>
                  <a:pt x="17332" y="11914"/>
                </a:cubicBezTo>
                <a:cubicBezTo>
                  <a:pt x="15416" y="11914"/>
                  <a:pt x="15416" y="11914"/>
                  <a:pt x="15416" y="11914"/>
                </a:cubicBezTo>
                <a:cubicBezTo>
                  <a:pt x="18900" y="15125"/>
                  <a:pt x="18900" y="15125"/>
                  <a:pt x="18900" y="15125"/>
                </a:cubicBezTo>
                <a:cubicBezTo>
                  <a:pt x="15024" y="15125"/>
                  <a:pt x="15024" y="15125"/>
                  <a:pt x="15024" y="15125"/>
                </a:cubicBezTo>
                <a:cubicBezTo>
                  <a:pt x="15024" y="15125"/>
                  <a:pt x="15024" y="15125"/>
                  <a:pt x="15024" y="15591"/>
                </a:cubicBezTo>
                <a:cubicBezTo>
                  <a:pt x="13892" y="18388"/>
                  <a:pt x="13892" y="18388"/>
                  <a:pt x="13892" y="18388"/>
                </a:cubicBezTo>
                <a:cubicBezTo>
                  <a:pt x="7708" y="18388"/>
                  <a:pt x="7708" y="18388"/>
                  <a:pt x="7708" y="18388"/>
                </a:cubicBezTo>
                <a:cubicBezTo>
                  <a:pt x="6576" y="15591"/>
                  <a:pt x="6576" y="15591"/>
                  <a:pt x="6576" y="15591"/>
                </a:cubicBezTo>
                <a:cubicBezTo>
                  <a:pt x="6576" y="15125"/>
                  <a:pt x="6576" y="15125"/>
                  <a:pt x="6576" y="15125"/>
                </a:cubicBezTo>
                <a:cubicBezTo>
                  <a:pt x="2700" y="15125"/>
                  <a:pt x="2700" y="15125"/>
                  <a:pt x="2700" y="15125"/>
                </a:cubicBezTo>
                <a:cubicBezTo>
                  <a:pt x="6140" y="11914"/>
                  <a:pt x="6140" y="11914"/>
                  <a:pt x="6140" y="11914"/>
                </a:cubicBezTo>
                <a:cubicBezTo>
                  <a:pt x="4224" y="11914"/>
                  <a:pt x="4224" y="11914"/>
                  <a:pt x="4224" y="11914"/>
                </a:cubicBezTo>
                <a:cubicBezTo>
                  <a:pt x="740" y="14659"/>
                  <a:pt x="740" y="14659"/>
                  <a:pt x="740" y="14659"/>
                </a:cubicBezTo>
                <a:cubicBezTo>
                  <a:pt x="392" y="15125"/>
                  <a:pt x="0" y="15591"/>
                  <a:pt x="0" y="16576"/>
                </a:cubicBezTo>
                <a:cubicBezTo>
                  <a:pt x="740" y="20668"/>
                  <a:pt x="740" y="20668"/>
                  <a:pt x="740" y="20668"/>
                </a:cubicBezTo>
                <a:cubicBezTo>
                  <a:pt x="740" y="21134"/>
                  <a:pt x="1524" y="21600"/>
                  <a:pt x="1916" y="21600"/>
                </a:cubicBezTo>
                <a:cubicBezTo>
                  <a:pt x="19640" y="21600"/>
                  <a:pt x="19640" y="21600"/>
                  <a:pt x="19640" y="21600"/>
                </a:cubicBezTo>
                <a:cubicBezTo>
                  <a:pt x="20032" y="21600"/>
                  <a:pt x="20860" y="21134"/>
                  <a:pt x="20860" y="20668"/>
                </a:cubicBezTo>
                <a:cubicBezTo>
                  <a:pt x="21600" y="16576"/>
                  <a:pt x="21600" y="16576"/>
                  <a:pt x="21600" y="16576"/>
                </a:cubicBezTo>
                <a:cubicBezTo>
                  <a:pt x="21600" y="15591"/>
                  <a:pt x="21208" y="15125"/>
                  <a:pt x="20860" y="14659"/>
                </a:cubicBezTo>
                <a:close/>
                <a:moveTo>
                  <a:pt x="16592" y="6423"/>
                </a:moveTo>
                <a:cubicBezTo>
                  <a:pt x="12716" y="6423"/>
                  <a:pt x="12716" y="6423"/>
                  <a:pt x="12716" y="6423"/>
                </a:cubicBezTo>
                <a:cubicBezTo>
                  <a:pt x="12716" y="0"/>
                  <a:pt x="12716" y="0"/>
                  <a:pt x="12716" y="0"/>
                </a:cubicBezTo>
                <a:cubicBezTo>
                  <a:pt x="8884" y="0"/>
                  <a:pt x="8884" y="0"/>
                  <a:pt x="8884" y="0"/>
                </a:cubicBezTo>
                <a:cubicBezTo>
                  <a:pt x="8884" y="6423"/>
                  <a:pt x="8884" y="6423"/>
                  <a:pt x="8884" y="6423"/>
                </a:cubicBezTo>
                <a:cubicBezTo>
                  <a:pt x="5008" y="6423"/>
                  <a:pt x="5008" y="6423"/>
                  <a:pt x="5008" y="6423"/>
                </a:cubicBezTo>
                <a:cubicBezTo>
                  <a:pt x="10800" y="12846"/>
                  <a:pt x="10800" y="12846"/>
                  <a:pt x="10800" y="12846"/>
                </a:cubicBezTo>
                <a:lnTo>
                  <a:pt x="16592" y="642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7" name="Shape 7617"/>
          <p:cNvSpPr/>
          <p:nvPr/>
        </p:nvSpPr>
        <p:spPr>
          <a:xfrm>
            <a:off x="22271744" y="7020345"/>
            <a:ext cx="407576" cy="518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6" y="0"/>
                </a:moveTo>
                <a:cubicBezTo>
                  <a:pt x="3234" y="0"/>
                  <a:pt x="3234" y="0"/>
                  <a:pt x="3234" y="0"/>
                </a:cubicBezTo>
                <a:cubicBezTo>
                  <a:pt x="1647" y="0"/>
                  <a:pt x="0" y="1242"/>
                  <a:pt x="0" y="2533"/>
                </a:cubicBezTo>
                <a:cubicBezTo>
                  <a:pt x="0" y="19067"/>
                  <a:pt x="0" y="19067"/>
                  <a:pt x="0" y="19067"/>
                </a:cubicBezTo>
                <a:cubicBezTo>
                  <a:pt x="0" y="20310"/>
                  <a:pt x="1647" y="21600"/>
                  <a:pt x="3234" y="21600"/>
                </a:cubicBezTo>
                <a:cubicBezTo>
                  <a:pt x="18366" y="21600"/>
                  <a:pt x="18366" y="21600"/>
                  <a:pt x="18366" y="21600"/>
                </a:cubicBezTo>
                <a:cubicBezTo>
                  <a:pt x="20014" y="21600"/>
                  <a:pt x="21600" y="20310"/>
                  <a:pt x="21600" y="19067"/>
                </a:cubicBezTo>
                <a:cubicBezTo>
                  <a:pt x="21600" y="2533"/>
                  <a:pt x="21600" y="2533"/>
                  <a:pt x="21600" y="2533"/>
                </a:cubicBezTo>
                <a:cubicBezTo>
                  <a:pt x="21600" y="1242"/>
                  <a:pt x="20014" y="0"/>
                  <a:pt x="18366" y="0"/>
                </a:cubicBezTo>
                <a:close/>
                <a:moveTo>
                  <a:pt x="4332" y="5065"/>
                </a:moveTo>
                <a:cubicBezTo>
                  <a:pt x="17329" y="5065"/>
                  <a:pt x="17329" y="5065"/>
                  <a:pt x="17329" y="5065"/>
                </a:cubicBezTo>
                <a:cubicBezTo>
                  <a:pt x="17329" y="7216"/>
                  <a:pt x="17329" y="7216"/>
                  <a:pt x="17329" y="7216"/>
                </a:cubicBezTo>
                <a:cubicBezTo>
                  <a:pt x="4332" y="7216"/>
                  <a:pt x="4332" y="7216"/>
                  <a:pt x="4332" y="7216"/>
                </a:cubicBezTo>
                <a:lnTo>
                  <a:pt x="4332" y="5065"/>
                </a:lnTo>
                <a:close/>
                <a:moveTo>
                  <a:pt x="17329" y="16487"/>
                </a:moveTo>
                <a:cubicBezTo>
                  <a:pt x="4332" y="16487"/>
                  <a:pt x="4332" y="16487"/>
                  <a:pt x="4332" y="16487"/>
                </a:cubicBezTo>
                <a:cubicBezTo>
                  <a:pt x="4332" y="14384"/>
                  <a:pt x="4332" y="14384"/>
                  <a:pt x="4332" y="14384"/>
                </a:cubicBezTo>
                <a:cubicBezTo>
                  <a:pt x="17329" y="14384"/>
                  <a:pt x="17329" y="14384"/>
                  <a:pt x="17329" y="14384"/>
                </a:cubicBezTo>
                <a:lnTo>
                  <a:pt x="17329" y="16487"/>
                </a:lnTo>
                <a:close/>
                <a:moveTo>
                  <a:pt x="17329" y="11851"/>
                </a:moveTo>
                <a:cubicBezTo>
                  <a:pt x="4332" y="11851"/>
                  <a:pt x="4332" y="11851"/>
                  <a:pt x="4332" y="11851"/>
                </a:cubicBezTo>
                <a:cubicBezTo>
                  <a:pt x="4332" y="9749"/>
                  <a:pt x="4332" y="9749"/>
                  <a:pt x="4332" y="9749"/>
                </a:cubicBezTo>
                <a:cubicBezTo>
                  <a:pt x="17329" y="9749"/>
                  <a:pt x="17329" y="9749"/>
                  <a:pt x="17329" y="9749"/>
                </a:cubicBezTo>
                <a:lnTo>
                  <a:pt x="17329" y="1185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8" name="Shape 7618"/>
          <p:cNvSpPr/>
          <p:nvPr/>
        </p:nvSpPr>
        <p:spPr>
          <a:xfrm>
            <a:off x="5290520" y="10336134"/>
            <a:ext cx="508499" cy="4277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61" y="12335"/>
                </a:moveTo>
                <a:cubicBezTo>
                  <a:pt x="17748" y="1621"/>
                  <a:pt x="17748" y="1621"/>
                  <a:pt x="17748" y="1621"/>
                </a:cubicBezTo>
                <a:cubicBezTo>
                  <a:pt x="17309" y="579"/>
                  <a:pt x="16432" y="0"/>
                  <a:pt x="15554" y="0"/>
                </a:cubicBezTo>
                <a:cubicBezTo>
                  <a:pt x="13360" y="0"/>
                  <a:pt x="13360" y="0"/>
                  <a:pt x="13360" y="0"/>
                </a:cubicBezTo>
                <a:cubicBezTo>
                  <a:pt x="13799" y="6196"/>
                  <a:pt x="13799" y="6196"/>
                  <a:pt x="13799" y="6196"/>
                </a:cubicBezTo>
                <a:cubicBezTo>
                  <a:pt x="16870" y="6196"/>
                  <a:pt x="16870" y="6196"/>
                  <a:pt x="16870" y="6196"/>
                </a:cubicBezTo>
                <a:cubicBezTo>
                  <a:pt x="10776" y="12335"/>
                  <a:pt x="10776" y="12335"/>
                  <a:pt x="10776" y="12335"/>
                </a:cubicBezTo>
                <a:cubicBezTo>
                  <a:pt x="4778" y="6196"/>
                  <a:pt x="4778" y="6196"/>
                  <a:pt x="4778" y="6196"/>
                </a:cubicBezTo>
                <a:cubicBezTo>
                  <a:pt x="7801" y="6196"/>
                  <a:pt x="7801" y="6196"/>
                  <a:pt x="7801" y="6196"/>
                </a:cubicBezTo>
                <a:cubicBezTo>
                  <a:pt x="8191" y="0"/>
                  <a:pt x="8191" y="0"/>
                  <a:pt x="8191" y="0"/>
                </a:cubicBezTo>
                <a:cubicBezTo>
                  <a:pt x="6046" y="0"/>
                  <a:pt x="6046" y="0"/>
                  <a:pt x="6046" y="0"/>
                </a:cubicBezTo>
                <a:cubicBezTo>
                  <a:pt x="5217" y="0"/>
                  <a:pt x="4340" y="579"/>
                  <a:pt x="4340" y="1621"/>
                </a:cubicBezTo>
                <a:cubicBezTo>
                  <a:pt x="439" y="12335"/>
                  <a:pt x="439" y="12335"/>
                  <a:pt x="439" y="12335"/>
                </a:cubicBezTo>
                <a:cubicBezTo>
                  <a:pt x="0" y="12856"/>
                  <a:pt x="0" y="14419"/>
                  <a:pt x="0" y="14940"/>
                </a:cubicBezTo>
                <a:cubicBezTo>
                  <a:pt x="878" y="20616"/>
                  <a:pt x="878" y="20616"/>
                  <a:pt x="878" y="20616"/>
                </a:cubicBezTo>
                <a:cubicBezTo>
                  <a:pt x="878" y="21079"/>
                  <a:pt x="1755" y="21600"/>
                  <a:pt x="2194" y="21600"/>
                </a:cubicBezTo>
                <a:cubicBezTo>
                  <a:pt x="19455" y="21600"/>
                  <a:pt x="19455" y="21600"/>
                  <a:pt x="19455" y="21600"/>
                </a:cubicBezTo>
                <a:cubicBezTo>
                  <a:pt x="19893" y="21600"/>
                  <a:pt x="20771" y="21079"/>
                  <a:pt x="20771" y="20616"/>
                </a:cubicBezTo>
                <a:cubicBezTo>
                  <a:pt x="21600" y="14940"/>
                  <a:pt x="21600" y="14940"/>
                  <a:pt x="21600" y="14940"/>
                </a:cubicBezTo>
                <a:cubicBezTo>
                  <a:pt x="21600" y="14419"/>
                  <a:pt x="21600" y="12856"/>
                  <a:pt x="21161" y="12335"/>
                </a:cubicBezTo>
                <a:close/>
                <a:moveTo>
                  <a:pt x="19893" y="15925"/>
                </a:moveTo>
                <a:cubicBezTo>
                  <a:pt x="19455" y="18010"/>
                  <a:pt x="19455" y="18010"/>
                  <a:pt x="19455" y="18010"/>
                </a:cubicBezTo>
                <a:cubicBezTo>
                  <a:pt x="19455" y="19052"/>
                  <a:pt x="18577" y="19573"/>
                  <a:pt x="18138" y="19573"/>
                </a:cubicBezTo>
                <a:cubicBezTo>
                  <a:pt x="3462" y="19573"/>
                  <a:pt x="3462" y="19573"/>
                  <a:pt x="3462" y="19573"/>
                </a:cubicBezTo>
                <a:cubicBezTo>
                  <a:pt x="3023" y="19573"/>
                  <a:pt x="2194" y="19052"/>
                  <a:pt x="2194" y="18010"/>
                </a:cubicBezTo>
                <a:cubicBezTo>
                  <a:pt x="2194" y="15925"/>
                  <a:pt x="2194" y="15925"/>
                  <a:pt x="2194" y="15925"/>
                </a:cubicBezTo>
                <a:cubicBezTo>
                  <a:pt x="1755" y="15404"/>
                  <a:pt x="2194" y="14419"/>
                  <a:pt x="3023" y="14419"/>
                </a:cubicBezTo>
                <a:cubicBezTo>
                  <a:pt x="18577" y="14419"/>
                  <a:pt x="18577" y="14419"/>
                  <a:pt x="18577" y="14419"/>
                </a:cubicBezTo>
                <a:cubicBezTo>
                  <a:pt x="19455" y="14419"/>
                  <a:pt x="19893" y="15404"/>
                  <a:pt x="19893" y="15925"/>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19" name="Shape 7619"/>
          <p:cNvSpPr/>
          <p:nvPr/>
        </p:nvSpPr>
        <p:spPr>
          <a:xfrm>
            <a:off x="7472056" y="9170510"/>
            <a:ext cx="569049" cy="3823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24" y="3407"/>
                </a:moveTo>
                <a:lnTo>
                  <a:pt x="4224" y="3407"/>
                </a:lnTo>
                <a:lnTo>
                  <a:pt x="4224" y="0"/>
                </a:lnTo>
                <a:lnTo>
                  <a:pt x="0" y="5657"/>
                </a:lnTo>
                <a:lnTo>
                  <a:pt x="4224" y="10864"/>
                </a:lnTo>
                <a:lnTo>
                  <a:pt x="4224" y="7971"/>
                </a:lnTo>
                <a:lnTo>
                  <a:pt x="15024" y="7971"/>
                </a:lnTo>
                <a:lnTo>
                  <a:pt x="15024" y="3407"/>
                </a:lnTo>
                <a:close/>
                <a:moveTo>
                  <a:pt x="21600" y="16521"/>
                </a:moveTo>
                <a:lnTo>
                  <a:pt x="17332" y="11379"/>
                </a:lnTo>
                <a:lnTo>
                  <a:pt x="17332" y="14271"/>
                </a:lnTo>
                <a:lnTo>
                  <a:pt x="6532" y="14271"/>
                </a:lnTo>
                <a:lnTo>
                  <a:pt x="6532" y="18771"/>
                </a:lnTo>
                <a:lnTo>
                  <a:pt x="17332" y="18771"/>
                </a:lnTo>
                <a:lnTo>
                  <a:pt x="17332" y="21600"/>
                </a:lnTo>
                <a:lnTo>
                  <a:pt x="21600" y="1652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0" name="Shape 7620"/>
          <p:cNvSpPr/>
          <p:nvPr/>
        </p:nvSpPr>
        <p:spPr>
          <a:xfrm>
            <a:off x="20115550" y="5740901"/>
            <a:ext cx="566199" cy="5661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23" y="0"/>
                </a:moveTo>
                <a:cubicBezTo>
                  <a:pt x="4825" y="0"/>
                  <a:pt x="0" y="4790"/>
                  <a:pt x="0" y="10800"/>
                </a:cubicBezTo>
                <a:cubicBezTo>
                  <a:pt x="0" y="16810"/>
                  <a:pt x="4825" y="21600"/>
                  <a:pt x="10823" y="21600"/>
                </a:cubicBezTo>
                <a:cubicBezTo>
                  <a:pt x="16775" y="21600"/>
                  <a:pt x="21600" y="16810"/>
                  <a:pt x="21600" y="10800"/>
                </a:cubicBezTo>
                <a:cubicBezTo>
                  <a:pt x="21600" y="4790"/>
                  <a:pt x="16775" y="0"/>
                  <a:pt x="10823" y="0"/>
                </a:cubicBezTo>
                <a:close/>
                <a:moveTo>
                  <a:pt x="16414" y="5197"/>
                </a:moveTo>
                <a:close/>
                <a:moveTo>
                  <a:pt x="2796" y="10800"/>
                </a:moveTo>
                <a:cubicBezTo>
                  <a:pt x="2796" y="6372"/>
                  <a:pt x="6403" y="2802"/>
                  <a:pt x="10823" y="2802"/>
                </a:cubicBezTo>
                <a:cubicBezTo>
                  <a:pt x="12807" y="2802"/>
                  <a:pt x="14385" y="3570"/>
                  <a:pt x="16008" y="4383"/>
                </a:cubicBezTo>
                <a:cubicBezTo>
                  <a:pt x="4419" y="15997"/>
                  <a:pt x="4419" y="15997"/>
                  <a:pt x="4419" y="15997"/>
                </a:cubicBezTo>
                <a:cubicBezTo>
                  <a:pt x="3202" y="14822"/>
                  <a:pt x="2796" y="12788"/>
                  <a:pt x="2796" y="10800"/>
                </a:cubicBezTo>
                <a:close/>
                <a:moveTo>
                  <a:pt x="4825" y="16810"/>
                </a:moveTo>
                <a:close/>
                <a:moveTo>
                  <a:pt x="10823" y="19205"/>
                </a:moveTo>
                <a:cubicBezTo>
                  <a:pt x="8793" y="19205"/>
                  <a:pt x="7215" y="18392"/>
                  <a:pt x="5592" y="17217"/>
                </a:cubicBezTo>
                <a:cubicBezTo>
                  <a:pt x="17181" y="5603"/>
                  <a:pt x="17181" y="5603"/>
                  <a:pt x="17181" y="5603"/>
                </a:cubicBezTo>
                <a:cubicBezTo>
                  <a:pt x="18398" y="7185"/>
                  <a:pt x="18804" y="8767"/>
                  <a:pt x="18804" y="10800"/>
                </a:cubicBezTo>
                <a:cubicBezTo>
                  <a:pt x="18804" y="15590"/>
                  <a:pt x="15197" y="19205"/>
                  <a:pt x="10823" y="19205"/>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1" name="Shape 7621"/>
          <p:cNvSpPr/>
          <p:nvPr/>
        </p:nvSpPr>
        <p:spPr>
          <a:xfrm>
            <a:off x="22168463" y="3352800"/>
            <a:ext cx="493326" cy="4933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67" y="0"/>
                </a:moveTo>
                <a:cubicBezTo>
                  <a:pt x="4558" y="0"/>
                  <a:pt x="0" y="4569"/>
                  <a:pt x="0" y="10592"/>
                </a:cubicBezTo>
                <a:cubicBezTo>
                  <a:pt x="0" y="16563"/>
                  <a:pt x="4558" y="21600"/>
                  <a:pt x="10567" y="21600"/>
                </a:cubicBezTo>
                <a:cubicBezTo>
                  <a:pt x="16524" y="21600"/>
                  <a:pt x="21600" y="16563"/>
                  <a:pt x="21600" y="10592"/>
                </a:cubicBezTo>
                <a:cubicBezTo>
                  <a:pt x="21600" y="4569"/>
                  <a:pt x="16524" y="0"/>
                  <a:pt x="10567" y="0"/>
                </a:cubicBezTo>
                <a:close/>
                <a:moveTo>
                  <a:pt x="11914" y="11942"/>
                </a:moveTo>
                <a:cubicBezTo>
                  <a:pt x="11914" y="17031"/>
                  <a:pt x="11914" y="17031"/>
                  <a:pt x="11914" y="17031"/>
                </a:cubicBezTo>
                <a:cubicBezTo>
                  <a:pt x="9168" y="17031"/>
                  <a:pt x="9168" y="17031"/>
                  <a:pt x="9168" y="17031"/>
                </a:cubicBezTo>
                <a:cubicBezTo>
                  <a:pt x="9168" y="11942"/>
                  <a:pt x="9168" y="11942"/>
                  <a:pt x="9168" y="11942"/>
                </a:cubicBezTo>
                <a:cubicBezTo>
                  <a:pt x="4092" y="11942"/>
                  <a:pt x="4092" y="11942"/>
                  <a:pt x="4092" y="11942"/>
                </a:cubicBezTo>
                <a:cubicBezTo>
                  <a:pt x="4092" y="9190"/>
                  <a:pt x="4092" y="9190"/>
                  <a:pt x="4092" y="9190"/>
                </a:cubicBezTo>
                <a:cubicBezTo>
                  <a:pt x="9168" y="9190"/>
                  <a:pt x="9168" y="9190"/>
                  <a:pt x="9168" y="9190"/>
                </a:cubicBezTo>
                <a:cubicBezTo>
                  <a:pt x="9168" y="4102"/>
                  <a:pt x="9168" y="4102"/>
                  <a:pt x="9168" y="4102"/>
                </a:cubicBezTo>
                <a:cubicBezTo>
                  <a:pt x="11914" y="4102"/>
                  <a:pt x="11914" y="4102"/>
                  <a:pt x="11914" y="4102"/>
                </a:cubicBezTo>
                <a:cubicBezTo>
                  <a:pt x="11914" y="9190"/>
                  <a:pt x="11914" y="9190"/>
                  <a:pt x="11914" y="9190"/>
                </a:cubicBezTo>
                <a:cubicBezTo>
                  <a:pt x="16938" y="9190"/>
                  <a:pt x="16938" y="9190"/>
                  <a:pt x="16938" y="9190"/>
                </a:cubicBezTo>
                <a:cubicBezTo>
                  <a:pt x="16938" y="11942"/>
                  <a:pt x="16938" y="11942"/>
                  <a:pt x="16938" y="11942"/>
                </a:cubicBezTo>
                <a:lnTo>
                  <a:pt x="11914" y="11942"/>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2" name="Shape 7622"/>
          <p:cNvSpPr/>
          <p:nvPr/>
        </p:nvSpPr>
        <p:spPr>
          <a:xfrm>
            <a:off x="20178013" y="3460960"/>
            <a:ext cx="441267" cy="4516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3515"/>
                  <a:pt x="0" y="3515"/>
                  <a:pt x="0" y="3515"/>
                </a:cubicBezTo>
                <a:cubicBezTo>
                  <a:pt x="10335" y="3515"/>
                  <a:pt x="18523" y="11565"/>
                  <a:pt x="18523" y="21600"/>
                </a:cubicBezTo>
                <a:cubicBezTo>
                  <a:pt x="21600" y="21600"/>
                  <a:pt x="21600" y="21600"/>
                  <a:pt x="21600" y="21600"/>
                </a:cubicBezTo>
                <a:cubicBezTo>
                  <a:pt x="21600" y="9524"/>
                  <a:pt x="11903" y="0"/>
                  <a:pt x="0" y="0"/>
                </a:cubicBezTo>
                <a:close/>
                <a:moveTo>
                  <a:pt x="0" y="6520"/>
                </a:moveTo>
                <a:cubicBezTo>
                  <a:pt x="0" y="10035"/>
                  <a:pt x="0" y="10035"/>
                  <a:pt x="0" y="10035"/>
                </a:cubicBezTo>
                <a:cubicBezTo>
                  <a:pt x="6213" y="10035"/>
                  <a:pt x="11381" y="15080"/>
                  <a:pt x="11381" y="21600"/>
                </a:cubicBezTo>
                <a:cubicBezTo>
                  <a:pt x="14981" y="21600"/>
                  <a:pt x="14981" y="21600"/>
                  <a:pt x="14981" y="21600"/>
                </a:cubicBezTo>
                <a:cubicBezTo>
                  <a:pt x="14981" y="13039"/>
                  <a:pt x="8245" y="6520"/>
                  <a:pt x="0" y="6520"/>
                </a:cubicBezTo>
                <a:close/>
                <a:moveTo>
                  <a:pt x="3135" y="15080"/>
                </a:moveTo>
                <a:cubicBezTo>
                  <a:pt x="1568" y="15080"/>
                  <a:pt x="0" y="16611"/>
                  <a:pt x="0" y="18085"/>
                </a:cubicBezTo>
                <a:cubicBezTo>
                  <a:pt x="0" y="20126"/>
                  <a:pt x="1568" y="21600"/>
                  <a:pt x="3135" y="21600"/>
                </a:cubicBezTo>
                <a:cubicBezTo>
                  <a:pt x="5168" y="21600"/>
                  <a:pt x="6213" y="20126"/>
                  <a:pt x="6213" y="18085"/>
                </a:cubicBezTo>
                <a:cubicBezTo>
                  <a:pt x="6213" y="16611"/>
                  <a:pt x="5168" y="15080"/>
                  <a:pt x="3135" y="15080"/>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3" name="Shape 7623"/>
          <p:cNvSpPr/>
          <p:nvPr/>
        </p:nvSpPr>
        <p:spPr>
          <a:xfrm>
            <a:off x="20125960" y="6953742"/>
            <a:ext cx="545376" cy="4829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42" y="0"/>
                </a:moveTo>
                <a:cubicBezTo>
                  <a:pt x="7075" y="0"/>
                  <a:pt x="2905" y="4712"/>
                  <a:pt x="2905" y="10853"/>
                </a:cubicBezTo>
                <a:cubicBezTo>
                  <a:pt x="0" y="10853"/>
                  <a:pt x="0" y="10853"/>
                  <a:pt x="0" y="10853"/>
                </a:cubicBezTo>
                <a:cubicBezTo>
                  <a:pt x="4170" y="15988"/>
                  <a:pt x="4170" y="15988"/>
                  <a:pt x="4170" y="15988"/>
                </a:cubicBezTo>
                <a:cubicBezTo>
                  <a:pt x="8340" y="10853"/>
                  <a:pt x="8340" y="10853"/>
                  <a:pt x="8340" y="10853"/>
                </a:cubicBezTo>
                <a:cubicBezTo>
                  <a:pt x="4967" y="10853"/>
                  <a:pt x="4967" y="10853"/>
                  <a:pt x="4967" y="10853"/>
                </a:cubicBezTo>
                <a:cubicBezTo>
                  <a:pt x="5388" y="6565"/>
                  <a:pt x="8340" y="2806"/>
                  <a:pt x="12042" y="2806"/>
                </a:cubicBezTo>
                <a:cubicBezTo>
                  <a:pt x="16212" y="2806"/>
                  <a:pt x="19492" y="6565"/>
                  <a:pt x="19492" y="10853"/>
                </a:cubicBezTo>
                <a:cubicBezTo>
                  <a:pt x="19492" y="15512"/>
                  <a:pt x="16212" y="19271"/>
                  <a:pt x="12042" y="19271"/>
                </a:cubicBezTo>
                <a:cubicBezTo>
                  <a:pt x="10823" y="19271"/>
                  <a:pt x="9184" y="18318"/>
                  <a:pt x="7918" y="17365"/>
                </a:cubicBezTo>
                <a:cubicBezTo>
                  <a:pt x="6232" y="19271"/>
                  <a:pt x="6232" y="19271"/>
                  <a:pt x="6232" y="19271"/>
                </a:cubicBezTo>
                <a:cubicBezTo>
                  <a:pt x="7918" y="20700"/>
                  <a:pt x="9980" y="21600"/>
                  <a:pt x="12042" y="21600"/>
                </a:cubicBezTo>
                <a:cubicBezTo>
                  <a:pt x="17430" y="21600"/>
                  <a:pt x="21600" y="16888"/>
                  <a:pt x="21600" y="10853"/>
                </a:cubicBezTo>
                <a:cubicBezTo>
                  <a:pt x="21600" y="5188"/>
                  <a:pt x="17430" y="0"/>
                  <a:pt x="12042" y="0"/>
                </a:cubicBezTo>
                <a:close/>
                <a:moveTo>
                  <a:pt x="11245" y="5188"/>
                </a:moveTo>
                <a:cubicBezTo>
                  <a:pt x="11245" y="11276"/>
                  <a:pt x="11245" y="11276"/>
                  <a:pt x="11245" y="11276"/>
                </a:cubicBezTo>
                <a:cubicBezTo>
                  <a:pt x="14947" y="15512"/>
                  <a:pt x="14947" y="15512"/>
                  <a:pt x="14947" y="15512"/>
                </a:cubicBezTo>
                <a:cubicBezTo>
                  <a:pt x="16212" y="14082"/>
                  <a:pt x="16212" y="14082"/>
                  <a:pt x="16212" y="14082"/>
                </a:cubicBezTo>
                <a:cubicBezTo>
                  <a:pt x="12885" y="10853"/>
                  <a:pt x="12885" y="10853"/>
                  <a:pt x="12885" y="10853"/>
                </a:cubicBezTo>
                <a:cubicBezTo>
                  <a:pt x="12885" y="5188"/>
                  <a:pt x="12885" y="5188"/>
                  <a:pt x="12885" y="5188"/>
                </a:cubicBezTo>
                <a:lnTo>
                  <a:pt x="11245" y="5188"/>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4" name="Shape 7624"/>
          <p:cNvSpPr/>
          <p:nvPr/>
        </p:nvSpPr>
        <p:spPr>
          <a:xfrm>
            <a:off x="20136372" y="4590519"/>
            <a:ext cx="524558" cy="5349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11" y="0"/>
                </a:moveTo>
                <a:cubicBezTo>
                  <a:pt x="8222" y="0"/>
                  <a:pt x="8222" y="0"/>
                  <a:pt x="8222" y="0"/>
                </a:cubicBezTo>
                <a:cubicBezTo>
                  <a:pt x="6908" y="0"/>
                  <a:pt x="6032" y="1290"/>
                  <a:pt x="6032" y="2533"/>
                </a:cubicBezTo>
                <a:cubicBezTo>
                  <a:pt x="6032" y="5926"/>
                  <a:pt x="6032" y="5926"/>
                  <a:pt x="6032" y="5926"/>
                </a:cubicBezTo>
                <a:cubicBezTo>
                  <a:pt x="8222" y="5926"/>
                  <a:pt x="8222" y="5926"/>
                  <a:pt x="8222" y="5926"/>
                </a:cubicBezTo>
                <a:cubicBezTo>
                  <a:pt x="8222" y="2533"/>
                  <a:pt x="8222" y="2533"/>
                  <a:pt x="8222" y="2533"/>
                </a:cubicBezTo>
                <a:cubicBezTo>
                  <a:pt x="19411" y="2533"/>
                  <a:pt x="19411" y="2533"/>
                  <a:pt x="19411" y="2533"/>
                </a:cubicBezTo>
                <a:cubicBezTo>
                  <a:pt x="19411" y="19067"/>
                  <a:pt x="19411" y="19067"/>
                  <a:pt x="19411" y="19067"/>
                </a:cubicBezTo>
                <a:cubicBezTo>
                  <a:pt x="8222" y="19067"/>
                  <a:pt x="8222" y="19067"/>
                  <a:pt x="8222" y="19067"/>
                </a:cubicBezTo>
                <a:cubicBezTo>
                  <a:pt x="8222" y="16535"/>
                  <a:pt x="8222" y="16535"/>
                  <a:pt x="8222" y="16535"/>
                </a:cubicBezTo>
                <a:cubicBezTo>
                  <a:pt x="6032" y="16535"/>
                  <a:pt x="6032" y="16535"/>
                  <a:pt x="6032" y="16535"/>
                </a:cubicBezTo>
                <a:cubicBezTo>
                  <a:pt x="6032" y="19067"/>
                  <a:pt x="6032" y="19067"/>
                  <a:pt x="6032" y="19067"/>
                </a:cubicBezTo>
                <a:cubicBezTo>
                  <a:pt x="6032" y="20310"/>
                  <a:pt x="6908" y="21600"/>
                  <a:pt x="8222" y="21600"/>
                </a:cubicBezTo>
                <a:cubicBezTo>
                  <a:pt x="19411" y="21600"/>
                  <a:pt x="19411" y="21600"/>
                  <a:pt x="19411" y="21600"/>
                </a:cubicBezTo>
                <a:cubicBezTo>
                  <a:pt x="20676" y="21600"/>
                  <a:pt x="21600" y="20310"/>
                  <a:pt x="21600" y="19067"/>
                </a:cubicBezTo>
                <a:cubicBezTo>
                  <a:pt x="21600" y="2533"/>
                  <a:pt x="21600" y="2533"/>
                  <a:pt x="21600" y="2533"/>
                </a:cubicBezTo>
                <a:cubicBezTo>
                  <a:pt x="21600" y="1290"/>
                  <a:pt x="20676" y="0"/>
                  <a:pt x="19411" y="0"/>
                </a:cubicBezTo>
                <a:close/>
                <a:moveTo>
                  <a:pt x="10800" y="16104"/>
                </a:moveTo>
                <a:cubicBezTo>
                  <a:pt x="15519" y="11421"/>
                  <a:pt x="15519" y="11421"/>
                  <a:pt x="15519" y="11421"/>
                </a:cubicBezTo>
                <a:cubicBezTo>
                  <a:pt x="10800" y="6786"/>
                  <a:pt x="10800" y="6786"/>
                  <a:pt x="10800" y="6786"/>
                </a:cubicBezTo>
                <a:cubicBezTo>
                  <a:pt x="10800" y="9749"/>
                  <a:pt x="10800" y="9749"/>
                  <a:pt x="10800" y="9749"/>
                </a:cubicBezTo>
                <a:cubicBezTo>
                  <a:pt x="0" y="9749"/>
                  <a:pt x="0" y="9749"/>
                  <a:pt x="0" y="9749"/>
                </a:cubicBezTo>
                <a:cubicBezTo>
                  <a:pt x="0" y="13142"/>
                  <a:pt x="0" y="13142"/>
                  <a:pt x="0" y="13142"/>
                </a:cubicBezTo>
                <a:cubicBezTo>
                  <a:pt x="10800" y="13142"/>
                  <a:pt x="10800" y="13142"/>
                  <a:pt x="10800" y="13142"/>
                </a:cubicBezTo>
                <a:lnTo>
                  <a:pt x="10800" y="1610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5" name="Shape 7625"/>
          <p:cNvSpPr/>
          <p:nvPr/>
        </p:nvSpPr>
        <p:spPr>
          <a:xfrm>
            <a:off x="18947014" y="3411568"/>
            <a:ext cx="558500" cy="550762"/>
          </a:xfrm>
          <a:custGeom>
            <a:avLst/>
            <a:gdLst/>
            <a:ahLst/>
            <a:cxnLst>
              <a:cxn ang="0">
                <a:pos x="wd2" y="hd2"/>
              </a:cxn>
              <a:cxn ang="5400000">
                <a:pos x="wd2" y="hd2"/>
              </a:cxn>
              <a:cxn ang="10800000">
                <a:pos x="wd2" y="hd2"/>
              </a:cxn>
              <a:cxn ang="16200000">
                <a:pos x="wd2" y="hd2"/>
              </a:cxn>
            </a:cxnLst>
            <a:rect l="0" t="0" r="r" b="b"/>
            <a:pathLst>
              <a:path w="21306" h="21405" fill="norm" stroke="1" extrusionOk="0">
                <a:moveTo>
                  <a:pt x="5095" y="12535"/>
                </a:moveTo>
                <a:cubicBezTo>
                  <a:pt x="9071" y="16626"/>
                  <a:pt x="9071" y="16626"/>
                  <a:pt x="9071" y="16626"/>
                </a:cubicBezTo>
                <a:cubicBezTo>
                  <a:pt x="16301" y="8905"/>
                  <a:pt x="16301" y="8905"/>
                  <a:pt x="16301" y="8905"/>
                </a:cubicBezTo>
                <a:cubicBezTo>
                  <a:pt x="12280" y="4814"/>
                  <a:pt x="12280" y="4814"/>
                  <a:pt x="12280" y="4814"/>
                </a:cubicBezTo>
                <a:lnTo>
                  <a:pt x="5095" y="12535"/>
                </a:lnTo>
                <a:close/>
                <a:moveTo>
                  <a:pt x="20730" y="6837"/>
                </a:moveTo>
                <a:cubicBezTo>
                  <a:pt x="19103" y="5228"/>
                  <a:pt x="19103" y="5228"/>
                  <a:pt x="19103" y="5228"/>
                </a:cubicBezTo>
                <a:cubicBezTo>
                  <a:pt x="18696" y="5228"/>
                  <a:pt x="18335" y="5228"/>
                  <a:pt x="17928" y="5228"/>
                </a:cubicBezTo>
                <a:cubicBezTo>
                  <a:pt x="16708" y="5228"/>
                  <a:pt x="15940" y="4401"/>
                  <a:pt x="15940" y="3206"/>
                </a:cubicBezTo>
                <a:cubicBezTo>
                  <a:pt x="15940" y="2792"/>
                  <a:pt x="15940" y="2379"/>
                  <a:pt x="16301" y="1965"/>
                </a:cubicBezTo>
                <a:cubicBezTo>
                  <a:pt x="14313" y="311"/>
                  <a:pt x="14313" y="311"/>
                  <a:pt x="14313" y="311"/>
                </a:cubicBezTo>
                <a:cubicBezTo>
                  <a:pt x="13906" y="-103"/>
                  <a:pt x="13138" y="-103"/>
                  <a:pt x="12731" y="311"/>
                </a:cubicBezTo>
                <a:cubicBezTo>
                  <a:pt x="305" y="12949"/>
                  <a:pt x="305" y="12949"/>
                  <a:pt x="305" y="12949"/>
                </a:cubicBezTo>
                <a:cubicBezTo>
                  <a:pt x="-102" y="13363"/>
                  <a:pt x="-102" y="14190"/>
                  <a:pt x="305" y="14557"/>
                </a:cubicBezTo>
                <a:cubicBezTo>
                  <a:pt x="2293" y="16212"/>
                  <a:pt x="2293" y="16212"/>
                  <a:pt x="2293" y="16212"/>
                </a:cubicBezTo>
                <a:cubicBezTo>
                  <a:pt x="2293" y="15844"/>
                  <a:pt x="2700" y="15844"/>
                  <a:pt x="3106" y="15844"/>
                </a:cubicBezTo>
                <a:cubicBezTo>
                  <a:pt x="4688" y="15844"/>
                  <a:pt x="5501" y="17039"/>
                  <a:pt x="5501" y="18280"/>
                </a:cubicBezTo>
                <a:cubicBezTo>
                  <a:pt x="5501" y="18694"/>
                  <a:pt x="5501" y="19061"/>
                  <a:pt x="5095" y="19475"/>
                </a:cubicBezTo>
                <a:cubicBezTo>
                  <a:pt x="7083" y="21129"/>
                  <a:pt x="7083" y="21129"/>
                  <a:pt x="7083" y="21129"/>
                </a:cubicBezTo>
                <a:cubicBezTo>
                  <a:pt x="7490" y="21497"/>
                  <a:pt x="8303" y="21497"/>
                  <a:pt x="8710" y="21129"/>
                </a:cubicBezTo>
                <a:cubicBezTo>
                  <a:pt x="20730" y="8491"/>
                  <a:pt x="20730" y="8491"/>
                  <a:pt x="20730" y="8491"/>
                </a:cubicBezTo>
                <a:cubicBezTo>
                  <a:pt x="21498" y="8077"/>
                  <a:pt x="21498" y="7250"/>
                  <a:pt x="20730" y="6837"/>
                </a:cubicBezTo>
                <a:close/>
                <a:moveTo>
                  <a:pt x="9071" y="18280"/>
                </a:moveTo>
                <a:cubicBezTo>
                  <a:pt x="3106" y="12535"/>
                  <a:pt x="3106" y="12535"/>
                  <a:pt x="3106" y="12535"/>
                </a:cubicBezTo>
                <a:cubicBezTo>
                  <a:pt x="12280" y="3206"/>
                  <a:pt x="12280" y="3206"/>
                  <a:pt x="12280" y="3206"/>
                </a:cubicBezTo>
                <a:cubicBezTo>
                  <a:pt x="17928" y="8905"/>
                  <a:pt x="17928" y="8905"/>
                  <a:pt x="17928" y="8905"/>
                </a:cubicBezTo>
                <a:lnTo>
                  <a:pt x="9071" y="18280"/>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6" name="Shape 7626"/>
          <p:cNvSpPr/>
          <p:nvPr/>
        </p:nvSpPr>
        <p:spPr>
          <a:xfrm>
            <a:off x="21044619" y="3512306"/>
            <a:ext cx="524561" cy="3527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38" y="0"/>
                </a:moveTo>
                <a:cubicBezTo>
                  <a:pt x="9486" y="0"/>
                  <a:pt x="9486" y="0"/>
                  <a:pt x="9486" y="0"/>
                </a:cubicBezTo>
                <a:cubicBezTo>
                  <a:pt x="9486" y="8827"/>
                  <a:pt x="9486" y="8827"/>
                  <a:pt x="9486" y="8827"/>
                </a:cubicBezTo>
                <a:cubicBezTo>
                  <a:pt x="21600" y="8827"/>
                  <a:pt x="21600" y="8827"/>
                  <a:pt x="21600" y="8827"/>
                </a:cubicBezTo>
                <a:cubicBezTo>
                  <a:pt x="21600" y="1866"/>
                  <a:pt x="21600" y="1866"/>
                  <a:pt x="21600" y="1866"/>
                </a:cubicBezTo>
                <a:cubicBezTo>
                  <a:pt x="21600" y="1220"/>
                  <a:pt x="21114" y="0"/>
                  <a:pt x="20238" y="0"/>
                </a:cubicBezTo>
                <a:close/>
                <a:moveTo>
                  <a:pt x="0" y="19662"/>
                </a:moveTo>
                <a:cubicBezTo>
                  <a:pt x="0" y="20954"/>
                  <a:pt x="0" y="21600"/>
                  <a:pt x="876" y="21600"/>
                </a:cubicBezTo>
                <a:cubicBezTo>
                  <a:pt x="7346" y="21600"/>
                  <a:pt x="7346" y="21600"/>
                  <a:pt x="7346" y="21600"/>
                </a:cubicBezTo>
                <a:cubicBezTo>
                  <a:pt x="7346" y="12630"/>
                  <a:pt x="7346" y="12630"/>
                  <a:pt x="7346" y="12630"/>
                </a:cubicBezTo>
                <a:cubicBezTo>
                  <a:pt x="0" y="12630"/>
                  <a:pt x="0" y="12630"/>
                  <a:pt x="0" y="12630"/>
                </a:cubicBezTo>
                <a:lnTo>
                  <a:pt x="0" y="19662"/>
                </a:lnTo>
                <a:close/>
                <a:moveTo>
                  <a:pt x="9486" y="21600"/>
                </a:moveTo>
                <a:cubicBezTo>
                  <a:pt x="20238" y="21600"/>
                  <a:pt x="20238" y="21600"/>
                  <a:pt x="20238" y="21600"/>
                </a:cubicBezTo>
                <a:cubicBezTo>
                  <a:pt x="21114" y="21600"/>
                  <a:pt x="21600" y="20954"/>
                  <a:pt x="21600" y="19662"/>
                </a:cubicBezTo>
                <a:cubicBezTo>
                  <a:pt x="21600" y="12630"/>
                  <a:pt x="21600" y="12630"/>
                  <a:pt x="21600" y="12630"/>
                </a:cubicBezTo>
                <a:cubicBezTo>
                  <a:pt x="9486" y="12630"/>
                  <a:pt x="9486" y="12630"/>
                  <a:pt x="9486" y="12630"/>
                </a:cubicBezTo>
                <a:lnTo>
                  <a:pt x="9486" y="21600"/>
                </a:lnTo>
                <a:close/>
                <a:moveTo>
                  <a:pt x="0" y="1866"/>
                </a:moveTo>
                <a:cubicBezTo>
                  <a:pt x="0" y="8827"/>
                  <a:pt x="0" y="8827"/>
                  <a:pt x="0" y="8827"/>
                </a:cubicBezTo>
                <a:cubicBezTo>
                  <a:pt x="7346" y="8827"/>
                  <a:pt x="7346" y="8827"/>
                  <a:pt x="7346" y="8827"/>
                </a:cubicBezTo>
                <a:cubicBezTo>
                  <a:pt x="7346" y="0"/>
                  <a:pt x="7346" y="0"/>
                  <a:pt x="7346" y="0"/>
                </a:cubicBezTo>
                <a:cubicBezTo>
                  <a:pt x="876" y="0"/>
                  <a:pt x="876" y="0"/>
                  <a:pt x="876" y="0"/>
                </a:cubicBezTo>
                <a:cubicBezTo>
                  <a:pt x="0" y="0"/>
                  <a:pt x="0" y="1220"/>
                  <a:pt x="0" y="1866"/>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7" name="Shape 7627"/>
          <p:cNvSpPr/>
          <p:nvPr/>
        </p:nvSpPr>
        <p:spPr>
          <a:xfrm>
            <a:off x="18944349" y="8166590"/>
            <a:ext cx="566199" cy="4048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755"/>
                </a:moveTo>
                <a:cubicBezTo>
                  <a:pt x="21600" y="1064"/>
                  <a:pt x="21600" y="1064"/>
                  <a:pt x="21600" y="1064"/>
                </a:cubicBezTo>
                <a:cubicBezTo>
                  <a:pt x="21600" y="563"/>
                  <a:pt x="21193" y="0"/>
                  <a:pt x="20832" y="0"/>
                </a:cubicBezTo>
                <a:cubicBezTo>
                  <a:pt x="813" y="0"/>
                  <a:pt x="813" y="0"/>
                  <a:pt x="813" y="0"/>
                </a:cubicBezTo>
                <a:cubicBezTo>
                  <a:pt x="407" y="0"/>
                  <a:pt x="0" y="563"/>
                  <a:pt x="0" y="1064"/>
                </a:cubicBezTo>
                <a:cubicBezTo>
                  <a:pt x="0" y="2755"/>
                  <a:pt x="0" y="2755"/>
                  <a:pt x="0" y="2755"/>
                </a:cubicBezTo>
                <a:cubicBezTo>
                  <a:pt x="1988" y="2755"/>
                  <a:pt x="1988" y="2755"/>
                  <a:pt x="1988" y="2755"/>
                </a:cubicBezTo>
                <a:cubicBezTo>
                  <a:pt x="1988" y="6073"/>
                  <a:pt x="1988" y="6073"/>
                  <a:pt x="1988" y="6073"/>
                </a:cubicBezTo>
                <a:cubicBezTo>
                  <a:pt x="0" y="6073"/>
                  <a:pt x="0" y="6073"/>
                  <a:pt x="0" y="6073"/>
                </a:cubicBezTo>
                <a:cubicBezTo>
                  <a:pt x="0" y="9391"/>
                  <a:pt x="0" y="9391"/>
                  <a:pt x="0" y="9391"/>
                </a:cubicBezTo>
                <a:cubicBezTo>
                  <a:pt x="1988" y="9391"/>
                  <a:pt x="1988" y="9391"/>
                  <a:pt x="1988" y="9391"/>
                </a:cubicBezTo>
                <a:cubicBezTo>
                  <a:pt x="1988" y="12146"/>
                  <a:pt x="1988" y="12146"/>
                  <a:pt x="1988" y="12146"/>
                </a:cubicBezTo>
                <a:cubicBezTo>
                  <a:pt x="0" y="12146"/>
                  <a:pt x="0" y="12146"/>
                  <a:pt x="0" y="12146"/>
                </a:cubicBezTo>
                <a:cubicBezTo>
                  <a:pt x="0" y="15464"/>
                  <a:pt x="0" y="15464"/>
                  <a:pt x="0" y="15464"/>
                </a:cubicBezTo>
                <a:cubicBezTo>
                  <a:pt x="1988" y="15464"/>
                  <a:pt x="1988" y="15464"/>
                  <a:pt x="1988" y="15464"/>
                </a:cubicBezTo>
                <a:cubicBezTo>
                  <a:pt x="1988" y="18282"/>
                  <a:pt x="1988" y="18282"/>
                  <a:pt x="1988" y="18282"/>
                </a:cubicBezTo>
                <a:cubicBezTo>
                  <a:pt x="0" y="18282"/>
                  <a:pt x="0" y="18282"/>
                  <a:pt x="0" y="18282"/>
                </a:cubicBezTo>
                <a:cubicBezTo>
                  <a:pt x="0" y="20536"/>
                  <a:pt x="0" y="20536"/>
                  <a:pt x="0" y="20536"/>
                </a:cubicBezTo>
                <a:cubicBezTo>
                  <a:pt x="0" y="21099"/>
                  <a:pt x="407" y="21600"/>
                  <a:pt x="813" y="21600"/>
                </a:cubicBezTo>
                <a:cubicBezTo>
                  <a:pt x="20832" y="21600"/>
                  <a:pt x="20832" y="21600"/>
                  <a:pt x="20832" y="21600"/>
                </a:cubicBezTo>
                <a:cubicBezTo>
                  <a:pt x="21193" y="21600"/>
                  <a:pt x="21600" y="21099"/>
                  <a:pt x="21600" y="20536"/>
                </a:cubicBezTo>
                <a:cubicBezTo>
                  <a:pt x="21600" y="18282"/>
                  <a:pt x="21600" y="18282"/>
                  <a:pt x="21600" y="18282"/>
                </a:cubicBezTo>
                <a:cubicBezTo>
                  <a:pt x="19612" y="18282"/>
                  <a:pt x="19612" y="18282"/>
                  <a:pt x="19612" y="18282"/>
                </a:cubicBezTo>
                <a:cubicBezTo>
                  <a:pt x="19612" y="15464"/>
                  <a:pt x="19612" y="15464"/>
                  <a:pt x="19612" y="15464"/>
                </a:cubicBezTo>
                <a:cubicBezTo>
                  <a:pt x="21600" y="15464"/>
                  <a:pt x="21600" y="15464"/>
                  <a:pt x="21600" y="15464"/>
                </a:cubicBezTo>
                <a:cubicBezTo>
                  <a:pt x="21600" y="12146"/>
                  <a:pt x="21600" y="12146"/>
                  <a:pt x="21600" y="12146"/>
                </a:cubicBezTo>
                <a:cubicBezTo>
                  <a:pt x="19612" y="12146"/>
                  <a:pt x="19612" y="12146"/>
                  <a:pt x="19612" y="12146"/>
                </a:cubicBezTo>
                <a:cubicBezTo>
                  <a:pt x="19612" y="9391"/>
                  <a:pt x="19612" y="9391"/>
                  <a:pt x="19612" y="9391"/>
                </a:cubicBezTo>
                <a:cubicBezTo>
                  <a:pt x="21600" y="9391"/>
                  <a:pt x="21600" y="9391"/>
                  <a:pt x="21600" y="9391"/>
                </a:cubicBezTo>
                <a:cubicBezTo>
                  <a:pt x="21600" y="6073"/>
                  <a:pt x="21600" y="6073"/>
                  <a:pt x="21600" y="6073"/>
                </a:cubicBezTo>
                <a:cubicBezTo>
                  <a:pt x="19612" y="6073"/>
                  <a:pt x="19612" y="6073"/>
                  <a:pt x="19612" y="6073"/>
                </a:cubicBezTo>
                <a:cubicBezTo>
                  <a:pt x="19612" y="2755"/>
                  <a:pt x="19612" y="2755"/>
                  <a:pt x="19612" y="2755"/>
                </a:cubicBezTo>
                <a:lnTo>
                  <a:pt x="21600" y="2755"/>
                </a:lnTo>
                <a:close/>
                <a:moveTo>
                  <a:pt x="8405" y="15464"/>
                </a:moveTo>
                <a:cubicBezTo>
                  <a:pt x="8405" y="6073"/>
                  <a:pt x="8405" y="6073"/>
                  <a:pt x="8405" y="6073"/>
                </a:cubicBezTo>
                <a:cubicBezTo>
                  <a:pt x="14008" y="10518"/>
                  <a:pt x="14008" y="10518"/>
                  <a:pt x="14008" y="10518"/>
                </a:cubicBezTo>
                <a:lnTo>
                  <a:pt x="8405" y="1546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8" name="Shape 7628"/>
          <p:cNvSpPr/>
          <p:nvPr/>
        </p:nvSpPr>
        <p:spPr>
          <a:xfrm>
            <a:off x="20188425" y="8104124"/>
            <a:ext cx="420447" cy="534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75" y="0"/>
                </a:moveTo>
                <a:cubicBezTo>
                  <a:pt x="3225" y="0"/>
                  <a:pt x="3225" y="0"/>
                  <a:pt x="3225" y="0"/>
                </a:cubicBezTo>
                <a:cubicBezTo>
                  <a:pt x="1643" y="0"/>
                  <a:pt x="0" y="1290"/>
                  <a:pt x="0" y="2581"/>
                </a:cubicBezTo>
                <a:cubicBezTo>
                  <a:pt x="0" y="19067"/>
                  <a:pt x="0" y="19067"/>
                  <a:pt x="0" y="19067"/>
                </a:cubicBezTo>
                <a:cubicBezTo>
                  <a:pt x="0" y="20358"/>
                  <a:pt x="1643" y="21600"/>
                  <a:pt x="3225" y="21600"/>
                </a:cubicBezTo>
                <a:cubicBezTo>
                  <a:pt x="18375" y="21600"/>
                  <a:pt x="18375" y="21600"/>
                  <a:pt x="18375" y="21600"/>
                </a:cubicBezTo>
                <a:cubicBezTo>
                  <a:pt x="19957" y="21600"/>
                  <a:pt x="21600" y="20358"/>
                  <a:pt x="21600" y="19067"/>
                </a:cubicBezTo>
                <a:cubicBezTo>
                  <a:pt x="21600" y="2581"/>
                  <a:pt x="21600" y="2581"/>
                  <a:pt x="21600" y="2581"/>
                </a:cubicBezTo>
                <a:cubicBezTo>
                  <a:pt x="21600" y="1290"/>
                  <a:pt x="19957" y="0"/>
                  <a:pt x="18375" y="0"/>
                </a:cubicBezTo>
                <a:close/>
                <a:moveTo>
                  <a:pt x="15150" y="11421"/>
                </a:moveTo>
                <a:cubicBezTo>
                  <a:pt x="14603" y="11851"/>
                  <a:pt x="14603" y="11421"/>
                  <a:pt x="14603" y="11421"/>
                </a:cubicBezTo>
                <a:cubicBezTo>
                  <a:pt x="14603" y="10609"/>
                  <a:pt x="14603" y="8888"/>
                  <a:pt x="12412" y="8506"/>
                </a:cubicBezTo>
                <a:cubicBezTo>
                  <a:pt x="12412" y="14384"/>
                  <a:pt x="12412" y="14384"/>
                  <a:pt x="12412" y="14384"/>
                </a:cubicBezTo>
                <a:cubicBezTo>
                  <a:pt x="12412" y="15722"/>
                  <a:pt x="11926" y="16535"/>
                  <a:pt x="9735" y="16917"/>
                </a:cubicBezTo>
                <a:cubicBezTo>
                  <a:pt x="8092" y="17395"/>
                  <a:pt x="5963" y="16917"/>
                  <a:pt x="5415" y="16152"/>
                </a:cubicBezTo>
                <a:cubicBezTo>
                  <a:pt x="5415" y="14814"/>
                  <a:pt x="6510" y="13572"/>
                  <a:pt x="8092" y="13142"/>
                </a:cubicBezTo>
                <a:cubicBezTo>
                  <a:pt x="8701" y="13142"/>
                  <a:pt x="9735" y="13142"/>
                  <a:pt x="10830" y="13142"/>
                </a:cubicBezTo>
                <a:cubicBezTo>
                  <a:pt x="10830" y="4683"/>
                  <a:pt x="10830" y="4683"/>
                  <a:pt x="10830" y="4683"/>
                </a:cubicBezTo>
                <a:cubicBezTo>
                  <a:pt x="12412" y="4683"/>
                  <a:pt x="12412" y="4683"/>
                  <a:pt x="12412" y="4683"/>
                </a:cubicBezTo>
                <a:cubicBezTo>
                  <a:pt x="12412" y="5973"/>
                  <a:pt x="17828" y="8076"/>
                  <a:pt x="15150" y="11421"/>
                </a:cubicBez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29" name="Shape 7629"/>
          <p:cNvSpPr/>
          <p:nvPr/>
        </p:nvSpPr>
        <p:spPr>
          <a:xfrm>
            <a:off x="18965171" y="4590519"/>
            <a:ext cx="524558" cy="5349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43" y="19067"/>
                </a:moveTo>
                <a:cubicBezTo>
                  <a:pt x="2145" y="19067"/>
                  <a:pt x="2145" y="19067"/>
                  <a:pt x="2145" y="19067"/>
                </a:cubicBezTo>
                <a:cubicBezTo>
                  <a:pt x="2145" y="2533"/>
                  <a:pt x="2145" y="2533"/>
                  <a:pt x="2145" y="2533"/>
                </a:cubicBezTo>
                <a:cubicBezTo>
                  <a:pt x="12043" y="2533"/>
                  <a:pt x="12043" y="2533"/>
                  <a:pt x="12043" y="2533"/>
                </a:cubicBezTo>
                <a:cubicBezTo>
                  <a:pt x="12043" y="5926"/>
                  <a:pt x="12043" y="5926"/>
                  <a:pt x="12043" y="5926"/>
                </a:cubicBezTo>
                <a:cubicBezTo>
                  <a:pt x="14237" y="5926"/>
                  <a:pt x="14237" y="5926"/>
                  <a:pt x="14237" y="5926"/>
                </a:cubicBezTo>
                <a:cubicBezTo>
                  <a:pt x="14237" y="2533"/>
                  <a:pt x="14237" y="2533"/>
                  <a:pt x="14237" y="2533"/>
                </a:cubicBezTo>
                <a:cubicBezTo>
                  <a:pt x="14237" y="1290"/>
                  <a:pt x="13409" y="0"/>
                  <a:pt x="12043" y="0"/>
                </a:cubicBezTo>
                <a:cubicBezTo>
                  <a:pt x="2145" y="0"/>
                  <a:pt x="2145" y="0"/>
                  <a:pt x="2145" y="0"/>
                </a:cubicBezTo>
                <a:cubicBezTo>
                  <a:pt x="878" y="0"/>
                  <a:pt x="0" y="1290"/>
                  <a:pt x="0" y="2533"/>
                </a:cubicBezTo>
                <a:cubicBezTo>
                  <a:pt x="0" y="19067"/>
                  <a:pt x="0" y="19067"/>
                  <a:pt x="0" y="19067"/>
                </a:cubicBezTo>
                <a:cubicBezTo>
                  <a:pt x="0" y="20310"/>
                  <a:pt x="878" y="21600"/>
                  <a:pt x="2145" y="21600"/>
                </a:cubicBezTo>
                <a:cubicBezTo>
                  <a:pt x="12043" y="21600"/>
                  <a:pt x="12043" y="21600"/>
                  <a:pt x="12043" y="21600"/>
                </a:cubicBezTo>
                <a:cubicBezTo>
                  <a:pt x="13409" y="21600"/>
                  <a:pt x="14237" y="20310"/>
                  <a:pt x="14237" y="19067"/>
                </a:cubicBezTo>
                <a:cubicBezTo>
                  <a:pt x="14237" y="16535"/>
                  <a:pt x="14237" y="16535"/>
                  <a:pt x="14237" y="16535"/>
                </a:cubicBezTo>
                <a:cubicBezTo>
                  <a:pt x="12043" y="16535"/>
                  <a:pt x="12043" y="16535"/>
                  <a:pt x="12043" y="16535"/>
                </a:cubicBezTo>
                <a:lnTo>
                  <a:pt x="12043" y="19067"/>
                </a:lnTo>
                <a:close/>
                <a:moveTo>
                  <a:pt x="21600" y="11421"/>
                </a:moveTo>
                <a:cubicBezTo>
                  <a:pt x="16822" y="6786"/>
                  <a:pt x="16822" y="6786"/>
                  <a:pt x="16822" y="6786"/>
                </a:cubicBezTo>
                <a:cubicBezTo>
                  <a:pt x="16822" y="9749"/>
                  <a:pt x="16822" y="9749"/>
                  <a:pt x="16822" y="9749"/>
                </a:cubicBezTo>
                <a:cubicBezTo>
                  <a:pt x="6046" y="9749"/>
                  <a:pt x="6046" y="9749"/>
                  <a:pt x="6046" y="9749"/>
                </a:cubicBezTo>
                <a:cubicBezTo>
                  <a:pt x="6046" y="13142"/>
                  <a:pt x="6046" y="13142"/>
                  <a:pt x="6046" y="13142"/>
                </a:cubicBezTo>
                <a:cubicBezTo>
                  <a:pt x="16822" y="13142"/>
                  <a:pt x="16822" y="13142"/>
                  <a:pt x="16822" y="13142"/>
                </a:cubicBezTo>
                <a:cubicBezTo>
                  <a:pt x="16822" y="16104"/>
                  <a:pt x="16822" y="16104"/>
                  <a:pt x="16822" y="16104"/>
                </a:cubicBezTo>
                <a:lnTo>
                  <a:pt x="21600" y="11421"/>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30" name="Shape 7630"/>
          <p:cNvSpPr/>
          <p:nvPr/>
        </p:nvSpPr>
        <p:spPr>
          <a:xfrm>
            <a:off x="18965171" y="7026619"/>
            <a:ext cx="524558" cy="3423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06" y="3921"/>
                </a:moveTo>
                <a:cubicBezTo>
                  <a:pt x="14676" y="3921"/>
                  <a:pt x="14676" y="3921"/>
                  <a:pt x="14676" y="3921"/>
                </a:cubicBezTo>
                <a:cubicBezTo>
                  <a:pt x="14676" y="9173"/>
                  <a:pt x="14676" y="9173"/>
                  <a:pt x="14676" y="9173"/>
                </a:cubicBezTo>
                <a:cubicBezTo>
                  <a:pt x="18138" y="9173"/>
                  <a:pt x="18138" y="9173"/>
                  <a:pt x="18138" y="9173"/>
                </a:cubicBezTo>
                <a:cubicBezTo>
                  <a:pt x="18138" y="16348"/>
                  <a:pt x="18138" y="16348"/>
                  <a:pt x="18138" y="16348"/>
                </a:cubicBezTo>
                <a:cubicBezTo>
                  <a:pt x="3462" y="16348"/>
                  <a:pt x="3462" y="16348"/>
                  <a:pt x="3462" y="16348"/>
                </a:cubicBezTo>
                <a:cubicBezTo>
                  <a:pt x="3462" y="9173"/>
                  <a:pt x="3462" y="9173"/>
                  <a:pt x="3462" y="9173"/>
                </a:cubicBezTo>
                <a:cubicBezTo>
                  <a:pt x="8191" y="9173"/>
                  <a:pt x="8191" y="9173"/>
                  <a:pt x="8191" y="9173"/>
                </a:cubicBezTo>
                <a:cubicBezTo>
                  <a:pt x="8191" y="13093"/>
                  <a:pt x="8191" y="13093"/>
                  <a:pt x="8191" y="13093"/>
                </a:cubicBezTo>
                <a:cubicBezTo>
                  <a:pt x="13409" y="6584"/>
                  <a:pt x="13409" y="6584"/>
                  <a:pt x="13409" y="6584"/>
                </a:cubicBezTo>
                <a:cubicBezTo>
                  <a:pt x="8191" y="0"/>
                  <a:pt x="8191" y="0"/>
                  <a:pt x="8191" y="0"/>
                </a:cubicBezTo>
                <a:cubicBezTo>
                  <a:pt x="8191" y="3921"/>
                  <a:pt x="8191" y="3921"/>
                  <a:pt x="8191" y="3921"/>
                </a:cubicBezTo>
                <a:cubicBezTo>
                  <a:pt x="2145" y="3921"/>
                  <a:pt x="2145" y="3921"/>
                  <a:pt x="2145" y="3921"/>
                </a:cubicBezTo>
                <a:cubicBezTo>
                  <a:pt x="878" y="3921"/>
                  <a:pt x="0" y="5252"/>
                  <a:pt x="0" y="7175"/>
                </a:cubicBezTo>
                <a:cubicBezTo>
                  <a:pt x="0" y="18345"/>
                  <a:pt x="0" y="18345"/>
                  <a:pt x="0" y="18345"/>
                </a:cubicBezTo>
                <a:cubicBezTo>
                  <a:pt x="0" y="20268"/>
                  <a:pt x="878" y="21600"/>
                  <a:pt x="2145" y="21600"/>
                </a:cubicBezTo>
                <a:cubicBezTo>
                  <a:pt x="19406" y="21600"/>
                  <a:pt x="19406" y="21600"/>
                  <a:pt x="19406" y="21600"/>
                </a:cubicBezTo>
                <a:cubicBezTo>
                  <a:pt x="20722" y="21600"/>
                  <a:pt x="21600" y="20268"/>
                  <a:pt x="21600" y="18345"/>
                </a:cubicBezTo>
                <a:cubicBezTo>
                  <a:pt x="21600" y="7175"/>
                  <a:pt x="21600" y="7175"/>
                  <a:pt x="21600" y="7175"/>
                </a:cubicBezTo>
                <a:cubicBezTo>
                  <a:pt x="21600" y="5252"/>
                  <a:pt x="20722" y="3921"/>
                  <a:pt x="19406" y="3921"/>
                </a:cubicBezTo>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31" name="Shape 7631"/>
          <p:cNvSpPr/>
          <p:nvPr/>
        </p:nvSpPr>
        <p:spPr>
          <a:xfrm>
            <a:off x="22247052" y="4631451"/>
            <a:ext cx="462090" cy="467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63" y="0"/>
                </a:moveTo>
                <a:cubicBezTo>
                  <a:pt x="2437" y="0"/>
                  <a:pt x="2437" y="0"/>
                  <a:pt x="2437" y="0"/>
                </a:cubicBezTo>
                <a:cubicBezTo>
                  <a:pt x="997" y="0"/>
                  <a:pt x="0" y="923"/>
                  <a:pt x="0" y="2876"/>
                </a:cubicBezTo>
                <a:cubicBezTo>
                  <a:pt x="0" y="18724"/>
                  <a:pt x="0" y="18724"/>
                  <a:pt x="0" y="18724"/>
                </a:cubicBezTo>
                <a:cubicBezTo>
                  <a:pt x="0" y="20189"/>
                  <a:pt x="997" y="21600"/>
                  <a:pt x="2437" y="21600"/>
                </a:cubicBezTo>
                <a:cubicBezTo>
                  <a:pt x="19163" y="21600"/>
                  <a:pt x="19163" y="21600"/>
                  <a:pt x="19163" y="21600"/>
                </a:cubicBezTo>
                <a:cubicBezTo>
                  <a:pt x="20658" y="21600"/>
                  <a:pt x="21600" y="20189"/>
                  <a:pt x="21600" y="18724"/>
                </a:cubicBezTo>
                <a:cubicBezTo>
                  <a:pt x="21600" y="2876"/>
                  <a:pt x="21600" y="2876"/>
                  <a:pt x="21600" y="2876"/>
                </a:cubicBezTo>
                <a:cubicBezTo>
                  <a:pt x="21600" y="923"/>
                  <a:pt x="20658" y="0"/>
                  <a:pt x="19163" y="0"/>
                </a:cubicBezTo>
                <a:close/>
                <a:moveTo>
                  <a:pt x="17668" y="11994"/>
                </a:moveTo>
                <a:cubicBezTo>
                  <a:pt x="12295" y="11994"/>
                  <a:pt x="12295" y="11994"/>
                  <a:pt x="12295" y="11994"/>
                </a:cubicBezTo>
                <a:cubicBezTo>
                  <a:pt x="12295" y="17313"/>
                  <a:pt x="12295" y="17313"/>
                  <a:pt x="12295" y="17313"/>
                </a:cubicBezTo>
                <a:cubicBezTo>
                  <a:pt x="9360" y="17313"/>
                  <a:pt x="9360" y="17313"/>
                  <a:pt x="9360" y="17313"/>
                </a:cubicBezTo>
                <a:cubicBezTo>
                  <a:pt x="9360" y="11994"/>
                  <a:pt x="9360" y="11994"/>
                  <a:pt x="9360" y="11994"/>
                </a:cubicBezTo>
                <a:cubicBezTo>
                  <a:pt x="3932" y="11994"/>
                  <a:pt x="3932" y="11994"/>
                  <a:pt x="3932" y="11994"/>
                </a:cubicBezTo>
                <a:cubicBezTo>
                  <a:pt x="3932" y="9606"/>
                  <a:pt x="3932" y="9606"/>
                  <a:pt x="3932" y="9606"/>
                </a:cubicBezTo>
                <a:cubicBezTo>
                  <a:pt x="9360" y="9606"/>
                  <a:pt x="9360" y="9606"/>
                  <a:pt x="9360" y="9606"/>
                </a:cubicBezTo>
                <a:cubicBezTo>
                  <a:pt x="9360" y="3799"/>
                  <a:pt x="9360" y="3799"/>
                  <a:pt x="9360" y="3799"/>
                </a:cubicBezTo>
                <a:cubicBezTo>
                  <a:pt x="12295" y="3799"/>
                  <a:pt x="12295" y="3799"/>
                  <a:pt x="12295" y="3799"/>
                </a:cubicBezTo>
                <a:cubicBezTo>
                  <a:pt x="12295" y="9606"/>
                  <a:pt x="12295" y="9606"/>
                  <a:pt x="12295" y="9606"/>
                </a:cubicBezTo>
                <a:cubicBezTo>
                  <a:pt x="17668" y="9606"/>
                  <a:pt x="17668" y="9606"/>
                  <a:pt x="17668" y="9606"/>
                </a:cubicBezTo>
                <a:lnTo>
                  <a:pt x="17668" y="1199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32" name="Shape 7632"/>
          <p:cNvSpPr/>
          <p:nvPr/>
        </p:nvSpPr>
        <p:spPr>
          <a:xfrm>
            <a:off x="21075851" y="4631451"/>
            <a:ext cx="456895" cy="467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57" y="0"/>
                </a:moveTo>
                <a:cubicBezTo>
                  <a:pt x="2443" y="0"/>
                  <a:pt x="2443" y="0"/>
                  <a:pt x="2443" y="0"/>
                </a:cubicBezTo>
                <a:cubicBezTo>
                  <a:pt x="944" y="0"/>
                  <a:pt x="0" y="923"/>
                  <a:pt x="0" y="2876"/>
                </a:cubicBezTo>
                <a:cubicBezTo>
                  <a:pt x="0" y="18724"/>
                  <a:pt x="0" y="18724"/>
                  <a:pt x="0" y="18724"/>
                </a:cubicBezTo>
                <a:cubicBezTo>
                  <a:pt x="0" y="20189"/>
                  <a:pt x="944" y="21600"/>
                  <a:pt x="2443" y="21600"/>
                </a:cubicBezTo>
                <a:cubicBezTo>
                  <a:pt x="19157" y="21600"/>
                  <a:pt x="19157" y="21600"/>
                  <a:pt x="19157" y="21600"/>
                </a:cubicBezTo>
                <a:cubicBezTo>
                  <a:pt x="20656" y="21600"/>
                  <a:pt x="21600" y="20189"/>
                  <a:pt x="21600" y="18724"/>
                </a:cubicBezTo>
                <a:cubicBezTo>
                  <a:pt x="21600" y="2876"/>
                  <a:pt x="21600" y="2876"/>
                  <a:pt x="21600" y="2876"/>
                </a:cubicBezTo>
                <a:cubicBezTo>
                  <a:pt x="21600" y="923"/>
                  <a:pt x="20656" y="0"/>
                  <a:pt x="19157" y="0"/>
                </a:cubicBezTo>
                <a:close/>
                <a:moveTo>
                  <a:pt x="17713" y="11994"/>
                </a:moveTo>
                <a:cubicBezTo>
                  <a:pt x="3887" y="11994"/>
                  <a:pt x="3887" y="11994"/>
                  <a:pt x="3887" y="11994"/>
                </a:cubicBezTo>
                <a:cubicBezTo>
                  <a:pt x="3887" y="9606"/>
                  <a:pt x="3887" y="9606"/>
                  <a:pt x="3887" y="9606"/>
                </a:cubicBezTo>
                <a:cubicBezTo>
                  <a:pt x="17713" y="9606"/>
                  <a:pt x="17713" y="9606"/>
                  <a:pt x="17713" y="9606"/>
                </a:cubicBezTo>
                <a:lnTo>
                  <a:pt x="17713" y="11994"/>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
        <p:nvSpPr>
          <p:cNvPr id="7633" name="Shape 7633"/>
          <p:cNvSpPr/>
          <p:nvPr/>
        </p:nvSpPr>
        <p:spPr>
          <a:xfrm>
            <a:off x="19027635" y="5839800"/>
            <a:ext cx="462092" cy="4673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08" y="0"/>
                </a:moveTo>
                <a:cubicBezTo>
                  <a:pt x="2437" y="0"/>
                  <a:pt x="2437" y="0"/>
                  <a:pt x="2437" y="0"/>
                </a:cubicBezTo>
                <a:cubicBezTo>
                  <a:pt x="997" y="0"/>
                  <a:pt x="0" y="923"/>
                  <a:pt x="0" y="2876"/>
                </a:cubicBezTo>
                <a:cubicBezTo>
                  <a:pt x="0" y="18724"/>
                  <a:pt x="0" y="18724"/>
                  <a:pt x="0" y="18724"/>
                </a:cubicBezTo>
                <a:cubicBezTo>
                  <a:pt x="0" y="20189"/>
                  <a:pt x="997" y="21600"/>
                  <a:pt x="2437" y="21600"/>
                </a:cubicBezTo>
                <a:cubicBezTo>
                  <a:pt x="19108" y="21600"/>
                  <a:pt x="19108" y="21600"/>
                  <a:pt x="19108" y="21600"/>
                </a:cubicBezTo>
                <a:cubicBezTo>
                  <a:pt x="20603" y="21600"/>
                  <a:pt x="21600" y="20189"/>
                  <a:pt x="21600" y="18724"/>
                </a:cubicBezTo>
                <a:cubicBezTo>
                  <a:pt x="21600" y="2876"/>
                  <a:pt x="21600" y="2876"/>
                  <a:pt x="21600" y="2876"/>
                </a:cubicBezTo>
                <a:cubicBezTo>
                  <a:pt x="21600" y="923"/>
                  <a:pt x="20603" y="0"/>
                  <a:pt x="19108" y="0"/>
                </a:cubicBezTo>
                <a:close/>
                <a:moveTo>
                  <a:pt x="15231" y="17313"/>
                </a:moveTo>
                <a:cubicBezTo>
                  <a:pt x="10745" y="12971"/>
                  <a:pt x="10745" y="12971"/>
                  <a:pt x="10745" y="12971"/>
                </a:cubicBezTo>
                <a:cubicBezTo>
                  <a:pt x="6369" y="17313"/>
                  <a:pt x="6369" y="17313"/>
                  <a:pt x="6369" y="17313"/>
                </a:cubicBezTo>
                <a:cubicBezTo>
                  <a:pt x="4431" y="14925"/>
                  <a:pt x="4431" y="14925"/>
                  <a:pt x="4431" y="14925"/>
                </a:cubicBezTo>
                <a:cubicBezTo>
                  <a:pt x="8308" y="10583"/>
                  <a:pt x="8308" y="10583"/>
                  <a:pt x="8308" y="10583"/>
                </a:cubicBezTo>
                <a:cubicBezTo>
                  <a:pt x="4431" y="6730"/>
                  <a:pt x="4431" y="6730"/>
                  <a:pt x="4431" y="6730"/>
                </a:cubicBezTo>
                <a:cubicBezTo>
                  <a:pt x="6369" y="4287"/>
                  <a:pt x="6369" y="4287"/>
                  <a:pt x="6369" y="4287"/>
                </a:cubicBezTo>
                <a:cubicBezTo>
                  <a:pt x="10745" y="8141"/>
                  <a:pt x="10745" y="8141"/>
                  <a:pt x="10745" y="8141"/>
                </a:cubicBezTo>
                <a:cubicBezTo>
                  <a:pt x="15231" y="4287"/>
                  <a:pt x="15231" y="4287"/>
                  <a:pt x="15231" y="4287"/>
                </a:cubicBezTo>
                <a:cubicBezTo>
                  <a:pt x="17169" y="6730"/>
                  <a:pt x="17169" y="6730"/>
                  <a:pt x="17169" y="6730"/>
                </a:cubicBezTo>
                <a:cubicBezTo>
                  <a:pt x="13237" y="10583"/>
                  <a:pt x="13237" y="10583"/>
                  <a:pt x="13237" y="10583"/>
                </a:cubicBezTo>
                <a:cubicBezTo>
                  <a:pt x="17169" y="14925"/>
                  <a:pt x="17169" y="14925"/>
                  <a:pt x="17169" y="14925"/>
                </a:cubicBezTo>
                <a:lnTo>
                  <a:pt x="15231" y="17313"/>
                </a:lnTo>
                <a:close/>
              </a:path>
            </a:pathLst>
          </a:custGeom>
          <a:solidFill>
            <a:srgbClr val="144973"/>
          </a:solidFill>
          <a:ln w="12700">
            <a:miter lim="400000"/>
          </a:ln>
        </p:spPr>
        <p:txBody>
          <a:bodyPr lIns="45719" rIns="45719" anchor="ctr"/>
          <a:lstStyle/>
          <a:p>
            <a:pPr algn="l" defTabSz="1219261">
              <a:defRPr sz="4800">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stCondLst>
                      <p:childTnLst>
                        <p:par>
                          <p:cTn id="4" fill="hold">
                            <p:stCondLst>
                              <p:cond delay="0"/>
                            </p:stCondLst>
                            <p:childTnLst>
                              <p:par>
                                <p:cTn id="5" presetClass="entr" nodeType="clickEffect" presetID="9" grpId="1" fill="hold">
                                  <p:stCondLst>
                                    <p:cond delay="0"/>
                                  </p:stCondLst>
                                  <p:iterate type="el" backwards="0">
                                    <p:tmAbs val="0"/>
                                  </p:iterate>
                                  <p:childTnLst>
                                    <p:set>
                                      <p:cBhvr>
                                        <p:cTn id="6" fill="hold"/>
                                        <p:tgtEl>
                                          <p:spTgt spid="7526"/>
                                        </p:tgtEl>
                                        <p:attrNameLst>
                                          <p:attrName>style.visibility</p:attrName>
                                        </p:attrNameLst>
                                      </p:cBhvr>
                                      <p:to>
                                        <p:strVal val="visible"/>
                                      </p:to>
                                    </p:set>
                                    <p:animEffect filter="dissolve" transition="in">
                                      <p:cBhvr>
                                        <p:cTn id="7" dur="500"/>
                                        <p:tgtEl>
                                          <p:spTgt spid="7526"/>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7527"/>
                                        </p:tgtEl>
                                        <p:attrNameLst>
                                          <p:attrName>style.visibility</p:attrName>
                                        </p:attrNameLst>
                                      </p:cBhvr>
                                      <p:to>
                                        <p:strVal val="visible"/>
                                      </p:to>
                                    </p:set>
                                    <p:animEffect filter="dissolve" transition="in">
                                      <p:cBhvr>
                                        <p:cTn id="11" dur="500"/>
                                        <p:tgtEl>
                                          <p:spTgt spid="7527"/>
                                        </p:tgtEl>
                                      </p:cBhvr>
                                    </p:animEffect>
                                  </p:childTnLst>
                                </p:cTn>
                              </p:par>
                            </p:childTnLst>
                          </p:cTn>
                        </p:par>
                        <p:par>
                          <p:cTn id="12" fill="hold">
                            <p:stCondLst>
                              <p:cond delay="1000"/>
                            </p:stCondLst>
                            <p:childTnLst>
                              <p:par>
                                <p:cTn id="13" presetClass="entr" nodeType="afterEffect" presetID="9" grpId="3" fill="hold">
                                  <p:stCondLst>
                                    <p:cond delay="0"/>
                                  </p:stCondLst>
                                  <p:iterate type="el" backwards="0">
                                    <p:tmAbs val="0"/>
                                  </p:iterate>
                                  <p:childTnLst>
                                    <p:set>
                                      <p:cBhvr>
                                        <p:cTn id="14" fill="hold"/>
                                        <p:tgtEl>
                                          <p:spTgt spid="7528"/>
                                        </p:tgtEl>
                                        <p:attrNameLst>
                                          <p:attrName>style.visibility</p:attrName>
                                        </p:attrNameLst>
                                      </p:cBhvr>
                                      <p:to>
                                        <p:strVal val="visible"/>
                                      </p:to>
                                    </p:set>
                                    <p:animEffect filter="dissolve" transition="in">
                                      <p:cBhvr>
                                        <p:cTn id="15" dur="500"/>
                                        <p:tgtEl>
                                          <p:spTgt spid="7528"/>
                                        </p:tgtEl>
                                      </p:cBhvr>
                                    </p:animEffect>
                                  </p:childTnLst>
                                </p:cTn>
                              </p:par>
                            </p:childTnLst>
                          </p:cTn>
                        </p:par>
                        <p:par>
                          <p:cTn id="16" fill="hold">
                            <p:stCondLst>
                              <p:cond delay="1500"/>
                            </p:stCondLst>
                            <p:childTnLst>
                              <p:par>
                                <p:cTn id="17" presetClass="entr" nodeType="afterEffect" presetID="9" grpId="4" fill="hold">
                                  <p:stCondLst>
                                    <p:cond delay="0"/>
                                  </p:stCondLst>
                                  <p:iterate type="el" backwards="0">
                                    <p:tmAbs val="0"/>
                                  </p:iterate>
                                  <p:childTnLst>
                                    <p:set>
                                      <p:cBhvr>
                                        <p:cTn id="18" fill="hold"/>
                                        <p:tgtEl>
                                          <p:spTgt spid="7529"/>
                                        </p:tgtEl>
                                        <p:attrNameLst>
                                          <p:attrName>style.visibility</p:attrName>
                                        </p:attrNameLst>
                                      </p:cBhvr>
                                      <p:to>
                                        <p:strVal val="visible"/>
                                      </p:to>
                                    </p:set>
                                    <p:animEffect filter="dissolve" transition="in">
                                      <p:cBhvr>
                                        <p:cTn id="19" dur="500"/>
                                        <p:tgtEl>
                                          <p:spTgt spid="7529"/>
                                        </p:tgtEl>
                                      </p:cBhvr>
                                    </p:animEffect>
                                  </p:childTnLst>
                                </p:cTn>
                              </p:par>
                            </p:childTnLst>
                          </p:cTn>
                        </p:par>
                        <p:par>
                          <p:cTn id="20" fill="hold">
                            <p:stCondLst>
                              <p:cond delay="2000"/>
                            </p:stCondLst>
                            <p:childTnLst>
                              <p:par>
                                <p:cTn id="21" presetClass="entr" nodeType="afterEffect" presetID="9" grpId="5" fill="hold">
                                  <p:stCondLst>
                                    <p:cond delay="0"/>
                                  </p:stCondLst>
                                  <p:iterate type="el" backwards="0">
                                    <p:tmAbs val="0"/>
                                  </p:iterate>
                                  <p:childTnLst>
                                    <p:set>
                                      <p:cBhvr>
                                        <p:cTn id="22" fill="hold"/>
                                        <p:tgtEl>
                                          <p:spTgt spid="7530"/>
                                        </p:tgtEl>
                                        <p:attrNameLst>
                                          <p:attrName>style.visibility</p:attrName>
                                        </p:attrNameLst>
                                      </p:cBhvr>
                                      <p:to>
                                        <p:strVal val="visible"/>
                                      </p:to>
                                    </p:set>
                                    <p:animEffect filter="dissolve" transition="in">
                                      <p:cBhvr>
                                        <p:cTn id="23" dur="500"/>
                                        <p:tgtEl>
                                          <p:spTgt spid="7530"/>
                                        </p:tgtEl>
                                      </p:cBhvr>
                                    </p:animEffect>
                                  </p:childTnLst>
                                </p:cTn>
                              </p:par>
                            </p:childTnLst>
                          </p:cTn>
                        </p:par>
                        <p:par>
                          <p:cTn id="24" fill="hold">
                            <p:stCondLst>
                              <p:cond delay="2500"/>
                            </p:stCondLst>
                            <p:childTnLst>
                              <p:par>
                                <p:cTn id="25" presetClass="entr" nodeType="afterEffect" presetID="9" grpId="6" fill="hold">
                                  <p:stCondLst>
                                    <p:cond delay="0"/>
                                  </p:stCondLst>
                                  <p:iterate type="el" backwards="0">
                                    <p:tmAbs val="0"/>
                                  </p:iterate>
                                  <p:childTnLst>
                                    <p:set>
                                      <p:cBhvr>
                                        <p:cTn id="26" fill="hold"/>
                                        <p:tgtEl>
                                          <p:spTgt spid="7531"/>
                                        </p:tgtEl>
                                        <p:attrNameLst>
                                          <p:attrName>style.visibility</p:attrName>
                                        </p:attrNameLst>
                                      </p:cBhvr>
                                      <p:to>
                                        <p:strVal val="visible"/>
                                      </p:to>
                                    </p:set>
                                    <p:animEffect filter="dissolve" transition="in">
                                      <p:cBhvr>
                                        <p:cTn id="27" dur="500"/>
                                        <p:tgtEl>
                                          <p:spTgt spid="7531"/>
                                        </p:tgtEl>
                                      </p:cBhvr>
                                    </p:animEffect>
                                  </p:childTnLst>
                                </p:cTn>
                              </p:par>
                            </p:childTnLst>
                          </p:cTn>
                        </p:par>
                        <p:par>
                          <p:cTn id="28" fill="hold">
                            <p:stCondLst>
                              <p:cond delay="3000"/>
                            </p:stCondLst>
                            <p:childTnLst>
                              <p:par>
                                <p:cTn id="29" presetClass="entr" nodeType="afterEffect" presetID="9" grpId="7" fill="hold">
                                  <p:stCondLst>
                                    <p:cond delay="0"/>
                                  </p:stCondLst>
                                  <p:iterate type="el" backwards="0">
                                    <p:tmAbs val="0"/>
                                  </p:iterate>
                                  <p:childTnLst>
                                    <p:set>
                                      <p:cBhvr>
                                        <p:cTn id="30" fill="hold"/>
                                        <p:tgtEl>
                                          <p:spTgt spid="7532"/>
                                        </p:tgtEl>
                                        <p:attrNameLst>
                                          <p:attrName>style.visibility</p:attrName>
                                        </p:attrNameLst>
                                      </p:cBhvr>
                                      <p:to>
                                        <p:strVal val="visible"/>
                                      </p:to>
                                    </p:set>
                                    <p:animEffect filter="dissolve" transition="in">
                                      <p:cBhvr>
                                        <p:cTn id="31" dur="500"/>
                                        <p:tgtEl>
                                          <p:spTgt spid="7532"/>
                                        </p:tgtEl>
                                      </p:cBhvr>
                                    </p:animEffect>
                                  </p:childTnLst>
                                </p:cTn>
                              </p:par>
                            </p:childTnLst>
                          </p:cTn>
                        </p:par>
                        <p:par>
                          <p:cTn id="32" fill="hold">
                            <p:stCondLst>
                              <p:cond delay="3500"/>
                            </p:stCondLst>
                            <p:childTnLst>
                              <p:par>
                                <p:cTn id="33" presetClass="entr" nodeType="afterEffect" presetID="9" grpId="8" fill="hold">
                                  <p:stCondLst>
                                    <p:cond delay="0"/>
                                  </p:stCondLst>
                                  <p:iterate type="el" backwards="0">
                                    <p:tmAbs val="0"/>
                                  </p:iterate>
                                  <p:childTnLst>
                                    <p:set>
                                      <p:cBhvr>
                                        <p:cTn id="34" fill="hold"/>
                                        <p:tgtEl>
                                          <p:spTgt spid="7533"/>
                                        </p:tgtEl>
                                        <p:attrNameLst>
                                          <p:attrName>style.visibility</p:attrName>
                                        </p:attrNameLst>
                                      </p:cBhvr>
                                      <p:to>
                                        <p:strVal val="visible"/>
                                      </p:to>
                                    </p:set>
                                    <p:animEffect filter="dissolve" transition="in">
                                      <p:cBhvr>
                                        <p:cTn id="35" dur="500"/>
                                        <p:tgtEl>
                                          <p:spTgt spid="7533"/>
                                        </p:tgtEl>
                                      </p:cBhvr>
                                    </p:animEffect>
                                  </p:childTnLst>
                                </p:cTn>
                              </p:par>
                            </p:childTnLst>
                          </p:cTn>
                        </p:par>
                        <p:par>
                          <p:cTn id="36" fill="hold">
                            <p:stCondLst>
                              <p:cond delay="4000"/>
                            </p:stCondLst>
                            <p:childTnLst>
                              <p:par>
                                <p:cTn id="37" presetClass="entr" nodeType="afterEffect" presetID="9" grpId="9" fill="hold">
                                  <p:stCondLst>
                                    <p:cond delay="0"/>
                                  </p:stCondLst>
                                  <p:iterate type="el" backwards="0">
                                    <p:tmAbs val="0"/>
                                  </p:iterate>
                                  <p:childTnLst>
                                    <p:set>
                                      <p:cBhvr>
                                        <p:cTn id="38" fill="hold"/>
                                        <p:tgtEl>
                                          <p:spTgt spid="7534"/>
                                        </p:tgtEl>
                                        <p:attrNameLst>
                                          <p:attrName>style.visibility</p:attrName>
                                        </p:attrNameLst>
                                      </p:cBhvr>
                                      <p:to>
                                        <p:strVal val="visible"/>
                                      </p:to>
                                    </p:set>
                                    <p:animEffect filter="dissolve" transition="in">
                                      <p:cBhvr>
                                        <p:cTn id="39" dur="500"/>
                                        <p:tgtEl>
                                          <p:spTgt spid="7534"/>
                                        </p:tgtEl>
                                      </p:cBhvr>
                                    </p:animEffect>
                                  </p:childTnLst>
                                </p:cTn>
                              </p:par>
                            </p:childTnLst>
                          </p:cTn>
                        </p:par>
                        <p:par>
                          <p:cTn id="40" fill="hold">
                            <p:stCondLst>
                              <p:cond delay="4500"/>
                            </p:stCondLst>
                            <p:childTnLst>
                              <p:par>
                                <p:cTn id="41" presetClass="entr" nodeType="afterEffect" presetID="9" grpId="10" fill="hold">
                                  <p:stCondLst>
                                    <p:cond delay="0"/>
                                  </p:stCondLst>
                                  <p:iterate type="el" backwards="0">
                                    <p:tmAbs val="0"/>
                                  </p:iterate>
                                  <p:childTnLst>
                                    <p:set>
                                      <p:cBhvr>
                                        <p:cTn id="42" fill="hold"/>
                                        <p:tgtEl>
                                          <p:spTgt spid="7535"/>
                                        </p:tgtEl>
                                        <p:attrNameLst>
                                          <p:attrName>style.visibility</p:attrName>
                                        </p:attrNameLst>
                                      </p:cBhvr>
                                      <p:to>
                                        <p:strVal val="visible"/>
                                      </p:to>
                                    </p:set>
                                    <p:animEffect filter="dissolve" transition="in">
                                      <p:cBhvr>
                                        <p:cTn id="43" dur="500"/>
                                        <p:tgtEl>
                                          <p:spTgt spid="7535"/>
                                        </p:tgtEl>
                                      </p:cBhvr>
                                    </p:animEffect>
                                  </p:childTnLst>
                                </p:cTn>
                              </p:par>
                            </p:childTnLst>
                          </p:cTn>
                        </p:par>
                        <p:par>
                          <p:cTn id="44" fill="hold">
                            <p:stCondLst>
                              <p:cond delay="5000"/>
                            </p:stCondLst>
                            <p:childTnLst>
                              <p:par>
                                <p:cTn id="45" presetClass="entr" nodeType="afterEffect" presetID="9" grpId="11" fill="hold">
                                  <p:stCondLst>
                                    <p:cond delay="0"/>
                                  </p:stCondLst>
                                  <p:iterate type="el" backwards="0">
                                    <p:tmAbs val="0"/>
                                  </p:iterate>
                                  <p:childTnLst>
                                    <p:set>
                                      <p:cBhvr>
                                        <p:cTn id="46" fill="hold"/>
                                        <p:tgtEl>
                                          <p:spTgt spid="7536"/>
                                        </p:tgtEl>
                                        <p:attrNameLst>
                                          <p:attrName>style.visibility</p:attrName>
                                        </p:attrNameLst>
                                      </p:cBhvr>
                                      <p:to>
                                        <p:strVal val="visible"/>
                                      </p:to>
                                    </p:set>
                                    <p:animEffect filter="dissolve" transition="in">
                                      <p:cBhvr>
                                        <p:cTn id="47" dur="500"/>
                                        <p:tgtEl>
                                          <p:spTgt spid="7536"/>
                                        </p:tgtEl>
                                      </p:cBhvr>
                                    </p:animEffect>
                                  </p:childTnLst>
                                </p:cTn>
                              </p:par>
                            </p:childTnLst>
                          </p:cTn>
                        </p:par>
                        <p:par>
                          <p:cTn id="48" fill="hold">
                            <p:stCondLst>
                              <p:cond delay="5500"/>
                            </p:stCondLst>
                            <p:childTnLst>
                              <p:par>
                                <p:cTn id="49" presetClass="entr" nodeType="afterEffect" presetID="9" grpId="12" fill="hold">
                                  <p:stCondLst>
                                    <p:cond delay="0"/>
                                  </p:stCondLst>
                                  <p:iterate type="el" backwards="0">
                                    <p:tmAbs val="0"/>
                                  </p:iterate>
                                  <p:childTnLst>
                                    <p:set>
                                      <p:cBhvr>
                                        <p:cTn id="50" fill="hold"/>
                                        <p:tgtEl>
                                          <p:spTgt spid="7537"/>
                                        </p:tgtEl>
                                        <p:attrNameLst>
                                          <p:attrName>style.visibility</p:attrName>
                                        </p:attrNameLst>
                                      </p:cBhvr>
                                      <p:to>
                                        <p:strVal val="visible"/>
                                      </p:to>
                                    </p:set>
                                    <p:animEffect filter="dissolve" transition="in">
                                      <p:cBhvr>
                                        <p:cTn id="51" dur="500"/>
                                        <p:tgtEl>
                                          <p:spTgt spid="7537"/>
                                        </p:tgtEl>
                                      </p:cBhvr>
                                    </p:animEffect>
                                  </p:childTnLst>
                                </p:cTn>
                              </p:par>
                            </p:childTnLst>
                          </p:cTn>
                        </p:par>
                        <p:par>
                          <p:cTn id="52" fill="hold">
                            <p:stCondLst>
                              <p:cond delay="6000"/>
                            </p:stCondLst>
                            <p:childTnLst>
                              <p:par>
                                <p:cTn id="53" presetClass="entr" nodeType="afterEffect" presetID="9" grpId="13" fill="hold">
                                  <p:stCondLst>
                                    <p:cond delay="0"/>
                                  </p:stCondLst>
                                  <p:iterate type="el" backwards="0">
                                    <p:tmAbs val="0"/>
                                  </p:iterate>
                                  <p:childTnLst>
                                    <p:set>
                                      <p:cBhvr>
                                        <p:cTn id="54" fill="hold"/>
                                        <p:tgtEl>
                                          <p:spTgt spid="7538"/>
                                        </p:tgtEl>
                                        <p:attrNameLst>
                                          <p:attrName>style.visibility</p:attrName>
                                        </p:attrNameLst>
                                      </p:cBhvr>
                                      <p:to>
                                        <p:strVal val="visible"/>
                                      </p:to>
                                    </p:set>
                                    <p:animEffect filter="dissolve" transition="in">
                                      <p:cBhvr>
                                        <p:cTn id="55" dur="500"/>
                                        <p:tgtEl>
                                          <p:spTgt spid="7538"/>
                                        </p:tgtEl>
                                      </p:cBhvr>
                                    </p:animEffect>
                                  </p:childTnLst>
                                </p:cTn>
                              </p:par>
                            </p:childTnLst>
                          </p:cTn>
                        </p:par>
                        <p:par>
                          <p:cTn id="56" fill="hold">
                            <p:stCondLst>
                              <p:cond delay="6500"/>
                            </p:stCondLst>
                            <p:childTnLst>
                              <p:par>
                                <p:cTn id="57" presetClass="entr" nodeType="afterEffect" presetID="9" grpId="14" fill="hold">
                                  <p:stCondLst>
                                    <p:cond delay="0"/>
                                  </p:stCondLst>
                                  <p:iterate type="el" backwards="0">
                                    <p:tmAbs val="0"/>
                                  </p:iterate>
                                  <p:childTnLst>
                                    <p:set>
                                      <p:cBhvr>
                                        <p:cTn id="58" fill="hold"/>
                                        <p:tgtEl>
                                          <p:spTgt spid="7539"/>
                                        </p:tgtEl>
                                        <p:attrNameLst>
                                          <p:attrName>style.visibility</p:attrName>
                                        </p:attrNameLst>
                                      </p:cBhvr>
                                      <p:to>
                                        <p:strVal val="visible"/>
                                      </p:to>
                                    </p:set>
                                    <p:animEffect filter="dissolve" transition="in">
                                      <p:cBhvr>
                                        <p:cTn id="59" dur="500"/>
                                        <p:tgtEl>
                                          <p:spTgt spid="7539"/>
                                        </p:tgtEl>
                                      </p:cBhvr>
                                    </p:animEffect>
                                  </p:childTnLst>
                                </p:cTn>
                              </p:par>
                            </p:childTnLst>
                          </p:cTn>
                        </p:par>
                        <p:par>
                          <p:cTn id="60" fill="hold">
                            <p:stCondLst>
                              <p:cond delay="7000"/>
                            </p:stCondLst>
                            <p:childTnLst>
                              <p:par>
                                <p:cTn id="61" presetClass="entr" nodeType="afterEffect" presetID="9" grpId="15" fill="hold">
                                  <p:stCondLst>
                                    <p:cond delay="0"/>
                                  </p:stCondLst>
                                  <p:iterate type="el" backwards="0">
                                    <p:tmAbs val="0"/>
                                  </p:iterate>
                                  <p:childTnLst>
                                    <p:set>
                                      <p:cBhvr>
                                        <p:cTn id="62" fill="hold"/>
                                        <p:tgtEl>
                                          <p:spTgt spid="7540"/>
                                        </p:tgtEl>
                                        <p:attrNameLst>
                                          <p:attrName>style.visibility</p:attrName>
                                        </p:attrNameLst>
                                      </p:cBhvr>
                                      <p:to>
                                        <p:strVal val="visible"/>
                                      </p:to>
                                    </p:set>
                                    <p:animEffect filter="dissolve" transition="in">
                                      <p:cBhvr>
                                        <p:cTn id="63" dur="500"/>
                                        <p:tgtEl>
                                          <p:spTgt spid="7540"/>
                                        </p:tgtEl>
                                      </p:cBhvr>
                                    </p:animEffect>
                                  </p:childTnLst>
                                </p:cTn>
                              </p:par>
                            </p:childTnLst>
                          </p:cTn>
                        </p:par>
                        <p:par>
                          <p:cTn id="64" fill="hold">
                            <p:stCondLst>
                              <p:cond delay="7500"/>
                            </p:stCondLst>
                            <p:childTnLst>
                              <p:par>
                                <p:cTn id="65" presetClass="entr" nodeType="afterEffect" presetID="9" grpId="16" fill="hold">
                                  <p:stCondLst>
                                    <p:cond delay="0"/>
                                  </p:stCondLst>
                                  <p:iterate type="el" backwards="0">
                                    <p:tmAbs val="0"/>
                                  </p:iterate>
                                  <p:childTnLst>
                                    <p:set>
                                      <p:cBhvr>
                                        <p:cTn id="66" fill="hold"/>
                                        <p:tgtEl>
                                          <p:spTgt spid="7541"/>
                                        </p:tgtEl>
                                        <p:attrNameLst>
                                          <p:attrName>style.visibility</p:attrName>
                                        </p:attrNameLst>
                                      </p:cBhvr>
                                      <p:to>
                                        <p:strVal val="visible"/>
                                      </p:to>
                                    </p:set>
                                    <p:animEffect filter="dissolve" transition="in">
                                      <p:cBhvr>
                                        <p:cTn id="67" dur="500"/>
                                        <p:tgtEl>
                                          <p:spTgt spid="7541"/>
                                        </p:tgtEl>
                                      </p:cBhvr>
                                    </p:animEffect>
                                  </p:childTnLst>
                                </p:cTn>
                              </p:par>
                            </p:childTnLst>
                          </p:cTn>
                        </p:par>
                        <p:par>
                          <p:cTn id="68" fill="hold">
                            <p:stCondLst>
                              <p:cond delay="8000"/>
                            </p:stCondLst>
                            <p:childTnLst>
                              <p:par>
                                <p:cTn id="69" presetClass="entr" nodeType="afterEffect" presetID="9" grpId="17" fill="hold">
                                  <p:stCondLst>
                                    <p:cond delay="0"/>
                                  </p:stCondLst>
                                  <p:iterate type="el" backwards="0">
                                    <p:tmAbs val="0"/>
                                  </p:iterate>
                                  <p:childTnLst>
                                    <p:set>
                                      <p:cBhvr>
                                        <p:cTn id="70" fill="hold"/>
                                        <p:tgtEl>
                                          <p:spTgt spid="7542"/>
                                        </p:tgtEl>
                                        <p:attrNameLst>
                                          <p:attrName>style.visibility</p:attrName>
                                        </p:attrNameLst>
                                      </p:cBhvr>
                                      <p:to>
                                        <p:strVal val="visible"/>
                                      </p:to>
                                    </p:set>
                                    <p:animEffect filter="dissolve" transition="in">
                                      <p:cBhvr>
                                        <p:cTn id="71" dur="500"/>
                                        <p:tgtEl>
                                          <p:spTgt spid="7542"/>
                                        </p:tgtEl>
                                      </p:cBhvr>
                                    </p:animEffect>
                                  </p:childTnLst>
                                </p:cTn>
                              </p:par>
                            </p:childTnLst>
                          </p:cTn>
                        </p:par>
                        <p:par>
                          <p:cTn id="72" fill="hold">
                            <p:stCondLst>
                              <p:cond delay="8500"/>
                            </p:stCondLst>
                            <p:childTnLst>
                              <p:par>
                                <p:cTn id="73" presetClass="entr" nodeType="afterEffect" presetID="9" grpId="18" fill="hold">
                                  <p:stCondLst>
                                    <p:cond delay="0"/>
                                  </p:stCondLst>
                                  <p:iterate type="el" backwards="0">
                                    <p:tmAbs val="0"/>
                                  </p:iterate>
                                  <p:childTnLst>
                                    <p:set>
                                      <p:cBhvr>
                                        <p:cTn id="74" fill="hold"/>
                                        <p:tgtEl>
                                          <p:spTgt spid="7543"/>
                                        </p:tgtEl>
                                        <p:attrNameLst>
                                          <p:attrName>style.visibility</p:attrName>
                                        </p:attrNameLst>
                                      </p:cBhvr>
                                      <p:to>
                                        <p:strVal val="visible"/>
                                      </p:to>
                                    </p:set>
                                    <p:animEffect filter="dissolve" transition="in">
                                      <p:cBhvr>
                                        <p:cTn id="75" dur="500"/>
                                        <p:tgtEl>
                                          <p:spTgt spid="7543"/>
                                        </p:tgtEl>
                                      </p:cBhvr>
                                    </p:animEffect>
                                  </p:childTnLst>
                                </p:cTn>
                              </p:par>
                            </p:childTnLst>
                          </p:cTn>
                        </p:par>
                        <p:par>
                          <p:cTn id="76" fill="hold">
                            <p:stCondLst>
                              <p:cond delay="9000"/>
                            </p:stCondLst>
                            <p:childTnLst>
                              <p:par>
                                <p:cTn id="77" presetClass="entr" nodeType="afterEffect" presetID="9" grpId="19" fill="hold">
                                  <p:stCondLst>
                                    <p:cond delay="0"/>
                                  </p:stCondLst>
                                  <p:iterate type="el" backwards="0">
                                    <p:tmAbs val="0"/>
                                  </p:iterate>
                                  <p:childTnLst>
                                    <p:set>
                                      <p:cBhvr>
                                        <p:cTn id="78" fill="hold"/>
                                        <p:tgtEl>
                                          <p:spTgt spid="7544"/>
                                        </p:tgtEl>
                                        <p:attrNameLst>
                                          <p:attrName>style.visibility</p:attrName>
                                        </p:attrNameLst>
                                      </p:cBhvr>
                                      <p:to>
                                        <p:strVal val="visible"/>
                                      </p:to>
                                    </p:set>
                                    <p:animEffect filter="dissolve" transition="in">
                                      <p:cBhvr>
                                        <p:cTn id="79" dur="500"/>
                                        <p:tgtEl>
                                          <p:spTgt spid="7544"/>
                                        </p:tgtEl>
                                      </p:cBhvr>
                                    </p:animEffect>
                                  </p:childTnLst>
                                </p:cTn>
                              </p:par>
                            </p:childTnLst>
                          </p:cTn>
                        </p:par>
                        <p:par>
                          <p:cTn id="80" fill="hold">
                            <p:stCondLst>
                              <p:cond delay="9500"/>
                            </p:stCondLst>
                            <p:childTnLst>
                              <p:par>
                                <p:cTn id="81" presetClass="entr" nodeType="afterEffect" presetID="9" grpId="20" fill="hold">
                                  <p:stCondLst>
                                    <p:cond delay="0"/>
                                  </p:stCondLst>
                                  <p:iterate type="el" backwards="0">
                                    <p:tmAbs val="0"/>
                                  </p:iterate>
                                  <p:childTnLst>
                                    <p:set>
                                      <p:cBhvr>
                                        <p:cTn id="82" fill="hold"/>
                                        <p:tgtEl>
                                          <p:spTgt spid="7545"/>
                                        </p:tgtEl>
                                        <p:attrNameLst>
                                          <p:attrName>style.visibility</p:attrName>
                                        </p:attrNameLst>
                                      </p:cBhvr>
                                      <p:to>
                                        <p:strVal val="visible"/>
                                      </p:to>
                                    </p:set>
                                    <p:animEffect filter="dissolve" transition="in">
                                      <p:cBhvr>
                                        <p:cTn id="83" dur="500"/>
                                        <p:tgtEl>
                                          <p:spTgt spid="7545"/>
                                        </p:tgtEl>
                                      </p:cBhvr>
                                    </p:animEffect>
                                  </p:childTnLst>
                                </p:cTn>
                              </p:par>
                            </p:childTnLst>
                          </p:cTn>
                        </p:par>
                        <p:par>
                          <p:cTn id="84" fill="hold">
                            <p:stCondLst>
                              <p:cond delay="10000"/>
                            </p:stCondLst>
                            <p:childTnLst>
                              <p:par>
                                <p:cTn id="85" presetClass="entr" nodeType="afterEffect" presetID="9" grpId="21" fill="hold">
                                  <p:stCondLst>
                                    <p:cond delay="0"/>
                                  </p:stCondLst>
                                  <p:iterate type="el" backwards="0">
                                    <p:tmAbs val="0"/>
                                  </p:iterate>
                                  <p:childTnLst>
                                    <p:set>
                                      <p:cBhvr>
                                        <p:cTn id="86" fill="hold"/>
                                        <p:tgtEl>
                                          <p:spTgt spid="7546"/>
                                        </p:tgtEl>
                                        <p:attrNameLst>
                                          <p:attrName>style.visibility</p:attrName>
                                        </p:attrNameLst>
                                      </p:cBhvr>
                                      <p:to>
                                        <p:strVal val="visible"/>
                                      </p:to>
                                    </p:set>
                                    <p:animEffect filter="dissolve" transition="in">
                                      <p:cBhvr>
                                        <p:cTn id="87" dur="500"/>
                                        <p:tgtEl>
                                          <p:spTgt spid="7546"/>
                                        </p:tgtEl>
                                      </p:cBhvr>
                                    </p:animEffect>
                                  </p:childTnLst>
                                </p:cTn>
                              </p:par>
                            </p:childTnLst>
                          </p:cTn>
                        </p:par>
                        <p:par>
                          <p:cTn id="88" fill="hold">
                            <p:stCondLst>
                              <p:cond delay="10500"/>
                            </p:stCondLst>
                            <p:childTnLst>
                              <p:par>
                                <p:cTn id="89" presetClass="entr" nodeType="afterEffect" presetID="9" grpId="22" fill="hold">
                                  <p:stCondLst>
                                    <p:cond delay="0"/>
                                  </p:stCondLst>
                                  <p:iterate type="el" backwards="0">
                                    <p:tmAbs val="0"/>
                                  </p:iterate>
                                  <p:childTnLst>
                                    <p:set>
                                      <p:cBhvr>
                                        <p:cTn id="90" fill="hold"/>
                                        <p:tgtEl>
                                          <p:spTgt spid="7547"/>
                                        </p:tgtEl>
                                        <p:attrNameLst>
                                          <p:attrName>style.visibility</p:attrName>
                                        </p:attrNameLst>
                                      </p:cBhvr>
                                      <p:to>
                                        <p:strVal val="visible"/>
                                      </p:to>
                                    </p:set>
                                    <p:animEffect filter="dissolve" transition="in">
                                      <p:cBhvr>
                                        <p:cTn id="91" dur="500"/>
                                        <p:tgtEl>
                                          <p:spTgt spid="7547"/>
                                        </p:tgtEl>
                                      </p:cBhvr>
                                    </p:animEffect>
                                  </p:childTnLst>
                                </p:cTn>
                              </p:par>
                            </p:childTnLst>
                          </p:cTn>
                        </p:par>
                        <p:par>
                          <p:cTn id="92" fill="hold">
                            <p:stCondLst>
                              <p:cond delay="11000"/>
                            </p:stCondLst>
                            <p:childTnLst>
                              <p:par>
                                <p:cTn id="93" presetClass="entr" nodeType="afterEffect" presetID="9" grpId="23" fill="hold">
                                  <p:stCondLst>
                                    <p:cond delay="0"/>
                                  </p:stCondLst>
                                  <p:iterate type="el" backwards="0">
                                    <p:tmAbs val="0"/>
                                  </p:iterate>
                                  <p:childTnLst>
                                    <p:set>
                                      <p:cBhvr>
                                        <p:cTn id="94" fill="hold"/>
                                        <p:tgtEl>
                                          <p:spTgt spid="7548"/>
                                        </p:tgtEl>
                                        <p:attrNameLst>
                                          <p:attrName>style.visibility</p:attrName>
                                        </p:attrNameLst>
                                      </p:cBhvr>
                                      <p:to>
                                        <p:strVal val="visible"/>
                                      </p:to>
                                    </p:set>
                                    <p:animEffect filter="dissolve" transition="in">
                                      <p:cBhvr>
                                        <p:cTn id="95" dur="500"/>
                                        <p:tgtEl>
                                          <p:spTgt spid="7548"/>
                                        </p:tgtEl>
                                      </p:cBhvr>
                                    </p:animEffect>
                                  </p:childTnLst>
                                </p:cTn>
                              </p:par>
                            </p:childTnLst>
                          </p:cTn>
                        </p:par>
                        <p:par>
                          <p:cTn id="96" fill="hold">
                            <p:stCondLst>
                              <p:cond delay="11500"/>
                            </p:stCondLst>
                            <p:childTnLst>
                              <p:par>
                                <p:cTn id="97" presetClass="entr" nodeType="afterEffect" presetID="9" grpId="24" fill="hold">
                                  <p:stCondLst>
                                    <p:cond delay="0"/>
                                  </p:stCondLst>
                                  <p:iterate type="el" backwards="0">
                                    <p:tmAbs val="0"/>
                                  </p:iterate>
                                  <p:childTnLst>
                                    <p:set>
                                      <p:cBhvr>
                                        <p:cTn id="98" fill="hold"/>
                                        <p:tgtEl>
                                          <p:spTgt spid="7549"/>
                                        </p:tgtEl>
                                        <p:attrNameLst>
                                          <p:attrName>style.visibility</p:attrName>
                                        </p:attrNameLst>
                                      </p:cBhvr>
                                      <p:to>
                                        <p:strVal val="visible"/>
                                      </p:to>
                                    </p:set>
                                    <p:animEffect filter="dissolve" transition="in">
                                      <p:cBhvr>
                                        <p:cTn id="99" dur="500"/>
                                        <p:tgtEl>
                                          <p:spTgt spid="7549"/>
                                        </p:tgtEl>
                                      </p:cBhvr>
                                    </p:animEffect>
                                  </p:childTnLst>
                                </p:cTn>
                              </p:par>
                            </p:childTnLst>
                          </p:cTn>
                        </p:par>
                        <p:par>
                          <p:cTn id="100" fill="hold">
                            <p:stCondLst>
                              <p:cond delay="12000"/>
                            </p:stCondLst>
                            <p:childTnLst>
                              <p:par>
                                <p:cTn id="101" presetClass="entr" nodeType="afterEffect" presetID="9" grpId="25" fill="hold">
                                  <p:stCondLst>
                                    <p:cond delay="0"/>
                                  </p:stCondLst>
                                  <p:iterate type="el" backwards="0">
                                    <p:tmAbs val="0"/>
                                  </p:iterate>
                                  <p:childTnLst>
                                    <p:set>
                                      <p:cBhvr>
                                        <p:cTn id="102" fill="hold"/>
                                        <p:tgtEl>
                                          <p:spTgt spid="7550"/>
                                        </p:tgtEl>
                                        <p:attrNameLst>
                                          <p:attrName>style.visibility</p:attrName>
                                        </p:attrNameLst>
                                      </p:cBhvr>
                                      <p:to>
                                        <p:strVal val="visible"/>
                                      </p:to>
                                    </p:set>
                                    <p:animEffect filter="dissolve" transition="in">
                                      <p:cBhvr>
                                        <p:cTn id="103" dur="500"/>
                                        <p:tgtEl>
                                          <p:spTgt spid="7550"/>
                                        </p:tgtEl>
                                      </p:cBhvr>
                                    </p:animEffect>
                                  </p:childTnLst>
                                </p:cTn>
                              </p:par>
                            </p:childTnLst>
                          </p:cTn>
                        </p:par>
                        <p:par>
                          <p:cTn id="104" fill="hold">
                            <p:stCondLst>
                              <p:cond delay="12500"/>
                            </p:stCondLst>
                            <p:childTnLst>
                              <p:par>
                                <p:cTn id="105" presetClass="entr" nodeType="afterEffect" presetID="9" grpId="26" fill="hold">
                                  <p:stCondLst>
                                    <p:cond delay="0"/>
                                  </p:stCondLst>
                                  <p:iterate type="el" backwards="0">
                                    <p:tmAbs val="0"/>
                                  </p:iterate>
                                  <p:childTnLst>
                                    <p:set>
                                      <p:cBhvr>
                                        <p:cTn id="106" fill="hold"/>
                                        <p:tgtEl>
                                          <p:spTgt spid="7551"/>
                                        </p:tgtEl>
                                        <p:attrNameLst>
                                          <p:attrName>style.visibility</p:attrName>
                                        </p:attrNameLst>
                                      </p:cBhvr>
                                      <p:to>
                                        <p:strVal val="visible"/>
                                      </p:to>
                                    </p:set>
                                    <p:animEffect filter="dissolve" transition="in">
                                      <p:cBhvr>
                                        <p:cTn id="107" dur="500"/>
                                        <p:tgtEl>
                                          <p:spTgt spid="7551"/>
                                        </p:tgtEl>
                                      </p:cBhvr>
                                    </p:animEffect>
                                  </p:childTnLst>
                                </p:cTn>
                              </p:par>
                            </p:childTnLst>
                          </p:cTn>
                        </p:par>
                        <p:par>
                          <p:cTn id="108" fill="hold">
                            <p:stCondLst>
                              <p:cond delay="13000"/>
                            </p:stCondLst>
                            <p:childTnLst>
                              <p:par>
                                <p:cTn id="109" presetClass="entr" nodeType="afterEffect" presetID="9" grpId="27" fill="hold">
                                  <p:stCondLst>
                                    <p:cond delay="0"/>
                                  </p:stCondLst>
                                  <p:iterate type="el" backwards="0">
                                    <p:tmAbs val="0"/>
                                  </p:iterate>
                                  <p:childTnLst>
                                    <p:set>
                                      <p:cBhvr>
                                        <p:cTn id="110" fill="hold"/>
                                        <p:tgtEl>
                                          <p:spTgt spid="7552"/>
                                        </p:tgtEl>
                                        <p:attrNameLst>
                                          <p:attrName>style.visibility</p:attrName>
                                        </p:attrNameLst>
                                      </p:cBhvr>
                                      <p:to>
                                        <p:strVal val="visible"/>
                                      </p:to>
                                    </p:set>
                                    <p:animEffect filter="dissolve" transition="in">
                                      <p:cBhvr>
                                        <p:cTn id="111" dur="500"/>
                                        <p:tgtEl>
                                          <p:spTgt spid="7552"/>
                                        </p:tgtEl>
                                      </p:cBhvr>
                                    </p:animEffect>
                                  </p:childTnLst>
                                </p:cTn>
                              </p:par>
                            </p:childTnLst>
                          </p:cTn>
                        </p:par>
                        <p:par>
                          <p:cTn id="112" fill="hold">
                            <p:stCondLst>
                              <p:cond delay="13500"/>
                            </p:stCondLst>
                            <p:childTnLst>
                              <p:par>
                                <p:cTn id="113" presetClass="entr" nodeType="afterEffect" presetID="9" grpId="28" fill="hold">
                                  <p:stCondLst>
                                    <p:cond delay="0"/>
                                  </p:stCondLst>
                                  <p:iterate type="el" backwards="0">
                                    <p:tmAbs val="0"/>
                                  </p:iterate>
                                  <p:childTnLst>
                                    <p:set>
                                      <p:cBhvr>
                                        <p:cTn id="114" fill="hold"/>
                                        <p:tgtEl>
                                          <p:spTgt spid="7553"/>
                                        </p:tgtEl>
                                        <p:attrNameLst>
                                          <p:attrName>style.visibility</p:attrName>
                                        </p:attrNameLst>
                                      </p:cBhvr>
                                      <p:to>
                                        <p:strVal val="visible"/>
                                      </p:to>
                                    </p:set>
                                    <p:animEffect filter="dissolve" transition="in">
                                      <p:cBhvr>
                                        <p:cTn id="115" dur="500"/>
                                        <p:tgtEl>
                                          <p:spTgt spid="7553"/>
                                        </p:tgtEl>
                                      </p:cBhvr>
                                    </p:animEffect>
                                  </p:childTnLst>
                                </p:cTn>
                              </p:par>
                            </p:childTnLst>
                          </p:cTn>
                        </p:par>
                        <p:par>
                          <p:cTn id="116" fill="hold">
                            <p:stCondLst>
                              <p:cond delay="14000"/>
                            </p:stCondLst>
                            <p:childTnLst>
                              <p:par>
                                <p:cTn id="117" presetClass="entr" nodeType="afterEffect" presetID="9" grpId="29" fill="hold">
                                  <p:stCondLst>
                                    <p:cond delay="0"/>
                                  </p:stCondLst>
                                  <p:iterate type="el" backwards="0">
                                    <p:tmAbs val="0"/>
                                  </p:iterate>
                                  <p:childTnLst>
                                    <p:set>
                                      <p:cBhvr>
                                        <p:cTn id="118" fill="hold"/>
                                        <p:tgtEl>
                                          <p:spTgt spid="7554"/>
                                        </p:tgtEl>
                                        <p:attrNameLst>
                                          <p:attrName>style.visibility</p:attrName>
                                        </p:attrNameLst>
                                      </p:cBhvr>
                                      <p:to>
                                        <p:strVal val="visible"/>
                                      </p:to>
                                    </p:set>
                                    <p:animEffect filter="dissolve" transition="in">
                                      <p:cBhvr>
                                        <p:cTn id="119" dur="500"/>
                                        <p:tgtEl>
                                          <p:spTgt spid="7554"/>
                                        </p:tgtEl>
                                      </p:cBhvr>
                                    </p:animEffect>
                                  </p:childTnLst>
                                </p:cTn>
                              </p:par>
                            </p:childTnLst>
                          </p:cTn>
                        </p:par>
                        <p:par>
                          <p:cTn id="120" fill="hold">
                            <p:stCondLst>
                              <p:cond delay="14500"/>
                            </p:stCondLst>
                            <p:childTnLst>
                              <p:par>
                                <p:cTn id="121" presetClass="entr" nodeType="afterEffect" presetID="9" grpId="30" fill="hold">
                                  <p:stCondLst>
                                    <p:cond delay="0"/>
                                  </p:stCondLst>
                                  <p:iterate type="el" backwards="0">
                                    <p:tmAbs val="0"/>
                                  </p:iterate>
                                  <p:childTnLst>
                                    <p:set>
                                      <p:cBhvr>
                                        <p:cTn id="122" fill="hold"/>
                                        <p:tgtEl>
                                          <p:spTgt spid="7555"/>
                                        </p:tgtEl>
                                        <p:attrNameLst>
                                          <p:attrName>style.visibility</p:attrName>
                                        </p:attrNameLst>
                                      </p:cBhvr>
                                      <p:to>
                                        <p:strVal val="visible"/>
                                      </p:to>
                                    </p:set>
                                    <p:animEffect filter="dissolve" transition="in">
                                      <p:cBhvr>
                                        <p:cTn id="123" dur="500"/>
                                        <p:tgtEl>
                                          <p:spTgt spid="7555"/>
                                        </p:tgtEl>
                                      </p:cBhvr>
                                    </p:animEffect>
                                  </p:childTnLst>
                                </p:cTn>
                              </p:par>
                            </p:childTnLst>
                          </p:cTn>
                        </p:par>
                        <p:par>
                          <p:cTn id="124" fill="hold">
                            <p:stCondLst>
                              <p:cond delay="15000"/>
                            </p:stCondLst>
                            <p:childTnLst>
                              <p:par>
                                <p:cTn id="125" presetClass="entr" nodeType="afterEffect" presetID="9" grpId="31" fill="hold">
                                  <p:stCondLst>
                                    <p:cond delay="0"/>
                                  </p:stCondLst>
                                  <p:iterate type="el" backwards="0">
                                    <p:tmAbs val="0"/>
                                  </p:iterate>
                                  <p:childTnLst>
                                    <p:set>
                                      <p:cBhvr>
                                        <p:cTn id="126" fill="hold"/>
                                        <p:tgtEl>
                                          <p:spTgt spid="7556"/>
                                        </p:tgtEl>
                                        <p:attrNameLst>
                                          <p:attrName>style.visibility</p:attrName>
                                        </p:attrNameLst>
                                      </p:cBhvr>
                                      <p:to>
                                        <p:strVal val="visible"/>
                                      </p:to>
                                    </p:set>
                                    <p:animEffect filter="dissolve" transition="in">
                                      <p:cBhvr>
                                        <p:cTn id="127" dur="500"/>
                                        <p:tgtEl>
                                          <p:spTgt spid="7556"/>
                                        </p:tgtEl>
                                      </p:cBhvr>
                                    </p:animEffect>
                                  </p:childTnLst>
                                </p:cTn>
                              </p:par>
                            </p:childTnLst>
                          </p:cTn>
                        </p:par>
                        <p:par>
                          <p:cTn id="128" fill="hold">
                            <p:stCondLst>
                              <p:cond delay="15500"/>
                            </p:stCondLst>
                            <p:childTnLst>
                              <p:par>
                                <p:cTn id="129" presetClass="entr" nodeType="afterEffect" presetID="9" grpId="32" fill="hold">
                                  <p:stCondLst>
                                    <p:cond delay="0"/>
                                  </p:stCondLst>
                                  <p:iterate type="el" backwards="0">
                                    <p:tmAbs val="0"/>
                                  </p:iterate>
                                  <p:childTnLst>
                                    <p:set>
                                      <p:cBhvr>
                                        <p:cTn id="130" fill="hold"/>
                                        <p:tgtEl>
                                          <p:spTgt spid="7557"/>
                                        </p:tgtEl>
                                        <p:attrNameLst>
                                          <p:attrName>style.visibility</p:attrName>
                                        </p:attrNameLst>
                                      </p:cBhvr>
                                      <p:to>
                                        <p:strVal val="visible"/>
                                      </p:to>
                                    </p:set>
                                    <p:animEffect filter="dissolve" transition="in">
                                      <p:cBhvr>
                                        <p:cTn id="131" dur="500"/>
                                        <p:tgtEl>
                                          <p:spTgt spid="7557"/>
                                        </p:tgtEl>
                                      </p:cBhvr>
                                    </p:animEffect>
                                  </p:childTnLst>
                                </p:cTn>
                              </p:par>
                            </p:childTnLst>
                          </p:cTn>
                        </p:par>
                        <p:par>
                          <p:cTn id="132" fill="hold">
                            <p:stCondLst>
                              <p:cond delay="16000"/>
                            </p:stCondLst>
                            <p:childTnLst>
                              <p:par>
                                <p:cTn id="133" presetClass="entr" nodeType="afterEffect" presetID="9" grpId="33" fill="hold">
                                  <p:stCondLst>
                                    <p:cond delay="0"/>
                                  </p:stCondLst>
                                  <p:iterate type="el" backwards="0">
                                    <p:tmAbs val="0"/>
                                  </p:iterate>
                                  <p:childTnLst>
                                    <p:set>
                                      <p:cBhvr>
                                        <p:cTn id="134" fill="hold"/>
                                        <p:tgtEl>
                                          <p:spTgt spid="7558"/>
                                        </p:tgtEl>
                                        <p:attrNameLst>
                                          <p:attrName>style.visibility</p:attrName>
                                        </p:attrNameLst>
                                      </p:cBhvr>
                                      <p:to>
                                        <p:strVal val="visible"/>
                                      </p:to>
                                    </p:set>
                                    <p:animEffect filter="dissolve" transition="in">
                                      <p:cBhvr>
                                        <p:cTn id="135" dur="500"/>
                                        <p:tgtEl>
                                          <p:spTgt spid="7558"/>
                                        </p:tgtEl>
                                      </p:cBhvr>
                                    </p:animEffect>
                                  </p:childTnLst>
                                </p:cTn>
                              </p:par>
                            </p:childTnLst>
                          </p:cTn>
                        </p:par>
                        <p:par>
                          <p:cTn id="136" fill="hold">
                            <p:stCondLst>
                              <p:cond delay="16500"/>
                            </p:stCondLst>
                            <p:childTnLst>
                              <p:par>
                                <p:cTn id="137" presetClass="entr" nodeType="afterEffect" presetID="9" grpId="34" fill="hold">
                                  <p:stCondLst>
                                    <p:cond delay="0"/>
                                  </p:stCondLst>
                                  <p:iterate type="el" backwards="0">
                                    <p:tmAbs val="0"/>
                                  </p:iterate>
                                  <p:childTnLst>
                                    <p:set>
                                      <p:cBhvr>
                                        <p:cTn id="138" fill="hold"/>
                                        <p:tgtEl>
                                          <p:spTgt spid="7559"/>
                                        </p:tgtEl>
                                        <p:attrNameLst>
                                          <p:attrName>style.visibility</p:attrName>
                                        </p:attrNameLst>
                                      </p:cBhvr>
                                      <p:to>
                                        <p:strVal val="visible"/>
                                      </p:to>
                                    </p:set>
                                    <p:animEffect filter="dissolve" transition="in">
                                      <p:cBhvr>
                                        <p:cTn id="139" dur="500"/>
                                        <p:tgtEl>
                                          <p:spTgt spid="7559"/>
                                        </p:tgtEl>
                                      </p:cBhvr>
                                    </p:animEffect>
                                  </p:childTnLst>
                                </p:cTn>
                              </p:par>
                            </p:childTnLst>
                          </p:cTn>
                        </p:par>
                        <p:par>
                          <p:cTn id="140" fill="hold">
                            <p:stCondLst>
                              <p:cond delay="17000"/>
                            </p:stCondLst>
                            <p:childTnLst>
                              <p:par>
                                <p:cTn id="141" presetClass="entr" nodeType="afterEffect" presetID="9" grpId="35" fill="hold">
                                  <p:stCondLst>
                                    <p:cond delay="0"/>
                                  </p:stCondLst>
                                  <p:iterate type="el" backwards="0">
                                    <p:tmAbs val="0"/>
                                  </p:iterate>
                                  <p:childTnLst>
                                    <p:set>
                                      <p:cBhvr>
                                        <p:cTn id="142" fill="hold"/>
                                        <p:tgtEl>
                                          <p:spTgt spid="7560"/>
                                        </p:tgtEl>
                                        <p:attrNameLst>
                                          <p:attrName>style.visibility</p:attrName>
                                        </p:attrNameLst>
                                      </p:cBhvr>
                                      <p:to>
                                        <p:strVal val="visible"/>
                                      </p:to>
                                    </p:set>
                                    <p:animEffect filter="dissolve" transition="in">
                                      <p:cBhvr>
                                        <p:cTn id="143" dur="500"/>
                                        <p:tgtEl>
                                          <p:spTgt spid="7560"/>
                                        </p:tgtEl>
                                      </p:cBhvr>
                                    </p:animEffect>
                                  </p:childTnLst>
                                </p:cTn>
                              </p:par>
                            </p:childTnLst>
                          </p:cTn>
                        </p:par>
                        <p:par>
                          <p:cTn id="144" fill="hold">
                            <p:stCondLst>
                              <p:cond delay="17500"/>
                            </p:stCondLst>
                            <p:childTnLst>
                              <p:par>
                                <p:cTn id="145" presetClass="entr" nodeType="afterEffect" presetID="9" grpId="36" fill="hold">
                                  <p:stCondLst>
                                    <p:cond delay="0"/>
                                  </p:stCondLst>
                                  <p:iterate type="el" backwards="0">
                                    <p:tmAbs val="0"/>
                                  </p:iterate>
                                  <p:childTnLst>
                                    <p:set>
                                      <p:cBhvr>
                                        <p:cTn id="146" fill="hold"/>
                                        <p:tgtEl>
                                          <p:spTgt spid="7561"/>
                                        </p:tgtEl>
                                        <p:attrNameLst>
                                          <p:attrName>style.visibility</p:attrName>
                                        </p:attrNameLst>
                                      </p:cBhvr>
                                      <p:to>
                                        <p:strVal val="visible"/>
                                      </p:to>
                                    </p:set>
                                    <p:animEffect filter="dissolve" transition="in">
                                      <p:cBhvr>
                                        <p:cTn id="147" dur="500"/>
                                        <p:tgtEl>
                                          <p:spTgt spid="7561"/>
                                        </p:tgtEl>
                                      </p:cBhvr>
                                    </p:animEffect>
                                  </p:childTnLst>
                                </p:cTn>
                              </p:par>
                            </p:childTnLst>
                          </p:cTn>
                        </p:par>
                        <p:par>
                          <p:cTn id="148" fill="hold">
                            <p:stCondLst>
                              <p:cond delay="18000"/>
                            </p:stCondLst>
                            <p:childTnLst>
                              <p:par>
                                <p:cTn id="149" presetClass="entr" nodeType="afterEffect" presetID="9" grpId="37" fill="hold">
                                  <p:stCondLst>
                                    <p:cond delay="0"/>
                                  </p:stCondLst>
                                  <p:iterate type="el" backwards="0">
                                    <p:tmAbs val="0"/>
                                  </p:iterate>
                                  <p:childTnLst>
                                    <p:set>
                                      <p:cBhvr>
                                        <p:cTn id="150" fill="hold"/>
                                        <p:tgtEl>
                                          <p:spTgt spid="7562"/>
                                        </p:tgtEl>
                                        <p:attrNameLst>
                                          <p:attrName>style.visibility</p:attrName>
                                        </p:attrNameLst>
                                      </p:cBhvr>
                                      <p:to>
                                        <p:strVal val="visible"/>
                                      </p:to>
                                    </p:set>
                                    <p:animEffect filter="dissolve" transition="in">
                                      <p:cBhvr>
                                        <p:cTn id="151" dur="500"/>
                                        <p:tgtEl>
                                          <p:spTgt spid="7562"/>
                                        </p:tgtEl>
                                      </p:cBhvr>
                                    </p:animEffect>
                                  </p:childTnLst>
                                </p:cTn>
                              </p:par>
                            </p:childTnLst>
                          </p:cTn>
                        </p:par>
                        <p:par>
                          <p:cTn id="152" fill="hold">
                            <p:stCondLst>
                              <p:cond delay="18500"/>
                            </p:stCondLst>
                            <p:childTnLst>
                              <p:par>
                                <p:cTn id="153" presetClass="entr" nodeType="afterEffect" presetID="9" grpId="38" fill="hold">
                                  <p:stCondLst>
                                    <p:cond delay="0"/>
                                  </p:stCondLst>
                                  <p:iterate type="el" backwards="0">
                                    <p:tmAbs val="0"/>
                                  </p:iterate>
                                  <p:childTnLst>
                                    <p:set>
                                      <p:cBhvr>
                                        <p:cTn id="154" fill="hold"/>
                                        <p:tgtEl>
                                          <p:spTgt spid="7563"/>
                                        </p:tgtEl>
                                        <p:attrNameLst>
                                          <p:attrName>style.visibility</p:attrName>
                                        </p:attrNameLst>
                                      </p:cBhvr>
                                      <p:to>
                                        <p:strVal val="visible"/>
                                      </p:to>
                                    </p:set>
                                    <p:animEffect filter="dissolve" transition="in">
                                      <p:cBhvr>
                                        <p:cTn id="155" dur="500"/>
                                        <p:tgtEl>
                                          <p:spTgt spid="7563"/>
                                        </p:tgtEl>
                                      </p:cBhvr>
                                    </p:animEffect>
                                  </p:childTnLst>
                                </p:cTn>
                              </p:par>
                            </p:childTnLst>
                          </p:cTn>
                        </p:par>
                        <p:par>
                          <p:cTn id="156" fill="hold">
                            <p:stCondLst>
                              <p:cond delay="19000"/>
                            </p:stCondLst>
                            <p:childTnLst>
                              <p:par>
                                <p:cTn id="157" presetClass="entr" nodeType="afterEffect" presetID="9" grpId="39" fill="hold">
                                  <p:stCondLst>
                                    <p:cond delay="0"/>
                                  </p:stCondLst>
                                  <p:iterate type="el" backwards="0">
                                    <p:tmAbs val="0"/>
                                  </p:iterate>
                                  <p:childTnLst>
                                    <p:set>
                                      <p:cBhvr>
                                        <p:cTn id="158" fill="hold"/>
                                        <p:tgtEl>
                                          <p:spTgt spid="7564"/>
                                        </p:tgtEl>
                                        <p:attrNameLst>
                                          <p:attrName>style.visibility</p:attrName>
                                        </p:attrNameLst>
                                      </p:cBhvr>
                                      <p:to>
                                        <p:strVal val="visible"/>
                                      </p:to>
                                    </p:set>
                                    <p:animEffect filter="dissolve" transition="in">
                                      <p:cBhvr>
                                        <p:cTn id="159" dur="500"/>
                                        <p:tgtEl>
                                          <p:spTgt spid="7564"/>
                                        </p:tgtEl>
                                      </p:cBhvr>
                                    </p:animEffect>
                                  </p:childTnLst>
                                </p:cTn>
                              </p:par>
                            </p:childTnLst>
                          </p:cTn>
                        </p:par>
                        <p:par>
                          <p:cTn id="160" fill="hold">
                            <p:stCondLst>
                              <p:cond delay="19500"/>
                            </p:stCondLst>
                            <p:childTnLst>
                              <p:par>
                                <p:cTn id="161" presetClass="entr" nodeType="afterEffect" presetID="9" grpId="40" fill="hold">
                                  <p:stCondLst>
                                    <p:cond delay="0"/>
                                  </p:stCondLst>
                                  <p:iterate type="el" backwards="0">
                                    <p:tmAbs val="0"/>
                                  </p:iterate>
                                  <p:childTnLst>
                                    <p:set>
                                      <p:cBhvr>
                                        <p:cTn id="162" fill="hold"/>
                                        <p:tgtEl>
                                          <p:spTgt spid="7565"/>
                                        </p:tgtEl>
                                        <p:attrNameLst>
                                          <p:attrName>style.visibility</p:attrName>
                                        </p:attrNameLst>
                                      </p:cBhvr>
                                      <p:to>
                                        <p:strVal val="visible"/>
                                      </p:to>
                                    </p:set>
                                    <p:animEffect filter="dissolve" transition="in">
                                      <p:cBhvr>
                                        <p:cTn id="163" dur="500"/>
                                        <p:tgtEl>
                                          <p:spTgt spid="7565"/>
                                        </p:tgtEl>
                                      </p:cBhvr>
                                    </p:animEffect>
                                  </p:childTnLst>
                                </p:cTn>
                              </p:par>
                            </p:childTnLst>
                          </p:cTn>
                        </p:par>
                        <p:par>
                          <p:cTn id="164" fill="hold">
                            <p:stCondLst>
                              <p:cond delay="20000"/>
                            </p:stCondLst>
                            <p:childTnLst>
                              <p:par>
                                <p:cTn id="165" presetClass="entr" nodeType="afterEffect" presetID="9" grpId="41" fill="hold">
                                  <p:stCondLst>
                                    <p:cond delay="0"/>
                                  </p:stCondLst>
                                  <p:iterate type="el" backwards="0">
                                    <p:tmAbs val="0"/>
                                  </p:iterate>
                                  <p:childTnLst>
                                    <p:set>
                                      <p:cBhvr>
                                        <p:cTn id="166" fill="hold"/>
                                        <p:tgtEl>
                                          <p:spTgt spid="7566"/>
                                        </p:tgtEl>
                                        <p:attrNameLst>
                                          <p:attrName>style.visibility</p:attrName>
                                        </p:attrNameLst>
                                      </p:cBhvr>
                                      <p:to>
                                        <p:strVal val="visible"/>
                                      </p:to>
                                    </p:set>
                                    <p:animEffect filter="dissolve" transition="in">
                                      <p:cBhvr>
                                        <p:cTn id="167" dur="500"/>
                                        <p:tgtEl>
                                          <p:spTgt spid="7566"/>
                                        </p:tgtEl>
                                      </p:cBhvr>
                                    </p:animEffect>
                                  </p:childTnLst>
                                </p:cTn>
                              </p:par>
                            </p:childTnLst>
                          </p:cTn>
                        </p:par>
                        <p:par>
                          <p:cTn id="168" fill="hold">
                            <p:stCondLst>
                              <p:cond delay="20500"/>
                            </p:stCondLst>
                            <p:childTnLst>
                              <p:par>
                                <p:cTn id="169" presetClass="entr" nodeType="afterEffect" presetID="9" grpId="42" fill="hold">
                                  <p:stCondLst>
                                    <p:cond delay="0"/>
                                  </p:stCondLst>
                                  <p:iterate type="el" backwards="0">
                                    <p:tmAbs val="0"/>
                                  </p:iterate>
                                  <p:childTnLst>
                                    <p:set>
                                      <p:cBhvr>
                                        <p:cTn id="170" fill="hold"/>
                                        <p:tgtEl>
                                          <p:spTgt spid="7567"/>
                                        </p:tgtEl>
                                        <p:attrNameLst>
                                          <p:attrName>style.visibility</p:attrName>
                                        </p:attrNameLst>
                                      </p:cBhvr>
                                      <p:to>
                                        <p:strVal val="visible"/>
                                      </p:to>
                                    </p:set>
                                    <p:animEffect filter="dissolve" transition="in">
                                      <p:cBhvr>
                                        <p:cTn id="171" dur="500"/>
                                        <p:tgtEl>
                                          <p:spTgt spid="7567"/>
                                        </p:tgtEl>
                                      </p:cBhvr>
                                    </p:animEffect>
                                  </p:childTnLst>
                                </p:cTn>
                              </p:par>
                            </p:childTnLst>
                          </p:cTn>
                        </p:par>
                        <p:par>
                          <p:cTn id="172" fill="hold">
                            <p:stCondLst>
                              <p:cond delay="21000"/>
                            </p:stCondLst>
                            <p:childTnLst>
                              <p:par>
                                <p:cTn id="173" presetClass="entr" nodeType="afterEffect" presetID="9" grpId="43" fill="hold">
                                  <p:stCondLst>
                                    <p:cond delay="0"/>
                                  </p:stCondLst>
                                  <p:iterate type="el" backwards="0">
                                    <p:tmAbs val="0"/>
                                  </p:iterate>
                                  <p:childTnLst>
                                    <p:set>
                                      <p:cBhvr>
                                        <p:cTn id="174" fill="hold"/>
                                        <p:tgtEl>
                                          <p:spTgt spid="7568"/>
                                        </p:tgtEl>
                                        <p:attrNameLst>
                                          <p:attrName>style.visibility</p:attrName>
                                        </p:attrNameLst>
                                      </p:cBhvr>
                                      <p:to>
                                        <p:strVal val="visible"/>
                                      </p:to>
                                    </p:set>
                                    <p:animEffect filter="dissolve" transition="in">
                                      <p:cBhvr>
                                        <p:cTn id="175" dur="500"/>
                                        <p:tgtEl>
                                          <p:spTgt spid="7568"/>
                                        </p:tgtEl>
                                      </p:cBhvr>
                                    </p:animEffect>
                                  </p:childTnLst>
                                </p:cTn>
                              </p:par>
                            </p:childTnLst>
                          </p:cTn>
                        </p:par>
                        <p:par>
                          <p:cTn id="176" fill="hold">
                            <p:stCondLst>
                              <p:cond delay="21500"/>
                            </p:stCondLst>
                            <p:childTnLst>
                              <p:par>
                                <p:cTn id="177" presetClass="entr" nodeType="afterEffect" presetID="9" grpId="44" fill="hold">
                                  <p:stCondLst>
                                    <p:cond delay="0"/>
                                  </p:stCondLst>
                                  <p:iterate type="el" backwards="0">
                                    <p:tmAbs val="0"/>
                                  </p:iterate>
                                  <p:childTnLst>
                                    <p:set>
                                      <p:cBhvr>
                                        <p:cTn id="178" fill="hold"/>
                                        <p:tgtEl>
                                          <p:spTgt spid="7569"/>
                                        </p:tgtEl>
                                        <p:attrNameLst>
                                          <p:attrName>style.visibility</p:attrName>
                                        </p:attrNameLst>
                                      </p:cBhvr>
                                      <p:to>
                                        <p:strVal val="visible"/>
                                      </p:to>
                                    </p:set>
                                    <p:animEffect filter="dissolve" transition="in">
                                      <p:cBhvr>
                                        <p:cTn id="179" dur="500"/>
                                        <p:tgtEl>
                                          <p:spTgt spid="7569"/>
                                        </p:tgtEl>
                                      </p:cBhvr>
                                    </p:animEffect>
                                  </p:childTnLst>
                                </p:cTn>
                              </p:par>
                            </p:childTnLst>
                          </p:cTn>
                        </p:par>
                        <p:par>
                          <p:cTn id="180" fill="hold">
                            <p:stCondLst>
                              <p:cond delay="22000"/>
                            </p:stCondLst>
                            <p:childTnLst>
                              <p:par>
                                <p:cTn id="181" presetClass="entr" nodeType="afterEffect" presetID="9" grpId="45" fill="hold">
                                  <p:stCondLst>
                                    <p:cond delay="0"/>
                                  </p:stCondLst>
                                  <p:iterate type="el" backwards="0">
                                    <p:tmAbs val="0"/>
                                  </p:iterate>
                                  <p:childTnLst>
                                    <p:set>
                                      <p:cBhvr>
                                        <p:cTn id="182" fill="hold"/>
                                        <p:tgtEl>
                                          <p:spTgt spid="7570"/>
                                        </p:tgtEl>
                                        <p:attrNameLst>
                                          <p:attrName>style.visibility</p:attrName>
                                        </p:attrNameLst>
                                      </p:cBhvr>
                                      <p:to>
                                        <p:strVal val="visible"/>
                                      </p:to>
                                    </p:set>
                                    <p:animEffect filter="dissolve" transition="in">
                                      <p:cBhvr>
                                        <p:cTn id="183" dur="500"/>
                                        <p:tgtEl>
                                          <p:spTgt spid="7570"/>
                                        </p:tgtEl>
                                      </p:cBhvr>
                                    </p:animEffect>
                                  </p:childTnLst>
                                </p:cTn>
                              </p:par>
                            </p:childTnLst>
                          </p:cTn>
                        </p:par>
                        <p:par>
                          <p:cTn id="184" fill="hold">
                            <p:stCondLst>
                              <p:cond delay="22500"/>
                            </p:stCondLst>
                            <p:childTnLst>
                              <p:par>
                                <p:cTn id="185" presetClass="entr" nodeType="afterEffect" presetID="9" grpId="46" fill="hold">
                                  <p:stCondLst>
                                    <p:cond delay="0"/>
                                  </p:stCondLst>
                                  <p:iterate type="el" backwards="0">
                                    <p:tmAbs val="0"/>
                                  </p:iterate>
                                  <p:childTnLst>
                                    <p:set>
                                      <p:cBhvr>
                                        <p:cTn id="186" fill="hold"/>
                                        <p:tgtEl>
                                          <p:spTgt spid="7571"/>
                                        </p:tgtEl>
                                        <p:attrNameLst>
                                          <p:attrName>style.visibility</p:attrName>
                                        </p:attrNameLst>
                                      </p:cBhvr>
                                      <p:to>
                                        <p:strVal val="visible"/>
                                      </p:to>
                                    </p:set>
                                    <p:animEffect filter="dissolve" transition="in">
                                      <p:cBhvr>
                                        <p:cTn id="187" dur="500"/>
                                        <p:tgtEl>
                                          <p:spTgt spid="7571"/>
                                        </p:tgtEl>
                                      </p:cBhvr>
                                    </p:animEffect>
                                  </p:childTnLst>
                                </p:cTn>
                              </p:par>
                            </p:childTnLst>
                          </p:cTn>
                        </p:par>
                        <p:par>
                          <p:cTn id="188" fill="hold">
                            <p:stCondLst>
                              <p:cond delay="23000"/>
                            </p:stCondLst>
                            <p:childTnLst>
                              <p:par>
                                <p:cTn id="189" presetClass="entr" nodeType="afterEffect" presetID="9" grpId="47" fill="hold">
                                  <p:stCondLst>
                                    <p:cond delay="0"/>
                                  </p:stCondLst>
                                  <p:iterate type="el" backwards="0">
                                    <p:tmAbs val="0"/>
                                  </p:iterate>
                                  <p:childTnLst>
                                    <p:set>
                                      <p:cBhvr>
                                        <p:cTn id="190" fill="hold"/>
                                        <p:tgtEl>
                                          <p:spTgt spid="7572"/>
                                        </p:tgtEl>
                                        <p:attrNameLst>
                                          <p:attrName>style.visibility</p:attrName>
                                        </p:attrNameLst>
                                      </p:cBhvr>
                                      <p:to>
                                        <p:strVal val="visible"/>
                                      </p:to>
                                    </p:set>
                                    <p:animEffect filter="dissolve" transition="in">
                                      <p:cBhvr>
                                        <p:cTn id="191" dur="500"/>
                                        <p:tgtEl>
                                          <p:spTgt spid="7572"/>
                                        </p:tgtEl>
                                      </p:cBhvr>
                                    </p:animEffect>
                                  </p:childTnLst>
                                </p:cTn>
                              </p:par>
                            </p:childTnLst>
                          </p:cTn>
                        </p:par>
                        <p:par>
                          <p:cTn id="192" fill="hold">
                            <p:stCondLst>
                              <p:cond delay="23500"/>
                            </p:stCondLst>
                            <p:childTnLst>
                              <p:par>
                                <p:cTn id="193" presetClass="entr" nodeType="afterEffect" presetID="9" grpId="48" fill="hold">
                                  <p:stCondLst>
                                    <p:cond delay="0"/>
                                  </p:stCondLst>
                                  <p:iterate type="el" backwards="0">
                                    <p:tmAbs val="0"/>
                                  </p:iterate>
                                  <p:childTnLst>
                                    <p:set>
                                      <p:cBhvr>
                                        <p:cTn id="194" fill="hold"/>
                                        <p:tgtEl>
                                          <p:spTgt spid="7573"/>
                                        </p:tgtEl>
                                        <p:attrNameLst>
                                          <p:attrName>style.visibility</p:attrName>
                                        </p:attrNameLst>
                                      </p:cBhvr>
                                      <p:to>
                                        <p:strVal val="visible"/>
                                      </p:to>
                                    </p:set>
                                    <p:animEffect filter="dissolve" transition="in">
                                      <p:cBhvr>
                                        <p:cTn id="195" dur="500"/>
                                        <p:tgtEl>
                                          <p:spTgt spid="7573"/>
                                        </p:tgtEl>
                                      </p:cBhvr>
                                    </p:animEffect>
                                  </p:childTnLst>
                                </p:cTn>
                              </p:par>
                            </p:childTnLst>
                          </p:cTn>
                        </p:par>
                        <p:par>
                          <p:cTn id="196" fill="hold">
                            <p:stCondLst>
                              <p:cond delay="24000"/>
                            </p:stCondLst>
                            <p:childTnLst>
                              <p:par>
                                <p:cTn id="197" presetClass="entr" nodeType="afterEffect" presetID="9" grpId="49" fill="hold">
                                  <p:stCondLst>
                                    <p:cond delay="0"/>
                                  </p:stCondLst>
                                  <p:iterate type="el" backwards="0">
                                    <p:tmAbs val="0"/>
                                  </p:iterate>
                                  <p:childTnLst>
                                    <p:set>
                                      <p:cBhvr>
                                        <p:cTn id="198" fill="hold"/>
                                        <p:tgtEl>
                                          <p:spTgt spid="7574"/>
                                        </p:tgtEl>
                                        <p:attrNameLst>
                                          <p:attrName>style.visibility</p:attrName>
                                        </p:attrNameLst>
                                      </p:cBhvr>
                                      <p:to>
                                        <p:strVal val="visible"/>
                                      </p:to>
                                    </p:set>
                                    <p:animEffect filter="dissolve" transition="in">
                                      <p:cBhvr>
                                        <p:cTn id="199" dur="500"/>
                                        <p:tgtEl>
                                          <p:spTgt spid="7574"/>
                                        </p:tgtEl>
                                      </p:cBhvr>
                                    </p:animEffect>
                                  </p:childTnLst>
                                </p:cTn>
                              </p:par>
                            </p:childTnLst>
                          </p:cTn>
                        </p:par>
                        <p:par>
                          <p:cTn id="200" fill="hold">
                            <p:stCondLst>
                              <p:cond delay="24500"/>
                            </p:stCondLst>
                            <p:childTnLst>
                              <p:par>
                                <p:cTn id="201" presetClass="entr" nodeType="afterEffect" presetID="9" grpId="50" fill="hold">
                                  <p:stCondLst>
                                    <p:cond delay="0"/>
                                  </p:stCondLst>
                                  <p:iterate type="el" backwards="0">
                                    <p:tmAbs val="0"/>
                                  </p:iterate>
                                  <p:childTnLst>
                                    <p:set>
                                      <p:cBhvr>
                                        <p:cTn id="202" fill="hold"/>
                                        <p:tgtEl>
                                          <p:spTgt spid="7575"/>
                                        </p:tgtEl>
                                        <p:attrNameLst>
                                          <p:attrName>style.visibility</p:attrName>
                                        </p:attrNameLst>
                                      </p:cBhvr>
                                      <p:to>
                                        <p:strVal val="visible"/>
                                      </p:to>
                                    </p:set>
                                    <p:animEffect filter="dissolve" transition="in">
                                      <p:cBhvr>
                                        <p:cTn id="203" dur="500"/>
                                        <p:tgtEl>
                                          <p:spTgt spid="7575"/>
                                        </p:tgtEl>
                                      </p:cBhvr>
                                    </p:animEffect>
                                  </p:childTnLst>
                                </p:cTn>
                              </p:par>
                            </p:childTnLst>
                          </p:cTn>
                        </p:par>
                        <p:par>
                          <p:cTn id="204" fill="hold">
                            <p:stCondLst>
                              <p:cond delay="25000"/>
                            </p:stCondLst>
                            <p:childTnLst>
                              <p:par>
                                <p:cTn id="205" presetClass="entr" nodeType="afterEffect" presetID="9" grpId="51" fill="hold">
                                  <p:stCondLst>
                                    <p:cond delay="0"/>
                                  </p:stCondLst>
                                  <p:iterate type="el" backwards="0">
                                    <p:tmAbs val="0"/>
                                  </p:iterate>
                                  <p:childTnLst>
                                    <p:set>
                                      <p:cBhvr>
                                        <p:cTn id="206" fill="hold"/>
                                        <p:tgtEl>
                                          <p:spTgt spid="7576"/>
                                        </p:tgtEl>
                                        <p:attrNameLst>
                                          <p:attrName>style.visibility</p:attrName>
                                        </p:attrNameLst>
                                      </p:cBhvr>
                                      <p:to>
                                        <p:strVal val="visible"/>
                                      </p:to>
                                    </p:set>
                                    <p:animEffect filter="dissolve" transition="in">
                                      <p:cBhvr>
                                        <p:cTn id="207" dur="500"/>
                                        <p:tgtEl>
                                          <p:spTgt spid="7576"/>
                                        </p:tgtEl>
                                      </p:cBhvr>
                                    </p:animEffect>
                                  </p:childTnLst>
                                </p:cTn>
                              </p:par>
                            </p:childTnLst>
                          </p:cTn>
                        </p:par>
                        <p:par>
                          <p:cTn id="208" fill="hold">
                            <p:stCondLst>
                              <p:cond delay="25500"/>
                            </p:stCondLst>
                            <p:childTnLst>
                              <p:par>
                                <p:cTn id="209" presetClass="entr" nodeType="afterEffect" presetID="9" grpId="52" fill="hold">
                                  <p:stCondLst>
                                    <p:cond delay="0"/>
                                  </p:stCondLst>
                                  <p:iterate type="el" backwards="0">
                                    <p:tmAbs val="0"/>
                                  </p:iterate>
                                  <p:childTnLst>
                                    <p:set>
                                      <p:cBhvr>
                                        <p:cTn id="210" fill="hold"/>
                                        <p:tgtEl>
                                          <p:spTgt spid="7577"/>
                                        </p:tgtEl>
                                        <p:attrNameLst>
                                          <p:attrName>style.visibility</p:attrName>
                                        </p:attrNameLst>
                                      </p:cBhvr>
                                      <p:to>
                                        <p:strVal val="visible"/>
                                      </p:to>
                                    </p:set>
                                    <p:animEffect filter="dissolve" transition="in">
                                      <p:cBhvr>
                                        <p:cTn id="211" dur="500"/>
                                        <p:tgtEl>
                                          <p:spTgt spid="7577"/>
                                        </p:tgtEl>
                                      </p:cBhvr>
                                    </p:animEffect>
                                  </p:childTnLst>
                                </p:cTn>
                              </p:par>
                            </p:childTnLst>
                          </p:cTn>
                        </p:par>
                        <p:par>
                          <p:cTn id="212" fill="hold">
                            <p:stCondLst>
                              <p:cond delay="26000"/>
                            </p:stCondLst>
                            <p:childTnLst>
                              <p:par>
                                <p:cTn id="213" presetClass="entr" nodeType="afterEffect" presetID="9" grpId="53" fill="hold">
                                  <p:stCondLst>
                                    <p:cond delay="0"/>
                                  </p:stCondLst>
                                  <p:iterate type="el" backwards="0">
                                    <p:tmAbs val="0"/>
                                  </p:iterate>
                                  <p:childTnLst>
                                    <p:set>
                                      <p:cBhvr>
                                        <p:cTn id="214" fill="hold"/>
                                        <p:tgtEl>
                                          <p:spTgt spid="7578"/>
                                        </p:tgtEl>
                                        <p:attrNameLst>
                                          <p:attrName>style.visibility</p:attrName>
                                        </p:attrNameLst>
                                      </p:cBhvr>
                                      <p:to>
                                        <p:strVal val="visible"/>
                                      </p:to>
                                    </p:set>
                                    <p:animEffect filter="dissolve" transition="in">
                                      <p:cBhvr>
                                        <p:cTn id="215" dur="500"/>
                                        <p:tgtEl>
                                          <p:spTgt spid="7578"/>
                                        </p:tgtEl>
                                      </p:cBhvr>
                                    </p:animEffect>
                                  </p:childTnLst>
                                </p:cTn>
                              </p:par>
                            </p:childTnLst>
                          </p:cTn>
                        </p:par>
                        <p:par>
                          <p:cTn id="216" fill="hold">
                            <p:stCondLst>
                              <p:cond delay="26500"/>
                            </p:stCondLst>
                            <p:childTnLst>
                              <p:par>
                                <p:cTn id="217" presetClass="entr" nodeType="afterEffect" presetID="9" grpId="54" fill="hold">
                                  <p:stCondLst>
                                    <p:cond delay="0"/>
                                  </p:stCondLst>
                                  <p:iterate type="el" backwards="0">
                                    <p:tmAbs val="0"/>
                                  </p:iterate>
                                  <p:childTnLst>
                                    <p:set>
                                      <p:cBhvr>
                                        <p:cTn id="218" fill="hold"/>
                                        <p:tgtEl>
                                          <p:spTgt spid="7579"/>
                                        </p:tgtEl>
                                        <p:attrNameLst>
                                          <p:attrName>style.visibility</p:attrName>
                                        </p:attrNameLst>
                                      </p:cBhvr>
                                      <p:to>
                                        <p:strVal val="visible"/>
                                      </p:to>
                                    </p:set>
                                    <p:animEffect filter="dissolve" transition="in">
                                      <p:cBhvr>
                                        <p:cTn id="219" dur="500"/>
                                        <p:tgtEl>
                                          <p:spTgt spid="7579"/>
                                        </p:tgtEl>
                                      </p:cBhvr>
                                    </p:animEffect>
                                  </p:childTnLst>
                                </p:cTn>
                              </p:par>
                            </p:childTnLst>
                          </p:cTn>
                        </p:par>
                        <p:par>
                          <p:cTn id="220" fill="hold">
                            <p:stCondLst>
                              <p:cond delay="27000"/>
                            </p:stCondLst>
                            <p:childTnLst>
                              <p:par>
                                <p:cTn id="221" presetClass="entr" nodeType="afterEffect" presetID="9" grpId="55" fill="hold">
                                  <p:stCondLst>
                                    <p:cond delay="0"/>
                                  </p:stCondLst>
                                  <p:iterate type="el" backwards="0">
                                    <p:tmAbs val="0"/>
                                  </p:iterate>
                                  <p:childTnLst>
                                    <p:set>
                                      <p:cBhvr>
                                        <p:cTn id="222" fill="hold"/>
                                        <p:tgtEl>
                                          <p:spTgt spid="7580"/>
                                        </p:tgtEl>
                                        <p:attrNameLst>
                                          <p:attrName>style.visibility</p:attrName>
                                        </p:attrNameLst>
                                      </p:cBhvr>
                                      <p:to>
                                        <p:strVal val="visible"/>
                                      </p:to>
                                    </p:set>
                                    <p:animEffect filter="dissolve" transition="in">
                                      <p:cBhvr>
                                        <p:cTn id="223" dur="500"/>
                                        <p:tgtEl>
                                          <p:spTgt spid="7580"/>
                                        </p:tgtEl>
                                      </p:cBhvr>
                                    </p:animEffect>
                                  </p:childTnLst>
                                </p:cTn>
                              </p:par>
                            </p:childTnLst>
                          </p:cTn>
                        </p:par>
                        <p:par>
                          <p:cTn id="224" fill="hold">
                            <p:stCondLst>
                              <p:cond delay="27500"/>
                            </p:stCondLst>
                            <p:childTnLst>
                              <p:par>
                                <p:cTn id="225" presetClass="entr" nodeType="afterEffect" presetID="9" grpId="56" fill="hold">
                                  <p:stCondLst>
                                    <p:cond delay="0"/>
                                  </p:stCondLst>
                                  <p:iterate type="el" backwards="0">
                                    <p:tmAbs val="0"/>
                                  </p:iterate>
                                  <p:childTnLst>
                                    <p:set>
                                      <p:cBhvr>
                                        <p:cTn id="226" fill="hold"/>
                                        <p:tgtEl>
                                          <p:spTgt spid="7581"/>
                                        </p:tgtEl>
                                        <p:attrNameLst>
                                          <p:attrName>style.visibility</p:attrName>
                                        </p:attrNameLst>
                                      </p:cBhvr>
                                      <p:to>
                                        <p:strVal val="visible"/>
                                      </p:to>
                                    </p:set>
                                    <p:animEffect filter="dissolve" transition="in">
                                      <p:cBhvr>
                                        <p:cTn id="227" dur="500"/>
                                        <p:tgtEl>
                                          <p:spTgt spid="7581"/>
                                        </p:tgtEl>
                                      </p:cBhvr>
                                    </p:animEffect>
                                  </p:childTnLst>
                                </p:cTn>
                              </p:par>
                            </p:childTnLst>
                          </p:cTn>
                        </p:par>
                        <p:par>
                          <p:cTn id="228" fill="hold">
                            <p:stCondLst>
                              <p:cond delay="28000"/>
                            </p:stCondLst>
                            <p:childTnLst>
                              <p:par>
                                <p:cTn id="229" presetClass="entr" nodeType="afterEffect" presetID="9" grpId="57" fill="hold">
                                  <p:stCondLst>
                                    <p:cond delay="0"/>
                                  </p:stCondLst>
                                  <p:iterate type="el" backwards="0">
                                    <p:tmAbs val="0"/>
                                  </p:iterate>
                                  <p:childTnLst>
                                    <p:set>
                                      <p:cBhvr>
                                        <p:cTn id="230" fill="hold"/>
                                        <p:tgtEl>
                                          <p:spTgt spid="7582"/>
                                        </p:tgtEl>
                                        <p:attrNameLst>
                                          <p:attrName>style.visibility</p:attrName>
                                        </p:attrNameLst>
                                      </p:cBhvr>
                                      <p:to>
                                        <p:strVal val="visible"/>
                                      </p:to>
                                    </p:set>
                                    <p:animEffect filter="dissolve" transition="in">
                                      <p:cBhvr>
                                        <p:cTn id="231" dur="500"/>
                                        <p:tgtEl>
                                          <p:spTgt spid="7582"/>
                                        </p:tgtEl>
                                      </p:cBhvr>
                                    </p:animEffect>
                                  </p:childTnLst>
                                </p:cTn>
                              </p:par>
                            </p:childTnLst>
                          </p:cTn>
                        </p:par>
                        <p:par>
                          <p:cTn id="232" fill="hold">
                            <p:stCondLst>
                              <p:cond delay="28500"/>
                            </p:stCondLst>
                            <p:childTnLst>
                              <p:par>
                                <p:cTn id="233" presetClass="entr" nodeType="afterEffect" presetID="9" grpId="58" fill="hold">
                                  <p:stCondLst>
                                    <p:cond delay="0"/>
                                  </p:stCondLst>
                                  <p:iterate type="el" backwards="0">
                                    <p:tmAbs val="0"/>
                                  </p:iterate>
                                  <p:childTnLst>
                                    <p:set>
                                      <p:cBhvr>
                                        <p:cTn id="234" fill="hold"/>
                                        <p:tgtEl>
                                          <p:spTgt spid="7583"/>
                                        </p:tgtEl>
                                        <p:attrNameLst>
                                          <p:attrName>style.visibility</p:attrName>
                                        </p:attrNameLst>
                                      </p:cBhvr>
                                      <p:to>
                                        <p:strVal val="visible"/>
                                      </p:to>
                                    </p:set>
                                    <p:animEffect filter="dissolve" transition="in">
                                      <p:cBhvr>
                                        <p:cTn id="235" dur="500"/>
                                        <p:tgtEl>
                                          <p:spTgt spid="7583"/>
                                        </p:tgtEl>
                                      </p:cBhvr>
                                    </p:animEffect>
                                  </p:childTnLst>
                                </p:cTn>
                              </p:par>
                            </p:childTnLst>
                          </p:cTn>
                        </p:par>
                        <p:par>
                          <p:cTn id="236" fill="hold">
                            <p:stCondLst>
                              <p:cond delay="29000"/>
                            </p:stCondLst>
                            <p:childTnLst>
                              <p:par>
                                <p:cTn id="237" presetClass="entr" nodeType="afterEffect" presetID="9" grpId="59" fill="hold">
                                  <p:stCondLst>
                                    <p:cond delay="0"/>
                                  </p:stCondLst>
                                  <p:iterate type="el" backwards="0">
                                    <p:tmAbs val="0"/>
                                  </p:iterate>
                                  <p:childTnLst>
                                    <p:set>
                                      <p:cBhvr>
                                        <p:cTn id="238" fill="hold"/>
                                        <p:tgtEl>
                                          <p:spTgt spid="7584"/>
                                        </p:tgtEl>
                                        <p:attrNameLst>
                                          <p:attrName>style.visibility</p:attrName>
                                        </p:attrNameLst>
                                      </p:cBhvr>
                                      <p:to>
                                        <p:strVal val="visible"/>
                                      </p:to>
                                    </p:set>
                                    <p:animEffect filter="dissolve" transition="in">
                                      <p:cBhvr>
                                        <p:cTn id="239" dur="500"/>
                                        <p:tgtEl>
                                          <p:spTgt spid="7584"/>
                                        </p:tgtEl>
                                      </p:cBhvr>
                                    </p:animEffect>
                                  </p:childTnLst>
                                </p:cTn>
                              </p:par>
                            </p:childTnLst>
                          </p:cTn>
                        </p:par>
                        <p:par>
                          <p:cTn id="240" fill="hold">
                            <p:stCondLst>
                              <p:cond delay="29500"/>
                            </p:stCondLst>
                            <p:childTnLst>
                              <p:par>
                                <p:cTn id="241" presetClass="entr" nodeType="afterEffect" presetID="9" grpId="60" fill="hold">
                                  <p:stCondLst>
                                    <p:cond delay="0"/>
                                  </p:stCondLst>
                                  <p:iterate type="el" backwards="0">
                                    <p:tmAbs val="0"/>
                                  </p:iterate>
                                  <p:childTnLst>
                                    <p:set>
                                      <p:cBhvr>
                                        <p:cTn id="242" fill="hold"/>
                                        <p:tgtEl>
                                          <p:spTgt spid="7585"/>
                                        </p:tgtEl>
                                        <p:attrNameLst>
                                          <p:attrName>style.visibility</p:attrName>
                                        </p:attrNameLst>
                                      </p:cBhvr>
                                      <p:to>
                                        <p:strVal val="visible"/>
                                      </p:to>
                                    </p:set>
                                    <p:animEffect filter="dissolve" transition="in">
                                      <p:cBhvr>
                                        <p:cTn id="243" dur="500"/>
                                        <p:tgtEl>
                                          <p:spTgt spid="7585"/>
                                        </p:tgtEl>
                                      </p:cBhvr>
                                    </p:animEffect>
                                  </p:childTnLst>
                                </p:cTn>
                              </p:par>
                            </p:childTnLst>
                          </p:cTn>
                        </p:par>
                        <p:par>
                          <p:cTn id="244" fill="hold">
                            <p:stCondLst>
                              <p:cond delay="30000"/>
                            </p:stCondLst>
                            <p:childTnLst>
                              <p:par>
                                <p:cTn id="245" presetClass="entr" nodeType="afterEffect" presetID="9" grpId="61" fill="hold">
                                  <p:stCondLst>
                                    <p:cond delay="0"/>
                                  </p:stCondLst>
                                  <p:iterate type="el" backwards="0">
                                    <p:tmAbs val="0"/>
                                  </p:iterate>
                                  <p:childTnLst>
                                    <p:set>
                                      <p:cBhvr>
                                        <p:cTn id="246" fill="hold"/>
                                        <p:tgtEl>
                                          <p:spTgt spid="7586"/>
                                        </p:tgtEl>
                                        <p:attrNameLst>
                                          <p:attrName>style.visibility</p:attrName>
                                        </p:attrNameLst>
                                      </p:cBhvr>
                                      <p:to>
                                        <p:strVal val="visible"/>
                                      </p:to>
                                    </p:set>
                                    <p:animEffect filter="dissolve" transition="in">
                                      <p:cBhvr>
                                        <p:cTn id="247" dur="500"/>
                                        <p:tgtEl>
                                          <p:spTgt spid="7586"/>
                                        </p:tgtEl>
                                      </p:cBhvr>
                                    </p:animEffect>
                                  </p:childTnLst>
                                </p:cTn>
                              </p:par>
                            </p:childTnLst>
                          </p:cTn>
                        </p:par>
                        <p:par>
                          <p:cTn id="248" fill="hold">
                            <p:stCondLst>
                              <p:cond delay="30500"/>
                            </p:stCondLst>
                            <p:childTnLst>
                              <p:par>
                                <p:cTn id="249" presetClass="entr" nodeType="afterEffect" presetID="9" grpId="62" fill="hold">
                                  <p:stCondLst>
                                    <p:cond delay="0"/>
                                  </p:stCondLst>
                                  <p:iterate type="el" backwards="0">
                                    <p:tmAbs val="0"/>
                                  </p:iterate>
                                  <p:childTnLst>
                                    <p:set>
                                      <p:cBhvr>
                                        <p:cTn id="250" fill="hold"/>
                                        <p:tgtEl>
                                          <p:spTgt spid="7587"/>
                                        </p:tgtEl>
                                        <p:attrNameLst>
                                          <p:attrName>style.visibility</p:attrName>
                                        </p:attrNameLst>
                                      </p:cBhvr>
                                      <p:to>
                                        <p:strVal val="visible"/>
                                      </p:to>
                                    </p:set>
                                    <p:animEffect filter="dissolve" transition="in">
                                      <p:cBhvr>
                                        <p:cTn id="251" dur="500"/>
                                        <p:tgtEl>
                                          <p:spTgt spid="7587"/>
                                        </p:tgtEl>
                                      </p:cBhvr>
                                    </p:animEffect>
                                  </p:childTnLst>
                                </p:cTn>
                              </p:par>
                            </p:childTnLst>
                          </p:cTn>
                        </p:par>
                        <p:par>
                          <p:cTn id="252" fill="hold">
                            <p:stCondLst>
                              <p:cond delay="31000"/>
                            </p:stCondLst>
                            <p:childTnLst>
                              <p:par>
                                <p:cTn id="253" presetClass="entr" nodeType="afterEffect" presetID="9" grpId="63" fill="hold">
                                  <p:stCondLst>
                                    <p:cond delay="0"/>
                                  </p:stCondLst>
                                  <p:iterate type="el" backwards="0">
                                    <p:tmAbs val="0"/>
                                  </p:iterate>
                                  <p:childTnLst>
                                    <p:set>
                                      <p:cBhvr>
                                        <p:cTn id="254" fill="hold"/>
                                        <p:tgtEl>
                                          <p:spTgt spid="7588"/>
                                        </p:tgtEl>
                                        <p:attrNameLst>
                                          <p:attrName>style.visibility</p:attrName>
                                        </p:attrNameLst>
                                      </p:cBhvr>
                                      <p:to>
                                        <p:strVal val="visible"/>
                                      </p:to>
                                    </p:set>
                                    <p:animEffect filter="dissolve" transition="in">
                                      <p:cBhvr>
                                        <p:cTn id="255" dur="500"/>
                                        <p:tgtEl>
                                          <p:spTgt spid="7588"/>
                                        </p:tgtEl>
                                      </p:cBhvr>
                                    </p:animEffect>
                                  </p:childTnLst>
                                </p:cTn>
                              </p:par>
                            </p:childTnLst>
                          </p:cTn>
                        </p:par>
                        <p:par>
                          <p:cTn id="256" fill="hold">
                            <p:stCondLst>
                              <p:cond delay="31500"/>
                            </p:stCondLst>
                            <p:childTnLst>
                              <p:par>
                                <p:cTn id="257" presetClass="entr" nodeType="afterEffect" presetID="9" grpId="64" fill="hold">
                                  <p:stCondLst>
                                    <p:cond delay="0"/>
                                  </p:stCondLst>
                                  <p:iterate type="el" backwards="0">
                                    <p:tmAbs val="0"/>
                                  </p:iterate>
                                  <p:childTnLst>
                                    <p:set>
                                      <p:cBhvr>
                                        <p:cTn id="258" fill="hold"/>
                                        <p:tgtEl>
                                          <p:spTgt spid="7589"/>
                                        </p:tgtEl>
                                        <p:attrNameLst>
                                          <p:attrName>style.visibility</p:attrName>
                                        </p:attrNameLst>
                                      </p:cBhvr>
                                      <p:to>
                                        <p:strVal val="visible"/>
                                      </p:to>
                                    </p:set>
                                    <p:animEffect filter="dissolve" transition="in">
                                      <p:cBhvr>
                                        <p:cTn id="259" dur="500"/>
                                        <p:tgtEl>
                                          <p:spTgt spid="7589"/>
                                        </p:tgtEl>
                                      </p:cBhvr>
                                    </p:animEffect>
                                  </p:childTnLst>
                                </p:cTn>
                              </p:par>
                            </p:childTnLst>
                          </p:cTn>
                        </p:par>
                        <p:par>
                          <p:cTn id="260" fill="hold">
                            <p:stCondLst>
                              <p:cond delay="32000"/>
                            </p:stCondLst>
                            <p:childTnLst>
                              <p:par>
                                <p:cTn id="261" presetClass="entr" nodeType="afterEffect" presetID="9" grpId="65" fill="hold">
                                  <p:stCondLst>
                                    <p:cond delay="0"/>
                                  </p:stCondLst>
                                  <p:iterate type="el" backwards="0">
                                    <p:tmAbs val="0"/>
                                  </p:iterate>
                                  <p:childTnLst>
                                    <p:set>
                                      <p:cBhvr>
                                        <p:cTn id="262" fill="hold"/>
                                        <p:tgtEl>
                                          <p:spTgt spid="7590"/>
                                        </p:tgtEl>
                                        <p:attrNameLst>
                                          <p:attrName>style.visibility</p:attrName>
                                        </p:attrNameLst>
                                      </p:cBhvr>
                                      <p:to>
                                        <p:strVal val="visible"/>
                                      </p:to>
                                    </p:set>
                                    <p:animEffect filter="dissolve" transition="in">
                                      <p:cBhvr>
                                        <p:cTn id="263" dur="500"/>
                                        <p:tgtEl>
                                          <p:spTgt spid="7590"/>
                                        </p:tgtEl>
                                      </p:cBhvr>
                                    </p:animEffect>
                                  </p:childTnLst>
                                </p:cTn>
                              </p:par>
                            </p:childTnLst>
                          </p:cTn>
                        </p:par>
                        <p:par>
                          <p:cTn id="264" fill="hold">
                            <p:stCondLst>
                              <p:cond delay="32500"/>
                            </p:stCondLst>
                            <p:childTnLst>
                              <p:par>
                                <p:cTn id="265" presetClass="entr" nodeType="afterEffect" presetID="9" grpId="66" fill="hold">
                                  <p:stCondLst>
                                    <p:cond delay="0"/>
                                  </p:stCondLst>
                                  <p:iterate type="el" backwards="0">
                                    <p:tmAbs val="0"/>
                                  </p:iterate>
                                  <p:childTnLst>
                                    <p:set>
                                      <p:cBhvr>
                                        <p:cTn id="266" fill="hold"/>
                                        <p:tgtEl>
                                          <p:spTgt spid="7591"/>
                                        </p:tgtEl>
                                        <p:attrNameLst>
                                          <p:attrName>style.visibility</p:attrName>
                                        </p:attrNameLst>
                                      </p:cBhvr>
                                      <p:to>
                                        <p:strVal val="visible"/>
                                      </p:to>
                                    </p:set>
                                    <p:animEffect filter="dissolve" transition="in">
                                      <p:cBhvr>
                                        <p:cTn id="267" dur="500"/>
                                        <p:tgtEl>
                                          <p:spTgt spid="7591"/>
                                        </p:tgtEl>
                                      </p:cBhvr>
                                    </p:animEffect>
                                  </p:childTnLst>
                                </p:cTn>
                              </p:par>
                            </p:childTnLst>
                          </p:cTn>
                        </p:par>
                        <p:par>
                          <p:cTn id="268" fill="hold">
                            <p:stCondLst>
                              <p:cond delay="33000"/>
                            </p:stCondLst>
                            <p:childTnLst>
                              <p:par>
                                <p:cTn id="269" presetClass="entr" nodeType="afterEffect" presetID="9" grpId="67" fill="hold">
                                  <p:stCondLst>
                                    <p:cond delay="0"/>
                                  </p:stCondLst>
                                  <p:iterate type="el" backwards="0">
                                    <p:tmAbs val="0"/>
                                  </p:iterate>
                                  <p:childTnLst>
                                    <p:set>
                                      <p:cBhvr>
                                        <p:cTn id="270" fill="hold"/>
                                        <p:tgtEl>
                                          <p:spTgt spid="7592"/>
                                        </p:tgtEl>
                                        <p:attrNameLst>
                                          <p:attrName>style.visibility</p:attrName>
                                        </p:attrNameLst>
                                      </p:cBhvr>
                                      <p:to>
                                        <p:strVal val="visible"/>
                                      </p:to>
                                    </p:set>
                                    <p:animEffect filter="dissolve" transition="in">
                                      <p:cBhvr>
                                        <p:cTn id="271" dur="500"/>
                                        <p:tgtEl>
                                          <p:spTgt spid="7592"/>
                                        </p:tgtEl>
                                      </p:cBhvr>
                                    </p:animEffect>
                                  </p:childTnLst>
                                </p:cTn>
                              </p:par>
                            </p:childTnLst>
                          </p:cTn>
                        </p:par>
                        <p:par>
                          <p:cTn id="272" fill="hold">
                            <p:stCondLst>
                              <p:cond delay="33500"/>
                            </p:stCondLst>
                            <p:childTnLst>
                              <p:par>
                                <p:cTn id="273" presetClass="entr" nodeType="afterEffect" presetID="9" grpId="68" fill="hold">
                                  <p:stCondLst>
                                    <p:cond delay="0"/>
                                  </p:stCondLst>
                                  <p:iterate type="el" backwards="0">
                                    <p:tmAbs val="0"/>
                                  </p:iterate>
                                  <p:childTnLst>
                                    <p:set>
                                      <p:cBhvr>
                                        <p:cTn id="274" fill="hold"/>
                                        <p:tgtEl>
                                          <p:spTgt spid="7593"/>
                                        </p:tgtEl>
                                        <p:attrNameLst>
                                          <p:attrName>style.visibility</p:attrName>
                                        </p:attrNameLst>
                                      </p:cBhvr>
                                      <p:to>
                                        <p:strVal val="visible"/>
                                      </p:to>
                                    </p:set>
                                    <p:animEffect filter="dissolve" transition="in">
                                      <p:cBhvr>
                                        <p:cTn id="275" dur="500"/>
                                        <p:tgtEl>
                                          <p:spTgt spid="7593"/>
                                        </p:tgtEl>
                                      </p:cBhvr>
                                    </p:animEffect>
                                  </p:childTnLst>
                                </p:cTn>
                              </p:par>
                            </p:childTnLst>
                          </p:cTn>
                        </p:par>
                        <p:par>
                          <p:cTn id="276" fill="hold">
                            <p:stCondLst>
                              <p:cond delay="34000"/>
                            </p:stCondLst>
                            <p:childTnLst>
                              <p:par>
                                <p:cTn id="277" presetClass="entr" nodeType="afterEffect" presetID="9" grpId="69" fill="hold">
                                  <p:stCondLst>
                                    <p:cond delay="0"/>
                                  </p:stCondLst>
                                  <p:iterate type="el" backwards="0">
                                    <p:tmAbs val="0"/>
                                  </p:iterate>
                                  <p:childTnLst>
                                    <p:set>
                                      <p:cBhvr>
                                        <p:cTn id="278" fill="hold"/>
                                        <p:tgtEl>
                                          <p:spTgt spid="7594"/>
                                        </p:tgtEl>
                                        <p:attrNameLst>
                                          <p:attrName>style.visibility</p:attrName>
                                        </p:attrNameLst>
                                      </p:cBhvr>
                                      <p:to>
                                        <p:strVal val="visible"/>
                                      </p:to>
                                    </p:set>
                                    <p:animEffect filter="dissolve" transition="in">
                                      <p:cBhvr>
                                        <p:cTn id="279" dur="500"/>
                                        <p:tgtEl>
                                          <p:spTgt spid="7594"/>
                                        </p:tgtEl>
                                      </p:cBhvr>
                                    </p:animEffect>
                                  </p:childTnLst>
                                </p:cTn>
                              </p:par>
                            </p:childTnLst>
                          </p:cTn>
                        </p:par>
                        <p:par>
                          <p:cTn id="280" fill="hold">
                            <p:stCondLst>
                              <p:cond delay="34500"/>
                            </p:stCondLst>
                            <p:childTnLst>
                              <p:par>
                                <p:cTn id="281" presetClass="entr" nodeType="afterEffect" presetID="9" grpId="70" fill="hold">
                                  <p:stCondLst>
                                    <p:cond delay="0"/>
                                  </p:stCondLst>
                                  <p:iterate type="el" backwards="0">
                                    <p:tmAbs val="0"/>
                                  </p:iterate>
                                  <p:childTnLst>
                                    <p:set>
                                      <p:cBhvr>
                                        <p:cTn id="282" fill="hold"/>
                                        <p:tgtEl>
                                          <p:spTgt spid="7595"/>
                                        </p:tgtEl>
                                        <p:attrNameLst>
                                          <p:attrName>style.visibility</p:attrName>
                                        </p:attrNameLst>
                                      </p:cBhvr>
                                      <p:to>
                                        <p:strVal val="visible"/>
                                      </p:to>
                                    </p:set>
                                    <p:animEffect filter="dissolve" transition="in">
                                      <p:cBhvr>
                                        <p:cTn id="283" dur="500"/>
                                        <p:tgtEl>
                                          <p:spTgt spid="7595"/>
                                        </p:tgtEl>
                                      </p:cBhvr>
                                    </p:animEffect>
                                  </p:childTnLst>
                                </p:cTn>
                              </p:par>
                            </p:childTnLst>
                          </p:cTn>
                        </p:par>
                        <p:par>
                          <p:cTn id="284" fill="hold">
                            <p:stCondLst>
                              <p:cond delay="35000"/>
                            </p:stCondLst>
                            <p:childTnLst>
                              <p:par>
                                <p:cTn id="285" presetClass="entr" nodeType="afterEffect" presetID="9" grpId="71" fill="hold">
                                  <p:stCondLst>
                                    <p:cond delay="0"/>
                                  </p:stCondLst>
                                  <p:iterate type="el" backwards="0">
                                    <p:tmAbs val="0"/>
                                  </p:iterate>
                                  <p:childTnLst>
                                    <p:set>
                                      <p:cBhvr>
                                        <p:cTn id="286" fill="hold"/>
                                        <p:tgtEl>
                                          <p:spTgt spid="7596"/>
                                        </p:tgtEl>
                                        <p:attrNameLst>
                                          <p:attrName>style.visibility</p:attrName>
                                        </p:attrNameLst>
                                      </p:cBhvr>
                                      <p:to>
                                        <p:strVal val="visible"/>
                                      </p:to>
                                    </p:set>
                                    <p:animEffect filter="dissolve" transition="in">
                                      <p:cBhvr>
                                        <p:cTn id="287" dur="500"/>
                                        <p:tgtEl>
                                          <p:spTgt spid="7596"/>
                                        </p:tgtEl>
                                      </p:cBhvr>
                                    </p:animEffect>
                                  </p:childTnLst>
                                </p:cTn>
                              </p:par>
                            </p:childTnLst>
                          </p:cTn>
                        </p:par>
                        <p:par>
                          <p:cTn id="288" fill="hold">
                            <p:stCondLst>
                              <p:cond delay="35500"/>
                            </p:stCondLst>
                            <p:childTnLst>
                              <p:par>
                                <p:cTn id="289" presetClass="entr" nodeType="afterEffect" presetID="9" grpId="72" fill="hold">
                                  <p:stCondLst>
                                    <p:cond delay="0"/>
                                  </p:stCondLst>
                                  <p:iterate type="el" backwards="0">
                                    <p:tmAbs val="0"/>
                                  </p:iterate>
                                  <p:childTnLst>
                                    <p:set>
                                      <p:cBhvr>
                                        <p:cTn id="290" fill="hold"/>
                                        <p:tgtEl>
                                          <p:spTgt spid="7597"/>
                                        </p:tgtEl>
                                        <p:attrNameLst>
                                          <p:attrName>style.visibility</p:attrName>
                                        </p:attrNameLst>
                                      </p:cBhvr>
                                      <p:to>
                                        <p:strVal val="visible"/>
                                      </p:to>
                                    </p:set>
                                    <p:animEffect filter="dissolve" transition="in">
                                      <p:cBhvr>
                                        <p:cTn id="291" dur="500"/>
                                        <p:tgtEl>
                                          <p:spTgt spid="7597"/>
                                        </p:tgtEl>
                                      </p:cBhvr>
                                    </p:animEffect>
                                  </p:childTnLst>
                                </p:cTn>
                              </p:par>
                            </p:childTnLst>
                          </p:cTn>
                        </p:par>
                        <p:par>
                          <p:cTn id="292" fill="hold">
                            <p:stCondLst>
                              <p:cond delay="36000"/>
                            </p:stCondLst>
                            <p:childTnLst>
                              <p:par>
                                <p:cTn id="293" presetClass="entr" nodeType="afterEffect" presetID="9" grpId="73" fill="hold">
                                  <p:stCondLst>
                                    <p:cond delay="0"/>
                                  </p:stCondLst>
                                  <p:iterate type="el" backwards="0">
                                    <p:tmAbs val="0"/>
                                  </p:iterate>
                                  <p:childTnLst>
                                    <p:set>
                                      <p:cBhvr>
                                        <p:cTn id="294" fill="hold"/>
                                        <p:tgtEl>
                                          <p:spTgt spid="7598"/>
                                        </p:tgtEl>
                                        <p:attrNameLst>
                                          <p:attrName>style.visibility</p:attrName>
                                        </p:attrNameLst>
                                      </p:cBhvr>
                                      <p:to>
                                        <p:strVal val="visible"/>
                                      </p:to>
                                    </p:set>
                                    <p:animEffect filter="dissolve" transition="in">
                                      <p:cBhvr>
                                        <p:cTn id="295" dur="500"/>
                                        <p:tgtEl>
                                          <p:spTgt spid="7598"/>
                                        </p:tgtEl>
                                      </p:cBhvr>
                                    </p:animEffect>
                                  </p:childTnLst>
                                </p:cTn>
                              </p:par>
                            </p:childTnLst>
                          </p:cTn>
                        </p:par>
                        <p:par>
                          <p:cTn id="296" fill="hold">
                            <p:stCondLst>
                              <p:cond delay="36500"/>
                            </p:stCondLst>
                            <p:childTnLst>
                              <p:par>
                                <p:cTn id="297" presetClass="entr" nodeType="afterEffect" presetID="9" grpId="74" fill="hold">
                                  <p:stCondLst>
                                    <p:cond delay="0"/>
                                  </p:stCondLst>
                                  <p:iterate type="el" backwards="0">
                                    <p:tmAbs val="0"/>
                                  </p:iterate>
                                  <p:childTnLst>
                                    <p:set>
                                      <p:cBhvr>
                                        <p:cTn id="298" fill="hold"/>
                                        <p:tgtEl>
                                          <p:spTgt spid="7599"/>
                                        </p:tgtEl>
                                        <p:attrNameLst>
                                          <p:attrName>style.visibility</p:attrName>
                                        </p:attrNameLst>
                                      </p:cBhvr>
                                      <p:to>
                                        <p:strVal val="visible"/>
                                      </p:to>
                                    </p:set>
                                    <p:animEffect filter="dissolve" transition="in">
                                      <p:cBhvr>
                                        <p:cTn id="299" dur="500"/>
                                        <p:tgtEl>
                                          <p:spTgt spid="7599"/>
                                        </p:tgtEl>
                                      </p:cBhvr>
                                    </p:animEffect>
                                  </p:childTnLst>
                                </p:cTn>
                              </p:par>
                            </p:childTnLst>
                          </p:cTn>
                        </p:par>
                        <p:par>
                          <p:cTn id="300" fill="hold">
                            <p:stCondLst>
                              <p:cond delay="37000"/>
                            </p:stCondLst>
                            <p:childTnLst>
                              <p:par>
                                <p:cTn id="301" presetClass="entr" nodeType="afterEffect" presetID="9" grpId="75" fill="hold">
                                  <p:stCondLst>
                                    <p:cond delay="0"/>
                                  </p:stCondLst>
                                  <p:iterate type="el" backwards="0">
                                    <p:tmAbs val="0"/>
                                  </p:iterate>
                                  <p:childTnLst>
                                    <p:set>
                                      <p:cBhvr>
                                        <p:cTn id="302" fill="hold"/>
                                        <p:tgtEl>
                                          <p:spTgt spid="7600"/>
                                        </p:tgtEl>
                                        <p:attrNameLst>
                                          <p:attrName>style.visibility</p:attrName>
                                        </p:attrNameLst>
                                      </p:cBhvr>
                                      <p:to>
                                        <p:strVal val="visible"/>
                                      </p:to>
                                    </p:set>
                                    <p:animEffect filter="dissolve" transition="in">
                                      <p:cBhvr>
                                        <p:cTn id="303" dur="500"/>
                                        <p:tgtEl>
                                          <p:spTgt spid="7600"/>
                                        </p:tgtEl>
                                      </p:cBhvr>
                                    </p:animEffect>
                                  </p:childTnLst>
                                </p:cTn>
                              </p:par>
                            </p:childTnLst>
                          </p:cTn>
                        </p:par>
                        <p:par>
                          <p:cTn id="304" fill="hold">
                            <p:stCondLst>
                              <p:cond delay="37500"/>
                            </p:stCondLst>
                            <p:childTnLst>
                              <p:par>
                                <p:cTn id="305" presetClass="entr" nodeType="afterEffect" presetID="9" grpId="76" fill="hold">
                                  <p:stCondLst>
                                    <p:cond delay="0"/>
                                  </p:stCondLst>
                                  <p:iterate type="el" backwards="0">
                                    <p:tmAbs val="0"/>
                                  </p:iterate>
                                  <p:childTnLst>
                                    <p:set>
                                      <p:cBhvr>
                                        <p:cTn id="306" fill="hold"/>
                                        <p:tgtEl>
                                          <p:spTgt spid="7601"/>
                                        </p:tgtEl>
                                        <p:attrNameLst>
                                          <p:attrName>style.visibility</p:attrName>
                                        </p:attrNameLst>
                                      </p:cBhvr>
                                      <p:to>
                                        <p:strVal val="visible"/>
                                      </p:to>
                                    </p:set>
                                    <p:animEffect filter="dissolve" transition="in">
                                      <p:cBhvr>
                                        <p:cTn id="307" dur="500"/>
                                        <p:tgtEl>
                                          <p:spTgt spid="7601"/>
                                        </p:tgtEl>
                                      </p:cBhvr>
                                    </p:animEffect>
                                  </p:childTnLst>
                                </p:cTn>
                              </p:par>
                            </p:childTnLst>
                          </p:cTn>
                        </p:par>
                        <p:par>
                          <p:cTn id="308" fill="hold">
                            <p:stCondLst>
                              <p:cond delay="38000"/>
                            </p:stCondLst>
                            <p:childTnLst>
                              <p:par>
                                <p:cTn id="309" presetClass="entr" nodeType="afterEffect" presetID="9" grpId="77" fill="hold">
                                  <p:stCondLst>
                                    <p:cond delay="0"/>
                                  </p:stCondLst>
                                  <p:iterate type="el" backwards="0">
                                    <p:tmAbs val="0"/>
                                  </p:iterate>
                                  <p:childTnLst>
                                    <p:set>
                                      <p:cBhvr>
                                        <p:cTn id="310" fill="hold"/>
                                        <p:tgtEl>
                                          <p:spTgt spid="7602"/>
                                        </p:tgtEl>
                                        <p:attrNameLst>
                                          <p:attrName>style.visibility</p:attrName>
                                        </p:attrNameLst>
                                      </p:cBhvr>
                                      <p:to>
                                        <p:strVal val="visible"/>
                                      </p:to>
                                    </p:set>
                                    <p:animEffect filter="dissolve" transition="in">
                                      <p:cBhvr>
                                        <p:cTn id="311" dur="500"/>
                                        <p:tgtEl>
                                          <p:spTgt spid="7602"/>
                                        </p:tgtEl>
                                      </p:cBhvr>
                                    </p:animEffect>
                                  </p:childTnLst>
                                </p:cTn>
                              </p:par>
                            </p:childTnLst>
                          </p:cTn>
                        </p:par>
                        <p:par>
                          <p:cTn id="312" fill="hold">
                            <p:stCondLst>
                              <p:cond delay="38500"/>
                            </p:stCondLst>
                            <p:childTnLst>
                              <p:par>
                                <p:cTn id="313" presetClass="entr" nodeType="afterEffect" presetID="9" grpId="78" fill="hold">
                                  <p:stCondLst>
                                    <p:cond delay="0"/>
                                  </p:stCondLst>
                                  <p:iterate type="el" backwards="0">
                                    <p:tmAbs val="0"/>
                                  </p:iterate>
                                  <p:childTnLst>
                                    <p:set>
                                      <p:cBhvr>
                                        <p:cTn id="314" fill="hold"/>
                                        <p:tgtEl>
                                          <p:spTgt spid="7603"/>
                                        </p:tgtEl>
                                        <p:attrNameLst>
                                          <p:attrName>style.visibility</p:attrName>
                                        </p:attrNameLst>
                                      </p:cBhvr>
                                      <p:to>
                                        <p:strVal val="visible"/>
                                      </p:to>
                                    </p:set>
                                    <p:animEffect filter="dissolve" transition="in">
                                      <p:cBhvr>
                                        <p:cTn id="315" dur="500"/>
                                        <p:tgtEl>
                                          <p:spTgt spid="7603"/>
                                        </p:tgtEl>
                                      </p:cBhvr>
                                    </p:animEffect>
                                  </p:childTnLst>
                                </p:cTn>
                              </p:par>
                            </p:childTnLst>
                          </p:cTn>
                        </p:par>
                        <p:par>
                          <p:cTn id="316" fill="hold">
                            <p:stCondLst>
                              <p:cond delay="39000"/>
                            </p:stCondLst>
                            <p:childTnLst>
                              <p:par>
                                <p:cTn id="317" presetClass="entr" nodeType="afterEffect" presetID="9" grpId="79" fill="hold">
                                  <p:stCondLst>
                                    <p:cond delay="0"/>
                                  </p:stCondLst>
                                  <p:iterate type="el" backwards="0">
                                    <p:tmAbs val="0"/>
                                  </p:iterate>
                                  <p:childTnLst>
                                    <p:set>
                                      <p:cBhvr>
                                        <p:cTn id="318" fill="hold"/>
                                        <p:tgtEl>
                                          <p:spTgt spid="7604"/>
                                        </p:tgtEl>
                                        <p:attrNameLst>
                                          <p:attrName>style.visibility</p:attrName>
                                        </p:attrNameLst>
                                      </p:cBhvr>
                                      <p:to>
                                        <p:strVal val="visible"/>
                                      </p:to>
                                    </p:set>
                                    <p:animEffect filter="dissolve" transition="in">
                                      <p:cBhvr>
                                        <p:cTn id="319" dur="500"/>
                                        <p:tgtEl>
                                          <p:spTgt spid="7604"/>
                                        </p:tgtEl>
                                      </p:cBhvr>
                                    </p:animEffect>
                                  </p:childTnLst>
                                </p:cTn>
                              </p:par>
                            </p:childTnLst>
                          </p:cTn>
                        </p:par>
                        <p:par>
                          <p:cTn id="320" fill="hold">
                            <p:stCondLst>
                              <p:cond delay="39500"/>
                            </p:stCondLst>
                            <p:childTnLst>
                              <p:par>
                                <p:cTn id="321" presetClass="entr" nodeType="afterEffect" presetID="9" grpId="80" fill="hold">
                                  <p:stCondLst>
                                    <p:cond delay="0"/>
                                  </p:stCondLst>
                                  <p:iterate type="el" backwards="0">
                                    <p:tmAbs val="0"/>
                                  </p:iterate>
                                  <p:childTnLst>
                                    <p:set>
                                      <p:cBhvr>
                                        <p:cTn id="322" fill="hold"/>
                                        <p:tgtEl>
                                          <p:spTgt spid="7605"/>
                                        </p:tgtEl>
                                        <p:attrNameLst>
                                          <p:attrName>style.visibility</p:attrName>
                                        </p:attrNameLst>
                                      </p:cBhvr>
                                      <p:to>
                                        <p:strVal val="visible"/>
                                      </p:to>
                                    </p:set>
                                    <p:animEffect filter="dissolve" transition="in">
                                      <p:cBhvr>
                                        <p:cTn id="323" dur="500"/>
                                        <p:tgtEl>
                                          <p:spTgt spid="7605"/>
                                        </p:tgtEl>
                                      </p:cBhvr>
                                    </p:animEffect>
                                  </p:childTnLst>
                                </p:cTn>
                              </p:par>
                            </p:childTnLst>
                          </p:cTn>
                        </p:par>
                        <p:par>
                          <p:cTn id="324" fill="hold">
                            <p:stCondLst>
                              <p:cond delay="40000"/>
                            </p:stCondLst>
                            <p:childTnLst>
                              <p:par>
                                <p:cTn id="325" presetClass="entr" nodeType="afterEffect" presetID="9" grpId="81" fill="hold">
                                  <p:stCondLst>
                                    <p:cond delay="0"/>
                                  </p:stCondLst>
                                  <p:iterate type="el" backwards="0">
                                    <p:tmAbs val="0"/>
                                  </p:iterate>
                                  <p:childTnLst>
                                    <p:set>
                                      <p:cBhvr>
                                        <p:cTn id="326" fill="hold"/>
                                        <p:tgtEl>
                                          <p:spTgt spid="7606"/>
                                        </p:tgtEl>
                                        <p:attrNameLst>
                                          <p:attrName>style.visibility</p:attrName>
                                        </p:attrNameLst>
                                      </p:cBhvr>
                                      <p:to>
                                        <p:strVal val="visible"/>
                                      </p:to>
                                    </p:set>
                                    <p:animEffect filter="dissolve" transition="in">
                                      <p:cBhvr>
                                        <p:cTn id="327" dur="500"/>
                                        <p:tgtEl>
                                          <p:spTgt spid="7606"/>
                                        </p:tgtEl>
                                      </p:cBhvr>
                                    </p:animEffect>
                                  </p:childTnLst>
                                </p:cTn>
                              </p:par>
                            </p:childTnLst>
                          </p:cTn>
                        </p:par>
                        <p:par>
                          <p:cTn id="328" fill="hold">
                            <p:stCondLst>
                              <p:cond delay="40500"/>
                            </p:stCondLst>
                            <p:childTnLst>
                              <p:par>
                                <p:cTn id="329" presetClass="entr" nodeType="afterEffect" presetID="9" grpId="82" fill="hold">
                                  <p:stCondLst>
                                    <p:cond delay="0"/>
                                  </p:stCondLst>
                                  <p:iterate type="el" backwards="0">
                                    <p:tmAbs val="0"/>
                                  </p:iterate>
                                  <p:childTnLst>
                                    <p:set>
                                      <p:cBhvr>
                                        <p:cTn id="330" fill="hold"/>
                                        <p:tgtEl>
                                          <p:spTgt spid="7607"/>
                                        </p:tgtEl>
                                        <p:attrNameLst>
                                          <p:attrName>style.visibility</p:attrName>
                                        </p:attrNameLst>
                                      </p:cBhvr>
                                      <p:to>
                                        <p:strVal val="visible"/>
                                      </p:to>
                                    </p:set>
                                    <p:animEffect filter="dissolve" transition="in">
                                      <p:cBhvr>
                                        <p:cTn id="331" dur="500"/>
                                        <p:tgtEl>
                                          <p:spTgt spid="7607"/>
                                        </p:tgtEl>
                                      </p:cBhvr>
                                    </p:animEffect>
                                  </p:childTnLst>
                                </p:cTn>
                              </p:par>
                            </p:childTnLst>
                          </p:cTn>
                        </p:par>
                        <p:par>
                          <p:cTn id="332" fill="hold">
                            <p:stCondLst>
                              <p:cond delay="41000"/>
                            </p:stCondLst>
                            <p:childTnLst>
                              <p:par>
                                <p:cTn id="333" presetClass="entr" nodeType="afterEffect" presetID="9" grpId="83" fill="hold">
                                  <p:stCondLst>
                                    <p:cond delay="0"/>
                                  </p:stCondLst>
                                  <p:iterate type="el" backwards="0">
                                    <p:tmAbs val="0"/>
                                  </p:iterate>
                                  <p:childTnLst>
                                    <p:set>
                                      <p:cBhvr>
                                        <p:cTn id="334" fill="hold"/>
                                        <p:tgtEl>
                                          <p:spTgt spid="7608"/>
                                        </p:tgtEl>
                                        <p:attrNameLst>
                                          <p:attrName>style.visibility</p:attrName>
                                        </p:attrNameLst>
                                      </p:cBhvr>
                                      <p:to>
                                        <p:strVal val="visible"/>
                                      </p:to>
                                    </p:set>
                                    <p:animEffect filter="dissolve" transition="in">
                                      <p:cBhvr>
                                        <p:cTn id="335" dur="500"/>
                                        <p:tgtEl>
                                          <p:spTgt spid="7608"/>
                                        </p:tgtEl>
                                      </p:cBhvr>
                                    </p:animEffect>
                                  </p:childTnLst>
                                </p:cTn>
                              </p:par>
                            </p:childTnLst>
                          </p:cTn>
                        </p:par>
                        <p:par>
                          <p:cTn id="336" fill="hold">
                            <p:stCondLst>
                              <p:cond delay="41500"/>
                            </p:stCondLst>
                            <p:childTnLst>
                              <p:par>
                                <p:cTn id="337" presetClass="entr" nodeType="afterEffect" presetID="9" grpId="84" fill="hold">
                                  <p:stCondLst>
                                    <p:cond delay="0"/>
                                  </p:stCondLst>
                                  <p:iterate type="el" backwards="0">
                                    <p:tmAbs val="0"/>
                                  </p:iterate>
                                  <p:childTnLst>
                                    <p:set>
                                      <p:cBhvr>
                                        <p:cTn id="338" fill="hold"/>
                                        <p:tgtEl>
                                          <p:spTgt spid="7609"/>
                                        </p:tgtEl>
                                        <p:attrNameLst>
                                          <p:attrName>style.visibility</p:attrName>
                                        </p:attrNameLst>
                                      </p:cBhvr>
                                      <p:to>
                                        <p:strVal val="visible"/>
                                      </p:to>
                                    </p:set>
                                    <p:animEffect filter="dissolve" transition="in">
                                      <p:cBhvr>
                                        <p:cTn id="339" dur="500"/>
                                        <p:tgtEl>
                                          <p:spTgt spid="7609"/>
                                        </p:tgtEl>
                                      </p:cBhvr>
                                    </p:animEffect>
                                  </p:childTnLst>
                                </p:cTn>
                              </p:par>
                            </p:childTnLst>
                          </p:cTn>
                        </p:par>
                        <p:par>
                          <p:cTn id="340" fill="hold">
                            <p:stCondLst>
                              <p:cond delay="42000"/>
                            </p:stCondLst>
                            <p:childTnLst>
                              <p:par>
                                <p:cTn id="341" presetClass="entr" nodeType="afterEffect" presetID="9" grpId="85" fill="hold">
                                  <p:stCondLst>
                                    <p:cond delay="0"/>
                                  </p:stCondLst>
                                  <p:iterate type="el" backwards="0">
                                    <p:tmAbs val="0"/>
                                  </p:iterate>
                                  <p:childTnLst>
                                    <p:set>
                                      <p:cBhvr>
                                        <p:cTn id="342" fill="hold"/>
                                        <p:tgtEl>
                                          <p:spTgt spid="7610"/>
                                        </p:tgtEl>
                                        <p:attrNameLst>
                                          <p:attrName>style.visibility</p:attrName>
                                        </p:attrNameLst>
                                      </p:cBhvr>
                                      <p:to>
                                        <p:strVal val="visible"/>
                                      </p:to>
                                    </p:set>
                                    <p:animEffect filter="dissolve" transition="in">
                                      <p:cBhvr>
                                        <p:cTn id="343" dur="500"/>
                                        <p:tgtEl>
                                          <p:spTgt spid="7610"/>
                                        </p:tgtEl>
                                      </p:cBhvr>
                                    </p:animEffect>
                                  </p:childTnLst>
                                </p:cTn>
                              </p:par>
                            </p:childTnLst>
                          </p:cTn>
                        </p:par>
                        <p:par>
                          <p:cTn id="344" fill="hold">
                            <p:stCondLst>
                              <p:cond delay="42500"/>
                            </p:stCondLst>
                            <p:childTnLst>
                              <p:par>
                                <p:cTn id="345" presetClass="entr" nodeType="afterEffect" presetID="9" grpId="86" fill="hold">
                                  <p:stCondLst>
                                    <p:cond delay="0"/>
                                  </p:stCondLst>
                                  <p:iterate type="el" backwards="0">
                                    <p:tmAbs val="0"/>
                                  </p:iterate>
                                  <p:childTnLst>
                                    <p:set>
                                      <p:cBhvr>
                                        <p:cTn id="346" fill="hold"/>
                                        <p:tgtEl>
                                          <p:spTgt spid="7611"/>
                                        </p:tgtEl>
                                        <p:attrNameLst>
                                          <p:attrName>style.visibility</p:attrName>
                                        </p:attrNameLst>
                                      </p:cBhvr>
                                      <p:to>
                                        <p:strVal val="visible"/>
                                      </p:to>
                                    </p:set>
                                    <p:animEffect filter="dissolve" transition="in">
                                      <p:cBhvr>
                                        <p:cTn id="347" dur="500"/>
                                        <p:tgtEl>
                                          <p:spTgt spid="7611"/>
                                        </p:tgtEl>
                                      </p:cBhvr>
                                    </p:animEffect>
                                  </p:childTnLst>
                                </p:cTn>
                              </p:par>
                            </p:childTnLst>
                          </p:cTn>
                        </p:par>
                        <p:par>
                          <p:cTn id="348" fill="hold">
                            <p:stCondLst>
                              <p:cond delay="43000"/>
                            </p:stCondLst>
                            <p:childTnLst>
                              <p:par>
                                <p:cTn id="349" presetClass="entr" nodeType="afterEffect" presetID="9" grpId="87" fill="hold">
                                  <p:stCondLst>
                                    <p:cond delay="0"/>
                                  </p:stCondLst>
                                  <p:iterate type="el" backwards="0">
                                    <p:tmAbs val="0"/>
                                  </p:iterate>
                                  <p:childTnLst>
                                    <p:set>
                                      <p:cBhvr>
                                        <p:cTn id="350" fill="hold"/>
                                        <p:tgtEl>
                                          <p:spTgt spid="7612"/>
                                        </p:tgtEl>
                                        <p:attrNameLst>
                                          <p:attrName>style.visibility</p:attrName>
                                        </p:attrNameLst>
                                      </p:cBhvr>
                                      <p:to>
                                        <p:strVal val="visible"/>
                                      </p:to>
                                    </p:set>
                                    <p:animEffect filter="dissolve" transition="in">
                                      <p:cBhvr>
                                        <p:cTn id="351" dur="500"/>
                                        <p:tgtEl>
                                          <p:spTgt spid="7612"/>
                                        </p:tgtEl>
                                      </p:cBhvr>
                                    </p:animEffect>
                                  </p:childTnLst>
                                </p:cTn>
                              </p:par>
                            </p:childTnLst>
                          </p:cTn>
                        </p:par>
                        <p:par>
                          <p:cTn id="352" fill="hold">
                            <p:stCondLst>
                              <p:cond delay="43500"/>
                            </p:stCondLst>
                            <p:childTnLst>
                              <p:par>
                                <p:cTn id="353" presetClass="entr" nodeType="afterEffect" presetID="9" grpId="88" fill="hold">
                                  <p:stCondLst>
                                    <p:cond delay="0"/>
                                  </p:stCondLst>
                                  <p:iterate type="el" backwards="0">
                                    <p:tmAbs val="0"/>
                                  </p:iterate>
                                  <p:childTnLst>
                                    <p:set>
                                      <p:cBhvr>
                                        <p:cTn id="354" fill="hold"/>
                                        <p:tgtEl>
                                          <p:spTgt spid="7613"/>
                                        </p:tgtEl>
                                        <p:attrNameLst>
                                          <p:attrName>style.visibility</p:attrName>
                                        </p:attrNameLst>
                                      </p:cBhvr>
                                      <p:to>
                                        <p:strVal val="visible"/>
                                      </p:to>
                                    </p:set>
                                    <p:animEffect filter="dissolve" transition="in">
                                      <p:cBhvr>
                                        <p:cTn id="355" dur="500"/>
                                        <p:tgtEl>
                                          <p:spTgt spid="7613"/>
                                        </p:tgtEl>
                                      </p:cBhvr>
                                    </p:animEffect>
                                  </p:childTnLst>
                                </p:cTn>
                              </p:par>
                            </p:childTnLst>
                          </p:cTn>
                        </p:par>
                        <p:par>
                          <p:cTn id="356" fill="hold">
                            <p:stCondLst>
                              <p:cond delay="44000"/>
                            </p:stCondLst>
                            <p:childTnLst>
                              <p:par>
                                <p:cTn id="357" presetClass="entr" nodeType="afterEffect" presetID="9" grpId="89" fill="hold">
                                  <p:stCondLst>
                                    <p:cond delay="0"/>
                                  </p:stCondLst>
                                  <p:iterate type="el" backwards="0">
                                    <p:tmAbs val="0"/>
                                  </p:iterate>
                                  <p:childTnLst>
                                    <p:set>
                                      <p:cBhvr>
                                        <p:cTn id="358" fill="hold"/>
                                        <p:tgtEl>
                                          <p:spTgt spid="7614"/>
                                        </p:tgtEl>
                                        <p:attrNameLst>
                                          <p:attrName>style.visibility</p:attrName>
                                        </p:attrNameLst>
                                      </p:cBhvr>
                                      <p:to>
                                        <p:strVal val="visible"/>
                                      </p:to>
                                    </p:set>
                                    <p:animEffect filter="dissolve" transition="in">
                                      <p:cBhvr>
                                        <p:cTn id="359" dur="500"/>
                                        <p:tgtEl>
                                          <p:spTgt spid="7614"/>
                                        </p:tgtEl>
                                      </p:cBhvr>
                                    </p:animEffect>
                                  </p:childTnLst>
                                </p:cTn>
                              </p:par>
                            </p:childTnLst>
                          </p:cTn>
                        </p:par>
                        <p:par>
                          <p:cTn id="360" fill="hold">
                            <p:stCondLst>
                              <p:cond delay="44500"/>
                            </p:stCondLst>
                            <p:childTnLst>
                              <p:par>
                                <p:cTn id="361" presetClass="entr" nodeType="afterEffect" presetID="9" grpId="90" fill="hold">
                                  <p:stCondLst>
                                    <p:cond delay="0"/>
                                  </p:stCondLst>
                                  <p:iterate type="el" backwards="0">
                                    <p:tmAbs val="0"/>
                                  </p:iterate>
                                  <p:childTnLst>
                                    <p:set>
                                      <p:cBhvr>
                                        <p:cTn id="362" fill="hold"/>
                                        <p:tgtEl>
                                          <p:spTgt spid="7615"/>
                                        </p:tgtEl>
                                        <p:attrNameLst>
                                          <p:attrName>style.visibility</p:attrName>
                                        </p:attrNameLst>
                                      </p:cBhvr>
                                      <p:to>
                                        <p:strVal val="visible"/>
                                      </p:to>
                                    </p:set>
                                    <p:animEffect filter="dissolve" transition="in">
                                      <p:cBhvr>
                                        <p:cTn id="363" dur="500"/>
                                        <p:tgtEl>
                                          <p:spTgt spid="7615"/>
                                        </p:tgtEl>
                                      </p:cBhvr>
                                    </p:animEffect>
                                  </p:childTnLst>
                                </p:cTn>
                              </p:par>
                            </p:childTnLst>
                          </p:cTn>
                        </p:par>
                        <p:par>
                          <p:cTn id="364" fill="hold">
                            <p:stCondLst>
                              <p:cond delay="45000"/>
                            </p:stCondLst>
                            <p:childTnLst>
                              <p:par>
                                <p:cTn id="365" presetClass="entr" nodeType="afterEffect" presetID="9" grpId="91" fill="hold">
                                  <p:stCondLst>
                                    <p:cond delay="0"/>
                                  </p:stCondLst>
                                  <p:iterate type="el" backwards="0">
                                    <p:tmAbs val="0"/>
                                  </p:iterate>
                                  <p:childTnLst>
                                    <p:set>
                                      <p:cBhvr>
                                        <p:cTn id="366" fill="hold"/>
                                        <p:tgtEl>
                                          <p:spTgt spid="7616"/>
                                        </p:tgtEl>
                                        <p:attrNameLst>
                                          <p:attrName>style.visibility</p:attrName>
                                        </p:attrNameLst>
                                      </p:cBhvr>
                                      <p:to>
                                        <p:strVal val="visible"/>
                                      </p:to>
                                    </p:set>
                                    <p:animEffect filter="dissolve" transition="in">
                                      <p:cBhvr>
                                        <p:cTn id="367" dur="500"/>
                                        <p:tgtEl>
                                          <p:spTgt spid="7616"/>
                                        </p:tgtEl>
                                      </p:cBhvr>
                                    </p:animEffect>
                                  </p:childTnLst>
                                </p:cTn>
                              </p:par>
                            </p:childTnLst>
                          </p:cTn>
                        </p:par>
                        <p:par>
                          <p:cTn id="368" fill="hold">
                            <p:stCondLst>
                              <p:cond delay="45500"/>
                            </p:stCondLst>
                            <p:childTnLst>
                              <p:par>
                                <p:cTn id="369" presetClass="entr" nodeType="afterEffect" presetID="9" grpId="92" fill="hold">
                                  <p:stCondLst>
                                    <p:cond delay="0"/>
                                  </p:stCondLst>
                                  <p:iterate type="el" backwards="0">
                                    <p:tmAbs val="0"/>
                                  </p:iterate>
                                  <p:childTnLst>
                                    <p:set>
                                      <p:cBhvr>
                                        <p:cTn id="370" fill="hold"/>
                                        <p:tgtEl>
                                          <p:spTgt spid="7617"/>
                                        </p:tgtEl>
                                        <p:attrNameLst>
                                          <p:attrName>style.visibility</p:attrName>
                                        </p:attrNameLst>
                                      </p:cBhvr>
                                      <p:to>
                                        <p:strVal val="visible"/>
                                      </p:to>
                                    </p:set>
                                    <p:animEffect filter="dissolve" transition="in">
                                      <p:cBhvr>
                                        <p:cTn id="371" dur="500"/>
                                        <p:tgtEl>
                                          <p:spTgt spid="7617"/>
                                        </p:tgtEl>
                                      </p:cBhvr>
                                    </p:animEffect>
                                  </p:childTnLst>
                                </p:cTn>
                              </p:par>
                            </p:childTnLst>
                          </p:cTn>
                        </p:par>
                        <p:par>
                          <p:cTn id="372" fill="hold">
                            <p:stCondLst>
                              <p:cond delay="46000"/>
                            </p:stCondLst>
                            <p:childTnLst>
                              <p:par>
                                <p:cTn id="373" presetClass="entr" nodeType="afterEffect" presetID="9" grpId="93" fill="hold">
                                  <p:stCondLst>
                                    <p:cond delay="0"/>
                                  </p:stCondLst>
                                  <p:iterate type="el" backwards="0">
                                    <p:tmAbs val="0"/>
                                  </p:iterate>
                                  <p:childTnLst>
                                    <p:set>
                                      <p:cBhvr>
                                        <p:cTn id="374" fill="hold"/>
                                        <p:tgtEl>
                                          <p:spTgt spid="7618"/>
                                        </p:tgtEl>
                                        <p:attrNameLst>
                                          <p:attrName>style.visibility</p:attrName>
                                        </p:attrNameLst>
                                      </p:cBhvr>
                                      <p:to>
                                        <p:strVal val="visible"/>
                                      </p:to>
                                    </p:set>
                                    <p:animEffect filter="dissolve" transition="in">
                                      <p:cBhvr>
                                        <p:cTn id="375" dur="500"/>
                                        <p:tgtEl>
                                          <p:spTgt spid="7618"/>
                                        </p:tgtEl>
                                      </p:cBhvr>
                                    </p:animEffect>
                                  </p:childTnLst>
                                </p:cTn>
                              </p:par>
                            </p:childTnLst>
                          </p:cTn>
                        </p:par>
                        <p:par>
                          <p:cTn id="376" fill="hold">
                            <p:stCondLst>
                              <p:cond delay="46500"/>
                            </p:stCondLst>
                            <p:childTnLst>
                              <p:par>
                                <p:cTn id="377" presetClass="entr" nodeType="afterEffect" presetID="9" grpId="94" fill="hold">
                                  <p:stCondLst>
                                    <p:cond delay="0"/>
                                  </p:stCondLst>
                                  <p:iterate type="el" backwards="0">
                                    <p:tmAbs val="0"/>
                                  </p:iterate>
                                  <p:childTnLst>
                                    <p:set>
                                      <p:cBhvr>
                                        <p:cTn id="378" fill="hold"/>
                                        <p:tgtEl>
                                          <p:spTgt spid="7619"/>
                                        </p:tgtEl>
                                        <p:attrNameLst>
                                          <p:attrName>style.visibility</p:attrName>
                                        </p:attrNameLst>
                                      </p:cBhvr>
                                      <p:to>
                                        <p:strVal val="visible"/>
                                      </p:to>
                                    </p:set>
                                    <p:animEffect filter="dissolve" transition="in">
                                      <p:cBhvr>
                                        <p:cTn id="379" dur="500"/>
                                        <p:tgtEl>
                                          <p:spTgt spid="7619"/>
                                        </p:tgtEl>
                                      </p:cBhvr>
                                    </p:animEffect>
                                  </p:childTnLst>
                                </p:cTn>
                              </p:par>
                            </p:childTnLst>
                          </p:cTn>
                        </p:par>
                        <p:par>
                          <p:cTn id="380" fill="hold">
                            <p:stCondLst>
                              <p:cond delay="47000"/>
                            </p:stCondLst>
                            <p:childTnLst>
                              <p:par>
                                <p:cTn id="381" presetClass="entr" nodeType="afterEffect" presetID="9" grpId="95" fill="hold">
                                  <p:stCondLst>
                                    <p:cond delay="0"/>
                                  </p:stCondLst>
                                  <p:iterate type="el" backwards="0">
                                    <p:tmAbs val="0"/>
                                  </p:iterate>
                                  <p:childTnLst>
                                    <p:set>
                                      <p:cBhvr>
                                        <p:cTn id="382" fill="hold"/>
                                        <p:tgtEl>
                                          <p:spTgt spid="7620"/>
                                        </p:tgtEl>
                                        <p:attrNameLst>
                                          <p:attrName>style.visibility</p:attrName>
                                        </p:attrNameLst>
                                      </p:cBhvr>
                                      <p:to>
                                        <p:strVal val="visible"/>
                                      </p:to>
                                    </p:set>
                                    <p:animEffect filter="dissolve" transition="in">
                                      <p:cBhvr>
                                        <p:cTn id="383" dur="500"/>
                                        <p:tgtEl>
                                          <p:spTgt spid="7620"/>
                                        </p:tgtEl>
                                      </p:cBhvr>
                                    </p:animEffect>
                                  </p:childTnLst>
                                </p:cTn>
                              </p:par>
                            </p:childTnLst>
                          </p:cTn>
                        </p:par>
                        <p:par>
                          <p:cTn id="384" fill="hold">
                            <p:stCondLst>
                              <p:cond delay="47500"/>
                            </p:stCondLst>
                            <p:childTnLst>
                              <p:par>
                                <p:cTn id="385" presetClass="entr" nodeType="afterEffect" presetID="9" grpId="96" fill="hold">
                                  <p:stCondLst>
                                    <p:cond delay="0"/>
                                  </p:stCondLst>
                                  <p:iterate type="el" backwards="0">
                                    <p:tmAbs val="0"/>
                                  </p:iterate>
                                  <p:childTnLst>
                                    <p:set>
                                      <p:cBhvr>
                                        <p:cTn id="386" fill="hold"/>
                                        <p:tgtEl>
                                          <p:spTgt spid="7621"/>
                                        </p:tgtEl>
                                        <p:attrNameLst>
                                          <p:attrName>style.visibility</p:attrName>
                                        </p:attrNameLst>
                                      </p:cBhvr>
                                      <p:to>
                                        <p:strVal val="visible"/>
                                      </p:to>
                                    </p:set>
                                    <p:animEffect filter="dissolve" transition="in">
                                      <p:cBhvr>
                                        <p:cTn id="387" dur="500"/>
                                        <p:tgtEl>
                                          <p:spTgt spid="7621"/>
                                        </p:tgtEl>
                                      </p:cBhvr>
                                    </p:animEffect>
                                  </p:childTnLst>
                                </p:cTn>
                              </p:par>
                            </p:childTnLst>
                          </p:cTn>
                        </p:par>
                        <p:par>
                          <p:cTn id="388" fill="hold">
                            <p:stCondLst>
                              <p:cond delay="48000"/>
                            </p:stCondLst>
                            <p:childTnLst>
                              <p:par>
                                <p:cTn id="389" presetClass="entr" nodeType="afterEffect" presetID="9" grpId="97" fill="hold">
                                  <p:stCondLst>
                                    <p:cond delay="0"/>
                                  </p:stCondLst>
                                  <p:iterate type="el" backwards="0">
                                    <p:tmAbs val="0"/>
                                  </p:iterate>
                                  <p:childTnLst>
                                    <p:set>
                                      <p:cBhvr>
                                        <p:cTn id="390" fill="hold"/>
                                        <p:tgtEl>
                                          <p:spTgt spid="7622"/>
                                        </p:tgtEl>
                                        <p:attrNameLst>
                                          <p:attrName>style.visibility</p:attrName>
                                        </p:attrNameLst>
                                      </p:cBhvr>
                                      <p:to>
                                        <p:strVal val="visible"/>
                                      </p:to>
                                    </p:set>
                                    <p:animEffect filter="dissolve" transition="in">
                                      <p:cBhvr>
                                        <p:cTn id="391" dur="500"/>
                                        <p:tgtEl>
                                          <p:spTgt spid="7622"/>
                                        </p:tgtEl>
                                      </p:cBhvr>
                                    </p:animEffect>
                                  </p:childTnLst>
                                </p:cTn>
                              </p:par>
                            </p:childTnLst>
                          </p:cTn>
                        </p:par>
                        <p:par>
                          <p:cTn id="392" fill="hold">
                            <p:stCondLst>
                              <p:cond delay="48500"/>
                            </p:stCondLst>
                            <p:childTnLst>
                              <p:par>
                                <p:cTn id="393" presetClass="entr" nodeType="afterEffect" presetID="9" grpId="98" fill="hold">
                                  <p:stCondLst>
                                    <p:cond delay="0"/>
                                  </p:stCondLst>
                                  <p:iterate type="el" backwards="0">
                                    <p:tmAbs val="0"/>
                                  </p:iterate>
                                  <p:childTnLst>
                                    <p:set>
                                      <p:cBhvr>
                                        <p:cTn id="394" fill="hold"/>
                                        <p:tgtEl>
                                          <p:spTgt spid="7623"/>
                                        </p:tgtEl>
                                        <p:attrNameLst>
                                          <p:attrName>style.visibility</p:attrName>
                                        </p:attrNameLst>
                                      </p:cBhvr>
                                      <p:to>
                                        <p:strVal val="visible"/>
                                      </p:to>
                                    </p:set>
                                    <p:animEffect filter="dissolve" transition="in">
                                      <p:cBhvr>
                                        <p:cTn id="395" dur="500"/>
                                        <p:tgtEl>
                                          <p:spTgt spid="7623"/>
                                        </p:tgtEl>
                                      </p:cBhvr>
                                    </p:animEffect>
                                  </p:childTnLst>
                                </p:cTn>
                              </p:par>
                            </p:childTnLst>
                          </p:cTn>
                        </p:par>
                        <p:par>
                          <p:cTn id="396" fill="hold">
                            <p:stCondLst>
                              <p:cond delay="49000"/>
                            </p:stCondLst>
                            <p:childTnLst>
                              <p:par>
                                <p:cTn id="397" presetClass="entr" nodeType="afterEffect" presetID="9" grpId="99" fill="hold">
                                  <p:stCondLst>
                                    <p:cond delay="0"/>
                                  </p:stCondLst>
                                  <p:iterate type="el" backwards="0">
                                    <p:tmAbs val="0"/>
                                  </p:iterate>
                                  <p:childTnLst>
                                    <p:set>
                                      <p:cBhvr>
                                        <p:cTn id="398" fill="hold"/>
                                        <p:tgtEl>
                                          <p:spTgt spid="7624"/>
                                        </p:tgtEl>
                                        <p:attrNameLst>
                                          <p:attrName>style.visibility</p:attrName>
                                        </p:attrNameLst>
                                      </p:cBhvr>
                                      <p:to>
                                        <p:strVal val="visible"/>
                                      </p:to>
                                    </p:set>
                                    <p:animEffect filter="dissolve" transition="in">
                                      <p:cBhvr>
                                        <p:cTn id="399" dur="500"/>
                                        <p:tgtEl>
                                          <p:spTgt spid="7624"/>
                                        </p:tgtEl>
                                      </p:cBhvr>
                                    </p:animEffect>
                                  </p:childTnLst>
                                </p:cTn>
                              </p:par>
                            </p:childTnLst>
                          </p:cTn>
                        </p:par>
                        <p:par>
                          <p:cTn id="400" fill="hold">
                            <p:stCondLst>
                              <p:cond delay="49500"/>
                            </p:stCondLst>
                            <p:childTnLst>
                              <p:par>
                                <p:cTn id="401" presetClass="entr" nodeType="afterEffect" presetID="9" grpId="100" fill="hold">
                                  <p:stCondLst>
                                    <p:cond delay="0"/>
                                  </p:stCondLst>
                                  <p:iterate type="el" backwards="0">
                                    <p:tmAbs val="0"/>
                                  </p:iterate>
                                  <p:childTnLst>
                                    <p:set>
                                      <p:cBhvr>
                                        <p:cTn id="402" fill="hold"/>
                                        <p:tgtEl>
                                          <p:spTgt spid="7625"/>
                                        </p:tgtEl>
                                        <p:attrNameLst>
                                          <p:attrName>style.visibility</p:attrName>
                                        </p:attrNameLst>
                                      </p:cBhvr>
                                      <p:to>
                                        <p:strVal val="visible"/>
                                      </p:to>
                                    </p:set>
                                    <p:animEffect filter="dissolve" transition="in">
                                      <p:cBhvr>
                                        <p:cTn id="403" dur="500"/>
                                        <p:tgtEl>
                                          <p:spTgt spid="7625"/>
                                        </p:tgtEl>
                                      </p:cBhvr>
                                    </p:animEffect>
                                  </p:childTnLst>
                                </p:cTn>
                              </p:par>
                            </p:childTnLst>
                          </p:cTn>
                        </p:par>
                        <p:par>
                          <p:cTn id="404" fill="hold">
                            <p:stCondLst>
                              <p:cond delay="50000"/>
                            </p:stCondLst>
                            <p:childTnLst>
                              <p:par>
                                <p:cTn id="405" presetClass="entr" nodeType="afterEffect" presetID="9" grpId="101" fill="hold">
                                  <p:stCondLst>
                                    <p:cond delay="0"/>
                                  </p:stCondLst>
                                  <p:iterate type="el" backwards="0">
                                    <p:tmAbs val="0"/>
                                  </p:iterate>
                                  <p:childTnLst>
                                    <p:set>
                                      <p:cBhvr>
                                        <p:cTn id="406" fill="hold"/>
                                        <p:tgtEl>
                                          <p:spTgt spid="7626"/>
                                        </p:tgtEl>
                                        <p:attrNameLst>
                                          <p:attrName>style.visibility</p:attrName>
                                        </p:attrNameLst>
                                      </p:cBhvr>
                                      <p:to>
                                        <p:strVal val="visible"/>
                                      </p:to>
                                    </p:set>
                                    <p:animEffect filter="dissolve" transition="in">
                                      <p:cBhvr>
                                        <p:cTn id="407" dur="500"/>
                                        <p:tgtEl>
                                          <p:spTgt spid="7626"/>
                                        </p:tgtEl>
                                      </p:cBhvr>
                                    </p:animEffect>
                                  </p:childTnLst>
                                </p:cTn>
                              </p:par>
                            </p:childTnLst>
                          </p:cTn>
                        </p:par>
                        <p:par>
                          <p:cTn id="408" fill="hold">
                            <p:stCondLst>
                              <p:cond delay="50500"/>
                            </p:stCondLst>
                            <p:childTnLst>
                              <p:par>
                                <p:cTn id="409" presetClass="entr" nodeType="afterEffect" presetID="9" grpId="102" fill="hold">
                                  <p:stCondLst>
                                    <p:cond delay="0"/>
                                  </p:stCondLst>
                                  <p:iterate type="el" backwards="0">
                                    <p:tmAbs val="0"/>
                                  </p:iterate>
                                  <p:childTnLst>
                                    <p:set>
                                      <p:cBhvr>
                                        <p:cTn id="410" fill="hold"/>
                                        <p:tgtEl>
                                          <p:spTgt spid="7627"/>
                                        </p:tgtEl>
                                        <p:attrNameLst>
                                          <p:attrName>style.visibility</p:attrName>
                                        </p:attrNameLst>
                                      </p:cBhvr>
                                      <p:to>
                                        <p:strVal val="visible"/>
                                      </p:to>
                                    </p:set>
                                    <p:animEffect filter="dissolve" transition="in">
                                      <p:cBhvr>
                                        <p:cTn id="411" dur="500"/>
                                        <p:tgtEl>
                                          <p:spTgt spid="7627"/>
                                        </p:tgtEl>
                                      </p:cBhvr>
                                    </p:animEffect>
                                  </p:childTnLst>
                                </p:cTn>
                              </p:par>
                            </p:childTnLst>
                          </p:cTn>
                        </p:par>
                        <p:par>
                          <p:cTn id="412" fill="hold">
                            <p:stCondLst>
                              <p:cond delay="51000"/>
                            </p:stCondLst>
                            <p:childTnLst>
                              <p:par>
                                <p:cTn id="413" presetClass="entr" nodeType="afterEffect" presetID="9" grpId="103" fill="hold">
                                  <p:stCondLst>
                                    <p:cond delay="0"/>
                                  </p:stCondLst>
                                  <p:iterate type="el" backwards="0">
                                    <p:tmAbs val="0"/>
                                  </p:iterate>
                                  <p:childTnLst>
                                    <p:set>
                                      <p:cBhvr>
                                        <p:cTn id="414" fill="hold"/>
                                        <p:tgtEl>
                                          <p:spTgt spid="7628"/>
                                        </p:tgtEl>
                                        <p:attrNameLst>
                                          <p:attrName>style.visibility</p:attrName>
                                        </p:attrNameLst>
                                      </p:cBhvr>
                                      <p:to>
                                        <p:strVal val="visible"/>
                                      </p:to>
                                    </p:set>
                                    <p:animEffect filter="dissolve" transition="in">
                                      <p:cBhvr>
                                        <p:cTn id="415" dur="500"/>
                                        <p:tgtEl>
                                          <p:spTgt spid="7628"/>
                                        </p:tgtEl>
                                      </p:cBhvr>
                                    </p:animEffect>
                                  </p:childTnLst>
                                </p:cTn>
                              </p:par>
                            </p:childTnLst>
                          </p:cTn>
                        </p:par>
                        <p:par>
                          <p:cTn id="416" fill="hold">
                            <p:stCondLst>
                              <p:cond delay="51500"/>
                            </p:stCondLst>
                            <p:childTnLst>
                              <p:par>
                                <p:cTn id="417" presetClass="entr" nodeType="afterEffect" presetID="9" grpId="104" fill="hold">
                                  <p:stCondLst>
                                    <p:cond delay="0"/>
                                  </p:stCondLst>
                                  <p:iterate type="el" backwards="0">
                                    <p:tmAbs val="0"/>
                                  </p:iterate>
                                  <p:childTnLst>
                                    <p:set>
                                      <p:cBhvr>
                                        <p:cTn id="418" fill="hold"/>
                                        <p:tgtEl>
                                          <p:spTgt spid="7629"/>
                                        </p:tgtEl>
                                        <p:attrNameLst>
                                          <p:attrName>style.visibility</p:attrName>
                                        </p:attrNameLst>
                                      </p:cBhvr>
                                      <p:to>
                                        <p:strVal val="visible"/>
                                      </p:to>
                                    </p:set>
                                    <p:animEffect filter="dissolve" transition="in">
                                      <p:cBhvr>
                                        <p:cTn id="419" dur="500"/>
                                        <p:tgtEl>
                                          <p:spTgt spid="7629"/>
                                        </p:tgtEl>
                                      </p:cBhvr>
                                    </p:animEffect>
                                  </p:childTnLst>
                                </p:cTn>
                              </p:par>
                            </p:childTnLst>
                          </p:cTn>
                        </p:par>
                        <p:par>
                          <p:cTn id="420" fill="hold">
                            <p:stCondLst>
                              <p:cond delay="52000"/>
                            </p:stCondLst>
                            <p:childTnLst>
                              <p:par>
                                <p:cTn id="421" presetClass="entr" nodeType="afterEffect" presetID="9" grpId="105" fill="hold">
                                  <p:stCondLst>
                                    <p:cond delay="0"/>
                                  </p:stCondLst>
                                  <p:iterate type="el" backwards="0">
                                    <p:tmAbs val="0"/>
                                  </p:iterate>
                                  <p:childTnLst>
                                    <p:set>
                                      <p:cBhvr>
                                        <p:cTn id="422" fill="hold"/>
                                        <p:tgtEl>
                                          <p:spTgt spid="7630"/>
                                        </p:tgtEl>
                                        <p:attrNameLst>
                                          <p:attrName>style.visibility</p:attrName>
                                        </p:attrNameLst>
                                      </p:cBhvr>
                                      <p:to>
                                        <p:strVal val="visible"/>
                                      </p:to>
                                    </p:set>
                                    <p:animEffect filter="dissolve" transition="in">
                                      <p:cBhvr>
                                        <p:cTn id="423" dur="500"/>
                                        <p:tgtEl>
                                          <p:spTgt spid="7630"/>
                                        </p:tgtEl>
                                      </p:cBhvr>
                                    </p:animEffect>
                                  </p:childTnLst>
                                </p:cTn>
                              </p:par>
                            </p:childTnLst>
                          </p:cTn>
                        </p:par>
                        <p:par>
                          <p:cTn id="424" fill="hold">
                            <p:stCondLst>
                              <p:cond delay="52500"/>
                            </p:stCondLst>
                            <p:childTnLst>
                              <p:par>
                                <p:cTn id="425" presetClass="entr" nodeType="afterEffect" presetID="9" grpId="106" fill="hold">
                                  <p:stCondLst>
                                    <p:cond delay="0"/>
                                  </p:stCondLst>
                                  <p:iterate type="el" backwards="0">
                                    <p:tmAbs val="0"/>
                                  </p:iterate>
                                  <p:childTnLst>
                                    <p:set>
                                      <p:cBhvr>
                                        <p:cTn id="426" fill="hold"/>
                                        <p:tgtEl>
                                          <p:spTgt spid="7631"/>
                                        </p:tgtEl>
                                        <p:attrNameLst>
                                          <p:attrName>style.visibility</p:attrName>
                                        </p:attrNameLst>
                                      </p:cBhvr>
                                      <p:to>
                                        <p:strVal val="visible"/>
                                      </p:to>
                                    </p:set>
                                    <p:animEffect filter="dissolve" transition="in">
                                      <p:cBhvr>
                                        <p:cTn id="427" dur="500"/>
                                        <p:tgtEl>
                                          <p:spTgt spid="7631"/>
                                        </p:tgtEl>
                                      </p:cBhvr>
                                    </p:animEffect>
                                  </p:childTnLst>
                                </p:cTn>
                              </p:par>
                            </p:childTnLst>
                          </p:cTn>
                        </p:par>
                        <p:par>
                          <p:cTn id="428" fill="hold">
                            <p:stCondLst>
                              <p:cond delay="53000"/>
                            </p:stCondLst>
                            <p:childTnLst>
                              <p:par>
                                <p:cTn id="429" presetClass="entr" nodeType="afterEffect" presetID="9" grpId="107" fill="hold">
                                  <p:stCondLst>
                                    <p:cond delay="0"/>
                                  </p:stCondLst>
                                  <p:iterate type="el" backwards="0">
                                    <p:tmAbs val="0"/>
                                  </p:iterate>
                                  <p:childTnLst>
                                    <p:set>
                                      <p:cBhvr>
                                        <p:cTn id="430" fill="hold"/>
                                        <p:tgtEl>
                                          <p:spTgt spid="7632"/>
                                        </p:tgtEl>
                                        <p:attrNameLst>
                                          <p:attrName>style.visibility</p:attrName>
                                        </p:attrNameLst>
                                      </p:cBhvr>
                                      <p:to>
                                        <p:strVal val="visible"/>
                                      </p:to>
                                    </p:set>
                                    <p:animEffect filter="dissolve" transition="in">
                                      <p:cBhvr>
                                        <p:cTn id="431" dur="500"/>
                                        <p:tgtEl>
                                          <p:spTgt spid="7632"/>
                                        </p:tgtEl>
                                      </p:cBhvr>
                                    </p:animEffect>
                                  </p:childTnLst>
                                </p:cTn>
                              </p:par>
                            </p:childTnLst>
                          </p:cTn>
                        </p:par>
                        <p:par>
                          <p:cTn id="432" fill="hold">
                            <p:stCondLst>
                              <p:cond delay="53500"/>
                            </p:stCondLst>
                            <p:childTnLst>
                              <p:par>
                                <p:cTn id="433" presetClass="entr" nodeType="afterEffect" presetID="9" grpId="108" fill="hold">
                                  <p:stCondLst>
                                    <p:cond delay="0"/>
                                  </p:stCondLst>
                                  <p:iterate type="el" backwards="0">
                                    <p:tmAbs val="0"/>
                                  </p:iterate>
                                  <p:childTnLst>
                                    <p:set>
                                      <p:cBhvr>
                                        <p:cTn id="434" fill="hold"/>
                                        <p:tgtEl>
                                          <p:spTgt spid="7633"/>
                                        </p:tgtEl>
                                        <p:attrNameLst>
                                          <p:attrName>style.visibility</p:attrName>
                                        </p:attrNameLst>
                                      </p:cBhvr>
                                      <p:to>
                                        <p:strVal val="visible"/>
                                      </p:to>
                                    </p:set>
                                    <p:animEffect filter="dissolve" transition="in">
                                      <p:cBhvr>
                                        <p:cTn id="435" dur="500"/>
                                        <p:tgtEl>
                                          <p:spTgt spid="763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531" grpId="6"/>
      <p:bldP build="whole" bldLvl="1" animBg="1" rev="0" advAuto="0" spid="7564" grpId="39"/>
      <p:bldP build="whole" bldLvl="1" animBg="1" rev="0" advAuto="0" spid="7549" grpId="24"/>
      <p:bldP build="whole" bldLvl="1" animBg="1" rev="0" advAuto="0" spid="7606" grpId="81"/>
      <p:bldP build="whole" bldLvl="1" animBg="1" rev="0" advAuto="0" spid="7627" grpId="102"/>
      <p:bldP build="whole" bldLvl="1" animBg="1" rev="0" advAuto="0" spid="7599" grpId="74"/>
      <p:bldP build="whole" bldLvl="1" animBg="1" rev="0" advAuto="0" spid="7580" grpId="55"/>
      <p:bldP build="whole" bldLvl="1" animBg="1" rev="0" advAuto="0" spid="7532" grpId="7"/>
      <p:bldP build="whole" bldLvl="1" animBg="1" rev="0" advAuto="0" spid="7630" grpId="105"/>
      <p:bldP build="whole" bldLvl="1" animBg="1" rev="0" advAuto="0" spid="7556" grpId="31"/>
      <p:bldP build="whole" bldLvl="1" animBg="1" rev="0" advAuto="0" spid="7555" grpId="30"/>
      <p:bldP build="whole" bldLvl="1" animBg="1" rev="0" advAuto="0" spid="7539" grpId="14"/>
      <p:bldP build="whole" bldLvl="1" animBg="1" rev="0" advAuto="0" spid="7588" grpId="63"/>
      <p:bldP build="whole" bldLvl="1" animBg="1" rev="0" advAuto="0" spid="7601" grpId="76"/>
      <p:bldP build="whole" bldLvl="1" animBg="1" rev="0" advAuto="0" spid="7621" grpId="96"/>
      <p:bldP build="whole" bldLvl="1" animBg="1" rev="0" advAuto="0" spid="7575" grpId="50"/>
      <p:bldP build="whole" bldLvl="1" animBg="1" rev="0" advAuto="0" spid="7587" grpId="62"/>
      <p:bldP build="whole" bldLvl="1" animBg="1" rev="0" advAuto="0" spid="7533" grpId="8"/>
      <p:bldP build="whole" bldLvl="1" animBg="1" rev="0" advAuto="0" spid="7632" grpId="107"/>
      <p:bldP build="whole" bldLvl="1" animBg="1" rev="0" advAuto="0" spid="7578" grpId="53"/>
      <p:bldP build="whole" bldLvl="1" animBg="1" rev="0" advAuto="0" spid="7615" grpId="90"/>
      <p:bldP build="whole" bldLvl="1" animBg="1" rev="0" advAuto="0" spid="7608" grpId="83"/>
      <p:bldP build="whole" bldLvl="1" animBg="1" rev="0" advAuto="0" spid="7560" grpId="35"/>
      <p:bldP build="whole" bldLvl="1" animBg="1" rev="0" advAuto="0" spid="7565" grpId="40"/>
      <p:bldP build="whole" bldLvl="1" animBg="1" rev="0" advAuto="0" spid="7616" grpId="91"/>
      <p:bldP build="whole" bldLvl="1" animBg="1" rev="0" advAuto="0" spid="7610" grpId="85"/>
      <p:bldP build="whole" bldLvl="1" animBg="1" rev="0" advAuto="0" spid="7600" grpId="75"/>
      <p:bldP build="whole" bldLvl="1" animBg="1" rev="0" advAuto="0" spid="7619" grpId="94"/>
      <p:bldP build="whole" bldLvl="1" animBg="1" rev="0" advAuto="0" spid="7545" grpId="20"/>
      <p:bldP build="whole" bldLvl="1" animBg="1" rev="0" advAuto="0" spid="7570" grpId="45"/>
      <p:bldP build="whole" bldLvl="1" animBg="1" rev="0" advAuto="0" spid="7585" grpId="60"/>
      <p:bldP build="whole" bldLvl="1" animBg="1" rev="0" advAuto="0" spid="7538" grpId="13"/>
      <p:bldP build="whole" bldLvl="1" animBg="1" rev="0" advAuto="0" spid="7544" grpId="19"/>
      <p:bldP build="whole" bldLvl="1" animBg="1" rev="0" advAuto="0" spid="7626" grpId="101"/>
      <p:bldP build="whole" bldLvl="1" animBg="1" rev="0" advAuto="0" spid="7546" grpId="21"/>
      <p:bldP build="whole" bldLvl="1" animBg="1" rev="0" advAuto="0" spid="7593" grpId="68"/>
      <p:bldP build="whole" bldLvl="1" animBg="1" rev="0" advAuto="0" spid="7551" grpId="26"/>
      <p:bldP build="whole" bldLvl="1" animBg="1" rev="0" advAuto="0" spid="7527" grpId="2"/>
      <p:bldP build="whole" bldLvl="1" animBg="1" rev="0" advAuto="0" spid="7595" grpId="70"/>
      <p:bldP build="whole" bldLvl="1" animBg="1" rev="0" advAuto="0" spid="7591" grpId="66"/>
      <p:bldP build="whole" bldLvl="1" animBg="1" rev="0" advAuto="0" spid="7552" grpId="27"/>
      <p:bldP build="whole" bldLvl="1" animBg="1" rev="0" advAuto="0" spid="7629" grpId="104"/>
      <p:bldP build="whole" bldLvl="1" animBg="1" rev="0" advAuto="0" spid="7574" grpId="49"/>
      <p:bldP build="whole" bldLvl="1" animBg="1" rev="0" advAuto="0" spid="7589" grpId="64"/>
      <p:bldP build="whole" bldLvl="1" animBg="1" rev="0" advAuto="0" spid="7528" grpId="3"/>
      <p:bldP build="whole" bldLvl="1" animBg="1" rev="0" advAuto="0" spid="7572" grpId="47"/>
      <p:bldP build="whole" bldLvl="1" animBg="1" rev="0" advAuto="0" spid="7553" grpId="28"/>
      <p:bldP build="whole" bldLvl="1" animBg="1" rev="0" advAuto="0" spid="7581" grpId="56"/>
      <p:bldP build="whole" bldLvl="1" animBg="1" rev="0" advAuto="0" spid="7586" grpId="61"/>
      <p:bldP build="whole" bldLvl="1" animBg="1" rev="0" advAuto="0" spid="7566" grpId="41"/>
      <p:bldP build="whole" bldLvl="1" animBg="1" rev="0" advAuto="0" spid="7534" grpId="9"/>
      <p:bldP build="whole" bldLvl="1" animBg="1" rev="0" advAuto="0" spid="7529" grpId="4"/>
      <p:bldP build="whole" bldLvl="1" animBg="1" rev="0" advAuto="0" spid="7603" grpId="78"/>
      <p:bldP build="whole" bldLvl="1" animBg="1" rev="0" advAuto="0" spid="7597" grpId="72"/>
      <p:bldP build="whole" bldLvl="1" animBg="1" rev="0" advAuto="0" spid="7530" grpId="5"/>
      <p:bldP build="whole" bldLvl="1" animBg="1" rev="0" advAuto="0" spid="7611" grpId="86"/>
      <p:bldP build="whole" bldLvl="1" animBg="1" rev="0" advAuto="0" spid="7590" grpId="65"/>
      <p:bldP build="whole" bldLvl="1" animBg="1" rev="0" advAuto="0" spid="7537" grpId="12"/>
      <p:bldP build="whole" bldLvl="1" animBg="1" rev="0" advAuto="0" spid="7607" grpId="82"/>
      <p:bldP build="whole" bldLvl="1" animBg="1" rev="0" advAuto="0" spid="7598" grpId="73"/>
      <p:bldP build="whole" bldLvl="1" animBg="1" rev="0" advAuto="0" spid="7625" grpId="100"/>
      <p:bldP build="whole" bldLvl="1" animBg="1" rev="0" advAuto="0" spid="7628" grpId="103"/>
      <p:bldP build="whole" bldLvl="1" animBg="1" rev="0" advAuto="0" spid="7596" grpId="71"/>
      <p:bldP build="whole" bldLvl="1" animBg="1" rev="0" advAuto="0" spid="7536" grpId="11"/>
      <p:bldP build="whole" bldLvl="1" animBg="1" rev="0" advAuto="0" spid="7622" grpId="97"/>
      <p:bldP build="whole" bldLvl="1" animBg="1" rev="0" advAuto="0" spid="7624" grpId="99"/>
      <p:bldP build="whole" bldLvl="1" animBg="1" rev="0" advAuto="0" spid="7567" grpId="42"/>
      <p:bldP build="whole" bldLvl="1" animBg="1" rev="0" advAuto="0" spid="7562" grpId="37"/>
      <p:bldP build="whole" bldLvl="1" animBg="1" rev="0" advAuto="0" spid="7592" grpId="67"/>
      <p:bldP build="whole" bldLvl="1" animBg="1" rev="0" advAuto="0" spid="7554" grpId="29"/>
      <p:bldP build="whole" bldLvl="1" animBg="1" rev="0" advAuto="0" spid="7568" grpId="43"/>
      <p:bldP build="whole" bldLvl="1" animBg="1" rev="0" advAuto="0" spid="7576" grpId="51"/>
      <p:bldP build="whole" bldLvl="1" animBg="1" rev="0" advAuto="0" spid="7604" grpId="79"/>
      <p:bldP build="whole" bldLvl="1" animBg="1" rev="0" advAuto="0" spid="7609" grpId="84"/>
      <p:bldP build="whole" bldLvl="1" animBg="1" rev="0" advAuto="0" spid="7561" grpId="36"/>
      <p:bldP build="whole" bldLvl="1" animBg="1" rev="0" advAuto="0" spid="7541" grpId="16"/>
      <p:bldP build="whole" bldLvl="1" animBg="1" rev="0" advAuto="0" spid="7612" grpId="87"/>
      <p:bldP build="whole" bldLvl="1" animBg="1" rev="0" advAuto="0" spid="7584" grpId="59"/>
      <p:bldP build="whole" bldLvl="1" animBg="1" rev="0" advAuto="0" spid="7579" grpId="54"/>
      <p:bldP build="whole" bldLvl="1" animBg="1" rev="0" advAuto="0" spid="7543" grpId="18"/>
      <p:bldP build="whole" bldLvl="1" animBg="1" rev="0" advAuto="0" spid="7557" grpId="32"/>
      <p:bldP build="whole" bldLvl="1" animBg="1" rev="0" advAuto="0" spid="7571" grpId="46"/>
      <p:bldP build="whole" bldLvl="1" animBg="1" rev="0" advAuto="0" spid="7547" grpId="22"/>
      <p:bldP build="whole" bldLvl="1" animBg="1" rev="0" advAuto="0" spid="7548" grpId="23"/>
      <p:bldP build="whole" bldLvl="1" animBg="1" rev="0" advAuto="0" spid="7569" grpId="44"/>
      <p:bldP build="whole" bldLvl="1" animBg="1" rev="0" advAuto="0" spid="7594" grpId="69"/>
      <p:bldP build="whole" bldLvl="1" animBg="1" rev="0" advAuto="0" spid="7535" grpId="10"/>
      <p:bldP build="whole" bldLvl="1" animBg="1" rev="0" advAuto="0" spid="7614" grpId="89"/>
      <p:bldP build="whole" bldLvl="1" animBg="1" rev="0" advAuto="0" spid="7558" grpId="33"/>
      <p:bldP build="whole" bldLvl="1" animBg="1" rev="0" advAuto="0" spid="7620" grpId="95"/>
      <p:bldP build="whole" bldLvl="1" animBg="1" rev="0" advAuto="0" spid="7623" grpId="98"/>
      <p:bldP build="whole" bldLvl="1" animBg="1" rev="0" advAuto="0" spid="7542" grpId="17"/>
      <p:bldP build="whole" bldLvl="1" animBg="1" rev="0" advAuto="0" spid="7618" grpId="93"/>
      <p:bldP build="whole" bldLvl="1" animBg="1" rev="0" advAuto="0" spid="7633" grpId="108"/>
      <p:bldP build="whole" bldLvl="1" animBg="1" rev="0" advAuto="0" spid="7563" grpId="38"/>
      <p:bldP build="whole" bldLvl="1" animBg="1" rev="0" advAuto="0" spid="7573" grpId="48"/>
      <p:bldP build="whole" bldLvl="1" animBg="1" rev="0" advAuto="0" spid="7617" grpId="92"/>
      <p:bldP build="whole" bldLvl="1" animBg="1" rev="0" advAuto="0" spid="7540" grpId="15"/>
      <p:bldP build="whole" bldLvl="1" animBg="1" rev="0" advAuto="0" spid="7605" grpId="80"/>
      <p:bldP build="whole" bldLvl="1" animBg="1" rev="0" advAuto="0" spid="7559" grpId="34"/>
      <p:bldP build="whole" bldLvl="1" animBg="1" rev="0" advAuto="0" spid="7582" grpId="57"/>
      <p:bldP build="whole" bldLvl="1" animBg="1" rev="0" advAuto="0" spid="7613" grpId="88"/>
      <p:bldP build="whole" bldLvl="1" animBg="1" rev="0" advAuto="0" spid="7602" grpId="77"/>
      <p:bldP build="whole" bldLvl="1" animBg="1" rev="0" advAuto="0" spid="7583" grpId="58"/>
      <p:bldP build="whole" bldLvl="1" animBg="1" rev="0" advAuto="0" spid="7526" grpId="1"/>
      <p:bldP build="whole" bldLvl="1" animBg="1" rev="0" advAuto="0" spid="7631" grpId="106"/>
      <p:bldP build="whole" bldLvl="1" animBg="1" rev="0" advAuto="0" spid="7577" grpId="52"/>
      <p:bldP build="whole" bldLvl="1" animBg="1" rev="0" advAuto="0" spid="7550" grpId="25"/>
    </p:bldLst>
  </p:timing>
</p:sld>
</file>

<file path=ppt/slides/slide189.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2F5379"/>
        </a:solidFill>
      </p:bgPr>
    </p:bg>
    <p:spTree>
      <p:nvGrpSpPr>
        <p:cNvPr id="1" name=""/>
        <p:cNvGrpSpPr/>
        <p:nvPr/>
      </p:nvGrpSpPr>
      <p:grpSpPr>
        <a:xfrm>
          <a:off x="0" y="0"/>
          <a:ext cx="0" cy="0"/>
          <a:chOff x="0" y="0"/>
          <a:chExt cx="0" cy="0"/>
        </a:xfrm>
      </p:grpSpPr>
      <p:sp>
        <p:nvSpPr>
          <p:cNvPr id="7635" name="Shape 7635"/>
          <p:cNvSpPr/>
          <p:nvPr>
            <p:ph type="title"/>
          </p:nvPr>
        </p:nvSpPr>
        <p:spPr>
          <a:prstGeom prst="rect">
            <a:avLst/>
          </a:prstGeom>
        </p:spPr>
        <p:txBody>
          <a:bodyPr/>
          <a:lstStyle/>
          <a:p>
            <a:pPr/>
            <a:r>
              <a:t>INSTRUCCIONES</a:t>
            </a:r>
          </a:p>
        </p:txBody>
      </p:sp>
      <p:sp>
        <p:nvSpPr>
          <p:cNvPr id="7636" name="Shape 7636"/>
          <p:cNvSpPr/>
          <p:nvPr/>
        </p:nvSpPr>
        <p:spPr>
          <a:xfrm>
            <a:off x="517612" y="6108064"/>
            <a:ext cx="6061953" cy="149987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algn="l" defTabSz="825500">
              <a:lnSpc>
                <a:spcPct val="90000"/>
              </a:lnSpc>
              <a:defRPr spc="-100">
                <a:solidFill>
                  <a:srgbClr val="FFFFFF"/>
                </a:solidFill>
                <a:latin typeface="Raleway Heavy"/>
                <a:ea typeface="Raleway Heavy"/>
                <a:cs typeface="Raleway Heavy"/>
                <a:sym typeface="Raleway Heavy"/>
              </a:defRPr>
            </a:pPr>
            <a:r>
              <a:t>Iconos editables </a:t>
            </a:r>
          </a:p>
          <a:p>
            <a:pPr algn="l" defTabSz="825500">
              <a:lnSpc>
                <a:spcPct val="90000"/>
              </a:lnSpc>
              <a:defRPr spc="-50" sz="2500">
                <a:solidFill>
                  <a:srgbClr val="FFFFFF"/>
                </a:solidFill>
                <a:latin typeface="Raleway SemiBold"/>
                <a:ea typeface="Raleway SemiBold"/>
                <a:cs typeface="Raleway SemiBold"/>
                <a:sym typeface="Raleway SemiBold"/>
              </a:defRPr>
            </a:pPr>
            <a:r>
              <a:t>Tan sólo tienes que cambiarle el color por el de tu marca.</a:t>
            </a:r>
          </a:p>
        </p:txBody>
      </p:sp>
      <p:sp>
        <p:nvSpPr>
          <p:cNvPr id="7637" name="Shape 7637"/>
          <p:cNvSpPr/>
          <p:nvPr/>
        </p:nvSpPr>
        <p:spPr>
          <a:xfrm>
            <a:off x="19748500" y="6978650"/>
            <a:ext cx="769939" cy="771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5400"/>
                </a:moveTo>
                <a:lnTo>
                  <a:pt x="6075" y="5400"/>
                </a:lnTo>
                <a:lnTo>
                  <a:pt x="6075" y="6750"/>
                </a:lnTo>
                <a:lnTo>
                  <a:pt x="7425" y="6750"/>
                </a:lnTo>
                <a:cubicBezTo>
                  <a:pt x="7425" y="6750"/>
                  <a:pt x="7425" y="5400"/>
                  <a:pt x="7425" y="5400"/>
                </a:cubicBezTo>
                <a:close/>
                <a:moveTo>
                  <a:pt x="6750" y="8100"/>
                </a:moveTo>
                <a:cubicBezTo>
                  <a:pt x="5632" y="8100"/>
                  <a:pt x="4725" y="7193"/>
                  <a:pt x="4725" y="6075"/>
                </a:cubicBezTo>
                <a:cubicBezTo>
                  <a:pt x="4725" y="4957"/>
                  <a:pt x="5632" y="4050"/>
                  <a:pt x="6750" y="4050"/>
                </a:cubicBezTo>
                <a:cubicBezTo>
                  <a:pt x="7869" y="4050"/>
                  <a:pt x="8775" y="4957"/>
                  <a:pt x="8775" y="6075"/>
                </a:cubicBezTo>
                <a:cubicBezTo>
                  <a:pt x="8775" y="7193"/>
                  <a:pt x="7869" y="8100"/>
                  <a:pt x="6750" y="8100"/>
                </a:cubicBezTo>
                <a:close/>
                <a:moveTo>
                  <a:pt x="12668" y="15982"/>
                </a:moveTo>
                <a:cubicBezTo>
                  <a:pt x="12525" y="16125"/>
                  <a:pt x="12337" y="16191"/>
                  <a:pt x="12150" y="16185"/>
                </a:cubicBezTo>
                <a:cubicBezTo>
                  <a:pt x="11963" y="16191"/>
                  <a:pt x="11775" y="16125"/>
                  <a:pt x="11632" y="15982"/>
                </a:cubicBezTo>
                <a:lnTo>
                  <a:pt x="7565" y="13093"/>
                </a:lnTo>
                <a:lnTo>
                  <a:pt x="3893" y="18007"/>
                </a:lnTo>
                <a:cubicBezTo>
                  <a:pt x="3617" y="18283"/>
                  <a:pt x="3171" y="18283"/>
                  <a:pt x="2895" y="18007"/>
                </a:cubicBezTo>
                <a:cubicBezTo>
                  <a:pt x="2620" y="17732"/>
                  <a:pt x="2620" y="17286"/>
                  <a:pt x="2895" y="17010"/>
                </a:cubicBezTo>
                <a:lnTo>
                  <a:pt x="6885" y="11670"/>
                </a:lnTo>
                <a:cubicBezTo>
                  <a:pt x="7034" y="11522"/>
                  <a:pt x="7231" y="11460"/>
                  <a:pt x="7425" y="11472"/>
                </a:cubicBezTo>
                <a:cubicBezTo>
                  <a:pt x="7619" y="11460"/>
                  <a:pt x="7817" y="11522"/>
                  <a:pt x="7965" y="11670"/>
                </a:cubicBezTo>
                <a:lnTo>
                  <a:pt x="12044" y="14569"/>
                </a:lnTo>
                <a:lnTo>
                  <a:pt x="17685" y="8295"/>
                </a:lnTo>
                <a:cubicBezTo>
                  <a:pt x="17961" y="8020"/>
                  <a:pt x="18407" y="8020"/>
                  <a:pt x="18682" y="8295"/>
                </a:cubicBezTo>
                <a:cubicBezTo>
                  <a:pt x="18958" y="8571"/>
                  <a:pt x="18958" y="9017"/>
                  <a:pt x="18682" y="9293"/>
                </a:cubicBezTo>
                <a:cubicBezTo>
                  <a:pt x="18682" y="9293"/>
                  <a:pt x="12668" y="15982"/>
                  <a:pt x="12668" y="15982"/>
                </a:cubicBezTo>
                <a:close/>
                <a:moveTo>
                  <a:pt x="20250" y="2025"/>
                </a:moveTo>
                <a:cubicBezTo>
                  <a:pt x="20250" y="1653"/>
                  <a:pt x="19948" y="1350"/>
                  <a:pt x="19575" y="1350"/>
                </a:cubicBezTo>
                <a:lnTo>
                  <a:pt x="2025" y="1350"/>
                </a:lnTo>
                <a:cubicBezTo>
                  <a:pt x="1652" y="1350"/>
                  <a:pt x="1350" y="1653"/>
                  <a:pt x="1350" y="2025"/>
                </a:cubicBezTo>
                <a:lnTo>
                  <a:pt x="1350" y="19575"/>
                </a:lnTo>
                <a:cubicBezTo>
                  <a:pt x="1350" y="19947"/>
                  <a:pt x="1652" y="20250"/>
                  <a:pt x="2025" y="20250"/>
                </a:cubicBezTo>
                <a:lnTo>
                  <a:pt x="19575" y="20250"/>
                </a:lnTo>
                <a:cubicBezTo>
                  <a:pt x="19948" y="20250"/>
                  <a:pt x="20250" y="19947"/>
                  <a:pt x="20250" y="19575"/>
                </a:cubicBezTo>
                <a:cubicBezTo>
                  <a:pt x="20250" y="19575"/>
                  <a:pt x="20250" y="2025"/>
                  <a:pt x="20250" y="2025"/>
                </a:cubicBezTo>
                <a:close/>
                <a:moveTo>
                  <a:pt x="20250" y="21600"/>
                </a:moveTo>
                <a:lnTo>
                  <a:pt x="1350" y="21600"/>
                </a:lnTo>
                <a:cubicBezTo>
                  <a:pt x="605" y="21600"/>
                  <a:pt x="0" y="20996"/>
                  <a:pt x="0" y="20250"/>
                </a:cubicBezTo>
                <a:lnTo>
                  <a:pt x="0" y="1350"/>
                </a:lnTo>
                <a:cubicBezTo>
                  <a:pt x="0" y="604"/>
                  <a:pt x="605" y="0"/>
                  <a:pt x="1350" y="0"/>
                </a:cubicBezTo>
                <a:lnTo>
                  <a:pt x="20250" y="0"/>
                </a:lnTo>
                <a:cubicBezTo>
                  <a:pt x="20996" y="0"/>
                  <a:pt x="21600" y="604"/>
                  <a:pt x="21600" y="1350"/>
                </a:cubicBezTo>
                <a:lnTo>
                  <a:pt x="21600" y="20250"/>
                </a:lnTo>
                <a:cubicBezTo>
                  <a:pt x="21600" y="20996"/>
                  <a:pt x="20996" y="21600"/>
                  <a:pt x="2025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38" name="Shape 7638"/>
          <p:cNvSpPr/>
          <p:nvPr/>
        </p:nvSpPr>
        <p:spPr>
          <a:xfrm>
            <a:off x="22174200" y="7008812"/>
            <a:ext cx="771525" cy="7239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8563" y="7200"/>
                  <a:pt x="6750" y="9134"/>
                  <a:pt x="6750" y="11520"/>
                </a:cubicBezTo>
                <a:cubicBezTo>
                  <a:pt x="6750" y="13906"/>
                  <a:pt x="8563" y="15840"/>
                  <a:pt x="10800" y="15840"/>
                </a:cubicBezTo>
                <a:cubicBezTo>
                  <a:pt x="13037" y="15840"/>
                  <a:pt x="14850" y="13906"/>
                  <a:pt x="14850" y="11520"/>
                </a:cubicBezTo>
                <a:cubicBezTo>
                  <a:pt x="14850" y="9134"/>
                  <a:pt x="13037" y="7200"/>
                  <a:pt x="10800" y="7200"/>
                </a:cubicBezTo>
                <a:close/>
                <a:moveTo>
                  <a:pt x="10800" y="17280"/>
                </a:moveTo>
                <a:cubicBezTo>
                  <a:pt x="7818" y="17280"/>
                  <a:pt x="5400" y="14701"/>
                  <a:pt x="5400" y="11520"/>
                </a:cubicBezTo>
                <a:cubicBezTo>
                  <a:pt x="5400" y="8339"/>
                  <a:pt x="7818" y="5760"/>
                  <a:pt x="10800" y="5760"/>
                </a:cubicBezTo>
                <a:cubicBezTo>
                  <a:pt x="13782" y="5760"/>
                  <a:pt x="16200" y="8339"/>
                  <a:pt x="16200" y="11520"/>
                </a:cubicBezTo>
                <a:cubicBezTo>
                  <a:pt x="16200" y="14701"/>
                  <a:pt x="13782" y="17280"/>
                  <a:pt x="10800" y="17280"/>
                </a:cubicBezTo>
                <a:close/>
                <a:moveTo>
                  <a:pt x="20250" y="5040"/>
                </a:moveTo>
                <a:cubicBezTo>
                  <a:pt x="20250" y="4642"/>
                  <a:pt x="19948" y="4320"/>
                  <a:pt x="19575" y="4320"/>
                </a:cubicBezTo>
                <a:lnTo>
                  <a:pt x="16157" y="4320"/>
                </a:lnTo>
                <a:cubicBezTo>
                  <a:pt x="16171" y="4260"/>
                  <a:pt x="16200" y="4204"/>
                  <a:pt x="16200" y="4140"/>
                </a:cubicBezTo>
                <a:lnTo>
                  <a:pt x="15120" y="2340"/>
                </a:lnTo>
                <a:cubicBezTo>
                  <a:pt x="15120" y="2340"/>
                  <a:pt x="14636" y="1440"/>
                  <a:pt x="14040" y="1440"/>
                </a:cubicBezTo>
                <a:lnTo>
                  <a:pt x="7560" y="1440"/>
                </a:lnTo>
                <a:cubicBezTo>
                  <a:pt x="6963" y="1440"/>
                  <a:pt x="6480" y="2340"/>
                  <a:pt x="6480" y="2340"/>
                </a:cubicBezTo>
                <a:lnTo>
                  <a:pt x="5400" y="4140"/>
                </a:lnTo>
                <a:cubicBezTo>
                  <a:pt x="5400" y="4204"/>
                  <a:pt x="5428" y="4260"/>
                  <a:pt x="5443" y="4320"/>
                </a:cubicBezTo>
                <a:lnTo>
                  <a:pt x="2025" y="4320"/>
                </a:lnTo>
                <a:cubicBezTo>
                  <a:pt x="1652" y="4320"/>
                  <a:pt x="1350" y="4642"/>
                  <a:pt x="1350" y="5040"/>
                </a:cubicBezTo>
                <a:lnTo>
                  <a:pt x="1350" y="19440"/>
                </a:lnTo>
                <a:cubicBezTo>
                  <a:pt x="1350" y="19837"/>
                  <a:pt x="1652" y="20160"/>
                  <a:pt x="2025" y="20160"/>
                </a:cubicBezTo>
                <a:lnTo>
                  <a:pt x="19575" y="20160"/>
                </a:lnTo>
                <a:cubicBezTo>
                  <a:pt x="19948" y="20160"/>
                  <a:pt x="20250" y="19837"/>
                  <a:pt x="20250" y="19440"/>
                </a:cubicBezTo>
                <a:cubicBezTo>
                  <a:pt x="20250" y="19440"/>
                  <a:pt x="20250" y="5040"/>
                  <a:pt x="20250" y="5040"/>
                </a:cubicBezTo>
                <a:close/>
                <a:moveTo>
                  <a:pt x="20250" y="21600"/>
                </a:moveTo>
                <a:lnTo>
                  <a:pt x="1350" y="21600"/>
                </a:lnTo>
                <a:cubicBezTo>
                  <a:pt x="605" y="21600"/>
                  <a:pt x="0" y="20955"/>
                  <a:pt x="0" y="20160"/>
                </a:cubicBezTo>
                <a:lnTo>
                  <a:pt x="0" y="4320"/>
                </a:lnTo>
                <a:cubicBezTo>
                  <a:pt x="0" y="3525"/>
                  <a:pt x="605" y="2880"/>
                  <a:pt x="1350" y="2880"/>
                </a:cubicBezTo>
                <a:lnTo>
                  <a:pt x="4725" y="2880"/>
                </a:lnTo>
                <a:lnTo>
                  <a:pt x="5400" y="1440"/>
                </a:lnTo>
                <a:cubicBezTo>
                  <a:pt x="5400" y="1440"/>
                  <a:pt x="6004" y="0"/>
                  <a:pt x="6750" y="0"/>
                </a:cubicBezTo>
                <a:lnTo>
                  <a:pt x="14850" y="0"/>
                </a:lnTo>
                <a:cubicBezTo>
                  <a:pt x="15596" y="0"/>
                  <a:pt x="16200" y="1440"/>
                  <a:pt x="16200" y="1440"/>
                </a:cubicBezTo>
                <a:lnTo>
                  <a:pt x="16875" y="2880"/>
                </a:lnTo>
                <a:lnTo>
                  <a:pt x="20250" y="2880"/>
                </a:lnTo>
                <a:cubicBezTo>
                  <a:pt x="20995" y="2880"/>
                  <a:pt x="21600" y="3525"/>
                  <a:pt x="21600" y="4320"/>
                </a:cubicBezTo>
                <a:lnTo>
                  <a:pt x="21600" y="20160"/>
                </a:lnTo>
                <a:cubicBezTo>
                  <a:pt x="21600" y="20955"/>
                  <a:pt x="20995" y="21600"/>
                  <a:pt x="2025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39" name="Shape 7639"/>
          <p:cNvSpPr/>
          <p:nvPr/>
        </p:nvSpPr>
        <p:spPr>
          <a:xfrm>
            <a:off x="7799388" y="9466263"/>
            <a:ext cx="674688" cy="5540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1" y="19722"/>
                </a:moveTo>
                <a:lnTo>
                  <a:pt x="12343" y="19722"/>
                </a:lnTo>
                <a:cubicBezTo>
                  <a:pt x="12769" y="19722"/>
                  <a:pt x="13114" y="20142"/>
                  <a:pt x="13114" y="20661"/>
                </a:cubicBezTo>
                <a:cubicBezTo>
                  <a:pt x="13114" y="21179"/>
                  <a:pt x="12769" y="21600"/>
                  <a:pt x="12343" y="21600"/>
                </a:cubicBezTo>
                <a:lnTo>
                  <a:pt x="771" y="21600"/>
                </a:lnTo>
                <a:cubicBezTo>
                  <a:pt x="345" y="21600"/>
                  <a:pt x="0" y="21179"/>
                  <a:pt x="0" y="20661"/>
                </a:cubicBezTo>
                <a:cubicBezTo>
                  <a:pt x="0" y="20142"/>
                  <a:pt x="345" y="19722"/>
                  <a:pt x="771" y="19722"/>
                </a:cubicBezTo>
                <a:close/>
                <a:moveTo>
                  <a:pt x="771" y="13147"/>
                </a:moveTo>
                <a:lnTo>
                  <a:pt x="20829" y="13147"/>
                </a:lnTo>
                <a:cubicBezTo>
                  <a:pt x="21255" y="13147"/>
                  <a:pt x="21600" y="13568"/>
                  <a:pt x="21600" y="14087"/>
                </a:cubicBezTo>
                <a:cubicBezTo>
                  <a:pt x="21600" y="14605"/>
                  <a:pt x="21255" y="15026"/>
                  <a:pt x="20829" y="15026"/>
                </a:cubicBezTo>
                <a:lnTo>
                  <a:pt x="771" y="15026"/>
                </a:lnTo>
                <a:cubicBezTo>
                  <a:pt x="345" y="15026"/>
                  <a:pt x="0" y="14605"/>
                  <a:pt x="0" y="14087"/>
                </a:cubicBezTo>
                <a:cubicBezTo>
                  <a:pt x="0" y="13568"/>
                  <a:pt x="345" y="13147"/>
                  <a:pt x="771" y="13147"/>
                </a:cubicBezTo>
                <a:close/>
                <a:moveTo>
                  <a:pt x="771" y="6574"/>
                </a:moveTo>
                <a:lnTo>
                  <a:pt x="14657" y="6574"/>
                </a:lnTo>
                <a:cubicBezTo>
                  <a:pt x="15083" y="6574"/>
                  <a:pt x="15429" y="6994"/>
                  <a:pt x="15429" y="7513"/>
                </a:cubicBezTo>
                <a:cubicBezTo>
                  <a:pt x="15429" y="8031"/>
                  <a:pt x="15083" y="8452"/>
                  <a:pt x="14657" y="8452"/>
                </a:cubicBezTo>
                <a:lnTo>
                  <a:pt x="771" y="8452"/>
                </a:lnTo>
                <a:cubicBezTo>
                  <a:pt x="345" y="8452"/>
                  <a:pt x="0" y="8031"/>
                  <a:pt x="0" y="7513"/>
                </a:cubicBezTo>
                <a:cubicBezTo>
                  <a:pt x="0" y="6994"/>
                  <a:pt x="345" y="6574"/>
                  <a:pt x="771" y="6574"/>
                </a:cubicBezTo>
                <a:close/>
                <a:moveTo>
                  <a:pt x="20829" y="1878"/>
                </a:moveTo>
                <a:lnTo>
                  <a:pt x="771" y="1878"/>
                </a:lnTo>
                <a:cubicBezTo>
                  <a:pt x="345" y="1878"/>
                  <a:pt x="0" y="1458"/>
                  <a:pt x="0" y="939"/>
                </a:cubicBezTo>
                <a:cubicBezTo>
                  <a:pt x="0" y="420"/>
                  <a:pt x="345" y="0"/>
                  <a:pt x="771" y="0"/>
                </a:cubicBezTo>
                <a:lnTo>
                  <a:pt x="20829" y="0"/>
                </a:lnTo>
                <a:cubicBezTo>
                  <a:pt x="21255" y="0"/>
                  <a:pt x="21600" y="420"/>
                  <a:pt x="21600" y="939"/>
                </a:cubicBezTo>
                <a:cubicBezTo>
                  <a:pt x="21600" y="1458"/>
                  <a:pt x="21255" y="1878"/>
                  <a:pt x="20829" y="1878"/>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0" name="Shape 7640"/>
          <p:cNvSpPr/>
          <p:nvPr/>
        </p:nvSpPr>
        <p:spPr>
          <a:xfrm>
            <a:off x="10225088" y="9466263"/>
            <a:ext cx="674688" cy="5540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19722"/>
                </a:moveTo>
                <a:lnTo>
                  <a:pt x="16972" y="19722"/>
                </a:lnTo>
                <a:cubicBezTo>
                  <a:pt x="17397" y="19722"/>
                  <a:pt x="17743" y="20142"/>
                  <a:pt x="17743" y="20661"/>
                </a:cubicBezTo>
                <a:cubicBezTo>
                  <a:pt x="17743" y="21179"/>
                  <a:pt x="17397" y="21600"/>
                  <a:pt x="16972" y="21600"/>
                </a:cubicBezTo>
                <a:lnTo>
                  <a:pt x="5400" y="21600"/>
                </a:lnTo>
                <a:cubicBezTo>
                  <a:pt x="4974" y="21600"/>
                  <a:pt x="4629" y="21179"/>
                  <a:pt x="4629" y="20661"/>
                </a:cubicBezTo>
                <a:cubicBezTo>
                  <a:pt x="4629" y="20142"/>
                  <a:pt x="4974" y="19722"/>
                  <a:pt x="5400" y="19722"/>
                </a:cubicBezTo>
                <a:close/>
                <a:moveTo>
                  <a:pt x="771" y="13147"/>
                </a:moveTo>
                <a:lnTo>
                  <a:pt x="20829" y="13147"/>
                </a:lnTo>
                <a:cubicBezTo>
                  <a:pt x="21255" y="13147"/>
                  <a:pt x="21600" y="13568"/>
                  <a:pt x="21600" y="14087"/>
                </a:cubicBezTo>
                <a:cubicBezTo>
                  <a:pt x="21600" y="14605"/>
                  <a:pt x="21255" y="15026"/>
                  <a:pt x="20829" y="15026"/>
                </a:cubicBezTo>
                <a:lnTo>
                  <a:pt x="771" y="15026"/>
                </a:lnTo>
                <a:cubicBezTo>
                  <a:pt x="346" y="15026"/>
                  <a:pt x="0" y="14605"/>
                  <a:pt x="0" y="14087"/>
                </a:cubicBezTo>
                <a:cubicBezTo>
                  <a:pt x="0" y="13568"/>
                  <a:pt x="346" y="13147"/>
                  <a:pt x="771" y="13147"/>
                </a:cubicBezTo>
                <a:close/>
                <a:moveTo>
                  <a:pt x="3857" y="8452"/>
                </a:moveTo>
                <a:cubicBezTo>
                  <a:pt x="3431" y="8452"/>
                  <a:pt x="3086" y="8031"/>
                  <a:pt x="3086" y="7513"/>
                </a:cubicBezTo>
                <a:cubicBezTo>
                  <a:pt x="3086" y="6994"/>
                  <a:pt x="3431" y="6574"/>
                  <a:pt x="3857" y="6574"/>
                </a:cubicBezTo>
                <a:lnTo>
                  <a:pt x="17743" y="6574"/>
                </a:lnTo>
                <a:cubicBezTo>
                  <a:pt x="18169" y="6574"/>
                  <a:pt x="18514" y="6994"/>
                  <a:pt x="18514" y="7513"/>
                </a:cubicBezTo>
                <a:cubicBezTo>
                  <a:pt x="18514" y="8031"/>
                  <a:pt x="18169" y="8452"/>
                  <a:pt x="17743" y="8452"/>
                </a:cubicBezTo>
                <a:cubicBezTo>
                  <a:pt x="17743" y="8452"/>
                  <a:pt x="3857" y="8452"/>
                  <a:pt x="3857" y="8452"/>
                </a:cubicBezTo>
                <a:close/>
                <a:moveTo>
                  <a:pt x="20829" y="1878"/>
                </a:moveTo>
                <a:lnTo>
                  <a:pt x="771" y="1878"/>
                </a:lnTo>
                <a:cubicBezTo>
                  <a:pt x="346" y="1878"/>
                  <a:pt x="0" y="1458"/>
                  <a:pt x="0" y="939"/>
                </a:cubicBezTo>
                <a:cubicBezTo>
                  <a:pt x="0" y="420"/>
                  <a:pt x="346" y="0"/>
                  <a:pt x="771" y="0"/>
                </a:cubicBezTo>
                <a:lnTo>
                  <a:pt x="20829" y="0"/>
                </a:lnTo>
                <a:cubicBezTo>
                  <a:pt x="21255" y="0"/>
                  <a:pt x="21600" y="420"/>
                  <a:pt x="21600" y="939"/>
                </a:cubicBezTo>
                <a:cubicBezTo>
                  <a:pt x="21600" y="1458"/>
                  <a:pt x="21255" y="1878"/>
                  <a:pt x="20829" y="1878"/>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1" name="Shape 7641"/>
          <p:cNvSpPr/>
          <p:nvPr/>
        </p:nvSpPr>
        <p:spPr>
          <a:xfrm>
            <a:off x="12590463" y="9466263"/>
            <a:ext cx="674688" cy="5540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257" y="19722"/>
                </a:moveTo>
                <a:lnTo>
                  <a:pt x="20829" y="19722"/>
                </a:lnTo>
                <a:cubicBezTo>
                  <a:pt x="21254" y="19722"/>
                  <a:pt x="21600" y="20142"/>
                  <a:pt x="21600" y="20661"/>
                </a:cubicBezTo>
                <a:cubicBezTo>
                  <a:pt x="21600" y="21179"/>
                  <a:pt x="21254" y="21600"/>
                  <a:pt x="20829" y="21600"/>
                </a:cubicBezTo>
                <a:lnTo>
                  <a:pt x="9257" y="21600"/>
                </a:lnTo>
                <a:cubicBezTo>
                  <a:pt x="8831" y="21600"/>
                  <a:pt x="8486" y="21179"/>
                  <a:pt x="8486" y="20661"/>
                </a:cubicBezTo>
                <a:cubicBezTo>
                  <a:pt x="8486" y="20142"/>
                  <a:pt x="8831" y="19722"/>
                  <a:pt x="9257" y="19722"/>
                </a:cubicBezTo>
                <a:close/>
                <a:moveTo>
                  <a:pt x="20829" y="1878"/>
                </a:moveTo>
                <a:lnTo>
                  <a:pt x="771" y="1878"/>
                </a:lnTo>
                <a:cubicBezTo>
                  <a:pt x="346" y="1878"/>
                  <a:pt x="0" y="1458"/>
                  <a:pt x="0" y="939"/>
                </a:cubicBezTo>
                <a:cubicBezTo>
                  <a:pt x="0" y="420"/>
                  <a:pt x="346" y="0"/>
                  <a:pt x="771" y="0"/>
                </a:cubicBezTo>
                <a:lnTo>
                  <a:pt x="20829" y="0"/>
                </a:lnTo>
                <a:cubicBezTo>
                  <a:pt x="21254" y="0"/>
                  <a:pt x="21600" y="420"/>
                  <a:pt x="21600" y="939"/>
                </a:cubicBezTo>
                <a:cubicBezTo>
                  <a:pt x="21600" y="1458"/>
                  <a:pt x="21254" y="1878"/>
                  <a:pt x="20829" y="1878"/>
                </a:cubicBezTo>
                <a:close/>
                <a:moveTo>
                  <a:pt x="20829" y="8452"/>
                </a:moveTo>
                <a:lnTo>
                  <a:pt x="6943" y="8452"/>
                </a:lnTo>
                <a:cubicBezTo>
                  <a:pt x="6517" y="8452"/>
                  <a:pt x="6171" y="8031"/>
                  <a:pt x="6171" y="7513"/>
                </a:cubicBezTo>
                <a:cubicBezTo>
                  <a:pt x="6171" y="6994"/>
                  <a:pt x="6517" y="6574"/>
                  <a:pt x="6943" y="6574"/>
                </a:cubicBezTo>
                <a:lnTo>
                  <a:pt x="20829" y="6574"/>
                </a:lnTo>
                <a:cubicBezTo>
                  <a:pt x="21254" y="6574"/>
                  <a:pt x="21600" y="6994"/>
                  <a:pt x="21600" y="7513"/>
                </a:cubicBezTo>
                <a:cubicBezTo>
                  <a:pt x="21600" y="8031"/>
                  <a:pt x="21254" y="8452"/>
                  <a:pt x="20829" y="8452"/>
                </a:cubicBezTo>
                <a:close/>
                <a:moveTo>
                  <a:pt x="20829" y="15026"/>
                </a:moveTo>
                <a:lnTo>
                  <a:pt x="771" y="15026"/>
                </a:lnTo>
                <a:cubicBezTo>
                  <a:pt x="346" y="15026"/>
                  <a:pt x="0" y="14605"/>
                  <a:pt x="0" y="14087"/>
                </a:cubicBezTo>
                <a:cubicBezTo>
                  <a:pt x="0" y="13568"/>
                  <a:pt x="346" y="13147"/>
                  <a:pt x="771" y="13147"/>
                </a:cubicBezTo>
                <a:lnTo>
                  <a:pt x="20829" y="13147"/>
                </a:lnTo>
                <a:cubicBezTo>
                  <a:pt x="21254" y="13147"/>
                  <a:pt x="21600" y="13568"/>
                  <a:pt x="21600" y="14087"/>
                </a:cubicBezTo>
                <a:cubicBezTo>
                  <a:pt x="21600" y="14605"/>
                  <a:pt x="21254" y="15026"/>
                  <a:pt x="20829" y="15026"/>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2" name="Shape 7642"/>
          <p:cNvSpPr/>
          <p:nvPr/>
        </p:nvSpPr>
        <p:spPr>
          <a:xfrm>
            <a:off x="15046325" y="9344025"/>
            <a:ext cx="627063" cy="771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954" y="1663"/>
                </a:moveTo>
                <a:lnTo>
                  <a:pt x="14954" y="5400"/>
                </a:lnTo>
                <a:lnTo>
                  <a:pt x="19553" y="5400"/>
                </a:lnTo>
                <a:cubicBezTo>
                  <a:pt x="19553" y="5400"/>
                  <a:pt x="14954" y="1663"/>
                  <a:pt x="14954" y="1663"/>
                </a:cubicBezTo>
                <a:close/>
                <a:moveTo>
                  <a:pt x="13292" y="5400"/>
                </a:moveTo>
                <a:lnTo>
                  <a:pt x="13292" y="1350"/>
                </a:lnTo>
                <a:lnTo>
                  <a:pt x="2492" y="1350"/>
                </a:lnTo>
                <a:cubicBezTo>
                  <a:pt x="2033" y="1350"/>
                  <a:pt x="1661" y="1652"/>
                  <a:pt x="1661" y="2025"/>
                </a:cubicBezTo>
                <a:lnTo>
                  <a:pt x="1661" y="19575"/>
                </a:lnTo>
                <a:cubicBezTo>
                  <a:pt x="1661" y="19948"/>
                  <a:pt x="2033" y="20250"/>
                  <a:pt x="2492" y="20250"/>
                </a:cubicBezTo>
                <a:lnTo>
                  <a:pt x="19108" y="20250"/>
                </a:lnTo>
                <a:cubicBezTo>
                  <a:pt x="19567" y="20250"/>
                  <a:pt x="19939" y="19948"/>
                  <a:pt x="19939" y="19575"/>
                </a:cubicBezTo>
                <a:lnTo>
                  <a:pt x="19939" y="6750"/>
                </a:lnTo>
                <a:lnTo>
                  <a:pt x="13292" y="6750"/>
                </a:lnTo>
                <a:cubicBezTo>
                  <a:pt x="13292" y="6750"/>
                  <a:pt x="13292" y="5400"/>
                  <a:pt x="13292" y="5400"/>
                </a:cubicBezTo>
                <a:close/>
                <a:moveTo>
                  <a:pt x="21600" y="20925"/>
                </a:moveTo>
                <a:cubicBezTo>
                  <a:pt x="21600" y="21298"/>
                  <a:pt x="21228" y="21600"/>
                  <a:pt x="20769" y="21600"/>
                </a:cubicBezTo>
                <a:lnTo>
                  <a:pt x="830" y="21600"/>
                </a:lnTo>
                <a:cubicBezTo>
                  <a:pt x="372" y="21600"/>
                  <a:pt x="0" y="21298"/>
                  <a:pt x="0" y="20925"/>
                </a:cubicBezTo>
                <a:lnTo>
                  <a:pt x="0" y="675"/>
                </a:lnTo>
                <a:cubicBezTo>
                  <a:pt x="0" y="302"/>
                  <a:pt x="372" y="0"/>
                  <a:pt x="830" y="0"/>
                </a:cubicBezTo>
                <a:lnTo>
                  <a:pt x="14954" y="0"/>
                </a:lnTo>
                <a:lnTo>
                  <a:pt x="14954" y="326"/>
                </a:lnTo>
                <a:lnTo>
                  <a:pt x="15348" y="6"/>
                </a:lnTo>
                <a:lnTo>
                  <a:pt x="21592" y="5080"/>
                </a:lnTo>
                <a:lnTo>
                  <a:pt x="21199" y="5400"/>
                </a:lnTo>
                <a:lnTo>
                  <a:pt x="21600" y="5400"/>
                </a:lnTo>
                <a:cubicBezTo>
                  <a:pt x="21600" y="5400"/>
                  <a:pt x="21600" y="20925"/>
                  <a:pt x="21600" y="20925"/>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3" name="Shape 7643"/>
          <p:cNvSpPr/>
          <p:nvPr/>
        </p:nvSpPr>
        <p:spPr>
          <a:xfrm>
            <a:off x="10164763" y="11741150"/>
            <a:ext cx="769938" cy="769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01" y="11459"/>
                </a:moveTo>
                <a:lnTo>
                  <a:pt x="11459" y="11459"/>
                </a:lnTo>
                <a:lnTo>
                  <a:pt x="11459" y="15200"/>
                </a:lnTo>
                <a:cubicBezTo>
                  <a:pt x="11459" y="15564"/>
                  <a:pt x="11164" y="15859"/>
                  <a:pt x="10800" y="15859"/>
                </a:cubicBezTo>
                <a:cubicBezTo>
                  <a:pt x="10436" y="15859"/>
                  <a:pt x="10141" y="15564"/>
                  <a:pt x="10141" y="15200"/>
                </a:cubicBezTo>
                <a:lnTo>
                  <a:pt x="10141" y="11459"/>
                </a:lnTo>
                <a:lnTo>
                  <a:pt x="6399" y="11459"/>
                </a:lnTo>
                <a:cubicBezTo>
                  <a:pt x="6035" y="11459"/>
                  <a:pt x="5740" y="11164"/>
                  <a:pt x="5740" y="10800"/>
                </a:cubicBezTo>
                <a:cubicBezTo>
                  <a:pt x="5740" y="10436"/>
                  <a:pt x="6035" y="10141"/>
                  <a:pt x="6399" y="10141"/>
                </a:cubicBezTo>
                <a:lnTo>
                  <a:pt x="10141" y="10141"/>
                </a:lnTo>
                <a:lnTo>
                  <a:pt x="10141" y="6399"/>
                </a:lnTo>
                <a:cubicBezTo>
                  <a:pt x="10141" y="6036"/>
                  <a:pt x="10436" y="5740"/>
                  <a:pt x="10800" y="5740"/>
                </a:cubicBezTo>
                <a:cubicBezTo>
                  <a:pt x="11164" y="5740"/>
                  <a:pt x="11459" y="6036"/>
                  <a:pt x="11459" y="6399"/>
                </a:cubicBezTo>
                <a:lnTo>
                  <a:pt x="11459" y="10141"/>
                </a:lnTo>
                <a:lnTo>
                  <a:pt x="15201" y="10141"/>
                </a:lnTo>
                <a:cubicBezTo>
                  <a:pt x="15564" y="10141"/>
                  <a:pt x="15859" y="10436"/>
                  <a:pt x="15859" y="10800"/>
                </a:cubicBezTo>
                <a:cubicBezTo>
                  <a:pt x="15859" y="11164"/>
                  <a:pt x="15564" y="11459"/>
                  <a:pt x="15201" y="11459"/>
                </a:cubicBezTo>
                <a:close/>
                <a:moveTo>
                  <a:pt x="10800" y="1350"/>
                </a:moveTo>
                <a:cubicBezTo>
                  <a:pt x="5581" y="1350"/>
                  <a:pt x="1350" y="5581"/>
                  <a:pt x="1350" y="10800"/>
                </a:cubicBezTo>
                <a:cubicBezTo>
                  <a:pt x="1350" y="16019"/>
                  <a:pt x="5581" y="20250"/>
                  <a:pt x="10800" y="20250"/>
                </a:cubicBezTo>
                <a:cubicBezTo>
                  <a:pt x="16019" y="20250"/>
                  <a:pt x="20250" y="16019"/>
                  <a:pt x="20250" y="10800"/>
                </a:cubicBezTo>
                <a:cubicBezTo>
                  <a:pt x="20250" y="5581"/>
                  <a:pt x="16019" y="1350"/>
                  <a:pt x="10800" y="1350"/>
                </a:cubicBezTo>
                <a:close/>
                <a:moveTo>
                  <a:pt x="10800" y="21600"/>
                </a:moveTo>
                <a:cubicBezTo>
                  <a:pt x="4835" y="21600"/>
                  <a:pt x="0" y="16764"/>
                  <a:pt x="0" y="10800"/>
                </a:cubicBezTo>
                <a:cubicBezTo>
                  <a:pt x="0" y="4835"/>
                  <a:pt x="4835" y="0"/>
                  <a:pt x="10800" y="0"/>
                </a:cubicBezTo>
                <a:cubicBezTo>
                  <a:pt x="16764" y="0"/>
                  <a:pt x="21600" y="4835"/>
                  <a:pt x="21600" y="10800"/>
                </a:cubicBezTo>
                <a:cubicBezTo>
                  <a:pt x="21600" y="16764"/>
                  <a:pt x="16764"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4" name="Shape 7644"/>
          <p:cNvSpPr/>
          <p:nvPr/>
        </p:nvSpPr>
        <p:spPr>
          <a:xfrm>
            <a:off x="12590463" y="11771313"/>
            <a:ext cx="771526" cy="722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0" y="2160"/>
                </a:moveTo>
                <a:lnTo>
                  <a:pt x="11475" y="4165"/>
                </a:lnTo>
                <a:lnTo>
                  <a:pt x="11475" y="19954"/>
                </a:lnTo>
                <a:lnTo>
                  <a:pt x="20250" y="17280"/>
                </a:lnTo>
                <a:cubicBezTo>
                  <a:pt x="20250" y="17280"/>
                  <a:pt x="20250" y="2160"/>
                  <a:pt x="20250" y="2160"/>
                </a:cubicBezTo>
                <a:close/>
                <a:moveTo>
                  <a:pt x="1350" y="17280"/>
                </a:moveTo>
                <a:lnTo>
                  <a:pt x="10125" y="19954"/>
                </a:lnTo>
                <a:lnTo>
                  <a:pt x="10125" y="4165"/>
                </a:lnTo>
                <a:lnTo>
                  <a:pt x="1350" y="2160"/>
                </a:lnTo>
                <a:cubicBezTo>
                  <a:pt x="1350" y="2160"/>
                  <a:pt x="1350" y="17280"/>
                  <a:pt x="1350" y="17280"/>
                </a:cubicBezTo>
                <a:close/>
                <a:moveTo>
                  <a:pt x="10800" y="21600"/>
                </a:moveTo>
                <a:lnTo>
                  <a:pt x="0" y="18720"/>
                </a:lnTo>
                <a:lnTo>
                  <a:pt x="0" y="0"/>
                </a:lnTo>
                <a:lnTo>
                  <a:pt x="10800" y="2880"/>
                </a:lnTo>
                <a:lnTo>
                  <a:pt x="21600" y="0"/>
                </a:lnTo>
                <a:lnTo>
                  <a:pt x="21600" y="18720"/>
                </a:lnTo>
                <a:cubicBezTo>
                  <a:pt x="21600" y="18720"/>
                  <a:pt x="10800"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5" name="Shape 7645"/>
          <p:cNvSpPr/>
          <p:nvPr/>
        </p:nvSpPr>
        <p:spPr>
          <a:xfrm>
            <a:off x="17351375" y="11741150"/>
            <a:ext cx="722313" cy="769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95" y="7425"/>
                </a:moveTo>
                <a:cubicBezTo>
                  <a:pt x="17295" y="4070"/>
                  <a:pt x="14387" y="1350"/>
                  <a:pt x="10800" y="1350"/>
                </a:cubicBezTo>
                <a:cubicBezTo>
                  <a:pt x="7212" y="1350"/>
                  <a:pt x="4304" y="4070"/>
                  <a:pt x="4304" y="7425"/>
                </a:cubicBezTo>
                <a:cubicBezTo>
                  <a:pt x="4304" y="10780"/>
                  <a:pt x="7212" y="13500"/>
                  <a:pt x="10800" y="13500"/>
                </a:cubicBezTo>
                <a:cubicBezTo>
                  <a:pt x="14387" y="13500"/>
                  <a:pt x="17295" y="10780"/>
                  <a:pt x="17295" y="7425"/>
                </a:cubicBezTo>
                <a:close/>
                <a:moveTo>
                  <a:pt x="21600" y="21600"/>
                </a:moveTo>
                <a:lnTo>
                  <a:pt x="20154" y="21600"/>
                </a:lnTo>
                <a:cubicBezTo>
                  <a:pt x="19876" y="18182"/>
                  <a:pt x="17500" y="15317"/>
                  <a:pt x="14229" y="14113"/>
                </a:cubicBezTo>
                <a:cubicBezTo>
                  <a:pt x="13190" y="14581"/>
                  <a:pt x="12030" y="14850"/>
                  <a:pt x="10800" y="14850"/>
                </a:cubicBezTo>
                <a:cubicBezTo>
                  <a:pt x="9570" y="14850"/>
                  <a:pt x="8410" y="14581"/>
                  <a:pt x="7370" y="14113"/>
                </a:cubicBezTo>
                <a:cubicBezTo>
                  <a:pt x="4100" y="15317"/>
                  <a:pt x="1724" y="18182"/>
                  <a:pt x="1445" y="21600"/>
                </a:cubicBezTo>
                <a:lnTo>
                  <a:pt x="0" y="21600"/>
                </a:lnTo>
                <a:cubicBezTo>
                  <a:pt x="257" y="17950"/>
                  <a:pt x="2587" y="14834"/>
                  <a:pt x="5896" y="13256"/>
                </a:cubicBezTo>
                <a:cubicBezTo>
                  <a:pt x="4050" y="11897"/>
                  <a:pt x="2861" y="9793"/>
                  <a:pt x="2861" y="7425"/>
                </a:cubicBezTo>
                <a:cubicBezTo>
                  <a:pt x="2861" y="3324"/>
                  <a:pt x="6415" y="0"/>
                  <a:pt x="10800" y="0"/>
                </a:cubicBezTo>
                <a:cubicBezTo>
                  <a:pt x="15184" y="0"/>
                  <a:pt x="18739" y="3324"/>
                  <a:pt x="18739" y="7425"/>
                </a:cubicBezTo>
                <a:cubicBezTo>
                  <a:pt x="18739" y="9793"/>
                  <a:pt x="17549" y="11897"/>
                  <a:pt x="15704" y="13256"/>
                </a:cubicBezTo>
                <a:cubicBezTo>
                  <a:pt x="19013" y="14834"/>
                  <a:pt x="21342" y="17950"/>
                  <a:pt x="216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6" name="Shape 7646"/>
          <p:cNvSpPr/>
          <p:nvPr/>
        </p:nvSpPr>
        <p:spPr>
          <a:xfrm>
            <a:off x="19748500" y="11771313"/>
            <a:ext cx="769939" cy="6746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450" y="3857"/>
                </a:moveTo>
                <a:lnTo>
                  <a:pt x="8100" y="3857"/>
                </a:lnTo>
                <a:lnTo>
                  <a:pt x="8100" y="2314"/>
                </a:lnTo>
                <a:lnTo>
                  <a:pt x="9450" y="2314"/>
                </a:lnTo>
                <a:cubicBezTo>
                  <a:pt x="9450" y="2314"/>
                  <a:pt x="9450" y="3857"/>
                  <a:pt x="9450" y="3857"/>
                </a:cubicBezTo>
                <a:close/>
                <a:moveTo>
                  <a:pt x="6750" y="3857"/>
                </a:moveTo>
                <a:lnTo>
                  <a:pt x="5400" y="3857"/>
                </a:lnTo>
                <a:lnTo>
                  <a:pt x="5400" y="2314"/>
                </a:lnTo>
                <a:lnTo>
                  <a:pt x="6750" y="2314"/>
                </a:lnTo>
                <a:cubicBezTo>
                  <a:pt x="6750" y="2314"/>
                  <a:pt x="6750" y="3857"/>
                  <a:pt x="6750" y="3857"/>
                </a:cubicBezTo>
                <a:close/>
                <a:moveTo>
                  <a:pt x="4050" y="3857"/>
                </a:moveTo>
                <a:lnTo>
                  <a:pt x="2700" y="3857"/>
                </a:lnTo>
                <a:lnTo>
                  <a:pt x="2700" y="2314"/>
                </a:lnTo>
                <a:lnTo>
                  <a:pt x="4050" y="2314"/>
                </a:lnTo>
                <a:cubicBezTo>
                  <a:pt x="4050" y="2314"/>
                  <a:pt x="4050" y="3857"/>
                  <a:pt x="4050" y="3857"/>
                </a:cubicBezTo>
                <a:close/>
                <a:moveTo>
                  <a:pt x="20250" y="6171"/>
                </a:moveTo>
                <a:lnTo>
                  <a:pt x="1350" y="6171"/>
                </a:lnTo>
                <a:lnTo>
                  <a:pt x="1350" y="19286"/>
                </a:lnTo>
                <a:cubicBezTo>
                  <a:pt x="1350" y="19712"/>
                  <a:pt x="1652" y="20057"/>
                  <a:pt x="2025" y="20057"/>
                </a:cubicBezTo>
                <a:lnTo>
                  <a:pt x="19575" y="20057"/>
                </a:lnTo>
                <a:cubicBezTo>
                  <a:pt x="19948" y="20057"/>
                  <a:pt x="20250" y="19712"/>
                  <a:pt x="20250" y="19286"/>
                </a:cubicBezTo>
                <a:cubicBezTo>
                  <a:pt x="20250" y="19286"/>
                  <a:pt x="20250" y="6171"/>
                  <a:pt x="20250" y="6171"/>
                </a:cubicBezTo>
                <a:close/>
                <a:moveTo>
                  <a:pt x="20250" y="2314"/>
                </a:moveTo>
                <a:cubicBezTo>
                  <a:pt x="20250" y="1888"/>
                  <a:pt x="19948" y="1542"/>
                  <a:pt x="19575" y="1542"/>
                </a:cubicBezTo>
                <a:lnTo>
                  <a:pt x="2025" y="1542"/>
                </a:lnTo>
                <a:cubicBezTo>
                  <a:pt x="1652" y="1542"/>
                  <a:pt x="1350" y="1888"/>
                  <a:pt x="1350" y="2314"/>
                </a:cubicBezTo>
                <a:lnTo>
                  <a:pt x="1350" y="4628"/>
                </a:lnTo>
                <a:lnTo>
                  <a:pt x="20250" y="4628"/>
                </a:lnTo>
                <a:cubicBezTo>
                  <a:pt x="20250" y="4628"/>
                  <a:pt x="20250" y="2314"/>
                  <a:pt x="20250" y="2314"/>
                </a:cubicBezTo>
                <a:close/>
                <a:moveTo>
                  <a:pt x="20925" y="21600"/>
                </a:moveTo>
                <a:lnTo>
                  <a:pt x="675" y="21600"/>
                </a:lnTo>
                <a:cubicBezTo>
                  <a:pt x="302" y="21600"/>
                  <a:pt x="0" y="21255"/>
                  <a:pt x="0" y="20829"/>
                </a:cubicBezTo>
                <a:lnTo>
                  <a:pt x="0" y="771"/>
                </a:lnTo>
                <a:cubicBezTo>
                  <a:pt x="0" y="345"/>
                  <a:pt x="302" y="0"/>
                  <a:pt x="675" y="0"/>
                </a:cubicBezTo>
                <a:lnTo>
                  <a:pt x="20925" y="0"/>
                </a:lnTo>
                <a:cubicBezTo>
                  <a:pt x="21298" y="0"/>
                  <a:pt x="21600" y="345"/>
                  <a:pt x="21600" y="771"/>
                </a:cubicBezTo>
                <a:lnTo>
                  <a:pt x="21600" y="20829"/>
                </a:lnTo>
                <a:cubicBezTo>
                  <a:pt x="21600" y="21255"/>
                  <a:pt x="21298" y="21600"/>
                  <a:pt x="20925"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7" name="Shape 7647"/>
          <p:cNvSpPr/>
          <p:nvPr/>
        </p:nvSpPr>
        <p:spPr>
          <a:xfrm>
            <a:off x="22144037" y="11680825"/>
            <a:ext cx="769938" cy="769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1350"/>
                </a:moveTo>
                <a:lnTo>
                  <a:pt x="4725" y="1350"/>
                </a:lnTo>
                <a:cubicBezTo>
                  <a:pt x="4352" y="1350"/>
                  <a:pt x="4050" y="1048"/>
                  <a:pt x="4050" y="675"/>
                </a:cubicBezTo>
                <a:cubicBezTo>
                  <a:pt x="4050" y="302"/>
                  <a:pt x="4352" y="0"/>
                  <a:pt x="4725" y="0"/>
                </a:cubicBezTo>
                <a:lnTo>
                  <a:pt x="17550" y="0"/>
                </a:lnTo>
                <a:cubicBezTo>
                  <a:pt x="17923" y="0"/>
                  <a:pt x="18225" y="302"/>
                  <a:pt x="18225" y="675"/>
                </a:cubicBezTo>
                <a:cubicBezTo>
                  <a:pt x="18225" y="1048"/>
                  <a:pt x="17923" y="1350"/>
                  <a:pt x="17550" y="1350"/>
                </a:cubicBezTo>
                <a:close/>
                <a:moveTo>
                  <a:pt x="19575" y="4050"/>
                </a:moveTo>
                <a:lnTo>
                  <a:pt x="2025" y="4050"/>
                </a:lnTo>
                <a:cubicBezTo>
                  <a:pt x="1652" y="4050"/>
                  <a:pt x="1350" y="3748"/>
                  <a:pt x="1350" y="3375"/>
                </a:cubicBezTo>
                <a:cubicBezTo>
                  <a:pt x="1350" y="3002"/>
                  <a:pt x="1652" y="2700"/>
                  <a:pt x="2025" y="2700"/>
                </a:cubicBezTo>
                <a:lnTo>
                  <a:pt x="19575" y="2700"/>
                </a:lnTo>
                <a:cubicBezTo>
                  <a:pt x="19948" y="2700"/>
                  <a:pt x="20250" y="3002"/>
                  <a:pt x="20250" y="3375"/>
                </a:cubicBezTo>
                <a:cubicBezTo>
                  <a:pt x="20250" y="3748"/>
                  <a:pt x="19948" y="4050"/>
                  <a:pt x="19575" y="4050"/>
                </a:cubicBezTo>
                <a:close/>
                <a:moveTo>
                  <a:pt x="20250" y="6750"/>
                </a:moveTo>
                <a:lnTo>
                  <a:pt x="1350" y="6750"/>
                </a:lnTo>
                <a:lnTo>
                  <a:pt x="1350" y="20250"/>
                </a:lnTo>
                <a:lnTo>
                  <a:pt x="20250" y="20250"/>
                </a:lnTo>
                <a:cubicBezTo>
                  <a:pt x="20250" y="20250"/>
                  <a:pt x="20250" y="6750"/>
                  <a:pt x="20250" y="6750"/>
                </a:cubicBezTo>
                <a:close/>
                <a:moveTo>
                  <a:pt x="0" y="21600"/>
                </a:moveTo>
                <a:lnTo>
                  <a:pt x="0" y="5400"/>
                </a:lnTo>
                <a:lnTo>
                  <a:pt x="21600" y="5400"/>
                </a:lnTo>
                <a:lnTo>
                  <a:pt x="21600" y="21600"/>
                </a:lnTo>
                <a:cubicBezTo>
                  <a:pt x="21600" y="21600"/>
                  <a:pt x="0" y="21600"/>
                  <a:pt x="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8" name="Shape 7648"/>
          <p:cNvSpPr/>
          <p:nvPr/>
        </p:nvSpPr>
        <p:spPr>
          <a:xfrm>
            <a:off x="17351375" y="9344025"/>
            <a:ext cx="771525" cy="771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37" y="9450"/>
                </a:moveTo>
                <a:cubicBezTo>
                  <a:pt x="2478" y="9450"/>
                  <a:pt x="2025" y="8997"/>
                  <a:pt x="2025" y="8437"/>
                </a:cubicBezTo>
                <a:cubicBezTo>
                  <a:pt x="2025" y="7878"/>
                  <a:pt x="2478" y="7425"/>
                  <a:pt x="3037" y="7425"/>
                </a:cubicBezTo>
                <a:cubicBezTo>
                  <a:pt x="3597" y="7425"/>
                  <a:pt x="4050" y="7878"/>
                  <a:pt x="4050" y="8437"/>
                </a:cubicBezTo>
                <a:cubicBezTo>
                  <a:pt x="4050" y="8997"/>
                  <a:pt x="3597" y="9450"/>
                  <a:pt x="3037" y="9450"/>
                </a:cubicBezTo>
                <a:close/>
                <a:moveTo>
                  <a:pt x="6412" y="9450"/>
                </a:moveTo>
                <a:cubicBezTo>
                  <a:pt x="5853" y="9450"/>
                  <a:pt x="5400" y="8997"/>
                  <a:pt x="5400" y="8437"/>
                </a:cubicBezTo>
                <a:cubicBezTo>
                  <a:pt x="5400" y="7878"/>
                  <a:pt x="5853" y="7425"/>
                  <a:pt x="6412" y="7425"/>
                </a:cubicBezTo>
                <a:cubicBezTo>
                  <a:pt x="6972" y="7425"/>
                  <a:pt x="7425" y="7878"/>
                  <a:pt x="7425" y="8437"/>
                </a:cubicBezTo>
                <a:cubicBezTo>
                  <a:pt x="7425" y="8997"/>
                  <a:pt x="6972" y="9450"/>
                  <a:pt x="6412" y="9450"/>
                </a:cubicBezTo>
                <a:close/>
                <a:moveTo>
                  <a:pt x="20250" y="6075"/>
                </a:moveTo>
                <a:cubicBezTo>
                  <a:pt x="20250" y="5702"/>
                  <a:pt x="19947" y="5400"/>
                  <a:pt x="19575" y="5400"/>
                </a:cubicBezTo>
                <a:lnTo>
                  <a:pt x="2025" y="5400"/>
                </a:lnTo>
                <a:cubicBezTo>
                  <a:pt x="1652" y="5400"/>
                  <a:pt x="1350" y="5702"/>
                  <a:pt x="1350" y="6075"/>
                </a:cubicBezTo>
                <a:lnTo>
                  <a:pt x="1350" y="15525"/>
                </a:lnTo>
                <a:cubicBezTo>
                  <a:pt x="1350" y="15898"/>
                  <a:pt x="1652" y="16200"/>
                  <a:pt x="2025" y="16200"/>
                </a:cubicBezTo>
                <a:lnTo>
                  <a:pt x="5400" y="16200"/>
                </a:lnTo>
                <a:lnTo>
                  <a:pt x="5400" y="12150"/>
                </a:lnTo>
                <a:lnTo>
                  <a:pt x="16875" y="12150"/>
                </a:lnTo>
                <a:lnTo>
                  <a:pt x="16875" y="16200"/>
                </a:lnTo>
                <a:lnTo>
                  <a:pt x="19575" y="16200"/>
                </a:lnTo>
                <a:cubicBezTo>
                  <a:pt x="19947" y="16200"/>
                  <a:pt x="20250" y="15898"/>
                  <a:pt x="20250" y="15525"/>
                </a:cubicBezTo>
                <a:cubicBezTo>
                  <a:pt x="20250" y="15525"/>
                  <a:pt x="20250" y="6075"/>
                  <a:pt x="20250" y="6075"/>
                </a:cubicBezTo>
                <a:close/>
                <a:moveTo>
                  <a:pt x="15525" y="1350"/>
                </a:moveTo>
                <a:lnTo>
                  <a:pt x="6750" y="1350"/>
                </a:lnTo>
                <a:lnTo>
                  <a:pt x="6750" y="4050"/>
                </a:lnTo>
                <a:lnTo>
                  <a:pt x="15525" y="4050"/>
                </a:lnTo>
                <a:cubicBezTo>
                  <a:pt x="15525" y="4050"/>
                  <a:pt x="15525" y="1350"/>
                  <a:pt x="15525" y="1350"/>
                </a:cubicBezTo>
                <a:close/>
                <a:moveTo>
                  <a:pt x="6750" y="20250"/>
                </a:moveTo>
                <a:lnTo>
                  <a:pt x="15525" y="20250"/>
                </a:lnTo>
                <a:lnTo>
                  <a:pt x="15525" y="13500"/>
                </a:lnTo>
                <a:lnTo>
                  <a:pt x="6750" y="13500"/>
                </a:lnTo>
                <a:cubicBezTo>
                  <a:pt x="6750" y="13500"/>
                  <a:pt x="6750" y="20250"/>
                  <a:pt x="6750" y="20250"/>
                </a:cubicBezTo>
                <a:close/>
                <a:moveTo>
                  <a:pt x="20925" y="17550"/>
                </a:moveTo>
                <a:lnTo>
                  <a:pt x="16875" y="17550"/>
                </a:lnTo>
                <a:lnTo>
                  <a:pt x="16875" y="21600"/>
                </a:lnTo>
                <a:lnTo>
                  <a:pt x="5400" y="21600"/>
                </a:lnTo>
                <a:lnTo>
                  <a:pt x="5400" y="17550"/>
                </a:lnTo>
                <a:lnTo>
                  <a:pt x="675" y="17550"/>
                </a:lnTo>
                <a:cubicBezTo>
                  <a:pt x="302" y="17550"/>
                  <a:pt x="0" y="17248"/>
                  <a:pt x="0" y="16875"/>
                </a:cubicBezTo>
                <a:lnTo>
                  <a:pt x="0" y="4725"/>
                </a:lnTo>
                <a:cubicBezTo>
                  <a:pt x="0" y="4352"/>
                  <a:pt x="302" y="4050"/>
                  <a:pt x="675" y="4050"/>
                </a:cubicBezTo>
                <a:lnTo>
                  <a:pt x="5400" y="4050"/>
                </a:lnTo>
                <a:lnTo>
                  <a:pt x="5400" y="0"/>
                </a:lnTo>
                <a:lnTo>
                  <a:pt x="16875" y="0"/>
                </a:lnTo>
                <a:lnTo>
                  <a:pt x="16875" y="4050"/>
                </a:lnTo>
                <a:lnTo>
                  <a:pt x="20925" y="4050"/>
                </a:lnTo>
                <a:cubicBezTo>
                  <a:pt x="21298" y="4050"/>
                  <a:pt x="21600" y="4352"/>
                  <a:pt x="21600" y="4725"/>
                </a:cubicBezTo>
                <a:lnTo>
                  <a:pt x="21600" y="16875"/>
                </a:lnTo>
                <a:cubicBezTo>
                  <a:pt x="21600" y="17248"/>
                  <a:pt x="21298" y="17550"/>
                  <a:pt x="20925" y="1755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49" name="Shape 7649"/>
          <p:cNvSpPr/>
          <p:nvPr/>
        </p:nvSpPr>
        <p:spPr>
          <a:xfrm>
            <a:off x="7769225" y="2187575"/>
            <a:ext cx="769939" cy="769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5" y="15043"/>
                </a:moveTo>
                <a:lnTo>
                  <a:pt x="16875" y="14850"/>
                </a:lnTo>
                <a:lnTo>
                  <a:pt x="17019" y="14850"/>
                </a:lnTo>
                <a:cubicBezTo>
                  <a:pt x="16975" y="14917"/>
                  <a:pt x="16921" y="14977"/>
                  <a:pt x="16875" y="15043"/>
                </a:cubicBezTo>
                <a:close/>
                <a:moveTo>
                  <a:pt x="10125" y="16200"/>
                </a:moveTo>
                <a:lnTo>
                  <a:pt x="11475" y="16200"/>
                </a:lnTo>
                <a:lnTo>
                  <a:pt x="11475" y="14850"/>
                </a:lnTo>
                <a:lnTo>
                  <a:pt x="10125" y="14850"/>
                </a:lnTo>
                <a:cubicBezTo>
                  <a:pt x="10125" y="14850"/>
                  <a:pt x="10125" y="16200"/>
                  <a:pt x="10125" y="16200"/>
                </a:cubicBezTo>
                <a:close/>
                <a:moveTo>
                  <a:pt x="10613" y="13519"/>
                </a:moveTo>
                <a:lnTo>
                  <a:pt x="12199" y="7257"/>
                </a:lnTo>
                <a:cubicBezTo>
                  <a:pt x="12293" y="6885"/>
                  <a:pt x="12654" y="6665"/>
                  <a:pt x="13006" y="6764"/>
                </a:cubicBezTo>
                <a:cubicBezTo>
                  <a:pt x="13357" y="6863"/>
                  <a:pt x="13565" y="7245"/>
                  <a:pt x="13471" y="7617"/>
                </a:cubicBezTo>
                <a:lnTo>
                  <a:pt x="11898" y="13828"/>
                </a:lnTo>
                <a:cubicBezTo>
                  <a:pt x="12455" y="14189"/>
                  <a:pt x="12825" y="14813"/>
                  <a:pt x="12825" y="15525"/>
                </a:cubicBezTo>
                <a:cubicBezTo>
                  <a:pt x="12825" y="16643"/>
                  <a:pt x="11918" y="17550"/>
                  <a:pt x="10800" y="17550"/>
                </a:cubicBezTo>
                <a:cubicBezTo>
                  <a:pt x="9682" y="17550"/>
                  <a:pt x="8775" y="16643"/>
                  <a:pt x="8775" y="15525"/>
                </a:cubicBezTo>
                <a:cubicBezTo>
                  <a:pt x="8775" y="14471"/>
                  <a:pt x="9584" y="13614"/>
                  <a:pt x="10613" y="13519"/>
                </a:cubicBezTo>
                <a:close/>
                <a:moveTo>
                  <a:pt x="4725" y="15043"/>
                </a:moveTo>
                <a:cubicBezTo>
                  <a:pt x="4679" y="14977"/>
                  <a:pt x="4625" y="14917"/>
                  <a:pt x="4581" y="14850"/>
                </a:cubicBezTo>
                <a:lnTo>
                  <a:pt x="4725" y="14850"/>
                </a:lnTo>
                <a:cubicBezTo>
                  <a:pt x="4725" y="14850"/>
                  <a:pt x="4725" y="15043"/>
                  <a:pt x="4725" y="15043"/>
                </a:cubicBezTo>
                <a:close/>
                <a:moveTo>
                  <a:pt x="16875" y="10800"/>
                </a:moveTo>
                <a:cubicBezTo>
                  <a:pt x="16875" y="7445"/>
                  <a:pt x="14155" y="4725"/>
                  <a:pt x="10800" y="4725"/>
                </a:cubicBezTo>
                <a:cubicBezTo>
                  <a:pt x="7445" y="4725"/>
                  <a:pt x="4725" y="7445"/>
                  <a:pt x="4725" y="10800"/>
                </a:cubicBezTo>
                <a:lnTo>
                  <a:pt x="3375" y="10800"/>
                </a:lnTo>
                <a:cubicBezTo>
                  <a:pt x="3375" y="6699"/>
                  <a:pt x="6699" y="3375"/>
                  <a:pt x="10800" y="3375"/>
                </a:cubicBezTo>
                <a:cubicBezTo>
                  <a:pt x="14901" y="3375"/>
                  <a:pt x="18225" y="6699"/>
                  <a:pt x="18225" y="10800"/>
                </a:cubicBezTo>
                <a:cubicBezTo>
                  <a:pt x="18225" y="10800"/>
                  <a:pt x="16875" y="10800"/>
                  <a:pt x="16875" y="10800"/>
                </a:cubicBezTo>
                <a:close/>
                <a:moveTo>
                  <a:pt x="10800" y="1350"/>
                </a:moveTo>
                <a:cubicBezTo>
                  <a:pt x="5581" y="1350"/>
                  <a:pt x="1350" y="5581"/>
                  <a:pt x="1350" y="10800"/>
                </a:cubicBezTo>
                <a:cubicBezTo>
                  <a:pt x="1350" y="13705"/>
                  <a:pt x="2663" y="16301"/>
                  <a:pt x="4725" y="18034"/>
                </a:cubicBezTo>
                <a:lnTo>
                  <a:pt x="4725" y="18225"/>
                </a:lnTo>
                <a:lnTo>
                  <a:pt x="4967" y="18225"/>
                </a:lnTo>
                <a:cubicBezTo>
                  <a:pt x="6574" y="19489"/>
                  <a:pt x="8596" y="20250"/>
                  <a:pt x="10800" y="20250"/>
                </a:cubicBezTo>
                <a:cubicBezTo>
                  <a:pt x="13004" y="20250"/>
                  <a:pt x="15026" y="19489"/>
                  <a:pt x="16633" y="18225"/>
                </a:cubicBezTo>
                <a:lnTo>
                  <a:pt x="16875" y="18225"/>
                </a:lnTo>
                <a:lnTo>
                  <a:pt x="16875" y="18034"/>
                </a:lnTo>
                <a:cubicBezTo>
                  <a:pt x="18937" y="16301"/>
                  <a:pt x="20250" y="13705"/>
                  <a:pt x="20250" y="10800"/>
                </a:cubicBezTo>
                <a:cubicBezTo>
                  <a:pt x="20250" y="5581"/>
                  <a:pt x="16019" y="1350"/>
                  <a:pt x="10800" y="1350"/>
                </a:cubicBezTo>
                <a:close/>
                <a:moveTo>
                  <a:pt x="10800" y="21600"/>
                </a:moveTo>
                <a:cubicBezTo>
                  <a:pt x="4835" y="21600"/>
                  <a:pt x="0" y="16765"/>
                  <a:pt x="0" y="10800"/>
                </a:cubicBezTo>
                <a:cubicBezTo>
                  <a:pt x="0" y="4835"/>
                  <a:pt x="4835" y="0"/>
                  <a:pt x="10800" y="0"/>
                </a:cubicBezTo>
                <a:cubicBezTo>
                  <a:pt x="16765" y="0"/>
                  <a:pt x="21600" y="4835"/>
                  <a:pt x="21600" y="10800"/>
                </a:cubicBezTo>
                <a:cubicBezTo>
                  <a:pt x="21600" y="16765"/>
                  <a:pt x="16765"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0" name="Shape 7650"/>
          <p:cNvSpPr/>
          <p:nvPr/>
        </p:nvSpPr>
        <p:spPr>
          <a:xfrm>
            <a:off x="10225088" y="2247900"/>
            <a:ext cx="674688" cy="6746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15" y="2314"/>
                </a:moveTo>
                <a:cubicBezTo>
                  <a:pt x="7715" y="1888"/>
                  <a:pt x="7369" y="1543"/>
                  <a:pt x="6943" y="1543"/>
                </a:cubicBezTo>
                <a:lnTo>
                  <a:pt x="2314" y="1543"/>
                </a:lnTo>
                <a:cubicBezTo>
                  <a:pt x="1889" y="1543"/>
                  <a:pt x="1543" y="1888"/>
                  <a:pt x="1543" y="2314"/>
                </a:cubicBezTo>
                <a:lnTo>
                  <a:pt x="1543" y="6943"/>
                </a:lnTo>
                <a:cubicBezTo>
                  <a:pt x="1543" y="7368"/>
                  <a:pt x="1889" y="7714"/>
                  <a:pt x="2314" y="7714"/>
                </a:cubicBezTo>
                <a:lnTo>
                  <a:pt x="6943" y="7714"/>
                </a:lnTo>
                <a:cubicBezTo>
                  <a:pt x="7369" y="7714"/>
                  <a:pt x="7715" y="7368"/>
                  <a:pt x="7715" y="6943"/>
                </a:cubicBezTo>
                <a:cubicBezTo>
                  <a:pt x="7715" y="6943"/>
                  <a:pt x="7715" y="2314"/>
                  <a:pt x="7715" y="2314"/>
                </a:cubicBezTo>
                <a:close/>
                <a:moveTo>
                  <a:pt x="7715" y="9257"/>
                </a:moveTo>
                <a:lnTo>
                  <a:pt x="1543" y="9257"/>
                </a:lnTo>
                <a:cubicBezTo>
                  <a:pt x="691" y="9257"/>
                  <a:pt x="0" y="8566"/>
                  <a:pt x="0" y="7714"/>
                </a:cubicBezTo>
                <a:lnTo>
                  <a:pt x="0" y="1543"/>
                </a:lnTo>
                <a:cubicBezTo>
                  <a:pt x="0" y="691"/>
                  <a:pt x="691" y="0"/>
                  <a:pt x="1543" y="0"/>
                </a:cubicBezTo>
                <a:lnTo>
                  <a:pt x="7715" y="0"/>
                </a:lnTo>
                <a:cubicBezTo>
                  <a:pt x="8566" y="0"/>
                  <a:pt x="9257" y="691"/>
                  <a:pt x="9257" y="1543"/>
                </a:cubicBezTo>
                <a:lnTo>
                  <a:pt x="9257" y="7714"/>
                </a:lnTo>
                <a:cubicBezTo>
                  <a:pt x="9257" y="8566"/>
                  <a:pt x="8566" y="9257"/>
                  <a:pt x="7715" y="9257"/>
                </a:cubicBezTo>
                <a:close/>
                <a:moveTo>
                  <a:pt x="7715" y="14657"/>
                </a:moveTo>
                <a:cubicBezTo>
                  <a:pt x="7715" y="14231"/>
                  <a:pt x="7369" y="13885"/>
                  <a:pt x="6943" y="13885"/>
                </a:cubicBezTo>
                <a:lnTo>
                  <a:pt x="2314" y="13885"/>
                </a:lnTo>
                <a:cubicBezTo>
                  <a:pt x="1889" y="13885"/>
                  <a:pt x="1543" y="14231"/>
                  <a:pt x="1543" y="14657"/>
                </a:cubicBezTo>
                <a:lnTo>
                  <a:pt x="1543" y="19286"/>
                </a:lnTo>
                <a:cubicBezTo>
                  <a:pt x="1543" y="19711"/>
                  <a:pt x="1889" y="20057"/>
                  <a:pt x="2314" y="20057"/>
                </a:cubicBezTo>
                <a:lnTo>
                  <a:pt x="6943" y="20057"/>
                </a:lnTo>
                <a:cubicBezTo>
                  <a:pt x="7369" y="20057"/>
                  <a:pt x="7715" y="19711"/>
                  <a:pt x="7715" y="19286"/>
                </a:cubicBezTo>
                <a:cubicBezTo>
                  <a:pt x="7715" y="19286"/>
                  <a:pt x="7715" y="14657"/>
                  <a:pt x="7715" y="14657"/>
                </a:cubicBezTo>
                <a:close/>
                <a:moveTo>
                  <a:pt x="7715" y="21600"/>
                </a:moveTo>
                <a:lnTo>
                  <a:pt x="1543" y="21600"/>
                </a:lnTo>
                <a:cubicBezTo>
                  <a:pt x="691" y="21600"/>
                  <a:pt x="0" y="20909"/>
                  <a:pt x="0" y="20057"/>
                </a:cubicBezTo>
                <a:lnTo>
                  <a:pt x="0" y="13885"/>
                </a:lnTo>
                <a:cubicBezTo>
                  <a:pt x="0" y="13033"/>
                  <a:pt x="691" y="12342"/>
                  <a:pt x="1543" y="12342"/>
                </a:cubicBezTo>
                <a:lnTo>
                  <a:pt x="7715" y="12342"/>
                </a:lnTo>
                <a:cubicBezTo>
                  <a:pt x="8566" y="12342"/>
                  <a:pt x="9257" y="13033"/>
                  <a:pt x="9257" y="13885"/>
                </a:cubicBezTo>
                <a:lnTo>
                  <a:pt x="9257" y="20057"/>
                </a:lnTo>
                <a:cubicBezTo>
                  <a:pt x="9257" y="20909"/>
                  <a:pt x="8566" y="21600"/>
                  <a:pt x="7715" y="21600"/>
                </a:cubicBezTo>
                <a:close/>
                <a:moveTo>
                  <a:pt x="20057" y="2314"/>
                </a:moveTo>
                <a:cubicBezTo>
                  <a:pt x="20057" y="1888"/>
                  <a:pt x="19712" y="1543"/>
                  <a:pt x="19286" y="1543"/>
                </a:cubicBezTo>
                <a:lnTo>
                  <a:pt x="14657" y="1543"/>
                </a:lnTo>
                <a:cubicBezTo>
                  <a:pt x="14231" y="1543"/>
                  <a:pt x="13886" y="1888"/>
                  <a:pt x="13886" y="2314"/>
                </a:cubicBezTo>
                <a:lnTo>
                  <a:pt x="13886" y="6943"/>
                </a:lnTo>
                <a:cubicBezTo>
                  <a:pt x="13886" y="7368"/>
                  <a:pt x="14231" y="7714"/>
                  <a:pt x="14657" y="7714"/>
                </a:cubicBezTo>
                <a:lnTo>
                  <a:pt x="19286" y="7714"/>
                </a:lnTo>
                <a:cubicBezTo>
                  <a:pt x="19712" y="7714"/>
                  <a:pt x="20057" y="7368"/>
                  <a:pt x="20057" y="6943"/>
                </a:cubicBezTo>
                <a:cubicBezTo>
                  <a:pt x="20057" y="6943"/>
                  <a:pt x="20057" y="2314"/>
                  <a:pt x="20057" y="2314"/>
                </a:cubicBezTo>
                <a:close/>
                <a:moveTo>
                  <a:pt x="20057" y="9257"/>
                </a:moveTo>
                <a:lnTo>
                  <a:pt x="13886" y="9257"/>
                </a:lnTo>
                <a:cubicBezTo>
                  <a:pt x="13034" y="9257"/>
                  <a:pt x="12343" y="8566"/>
                  <a:pt x="12343" y="7714"/>
                </a:cubicBezTo>
                <a:lnTo>
                  <a:pt x="12343" y="1543"/>
                </a:lnTo>
                <a:cubicBezTo>
                  <a:pt x="12343" y="691"/>
                  <a:pt x="13034" y="0"/>
                  <a:pt x="13886" y="0"/>
                </a:cubicBezTo>
                <a:lnTo>
                  <a:pt x="20057" y="0"/>
                </a:lnTo>
                <a:cubicBezTo>
                  <a:pt x="20909" y="0"/>
                  <a:pt x="21600" y="691"/>
                  <a:pt x="21600" y="1543"/>
                </a:cubicBezTo>
                <a:lnTo>
                  <a:pt x="21600" y="7714"/>
                </a:lnTo>
                <a:cubicBezTo>
                  <a:pt x="21600" y="8566"/>
                  <a:pt x="20909" y="9257"/>
                  <a:pt x="20057" y="9257"/>
                </a:cubicBezTo>
                <a:close/>
                <a:moveTo>
                  <a:pt x="20057" y="14657"/>
                </a:moveTo>
                <a:cubicBezTo>
                  <a:pt x="20057" y="14231"/>
                  <a:pt x="19712" y="13885"/>
                  <a:pt x="19286" y="13885"/>
                </a:cubicBezTo>
                <a:lnTo>
                  <a:pt x="14657" y="13885"/>
                </a:lnTo>
                <a:cubicBezTo>
                  <a:pt x="14231" y="13885"/>
                  <a:pt x="13886" y="14231"/>
                  <a:pt x="13886" y="14657"/>
                </a:cubicBezTo>
                <a:lnTo>
                  <a:pt x="13886" y="19286"/>
                </a:lnTo>
                <a:cubicBezTo>
                  <a:pt x="13886" y="19711"/>
                  <a:pt x="14231" y="20057"/>
                  <a:pt x="14657" y="20057"/>
                </a:cubicBezTo>
                <a:lnTo>
                  <a:pt x="19286" y="20057"/>
                </a:lnTo>
                <a:cubicBezTo>
                  <a:pt x="19712" y="20057"/>
                  <a:pt x="20057" y="19711"/>
                  <a:pt x="20057" y="19286"/>
                </a:cubicBezTo>
                <a:cubicBezTo>
                  <a:pt x="20057" y="19286"/>
                  <a:pt x="20057" y="14657"/>
                  <a:pt x="20057" y="14657"/>
                </a:cubicBezTo>
                <a:close/>
                <a:moveTo>
                  <a:pt x="20057" y="21600"/>
                </a:moveTo>
                <a:lnTo>
                  <a:pt x="13886" y="21600"/>
                </a:lnTo>
                <a:cubicBezTo>
                  <a:pt x="13034" y="21600"/>
                  <a:pt x="12343" y="20909"/>
                  <a:pt x="12343" y="20057"/>
                </a:cubicBezTo>
                <a:lnTo>
                  <a:pt x="12343" y="13885"/>
                </a:lnTo>
                <a:cubicBezTo>
                  <a:pt x="12343" y="13033"/>
                  <a:pt x="13034" y="12342"/>
                  <a:pt x="13886" y="12342"/>
                </a:cubicBezTo>
                <a:lnTo>
                  <a:pt x="20057" y="12342"/>
                </a:lnTo>
                <a:cubicBezTo>
                  <a:pt x="20909" y="12342"/>
                  <a:pt x="21600" y="13033"/>
                  <a:pt x="21600" y="13885"/>
                </a:cubicBezTo>
                <a:lnTo>
                  <a:pt x="21600" y="20057"/>
                </a:lnTo>
                <a:cubicBezTo>
                  <a:pt x="21600" y="20909"/>
                  <a:pt x="20909" y="21600"/>
                  <a:pt x="20057"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1" name="Shape 7651"/>
          <p:cNvSpPr/>
          <p:nvPr/>
        </p:nvSpPr>
        <p:spPr>
          <a:xfrm>
            <a:off x="12590463" y="2217737"/>
            <a:ext cx="722313" cy="722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46" y="17928"/>
                </a:moveTo>
                <a:lnTo>
                  <a:pt x="17928" y="18946"/>
                </a:lnTo>
                <a:lnTo>
                  <a:pt x="15891" y="16910"/>
                </a:lnTo>
                <a:lnTo>
                  <a:pt x="16910" y="15891"/>
                </a:lnTo>
                <a:cubicBezTo>
                  <a:pt x="16910" y="15891"/>
                  <a:pt x="18946" y="17928"/>
                  <a:pt x="18946" y="17928"/>
                </a:cubicBezTo>
                <a:close/>
                <a:moveTo>
                  <a:pt x="11520" y="21600"/>
                </a:moveTo>
                <a:lnTo>
                  <a:pt x="10080" y="21600"/>
                </a:lnTo>
                <a:lnTo>
                  <a:pt x="10080" y="18720"/>
                </a:lnTo>
                <a:lnTo>
                  <a:pt x="11520" y="18720"/>
                </a:lnTo>
                <a:cubicBezTo>
                  <a:pt x="11520" y="18720"/>
                  <a:pt x="11520" y="21600"/>
                  <a:pt x="11520" y="21600"/>
                </a:cubicBezTo>
                <a:close/>
                <a:moveTo>
                  <a:pt x="5709" y="16910"/>
                </a:moveTo>
                <a:lnTo>
                  <a:pt x="3672" y="18946"/>
                </a:lnTo>
                <a:lnTo>
                  <a:pt x="2654" y="17928"/>
                </a:lnTo>
                <a:lnTo>
                  <a:pt x="4691" y="15891"/>
                </a:lnTo>
                <a:cubicBezTo>
                  <a:pt x="4691" y="15891"/>
                  <a:pt x="5709" y="16910"/>
                  <a:pt x="5709" y="16910"/>
                </a:cubicBezTo>
                <a:close/>
                <a:moveTo>
                  <a:pt x="2880" y="11520"/>
                </a:moveTo>
                <a:lnTo>
                  <a:pt x="0" y="11520"/>
                </a:lnTo>
                <a:lnTo>
                  <a:pt x="0" y="10080"/>
                </a:lnTo>
                <a:lnTo>
                  <a:pt x="2880" y="10080"/>
                </a:lnTo>
                <a:cubicBezTo>
                  <a:pt x="2880" y="10080"/>
                  <a:pt x="2880" y="11520"/>
                  <a:pt x="2880" y="11520"/>
                </a:cubicBezTo>
                <a:close/>
                <a:moveTo>
                  <a:pt x="2654" y="3672"/>
                </a:moveTo>
                <a:lnTo>
                  <a:pt x="3672" y="2654"/>
                </a:lnTo>
                <a:lnTo>
                  <a:pt x="5709" y="4691"/>
                </a:lnTo>
                <a:lnTo>
                  <a:pt x="4691" y="5709"/>
                </a:lnTo>
                <a:cubicBezTo>
                  <a:pt x="4691" y="5709"/>
                  <a:pt x="2654" y="3672"/>
                  <a:pt x="2654" y="3672"/>
                </a:cubicBezTo>
                <a:close/>
                <a:moveTo>
                  <a:pt x="10080" y="0"/>
                </a:moveTo>
                <a:lnTo>
                  <a:pt x="11520" y="0"/>
                </a:lnTo>
                <a:lnTo>
                  <a:pt x="11520" y="2880"/>
                </a:lnTo>
                <a:lnTo>
                  <a:pt x="10080" y="2880"/>
                </a:lnTo>
                <a:cubicBezTo>
                  <a:pt x="10080" y="2880"/>
                  <a:pt x="10080" y="0"/>
                  <a:pt x="10080" y="0"/>
                </a:cubicBezTo>
                <a:close/>
                <a:moveTo>
                  <a:pt x="10800" y="6471"/>
                </a:moveTo>
                <a:cubicBezTo>
                  <a:pt x="8409" y="6471"/>
                  <a:pt x="6471" y="8409"/>
                  <a:pt x="6471" y="10800"/>
                </a:cubicBezTo>
                <a:cubicBezTo>
                  <a:pt x="6471" y="13191"/>
                  <a:pt x="8409" y="15130"/>
                  <a:pt x="10800" y="15130"/>
                </a:cubicBezTo>
                <a:cubicBezTo>
                  <a:pt x="13191" y="15130"/>
                  <a:pt x="15130" y="13191"/>
                  <a:pt x="15130" y="10800"/>
                </a:cubicBezTo>
                <a:cubicBezTo>
                  <a:pt x="15130" y="8409"/>
                  <a:pt x="13191" y="6471"/>
                  <a:pt x="10800" y="6471"/>
                </a:cubicBezTo>
                <a:close/>
                <a:moveTo>
                  <a:pt x="10800" y="16560"/>
                </a:moveTo>
                <a:cubicBezTo>
                  <a:pt x="7619" y="16560"/>
                  <a:pt x="5040" y="13981"/>
                  <a:pt x="5040" y="10800"/>
                </a:cubicBezTo>
                <a:cubicBezTo>
                  <a:pt x="5040" y="7619"/>
                  <a:pt x="7619" y="5040"/>
                  <a:pt x="10800" y="5040"/>
                </a:cubicBezTo>
                <a:cubicBezTo>
                  <a:pt x="13981" y="5040"/>
                  <a:pt x="16560" y="7619"/>
                  <a:pt x="16560" y="10800"/>
                </a:cubicBezTo>
                <a:cubicBezTo>
                  <a:pt x="16560" y="13981"/>
                  <a:pt x="13981" y="16560"/>
                  <a:pt x="10800" y="16560"/>
                </a:cubicBezTo>
                <a:close/>
                <a:moveTo>
                  <a:pt x="15891" y="4691"/>
                </a:moveTo>
                <a:lnTo>
                  <a:pt x="17928" y="2654"/>
                </a:lnTo>
                <a:lnTo>
                  <a:pt x="18946" y="3672"/>
                </a:lnTo>
                <a:lnTo>
                  <a:pt x="16910" y="5709"/>
                </a:lnTo>
                <a:cubicBezTo>
                  <a:pt x="16910" y="5709"/>
                  <a:pt x="15891" y="4691"/>
                  <a:pt x="15891" y="4691"/>
                </a:cubicBezTo>
                <a:close/>
                <a:moveTo>
                  <a:pt x="18720" y="11520"/>
                </a:moveTo>
                <a:lnTo>
                  <a:pt x="18720" y="10080"/>
                </a:lnTo>
                <a:lnTo>
                  <a:pt x="21600" y="10080"/>
                </a:lnTo>
                <a:lnTo>
                  <a:pt x="21600" y="11520"/>
                </a:lnTo>
                <a:cubicBezTo>
                  <a:pt x="21600" y="11520"/>
                  <a:pt x="18720" y="11520"/>
                  <a:pt x="18720" y="1152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2" name="Shape 7652"/>
          <p:cNvSpPr/>
          <p:nvPr/>
        </p:nvSpPr>
        <p:spPr>
          <a:xfrm>
            <a:off x="15078084" y="2398717"/>
            <a:ext cx="552441" cy="385759"/>
          </a:xfrm>
          <a:custGeom>
            <a:avLst/>
            <a:gdLst/>
            <a:ahLst/>
            <a:cxnLst>
              <a:cxn ang="0">
                <a:pos x="wd2" y="hd2"/>
              </a:cxn>
              <a:cxn ang="5400000">
                <a:pos x="wd2" y="hd2"/>
              </a:cxn>
              <a:cxn ang="10800000">
                <a:pos x="wd2" y="hd2"/>
              </a:cxn>
              <a:cxn ang="16200000">
                <a:pos x="wd2" y="hd2"/>
              </a:cxn>
            </a:cxnLst>
            <a:rect l="0" t="0" r="r" b="b"/>
            <a:pathLst>
              <a:path w="21572" h="21342" fill="norm" stroke="1" extrusionOk="0">
                <a:moveTo>
                  <a:pt x="20634" y="12005"/>
                </a:moveTo>
                <a:lnTo>
                  <a:pt x="3185" y="12005"/>
                </a:lnTo>
                <a:lnTo>
                  <a:pt x="8166" y="19082"/>
                </a:lnTo>
                <a:cubicBezTo>
                  <a:pt x="8530" y="19599"/>
                  <a:pt x="8530" y="20438"/>
                  <a:pt x="8166" y="20955"/>
                </a:cubicBezTo>
                <a:cubicBezTo>
                  <a:pt x="7803" y="21471"/>
                  <a:pt x="7212" y="21471"/>
                  <a:pt x="6849" y="20955"/>
                </a:cubicBezTo>
                <a:lnTo>
                  <a:pt x="319" y="11678"/>
                </a:lnTo>
                <a:cubicBezTo>
                  <a:pt x="300" y="11655"/>
                  <a:pt x="277" y="11647"/>
                  <a:pt x="259" y="11622"/>
                </a:cubicBezTo>
                <a:cubicBezTo>
                  <a:pt x="230" y="11581"/>
                  <a:pt x="230" y="11523"/>
                  <a:pt x="206" y="11479"/>
                </a:cubicBezTo>
                <a:cubicBezTo>
                  <a:pt x="125" y="11338"/>
                  <a:pt x="69" y="11186"/>
                  <a:pt x="36" y="11020"/>
                </a:cubicBezTo>
                <a:cubicBezTo>
                  <a:pt x="24" y="10957"/>
                  <a:pt x="16" y="10900"/>
                  <a:pt x="10" y="10834"/>
                </a:cubicBezTo>
                <a:cubicBezTo>
                  <a:pt x="-28" y="10438"/>
                  <a:pt x="45" y="10025"/>
                  <a:pt x="259" y="9720"/>
                </a:cubicBezTo>
                <a:cubicBezTo>
                  <a:pt x="278" y="9694"/>
                  <a:pt x="302" y="9685"/>
                  <a:pt x="322" y="9662"/>
                </a:cubicBezTo>
                <a:lnTo>
                  <a:pt x="6849" y="388"/>
                </a:lnTo>
                <a:cubicBezTo>
                  <a:pt x="7212" y="-129"/>
                  <a:pt x="7803" y="-129"/>
                  <a:pt x="8166" y="388"/>
                </a:cubicBezTo>
                <a:cubicBezTo>
                  <a:pt x="8530" y="904"/>
                  <a:pt x="8530" y="1743"/>
                  <a:pt x="8166" y="2260"/>
                </a:cubicBezTo>
                <a:lnTo>
                  <a:pt x="3185" y="9338"/>
                </a:lnTo>
                <a:lnTo>
                  <a:pt x="20634" y="9338"/>
                </a:lnTo>
                <a:cubicBezTo>
                  <a:pt x="21152" y="9338"/>
                  <a:pt x="21572" y="9935"/>
                  <a:pt x="21572" y="10671"/>
                </a:cubicBezTo>
                <a:cubicBezTo>
                  <a:pt x="21572" y="11407"/>
                  <a:pt x="21152" y="12005"/>
                  <a:pt x="20634" y="12005"/>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3" name="Shape 7653"/>
          <p:cNvSpPr/>
          <p:nvPr/>
        </p:nvSpPr>
        <p:spPr>
          <a:xfrm>
            <a:off x="17473612" y="2398717"/>
            <a:ext cx="554041" cy="385759"/>
          </a:xfrm>
          <a:custGeom>
            <a:avLst/>
            <a:gdLst/>
            <a:ahLst/>
            <a:cxnLst>
              <a:cxn ang="0">
                <a:pos x="wd2" y="hd2"/>
              </a:cxn>
              <a:cxn ang="5400000">
                <a:pos x="wd2" y="hd2"/>
              </a:cxn>
              <a:cxn ang="10800000">
                <a:pos x="wd2" y="hd2"/>
              </a:cxn>
              <a:cxn ang="16200000">
                <a:pos x="wd2" y="hd2"/>
              </a:cxn>
            </a:cxnLst>
            <a:rect l="0" t="0" r="r" b="b"/>
            <a:pathLst>
              <a:path w="21571" h="21342" fill="norm" stroke="1" extrusionOk="0">
                <a:moveTo>
                  <a:pt x="21561" y="10834"/>
                </a:moveTo>
                <a:cubicBezTo>
                  <a:pt x="21557" y="10900"/>
                  <a:pt x="21548" y="10957"/>
                  <a:pt x="21537" y="11020"/>
                </a:cubicBezTo>
                <a:cubicBezTo>
                  <a:pt x="21503" y="11186"/>
                  <a:pt x="21446" y="11338"/>
                  <a:pt x="21366" y="11479"/>
                </a:cubicBezTo>
                <a:cubicBezTo>
                  <a:pt x="21342" y="11523"/>
                  <a:pt x="21342" y="11581"/>
                  <a:pt x="21313" y="11622"/>
                </a:cubicBezTo>
                <a:cubicBezTo>
                  <a:pt x="21295" y="11647"/>
                  <a:pt x="21272" y="11655"/>
                  <a:pt x="21253" y="11678"/>
                </a:cubicBezTo>
                <a:lnTo>
                  <a:pt x="14724" y="20955"/>
                </a:lnTo>
                <a:cubicBezTo>
                  <a:pt x="14360" y="21471"/>
                  <a:pt x="13770" y="21471"/>
                  <a:pt x="13406" y="20955"/>
                </a:cubicBezTo>
                <a:cubicBezTo>
                  <a:pt x="13042" y="20438"/>
                  <a:pt x="13042" y="19599"/>
                  <a:pt x="13406" y="19082"/>
                </a:cubicBezTo>
                <a:lnTo>
                  <a:pt x="18388" y="12005"/>
                </a:lnTo>
                <a:lnTo>
                  <a:pt x="938" y="12005"/>
                </a:lnTo>
                <a:cubicBezTo>
                  <a:pt x="420" y="12005"/>
                  <a:pt x="0" y="11407"/>
                  <a:pt x="0" y="10671"/>
                </a:cubicBezTo>
                <a:cubicBezTo>
                  <a:pt x="0" y="9935"/>
                  <a:pt x="420" y="9338"/>
                  <a:pt x="938" y="9338"/>
                </a:cubicBezTo>
                <a:lnTo>
                  <a:pt x="18388" y="9338"/>
                </a:lnTo>
                <a:lnTo>
                  <a:pt x="13406" y="2260"/>
                </a:lnTo>
                <a:cubicBezTo>
                  <a:pt x="13042" y="1743"/>
                  <a:pt x="13042" y="904"/>
                  <a:pt x="13406" y="388"/>
                </a:cubicBezTo>
                <a:cubicBezTo>
                  <a:pt x="13770" y="-129"/>
                  <a:pt x="14360" y="-129"/>
                  <a:pt x="14724" y="388"/>
                </a:cubicBezTo>
                <a:lnTo>
                  <a:pt x="21251" y="9662"/>
                </a:lnTo>
                <a:cubicBezTo>
                  <a:pt x="21270" y="9685"/>
                  <a:pt x="21295" y="9694"/>
                  <a:pt x="21313" y="9720"/>
                </a:cubicBezTo>
                <a:cubicBezTo>
                  <a:pt x="21528" y="10025"/>
                  <a:pt x="21600" y="10438"/>
                  <a:pt x="21561" y="10834"/>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4" name="Shape 7654"/>
          <p:cNvSpPr/>
          <p:nvPr/>
        </p:nvSpPr>
        <p:spPr>
          <a:xfrm>
            <a:off x="19748500" y="2520950"/>
            <a:ext cx="769939" cy="1920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700" y="5400"/>
                </a:moveTo>
                <a:cubicBezTo>
                  <a:pt x="1955" y="5400"/>
                  <a:pt x="1350" y="7818"/>
                  <a:pt x="1350" y="10801"/>
                </a:cubicBezTo>
                <a:cubicBezTo>
                  <a:pt x="1350" y="13782"/>
                  <a:pt x="1955" y="16200"/>
                  <a:pt x="2700" y="16200"/>
                </a:cubicBezTo>
                <a:cubicBezTo>
                  <a:pt x="3446" y="16200"/>
                  <a:pt x="4050" y="13782"/>
                  <a:pt x="4050" y="10801"/>
                </a:cubicBezTo>
                <a:cubicBezTo>
                  <a:pt x="4050" y="7818"/>
                  <a:pt x="3446" y="5400"/>
                  <a:pt x="2700" y="5400"/>
                </a:cubicBezTo>
                <a:close/>
                <a:moveTo>
                  <a:pt x="2700" y="21600"/>
                </a:moveTo>
                <a:cubicBezTo>
                  <a:pt x="1209" y="21600"/>
                  <a:pt x="0" y="16764"/>
                  <a:pt x="0" y="10801"/>
                </a:cubicBezTo>
                <a:cubicBezTo>
                  <a:pt x="0" y="4836"/>
                  <a:pt x="1209" y="0"/>
                  <a:pt x="2700" y="0"/>
                </a:cubicBezTo>
                <a:cubicBezTo>
                  <a:pt x="4191" y="0"/>
                  <a:pt x="5400" y="4836"/>
                  <a:pt x="5400" y="10801"/>
                </a:cubicBezTo>
                <a:cubicBezTo>
                  <a:pt x="5400" y="16764"/>
                  <a:pt x="4191" y="21600"/>
                  <a:pt x="2700" y="21600"/>
                </a:cubicBezTo>
                <a:close/>
                <a:moveTo>
                  <a:pt x="10800" y="5400"/>
                </a:moveTo>
                <a:cubicBezTo>
                  <a:pt x="10055" y="5400"/>
                  <a:pt x="9450" y="7818"/>
                  <a:pt x="9450" y="10801"/>
                </a:cubicBezTo>
                <a:cubicBezTo>
                  <a:pt x="9450" y="13782"/>
                  <a:pt x="10055" y="16200"/>
                  <a:pt x="10800" y="16200"/>
                </a:cubicBezTo>
                <a:cubicBezTo>
                  <a:pt x="11546" y="16200"/>
                  <a:pt x="12150" y="13782"/>
                  <a:pt x="12150" y="10801"/>
                </a:cubicBezTo>
                <a:cubicBezTo>
                  <a:pt x="12150" y="7818"/>
                  <a:pt x="11546" y="5400"/>
                  <a:pt x="10800" y="5400"/>
                </a:cubicBezTo>
                <a:close/>
                <a:moveTo>
                  <a:pt x="10800" y="21600"/>
                </a:moveTo>
                <a:cubicBezTo>
                  <a:pt x="9309" y="21600"/>
                  <a:pt x="8100" y="16764"/>
                  <a:pt x="8100" y="10801"/>
                </a:cubicBezTo>
                <a:cubicBezTo>
                  <a:pt x="8100" y="4836"/>
                  <a:pt x="9309" y="0"/>
                  <a:pt x="10800" y="0"/>
                </a:cubicBezTo>
                <a:cubicBezTo>
                  <a:pt x="12291" y="0"/>
                  <a:pt x="13500" y="4836"/>
                  <a:pt x="13500" y="10801"/>
                </a:cubicBezTo>
                <a:cubicBezTo>
                  <a:pt x="13500" y="16764"/>
                  <a:pt x="12291" y="21600"/>
                  <a:pt x="10800" y="21600"/>
                </a:cubicBezTo>
                <a:close/>
                <a:moveTo>
                  <a:pt x="18900" y="5400"/>
                </a:moveTo>
                <a:cubicBezTo>
                  <a:pt x="18155" y="5400"/>
                  <a:pt x="17550" y="7818"/>
                  <a:pt x="17550" y="10801"/>
                </a:cubicBezTo>
                <a:cubicBezTo>
                  <a:pt x="17550" y="13782"/>
                  <a:pt x="18155" y="16200"/>
                  <a:pt x="18900" y="16200"/>
                </a:cubicBezTo>
                <a:cubicBezTo>
                  <a:pt x="19646" y="16200"/>
                  <a:pt x="20250" y="13782"/>
                  <a:pt x="20250" y="10801"/>
                </a:cubicBezTo>
                <a:cubicBezTo>
                  <a:pt x="20250" y="7818"/>
                  <a:pt x="19646" y="5400"/>
                  <a:pt x="18900" y="5400"/>
                </a:cubicBezTo>
                <a:close/>
                <a:moveTo>
                  <a:pt x="18900" y="21600"/>
                </a:moveTo>
                <a:cubicBezTo>
                  <a:pt x="17409" y="21600"/>
                  <a:pt x="16200" y="16764"/>
                  <a:pt x="16200" y="10801"/>
                </a:cubicBezTo>
                <a:cubicBezTo>
                  <a:pt x="16200" y="4836"/>
                  <a:pt x="17409" y="0"/>
                  <a:pt x="18900" y="0"/>
                </a:cubicBezTo>
                <a:cubicBezTo>
                  <a:pt x="20391" y="0"/>
                  <a:pt x="21600" y="4836"/>
                  <a:pt x="21600" y="10801"/>
                </a:cubicBezTo>
                <a:cubicBezTo>
                  <a:pt x="21600" y="16764"/>
                  <a:pt x="20391" y="21600"/>
                  <a:pt x="189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5" name="Shape 7655"/>
          <p:cNvSpPr/>
          <p:nvPr/>
        </p:nvSpPr>
        <p:spPr>
          <a:xfrm>
            <a:off x="22144037" y="2217737"/>
            <a:ext cx="769938" cy="7699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4725"/>
                </a:moveTo>
                <a:cubicBezTo>
                  <a:pt x="17550" y="4352"/>
                  <a:pt x="17248" y="4050"/>
                  <a:pt x="16875" y="4050"/>
                </a:cubicBezTo>
                <a:lnTo>
                  <a:pt x="2025" y="4050"/>
                </a:lnTo>
                <a:cubicBezTo>
                  <a:pt x="1652" y="4050"/>
                  <a:pt x="1350" y="4352"/>
                  <a:pt x="1350" y="4725"/>
                </a:cubicBezTo>
                <a:lnTo>
                  <a:pt x="1350" y="19575"/>
                </a:lnTo>
                <a:cubicBezTo>
                  <a:pt x="1350" y="19948"/>
                  <a:pt x="1652" y="20250"/>
                  <a:pt x="2025" y="20250"/>
                </a:cubicBezTo>
                <a:lnTo>
                  <a:pt x="16875" y="20250"/>
                </a:lnTo>
                <a:cubicBezTo>
                  <a:pt x="17248" y="20250"/>
                  <a:pt x="17550" y="19948"/>
                  <a:pt x="17550" y="19575"/>
                </a:cubicBezTo>
                <a:cubicBezTo>
                  <a:pt x="17550" y="19575"/>
                  <a:pt x="17550" y="4725"/>
                  <a:pt x="17550" y="4725"/>
                </a:cubicBezTo>
                <a:close/>
                <a:moveTo>
                  <a:pt x="18900" y="3375"/>
                </a:moveTo>
                <a:lnTo>
                  <a:pt x="18900" y="20925"/>
                </a:lnTo>
                <a:cubicBezTo>
                  <a:pt x="18900" y="21298"/>
                  <a:pt x="18598" y="21600"/>
                  <a:pt x="18225" y="21600"/>
                </a:cubicBezTo>
                <a:lnTo>
                  <a:pt x="675" y="21600"/>
                </a:lnTo>
                <a:cubicBezTo>
                  <a:pt x="302" y="21600"/>
                  <a:pt x="0" y="21298"/>
                  <a:pt x="0" y="20925"/>
                </a:cubicBezTo>
                <a:lnTo>
                  <a:pt x="0" y="3375"/>
                </a:lnTo>
                <a:cubicBezTo>
                  <a:pt x="0" y="3002"/>
                  <a:pt x="302" y="2700"/>
                  <a:pt x="675" y="2700"/>
                </a:cubicBezTo>
                <a:lnTo>
                  <a:pt x="18225" y="2700"/>
                </a:lnTo>
                <a:cubicBezTo>
                  <a:pt x="18598" y="2700"/>
                  <a:pt x="18900" y="3002"/>
                  <a:pt x="18900" y="3375"/>
                </a:cubicBezTo>
                <a:close/>
                <a:moveTo>
                  <a:pt x="20925" y="18900"/>
                </a:moveTo>
                <a:cubicBezTo>
                  <a:pt x="20552" y="18900"/>
                  <a:pt x="20250" y="18598"/>
                  <a:pt x="20250" y="18225"/>
                </a:cubicBezTo>
                <a:lnTo>
                  <a:pt x="20250" y="1350"/>
                </a:lnTo>
                <a:lnTo>
                  <a:pt x="3375" y="1350"/>
                </a:lnTo>
                <a:cubicBezTo>
                  <a:pt x="3002" y="1350"/>
                  <a:pt x="2700" y="1048"/>
                  <a:pt x="2700" y="675"/>
                </a:cubicBezTo>
                <a:cubicBezTo>
                  <a:pt x="2700" y="302"/>
                  <a:pt x="3002" y="0"/>
                  <a:pt x="3375" y="0"/>
                </a:cubicBezTo>
                <a:lnTo>
                  <a:pt x="20925" y="0"/>
                </a:lnTo>
                <a:cubicBezTo>
                  <a:pt x="21298" y="0"/>
                  <a:pt x="21600" y="302"/>
                  <a:pt x="21600" y="675"/>
                </a:cubicBezTo>
                <a:lnTo>
                  <a:pt x="21600" y="18225"/>
                </a:lnTo>
                <a:cubicBezTo>
                  <a:pt x="21600" y="18598"/>
                  <a:pt x="21298" y="18900"/>
                  <a:pt x="20925" y="189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6" name="Shape 7656"/>
          <p:cNvSpPr/>
          <p:nvPr/>
        </p:nvSpPr>
        <p:spPr>
          <a:xfrm>
            <a:off x="7889875" y="4583112"/>
            <a:ext cx="530225" cy="771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34" y="1350"/>
                </a:moveTo>
                <a:lnTo>
                  <a:pt x="2066" y="1350"/>
                </a:lnTo>
                <a:cubicBezTo>
                  <a:pt x="1909" y="2003"/>
                  <a:pt x="1800" y="2674"/>
                  <a:pt x="1800" y="3375"/>
                </a:cubicBezTo>
                <a:cubicBezTo>
                  <a:pt x="1800" y="8268"/>
                  <a:pt x="5830" y="12235"/>
                  <a:pt x="10800" y="12235"/>
                </a:cubicBezTo>
                <a:cubicBezTo>
                  <a:pt x="15770" y="12235"/>
                  <a:pt x="19800" y="8268"/>
                  <a:pt x="19800" y="3375"/>
                </a:cubicBezTo>
                <a:cubicBezTo>
                  <a:pt x="19800" y="2674"/>
                  <a:pt x="19691" y="2003"/>
                  <a:pt x="19534" y="1350"/>
                </a:cubicBezTo>
                <a:close/>
                <a:moveTo>
                  <a:pt x="21600" y="3375"/>
                </a:moveTo>
                <a:cubicBezTo>
                  <a:pt x="21600" y="8656"/>
                  <a:pt x="17285" y="12988"/>
                  <a:pt x="11782" y="13453"/>
                </a:cubicBezTo>
                <a:lnTo>
                  <a:pt x="11782" y="20250"/>
                </a:lnTo>
                <a:lnTo>
                  <a:pt x="15709" y="20250"/>
                </a:lnTo>
                <a:cubicBezTo>
                  <a:pt x="16251" y="20250"/>
                  <a:pt x="16691" y="20552"/>
                  <a:pt x="16691" y="20925"/>
                </a:cubicBezTo>
                <a:cubicBezTo>
                  <a:pt x="16691" y="21298"/>
                  <a:pt x="16251" y="21600"/>
                  <a:pt x="15709" y="21600"/>
                </a:cubicBezTo>
                <a:lnTo>
                  <a:pt x="5891" y="21600"/>
                </a:lnTo>
                <a:cubicBezTo>
                  <a:pt x="5349" y="21600"/>
                  <a:pt x="4909" y="21298"/>
                  <a:pt x="4909" y="20925"/>
                </a:cubicBezTo>
                <a:cubicBezTo>
                  <a:pt x="4909" y="20552"/>
                  <a:pt x="5349" y="20250"/>
                  <a:pt x="5891" y="20250"/>
                </a:cubicBezTo>
                <a:lnTo>
                  <a:pt x="9818" y="20250"/>
                </a:lnTo>
                <a:lnTo>
                  <a:pt x="9818" y="13453"/>
                </a:lnTo>
                <a:cubicBezTo>
                  <a:pt x="4315" y="12988"/>
                  <a:pt x="0" y="8656"/>
                  <a:pt x="0" y="3375"/>
                </a:cubicBezTo>
                <a:cubicBezTo>
                  <a:pt x="0" y="2677"/>
                  <a:pt x="103" y="2006"/>
                  <a:pt x="250" y="1350"/>
                </a:cubicBezTo>
                <a:lnTo>
                  <a:pt x="0" y="1350"/>
                </a:lnTo>
                <a:lnTo>
                  <a:pt x="0" y="0"/>
                </a:lnTo>
                <a:lnTo>
                  <a:pt x="21600" y="0"/>
                </a:lnTo>
                <a:lnTo>
                  <a:pt x="21600" y="1350"/>
                </a:lnTo>
                <a:lnTo>
                  <a:pt x="21350" y="1350"/>
                </a:lnTo>
                <a:cubicBezTo>
                  <a:pt x="21497" y="2006"/>
                  <a:pt x="21600" y="2677"/>
                  <a:pt x="21600" y="3375"/>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7" name="Shape 7657"/>
          <p:cNvSpPr/>
          <p:nvPr/>
        </p:nvSpPr>
        <p:spPr>
          <a:xfrm>
            <a:off x="10164763" y="4583112"/>
            <a:ext cx="769938" cy="771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659" y="14560"/>
                </a:moveTo>
                <a:cubicBezTo>
                  <a:pt x="9637" y="14592"/>
                  <a:pt x="9623" y="14629"/>
                  <a:pt x="9595" y="14658"/>
                </a:cubicBezTo>
                <a:cubicBezTo>
                  <a:pt x="9462" y="14790"/>
                  <a:pt x="9286" y="14852"/>
                  <a:pt x="9112" y="14847"/>
                </a:cubicBezTo>
                <a:cubicBezTo>
                  <a:pt x="8938" y="14852"/>
                  <a:pt x="8763" y="14790"/>
                  <a:pt x="8630" y="14657"/>
                </a:cubicBezTo>
                <a:cubicBezTo>
                  <a:pt x="8602" y="14629"/>
                  <a:pt x="8588" y="14593"/>
                  <a:pt x="8566" y="14560"/>
                </a:cubicBezTo>
                <a:lnTo>
                  <a:pt x="5255" y="11250"/>
                </a:lnTo>
                <a:cubicBezTo>
                  <a:pt x="4997" y="10992"/>
                  <a:pt x="4997" y="10575"/>
                  <a:pt x="5255" y="10317"/>
                </a:cubicBezTo>
                <a:cubicBezTo>
                  <a:pt x="5512" y="10060"/>
                  <a:pt x="5930" y="10060"/>
                  <a:pt x="6187" y="10317"/>
                </a:cubicBezTo>
                <a:lnTo>
                  <a:pt x="9112" y="13243"/>
                </a:lnTo>
                <a:lnTo>
                  <a:pt x="15413" y="6942"/>
                </a:lnTo>
                <a:cubicBezTo>
                  <a:pt x="15670" y="6685"/>
                  <a:pt x="16087" y="6685"/>
                  <a:pt x="16344" y="6942"/>
                </a:cubicBezTo>
                <a:cubicBezTo>
                  <a:pt x="16602" y="7200"/>
                  <a:pt x="16602" y="7618"/>
                  <a:pt x="16344" y="7875"/>
                </a:cubicBezTo>
                <a:cubicBezTo>
                  <a:pt x="16344" y="7875"/>
                  <a:pt x="9659" y="14560"/>
                  <a:pt x="9659" y="14560"/>
                </a:cubicBezTo>
                <a:close/>
                <a:moveTo>
                  <a:pt x="10800" y="1350"/>
                </a:moveTo>
                <a:cubicBezTo>
                  <a:pt x="5581" y="1350"/>
                  <a:pt x="1350" y="5581"/>
                  <a:pt x="1350" y="10800"/>
                </a:cubicBezTo>
                <a:cubicBezTo>
                  <a:pt x="1350" y="16019"/>
                  <a:pt x="5581" y="20250"/>
                  <a:pt x="10800" y="20250"/>
                </a:cubicBezTo>
                <a:cubicBezTo>
                  <a:pt x="16019" y="20250"/>
                  <a:pt x="20250" y="16019"/>
                  <a:pt x="20250" y="10800"/>
                </a:cubicBezTo>
                <a:cubicBezTo>
                  <a:pt x="20250" y="5581"/>
                  <a:pt x="16019" y="1350"/>
                  <a:pt x="10800" y="1350"/>
                </a:cubicBezTo>
                <a:close/>
                <a:moveTo>
                  <a:pt x="10800" y="21600"/>
                </a:moveTo>
                <a:cubicBezTo>
                  <a:pt x="4835" y="21600"/>
                  <a:pt x="0" y="16764"/>
                  <a:pt x="0" y="10800"/>
                </a:cubicBezTo>
                <a:cubicBezTo>
                  <a:pt x="0" y="4835"/>
                  <a:pt x="4835" y="0"/>
                  <a:pt x="10800" y="0"/>
                </a:cubicBezTo>
                <a:cubicBezTo>
                  <a:pt x="16764" y="0"/>
                  <a:pt x="21600" y="4835"/>
                  <a:pt x="21600" y="10800"/>
                </a:cubicBezTo>
                <a:cubicBezTo>
                  <a:pt x="21600" y="16764"/>
                  <a:pt x="16764"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8" name="Shape 7658"/>
          <p:cNvSpPr/>
          <p:nvPr/>
        </p:nvSpPr>
        <p:spPr>
          <a:xfrm>
            <a:off x="12590463" y="4583112"/>
            <a:ext cx="771526" cy="771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32" y="15332"/>
                </a:moveTo>
                <a:cubicBezTo>
                  <a:pt x="15075" y="15589"/>
                  <a:pt x="14658" y="15589"/>
                  <a:pt x="14400" y="15332"/>
                </a:cubicBezTo>
                <a:lnTo>
                  <a:pt x="10800" y="11732"/>
                </a:lnTo>
                <a:lnTo>
                  <a:pt x="7200" y="15332"/>
                </a:lnTo>
                <a:cubicBezTo>
                  <a:pt x="6942" y="15589"/>
                  <a:pt x="6526" y="15589"/>
                  <a:pt x="6267" y="15332"/>
                </a:cubicBezTo>
                <a:cubicBezTo>
                  <a:pt x="6010" y="15075"/>
                  <a:pt x="6010" y="14658"/>
                  <a:pt x="6267" y="14400"/>
                </a:cubicBezTo>
                <a:lnTo>
                  <a:pt x="9868" y="10800"/>
                </a:lnTo>
                <a:lnTo>
                  <a:pt x="6267" y="7200"/>
                </a:lnTo>
                <a:cubicBezTo>
                  <a:pt x="6010" y="6942"/>
                  <a:pt x="6010" y="6525"/>
                  <a:pt x="6267" y="6267"/>
                </a:cubicBezTo>
                <a:cubicBezTo>
                  <a:pt x="6526" y="6010"/>
                  <a:pt x="6942" y="6010"/>
                  <a:pt x="7200" y="6267"/>
                </a:cubicBezTo>
                <a:lnTo>
                  <a:pt x="10800" y="9868"/>
                </a:lnTo>
                <a:lnTo>
                  <a:pt x="14400" y="6267"/>
                </a:lnTo>
                <a:cubicBezTo>
                  <a:pt x="14658" y="6010"/>
                  <a:pt x="15075" y="6010"/>
                  <a:pt x="15332" y="6267"/>
                </a:cubicBezTo>
                <a:cubicBezTo>
                  <a:pt x="15590" y="6525"/>
                  <a:pt x="15590" y="6942"/>
                  <a:pt x="15332" y="7200"/>
                </a:cubicBezTo>
                <a:lnTo>
                  <a:pt x="11732" y="10800"/>
                </a:lnTo>
                <a:lnTo>
                  <a:pt x="15332" y="14400"/>
                </a:lnTo>
                <a:cubicBezTo>
                  <a:pt x="15590" y="14658"/>
                  <a:pt x="15590" y="15075"/>
                  <a:pt x="15332" y="15332"/>
                </a:cubicBezTo>
                <a:close/>
                <a:moveTo>
                  <a:pt x="10800" y="1350"/>
                </a:moveTo>
                <a:cubicBezTo>
                  <a:pt x="5581" y="1350"/>
                  <a:pt x="1350" y="5581"/>
                  <a:pt x="1350" y="10800"/>
                </a:cubicBezTo>
                <a:cubicBezTo>
                  <a:pt x="1350" y="16019"/>
                  <a:pt x="5581" y="20250"/>
                  <a:pt x="10800" y="20250"/>
                </a:cubicBezTo>
                <a:cubicBezTo>
                  <a:pt x="16019" y="20250"/>
                  <a:pt x="20250" y="16019"/>
                  <a:pt x="20250" y="10800"/>
                </a:cubicBezTo>
                <a:cubicBezTo>
                  <a:pt x="20250" y="5581"/>
                  <a:pt x="16019" y="1350"/>
                  <a:pt x="10800" y="1350"/>
                </a:cubicBezTo>
                <a:close/>
                <a:moveTo>
                  <a:pt x="10800" y="21600"/>
                </a:moveTo>
                <a:cubicBezTo>
                  <a:pt x="4836" y="21600"/>
                  <a:pt x="0" y="16764"/>
                  <a:pt x="0" y="10800"/>
                </a:cubicBezTo>
                <a:cubicBezTo>
                  <a:pt x="0" y="4835"/>
                  <a:pt x="4836" y="0"/>
                  <a:pt x="10800" y="0"/>
                </a:cubicBezTo>
                <a:cubicBezTo>
                  <a:pt x="16765" y="0"/>
                  <a:pt x="21600" y="4835"/>
                  <a:pt x="21600" y="10800"/>
                </a:cubicBezTo>
                <a:cubicBezTo>
                  <a:pt x="21600" y="16764"/>
                  <a:pt x="16765"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59" name="Shape 7659"/>
          <p:cNvSpPr/>
          <p:nvPr/>
        </p:nvSpPr>
        <p:spPr>
          <a:xfrm>
            <a:off x="14986000" y="4583112"/>
            <a:ext cx="771525" cy="6985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737" y="15641"/>
                </a:moveTo>
                <a:cubicBezTo>
                  <a:pt x="5551" y="15641"/>
                  <a:pt x="5400" y="15431"/>
                  <a:pt x="5400" y="15172"/>
                </a:cubicBezTo>
                <a:lnTo>
                  <a:pt x="5400" y="4946"/>
                </a:lnTo>
                <a:cubicBezTo>
                  <a:pt x="5400" y="4688"/>
                  <a:pt x="5551" y="4477"/>
                  <a:pt x="5737" y="4477"/>
                </a:cubicBezTo>
                <a:cubicBezTo>
                  <a:pt x="5923" y="4477"/>
                  <a:pt x="6075" y="4688"/>
                  <a:pt x="6075" y="4946"/>
                </a:cubicBezTo>
                <a:lnTo>
                  <a:pt x="6075" y="15172"/>
                </a:lnTo>
                <a:cubicBezTo>
                  <a:pt x="6075" y="15431"/>
                  <a:pt x="5923" y="15641"/>
                  <a:pt x="5737" y="15641"/>
                </a:cubicBezTo>
                <a:close/>
                <a:moveTo>
                  <a:pt x="11138" y="16385"/>
                </a:moveTo>
                <a:cubicBezTo>
                  <a:pt x="10951" y="16385"/>
                  <a:pt x="10800" y="16176"/>
                  <a:pt x="10800" y="15917"/>
                </a:cubicBezTo>
                <a:lnTo>
                  <a:pt x="10800" y="7181"/>
                </a:lnTo>
                <a:cubicBezTo>
                  <a:pt x="10800" y="6922"/>
                  <a:pt x="10951" y="6712"/>
                  <a:pt x="11138" y="6712"/>
                </a:cubicBezTo>
                <a:cubicBezTo>
                  <a:pt x="11324" y="6712"/>
                  <a:pt x="11475" y="6922"/>
                  <a:pt x="11475" y="7181"/>
                </a:cubicBezTo>
                <a:lnTo>
                  <a:pt x="11475" y="15917"/>
                </a:lnTo>
                <a:cubicBezTo>
                  <a:pt x="11475" y="16176"/>
                  <a:pt x="11324" y="16385"/>
                  <a:pt x="11138" y="16385"/>
                </a:cubicBezTo>
                <a:close/>
                <a:moveTo>
                  <a:pt x="16200" y="4201"/>
                </a:moveTo>
                <a:cubicBezTo>
                  <a:pt x="16200" y="3943"/>
                  <a:pt x="16351" y="3733"/>
                  <a:pt x="16537" y="3733"/>
                </a:cubicBezTo>
                <a:cubicBezTo>
                  <a:pt x="16724" y="3733"/>
                  <a:pt x="16875" y="3943"/>
                  <a:pt x="16875" y="4201"/>
                </a:cubicBezTo>
                <a:lnTo>
                  <a:pt x="16875" y="14427"/>
                </a:lnTo>
                <a:cubicBezTo>
                  <a:pt x="16875" y="14686"/>
                  <a:pt x="16724" y="14896"/>
                  <a:pt x="16537" y="14896"/>
                </a:cubicBezTo>
                <a:cubicBezTo>
                  <a:pt x="16351" y="14896"/>
                  <a:pt x="16200" y="14686"/>
                  <a:pt x="16200" y="14427"/>
                </a:cubicBezTo>
                <a:cubicBezTo>
                  <a:pt x="16200" y="14427"/>
                  <a:pt x="16200" y="4201"/>
                  <a:pt x="16200" y="4201"/>
                </a:cubicBezTo>
                <a:close/>
                <a:moveTo>
                  <a:pt x="20250" y="3724"/>
                </a:moveTo>
                <a:lnTo>
                  <a:pt x="16200" y="1489"/>
                </a:lnTo>
                <a:lnTo>
                  <a:pt x="10800" y="5214"/>
                </a:lnTo>
                <a:lnTo>
                  <a:pt x="5400" y="2234"/>
                </a:lnTo>
                <a:lnTo>
                  <a:pt x="1350" y="4469"/>
                </a:lnTo>
                <a:lnTo>
                  <a:pt x="1350" y="19365"/>
                </a:lnTo>
                <a:lnTo>
                  <a:pt x="5400" y="17131"/>
                </a:lnTo>
                <a:lnTo>
                  <a:pt x="10800" y="18621"/>
                </a:lnTo>
                <a:lnTo>
                  <a:pt x="16200" y="16386"/>
                </a:lnTo>
                <a:lnTo>
                  <a:pt x="20250" y="17876"/>
                </a:lnTo>
                <a:cubicBezTo>
                  <a:pt x="20250" y="17876"/>
                  <a:pt x="20250" y="3724"/>
                  <a:pt x="20250" y="3724"/>
                </a:cubicBezTo>
                <a:close/>
                <a:moveTo>
                  <a:pt x="16200" y="17876"/>
                </a:moveTo>
                <a:lnTo>
                  <a:pt x="10800" y="20110"/>
                </a:lnTo>
                <a:lnTo>
                  <a:pt x="5400" y="18621"/>
                </a:lnTo>
                <a:lnTo>
                  <a:pt x="0" y="21600"/>
                </a:lnTo>
                <a:lnTo>
                  <a:pt x="0" y="3707"/>
                </a:lnTo>
                <a:lnTo>
                  <a:pt x="5400" y="745"/>
                </a:lnTo>
                <a:lnTo>
                  <a:pt x="10800" y="3724"/>
                </a:lnTo>
                <a:lnTo>
                  <a:pt x="16200" y="0"/>
                </a:lnTo>
                <a:lnTo>
                  <a:pt x="21600" y="2979"/>
                </a:lnTo>
                <a:lnTo>
                  <a:pt x="21600" y="20110"/>
                </a:lnTo>
                <a:cubicBezTo>
                  <a:pt x="21600" y="20110"/>
                  <a:pt x="16200" y="17876"/>
                  <a:pt x="16200" y="17876"/>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0" name="Shape 7660"/>
          <p:cNvSpPr/>
          <p:nvPr/>
        </p:nvSpPr>
        <p:spPr>
          <a:xfrm>
            <a:off x="17443450" y="4583112"/>
            <a:ext cx="577850" cy="771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5400"/>
                </a:moveTo>
                <a:cubicBezTo>
                  <a:pt x="9309" y="5400"/>
                  <a:pt x="8100" y="6306"/>
                  <a:pt x="8100" y="7425"/>
                </a:cubicBezTo>
                <a:cubicBezTo>
                  <a:pt x="8100" y="8543"/>
                  <a:pt x="9309" y="9450"/>
                  <a:pt x="10800" y="9450"/>
                </a:cubicBezTo>
                <a:cubicBezTo>
                  <a:pt x="12291" y="9450"/>
                  <a:pt x="13500" y="8543"/>
                  <a:pt x="13500" y="7425"/>
                </a:cubicBezTo>
                <a:cubicBezTo>
                  <a:pt x="13500" y="6306"/>
                  <a:pt x="12291" y="5400"/>
                  <a:pt x="10800" y="5400"/>
                </a:cubicBezTo>
                <a:close/>
                <a:moveTo>
                  <a:pt x="10800" y="10800"/>
                </a:moveTo>
                <a:cubicBezTo>
                  <a:pt x="8315" y="10800"/>
                  <a:pt x="6300" y="9289"/>
                  <a:pt x="6300" y="7425"/>
                </a:cubicBezTo>
                <a:cubicBezTo>
                  <a:pt x="6300" y="5561"/>
                  <a:pt x="8315" y="4050"/>
                  <a:pt x="10800" y="4050"/>
                </a:cubicBezTo>
                <a:cubicBezTo>
                  <a:pt x="13285" y="4050"/>
                  <a:pt x="15300" y="5561"/>
                  <a:pt x="15300" y="7425"/>
                </a:cubicBezTo>
                <a:cubicBezTo>
                  <a:pt x="15300" y="9289"/>
                  <a:pt x="13285" y="10800"/>
                  <a:pt x="10800" y="10800"/>
                </a:cubicBezTo>
                <a:close/>
                <a:moveTo>
                  <a:pt x="10800" y="1350"/>
                </a:moveTo>
                <a:cubicBezTo>
                  <a:pt x="5830" y="1350"/>
                  <a:pt x="1800" y="4410"/>
                  <a:pt x="1800" y="8184"/>
                </a:cubicBezTo>
                <a:cubicBezTo>
                  <a:pt x="1800" y="11959"/>
                  <a:pt x="10800" y="19575"/>
                  <a:pt x="10800" y="19575"/>
                </a:cubicBezTo>
                <a:cubicBezTo>
                  <a:pt x="10800" y="19575"/>
                  <a:pt x="19800" y="11959"/>
                  <a:pt x="19800" y="8184"/>
                </a:cubicBezTo>
                <a:cubicBezTo>
                  <a:pt x="19800" y="4410"/>
                  <a:pt x="15771" y="1350"/>
                  <a:pt x="10800" y="1350"/>
                </a:cubicBezTo>
                <a:close/>
                <a:moveTo>
                  <a:pt x="10800" y="21600"/>
                </a:moveTo>
                <a:cubicBezTo>
                  <a:pt x="10800" y="21600"/>
                  <a:pt x="0" y="12573"/>
                  <a:pt x="0" y="8100"/>
                </a:cubicBezTo>
                <a:cubicBezTo>
                  <a:pt x="0" y="3626"/>
                  <a:pt x="4835" y="0"/>
                  <a:pt x="10800" y="0"/>
                </a:cubicBezTo>
                <a:cubicBezTo>
                  <a:pt x="16765" y="0"/>
                  <a:pt x="21600" y="3626"/>
                  <a:pt x="21600" y="8100"/>
                </a:cubicBezTo>
                <a:cubicBezTo>
                  <a:pt x="21600" y="12573"/>
                  <a:pt x="10800"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1" name="Shape 7661"/>
          <p:cNvSpPr/>
          <p:nvPr/>
        </p:nvSpPr>
        <p:spPr>
          <a:xfrm>
            <a:off x="19748500" y="4583112"/>
            <a:ext cx="769939" cy="771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12150"/>
                </a:moveTo>
                <a:lnTo>
                  <a:pt x="16200" y="12150"/>
                </a:lnTo>
                <a:lnTo>
                  <a:pt x="16200" y="13500"/>
                </a:lnTo>
                <a:lnTo>
                  <a:pt x="17550" y="13500"/>
                </a:lnTo>
                <a:cubicBezTo>
                  <a:pt x="17550" y="13500"/>
                  <a:pt x="17550" y="12150"/>
                  <a:pt x="17550" y="12150"/>
                </a:cubicBezTo>
                <a:close/>
                <a:moveTo>
                  <a:pt x="16864" y="14839"/>
                </a:moveTo>
                <a:cubicBezTo>
                  <a:pt x="15746" y="14839"/>
                  <a:pt x="14840" y="13933"/>
                  <a:pt x="14840" y="12815"/>
                </a:cubicBezTo>
                <a:cubicBezTo>
                  <a:pt x="14840" y="11696"/>
                  <a:pt x="15746" y="10789"/>
                  <a:pt x="16864" y="10789"/>
                </a:cubicBezTo>
                <a:cubicBezTo>
                  <a:pt x="17983" y="10789"/>
                  <a:pt x="18889" y="11696"/>
                  <a:pt x="18889" y="12815"/>
                </a:cubicBezTo>
                <a:cubicBezTo>
                  <a:pt x="18889" y="13933"/>
                  <a:pt x="17983" y="14839"/>
                  <a:pt x="16864" y="14839"/>
                </a:cubicBezTo>
                <a:close/>
                <a:moveTo>
                  <a:pt x="20250" y="6750"/>
                </a:moveTo>
                <a:cubicBezTo>
                  <a:pt x="20250" y="6377"/>
                  <a:pt x="19948" y="6075"/>
                  <a:pt x="19575" y="6075"/>
                </a:cubicBezTo>
                <a:lnTo>
                  <a:pt x="2025" y="6075"/>
                </a:lnTo>
                <a:cubicBezTo>
                  <a:pt x="1652" y="6075"/>
                  <a:pt x="1350" y="6377"/>
                  <a:pt x="1350" y="6750"/>
                </a:cubicBezTo>
                <a:lnTo>
                  <a:pt x="1350" y="19575"/>
                </a:lnTo>
                <a:cubicBezTo>
                  <a:pt x="1350" y="19948"/>
                  <a:pt x="1652" y="20250"/>
                  <a:pt x="2025" y="20250"/>
                </a:cubicBezTo>
                <a:lnTo>
                  <a:pt x="19575" y="20250"/>
                </a:lnTo>
                <a:cubicBezTo>
                  <a:pt x="19948" y="20250"/>
                  <a:pt x="20250" y="19948"/>
                  <a:pt x="20250" y="19575"/>
                </a:cubicBezTo>
                <a:cubicBezTo>
                  <a:pt x="20250" y="19575"/>
                  <a:pt x="20250" y="6750"/>
                  <a:pt x="20250" y="6750"/>
                </a:cubicBezTo>
                <a:close/>
                <a:moveTo>
                  <a:pt x="16200" y="2025"/>
                </a:moveTo>
                <a:cubicBezTo>
                  <a:pt x="16200" y="1652"/>
                  <a:pt x="15898" y="1350"/>
                  <a:pt x="15525" y="1350"/>
                </a:cubicBezTo>
                <a:lnTo>
                  <a:pt x="2025" y="1350"/>
                </a:lnTo>
                <a:cubicBezTo>
                  <a:pt x="1652" y="1350"/>
                  <a:pt x="1350" y="1652"/>
                  <a:pt x="1350" y="2025"/>
                </a:cubicBezTo>
                <a:lnTo>
                  <a:pt x="1350" y="4718"/>
                </a:lnTo>
                <a:lnTo>
                  <a:pt x="16200" y="4718"/>
                </a:lnTo>
                <a:lnTo>
                  <a:pt x="16200" y="3375"/>
                </a:lnTo>
                <a:cubicBezTo>
                  <a:pt x="16200" y="3375"/>
                  <a:pt x="16200" y="3375"/>
                  <a:pt x="16200" y="3375"/>
                </a:cubicBezTo>
                <a:cubicBezTo>
                  <a:pt x="16200" y="3375"/>
                  <a:pt x="16200" y="2025"/>
                  <a:pt x="16200" y="2025"/>
                </a:cubicBezTo>
                <a:close/>
                <a:moveTo>
                  <a:pt x="20250" y="21600"/>
                </a:moveTo>
                <a:lnTo>
                  <a:pt x="1350" y="21600"/>
                </a:lnTo>
                <a:cubicBezTo>
                  <a:pt x="605" y="21600"/>
                  <a:pt x="0" y="20995"/>
                  <a:pt x="0" y="20250"/>
                </a:cubicBezTo>
                <a:lnTo>
                  <a:pt x="0" y="2018"/>
                </a:lnTo>
                <a:lnTo>
                  <a:pt x="31" y="2018"/>
                </a:lnTo>
                <a:cubicBezTo>
                  <a:pt x="180" y="880"/>
                  <a:pt x="1095" y="0"/>
                  <a:pt x="2214" y="0"/>
                </a:cubicBezTo>
                <a:lnTo>
                  <a:pt x="15329" y="0"/>
                </a:lnTo>
                <a:cubicBezTo>
                  <a:pt x="16552" y="0"/>
                  <a:pt x="17543" y="1047"/>
                  <a:pt x="17543" y="2339"/>
                </a:cubicBezTo>
                <a:lnTo>
                  <a:pt x="17543" y="3743"/>
                </a:lnTo>
                <a:cubicBezTo>
                  <a:pt x="17543" y="3848"/>
                  <a:pt x="17527" y="3949"/>
                  <a:pt x="17514" y="4050"/>
                </a:cubicBezTo>
                <a:lnTo>
                  <a:pt x="17543" y="4050"/>
                </a:lnTo>
                <a:lnTo>
                  <a:pt x="17543" y="4725"/>
                </a:lnTo>
                <a:lnTo>
                  <a:pt x="20250" y="4725"/>
                </a:lnTo>
                <a:cubicBezTo>
                  <a:pt x="20996" y="4725"/>
                  <a:pt x="21600" y="5329"/>
                  <a:pt x="21600" y="6075"/>
                </a:cubicBezTo>
                <a:lnTo>
                  <a:pt x="21600" y="20250"/>
                </a:lnTo>
                <a:cubicBezTo>
                  <a:pt x="21600" y="20995"/>
                  <a:pt x="20996" y="21600"/>
                  <a:pt x="2025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2" name="Shape 7662"/>
          <p:cNvSpPr/>
          <p:nvPr/>
        </p:nvSpPr>
        <p:spPr>
          <a:xfrm>
            <a:off x="22174200" y="4583112"/>
            <a:ext cx="771525" cy="7223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25" y="10076"/>
                </a:moveTo>
                <a:lnTo>
                  <a:pt x="14175" y="10076"/>
                </a:lnTo>
                <a:cubicBezTo>
                  <a:pt x="14548" y="10076"/>
                  <a:pt x="14850" y="10398"/>
                  <a:pt x="14850" y="10795"/>
                </a:cubicBezTo>
                <a:cubicBezTo>
                  <a:pt x="14850" y="11193"/>
                  <a:pt x="14548" y="11515"/>
                  <a:pt x="14175" y="11515"/>
                </a:cubicBezTo>
                <a:lnTo>
                  <a:pt x="7425" y="11515"/>
                </a:lnTo>
                <a:cubicBezTo>
                  <a:pt x="7052" y="11515"/>
                  <a:pt x="6750" y="11193"/>
                  <a:pt x="6750" y="10795"/>
                </a:cubicBezTo>
                <a:cubicBezTo>
                  <a:pt x="6750" y="10398"/>
                  <a:pt x="7052" y="10076"/>
                  <a:pt x="7425" y="10076"/>
                </a:cubicBezTo>
                <a:close/>
                <a:moveTo>
                  <a:pt x="16875" y="7197"/>
                </a:moveTo>
                <a:lnTo>
                  <a:pt x="4725" y="7197"/>
                </a:lnTo>
                <a:cubicBezTo>
                  <a:pt x="4352" y="7197"/>
                  <a:pt x="4050" y="6875"/>
                  <a:pt x="4050" y="6477"/>
                </a:cubicBezTo>
                <a:cubicBezTo>
                  <a:pt x="4050" y="6080"/>
                  <a:pt x="4352" y="5758"/>
                  <a:pt x="4725" y="5758"/>
                </a:cubicBezTo>
                <a:lnTo>
                  <a:pt x="16875" y="5758"/>
                </a:lnTo>
                <a:cubicBezTo>
                  <a:pt x="17248" y="5758"/>
                  <a:pt x="17550" y="6080"/>
                  <a:pt x="17550" y="6477"/>
                </a:cubicBezTo>
                <a:cubicBezTo>
                  <a:pt x="17550" y="6875"/>
                  <a:pt x="17248" y="7197"/>
                  <a:pt x="16875" y="7197"/>
                </a:cubicBezTo>
                <a:close/>
                <a:moveTo>
                  <a:pt x="20250" y="2879"/>
                </a:moveTo>
                <a:cubicBezTo>
                  <a:pt x="20250" y="2084"/>
                  <a:pt x="19645" y="1439"/>
                  <a:pt x="18900" y="1439"/>
                </a:cubicBezTo>
                <a:lnTo>
                  <a:pt x="2700" y="1439"/>
                </a:lnTo>
                <a:cubicBezTo>
                  <a:pt x="1955" y="1439"/>
                  <a:pt x="1350" y="2084"/>
                  <a:pt x="1350" y="2879"/>
                </a:cubicBezTo>
                <a:lnTo>
                  <a:pt x="1350" y="15834"/>
                </a:lnTo>
                <a:cubicBezTo>
                  <a:pt x="1350" y="16629"/>
                  <a:pt x="1955" y="17273"/>
                  <a:pt x="2700" y="17273"/>
                </a:cubicBezTo>
                <a:lnTo>
                  <a:pt x="8767" y="17273"/>
                </a:lnTo>
                <a:lnTo>
                  <a:pt x="10800" y="19441"/>
                </a:lnTo>
                <a:lnTo>
                  <a:pt x="12833" y="17273"/>
                </a:lnTo>
                <a:lnTo>
                  <a:pt x="18900" y="17273"/>
                </a:lnTo>
                <a:cubicBezTo>
                  <a:pt x="19645" y="17273"/>
                  <a:pt x="20250" y="16629"/>
                  <a:pt x="20250" y="15834"/>
                </a:cubicBezTo>
                <a:cubicBezTo>
                  <a:pt x="20250" y="15834"/>
                  <a:pt x="20250" y="2879"/>
                  <a:pt x="20250" y="2879"/>
                </a:cubicBezTo>
                <a:close/>
                <a:moveTo>
                  <a:pt x="19575" y="18712"/>
                </a:moveTo>
                <a:lnTo>
                  <a:pt x="13508" y="18712"/>
                </a:lnTo>
                <a:lnTo>
                  <a:pt x="10800" y="21600"/>
                </a:lnTo>
                <a:lnTo>
                  <a:pt x="8091" y="18712"/>
                </a:lnTo>
                <a:lnTo>
                  <a:pt x="2025" y="18712"/>
                </a:lnTo>
                <a:cubicBezTo>
                  <a:pt x="907" y="18712"/>
                  <a:pt x="0" y="17746"/>
                  <a:pt x="0" y="16553"/>
                </a:cubicBezTo>
                <a:lnTo>
                  <a:pt x="0" y="2159"/>
                </a:lnTo>
                <a:cubicBezTo>
                  <a:pt x="0" y="967"/>
                  <a:pt x="907" y="0"/>
                  <a:pt x="2025" y="0"/>
                </a:cubicBezTo>
                <a:lnTo>
                  <a:pt x="19575" y="0"/>
                </a:lnTo>
                <a:cubicBezTo>
                  <a:pt x="20693" y="0"/>
                  <a:pt x="21600" y="967"/>
                  <a:pt x="21600" y="2159"/>
                </a:cubicBezTo>
                <a:lnTo>
                  <a:pt x="21600" y="16553"/>
                </a:lnTo>
                <a:cubicBezTo>
                  <a:pt x="21600" y="17746"/>
                  <a:pt x="20693" y="18712"/>
                  <a:pt x="19575" y="18712"/>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3" name="Shape 7663"/>
          <p:cNvSpPr/>
          <p:nvPr/>
        </p:nvSpPr>
        <p:spPr>
          <a:xfrm>
            <a:off x="7769225" y="6978650"/>
            <a:ext cx="746125" cy="7477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21" y="17419"/>
                </a:moveTo>
                <a:lnTo>
                  <a:pt x="16723" y="17419"/>
                </a:lnTo>
                <a:lnTo>
                  <a:pt x="16723" y="5275"/>
                </a:lnTo>
                <a:cubicBezTo>
                  <a:pt x="16723" y="5275"/>
                  <a:pt x="5121" y="17419"/>
                  <a:pt x="5121" y="17419"/>
                </a:cubicBezTo>
                <a:close/>
                <a:moveTo>
                  <a:pt x="4180" y="4181"/>
                </a:moveTo>
                <a:lnTo>
                  <a:pt x="4180" y="16368"/>
                </a:lnTo>
                <a:lnTo>
                  <a:pt x="15823" y="4181"/>
                </a:lnTo>
                <a:cubicBezTo>
                  <a:pt x="15823" y="4181"/>
                  <a:pt x="4180" y="4181"/>
                  <a:pt x="4180" y="4181"/>
                </a:cubicBezTo>
                <a:close/>
                <a:moveTo>
                  <a:pt x="20903" y="18813"/>
                </a:moveTo>
                <a:lnTo>
                  <a:pt x="18116" y="18813"/>
                </a:lnTo>
                <a:lnTo>
                  <a:pt x="18116" y="20903"/>
                </a:lnTo>
                <a:cubicBezTo>
                  <a:pt x="18116" y="21288"/>
                  <a:pt x="17804" y="21600"/>
                  <a:pt x="17420" y="21600"/>
                </a:cubicBezTo>
                <a:cubicBezTo>
                  <a:pt x="17035" y="21600"/>
                  <a:pt x="16723" y="21288"/>
                  <a:pt x="16723" y="20903"/>
                </a:cubicBezTo>
                <a:lnTo>
                  <a:pt x="16723" y="18813"/>
                </a:lnTo>
                <a:lnTo>
                  <a:pt x="3484" y="18813"/>
                </a:lnTo>
                <a:cubicBezTo>
                  <a:pt x="3425" y="18813"/>
                  <a:pt x="3372" y="18793"/>
                  <a:pt x="3317" y="18779"/>
                </a:cubicBezTo>
                <a:cubicBezTo>
                  <a:pt x="3286" y="18771"/>
                  <a:pt x="3254" y="18773"/>
                  <a:pt x="3224" y="18761"/>
                </a:cubicBezTo>
                <a:cubicBezTo>
                  <a:pt x="3049" y="18689"/>
                  <a:pt x="2910" y="18551"/>
                  <a:pt x="2839" y="18375"/>
                </a:cubicBezTo>
                <a:cubicBezTo>
                  <a:pt x="2829" y="18350"/>
                  <a:pt x="2831" y="18322"/>
                  <a:pt x="2824" y="18297"/>
                </a:cubicBezTo>
                <a:cubicBezTo>
                  <a:pt x="2807" y="18238"/>
                  <a:pt x="2787" y="18180"/>
                  <a:pt x="2787" y="18116"/>
                </a:cubicBezTo>
                <a:lnTo>
                  <a:pt x="2787" y="4181"/>
                </a:lnTo>
                <a:lnTo>
                  <a:pt x="697" y="4181"/>
                </a:lnTo>
                <a:cubicBezTo>
                  <a:pt x="312" y="4181"/>
                  <a:pt x="0" y="3869"/>
                  <a:pt x="0" y="3484"/>
                </a:cubicBezTo>
                <a:cubicBezTo>
                  <a:pt x="0" y="3099"/>
                  <a:pt x="312" y="2787"/>
                  <a:pt x="697" y="2787"/>
                </a:cubicBezTo>
                <a:lnTo>
                  <a:pt x="2787" y="2787"/>
                </a:lnTo>
                <a:lnTo>
                  <a:pt x="2787" y="697"/>
                </a:lnTo>
                <a:cubicBezTo>
                  <a:pt x="2787" y="312"/>
                  <a:pt x="3099" y="0"/>
                  <a:pt x="3484" y="0"/>
                </a:cubicBezTo>
                <a:cubicBezTo>
                  <a:pt x="3869" y="0"/>
                  <a:pt x="4180" y="312"/>
                  <a:pt x="4180" y="697"/>
                </a:cubicBezTo>
                <a:lnTo>
                  <a:pt x="4180" y="2787"/>
                </a:lnTo>
                <a:lnTo>
                  <a:pt x="17154" y="2787"/>
                </a:lnTo>
                <a:lnTo>
                  <a:pt x="18301" y="1587"/>
                </a:lnTo>
                <a:cubicBezTo>
                  <a:pt x="18575" y="1312"/>
                  <a:pt x="19020" y="1312"/>
                  <a:pt x="19295" y="1587"/>
                </a:cubicBezTo>
                <a:cubicBezTo>
                  <a:pt x="19569" y="1862"/>
                  <a:pt x="19569" y="2308"/>
                  <a:pt x="19295" y="2582"/>
                </a:cubicBezTo>
                <a:lnTo>
                  <a:pt x="18116" y="3816"/>
                </a:lnTo>
                <a:lnTo>
                  <a:pt x="18116" y="17419"/>
                </a:lnTo>
                <a:lnTo>
                  <a:pt x="20903" y="17419"/>
                </a:lnTo>
                <a:cubicBezTo>
                  <a:pt x="21288" y="17419"/>
                  <a:pt x="21600" y="17731"/>
                  <a:pt x="21600" y="18116"/>
                </a:cubicBezTo>
                <a:cubicBezTo>
                  <a:pt x="21600" y="18501"/>
                  <a:pt x="21288" y="18813"/>
                  <a:pt x="20903" y="18813"/>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4" name="Shape 7664"/>
          <p:cNvSpPr/>
          <p:nvPr/>
        </p:nvSpPr>
        <p:spPr>
          <a:xfrm>
            <a:off x="10164763" y="6978650"/>
            <a:ext cx="769938" cy="771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075" y="8775"/>
                </a:moveTo>
                <a:lnTo>
                  <a:pt x="7425" y="8775"/>
                </a:lnTo>
                <a:lnTo>
                  <a:pt x="7425" y="16875"/>
                </a:lnTo>
                <a:lnTo>
                  <a:pt x="6075" y="16875"/>
                </a:lnTo>
                <a:cubicBezTo>
                  <a:pt x="6075" y="16875"/>
                  <a:pt x="6075" y="8775"/>
                  <a:pt x="6075" y="8775"/>
                </a:cubicBezTo>
                <a:close/>
                <a:moveTo>
                  <a:pt x="10125" y="7425"/>
                </a:moveTo>
                <a:lnTo>
                  <a:pt x="11475" y="7425"/>
                </a:lnTo>
                <a:lnTo>
                  <a:pt x="11475" y="16875"/>
                </a:lnTo>
                <a:lnTo>
                  <a:pt x="10125" y="16875"/>
                </a:lnTo>
                <a:cubicBezTo>
                  <a:pt x="10125" y="16875"/>
                  <a:pt x="10125" y="7425"/>
                  <a:pt x="10125" y="7425"/>
                </a:cubicBezTo>
                <a:close/>
                <a:moveTo>
                  <a:pt x="14175" y="8775"/>
                </a:moveTo>
                <a:lnTo>
                  <a:pt x="15525" y="8775"/>
                </a:lnTo>
                <a:lnTo>
                  <a:pt x="15525" y="16875"/>
                </a:lnTo>
                <a:lnTo>
                  <a:pt x="14175" y="16875"/>
                </a:lnTo>
                <a:cubicBezTo>
                  <a:pt x="14175" y="16875"/>
                  <a:pt x="14175" y="8775"/>
                  <a:pt x="14175" y="8775"/>
                </a:cubicBezTo>
                <a:close/>
                <a:moveTo>
                  <a:pt x="18225" y="5400"/>
                </a:moveTo>
                <a:lnTo>
                  <a:pt x="18225" y="4050"/>
                </a:lnTo>
                <a:lnTo>
                  <a:pt x="3375" y="4050"/>
                </a:lnTo>
                <a:lnTo>
                  <a:pt x="3375" y="19575"/>
                </a:lnTo>
                <a:cubicBezTo>
                  <a:pt x="3375" y="19947"/>
                  <a:pt x="3677" y="20250"/>
                  <a:pt x="4050" y="20250"/>
                </a:cubicBezTo>
                <a:lnTo>
                  <a:pt x="17550" y="20250"/>
                </a:lnTo>
                <a:cubicBezTo>
                  <a:pt x="17923" y="20250"/>
                  <a:pt x="18225" y="19947"/>
                  <a:pt x="18225" y="19575"/>
                </a:cubicBezTo>
                <a:cubicBezTo>
                  <a:pt x="18225" y="19575"/>
                  <a:pt x="18225" y="5400"/>
                  <a:pt x="18225" y="5400"/>
                </a:cubicBezTo>
                <a:close/>
                <a:moveTo>
                  <a:pt x="12825" y="1350"/>
                </a:moveTo>
                <a:lnTo>
                  <a:pt x="8775" y="1350"/>
                </a:lnTo>
                <a:lnTo>
                  <a:pt x="8775" y="2700"/>
                </a:lnTo>
                <a:lnTo>
                  <a:pt x="12825" y="2700"/>
                </a:lnTo>
                <a:cubicBezTo>
                  <a:pt x="12825" y="2700"/>
                  <a:pt x="12825" y="1350"/>
                  <a:pt x="12825" y="1350"/>
                </a:cubicBezTo>
                <a:close/>
                <a:moveTo>
                  <a:pt x="20925" y="4050"/>
                </a:moveTo>
                <a:lnTo>
                  <a:pt x="19575" y="4050"/>
                </a:lnTo>
                <a:lnTo>
                  <a:pt x="19575" y="20250"/>
                </a:lnTo>
                <a:cubicBezTo>
                  <a:pt x="19575" y="20996"/>
                  <a:pt x="18970" y="21600"/>
                  <a:pt x="18225" y="21600"/>
                </a:cubicBezTo>
                <a:lnTo>
                  <a:pt x="3375" y="21600"/>
                </a:lnTo>
                <a:cubicBezTo>
                  <a:pt x="2629" y="21600"/>
                  <a:pt x="2025" y="20996"/>
                  <a:pt x="2025" y="20250"/>
                </a:cubicBezTo>
                <a:lnTo>
                  <a:pt x="2025" y="4050"/>
                </a:lnTo>
                <a:lnTo>
                  <a:pt x="675" y="4050"/>
                </a:lnTo>
                <a:cubicBezTo>
                  <a:pt x="302" y="4050"/>
                  <a:pt x="0" y="3748"/>
                  <a:pt x="0" y="3375"/>
                </a:cubicBezTo>
                <a:cubicBezTo>
                  <a:pt x="0" y="3002"/>
                  <a:pt x="302" y="2700"/>
                  <a:pt x="675" y="2700"/>
                </a:cubicBezTo>
                <a:lnTo>
                  <a:pt x="7425" y="2700"/>
                </a:lnTo>
                <a:lnTo>
                  <a:pt x="7425" y="675"/>
                </a:lnTo>
                <a:cubicBezTo>
                  <a:pt x="7425" y="302"/>
                  <a:pt x="7727" y="0"/>
                  <a:pt x="8100" y="0"/>
                </a:cubicBezTo>
                <a:lnTo>
                  <a:pt x="13500" y="0"/>
                </a:lnTo>
                <a:cubicBezTo>
                  <a:pt x="13873" y="0"/>
                  <a:pt x="14175" y="302"/>
                  <a:pt x="14175" y="675"/>
                </a:cubicBezTo>
                <a:lnTo>
                  <a:pt x="14175" y="2700"/>
                </a:lnTo>
                <a:lnTo>
                  <a:pt x="20925" y="2700"/>
                </a:lnTo>
                <a:cubicBezTo>
                  <a:pt x="21298" y="2700"/>
                  <a:pt x="21600" y="3002"/>
                  <a:pt x="21600" y="3375"/>
                </a:cubicBezTo>
                <a:cubicBezTo>
                  <a:pt x="21600" y="3748"/>
                  <a:pt x="21298" y="4050"/>
                  <a:pt x="20925" y="405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5" name="Shape 7665"/>
          <p:cNvSpPr/>
          <p:nvPr/>
        </p:nvSpPr>
        <p:spPr>
          <a:xfrm>
            <a:off x="12560318" y="7070725"/>
            <a:ext cx="793751" cy="577850"/>
          </a:xfrm>
          <a:custGeom>
            <a:avLst/>
            <a:gdLst/>
            <a:ahLst/>
            <a:cxnLst>
              <a:cxn ang="0">
                <a:pos x="wd2" y="hd2"/>
              </a:cxn>
              <a:cxn ang="5400000">
                <a:pos x="wd2" y="hd2"/>
              </a:cxn>
              <a:cxn ang="10800000">
                <a:pos x="wd2" y="hd2"/>
              </a:cxn>
              <a:cxn ang="16200000">
                <a:pos x="wd2" y="hd2"/>
              </a:cxn>
            </a:cxnLst>
            <a:rect l="0" t="0" r="r" b="b"/>
            <a:pathLst>
              <a:path w="21467" h="21600" fill="norm" stroke="1" extrusionOk="0">
                <a:moveTo>
                  <a:pt x="6942" y="11410"/>
                </a:moveTo>
                <a:cubicBezTo>
                  <a:pt x="6677" y="11778"/>
                  <a:pt x="6246" y="11778"/>
                  <a:pt x="5980" y="11410"/>
                </a:cubicBezTo>
                <a:lnTo>
                  <a:pt x="4618" y="9527"/>
                </a:lnTo>
                <a:cubicBezTo>
                  <a:pt x="4575" y="9945"/>
                  <a:pt x="4547" y="10368"/>
                  <a:pt x="4547" y="10800"/>
                </a:cubicBezTo>
                <a:cubicBezTo>
                  <a:pt x="4547" y="15771"/>
                  <a:pt x="7462" y="19799"/>
                  <a:pt x="11058" y="19799"/>
                </a:cubicBezTo>
                <a:cubicBezTo>
                  <a:pt x="13006" y="19799"/>
                  <a:pt x="14749" y="18612"/>
                  <a:pt x="15942" y="16740"/>
                </a:cubicBezTo>
                <a:lnTo>
                  <a:pt x="16959" y="17865"/>
                </a:lnTo>
                <a:cubicBezTo>
                  <a:pt x="15527" y="20149"/>
                  <a:pt x="13417" y="21600"/>
                  <a:pt x="11058" y="21600"/>
                </a:cubicBezTo>
                <a:cubicBezTo>
                  <a:pt x="6743" y="21600"/>
                  <a:pt x="3245" y="16765"/>
                  <a:pt x="3245" y="10800"/>
                </a:cubicBezTo>
                <a:cubicBezTo>
                  <a:pt x="3245" y="10173"/>
                  <a:pt x="3300" y="9568"/>
                  <a:pt x="3377" y="8972"/>
                </a:cubicBezTo>
                <a:lnTo>
                  <a:pt x="1161" y="11410"/>
                </a:lnTo>
                <a:cubicBezTo>
                  <a:pt x="895" y="11778"/>
                  <a:pt x="465" y="11778"/>
                  <a:pt x="199" y="11410"/>
                </a:cubicBezTo>
                <a:cubicBezTo>
                  <a:pt x="-67" y="11043"/>
                  <a:pt x="-67" y="10448"/>
                  <a:pt x="199" y="10081"/>
                </a:cubicBezTo>
                <a:lnTo>
                  <a:pt x="3397" y="6561"/>
                </a:lnTo>
                <a:cubicBezTo>
                  <a:pt x="3534" y="6371"/>
                  <a:pt x="3716" y="6284"/>
                  <a:pt x="3896" y="6290"/>
                </a:cubicBezTo>
                <a:cubicBezTo>
                  <a:pt x="4076" y="6284"/>
                  <a:pt x="4258" y="6371"/>
                  <a:pt x="4396" y="6561"/>
                </a:cubicBezTo>
                <a:lnTo>
                  <a:pt x="6942" y="10081"/>
                </a:lnTo>
                <a:cubicBezTo>
                  <a:pt x="7208" y="10448"/>
                  <a:pt x="7208" y="11043"/>
                  <a:pt x="6942" y="11410"/>
                </a:cubicBezTo>
                <a:close/>
                <a:moveTo>
                  <a:pt x="21267" y="11520"/>
                </a:moveTo>
                <a:lnTo>
                  <a:pt x="18721" y="15040"/>
                </a:lnTo>
                <a:cubicBezTo>
                  <a:pt x="18583" y="15230"/>
                  <a:pt x="18402" y="15317"/>
                  <a:pt x="18221" y="15310"/>
                </a:cubicBezTo>
                <a:cubicBezTo>
                  <a:pt x="18041" y="15317"/>
                  <a:pt x="17860" y="15230"/>
                  <a:pt x="17722" y="15040"/>
                </a:cubicBezTo>
                <a:lnTo>
                  <a:pt x="14524" y="11520"/>
                </a:lnTo>
                <a:cubicBezTo>
                  <a:pt x="14259" y="11153"/>
                  <a:pt x="14259" y="10557"/>
                  <a:pt x="14524" y="10190"/>
                </a:cubicBezTo>
                <a:cubicBezTo>
                  <a:pt x="14790" y="9823"/>
                  <a:pt x="15220" y="9823"/>
                  <a:pt x="15487" y="10190"/>
                </a:cubicBezTo>
                <a:lnTo>
                  <a:pt x="17463" y="12365"/>
                </a:lnTo>
                <a:cubicBezTo>
                  <a:pt x="17528" y="11856"/>
                  <a:pt x="17570" y="11336"/>
                  <a:pt x="17570" y="10800"/>
                </a:cubicBezTo>
                <a:cubicBezTo>
                  <a:pt x="17570" y="5830"/>
                  <a:pt x="14655" y="1801"/>
                  <a:pt x="11058" y="1801"/>
                </a:cubicBezTo>
                <a:cubicBezTo>
                  <a:pt x="8965" y="1801"/>
                  <a:pt x="7107" y="3171"/>
                  <a:pt x="5916" y="5293"/>
                </a:cubicBezTo>
                <a:lnTo>
                  <a:pt x="4900" y="4170"/>
                </a:lnTo>
                <a:cubicBezTo>
                  <a:pt x="6329" y="1636"/>
                  <a:pt x="8553" y="0"/>
                  <a:pt x="11058" y="0"/>
                </a:cubicBezTo>
                <a:cubicBezTo>
                  <a:pt x="15374" y="0"/>
                  <a:pt x="18872" y="4835"/>
                  <a:pt x="18872" y="10800"/>
                </a:cubicBezTo>
                <a:cubicBezTo>
                  <a:pt x="18872" y="11306"/>
                  <a:pt x="18841" y="11799"/>
                  <a:pt x="18789" y="12285"/>
                </a:cubicBezTo>
                <a:lnTo>
                  <a:pt x="20305" y="10190"/>
                </a:lnTo>
                <a:cubicBezTo>
                  <a:pt x="20571" y="9823"/>
                  <a:pt x="21002" y="9823"/>
                  <a:pt x="21267" y="10190"/>
                </a:cubicBezTo>
                <a:cubicBezTo>
                  <a:pt x="21533" y="10557"/>
                  <a:pt x="21533" y="11153"/>
                  <a:pt x="21267" y="1152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6" name="Shape 7666"/>
          <p:cNvSpPr/>
          <p:nvPr/>
        </p:nvSpPr>
        <p:spPr>
          <a:xfrm>
            <a:off x="17503775" y="7131050"/>
            <a:ext cx="481013" cy="4333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 y="19200"/>
                </a:moveTo>
                <a:lnTo>
                  <a:pt x="20520" y="19200"/>
                </a:lnTo>
                <a:cubicBezTo>
                  <a:pt x="21117" y="19200"/>
                  <a:pt x="21600" y="19738"/>
                  <a:pt x="21600" y="20400"/>
                </a:cubicBezTo>
                <a:cubicBezTo>
                  <a:pt x="21600" y="21063"/>
                  <a:pt x="21117" y="21600"/>
                  <a:pt x="20520" y="21600"/>
                </a:cubicBezTo>
                <a:lnTo>
                  <a:pt x="1080" y="21600"/>
                </a:lnTo>
                <a:cubicBezTo>
                  <a:pt x="483" y="21600"/>
                  <a:pt x="0" y="21063"/>
                  <a:pt x="0" y="20400"/>
                </a:cubicBezTo>
                <a:cubicBezTo>
                  <a:pt x="0" y="19738"/>
                  <a:pt x="483" y="19200"/>
                  <a:pt x="1080" y="19200"/>
                </a:cubicBezTo>
                <a:close/>
                <a:moveTo>
                  <a:pt x="20520" y="2400"/>
                </a:moveTo>
                <a:lnTo>
                  <a:pt x="1080" y="2400"/>
                </a:lnTo>
                <a:cubicBezTo>
                  <a:pt x="483" y="2400"/>
                  <a:pt x="0" y="1862"/>
                  <a:pt x="0" y="1200"/>
                </a:cubicBezTo>
                <a:cubicBezTo>
                  <a:pt x="0" y="537"/>
                  <a:pt x="483" y="0"/>
                  <a:pt x="1080" y="0"/>
                </a:cubicBezTo>
                <a:lnTo>
                  <a:pt x="20520" y="0"/>
                </a:lnTo>
                <a:cubicBezTo>
                  <a:pt x="21117" y="0"/>
                  <a:pt x="21600" y="537"/>
                  <a:pt x="21600" y="1200"/>
                </a:cubicBezTo>
                <a:cubicBezTo>
                  <a:pt x="21600" y="1862"/>
                  <a:pt x="21117" y="2400"/>
                  <a:pt x="20520" y="2400"/>
                </a:cubicBezTo>
                <a:close/>
                <a:moveTo>
                  <a:pt x="20520" y="12000"/>
                </a:moveTo>
                <a:lnTo>
                  <a:pt x="1080" y="12000"/>
                </a:lnTo>
                <a:cubicBezTo>
                  <a:pt x="483" y="12000"/>
                  <a:pt x="0" y="11462"/>
                  <a:pt x="0" y="10800"/>
                </a:cubicBezTo>
                <a:cubicBezTo>
                  <a:pt x="0" y="10138"/>
                  <a:pt x="483" y="9600"/>
                  <a:pt x="1080" y="9600"/>
                </a:cubicBezTo>
                <a:lnTo>
                  <a:pt x="20520" y="9600"/>
                </a:lnTo>
                <a:cubicBezTo>
                  <a:pt x="21117" y="9600"/>
                  <a:pt x="21600" y="10138"/>
                  <a:pt x="21600" y="10800"/>
                </a:cubicBezTo>
                <a:cubicBezTo>
                  <a:pt x="21600" y="11462"/>
                  <a:pt x="21117" y="12000"/>
                  <a:pt x="20520" y="120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7" name="Shape 7667"/>
          <p:cNvSpPr/>
          <p:nvPr/>
        </p:nvSpPr>
        <p:spPr>
          <a:xfrm>
            <a:off x="15046325" y="7038975"/>
            <a:ext cx="627063" cy="627063"/>
          </a:xfrm>
          <a:custGeom>
            <a:avLst/>
            <a:gdLst/>
            <a:ahLst/>
            <a:cxnLst>
              <a:cxn ang="0">
                <a:pos x="wd2" y="hd2"/>
              </a:cxn>
              <a:cxn ang="5400000">
                <a:pos x="wd2" y="hd2"/>
              </a:cxn>
              <a:cxn ang="10800000">
                <a:pos x="wd2" y="hd2"/>
              </a:cxn>
              <a:cxn ang="16200000">
                <a:pos x="wd2" y="hd2"/>
              </a:cxn>
            </a:cxnLst>
            <a:rect l="0" t="0" r="r" b="b"/>
            <a:pathLst>
              <a:path w="21523" h="21523" fill="norm" stroke="1" extrusionOk="0">
                <a:moveTo>
                  <a:pt x="16561" y="9108"/>
                </a:moveTo>
                <a:cubicBezTo>
                  <a:pt x="16561" y="4992"/>
                  <a:pt x="13224" y="1656"/>
                  <a:pt x="9108" y="1656"/>
                </a:cubicBezTo>
                <a:cubicBezTo>
                  <a:pt x="4992" y="1656"/>
                  <a:pt x="1656" y="4992"/>
                  <a:pt x="1656" y="9108"/>
                </a:cubicBezTo>
                <a:cubicBezTo>
                  <a:pt x="1656" y="13224"/>
                  <a:pt x="4992" y="16560"/>
                  <a:pt x="9108" y="16560"/>
                </a:cubicBezTo>
                <a:cubicBezTo>
                  <a:pt x="13224" y="16560"/>
                  <a:pt x="16561" y="13224"/>
                  <a:pt x="16561" y="9108"/>
                </a:cubicBezTo>
                <a:close/>
                <a:moveTo>
                  <a:pt x="21292" y="21292"/>
                </a:moveTo>
                <a:cubicBezTo>
                  <a:pt x="20984" y="21600"/>
                  <a:pt x="20485" y="21600"/>
                  <a:pt x="20177" y="21292"/>
                </a:cubicBezTo>
                <a:lnTo>
                  <a:pt x="14965" y="16079"/>
                </a:lnTo>
                <a:cubicBezTo>
                  <a:pt x="13381" y="17412"/>
                  <a:pt x="11340" y="18216"/>
                  <a:pt x="9108" y="18216"/>
                </a:cubicBezTo>
                <a:cubicBezTo>
                  <a:pt x="4078" y="18216"/>
                  <a:pt x="0" y="14139"/>
                  <a:pt x="0" y="9108"/>
                </a:cubicBezTo>
                <a:cubicBezTo>
                  <a:pt x="0" y="4078"/>
                  <a:pt x="4078" y="0"/>
                  <a:pt x="9108" y="0"/>
                </a:cubicBezTo>
                <a:cubicBezTo>
                  <a:pt x="14139" y="0"/>
                  <a:pt x="18217" y="4078"/>
                  <a:pt x="18217" y="9108"/>
                </a:cubicBezTo>
                <a:cubicBezTo>
                  <a:pt x="18217" y="11339"/>
                  <a:pt x="17411" y="13381"/>
                  <a:pt x="16080" y="14965"/>
                </a:cubicBezTo>
                <a:lnTo>
                  <a:pt x="21292" y="20177"/>
                </a:lnTo>
                <a:cubicBezTo>
                  <a:pt x="21600" y="20485"/>
                  <a:pt x="21600" y="20984"/>
                  <a:pt x="21292" y="21292"/>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8" name="Shape 7668"/>
          <p:cNvSpPr/>
          <p:nvPr/>
        </p:nvSpPr>
        <p:spPr>
          <a:xfrm>
            <a:off x="17503775" y="7131050"/>
            <a:ext cx="481013" cy="4333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 y="19200"/>
                </a:moveTo>
                <a:lnTo>
                  <a:pt x="20520" y="19200"/>
                </a:lnTo>
                <a:cubicBezTo>
                  <a:pt x="21117" y="19200"/>
                  <a:pt x="21600" y="19738"/>
                  <a:pt x="21600" y="20400"/>
                </a:cubicBezTo>
                <a:cubicBezTo>
                  <a:pt x="21600" y="21063"/>
                  <a:pt x="21117" y="21600"/>
                  <a:pt x="20520" y="21600"/>
                </a:cubicBezTo>
                <a:lnTo>
                  <a:pt x="1080" y="21600"/>
                </a:lnTo>
                <a:cubicBezTo>
                  <a:pt x="483" y="21600"/>
                  <a:pt x="0" y="21063"/>
                  <a:pt x="0" y="20400"/>
                </a:cubicBezTo>
                <a:cubicBezTo>
                  <a:pt x="0" y="19738"/>
                  <a:pt x="483" y="19200"/>
                  <a:pt x="1080" y="19200"/>
                </a:cubicBezTo>
                <a:close/>
                <a:moveTo>
                  <a:pt x="20520" y="2400"/>
                </a:moveTo>
                <a:lnTo>
                  <a:pt x="1080" y="2400"/>
                </a:lnTo>
                <a:cubicBezTo>
                  <a:pt x="483" y="2400"/>
                  <a:pt x="0" y="1862"/>
                  <a:pt x="0" y="1200"/>
                </a:cubicBezTo>
                <a:cubicBezTo>
                  <a:pt x="0" y="537"/>
                  <a:pt x="483" y="0"/>
                  <a:pt x="1080" y="0"/>
                </a:cubicBezTo>
                <a:lnTo>
                  <a:pt x="20520" y="0"/>
                </a:lnTo>
                <a:cubicBezTo>
                  <a:pt x="21117" y="0"/>
                  <a:pt x="21600" y="537"/>
                  <a:pt x="21600" y="1200"/>
                </a:cubicBezTo>
                <a:cubicBezTo>
                  <a:pt x="21600" y="1862"/>
                  <a:pt x="21117" y="2400"/>
                  <a:pt x="20520" y="2400"/>
                </a:cubicBezTo>
                <a:close/>
                <a:moveTo>
                  <a:pt x="20520" y="12000"/>
                </a:moveTo>
                <a:lnTo>
                  <a:pt x="1080" y="12000"/>
                </a:lnTo>
                <a:cubicBezTo>
                  <a:pt x="483" y="12000"/>
                  <a:pt x="0" y="11462"/>
                  <a:pt x="0" y="10800"/>
                </a:cubicBezTo>
                <a:cubicBezTo>
                  <a:pt x="0" y="10138"/>
                  <a:pt x="483" y="9600"/>
                  <a:pt x="1080" y="9600"/>
                </a:cubicBezTo>
                <a:lnTo>
                  <a:pt x="20520" y="9600"/>
                </a:lnTo>
                <a:cubicBezTo>
                  <a:pt x="21117" y="9600"/>
                  <a:pt x="21600" y="10138"/>
                  <a:pt x="21600" y="10800"/>
                </a:cubicBezTo>
                <a:cubicBezTo>
                  <a:pt x="21600" y="11462"/>
                  <a:pt x="21117" y="12000"/>
                  <a:pt x="20520" y="120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69" name="Shape 7669"/>
          <p:cNvSpPr/>
          <p:nvPr/>
        </p:nvSpPr>
        <p:spPr>
          <a:xfrm>
            <a:off x="22174200" y="9344025"/>
            <a:ext cx="771525" cy="771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50" y="6075"/>
                </a:moveTo>
                <a:lnTo>
                  <a:pt x="10125" y="6075"/>
                </a:lnTo>
                <a:lnTo>
                  <a:pt x="10125" y="7425"/>
                </a:lnTo>
                <a:lnTo>
                  <a:pt x="8775" y="7425"/>
                </a:lnTo>
                <a:lnTo>
                  <a:pt x="8775" y="6075"/>
                </a:lnTo>
                <a:lnTo>
                  <a:pt x="4050" y="6075"/>
                </a:lnTo>
                <a:cubicBezTo>
                  <a:pt x="3677" y="6075"/>
                  <a:pt x="3375" y="5773"/>
                  <a:pt x="3375" y="5400"/>
                </a:cubicBezTo>
                <a:cubicBezTo>
                  <a:pt x="3375" y="5027"/>
                  <a:pt x="3677" y="4725"/>
                  <a:pt x="4050" y="4725"/>
                </a:cubicBezTo>
                <a:lnTo>
                  <a:pt x="8775" y="4725"/>
                </a:lnTo>
                <a:lnTo>
                  <a:pt x="8775" y="3375"/>
                </a:lnTo>
                <a:lnTo>
                  <a:pt x="10125" y="3375"/>
                </a:lnTo>
                <a:lnTo>
                  <a:pt x="10125" y="4725"/>
                </a:lnTo>
                <a:lnTo>
                  <a:pt x="17550" y="4725"/>
                </a:lnTo>
                <a:cubicBezTo>
                  <a:pt x="17923" y="4725"/>
                  <a:pt x="18225" y="5027"/>
                  <a:pt x="18225" y="5400"/>
                </a:cubicBezTo>
                <a:cubicBezTo>
                  <a:pt x="18225" y="5773"/>
                  <a:pt x="17923" y="6075"/>
                  <a:pt x="17550" y="6075"/>
                </a:cubicBezTo>
                <a:close/>
                <a:moveTo>
                  <a:pt x="17550" y="11475"/>
                </a:moveTo>
                <a:lnTo>
                  <a:pt x="15525" y="11475"/>
                </a:lnTo>
                <a:lnTo>
                  <a:pt x="15525" y="12825"/>
                </a:lnTo>
                <a:lnTo>
                  <a:pt x="14175" y="12825"/>
                </a:lnTo>
                <a:lnTo>
                  <a:pt x="14175" y="11475"/>
                </a:lnTo>
                <a:lnTo>
                  <a:pt x="4050" y="11475"/>
                </a:lnTo>
                <a:cubicBezTo>
                  <a:pt x="3677" y="11475"/>
                  <a:pt x="3375" y="11173"/>
                  <a:pt x="3375" y="10800"/>
                </a:cubicBezTo>
                <a:cubicBezTo>
                  <a:pt x="3375" y="10427"/>
                  <a:pt x="3677" y="10125"/>
                  <a:pt x="4050" y="10125"/>
                </a:cubicBezTo>
                <a:lnTo>
                  <a:pt x="14175" y="10125"/>
                </a:lnTo>
                <a:lnTo>
                  <a:pt x="14175" y="8775"/>
                </a:lnTo>
                <a:lnTo>
                  <a:pt x="15525" y="8775"/>
                </a:lnTo>
                <a:lnTo>
                  <a:pt x="15525" y="10125"/>
                </a:lnTo>
                <a:lnTo>
                  <a:pt x="17550" y="10125"/>
                </a:lnTo>
                <a:cubicBezTo>
                  <a:pt x="17923" y="10125"/>
                  <a:pt x="18225" y="10427"/>
                  <a:pt x="18225" y="10800"/>
                </a:cubicBezTo>
                <a:cubicBezTo>
                  <a:pt x="18225" y="11173"/>
                  <a:pt x="17923" y="11475"/>
                  <a:pt x="17550" y="11475"/>
                </a:cubicBezTo>
                <a:close/>
                <a:moveTo>
                  <a:pt x="17550" y="16875"/>
                </a:moveTo>
                <a:lnTo>
                  <a:pt x="6750" y="16875"/>
                </a:lnTo>
                <a:lnTo>
                  <a:pt x="6750" y="18225"/>
                </a:lnTo>
                <a:lnTo>
                  <a:pt x="5400" y="18225"/>
                </a:lnTo>
                <a:lnTo>
                  <a:pt x="5400" y="16875"/>
                </a:lnTo>
                <a:lnTo>
                  <a:pt x="4050" y="16875"/>
                </a:lnTo>
                <a:cubicBezTo>
                  <a:pt x="3677" y="16875"/>
                  <a:pt x="3375" y="16573"/>
                  <a:pt x="3375" y="16200"/>
                </a:cubicBezTo>
                <a:cubicBezTo>
                  <a:pt x="3375" y="15828"/>
                  <a:pt x="3677" y="15525"/>
                  <a:pt x="4050" y="15525"/>
                </a:cubicBezTo>
                <a:lnTo>
                  <a:pt x="5400" y="15525"/>
                </a:lnTo>
                <a:lnTo>
                  <a:pt x="5400" y="14175"/>
                </a:lnTo>
                <a:lnTo>
                  <a:pt x="6750" y="14175"/>
                </a:lnTo>
                <a:lnTo>
                  <a:pt x="6750" y="15525"/>
                </a:lnTo>
                <a:lnTo>
                  <a:pt x="17550" y="15525"/>
                </a:lnTo>
                <a:cubicBezTo>
                  <a:pt x="17923" y="15525"/>
                  <a:pt x="18225" y="15828"/>
                  <a:pt x="18225" y="16200"/>
                </a:cubicBezTo>
                <a:cubicBezTo>
                  <a:pt x="18225" y="16573"/>
                  <a:pt x="17923" y="16875"/>
                  <a:pt x="17550" y="16875"/>
                </a:cubicBezTo>
                <a:close/>
                <a:moveTo>
                  <a:pt x="20250" y="2025"/>
                </a:moveTo>
                <a:cubicBezTo>
                  <a:pt x="20250" y="1652"/>
                  <a:pt x="19948" y="1350"/>
                  <a:pt x="19575" y="1350"/>
                </a:cubicBezTo>
                <a:lnTo>
                  <a:pt x="2025" y="1350"/>
                </a:lnTo>
                <a:cubicBezTo>
                  <a:pt x="1652" y="1350"/>
                  <a:pt x="1350" y="1652"/>
                  <a:pt x="1350" y="2025"/>
                </a:cubicBezTo>
                <a:lnTo>
                  <a:pt x="1350" y="19575"/>
                </a:lnTo>
                <a:cubicBezTo>
                  <a:pt x="1350" y="19948"/>
                  <a:pt x="1652" y="20250"/>
                  <a:pt x="2025" y="20250"/>
                </a:cubicBezTo>
                <a:lnTo>
                  <a:pt x="19575" y="20250"/>
                </a:lnTo>
                <a:cubicBezTo>
                  <a:pt x="19948" y="20250"/>
                  <a:pt x="20250" y="19948"/>
                  <a:pt x="20250" y="19575"/>
                </a:cubicBezTo>
                <a:cubicBezTo>
                  <a:pt x="20250" y="19575"/>
                  <a:pt x="20250" y="2025"/>
                  <a:pt x="20250" y="2025"/>
                </a:cubicBezTo>
                <a:close/>
                <a:moveTo>
                  <a:pt x="19575" y="21600"/>
                </a:moveTo>
                <a:lnTo>
                  <a:pt x="2025" y="21600"/>
                </a:lnTo>
                <a:cubicBezTo>
                  <a:pt x="907" y="21600"/>
                  <a:pt x="0" y="20693"/>
                  <a:pt x="0" y="19575"/>
                </a:cubicBezTo>
                <a:lnTo>
                  <a:pt x="0" y="2025"/>
                </a:lnTo>
                <a:cubicBezTo>
                  <a:pt x="0" y="907"/>
                  <a:pt x="907" y="0"/>
                  <a:pt x="2025" y="0"/>
                </a:cubicBezTo>
                <a:lnTo>
                  <a:pt x="19575" y="0"/>
                </a:lnTo>
                <a:cubicBezTo>
                  <a:pt x="20693" y="0"/>
                  <a:pt x="21600" y="907"/>
                  <a:pt x="21600" y="2025"/>
                </a:cubicBezTo>
                <a:lnTo>
                  <a:pt x="21600" y="19575"/>
                </a:lnTo>
                <a:cubicBezTo>
                  <a:pt x="21600" y="20693"/>
                  <a:pt x="20693" y="21600"/>
                  <a:pt x="19575"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70" name="Shape 7670"/>
          <p:cNvSpPr/>
          <p:nvPr/>
        </p:nvSpPr>
        <p:spPr>
          <a:xfrm>
            <a:off x="19748500" y="9344025"/>
            <a:ext cx="769939" cy="7715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0" y="8100"/>
                </a:moveTo>
                <a:lnTo>
                  <a:pt x="20250" y="6750"/>
                </a:lnTo>
                <a:lnTo>
                  <a:pt x="1350" y="6750"/>
                </a:lnTo>
                <a:lnTo>
                  <a:pt x="1350" y="19575"/>
                </a:lnTo>
                <a:cubicBezTo>
                  <a:pt x="1350" y="19948"/>
                  <a:pt x="1652" y="20250"/>
                  <a:pt x="2025" y="20250"/>
                </a:cubicBezTo>
                <a:lnTo>
                  <a:pt x="19575" y="20250"/>
                </a:lnTo>
                <a:cubicBezTo>
                  <a:pt x="19948" y="20250"/>
                  <a:pt x="20250" y="19948"/>
                  <a:pt x="20250" y="19575"/>
                </a:cubicBezTo>
                <a:cubicBezTo>
                  <a:pt x="20250" y="19575"/>
                  <a:pt x="20250" y="8100"/>
                  <a:pt x="20250" y="8100"/>
                </a:cubicBezTo>
                <a:close/>
                <a:moveTo>
                  <a:pt x="19575" y="4050"/>
                </a:moveTo>
                <a:lnTo>
                  <a:pt x="8100" y="4050"/>
                </a:lnTo>
                <a:lnTo>
                  <a:pt x="8100" y="2025"/>
                </a:lnTo>
                <a:cubicBezTo>
                  <a:pt x="8100" y="1652"/>
                  <a:pt x="7798" y="1350"/>
                  <a:pt x="7425" y="1350"/>
                </a:cubicBezTo>
                <a:lnTo>
                  <a:pt x="2025" y="1350"/>
                </a:lnTo>
                <a:cubicBezTo>
                  <a:pt x="1652" y="1350"/>
                  <a:pt x="1350" y="1652"/>
                  <a:pt x="1350" y="2025"/>
                </a:cubicBezTo>
                <a:lnTo>
                  <a:pt x="1350" y="5400"/>
                </a:lnTo>
                <a:lnTo>
                  <a:pt x="19575" y="5400"/>
                </a:lnTo>
                <a:cubicBezTo>
                  <a:pt x="19948" y="5400"/>
                  <a:pt x="20250" y="5098"/>
                  <a:pt x="20250" y="4725"/>
                </a:cubicBezTo>
                <a:cubicBezTo>
                  <a:pt x="20250" y="4352"/>
                  <a:pt x="19948" y="4050"/>
                  <a:pt x="19575" y="4050"/>
                </a:cubicBezTo>
                <a:close/>
                <a:moveTo>
                  <a:pt x="20250" y="21600"/>
                </a:moveTo>
                <a:lnTo>
                  <a:pt x="1350" y="21600"/>
                </a:lnTo>
                <a:cubicBezTo>
                  <a:pt x="605" y="21600"/>
                  <a:pt x="0" y="20995"/>
                  <a:pt x="0" y="20250"/>
                </a:cubicBezTo>
                <a:lnTo>
                  <a:pt x="0" y="1350"/>
                </a:lnTo>
                <a:cubicBezTo>
                  <a:pt x="0" y="605"/>
                  <a:pt x="605" y="0"/>
                  <a:pt x="1350" y="0"/>
                </a:cubicBezTo>
                <a:lnTo>
                  <a:pt x="8100" y="0"/>
                </a:lnTo>
                <a:cubicBezTo>
                  <a:pt x="8846" y="0"/>
                  <a:pt x="9450" y="605"/>
                  <a:pt x="9450" y="1350"/>
                </a:cubicBezTo>
                <a:lnTo>
                  <a:pt x="9450" y="2700"/>
                </a:lnTo>
                <a:lnTo>
                  <a:pt x="20250" y="2700"/>
                </a:lnTo>
                <a:cubicBezTo>
                  <a:pt x="20996" y="2700"/>
                  <a:pt x="21600" y="3305"/>
                  <a:pt x="21600" y="4050"/>
                </a:cubicBezTo>
                <a:lnTo>
                  <a:pt x="21600" y="20250"/>
                </a:lnTo>
                <a:cubicBezTo>
                  <a:pt x="21600" y="20995"/>
                  <a:pt x="20996" y="21600"/>
                  <a:pt x="2025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71" name="Shape 7671"/>
          <p:cNvSpPr/>
          <p:nvPr/>
        </p:nvSpPr>
        <p:spPr>
          <a:xfrm>
            <a:off x="14955837" y="11801475"/>
            <a:ext cx="771526" cy="627063"/>
          </a:xfrm>
          <a:custGeom>
            <a:avLst/>
            <a:gdLst/>
            <a:ahLst/>
            <a:cxnLst>
              <a:cxn ang="0">
                <a:pos x="wd2" y="hd2"/>
              </a:cxn>
              <a:cxn ang="5400000">
                <a:pos x="wd2" y="hd2"/>
              </a:cxn>
              <a:cxn ang="10800000">
                <a:pos x="wd2" y="hd2"/>
              </a:cxn>
              <a:cxn ang="16200000">
                <a:pos x="wd2" y="hd2"/>
              </a:cxn>
            </a:cxnLst>
            <a:rect l="0" t="0" r="r" b="b"/>
            <a:pathLst>
              <a:path w="21598" h="21587" fill="norm" stroke="1" extrusionOk="0">
                <a:moveTo>
                  <a:pt x="10799" y="10540"/>
                </a:moveTo>
                <a:lnTo>
                  <a:pt x="19123" y="1663"/>
                </a:lnTo>
                <a:lnTo>
                  <a:pt x="2475" y="1663"/>
                </a:lnTo>
                <a:cubicBezTo>
                  <a:pt x="2475" y="1663"/>
                  <a:pt x="10799" y="10540"/>
                  <a:pt x="10799" y="10540"/>
                </a:cubicBezTo>
                <a:close/>
                <a:moveTo>
                  <a:pt x="1350" y="19097"/>
                </a:moveTo>
                <a:cubicBezTo>
                  <a:pt x="1350" y="19555"/>
                  <a:pt x="1652" y="19927"/>
                  <a:pt x="2025" y="19927"/>
                </a:cubicBezTo>
                <a:lnTo>
                  <a:pt x="19573" y="19927"/>
                </a:lnTo>
                <a:cubicBezTo>
                  <a:pt x="19946" y="19927"/>
                  <a:pt x="20248" y="19555"/>
                  <a:pt x="20248" y="19097"/>
                </a:cubicBezTo>
                <a:lnTo>
                  <a:pt x="20248" y="2617"/>
                </a:lnTo>
                <a:lnTo>
                  <a:pt x="11322" y="12137"/>
                </a:lnTo>
                <a:cubicBezTo>
                  <a:pt x="11307" y="12160"/>
                  <a:pt x="11300" y="12188"/>
                  <a:pt x="11283" y="12210"/>
                </a:cubicBezTo>
                <a:cubicBezTo>
                  <a:pt x="11149" y="12374"/>
                  <a:pt x="10973" y="12450"/>
                  <a:pt x="10799" y="12445"/>
                </a:cubicBezTo>
                <a:cubicBezTo>
                  <a:pt x="10624" y="12450"/>
                  <a:pt x="10448" y="12374"/>
                  <a:pt x="10315" y="12210"/>
                </a:cubicBezTo>
                <a:cubicBezTo>
                  <a:pt x="10297" y="12188"/>
                  <a:pt x="10291" y="12160"/>
                  <a:pt x="10276" y="12137"/>
                </a:cubicBezTo>
                <a:lnTo>
                  <a:pt x="1350" y="2617"/>
                </a:lnTo>
                <a:cubicBezTo>
                  <a:pt x="1350" y="2617"/>
                  <a:pt x="1350" y="19097"/>
                  <a:pt x="1350" y="19097"/>
                </a:cubicBezTo>
                <a:close/>
                <a:moveTo>
                  <a:pt x="21598" y="20757"/>
                </a:moveTo>
                <a:cubicBezTo>
                  <a:pt x="21598" y="21216"/>
                  <a:pt x="21296" y="21587"/>
                  <a:pt x="20923" y="21587"/>
                </a:cubicBezTo>
                <a:lnTo>
                  <a:pt x="675" y="21587"/>
                </a:lnTo>
                <a:cubicBezTo>
                  <a:pt x="302" y="21587"/>
                  <a:pt x="0" y="21216"/>
                  <a:pt x="0" y="20757"/>
                </a:cubicBezTo>
                <a:lnTo>
                  <a:pt x="0" y="833"/>
                </a:lnTo>
                <a:cubicBezTo>
                  <a:pt x="0" y="828"/>
                  <a:pt x="2" y="825"/>
                  <a:pt x="2" y="821"/>
                </a:cubicBezTo>
                <a:cubicBezTo>
                  <a:pt x="-1" y="607"/>
                  <a:pt x="62" y="394"/>
                  <a:pt x="194" y="231"/>
                </a:cubicBezTo>
                <a:cubicBezTo>
                  <a:pt x="335" y="57"/>
                  <a:pt x="523" y="-13"/>
                  <a:pt x="707" y="2"/>
                </a:cubicBezTo>
                <a:lnTo>
                  <a:pt x="20891" y="2"/>
                </a:lnTo>
                <a:cubicBezTo>
                  <a:pt x="21075" y="-13"/>
                  <a:pt x="21263" y="57"/>
                  <a:pt x="21404" y="231"/>
                </a:cubicBezTo>
                <a:cubicBezTo>
                  <a:pt x="21536" y="394"/>
                  <a:pt x="21599" y="607"/>
                  <a:pt x="21596" y="821"/>
                </a:cubicBezTo>
                <a:cubicBezTo>
                  <a:pt x="21596" y="825"/>
                  <a:pt x="21598" y="828"/>
                  <a:pt x="21598" y="833"/>
                </a:cubicBezTo>
                <a:cubicBezTo>
                  <a:pt x="21598" y="833"/>
                  <a:pt x="21598" y="20757"/>
                  <a:pt x="21598" y="20757"/>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
        <p:nvSpPr>
          <p:cNvPr id="7672" name="Shape 7672"/>
          <p:cNvSpPr/>
          <p:nvPr/>
        </p:nvSpPr>
        <p:spPr>
          <a:xfrm>
            <a:off x="7769225" y="11741150"/>
            <a:ext cx="769939" cy="769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01" y="11459"/>
                </a:moveTo>
                <a:lnTo>
                  <a:pt x="6399" y="11459"/>
                </a:lnTo>
                <a:cubicBezTo>
                  <a:pt x="6036" y="11459"/>
                  <a:pt x="5740" y="11164"/>
                  <a:pt x="5740" y="10800"/>
                </a:cubicBezTo>
                <a:cubicBezTo>
                  <a:pt x="5740" y="10436"/>
                  <a:pt x="6036" y="10141"/>
                  <a:pt x="6399" y="10141"/>
                </a:cubicBezTo>
                <a:lnTo>
                  <a:pt x="15201" y="10141"/>
                </a:lnTo>
                <a:cubicBezTo>
                  <a:pt x="15564" y="10141"/>
                  <a:pt x="15860" y="10436"/>
                  <a:pt x="15860" y="10800"/>
                </a:cubicBezTo>
                <a:cubicBezTo>
                  <a:pt x="15859" y="11164"/>
                  <a:pt x="15564" y="11459"/>
                  <a:pt x="15201" y="11459"/>
                </a:cubicBezTo>
                <a:close/>
                <a:moveTo>
                  <a:pt x="10800" y="1350"/>
                </a:moveTo>
                <a:cubicBezTo>
                  <a:pt x="5581" y="1350"/>
                  <a:pt x="1350" y="5581"/>
                  <a:pt x="1350" y="10800"/>
                </a:cubicBezTo>
                <a:cubicBezTo>
                  <a:pt x="1350" y="16019"/>
                  <a:pt x="5581" y="20250"/>
                  <a:pt x="10800" y="20250"/>
                </a:cubicBezTo>
                <a:cubicBezTo>
                  <a:pt x="16019" y="20250"/>
                  <a:pt x="20250" y="16019"/>
                  <a:pt x="20250" y="10800"/>
                </a:cubicBezTo>
                <a:cubicBezTo>
                  <a:pt x="20250" y="5581"/>
                  <a:pt x="16019" y="1350"/>
                  <a:pt x="10800" y="1350"/>
                </a:cubicBezTo>
                <a:close/>
                <a:moveTo>
                  <a:pt x="10800" y="21600"/>
                </a:moveTo>
                <a:cubicBezTo>
                  <a:pt x="4835" y="21600"/>
                  <a:pt x="0" y="16764"/>
                  <a:pt x="0" y="10800"/>
                </a:cubicBezTo>
                <a:cubicBezTo>
                  <a:pt x="0" y="4835"/>
                  <a:pt x="4835" y="0"/>
                  <a:pt x="10800" y="0"/>
                </a:cubicBezTo>
                <a:cubicBezTo>
                  <a:pt x="16765" y="0"/>
                  <a:pt x="21600" y="4835"/>
                  <a:pt x="21600" y="10800"/>
                </a:cubicBezTo>
                <a:cubicBezTo>
                  <a:pt x="21600" y="16764"/>
                  <a:pt x="16765" y="21600"/>
                  <a:pt x="10800" y="21600"/>
                </a:cubicBezTo>
                <a:close/>
              </a:path>
            </a:pathLst>
          </a:custGeom>
          <a:solidFill>
            <a:srgbClr val="FFFFFF"/>
          </a:solidFill>
          <a:ln w="12700">
            <a:miter lim="400000"/>
          </a:ln>
        </p:spPr>
        <p:txBody>
          <a:bodyPr lIns="45719" rIns="45719"/>
          <a:lstStyle/>
          <a:p>
            <a:pPr defTabSz="914400">
              <a:defRPr sz="5600">
                <a:solidFill>
                  <a:srgbClr val="FFFFFF"/>
                </a:solidFill>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90.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2F5379"/>
        </a:solidFill>
      </p:bgPr>
    </p:bg>
    <p:spTree>
      <p:nvGrpSpPr>
        <p:cNvPr id="1" name=""/>
        <p:cNvGrpSpPr/>
        <p:nvPr/>
      </p:nvGrpSpPr>
      <p:grpSpPr>
        <a:xfrm>
          <a:off x="0" y="0"/>
          <a:ext cx="0" cy="0"/>
          <a:chOff x="0" y="0"/>
          <a:chExt cx="0" cy="0"/>
        </a:xfrm>
      </p:grpSpPr>
      <p:sp>
        <p:nvSpPr>
          <p:cNvPr id="7674" name="Shape 7674"/>
          <p:cNvSpPr/>
          <p:nvPr>
            <p:ph type="title"/>
          </p:nvPr>
        </p:nvSpPr>
        <p:spPr>
          <a:prstGeom prst="rect">
            <a:avLst/>
          </a:prstGeom>
        </p:spPr>
        <p:txBody>
          <a:bodyPr/>
          <a:lstStyle/>
          <a:p>
            <a:pPr/>
            <a:r>
              <a:t>INSTRUCCIONES</a:t>
            </a:r>
          </a:p>
        </p:txBody>
      </p:sp>
      <p:sp>
        <p:nvSpPr>
          <p:cNvPr id="7675" name="Shape 7675"/>
          <p:cNvSpPr/>
          <p:nvPr/>
        </p:nvSpPr>
        <p:spPr>
          <a:xfrm>
            <a:off x="517612" y="2059546"/>
            <a:ext cx="6061953" cy="115697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p>
            <a:pPr algn="l" defTabSz="825500">
              <a:lnSpc>
                <a:spcPct val="90000"/>
              </a:lnSpc>
              <a:defRPr spc="-100">
                <a:solidFill>
                  <a:srgbClr val="FFFFFF"/>
                </a:solidFill>
                <a:latin typeface="Raleway Heavy"/>
                <a:ea typeface="Raleway Heavy"/>
                <a:cs typeface="Raleway Heavy"/>
                <a:sym typeface="Raleway Heavy"/>
              </a:defRPr>
            </a:pPr>
            <a:r>
              <a:t>Iconos editables </a:t>
            </a:r>
          </a:p>
          <a:p>
            <a:pPr algn="l" defTabSz="825500">
              <a:lnSpc>
                <a:spcPct val="90000"/>
              </a:lnSpc>
              <a:defRPr spc="-50" sz="2500">
                <a:solidFill>
                  <a:srgbClr val="FFFFFF"/>
                </a:solidFill>
                <a:latin typeface="Raleway SemiBold"/>
                <a:ea typeface="Raleway SemiBold"/>
                <a:cs typeface="Raleway SemiBold"/>
                <a:sym typeface="Raleway SemiBold"/>
              </a:defRPr>
            </a:pPr>
            <a:r>
              <a:t>Para usarlos en fondos oscuros.</a:t>
            </a:r>
          </a:p>
        </p:txBody>
      </p:sp>
      <p:sp>
        <p:nvSpPr>
          <p:cNvPr id="7676" name="Shape 7676"/>
          <p:cNvSpPr/>
          <p:nvPr/>
        </p:nvSpPr>
        <p:spPr>
          <a:xfrm>
            <a:off x="22001043" y="10362916"/>
            <a:ext cx="898059" cy="9012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77" name="Shape 7677"/>
          <p:cNvSpPr/>
          <p:nvPr/>
        </p:nvSpPr>
        <p:spPr>
          <a:xfrm>
            <a:off x="20752331" y="10653276"/>
            <a:ext cx="174536" cy="2332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99" y="18901"/>
                </a:moveTo>
                <a:lnTo>
                  <a:pt x="3600" y="18901"/>
                </a:lnTo>
                <a:lnTo>
                  <a:pt x="3600" y="2700"/>
                </a:lnTo>
                <a:lnTo>
                  <a:pt x="7200" y="2700"/>
                </a:lnTo>
                <a:lnTo>
                  <a:pt x="17999" y="14851"/>
                </a:lnTo>
                <a:cubicBezTo>
                  <a:pt x="17999" y="14851"/>
                  <a:pt x="17999" y="18901"/>
                  <a:pt x="17999" y="18901"/>
                </a:cubicBezTo>
                <a:close/>
                <a:moveTo>
                  <a:pt x="10195" y="1202"/>
                </a:moveTo>
                <a:cubicBezTo>
                  <a:pt x="9527" y="450"/>
                  <a:pt x="8402" y="0"/>
                  <a:pt x="7200" y="0"/>
                </a:cubicBezTo>
                <a:lnTo>
                  <a:pt x="3600" y="0"/>
                </a:lnTo>
                <a:cubicBezTo>
                  <a:pt x="1610" y="0"/>
                  <a:pt x="0" y="1207"/>
                  <a:pt x="0" y="2700"/>
                </a:cubicBezTo>
                <a:lnTo>
                  <a:pt x="0" y="18901"/>
                </a:lnTo>
                <a:cubicBezTo>
                  <a:pt x="0" y="20393"/>
                  <a:pt x="1610" y="21600"/>
                  <a:pt x="3600" y="21600"/>
                </a:cubicBezTo>
                <a:lnTo>
                  <a:pt x="17999" y="21600"/>
                </a:lnTo>
                <a:cubicBezTo>
                  <a:pt x="19989" y="21600"/>
                  <a:pt x="21600" y="20393"/>
                  <a:pt x="21600" y="18901"/>
                </a:cubicBezTo>
                <a:lnTo>
                  <a:pt x="21600" y="14851"/>
                </a:lnTo>
                <a:cubicBezTo>
                  <a:pt x="21600" y="14318"/>
                  <a:pt x="21389" y="13796"/>
                  <a:pt x="20995" y="13353"/>
                </a:cubicBezTo>
                <a:cubicBezTo>
                  <a:pt x="20995" y="13353"/>
                  <a:pt x="10195" y="1202"/>
                  <a:pt x="10195" y="1202"/>
                </a:cubicBezTo>
                <a:close/>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78" name="Shape 7678"/>
          <p:cNvSpPr/>
          <p:nvPr/>
        </p:nvSpPr>
        <p:spPr>
          <a:xfrm>
            <a:off x="20114488" y="10421623"/>
            <a:ext cx="928162" cy="7552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1" y="16615"/>
                </a:moveTo>
                <a:cubicBezTo>
                  <a:pt x="20251" y="17074"/>
                  <a:pt x="19949" y="17446"/>
                  <a:pt x="19576" y="17446"/>
                </a:cubicBezTo>
                <a:lnTo>
                  <a:pt x="18804" y="17446"/>
                </a:lnTo>
                <a:cubicBezTo>
                  <a:pt x="18502" y="16016"/>
                  <a:pt x="17454" y="14953"/>
                  <a:pt x="16201" y="14953"/>
                </a:cubicBezTo>
                <a:cubicBezTo>
                  <a:pt x="14946" y="14953"/>
                  <a:pt x="13898" y="16016"/>
                  <a:pt x="13596"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1" y="14123"/>
                </a:lnTo>
                <a:cubicBezTo>
                  <a:pt x="13267" y="14123"/>
                  <a:pt x="14176" y="13005"/>
                  <a:pt x="14176" y="11630"/>
                </a:cubicBezTo>
                <a:lnTo>
                  <a:pt x="14176" y="5815"/>
                </a:lnTo>
                <a:lnTo>
                  <a:pt x="16876" y="5815"/>
                </a:lnTo>
                <a:cubicBezTo>
                  <a:pt x="17101" y="5815"/>
                  <a:pt x="17312" y="5954"/>
                  <a:pt x="17437" y="6185"/>
                </a:cubicBezTo>
                <a:lnTo>
                  <a:pt x="20137" y="11169"/>
                </a:lnTo>
                <a:cubicBezTo>
                  <a:pt x="20211" y="11306"/>
                  <a:pt x="20251" y="11466"/>
                  <a:pt x="20251" y="11630"/>
                </a:cubicBezTo>
                <a:cubicBezTo>
                  <a:pt x="20251" y="11630"/>
                  <a:pt x="20251" y="16615"/>
                  <a:pt x="20251" y="16615"/>
                </a:cubicBezTo>
                <a:close/>
                <a:moveTo>
                  <a:pt x="16201" y="19938"/>
                </a:moveTo>
                <a:cubicBezTo>
                  <a:pt x="15455" y="19938"/>
                  <a:pt x="14851" y="19193"/>
                  <a:pt x="14851" y="18276"/>
                </a:cubicBezTo>
                <a:cubicBezTo>
                  <a:pt x="14851" y="17360"/>
                  <a:pt x="15455" y="16615"/>
                  <a:pt x="16201" y="16615"/>
                </a:cubicBezTo>
                <a:cubicBezTo>
                  <a:pt x="16946" y="16615"/>
                  <a:pt x="17551" y="17360"/>
                  <a:pt x="17551" y="18276"/>
                </a:cubicBezTo>
                <a:cubicBezTo>
                  <a:pt x="17551" y="19193"/>
                  <a:pt x="16946" y="19938"/>
                  <a:pt x="16201"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1" y="1661"/>
                </a:lnTo>
                <a:cubicBezTo>
                  <a:pt x="12524" y="1661"/>
                  <a:pt x="12826" y="2033"/>
                  <a:pt x="12826" y="2492"/>
                </a:cubicBezTo>
                <a:lnTo>
                  <a:pt x="12826" y="11630"/>
                </a:lnTo>
                <a:cubicBezTo>
                  <a:pt x="12826" y="12089"/>
                  <a:pt x="12524" y="12461"/>
                  <a:pt x="12151" y="12461"/>
                </a:cubicBezTo>
                <a:cubicBezTo>
                  <a:pt x="12151" y="12461"/>
                  <a:pt x="2024" y="12461"/>
                  <a:pt x="2024" y="12461"/>
                </a:cubicBezTo>
                <a:close/>
                <a:moveTo>
                  <a:pt x="21260" y="10248"/>
                </a:moveTo>
                <a:lnTo>
                  <a:pt x="18560" y="5263"/>
                </a:lnTo>
                <a:cubicBezTo>
                  <a:pt x="18183" y="4568"/>
                  <a:pt x="17553" y="4153"/>
                  <a:pt x="16876" y="4153"/>
                </a:cubicBezTo>
                <a:lnTo>
                  <a:pt x="14176" y="4153"/>
                </a:lnTo>
                <a:lnTo>
                  <a:pt x="14176" y="2492"/>
                </a:lnTo>
                <a:cubicBezTo>
                  <a:pt x="14176" y="1117"/>
                  <a:pt x="13267" y="0"/>
                  <a:pt x="12151"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6" y="19107"/>
                </a:lnTo>
                <a:cubicBezTo>
                  <a:pt x="13898" y="20537"/>
                  <a:pt x="14946" y="21600"/>
                  <a:pt x="16201" y="21600"/>
                </a:cubicBezTo>
                <a:cubicBezTo>
                  <a:pt x="17454" y="21600"/>
                  <a:pt x="18502" y="20537"/>
                  <a:pt x="18804" y="19107"/>
                </a:cubicBezTo>
                <a:lnTo>
                  <a:pt x="19576" y="19107"/>
                </a:lnTo>
                <a:cubicBezTo>
                  <a:pt x="20692" y="19107"/>
                  <a:pt x="21600" y="17989"/>
                  <a:pt x="21600" y="16615"/>
                </a:cubicBezTo>
                <a:lnTo>
                  <a:pt x="21600" y="11630"/>
                </a:lnTo>
                <a:cubicBezTo>
                  <a:pt x="21600" y="11137"/>
                  <a:pt x="21483" y="10658"/>
                  <a:pt x="21260" y="10248"/>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79" name="Shape 7679"/>
          <p:cNvSpPr/>
          <p:nvPr/>
        </p:nvSpPr>
        <p:spPr>
          <a:xfrm>
            <a:off x="18258066" y="10334359"/>
            <a:ext cx="928229" cy="929775"/>
          </a:xfrm>
          <a:custGeom>
            <a:avLst/>
            <a:gdLst/>
            <a:ahLst/>
            <a:cxnLst>
              <a:cxn ang="0">
                <a:pos x="wd2" y="hd2"/>
              </a:cxn>
              <a:cxn ang="5400000">
                <a:pos x="wd2" y="hd2"/>
              </a:cxn>
              <a:cxn ang="10800000">
                <a:pos x="wd2" y="hd2"/>
              </a:cxn>
              <a:cxn ang="16200000">
                <a:pos x="wd2" y="hd2"/>
              </a:cxn>
            </a:cxnLst>
            <a:rect l="0" t="0" r="r" b="b"/>
            <a:pathLst>
              <a:path w="19058" h="19059" fill="norm" stroke="1" extrusionOk="0">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0" name="Shape 7680"/>
          <p:cNvSpPr/>
          <p:nvPr/>
        </p:nvSpPr>
        <p:spPr>
          <a:xfrm>
            <a:off x="18664270" y="10740542"/>
            <a:ext cx="115828" cy="115828"/>
          </a:xfrm>
          <a:custGeom>
            <a:avLst/>
            <a:gdLst/>
            <a:ahLst/>
            <a:cxnLst>
              <a:cxn ang="0">
                <a:pos x="wd2" y="hd2"/>
              </a:cxn>
              <a:cxn ang="5400000">
                <a:pos x="wd2" y="hd2"/>
              </a:cxn>
              <a:cxn ang="10800000">
                <a:pos x="wd2" y="hd2"/>
              </a:cxn>
              <a:cxn ang="16200000">
                <a:pos x="wd2" y="hd2"/>
              </a:cxn>
            </a:cxnLst>
            <a:rect l="0" t="0" r="r" b="b"/>
            <a:pathLst>
              <a:path w="19059" h="19056" fill="norm" stroke="1" extrusionOk="0">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1" name="Shape 7681"/>
          <p:cNvSpPr/>
          <p:nvPr/>
        </p:nvSpPr>
        <p:spPr>
          <a:xfrm>
            <a:off x="18546860" y="10624715"/>
            <a:ext cx="349063" cy="349069"/>
          </a:xfrm>
          <a:custGeom>
            <a:avLst/>
            <a:gdLst/>
            <a:ahLst/>
            <a:cxnLst>
              <a:cxn ang="0">
                <a:pos x="wd2" y="hd2"/>
              </a:cxn>
              <a:cxn ang="5400000">
                <a:pos x="wd2" y="hd2"/>
              </a:cxn>
              <a:cxn ang="10800000">
                <a:pos x="wd2" y="hd2"/>
              </a:cxn>
              <a:cxn ang="16200000">
                <a:pos x="wd2" y="hd2"/>
              </a:cxn>
            </a:cxnLst>
            <a:rect l="0" t="0" r="r" b="b"/>
            <a:pathLst>
              <a:path w="19060" h="19058" fill="norm" stroke="1" extrusionOk="0">
                <a:moveTo>
                  <a:pt x="7169" y="15424"/>
                </a:moveTo>
                <a:cubicBezTo>
                  <a:pt x="3916" y="14123"/>
                  <a:pt x="2331" y="10417"/>
                  <a:pt x="3632" y="7167"/>
                </a:cubicBezTo>
                <a:cubicBezTo>
                  <a:pt x="4934" y="3917"/>
                  <a:pt x="8638" y="2331"/>
                  <a:pt x="11890" y="3632"/>
                </a:cubicBezTo>
                <a:cubicBezTo>
                  <a:pt x="15142" y="4934"/>
                  <a:pt x="16729" y="8640"/>
                  <a:pt x="15426" y="11890"/>
                </a:cubicBezTo>
                <a:cubicBezTo>
                  <a:pt x="14125" y="15140"/>
                  <a:pt x="10420" y="16728"/>
                  <a:pt x="7169" y="15424"/>
                </a:cubicBezTo>
                <a:moveTo>
                  <a:pt x="13072" y="685"/>
                </a:moveTo>
                <a:cubicBezTo>
                  <a:pt x="8186" y="-1271"/>
                  <a:pt x="2639" y="1104"/>
                  <a:pt x="686" y="5987"/>
                </a:cubicBezTo>
                <a:cubicBezTo>
                  <a:pt x="-1271" y="10871"/>
                  <a:pt x="1104" y="16416"/>
                  <a:pt x="5987" y="18372"/>
                </a:cubicBezTo>
                <a:cubicBezTo>
                  <a:pt x="10875" y="20329"/>
                  <a:pt x="16419" y="17955"/>
                  <a:pt x="18376" y="13070"/>
                </a:cubicBezTo>
                <a:cubicBezTo>
                  <a:pt x="20329" y="8186"/>
                  <a:pt x="17957" y="2641"/>
                  <a:pt x="13072" y="685"/>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2" name="Shape 7682"/>
          <p:cNvSpPr/>
          <p:nvPr/>
        </p:nvSpPr>
        <p:spPr>
          <a:xfrm>
            <a:off x="18780090" y="10856366"/>
            <a:ext cx="144386" cy="149151"/>
          </a:xfrm>
          <a:custGeom>
            <a:avLst/>
            <a:gdLst/>
            <a:ahLst/>
            <a:cxnLst>
              <a:cxn ang="0">
                <a:pos x="wd2" y="hd2"/>
              </a:cxn>
              <a:cxn ang="5400000">
                <a:pos x="wd2" y="hd2"/>
              </a:cxn>
              <a:cxn ang="10800000">
                <a:pos x="wd2" y="hd2"/>
              </a:cxn>
              <a:cxn ang="16200000">
                <a:pos x="wd2" y="hd2"/>
              </a:cxn>
            </a:cxnLst>
            <a:rect l="0" t="0" r="r" b="b"/>
            <a:pathLst>
              <a:path w="21033" h="21043" fill="norm" stroke="1" extrusionOk="0">
                <a:moveTo>
                  <a:pt x="20882" y="2826"/>
                </a:moveTo>
                <a:cubicBezTo>
                  <a:pt x="21313" y="1772"/>
                  <a:pt x="20788" y="573"/>
                  <a:pt x="19714" y="150"/>
                </a:cubicBezTo>
                <a:cubicBezTo>
                  <a:pt x="18637" y="-276"/>
                  <a:pt x="17415" y="239"/>
                  <a:pt x="16985" y="1297"/>
                </a:cubicBezTo>
                <a:lnTo>
                  <a:pt x="16981" y="1293"/>
                </a:lnTo>
                <a:cubicBezTo>
                  <a:pt x="13965" y="8693"/>
                  <a:pt x="8183" y="14185"/>
                  <a:pt x="1270" y="17090"/>
                </a:cubicBezTo>
                <a:cubicBezTo>
                  <a:pt x="208" y="17537"/>
                  <a:pt x="-287" y="18748"/>
                  <a:pt x="171" y="19790"/>
                </a:cubicBezTo>
                <a:cubicBezTo>
                  <a:pt x="630" y="20841"/>
                  <a:pt x="1864" y="21324"/>
                  <a:pt x="2925" y="20877"/>
                </a:cubicBezTo>
                <a:cubicBezTo>
                  <a:pt x="2962" y="20861"/>
                  <a:pt x="2983" y="20829"/>
                  <a:pt x="3015" y="20816"/>
                </a:cubicBezTo>
                <a:cubicBezTo>
                  <a:pt x="10875" y="17481"/>
                  <a:pt x="17452" y="11228"/>
                  <a:pt x="20878" y="2826"/>
                </a:cubicBezTo>
                <a:cubicBezTo>
                  <a:pt x="20878" y="2826"/>
                  <a:pt x="20882" y="2826"/>
                  <a:pt x="20882" y="2826"/>
                </a:cubicBezTo>
                <a:close/>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3" name="Shape 7683"/>
          <p:cNvSpPr/>
          <p:nvPr/>
        </p:nvSpPr>
        <p:spPr>
          <a:xfrm>
            <a:off x="18837214" y="10915075"/>
            <a:ext cx="207850" cy="212612"/>
          </a:xfrm>
          <a:custGeom>
            <a:avLst/>
            <a:gdLst/>
            <a:ahLst/>
            <a:cxnLst>
              <a:cxn ang="0">
                <a:pos x="wd2" y="hd2"/>
              </a:cxn>
              <a:cxn ang="5400000">
                <a:pos x="wd2" y="hd2"/>
              </a:cxn>
              <a:cxn ang="10800000">
                <a:pos x="wd2" y="hd2"/>
              </a:cxn>
              <a:cxn ang="16200000">
                <a:pos x="wd2" y="hd2"/>
              </a:cxn>
            </a:cxnLst>
            <a:rect l="0" t="0" r="r" b="b"/>
            <a:pathLst>
              <a:path w="21201" h="21209" fill="norm" stroke="1" extrusionOk="0">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4" name="Shape 7684"/>
          <p:cNvSpPr/>
          <p:nvPr/>
        </p:nvSpPr>
        <p:spPr>
          <a:xfrm>
            <a:off x="18808658" y="10886513"/>
            <a:ext cx="176120" cy="179295"/>
          </a:xfrm>
          <a:custGeom>
            <a:avLst/>
            <a:gdLst/>
            <a:ahLst/>
            <a:cxnLst>
              <a:cxn ang="0">
                <a:pos x="wd2" y="hd2"/>
              </a:cxn>
              <a:cxn ang="5400000">
                <a:pos x="wd2" y="hd2"/>
              </a:cxn>
              <a:cxn ang="10800000">
                <a:pos x="wd2" y="hd2"/>
              </a:cxn>
              <a:cxn ang="16200000">
                <a:pos x="wd2" y="hd2"/>
              </a:cxn>
            </a:cxnLst>
            <a:rect l="0" t="0" r="r" b="b"/>
            <a:pathLst>
              <a:path w="21129" h="21142" fill="norm" stroke="1" extrusionOk="0">
                <a:moveTo>
                  <a:pt x="20036" y="122"/>
                </a:moveTo>
                <a:cubicBezTo>
                  <a:pt x="19143" y="-227"/>
                  <a:pt x="18135" y="195"/>
                  <a:pt x="17779" y="1071"/>
                </a:cubicBezTo>
                <a:cubicBezTo>
                  <a:pt x="14572" y="8936"/>
                  <a:pt x="8412" y="14779"/>
                  <a:pt x="1051" y="17868"/>
                </a:cubicBezTo>
                <a:lnTo>
                  <a:pt x="1054" y="17868"/>
                </a:lnTo>
                <a:cubicBezTo>
                  <a:pt x="172" y="18241"/>
                  <a:pt x="-238" y="19243"/>
                  <a:pt x="142" y="20109"/>
                </a:cubicBezTo>
                <a:cubicBezTo>
                  <a:pt x="522" y="20974"/>
                  <a:pt x="1543" y="21373"/>
                  <a:pt x="2425" y="21004"/>
                </a:cubicBezTo>
                <a:cubicBezTo>
                  <a:pt x="2459" y="20987"/>
                  <a:pt x="2476" y="20957"/>
                  <a:pt x="2514" y="20937"/>
                </a:cubicBezTo>
                <a:cubicBezTo>
                  <a:pt x="10652" y="17492"/>
                  <a:pt x="17460" y="11028"/>
                  <a:pt x="21003" y="2339"/>
                </a:cubicBezTo>
                <a:cubicBezTo>
                  <a:pt x="21362" y="1463"/>
                  <a:pt x="20928" y="472"/>
                  <a:pt x="20036" y="122"/>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5" name="Shape 7685"/>
          <p:cNvSpPr/>
          <p:nvPr/>
        </p:nvSpPr>
        <p:spPr>
          <a:xfrm>
            <a:off x="18518291" y="10596156"/>
            <a:ext cx="145974" cy="147559"/>
          </a:xfrm>
          <a:custGeom>
            <a:avLst/>
            <a:gdLst/>
            <a:ahLst/>
            <a:cxnLst>
              <a:cxn ang="0">
                <a:pos x="wd2" y="hd2"/>
              </a:cxn>
              <a:cxn ang="5400000">
                <a:pos x="wd2" y="hd2"/>
              </a:cxn>
              <a:cxn ang="10800000">
                <a:pos x="wd2" y="hd2"/>
              </a:cxn>
              <a:cxn ang="16200000">
                <a:pos x="wd2" y="hd2"/>
              </a:cxn>
            </a:cxnLst>
            <a:rect l="0" t="0" r="r" b="b"/>
            <a:pathLst>
              <a:path w="21039" h="21045" fill="norm" stroke="1" extrusionOk="0">
                <a:moveTo>
                  <a:pt x="20872" y="1248"/>
                </a:moveTo>
                <a:cubicBezTo>
                  <a:pt x="20412" y="197"/>
                  <a:pt x="19178" y="-281"/>
                  <a:pt x="18113" y="169"/>
                </a:cubicBezTo>
                <a:cubicBezTo>
                  <a:pt x="18076" y="181"/>
                  <a:pt x="18051" y="214"/>
                  <a:pt x="18022" y="226"/>
                </a:cubicBezTo>
                <a:cubicBezTo>
                  <a:pt x="10160" y="3562"/>
                  <a:pt x="3584" y="9820"/>
                  <a:pt x="153" y="18221"/>
                </a:cubicBezTo>
                <a:lnTo>
                  <a:pt x="149" y="18221"/>
                </a:lnTo>
                <a:cubicBezTo>
                  <a:pt x="-277" y="19279"/>
                  <a:pt x="243" y="20474"/>
                  <a:pt x="1321" y="20897"/>
                </a:cubicBezTo>
                <a:cubicBezTo>
                  <a:pt x="2399" y="21319"/>
                  <a:pt x="3621" y="20804"/>
                  <a:pt x="4047" y="19750"/>
                </a:cubicBezTo>
                <a:lnTo>
                  <a:pt x="4052" y="19750"/>
                </a:lnTo>
                <a:cubicBezTo>
                  <a:pt x="7069" y="12357"/>
                  <a:pt x="12857" y="6858"/>
                  <a:pt x="19765" y="3956"/>
                </a:cubicBezTo>
                <a:cubicBezTo>
                  <a:pt x="20831" y="3506"/>
                  <a:pt x="21323" y="2298"/>
                  <a:pt x="20872" y="1248"/>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6" name="Shape 7686"/>
          <p:cNvSpPr/>
          <p:nvPr/>
        </p:nvSpPr>
        <p:spPr>
          <a:xfrm>
            <a:off x="18402465" y="10480324"/>
            <a:ext cx="207852" cy="211021"/>
          </a:xfrm>
          <a:custGeom>
            <a:avLst/>
            <a:gdLst/>
            <a:ahLst/>
            <a:cxnLst>
              <a:cxn ang="0">
                <a:pos x="wd2" y="hd2"/>
              </a:cxn>
              <a:cxn ang="5400000">
                <a:pos x="wd2" y="hd2"/>
              </a:cxn>
              <a:cxn ang="10800000">
                <a:pos x="wd2" y="hd2"/>
              </a:cxn>
              <a:cxn ang="16200000">
                <a:pos x="wd2" y="hd2"/>
              </a:cxn>
            </a:cxnLst>
            <a:rect l="0" t="0" r="r" b="b"/>
            <a:pathLst>
              <a:path w="21199" h="21208" fill="norm" stroke="1" extrusionOk="0">
                <a:moveTo>
                  <a:pt x="21077" y="880"/>
                </a:moveTo>
                <a:cubicBezTo>
                  <a:pt x="20753" y="142"/>
                  <a:pt x="19881" y="-198"/>
                  <a:pt x="19129" y="117"/>
                </a:cubicBezTo>
                <a:cubicBezTo>
                  <a:pt x="19097" y="131"/>
                  <a:pt x="19071" y="162"/>
                  <a:pt x="19039" y="179"/>
                </a:cubicBezTo>
                <a:cubicBezTo>
                  <a:pt x="10706" y="3707"/>
                  <a:pt x="3739" y="10322"/>
                  <a:pt x="106" y="19209"/>
                </a:cubicBezTo>
                <a:cubicBezTo>
                  <a:pt x="-198" y="19958"/>
                  <a:pt x="172" y="20804"/>
                  <a:pt x="934" y="21102"/>
                </a:cubicBezTo>
                <a:cubicBezTo>
                  <a:pt x="1689" y="21402"/>
                  <a:pt x="2552" y="21042"/>
                  <a:pt x="2859" y="20293"/>
                </a:cubicBezTo>
                <a:cubicBezTo>
                  <a:pt x="6206" y="12097"/>
                  <a:pt x="12625" y="6008"/>
                  <a:pt x="20301" y="2787"/>
                </a:cubicBezTo>
                <a:cubicBezTo>
                  <a:pt x="21051" y="2469"/>
                  <a:pt x="21402" y="1618"/>
                  <a:pt x="21077" y="88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7" name="Shape 7687"/>
          <p:cNvSpPr/>
          <p:nvPr/>
        </p:nvSpPr>
        <p:spPr>
          <a:xfrm>
            <a:off x="18461177" y="10537442"/>
            <a:ext cx="176121" cy="180886"/>
          </a:xfrm>
          <a:custGeom>
            <a:avLst/>
            <a:gdLst/>
            <a:ahLst/>
            <a:cxnLst>
              <a:cxn ang="0">
                <a:pos x="wd2" y="hd2"/>
              </a:cxn>
              <a:cxn ang="5400000">
                <a:pos x="wd2" y="hd2"/>
              </a:cxn>
              <a:cxn ang="10800000">
                <a:pos x="wd2" y="hd2"/>
              </a:cxn>
              <a:cxn ang="16200000">
                <a:pos x="wd2" y="hd2"/>
              </a:cxn>
            </a:cxnLst>
            <a:rect l="0" t="0" r="r" b="b"/>
            <a:pathLst>
              <a:path w="21129" h="21141" fill="norm" stroke="1" extrusionOk="0">
                <a:moveTo>
                  <a:pt x="20075" y="3268"/>
                </a:moveTo>
                <a:cubicBezTo>
                  <a:pt x="20953" y="2899"/>
                  <a:pt x="21368" y="1900"/>
                  <a:pt x="20987" y="1031"/>
                </a:cubicBezTo>
                <a:cubicBezTo>
                  <a:pt x="20611" y="169"/>
                  <a:pt x="19589" y="-233"/>
                  <a:pt x="18707" y="139"/>
                </a:cubicBezTo>
                <a:cubicBezTo>
                  <a:pt x="18670" y="153"/>
                  <a:pt x="18649" y="186"/>
                  <a:pt x="18615" y="199"/>
                </a:cubicBezTo>
                <a:cubicBezTo>
                  <a:pt x="10481" y="3648"/>
                  <a:pt x="3673" y="10119"/>
                  <a:pt x="124" y="18803"/>
                </a:cubicBezTo>
                <a:cubicBezTo>
                  <a:pt x="-232" y="19679"/>
                  <a:pt x="205" y="20667"/>
                  <a:pt x="1094" y="21020"/>
                </a:cubicBezTo>
                <a:cubicBezTo>
                  <a:pt x="1983" y="21367"/>
                  <a:pt x="2991" y="20947"/>
                  <a:pt x="3354" y="20072"/>
                </a:cubicBezTo>
                <a:cubicBezTo>
                  <a:pt x="6561" y="12206"/>
                  <a:pt x="12717" y="6361"/>
                  <a:pt x="20075" y="3275"/>
                </a:cubicBezTo>
                <a:cubicBezTo>
                  <a:pt x="20075" y="3275"/>
                  <a:pt x="20075" y="3268"/>
                  <a:pt x="20075" y="3268"/>
                </a:cubicBezTo>
                <a:close/>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8" name="Shape 7688"/>
          <p:cNvSpPr/>
          <p:nvPr/>
        </p:nvSpPr>
        <p:spPr>
          <a:xfrm>
            <a:off x="16864981" y="10856370"/>
            <a:ext cx="115829" cy="1174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8" y="0"/>
                  <a:pt x="0" y="4841"/>
                  <a:pt x="0" y="10800"/>
                </a:cubicBezTo>
                <a:cubicBezTo>
                  <a:pt x="0" y="16759"/>
                  <a:pt x="4838" y="21600"/>
                  <a:pt x="10800" y="21600"/>
                </a:cubicBezTo>
                <a:cubicBezTo>
                  <a:pt x="16761" y="21600"/>
                  <a:pt x="21600" y="16759"/>
                  <a:pt x="21600" y="10800"/>
                </a:cubicBezTo>
                <a:cubicBezTo>
                  <a:pt x="21600" y="4841"/>
                  <a:pt x="16761"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89" name="Shape 7689"/>
          <p:cNvSpPr/>
          <p:nvPr/>
        </p:nvSpPr>
        <p:spPr>
          <a:xfrm>
            <a:off x="16400087" y="10362916"/>
            <a:ext cx="928194" cy="901231"/>
          </a:xfrm>
          <a:custGeom>
            <a:avLst/>
            <a:gdLst/>
            <a:ahLst/>
            <a:cxnLst>
              <a:cxn ang="0">
                <a:pos x="wd2" y="hd2"/>
              </a:cxn>
              <a:cxn ang="5400000">
                <a:pos x="wd2" y="hd2"/>
              </a:cxn>
              <a:cxn ang="10800000">
                <a:pos x="wd2" y="hd2"/>
              </a:cxn>
              <a:cxn ang="16200000">
                <a:pos x="wd2" y="hd2"/>
              </a:cxn>
            </a:cxnLst>
            <a:rect l="0" t="0" r="r" b="b"/>
            <a:pathLst>
              <a:path w="20946" h="21600" fill="norm" stroke="1" extrusionOk="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7018" y="1393"/>
                </a:lnTo>
                <a:cubicBezTo>
                  <a:pt x="17379" y="1393"/>
                  <a:pt x="17673" y="1705"/>
                  <a:pt x="17673" y="2090"/>
                </a:cubicBezTo>
                <a:lnTo>
                  <a:pt x="17673" y="6398"/>
                </a:lnTo>
                <a:cubicBezTo>
                  <a:pt x="17466" y="6321"/>
                  <a:pt x="17249" y="6270"/>
                  <a:pt x="17018" y="6270"/>
                </a:cubicBezTo>
                <a:lnTo>
                  <a:pt x="17018" y="2787"/>
                </a:lnTo>
                <a:cubicBezTo>
                  <a:pt x="17018" y="2401"/>
                  <a:pt x="16724" y="2090"/>
                  <a:pt x="16363" y="2090"/>
                </a:cubicBezTo>
                <a:lnTo>
                  <a:pt x="2617" y="2090"/>
                </a:lnTo>
                <a:cubicBezTo>
                  <a:pt x="2256" y="2090"/>
                  <a:pt x="1963" y="2401"/>
                  <a:pt x="1963" y="2787"/>
                </a:cubicBezTo>
                <a:lnTo>
                  <a:pt x="1963" y="5534"/>
                </a:lnTo>
                <a:cubicBezTo>
                  <a:pt x="1559" y="5094"/>
                  <a:pt x="1309" y="4495"/>
                  <a:pt x="1309" y="3832"/>
                </a:cubicBezTo>
                <a:cubicBezTo>
                  <a:pt x="1309" y="2485"/>
                  <a:pt x="2334" y="1393"/>
                  <a:pt x="3600" y="1393"/>
                </a:cubicBezTo>
                <a:moveTo>
                  <a:pt x="18983" y="8361"/>
                </a:moveTo>
                <a:lnTo>
                  <a:pt x="18982" y="8361"/>
                </a:lnTo>
                <a:lnTo>
                  <a:pt x="18982" y="2090"/>
                </a:lnTo>
                <a:cubicBezTo>
                  <a:pt x="18982" y="935"/>
                  <a:pt x="18102" y="0"/>
                  <a:pt x="17018" y="0"/>
                </a:cubicBez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nvGrpSpPr>
          <p:cNvPr id="7700" name="Group 7700"/>
          <p:cNvGrpSpPr/>
          <p:nvPr/>
        </p:nvGrpSpPr>
        <p:grpSpPr>
          <a:xfrm>
            <a:off x="14543678" y="10334355"/>
            <a:ext cx="928205" cy="929749"/>
            <a:chOff x="0" y="0"/>
            <a:chExt cx="928204" cy="929748"/>
          </a:xfrm>
        </p:grpSpPr>
        <p:sp>
          <p:nvSpPr>
            <p:cNvPr id="7690" name="Shape 7690"/>
            <p:cNvSpPr/>
            <p:nvPr/>
          </p:nvSpPr>
          <p:spPr>
            <a:xfrm>
              <a:off x="0" y="0"/>
              <a:ext cx="928205" cy="929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19800"/>
                  </a:moveTo>
                  <a:cubicBezTo>
                    <a:pt x="20249" y="20049"/>
                    <a:pt x="20048" y="20250"/>
                    <a:pt x="19799" y="20250"/>
                  </a:cubicBezTo>
                  <a:lnTo>
                    <a:pt x="1800" y="20250"/>
                  </a:lnTo>
                  <a:cubicBezTo>
                    <a:pt x="1551" y="20250"/>
                    <a:pt x="1349" y="20049"/>
                    <a:pt x="1349" y="19800"/>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800"/>
                    <a:pt x="20249" y="19800"/>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800"/>
                  </a:lnTo>
                  <a:cubicBezTo>
                    <a:pt x="0" y="20794"/>
                    <a:pt x="805" y="21600"/>
                    <a:pt x="1800" y="21600"/>
                  </a:cubicBezTo>
                  <a:lnTo>
                    <a:pt x="19799" y="21600"/>
                  </a:lnTo>
                  <a:cubicBezTo>
                    <a:pt x="20794" y="21600"/>
                    <a:pt x="21600" y="20794"/>
                    <a:pt x="21600" y="19800"/>
                  </a:cubicBezTo>
                  <a:lnTo>
                    <a:pt x="21600" y="3824"/>
                  </a:lnTo>
                  <a:cubicBezTo>
                    <a:pt x="21600" y="2830"/>
                    <a:pt x="20794" y="2025"/>
                    <a:pt x="19799" y="2025"/>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1" name="Shape 7691"/>
            <p:cNvSpPr/>
            <p:nvPr/>
          </p:nvSpPr>
          <p:spPr>
            <a:xfrm>
              <a:off x="203094" y="349068"/>
              <a:ext cx="115828" cy="872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2" name="Shape 7692"/>
            <p:cNvSpPr/>
            <p:nvPr/>
          </p:nvSpPr>
          <p:spPr>
            <a:xfrm>
              <a:off x="203094" y="493456"/>
              <a:ext cx="115828" cy="87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3" name="Shape 7693"/>
            <p:cNvSpPr/>
            <p:nvPr/>
          </p:nvSpPr>
          <p:spPr>
            <a:xfrm>
              <a:off x="203094" y="639430"/>
              <a:ext cx="115828" cy="856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4" name="Shape 7694"/>
            <p:cNvSpPr/>
            <p:nvPr/>
          </p:nvSpPr>
          <p:spPr>
            <a:xfrm>
              <a:off x="406188" y="639430"/>
              <a:ext cx="115828" cy="856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5" name="Shape 7695"/>
            <p:cNvSpPr/>
            <p:nvPr/>
          </p:nvSpPr>
          <p:spPr>
            <a:xfrm>
              <a:off x="406188" y="493456"/>
              <a:ext cx="115828" cy="87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6" name="Shape 7696"/>
            <p:cNvSpPr/>
            <p:nvPr/>
          </p:nvSpPr>
          <p:spPr>
            <a:xfrm>
              <a:off x="406188" y="349068"/>
              <a:ext cx="115828" cy="872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7" name="Shape 7697"/>
            <p:cNvSpPr/>
            <p:nvPr/>
          </p:nvSpPr>
          <p:spPr>
            <a:xfrm>
              <a:off x="609282" y="639430"/>
              <a:ext cx="115829" cy="856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8" name="Shape 7698"/>
            <p:cNvSpPr/>
            <p:nvPr/>
          </p:nvSpPr>
          <p:spPr>
            <a:xfrm>
              <a:off x="609282" y="493456"/>
              <a:ext cx="115829" cy="87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699" name="Shape 7699"/>
            <p:cNvSpPr/>
            <p:nvPr/>
          </p:nvSpPr>
          <p:spPr>
            <a:xfrm>
              <a:off x="609282" y="349068"/>
              <a:ext cx="115829" cy="872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sp>
        <p:nvSpPr>
          <p:cNvPr id="7701" name="Shape 7701"/>
          <p:cNvSpPr/>
          <p:nvPr/>
        </p:nvSpPr>
        <p:spPr>
          <a:xfrm>
            <a:off x="12685685" y="10334355"/>
            <a:ext cx="929792" cy="929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9450"/>
                </a:moveTo>
                <a:cubicBezTo>
                  <a:pt x="20249" y="9823"/>
                  <a:pt x="19947" y="10124"/>
                  <a:pt x="19575" y="10124"/>
                </a:cubicBezTo>
                <a:lnTo>
                  <a:pt x="18324" y="10124"/>
                </a:lnTo>
                <a:lnTo>
                  <a:pt x="15624" y="5400"/>
                </a:lnTo>
                <a:lnTo>
                  <a:pt x="17549" y="5400"/>
                </a:lnTo>
                <a:cubicBezTo>
                  <a:pt x="17762" y="5400"/>
                  <a:pt x="17962" y="5500"/>
                  <a:pt x="18089" y="5670"/>
                </a:cubicBezTo>
                <a:lnTo>
                  <a:pt x="20114" y="8370"/>
                </a:lnTo>
                <a:cubicBezTo>
                  <a:pt x="20202" y="8486"/>
                  <a:pt x="20249" y="8628"/>
                  <a:pt x="20249" y="8774"/>
                </a:cubicBezTo>
                <a:cubicBezTo>
                  <a:pt x="20249" y="8774"/>
                  <a:pt x="20249" y="9450"/>
                  <a:pt x="20249" y="9450"/>
                </a:cubicBezTo>
                <a:close/>
                <a:moveTo>
                  <a:pt x="18224" y="20250"/>
                </a:moveTo>
                <a:lnTo>
                  <a:pt x="14174" y="20250"/>
                </a:lnTo>
                <a:lnTo>
                  <a:pt x="14174" y="13501"/>
                </a:lnTo>
                <a:cubicBezTo>
                  <a:pt x="14174" y="13127"/>
                  <a:pt x="13872" y="12826"/>
                  <a:pt x="13499" y="12826"/>
                </a:cubicBezTo>
                <a:lnTo>
                  <a:pt x="8437" y="12826"/>
                </a:lnTo>
                <a:cubicBezTo>
                  <a:pt x="8064" y="12826"/>
                  <a:pt x="7762" y="13127"/>
                  <a:pt x="7762" y="13501"/>
                </a:cubicBezTo>
                <a:lnTo>
                  <a:pt x="7762" y="20250"/>
                </a:lnTo>
                <a:lnTo>
                  <a:pt x="3374" y="20250"/>
                </a:lnTo>
                <a:lnTo>
                  <a:pt x="3374" y="11476"/>
                </a:lnTo>
                <a:lnTo>
                  <a:pt x="18224" y="11476"/>
                </a:lnTo>
                <a:cubicBezTo>
                  <a:pt x="18224" y="11476"/>
                  <a:pt x="18224" y="20250"/>
                  <a:pt x="18224" y="20250"/>
                </a:cubicBezTo>
                <a:close/>
                <a:moveTo>
                  <a:pt x="13499" y="20250"/>
                </a:moveTo>
                <a:lnTo>
                  <a:pt x="8437" y="20250"/>
                </a:lnTo>
                <a:lnTo>
                  <a:pt x="8437" y="13501"/>
                </a:lnTo>
                <a:lnTo>
                  <a:pt x="13499" y="13501"/>
                </a:lnTo>
                <a:cubicBezTo>
                  <a:pt x="13499" y="13501"/>
                  <a:pt x="13499" y="20250"/>
                  <a:pt x="13499" y="20250"/>
                </a:cubicBezTo>
                <a:close/>
                <a:moveTo>
                  <a:pt x="1349" y="9450"/>
                </a:moveTo>
                <a:lnTo>
                  <a:pt x="1349" y="8774"/>
                </a:lnTo>
                <a:cubicBezTo>
                  <a:pt x="1349" y="8628"/>
                  <a:pt x="1397" y="8486"/>
                  <a:pt x="1485" y="8370"/>
                </a:cubicBezTo>
                <a:lnTo>
                  <a:pt x="3510" y="5670"/>
                </a:lnTo>
                <a:cubicBezTo>
                  <a:pt x="3637" y="5500"/>
                  <a:pt x="3837" y="5400"/>
                  <a:pt x="4049" y="5400"/>
                </a:cubicBezTo>
                <a:lnTo>
                  <a:pt x="5975" y="5400"/>
                </a:lnTo>
                <a:lnTo>
                  <a:pt x="3275" y="10124"/>
                </a:lnTo>
                <a:lnTo>
                  <a:pt x="2024" y="10124"/>
                </a:lnTo>
                <a:cubicBezTo>
                  <a:pt x="1652" y="10124"/>
                  <a:pt x="1349" y="9823"/>
                  <a:pt x="1349" y="9450"/>
                </a:cubicBezTo>
                <a:moveTo>
                  <a:pt x="13369" y="5400"/>
                </a:moveTo>
                <a:lnTo>
                  <a:pt x="14846" y="5400"/>
                </a:lnTo>
                <a:lnTo>
                  <a:pt x="17546" y="10124"/>
                </a:lnTo>
                <a:lnTo>
                  <a:pt x="14719" y="10124"/>
                </a:lnTo>
                <a:cubicBezTo>
                  <a:pt x="14719" y="10124"/>
                  <a:pt x="13369" y="5400"/>
                  <a:pt x="13369" y="5400"/>
                </a:cubicBezTo>
                <a:close/>
                <a:moveTo>
                  <a:pt x="11137" y="5400"/>
                </a:moveTo>
                <a:lnTo>
                  <a:pt x="12666" y="5400"/>
                </a:lnTo>
                <a:lnTo>
                  <a:pt x="14016" y="10124"/>
                </a:lnTo>
                <a:lnTo>
                  <a:pt x="11137" y="10124"/>
                </a:lnTo>
                <a:cubicBezTo>
                  <a:pt x="11137" y="10124"/>
                  <a:pt x="11137" y="5400"/>
                  <a:pt x="11137" y="5400"/>
                </a:cubicBezTo>
                <a:close/>
                <a:moveTo>
                  <a:pt x="8932" y="5400"/>
                </a:moveTo>
                <a:lnTo>
                  <a:pt x="10462" y="5400"/>
                </a:lnTo>
                <a:lnTo>
                  <a:pt x="10462" y="10124"/>
                </a:lnTo>
                <a:lnTo>
                  <a:pt x="7582" y="10124"/>
                </a:lnTo>
                <a:cubicBezTo>
                  <a:pt x="7582" y="10124"/>
                  <a:pt x="8932" y="5400"/>
                  <a:pt x="8932" y="5400"/>
                </a:cubicBezTo>
                <a:close/>
                <a:moveTo>
                  <a:pt x="6880" y="10124"/>
                </a:moveTo>
                <a:lnTo>
                  <a:pt x="4052" y="10124"/>
                </a:lnTo>
                <a:lnTo>
                  <a:pt x="6752" y="5400"/>
                </a:lnTo>
                <a:lnTo>
                  <a:pt x="8230" y="5400"/>
                </a:lnTo>
                <a:cubicBezTo>
                  <a:pt x="8230" y="5400"/>
                  <a:pt x="6880" y="10124"/>
                  <a:pt x="6880" y="10124"/>
                </a:cubicBezTo>
                <a:close/>
                <a:moveTo>
                  <a:pt x="17549" y="1350"/>
                </a:moveTo>
                <a:lnTo>
                  <a:pt x="17549" y="4050"/>
                </a:lnTo>
                <a:lnTo>
                  <a:pt x="4049" y="4050"/>
                </a:lnTo>
                <a:lnTo>
                  <a:pt x="4049" y="1350"/>
                </a:lnTo>
                <a:cubicBezTo>
                  <a:pt x="4049" y="1350"/>
                  <a:pt x="17549" y="1350"/>
                  <a:pt x="17549" y="1350"/>
                </a:cubicBezTo>
                <a:close/>
                <a:moveTo>
                  <a:pt x="21194" y="7560"/>
                </a:moveTo>
                <a:lnTo>
                  <a:pt x="19170" y="4861"/>
                </a:lnTo>
                <a:cubicBezTo>
                  <a:pt x="19091" y="4755"/>
                  <a:pt x="18997" y="4663"/>
                  <a:pt x="18899" y="4576"/>
                </a:cubicBezTo>
                <a:lnTo>
                  <a:pt x="18899" y="1350"/>
                </a:lnTo>
                <a:cubicBezTo>
                  <a:pt x="18899" y="605"/>
                  <a:pt x="18295" y="0"/>
                  <a:pt x="17549" y="0"/>
                </a:cubicBezTo>
                <a:lnTo>
                  <a:pt x="4049" y="0"/>
                </a:lnTo>
                <a:cubicBezTo>
                  <a:pt x="3304" y="0"/>
                  <a:pt x="2699" y="605"/>
                  <a:pt x="2699" y="1350"/>
                </a:cubicBezTo>
                <a:lnTo>
                  <a:pt x="2699" y="4576"/>
                </a:lnTo>
                <a:cubicBezTo>
                  <a:pt x="2602" y="4663"/>
                  <a:pt x="2508" y="4754"/>
                  <a:pt x="2430" y="4860"/>
                </a:cubicBezTo>
                <a:lnTo>
                  <a:pt x="406" y="7559"/>
                </a:lnTo>
                <a:cubicBezTo>
                  <a:pt x="143" y="7907"/>
                  <a:pt x="0" y="8338"/>
                  <a:pt x="0" y="8774"/>
                </a:cubicBezTo>
                <a:lnTo>
                  <a:pt x="0" y="9450"/>
                </a:lnTo>
                <a:cubicBezTo>
                  <a:pt x="0" y="10566"/>
                  <a:pt x="908" y="11476"/>
                  <a:pt x="2024" y="11476"/>
                </a:cubicBezTo>
                <a:lnTo>
                  <a:pt x="2024" y="20250"/>
                </a:lnTo>
                <a:cubicBezTo>
                  <a:pt x="2024" y="20995"/>
                  <a:pt x="2629" y="21600"/>
                  <a:pt x="3374" y="21600"/>
                </a:cubicBezTo>
                <a:lnTo>
                  <a:pt x="18224" y="21600"/>
                </a:lnTo>
                <a:cubicBezTo>
                  <a:pt x="18970" y="21600"/>
                  <a:pt x="19575" y="20995"/>
                  <a:pt x="19575" y="20250"/>
                </a:cubicBezTo>
                <a:lnTo>
                  <a:pt x="19575" y="11476"/>
                </a:lnTo>
                <a:cubicBezTo>
                  <a:pt x="20691" y="11476"/>
                  <a:pt x="21600" y="10566"/>
                  <a:pt x="21600" y="9450"/>
                </a:cubicBezTo>
                <a:lnTo>
                  <a:pt x="21600" y="8774"/>
                </a:lnTo>
                <a:cubicBezTo>
                  <a:pt x="21600" y="8338"/>
                  <a:pt x="21456" y="7907"/>
                  <a:pt x="21194" y="756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2" name="Shape 7702"/>
          <p:cNvSpPr/>
          <p:nvPr/>
        </p:nvSpPr>
        <p:spPr>
          <a:xfrm>
            <a:off x="21970897" y="8506507"/>
            <a:ext cx="928183" cy="840929"/>
          </a:xfrm>
          <a:custGeom>
            <a:avLst/>
            <a:gdLst/>
            <a:ahLst/>
            <a:cxnLst>
              <a:cxn ang="0">
                <a:pos x="wd2" y="hd2"/>
              </a:cxn>
              <a:cxn ang="5400000">
                <a:pos x="wd2" y="hd2"/>
              </a:cxn>
              <a:cxn ang="10800000">
                <a:pos x="wd2" y="hd2"/>
              </a:cxn>
              <a:cxn ang="16200000">
                <a:pos x="wd2" y="hd2"/>
              </a:cxn>
            </a:cxnLst>
            <a:rect l="0" t="0" r="r" b="b"/>
            <a:pathLst>
              <a:path w="20595" h="20497" fill="norm" stroke="1" extrusionOk="0">
                <a:moveTo>
                  <a:pt x="18899" y="1863"/>
                </a:moveTo>
                <a:cubicBezTo>
                  <a:pt x="16637" y="-621"/>
                  <a:pt x="12969" y="-621"/>
                  <a:pt x="10708" y="1863"/>
                </a:cubicBezTo>
                <a:lnTo>
                  <a:pt x="1317" y="12053"/>
                </a:lnTo>
                <a:cubicBezTo>
                  <a:pt x="-439" y="13982"/>
                  <a:pt x="-439" y="17121"/>
                  <a:pt x="1317" y="19050"/>
                </a:cubicBezTo>
                <a:cubicBezTo>
                  <a:pt x="3073" y="20979"/>
                  <a:pt x="5931" y="20979"/>
                  <a:pt x="7687" y="19050"/>
                </a:cubicBezTo>
                <a:lnTo>
                  <a:pt x="17079" y="8860"/>
                </a:lnTo>
                <a:cubicBezTo>
                  <a:pt x="18336" y="7479"/>
                  <a:pt x="18336" y="5242"/>
                  <a:pt x="17079" y="3862"/>
                </a:cubicBezTo>
                <a:cubicBezTo>
                  <a:pt x="15822" y="2482"/>
                  <a:pt x="13784" y="2482"/>
                  <a:pt x="12528" y="3862"/>
                </a:cubicBezTo>
                <a:lnTo>
                  <a:pt x="5467" y="11614"/>
                </a:lnTo>
                <a:cubicBezTo>
                  <a:pt x="5216" y="11891"/>
                  <a:pt x="5216" y="12337"/>
                  <a:pt x="5467" y="12614"/>
                </a:cubicBezTo>
                <a:cubicBezTo>
                  <a:pt x="5719" y="12890"/>
                  <a:pt x="6126" y="12890"/>
                  <a:pt x="6378" y="12614"/>
                </a:cubicBezTo>
                <a:lnTo>
                  <a:pt x="13438" y="4861"/>
                </a:lnTo>
                <a:cubicBezTo>
                  <a:pt x="14191" y="4035"/>
                  <a:pt x="15415" y="4035"/>
                  <a:pt x="16168" y="4861"/>
                </a:cubicBezTo>
                <a:cubicBezTo>
                  <a:pt x="16921" y="5688"/>
                  <a:pt x="16921" y="7034"/>
                  <a:pt x="16168" y="7860"/>
                </a:cubicBezTo>
                <a:lnTo>
                  <a:pt x="6777" y="18050"/>
                </a:lnTo>
                <a:cubicBezTo>
                  <a:pt x="5520" y="19430"/>
                  <a:pt x="3484" y="19430"/>
                  <a:pt x="2227" y="18050"/>
                </a:cubicBezTo>
                <a:cubicBezTo>
                  <a:pt x="970" y="16670"/>
                  <a:pt x="970" y="14433"/>
                  <a:pt x="2227" y="13053"/>
                </a:cubicBezTo>
                <a:lnTo>
                  <a:pt x="11526" y="2963"/>
                </a:lnTo>
                <a:cubicBezTo>
                  <a:pt x="13286" y="1030"/>
                  <a:pt x="16140" y="1030"/>
                  <a:pt x="17897" y="2963"/>
                </a:cubicBezTo>
                <a:cubicBezTo>
                  <a:pt x="19658" y="4896"/>
                  <a:pt x="19658" y="8027"/>
                  <a:pt x="17898" y="9959"/>
                </a:cubicBezTo>
                <a:lnTo>
                  <a:pt x="10930" y="17611"/>
                </a:lnTo>
                <a:cubicBezTo>
                  <a:pt x="10678" y="17888"/>
                  <a:pt x="10678" y="18334"/>
                  <a:pt x="10930" y="18610"/>
                </a:cubicBezTo>
                <a:cubicBezTo>
                  <a:pt x="11182" y="18887"/>
                  <a:pt x="11589" y="18887"/>
                  <a:pt x="11840" y="18610"/>
                </a:cubicBezTo>
                <a:lnTo>
                  <a:pt x="18899" y="10859"/>
                </a:lnTo>
                <a:cubicBezTo>
                  <a:pt x="21161" y="8375"/>
                  <a:pt x="21161" y="4347"/>
                  <a:pt x="18899" y="1863"/>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3" name="Shape 7703"/>
          <p:cNvSpPr/>
          <p:nvPr/>
        </p:nvSpPr>
        <p:spPr>
          <a:xfrm>
            <a:off x="20258876" y="8476360"/>
            <a:ext cx="639402" cy="929750"/>
          </a:xfrm>
          <a:custGeom>
            <a:avLst/>
            <a:gdLst/>
            <a:ahLst/>
            <a:cxnLst>
              <a:cxn ang="0">
                <a:pos x="wd2" y="hd2"/>
              </a:cxn>
              <a:cxn ang="5400000">
                <a:pos x="wd2" y="hd2"/>
              </a:cxn>
              <a:cxn ang="10800000">
                <a:pos x="wd2" y="hd2"/>
              </a:cxn>
              <a:cxn ang="16200000">
                <a:pos x="wd2" y="hd2"/>
              </a:cxn>
            </a:cxnLst>
            <a:rect l="0" t="0" r="r" b="b"/>
            <a:pathLst>
              <a:path w="20767" h="21600" fill="norm" stroke="1" extrusionOk="0">
                <a:moveTo>
                  <a:pt x="18567" y="16552"/>
                </a:moveTo>
                <a:cubicBezTo>
                  <a:pt x="17961" y="18285"/>
                  <a:pt x="17275" y="20250"/>
                  <a:pt x="9436" y="20250"/>
                </a:cubicBezTo>
                <a:cubicBezTo>
                  <a:pt x="4711" y="20250"/>
                  <a:pt x="1888" y="17810"/>
                  <a:pt x="1888" y="15452"/>
                </a:cubicBezTo>
                <a:cubicBezTo>
                  <a:pt x="1888" y="13646"/>
                  <a:pt x="2349" y="12162"/>
                  <a:pt x="2835" y="10591"/>
                </a:cubicBezTo>
                <a:cubicBezTo>
                  <a:pt x="3454" y="8600"/>
                  <a:pt x="4088" y="6563"/>
                  <a:pt x="3813" y="3868"/>
                </a:cubicBezTo>
                <a:cubicBezTo>
                  <a:pt x="6723" y="6750"/>
                  <a:pt x="7759" y="10567"/>
                  <a:pt x="7759" y="10567"/>
                </a:cubicBezTo>
                <a:cubicBezTo>
                  <a:pt x="7759" y="10567"/>
                  <a:pt x="10468" y="7846"/>
                  <a:pt x="11197" y="6582"/>
                </a:cubicBezTo>
                <a:cubicBezTo>
                  <a:pt x="11756" y="7395"/>
                  <a:pt x="12268" y="10124"/>
                  <a:pt x="12268" y="12826"/>
                </a:cubicBezTo>
                <a:cubicBezTo>
                  <a:pt x="12268" y="12826"/>
                  <a:pt x="14774" y="11348"/>
                  <a:pt x="16654" y="9127"/>
                </a:cubicBezTo>
                <a:cubicBezTo>
                  <a:pt x="18633" y="11667"/>
                  <a:pt x="19347" y="14321"/>
                  <a:pt x="18567" y="16552"/>
                </a:cubicBezTo>
                <a:moveTo>
                  <a:pt x="16042" y="6075"/>
                </a:moveTo>
                <a:cubicBezTo>
                  <a:pt x="15983" y="7879"/>
                  <a:pt x="14089" y="9404"/>
                  <a:pt x="14089" y="9404"/>
                </a:cubicBezTo>
                <a:cubicBezTo>
                  <a:pt x="14089" y="6046"/>
                  <a:pt x="10380" y="3375"/>
                  <a:pt x="10380" y="3375"/>
                </a:cubicBezTo>
                <a:cubicBezTo>
                  <a:pt x="10380" y="3375"/>
                  <a:pt x="10330" y="5373"/>
                  <a:pt x="8452" y="7389"/>
                </a:cubicBezTo>
                <a:cubicBezTo>
                  <a:pt x="6574" y="2686"/>
                  <a:pt x="938" y="0"/>
                  <a:pt x="938" y="0"/>
                </a:cubicBezTo>
                <a:cubicBezTo>
                  <a:pt x="3756" y="7389"/>
                  <a:pt x="0" y="10076"/>
                  <a:pt x="0" y="15452"/>
                </a:cubicBezTo>
                <a:cubicBezTo>
                  <a:pt x="0" y="18605"/>
                  <a:pt x="3730" y="21600"/>
                  <a:pt x="9436" y="21600"/>
                </a:cubicBezTo>
                <a:cubicBezTo>
                  <a:pt x="17889" y="21600"/>
                  <a:pt x="19524" y="19380"/>
                  <a:pt x="20397" y="16879"/>
                </a:cubicBezTo>
                <a:cubicBezTo>
                  <a:pt x="21600" y="13437"/>
                  <a:pt x="19798" y="9432"/>
                  <a:pt x="16042" y="6075"/>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4" name="Shape 7704"/>
          <p:cNvSpPr/>
          <p:nvPr/>
        </p:nvSpPr>
        <p:spPr>
          <a:xfrm>
            <a:off x="20376289" y="8882549"/>
            <a:ext cx="410942" cy="333188"/>
          </a:xfrm>
          <a:custGeom>
            <a:avLst/>
            <a:gdLst/>
            <a:ahLst/>
            <a:cxnLst>
              <a:cxn ang="0">
                <a:pos x="wd2" y="hd2"/>
              </a:cxn>
              <a:cxn ang="5400000">
                <a:pos x="wd2" y="hd2"/>
              </a:cxn>
              <a:cxn ang="10800000">
                <a:pos x="wd2" y="hd2"/>
              </a:cxn>
              <a:cxn ang="16200000">
                <a:pos x="wd2" y="hd2"/>
              </a:cxn>
            </a:cxnLst>
            <a:rect l="0" t="0" r="r" b="b"/>
            <a:pathLst>
              <a:path w="21282" h="21600" fill="norm" stroke="1" extrusionOk="0">
                <a:moveTo>
                  <a:pt x="20698" y="5891"/>
                </a:moveTo>
                <a:lnTo>
                  <a:pt x="19424" y="7749"/>
                </a:lnTo>
                <a:cubicBezTo>
                  <a:pt x="17846" y="10064"/>
                  <a:pt x="16352" y="12260"/>
                  <a:pt x="12365" y="14785"/>
                </a:cubicBezTo>
                <a:cubicBezTo>
                  <a:pt x="11794" y="12632"/>
                  <a:pt x="11275" y="10259"/>
                  <a:pt x="11275" y="6631"/>
                </a:cubicBezTo>
                <a:lnTo>
                  <a:pt x="11275" y="3408"/>
                </a:lnTo>
                <a:lnTo>
                  <a:pt x="9000" y="7893"/>
                </a:lnTo>
                <a:cubicBezTo>
                  <a:pt x="8233" y="9421"/>
                  <a:pt x="7598" y="10690"/>
                  <a:pt x="6649" y="12374"/>
                </a:cubicBezTo>
                <a:cubicBezTo>
                  <a:pt x="5211" y="8296"/>
                  <a:pt x="4195" y="5281"/>
                  <a:pt x="3422" y="2545"/>
                </a:cubicBezTo>
                <a:lnTo>
                  <a:pt x="2705" y="0"/>
                </a:lnTo>
                <a:lnTo>
                  <a:pt x="1926" y="2847"/>
                </a:lnTo>
                <a:cubicBezTo>
                  <a:pt x="936" y="6469"/>
                  <a:pt x="0" y="9891"/>
                  <a:pt x="0" y="18772"/>
                </a:cubicBezTo>
                <a:cubicBezTo>
                  <a:pt x="0" y="19293"/>
                  <a:pt x="333" y="19715"/>
                  <a:pt x="749" y="19715"/>
                </a:cubicBezTo>
                <a:cubicBezTo>
                  <a:pt x="1162" y="19715"/>
                  <a:pt x="1499" y="19293"/>
                  <a:pt x="1499" y="18772"/>
                </a:cubicBezTo>
                <a:cubicBezTo>
                  <a:pt x="1499" y="11965"/>
                  <a:pt x="2037" y="8594"/>
                  <a:pt x="2758" y="5681"/>
                </a:cubicBezTo>
                <a:cubicBezTo>
                  <a:pt x="3537" y="8174"/>
                  <a:pt x="4520" y="11010"/>
                  <a:pt x="5812" y="14639"/>
                </a:cubicBezTo>
                <a:lnTo>
                  <a:pt x="6339" y="16118"/>
                </a:lnTo>
                <a:lnTo>
                  <a:pt x="7100" y="14812"/>
                </a:lnTo>
                <a:cubicBezTo>
                  <a:pt x="8344" y="12682"/>
                  <a:pt x="9085" y="11249"/>
                  <a:pt x="9896" y="9638"/>
                </a:cubicBezTo>
                <a:cubicBezTo>
                  <a:pt x="10133" y="12429"/>
                  <a:pt x="10681" y="14429"/>
                  <a:pt x="11223" y="16409"/>
                </a:cubicBezTo>
                <a:lnTo>
                  <a:pt x="11495" y="17405"/>
                </a:lnTo>
                <a:lnTo>
                  <a:pt x="12253" y="16954"/>
                </a:lnTo>
                <a:cubicBezTo>
                  <a:pt x="16306" y="14532"/>
                  <a:pt x="18203" y="12328"/>
                  <a:pt x="19708" y="10211"/>
                </a:cubicBezTo>
                <a:cubicBezTo>
                  <a:pt x="19942" y="13728"/>
                  <a:pt x="19573" y="17575"/>
                  <a:pt x="18698" y="20306"/>
                </a:cubicBezTo>
                <a:cubicBezTo>
                  <a:pt x="18543" y="20788"/>
                  <a:pt x="18730" y="21337"/>
                  <a:pt x="19114" y="21532"/>
                </a:cubicBezTo>
                <a:cubicBezTo>
                  <a:pt x="19204" y="21578"/>
                  <a:pt x="19301" y="21600"/>
                  <a:pt x="19395" y="21600"/>
                </a:cubicBezTo>
                <a:cubicBezTo>
                  <a:pt x="19690" y="21600"/>
                  <a:pt x="19972" y="21378"/>
                  <a:pt x="20089" y="21009"/>
                </a:cubicBezTo>
                <a:cubicBezTo>
                  <a:pt x="21251" y="17381"/>
                  <a:pt x="21600" y="12214"/>
                  <a:pt x="20976" y="7841"/>
                </a:cubicBezTo>
                <a:cubicBezTo>
                  <a:pt x="20976" y="7841"/>
                  <a:pt x="20698" y="5891"/>
                  <a:pt x="20698" y="5891"/>
                </a:cubicBezTo>
                <a:close/>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5" name="Shape 7705"/>
          <p:cNvSpPr/>
          <p:nvPr/>
        </p:nvSpPr>
        <p:spPr>
          <a:xfrm>
            <a:off x="18258074" y="8535068"/>
            <a:ext cx="928176" cy="812377"/>
          </a:xfrm>
          <a:custGeom>
            <a:avLst/>
            <a:gdLst/>
            <a:ahLst/>
            <a:cxnLst>
              <a:cxn ang="0">
                <a:pos x="wd2" y="hd2"/>
              </a:cxn>
              <a:cxn ang="5400000">
                <a:pos x="wd2" y="hd2"/>
              </a:cxn>
              <a:cxn ang="10800000">
                <a:pos x="wd2" y="hd2"/>
              </a:cxn>
              <a:cxn ang="16200000">
                <a:pos x="wd2" y="hd2"/>
              </a:cxn>
            </a:cxnLst>
            <a:rect l="0" t="0" r="r" b="b"/>
            <a:pathLst>
              <a:path w="21384" h="21600" fill="norm" stroke="1" extrusionOk="0">
                <a:moveTo>
                  <a:pt x="18711" y="9257"/>
                </a:moveTo>
                <a:lnTo>
                  <a:pt x="16707" y="7714"/>
                </a:lnTo>
                <a:lnTo>
                  <a:pt x="16707" y="20057"/>
                </a:lnTo>
                <a:lnTo>
                  <a:pt x="4677" y="20057"/>
                </a:lnTo>
                <a:lnTo>
                  <a:pt x="4677" y="7714"/>
                </a:lnTo>
                <a:lnTo>
                  <a:pt x="2673" y="9257"/>
                </a:lnTo>
                <a:lnTo>
                  <a:pt x="1336" y="4628"/>
                </a:lnTo>
                <a:lnTo>
                  <a:pt x="4677" y="1542"/>
                </a:lnTo>
                <a:lnTo>
                  <a:pt x="7468" y="1542"/>
                </a:lnTo>
                <a:cubicBezTo>
                  <a:pt x="7841" y="2871"/>
                  <a:pt x="9136" y="3857"/>
                  <a:pt x="10692" y="3857"/>
                </a:cubicBezTo>
                <a:cubicBezTo>
                  <a:pt x="12248" y="3857"/>
                  <a:pt x="13543" y="2871"/>
                  <a:pt x="13916" y="1542"/>
                </a:cubicBezTo>
                <a:lnTo>
                  <a:pt x="16707" y="1542"/>
                </a:lnTo>
                <a:lnTo>
                  <a:pt x="20048" y="4628"/>
                </a:lnTo>
                <a:cubicBezTo>
                  <a:pt x="20048" y="4628"/>
                  <a:pt x="18711" y="9257"/>
                  <a:pt x="18711" y="9257"/>
                </a:cubicBezTo>
                <a:close/>
                <a:moveTo>
                  <a:pt x="13201" y="1542"/>
                </a:moveTo>
                <a:cubicBezTo>
                  <a:pt x="12832" y="2438"/>
                  <a:pt x="11853" y="3085"/>
                  <a:pt x="10692" y="3085"/>
                </a:cubicBezTo>
                <a:cubicBezTo>
                  <a:pt x="9531" y="3085"/>
                  <a:pt x="8552" y="2438"/>
                  <a:pt x="8183" y="1542"/>
                </a:cubicBezTo>
                <a:cubicBezTo>
                  <a:pt x="8183" y="1542"/>
                  <a:pt x="13201" y="1542"/>
                  <a:pt x="13201" y="1542"/>
                </a:cubicBezTo>
                <a:close/>
                <a:moveTo>
                  <a:pt x="20883" y="3423"/>
                </a:moveTo>
                <a:lnTo>
                  <a:pt x="17542" y="338"/>
                </a:lnTo>
                <a:cubicBezTo>
                  <a:pt x="17304" y="119"/>
                  <a:pt x="17010" y="0"/>
                  <a:pt x="16707" y="0"/>
                </a:cubicBezTo>
                <a:lnTo>
                  <a:pt x="4677" y="0"/>
                </a:lnTo>
                <a:cubicBezTo>
                  <a:pt x="4374" y="0"/>
                  <a:pt x="4080" y="119"/>
                  <a:pt x="3842" y="338"/>
                </a:cubicBezTo>
                <a:lnTo>
                  <a:pt x="501" y="3423"/>
                </a:lnTo>
                <a:cubicBezTo>
                  <a:pt x="64" y="3827"/>
                  <a:pt x="-108" y="4503"/>
                  <a:pt x="68" y="5116"/>
                </a:cubicBezTo>
                <a:lnTo>
                  <a:pt x="1405" y="9745"/>
                </a:lnTo>
                <a:cubicBezTo>
                  <a:pt x="1537" y="10201"/>
                  <a:pt x="1845" y="10560"/>
                  <a:pt x="2239" y="10716"/>
                </a:cubicBezTo>
                <a:cubicBezTo>
                  <a:pt x="2380" y="10772"/>
                  <a:pt x="2527" y="10800"/>
                  <a:pt x="2673" y="10800"/>
                </a:cubicBezTo>
                <a:cubicBezTo>
                  <a:pt x="2905" y="10800"/>
                  <a:pt x="3136" y="10729"/>
                  <a:pt x="3341" y="10593"/>
                </a:cubicBezTo>
                <a:lnTo>
                  <a:pt x="3341" y="20057"/>
                </a:lnTo>
                <a:cubicBezTo>
                  <a:pt x="3341" y="20908"/>
                  <a:pt x="3940" y="21600"/>
                  <a:pt x="4677" y="21600"/>
                </a:cubicBezTo>
                <a:lnTo>
                  <a:pt x="16707" y="21600"/>
                </a:lnTo>
                <a:cubicBezTo>
                  <a:pt x="17444" y="21600"/>
                  <a:pt x="18043" y="20908"/>
                  <a:pt x="18043" y="20057"/>
                </a:cubicBezTo>
                <a:lnTo>
                  <a:pt x="18043" y="10593"/>
                </a:lnTo>
                <a:cubicBezTo>
                  <a:pt x="18248" y="10729"/>
                  <a:pt x="18479" y="10800"/>
                  <a:pt x="18711" y="10800"/>
                </a:cubicBezTo>
                <a:cubicBezTo>
                  <a:pt x="18857" y="10800"/>
                  <a:pt x="19003" y="10772"/>
                  <a:pt x="19145" y="10716"/>
                </a:cubicBezTo>
                <a:cubicBezTo>
                  <a:pt x="19539" y="10560"/>
                  <a:pt x="19847" y="10201"/>
                  <a:pt x="19979" y="9745"/>
                </a:cubicBezTo>
                <a:lnTo>
                  <a:pt x="21316" y="5116"/>
                </a:lnTo>
                <a:cubicBezTo>
                  <a:pt x="21492" y="4503"/>
                  <a:pt x="21320" y="3827"/>
                  <a:pt x="20883" y="3423"/>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6" name="Shape 7706"/>
          <p:cNvSpPr/>
          <p:nvPr/>
        </p:nvSpPr>
        <p:spPr>
          <a:xfrm>
            <a:off x="16400087" y="8825428"/>
            <a:ext cx="928163" cy="580698"/>
          </a:xfrm>
          <a:custGeom>
            <a:avLst/>
            <a:gdLst/>
            <a:ahLst/>
            <a:cxnLst>
              <a:cxn ang="0">
                <a:pos x="wd2" y="hd2"/>
              </a:cxn>
              <a:cxn ang="5400000">
                <a:pos x="wd2" y="hd2"/>
              </a:cxn>
              <a:cxn ang="10800000">
                <a:pos x="wd2" y="hd2"/>
              </a:cxn>
              <a:cxn ang="16200000">
                <a:pos x="wd2" y="hd2"/>
              </a:cxn>
            </a:cxnLst>
            <a:rect l="0" t="0" r="r" b="b"/>
            <a:pathLst>
              <a:path w="21505" h="21600" fill="norm" stroke="1" extrusionOk="0">
                <a:moveTo>
                  <a:pt x="17473" y="17280"/>
                </a:moveTo>
                <a:lnTo>
                  <a:pt x="17473" y="18900"/>
                </a:lnTo>
                <a:cubicBezTo>
                  <a:pt x="17473" y="19199"/>
                  <a:pt x="17322" y="19440"/>
                  <a:pt x="17137" y="19440"/>
                </a:cubicBezTo>
                <a:lnTo>
                  <a:pt x="4368" y="19440"/>
                </a:lnTo>
                <a:cubicBezTo>
                  <a:pt x="4182" y="19440"/>
                  <a:pt x="4032" y="19199"/>
                  <a:pt x="4032" y="18900"/>
                </a:cubicBezTo>
                <a:lnTo>
                  <a:pt x="4032" y="17280"/>
                </a:lnTo>
                <a:lnTo>
                  <a:pt x="1344" y="12420"/>
                </a:lnTo>
                <a:cubicBezTo>
                  <a:pt x="1344" y="12122"/>
                  <a:pt x="1494" y="11880"/>
                  <a:pt x="1680" y="11880"/>
                </a:cubicBezTo>
                <a:lnTo>
                  <a:pt x="19825" y="11880"/>
                </a:lnTo>
                <a:cubicBezTo>
                  <a:pt x="20010" y="11880"/>
                  <a:pt x="20161" y="12122"/>
                  <a:pt x="20161" y="12420"/>
                </a:cubicBezTo>
                <a:cubicBezTo>
                  <a:pt x="20161" y="12420"/>
                  <a:pt x="17473" y="17280"/>
                  <a:pt x="17473" y="17280"/>
                </a:cubicBezTo>
                <a:close/>
                <a:moveTo>
                  <a:pt x="10752" y="4320"/>
                </a:moveTo>
                <a:cubicBezTo>
                  <a:pt x="8625" y="4320"/>
                  <a:pt x="6826" y="6601"/>
                  <a:pt x="6246" y="9719"/>
                </a:cubicBezTo>
                <a:lnTo>
                  <a:pt x="5552" y="9719"/>
                </a:lnTo>
                <a:cubicBezTo>
                  <a:pt x="6152" y="6000"/>
                  <a:pt x="8252" y="3239"/>
                  <a:pt x="10752" y="3239"/>
                </a:cubicBezTo>
                <a:cubicBezTo>
                  <a:pt x="12935" y="3239"/>
                  <a:pt x="14814" y="5344"/>
                  <a:pt x="15655" y="8353"/>
                </a:cubicBezTo>
                <a:lnTo>
                  <a:pt x="15055" y="8835"/>
                </a:lnTo>
                <a:cubicBezTo>
                  <a:pt x="14324" y="6180"/>
                  <a:pt x="12672" y="4320"/>
                  <a:pt x="10752" y="4320"/>
                </a:cubicBezTo>
                <a:moveTo>
                  <a:pt x="10752" y="8639"/>
                </a:moveTo>
                <a:cubicBezTo>
                  <a:pt x="10158" y="8639"/>
                  <a:pt x="9630" y="9061"/>
                  <a:pt x="9260" y="9719"/>
                </a:cubicBezTo>
                <a:lnTo>
                  <a:pt x="8437" y="9719"/>
                </a:lnTo>
                <a:cubicBezTo>
                  <a:pt x="8904" y="8435"/>
                  <a:pt x="9761" y="7560"/>
                  <a:pt x="10752" y="7560"/>
                </a:cubicBezTo>
                <a:cubicBezTo>
                  <a:pt x="11743" y="7560"/>
                  <a:pt x="12601" y="8435"/>
                  <a:pt x="13067" y="9719"/>
                </a:cubicBezTo>
                <a:lnTo>
                  <a:pt x="12245" y="9719"/>
                </a:lnTo>
                <a:cubicBezTo>
                  <a:pt x="11875" y="9061"/>
                  <a:pt x="11346" y="8639"/>
                  <a:pt x="10752" y="8639"/>
                </a:cubicBezTo>
                <a:moveTo>
                  <a:pt x="13828" y="9719"/>
                </a:moveTo>
                <a:cubicBezTo>
                  <a:pt x="13308" y="7816"/>
                  <a:pt x="12127" y="6479"/>
                  <a:pt x="10752" y="6479"/>
                </a:cubicBezTo>
                <a:cubicBezTo>
                  <a:pt x="9378" y="6479"/>
                  <a:pt x="8197" y="7816"/>
                  <a:pt x="7676" y="9719"/>
                </a:cubicBezTo>
                <a:lnTo>
                  <a:pt x="6955" y="9719"/>
                </a:lnTo>
                <a:cubicBezTo>
                  <a:pt x="7510" y="7207"/>
                  <a:pt x="9001" y="5400"/>
                  <a:pt x="10752" y="5400"/>
                </a:cubicBezTo>
                <a:cubicBezTo>
                  <a:pt x="12410" y="5400"/>
                  <a:pt x="13835" y="7015"/>
                  <a:pt x="14455" y="9317"/>
                </a:cubicBezTo>
                <a:lnTo>
                  <a:pt x="13954" y="9719"/>
                </a:lnTo>
                <a:cubicBezTo>
                  <a:pt x="13954" y="9719"/>
                  <a:pt x="13828" y="9719"/>
                  <a:pt x="13828" y="9719"/>
                </a:cubicBezTo>
                <a:close/>
                <a:moveTo>
                  <a:pt x="10752" y="1080"/>
                </a:moveTo>
                <a:cubicBezTo>
                  <a:pt x="13460" y="1080"/>
                  <a:pt x="15793" y="3672"/>
                  <a:pt x="16857" y="7388"/>
                </a:cubicBezTo>
                <a:lnTo>
                  <a:pt x="16257" y="7869"/>
                </a:lnTo>
                <a:cubicBezTo>
                  <a:pt x="15306" y="4504"/>
                  <a:pt x="13202" y="2160"/>
                  <a:pt x="10752" y="2160"/>
                </a:cubicBezTo>
                <a:cubicBezTo>
                  <a:pt x="7874" y="2160"/>
                  <a:pt x="5470" y="5392"/>
                  <a:pt x="4858" y="9719"/>
                </a:cubicBezTo>
                <a:lnTo>
                  <a:pt x="4167" y="9719"/>
                </a:lnTo>
                <a:cubicBezTo>
                  <a:pt x="4792" y="4796"/>
                  <a:pt x="7507" y="1080"/>
                  <a:pt x="10752" y="1080"/>
                </a:cubicBezTo>
                <a:moveTo>
                  <a:pt x="17337" y="9719"/>
                </a:moveTo>
                <a:lnTo>
                  <a:pt x="16959" y="9719"/>
                </a:lnTo>
                <a:lnTo>
                  <a:pt x="17295" y="9449"/>
                </a:lnTo>
                <a:cubicBezTo>
                  <a:pt x="17308" y="9540"/>
                  <a:pt x="17326" y="9628"/>
                  <a:pt x="17337" y="9719"/>
                </a:cubicBezTo>
                <a:moveTo>
                  <a:pt x="19825" y="9719"/>
                </a:moveTo>
                <a:lnTo>
                  <a:pt x="18017" y="9719"/>
                </a:lnTo>
                <a:cubicBezTo>
                  <a:pt x="17987" y="9461"/>
                  <a:pt x="17949" y="9209"/>
                  <a:pt x="17909" y="8957"/>
                </a:cubicBezTo>
                <a:lnTo>
                  <a:pt x="21133" y="6366"/>
                </a:lnTo>
                <a:cubicBezTo>
                  <a:pt x="21465" y="6099"/>
                  <a:pt x="21600" y="5450"/>
                  <a:pt x="21434" y="4916"/>
                </a:cubicBezTo>
                <a:cubicBezTo>
                  <a:pt x="21268" y="4383"/>
                  <a:pt x="20865" y="4169"/>
                  <a:pt x="20533" y="4433"/>
                </a:cubicBezTo>
                <a:lnTo>
                  <a:pt x="17457" y="6905"/>
                </a:lnTo>
                <a:cubicBezTo>
                  <a:pt x="16283" y="2836"/>
                  <a:pt x="13722" y="0"/>
                  <a:pt x="10752" y="0"/>
                </a:cubicBezTo>
                <a:cubicBezTo>
                  <a:pt x="7135" y="0"/>
                  <a:pt x="4122" y="4198"/>
                  <a:pt x="3488" y="9719"/>
                </a:cubicBezTo>
                <a:lnTo>
                  <a:pt x="1680" y="9719"/>
                </a:lnTo>
                <a:cubicBezTo>
                  <a:pt x="754" y="9719"/>
                  <a:pt x="0" y="10931"/>
                  <a:pt x="0" y="12420"/>
                </a:cubicBezTo>
                <a:cubicBezTo>
                  <a:pt x="0" y="12950"/>
                  <a:pt x="121" y="13460"/>
                  <a:pt x="339" y="13856"/>
                </a:cubicBezTo>
                <a:lnTo>
                  <a:pt x="2688" y="18102"/>
                </a:lnTo>
                <a:lnTo>
                  <a:pt x="2688" y="18900"/>
                </a:lnTo>
                <a:cubicBezTo>
                  <a:pt x="2688" y="20390"/>
                  <a:pt x="3442" y="21600"/>
                  <a:pt x="4368" y="21600"/>
                </a:cubicBezTo>
                <a:lnTo>
                  <a:pt x="17137" y="21600"/>
                </a:lnTo>
                <a:cubicBezTo>
                  <a:pt x="18063" y="21600"/>
                  <a:pt x="18817" y="20390"/>
                  <a:pt x="18817" y="18900"/>
                </a:cubicBezTo>
                <a:lnTo>
                  <a:pt x="18817" y="18102"/>
                </a:lnTo>
                <a:lnTo>
                  <a:pt x="21166" y="13856"/>
                </a:lnTo>
                <a:cubicBezTo>
                  <a:pt x="21384" y="13460"/>
                  <a:pt x="21505" y="12950"/>
                  <a:pt x="21505" y="12420"/>
                </a:cubicBezTo>
                <a:cubicBezTo>
                  <a:pt x="21505" y="10931"/>
                  <a:pt x="20751" y="9719"/>
                  <a:pt x="19825" y="9719"/>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7" name="Shape 7707"/>
          <p:cNvSpPr/>
          <p:nvPr/>
        </p:nvSpPr>
        <p:spPr>
          <a:xfrm>
            <a:off x="16631739" y="8593775"/>
            <a:ext cx="66641" cy="217376"/>
          </a:xfrm>
          <a:custGeom>
            <a:avLst/>
            <a:gdLst/>
            <a:ahLst/>
            <a:cxnLst>
              <a:cxn ang="0">
                <a:pos x="wd2" y="hd2"/>
              </a:cxn>
              <a:cxn ang="5400000">
                <a:pos x="wd2" y="hd2"/>
              </a:cxn>
              <a:cxn ang="10800000">
                <a:pos x="wd2" y="hd2"/>
              </a:cxn>
              <a:cxn ang="16200000">
                <a:pos x="wd2" y="hd2"/>
              </a:cxn>
            </a:cxnLst>
            <a:rect l="0" t="0" r="r" b="b"/>
            <a:pathLst>
              <a:path w="16970" h="21600" fill="norm" stroke="1" extrusionOk="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8" name="Shape 7708"/>
          <p:cNvSpPr/>
          <p:nvPr/>
        </p:nvSpPr>
        <p:spPr>
          <a:xfrm>
            <a:off x="16980806" y="8593775"/>
            <a:ext cx="65054" cy="217376"/>
          </a:xfrm>
          <a:custGeom>
            <a:avLst/>
            <a:gdLst/>
            <a:ahLst/>
            <a:cxnLst>
              <a:cxn ang="0">
                <a:pos x="wd2" y="hd2"/>
              </a:cxn>
              <a:cxn ang="5400000">
                <a:pos x="wd2" y="hd2"/>
              </a:cxn>
              <a:cxn ang="10800000">
                <a:pos x="wd2" y="hd2"/>
              </a:cxn>
              <a:cxn ang="16200000">
                <a:pos x="wd2" y="hd2"/>
              </a:cxn>
            </a:cxnLst>
            <a:rect l="0" t="0" r="r" b="b"/>
            <a:pathLst>
              <a:path w="16970" h="21600" fill="norm" stroke="1" extrusionOk="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09" name="Shape 7709"/>
          <p:cNvSpPr/>
          <p:nvPr/>
        </p:nvSpPr>
        <p:spPr>
          <a:xfrm>
            <a:off x="16834832" y="8476360"/>
            <a:ext cx="66641" cy="218963"/>
          </a:xfrm>
          <a:custGeom>
            <a:avLst/>
            <a:gdLst/>
            <a:ahLst/>
            <a:cxnLst>
              <a:cxn ang="0">
                <a:pos x="wd2" y="hd2"/>
              </a:cxn>
              <a:cxn ang="5400000">
                <a:pos x="wd2" y="hd2"/>
              </a:cxn>
              <a:cxn ang="10800000">
                <a:pos x="wd2" y="hd2"/>
              </a:cxn>
              <a:cxn ang="16200000">
                <a:pos x="wd2" y="hd2"/>
              </a:cxn>
            </a:cxnLst>
            <a:rect l="0" t="0" r="r" b="b"/>
            <a:pathLst>
              <a:path w="16970" h="21600" fill="norm" stroke="1" extrusionOk="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nvGrpSpPr>
          <p:cNvPr id="7716" name="Group 7716"/>
          <p:cNvGrpSpPr/>
          <p:nvPr/>
        </p:nvGrpSpPr>
        <p:grpSpPr>
          <a:xfrm>
            <a:off x="14543656" y="8476360"/>
            <a:ext cx="928228" cy="929754"/>
            <a:chOff x="0" y="0"/>
            <a:chExt cx="928226" cy="929752"/>
          </a:xfrm>
        </p:grpSpPr>
        <p:sp>
          <p:nvSpPr>
            <p:cNvPr id="7710" name="Shape 7710"/>
            <p:cNvSpPr/>
            <p:nvPr/>
          </p:nvSpPr>
          <p:spPr>
            <a:xfrm>
              <a:off x="0" y="87266"/>
              <a:ext cx="845720" cy="842487"/>
            </a:xfrm>
            <a:custGeom>
              <a:avLst/>
              <a:gdLst/>
              <a:ahLst/>
              <a:cxnLst>
                <a:cxn ang="0">
                  <a:pos x="wd2" y="hd2"/>
                </a:cxn>
                <a:cxn ang="5400000">
                  <a:pos x="wd2" y="hd2"/>
                </a:cxn>
                <a:cxn ang="10800000">
                  <a:pos x="wd2" y="hd2"/>
                </a:cxn>
                <a:cxn ang="16200000">
                  <a:pos x="wd2" y="hd2"/>
                </a:cxn>
              </a:cxnLst>
              <a:rect l="0" t="0" r="r" b="b"/>
              <a:pathLst>
                <a:path w="21503" h="21600" fill="norm" stroke="1" extrusionOk="0">
                  <a:moveTo>
                    <a:pt x="19918" y="7880"/>
                  </a:moveTo>
                  <a:lnTo>
                    <a:pt x="18876" y="8932"/>
                  </a:lnTo>
                  <a:cubicBezTo>
                    <a:pt x="18731" y="9079"/>
                    <a:pt x="18498" y="9079"/>
                    <a:pt x="18354" y="8932"/>
                  </a:cubicBezTo>
                  <a:lnTo>
                    <a:pt x="17049" y="7617"/>
                  </a:lnTo>
                  <a:lnTo>
                    <a:pt x="15992" y="10290"/>
                  </a:lnTo>
                  <a:lnTo>
                    <a:pt x="16081" y="10064"/>
                  </a:lnTo>
                  <a:cubicBezTo>
                    <a:pt x="13860" y="7826"/>
                    <a:pt x="11602" y="7544"/>
                    <a:pt x="9566" y="7291"/>
                  </a:cubicBezTo>
                  <a:cubicBezTo>
                    <a:pt x="8911" y="7210"/>
                    <a:pt x="8277" y="7126"/>
                    <a:pt x="7653" y="6990"/>
                  </a:cubicBezTo>
                  <a:lnTo>
                    <a:pt x="13919" y="4456"/>
                  </a:lnTo>
                  <a:lnTo>
                    <a:pt x="12653" y="3179"/>
                  </a:lnTo>
                  <a:cubicBezTo>
                    <a:pt x="12509" y="3033"/>
                    <a:pt x="12509" y="2798"/>
                    <a:pt x="12653" y="2652"/>
                  </a:cubicBezTo>
                  <a:lnTo>
                    <a:pt x="13696" y="1598"/>
                  </a:lnTo>
                  <a:cubicBezTo>
                    <a:pt x="13841" y="1453"/>
                    <a:pt x="14074" y="1453"/>
                    <a:pt x="14218" y="1598"/>
                  </a:cubicBezTo>
                  <a:lnTo>
                    <a:pt x="19918" y="7353"/>
                  </a:lnTo>
                  <a:cubicBezTo>
                    <a:pt x="20063" y="7499"/>
                    <a:pt x="20063" y="7734"/>
                    <a:pt x="19918" y="7880"/>
                  </a:cubicBezTo>
                  <a:moveTo>
                    <a:pt x="12293" y="19640"/>
                  </a:moveTo>
                  <a:cubicBezTo>
                    <a:pt x="12201" y="19873"/>
                    <a:pt x="12000" y="20045"/>
                    <a:pt x="11757" y="20096"/>
                  </a:cubicBezTo>
                  <a:cubicBezTo>
                    <a:pt x="11701" y="20107"/>
                    <a:pt x="11644" y="20112"/>
                    <a:pt x="11588" y="20111"/>
                  </a:cubicBezTo>
                  <a:cubicBezTo>
                    <a:pt x="11401" y="20106"/>
                    <a:pt x="11220" y="20031"/>
                    <a:pt x="11085" y="19893"/>
                  </a:cubicBezTo>
                  <a:lnTo>
                    <a:pt x="1693" y="10517"/>
                  </a:lnTo>
                  <a:cubicBezTo>
                    <a:pt x="1520" y="10343"/>
                    <a:pt x="1444" y="10094"/>
                    <a:pt x="1489" y="9852"/>
                  </a:cubicBezTo>
                  <a:cubicBezTo>
                    <a:pt x="1534" y="9610"/>
                    <a:pt x="1696" y="9407"/>
                    <a:pt x="1918" y="9308"/>
                  </a:cubicBezTo>
                  <a:lnTo>
                    <a:pt x="6506" y="7453"/>
                  </a:lnTo>
                  <a:cubicBezTo>
                    <a:pt x="9598" y="8490"/>
                    <a:pt x="12690" y="7491"/>
                    <a:pt x="15782" y="10822"/>
                  </a:cubicBezTo>
                  <a:cubicBezTo>
                    <a:pt x="15782" y="10822"/>
                    <a:pt x="12293" y="19640"/>
                    <a:pt x="12293" y="19640"/>
                  </a:cubicBezTo>
                  <a:close/>
                  <a:moveTo>
                    <a:pt x="15261" y="545"/>
                  </a:moveTo>
                  <a:cubicBezTo>
                    <a:pt x="14913" y="193"/>
                    <a:pt x="14450" y="0"/>
                    <a:pt x="13957" y="0"/>
                  </a:cubicBezTo>
                  <a:cubicBezTo>
                    <a:pt x="13464" y="0"/>
                    <a:pt x="13001" y="193"/>
                    <a:pt x="12652" y="546"/>
                  </a:cubicBezTo>
                  <a:lnTo>
                    <a:pt x="11611" y="1598"/>
                  </a:lnTo>
                  <a:cubicBezTo>
                    <a:pt x="11262" y="1949"/>
                    <a:pt x="11069" y="2417"/>
                    <a:pt x="11069" y="2915"/>
                  </a:cubicBezTo>
                  <a:cubicBezTo>
                    <a:pt x="11069" y="3265"/>
                    <a:pt x="11165" y="3601"/>
                    <a:pt x="11343" y="3893"/>
                  </a:cubicBezTo>
                  <a:lnTo>
                    <a:pt x="1325" y="7944"/>
                  </a:lnTo>
                  <a:cubicBezTo>
                    <a:pt x="655" y="8241"/>
                    <a:pt x="174" y="8851"/>
                    <a:pt x="39" y="9575"/>
                  </a:cubicBezTo>
                  <a:cubicBezTo>
                    <a:pt x="-97" y="10302"/>
                    <a:pt x="131" y="11049"/>
                    <a:pt x="655" y="11577"/>
                  </a:cubicBezTo>
                  <a:lnTo>
                    <a:pt x="10042" y="20947"/>
                  </a:lnTo>
                  <a:cubicBezTo>
                    <a:pt x="10446" y="21355"/>
                    <a:pt x="10983" y="21587"/>
                    <a:pt x="11550" y="21600"/>
                  </a:cubicBezTo>
                  <a:cubicBezTo>
                    <a:pt x="11563" y="21600"/>
                    <a:pt x="11594" y="21600"/>
                    <a:pt x="11606" y="21600"/>
                  </a:cubicBezTo>
                  <a:cubicBezTo>
                    <a:pt x="11755" y="21600"/>
                    <a:pt x="11907" y="21585"/>
                    <a:pt x="12057" y="21554"/>
                  </a:cubicBezTo>
                  <a:cubicBezTo>
                    <a:pt x="12790" y="21400"/>
                    <a:pt x="13391" y="20889"/>
                    <a:pt x="13663" y="20192"/>
                  </a:cubicBezTo>
                  <a:lnTo>
                    <a:pt x="17605" y="10229"/>
                  </a:lnTo>
                  <a:cubicBezTo>
                    <a:pt x="17903" y="10426"/>
                    <a:pt x="18251" y="10532"/>
                    <a:pt x="18614" y="10532"/>
                  </a:cubicBezTo>
                  <a:cubicBezTo>
                    <a:pt x="19108" y="10532"/>
                    <a:pt x="19571" y="10338"/>
                    <a:pt x="19919" y="9986"/>
                  </a:cubicBezTo>
                  <a:lnTo>
                    <a:pt x="20958" y="8937"/>
                  </a:lnTo>
                  <a:cubicBezTo>
                    <a:pt x="21309" y="8585"/>
                    <a:pt x="21503" y="8116"/>
                    <a:pt x="21503" y="7617"/>
                  </a:cubicBezTo>
                  <a:cubicBezTo>
                    <a:pt x="21503" y="7117"/>
                    <a:pt x="21309" y="6648"/>
                    <a:pt x="20962" y="6300"/>
                  </a:cubicBezTo>
                  <a:cubicBezTo>
                    <a:pt x="20962" y="6300"/>
                    <a:pt x="15261" y="545"/>
                    <a:pt x="15261" y="545"/>
                  </a:cubicBezTo>
                  <a:close/>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1" name="Shape 7711"/>
            <p:cNvSpPr/>
            <p:nvPr/>
          </p:nvSpPr>
          <p:spPr>
            <a:xfrm>
              <a:off x="406210" y="464896"/>
              <a:ext cx="144387" cy="1459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4320"/>
                  </a:moveTo>
                  <a:cubicBezTo>
                    <a:pt x="14381" y="4320"/>
                    <a:pt x="17279" y="7222"/>
                    <a:pt x="17279" y="10800"/>
                  </a:cubicBezTo>
                  <a:cubicBezTo>
                    <a:pt x="17279" y="14378"/>
                    <a:pt x="14381" y="17280"/>
                    <a:pt x="10800" y="17280"/>
                  </a:cubicBezTo>
                  <a:cubicBezTo>
                    <a:pt x="7218" y="17280"/>
                    <a:pt x="4319" y="14378"/>
                    <a:pt x="4319" y="10800"/>
                  </a:cubicBezTo>
                  <a:cubicBezTo>
                    <a:pt x="4319" y="7222"/>
                    <a:pt x="7218" y="4320"/>
                    <a:pt x="10800" y="4320"/>
                  </a:cubicBezTo>
                  <a:moveTo>
                    <a:pt x="10800" y="21600"/>
                  </a:moveTo>
                  <a:cubicBezTo>
                    <a:pt x="16752" y="21600"/>
                    <a:pt x="21600" y="16757"/>
                    <a:pt x="21600" y="10800"/>
                  </a:cubicBezTo>
                  <a:cubicBezTo>
                    <a:pt x="21600" y="4843"/>
                    <a:pt x="16752" y="0"/>
                    <a:pt x="10800" y="0"/>
                  </a:cubicBezTo>
                  <a:cubicBezTo>
                    <a:pt x="4847" y="0"/>
                    <a:pt x="0" y="4843"/>
                    <a:pt x="0" y="10800"/>
                  </a:cubicBezTo>
                  <a:cubicBezTo>
                    <a:pt x="0" y="16757"/>
                    <a:pt x="4847" y="21600"/>
                    <a:pt x="10800" y="2160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2" name="Shape 7712"/>
            <p:cNvSpPr/>
            <p:nvPr/>
          </p:nvSpPr>
          <p:spPr>
            <a:xfrm>
              <a:off x="783839" y="0"/>
              <a:ext cx="144388" cy="1459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7280"/>
                  </a:moveTo>
                  <a:cubicBezTo>
                    <a:pt x="7218" y="17280"/>
                    <a:pt x="4320" y="14378"/>
                    <a:pt x="4320" y="10800"/>
                  </a:cubicBezTo>
                  <a:cubicBezTo>
                    <a:pt x="4320" y="7222"/>
                    <a:pt x="7218" y="4320"/>
                    <a:pt x="10800" y="4320"/>
                  </a:cubicBezTo>
                  <a:cubicBezTo>
                    <a:pt x="14381" y="4320"/>
                    <a:pt x="17280" y="7222"/>
                    <a:pt x="17280" y="10800"/>
                  </a:cubicBezTo>
                  <a:cubicBezTo>
                    <a:pt x="17280" y="14378"/>
                    <a:pt x="14381" y="17280"/>
                    <a:pt x="10800" y="17280"/>
                  </a:cubicBezTo>
                  <a:moveTo>
                    <a:pt x="10800" y="0"/>
                  </a:moveTo>
                  <a:cubicBezTo>
                    <a:pt x="4847" y="0"/>
                    <a:pt x="0" y="4843"/>
                    <a:pt x="0" y="10800"/>
                  </a:cubicBezTo>
                  <a:cubicBezTo>
                    <a:pt x="0" y="16757"/>
                    <a:pt x="4847" y="21600"/>
                    <a:pt x="10800" y="21600"/>
                  </a:cubicBezTo>
                  <a:cubicBezTo>
                    <a:pt x="16752" y="21600"/>
                    <a:pt x="21600" y="16757"/>
                    <a:pt x="21600" y="10800"/>
                  </a:cubicBezTo>
                  <a:cubicBezTo>
                    <a:pt x="21600" y="4843"/>
                    <a:pt x="16752" y="0"/>
                    <a:pt x="10800"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3" name="Shape 7713"/>
            <p:cNvSpPr/>
            <p:nvPr/>
          </p:nvSpPr>
          <p:spPr>
            <a:xfrm>
              <a:off x="231677" y="436334"/>
              <a:ext cx="115829" cy="1158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5400"/>
                  </a:moveTo>
                  <a:cubicBezTo>
                    <a:pt x="13779" y="5400"/>
                    <a:pt x="16199" y="7815"/>
                    <a:pt x="16199" y="10801"/>
                  </a:cubicBezTo>
                  <a:cubicBezTo>
                    <a:pt x="16199" y="13785"/>
                    <a:pt x="13779" y="16201"/>
                    <a:pt x="10800" y="16201"/>
                  </a:cubicBezTo>
                  <a:cubicBezTo>
                    <a:pt x="7820" y="16201"/>
                    <a:pt x="5399" y="13785"/>
                    <a:pt x="5399" y="10801"/>
                  </a:cubicBezTo>
                  <a:cubicBezTo>
                    <a:pt x="5399" y="7815"/>
                    <a:pt x="7820" y="5400"/>
                    <a:pt x="10800" y="5400"/>
                  </a:cubicBezTo>
                  <a:moveTo>
                    <a:pt x="0" y="10801"/>
                  </a:moveTo>
                  <a:cubicBezTo>
                    <a:pt x="0" y="16754"/>
                    <a:pt x="4843" y="21600"/>
                    <a:pt x="10800" y="21600"/>
                  </a:cubicBezTo>
                  <a:cubicBezTo>
                    <a:pt x="16756" y="21600"/>
                    <a:pt x="21600" y="16754"/>
                    <a:pt x="21600" y="10801"/>
                  </a:cubicBezTo>
                  <a:cubicBezTo>
                    <a:pt x="21600" y="4846"/>
                    <a:pt x="16756" y="0"/>
                    <a:pt x="10800" y="0"/>
                  </a:cubicBezTo>
                  <a:cubicBezTo>
                    <a:pt x="4843" y="0"/>
                    <a:pt x="0" y="4846"/>
                    <a:pt x="0" y="10801"/>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4" name="Shape 7714"/>
            <p:cNvSpPr/>
            <p:nvPr/>
          </p:nvSpPr>
          <p:spPr>
            <a:xfrm>
              <a:off x="347503" y="639428"/>
              <a:ext cx="58708" cy="57119"/>
            </a:xfrm>
            <a:prstGeom prst="ellipse">
              <a:avLst/>
            </a:pr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5" name="Shape 7715"/>
            <p:cNvSpPr/>
            <p:nvPr/>
          </p:nvSpPr>
          <p:spPr>
            <a:xfrm>
              <a:off x="812398" y="203094"/>
              <a:ext cx="57121" cy="58705"/>
            </a:xfrm>
            <a:prstGeom prst="ellipse">
              <a:avLst/>
            </a:pr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sp>
        <p:nvSpPr>
          <p:cNvPr id="7717" name="Shape 7717"/>
          <p:cNvSpPr/>
          <p:nvPr/>
        </p:nvSpPr>
        <p:spPr>
          <a:xfrm>
            <a:off x="12685685" y="8535068"/>
            <a:ext cx="929792" cy="6679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8" name="Shape 7718"/>
          <p:cNvSpPr/>
          <p:nvPr/>
        </p:nvSpPr>
        <p:spPr>
          <a:xfrm>
            <a:off x="13528208" y="8825428"/>
            <a:ext cx="57121" cy="3189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963"/>
                </a:moveTo>
                <a:lnTo>
                  <a:pt x="0" y="19637"/>
                </a:lnTo>
                <a:cubicBezTo>
                  <a:pt x="0" y="20722"/>
                  <a:pt x="4841" y="21600"/>
                  <a:pt x="10800" y="21600"/>
                </a:cubicBezTo>
                <a:cubicBezTo>
                  <a:pt x="16758" y="21600"/>
                  <a:pt x="21600" y="20722"/>
                  <a:pt x="21600" y="19637"/>
                </a:cubicBezTo>
                <a:lnTo>
                  <a:pt x="21600" y="1963"/>
                </a:lnTo>
                <a:cubicBezTo>
                  <a:pt x="21600" y="878"/>
                  <a:pt x="16758" y="0"/>
                  <a:pt x="10800" y="0"/>
                </a:cubicBezTo>
                <a:cubicBezTo>
                  <a:pt x="4841" y="0"/>
                  <a:pt x="0" y="878"/>
                  <a:pt x="0" y="1963"/>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19" name="Shape 7719"/>
          <p:cNvSpPr/>
          <p:nvPr/>
        </p:nvSpPr>
        <p:spPr>
          <a:xfrm>
            <a:off x="13498061" y="9172910"/>
            <a:ext cx="117416" cy="174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8" y="0"/>
                  <a:pt x="0" y="10427"/>
                  <a:pt x="0" y="14401"/>
                </a:cubicBezTo>
                <a:cubicBezTo>
                  <a:pt x="0" y="18373"/>
                  <a:pt x="4838" y="21600"/>
                  <a:pt x="10800" y="21600"/>
                </a:cubicBezTo>
                <a:cubicBezTo>
                  <a:pt x="16761" y="21600"/>
                  <a:pt x="21600" y="18373"/>
                  <a:pt x="21600" y="14401"/>
                </a:cubicBezTo>
                <a:cubicBezTo>
                  <a:pt x="21600" y="10427"/>
                  <a:pt x="16761"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0" name="Shape 7720"/>
          <p:cNvSpPr/>
          <p:nvPr/>
        </p:nvSpPr>
        <p:spPr>
          <a:xfrm>
            <a:off x="21970897" y="6619954"/>
            <a:ext cx="928205" cy="9281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74" y="17550"/>
                </a:moveTo>
                <a:cubicBezTo>
                  <a:pt x="15513" y="17550"/>
                  <a:pt x="14343" y="15613"/>
                  <a:pt x="13809" y="12826"/>
                </a:cubicBezTo>
                <a:lnTo>
                  <a:pt x="15524" y="12826"/>
                </a:lnTo>
                <a:cubicBezTo>
                  <a:pt x="17038" y="12826"/>
                  <a:pt x="18224" y="11344"/>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4"/>
                  <a:pt x="18739" y="17550"/>
                  <a:pt x="16874" y="17550"/>
                </a:cubicBezTo>
                <a:moveTo>
                  <a:pt x="8926" y="11483"/>
                </a:moveTo>
                <a:lnTo>
                  <a:pt x="8774" y="11483"/>
                </a:lnTo>
                <a:lnTo>
                  <a:pt x="8774" y="11476"/>
                </a:lnTo>
                <a:cubicBezTo>
                  <a:pt x="8028" y="11476"/>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9"/>
                  <a:pt x="12442" y="12847"/>
                </a:cubicBezTo>
                <a:cubicBezTo>
                  <a:pt x="11393" y="11984"/>
                  <a:pt x="10200" y="11483"/>
                  <a:pt x="8926" y="11483"/>
                </a:cubicBezTo>
                <a:moveTo>
                  <a:pt x="8096" y="20250"/>
                </a:moveTo>
                <a:lnTo>
                  <a:pt x="5396" y="20250"/>
                </a:lnTo>
                <a:lnTo>
                  <a:pt x="5396" y="14176"/>
                </a:lnTo>
                <a:cubicBezTo>
                  <a:pt x="5396" y="13684"/>
                  <a:pt x="5264" y="13224"/>
                  <a:pt x="5033" y="12826"/>
                </a:cubicBezTo>
                <a:lnTo>
                  <a:pt x="5505" y="12826"/>
                </a:lnTo>
                <a:lnTo>
                  <a:pt x="5505" y="12833"/>
                </a:lnTo>
                <a:lnTo>
                  <a:pt x="7535" y="12833"/>
                </a:lnTo>
                <a:cubicBezTo>
                  <a:pt x="7463" y="13043"/>
                  <a:pt x="7421" y="13266"/>
                  <a:pt x="7421" y="13501"/>
                </a:cubicBezTo>
                <a:lnTo>
                  <a:pt x="7421" y="18226"/>
                </a:lnTo>
                <a:cubicBezTo>
                  <a:pt x="7421" y="18875"/>
                  <a:pt x="7784" y="19308"/>
                  <a:pt x="8001" y="19566"/>
                </a:cubicBezTo>
                <a:cubicBezTo>
                  <a:pt x="8031" y="19602"/>
                  <a:pt x="8065" y="19639"/>
                  <a:pt x="8096" y="19678"/>
                </a:cubicBezTo>
                <a:cubicBezTo>
                  <a:pt x="8096" y="19678"/>
                  <a:pt x="8096" y="20250"/>
                  <a:pt x="8096" y="20250"/>
                </a:cubicBezTo>
                <a:close/>
                <a:moveTo>
                  <a:pt x="1349" y="9450"/>
                </a:moveTo>
                <a:cubicBezTo>
                  <a:pt x="1349" y="8332"/>
                  <a:pt x="1953" y="7425"/>
                  <a:pt x="2699" y="7425"/>
                </a:cubicBezTo>
                <a:lnTo>
                  <a:pt x="7434" y="7425"/>
                </a:lnTo>
                <a:cubicBezTo>
                  <a:pt x="7014" y="7916"/>
                  <a:pt x="6749" y="8631"/>
                  <a:pt x="6749" y="9450"/>
                </a:cubicBezTo>
                <a:cubicBezTo>
                  <a:pt x="6749" y="10270"/>
                  <a:pt x="7014" y="10985"/>
                  <a:pt x="7434" y="11476"/>
                </a:cubicBezTo>
                <a:lnTo>
                  <a:pt x="2699" y="11476"/>
                </a:lnTo>
                <a:cubicBezTo>
                  <a:pt x="1953" y="11476"/>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6"/>
                  <a:pt x="15524" y="11476"/>
                </a:cubicBezTo>
                <a:lnTo>
                  <a:pt x="13610" y="11476"/>
                </a:lnTo>
                <a:cubicBezTo>
                  <a:pt x="13540" y="10827"/>
                  <a:pt x="13499" y="10151"/>
                  <a:pt x="13499" y="9450"/>
                </a:cubicBezTo>
                <a:moveTo>
                  <a:pt x="16874" y="0"/>
                </a:moveTo>
                <a:cubicBezTo>
                  <a:pt x="15489" y="0"/>
                  <a:pt x="14400" y="951"/>
                  <a:pt x="13618" y="2420"/>
                </a:cubicBezTo>
                <a:lnTo>
                  <a:pt x="13604" y="2412"/>
                </a:lnTo>
                <a:cubicBezTo>
                  <a:pt x="12469" y="4635"/>
                  <a:pt x="10778" y="6075"/>
                  <a:pt x="8926" y="6075"/>
                </a:cubicBezTo>
                <a:lnTo>
                  <a:pt x="2699" y="6075"/>
                </a:lnTo>
                <a:cubicBezTo>
                  <a:pt x="1185" y="6075"/>
                  <a:pt x="0" y="7558"/>
                  <a:pt x="0" y="9450"/>
                </a:cubicBezTo>
                <a:cubicBezTo>
                  <a:pt x="0" y="11344"/>
                  <a:pt x="1185" y="12826"/>
                  <a:pt x="2699" y="12826"/>
                </a:cubicBezTo>
                <a:cubicBezTo>
                  <a:pt x="3443" y="12828"/>
                  <a:pt x="4046" y="13431"/>
                  <a:pt x="4046" y="14176"/>
                </a:cubicBezTo>
                <a:lnTo>
                  <a:pt x="4046" y="20250"/>
                </a:lnTo>
                <a:cubicBezTo>
                  <a:pt x="4046" y="20997"/>
                  <a:pt x="4651" y="21600"/>
                  <a:pt x="5396" y="21600"/>
                </a:cubicBezTo>
                <a:lnTo>
                  <a:pt x="8096" y="21600"/>
                </a:lnTo>
                <a:cubicBezTo>
                  <a:pt x="8842" y="21600"/>
                  <a:pt x="9446" y="20997"/>
                  <a:pt x="9446" y="20250"/>
                </a:cubicBezTo>
                <a:lnTo>
                  <a:pt x="9446" y="19576"/>
                </a:lnTo>
                <a:cubicBezTo>
                  <a:pt x="9446" y="18901"/>
                  <a:pt x="8771" y="18599"/>
                  <a:pt x="8771" y="18226"/>
                </a:cubicBezTo>
                <a:lnTo>
                  <a:pt x="8771" y="13501"/>
                </a:lnTo>
                <a:cubicBezTo>
                  <a:pt x="8771" y="13485"/>
                  <a:pt x="8781" y="13474"/>
                  <a:pt x="8782" y="13459"/>
                </a:cubicBezTo>
                <a:cubicBezTo>
                  <a:pt x="8789" y="13362"/>
                  <a:pt x="8815" y="13272"/>
                  <a:pt x="8859" y="13192"/>
                </a:cubicBezTo>
                <a:cubicBezTo>
                  <a:pt x="8871" y="13170"/>
                  <a:pt x="8884" y="13152"/>
                  <a:pt x="8898" y="13133"/>
                </a:cubicBezTo>
                <a:cubicBezTo>
                  <a:pt x="8952" y="13052"/>
                  <a:pt x="9020" y="12986"/>
                  <a:pt x="9103" y="12935"/>
                </a:cubicBezTo>
                <a:cubicBezTo>
                  <a:pt x="9107" y="12932"/>
                  <a:pt x="9108" y="12928"/>
                  <a:pt x="9112" y="12926"/>
                </a:cubicBezTo>
                <a:cubicBezTo>
                  <a:pt x="9115" y="12926"/>
                  <a:pt x="9117" y="12923"/>
                  <a:pt x="9120" y="12923"/>
                </a:cubicBezTo>
                <a:cubicBezTo>
                  <a:pt x="9174" y="12893"/>
                  <a:pt x="9238" y="12886"/>
                  <a:pt x="9299" y="12869"/>
                </a:cubicBezTo>
                <a:cubicBezTo>
                  <a:pt x="11003" y="13050"/>
                  <a:pt x="12545" y="14425"/>
                  <a:pt x="13604" y="16496"/>
                </a:cubicBezTo>
                <a:lnTo>
                  <a:pt x="13621" y="16488"/>
                </a:lnTo>
                <a:cubicBezTo>
                  <a:pt x="14404" y="17951"/>
                  <a:pt x="15490" y="18901"/>
                  <a:pt x="16874" y="18901"/>
                </a:cubicBezTo>
                <a:cubicBezTo>
                  <a:pt x="19977" y="18901"/>
                  <a:pt x="21600" y="14146"/>
                  <a:pt x="21600" y="9450"/>
                </a:cubicBezTo>
                <a:cubicBezTo>
                  <a:pt x="21600" y="4754"/>
                  <a:pt x="19977" y="0"/>
                  <a:pt x="16874"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1" name="Shape 7721"/>
          <p:cNvSpPr/>
          <p:nvPr/>
        </p:nvSpPr>
        <p:spPr>
          <a:xfrm>
            <a:off x="20114476" y="6619954"/>
            <a:ext cx="928217" cy="928162"/>
          </a:xfrm>
          <a:custGeom>
            <a:avLst/>
            <a:gdLst/>
            <a:ahLst/>
            <a:cxnLst>
              <a:cxn ang="0">
                <a:pos x="wd2" y="hd2"/>
              </a:cxn>
              <a:cxn ang="5400000">
                <a:pos x="wd2" y="hd2"/>
              </a:cxn>
              <a:cxn ang="10800000">
                <a:pos x="wd2" y="hd2"/>
              </a:cxn>
              <a:cxn ang="16200000">
                <a:pos x="wd2" y="hd2"/>
              </a:cxn>
            </a:cxnLst>
            <a:rect l="0" t="0" r="r" b="b"/>
            <a:pathLst>
              <a:path w="21493" h="21600" fill="norm" stroke="1" extrusionOk="0">
                <a:moveTo>
                  <a:pt x="20123" y="3375"/>
                </a:moveTo>
                <a:lnTo>
                  <a:pt x="8704" y="5400"/>
                </a:lnTo>
                <a:lnTo>
                  <a:pt x="8704" y="3375"/>
                </a:lnTo>
                <a:lnTo>
                  <a:pt x="20123" y="1350"/>
                </a:lnTo>
                <a:lnTo>
                  <a:pt x="20123" y="2700"/>
                </a:lnTo>
                <a:cubicBezTo>
                  <a:pt x="20123" y="2700"/>
                  <a:pt x="20123" y="3375"/>
                  <a:pt x="20123" y="3375"/>
                </a:cubicBezTo>
                <a:close/>
                <a:moveTo>
                  <a:pt x="17901" y="18015"/>
                </a:moveTo>
                <a:cubicBezTo>
                  <a:pt x="16291" y="18554"/>
                  <a:pt x="14628" y="18026"/>
                  <a:pt x="14187" y="16840"/>
                </a:cubicBezTo>
                <a:cubicBezTo>
                  <a:pt x="13745" y="15652"/>
                  <a:pt x="14691" y="14252"/>
                  <a:pt x="16300" y="13713"/>
                </a:cubicBezTo>
                <a:cubicBezTo>
                  <a:pt x="17910" y="13174"/>
                  <a:pt x="19573" y="13700"/>
                  <a:pt x="20014" y="14887"/>
                </a:cubicBezTo>
                <a:cubicBezTo>
                  <a:pt x="20456" y="16075"/>
                  <a:pt x="19510" y="17475"/>
                  <a:pt x="17901" y="18015"/>
                </a:cubicBezTo>
                <a:moveTo>
                  <a:pt x="5163" y="20040"/>
                </a:moveTo>
                <a:cubicBezTo>
                  <a:pt x="3554" y="20579"/>
                  <a:pt x="1890" y="20051"/>
                  <a:pt x="1450" y="18865"/>
                </a:cubicBezTo>
                <a:cubicBezTo>
                  <a:pt x="1008" y="17677"/>
                  <a:pt x="1954" y="16277"/>
                  <a:pt x="3562" y="15738"/>
                </a:cubicBezTo>
                <a:cubicBezTo>
                  <a:pt x="5172" y="15199"/>
                  <a:pt x="6836" y="15725"/>
                  <a:pt x="7277" y="16912"/>
                </a:cubicBezTo>
                <a:cubicBezTo>
                  <a:pt x="7719" y="18100"/>
                  <a:pt x="6773" y="19500"/>
                  <a:pt x="5163" y="20040"/>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14965"/>
                </a:lnTo>
                <a:cubicBezTo>
                  <a:pt x="6706" y="14468"/>
                  <a:pt x="5822" y="14176"/>
                  <a:pt x="4839" y="14176"/>
                </a:cubicBezTo>
                <a:cubicBezTo>
                  <a:pt x="4268" y="14176"/>
                  <a:pt x="3696" y="14270"/>
                  <a:pt x="3139" y="14456"/>
                </a:cubicBezTo>
                <a:cubicBezTo>
                  <a:pt x="1865" y="14883"/>
                  <a:pt x="843" y="15740"/>
                  <a:pt x="336" y="16808"/>
                </a:cubicBezTo>
                <a:cubicBezTo>
                  <a:pt x="-56" y="17634"/>
                  <a:pt x="-107" y="18531"/>
                  <a:pt x="192" y="19337"/>
                </a:cubicBezTo>
                <a:cubicBezTo>
                  <a:pt x="703" y="20712"/>
                  <a:pt x="2155" y="21600"/>
                  <a:pt x="3892" y="21600"/>
                </a:cubicBezTo>
                <a:cubicBezTo>
                  <a:pt x="4462" y="21600"/>
                  <a:pt x="5033" y="21507"/>
                  <a:pt x="5590" y="21320"/>
                </a:cubicBezTo>
                <a:cubicBezTo>
                  <a:pt x="6865" y="20894"/>
                  <a:pt x="7887" y="20037"/>
                  <a:pt x="8394" y="18970"/>
                </a:cubicBezTo>
                <a:cubicBezTo>
                  <a:pt x="8612" y="18510"/>
                  <a:pt x="8714" y="18028"/>
                  <a:pt x="8718" y="17550"/>
                </a:cubicBezTo>
                <a:lnTo>
                  <a:pt x="8730" y="17550"/>
                </a:lnTo>
                <a:lnTo>
                  <a:pt x="8730" y="6750"/>
                </a:lnTo>
                <a:cubicBezTo>
                  <a:pt x="8807" y="6750"/>
                  <a:pt x="8886" y="6743"/>
                  <a:pt x="8964" y="6730"/>
                </a:cubicBezTo>
                <a:lnTo>
                  <a:pt x="20149" y="4746"/>
                </a:lnTo>
                <a:lnTo>
                  <a:pt x="20149" y="12940"/>
                </a:lnTo>
                <a:cubicBezTo>
                  <a:pt x="19468" y="12443"/>
                  <a:pt x="18584" y="12151"/>
                  <a:pt x="17600" y="12151"/>
                </a:cubicBezTo>
                <a:cubicBezTo>
                  <a:pt x="17030" y="12151"/>
                  <a:pt x="16459" y="12245"/>
                  <a:pt x="15902" y="12431"/>
                </a:cubicBezTo>
                <a:cubicBezTo>
                  <a:pt x="14628" y="12858"/>
                  <a:pt x="13606" y="13715"/>
                  <a:pt x="13098" y="14783"/>
                </a:cubicBezTo>
                <a:cubicBezTo>
                  <a:pt x="12706" y="15609"/>
                  <a:pt x="12656" y="16506"/>
                  <a:pt x="12955" y="17312"/>
                </a:cubicBezTo>
                <a:cubicBezTo>
                  <a:pt x="13466" y="18687"/>
                  <a:pt x="14918" y="19576"/>
                  <a:pt x="16653" y="19576"/>
                </a:cubicBezTo>
                <a:cubicBezTo>
                  <a:pt x="17224" y="19576"/>
                  <a:pt x="17796" y="19482"/>
                  <a:pt x="18352" y="19295"/>
                </a:cubicBezTo>
                <a:cubicBezTo>
                  <a:pt x="19627" y="18869"/>
                  <a:pt x="20649" y="18012"/>
                  <a:pt x="21157" y="16945"/>
                </a:cubicBezTo>
                <a:cubicBezTo>
                  <a:pt x="21374" y="16485"/>
                  <a:pt x="21477" y="16003"/>
                  <a:pt x="21480" y="15526"/>
                </a:cubicBezTo>
                <a:lnTo>
                  <a:pt x="21493" y="15526"/>
                </a:lnTo>
                <a:lnTo>
                  <a:pt x="21493" y="1350"/>
                </a:lnTo>
                <a:cubicBezTo>
                  <a:pt x="21493" y="951"/>
                  <a:pt x="21317" y="572"/>
                  <a:pt x="21012" y="316"/>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2" name="Shape 7722"/>
          <p:cNvSpPr/>
          <p:nvPr/>
        </p:nvSpPr>
        <p:spPr>
          <a:xfrm>
            <a:off x="18315202" y="6619954"/>
            <a:ext cx="812341"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425"/>
                </a:moveTo>
                <a:cubicBezTo>
                  <a:pt x="5687" y="7425"/>
                  <a:pt x="1542" y="6064"/>
                  <a:pt x="1542" y="4387"/>
                </a:cubicBezTo>
                <a:cubicBezTo>
                  <a:pt x="1542" y="2709"/>
                  <a:pt x="5687" y="1350"/>
                  <a:pt x="10800" y="1350"/>
                </a:cubicBezTo>
                <a:cubicBezTo>
                  <a:pt x="15913" y="1350"/>
                  <a:pt x="20058" y="2709"/>
                  <a:pt x="20058" y="4387"/>
                </a:cubicBezTo>
                <a:cubicBezTo>
                  <a:pt x="20058" y="6064"/>
                  <a:pt x="15913" y="7425"/>
                  <a:pt x="10800" y="7425"/>
                </a:cubicBezTo>
                <a:moveTo>
                  <a:pt x="20058" y="9112"/>
                </a:moveTo>
                <a:lnTo>
                  <a:pt x="20055" y="9112"/>
                </a:lnTo>
                <a:cubicBezTo>
                  <a:pt x="20055" y="9119"/>
                  <a:pt x="20058" y="9127"/>
                  <a:pt x="20058" y="9133"/>
                </a:cubicBezTo>
                <a:cubicBezTo>
                  <a:pt x="20058" y="10800"/>
                  <a:pt x="15913" y="12151"/>
                  <a:pt x="10800" y="12151"/>
                </a:cubicBezTo>
                <a:cubicBezTo>
                  <a:pt x="5687" y="12151"/>
                  <a:pt x="1542" y="10800"/>
                  <a:pt x="1542" y="9133"/>
                </a:cubicBezTo>
                <a:cubicBezTo>
                  <a:pt x="1542" y="9127"/>
                  <a:pt x="1545" y="9119"/>
                  <a:pt x="1545" y="9112"/>
                </a:cubicBezTo>
                <a:lnTo>
                  <a:pt x="1542" y="9112"/>
                </a:lnTo>
                <a:lnTo>
                  <a:pt x="1542" y="6793"/>
                </a:lnTo>
                <a:cubicBezTo>
                  <a:pt x="3564" y="8140"/>
                  <a:pt x="7271" y="8774"/>
                  <a:pt x="10800" y="8774"/>
                </a:cubicBezTo>
                <a:cubicBezTo>
                  <a:pt x="14329" y="8774"/>
                  <a:pt x="18036" y="8140"/>
                  <a:pt x="20058" y="6793"/>
                </a:cubicBezTo>
                <a:cubicBezTo>
                  <a:pt x="20058" y="6793"/>
                  <a:pt x="20058" y="9112"/>
                  <a:pt x="20058" y="9112"/>
                </a:cubicBezTo>
                <a:close/>
                <a:moveTo>
                  <a:pt x="20058" y="13163"/>
                </a:moveTo>
                <a:lnTo>
                  <a:pt x="20055" y="13163"/>
                </a:lnTo>
                <a:cubicBezTo>
                  <a:pt x="20055" y="13170"/>
                  <a:pt x="20058" y="13178"/>
                  <a:pt x="20058" y="13184"/>
                </a:cubicBezTo>
                <a:cubicBezTo>
                  <a:pt x="20058" y="14851"/>
                  <a:pt x="15913" y="16201"/>
                  <a:pt x="10800" y="16201"/>
                </a:cubicBezTo>
                <a:cubicBezTo>
                  <a:pt x="5687" y="16201"/>
                  <a:pt x="1542" y="14851"/>
                  <a:pt x="1542" y="13184"/>
                </a:cubicBezTo>
                <a:cubicBezTo>
                  <a:pt x="1542" y="13178"/>
                  <a:pt x="1545" y="13170"/>
                  <a:pt x="1545" y="13163"/>
                </a:cubicBezTo>
                <a:lnTo>
                  <a:pt x="1542" y="13163"/>
                </a:lnTo>
                <a:lnTo>
                  <a:pt x="1542" y="10640"/>
                </a:lnTo>
                <a:cubicBezTo>
                  <a:pt x="3136" y="12078"/>
                  <a:pt x="6982" y="12826"/>
                  <a:pt x="10800" y="12826"/>
                </a:cubicBezTo>
                <a:cubicBezTo>
                  <a:pt x="14618" y="12826"/>
                  <a:pt x="18464" y="12078"/>
                  <a:pt x="20058" y="10640"/>
                </a:cubicBezTo>
                <a:cubicBezTo>
                  <a:pt x="20058" y="10640"/>
                  <a:pt x="20058" y="13163"/>
                  <a:pt x="20058" y="13163"/>
                </a:cubicBezTo>
                <a:close/>
                <a:moveTo>
                  <a:pt x="20058" y="17213"/>
                </a:moveTo>
                <a:cubicBezTo>
                  <a:pt x="20058" y="18890"/>
                  <a:pt x="15913" y="20250"/>
                  <a:pt x="10800" y="20250"/>
                </a:cubicBezTo>
                <a:cubicBezTo>
                  <a:pt x="5687" y="20250"/>
                  <a:pt x="1542" y="18890"/>
                  <a:pt x="1542" y="17213"/>
                </a:cubicBezTo>
                <a:lnTo>
                  <a:pt x="1542" y="14691"/>
                </a:lnTo>
                <a:cubicBezTo>
                  <a:pt x="3136" y="16128"/>
                  <a:pt x="6982" y="16876"/>
                  <a:pt x="10800" y="16876"/>
                </a:cubicBezTo>
                <a:cubicBezTo>
                  <a:pt x="14618" y="16876"/>
                  <a:pt x="18464" y="16128"/>
                  <a:pt x="20058" y="14691"/>
                </a:cubicBezTo>
                <a:cubicBezTo>
                  <a:pt x="20058" y="14691"/>
                  <a:pt x="20058" y="17213"/>
                  <a:pt x="20058" y="17213"/>
                </a:cubicBezTo>
                <a:close/>
                <a:moveTo>
                  <a:pt x="10800" y="0"/>
                </a:moveTo>
                <a:cubicBezTo>
                  <a:pt x="5598" y="0"/>
                  <a:pt x="0" y="1372"/>
                  <a:pt x="0" y="4387"/>
                </a:cubicBezTo>
                <a:lnTo>
                  <a:pt x="0" y="17213"/>
                </a:lnTo>
                <a:cubicBezTo>
                  <a:pt x="0" y="20227"/>
                  <a:pt x="5598" y="21600"/>
                  <a:pt x="10800" y="21600"/>
                </a:cubicBezTo>
                <a:cubicBezTo>
                  <a:pt x="16002" y="21600"/>
                  <a:pt x="21600" y="20227"/>
                  <a:pt x="21600" y="17213"/>
                </a:cubicBezTo>
                <a:lnTo>
                  <a:pt x="21600" y="4387"/>
                </a:lnTo>
                <a:cubicBezTo>
                  <a:pt x="21600" y="1372"/>
                  <a:pt x="16002"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3" name="Shape 7723"/>
          <p:cNvSpPr/>
          <p:nvPr/>
        </p:nvSpPr>
        <p:spPr>
          <a:xfrm>
            <a:off x="18953043" y="7345062"/>
            <a:ext cx="58708" cy="57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769" y="21600"/>
                  <a:pt x="21600" y="16770"/>
                  <a:pt x="21600" y="10801"/>
                </a:cubicBezTo>
                <a:cubicBezTo>
                  <a:pt x="21600" y="4830"/>
                  <a:pt x="16769" y="0"/>
                  <a:pt x="10800" y="0"/>
                </a:cubicBezTo>
                <a:cubicBezTo>
                  <a:pt x="4830" y="0"/>
                  <a:pt x="0" y="4830"/>
                  <a:pt x="0" y="10801"/>
                </a:cubicBezTo>
                <a:cubicBezTo>
                  <a:pt x="0" y="16770"/>
                  <a:pt x="4830" y="21600"/>
                  <a:pt x="10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4" name="Shape 7724"/>
          <p:cNvSpPr/>
          <p:nvPr/>
        </p:nvSpPr>
        <p:spPr>
          <a:xfrm>
            <a:off x="18953043" y="7170529"/>
            <a:ext cx="58708" cy="58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769" y="21600"/>
                  <a:pt x="21600" y="16770"/>
                  <a:pt x="21600" y="10800"/>
                </a:cubicBezTo>
                <a:cubicBezTo>
                  <a:pt x="21600" y="4830"/>
                  <a:pt x="16769" y="0"/>
                  <a:pt x="10800" y="0"/>
                </a:cubicBezTo>
                <a:cubicBezTo>
                  <a:pt x="4830" y="0"/>
                  <a:pt x="0" y="4830"/>
                  <a:pt x="0" y="10800"/>
                </a:cubicBezTo>
                <a:cubicBezTo>
                  <a:pt x="0" y="16770"/>
                  <a:pt x="4830" y="21600"/>
                  <a:pt x="10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5" name="Shape 7725"/>
          <p:cNvSpPr/>
          <p:nvPr/>
        </p:nvSpPr>
        <p:spPr>
          <a:xfrm>
            <a:off x="18953043" y="6995994"/>
            <a:ext cx="58708" cy="58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769" y="21600"/>
                  <a:pt x="21600" y="16770"/>
                  <a:pt x="21600" y="10800"/>
                </a:cubicBezTo>
                <a:cubicBezTo>
                  <a:pt x="21600" y="4830"/>
                  <a:pt x="16769" y="0"/>
                  <a:pt x="10800" y="0"/>
                </a:cubicBezTo>
                <a:cubicBezTo>
                  <a:pt x="4830" y="0"/>
                  <a:pt x="0" y="4830"/>
                  <a:pt x="0" y="10800"/>
                </a:cubicBezTo>
                <a:cubicBezTo>
                  <a:pt x="0" y="16770"/>
                  <a:pt x="4830" y="21600"/>
                  <a:pt x="10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nvGrpSpPr>
          <p:cNvPr id="7730" name="Group 7730"/>
          <p:cNvGrpSpPr/>
          <p:nvPr/>
        </p:nvGrpSpPr>
        <p:grpSpPr>
          <a:xfrm>
            <a:off x="16400064" y="6619956"/>
            <a:ext cx="928208" cy="928201"/>
            <a:chOff x="0" y="0"/>
            <a:chExt cx="928207" cy="928200"/>
          </a:xfrm>
        </p:grpSpPr>
        <p:sp>
          <p:nvSpPr>
            <p:cNvPr id="7726" name="Shape 7726"/>
            <p:cNvSpPr/>
            <p:nvPr/>
          </p:nvSpPr>
          <p:spPr>
            <a:xfrm>
              <a:off x="0" y="0"/>
              <a:ext cx="928208" cy="928201"/>
            </a:xfrm>
            <a:custGeom>
              <a:avLst/>
              <a:gdLst/>
              <a:ahLst/>
              <a:cxnLst>
                <a:cxn ang="0">
                  <a:pos x="wd2" y="hd2"/>
                </a:cxn>
                <a:cxn ang="5400000">
                  <a:pos x="wd2" y="hd2"/>
                </a:cxn>
                <a:cxn ang="10800000">
                  <a:pos x="wd2" y="hd2"/>
                </a:cxn>
                <a:cxn ang="16200000">
                  <a:pos x="wd2" y="hd2"/>
                </a:cxn>
              </a:cxnLst>
              <a:rect l="0" t="0" r="r" b="b"/>
              <a:pathLst>
                <a:path w="21427" h="21454" fill="norm" stroke="1" extrusionOk="0">
                  <a:moveTo>
                    <a:pt x="8035" y="20113"/>
                  </a:moveTo>
                  <a:cubicBezTo>
                    <a:pt x="5817" y="17893"/>
                    <a:pt x="3557" y="15629"/>
                    <a:pt x="1339" y="13409"/>
                  </a:cubicBezTo>
                  <a:cubicBezTo>
                    <a:pt x="3242" y="7240"/>
                    <a:pt x="11490" y="7509"/>
                    <a:pt x="13393" y="1341"/>
                  </a:cubicBezTo>
                  <a:cubicBezTo>
                    <a:pt x="15611" y="3560"/>
                    <a:pt x="17871" y="5825"/>
                    <a:pt x="20089" y="8045"/>
                  </a:cubicBezTo>
                  <a:cubicBezTo>
                    <a:pt x="18186" y="14213"/>
                    <a:pt x="9938" y="13945"/>
                    <a:pt x="8035" y="20113"/>
                  </a:cubicBezTo>
                  <a:moveTo>
                    <a:pt x="21036" y="7097"/>
                  </a:moveTo>
                  <a:lnTo>
                    <a:pt x="14340" y="393"/>
                  </a:lnTo>
                  <a:cubicBezTo>
                    <a:pt x="14008" y="60"/>
                    <a:pt x="13527" y="-73"/>
                    <a:pt x="13071" y="39"/>
                  </a:cubicBezTo>
                  <a:cubicBezTo>
                    <a:pt x="12830" y="98"/>
                    <a:pt x="12616" y="222"/>
                    <a:pt x="12446" y="393"/>
                  </a:cubicBezTo>
                  <a:cubicBezTo>
                    <a:pt x="12294" y="545"/>
                    <a:pt x="12179" y="733"/>
                    <a:pt x="12114" y="944"/>
                  </a:cubicBezTo>
                  <a:cubicBezTo>
                    <a:pt x="11810" y="1929"/>
                    <a:pt x="11285" y="2785"/>
                    <a:pt x="10508" y="3562"/>
                  </a:cubicBezTo>
                  <a:cubicBezTo>
                    <a:pt x="9472" y="4598"/>
                    <a:pt x="8122" y="5384"/>
                    <a:pt x="6694" y="6214"/>
                  </a:cubicBezTo>
                  <a:cubicBezTo>
                    <a:pt x="5178" y="7094"/>
                    <a:pt x="3612" y="8006"/>
                    <a:pt x="2329" y="9290"/>
                  </a:cubicBezTo>
                  <a:cubicBezTo>
                    <a:pt x="1238" y="10383"/>
                    <a:pt x="494" y="11601"/>
                    <a:pt x="60" y="13012"/>
                  </a:cubicBezTo>
                  <a:cubicBezTo>
                    <a:pt x="-86" y="13489"/>
                    <a:pt x="41" y="14005"/>
                    <a:pt x="392" y="14357"/>
                  </a:cubicBezTo>
                  <a:lnTo>
                    <a:pt x="7088" y="21061"/>
                  </a:lnTo>
                  <a:cubicBezTo>
                    <a:pt x="7420" y="21394"/>
                    <a:pt x="7901" y="21527"/>
                    <a:pt x="8357" y="21415"/>
                  </a:cubicBezTo>
                  <a:cubicBezTo>
                    <a:pt x="8598" y="21355"/>
                    <a:pt x="8812" y="21232"/>
                    <a:pt x="8982" y="21061"/>
                  </a:cubicBezTo>
                  <a:cubicBezTo>
                    <a:pt x="9134" y="20909"/>
                    <a:pt x="9249" y="20721"/>
                    <a:pt x="9315" y="20509"/>
                  </a:cubicBezTo>
                  <a:cubicBezTo>
                    <a:pt x="9618" y="19524"/>
                    <a:pt x="10143" y="18668"/>
                    <a:pt x="10920" y="17891"/>
                  </a:cubicBezTo>
                  <a:cubicBezTo>
                    <a:pt x="11956" y="16854"/>
                    <a:pt x="13306" y="16070"/>
                    <a:pt x="14735" y="15240"/>
                  </a:cubicBezTo>
                  <a:cubicBezTo>
                    <a:pt x="16250" y="14358"/>
                    <a:pt x="17816" y="13447"/>
                    <a:pt x="19099" y="12163"/>
                  </a:cubicBezTo>
                  <a:cubicBezTo>
                    <a:pt x="20190" y="11071"/>
                    <a:pt x="20934" y="9852"/>
                    <a:pt x="21368" y="8440"/>
                  </a:cubicBezTo>
                  <a:cubicBezTo>
                    <a:pt x="21514" y="7965"/>
                    <a:pt x="21387" y="7448"/>
                    <a:pt x="21036" y="7097"/>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7" name="Shape 7727"/>
            <p:cNvSpPr/>
            <p:nvPr/>
          </p:nvSpPr>
          <p:spPr>
            <a:xfrm>
              <a:off x="349091" y="318915"/>
              <a:ext cx="250688" cy="260212"/>
            </a:xfrm>
            <a:custGeom>
              <a:avLst/>
              <a:gdLst/>
              <a:ahLst/>
              <a:cxnLst>
                <a:cxn ang="0">
                  <a:pos x="wd2" y="hd2"/>
                </a:cxn>
                <a:cxn ang="5400000">
                  <a:pos x="wd2" y="hd2"/>
                </a:cxn>
                <a:cxn ang="10800000">
                  <a:pos x="wd2" y="hd2"/>
                </a:cxn>
                <a:cxn ang="16200000">
                  <a:pos x="wd2" y="hd2"/>
                </a:cxn>
              </a:cxnLst>
              <a:rect l="0" t="0" r="r" b="b"/>
              <a:pathLst>
                <a:path w="21484" h="21516" fill="norm" stroke="1" extrusionOk="0">
                  <a:moveTo>
                    <a:pt x="17512" y="14987"/>
                  </a:moveTo>
                  <a:cubicBezTo>
                    <a:pt x="17288" y="15384"/>
                    <a:pt x="17033" y="15740"/>
                    <a:pt x="16732" y="16049"/>
                  </a:cubicBezTo>
                  <a:cubicBezTo>
                    <a:pt x="15341" y="14692"/>
                    <a:pt x="13948" y="13205"/>
                    <a:pt x="12560" y="11675"/>
                  </a:cubicBezTo>
                  <a:cubicBezTo>
                    <a:pt x="12913" y="11521"/>
                    <a:pt x="13288" y="11362"/>
                    <a:pt x="13690" y="11198"/>
                  </a:cubicBezTo>
                  <a:cubicBezTo>
                    <a:pt x="14093" y="11034"/>
                    <a:pt x="14495" y="10927"/>
                    <a:pt x="14896" y="10861"/>
                  </a:cubicBezTo>
                  <a:cubicBezTo>
                    <a:pt x="15309" y="10801"/>
                    <a:pt x="15716" y="10819"/>
                    <a:pt x="16123" y="10913"/>
                  </a:cubicBezTo>
                  <a:cubicBezTo>
                    <a:pt x="16528" y="11011"/>
                    <a:pt x="16910" y="11222"/>
                    <a:pt x="17263" y="11554"/>
                  </a:cubicBezTo>
                  <a:cubicBezTo>
                    <a:pt x="17613" y="11890"/>
                    <a:pt x="17836" y="12244"/>
                    <a:pt x="17924" y="12620"/>
                  </a:cubicBezTo>
                  <a:cubicBezTo>
                    <a:pt x="18021" y="13004"/>
                    <a:pt x="18026" y="13392"/>
                    <a:pt x="17959" y="13789"/>
                  </a:cubicBezTo>
                  <a:cubicBezTo>
                    <a:pt x="17884" y="14187"/>
                    <a:pt x="17739" y="14585"/>
                    <a:pt x="17512"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9" y="8570"/>
                  </a:moveTo>
                  <a:cubicBezTo>
                    <a:pt x="18869" y="7915"/>
                    <a:pt x="18056" y="7470"/>
                    <a:pt x="17236" y="7250"/>
                  </a:cubicBezTo>
                  <a:cubicBezTo>
                    <a:pt x="16422" y="7031"/>
                    <a:pt x="15604" y="6942"/>
                    <a:pt x="14780" y="6998"/>
                  </a:cubicBezTo>
                  <a:cubicBezTo>
                    <a:pt x="13965" y="7059"/>
                    <a:pt x="13131" y="7236"/>
                    <a:pt x="12297" y="7545"/>
                  </a:cubicBezTo>
                  <a:cubicBezTo>
                    <a:pt x="11463"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9" y="4051"/>
                    <a:pt x="11425" y="3958"/>
                    <a:pt x="11766" y="3682"/>
                  </a:cubicBezTo>
                  <a:cubicBezTo>
                    <a:pt x="12124" y="3382"/>
                    <a:pt x="12322" y="2994"/>
                    <a:pt x="12352" y="2526"/>
                  </a:cubicBezTo>
                  <a:cubicBezTo>
                    <a:pt x="12377" y="2054"/>
                    <a:pt x="12190" y="1596"/>
                    <a:pt x="11783" y="1147"/>
                  </a:cubicBezTo>
                  <a:cubicBezTo>
                    <a:pt x="11259"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5" y="12461"/>
                  </a:cubicBezTo>
                  <a:cubicBezTo>
                    <a:pt x="12533" y="14093"/>
                    <a:pt x="14003" y="15716"/>
                    <a:pt x="15471" y="17223"/>
                  </a:cubicBezTo>
                  <a:cubicBezTo>
                    <a:pt x="14850" y="17728"/>
                    <a:pt x="14306" y="18018"/>
                    <a:pt x="13827" y="18111"/>
                  </a:cubicBezTo>
                  <a:cubicBezTo>
                    <a:pt x="13345" y="18210"/>
                    <a:pt x="12918" y="18200"/>
                    <a:pt x="12531" y="18088"/>
                  </a:cubicBezTo>
                  <a:cubicBezTo>
                    <a:pt x="12143" y="17971"/>
                    <a:pt x="11783" y="17803"/>
                    <a:pt x="11456" y="17587"/>
                  </a:cubicBezTo>
                  <a:cubicBezTo>
                    <a:pt x="11126" y="17368"/>
                    <a:pt x="10800"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6" y="21451"/>
                    <a:pt x="12280" y="21502"/>
                  </a:cubicBezTo>
                  <a:cubicBezTo>
                    <a:pt x="13104" y="21559"/>
                    <a:pt x="13971" y="21437"/>
                    <a:pt x="14887" y="21109"/>
                  </a:cubicBezTo>
                  <a:cubicBezTo>
                    <a:pt x="15808" y="20787"/>
                    <a:pt x="16722" y="20202"/>
                    <a:pt x="17618" y="19332"/>
                  </a:cubicBezTo>
                  <a:cubicBezTo>
                    <a:pt x="18052" y="19739"/>
                    <a:pt x="18490" y="20127"/>
                    <a:pt x="18922" y="20501"/>
                  </a:cubicBezTo>
                  <a:cubicBezTo>
                    <a:pt x="19108" y="20656"/>
                    <a:pt x="19329" y="20731"/>
                    <a:pt x="19602" y="20712"/>
                  </a:cubicBezTo>
                  <a:cubicBezTo>
                    <a:pt x="19862" y="20703"/>
                    <a:pt x="20091" y="20586"/>
                    <a:pt x="20270" y="20375"/>
                  </a:cubicBezTo>
                  <a:cubicBezTo>
                    <a:pt x="20456" y="20160"/>
                    <a:pt x="20533" y="19921"/>
                    <a:pt x="20504" y="19674"/>
                  </a:cubicBezTo>
                  <a:cubicBezTo>
                    <a:pt x="20478" y="19421"/>
                    <a:pt x="20372" y="19229"/>
                    <a:pt x="20193" y="19089"/>
                  </a:cubicBezTo>
                  <a:cubicBezTo>
                    <a:pt x="19756" y="18752"/>
                    <a:pt x="19322" y="18397"/>
                    <a:pt x="18885" y="18022"/>
                  </a:cubicBezTo>
                  <a:cubicBezTo>
                    <a:pt x="19627" y="17143"/>
                    <a:pt x="20222" y="16217"/>
                    <a:pt x="20665" y="15300"/>
                  </a:cubicBezTo>
                  <a:cubicBezTo>
                    <a:pt x="21104" y="14379"/>
                    <a:pt x="21368" y="13490"/>
                    <a:pt x="21454" y="12667"/>
                  </a:cubicBezTo>
                  <a:cubicBezTo>
                    <a:pt x="21541" y="11839"/>
                    <a:pt x="21440" y="11091"/>
                    <a:pt x="21160" y="10412"/>
                  </a:cubicBezTo>
                  <a:cubicBezTo>
                    <a:pt x="20881" y="9725"/>
                    <a:pt x="20387" y="9135"/>
                    <a:pt x="19679" y="857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8" name="Shape 7728"/>
            <p:cNvSpPr/>
            <p:nvPr/>
          </p:nvSpPr>
          <p:spPr>
            <a:xfrm>
              <a:off x="318939" y="637836"/>
              <a:ext cx="141215" cy="147563"/>
            </a:xfrm>
            <a:custGeom>
              <a:avLst/>
              <a:gdLst/>
              <a:ahLst/>
              <a:cxnLst>
                <a:cxn ang="0">
                  <a:pos x="wd2" y="hd2"/>
                </a:cxn>
                <a:cxn ang="5400000">
                  <a:pos x="wd2" y="hd2"/>
                </a:cxn>
                <a:cxn ang="10800000">
                  <a:pos x="wd2" y="hd2"/>
                </a:cxn>
                <a:cxn ang="16200000">
                  <a:pos x="wd2" y="hd2"/>
                </a:cxn>
              </a:cxnLst>
              <a:rect l="0" t="0" r="r" b="b"/>
              <a:pathLst>
                <a:path w="21189" h="21203" fill="norm" stroke="1" extrusionOk="0">
                  <a:moveTo>
                    <a:pt x="17617" y="468"/>
                  </a:moveTo>
                  <a:lnTo>
                    <a:pt x="17608" y="468"/>
                  </a:lnTo>
                  <a:cubicBezTo>
                    <a:pt x="14872" y="2476"/>
                    <a:pt x="12202" y="4590"/>
                    <a:pt x="9728" y="6958"/>
                  </a:cubicBezTo>
                  <a:cubicBezTo>
                    <a:pt x="7349" y="9227"/>
                    <a:pt x="5201" y="11619"/>
                    <a:pt x="3330" y="14060"/>
                  </a:cubicBezTo>
                  <a:lnTo>
                    <a:pt x="342" y="17962"/>
                  </a:lnTo>
                  <a:lnTo>
                    <a:pt x="351" y="17970"/>
                  </a:lnTo>
                  <a:cubicBezTo>
                    <a:pt x="-196" y="18786"/>
                    <a:pt x="-105" y="19880"/>
                    <a:pt x="639" y="20590"/>
                  </a:cubicBezTo>
                  <a:cubicBezTo>
                    <a:pt x="1492" y="21407"/>
                    <a:pt x="2890" y="21407"/>
                    <a:pt x="3747" y="20590"/>
                  </a:cubicBezTo>
                  <a:cubicBezTo>
                    <a:pt x="3878" y="20460"/>
                    <a:pt x="3985" y="20321"/>
                    <a:pt x="4070" y="20174"/>
                  </a:cubicBezTo>
                  <a:lnTo>
                    <a:pt x="6868" y="16517"/>
                  </a:lnTo>
                  <a:cubicBezTo>
                    <a:pt x="8602" y="14255"/>
                    <a:pt x="10607" y="12027"/>
                    <a:pt x="12826" y="9913"/>
                  </a:cubicBezTo>
                  <a:cubicBezTo>
                    <a:pt x="15283" y="7570"/>
                    <a:pt x="17559" y="5758"/>
                    <a:pt x="20331" y="3749"/>
                  </a:cubicBezTo>
                  <a:lnTo>
                    <a:pt x="20323" y="3741"/>
                  </a:lnTo>
                  <a:cubicBezTo>
                    <a:pt x="20402" y="3684"/>
                    <a:pt x="20475" y="3635"/>
                    <a:pt x="20545" y="3570"/>
                  </a:cubicBezTo>
                  <a:cubicBezTo>
                    <a:pt x="21404" y="2753"/>
                    <a:pt x="21404" y="1427"/>
                    <a:pt x="20545" y="606"/>
                  </a:cubicBezTo>
                  <a:cubicBezTo>
                    <a:pt x="19744" y="-161"/>
                    <a:pt x="18474" y="-193"/>
                    <a:pt x="17617" y="468"/>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29" name="Shape 7729"/>
            <p:cNvSpPr/>
            <p:nvPr/>
          </p:nvSpPr>
          <p:spPr>
            <a:xfrm>
              <a:off x="464913" y="144382"/>
              <a:ext cx="142801" cy="149144"/>
            </a:xfrm>
            <a:custGeom>
              <a:avLst/>
              <a:gdLst/>
              <a:ahLst/>
              <a:cxnLst>
                <a:cxn ang="0">
                  <a:pos x="wd2" y="hd2"/>
                </a:cxn>
                <a:cxn ang="5400000">
                  <a:pos x="wd2" y="hd2"/>
                </a:cxn>
                <a:cxn ang="10800000">
                  <a:pos x="wd2" y="hd2"/>
                </a:cxn>
                <a:cxn ang="16200000">
                  <a:pos x="wd2" y="hd2"/>
                </a:cxn>
              </a:cxnLst>
              <a:rect l="0" t="0" r="r" b="b"/>
              <a:pathLst>
                <a:path w="21181" h="21195" fill="norm" stroke="1" extrusionOk="0">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20" y="14263"/>
                  </a:cubicBezTo>
                  <a:cubicBezTo>
                    <a:pt x="13760" y="12030"/>
                    <a:pt x="15874" y="9685"/>
                    <a:pt x="17716" y="7283"/>
                  </a:cubicBezTo>
                  <a:lnTo>
                    <a:pt x="20664" y="3427"/>
                  </a:lnTo>
                  <a:lnTo>
                    <a:pt x="20655" y="3419"/>
                  </a:lnTo>
                  <a:cubicBezTo>
                    <a:pt x="21387" y="2600"/>
                    <a:pt x="21358" y="1379"/>
                    <a:pt x="20542" y="608"/>
                  </a:cubicBezTo>
                  <a:cubicBezTo>
                    <a:pt x="19698" y="-203"/>
                    <a:pt x="18324" y="-203"/>
                    <a:pt x="17469" y="608"/>
                  </a:cubicBezTo>
                  <a:cubicBezTo>
                    <a:pt x="17314" y="760"/>
                    <a:pt x="17198" y="937"/>
                    <a:pt x="17095" y="1114"/>
                  </a:cubicBezTo>
                  <a:lnTo>
                    <a:pt x="14229" y="4857"/>
                  </a:lnTo>
                  <a:cubicBezTo>
                    <a:pt x="12527" y="7090"/>
                    <a:pt x="10552" y="9275"/>
                    <a:pt x="8372" y="11356"/>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sp>
        <p:nvSpPr>
          <p:cNvPr id="7731" name="Shape 7731"/>
          <p:cNvSpPr/>
          <p:nvPr/>
        </p:nvSpPr>
        <p:spPr>
          <a:xfrm>
            <a:off x="14543678" y="6619954"/>
            <a:ext cx="290361"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6"/>
                </a:moveTo>
                <a:cubicBezTo>
                  <a:pt x="12960" y="19949"/>
                  <a:pt x="11992" y="20250"/>
                  <a:pt x="10800" y="20250"/>
                </a:cubicBezTo>
                <a:cubicBezTo>
                  <a:pt x="9606" y="20250"/>
                  <a:pt x="8640" y="19949"/>
                  <a:pt x="8640" y="19576"/>
                </a:cubicBezTo>
                <a:lnTo>
                  <a:pt x="8640" y="10056"/>
                </a:lnTo>
                <a:cubicBezTo>
                  <a:pt x="9338" y="10101"/>
                  <a:pt x="10059" y="10124"/>
                  <a:pt x="10800" y="10124"/>
                </a:cubicBezTo>
                <a:cubicBezTo>
                  <a:pt x="11541" y="10124"/>
                  <a:pt x="12262" y="10101"/>
                  <a:pt x="12960" y="10056"/>
                </a:cubicBezTo>
                <a:cubicBezTo>
                  <a:pt x="12960" y="10056"/>
                  <a:pt x="12960" y="19576"/>
                  <a:pt x="12960" y="19576"/>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6"/>
                </a:lnTo>
                <a:cubicBezTo>
                  <a:pt x="4320" y="20692"/>
                  <a:pt x="7225" y="21600"/>
                  <a:pt x="10800" y="21600"/>
                </a:cubicBezTo>
                <a:cubicBezTo>
                  <a:pt x="14373" y="21600"/>
                  <a:pt x="17280" y="20692"/>
                  <a:pt x="17280" y="19576"/>
                </a:cubicBezTo>
                <a:lnTo>
                  <a:pt x="17280" y="9434"/>
                </a:lnTo>
                <a:cubicBezTo>
                  <a:pt x="19889" y="8818"/>
                  <a:pt x="21600" y="7850"/>
                  <a:pt x="21600" y="6750"/>
                </a:cubicBezTo>
                <a:cubicBezTo>
                  <a:pt x="21600" y="5649"/>
                  <a:pt x="19889" y="4681"/>
                  <a:pt x="17280" y="406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2" name="Shape 7732"/>
          <p:cNvSpPr/>
          <p:nvPr/>
        </p:nvSpPr>
        <p:spPr>
          <a:xfrm>
            <a:off x="15181522" y="6619954"/>
            <a:ext cx="290362"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6"/>
                </a:moveTo>
                <a:cubicBezTo>
                  <a:pt x="12960" y="19949"/>
                  <a:pt x="11992" y="20250"/>
                  <a:pt x="10800" y="20250"/>
                </a:cubicBezTo>
                <a:cubicBezTo>
                  <a:pt x="9606" y="20250"/>
                  <a:pt x="8640" y="19949"/>
                  <a:pt x="8640" y="19576"/>
                </a:cubicBezTo>
                <a:lnTo>
                  <a:pt x="8640" y="10056"/>
                </a:lnTo>
                <a:cubicBezTo>
                  <a:pt x="9338" y="10101"/>
                  <a:pt x="10059" y="10124"/>
                  <a:pt x="10800" y="10124"/>
                </a:cubicBezTo>
                <a:cubicBezTo>
                  <a:pt x="11541" y="10124"/>
                  <a:pt x="12262" y="10101"/>
                  <a:pt x="12960" y="10056"/>
                </a:cubicBezTo>
                <a:cubicBezTo>
                  <a:pt x="12960" y="10056"/>
                  <a:pt x="12960" y="19576"/>
                  <a:pt x="12960" y="19576"/>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6"/>
                </a:lnTo>
                <a:cubicBezTo>
                  <a:pt x="4320" y="20692"/>
                  <a:pt x="7225" y="21600"/>
                  <a:pt x="10800" y="21600"/>
                </a:cubicBezTo>
                <a:cubicBezTo>
                  <a:pt x="14373" y="21600"/>
                  <a:pt x="17280" y="20692"/>
                  <a:pt x="17280" y="19576"/>
                </a:cubicBezTo>
                <a:lnTo>
                  <a:pt x="17280" y="9434"/>
                </a:lnTo>
                <a:cubicBezTo>
                  <a:pt x="19889" y="8818"/>
                  <a:pt x="21600" y="7850"/>
                  <a:pt x="21600" y="6750"/>
                </a:cubicBezTo>
                <a:cubicBezTo>
                  <a:pt x="21600" y="5649"/>
                  <a:pt x="19889" y="4681"/>
                  <a:pt x="17280" y="406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3" name="Shape 7733"/>
          <p:cNvSpPr/>
          <p:nvPr/>
        </p:nvSpPr>
        <p:spPr>
          <a:xfrm>
            <a:off x="14862599" y="6619954"/>
            <a:ext cx="290364"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88" y="15417"/>
                </a:moveTo>
                <a:cubicBezTo>
                  <a:pt x="16954" y="15453"/>
                  <a:pt x="16923" y="15488"/>
                  <a:pt x="16883" y="15524"/>
                </a:cubicBezTo>
                <a:cubicBezTo>
                  <a:pt x="16677" y="15702"/>
                  <a:pt x="16414" y="15871"/>
                  <a:pt x="16066" y="16021"/>
                </a:cubicBezTo>
                <a:cubicBezTo>
                  <a:pt x="16057" y="16025"/>
                  <a:pt x="16044" y="16028"/>
                  <a:pt x="16038" y="16032"/>
                </a:cubicBezTo>
                <a:cubicBezTo>
                  <a:pt x="15662" y="16193"/>
                  <a:pt x="15214" y="16335"/>
                  <a:pt x="14705" y="16455"/>
                </a:cubicBezTo>
                <a:cubicBezTo>
                  <a:pt x="14697" y="16458"/>
                  <a:pt x="14692" y="16459"/>
                  <a:pt x="14686" y="16460"/>
                </a:cubicBezTo>
                <a:cubicBezTo>
                  <a:pt x="14163" y="16583"/>
                  <a:pt x="13584" y="16682"/>
                  <a:pt x="12960" y="16750"/>
                </a:cubicBezTo>
                <a:cubicBezTo>
                  <a:pt x="12279" y="16827"/>
                  <a:pt x="11560" y="16876"/>
                  <a:pt x="10800" y="16876"/>
                </a:cubicBezTo>
                <a:cubicBezTo>
                  <a:pt x="10037" y="16876"/>
                  <a:pt x="9318" y="16827"/>
                  <a:pt x="8640" y="16750"/>
                </a:cubicBezTo>
                <a:cubicBezTo>
                  <a:pt x="8016" y="16682"/>
                  <a:pt x="7435" y="16583"/>
                  <a:pt x="6914" y="16460"/>
                </a:cubicBezTo>
                <a:cubicBezTo>
                  <a:pt x="6908" y="16459"/>
                  <a:pt x="6901" y="16458"/>
                  <a:pt x="6893" y="16455"/>
                </a:cubicBezTo>
                <a:cubicBezTo>
                  <a:pt x="6385" y="16335"/>
                  <a:pt x="5937" y="16193"/>
                  <a:pt x="5562" y="16032"/>
                </a:cubicBezTo>
                <a:cubicBezTo>
                  <a:pt x="5553" y="16028"/>
                  <a:pt x="5541" y="16025"/>
                  <a:pt x="5531" y="16021"/>
                </a:cubicBezTo>
                <a:cubicBezTo>
                  <a:pt x="5184" y="15871"/>
                  <a:pt x="4921" y="15702"/>
                  <a:pt x="4715" y="15524"/>
                </a:cubicBezTo>
                <a:cubicBezTo>
                  <a:pt x="4676" y="15488"/>
                  <a:pt x="4644" y="15453"/>
                  <a:pt x="4612" y="15417"/>
                </a:cubicBezTo>
                <a:cubicBezTo>
                  <a:pt x="4437" y="15237"/>
                  <a:pt x="4320" y="15048"/>
                  <a:pt x="4320" y="14851"/>
                </a:cubicBezTo>
                <a:cubicBezTo>
                  <a:pt x="4320" y="14651"/>
                  <a:pt x="4437" y="14463"/>
                  <a:pt x="4612" y="14282"/>
                </a:cubicBezTo>
                <a:cubicBezTo>
                  <a:pt x="4644" y="14247"/>
                  <a:pt x="4676" y="14211"/>
                  <a:pt x="4715" y="14177"/>
                </a:cubicBezTo>
                <a:cubicBezTo>
                  <a:pt x="4921" y="13999"/>
                  <a:pt x="5184" y="13830"/>
                  <a:pt x="5531" y="13678"/>
                </a:cubicBezTo>
                <a:cubicBezTo>
                  <a:pt x="5541" y="13675"/>
                  <a:pt x="5553" y="13672"/>
                  <a:pt x="5562" y="13668"/>
                </a:cubicBezTo>
                <a:cubicBezTo>
                  <a:pt x="5937" y="13508"/>
                  <a:pt x="6385" y="13365"/>
                  <a:pt x="6893" y="13245"/>
                </a:cubicBezTo>
                <a:cubicBezTo>
                  <a:pt x="6901" y="13243"/>
                  <a:pt x="6908" y="13241"/>
                  <a:pt x="6914" y="13239"/>
                </a:cubicBezTo>
                <a:cubicBezTo>
                  <a:pt x="7435" y="13118"/>
                  <a:pt x="8016" y="13019"/>
                  <a:pt x="8640" y="12949"/>
                </a:cubicBezTo>
                <a:cubicBezTo>
                  <a:pt x="9318" y="12874"/>
                  <a:pt x="10037" y="12826"/>
                  <a:pt x="10800" y="12826"/>
                </a:cubicBezTo>
                <a:cubicBezTo>
                  <a:pt x="11560" y="12826"/>
                  <a:pt x="12279" y="12874"/>
                  <a:pt x="12960" y="12949"/>
                </a:cubicBezTo>
                <a:cubicBezTo>
                  <a:pt x="13584" y="13019"/>
                  <a:pt x="14163" y="13118"/>
                  <a:pt x="14686" y="13239"/>
                </a:cubicBezTo>
                <a:cubicBezTo>
                  <a:pt x="14692" y="13241"/>
                  <a:pt x="14697" y="13243"/>
                  <a:pt x="14705" y="13245"/>
                </a:cubicBezTo>
                <a:cubicBezTo>
                  <a:pt x="15214" y="13365"/>
                  <a:pt x="15662" y="13508"/>
                  <a:pt x="16038" y="13668"/>
                </a:cubicBezTo>
                <a:cubicBezTo>
                  <a:pt x="16044" y="13672"/>
                  <a:pt x="16057" y="13675"/>
                  <a:pt x="16066" y="13678"/>
                </a:cubicBezTo>
                <a:cubicBezTo>
                  <a:pt x="16414" y="13830"/>
                  <a:pt x="16677" y="13999"/>
                  <a:pt x="16883" y="14177"/>
                </a:cubicBezTo>
                <a:cubicBezTo>
                  <a:pt x="16923" y="14211"/>
                  <a:pt x="16954" y="14247"/>
                  <a:pt x="16988" y="14282"/>
                </a:cubicBezTo>
                <a:cubicBezTo>
                  <a:pt x="17161" y="14463"/>
                  <a:pt x="17280" y="14651"/>
                  <a:pt x="17280" y="14851"/>
                </a:cubicBezTo>
                <a:cubicBezTo>
                  <a:pt x="17280" y="15048"/>
                  <a:pt x="17161" y="15237"/>
                  <a:pt x="16988" y="15417"/>
                </a:cubicBezTo>
                <a:moveTo>
                  <a:pt x="12960" y="19576"/>
                </a:moveTo>
                <a:cubicBezTo>
                  <a:pt x="12960" y="19949"/>
                  <a:pt x="11992" y="20250"/>
                  <a:pt x="10800" y="20250"/>
                </a:cubicBezTo>
                <a:cubicBezTo>
                  <a:pt x="9606" y="20250"/>
                  <a:pt x="8640" y="19949"/>
                  <a:pt x="8640" y="19576"/>
                </a:cubicBezTo>
                <a:lnTo>
                  <a:pt x="8640" y="18157"/>
                </a:lnTo>
                <a:cubicBezTo>
                  <a:pt x="9338" y="18202"/>
                  <a:pt x="10059" y="18226"/>
                  <a:pt x="10800" y="18226"/>
                </a:cubicBezTo>
                <a:cubicBezTo>
                  <a:pt x="11541" y="18226"/>
                  <a:pt x="12262" y="18202"/>
                  <a:pt x="12960" y="18157"/>
                </a:cubicBezTo>
                <a:cubicBezTo>
                  <a:pt x="12960" y="18157"/>
                  <a:pt x="12960" y="19576"/>
                  <a:pt x="12960" y="19576"/>
                </a:cubicBezTo>
                <a:close/>
                <a:moveTo>
                  <a:pt x="8640" y="2025"/>
                </a:moveTo>
                <a:cubicBezTo>
                  <a:pt x="8640" y="1651"/>
                  <a:pt x="9606" y="1350"/>
                  <a:pt x="10800" y="1350"/>
                </a:cubicBezTo>
                <a:cubicBezTo>
                  <a:pt x="11992" y="1350"/>
                  <a:pt x="12960" y="1651"/>
                  <a:pt x="12960" y="2025"/>
                </a:cubicBezTo>
                <a:lnTo>
                  <a:pt x="12960" y="11543"/>
                </a:lnTo>
                <a:cubicBezTo>
                  <a:pt x="12262" y="11499"/>
                  <a:pt x="11541" y="11476"/>
                  <a:pt x="10800" y="11476"/>
                </a:cubicBezTo>
                <a:cubicBezTo>
                  <a:pt x="10059" y="11476"/>
                  <a:pt x="9338" y="11499"/>
                  <a:pt x="8640" y="11543"/>
                </a:cubicBezTo>
                <a:cubicBezTo>
                  <a:pt x="8640" y="11543"/>
                  <a:pt x="8640" y="2025"/>
                  <a:pt x="8640" y="2025"/>
                </a:cubicBezTo>
                <a:close/>
                <a:moveTo>
                  <a:pt x="17280" y="12165"/>
                </a:moveTo>
                <a:lnTo>
                  <a:pt x="17280" y="2025"/>
                </a:lnTo>
                <a:cubicBezTo>
                  <a:pt x="17280" y="908"/>
                  <a:pt x="14373" y="0"/>
                  <a:pt x="10800" y="0"/>
                </a:cubicBezTo>
                <a:cubicBezTo>
                  <a:pt x="7225" y="0"/>
                  <a:pt x="4320" y="908"/>
                  <a:pt x="4320" y="2025"/>
                </a:cubicBezTo>
                <a:lnTo>
                  <a:pt x="4320" y="12165"/>
                </a:lnTo>
                <a:cubicBezTo>
                  <a:pt x="1710" y="12782"/>
                  <a:pt x="0" y="13750"/>
                  <a:pt x="0" y="14851"/>
                </a:cubicBezTo>
                <a:cubicBezTo>
                  <a:pt x="0" y="15951"/>
                  <a:pt x="1710" y="16919"/>
                  <a:pt x="4320" y="17535"/>
                </a:cubicBezTo>
                <a:lnTo>
                  <a:pt x="4320" y="19576"/>
                </a:lnTo>
                <a:cubicBezTo>
                  <a:pt x="4320" y="20692"/>
                  <a:pt x="7225" y="21600"/>
                  <a:pt x="10800" y="21600"/>
                </a:cubicBezTo>
                <a:cubicBezTo>
                  <a:pt x="14373" y="21600"/>
                  <a:pt x="17280" y="20692"/>
                  <a:pt x="17280" y="19576"/>
                </a:cubicBezTo>
                <a:lnTo>
                  <a:pt x="17280" y="17535"/>
                </a:lnTo>
                <a:cubicBezTo>
                  <a:pt x="19889" y="16919"/>
                  <a:pt x="21600" y="15951"/>
                  <a:pt x="21600" y="14851"/>
                </a:cubicBezTo>
                <a:cubicBezTo>
                  <a:pt x="21600" y="13750"/>
                  <a:pt x="19889" y="12782"/>
                  <a:pt x="17280" y="12165"/>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4" name="Shape 7734"/>
          <p:cNvSpPr/>
          <p:nvPr/>
        </p:nvSpPr>
        <p:spPr>
          <a:xfrm>
            <a:off x="12685657" y="6619954"/>
            <a:ext cx="929769" cy="928162"/>
          </a:xfrm>
          <a:custGeom>
            <a:avLst/>
            <a:gdLst/>
            <a:ahLst/>
            <a:cxnLst>
              <a:cxn ang="0">
                <a:pos x="wd2" y="hd2"/>
              </a:cxn>
              <a:cxn ang="5400000">
                <a:pos x="wd2" y="hd2"/>
              </a:cxn>
              <a:cxn ang="10800000">
                <a:pos x="wd2" y="hd2"/>
              </a:cxn>
              <a:cxn ang="16200000">
                <a:pos x="wd2" y="hd2"/>
              </a:cxn>
            </a:cxnLst>
            <a:rect l="0" t="0" r="r" b="b"/>
            <a:pathLst>
              <a:path w="21543" h="21600" fill="norm" stroke="1" extrusionOk="0">
                <a:moveTo>
                  <a:pt x="16978" y="19987"/>
                </a:moveTo>
                <a:lnTo>
                  <a:pt x="11228" y="17681"/>
                </a:lnTo>
                <a:cubicBezTo>
                  <a:pt x="11090" y="17627"/>
                  <a:pt x="10948" y="17609"/>
                  <a:pt x="10808" y="17601"/>
                </a:cubicBezTo>
                <a:lnTo>
                  <a:pt x="19662" y="3837"/>
                </a:lnTo>
                <a:cubicBezTo>
                  <a:pt x="19662" y="3837"/>
                  <a:pt x="16978" y="19987"/>
                  <a:pt x="16978" y="19987"/>
                </a:cubicBezTo>
                <a:close/>
                <a:moveTo>
                  <a:pt x="6860" y="16245"/>
                </a:moveTo>
                <a:cubicBezTo>
                  <a:pt x="6859" y="16243"/>
                  <a:pt x="6856" y="16241"/>
                  <a:pt x="6855" y="16239"/>
                </a:cubicBezTo>
                <a:lnTo>
                  <a:pt x="19608" y="2552"/>
                </a:lnTo>
                <a:lnTo>
                  <a:pt x="8736" y="19537"/>
                </a:lnTo>
                <a:cubicBezTo>
                  <a:pt x="8736" y="19537"/>
                  <a:pt x="6860" y="16245"/>
                  <a:pt x="6860" y="16245"/>
                </a:cubicBezTo>
                <a:close/>
                <a:moveTo>
                  <a:pt x="2112" y="14025"/>
                </a:moveTo>
                <a:lnTo>
                  <a:pt x="17714" y="3595"/>
                </a:lnTo>
                <a:lnTo>
                  <a:pt x="6370" y="15771"/>
                </a:lnTo>
                <a:cubicBezTo>
                  <a:pt x="6310" y="15735"/>
                  <a:pt x="6257" y="15688"/>
                  <a:pt x="6191" y="15661"/>
                </a:cubicBezTo>
                <a:cubicBezTo>
                  <a:pt x="6191" y="15661"/>
                  <a:pt x="2112" y="14025"/>
                  <a:pt x="2112" y="14025"/>
                </a:cubicBezTo>
                <a:close/>
                <a:moveTo>
                  <a:pt x="21236" y="108"/>
                </a:moveTo>
                <a:cubicBezTo>
                  <a:pt x="21125" y="35"/>
                  <a:pt x="20998" y="0"/>
                  <a:pt x="20870" y="0"/>
                </a:cubicBezTo>
                <a:cubicBezTo>
                  <a:pt x="20740" y="0"/>
                  <a:pt x="20610" y="36"/>
                  <a:pt x="20497" y="113"/>
                </a:cubicBezTo>
                <a:lnTo>
                  <a:pt x="300" y="13614"/>
                </a:lnTo>
                <a:cubicBezTo>
                  <a:pt x="92" y="13752"/>
                  <a:pt x="-22" y="13996"/>
                  <a:pt x="4" y="14245"/>
                </a:cubicBezTo>
                <a:cubicBezTo>
                  <a:pt x="29" y="14495"/>
                  <a:pt x="191" y="14709"/>
                  <a:pt x="423" y="14802"/>
                </a:cubicBezTo>
                <a:lnTo>
                  <a:pt x="5690" y="16915"/>
                </a:lnTo>
                <a:lnTo>
                  <a:pt x="8167" y="21260"/>
                </a:lnTo>
                <a:cubicBezTo>
                  <a:pt x="8285" y="21469"/>
                  <a:pt x="8506" y="21598"/>
                  <a:pt x="8744" y="21600"/>
                </a:cubicBezTo>
                <a:lnTo>
                  <a:pt x="8752" y="21600"/>
                </a:lnTo>
                <a:cubicBezTo>
                  <a:pt x="8988" y="21600"/>
                  <a:pt x="9207" y="21475"/>
                  <a:pt x="9329" y="21272"/>
                </a:cubicBezTo>
                <a:lnTo>
                  <a:pt x="10727" y="18935"/>
                </a:lnTo>
                <a:lnTo>
                  <a:pt x="17255" y="21552"/>
                </a:lnTo>
                <a:cubicBezTo>
                  <a:pt x="17334" y="21585"/>
                  <a:pt x="17420" y="21600"/>
                  <a:pt x="17504" y="21600"/>
                </a:cubicBezTo>
                <a:cubicBezTo>
                  <a:pt x="17619" y="21600"/>
                  <a:pt x="17733" y="21572"/>
                  <a:pt x="17834" y="21513"/>
                </a:cubicBezTo>
                <a:cubicBezTo>
                  <a:pt x="18012" y="21413"/>
                  <a:pt x="18135" y="21239"/>
                  <a:pt x="18169" y="21036"/>
                </a:cubicBezTo>
                <a:lnTo>
                  <a:pt x="21535" y="785"/>
                </a:lnTo>
                <a:cubicBezTo>
                  <a:pt x="21578" y="520"/>
                  <a:pt x="21461" y="254"/>
                  <a:pt x="21236" y="108"/>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5" name="Shape 7735"/>
          <p:cNvSpPr/>
          <p:nvPr/>
        </p:nvSpPr>
        <p:spPr>
          <a:xfrm>
            <a:off x="22407230" y="5022172"/>
            <a:ext cx="57121" cy="58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769" y="21600"/>
                  <a:pt x="21600" y="16770"/>
                  <a:pt x="21600" y="10800"/>
                </a:cubicBezTo>
                <a:cubicBezTo>
                  <a:pt x="21600" y="4819"/>
                  <a:pt x="16769" y="0"/>
                  <a:pt x="10800" y="0"/>
                </a:cubicBezTo>
                <a:cubicBezTo>
                  <a:pt x="4830" y="0"/>
                  <a:pt x="0" y="4819"/>
                  <a:pt x="0" y="10800"/>
                </a:cubicBezTo>
                <a:cubicBezTo>
                  <a:pt x="0" y="16770"/>
                  <a:pt x="4830" y="21600"/>
                  <a:pt x="10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6" name="Shape 7736"/>
          <p:cNvSpPr/>
          <p:nvPr/>
        </p:nvSpPr>
        <p:spPr>
          <a:xfrm>
            <a:off x="22407230" y="5371240"/>
            <a:ext cx="57121" cy="571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0" y="0"/>
                  <a:pt x="0" y="4830"/>
                  <a:pt x="0" y="10801"/>
                </a:cubicBezTo>
                <a:cubicBezTo>
                  <a:pt x="0" y="16770"/>
                  <a:pt x="4830" y="21600"/>
                  <a:pt x="10800" y="21600"/>
                </a:cubicBezTo>
                <a:cubicBezTo>
                  <a:pt x="16769" y="21600"/>
                  <a:pt x="21600" y="16770"/>
                  <a:pt x="21600" y="10801"/>
                </a:cubicBezTo>
                <a:cubicBezTo>
                  <a:pt x="21600" y="4830"/>
                  <a:pt x="16769"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7" name="Shape 7737"/>
          <p:cNvSpPr/>
          <p:nvPr/>
        </p:nvSpPr>
        <p:spPr>
          <a:xfrm>
            <a:off x="22232698" y="5196707"/>
            <a:ext cx="57121" cy="58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0" y="0"/>
                  <a:pt x="0" y="4819"/>
                  <a:pt x="0" y="10800"/>
                </a:cubicBezTo>
                <a:cubicBezTo>
                  <a:pt x="0" y="16770"/>
                  <a:pt x="4830" y="21600"/>
                  <a:pt x="10800" y="21600"/>
                </a:cubicBezTo>
                <a:cubicBezTo>
                  <a:pt x="16769" y="21600"/>
                  <a:pt x="21600" y="16770"/>
                  <a:pt x="21600" y="10800"/>
                </a:cubicBezTo>
                <a:cubicBezTo>
                  <a:pt x="21600" y="4819"/>
                  <a:pt x="16769"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8" name="Shape 7738"/>
          <p:cNvSpPr/>
          <p:nvPr/>
        </p:nvSpPr>
        <p:spPr>
          <a:xfrm>
            <a:off x="22580179" y="5196707"/>
            <a:ext cx="58709" cy="587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770"/>
                  <a:pt x="4830" y="21600"/>
                  <a:pt x="10800" y="21600"/>
                </a:cubicBezTo>
                <a:cubicBezTo>
                  <a:pt x="16769" y="21600"/>
                  <a:pt x="21600" y="16770"/>
                  <a:pt x="21600" y="10800"/>
                </a:cubicBezTo>
                <a:cubicBezTo>
                  <a:pt x="21600" y="4819"/>
                  <a:pt x="16769" y="0"/>
                  <a:pt x="10800" y="0"/>
                </a:cubicBezTo>
                <a:cubicBezTo>
                  <a:pt x="4830" y="0"/>
                  <a:pt x="0" y="4819"/>
                  <a:pt x="0" y="108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39" name="Shape 7739"/>
          <p:cNvSpPr/>
          <p:nvPr/>
        </p:nvSpPr>
        <p:spPr>
          <a:xfrm>
            <a:off x="22289817" y="5312534"/>
            <a:ext cx="58706" cy="58707"/>
          </a:xfrm>
          <a:custGeom>
            <a:avLst/>
            <a:gdLst/>
            <a:ahLst/>
            <a:cxnLst>
              <a:cxn ang="0">
                <a:pos x="wd2" y="hd2"/>
              </a:cxn>
              <a:cxn ang="5400000">
                <a:pos x="wd2" y="hd2"/>
              </a:cxn>
              <a:cxn ang="10800000">
                <a:pos x="wd2" y="hd2"/>
              </a:cxn>
              <a:cxn ang="16200000">
                <a:pos x="wd2" y="hd2"/>
              </a:cxn>
            </a:cxnLst>
            <a:rect l="0" t="0" r="r" b="b"/>
            <a:pathLst>
              <a:path w="19675" h="19678" fill="norm" stroke="1" extrusionOk="0">
                <a:moveTo>
                  <a:pt x="2894" y="2882"/>
                </a:moveTo>
                <a:cubicBezTo>
                  <a:pt x="-965" y="6725"/>
                  <a:pt x="-965" y="12953"/>
                  <a:pt x="2894" y="16796"/>
                </a:cubicBezTo>
                <a:cubicBezTo>
                  <a:pt x="6734" y="20639"/>
                  <a:pt x="12936" y="20639"/>
                  <a:pt x="16795" y="16796"/>
                </a:cubicBezTo>
                <a:cubicBezTo>
                  <a:pt x="20635" y="12953"/>
                  <a:pt x="20635" y="6725"/>
                  <a:pt x="16795" y="2882"/>
                </a:cubicBezTo>
                <a:cubicBezTo>
                  <a:pt x="12936" y="-961"/>
                  <a:pt x="6734" y="-961"/>
                  <a:pt x="2894" y="2882"/>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0" name="Shape 7740"/>
          <p:cNvSpPr/>
          <p:nvPr/>
        </p:nvSpPr>
        <p:spPr>
          <a:xfrm>
            <a:off x="22289819" y="5080879"/>
            <a:ext cx="58707" cy="58707"/>
          </a:xfrm>
          <a:custGeom>
            <a:avLst/>
            <a:gdLst/>
            <a:ahLst/>
            <a:cxnLst>
              <a:cxn ang="0">
                <a:pos x="wd2" y="hd2"/>
              </a:cxn>
              <a:cxn ang="5400000">
                <a:pos x="wd2" y="hd2"/>
              </a:cxn>
              <a:cxn ang="10800000">
                <a:pos x="wd2" y="hd2"/>
              </a:cxn>
              <a:cxn ang="16200000">
                <a:pos x="wd2" y="hd2"/>
              </a:cxn>
            </a:cxnLst>
            <a:rect l="0" t="0" r="r" b="b"/>
            <a:pathLst>
              <a:path w="19678" h="19673" fill="norm" stroke="1" extrusionOk="0">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1" name="Shape 7741"/>
          <p:cNvSpPr/>
          <p:nvPr/>
        </p:nvSpPr>
        <p:spPr>
          <a:xfrm>
            <a:off x="22523057" y="5312534"/>
            <a:ext cx="57122" cy="58707"/>
          </a:xfrm>
          <a:prstGeom prst="ellipse">
            <a:avLst/>
          </a:pr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2" name="Shape 7742"/>
          <p:cNvSpPr/>
          <p:nvPr/>
        </p:nvSpPr>
        <p:spPr>
          <a:xfrm>
            <a:off x="22145429" y="4761958"/>
            <a:ext cx="637845" cy="9281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818" y="16201"/>
                </a:moveTo>
                <a:cubicBezTo>
                  <a:pt x="5486" y="16201"/>
                  <a:pt x="1963" y="13777"/>
                  <a:pt x="1963" y="10800"/>
                </a:cubicBezTo>
                <a:cubicBezTo>
                  <a:pt x="1963" y="7821"/>
                  <a:pt x="5486" y="5400"/>
                  <a:pt x="9818" y="5400"/>
                </a:cubicBezTo>
                <a:cubicBezTo>
                  <a:pt x="14148" y="5400"/>
                  <a:pt x="17672" y="7821"/>
                  <a:pt x="17672" y="10800"/>
                </a:cubicBezTo>
                <a:cubicBezTo>
                  <a:pt x="17672" y="13777"/>
                  <a:pt x="14148" y="16201"/>
                  <a:pt x="9818" y="16201"/>
                </a:cubicBezTo>
                <a:moveTo>
                  <a:pt x="13745" y="20250"/>
                </a:moveTo>
                <a:lnTo>
                  <a:pt x="5890" y="20250"/>
                </a:lnTo>
                <a:lnTo>
                  <a:pt x="4909" y="16614"/>
                </a:lnTo>
                <a:cubicBezTo>
                  <a:pt x="6358" y="17193"/>
                  <a:pt x="8019" y="17550"/>
                  <a:pt x="9818" y="17550"/>
                </a:cubicBezTo>
                <a:cubicBezTo>
                  <a:pt x="11614" y="17550"/>
                  <a:pt x="13277" y="17193"/>
                  <a:pt x="14727" y="16614"/>
                </a:cubicBezTo>
                <a:cubicBezTo>
                  <a:pt x="14727" y="16614"/>
                  <a:pt x="13745" y="20250"/>
                  <a:pt x="13745" y="20250"/>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3"/>
                  <a:pt x="995" y="14111"/>
                  <a:pt x="2573" y="15308"/>
                </a:cubicBezTo>
                <a:lnTo>
                  <a:pt x="3959" y="20497"/>
                </a:lnTo>
                <a:cubicBezTo>
                  <a:pt x="4132" y="21136"/>
                  <a:pt x="4943" y="21600"/>
                  <a:pt x="5890" y="21600"/>
                </a:cubicBezTo>
                <a:lnTo>
                  <a:pt x="13745" y="21600"/>
                </a:lnTo>
                <a:cubicBezTo>
                  <a:pt x="14690" y="21600"/>
                  <a:pt x="15501" y="21136"/>
                  <a:pt x="15676" y="20497"/>
                </a:cubicBezTo>
                <a:lnTo>
                  <a:pt x="17074" y="15312"/>
                </a:lnTo>
                <a:cubicBezTo>
                  <a:pt x="18242" y="14427"/>
                  <a:pt x="19089" y="13341"/>
                  <a:pt x="19442" y="12123"/>
                </a:cubicBezTo>
                <a:cubicBezTo>
                  <a:pt x="19509" y="12128"/>
                  <a:pt x="19567" y="12151"/>
                  <a:pt x="19636" y="12151"/>
                </a:cubicBezTo>
                <a:cubicBezTo>
                  <a:pt x="20719" y="12151"/>
                  <a:pt x="21600" y="11545"/>
                  <a:pt x="21600" y="10800"/>
                </a:cubicBezTo>
                <a:cubicBezTo>
                  <a:pt x="21600" y="10053"/>
                  <a:pt x="20719" y="9450"/>
                  <a:pt x="19636" y="945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3" name="Shape 7743"/>
          <p:cNvSpPr/>
          <p:nvPr/>
        </p:nvSpPr>
        <p:spPr>
          <a:xfrm>
            <a:off x="22407230" y="5080877"/>
            <a:ext cx="174531" cy="176115"/>
          </a:xfrm>
          <a:custGeom>
            <a:avLst/>
            <a:gdLst/>
            <a:ahLst/>
            <a:cxnLst>
              <a:cxn ang="0">
                <a:pos x="wd2" y="hd2"/>
              </a:cxn>
              <a:cxn ang="5400000">
                <a:pos x="wd2" y="hd2"/>
              </a:cxn>
              <a:cxn ang="10800000">
                <a:pos x="wd2" y="hd2"/>
              </a:cxn>
              <a:cxn ang="16200000">
                <a:pos x="wd2" y="hd2"/>
              </a:cxn>
            </a:cxnLst>
            <a:rect l="0" t="0" r="r" b="b"/>
            <a:pathLst>
              <a:path w="21480" h="21480" fill="norm" stroke="1" extrusionOk="0">
                <a:moveTo>
                  <a:pt x="21127" y="346"/>
                </a:moveTo>
                <a:cubicBezTo>
                  <a:pt x="20697" y="-82"/>
                  <a:pt x="20002" y="-120"/>
                  <a:pt x="19516" y="270"/>
                </a:cubicBezTo>
                <a:lnTo>
                  <a:pt x="1055" y="15433"/>
                </a:lnTo>
                <a:cubicBezTo>
                  <a:pt x="375" y="16114"/>
                  <a:pt x="0" y="17013"/>
                  <a:pt x="0" y="17973"/>
                </a:cubicBezTo>
                <a:cubicBezTo>
                  <a:pt x="0" y="18903"/>
                  <a:pt x="361" y="19784"/>
                  <a:pt x="1027" y="20447"/>
                </a:cubicBezTo>
                <a:cubicBezTo>
                  <a:pt x="1694" y="21104"/>
                  <a:pt x="2583" y="21474"/>
                  <a:pt x="3542" y="21480"/>
                </a:cubicBezTo>
                <a:cubicBezTo>
                  <a:pt x="4431" y="21474"/>
                  <a:pt x="5354" y="21145"/>
                  <a:pt x="6028" y="20496"/>
                </a:cubicBezTo>
                <a:lnTo>
                  <a:pt x="12598" y="12628"/>
                </a:lnTo>
                <a:lnTo>
                  <a:pt x="21224" y="1935"/>
                </a:lnTo>
                <a:cubicBezTo>
                  <a:pt x="21600" y="1462"/>
                  <a:pt x="21558" y="771"/>
                  <a:pt x="21127" y="346"/>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4" name="Shape 7744"/>
          <p:cNvSpPr/>
          <p:nvPr/>
        </p:nvSpPr>
        <p:spPr>
          <a:xfrm>
            <a:off x="20114488" y="4761958"/>
            <a:ext cx="928162" cy="8710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24" y="5760"/>
                </a:moveTo>
                <a:lnTo>
                  <a:pt x="17549" y="5760"/>
                </a:lnTo>
                <a:cubicBezTo>
                  <a:pt x="16805" y="5760"/>
                  <a:pt x="16199" y="5114"/>
                  <a:pt x="16199" y="4320"/>
                </a:cubicBezTo>
                <a:lnTo>
                  <a:pt x="16201" y="4320"/>
                </a:lnTo>
                <a:lnTo>
                  <a:pt x="16201" y="1440"/>
                </a:lnTo>
                <a:lnTo>
                  <a:pt x="20251" y="5760"/>
                </a:lnTo>
                <a:cubicBezTo>
                  <a:pt x="20251" y="5760"/>
                  <a:pt x="18224" y="5760"/>
                  <a:pt x="18224" y="5760"/>
                </a:cubicBezTo>
                <a:close/>
                <a:moveTo>
                  <a:pt x="20251" y="19440"/>
                </a:moveTo>
                <a:cubicBezTo>
                  <a:pt x="20251" y="19837"/>
                  <a:pt x="19949" y="20160"/>
                  <a:pt x="19576" y="20160"/>
                </a:cubicBezTo>
                <a:lnTo>
                  <a:pt x="2024" y="20160"/>
                </a:lnTo>
                <a:cubicBezTo>
                  <a:pt x="1651" y="20160"/>
                  <a:pt x="1349" y="19837"/>
                  <a:pt x="1349" y="19440"/>
                </a:cubicBezTo>
                <a:lnTo>
                  <a:pt x="1349" y="2160"/>
                </a:lnTo>
                <a:cubicBezTo>
                  <a:pt x="1349" y="1762"/>
                  <a:pt x="1651" y="1440"/>
                  <a:pt x="2024" y="1440"/>
                </a:cubicBezTo>
                <a:lnTo>
                  <a:pt x="15526" y="1440"/>
                </a:lnTo>
                <a:lnTo>
                  <a:pt x="15526" y="4320"/>
                </a:lnTo>
                <a:lnTo>
                  <a:pt x="15524" y="4320"/>
                </a:lnTo>
                <a:cubicBezTo>
                  <a:pt x="15524" y="5513"/>
                  <a:pt x="16431" y="6480"/>
                  <a:pt x="17549" y="6480"/>
                </a:cubicBezTo>
                <a:lnTo>
                  <a:pt x="20251" y="6480"/>
                </a:lnTo>
                <a:cubicBezTo>
                  <a:pt x="20251" y="6480"/>
                  <a:pt x="20251" y="19440"/>
                  <a:pt x="20251" y="19440"/>
                </a:cubicBezTo>
                <a:close/>
                <a:moveTo>
                  <a:pt x="21205" y="4741"/>
                </a:moveTo>
                <a:lnTo>
                  <a:pt x="17155" y="421"/>
                </a:lnTo>
                <a:cubicBezTo>
                  <a:pt x="16902" y="151"/>
                  <a:pt x="16558" y="0"/>
                  <a:pt x="16201" y="0"/>
                </a:cubicBezTo>
                <a:lnTo>
                  <a:pt x="2024" y="0"/>
                </a:lnTo>
                <a:cubicBezTo>
                  <a:pt x="908" y="0"/>
                  <a:pt x="0" y="968"/>
                  <a:pt x="0" y="2160"/>
                </a:cubicBezTo>
                <a:lnTo>
                  <a:pt x="0" y="19440"/>
                </a:lnTo>
                <a:cubicBezTo>
                  <a:pt x="0" y="20631"/>
                  <a:pt x="908" y="21600"/>
                  <a:pt x="2024" y="21600"/>
                </a:cubicBezTo>
                <a:lnTo>
                  <a:pt x="19576" y="21600"/>
                </a:lnTo>
                <a:cubicBezTo>
                  <a:pt x="20692" y="21600"/>
                  <a:pt x="21600" y="20631"/>
                  <a:pt x="21600" y="19440"/>
                </a:cubicBezTo>
                <a:lnTo>
                  <a:pt x="21600" y="5760"/>
                </a:lnTo>
                <a:cubicBezTo>
                  <a:pt x="21600" y="5378"/>
                  <a:pt x="21458" y="5011"/>
                  <a:pt x="21205" y="474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5" name="Shape 7745"/>
          <p:cNvSpPr/>
          <p:nvPr/>
        </p:nvSpPr>
        <p:spPr>
          <a:xfrm>
            <a:off x="20549238" y="4934905"/>
            <a:ext cx="174536" cy="30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 y="21600"/>
                </a:moveTo>
                <a:lnTo>
                  <a:pt x="19800" y="21600"/>
                </a:lnTo>
                <a:cubicBezTo>
                  <a:pt x="20791" y="21600"/>
                  <a:pt x="21600" y="16770"/>
                  <a:pt x="21600" y="10800"/>
                </a:cubicBezTo>
                <a:cubicBezTo>
                  <a:pt x="21600" y="4830"/>
                  <a:pt x="20791" y="0"/>
                  <a:pt x="19800" y="0"/>
                </a:cubicBezTo>
                <a:lnTo>
                  <a:pt x="1800" y="0"/>
                </a:lnTo>
                <a:cubicBezTo>
                  <a:pt x="801" y="0"/>
                  <a:pt x="0" y="4830"/>
                  <a:pt x="0" y="10800"/>
                </a:cubicBezTo>
                <a:cubicBezTo>
                  <a:pt x="0" y="16770"/>
                  <a:pt x="801" y="21600"/>
                  <a:pt x="1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6" name="Shape 7746"/>
          <p:cNvSpPr/>
          <p:nvPr/>
        </p:nvSpPr>
        <p:spPr>
          <a:xfrm>
            <a:off x="20549238" y="5022172"/>
            <a:ext cx="174536" cy="30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 y="21600"/>
                </a:moveTo>
                <a:lnTo>
                  <a:pt x="19800" y="21600"/>
                </a:lnTo>
                <a:cubicBezTo>
                  <a:pt x="20791" y="21600"/>
                  <a:pt x="21600" y="16770"/>
                  <a:pt x="21600" y="10800"/>
                </a:cubicBezTo>
                <a:cubicBezTo>
                  <a:pt x="21600" y="4830"/>
                  <a:pt x="20791" y="0"/>
                  <a:pt x="19800" y="0"/>
                </a:cubicBezTo>
                <a:lnTo>
                  <a:pt x="1800" y="0"/>
                </a:lnTo>
                <a:cubicBezTo>
                  <a:pt x="801" y="0"/>
                  <a:pt x="0" y="4830"/>
                  <a:pt x="0" y="10800"/>
                </a:cubicBezTo>
                <a:cubicBezTo>
                  <a:pt x="0" y="16770"/>
                  <a:pt x="801" y="21600"/>
                  <a:pt x="1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7" name="Shape 7747"/>
          <p:cNvSpPr/>
          <p:nvPr/>
        </p:nvSpPr>
        <p:spPr>
          <a:xfrm>
            <a:off x="20549238" y="5109441"/>
            <a:ext cx="377630" cy="30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16770"/>
                  <a:pt x="369" y="21600"/>
                  <a:pt x="830" y="21600"/>
                </a:cubicBezTo>
                <a:lnTo>
                  <a:pt x="20769" y="21600"/>
                </a:lnTo>
                <a:cubicBezTo>
                  <a:pt x="21226" y="21600"/>
                  <a:pt x="21600" y="16770"/>
                  <a:pt x="21600" y="10800"/>
                </a:cubicBezTo>
                <a:cubicBezTo>
                  <a:pt x="21600" y="4830"/>
                  <a:pt x="21226" y="0"/>
                  <a:pt x="20769" y="0"/>
                </a:cubicBezTo>
                <a:lnTo>
                  <a:pt x="830" y="0"/>
                </a:lnTo>
                <a:cubicBezTo>
                  <a:pt x="369" y="0"/>
                  <a:pt x="0" y="4830"/>
                  <a:pt x="0" y="108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8" name="Shape 7748"/>
          <p:cNvSpPr/>
          <p:nvPr/>
        </p:nvSpPr>
        <p:spPr>
          <a:xfrm>
            <a:off x="20230315" y="5283973"/>
            <a:ext cx="696518"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0"/>
                </a:moveTo>
                <a:lnTo>
                  <a:pt x="449" y="0"/>
                </a:lnTo>
                <a:cubicBezTo>
                  <a:pt x="201" y="0"/>
                  <a:pt x="0" y="4830"/>
                  <a:pt x="0" y="10801"/>
                </a:cubicBezTo>
                <a:cubicBezTo>
                  <a:pt x="0" y="16749"/>
                  <a:pt x="201" y="21600"/>
                  <a:pt x="449" y="21600"/>
                </a:cubicBezTo>
                <a:lnTo>
                  <a:pt x="21151" y="21600"/>
                </a:lnTo>
                <a:cubicBezTo>
                  <a:pt x="21398" y="21600"/>
                  <a:pt x="21600" y="16749"/>
                  <a:pt x="21600" y="10801"/>
                </a:cubicBezTo>
                <a:cubicBezTo>
                  <a:pt x="21600" y="4830"/>
                  <a:pt x="21398" y="0"/>
                  <a:pt x="21151"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49" name="Shape 7749"/>
          <p:cNvSpPr/>
          <p:nvPr/>
        </p:nvSpPr>
        <p:spPr>
          <a:xfrm>
            <a:off x="20230315" y="5371240"/>
            <a:ext cx="696518"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0"/>
                </a:moveTo>
                <a:lnTo>
                  <a:pt x="449" y="0"/>
                </a:lnTo>
                <a:cubicBezTo>
                  <a:pt x="201" y="0"/>
                  <a:pt x="0" y="4830"/>
                  <a:pt x="0" y="10801"/>
                </a:cubicBezTo>
                <a:cubicBezTo>
                  <a:pt x="0" y="16749"/>
                  <a:pt x="201" y="21600"/>
                  <a:pt x="449" y="21600"/>
                </a:cubicBezTo>
                <a:lnTo>
                  <a:pt x="21151" y="21600"/>
                </a:lnTo>
                <a:cubicBezTo>
                  <a:pt x="21398" y="21600"/>
                  <a:pt x="21600" y="16749"/>
                  <a:pt x="21600" y="10801"/>
                </a:cubicBezTo>
                <a:cubicBezTo>
                  <a:pt x="21600" y="4830"/>
                  <a:pt x="21398" y="0"/>
                  <a:pt x="21151"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0" name="Shape 7750"/>
          <p:cNvSpPr/>
          <p:nvPr/>
        </p:nvSpPr>
        <p:spPr>
          <a:xfrm>
            <a:off x="20230315" y="5458509"/>
            <a:ext cx="696518" cy="285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0"/>
                </a:moveTo>
                <a:lnTo>
                  <a:pt x="449" y="0"/>
                </a:lnTo>
                <a:cubicBezTo>
                  <a:pt x="201" y="0"/>
                  <a:pt x="0" y="4830"/>
                  <a:pt x="0" y="10801"/>
                </a:cubicBezTo>
                <a:cubicBezTo>
                  <a:pt x="0" y="16749"/>
                  <a:pt x="201" y="21600"/>
                  <a:pt x="449" y="21600"/>
                </a:cubicBezTo>
                <a:lnTo>
                  <a:pt x="21151" y="21600"/>
                </a:lnTo>
                <a:cubicBezTo>
                  <a:pt x="21398" y="21600"/>
                  <a:pt x="21600" y="16749"/>
                  <a:pt x="21600" y="10801"/>
                </a:cubicBezTo>
                <a:cubicBezTo>
                  <a:pt x="21600" y="4830"/>
                  <a:pt x="21398" y="0"/>
                  <a:pt x="21151"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1" name="Shape 7751"/>
          <p:cNvSpPr/>
          <p:nvPr/>
        </p:nvSpPr>
        <p:spPr>
          <a:xfrm>
            <a:off x="20230315" y="5196707"/>
            <a:ext cx="696518"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1" y="0"/>
                </a:moveTo>
                <a:lnTo>
                  <a:pt x="449" y="0"/>
                </a:lnTo>
                <a:cubicBezTo>
                  <a:pt x="201" y="0"/>
                  <a:pt x="0" y="4830"/>
                  <a:pt x="0" y="10801"/>
                </a:cubicBezTo>
                <a:cubicBezTo>
                  <a:pt x="0" y="16770"/>
                  <a:pt x="201" y="21600"/>
                  <a:pt x="449" y="21600"/>
                </a:cubicBezTo>
                <a:lnTo>
                  <a:pt x="21151" y="21600"/>
                </a:lnTo>
                <a:cubicBezTo>
                  <a:pt x="21398" y="21600"/>
                  <a:pt x="21600" y="16770"/>
                  <a:pt x="21600" y="10801"/>
                </a:cubicBezTo>
                <a:cubicBezTo>
                  <a:pt x="21600" y="4830"/>
                  <a:pt x="21398" y="0"/>
                  <a:pt x="21151"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2" name="Shape 7752"/>
          <p:cNvSpPr/>
          <p:nvPr/>
        </p:nvSpPr>
        <p:spPr>
          <a:xfrm>
            <a:off x="20230315" y="4906347"/>
            <a:ext cx="261790" cy="2332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99" y="5400"/>
                </a:moveTo>
                <a:lnTo>
                  <a:pt x="16801" y="5400"/>
                </a:lnTo>
                <a:lnTo>
                  <a:pt x="16801" y="16201"/>
                </a:lnTo>
                <a:lnTo>
                  <a:pt x="4799" y="16201"/>
                </a:lnTo>
                <a:cubicBezTo>
                  <a:pt x="4799" y="16201"/>
                  <a:pt x="4799" y="5400"/>
                  <a:pt x="4799" y="5400"/>
                </a:cubicBezTo>
                <a:close/>
                <a:moveTo>
                  <a:pt x="2399" y="21600"/>
                </a:moveTo>
                <a:lnTo>
                  <a:pt x="19201" y="21600"/>
                </a:lnTo>
                <a:cubicBezTo>
                  <a:pt x="20527" y="21600"/>
                  <a:pt x="21600" y="20393"/>
                  <a:pt x="21600" y="18901"/>
                </a:cubicBezTo>
                <a:lnTo>
                  <a:pt x="21600" y="2700"/>
                </a:lnTo>
                <a:cubicBezTo>
                  <a:pt x="21600" y="1207"/>
                  <a:pt x="20527" y="0"/>
                  <a:pt x="19201" y="0"/>
                </a:cubicBezTo>
                <a:lnTo>
                  <a:pt x="2399" y="0"/>
                </a:lnTo>
                <a:cubicBezTo>
                  <a:pt x="1073" y="0"/>
                  <a:pt x="0" y="1207"/>
                  <a:pt x="0" y="2700"/>
                </a:cubicBezTo>
                <a:lnTo>
                  <a:pt x="0" y="18901"/>
                </a:lnTo>
                <a:cubicBezTo>
                  <a:pt x="0" y="20393"/>
                  <a:pt x="1073" y="21600"/>
                  <a:pt x="2399"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nvGrpSpPr>
          <p:cNvPr id="7756" name="Group 7756"/>
          <p:cNvGrpSpPr/>
          <p:nvPr/>
        </p:nvGrpSpPr>
        <p:grpSpPr>
          <a:xfrm>
            <a:off x="18286640" y="4761958"/>
            <a:ext cx="1074129" cy="928162"/>
            <a:chOff x="0" y="0"/>
            <a:chExt cx="1074128" cy="928161"/>
          </a:xfrm>
        </p:grpSpPr>
        <p:sp>
          <p:nvSpPr>
            <p:cNvPr id="7753" name="Shape 7753"/>
            <p:cNvSpPr/>
            <p:nvPr/>
          </p:nvSpPr>
          <p:spPr>
            <a:xfrm>
              <a:off x="0" y="0"/>
              <a:ext cx="1074129" cy="9281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1" y="18901"/>
                  </a:moveTo>
                  <a:cubicBezTo>
                    <a:pt x="20161" y="19644"/>
                    <a:pt x="19514" y="20250"/>
                    <a:pt x="18721" y="20250"/>
                  </a:cubicBezTo>
                  <a:lnTo>
                    <a:pt x="2880" y="20250"/>
                  </a:lnTo>
                  <a:cubicBezTo>
                    <a:pt x="2086" y="20250"/>
                    <a:pt x="1440" y="19644"/>
                    <a:pt x="1440" y="18901"/>
                  </a:cubicBezTo>
                  <a:lnTo>
                    <a:pt x="1440" y="2700"/>
                  </a:lnTo>
                  <a:cubicBezTo>
                    <a:pt x="1440" y="1955"/>
                    <a:pt x="2086" y="1350"/>
                    <a:pt x="2880" y="1350"/>
                  </a:cubicBezTo>
                  <a:lnTo>
                    <a:pt x="18721" y="1350"/>
                  </a:lnTo>
                  <a:cubicBezTo>
                    <a:pt x="19514" y="1350"/>
                    <a:pt x="20161" y="1955"/>
                    <a:pt x="20161" y="2700"/>
                  </a:cubicBezTo>
                  <a:cubicBezTo>
                    <a:pt x="20161" y="2700"/>
                    <a:pt x="20161" y="18901"/>
                    <a:pt x="20161" y="18901"/>
                  </a:cubicBezTo>
                  <a:close/>
                  <a:moveTo>
                    <a:pt x="18721" y="0"/>
                  </a:moveTo>
                  <a:lnTo>
                    <a:pt x="2880" y="0"/>
                  </a:lnTo>
                  <a:cubicBezTo>
                    <a:pt x="1289" y="0"/>
                    <a:pt x="0" y="1208"/>
                    <a:pt x="0" y="2700"/>
                  </a:cubicBezTo>
                  <a:lnTo>
                    <a:pt x="0" y="18901"/>
                  </a:lnTo>
                  <a:cubicBezTo>
                    <a:pt x="0" y="20392"/>
                    <a:pt x="1289" y="21600"/>
                    <a:pt x="2880" y="21600"/>
                  </a:cubicBezTo>
                  <a:lnTo>
                    <a:pt x="18721" y="21600"/>
                  </a:lnTo>
                  <a:cubicBezTo>
                    <a:pt x="20311" y="21600"/>
                    <a:pt x="21600" y="20392"/>
                    <a:pt x="21600" y="18901"/>
                  </a:cubicBezTo>
                  <a:lnTo>
                    <a:pt x="21600" y="2700"/>
                  </a:lnTo>
                  <a:cubicBezTo>
                    <a:pt x="21600" y="1208"/>
                    <a:pt x="20311" y="0"/>
                    <a:pt x="18721"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4" name="Shape 7754"/>
            <p:cNvSpPr/>
            <p:nvPr/>
          </p:nvSpPr>
          <p:spPr>
            <a:xfrm>
              <a:off x="143093" y="115827"/>
              <a:ext cx="787994" cy="5806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18" y="20520"/>
                  </a:moveTo>
                  <a:lnTo>
                    <a:pt x="14053" y="16249"/>
                  </a:lnTo>
                  <a:lnTo>
                    <a:pt x="16690" y="12960"/>
                  </a:lnTo>
                  <a:lnTo>
                    <a:pt x="20618" y="17690"/>
                  </a:lnTo>
                  <a:lnTo>
                    <a:pt x="20618" y="20520"/>
                  </a:lnTo>
                  <a:cubicBezTo>
                    <a:pt x="20618" y="20520"/>
                    <a:pt x="17418" y="20520"/>
                    <a:pt x="17418" y="20520"/>
                  </a:cubicBezTo>
                  <a:close/>
                  <a:moveTo>
                    <a:pt x="981" y="11447"/>
                  </a:moveTo>
                  <a:lnTo>
                    <a:pt x="4909" y="6479"/>
                  </a:lnTo>
                  <a:lnTo>
                    <a:pt x="12828" y="16354"/>
                  </a:lnTo>
                  <a:lnTo>
                    <a:pt x="13398" y="17065"/>
                  </a:lnTo>
                  <a:lnTo>
                    <a:pt x="16109" y="20520"/>
                  </a:lnTo>
                  <a:lnTo>
                    <a:pt x="981" y="20520"/>
                  </a:lnTo>
                  <a:cubicBezTo>
                    <a:pt x="981" y="20520"/>
                    <a:pt x="981" y="11447"/>
                    <a:pt x="981" y="11447"/>
                  </a:cubicBezTo>
                  <a:close/>
                  <a:moveTo>
                    <a:pt x="20618" y="1080"/>
                  </a:moveTo>
                  <a:lnTo>
                    <a:pt x="20618" y="16059"/>
                  </a:lnTo>
                  <a:lnTo>
                    <a:pt x="17427" y="12245"/>
                  </a:lnTo>
                  <a:cubicBezTo>
                    <a:pt x="17240" y="12013"/>
                    <a:pt x="16972" y="11880"/>
                    <a:pt x="16690" y="11880"/>
                  </a:cubicBezTo>
                  <a:cubicBezTo>
                    <a:pt x="16409" y="11880"/>
                    <a:pt x="16141" y="12013"/>
                    <a:pt x="15954" y="12245"/>
                  </a:cubicBezTo>
                  <a:lnTo>
                    <a:pt x="13399" y="15433"/>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20"/>
                  </a:lnTo>
                  <a:cubicBezTo>
                    <a:pt x="0" y="21117"/>
                    <a:pt x="439" y="21600"/>
                    <a:pt x="981" y="21600"/>
                  </a:cubicBezTo>
                  <a:lnTo>
                    <a:pt x="20618" y="21600"/>
                  </a:lnTo>
                  <a:cubicBezTo>
                    <a:pt x="21160" y="21600"/>
                    <a:pt x="21600" y="21117"/>
                    <a:pt x="21600" y="20520"/>
                  </a:cubicBezTo>
                  <a:lnTo>
                    <a:pt x="21600" y="1080"/>
                  </a:lnTo>
                  <a:cubicBezTo>
                    <a:pt x="21600" y="483"/>
                    <a:pt x="21160" y="0"/>
                    <a:pt x="20618"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5" name="Shape 7755"/>
            <p:cNvSpPr/>
            <p:nvPr/>
          </p:nvSpPr>
          <p:spPr>
            <a:xfrm>
              <a:off x="572372" y="203094"/>
              <a:ext cx="215622" cy="174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3600"/>
                  </a:moveTo>
                  <a:cubicBezTo>
                    <a:pt x="14769" y="3600"/>
                    <a:pt x="17999" y="6827"/>
                    <a:pt x="17999" y="10801"/>
                  </a:cubicBezTo>
                  <a:cubicBezTo>
                    <a:pt x="17999" y="14770"/>
                    <a:pt x="14769" y="18001"/>
                    <a:pt x="10800" y="18001"/>
                  </a:cubicBezTo>
                  <a:cubicBezTo>
                    <a:pt x="6830" y="18001"/>
                    <a:pt x="3600" y="14770"/>
                    <a:pt x="3600" y="10801"/>
                  </a:cubicBezTo>
                  <a:cubicBezTo>
                    <a:pt x="3600" y="6827"/>
                    <a:pt x="6830" y="3600"/>
                    <a:pt x="10800" y="3600"/>
                  </a:cubicBezTo>
                  <a:moveTo>
                    <a:pt x="10800" y="21600"/>
                  </a:moveTo>
                  <a:cubicBezTo>
                    <a:pt x="16766" y="21600"/>
                    <a:pt x="21600" y="16763"/>
                    <a:pt x="21600" y="10801"/>
                  </a:cubicBezTo>
                  <a:cubicBezTo>
                    <a:pt x="21600" y="4833"/>
                    <a:pt x="16766" y="0"/>
                    <a:pt x="10800" y="0"/>
                  </a:cubicBezTo>
                  <a:cubicBezTo>
                    <a:pt x="4833" y="0"/>
                    <a:pt x="0" y="4833"/>
                    <a:pt x="0" y="10801"/>
                  </a:cubicBezTo>
                  <a:cubicBezTo>
                    <a:pt x="0" y="16763"/>
                    <a:pt x="4833" y="21600"/>
                    <a:pt x="10800" y="2160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sp>
        <p:nvSpPr>
          <p:cNvPr id="7757" name="Shape 7757"/>
          <p:cNvSpPr/>
          <p:nvPr/>
        </p:nvSpPr>
        <p:spPr>
          <a:xfrm>
            <a:off x="16400087" y="4761958"/>
            <a:ext cx="928205" cy="9281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35" y="9811"/>
                </a:moveTo>
                <a:cubicBezTo>
                  <a:pt x="20220" y="10144"/>
                  <a:pt x="20081" y="10800"/>
                  <a:pt x="18899" y="10800"/>
                </a:cubicBezTo>
                <a:lnTo>
                  <a:pt x="17549" y="10800"/>
                </a:lnTo>
                <a:cubicBezTo>
                  <a:pt x="17363" y="10800"/>
                  <a:pt x="17212" y="10951"/>
                  <a:pt x="17212" y="11138"/>
                </a:cubicBezTo>
                <a:cubicBezTo>
                  <a:pt x="17212" y="11325"/>
                  <a:pt x="17363" y="11476"/>
                  <a:pt x="17549" y="11476"/>
                </a:cubicBezTo>
                <a:lnTo>
                  <a:pt x="18858" y="11476"/>
                </a:lnTo>
                <a:cubicBezTo>
                  <a:pt x="19870" y="11476"/>
                  <a:pt x="20003" y="12315"/>
                  <a:pt x="19938" y="12720"/>
                </a:cubicBezTo>
                <a:cubicBezTo>
                  <a:pt x="19855" y="13224"/>
                  <a:pt x="19618" y="14176"/>
                  <a:pt x="18478" y="14176"/>
                </a:cubicBezTo>
                <a:lnTo>
                  <a:pt x="16874" y="14176"/>
                </a:lnTo>
                <a:cubicBezTo>
                  <a:pt x="16688" y="14176"/>
                  <a:pt x="16537" y="14326"/>
                  <a:pt x="16537" y="14513"/>
                </a:cubicBezTo>
                <a:cubicBezTo>
                  <a:pt x="16537" y="14700"/>
                  <a:pt x="16688" y="14851"/>
                  <a:pt x="16874" y="14851"/>
                </a:cubicBezTo>
                <a:lnTo>
                  <a:pt x="18203" y="14851"/>
                </a:lnTo>
                <a:cubicBezTo>
                  <a:pt x="19343" y="14851"/>
                  <a:pt x="19243" y="15719"/>
                  <a:pt x="19079" y="16238"/>
                </a:cubicBezTo>
                <a:cubicBezTo>
                  <a:pt x="18864" y="16919"/>
                  <a:pt x="18732" y="17550"/>
                  <a:pt x="17297" y="17550"/>
                </a:cubicBezTo>
                <a:lnTo>
                  <a:pt x="16196" y="17550"/>
                </a:lnTo>
                <a:cubicBezTo>
                  <a:pt x="16009" y="17550"/>
                  <a:pt x="15859" y="17701"/>
                  <a:pt x="15859" y="17888"/>
                </a:cubicBezTo>
                <a:cubicBezTo>
                  <a:pt x="15859" y="18074"/>
                  <a:pt x="16009" y="18226"/>
                  <a:pt x="16196" y="18226"/>
                </a:cubicBezTo>
                <a:lnTo>
                  <a:pt x="17255" y="18226"/>
                </a:lnTo>
                <a:cubicBezTo>
                  <a:pt x="17993" y="18226"/>
                  <a:pt x="18027" y="18924"/>
                  <a:pt x="17950" y="19175"/>
                </a:cubicBezTo>
                <a:cubicBezTo>
                  <a:pt x="17866" y="19449"/>
                  <a:pt x="17767" y="19652"/>
                  <a:pt x="17762" y="19661"/>
                </a:cubicBezTo>
                <a:cubicBezTo>
                  <a:pt x="17558" y="20029"/>
                  <a:pt x="17229" y="20250"/>
                  <a:pt x="16534" y="20250"/>
                </a:cubicBezTo>
                <a:lnTo>
                  <a:pt x="12844" y="20250"/>
                </a:lnTo>
                <a:cubicBezTo>
                  <a:pt x="10990" y="20250"/>
                  <a:pt x="9151" y="19830"/>
                  <a:pt x="9104" y="19819"/>
                </a:cubicBezTo>
                <a:cubicBezTo>
                  <a:pt x="6299" y="19173"/>
                  <a:pt x="6152" y="19123"/>
                  <a:pt x="5976" y="19073"/>
                </a:cubicBezTo>
                <a:cubicBezTo>
                  <a:pt x="5976" y="19073"/>
                  <a:pt x="5405" y="18977"/>
                  <a:pt x="5405" y="18479"/>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6"/>
                </a:moveTo>
                <a:cubicBezTo>
                  <a:pt x="4724" y="19949"/>
                  <a:pt x="4423" y="20250"/>
                  <a:pt x="4049" y="20250"/>
                </a:cubicBezTo>
                <a:lnTo>
                  <a:pt x="2024" y="20250"/>
                </a:lnTo>
                <a:cubicBezTo>
                  <a:pt x="1652" y="20250"/>
                  <a:pt x="1349" y="19949"/>
                  <a:pt x="1349" y="19576"/>
                </a:cubicBezTo>
                <a:lnTo>
                  <a:pt x="1349" y="8774"/>
                </a:lnTo>
                <a:cubicBezTo>
                  <a:pt x="1349" y="8401"/>
                  <a:pt x="1652" y="8100"/>
                  <a:pt x="2024" y="8100"/>
                </a:cubicBezTo>
                <a:lnTo>
                  <a:pt x="4049" y="8100"/>
                </a:lnTo>
                <a:cubicBezTo>
                  <a:pt x="4423" y="8100"/>
                  <a:pt x="4724" y="8401"/>
                  <a:pt x="4724" y="8774"/>
                </a:cubicBezTo>
                <a:cubicBezTo>
                  <a:pt x="4724" y="8774"/>
                  <a:pt x="4724" y="19576"/>
                  <a:pt x="4724" y="19576"/>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6"/>
                </a:lnTo>
                <a:cubicBezTo>
                  <a:pt x="0" y="20692"/>
                  <a:pt x="908" y="21600"/>
                  <a:pt x="2024" y="21600"/>
                </a:cubicBezTo>
                <a:lnTo>
                  <a:pt x="4049" y="21600"/>
                </a:lnTo>
                <a:cubicBezTo>
                  <a:pt x="4853" y="21600"/>
                  <a:pt x="5525" y="21115"/>
                  <a:pt x="5850" y="20435"/>
                </a:cubicBezTo>
                <a:cubicBezTo>
                  <a:pt x="5859" y="20438"/>
                  <a:pt x="5873" y="20442"/>
                  <a:pt x="5882" y="20443"/>
                </a:cubicBezTo>
                <a:cubicBezTo>
                  <a:pt x="5927" y="20455"/>
                  <a:pt x="5979" y="20468"/>
                  <a:pt x="6044" y="20486"/>
                </a:cubicBezTo>
                <a:cubicBezTo>
                  <a:pt x="6056" y="20488"/>
                  <a:pt x="6062" y="20489"/>
                  <a:pt x="6074" y="20493"/>
                </a:cubicBezTo>
                <a:cubicBezTo>
                  <a:pt x="6464" y="20589"/>
                  <a:pt x="7212" y="20769"/>
                  <a:pt x="8812" y="21136"/>
                </a:cubicBezTo>
                <a:cubicBezTo>
                  <a:pt x="9155" y="21214"/>
                  <a:pt x="10966" y="21600"/>
                  <a:pt x="12844" y="21600"/>
                </a:cubicBezTo>
                <a:lnTo>
                  <a:pt x="16534" y="21600"/>
                </a:lnTo>
                <a:cubicBezTo>
                  <a:pt x="17659" y="21600"/>
                  <a:pt x="18469" y="21168"/>
                  <a:pt x="18952" y="20299"/>
                </a:cubicBezTo>
                <a:cubicBezTo>
                  <a:pt x="18958" y="20286"/>
                  <a:pt x="19114" y="19983"/>
                  <a:pt x="19240" y="19573"/>
                </a:cubicBezTo>
                <a:cubicBezTo>
                  <a:pt x="19336" y="19264"/>
                  <a:pt x="19371" y="18828"/>
                  <a:pt x="19256" y="18385"/>
                </a:cubicBezTo>
                <a:cubicBezTo>
                  <a:pt x="19981" y="17887"/>
                  <a:pt x="20214" y="17134"/>
                  <a:pt x="20366" y="16644"/>
                </a:cubicBezTo>
                <a:cubicBezTo>
                  <a:pt x="20620" y="15839"/>
                  <a:pt x="20544" y="15236"/>
                  <a:pt x="20367" y="14804"/>
                </a:cubicBezTo>
                <a:cubicBezTo>
                  <a:pt x="20775" y="14419"/>
                  <a:pt x="21122" y="13832"/>
                  <a:pt x="21269" y="12936"/>
                </a:cubicBezTo>
                <a:cubicBezTo>
                  <a:pt x="21361" y="12381"/>
                  <a:pt x="21263" y="11810"/>
                  <a:pt x="21007" y="11335"/>
                </a:cubicBezTo>
                <a:cubicBezTo>
                  <a:pt x="21389" y="10906"/>
                  <a:pt x="21564" y="10365"/>
                  <a:pt x="21583" y="9865"/>
                </a:cubicBezTo>
                <a:lnTo>
                  <a:pt x="21591" y="9724"/>
                </a:lnTo>
                <a:cubicBezTo>
                  <a:pt x="21596" y="9635"/>
                  <a:pt x="21600" y="9581"/>
                  <a:pt x="21600" y="9386"/>
                </a:cubicBezTo>
                <a:cubicBezTo>
                  <a:pt x="21600" y="8533"/>
                  <a:pt x="21010" y="7446"/>
                  <a:pt x="19686" y="7069"/>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8" name="Shape 7758"/>
          <p:cNvSpPr/>
          <p:nvPr/>
        </p:nvSpPr>
        <p:spPr>
          <a:xfrm>
            <a:off x="16487354" y="5515629"/>
            <a:ext cx="87270" cy="87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4401"/>
                </a:moveTo>
                <a:cubicBezTo>
                  <a:pt x="8820" y="14401"/>
                  <a:pt x="7200" y="12783"/>
                  <a:pt x="7200" y="10801"/>
                </a:cubicBezTo>
                <a:cubicBezTo>
                  <a:pt x="7200" y="8817"/>
                  <a:pt x="8820" y="7200"/>
                  <a:pt x="10800" y="7200"/>
                </a:cubicBezTo>
                <a:cubicBezTo>
                  <a:pt x="12779" y="7200"/>
                  <a:pt x="14400" y="8817"/>
                  <a:pt x="14400" y="10801"/>
                </a:cubicBezTo>
                <a:cubicBezTo>
                  <a:pt x="14400" y="12783"/>
                  <a:pt x="12779" y="14401"/>
                  <a:pt x="10800" y="14401"/>
                </a:cubicBezTo>
                <a:moveTo>
                  <a:pt x="10800" y="0"/>
                </a:moveTo>
                <a:cubicBezTo>
                  <a:pt x="4837" y="0"/>
                  <a:pt x="0" y="4837"/>
                  <a:pt x="0" y="10801"/>
                </a:cubicBezTo>
                <a:cubicBezTo>
                  <a:pt x="0" y="16763"/>
                  <a:pt x="4837" y="21600"/>
                  <a:pt x="10800" y="21600"/>
                </a:cubicBezTo>
                <a:cubicBezTo>
                  <a:pt x="16762" y="21600"/>
                  <a:pt x="21600" y="16763"/>
                  <a:pt x="21600" y="10801"/>
                </a:cubicBezTo>
                <a:cubicBezTo>
                  <a:pt x="21600" y="4837"/>
                  <a:pt x="16762"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59" name="Shape 7759"/>
          <p:cNvSpPr/>
          <p:nvPr/>
        </p:nvSpPr>
        <p:spPr>
          <a:xfrm>
            <a:off x="14543678" y="4906347"/>
            <a:ext cx="928205" cy="6092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0" name="Shape 7760"/>
          <p:cNvSpPr/>
          <p:nvPr/>
        </p:nvSpPr>
        <p:spPr>
          <a:xfrm>
            <a:off x="12685685" y="4761958"/>
            <a:ext cx="929792" cy="9281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18901"/>
                </a:moveTo>
                <a:cubicBezTo>
                  <a:pt x="20249" y="19644"/>
                  <a:pt x="19644" y="20250"/>
                  <a:pt x="18899" y="20250"/>
                </a:cubicBezTo>
                <a:lnTo>
                  <a:pt x="2699" y="20250"/>
                </a:lnTo>
                <a:cubicBezTo>
                  <a:pt x="1955" y="20250"/>
                  <a:pt x="1349" y="19644"/>
                  <a:pt x="1349" y="18901"/>
                </a:cubicBezTo>
                <a:lnTo>
                  <a:pt x="1349" y="5400"/>
                </a:lnTo>
                <a:cubicBezTo>
                  <a:pt x="1349" y="5027"/>
                  <a:pt x="1652" y="4725"/>
                  <a:pt x="2024" y="4725"/>
                </a:cubicBezTo>
                <a:lnTo>
                  <a:pt x="2699" y="4725"/>
                </a:lnTo>
                <a:lnTo>
                  <a:pt x="2699" y="18226"/>
                </a:lnTo>
                <a:cubicBezTo>
                  <a:pt x="2699" y="18599"/>
                  <a:pt x="3001" y="18901"/>
                  <a:pt x="3374" y="18901"/>
                </a:cubicBezTo>
                <a:cubicBezTo>
                  <a:pt x="3748" y="18901"/>
                  <a:pt x="4049" y="18599"/>
                  <a:pt x="4049" y="18226"/>
                </a:cubicBezTo>
                <a:lnTo>
                  <a:pt x="4049" y="2025"/>
                </a:lnTo>
                <a:cubicBezTo>
                  <a:pt x="4049" y="1652"/>
                  <a:pt x="4352" y="1350"/>
                  <a:pt x="4724" y="1350"/>
                </a:cubicBezTo>
                <a:lnTo>
                  <a:pt x="19575" y="1350"/>
                </a:lnTo>
                <a:cubicBezTo>
                  <a:pt x="19947" y="1350"/>
                  <a:pt x="20249" y="1652"/>
                  <a:pt x="20249" y="2025"/>
                </a:cubicBezTo>
                <a:cubicBezTo>
                  <a:pt x="20249" y="2025"/>
                  <a:pt x="20249" y="18901"/>
                  <a:pt x="20249" y="18901"/>
                </a:cubicBezTo>
                <a:close/>
                <a:moveTo>
                  <a:pt x="19575" y="0"/>
                </a:moveTo>
                <a:lnTo>
                  <a:pt x="4724" y="0"/>
                </a:lnTo>
                <a:cubicBezTo>
                  <a:pt x="3606" y="0"/>
                  <a:pt x="2699" y="905"/>
                  <a:pt x="2699" y="2025"/>
                </a:cubicBezTo>
                <a:lnTo>
                  <a:pt x="2699" y="3375"/>
                </a:lnTo>
                <a:lnTo>
                  <a:pt x="2024" y="3375"/>
                </a:lnTo>
                <a:cubicBezTo>
                  <a:pt x="906" y="3375"/>
                  <a:pt x="0" y="4280"/>
                  <a:pt x="0" y="5400"/>
                </a:cubicBezTo>
                <a:lnTo>
                  <a:pt x="0" y="18901"/>
                </a:lnTo>
                <a:cubicBezTo>
                  <a:pt x="0" y="20392"/>
                  <a:pt x="1208" y="21600"/>
                  <a:pt x="2699" y="21600"/>
                </a:cubicBezTo>
                <a:lnTo>
                  <a:pt x="18899" y="21600"/>
                </a:lnTo>
                <a:cubicBezTo>
                  <a:pt x="20391" y="21600"/>
                  <a:pt x="21600" y="20392"/>
                  <a:pt x="21600" y="18901"/>
                </a:cubicBezTo>
                <a:lnTo>
                  <a:pt x="21600" y="2025"/>
                </a:lnTo>
                <a:cubicBezTo>
                  <a:pt x="21600" y="905"/>
                  <a:pt x="20693" y="0"/>
                  <a:pt x="19575"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1" name="Shape 7761"/>
          <p:cNvSpPr/>
          <p:nvPr/>
        </p:nvSpPr>
        <p:spPr>
          <a:xfrm>
            <a:off x="13237846" y="5109441"/>
            <a:ext cx="260215" cy="30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lnTo>
                  <a:pt x="20400" y="21600"/>
                </a:lnTo>
                <a:cubicBezTo>
                  <a:pt x="21062" y="21600"/>
                  <a:pt x="21600" y="16749"/>
                  <a:pt x="21600" y="10800"/>
                </a:cubicBezTo>
                <a:cubicBezTo>
                  <a:pt x="21600" y="4830"/>
                  <a:pt x="21062" y="0"/>
                  <a:pt x="20400" y="0"/>
                </a:cubicBezTo>
                <a:lnTo>
                  <a:pt x="1200" y="0"/>
                </a:lnTo>
                <a:cubicBezTo>
                  <a:pt x="537" y="0"/>
                  <a:pt x="0" y="4830"/>
                  <a:pt x="0" y="10800"/>
                </a:cubicBezTo>
                <a:cubicBezTo>
                  <a:pt x="0" y="16749"/>
                  <a:pt x="537" y="21600"/>
                  <a:pt x="12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2" name="Shape 7762"/>
          <p:cNvSpPr/>
          <p:nvPr/>
        </p:nvSpPr>
        <p:spPr>
          <a:xfrm>
            <a:off x="13237846" y="5022172"/>
            <a:ext cx="260215" cy="30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lnTo>
                  <a:pt x="20400" y="21600"/>
                </a:lnTo>
                <a:cubicBezTo>
                  <a:pt x="21062" y="21600"/>
                  <a:pt x="21600" y="16749"/>
                  <a:pt x="21600" y="10800"/>
                </a:cubicBezTo>
                <a:cubicBezTo>
                  <a:pt x="21600" y="4830"/>
                  <a:pt x="21062" y="0"/>
                  <a:pt x="20400" y="0"/>
                </a:cubicBezTo>
                <a:lnTo>
                  <a:pt x="1200" y="0"/>
                </a:lnTo>
                <a:cubicBezTo>
                  <a:pt x="537" y="0"/>
                  <a:pt x="0" y="4830"/>
                  <a:pt x="0" y="10800"/>
                </a:cubicBezTo>
                <a:cubicBezTo>
                  <a:pt x="0" y="16749"/>
                  <a:pt x="537" y="21600"/>
                  <a:pt x="12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3" name="Shape 7763"/>
          <p:cNvSpPr/>
          <p:nvPr/>
        </p:nvSpPr>
        <p:spPr>
          <a:xfrm>
            <a:off x="13237846" y="4934905"/>
            <a:ext cx="260215" cy="30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21600"/>
                </a:moveTo>
                <a:lnTo>
                  <a:pt x="20400" y="21600"/>
                </a:lnTo>
                <a:cubicBezTo>
                  <a:pt x="21062" y="21600"/>
                  <a:pt x="21600" y="16749"/>
                  <a:pt x="21600" y="10800"/>
                </a:cubicBezTo>
                <a:cubicBezTo>
                  <a:pt x="21600" y="4830"/>
                  <a:pt x="21062" y="0"/>
                  <a:pt x="20400" y="0"/>
                </a:cubicBezTo>
                <a:lnTo>
                  <a:pt x="1200" y="0"/>
                </a:lnTo>
                <a:cubicBezTo>
                  <a:pt x="537" y="0"/>
                  <a:pt x="0" y="4830"/>
                  <a:pt x="0" y="10800"/>
                </a:cubicBezTo>
                <a:cubicBezTo>
                  <a:pt x="0" y="16749"/>
                  <a:pt x="537" y="21600"/>
                  <a:pt x="12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4" name="Shape 7764"/>
          <p:cNvSpPr/>
          <p:nvPr/>
        </p:nvSpPr>
        <p:spPr>
          <a:xfrm>
            <a:off x="12918925" y="5545775"/>
            <a:ext cx="260215"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lnTo>
                  <a:pt x="1200" y="0"/>
                </a:lnTo>
                <a:cubicBezTo>
                  <a:pt x="537" y="0"/>
                  <a:pt x="0" y="4851"/>
                  <a:pt x="0" y="10801"/>
                </a:cubicBezTo>
                <a:cubicBezTo>
                  <a:pt x="0" y="16791"/>
                  <a:pt x="537" y="21600"/>
                  <a:pt x="1200" y="21600"/>
                </a:cubicBezTo>
                <a:lnTo>
                  <a:pt x="20400" y="21600"/>
                </a:lnTo>
                <a:cubicBezTo>
                  <a:pt x="21062" y="21600"/>
                  <a:pt x="21600" y="16791"/>
                  <a:pt x="21600" y="10801"/>
                </a:cubicBezTo>
                <a:cubicBezTo>
                  <a:pt x="21600" y="4851"/>
                  <a:pt x="21062" y="0"/>
                  <a:pt x="204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5" name="Shape 7765"/>
          <p:cNvSpPr/>
          <p:nvPr/>
        </p:nvSpPr>
        <p:spPr>
          <a:xfrm>
            <a:off x="12918925" y="5458509"/>
            <a:ext cx="260215" cy="285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lnTo>
                  <a:pt x="1200" y="0"/>
                </a:lnTo>
                <a:cubicBezTo>
                  <a:pt x="537" y="0"/>
                  <a:pt x="0" y="4851"/>
                  <a:pt x="0" y="10801"/>
                </a:cubicBezTo>
                <a:cubicBezTo>
                  <a:pt x="0" y="16791"/>
                  <a:pt x="537" y="21600"/>
                  <a:pt x="1200" y="21600"/>
                </a:cubicBezTo>
                <a:lnTo>
                  <a:pt x="20400" y="21600"/>
                </a:lnTo>
                <a:cubicBezTo>
                  <a:pt x="21062" y="21600"/>
                  <a:pt x="21600" y="16791"/>
                  <a:pt x="21600" y="10801"/>
                </a:cubicBezTo>
                <a:cubicBezTo>
                  <a:pt x="21600" y="4851"/>
                  <a:pt x="21062" y="0"/>
                  <a:pt x="204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6" name="Shape 7766"/>
          <p:cNvSpPr/>
          <p:nvPr/>
        </p:nvSpPr>
        <p:spPr>
          <a:xfrm>
            <a:off x="12918925" y="5371240"/>
            <a:ext cx="260215"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lnTo>
                  <a:pt x="1200" y="0"/>
                </a:lnTo>
                <a:cubicBezTo>
                  <a:pt x="537" y="0"/>
                  <a:pt x="0" y="4851"/>
                  <a:pt x="0" y="10801"/>
                </a:cubicBezTo>
                <a:cubicBezTo>
                  <a:pt x="0" y="16791"/>
                  <a:pt x="537" y="21600"/>
                  <a:pt x="1200" y="21600"/>
                </a:cubicBezTo>
                <a:lnTo>
                  <a:pt x="20400" y="21600"/>
                </a:lnTo>
                <a:cubicBezTo>
                  <a:pt x="21062" y="21600"/>
                  <a:pt x="21600" y="16791"/>
                  <a:pt x="21600" y="10801"/>
                </a:cubicBezTo>
                <a:cubicBezTo>
                  <a:pt x="21600" y="4851"/>
                  <a:pt x="21062" y="0"/>
                  <a:pt x="204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7" name="Shape 7767"/>
          <p:cNvSpPr/>
          <p:nvPr/>
        </p:nvSpPr>
        <p:spPr>
          <a:xfrm>
            <a:off x="13237846" y="5545775"/>
            <a:ext cx="260215"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lnTo>
                  <a:pt x="1200" y="0"/>
                </a:lnTo>
                <a:cubicBezTo>
                  <a:pt x="537" y="0"/>
                  <a:pt x="0" y="4851"/>
                  <a:pt x="0" y="10801"/>
                </a:cubicBezTo>
                <a:cubicBezTo>
                  <a:pt x="0" y="16791"/>
                  <a:pt x="537" y="21600"/>
                  <a:pt x="1200" y="21600"/>
                </a:cubicBezTo>
                <a:lnTo>
                  <a:pt x="20400" y="21600"/>
                </a:lnTo>
                <a:cubicBezTo>
                  <a:pt x="21062" y="21600"/>
                  <a:pt x="21600" y="16791"/>
                  <a:pt x="21600" y="10801"/>
                </a:cubicBezTo>
                <a:cubicBezTo>
                  <a:pt x="21600" y="4851"/>
                  <a:pt x="21062" y="0"/>
                  <a:pt x="204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8" name="Shape 7768"/>
          <p:cNvSpPr/>
          <p:nvPr/>
        </p:nvSpPr>
        <p:spPr>
          <a:xfrm>
            <a:off x="13237846" y="5458509"/>
            <a:ext cx="260215" cy="285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lnTo>
                  <a:pt x="1200" y="0"/>
                </a:lnTo>
                <a:cubicBezTo>
                  <a:pt x="537" y="0"/>
                  <a:pt x="0" y="4851"/>
                  <a:pt x="0" y="10801"/>
                </a:cubicBezTo>
                <a:cubicBezTo>
                  <a:pt x="0" y="16791"/>
                  <a:pt x="537" y="21600"/>
                  <a:pt x="1200" y="21600"/>
                </a:cubicBezTo>
                <a:lnTo>
                  <a:pt x="20400" y="21600"/>
                </a:lnTo>
                <a:cubicBezTo>
                  <a:pt x="21062" y="21600"/>
                  <a:pt x="21600" y="16791"/>
                  <a:pt x="21600" y="10801"/>
                </a:cubicBezTo>
                <a:cubicBezTo>
                  <a:pt x="21600" y="4851"/>
                  <a:pt x="21062" y="0"/>
                  <a:pt x="204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69" name="Shape 7769"/>
          <p:cNvSpPr/>
          <p:nvPr/>
        </p:nvSpPr>
        <p:spPr>
          <a:xfrm>
            <a:off x="13237846" y="5371240"/>
            <a:ext cx="260215"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0"/>
                </a:moveTo>
                <a:lnTo>
                  <a:pt x="1200" y="0"/>
                </a:lnTo>
                <a:cubicBezTo>
                  <a:pt x="537" y="0"/>
                  <a:pt x="0" y="4851"/>
                  <a:pt x="0" y="10801"/>
                </a:cubicBezTo>
                <a:cubicBezTo>
                  <a:pt x="0" y="16791"/>
                  <a:pt x="537" y="21600"/>
                  <a:pt x="1200" y="21600"/>
                </a:cubicBezTo>
                <a:lnTo>
                  <a:pt x="20400" y="21600"/>
                </a:lnTo>
                <a:cubicBezTo>
                  <a:pt x="21062" y="21600"/>
                  <a:pt x="21600" y="16791"/>
                  <a:pt x="21600" y="10801"/>
                </a:cubicBezTo>
                <a:cubicBezTo>
                  <a:pt x="21600" y="4851"/>
                  <a:pt x="21062" y="0"/>
                  <a:pt x="204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0" name="Shape 7770"/>
          <p:cNvSpPr/>
          <p:nvPr/>
        </p:nvSpPr>
        <p:spPr>
          <a:xfrm>
            <a:off x="12918925" y="5196707"/>
            <a:ext cx="579137"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0" y="0"/>
                </a:moveTo>
                <a:lnTo>
                  <a:pt x="540" y="0"/>
                </a:lnTo>
                <a:cubicBezTo>
                  <a:pt x="242" y="0"/>
                  <a:pt x="0" y="4851"/>
                  <a:pt x="0" y="10801"/>
                </a:cubicBezTo>
                <a:cubicBezTo>
                  <a:pt x="0" y="16770"/>
                  <a:pt x="242" y="21600"/>
                  <a:pt x="540" y="21600"/>
                </a:cubicBezTo>
                <a:lnTo>
                  <a:pt x="21060" y="21600"/>
                </a:lnTo>
                <a:cubicBezTo>
                  <a:pt x="21357" y="21600"/>
                  <a:pt x="21600" y="16770"/>
                  <a:pt x="21600" y="10801"/>
                </a:cubicBezTo>
                <a:cubicBezTo>
                  <a:pt x="21600" y="4851"/>
                  <a:pt x="21357" y="0"/>
                  <a:pt x="2106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1" name="Shape 7771"/>
          <p:cNvSpPr/>
          <p:nvPr/>
        </p:nvSpPr>
        <p:spPr>
          <a:xfrm>
            <a:off x="12918925" y="5283973"/>
            <a:ext cx="579137"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60" y="0"/>
                </a:moveTo>
                <a:lnTo>
                  <a:pt x="540" y="0"/>
                </a:lnTo>
                <a:cubicBezTo>
                  <a:pt x="242" y="0"/>
                  <a:pt x="0" y="4851"/>
                  <a:pt x="0" y="10801"/>
                </a:cubicBezTo>
                <a:cubicBezTo>
                  <a:pt x="0" y="16791"/>
                  <a:pt x="242" y="21600"/>
                  <a:pt x="540" y="21600"/>
                </a:cubicBezTo>
                <a:lnTo>
                  <a:pt x="21060" y="21600"/>
                </a:lnTo>
                <a:cubicBezTo>
                  <a:pt x="21357" y="21600"/>
                  <a:pt x="21600" y="16791"/>
                  <a:pt x="21600" y="10801"/>
                </a:cubicBezTo>
                <a:cubicBezTo>
                  <a:pt x="21600" y="4851"/>
                  <a:pt x="21357" y="0"/>
                  <a:pt x="2106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2" name="Shape 7772"/>
          <p:cNvSpPr/>
          <p:nvPr/>
        </p:nvSpPr>
        <p:spPr>
          <a:xfrm>
            <a:off x="12918925" y="4877785"/>
            <a:ext cx="260215" cy="2602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99" y="4792"/>
                </a:moveTo>
                <a:lnTo>
                  <a:pt x="16800" y="4792"/>
                </a:lnTo>
                <a:lnTo>
                  <a:pt x="16800" y="16797"/>
                </a:lnTo>
                <a:lnTo>
                  <a:pt x="4799" y="16797"/>
                </a:lnTo>
                <a:cubicBezTo>
                  <a:pt x="4799" y="16797"/>
                  <a:pt x="4799" y="4792"/>
                  <a:pt x="4799" y="4792"/>
                </a:cubicBezTo>
                <a:close/>
                <a:moveTo>
                  <a:pt x="2399" y="21600"/>
                </a:moveTo>
                <a:lnTo>
                  <a:pt x="19199" y="21600"/>
                </a:lnTo>
                <a:cubicBezTo>
                  <a:pt x="20527" y="21600"/>
                  <a:pt x="21600" y="20523"/>
                  <a:pt x="21600" y="19198"/>
                </a:cubicBezTo>
                <a:lnTo>
                  <a:pt x="21600" y="2401"/>
                </a:lnTo>
                <a:cubicBezTo>
                  <a:pt x="21600" y="1076"/>
                  <a:pt x="20527" y="0"/>
                  <a:pt x="19199" y="0"/>
                </a:cubicBezTo>
                <a:lnTo>
                  <a:pt x="2399" y="0"/>
                </a:lnTo>
                <a:cubicBezTo>
                  <a:pt x="1072" y="0"/>
                  <a:pt x="0" y="1076"/>
                  <a:pt x="0" y="2401"/>
                </a:cubicBezTo>
                <a:lnTo>
                  <a:pt x="0" y="19198"/>
                </a:lnTo>
                <a:cubicBezTo>
                  <a:pt x="0" y="20523"/>
                  <a:pt x="1072" y="21600"/>
                  <a:pt x="2399"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3" name="Shape 7773"/>
          <p:cNvSpPr/>
          <p:nvPr/>
        </p:nvSpPr>
        <p:spPr>
          <a:xfrm>
            <a:off x="10853078" y="10343875"/>
            <a:ext cx="637845" cy="9297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4" name="Shape 7774"/>
          <p:cNvSpPr/>
          <p:nvPr/>
        </p:nvSpPr>
        <p:spPr>
          <a:xfrm>
            <a:off x="11113292" y="10431142"/>
            <a:ext cx="117416"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1"/>
                </a:moveTo>
                <a:cubicBezTo>
                  <a:pt x="21600" y="16759"/>
                  <a:pt x="20387" y="21600"/>
                  <a:pt x="18899" y="21600"/>
                </a:cubicBezTo>
                <a:lnTo>
                  <a:pt x="2699" y="21600"/>
                </a:lnTo>
                <a:cubicBezTo>
                  <a:pt x="1202" y="21600"/>
                  <a:pt x="0" y="16759"/>
                  <a:pt x="0" y="10801"/>
                </a:cubicBezTo>
                <a:cubicBezTo>
                  <a:pt x="0" y="4841"/>
                  <a:pt x="1202" y="0"/>
                  <a:pt x="2699" y="0"/>
                </a:cubicBezTo>
                <a:lnTo>
                  <a:pt x="18899" y="0"/>
                </a:lnTo>
                <a:cubicBezTo>
                  <a:pt x="20387" y="0"/>
                  <a:pt x="21600" y="4841"/>
                  <a:pt x="21600" y="1080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5" name="Shape 7775"/>
          <p:cNvSpPr/>
          <p:nvPr/>
        </p:nvSpPr>
        <p:spPr>
          <a:xfrm>
            <a:off x="11143439" y="11157839"/>
            <a:ext cx="57121"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1"/>
                </a:moveTo>
                <a:cubicBezTo>
                  <a:pt x="21600" y="16770"/>
                  <a:pt x="19174" y="21600"/>
                  <a:pt x="16199" y="21600"/>
                </a:cubicBezTo>
                <a:lnTo>
                  <a:pt x="5399" y="21600"/>
                </a:lnTo>
                <a:cubicBezTo>
                  <a:pt x="2404" y="21600"/>
                  <a:pt x="0" y="16770"/>
                  <a:pt x="0" y="10801"/>
                </a:cubicBezTo>
                <a:cubicBezTo>
                  <a:pt x="0" y="4830"/>
                  <a:pt x="2404" y="0"/>
                  <a:pt x="5399" y="0"/>
                </a:cubicBezTo>
                <a:lnTo>
                  <a:pt x="16199" y="0"/>
                </a:lnTo>
                <a:cubicBezTo>
                  <a:pt x="19174" y="0"/>
                  <a:pt x="21600" y="4830"/>
                  <a:pt x="21600" y="1080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6" name="Shape 7776"/>
          <p:cNvSpPr/>
          <p:nvPr/>
        </p:nvSpPr>
        <p:spPr>
          <a:xfrm>
            <a:off x="8909402" y="10343875"/>
            <a:ext cx="812378" cy="929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50"/>
                </a:moveTo>
                <a:lnTo>
                  <a:pt x="5057" y="17550"/>
                </a:lnTo>
                <a:lnTo>
                  <a:pt x="4199" y="10800"/>
                </a:lnTo>
                <a:lnTo>
                  <a:pt x="17399" y="10800"/>
                </a:lnTo>
                <a:cubicBezTo>
                  <a:pt x="17399" y="10800"/>
                  <a:pt x="16542" y="17550"/>
                  <a:pt x="16542" y="17550"/>
                </a:cubicBezTo>
                <a:close/>
                <a:moveTo>
                  <a:pt x="5400" y="20250"/>
                </a:moveTo>
                <a:lnTo>
                  <a:pt x="5142" y="18226"/>
                </a:lnTo>
                <a:lnTo>
                  <a:pt x="16456" y="18226"/>
                </a:lnTo>
                <a:lnTo>
                  <a:pt x="16200" y="20250"/>
                </a:lnTo>
                <a:cubicBezTo>
                  <a:pt x="16200" y="20250"/>
                  <a:pt x="5400" y="20250"/>
                  <a:pt x="5400" y="20250"/>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9"/>
                </a:lnTo>
                <a:cubicBezTo>
                  <a:pt x="3953" y="21083"/>
                  <a:pt x="4614" y="21600"/>
                  <a:pt x="5400" y="21600"/>
                </a:cubicBezTo>
                <a:lnTo>
                  <a:pt x="16200" y="21600"/>
                </a:lnTo>
                <a:cubicBezTo>
                  <a:pt x="16986" y="21600"/>
                  <a:pt x="17646" y="21083"/>
                  <a:pt x="17732" y="20399"/>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7" name="Shape 7777"/>
          <p:cNvSpPr/>
          <p:nvPr/>
        </p:nvSpPr>
        <p:spPr>
          <a:xfrm>
            <a:off x="6994289" y="10402583"/>
            <a:ext cx="928205" cy="8123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8" name="Shape 7778"/>
          <p:cNvSpPr/>
          <p:nvPr/>
        </p:nvSpPr>
        <p:spPr>
          <a:xfrm>
            <a:off x="7110107" y="10518409"/>
            <a:ext cx="707676" cy="521992"/>
          </a:xfrm>
          <a:custGeom>
            <a:avLst/>
            <a:gdLst/>
            <a:ahLst/>
            <a:cxnLst>
              <a:cxn ang="0">
                <a:pos x="wd2" y="hd2"/>
              </a:cxn>
              <a:cxn ang="5400000">
                <a:pos x="wd2" y="hd2"/>
              </a:cxn>
              <a:cxn ang="10800000">
                <a:pos x="wd2" y="hd2"/>
              </a:cxn>
              <a:cxn ang="16200000">
                <a:pos x="wd2" y="hd2"/>
              </a:cxn>
            </a:cxnLst>
            <a:rect l="0" t="0" r="r" b="b"/>
            <a:pathLst>
              <a:path w="21520" h="21600" fill="norm" stroke="1" extrusionOk="0">
                <a:moveTo>
                  <a:pt x="18070" y="14400"/>
                </a:moveTo>
                <a:lnTo>
                  <a:pt x="16603" y="14400"/>
                </a:lnTo>
                <a:cubicBezTo>
                  <a:pt x="15931" y="14400"/>
                  <a:pt x="15325" y="14908"/>
                  <a:pt x="15024" y="15726"/>
                </a:cubicBezTo>
                <a:lnTo>
                  <a:pt x="13746" y="19200"/>
                </a:lnTo>
                <a:lnTo>
                  <a:pt x="7773" y="19200"/>
                </a:lnTo>
                <a:lnTo>
                  <a:pt x="6495" y="15726"/>
                </a:lnTo>
                <a:cubicBezTo>
                  <a:pt x="6194" y="14908"/>
                  <a:pt x="5588" y="14400"/>
                  <a:pt x="4916" y="14400"/>
                </a:cubicBezTo>
                <a:lnTo>
                  <a:pt x="1343" y="14400"/>
                </a:lnTo>
                <a:lnTo>
                  <a:pt x="3924" y="1200"/>
                </a:lnTo>
                <a:lnTo>
                  <a:pt x="17595" y="1200"/>
                </a:lnTo>
                <a:lnTo>
                  <a:pt x="20176" y="14400"/>
                </a:lnTo>
                <a:cubicBezTo>
                  <a:pt x="20176" y="14400"/>
                  <a:pt x="18070" y="14400"/>
                  <a:pt x="18070" y="14400"/>
                </a:cubicBezTo>
                <a:close/>
                <a:moveTo>
                  <a:pt x="17595" y="0"/>
                </a:moveTo>
                <a:lnTo>
                  <a:pt x="3924" y="0"/>
                </a:lnTo>
                <a:cubicBezTo>
                  <a:pt x="3524" y="0"/>
                  <a:pt x="3174" y="366"/>
                  <a:pt x="3071" y="891"/>
                </a:cubicBezTo>
                <a:lnTo>
                  <a:pt x="28" y="15292"/>
                </a:lnTo>
                <a:cubicBezTo>
                  <a:pt x="-40" y="15652"/>
                  <a:pt x="16" y="16036"/>
                  <a:pt x="183" y="16331"/>
                </a:cubicBezTo>
                <a:cubicBezTo>
                  <a:pt x="350" y="16626"/>
                  <a:pt x="609" y="16800"/>
                  <a:pt x="883" y="16800"/>
                </a:cubicBezTo>
                <a:lnTo>
                  <a:pt x="4916" y="16800"/>
                </a:lnTo>
                <a:lnTo>
                  <a:pt x="6194" y="20275"/>
                </a:lnTo>
                <a:cubicBezTo>
                  <a:pt x="6493" y="21087"/>
                  <a:pt x="7104" y="21600"/>
                  <a:pt x="7773" y="21600"/>
                </a:cubicBezTo>
                <a:lnTo>
                  <a:pt x="13746" y="21600"/>
                </a:lnTo>
                <a:cubicBezTo>
                  <a:pt x="14415" y="21600"/>
                  <a:pt x="15026" y="21087"/>
                  <a:pt x="15325" y="20275"/>
                </a:cubicBezTo>
                <a:lnTo>
                  <a:pt x="16603" y="16800"/>
                </a:lnTo>
                <a:lnTo>
                  <a:pt x="20636" y="16800"/>
                </a:lnTo>
                <a:cubicBezTo>
                  <a:pt x="20910" y="16800"/>
                  <a:pt x="21169" y="16626"/>
                  <a:pt x="21336" y="16331"/>
                </a:cubicBezTo>
                <a:cubicBezTo>
                  <a:pt x="21503" y="16036"/>
                  <a:pt x="21560" y="15652"/>
                  <a:pt x="21490" y="15292"/>
                </a:cubicBezTo>
                <a:lnTo>
                  <a:pt x="18448" y="891"/>
                </a:lnTo>
                <a:cubicBezTo>
                  <a:pt x="18345" y="366"/>
                  <a:pt x="17995" y="0"/>
                  <a:pt x="17595"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79" name="Shape 7779"/>
          <p:cNvSpPr/>
          <p:nvPr/>
        </p:nvSpPr>
        <p:spPr>
          <a:xfrm>
            <a:off x="5282267" y="10546970"/>
            <a:ext cx="333203" cy="218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0" name="Shape 7780"/>
          <p:cNvSpPr/>
          <p:nvPr/>
        </p:nvSpPr>
        <p:spPr>
          <a:xfrm>
            <a:off x="5136293" y="10402583"/>
            <a:ext cx="928205" cy="8123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1" name="Shape 7781"/>
          <p:cNvSpPr/>
          <p:nvPr/>
        </p:nvSpPr>
        <p:spPr>
          <a:xfrm>
            <a:off x="3279886" y="10518409"/>
            <a:ext cx="926575" cy="5806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1" y="19439"/>
                </a:moveTo>
                <a:cubicBezTo>
                  <a:pt x="7005" y="19439"/>
                  <a:pt x="3289" y="15989"/>
                  <a:pt x="1437" y="10798"/>
                </a:cubicBezTo>
                <a:cubicBezTo>
                  <a:pt x="3298" y="5598"/>
                  <a:pt x="7009" y="2161"/>
                  <a:pt x="10801" y="2161"/>
                </a:cubicBezTo>
                <a:cubicBezTo>
                  <a:pt x="14596" y="2161"/>
                  <a:pt x="18311" y="5611"/>
                  <a:pt x="20163" y="10802"/>
                </a:cubicBezTo>
                <a:cubicBezTo>
                  <a:pt x="18302" y="16001"/>
                  <a:pt x="14591" y="19439"/>
                  <a:pt x="10801" y="19439"/>
                </a:cubicBezTo>
                <a:moveTo>
                  <a:pt x="21577" y="10561"/>
                </a:moveTo>
                <a:cubicBezTo>
                  <a:pt x="21570" y="10516"/>
                  <a:pt x="21574" y="10467"/>
                  <a:pt x="21563" y="10423"/>
                </a:cubicBezTo>
                <a:cubicBezTo>
                  <a:pt x="21559" y="10406"/>
                  <a:pt x="21549" y="10395"/>
                  <a:pt x="21545" y="10378"/>
                </a:cubicBezTo>
                <a:cubicBezTo>
                  <a:pt x="21538" y="10352"/>
                  <a:pt x="21540" y="10322"/>
                  <a:pt x="21531" y="10297"/>
                </a:cubicBezTo>
                <a:cubicBezTo>
                  <a:pt x="19570" y="4298"/>
                  <a:pt x="15303" y="0"/>
                  <a:pt x="10801"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9"/>
                  <a:pt x="12" y="10956"/>
                  <a:pt x="24" y="11039"/>
                </a:cubicBezTo>
                <a:cubicBezTo>
                  <a:pt x="30" y="11084"/>
                  <a:pt x="26" y="11132"/>
                  <a:pt x="37" y="11176"/>
                </a:cubicBezTo>
                <a:cubicBezTo>
                  <a:pt x="41" y="11194"/>
                  <a:pt x="51" y="11205"/>
                  <a:pt x="55" y="11221"/>
                </a:cubicBezTo>
                <a:cubicBezTo>
                  <a:pt x="62" y="11248"/>
                  <a:pt x="61" y="11277"/>
                  <a:pt x="69" y="11303"/>
                </a:cubicBezTo>
                <a:cubicBezTo>
                  <a:pt x="2030" y="17301"/>
                  <a:pt x="6297" y="21600"/>
                  <a:pt x="10801" y="21600"/>
                </a:cubicBezTo>
                <a:cubicBezTo>
                  <a:pt x="15303" y="21600"/>
                  <a:pt x="19570" y="17309"/>
                  <a:pt x="21531" y="11310"/>
                </a:cubicBezTo>
                <a:cubicBezTo>
                  <a:pt x="21540" y="11284"/>
                  <a:pt x="21538" y="11256"/>
                  <a:pt x="21545" y="11229"/>
                </a:cubicBezTo>
                <a:cubicBezTo>
                  <a:pt x="21549" y="11213"/>
                  <a:pt x="21559" y="11202"/>
                  <a:pt x="21563" y="11184"/>
                </a:cubicBezTo>
                <a:cubicBezTo>
                  <a:pt x="21574" y="11140"/>
                  <a:pt x="21570" y="11090"/>
                  <a:pt x="21577" y="11045"/>
                </a:cubicBezTo>
                <a:cubicBezTo>
                  <a:pt x="21588" y="10964"/>
                  <a:pt x="21600" y="10886"/>
                  <a:pt x="21600" y="10804"/>
                </a:cubicBezTo>
                <a:cubicBezTo>
                  <a:pt x="21600" y="10721"/>
                  <a:pt x="21588" y="10642"/>
                  <a:pt x="21577" y="1056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2" name="Shape 7782"/>
          <p:cNvSpPr/>
          <p:nvPr/>
        </p:nvSpPr>
        <p:spPr>
          <a:xfrm>
            <a:off x="3627367" y="10692944"/>
            <a:ext cx="131689" cy="130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3" y="0"/>
                </a:moveTo>
                <a:cubicBezTo>
                  <a:pt x="19194" y="0"/>
                  <a:pt x="19184" y="4"/>
                  <a:pt x="19175" y="4"/>
                </a:cubicBezTo>
                <a:cubicBezTo>
                  <a:pt x="8585" y="23"/>
                  <a:pt x="0" y="8607"/>
                  <a:pt x="0" y="19198"/>
                </a:cubicBezTo>
                <a:cubicBezTo>
                  <a:pt x="0" y="20523"/>
                  <a:pt x="1076" y="21600"/>
                  <a:pt x="2402" y="21600"/>
                </a:cubicBezTo>
                <a:cubicBezTo>
                  <a:pt x="3722" y="21600"/>
                  <a:pt x="4799" y="20523"/>
                  <a:pt x="4799" y="19198"/>
                </a:cubicBezTo>
                <a:cubicBezTo>
                  <a:pt x="4799" y="11262"/>
                  <a:pt x="11263" y="4803"/>
                  <a:pt x="19203" y="4803"/>
                </a:cubicBezTo>
                <a:lnTo>
                  <a:pt x="19203" y="4798"/>
                </a:lnTo>
                <a:cubicBezTo>
                  <a:pt x="20524" y="4798"/>
                  <a:pt x="21600" y="3721"/>
                  <a:pt x="21600" y="2401"/>
                </a:cubicBezTo>
                <a:cubicBezTo>
                  <a:pt x="21600" y="1076"/>
                  <a:pt x="20524" y="0"/>
                  <a:pt x="19203"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3" name="Shape 7783"/>
          <p:cNvSpPr/>
          <p:nvPr/>
        </p:nvSpPr>
        <p:spPr>
          <a:xfrm>
            <a:off x="3540100" y="10605677"/>
            <a:ext cx="406171" cy="4061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057"/>
                </a:moveTo>
                <a:cubicBezTo>
                  <a:pt x="5694" y="20057"/>
                  <a:pt x="1542" y="15905"/>
                  <a:pt x="1542" y="10800"/>
                </a:cubicBezTo>
                <a:cubicBezTo>
                  <a:pt x="1542" y="5694"/>
                  <a:pt x="5694" y="1542"/>
                  <a:pt x="10800" y="1542"/>
                </a:cubicBezTo>
                <a:cubicBezTo>
                  <a:pt x="15906" y="1542"/>
                  <a:pt x="20058" y="5694"/>
                  <a:pt x="20058" y="10800"/>
                </a:cubicBezTo>
                <a:cubicBezTo>
                  <a:pt x="20058" y="15905"/>
                  <a:pt x="15906" y="20057"/>
                  <a:pt x="10800" y="20057"/>
                </a:cubicBezTo>
                <a:moveTo>
                  <a:pt x="10800" y="0"/>
                </a:moveTo>
                <a:cubicBezTo>
                  <a:pt x="4834" y="0"/>
                  <a:pt x="0" y="4834"/>
                  <a:pt x="0" y="10800"/>
                </a:cubicBezTo>
                <a:cubicBezTo>
                  <a:pt x="0" y="16765"/>
                  <a:pt x="4834" y="21600"/>
                  <a:pt x="10800" y="21600"/>
                </a:cubicBezTo>
                <a:cubicBezTo>
                  <a:pt x="16766" y="21600"/>
                  <a:pt x="21600" y="16765"/>
                  <a:pt x="21600" y="10800"/>
                </a:cubicBezTo>
                <a:cubicBezTo>
                  <a:pt x="21600" y="4834"/>
                  <a:pt x="16766"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4" name="Shape 7784"/>
          <p:cNvSpPr/>
          <p:nvPr/>
        </p:nvSpPr>
        <p:spPr>
          <a:xfrm>
            <a:off x="1712253" y="10518409"/>
            <a:ext cx="349069" cy="3490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800"/>
                </a:moveTo>
                <a:cubicBezTo>
                  <a:pt x="15764" y="1800"/>
                  <a:pt x="19800" y="5835"/>
                  <a:pt x="19800" y="10800"/>
                </a:cubicBezTo>
                <a:cubicBezTo>
                  <a:pt x="19800" y="15765"/>
                  <a:pt x="15764" y="19801"/>
                  <a:pt x="10800" y="19801"/>
                </a:cubicBezTo>
                <a:cubicBezTo>
                  <a:pt x="5835" y="19801"/>
                  <a:pt x="1800" y="15765"/>
                  <a:pt x="1800" y="10800"/>
                </a:cubicBezTo>
                <a:cubicBezTo>
                  <a:pt x="1800" y="5835"/>
                  <a:pt x="5835" y="1800"/>
                  <a:pt x="10800" y="1800"/>
                </a:cubicBezTo>
                <a:moveTo>
                  <a:pt x="10800" y="21600"/>
                </a:moveTo>
                <a:cubicBezTo>
                  <a:pt x="16756" y="21600"/>
                  <a:pt x="21600" y="16757"/>
                  <a:pt x="21600" y="10800"/>
                </a:cubicBezTo>
                <a:cubicBezTo>
                  <a:pt x="21600" y="4843"/>
                  <a:pt x="16756" y="0"/>
                  <a:pt x="10800" y="0"/>
                </a:cubicBezTo>
                <a:cubicBezTo>
                  <a:pt x="4843" y="0"/>
                  <a:pt x="0" y="4843"/>
                  <a:pt x="0" y="10800"/>
                </a:cubicBezTo>
                <a:cubicBezTo>
                  <a:pt x="0" y="16757"/>
                  <a:pt x="4843" y="21600"/>
                  <a:pt x="10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5" name="Shape 7785"/>
          <p:cNvSpPr/>
          <p:nvPr/>
        </p:nvSpPr>
        <p:spPr>
          <a:xfrm>
            <a:off x="1539305" y="10343875"/>
            <a:ext cx="696518" cy="929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05" y="20171"/>
                </a:moveTo>
                <a:cubicBezTo>
                  <a:pt x="10886" y="20185"/>
                  <a:pt x="10831" y="20216"/>
                  <a:pt x="10782" y="20238"/>
                </a:cubicBezTo>
                <a:cubicBezTo>
                  <a:pt x="10774" y="20219"/>
                  <a:pt x="10707" y="20179"/>
                  <a:pt x="10666" y="20148"/>
                </a:cubicBezTo>
                <a:cubicBezTo>
                  <a:pt x="7368" y="17301"/>
                  <a:pt x="1799" y="12498"/>
                  <a:pt x="1799" y="8101"/>
                </a:cubicBezTo>
                <a:cubicBezTo>
                  <a:pt x="1799" y="4378"/>
                  <a:pt x="5838" y="1350"/>
                  <a:pt x="10801" y="1350"/>
                </a:cubicBezTo>
                <a:cubicBezTo>
                  <a:pt x="15763" y="1350"/>
                  <a:pt x="19801" y="4378"/>
                  <a:pt x="19801" y="8101"/>
                </a:cubicBezTo>
                <a:cubicBezTo>
                  <a:pt x="19801" y="12498"/>
                  <a:pt x="14232" y="17301"/>
                  <a:pt x="10905" y="20171"/>
                </a:cubicBezTo>
                <a:moveTo>
                  <a:pt x="10801" y="0"/>
                </a:moveTo>
                <a:cubicBezTo>
                  <a:pt x="4844" y="0"/>
                  <a:pt x="0" y="3588"/>
                  <a:pt x="0" y="8101"/>
                </a:cubicBezTo>
                <a:cubicBezTo>
                  <a:pt x="0" y="12827"/>
                  <a:pt x="5400" y="17661"/>
                  <a:pt x="9337" y="21057"/>
                </a:cubicBezTo>
                <a:cubicBezTo>
                  <a:pt x="9352" y="21071"/>
                  <a:pt x="9984" y="21600"/>
                  <a:pt x="10766" y="21600"/>
                </a:cubicBezTo>
                <a:lnTo>
                  <a:pt x="10835" y="21600"/>
                </a:lnTo>
                <a:cubicBezTo>
                  <a:pt x="11616" y="21600"/>
                  <a:pt x="12248" y="21071"/>
                  <a:pt x="12263" y="21057"/>
                </a:cubicBezTo>
                <a:cubicBezTo>
                  <a:pt x="16201" y="17661"/>
                  <a:pt x="21600" y="12827"/>
                  <a:pt x="21600" y="8101"/>
                </a:cubicBezTo>
                <a:cubicBezTo>
                  <a:pt x="21600" y="3588"/>
                  <a:pt x="16756" y="0"/>
                  <a:pt x="10801"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6" name="Shape 7786"/>
          <p:cNvSpPr/>
          <p:nvPr/>
        </p:nvSpPr>
        <p:spPr>
          <a:xfrm>
            <a:off x="10824517" y="8660415"/>
            <a:ext cx="694965" cy="4648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99" y="20256"/>
                </a:moveTo>
                <a:lnTo>
                  <a:pt x="899" y="20256"/>
                </a:lnTo>
                <a:lnTo>
                  <a:pt x="899" y="1350"/>
                </a:lnTo>
                <a:lnTo>
                  <a:pt x="20699" y="1350"/>
                </a:lnTo>
                <a:cubicBezTo>
                  <a:pt x="20699" y="1350"/>
                  <a:pt x="20699" y="20256"/>
                  <a:pt x="20699" y="20256"/>
                </a:cubicBezTo>
                <a:close/>
                <a:moveTo>
                  <a:pt x="20699" y="0"/>
                </a:moveTo>
                <a:lnTo>
                  <a:pt x="899" y="5"/>
                </a:lnTo>
                <a:cubicBezTo>
                  <a:pt x="402" y="5"/>
                  <a:pt x="0" y="603"/>
                  <a:pt x="0" y="1350"/>
                </a:cubicBezTo>
                <a:lnTo>
                  <a:pt x="0" y="20250"/>
                </a:lnTo>
                <a:cubicBezTo>
                  <a:pt x="0" y="20997"/>
                  <a:pt x="402" y="21600"/>
                  <a:pt x="899" y="21600"/>
                </a:cubicBezTo>
                <a:lnTo>
                  <a:pt x="20699" y="21600"/>
                </a:lnTo>
                <a:cubicBezTo>
                  <a:pt x="21197" y="21600"/>
                  <a:pt x="21600" y="20997"/>
                  <a:pt x="21600" y="20250"/>
                </a:cubicBezTo>
                <a:lnTo>
                  <a:pt x="21600" y="1350"/>
                </a:lnTo>
                <a:cubicBezTo>
                  <a:pt x="21600" y="603"/>
                  <a:pt x="21197" y="0"/>
                  <a:pt x="20699"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7" name="Shape 7787"/>
          <p:cNvSpPr/>
          <p:nvPr/>
        </p:nvSpPr>
        <p:spPr>
          <a:xfrm>
            <a:off x="10707104" y="8544587"/>
            <a:ext cx="929793" cy="8710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16563"/>
                </a:moveTo>
                <a:cubicBezTo>
                  <a:pt x="20249" y="16960"/>
                  <a:pt x="19946" y="17283"/>
                  <a:pt x="19575" y="17283"/>
                </a:cubicBezTo>
                <a:lnTo>
                  <a:pt x="2024" y="17283"/>
                </a:lnTo>
                <a:cubicBezTo>
                  <a:pt x="1651" y="17283"/>
                  <a:pt x="1349" y="16960"/>
                  <a:pt x="1349" y="16563"/>
                </a:cubicBezTo>
                <a:lnTo>
                  <a:pt x="1349" y="2160"/>
                </a:lnTo>
                <a:cubicBezTo>
                  <a:pt x="1349" y="1762"/>
                  <a:pt x="1651" y="1440"/>
                  <a:pt x="2024" y="1440"/>
                </a:cubicBezTo>
                <a:lnTo>
                  <a:pt x="19575" y="1440"/>
                </a:lnTo>
                <a:cubicBezTo>
                  <a:pt x="19946" y="1440"/>
                  <a:pt x="20249" y="1762"/>
                  <a:pt x="20249" y="2160"/>
                </a:cubicBezTo>
                <a:cubicBezTo>
                  <a:pt x="20249" y="2160"/>
                  <a:pt x="20249" y="16563"/>
                  <a:pt x="20249" y="16563"/>
                </a:cubicBezTo>
                <a:close/>
                <a:moveTo>
                  <a:pt x="19575" y="0"/>
                </a:moveTo>
                <a:lnTo>
                  <a:pt x="2024" y="0"/>
                </a:lnTo>
                <a:cubicBezTo>
                  <a:pt x="905" y="0"/>
                  <a:pt x="0" y="966"/>
                  <a:pt x="0" y="2160"/>
                </a:cubicBezTo>
                <a:lnTo>
                  <a:pt x="0" y="16563"/>
                </a:lnTo>
                <a:cubicBezTo>
                  <a:pt x="0" y="17754"/>
                  <a:pt x="903" y="18719"/>
                  <a:pt x="2018" y="18722"/>
                </a:cubicBezTo>
                <a:lnTo>
                  <a:pt x="8774" y="18722"/>
                </a:lnTo>
                <a:lnTo>
                  <a:pt x="8774" y="19598"/>
                </a:lnTo>
                <a:lnTo>
                  <a:pt x="4561" y="20182"/>
                </a:lnTo>
                <a:cubicBezTo>
                  <a:pt x="4260" y="20263"/>
                  <a:pt x="4049" y="20550"/>
                  <a:pt x="4049" y="20880"/>
                </a:cubicBezTo>
                <a:cubicBezTo>
                  <a:pt x="4049" y="21278"/>
                  <a:pt x="4351" y="21600"/>
                  <a:pt x="4724" y="21600"/>
                </a:cubicBezTo>
                <a:lnTo>
                  <a:pt x="16874" y="21600"/>
                </a:lnTo>
                <a:cubicBezTo>
                  <a:pt x="17248" y="21600"/>
                  <a:pt x="17549" y="21278"/>
                  <a:pt x="17549" y="20880"/>
                </a:cubicBezTo>
                <a:cubicBezTo>
                  <a:pt x="17549" y="20550"/>
                  <a:pt x="17339" y="20263"/>
                  <a:pt x="17038" y="20182"/>
                </a:cubicBezTo>
                <a:lnTo>
                  <a:pt x="12824" y="19598"/>
                </a:lnTo>
                <a:lnTo>
                  <a:pt x="12824" y="18722"/>
                </a:lnTo>
                <a:lnTo>
                  <a:pt x="19581" y="18722"/>
                </a:lnTo>
                <a:cubicBezTo>
                  <a:pt x="20696" y="18719"/>
                  <a:pt x="21600" y="17754"/>
                  <a:pt x="21600" y="16563"/>
                </a:cubicBezTo>
                <a:lnTo>
                  <a:pt x="21600" y="2160"/>
                </a:lnTo>
                <a:cubicBezTo>
                  <a:pt x="21600" y="966"/>
                  <a:pt x="20692" y="0"/>
                  <a:pt x="19575"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88" name="Shape 7788"/>
          <p:cNvSpPr/>
          <p:nvPr/>
        </p:nvSpPr>
        <p:spPr>
          <a:xfrm>
            <a:off x="8850696" y="8485882"/>
            <a:ext cx="928167" cy="929750"/>
          </a:xfrm>
          <a:custGeom>
            <a:avLst/>
            <a:gdLst/>
            <a:ahLst/>
            <a:cxnLst>
              <a:cxn ang="0">
                <a:pos x="wd2" y="hd2"/>
              </a:cxn>
              <a:cxn ang="5400000">
                <a:pos x="wd2" y="hd2"/>
              </a:cxn>
              <a:cxn ang="10800000">
                <a:pos x="wd2" y="hd2"/>
              </a:cxn>
              <a:cxn ang="16200000">
                <a:pos x="wd2" y="hd2"/>
              </a:cxn>
            </a:cxnLst>
            <a:rect l="0" t="0" r="r" b="b"/>
            <a:pathLst>
              <a:path w="21019" h="21600" fill="norm" stroke="1" extrusionOk="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30"/>
                </a:moveTo>
                <a:cubicBezTo>
                  <a:pt x="5813" y="18425"/>
                  <a:pt x="5454" y="17482"/>
                  <a:pt x="4730" y="16740"/>
                </a:cubicBezTo>
                <a:cubicBezTo>
                  <a:pt x="4046" y="16035"/>
                  <a:pt x="3150" y="15629"/>
                  <a:pt x="2257" y="15593"/>
                </a:cubicBezTo>
                <a:lnTo>
                  <a:pt x="2911" y="13158"/>
                </a:lnTo>
                <a:cubicBezTo>
                  <a:pt x="2959" y="12996"/>
                  <a:pt x="3052" y="12836"/>
                  <a:pt x="3168" y="12696"/>
                </a:cubicBezTo>
                <a:cubicBezTo>
                  <a:pt x="4485" y="11727"/>
                  <a:pt x="6512" y="12013"/>
                  <a:pt x="7920" y="13461"/>
                </a:cubicBezTo>
                <a:cubicBezTo>
                  <a:pt x="9409" y="14991"/>
                  <a:pt x="9639" y="17231"/>
                  <a:pt x="8492" y="18569"/>
                </a:cubicBezTo>
                <a:cubicBezTo>
                  <a:pt x="8416" y="18610"/>
                  <a:pt x="8339" y="18649"/>
                  <a:pt x="8256" y="18676"/>
                </a:cubicBezTo>
                <a:cubicBezTo>
                  <a:pt x="8256" y="18676"/>
                  <a:pt x="5828" y="19330"/>
                  <a:pt x="5828" y="19330"/>
                </a:cubicBezTo>
                <a:close/>
                <a:moveTo>
                  <a:pt x="2737" y="20165"/>
                </a:moveTo>
                <a:cubicBezTo>
                  <a:pt x="2665" y="20182"/>
                  <a:pt x="2443" y="20240"/>
                  <a:pt x="2291" y="20250"/>
                </a:cubicBezTo>
                <a:cubicBezTo>
                  <a:pt x="1751" y="20245"/>
                  <a:pt x="1313" y="19793"/>
                  <a:pt x="1313" y="19238"/>
                </a:cubicBezTo>
                <a:cubicBezTo>
                  <a:pt x="1321" y="19125"/>
                  <a:pt x="1365" y="18930"/>
                  <a:pt x="1380" y="18858"/>
                </a:cubicBezTo>
                <a:lnTo>
                  <a:pt x="2071" y="16284"/>
                </a:lnTo>
                <a:cubicBezTo>
                  <a:pt x="2822" y="16262"/>
                  <a:pt x="3630" y="16563"/>
                  <a:pt x="4265" y="17216"/>
                </a:cubicBezTo>
                <a:cubicBezTo>
                  <a:pt x="4911" y="17879"/>
                  <a:pt x="5214" y="18726"/>
                  <a:pt x="5181" y="19505"/>
                </a:cubicBezTo>
                <a:cubicBezTo>
                  <a:pt x="5181" y="19505"/>
                  <a:pt x="2737" y="20165"/>
                  <a:pt x="2737" y="20165"/>
                </a:cubicBezTo>
                <a:close/>
                <a:moveTo>
                  <a:pt x="6888" y="11180"/>
                </a:moveTo>
                <a:cubicBezTo>
                  <a:pt x="6280" y="10928"/>
                  <a:pt x="5642" y="10783"/>
                  <a:pt x="5004" y="10774"/>
                </a:cubicBezTo>
                <a:lnTo>
                  <a:pt x="10063" y="5536"/>
                </a:lnTo>
                <a:cubicBezTo>
                  <a:pt x="10838" y="4759"/>
                  <a:pt x="11966" y="4536"/>
                  <a:pt x="13077" y="4819"/>
                </a:cubicBezTo>
                <a:cubicBezTo>
                  <a:pt x="13077" y="4819"/>
                  <a:pt x="6888" y="11180"/>
                  <a:pt x="6888" y="11180"/>
                </a:cubicBezTo>
                <a:close/>
                <a:moveTo>
                  <a:pt x="9717" y="13673"/>
                </a:moveTo>
                <a:cubicBezTo>
                  <a:pt x="9473" y="13259"/>
                  <a:pt x="9194" y="12860"/>
                  <a:pt x="8848" y="12506"/>
                </a:cubicBezTo>
                <a:cubicBezTo>
                  <a:pt x="8447" y="12094"/>
                  <a:pt x="7986" y="11771"/>
                  <a:pt x="7507" y="11499"/>
                </a:cubicBezTo>
                <a:lnTo>
                  <a:pt x="13767" y="5064"/>
                </a:lnTo>
                <a:cubicBezTo>
                  <a:pt x="14259" y="5288"/>
                  <a:pt x="14729" y="5607"/>
                  <a:pt x="15145" y="6035"/>
                </a:cubicBezTo>
                <a:cubicBezTo>
                  <a:pt x="15500" y="6398"/>
                  <a:pt x="15775" y="6806"/>
                  <a:pt x="15987" y="7229"/>
                </a:cubicBezTo>
                <a:cubicBezTo>
                  <a:pt x="15987" y="7229"/>
                  <a:pt x="9717" y="13673"/>
                  <a:pt x="9717" y="13673"/>
                </a:cubicBezTo>
                <a:close/>
                <a:moveTo>
                  <a:pt x="10519" y="16062"/>
                </a:moveTo>
                <a:cubicBezTo>
                  <a:pt x="10465" y="15453"/>
                  <a:pt x="10298" y="14855"/>
                  <a:pt x="10047" y="14289"/>
                </a:cubicBezTo>
                <a:lnTo>
                  <a:pt x="16257" y="7906"/>
                </a:lnTo>
                <a:cubicBezTo>
                  <a:pt x="16637" y="9140"/>
                  <a:pt x="16442" y="10429"/>
                  <a:pt x="15610" y="11285"/>
                </a:cubicBezTo>
                <a:cubicBezTo>
                  <a:pt x="15604" y="11291"/>
                  <a:pt x="15598" y="11294"/>
                  <a:pt x="15593" y="11299"/>
                </a:cubicBezTo>
                <a:lnTo>
                  <a:pt x="15602" y="11307"/>
                </a:lnTo>
                <a:lnTo>
                  <a:pt x="10525" y="16566"/>
                </a:lnTo>
                <a:cubicBezTo>
                  <a:pt x="10527" y="16398"/>
                  <a:pt x="10534" y="16233"/>
                  <a:pt x="10519" y="16062"/>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8"/>
                </a:lnTo>
                <a:cubicBezTo>
                  <a:pt x="1998" y="11967"/>
                  <a:pt x="1771" y="12365"/>
                  <a:pt x="1645" y="12798"/>
                </a:cubicBezTo>
                <a:lnTo>
                  <a:pt x="102" y="18542"/>
                </a:lnTo>
                <a:cubicBezTo>
                  <a:pt x="100" y="18558"/>
                  <a:pt x="0" y="19009"/>
                  <a:pt x="0" y="19238"/>
                </a:cubicBezTo>
                <a:cubicBezTo>
                  <a:pt x="0" y="20542"/>
                  <a:pt x="1030" y="21600"/>
                  <a:pt x="2302" y="21600"/>
                </a:cubicBezTo>
                <a:cubicBezTo>
                  <a:pt x="2554" y="21600"/>
                  <a:pt x="3044" y="21476"/>
                  <a:pt x="3062" y="21474"/>
                </a:cubicBezTo>
                <a:lnTo>
                  <a:pt x="8630" y="19970"/>
                </a:lnTo>
                <a:cubicBezTo>
                  <a:pt x="9054" y="19840"/>
                  <a:pt x="9439" y="19605"/>
                  <a:pt x="9750" y="19284"/>
                </a:cubicBezTo>
                <a:lnTo>
                  <a:pt x="19776" y="8899"/>
                </a:lnTo>
                <a:cubicBezTo>
                  <a:pt x="21600" y="7023"/>
                  <a:pt x="21394" y="3881"/>
                  <a:pt x="19308" y="174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nvGrpSpPr>
          <p:cNvPr id="7791" name="Group 7791"/>
          <p:cNvGrpSpPr/>
          <p:nvPr/>
        </p:nvGrpSpPr>
        <p:grpSpPr>
          <a:xfrm>
            <a:off x="7138675" y="8485882"/>
            <a:ext cx="637845" cy="929750"/>
            <a:chOff x="0" y="0"/>
            <a:chExt cx="637843" cy="929748"/>
          </a:xfrm>
        </p:grpSpPr>
        <p:sp>
          <p:nvSpPr>
            <p:cNvPr id="7789" name="Shape 7789"/>
            <p:cNvSpPr/>
            <p:nvPr/>
          </p:nvSpPr>
          <p:spPr>
            <a:xfrm>
              <a:off x="0" y="0"/>
              <a:ext cx="637844" cy="929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86" y="14176"/>
                  </a:moveTo>
                  <a:lnTo>
                    <a:pt x="6223" y="14176"/>
                  </a:lnTo>
                  <a:cubicBezTo>
                    <a:pt x="5734" y="13447"/>
                    <a:pt x="5147" y="12717"/>
                    <a:pt x="4568" y="12004"/>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2"/>
                  </a:cubicBezTo>
                  <a:cubicBezTo>
                    <a:pt x="16455" y="12724"/>
                    <a:pt x="15873" y="13450"/>
                    <a:pt x="15386" y="14176"/>
                  </a:cubicBezTo>
                  <a:moveTo>
                    <a:pt x="10800" y="20250"/>
                  </a:moveTo>
                  <a:cubicBezTo>
                    <a:pt x="9805" y="20250"/>
                    <a:pt x="9347" y="20172"/>
                    <a:pt x="8839" y="19407"/>
                  </a:cubicBezTo>
                  <a:lnTo>
                    <a:pt x="13000" y="19049"/>
                  </a:lnTo>
                  <a:cubicBezTo>
                    <a:pt x="12398" y="20165"/>
                    <a:pt x="11959" y="20250"/>
                    <a:pt x="10800" y="20250"/>
                  </a:cubicBezTo>
                  <a:moveTo>
                    <a:pt x="7595" y="16814"/>
                  </a:moveTo>
                  <a:cubicBezTo>
                    <a:pt x="7417" y="16408"/>
                    <a:pt x="7215" y="15979"/>
                    <a:pt x="6991" y="15526"/>
                  </a:cubicBezTo>
                  <a:lnTo>
                    <a:pt x="14616" y="15526"/>
                  </a:lnTo>
                  <a:cubicBezTo>
                    <a:pt x="14496" y="15768"/>
                    <a:pt x="14375" y="16011"/>
                    <a:pt x="14270" y="16240"/>
                  </a:cubicBezTo>
                  <a:cubicBezTo>
                    <a:pt x="14270" y="16240"/>
                    <a:pt x="7595" y="16814"/>
                    <a:pt x="7595" y="16814"/>
                  </a:cubicBezTo>
                  <a:close/>
                  <a:moveTo>
                    <a:pt x="13345" y="18344"/>
                  </a:moveTo>
                  <a:lnTo>
                    <a:pt x="8476" y="18763"/>
                  </a:lnTo>
                  <a:cubicBezTo>
                    <a:pt x="8303" y="18417"/>
                    <a:pt x="8116" y="18012"/>
                    <a:pt x="7890" y="17484"/>
                  </a:cubicBezTo>
                  <a:cubicBezTo>
                    <a:pt x="7887" y="17478"/>
                    <a:pt x="7883" y="17470"/>
                    <a:pt x="7881" y="17463"/>
                  </a:cubicBezTo>
                  <a:lnTo>
                    <a:pt x="13957" y="16942"/>
                  </a:lnTo>
                  <a:cubicBezTo>
                    <a:pt x="13871" y="17141"/>
                    <a:pt x="13778" y="17351"/>
                    <a:pt x="13698" y="17538"/>
                  </a:cubicBezTo>
                  <a:cubicBezTo>
                    <a:pt x="13569" y="17842"/>
                    <a:pt x="13453" y="18105"/>
                    <a:pt x="13345" y="18344"/>
                  </a:cubicBezTo>
                  <a:moveTo>
                    <a:pt x="10800" y="0"/>
                  </a:moveTo>
                  <a:cubicBezTo>
                    <a:pt x="4835" y="0"/>
                    <a:pt x="0" y="3324"/>
                    <a:pt x="0" y="7425"/>
                  </a:cubicBezTo>
                  <a:cubicBezTo>
                    <a:pt x="0" y="10146"/>
                    <a:pt x="3621" y="13030"/>
                    <a:pt x="4939" y="15563"/>
                  </a:cubicBezTo>
                  <a:cubicBezTo>
                    <a:pt x="6906" y="19340"/>
                    <a:pt x="6688" y="21600"/>
                    <a:pt x="10800" y="21600"/>
                  </a:cubicBezTo>
                  <a:cubicBezTo>
                    <a:pt x="14972" y="21600"/>
                    <a:pt x="14692" y="19350"/>
                    <a:pt x="16660" y="15578"/>
                  </a:cubicBezTo>
                  <a:cubicBezTo>
                    <a:pt x="17983" y="13040"/>
                    <a:pt x="21600" y="10124"/>
                    <a:pt x="21600" y="7425"/>
                  </a:cubicBezTo>
                  <a:cubicBezTo>
                    <a:pt x="21600" y="3324"/>
                    <a:pt x="16764" y="0"/>
                    <a:pt x="10800"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0" name="Shape 7790"/>
            <p:cNvSpPr/>
            <p:nvPr/>
          </p:nvSpPr>
          <p:spPr>
            <a:xfrm>
              <a:off x="144386" y="145973"/>
              <a:ext cx="188815" cy="1888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sp>
        <p:nvSpPr>
          <p:cNvPr id="7792" name="Shape 7792"/>
          <p:cNvSpPr/>
          <p:nvPr/>
        </p:nvSpPr>
        <p:spPr>
          <a:xfrm>
            <a:off x="5252120" y="8485882"/>
            <a:ext cx="696550" cy="929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00" y="12826"/>
                </a:moveTo>
                <a:lnTo>
                  <a:pt x="19800" y="15526"/>
                </a:lnTo>
                <a:cubicBezTo>
                  <a:pt x="19800" y="18130"/>
                  <a:pt x="16972" y="20250"/>
                  <a:pt x="13499" y="20250"/>
                </a:cubicBezTo>
                <a:lnTo>
                  <a:pt x="8099" y="20250"/>
                </a:lnTo>
                <a:cubicBezTo>
                  <a:pt x="4627" y="20250"/>
                  <a:pt x="1800" y="18130"/>
                  <a:pt x="1800" y="15526"/>
                </a:cubicBezTo>
                <a:lnTo>
                  <a:pt x="1800" y="10800"/>
                </a:lnTo>
                <a:cubicBezTo>
                  <a:pt x="1800" y="10427"/>
                  <a:pt x="2203" y="10124"/>
                  <a:pt x="2699" y="10124"/>
                </a:cubicBezTo>
                <a:lnTo>
                  <a:pt x="18899" y="10124"/>
                </a:lnTo>
                <a:cubicBezTo>
                  <a:pt x="19396" y="10124"/>
                  <a:pt x="19800" y="10427"/>
                  <a:pt x="19800" y="10800"/>
                </a:cubicBezTo>
                <a:cubicBezTo>
                  <a:pt x="19800" y="10800"/>
                  <a:pt x="19800" y="12826"/>
                  <a:pt x="19800" y="12826"/>
                </a:cubicBezTo>
                <a:close/>
                <a:moveTo>
                  <a:pt x="14400" y="6075"/>
                </a:moveTo>
                <a:lnTo>
                  <a:pt x="14400" y="8774"/>
                </a:lnTo>
                <a:lnTo>
                  <a:pt x="7200" y="8774"/>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5526"/>
                </a:lnTo>
                <a:cubicBezTo>
                  <a:pt x="0" y="18881"/>
                  <a:pt x="3625" y="21600"/>
                  <a:pt x="8099" y="21600"/>
                </a:cubicBezTo>
                <a:lnTo>
                  <a:pt x="13499" y="21600"/>
                </a:lnTo>
                <a:cubicBezTo>
                  <a:pt x="17974" y="21600"/>
                  <a:pt x="21600" y="18881"/>
                  <a:pt x="21600" y="15526"/>
                </a:cubicBezTo>
                <a:lnTo>
                  <a:pt x="21600" y="10800"/>
                </a:lnTo>
                <a:cubicBezTo>
                  <a:pt x="21600" y="9681"/>
                  <a:pt x="20391" y="8774"/>
                  <a:pt x="18899" y="877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3" name="Shape 7793"/>
          <p:cNvSpPr/>
          <p:nvPr/>
        </p:nvSpPr>
        <p:spPr>
          <a:xfrm>
            <a:off x="5542481" y="9038044"/>
            <a:ext cx="115829" cy="1745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4" name="Shape 7794"/>
          <p:cNvSpPr/>
          <p:nvPr/>
        </p:nvSpPr>
        <p:spPr>
          <a:xfrm>
            <a:off x="3279843" y="8660414"/>
            <a:ext cx="928208" cy="696518"/>
          </a:xfrm>
          <a:custGeom>
            <a:avLst/>
            <a:gdLst/>
            <a:ahLst/>
            <a:cxnLst>
              <a:cxn ang="0">
                <a:pos x="wd2" y="hd2"/>
              </a:cxn>
              <a:cxn ang="5400000">
                <a:pos x="wd2" y="hd2"/>
              </a:cxn>
              <a:cxn ang="10800000">
                <a:pos x="wd2" y="hd2"/>
              </a:cxn>
              <a:cxn ang="16200000">
                <a:pos x="wd2" y="hd2"/>
              </a:cxn>
            </a:cxnLst>
            <a:rect l="0" t="0" r="r" b="b"/>
            <a:pathLst>
              <a:path w="21597" h="21600" fill="norm" stroke="1" extrusionOk="0">
                <a:moveTo>
                  <a:pt x="4512" y="2151"/>
                </a:moveTo>
                <a:lnTo>
                  <a:pt x="6065" y="3877"/>
                </a:lnTo>
                <a:lnTo>
                  <a:pt x="4247" y="6302"/>
                </a:lnTo>
                <a:lnTo>
                  <a:pt x="1354" y="6302"/>
                </a:lnTo>
                <a:cubicBezTo>
                  <a:pt x="1354" y="6302"/>
                  <a:pt x="4512" y="2151"/>
                  <a:pt x="4512" y="2151"/>
                </a:cubicBezTo>
                <a:close/>
                <a:moveTo>
                  <a:pt x="17350" y="6302"/>
                </a:moveTo>
                <a:lnTo>
                  <a:pt x="15533" y="3877"/>
                </a:lnTo>
                <a:lnTo>
                  <a:pt x="17084" y="2153"/>
                </a:lnTo>
                <a:lnTo>
                  <a:pt x="20193" y="6302"/>
                </a:lnTo>
                <a:cubicBezTo>
                  <a:pt x="20193" y="6302"/>
                  <a:pt x="17350" y="6302"/>
                  <a:pt x="17350" y="6302"/>
                </a:cubicBezTo>
                <a:close/>
                <a:moveTo>
                  <a:pt x="17266" y="7202"/>
                </a:moveTo>
                <a:lnTo>
                  <a:pt x="19665" y="7202"/>
                </a:lnTo>
                <a:lnTo>
                  <a:pt x="13023" y="16639"/>
                </a:lnTo>
                <a:cubicBezTo>
                  <a:pt x="13023" y="16639"/>
                  <a:pt x="17266" y="7202"/>
                  <a:pt x="17266" y="7202"/>
                </a:cubicBezTo>
                <a:close/>
                <a:moveTo>
                  <a:pt x="8575" y="16638"/>
                </a:moveTo>
                <a:lnTo>
                  <a:pt x="1934" y="7202"/>
                </a:lnTo>
                <a:lnTo>
                  <a:pt x="4331" y="7202"/>
                </a:lnTo>
                <a:cubicBezTo>
                  <a:pt x="4331" y="7202"/>
                  <a:pt x="8575" y="16638"/>
                  <a:pt x="8575" y="16638"/>
                </a:cubicBezTo>
                <a:close/>
                <a:moveTo>
                  <a:pt x="8430" y="7202"/>
                </a:moveTo>
                <a:lnTo>
                  <a:pt x="10085" y="18250"/>
                </a:lnTo>
                <a:lnTo>
                  <a:pt x="5118" y="7202"/>
                </a:lnTo>
                <a:cubicBezTo>
                  <a:pt x="5118" y="7202"/>
                  <a:pt x="8430" y="7202"/>
                  <a:pt x="8430" y="7202"/>
                </a:cubicBezTo>
                <a:close/>
                <a:moveTo>
                  <a:pt x="6585" y="4456"/>
                </a:moveTo>
                <a:lnTo>
                  <a:pt x="8247" y="6302"/>
                </a:lnTo>
                <a:lnTo>
                  <a:pt x="5201" y="6302"/>
                </a:lnTo>
                <a:cubicBezTo>
                  <a:pt x="5201" y="6302"/>
                  <a:pt x="6585" y="4456"/>
                  <a:pt x="6585" y="4456"/>
                </a:cubicBezTo>
                <a:close/>
                <a:moveTo>
                  <a:pt x="6544" y="3238"/>
                </a:moveTo>
                <a:lnTo>
                  <a:pt x="5251" y="1800"/>
                </a:lnTo>
                <a:lnTo>
                  <a:pt x="7622" y="1800"/>
                </a:lnTo>
                <a:cubicBezTo>
                  <a:pt x="7622" y="1800"/>
                  <a:pt x="6544" y="3238"/>
                  <a:pt x="6544" y="3238"/>
                </a:cubicBezTo>
                <a:close/>
                <a:moveTo>
                  <a:pt x="10799" y="3466"/>
                </a:moveTo>
                <a:lnTo>
                  <a:pt x="9300" y="1800"/>
                </a:lnTo>
                <a:lnTo>
                  <a:pt x="12298" y="1800"/>
                </a:lnTo>
                <a:cubicBezTo>
                  <a:pt x="12298" y="1800"/>
                  <a:pt x="10799" y="3466"/>
                  <a:pt x="10799" y="3466"/>
                </a:cubicBezTo>
                <a:close/>
                <a:moveTo>
                  <a:pt x="13976" y="1800"/>
                </a:moveTo>
                <a:lnTo>
                  <a:pt x="16347" y="1800"/>
                </a:lnTo>
                <a:lnTo>
                  <a:pt x="15054" y="3238"/>
                </a:lnTo>
                <a:cubicBezTo>
                  <a:pt x="15054" y="3238"/>
                  <a:pt x="13976" y="1800"/>
                  <a:pt x="13976" y="1800"/>
                </a:cubicBezTo>
                <a:close/>
                <a:moveTo>
                  <a:pt x="13351" y="6302"/>
                </a:moveTo>
                <a:lnTo>
                  <a:pt x="15013" y="4456"/>
                </a:lnTo>
                <a:lnTo>
                  <a:pt x="16396" y="6302"/>
                </a:lnTo>
                <a:cubicBezTo>
                  <a:pt x="16396" y="6302"/>
                  <a:pt x="13351" y="6302"/>
                  <a:pt x="13351" y="6302"/>
                </a:cubicBezTo>
                <a:close/>
                <a:moveTo>
                  <a:pt x="13168" y="7202"/>
                </a:moveTo>
                <a:lnTo>
                  <a:pt x="16480" y="7202"/>
                </a:lnTo>
                <a:lnTo>
                  <a:pt x="11513" y="18250"/>
                </a:lnTo>
                <a:cubicBezTo>
                  <a:pt x="11513" y="18250"/>
                  <a:pt x="13168" y="7202"/>
                  <a:pt x="13168" y="7202"/>
                </a:cubicBezTo>
                <a:close/>
                <a:moveTo>
                  <a:pt x="12480" y="7202"/>
                </a:moveTo>
                <a:lnTo>
                  <a:pt x="10799" y="18415"/>
                </a:lnTo>
                <a:lnTo>
                  <a:pt x="9118" y="7202"/>
                </a:lnTo>
                <a:cubicBezTo>
                  <a:pt x="9118" y="7202"/>
                  <a:pt x="12480" y="7202"/>
                  <a:pt x="12480" y="7202"/>
                </a:cubicBezTo>
                <a:close/>
                <a:moveTo>
                  <a:pt x="8774" y="5716"/>
                </a:moveTo>
                <a:lnTo>
                  <a:pt x="7065" y="3817"/>
                </a:lnTo>
                <a:lnTo>
                  <a:pt x="8427" y="2000"/>
                </a:lnTo>
                <a:lnTo>
                  <a:pt x="10271" y="4051"/>
                </a:lnTo>
                <a:cubicBezTo>
                  <a:pt x="10271" y="4051"/>
                  <a:pt x="8774" y="5716"/>
                  <a:pt x="8774" y="5716"/>
                </a:cubicBezTo>
                <a:close/>
                <a:moveTo>
                  <a:pt x="11327" y="4051"/>
                </a:moveTo>
                <a:lnTo>
                  <a:pt x="13171" y="2000"/>
                </a:lnTo>
                <a:lnTo>
                  <a:pt x="14533" y="3817"/>
                </a:lnTo>
                <a:lnTo>
                  <a:pt x="12824" y="5716"/>
                </a:lnTo>
                <a:cubicBezTo>
                  <a:pt x="12824" y="5716"/>
                  <a:pt x="11327" y="4051"/>
                  <a:pt x="11327" y="4051"/>
                </a:cubicBezTo>
                <a:close/>
                <a:moveTo>
                  <a:pt x="12298" y="6302"/>
                </a:moveTo>
                <a:lnTo>
                  <a:pt x="9300" y="6302"/>
                </a:lnTo>
                <a:lnTo>
                  <a:pt x="10799" y="4638"/>
                </a:lnTo>
                <a:cubicBezTo>
                  <a:pt x="10799" y="4638"/>
                  <a:pt x="12298" y="6302"/>
                  <a:pt x="12298" y="6302"/>
                </a:cubicBezTo>
                <a:close/>
                <a:moveTo>
                  <a:pt x="21202" y="5102"/>
                </a:moveTo>
                <a:lnTo>
                  <a:pt x="17773" y="527"/>
                </a:lnTo>
                <a:cubicBezTo>
                  <a:pt x="17520" y="189"/>
                  <a:pt x="17178" y="0"/>
                  <a:pt x="16819" y="0"/>
                </a:cubicBezTo>
                <a:lnTo>
                  <a:pt x="4780" y="0"/>
                </a:lnTo>
                <a:cubicBezTo>
                  <a:pt x="4421" y="0"/>
                  <a:pt x="4078" y="189"/>
                  <a:pt x="3825" y="527"/>
                </a:cubicBezTo>
                <a:lnTo>
                  <a:pt x="396" y="5102"/>
                </a:lnTo>
                <a:cubicBezTo>
                  <a:pt x="132" y="5455"/>
                  <a:pt x="0" y="5921"/>
                  <a:pt x="0" y="6387"/>
                </a:cubicBezTo>
                <a:cubicBezTo>
                  <a:pt x="2" y="6810"/>
                  <a:pt x="115" y="7233"/>
                  <a:pt x="342" y="7573"/>
                </a:cubicBezTo>
                <a:lnTo>
                  <a:pt x="9789" y="20996"/>
                </a:lnTo>
                <a:cubicBezTo>
                  <a:pt x="10046" y="21380"/>
                  <a:pt x="10413" y="21600"/>
                  <a:pt x="10799" y="21600"/>
                </a:cubicBezTo>
                <a:cubicBezTo>
                  <a:pt x="11185" y="21600"/>
                  <a:pt x="11552" y="21380"/>
                  <a:pt x="11809" y="20996"/>
                </a:cubicBezTo>
                <a:lnTo>
                  <a:pt x="21257" y="7573"/>
                </a:lnTo>
                <a:cubicBezTo>
                  <a:pt x="21487" y="7226"/>
                  <a:pt x="21600" y="6791"/>
                  <a:pt x="21597" y="6359"/>
                </a:cubicBezTo>
                <a:cubicBezTo>
                  <a:pt x="21595" y="5902"/>
                  <a:pt x="21461" y="5449"/>
                  <a:pt x="21202" y="5102"/>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5" name="Shape 7795"/>
          <p:cNvSpPr/>
          <p:nvPr/>
        </p:nvSpPr>
        <p:spPr>
          <a:xfrm>
            <a:off x="1423478" y="8603295"/>
            <a:ext cx="928194" cy="696517"/>
          </a:xfrm>
          <a:custGeom>
            <a:avLst/>
            <a:gdLst/>
            <a:ahLst/>
            <a:cxnLst>
              <a:cxn ang="0">
                <a:pos x="wd2" y="hd2"/>
              </a:cxn>
              <a:cxn ang="5400000">
                <a:pos x="wd2" y="hd2"/>
              </a:cxn>
              <a:cxn ang="10800000">
                <a:pos x="wd2" y="hd2"/>
              </a:cxn>
              <a:cxn ang="16200000">
                <a:pos x="wd2" y="hd2"/>
              </a:cxn>
            </a:cxnLst>
            <a:rect l="0" t="0" r="r" b="b"/>
            <a:pathLst>
              <a:path w="21464" h="21600" fill="norm" stroke="1" extrusionOk="0">
                <a:moveTo>
                  <a:pt x="19918" y="11755"/>
                </a:moveTo>
                <a:lnTo>
                  <a:pt x="16564" y="18955"/>
                </a:lnTo>
                <a:cubicBezTo>
                  <a:pt x="16317" y="19485"/>
                  <a:pt x="15892" y="19801"/>
                  <a:pt x="15427" y="19801"/>
                </a:cubicBezTo>
                <a:lnTo>
                  <a:pt x="2683" y="19801"/>
                </a:lnTo>
                <a:cubicBezTo>
                  <a:pt x="1943" y="19801"/>
                  <a:pt x="1341" y="18993"/>
                  <a:pt x="1341" y="18001"/>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5"/>
                  <a:pt x="19918" y="11755"/>
                </a:cubicBezTo>
                <a:moveTo>
                  <a:pt x="21055" y="8891"/>
                </a:moveTo>
                <a:lnTo>
                  <a:pt x="17701" y="1691"/>
                </a:lnTo>
                <a:cubicBezTo>
                  <a:pt x="17211" y="639"/>
                  <a:pt x="16352" y="0"/>
                  <a:pt x="15427" y="0"/>
                </a:cubicBezTo>
                <a:lnTo>
                  <a:pt x="2683" y="0"/>
                </a:lnTo>
                <a:cubicBezTo>
                  <a:pt x="1201" y="0"/>
                  <a:pt x="0" y="1611"/>
                  <a:pt x="0" y="3600"/>
                </a:cubicBezTo>
                <a:lnTo>
                  <a:pt x="0" y="18001"/>
                </a:lnTo>
                <a:cubicBezTo>
                  <a:pt x="0" y="19989"/>
                  <a:pt x="1201" y="21600"/>
                  <a:pt x="2683" y="21600"/>
                </a:cubicBezTo>
                <a:lnTo>
                  <a:pt x="15427" y="21600"/>
                </a:lnTo>
                <a:cubicBezTo>
                  <a:pt x="16352" y="21600"/>
                  <a:pt x="17211" y="20961"/>
                  <a:pt x="17701" y="19909"/>
                </a:cubicBezTo>
                <a:lnTo>
                  <a:pt x="21055" y="12709"/>
                </a:lnTo>
                <a:cubicBezTo>
                  <a:pt x="21600" y="11542"/>
                  <a:pt x="21600" y="10059"/>
                  <a:pt x="21055" y="889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6" name="Shape 7796"/>
          <p:cNvSpPr/>
          <p:nvPr/>
        </p:nvSpPr>
        <p:spPr>
          <a:xfrm>
            <a:off x="2002614" y="8863509"/>
            <a:ext cx="174536" cy="174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8001"/>
                </a:moveTo>
                <a:cubicBezTo>
                  <a:pt x="6825" y="18001"/>
                  <a:pt x="3600" y="14775"/>
                  <a:pt x="3600" y="10801"/>
                </a:cubicBezTo>
                <a:cubicBezTo>
                  <a:pt x="3600" y="6825"/>
                  <a:pt x="6825" y="3600"/>
                  <a:pt x="10800" y="3600"/>
                </a:cubicBezTo>
                <a:cubicBezTo>
                  <a:pt x="14774" y="3600"/>
                  <a:pt x="17999" y="6825"/>
                  <a:pt x="17999" y="10801"/>
                </a:cubicBezTo>
                <a:cubicBezTo>
                  <a:pt x="17999" y="14775"/>
                  <a:pt x="14774" y="18001"/>
                  <a:pt x="10800" y="18001"/>
                </a:cubicBezTo>
                <a:moveTo>
                  <a:pt x="10800" y="0"/>
                </a:moveTo>
                <a:cubicBezTo>
                  <a:pt x="4833" y="0"/>
                  <a:pt x="0" y="4833"/>
                  <a:pt x="0" y="10801"/>
                </a:cubicBezTo>
                <a:cubicBezTo>
                  <a:pt x="0" y="16767"/>
                  <a:pt x="4833" y="21600"/>
                  <a:pt x="10800" y="21600"/>
                </a:cubicBezTo>
                <a:cubicBezTo>
                  <a:pt x="16766" y="21600"/>
                  <a:pt x="21600" y="16767"/>
                  <a:pt x="21600" y="10801"/>
                </a:cubicBezTo>
                <a:cubicBezTo>
                  <a:pt x="21600" y="4833"/>
                  <a:pt x="16766"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7" name="Shape 7797"/>
          <p:cNvSpPr/>
          <p:nvPr/>
        </p:nvSpPr>
        <p:spPr>
          <a:xfrm>
            <a:off x="10940344" y="6919834"/>
            <a:ext cx="463310" cy="4632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48" y="16071"/>
                </a:moveTo>
                <a:cubicBezTo>
                  <a:pt x="14037" y="19469"/>
                  <a:pt x="8925" y="19860"/>
                  <a:pt x="5529" y="16949"/>
                </a:cubicBezTo>
                <a:cubicBezTo>
                  <a:pt x="2130" y="14039"/>
                  <a:pt x="1740" y="8924"/>
                  <a:pt x="4651" y="5527"/>
                </a:cubicBezTo>
                <a:cubicBezTo>
                  <a:pt x="7559" y="2131"/>
                  <a:pt x="12674" y="1740"/>
                  <a:pt x="16070" y="4650"/>
                </a:cubicBezTo>
                <a:cubicBezTo>
                  <a:pt x="19466" y="7560"/>
                  <a:pt x="19859" y="12674"/>
                  <a:pt x="16948" y="16071"/>
                </a:cubicBezTo>
                <a:moveTo>
                  <a:pt x="10800" y="0"/>
                </a:moveTo>
                <a:cubicBezTo>
                  <a:pt x="4833" y="0"/>
                  <a:pt x="0" y="4834"/>
                  <a:pt x="0" y="10801"/>
                </a:cubicBezTo>
                <a:cubicBezTo>
                  <a:pt x="0" y="16766"/>
                  <a:pt x="4833" y="21600"/>
                  <a:pt x="10800" y="21600"/>
                </a:cubicBezTo>
                <a:cubicBezTo>
                  <a:pt x="16764" y="21600"/>
                  <a:pt x="21600" y="16766"/>
                  <a:pt x="21600" y="10801"/>
                </a:cubicBezTo>
                <a:cubicBezTo>
                  <a:pt x="21600" y="4834"/>
                  <a:pt x="16764"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8" name="Shape 7798"/>
          <p:cNvSpPr/>
          <p:nvPr/>
        </p:nvSpPr>
        <p:spPr>
          <a:xfrm>
            <a:off x="11056172" y="7035662"/>
            <a:ext cx="130109" cy="1301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0"/>
                </a:moveTo>
                <a:cubicBezTo>
                  <a:pt x="8596" y="0"/>
                  <a:pt x="0" y="8596"/>
                  <a:pt x="0" y="19196"/>
                </a:cubicBezTo>
                <a:lnTo>
                  <a:pt x="0" y="19200"/>
                </a:lnTo>
                <a:cubicBezTo>
                  <a:pt x="0" y="20525"/>
                  <a:pt x="1068" y="21600"/>
                  <a:pt x="2400" y="21600"/>
                </a:cubicBezTo>
                <a:cubicBezTo>
                  <a:pt x="3721" y="21600"/>
                  <a:pt x="4800" y="20525"/>
                  <a:pt x="4800" y="19200"/>
                </a:cubicBezTo>
                <a:lnTo>
                  <a:pt x="4800" y="19196"/>
                </a:lnTo>
                <a:cubicBezTo>
                  <a:pt x="4800" y="11248"/>
                  <a:pt x="11240" y="4799"/>
                  <a:pt x="19200" y="4799"/>
                </a:cubicBezTo>
                <a:cubicBezTo>
                  <a:pt x="20521" y="4799"/>
                  <a:pt x="21600" y="3724"/>
                  <a:pt x="21600" y="2399"/>
                </a:cubicBezTo>
                <a:cubicBezTo>
                  <a:pt x="21600" y="1075"/>
                  <a:pt x="20521" y="0"/>
                  <a:pt x="192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799" name="Shape 7799"/>
          <p:cNvSpPr/>
          <p:nvPr/>
        </p:nvSpPr>
        <p:spPr>
          <a:xfrm>
            <a:off x="10707104" y="6716740"/>
            <a:ext cx="929793" cy="7822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0" name="Shape 7800"/>
          <p:cNvSpPr/>
          <p:nvPr/>
        </p:nvSpPr>
        <p:spPr>
          <a:xfrm>
            <a:off x="8850696" y="6629472"/>
            <a:ext cx="928162"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81" y="12133"/>
                </a:moveTo>
                <a:cubicBezTo>
                  <a:pt x="17711" y="12227"/>
                  <a:pt x="17328" y="12562"/>
                  <a:pt x="17171" y="13013"/>
                </a:cubicBezTo>
                <a:cubicBezTo>
                  <a:pt x="17084" y="13262"/>
                  <a:pt x="16982" y="13504"/>
                  <a:pt x="16869" y="13739"/>
                </a:cubicBezTo>
                <a:cubicBezTo>
                  <a:pt x="16659" y="14170"/>
                  <a:pt x="16695" y="14678"/>
                  <a:pt x="16960" y="15076"/>
                </a:cubicBezTo>
                <a:lnTo>
                  <a:pt x="18132" y="16834"/>
                </a:lnTo>
                <a:lnTo>
                  <a:pt x="16833" y="18133"/>
                </a:lnTo>
                <a:lnTo>
                  <a:pt x="15076" y="16961"/>
                </a:lnTo>
                <a:cubicBezTo>
                  <a:pt x="14851" y="16811"/>
                  <a:pt x="14590" y="16734"/>
                  <a:pt x="14327" y="16734"/>
                </a:cubicBezTo>
                <a:cubicBezTo>
                  <a:pt x="14127" y="16734"/>
                  <a:pt x="13925" y="16779"/>
                  <a:pt x="13739" y="16869"/>
                </a:cubicBezTo>
                <a:cubicBezTo>
                  <a:pt x="13505" y="16982"/>
                  <a:pt x="13263" y="17084"/>
                  <a:pt x="13013" y="17171"/>
                </a:cubicBezTo>
                <a:cubicBezTo>
                  <a:pt x="12562" y="17328"/>
                  <a:pt x="12227" y="17713"/>
                  <a:pt x="12134" y="18181"/>
                </a:cubicBezTo>
                <a:lnTo>
                  <a:pt x="11718" y="20250"/>
                </a:lnTo>
                <a:lnTo>
                  <a:pt x="9881" y="20250"/>
                </a:lnTo>
                <a:lnTo>
                  <a:pt x="9467" y="18181"/>
                </a:lnTo>
                <a:cubicBezTo>
                  <a:pt x="9373" y="17713"/>
                  <a:pt x="9039" y="17328"/>
                  <a:pt x="8588" y="17171"/>
                </a:cubicBezTo>
                <a:cubicBezTo>
                  <a:pt x="8339" y="17084"/>
                  <a:pt x="8096" y="16984"/>
                  <a:pt x="7861" y="16870"/>
                </a:cubicBezTo>
                <a:cubicBezTo>
                  <a:pt x="7675" y="16779"/>
                  <a:pt x="7474" y="16734"/>
                  <a:pt x="7273" y="16734"/>
                </a:cubicBezTo>
                <a:cubicBezTo>
                  <a:pt x="7011" y="16734"/>
                  <a:pt x="6750" y="16811"/>
                  <a:pt x="6525" y="16961"/>
                </a:cubicBezTo>
                <a:lnTo>
                  <a:pt x="4767" y="18133"/>
                </a:lnTo>
                <a:lnTo>
                  <a:pt x="3468" y="16834"/>
                </a:lnTo>
                <a:lnTo>
                  <a:pt x="4639" y="15076"/>
                </a:lnTo>
                <a:cubicBezTo>
                  <a:pt x="4904" y="14678"/>
                  <a:pt x="4939" y="14170"/>
                  <a:pt x="4732" y="13739"/>
                </a:cubicBezTo>
                <a:cubicBezTo>
                  <a:pt x="4618" y="13505"/>
                  <a:pt x="4516" y="13264"/>
                  <a:pt x="4429" y="13014"/>
                </a:cubicBezTo>
                <a:cubicBezTo>
                  <a:pt x="4273" y="12562"/>
                  <a:pt x="3888" y="12228"/>
                  <a:pt x="3419" y="12134"/>
                </a:cubicBezTo>
                <a:lnTo>
                  <a:pt x="1350" y="11719"/>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8" y="1350"/>
                </a:lnTo>
                <a:lnTo>
                  <a:pt x="12132" y="3420"/>
                </a:lnTo>
                <a:cubicBezTo>
                  <a:pt x="12226" y="3888"/>
                  <a:pt x="12561" y="4272"/>
                  <a:pt x="13013" y="4430"/>
                </a:cubicBezTo>
                <a:cubicBezTo>
                  <a:pt x="13262" y="4517"/>
                  <a:pt x="13503" y="4617"/>
                  <a:pt x="13738" y="4731"/>
                </a:cubicBezTo>
                <a:cubicBezTo>
                  <a:pt x="13925" y="4822"/>
                  <a:pt x="14126" y="4866"/>
                  <a:pt x="14327" y="4866"/>
                </a:cubicBezTo>
                <a:cubicBezTo>
                  <a:pt x="14590" y="4866"/>
                  <a:pt x="14851" y="4790"/>
                  <a:pt x="15076" y="4639"/>
                </a:cubicBezTo>
                <a:lnTo>
                  <a:pt x="16833" y="3468"/>
                </a:lnTo>
                <a:lnTo>
                  <a:pt x="18132" y="4767"/>
                </a:lnTo>
                <a:lnTo>
                  <a:pt x="16960" y="6524"/>
                </a:lnTo>
                <a:cubicBezTo>
                  <a:pt x="16695" y="6923"/>
                  <a:pt x="16661" y="7431"/>
                  <a:pt x="16868" y="7861"/>
                </a:cubicBezTo>
                <a:cubicBezTo>
                  <a:pt x="16981" y="8096"/>
                  <a:pt x="17084" y="8337"/>
                  <a:pt x="17171" y="8587"/>
                </a:cubicBezTo>
                <a:cubicBezTo>
                  <a:pt x="17328" y="9039"/>
                  <a:pt x="17711" y="9373"/>
                  <a:pt x="18181" y="9467"/>
                </a:cubicBezTo>
                <a:lnTo>
                  <a:pt x="20249" y="9882"/>
                </a:lnTo>
                <a:lnTo>
                  <a:pt x="20251" y="11719"/>
                </a:lnTo>
                <a:cubicBezTo>
                  <a:pt x="20251" y="11719"/>
                  <a:pt x="18181" y="12133"/>
                  <a:pt x="18181" y="12133"/>
                </a:cubicBezTo>
                <a:close/>
                <a:moveTo>
                  <a:pt x="20514" y="8558"/>
                </a:moveTo>
                <a:lnTo>
                  <a:pt x="18446" y="8143"/>
                </a:lnTo>
                <a:cubicBezTo>
                  <a:pt x="18342" y="7844"/>
                  <a:pt x="18219" y="7554"/>
                  <a:pt x="18083" y="7273"/>
                </a:cubicBezTo>
                <a:lnTo>
                  <a:pt x="19255" y="5516"/>
                </a:lnTo>
                <a:cubicBezTo>
                  <a:pt x="19612" y="4980"/>
                  <a:pt x="19541" y="4268"/>
                  <a:pt x="19086" y="3813"/>
                </a:cubicBezTo>
                <a:lnTo>
                  <a:pt x="17788" y="2514"/>
                </a:lnTo>
                <a:cubicBezTo>
                  <a:pt x="17527" y="2253"/>
                  <a:pt x="17182" y="2118"/>
                  <a:pt x="16832" y="2118"/>
                </a:cubicBezTo>
                <a:cubicBezTo>
                  <a:pt x="16574" y="2118"/>
                  <a:pt x="16313" y="2193"/>
                  <a:pt x="16085" y="2345"/>
                </a:cubicBezTo>
                <a:lnTo>
                  <a:pt x="14327" y="3516"/>
                </a:lnTo>
                <a:cubicBezTo>
                  <a:pt x="14045" y="3380"/>
                  <a:pt x="13755" y="3258"/>
                  <a:pt x="13456" y="3155"/>
                </a:cubicBezTo>
                <a:lnTo>
                  <a:pt x="13042" y="1085"/>
                </a:lnTo>
                <a:cubicBezTo>
                  <a:pt x="12917" y="454"/>
                  <a:pt x="12362" y="0"/>
                  <a:pt x="11718"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9"/>
                </a:lnTo>
                <a:cubicBezTo>
                  <a:pt x="0" y="12362"/>
                  <a:pt x="454" y="12917"/>
                  <a:pt x="1085" y="13043"/>
                </a:cubicBezTo>
                <a:lnTo>
                  <a:pt x="3154" y="13457"/>
                </a:lnTo>
                <a:cubicBezTo>
                  <a:pt x="3258" y="13756"/>
                  <a:pt x="3380" y="14047"/>
                  <a:pt x="3516" y="14327"/>
                </a:cubicBezTo>
                <a:lnTo>
                  <a:pt x="2345" y="16084"/>
                </a:lnTo>
                <a:cubicBezTo>
                  <a:pt x="1988" y="16620"/>
                  <a:pt x="2059" y="17333"/>
                  <a:pt x="2514" y="17788"/>
                </a:cubicBezTo>
                <a:lnTo>
                  <a:pt x="3812" y="19087"/>
                </a:lnTo>
                <a:cubicBezTo>
                  <a:pt x="4073" y="19347"/>
                  <a:pt x="4419" y="19483"/>
                  <a:pt x="4767" y="19483"/>
                </a:cubicBezTo>
                <a:cubicBezTo>
                  <a:pt x="5026" y="19483"/>
                  <a:pt x="5287" y="19407"/>
                  <a:pt x="5516" y="19255"/>
                </a:cubicBezTo>
                <a:lnTo>
                  <a:pt x="7273" y="18084"/>
                </a:lnTo>
                <a:cubicBezTo>
                  <a:pt x="7554" y="18221"/>
                  <a:pt x="7843" y="18342"/>
                  <a:pt x="8143" y="18446"/>
                </a:cubicBezTo>
                <a:lnTo>
                  <a:pt x="8557" y="20515"/>
                </a:lnTo>
                <a:cubicBezTo>
                  <a:pt x="8684" y="21147"/>
                  <a:pt x="9238" y="21600"/>
                  <a:pt x="9881" y="21600"/>
                </a:cubicBezTo>
                <a:lnTo>
                  <a:pt x="11718" y="21600"/>
                </a:lnTo>
                <a:cubicBezTo>
                  <a:pt x="12362" y="21600"/>
                  <a:pt x="12917" y="21147"/>
                  <a:pt x="13042" y="20515"/>
                </a:cubicBezTo>
                <a:lnTo>
                  <a:pt x="13457" y="18446"/>
                </a:lnTo>
                <a:cubicBezTo>
                  <a:pt x="13756" y="18342"/>
                  <a:pt x="14047" y="18220"/>
                  <a:pt x="14327" y="18084"/>
                </a:cubicBezTo>
                <a:lnTo>
                  <a:pt x="16085" y="19255"/>
                </a:lnTo>
                <a:cubicBezTo>
                  <a:pt x="16313" y="19407"/>
                  <a:pt x="16574" y="19483"/>
                  <a:pt x="16832" y="19483"/>
                </a:cubicBezTo>
                <a:cubicBezTo>
                  <a:pt x="17182" y="19483"/>
                  <a:pt x="17527" y="19347"/>
                  <a:pt x="17788" y="19087"/>
                </a:cubicBezTo>
                <a:lnTo>
                  <a:pt x="19086" y="17788"/>
                </a:lnTo>
                <a:cubicBezTo>
                  <a:pt x="19541" y="17333"/>
                  <a:pt x="19612" y="16620"/>
                  <a:pt x="19255" y="16084"/>
                </a:cubicBezTo>
                <a:lnTo>
                  <a:pt x="18083" y="14327"/>
                </a:lnTo>
                <a:cubicBezTo>
                  <a:pt x="18220" y="14046"/>
                  <a:pt x="18342" y="13756"/>
                  <a:pt x="18446" y="13457"/>
                </a:cubicBezTo>
                <a:lnTo>
                  <a:pt x="20514" y="13043"/>
                </a:lnTo>
                <a:cubicBezTo>
                  <a:pt x="21146" y="12917"/>
                  <a:pt x="21600" y="12362"/>
                  <a:pt x="21600" y="11719"/>
                </a:cubicBezTo>
                <a:lnTo>
                  <a:pt x="21600" y="9882"/>
                </a:lnTo>
                <a:cubicBezTo>
                  <a:pt x="21600" y="9238"/>
                  <a:pt x="21146" y="8684"/>
                  <a:pt x="20514" y="8558"/>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1" name="Shape 7801"/>
          <p:cNvSpPr/>
          <p:nvPr/>
        </p:nvSpPr>
        <p:spPr>
          <a:xfrm>
            <a:off x="9112498" y="6889687"/>
            <a:ext cx="406170" cy="4061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250"/>
                </a:moveTo>
                <a:cubicBezTo>
                  <a:pt x="5580" y="20250"/>
                  <a:pt x="1350" y="16017"/>
                  <a:pt x="1350" y="10800"/>
                </a:cubicBezTo>
                <a:cubicBezTo>
                  <a:pt x="1350" y="5582"/>
                  <a:pt x="5580" y="1349"/>
                  <a:pt x="10800" y="1349"/>
                </a:cubicBezTo>
                <a:cubicBezTo>
                  <a:pt x="16017" y="1349"/>
                  <a:pt x="20251" y="5582"/>
                  <a:pt x="20251" y="10800"/>
                </a:cubicBezTo>
                <a:cubicBezTo>
                  <a:pt x="20251" y="16017"/>
                  <a:pt x="16017" y="20250"/>
                  <a:pt x="10800" y="20250"/>
                </a:cubicBezTo>
                <a:moveTo>
                  <a:pt x="10800" y="0"/>
                </a:moveTo>
                <a:cubicBezTo>
                  <a:pt x="4836" y="0"/>
                  <a:pt x="0" y="4836"/>
                  <a:pt x="0" y="10800"/>
                </a:cubicBezTo>
                <a:cubicBezTo>
                  <a:pt x="0" y="16763"/>
                  <a:pt x="4836" y="21600"/>
                  <a:pt x="10800" y="21600"/>
                </a:cubicBezTo>
                <a:cubicBezTo>
                  <a:pt x="16764" y="21600"/>
                  <a:pt x="21600" y="16763"/>
                  <a:pt x="21600" y="10800"/>
                </a:cubicBezTo>
                <a:cubicBezTo>
                  <a:pt x="21600" y="4836"/>
                  <a:pt x="16764"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2" name="Shape 7802"/>
          <p:cNvSpPr/>
          <p:nvPr/>
        </p:nvSpPr>
        <p:spPr>
          <a:xfrm>
            <a:off x="9198176" y="6976953"/>
            <a:ext cx="233244" cy="2332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8901"/>
                </a:moveTo>
                <a:cubicBezTo>
                  <a:pt x="6328" y="18901"/>
                  <a:pt x="2699" y="15272"/>
                  <a:pt x="2699" y="10801"/>
                </a:cubicBezTo>
                <a:cubicBezTo>
                  <a:pt x="2699" y="6329"/>
                  <a:pt x="6328" y="2700"/>
                  <a:pt x="10800" y="2700"/>
                </a:cubicBezTo>
                <a:cubicBezTo>
                  <a:pt x="15271" y="2700"/>
                  <a:pt x="18899" y="6329"/>
                  <a:pt x="18899" y="10801"/>
                </a:cubicBezTo>
                <a:cubicBezTo>
                  <a:pt x="18899" y="15272"/>
                  <a:pt x="15271" y="18901"/>
                  <a:pt x="10800" y="18901"/>
                </a:cubicBezTo>
                <a:moveTo>
                  <a:pt x="10800" y="0"/>
                </a:moveTo>
                <a:cubicBezTo>
                  <a:pt x="4830" y="0"/>
                  <a:pt x="0" y="4833"/>
                  <a:pt x="0" y="10801"/>
                </a:cubicBezTo>
                <a:cubicBezTo>
                  <a:pt x="0" y="16767"/>
                  <a:pt x="4830" y="21600"/>
                  <a:pt x="10800" y="21600"/>
                </a:cubicBezTo>
                <a:cubicBezTo>
                  <a:pt x="16764" y="21600"/>
                  <a:pt x="21600" y="16767"/>
                  <a:pt x="21600" y="10801"/>
                </a:cubicBezTo>
                <a:cubicBezTo>
                  <a:pt x="21600" y="4833"/>
                  <a:pt x="16764" y="0"/>
                  <a:pt x="10800"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nvGrpSpPr>
          <p:cNvPr id="7805" name="Group 7805"/>
          <p:cNvGrpSpPr/>
          <p:nvPr/>
        </p:nvGrpSpPr>
        <p:grpSpPr>
          <a:xfrm>
            <a:off x="6994289" y="6629472"/>
            <a:ext cx="928205" cy="928163"/>
            <a:chOff x="0" y="0"/>
            <a:chExt cx="928204" cy="928161"/>
          </a:xfrm>
        </p:grpSpPr>
        <p:sp>
          <p:nvSpPr>
            <p:cNvPr id="7803" name="Shape 7803"/>
            <p:cNvSpPr/>
            <p:nvPr/>
          </p:nvSpPr>
          <p:spPr>
            <a:xfrm>
              <a:off x="0" y="0"/>
              <a:ext cx="928205" cy="9281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499" y="14851"/>
                  </a:moveTo>
                  <a:cubicBezTo>
                    <a:pt x="9772" y="14851"/>
                    <a:pt x="6749" y="11828"/>
                    <a:pt x="6749" y="8100"/>
                  </a:cubicBezTo>
                  <a:cubicBezTo>
                    <a:pt x="6749" y="4372"/>
                    <a:pt x="9772" y="1350"/>
                    <a:pt x="13499" y="1350"/>
                  </a:cubicBezTo>
                  <a:cubicBezTo>
                    <a:pt x="17227" y="1350"/>
                    <a:pt x="20249" y="4372"/>
                    <a:pt x="20249" y="8100"/>
                  </a:cubicBezTo>
                  <a:cubicBezTo>
                    <a:pt x="20249" y="11828"/>
                    <a:pt x="17227" y="14851"/>
                    <a:pt x="13499" y="14851"/>
                  </a:cubicBezTo>
                  <a:moveTo>
                    <a:pt x="3236" y="20043"/>
                  </a:moveTo>
                  <a:cubicBezTo>
                    <a:pt x="3019" y="20267"/>
                    <a:pt x="2718" y="20409"/>
                    <a:pt x="2382" y="20409"/>
                  </a:cubicBezTo>
                  <a:cubicBezTo>
                    <a:pt x="1724" y="20409"/>
                    <a:pt x="1191" y="19876"/>
                    <a:pt x="1191" y="19219"/>
                  </a:cubicBezTo>
                  <a:cubicBezTo>
                    <a:pt x="1191" y="18882"/>
                    <a:pt x="1332" y="18581"/>
                    <a:pt x="1557" y="18364"/>
                  </a:cubicBezTo>
                  <a:lnTo>
                    <a:pt x="1551" y="18359"/>
                  </a:lnTo>
                  <a:lnTo>
                    <a:pt x="6996" y="12914"/>
                  </a:lnTo>
                  <a:cubicBezTo>
                    <a:pt x="7472" y="13556"/>
                    <a:pt x="8039" y="14123"/>
                    <a:pt x="8680" y="14600"/>
                  </a:cubicBezTo>
                  <a:cubicBezTo>
                    <a:pt x="8680" y="14600"/>
                    <a:pt x="3236" y="20043"/>
                    <a:pt x="3236" y="20043"/>
                  </a:cubicBezTo>
                  <a:close/>
                  <a:moveTo>
                    <a:pt x="13499" y="0"/>
                  </a:moveTo>
                  <a:cubicBezTo>
                    <a:pt x="9026" y="0"/>
                    <a:pt x="5399" y="3626"/>
                    <a:pt x="5399" y="8100"/>
                  </a:cubicBezTo>
                  <a:cubicBezTo>
                    <a:pt x="5399" y="9467"/>
                    <a:pt x="5742" y="10754"/>
                    <a:pt x="6341" y="11885"/>
                  </a:cubicBezTo>
                  <a:lnTo>
                    <a:pt x="709" y="17516"/>
                  </a:lnTo>
                  <a:lnTo>
                    <a:pt x="713" y="17521"/>
                  </a:lnTo>
                  <a:cubicBezTo>
                    <a:pt x="274" y="17954"/>
                    <a:pt x="0" y="18553"/>
                    <a:pt x="0" y="19219"/>
                  </a:cubicBezTo>
                  <a:cubicBezTo>
                    <a:pt x="0" y="20534"/>
                    <a:pt x="1066" y="21600"/>
                    <a:pt x="2382" y="21600"/>
                  </a:cubicBezTo>
                  <a:cubicBezTo>
                    <a:pt x="3047" y="21600"/>
                    <a:pt x="3647" y="21327"/>
                    <a:pt x="4079" y="20886"/>
                  </a:cubicBezTo>
                  <a:lnTo>
                    <a:pt x="4078" y="20885"/>
                  </a:lnTo>
                  <a:lnTo>
                    <a:pt x="9708" y="15256"/>
                  </a:lnTo>
                  <a:cubicBezTo>
                    <a:pt x="10839" y="15857"/>
                    <a:pt x="12128" y="16201"/>
                    <a:pt x="13499" y="16201"/>
                  </a:cubicBezTo>
                  <a:cubicBezTo>
                    <a:pt x="17973" y="16201"/>
                    <a:pt x="21600" y="12574"/>
                    <a:pt x="21600" y="8100"/>
                  </a:cubicBezTo>
                  <a:cubicBezTo>
                    <a:pt x="21600" y="3626"/>
                    <a:pt x="17973" y="0"/>
                    <a:pt x="13499"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4" name="Shape 7804"/>
            <p:cNvSpPr/>
            <p:nvPr/>
          </p:nvSpPr>
          <p:spPr>
            <a:xfrm>
              <a:off x="376040" y="144386"/>
              <a:ext cx="218952" cy="2173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1" y="0"/>
                  </a:moveTo>
                  <a:cubicBezTo>
                    <a:pt x="9025" y="0"/>
                    <a:pt x="0" y="9025"/>
                    <a:pt x="0" y="20160"/>
                  </a:cubicBezTo>
                  <a:cubicBezTo>
                    <a:pt x="0" y="20954"/>
                    <a:pt x="644" y="21600"/>
                    <a:pt x="1440" y="21600"/>
                  </a:cubicBezTo>
                  <a:cubicBezTo>
                    <a:pt x="2235" y="21600"/>
                    <a:pt x="2880" y="20954"/>
                    <a:pt x="2880" y="20160"/>
                  </a:cubicBezTo>
                  <a:cubicBezTo>
                    <a:pt x="2880" y="10618"/>
                    <a:pt x="10617" y="2880"/>
                    <a:pt x="20161" y="2880"/>
                  </a:cubicBezTo>
                  <a:cubicBezTo>
                    <a:pt x="20956" y="2880"/>
                    <a:pt x="21600" y="2234"/>
                    <a:pt x="21600" y="1440"/>
                  </a:cubicBezTo>
                  <a:cubicBezTo>
                    <a:pt x="21600" y="645"/>
                    <a:pt x="20956" y="0"/>
                    <a:pt x="20161" y="0"/>
                  </a:cubicBezTo>
                </a:path>
              </a:pathLst>
            </a:custGeom>
            <a:solidFill>
              <a:srgbClr val="FFFFFF"/>
            </a:solidFill>
            <a:ln w="12700" cap="flat">
              <a:noFill/>
              <a:miter lim="400000"/>
            </a:ln>
            <a:effectLst/>
          </p:spPr>
          <p:txBody>
            <a:bodyPr wrap="square" lIns="91392" tIns="91392" rIns="91392" bIns="91392" numCol="1" anchor="ctr">
              <a:noAutofit/>
            </a:bodyP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grpSp>
      <p:sp>
        <p:nvSpPr>
          <p:cNvPr id="7806" name="Shape 7806"/>
          <p:cNvSpPr/>
          <p:nvPr/>
        </p:nvSpPr>
        <p:spPr>
          <a:xfrm>
            <a:off x="5136293" y="6629472"/>
            <a:ext cx="929749"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851" y="12151"/>
                </a:moveTo>
                <a:cubicBezTo>
                  <a:pt x="13852" y="12151"/>
                  <a:pt x="12927" y="11860"/>
                  <a:pt x="12125" y="11387"/>
                </a:cubicBezTo>
                <a:lnTo>
                  <a:pt x="11893" y="11619"/>
                </a:lnTo>
                <a:lnTo>
                  <a:pt x="11133" y="12378"/>
                </a:lnTo>
                <a:lnTo>
                  <a:pt x="9846" y="13664"/>
                </a:lnTo>
                <a:cubicBezTo>
                  <a:pt x="9593" y="13917"/>
                  <a:pt x="9451" y="14261"/>
                  <a:pt x="9451" y="14618"/>
                </a:cubicBezTo>
                <a:lnTo>
                  <a:pt x="9451" y="16201"/>
                </a:lnTo>
                <a:lnTo>
                  <a:pt x="8101" y="16201"/>
                </a:lnTo>
                <a:cubicBezTo>
                  <a:pt x="7356" y="16201"/>
                  <a:pt x="6751" y="16805"/>
                  <a:pt x="6751" y="17550"/>
                </a:cubicBezTo>
                <a:lnTo>
                  <a:pt x="6751" y="18901"/>
                </a:lnTo>
                <a:lnTo>
                  <a:pt x="5170" y="18901"/>
                </a:lnTo>
                <a:cubicBezTo>
                  <a:pt x="4812" y="18901"/>
                  <a:pt x="4469" y="19043"/>
                  <a:pt x="4216" y="19296"/>
                </a:cubicBezTo>
                <a:lnTo>
                  <a:pt x="3259" y="20253"/>
                </a:lnTo>
                <a:lnTo>
                  <a:pt x="1352" y="20250"/>
                </a:lnTo>
                <a:lnTo>
                  <a:pt x="1350" y="18327"/>
                </a:lnTo>
                <a:lnTo>
                  <a:pt x="9223" y="10467"/>
                </a:lnTo>
                <a:cubicBezTo>
                  <a:pt x="9223" y="10467"/>
                  <a:pt x="9223" y="10467"/>
                  <a:pt x="9224" y="10468"/>
                </a:cubicBezTo>
                <a:lnTo>
                  <a:pt x="10215" y="9477"/>
                </a:lnTo>
                <a:cubicBezTo>
                  <a:pt x="9741" y="8674"/>
                  <a:pt x="9451" y="7748"/>
                  <a:pt x="9451" y="6750"/>
                </a:cubicBezTo>
                <a:cubicBezTo>
                  <a:pt x="9451" y="3767"/>
                  <a:pt x="11870" y="1350"/>
                  <a:pt x="14851" y="1350"/>
                </a:cubicBezTo>
                <a:cubicBezTo>
                  <a:pt x="17833" y="1350"/>
                  <a:pt x="20251" y="3767"/>
                  <a:pt x="20251" y="6750"/>
                </a:cubicBezTo>
                <a:cubicBezTo>
                  <a:pt x="20251" y="9732"/>
                  <a:pt x="17833" y="12151"/>
                  <a:pt x="14851" y="12151"/>
                </a:cubicBezTo>
                <a:moveTo>
                  <a:pt x="14851" y="0"/>
                </a:moveTo>
                <a:cubicBezTo>
                  <a:pt x="11124" y="0"/>
                  <a:pt x="8101" y="3022"/>
                  <a:pt x="8101" y="6750"/>
                </a:cubicBezTo>
                <a:cubicBezTo>
                  <a:pt x="8101" y="7617"/>
                  <a:pt x="8283" y="8438"/>
                  <a:pt x="8582" y="9199"/>
                </a:cubicBezTo>
                <a:lnTo>
                  <a:pt x="383" y="17401"/>
                </a:lnTo>
                <a:cubicBezTo>
                  <a:pt x="146" y="17638"/>
                  <a:pt x="0" y="17864"/>
                  <a:pt x="0" y="18226"/>
                </a:cubicBezTo>
                <a:lnTo>
                  <a:pt x="0" y="20250"/>
                </a:lnTo>
                <a:cubicBezTo>
                  <a:pt x="0" y="20973"/>
                  <a:pt x="626" y="21600"/>
                  <a:pt x="1349" y="21600"/>
                </a:cubicBezTo>
                <a:lnTo>
                  <a:pt x="3374" y="21600"/>
                </a:lnTo>
                <a:cubicBezTo>
                  <a:pt x="3736" y="21600"/>
                  <a:pt x="3965" y="21456"/>
                  <a:pt x="4202" y="21220"/>
                </a:cubicBezTo>
                <a:lnTo>
                  <a:pt x="5170" y="20250"/>
                </a:lnTo>
                <a:lnTo>
                  <a:pt x="6751" y="20250"/>
                </a:lnTo>
                <a:cubicBezTo>
                  <a:pt x="7496" y="20250"/>
                  <a:pt x="8101" y="19646"/>
                  <a:pt x="8101" y="18901"/>
                </a:cubicBezTo>
                <a:lnTo>
                  <a:pt x="8101" y="17550"/>
                </a:lnTo>
                <a:lnTo>
                  <a:pt x="9451" y="17550"/>
                </a:lnTo>
                <a:cubicBezTo>
                  <a:pt x="10196" y="17550"/>
                  <a:pt x="10801" y="16946"/>
                  <a:pt x="10801" y="16201"/>
                </a:cubicBezTo>
                <a:lnTo>
                  <a:pt x="10801" y="14618"/>
                </a:lnTo>
                <a:lnTo>
                  <a:pt x="12401" y="13019"/>
                </a:lnTo>
                <a:cubicBezTo>
                  <a:pt x="13163" y="13318"/>
                  <a:pt x="13983" y="13501"/>
                  <a:pt x="14851" y="13501"/>
                </a:cubicBezTo>
                <a:cubicBezTo>
                  <a:pt x="18578" y="13501"/>
                  <a:pt x="21600" y="10477"/>
                  <a:pt x="21600" y="6750"/>
                </a:cubicBezTo>
                <a:cubicBezTo>
                  <a:pt x="21600" y="3022"/>
                  <a:pt x="18578" y="0"/>
                  <a:pt x="14851"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7" name="Shape 7807"/>
          <p:cNvSpPr/>
          <p:nvPr/>
        </p:nvSpPr>
        <p:spPr>
          <a:xfrm>
            <a:off x="5717016" y="6745292"/>
            <a:ext cx="231656" cy="231661"/>
          </a:xfrm>
          <a:custGeom>
            <a:avLst/>
            <a:gdLst/>
            <a:ahLst/>
            <a:cxnLst>
              <a:cxn ang="0">
                <a:pos x="wd2" y="hd2"/>
              </a:cxn>
              <a:cxn ang="5400000">
                <a:pos x="wd2" y="hd2"/>
              </a:cxn>
              <a:cxn ang="10800000">
                <a:pos x="wd2" y="hd2"/>
              </a:cxn>
              <a:cxn ang="16200000">
                <a:pos x="wd2" y="hd2"/>
              </a:cxn>
            </a:cxnLst>
            <a:rect l="0" t="0" r="r" b="b"/>
            <a:pathLst>
              <a:path w="21600" h="21333" fill="norm" stroke="1" extrusionOk="0">
                <a:moveTo>
                  <a:pt x="13008" y="18685"/>
                </a:moveTo>
                <a:cubicBezTo>
                  <a:pt x="9017" y="15851"/>
                  <a:pt x="5542" y="12416"/>
                  <a:pt x="2694" y="8571"/>
                </a:cubicBezTo>
                <a:cubicBezTo>
                  <a:pt x="3736" y="5629"/>
                  <a:pt x="5693" y="3698"/>
                  <a:pt x="8585" y="2648"/>
                </a:cubicBezTo>
                <a:cubicBezTo>
                  <a:pt x="12578" y="5490"/>
                  <a:pt x="16048" y="8912"/>
                  <a:pt x="18889" y="12810"/>
                </a:cubicBezTo>
                <a:cubicBezTo>
                  <a:pt x="17836" y="15731"/>
                  <a:pt x="15883" y="17648"/>
                  <a:pt x="13008" y="18685"/>
                </a:cubicBezTo>
                <a:moveTo>
                  <a:pt x="21110" y="11296"/>
                </a:moveTo>
                <a:cubicBezTo>
                  <a:pt x="18081" y="7131"/>
                  <a:pt x="14396" y="3497"/>
                  <a:pt x="10161" y="485"/>
                </a:cubicBezTo>
                <a:cubicBezTo>
                  <a:pt x="9468" y="-7"/>
                  <a:pt x="8579" y="-133"/>
                  <a:pt x="7778" y="146"/>
                </a:cubicBezTo>
                <a:cubicBezTo>
                  <a:pt x="4027" y="1451"/>
                  <a:pt x="1463" y="3984"/>
                  <a:pt x="145" y="7688"/>
                </a:cubicBezTo>
                <a:cubicBezTo>
                  <a:pt x="46" y="7963"/>
                  <a:pt x="0" y="8253"/>
                  <a:pt x="0" y="8538"/>
                </a:cubicBezTo>
                <a:cubicBezTo>
                  <a:pt x="0" y="9072"/>
                  <a:pt x="167" y="9597"/>
                  <a:pt x="487" y="10042"/>
                </a:cubicBezTo>
                <a:cubicBezTo>
                  <a:pt x="3525" y="14214"/>
                  <a:pt x="7211" y="17851"/>
                  <a:pt x="11431" y="20851"/>
                </a:cubicBezTo>
                <a:cubicBezTo>
                  <a:pt x="12122" y="21339"/>
                  <a:pt x="13010" y="21467"/>
                  <a:pt x="13812" y="21189"/>
                </a:cubicBezTo>
                <a:cubicBezTo>
                  <a:pt x="17563" y="19894"/>
                  <a:pt x="20133" y="17357"/>
                  <a:pt x="21451" y="13648"/>
                </a:cubicBezTo>
                <a:cubicBezTo>
                  <a:pt x="21551" y="13373"/>
                  <a:pt x="21600" y="13082"/>
                  <a:pt x="21600" y="12797"/>
                </a:cubicBezTo>
                <a:cubicBezTo>
                  <a:pt x="21600" y="12266"/>
                  <a:pt x="21429" y="11741"/>
                  <a:pt x="21110" y="11296"/>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8" name="Shape 7808"/>
          <p:cNvSpPr/>
          <p:nvPr/>
        </p:nvSpPr>
        <p:spPr>
          <a:xfrm>
            <a:off x="3279880" y="6629472"/>
            <a:ext cx="928236" cy="928163"/>
          </a:xfrm>
          <a:custGeom>
            <a:avLst/>
            <a:gdLst/>
            <a:ahLst/>
            <a:cxnLst>
              <a:cxn ang="0">
                <a:pos x="wd2" y="hd2"/>
              </a:cxn>
              <a:cxn ang="5400000">
                <a:pos x="wd2" y="hd2"/>
              </a:cxn>
              <a:cxn ang="10800000">
                <a:pos x="wd2" y="hd2"/>
              </a:cxn>
              <a:cxn ang="16200000">
                <a:pos x="wd2" y="hd2"/>
              </a:cxn>
            </a:cxnLst>
            <a:rect l="0" t="0" r="r" b="b"/>
            <a:pathLst>
              <a:path w="21374" h="21600" fill="norm" stroke="1" extrusionOk="0">
                <a:moveTo>
                  <a:pt x="1336" y="20250"/>
                </a:moveTo>
                <a:cubicBezTo>
                  <a:pt x="1428" y="20189"/>
                  <a:pt x="3691" y="18689"/>
                  <a:pt x="7070" y="17951"/>
                </a:cubicBezTo>
                <a:lnTo>
                  <a:pt x="8729" y="17588"/>
                </a:lnTo>
                <a:cubicBezTo>
                  <a:pt x="9321" y="17981"/>
                  <a:pt x="9972" y="18226"/>
                  <a:pt x="10686" y="18226"/>
                </a:cubicBezTo>
                <a:cubicBezTo>
                  <a:pt x="11401" y="18226"/>
                  <a:pt x="12052" y="17981"/>
                  <a:pt x="12644" y="17588"/>
                </a:cubicBezTo>
                <a:lnTo>
                  <a:pt x="14303" y="17951"/>
                </a:lnTo>
                <a:cubicBezTo>
                  <a:pt x="17656" y="18683"/>
                  <a:pt x="19911" y="20166"/>
                  <a:pt x="20037" y="20250"/>
                </a:cubicBezTo>
                <a:cubicBezTo>
                  <a:pt x="20037" y="20250"/>
                  <a:pt x="1336" y="20250"/>
                  <a:pt x="1336" y="20250"/>
                </a:cubicBezTo>
                <a:close/>
                <a:moveTo>
                  <a:pt x="13537" y="15794"/>
                </a:moveTo>
                <a:lnTo>
                  <a:pt x="13317" y="16074"/>
                </a:lnTo>
                <a:cubicBezTo>
                  <a:pt x="11725" y="17924"/>
                  <a:pt x="9648" y="17924"/>
                  <a:pt x="8056" y="16074"/>
                </a:cubicBezTo>
                <a:lnTo>
                  <a:pt x="7836" y="15794"/>
                </a:lnTo>
                <a:cubicBezTo>
                  <a:pt x="5977" y="13412"/>
                  <a:pt x="5053" y="10261"/>
                  <a:pt x="5451" y="7255"/>
                </a:cubicBezTo>
                <a:cubicBezTo>
                  <a:pt x="5815" y="4367"/>
                  <a:pt x="7453" y="1350"/>
                  <a:pt x="10686" y="1350"/>
                </a:cubicBezTo>
                <a:cubicBezTo>
                  <a:pt x="13920" y="1350"/>
                  <a:pt x="15558" y="4367"/>
                  <a:pt x="15922" y="7255"/>
                </a:cubicBezTo>
                <a:cubicBezTo>
                  <a:pt x="16318" y="10262"/>
                  <a:pt x="15398" y="13412"/>
                  <a:pt x="13537" y="15794"/>
                </a:cubicBezTo>
                <a:moveTo>
                  <a:pt x="20778" y="19127"/>
                </a:moveTo>
                <a:cubicBezTo>
                  <a:pt x="20644" y="19038"/>
                  <a:pt x="18209" y="17423"/>
                  <a:pt x="14585" y="16631"/>
                </a:cubicBezTo>
                <a:cubicBezTo>
                  <a:pt x="15914" y="14928"/>
                  <a:pt x="16767" y="12640"/>
                  <a:pt x="17130" y="11116"/>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6"/>
                </a:cubicBezTo>
                <a:cubicBezTo>
                  <a:pt x="4606" y="12640"/>
                  <a:pt x="5459" y="14928"/>
                  <a:pt x="6788" y="16631"/>
                </a:cubicBezTo>
                <a:cubicBezTo>
                  <a:pt x="3164" y="17423"/>
                  <a:pt x="729" y="19038"/>
                  <a:pt x="595" y="19127"/>
                </a:cubicBezTo>
                <a:cubicBezTo>
                  <a:pt x="105" y="19458"/>
                  <a:pt x="-113" y="20072"/>
                  <a:pt x="57" y="20641"/>
                </a:cubicBezTo>
                <a:cubicBezTo>
                  <a:pt x="228" y="21211"/>
                  <a:pt x="747" y="21600"/>
                  <a:pt x="1336" y="21600"/>
                </a:cubicBezTo>
                <a:lnTo>
                  <a:pt x="20037" y="21600"/>
                </a:lnTo>
                <a:cubicBezTo>
                  <a:pt x="20626" y="21600"/>
                  <a:pt x="21145" y="21211"/>
                  <a:pt x="21316" y="20641"/>
                </a:cubicBezTo>
                <a:cubicBezTo>
                  <a:pt x="21487" y="20072"/>
                  <a:pt x="21268" y="19458"/>
                  <a:pt x="20778" y="19127"/>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09" name="Shape 7809"/>
          <p:cNvSpPr/>
          <p:nvPr/>
        </p:nvSpPr>
        <p:spPr>
          <a:xfrm>
            <a:off x="1480598" y="6629472"/>
            <a:ext cx="812340" cy="9281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8" y="5400"/>
                </a:moveTo>
                <a:lnTo>
                  <a:pt x="20058" y="6075"/>
                </a:lnTo>
                <a:lnTo>
                  <a:pt x="1542" y="6075"/>
                </a:lnTo>
                <a:lnTo>
                  <a:pt x="1542" y="4725"/>
                </a:lnTo>
                <a:cubicBezTo>
                  <a:pt x="1542" y="4352"/>
                  <a:pt x="1887" y="4050"/>
                  <a:pt x="2314" y="4050"/>
                </a:cubicBezTo>
                <a:lnTo>
                  <a:pt x="19286" y="4050"/>
                </a:lnTo>
                <a:cubicBezTo>
                  <a:pt x="19713" y="4050"/>
                  <a:pt x="20058" y="4352"/>
                  <a:pt x="20058" y="4725"/>
                </a:cubicBezTo>
                <a:cubicBezTo>
                  <a:pt x="20058" y="4725"/>
                  <a:pt x="20058" y="5400"/>
                  <a:pt x="20058" y="5400"/>
                </a:cubicBezTo>
                <a:close/>
                <a:moveTo>
                  <a:pt x="18515" y="18901"/>
                </a:moveTo>
                <a:cubicBezTo>
                  <a:pt x="18515" y="19645"/>
                  <a:pt x="17823" y="20250"/>
                  <a:pt x="16972" y="20250"/>
                </a:cubicBezTo>
                <a:lnTo>
                  <a:pt x="4628" y="20250"/>
                </a:lnTo>
                <a:cubicBezTo>
                  <a:pt x="3777" y="20250"/>
                  <a:pt x="3085" y="19645"/>
                  <a:pt x="3085" y="18901"/>
                </a:cubicBezTo>
                <a:lnTo>
                  <a:pt x="3085" y="7425"/>
                </a:lnTo>
                <a:lnTo>
                  <a:pt x="18515" y="7425"/>
                </a:lnTo>
                <a:cubicBezTo>
                  <a:pt x="18515" y="7425"/>
                  <a:pt x="18515" y="18901"/>
                  <a:pt x="18515" y="18901"/>
                </a:cubicBezTo>
                <a:close/>
                <a:moveTo>
                  <a:pt x="6171" y="2025"/>
                </a:moveTo>
                <a:cubicBezTo>
                  <a:pt x="6171" y="1652"/>
                  <a:pt x="6516" y="1350"/>
                  <a:pt x="6942" y="1350"/>
                </a:cubicBezTo>
                <a:lnTo>
                  <a:pt x="14658" y="1350"/>
                </a:lnTo>
                <a:cubicBezTo>
                  <a:pt x="15084" y="1350"/>
                  <a:pt x="15429" y="1652"/>
                  <a:pt x="15429" y="2025"/>
                </a:cubicBezTo>
                <a:lnTo>
                  <a:pt x="15429" y="2700"/>
                </a:lnTo>
                <a:lnTo>
                  <a:pt x="6171" y="2700"/>
                </a:lnTo>
                <a:cubicBezTo>
                  <a:pt x="6171" y="2700"/>
                  <a:pt x="6171" y="2025"/>
                  <a:pt x="6171" y="2025"/>
                </a:cubicBezTo>
                <a:close/>
                <a:moveTo>
                  <a:pt x="21586" y="4601"/>
                </a:moveTo>
                <a:cubicBezTo>
                  <a:pt x="21512" y="3541"/>
                  <a:pt x="20517" y="2700"/>
                  <a:pt x="19286" y="2700"/>
                </a:cubicBezTo>
                <a:lnTo>
                  <a:pt x="16972" y="2700"/>
                </a:lnTo>
                <a:lnTo>
                  <a:pt x="16972" y="2025"/>
                </a:lnTo>
                <a:cubicBezTo>
                  <a:pt x="16972" y="906"/>
                  <a:pt x="15936" y="0"/>
                  <a:pt x="14658" y="0"/>
                </a:cubicBezTo>
                <a:lnTo>
                  <a:pt x="6942" y="0"/>
                </a:lnTo>
                <a:cubicBezTo>
                  <a:pt x="5664" y="0"/>
                  <a:pt x="4628" y="906"/>
                  <a:pt x="4628" y="2025"/>
                </a:cubicBezTo>
                <a:lnTo>
                  <a:pt x="4628" y="2700"/>
                </a:lnTo>
                <a:lnTo>
                  <a:pt x="2314" y="2700"/>
                </a:lnTo>
                <a:cubicBezTo>
                  <a:pt x="1083" y="2700"/>
                  <a:pt x="88" y="3541"/>
                  <a:pt x="14" y="4601"/>
                </a:cubicBezTo>
                <a:lnTo>
                  <a:pt x="0" y="4601"/>
                </a:lnTo>
                <a:lnTo>
                  <a:pt x="0" y="6075"/>
                </a:lnTo>
                <a:cubicBezTo>
                  <a:pt x="0" y="6820"/>
                  <a:pt x="691" y="7425"/>
                  <a:pt x="1542" y="7425"/>
                </a:cubicBezTo>
                <a:lnTo>
                  <a:pt x="1542" y="18901"/>
                </a:lnTo>
                <a:cubicBezTo>
                  <a:pt x="1542" y="20392"/>
                  <a:pt x="2924" y="21600"/>
                  <a:pt x="4628" y="21600"/>
                </a:cubicBezTo>
                <a:lnTo>
                  <a:pt x="16972" y="21600"/>
                </a:lnTo>
                <a:cubicBezTo>
                  <a:pt x="18676" y="21600"/>
                  <a:pt x="20058" y="20392"/>
                  <a:pt x="20058" y="18901"/>
                </a:cubicBezTo>
                <a:lnTo>
                  <a:pt x="20058" y="7425"/>
                </a:lnTo>
                <a:cubicBezTo>
                  <a:pt x="20909" y="7425"/>
                  <a:pt x="21600" y="6820"/>
                  <a:pt x="21600" y="6075"/>
                </a:cubicBezTo>
                <a:lnTo>
                  <a:pt x="21600" y="4601"/>
                </a:lnTo>
                <a:cubicBezTo>
                  <a:pt x="21600" y="4601"/>
                  <a:pt x="21586" y="4601"/>
                  <a:pt x="21586" y="4601"/>
                </a:cubicBezTo>
                <a:close/>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0" name="Shape 7810"/>
          <p:cNvSpPr/>
          <p:nvPr/>
        </p:nvSpPr>
        <p:spPr>
          <a:xfrm>
            <a:off x="1655133" y="7005515"/>
            <a:ext cx="115828" cy="4363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1" name="Shape 7811"/>
          <p:cNvSpPr/>
          <p:nvPr/>
        </p:nvSpPr>
        <p:spPr>
          <a:xfrm>
            <a:off x="1829666" y="7005515"/>
            <a:ext cx="115828" cy="4363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2" name="Shape 7812"/>
          <p:cNvSpPr/>
          <p:nvPr/>
        </p:nvSpPr>
        <p:spPr>
          <a:xfrm>
            <a:off x="2002614" y="7005515"/>
            <a:ext cx="115828" cy="4363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3" name="Shape 7813"/>
          <p:cNvSpPr/>
          <p:nvPr/>
        </p:nvSpPr>
        <p:spPr>
          <a:xfrm>
            <a:off x="10707104" y="4915865"/>
            <a:ext cx="929793" cy="6394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49" y="18682"/>
                </a:moveTo>
                <a:lnTo>
                  <a:pt x="19575" y="18682"/>
                </a:lnTo>
                <a:lnTo>
                  <a:pt x="16874" y="14755"/>
                </a:lnTo>
                <a:lnTo>
                  <a:pt x="16874" y="14728"/>
                </a:lnTo>
                <a:lnTo>
                  <a:pt x="16199" y="13746"/>
                </a:lnTo>
                <a:lnTo>
                  <a:pt x="16199" y="7854"/>
                </a:lnTo>
                <a:lnTo>
                  <a:pt x="19575" y="2945"/>
                </a:lnTo>
                <a:lnTo>
                  <a:pt x="20249" y="2945"/>
                </a:lnTo>
                <a:cubicBezTo>
                  <a:pt x="20249" y="2945"/>
                  <a:pt x="20249" y="18682"/>
                  <a:pt x="20249" y="18682"/>
                </a:cubicBezTo>
                <a:close/>
                <a:moveTo>
                  <a:pt x="2024" y="19637"/>
                </a:moveTo>
                <a:cubicBezTo>
                  <a:pt x="1651" y="19637"/>
                  <a:pt x="1349" y="19196"/>
                  <a:pt x="1349" y="18655"/>
                </a:cubicBezTo>
                <a:lnTo>
                  <a:pt x="1349" y="2945"/>
                </a:lnTo>
                <a:cubicBezTo>
                  <a:pt x="1349" y="2402"/>
                  <a:pt x="1651" y="1963"/>
                  <a:pt x="2024" y="1963"/>
                </a:cubicBezTo>
                <a:lnTo>
                  <a:pt x="14849" y="1963"/>
                </a:lnTo>
                <a:cubicBezTo>
                  <a:pt x="15221" y="1963"/>
                  <a:pt x="15524" y="2403"/>
                  <a:pt x="15524" y="2945"/>
                </a:cubicBezTo>
                <a:lnTo>
                  <a:pt x="15524" y="18655"/>
                </a:lnTo>
                <a:cubicBezTo>
                  <a:pt x="15524" y="19196"/>
                  <a:pt x="15221" y="19637"/>
                  <a:pt x="14849" y="19637"/>
                </a:cubicBezTo>
                <a:cubicBezTo>
                  <a:pt x="14849" y="19637"/>
                  <a:pt x="2024" y="19637"/>
                  <a:pt x="2024" y="19637"/>
                </a:cubicBezTo>
                <a:close/>
                <a:moveTo>
                  <a:pt x="20249" y="981"/>
                </a:moveTo>
                <a:lnTo>
                  <a:pt x="19651" y="981"/>
                </a:lnTo>
                <a:cubicBezTo>
                  <a:pt x="19296" y="981"/>
                  <a:pt x="18956" y="1185"/>
                  <a:pt x="18703" y="1547"/>
                </a:cubicBezTo>
                <a:lnTo>
                  <a:pt x="16874" y="4170"/>
                </a:lnTo>
                <a:lnTo>
                  <a:pt x="16874" y="2945"/>
                </a:lnTo>
                <a:cubicBezTo>
                  <a:pt x="16874" y="1317"/>
                  <a:pt x="15967" y="0"/>
                  <a:pt x="14849" y="0"/>
                </a:cubicBezTo>
                <a:lnTo>
                  <a:pt x="2024" y="0"/>
                </a:lnTo>
                <a:cubicBezTo>
                  <a:pt x="908" y="0"/>
                  <a:pt x="0" y="1320"/>
                  <a:pt x="0" y="2945"/>
                </a:cubicBezTo>
                <a:lnTo>
                  <a:pt x="0" y="18655"/>
                </a:lnTo>
                <a:cubicBezTo>
                  <a:pt x="0" y="20282"/>
                  <a:pt x="905" y="21600"/>
                  <a:pt x="2024" y="21600"/>
                </a:cubicBezTo>
                <a:lnTo>
                  <a:pt x="14849" y="21600"/>
                </a:lnTo>
                <a:cubicBezTo>
                  <a:pt x="15967" y="21600"/>
                  <a:pt x="16874" y="20282"/>
                  <a:pt x="16874" y="18655"/>
                </a:cubicBezTo>
                <a:lnTo>
                  <a:pt x="16874" y="17457"/>
                </a:lnTo>
                <a:lnTo>
                  <a:pt x="18703" y="20080"/>
                </a:lnTo>
                <a:cubicBezTo>
                  <a:pt x="18956" y="20443"/>
                  <a:pt x="19296" y="20646"/>
                  <a:pt x="19651" y="20646"/>
                </a:cubicBezTo>
                <a:lnTo>
                  <a:pt x="20249" y="20646"/>
                </a:lnTo>
                <a:cubicBezTo>
                  <a:pt x="20994" y="20646"/>
                  <a:pt x="21600" y="19766"/>
                  <a:pt x="21600" y="18682"/>
                </a:cubicBezTo>
                <a:lnTo>
                  <a:pt x="21600" y="2945"/>
                </a:lnTo>
                <a:cubicBezTo>
                  <a:pt x="21600" y="1860"/>
                  <a:pt x="20994" y="981"/>
                  <a:pt x="20249" y="98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4" name="Shape 7814"/>
          <p:cNvSpPr/>
          <p:nvPr/>
        </p:nvSpPr>
        <p:spPr>
          <a:xfrm>
            <a:off x="9344150" y="4887306"/>
            <a:ext cx="304628" cy="3046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39" y="20579"/>
                </a:moveTo>
                <a:lnTo>
                  <a:pt x="19543" y="20579"/>
                </a:lnTo>
                <a:cubicBezTo>
                  <a:pt x="19547" y="21142"/>
                  <a:pt x="20005" y="21600"/>
                  <a:pt x="20572" y="21600"/>
                </a:cubicBezTo>
                <a:cubicBezTo>
                  <a:pt x="21138" y="21600"/>
                  <a:pt x="21600" y="21138"/>
                  <a:pt x="21600" y="20571"/>
                </a:cubicBezTo>
                <a:cubicBezTo>
                  <a:pt x="21600" y="20565"/>
                  <a:pt x="21596" y="20561"/>
                  <a:pt x="21596" y="20555"/>
                </a:cubicBezTo>
                <a:cubicBezTo>
                  <a:pt x="21584" y="9221"/>
                  <a:pt x="12412" y="41"/>
                  <a:pt x="1080" y="12"/>
                </a:cubicBezTo>
                <a:cubicBezTo>
                  <a:pt x="1064" y="10"/>
                  <a:pt x="1048" y="0"/>
                  <a:pt x="1028" y="0"/>
                </a:cubicBezTo>
                <a:cubicBezTo>
                  <a:pt x="458" y="0"/>
                  <a:pt x="0" y="461"/>
                  <a:pt x="0" y="1028"/>
                </a:cubicBezTo>
                <a:cubicBezTo>
                  <a:pt x="0" y="1594"/>
                  <a:pt x="458" y="2055"/>
                  <a:pt x="1024" y="2057"/>
                </a:cubicBezTo>
                <a:lnTo>
                  <a:pt x="1024" y="2065"/>
                </a:lnTo>
                <a:cubicBezTo>
                  <a:pt x="11234" y="2065"/>
                  <a:pt x="19539" y="10370"/>
                  <a:pt x="19539" y="20579"/>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5" name="Shape 7815"/>
          <p:cNvSpPr/>
          <p:nvPr/>
        </p:nvSpPr>
        <p:spPr>
          <a:xfrm>
            <a:off x="8850674" y="4771479"/>
            <a:ext cx="928213" cy="928162"/>
          </a:xfrm>
          <a:custGeom>
            <a:avLst/>
            <a:gdLst/>
            <a:ahLst/>
            <a:cxnLst>
              <a:cxn ang="0">
                <a:pos x="wd2" y="hd2"/>
              </a:cxn>
              <a:cxn ang="5400000">
                <a:pos x="wd2" y="hd2"/>
              </a:cxn>
              <a:cxn ang="10800000">
                <a:pos x="wd2" y="hd2"/>
              </a:cxn>
              <a:cxn ang="16200000">
                <a:pos x="wd2" y="hd2"/>
              </a:cxn>
            </a:cxnLst>
            <a:rect l="0" t="0" r="r" b="b"/>
            <a:pathLst>
              <a:path w="21248" h="21600" fill="norm" stroke="1" extrusionOk="0">
                <a:moveTo>
                  <a:pt x="19868" y="17134"/>
                </a:moveTo>
                <a:cubicBezTo>
                  <a:pt x="19766" y="17387"/>
                  <a:pt x="19525" y="17550"/>
                  <a:pt x="19255" y="17550"/>
                </a:cubicBezTo>
                <a:lnTo>
                  <a:pt x="19058" y="17550"/>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8"/>
                </a:lnTo>
                <a:cubicBezTo>
                  <a:pt x="19915" y="16592"/>
                  <a:pt x="19972" y="16881"/>
                  <a:pt x="19868" y="17134"/>
                </a:cubicBezTo>
                <a:moveTo>
                  <a:pt x="10121" y="17550"/>
                </a:moveTo>
                <a:cubicBezTo>
                  <a:pt x="10017" y="17550"/>
                  <a:pt x="9922" y="17587"/>
                  <a:pt x="9824" y="17610"/>
                </a:cubicBezTo>
                <a:lnTo>
                  <a:pt x="3923" y="11613"/>
                </a:lnTo>
                <a:cubicBezTo>
                  <a:pt x="3946" y="11513"/>
                  <a:pt x="3982" y="11416"/>
                  <a:pt x="3982" y="11312"/>
                </a:cubicBezTo>
                <a:lnTo>
                  <a:pt x="3983" y="3180"/>
                </a:lnTo>
                <a:lnTo>
                  <a:pt x="18119" y="17550"/>
                </a:lnTo>
                <a:cubicBezTo>
                  <a:pt x="18119" y="17550"/>
                  <a:pt x="10121" y="17550"/>
                  <a:pt x="10121" y="17550"/>
                </a:cubicBezTo>
                <a:close/>
                <a:moveTo>
                  <a:pt x="9182" y="17946"/>
                </a:moveTo>
                <a:lnTo>
                  <a:pt x="7109" y="20053"/>
                </a:lnTo>
                <a:cubicBezTo>
                  <a:pt x="6939" y="20225"/>
                  <a:pt x="6742" y="20250"/>
                  <a:pt x="6640" y="20250"/>
                </a:cubicBezTo>
                <a:cubicBezTo>
                  <a:pt x="6537" y="20250"/>
                  <a:pt x="6339" y="20225"/>
                  <a:pt x="6170" y="20053"/>
                </a:cubicBezTo>
                <a:lnTo>
                  <a:pt x="1522" y="15328"/>
                </a:lnTo>
                <a:cubicBezTo>
                  <a:pt x="1352" y="15155"/>
                  <a:pt x="1327" y="14954"/>
                  <a:pt x="1327" y="14851"/>
                </a:cubicBezTo>
                <a:cubicBezTo>
                  <a:pt x="1327" y="14746"/>
                  <a:pt x="1352" y="14545"/>
                  <a:pt x="1522" y="14374"/>
                </a:cubicBezTo>
                <a:lnTo>
                  <a:pt x="3593" y="12267"/>
                </a:lnTo>
                <a:cubicBezTo>
                  <a:pt x="3599" y="12261"/>
                  <a:pt x="3601" y="12252"/>
                  <a:pt x="3607" y="12246"/>
                </a:cubicBezTo>
                <a:lnTo>
                  <a:pt x="9202" y="17933"/>
                </a:lnTo>
                <a:cubicBezTo>
                  <a:pt x="9196" y="17938"/>
                  <a:pt x="9187" y="17940"/>
                  <a:pt x="9182" y="17946"/>
                </a:cubicBezTo>
                <a:moveTo>
                  <a:pt x="6056" y="593"/>
                </a:moveTo>
                <a:cubicBezTo>
                  <a:pt x="5675" y="205"/>
                  <a:pt x="5165" y="0"/>
                  <a:pt x="4647" y="0"/>
                </a:cubicBezTo>
                <a:cubicBezTo>
                  <a:pt x="4390" y="0"/>
                  <a:pt x="4132" y="49"/>
                  <a:pt x="3885" y="154"/>
                </a:cubicBezTo>
                <a:cubicBezTo>
                  <a:pt x="3141" y="467"/>
                  <a:pt x="2655" y="1205"/>
                  <a:pt x="2655" y="2025"/>
                </a:cubicBezTo>
                <a:lnTo>
                  <a:pt x="2654" y="11312"/>
                </a:lnTo>
                <a:lnTo>
                  <a:pt x="583" y="13419"/>
                </a:lnTo>
                <a:cubicBezTo>
                  <a:pt x="-195" y="14209"/>
                  <a:pt x="-195" y="15492"/>
                  <a:pt x="583" y="16282"/>
                </a:cubicBezTo>
                <a:lnTo>
                  <a:pt x="5231" y="21007"/>
                </a:lnTo>
                <a:cubicBezTo>
                  <a:pt x="5620" y="21403"/>
                  <a:pt x="6131" y="21600"/>
                  <a:pt x="6640" y="21600"/>
                </a:cubicBezTo>
                <a:cubicBezTo>
                  <a:pt x="7150" y="21600"/>
                  <a:pt x="7659" y="21403"/>
                  <a:pt x="8048" y="21007"/>
                </a:cubicBezTo>
                <a:lnTo>
                  <a:pt x="10121" y="18901"/>
                </a:lnTo>
                <a:lnTo>
                  <a:pt x="19255" y="18901"/>
                </a:lnTo>
                <a:cubicBezTo>
                  <a:pt x="20062" y="18901"/>
                  <a:pt x="20788" y="18408"/>
                  <a:pt x="21095" y="17651"/>
                </a:cubicBezTo>
                <a:cubicBezTo>
                  <a:pt x="21405" y="16894"/>
                  <a:pt x="21234" y="16023"/>
                  <a:pt x="20663" y="15444"/>
                </a:cubicBezTo>
                <a:cubicBezTo>
                  <a:pt x="20663" y="15444"/>
                  <a:pt x="6056" y="593"/>
                  <a:pt x="6056" y="593"/>
                </a:cubicBezTo>
                <a:close/>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6" name="Shape 7816"/>
          <p:cNvSpPr/>
          <p:nvPr/>
        </p:nvSpPr>
        <p:spPr>
          <a:xfrm>
            <a:off x="9344150" y="4771479"/>
            <a:ext cx="434730" cy="434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 y="2880"/>
                </a:moveTo>
                <a:lnTo>
                  <a:pt x="1437" y="2885"/>
                </a:lnTo>
                <a:cubicBezTo>
                  <a:pt x="10966" y="2885"/>
                  <a:pt x="18718" y="10637"/>
                  <a:pt x="18718" y="20165"/>
                </a:cubicBezTo>
                <a:lnTo>
                  <a:pt x="18721" y="20165"/>
                </a:lnTo>
                <a:cubicBezTo>
                  <a:pt x="18723" y="20959"/>
                  <a:pt x="19367" y="21600"/>
                  <a:pt x="20161" y="21600"/>
                </a:cubicBezTo>
                <a:cubicBezTo>
                  <a:pt x="20956" y="21600"/>
                  <a:pt x="21600" y="20956"/>
                  <a:pt x="21600" y="20160"/>
                </a:cubicBezTo>
                <a:cubicBezTo>
                  <a:pt x="21600" y="20155"/>
                  <a:pt x="21598" y="20152"/>
                  <a:pt x="21598" y="20148"/>
                </a:cubicBezTo>
                <a:cubicBezTo>
                  <a:pt x="21589" y="9034"/>
                  <a:pt x="12589" y="28"/>
                  <a:pt x="1476" y="8"/>
                </a:cubicBezTo>
                <a:cubicBezTo>
                  <a:pt x="1465" y="7"/>
                  <a:pt x="1454" y="0"/>
                  <a:pt x="1440" y="0"/>
                </a:cubicBezTo>
                <a:cubicBezTo>
                  <a:pt x="644" y="0"/>
                  <a:pt x="0" y="644"/>
                  <a:pt x="0" y="1440"/>
                </a:cubicBezTo>
                <a:cubicBezTo>
                  <a:pt x="0" y="2234"/>
                  <a:pt x="644" y="2878"/>
                  <a:pt x="1437" y="288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7" name="Shape 7817"/>
          <p:cNvSpPr/>
          <p:nvPr/>
        </p:nvSpPr>
        <p:spPr>
          <a:xfrm>
            <a:off x="6994289" y="4771479"/>
            <a:ext cx="928206" cy="899646"/>
          </a:xfrm>
          <a:custGeom>
            <a:avLst/>
            <a:gdLst/>
            <a:ahLst/>
            <a:cxnLst>
              <a:cxn ang="0">
                <a:pos x="wd2" y="hd2"/>
              </a:cxn>
              <a:cxn ang="5400000">
                <a:pos x="wd2" y="hd2"/>
              </a:cxn>
              <a:cxn ang="10800000">
                <a:pos x="wd2" y="hd2"/>
              </a:cxn>
              <a:cxn ang="16200000">
                <a:pos x="wd2" y="hd2"/>
              </a:cxn>
            </a:cxnLst>
            <a:rect l="0" t="0" r="r" b="b"/>
            <a:pathLst>
              <a:path w="21392" h="21600" fill="norm" stroke="1" extrusionOk="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8" name="Shape 7818"/>
          <p:cNvSpPr/>
          <p:nvPr/>
        </p:nvSpPr>
        <p:spPr>
          <a:xfrm>
            <a:off x="5252113" y="5003132"/>
            <a:ext cx="580704" cy="471244"/>
          </a:xfrm>
          <a:custGeom>
            <a:avLst/>
            <a:gdLst/>
            <a:ahLst/>
            <a:cxnLst>
              <a:cxn ang="0">
                <a:pos x="wd2" y="hd2"/>
              </a:cxn>
              <a:cxn ang="5400000">
                <a:pos x="wd2" y="hd2"/>
              </a:cxn>
              <a:cxn ang="10800000">
                <a:pos x="wd2" y="hd2"/>
              </a:cxn>
              <a:cxn ang="16200000">
                <a:pos x="wd2" y="hd2"/>
              </a:cxn>
            </a:cxnLst>
            <a:rect l="0" t="0" r="r" b="b"/>
            <a:pathLst>
              <a:path w="20848" h="21600" fill="norm" stroke="1" extrusionOk="0">
                <a:moveTo>
                  <a:pt x="18729" y="19178"/>
                </a:moveTo>
                <a:cubicBezTo>
                  <a:pt x="13192" y="20631"/>
                  <a:pt x="7654" y="20631"/>
                  <a:pt x="2118" y="19178"/>
                </a:cubicBezTo>
                <a:cubicBezTo>
                  <a:pt x="678" y="13592"/>
                  <a:pt x="678" y="8008"/>
                  <a:pt x="2118" y="2421"/>
                </a:cubicBezTo>
                <a:cubicBezTo>
                  <a:pt x="7654" y="968"/>
                  <a:pt x="13192" y="968"/>
                  <a:pt x="18729" y="2421"/>
                </a:cubicBezTo>
                <a:cubicBezTo>
                  <a:pt x="20169" y="8008"/>
                  <a:pt x="20169" y="13592"/>
                  <a:pt x="18729" y="19178"/>
                </a:cubicBezTo>
                <a:moveTo>
                  <a:pt x="18939" y="1116"/>
                </a:moveTo>
                <a:cubicBezTo>
                  <a:pt x="16115" y="375"/>
                  <a:pt x="13250"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50" y="21600"/>
                  <a:pt x="16115" y="21224"/>
                  <a:pt x="18939" y="20482"/>
                </a:cubicBezTo>
                <a:cubicBezTo>
                  <a:pt x="19304" y="20386"/>
                  <a:pt x="19603" y="20047"/>
                  <a:pt x="19720" y="19593"/>
                </a:cubicBezTo>
                <a:cubicBezTo>
                  <a:pt x="21224" y="13759"/>
                  <a:pt x="21224" y="7841"/>
                  <a:pt x="19720" y="2004"/>
                </a:cubicBezTo>
                <a:cubicBezTo>
                  <a:pt x="19603" y="1552"/>
                  <a:pt x="19304" y="1213"/>
                  <a:pt x="18939" y="1116"/>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19" name="Shape 7819"/>
          <p:cNvSpPr/>
          <p:nvPr/>
        </p:nvSpPr>
        <p:spPr>
          <a:xfrm>
            <a:off x="5136293" y="4887306"/>
            <a:ext cx="928150" cy="725078"/>
          </a:xfrm>
          <a:custGeom>
            <a:avLst/>
            <a:gdLst/>
            <a:ahLst/>
            <a:cxnLst>
              <a:cxn ang="0">
                <a:pos x="wd2" y="hd2"/>
              </a:cxn>
              <a:cxn ang="5400000">
                <a:pos x="wd2" y="hd2"/>
              </a:cxn>
              <a:cxn ang="10800000">
                <a:pos x="wd2" y="hd2"/>
              </a:cxn>
              <a:cxn ang="16200000">
                <a:pos x="wd2" y="hd2"/>
              </a:cxn>
            </a:cxnLst>
            <a:rect l="0" t="0" r="r" b="b"/>
            <a:pathLst>
              <a:path w="21096" h="21600" fill="norm" stroke="1" extrusionOk="0">
                <a:moveTo>
                  <a:pt x="19057" y="18332"/>
                </a:moveTo>
                <a:cubicBezTo>
                  <a:pt x="13384" y="19234"/>
                  <a:pt x="7711" y="19234"/>
                  <a:pt x="2038" y="18332"/>
                </a:cubicBezTo>
                <a:cubicBezTo>
                  <a:pt x="1074" y="13023"/>
                  <a:pt x="1074" y="7713"/>
                  <a:pt x="2038" y="2404"/>
                </a:cubicBezTo>
                <a:cubicBezTo>
                  <a:pt x="7711" y="1502"/>
                  <a:pt x="13384" y="1502"/>
                  <a:pt x="19057" y="2404"/>
                </a:cubicBezTo>
                <a:cubicBezTo>
                  <a:pt x="20022" y="7713"/>
                  <a:pt x="20022" y="13023"/>
                  <a:pt x="19057" y="18332"/>
                </a:cubicBezTo>
                <a:moveTo>
                  <a:pt x="20339" y="2005"/>
                </a:moveTo>
                <a:cubicBezTo>
                  <a:pt x="20212" y="1301"/>
                  <a:pt x="19763" y="776"/>
                  <a:pt x="19216" y="689"/>
                </a:cubicBezTo>
                <a:cubicBezTo>
                  <a:pt x="16340" y="232"/>
                  <a:pt x="13424" y="0"/>
                  <a:pt x="10547" y="0"/>
                </a:cubicBezTo>
                <a:cubicBezTo>
                  <a:pt x="7671" y="0"/>
                  <a:pt x="4755" y="232"/>
                  <a:pt x="1879" y="689"/>
                </a:cubicBezTo>
                <a:cubicBezTo>
                  <a:pt x="1332" y="776"/>
                  <a:pt x="883" y="1301"/>
                  <a:pt x="756" y="2005"/>
                </a:cubicBezTo>
                <a:cubicBezTo>
                  <a:pt x="-252" y="7553"/>
                  <a:pt x="-252" y="13182"/>
                  <a:pt x="756" y="18732"/>
                </a:cubicBezTo>
                <a:cubicBezTo>
                  <a:pt x="883" y="19435"/>
                  <a:pt x="1332" y="19960"/>
                  <a:pt x="1879" y="20047"/>
                </a:cubicBezTo>
                <a:cubicBezTo>
                  <a:pt x="3265" y="20267"/>
                  <a:pt x="4660" y="20430"/>
                  <a:pt x="6055" y="20545"/>
                </a:cubicBezTo>
                <a:cubicBezTo>
                  <a:pt x="5979" y="20607"/>
                  <a:pt x="5931" y="20671"/>
                  <a:pt x="5931" y="20736"/>
                </a:cubicBezTo>
                <a:cubicBezTo>
                  <a:pt x="5931" y="21214"/>
                  <a:pt x="7997" y="21600"/>
                  <a:pt x="10547" y="21600"/>
                </a:cubicBezTo>
                <a:cubicBezTo>
                  <a:pt x="13098" y="21600"/>
                  <a:pt x="15165" y="21214"/>
                  <a:pt x="15165" y="20736"/>
                </a:cubicBezTo>
                <a:cubicBezTo>
                  <a:pt x="15165" y="20671"/>
                  <a:pt x="15116" y="20607"/>
                  <a:pt x="15041" y="20545"/>
                </a:cubicBezTo>
                <a:cubicBezTo>
                  <a:pt x="16435" y="20430"/>
                  <a:pt x="17831" y="20267"/>
                  <a:pt x="19216" y="20047"/>
                </a:cubicBezTo>
                <a:cubicBezTo>
                  <a:pt x="19763" y="19960"/>
                  <a:pt x="20212" y="19435"/>
                  <a:pt x="20339" y="18732"/>
                </a:cubicBezTo>
                <a:cubicBezTo>
                  <a:pt x="21348" y="13182"/>
                  <a:pt x="21348" y="7553"/>
                  <a:pt x="20339" y="2005"/>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0" name="Shape 7820"/>
          <p:cNvSpPr/>
          <p:nvPr/>
        </p:nvSpPr>
        <p:spPr>
          <a:xfrm>
            <a:off x="5861403" y="5033280"/>
            <a:ext cx="87268" cy="856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779" y="7200"/>
                  <a:pt x="14399" y="8820"/>
                  <a:pt x="14399" y="10800"/>
                </a:cubicBezTo>
                <a:cubicBezTo>
                  <a:pt x="14399" y="12780"/>
                  <a:pt x="12779" y="14401"/>
                  <a:pt x="10800" y="14401"/>
                </a:cubicBezTo>
                <a:cubicBezTo>
                  <a:pt x="8820" y="14401"/>
                  <a:pt x="7199" y="12780"/>
                  <a:pt x="7199" y="10800"/>
                </a:cubicBezTo>
                <a:cubicBezTo>
                  <a:pt x="7199" y="8820"/>
                  <a:pt x="8820" y="7200"/>
                  <a:pt x="10800" y="7200"/>
                </a:cubicBezTo>
                <a:moveTo>
                  <a:pt x="10800" y="21600"/>
                </a:moveTo>
                <a:cubicBezTo>
                  <a:pt x="16762" y="21600"/>
                  <a:pt x="21600" y="16763"/>
                  <a:pt x="21600" y="10800"/>
                </a:cubicBezTo>
                <a:cubicBezTo>
                  <a:pt x="21600" y="4837"/>
                  <a:pt x="16762" y="0"/>
                  <a:pt x="10800" y="0"/>
                </a:cubicBezTo>
                <a:cubicBezTo>
                  <a:pt x="4837" y="0"/>
                  <a:pt x="0" y="4837"/>
                  <a:pt x="0" y="10800"/>
                </a:cubicBezTo>
                <a:cubicBezTo>
                  <a:pt x="0" y="16763"/>
                  <a:pt x="4837" y="21600"/>
                  <a:pt x="10800" y="2160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1" name="Shape 7821"/>
          <p:cNvSpPr/>
          <p:nvPr/>
        </p:nvSpPr>
        <p:spPr>
          <a:xfrm>
            <a:off x="5832844" y="5409320"/>
            <a:ext cx="115829" cy="30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99" y="0"/>
                </a:moveTo>
                <a:lnTo>
                  <a:pt x="2699" y="0"/>
                </a:lnTo>
                <a:cubicBezTo>
                  <a:pt x="1210" y="0"/>
                  <a:pt x="0" y="4841"/>
                  <a:pt x="0" y="10800"/>
                </a:cubicBezTo>
                <a:cubicBezTo>
                  <a:pt x="0" y="16759"/>
                  <a:pt x="1210" y="21600"/>
                  <a:pt x="2699" y="21600"/>
                </a:cubicBezTo>
                <a:lnTo>
                  <a:pt x="18899" y="21600"/>
                </a:lnTo>
                <a:cubicBezTo>
                  <a:pt x="20389" y="21600"/>
                  <a:pt x="21600" y="16759"/>
                  <a:pt x="21600" y="10800"/>
                </a:cubicBezTo>
                <a:cubicBezTo>
                  <a:pt x="21600" y="4841"/>
                  <a:pt x="20389" y="0"/>
                  <a:pt x="18899"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2" name="Shape 7822"/>
          <p:cNvSpPr/>
          <p:nvPr/>
        </p:nvSpPr>
        <p:spPr>
          <a:xfrm>
            <a:off x="5861403" y="5322054"/>
            <a:ext cx="117416" cy="30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99" y="0"/>
                </a:moveTo>
                <a:lnTo>
                  <a:pt x="2699" y="0"/>
                </a:lnTo>
                <a:cubicBezTo>
                  <a:pt x="1210" y="0"/>
                  <a:pt x="0" y="4841"/>
                  <a:pt x="0" y="10800"/>
                </a:cubicBezTo>
                <a:cubicBezTo>
                  <a:pt x="0" y="16759"/>
                  <a:pt x="1210" y="21600"/>
                  <a:pt x="2699" y="21600"/>
                </a:cubicBezTo>
                <a:lnTo>
                  <a:pt x="18899" y="21600"/>
                </a:lnTo>
                <a:cubicBezTo>
                  <a:pt x="20389" y="21600"/>
                  <a:pt x="21600" y="16759"/>
                  <a:pt x="21600" y="10800"/>
                </a:cubicBezTo>
                <a:cubicBezTo>
                  <a:pt x="21600" y="4841"/>
                  <a:pt x="20389" y="0"/>
                  <a:pt x="18899"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3" name="Shape 7823"/>
          <p:cNvSpPr/>
          <p:nvPr/>
        </p:nvSpPr>
        <p:spPr>
          <a:xfrm>
            <a:off x="5861403" y="5236374"/>
            <a:ext cx="117416" cy="285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99" y="0"/>
                </a:moveTo>
                <a:lnTo>
                  <a:pt x="2699" y="0"/>
                </a:lnTo>
                <a:cubicBezTo>
                  <a:pt x="1210" y="0"/>
                  <a:pt x="0" y="4841"/>
                  <a:pt x="0" y="10801"/>
                </a:cubicBezTo>
                <a:cubicBezTo>
                  <a:pt x="0" y="16759"/>
                  <a:pt x="1210" y="21600"/>
                  <a:pt x="2699" y="21600"/>
                </a:cubicBezTo>
                <a:lnTo>
                  <a:pt x="18899" y="21600"/>
                </a:lnTo>
                <a:cubicBezTo>
                  <a:pt x="20389" y="21600"/>
                  <a:pt x="21600" y="16759"/>
                  <a:pt x="21600" y="10801"/>
                </a:cubicBezTo>
                <a:cubicBezTo>
                  <a:pt x="21600" y="4841"/>
                  <a:pt x="20389" y="0"/>
                  <a:pt x="18899"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4" name="Shape 7824"/>
          <p:cNvSpPr/>
          <p:nvPr/>
        </p:nvSpPr>
        <p:spPr>
          <a:xfrm>
            <a:off x="5369528" y="5118960"/>
            <a:ext cx="172956" cy="122175"/>
          </a:xfrm>
          <a:custGeom>
            <a:avLst/>
            <a:gdLst/>
            <a:ahLst/>
            <a:cxnLst>
              <a:cxn ang="0">
                <a:pos x="wd2" y="hd2"/>
              </a:cxn>
              <a:cxn ang="5400000">
                <a:pos x="wd2" y="hd2"/>
              </a:cxn>
              <a:cxn ang="10800000">
                <a:pos x="wd2" y="hd2"/>
              </a:cxn>
              <a:cxn ang="16200000">
                <a:pos x="wd2" y="hd2"/>
              </a:cxn>
            </a:cxnLst>
            <a:rect l="0" t="0" r="r" b="b"/>
            <a:pathLst>
              <a:path w="21557" h="21547" fill="norm" stroke="1" extrusionOk="0">
                <a:moveTo>
                  <a:pt x="19752" y="2"/>
                </a:moveTo>
                <a:lnTo>
                  <a:pt x="3201" y="1845"/>
                </a:lnTo>
                <a:cubicBezTo>
                  <a:pt x="2216" y="2010"/>
                  <a:pt x="1273" y="3284"/>
                  <a:pt x="1107" y="4676"/>
                </a:cubicBezTo>
                <a:lnTo>
                  <a:pt x="2" y="18986"/>
                </a:lnTo>
                <a:cubicBezTo>
                  <a:pt x="-43" y="20398"/>
                  <a:pt x="725" y="21547"/>
                  <a:pt x="1713" y="21547"/>
                </a:cubicBezTo>
                <a:cubicBezTo>
                  <a:pt x="2699" y="21547"/>
                  <a:pt x="3543" y="20398"/>
                  <a:pt x="3583" y="18978"/>
                </a:cubicBezTo>
                <a:lnTo>
                  <a:pt x="4186" y="9251"/>
                </a:lnTo>
                <a:cubicBezTo>
                  <a:pt x="4320" y="7849"/>
                  <a:pt x="5236" y="6592"/>
                  <a:pt x="6221" y="6447"/>
                </a:cubicBezTo>
                <a:lnTo>
                  <a:pt x="19752" y="5128"/>
                </a:lnTo>
                <a:cubicBezTo>
                  <a:pt x="20744" y="5078"/>
                  <a:pt x="21557" y="3884"/>
                  <a:pt x="21557" y="2467"/>
                </a:cubicBezTo>
                <a:cubicBezTo>
                  <a:pt x="21557" y="1055"/>
                  <a:pt x="20744" y="-53"/>
                  <a:pt x="19752" y="2"/>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5" name="Shape 7825"/>
          <p:cNvSpPr/>
          <p:nvPr/>
        </p:nvSpPr>
        <p:spPr>
          <a:xfrm>
            <a:off x="3279863" y="4828577"/>
            <a:ext cx="928194" cy="813957"/>
          </a:xfrm>
          <a:custGeom>
            <a:avLst/>
            <a:gdLst/>
            <a:ahLst/>
            <a:cxnLst>
              <a:cxn ang="0">
                <a:pos x="wd2" y="hd2"/>
              </a:cxn>
              <a:cxn ang="5400000">
                <a:pos x="wd2" y="hd2"/>
              </a:cxn>
              <a:cxn ang="10800000">
                <a:pos x="wd2" y="hd2"/>
              </a:cxn>
              <a:cxn ang="16200000">
                <a:pos x="wd2" y="hd2"/>
              </a:cxn>
            </a:cxnLst>
            <a:rect l="0" t="0" r="r" b="b"/>
            <a:pathLst>
              <a:path w="20407" h="20712" fill="norm" stroke="1" extrusionOk="0">
                <a:moveTo>
                  <a:pt x="17707" y="10923"/>
                </a:moveTo>
                <a:lnTo>
                  <a:pt x="10658" y="19018"/>
                </a:lnTo>
                <a:cubicBezTo>
                  <a:pt x="10408" y="19306"/>
                  <a:pt x="9999" y="19306"/>
                  <a:pt x="9749" y="19018"/>
                </a:cubicBezTo>
                <a:lnTo>
                  <a:pt x="2700" y="10923"/>
                </a:lnTo>
                <a:cubicBezTo>
                  <a:pt x="818" y="8763"/>
                  <a:pt x="818" y="5248"/>
                  <a:pt x="2700" y="3088"/>
                </a:cubicBezTo>
                <a:cubicBezTo>
                  <a:pt x="4513" y="1005"/>
                  <a:pt x="7430" y="932"/>
                  <a:pt x="9339" y="2924"/>
                </a:cubicBezTo>
                <a:lnTo>
                  <a:pt x="10203" y="3826"/>
                </a:lnTo>
                <a:lnTo>
                  <a:pt x="11068" y="2924"/>
                </a:lnTo>
                <a:cubicBezTo>
                  <a:pt x="12977" y="932"/>
                  <a:pt x="15894" y="1005"/>
                  <a:pt x="17707" y="3088"/>
                </a:cubicBezTo>
                <a:cubicBezTo>
                  <a:pt x="19589" y="5248"/>
                  <a:pt x="19589" y="8763"/>
                  <a:pt x="17707" y="10923"/>
                </a:cubicBezTo>
                <a:moveTo>
                  <a:pt x="18617" y="2044"/>
                </a:moveTo>
                <a:cubicBezTo>
                  <a:pt x="16302" y="-616"/>
                  <a:pt x="12602" y="-671"/>
                  <a:pt x="10203" y="1831"/>
                </a:cubicBezTo>
                <a:cubicBezTo>
                  <a:pt x="7806" y="-671"/>
                  <a:pt x="4105" y="-616"/>
                  <a:pt x="1790" y="2044"/>
                </a:cubicBezTo>
                <a:cubicBezTo>
                  <a:pt x="-596" y="4784"/>
                  <a:pt x="-596" y="9227"/>
                  <a:pt x="1790" y="11968"/>
                </a:cubicBezTo>
                <a:cubicBezTo>
                  <a:pt x="2471" y="12751"/>
                  <a:pt x="8839" y="20062"/>
                  <a:pt x="8839" y="20062"/>
                </a:cubicBezTo>
                <a:cubicBezTo>
                  <a:pt x="9593" y="20929"/>
                  <a:pt x="10813" y="20929"/>
                  <a:pt x="11568" y="20062"/>
                </a:cubicBezTo>
                <a:cubicBezTo>
                  <a:pt x="11568" y="20062"/>
                  <a:pt x="18540" y="12057"/>
                  <a:pt x="18617" y="11968"/>
                </a:cubicBezTo>
                <a:cubicBezTo>
                  <a:pt x="21004" y="9227"/>
                  <a:pt x="21004" y="4784"/>
                  <a:pt x="18617" y="2044"/>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6" name="Shape 7826"/>
          <p:cNvSpPr/>
          <p:nvPr/>
        </p:nvSpPr>
        <p:spPr>
          <a:xfrm>
            <a:off x="3424273" y="4974573"/>
            <a:ext cx="138035" cy="1380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27" y="0"/>
                </a:moveTo>
                <a:cubicBezTo>
                  <a:pt x="19318" y="0"/>
                  <a:pt x="19318" y="4"/>
                  <a:pt x="19309"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5" y="4547"/>
                  <a:pt x="19322" y="4547"/>
                </a:cubicBezTo>
                <a:lnTo>
                  <a:pt x="19327" y="4547"/>
                </a:lnTo>
                <a:cubicBezTo>
                  <a:pt x="20581" y="4547"/>
                  <a:pt x="21600" y="3528"/>
                  <a:pt x="21600" y="2273"/>
                </a:cubicBezTo>
                <a:cubicBezTo>
                  <a:pt x="21600" y="1019"/>
                  <a:pt x="20581" y="0"/>
                  <a:pt x="19327" y="0"/>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
        <p:nvSpPr>
          <p:cNvPr id="7827" name="Shape 7827"/>
          <p:cNvSpPr/>
          <p:nvPr/>
        </p:nvSpPr>
        <p:spPr>
          <a:xfrm>
            <a:off x="1423478" y="4887306"/>
            <a:ext cx="928162" cy="6679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38" y="19720"/>
                </a:moveTo>
                <a:lnTo>
                  <a:pt x="16538"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6" y="1878"/>
                </a:cubicBezTo>
                <a:cubicBezTo>
                  <a:pt x="13906" y="1878"/>
                  <a:pt x="15915" y="4435"/>
                  <a:pt x="16149" y="7826"/>
                </a:cubicBezTo>
                <a:cubicBezTo>
                  <a:pt x="16232" y="9171"/>
                  <a:pt x="16232" y="9171"/>
                  <a:pt x="17240" y="9491"/>
                </a:cubicBezTo>
                <a:cubicBezTo>
                  <a:pt x="18985" y="9955"/>
                  <a:pt x="20251" y="12085"/>
                  <a:pt x="20251" y="14555"/>
                </a:cubicBezTo>
                <a:cubicBezTo>
                  <a:pt x="20251" y="17404"/>
                  <a:pt x="18586" y="19720"/>
                  <a:pt x="16538" y="19720"/>
                </a:cubicBezTo>
                <a:moveTo>
                  <a:pt x="17493" y="7647"/>
                </a:moveTo>
                <a:cubicBezTo>
                  <a:pt x="17197" y="3362"/>
                  <a:pt x="14633" y="0"/>
                  <a:pt x="11476"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8" y="21600"/>
                </a:lnTo>
                <a:lnTo>
                  <a:pt x="16538" y="21599"/>
                </a:lnTo>
                <a:cubicBezTo>
                  <a:pt x="19335" y="21599"/>
                  <a:pt x="21600" y="18446"/>
                  <a:pt x="21600" y="14555"/>
                </a:cubicBezTo>
                <a:cubicBezTo>
                  <a:pt x="21600" y="11120"/>
                  <a:pt x="19832" y="8269"/>
                  <a:pt x="17493" y="7647"/>
                </a:cubicBezTo>
              </a:path>
            </a:pathLst>
          </a:custGeom>
          <a:solidFill>
            <a:srgbClr val="FFFFFF"/>
          </a:solidFill>
          <a:ln w="12700">
            <a:miter lim="400000"/>
          </a:ln>
        </p:spPr>
        <p:txBody>
          <a:bodyPr lIns="91392" tIns="91392" rIns="91392" bIns="91392" anchor="ctr"/>
          <a:lstStyle/>
          <a:p>
            <a:pPr defTabSz="457200">
              <a:defRPr sz="3000">
                <a:solidFill>
                  <a:srgbClr val="FFFFFF"/>
                </a:solidFill>
                <a:effectLst>
                  <a:outerShdw sx="100000" sy="100000" kx="0" ky="0" algn="b" rotWithShape="0" blurRad="38100" dist="38100" dir="2700000">
                    <a:srgbClr val="000000"/>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19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829" name="Shape 7829"/>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CON ILUSTRACIONES</a:t>
            </a:r>
          </a:p>
          <a:p>
            <a:pPr>
              <a:defRPr sz="10000">
                <a:solidFill>
                  <a:srgbClr val="FFFFFF"/>
                </a:solidFill>
                <a:latin typeface="Raleway ExtraBold"/>
                <a:ea typeface="Raleway ExtraBold"/>
                <a:cs typeface="Raleway ExtraBold"/>
                <a:sym typeface="Raleway ExtraBold"/>
              </a:defRPr>
            </a:pPr>
            <a:r>
              <a:t>EDITABLES Y YA ANIMANDAS</a:t>
            </a:r>
          </a:p>
        </p:txBody>
      </p:sp>
    </p:spTree>
  </p:cSld>
  <p:clrMapOvr>
    <a:masterClrMapping/>
  </p:clrMapOvr>
  <p:transition xmlns:p14="http://schemas.microsoft.com/office/powerpoint/2010/main" spd="med" advClick="1" p14:dur="1000"/>
</p:sld>
</file>

<file path=ppt/slides/slide19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831" name="Shape 7831"/>
          <p:cNvSpPr/>
          <p:nvPr/>
        </p:nvSpPr>
        <p:spPr>
          <a:xfrm>
            <a:off x="353841" y="681483"/>
            <a:ext cx="1173226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 y ya animadas </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sp>
        <p:nvSpPr>
          <p:cNvPr id="7832" name="Shape 7832"/>
          <p:cNvSpPr/>
          <p:nvPr/>
        </p:nvSpPr>
        <p:spPr>
          <a:xfrm>
            <a:off x="11555421" y="3850062"/>
            <a:ext cx="6094794" cy="60947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14" y="11341"/>
                </a:moveTo>
                <a:cubicBezTo>
                  <a:pt x="21600" y="10739"/>
                  <a:pt x="21600" y="10739"/>
                  <a:pt x="21600" y="10739"/>
                </a:cubicBezTo>
                <a:cubicBezTo>
                  <a:pt x="21508" y="9361"/>
                  <a:pt x="21508" y="9361"/>
                  <a:pt x="21508" y="9361"/>
                </a:cubicBezTo>
                <a:cubicBezTo>
                  <a:pt x="19650" y="9014"/>
                  <a:pt x="19650" y="9014"/>
                  <a:pt x="19650" y="9014"/>
                </a:cubicBezTo>
                <a:cubicBezTo>
                  <a:pt x="19579" y="8646"/>
                  <a:pt x="19477" y="8268"/>
                  <a:pt x="19354" y="7901"/>
                </a:cubicBezTo>
                <a:cubicBezTo>
                  <a:pt x="20804" y="6656"/>
                  <a:pt x="20804" y="6656"/>
                  <a:pt x="20804" y="6656"/>
                </a:cubicBezTo>
                <a:cubicBezTo>
                  <a:pt x="20202" y="5431"/>
                  <a:pt x="20202" y="5431"/>
                  <a:pt x="20202" y="5431"/>
                </a:cubicBezTo>
                <a:cubicBezTo>
                  <a:pt x="18323" y="5819"/>
                  <a:pt x="18323" y="5819"/>
                  <a:pt x="18323" y="5819"/>
                </a:cubicBezTo>
                <a:cubicBezTo>
                  <a:pt x="18088" y="5461"/>
                  <a:pt x="17833" y="5124"/>
                  <a:pt x="17558" y="4808"/>
                </a:cubicBezTo>
                <a:cubicBezTo>
                  <a:pt x="18395" y="3113"/>
                  <a:pt x="18395" y="3113"/>
                  <a:pt x="18395" y="3113"/>
                </a:cubicBezTo>
                <a:cubicBezTo>
                  <a:pt x="17353" y="2215"/>
                  <a:pt x="17353" y="2215"/>
                  <a:pt x="17353" y="2215"/>
                </a:cubicBezTo>
                <a:cubicBezTo>
                  <a:pt x="15802" y="3277"/>
                  <a:pt x="15802" y="3277"/>
                  <a:pt x="15802" y="3277"/>
                </a:cubicBezTo>
                <a:cubicBezTo>
                  <a:pt x="15475" y="3073"/>
                  <a:pt x="15138" y="2879"/>
                  <a:pt x="14802" y="2705"/>
                </a:cubicBezTo>
                <a:cubicBezTo>
                  <a:pt x="14944" y="817"/>
                  <a:pt x="14944" y="817"/>
                  <a:pt x="14944" y="817"/>
                </a:cubicBezTo>
                <a:cubicBezTo>
                  <a:pt x="13638" y="378"/>
                  <a:pt x="13638" y="378"/>
                  <a:pt x="13638" y="378"/>
                </a:cubicBezTo>
                <a:cubicBezTo>
                  <a:pt x="12597" y="1950"/>
                  <a:pt x="12597" y="1950"/>
                  <a:pt x="12597" y="1950"/>
                </a:cubicBezTo>
                <a:cubicBezTo>
                  <a:pt x="12188" y="1868"/>
                  <a:pt x="11760" y="1817"/>
                  <a:pt x="11341" y="1786"/>
                </a:cubicBezTo>
                <a:cubicBezTo>
                  <a:pt x="10739" y="0"/>
                  <a:pt x="10739" y="0"/>
                  <a:pt x="10739" y="0"/>
                </a:cubicBezTo>
                <a:cubicBezTo>
                  <a:pt x="9371" y="92"/>
                  <a:pt x="9371" y="92"/>
                  <a:pt x="9371" y="92"/>
                </a:cubicBezTo>
                <a:cubicBezTo>
                  <a:pt x="9024" y="1950"/>
                  <a:pt x="9024" y="1950"/>
                  <a:pt x="9024" y="1950"/>
                </a:cubicBezTo>
                <a:cubicBezTo>
                  <a:pt x="8646" y="2021"/>
                  <a:pt x="8268" y="2123"/>
                  <a:pt x="7901" y="2246"/>
                </a:cubicBezTo>
                <a:cubicBezTo>
                  <a:pt x="6666" y="796"/>
                  <a:pt x="6666" y="796"/>
                  <a:pt x="6666" y="796"/>
                </a:cubicBezTo>
                <a:cubicBezTo>
                  <a:pt x="5431" y="1398"/>
                  <a:pt x="5431" y="1398"/>
                  <a:pt x="5431" y="1398"/>
                </a:cubicBezTo>
                <a:cubicBezTo>
                  <a:pt x="5819" y="3277"/>
                  <a:pt x="5819" y="3277"/>
                  <a:pt x="5819" y="3277"/>
                </a:cubicBezTo>
                <a:cubicBezTo>
                  <a:pt x="5461" y="3512"/>
                  <a:pt x="5124" y="3767"/>
                  <a:pt x="4808" y="4042"/>
                </a:cubicBezTo>
                <a:cubicBezTo>
                  <a:pt x="3113" y="3205"/>
                  <a:pt x="3113" y="3205"/>
                  <a:pt x="3113" y="3205"/>
                </a:cubicBezTo>
                <a:cubicBezTo>
                  <a:pt x="2215" y="4247"/>
                  <a:pt x="2215" y="4247"/>
                  <a:pt x="2215" y="4247"/>
                </a:cubicBezTo>
                <a:cubicBezTo>
                  <a:pt x="3287" y="5798"/>
                  <a:pt x="3287" y="5798"/>
                  <a:pt x="3287" y="5798"/>
                </a:cubicBezTo>
                <a:cubicBezTo>
                  <a:pt x="3073" y="6125"/>
                  <a:pt x="2879" y="6462"/>
                  <a:pt x="2705" y="6798"/>
                </a:cubicBezTo>
                <a:cubicBezTo>
                  <a:pt x="827" y="6656"/>
                  <a:pt x="827" y="6656"/>
                  <a:pt x="827" y="6656"/>
                </a:cubicBezTo>
                <a:cubicBezTo>
                  <a:pt x="378" y="7962"/>
                  <a:pt x="378" y="7962"/>
                  <a:pt x="378" y="7962"/>
                </a:cubicBezTo>
                <a:cubicBezTo>
                  <a:pt x="1960" y="9003"/>
                  <a:pt x="1960" y="9003"/>
                  <a:pt x="1960" y="9003"/>
                </a:cubicBezTo>
                <a:cubicBezTo>
                  <a:pt x="1868" y="9422"/>
                  <a:pt x="1817" y="9840"/>
                  <a:pt x="1786" y="10259"/>
                </a:cubicBezTo>
                <a:cubicBezTo>
                  <a:pt x="0" y="10861"/>
                  <a:pt x="0" y="10861"/>
                  <a:pt x="0" y="10861"/>
                </a:cubicBezTo>
                <a:cubicBezTo>
                  <a:pt x="92" y="12229"/>
                  <a:pt x="92" y="12229"/>
                  <a:pt x="92" y="12229"/>
                </a:cubicBezTo>
                <a:cubicBezTo>
                  <a:pt x="1950" y="12586"/>
                  <a:pt x="1950" y="12586"/>
                  <a:pt x="1950" y="12586"/>
                </a:cubicBezTo>
                <a:cubicBezTo>
                  <a:pt x="2031" y="12954"/>
                  <a:pt x="2123" y="13332"/>
                  <a:pt x="2256" y="13699"/>
                </a:cubicBezTo>
                <a:cubicBezTo>
                  <a:pt x="796" y="14934"/>
                  <a:pt x="796" y="14934"/>
                  <a:pt x="796" y="14934"/>
                </a:cubicBezTo>
                <a:cubicBezTo>
                  <a:pt x="1409" y="16169"/>
                  <a:pt x="1409" y="16169"/>
                  <a:pt x="1409" y="16169"/>
                </a:cubicBezTo>
                <a:cubicBezTo>
                  <a:pt x="3277" y="15781"/>
                  <a:pt x="3277" y="15781"/>
                  <a:pt x="3277" y="15781"/>
                </a:cubicBezTo>
                <a:cubicBezTo>
                  <a:pt x="3512" y="16139"/>
                  <a:pt x="3767" y="16476"/>
                  <a:pt x="4053" y="16792"/>
                </a:cubicBezTo>
                <a:cubicBezTo>
                  <a:pt x="3205" y="18487"/>
                  <a:pt x="3205" y="18487"/>
                  <a:pt x="3205" y="18487"/>
                </a:cubicBezTo>
                <a:cubicBezTo>
                  <a:pt x="4247" y="19385"/>
                  <a:pt x="4247" y="19385"/>
                  <a:pt x="4247" y="19385"/>
                </a:cubicBezTo>
                <a:cubicBezTo>
                  <a:pt x="5808" y="18313"/>
                  <a:pt x="5808" y="18313"/>
                  <a:pt x="5808" y="18313"/>
                </a:cubicBezTo>
                <a:cubicBezTo>
                  <a:pt x="6125" y="18527"/>
                  <a:pt x="6462" y="18721"/>
                  <a:pt x="6809" y="18895"/>
                </a:cubicBezTo>
                <a:cubicBezTo>
                  <a:pt x="6666" y="20773"/>
                  <a:pt x="6666" y="20773"/>
                  <a:pt x="6666" y="20773"/>
                </a:cubicBezTo>
                <a:cubicBezTo>
                  <a:pt x="7962" y="21222"/>
                  <a:pt x="7962" y="21222"/>
                  <a:pt x="7962" y="21222"/>
                </a:cubicBezTo>
                <a:cubicBezTo>
                  <a:pt x="9003" y="19650"/>
                  <a:pt x="9003" y="19650"/>
                  <a:pt x="9003" y="19650"/>
                </a:cubicBezTo>
                <a:cubicBezTo>
                  <a:pt x="9422" y="19732"/>
                  <a:pt x="9840" y="19783"/>
                  <a:pt x="10259" y="19814"/>
                </a:cubicBezTo>
                <a:cubicBezTo>
                  <a:pt x="10861" y="21600"/>
                  <a:pt x="10861" y="21600"/>
                  <a:pt x="10861" y="21600"/>
                </a:cubicBezTo>
                <a:cubicBezTo>
                  <a:pt x="12239" y="21508"/>
                  <a:pt x="12239" y="21508"/>
                  <a:pt x="12239" y="21508"/>
                </a:cubicBezTo>
                <a:cubicBezTo>
                  <a:pt x="12586" y="19650"/>
                  <a:pt x="12586" y="19650"/>
                  <a:pt x="12586" y="19650"/>
                </a:cubicBezTo>
                <a:cubicBezTo>
                  <a:pt x="12954" y="19579"/>
                  <a:pt x="13332" y="19477"/>
                  <a:pt x="13699" y="19354"/>
                </a:cubicBezTo>
                <a:cubicBezTo>
                  <a:pt x="14944" y="20804"/>
                  <a:pt x="14944" y="20804"/>
                  <a:pt x="14944" y="20804"/>
                </a:cubicBezTo>
                <a:cubicBezTo>
                  <a:pt x="16169" y="20202"/>
                  <a:pt x="16169" y="20202"/>
                  <a:pt x="16169" y="20202"/>
                </a:cubicBezTo>
                <a:cubicBezTo>
                  <a:pt x="15781" y="18323"/>
                  <a:pt x="15781" y="18323"/>
                  <a:pt x="15781" y="18323"/>
                </a:cubicBezTo>
                <a:cubicBezTo>
                  <a:pt x="16139" y="18088"/>
                  <a:pt x="16476" y="17833"/>
                  <a:pt x="16792" y="17547"/>
                </a:cubicBezTo>
                <a:cubicBezTo>
                  <a:pt x="18487" y="18395"/>
                  <a:pt x="18487" y="18395"/>
                  <a:pt x="18487" y="18395"/>
                </a:cubicBezTo>
                <a:cubicBezTo>
                  <a:pt x="19385" y="17353"/>
                  <a:pt x="19385" y="17353"/>
                  <a:pt x="19385" y="17353"/>
                </a:cubicBezTo>
                <a:cubicBezTo>
                  <a:pt x="18323" y="15792"/>
                  <a:pt x="18323" y="15792"/>
                  <a:pt x="18323" y="15792"/>
                </a:cubicBezTo>
                <a:cubicBezTo>
                  <a:pt x="18538" y="15475"/>
                  <a:pt x="18721" y="15138"/>
                  <a:pt x="18895" y="14802"/>
                </a:cubicBezTo>
                <a:cubicBezTo>
                  <a:pt x="20783" y="14934"/>
                  <a:pt x="20783" y="14934"/>
                  <a:pt x="20783" y="14934"/>
                </a:cubicBezTo>
                <a:cubicBezTo>
                  <a:pt x="21222" y="13638"/>
                  <a:pt x="21222" y="13638"/>
                  <a:pt x="21222" y="13638"/>
                </a:cubicBezTo>
                <a:cubicBezTo>
                  <a:pt x="19650" y="12597"/>
                  <a:pt x="19650" y="12597"/>
                  <a:pt x="19650" y="12597"/>
                </a:cubicBezTo>
                <a:cubicBezTo>
                  <a:pt x="19732" y="12178"/>
                  <a:pt x="19783" y="11760"/>
                  <a:pt x="19814" y="11341"/>
                </a:cubicBezTo>
                <a:close/>
                <a:moveTo>
                  <a:pt x="13862" y="17037"/>
                </a:moveTo>
                <a:cubicBezTo>
                  <a:pt x="10412" y="18721"/>
                  <a:pt x="6257" y="17302"/>
                  <a:pt x="4563" y="13852"/>
                </a:cubicBezTo>
                <a:cubicBezTo>
                  <a:pt x="2879" y="10412"/>
                  <a:pt x="4298" y="6257"/>
                  <a:pt x="7748" y="4563"/>
                </a:cubicBezTo>
                <a:cubicBezTo>
                  <a:pt x="11188" y="2879"/>
                  <a:pt x="15353" y="4298"/>
                  <a:pt x="17037" y="7748"/>
                </a:cubicBezTo>
                <a:cubicBezTo>
                  <a:pt x="18721" y="11188"/>
                  <a:pt x="17302" y="15343"/>
                  <a:pt x="13862" y="17037"/>
                </a:cubicBezTo>
                <a:close/>
              </a:path>
            </a:pathLst>
          </a:custGeom>
          <a:solidFill>
            <a:srgbClr val="004B75"/>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7833" name="Shape 7833"/>
          <p:cNvSpPr/>
          <p:nvPr/>
        </p:nvSpPr>
        <p:spPr>
          <a:xfrm>
            <a:off x="6733785" y="2454178"/>
            <a:ext cx="5383112" cy="53831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47" y="12678"/>
                </a:moveTo>
                <a:cubicBezTo>
                  <a:pt x="21600" y="11317"/>
                  <a:pt x="21600" y="11317"/>
                  <a:pt x="21600" y="11317"/>
                </a:cubicBezTo>
                <a:cubicBezTo>
                  <a:pt x="19839" y="10636"/>
                  <a:pt x="19839" y="10636"/>
                  <a:pt x="19839" y="10636"/>
                </a:cubicBezTo>
                <a:cubicBezTo>
                  <a:pt x="19827" y="10260"/>
                  <a:pt x="19804" y="9873"/>
                  <a:pt x="19745" y="9485"/>
                </a:cubicBezTo>
                <a:cubicBezTo>
                  <a:pt x="21400" y="8523"/>
                  <a:pt x="21400" y="8523"/>
                  <a:pt x="21400" y="8523"/>
                </a:cubicBezTo>
                <a:cubicBezTo>
                  <a:pt x="21025" y="7208"/>
                  <a:pt x="21025" y="7208"/>
                  <a:pt x="21025" y="7208"/>
                </a:cubicBezTo>
                <a:cubicBezTo>
                  <a:pt x="19111" y="7255"/>
                  <a:pt x="19111" y="7255"/>
                  <a:pt x="19111" y="7255"/>
                </a:cubicBezTo>
                <a:cubicBezTo>
                  <a:pt x="18947" y="6856"/>
                  <a:pt x="18747" y="6480"/>
                  <a:pt x="18524" y="6116"/>
                </a:cubicBezTo>
                <a:cubicBezTo>
                  <a:pt x="19663" y="4602"/>
                  <a:pt x="19663" y="4602"/>
                  <a:pt x="19663" y="4602"/>
                </a:cubicBezTo>
                <a:cubicBezTo>
                  <a:pt x="18806" y="3533"/>
                  <a:pt x="18806" y="3533"/>
                  <a:pt x="18806" y="3533"/>
                </a:cubicBezTo>
                <a:cubicBezTo>
                  <a:pt x="17080" y="4297"/>
                  <a:pt x="17080" y="4297"/>
                  <a:pt x="17080" y="4297"/>
                </a:cubicBezTo>
                <a:cubicBezTo>
                  <a:pt x="16799" y="4038"/>
                  <a:pt x="16505" y="3780"/>
                  <a:pt x="16188" y="3557"/>
                </a:cubicBezTo>
                <a:cubicBezTo>
                  <a:pt x="16670" y="1726"/>
                  <a:pt x="16670" y="1726"/>
                  <a:pt x="16670" y="1726"/>
                </a:cubicBezTo>
                <a:cubicBezTo>
                  <a:pt x="15472" y="1057"/>
                  <a:pt x="15472" y="1057"/>
                  <a:pt x="15472" y="1057"/>
                </a:cubicBezTo>
                <a:cubicBezTo>
                  <a:pt x="14157" y="2418"/>
                  <a:pt x="14157" y="2418"/>
                  <a:pt x="14157" y="2418"/>
                </a:cubicBezTo>
                <a:cubicBezTo>
                  <a:pt x="13770" y="2266"/>
                  <a:pt x="13371" y="2125"/>
                  <a:pt x="12948" y="2031"/>
                </a:cubicBezTo>
                <a:cubicBezTo>
                  <a:pt x="12678" y="153"/>
                  <a:pt x="12678" y="153"/>
                  <a:pt x="12678" y="153"/>
                </a:cubicBezTo>
                <a:cubicBezTo>
                  <a:pt x="11317" y="0"/>
                  <a:pt x="11317" y="0"/>
                  <a:pt x="11317" y="0"/>
                </a:cubicBezTo>
                <a:cubicBezTo>
                  <a:pt x="10636" y="1773"/>
                  <a:pt x="10636" y="1773"/>
                  <a:pt x="10636" y="1773"/>
                </a:cubicBezTo>
                <a:cubicBezTo>
                  <a:pt x="10260" y="1773"/>
                  <a:pt x="9873" y="1808"/>
                  <a:pt x="9485" y="1867"/>
                </a:cubicBezTo>
                <a:cubicBezTo>
                  <a:pt x="8523" y="200"/>
                  <a:pt x="8523" y="200"/>
                  <a:pt x="8523" y="200"/>
                </a:cubicBezTo>
                <a:cubicBezTo>
                  <a:pt x="7196" y="575"/>
                  <a:pt x="7196" y="575"/>
                  <a:pt x="7196" y="575"/>
                </a:cubicBezTo>
                <a:cubicBezTo>
                  <a:pt x="7243" y="2500"/>
                  <a:pt x="7243" y="2500"/>
                  <a:pt x="7243" y="2500"/>
                </a:cubicBezTo>
                <a:cubicBezTo>
                  <a:pt x="6856" y="2665"/>
                  <a:pt x="6480" y="2864"/>
                  <a:pt x="6116" y="3076"/>
                </a:cubicBezTo>
                <a:cubicBezTo>
                  <a:pt x="4602" y="1949"/>
                  <a:pt x="4602" y="1949"/>
                  <a:pt x="4602" y="1949"/>
                </a:cubicBezTo>
                <a:cubicBezTo>
                  <a:pt x="3533" y="2806"/>
                  <a:pt x="3533" y="2806"/>
                  <a:pt x="3533" y="2806"/>
                </a:cubicBezTo>
                <a:cubicBezTo>
                  <a:pt x="4297" y="4531"/>
                  <a:pt x="4297" y="4531"/>
                  <a:pt x="4297" y="4531"/>
                </a:cubicBezTo>
                <a:cubicBezTo>
                  <a:pt x="4027" y="4813"/>
                  <a:pt x="3780" y="5107"/>
                  <a:pt x="3557" y="5412"/>
                </a:cubicBezTo>
                <a:cubicBezTo>
                  <a:pt x="1726" y="4930"/>
                  <a:pt x="1726" y="4930"/>
                  <a:pt x="1726" y="4930"/>
                </a:cubicBezTo>
                <a:cubicBezTo>
                  <a:pt x="1045" y="6128"/>
                  <a:pt x="1045" y="6128"/>
                  <a:pt x="1045" y="6128"/>
                </a:cubicBezTo>
                <a:cubicBezTo>
                  <a:pt x="2418" y="7443"/>
                  <a:pt x="2418" y="7443"/>
                  <a:pt x="2418" y="7443"/>
                </a:cubicBezTo>
                <a:cubicBezTo>
                  <a:pt x="2254" y="7842"/>
                  <a:pt x="2125" y="8241"/>
                  <a:pt x="2031" y="8652"/>
                </a:cubicBezTo>
                <a:cubicBezTo>
                  <a:pt x="153" y="8922"/>
                  <a:pt x="153" y="8922"/>
                  <a:pt x="153" y="8922"/>
                </a:cubicBezTo>
                <a:cubicBezTo>
                  <a:pt x="0" y="10295"/>
                  <a:pt x="0" y="10295"/>
                  <a:pt x="0" y="10295"/>
                </a:cubicBezTo>
                <a:cubicBezTo>
                  <a:pt x="1773" y="10964"/>
                  <a:pt x="1773" y="10964"/>
                  <a:pt x="1773" y="10964"/>
                </a:cubicBezTo>
                <a:cubicBezTo>
                  <a:pt x="1773" y="11352"/>
                  <a:pt x="1808" y="11739"/>
                  <a:pt x="1867" y="12115"/>
                </a:cubicBezTo>
                <a:cubicBezTo>
                  <a:pt x="200" y="13089"/>
                  <a:pt x="200" y="13089"/>
                  <a:pt x="200" y="13089"/>
                </a:cubicBezTo>
                <a:cubicBezTo>
                  <a:pt x="575" y="14404"/>
                  <a:pt x="575" y="14404"/>
                  <a:pt x="575" y="14404"/>
                </a:cubicBezTo>
                <a:cubicBezTo>
                  <a:pt x="2489" y="14357"/>
                  <a:pt x="2489" y="14357"/>
                  <a:pt x="2489" y="14357"/>
                </a:cubicBezTo>
                <a:cubicBezTo>
                  <a:pt x="2665" y="14756"/>
                  <a:pt x="2853" y="15132"/>
                  <a:pt x="3076" y="15496"/>
                </a:cubicBezTo>
                <a:cubicBezTo>
                  <a:pt x="1949" y="17010"/>
                  <a:pt x="1949" y="17010"/>
                  <a:pt x="1949" y="17010"/>
                </a:cubicBezTo>
                <a:cubicBezTo>
                  <a:pt x="2806" y="18078"/>
                  <a:pt x="2806" y="18078"/>
                  <a:pt x="2806" y="18078"/>
                </a:cubicBezTo>
                <a:cubicBezTo>
                  <a:pt x="4531" y="17303"/>
                  <a:pt x="4531" y="17303"/>
                  <a:pt x="4531" y="17303"/>
                </a:cubicBezTo>
                <a:cubicBezTo>
                  <a:pt x="4813" y="17573"/>
                  <a:pt x="5107" y="17820"/>
                  <a:pt x="5412" y="18055"/>
                </a:cubicBezTo>
                <a:cubicBezTo>
                  <a:pt x="4930" y="19886"/>
                  <a:pt x="4930" y="19886"/>
                  <a:pt x="4930" y="19886"/>
                </a:cubicBezTo>
                <a:cubicBezTo>
                  <a:pt x="6128" y="20555"/>
                  <a:pt x="6128" y="20555"/>
                  <a:pt x="6128" y="20555"/>
                </a:cubicBezTo>
                <a:cubicBezTo>
                  <a:pt x="7443" y="19193"/>
                  <a:pt x="7443" y="19193"/>
                  <a:pt x="7443" y="19193"/>
                </a:cubicBezTo>
                <a:cubicBezTo>
                  <a:pt x="7830" y="19346"/>
                  <a:pt x="8241" y="19475"/>
                  <a:pt x="8652" y="19581"/>
                </a:cubicBezTo>
                <a:cubicBezTo>
                  <a:pt x="8922" y="21447"/>
                  <a:pt x="8922" y="21447"/>
                  <a:pt x="8922" y="21447"/>
                </a:cubicBezTo>
                <a:cubicBezTo>
                  <a:pt x="10283" y="21600"/>
                  <a:pt x="10283" y="21600"/>
                  <a:pt x="10283" y="21600"/>
                </a:cubicBezTo>
                <a:cubicBezTo>
                  <a:pt x="10964" y="19839"/>
                  <a:pt x="10964" y="19839"/>
                  <a:pt x="10964" y="19839"/>
                </a:cubicBezTo>
                <a:cubicBezTo>
                  <a:pt x="11352" y="19827"/>
                  <a:pt x="11739" y="19804"/>
                  <a:pt x="12115" y="19745"/>
                </a:cubicBezTo>
                <a:cubicBezTo>
                  <a:pt x="13077" y="21400"/>
                  <a:pt x="13077" y="21400"/>
                  <a:pt x="13077" y="21400"/>
                </a:cubicBezTo>
                <a:cubicBezTo>
                  <a:pt x="14404" y="21025"/>
                  <a:pt x="14404" y="21025"/>
                  <a:pt x="14404" y="21025"/>
                </a:cubicBezTo>
                <a:cubicBezTo>
                  <a:pt x="14357" y="19111"/>
                  <a:pt x="14357" y="19111"/>
                  <a:pt x="14357" y="19111"/>
                </a:cubicBezTo>
                <a:cubicBezTo>
                  <a:pt x="14744" y="18947"/>
                  <a:pt x="15132" y="18747"/>
                  <a:pt x="15484" y="18536"/>
                </a:cubicBezTo>
                <a:cubicBezTo>
                  <a:pt x="16998" y="19663"/>
                  <a:pt x="16998" y="19663"/>
                  <a:pt x="16998" y="19663"/>
                </a:cubicBezTo>
                <a:cubicBezTo>
                  <a:pt x="18078" y="18806"/>
                  <a:pt x="18078" y="18806"/>
                  <a:pt x="18078" y="18806"/>
                </a:cubicBezTo>
                <a:cubicBezTo>
                  <a:pt x="17303" y="17080"/>
                  <a:pt x="17303" y="17080"/>
                  <a:pt x="17303" y="17080"/>
                </a:cubicBezTo>
                <a:cubicBezTo>
                  <a:pt x="17573" y="16799"/>
                  <a:pt x="17820" y="16505"/>
                  <a:pt x="18055" y="16200"/>
                </a:cubicBezTo>
                <a:cubicBezTo>
                  <a:pt x="19886" y="16670"/>
                  <a:pt x="19886" y="16670"/>
                  <a:pt x="19886" y="16670"/>
                </a:cubicBezTo>
                <a:cubicBezTo>
                  <a:pt x="20555" y="15472"/>
                  <a:pt x="20555" y="15472"/>
                  <a:pt x="20555" y="15472"/>
                </a:cubicBezTo>
                <a:cubicBezTo>
                  <a:pt x="19193" y="14169"/>
                  <a:pt x="19193" y="14169"/>
                  <a:pt x="19193" y="14169"/>
                </a:cubicBezTo>
                <a:cubicBezTo>
                  <a:pt x="19346" y="13770"/>
                  <a:pt x="19475" y="13371"/>
                  <a:pt x="19581" y="12960"/>
                </a:cubicBezTo>
                <a:lnTo>
                  <a:pt x="21447" y="12678"/>
                </a:lnTo>
                <a:close/>
                <a:moveTo>
                  <a:pt x="12690" y="17491"/>
                </a:moveTo>
                <a:cubicBezTo>
                  <a:pt x="8992" y="18536"/>
                  <a:pt x="5153" y="16388"/>
                  <a:pt x="4109" y="12690"/>
                </a:cubicBezTo>
                <a:cubicBezTo>
                  <a:pt x="3076" y="9004"/>
                  <a:pt x="5224" y="5153"/>
                  <a:pt x="8910" y="4120"/>
                </a:cubicBezTo>
                <a:cubicBezTo>
                  <a:pt x="12608" y="3076"/>
                  <a:pt x="16447" y="5224"/>
                  <a:pt x="17491" y="8922"/>
                </a:cubicBezTo>
                <a:cubicBezTo>
                  <a:pt x="18536" y="12608"/>
                  <a:pt x="16388" y="16447"/>
                  <a:pt x="12690" y="17491"/>
                </a:cubicBez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7834" name="Shape 7834"/>
          <p:cNvSpPr/>
          <p:nvPr/>
        </p:nvSpPr>
        <p:spPr>
          <a:xfrm>
            <a:off x="8937034" y="8001820"/>
            <a:ext cx="3701250" cy="37012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54" y="12685"/>
                </a:moveTo>
                <a:cubicBezTo>
                  <a:pt x="21600" y="11310"/>
                  <a:pt x="21600" y="11310"/>
                  <a:pt x="21600" y="11310"/>
                </a:cubicBezTo>
                <a:cubicBezTo>
                  <a:pt x="19836" y="10646"/>
                  <a:pt x="19836" y="10646"/>
                  <a:pt x="19836" y="10646"/>
                </a:cubicBezTo>
                <a:cubicBezTo>
                  <a:pt x="19836" y="10258"/>
                  <a:pt x="19804" y="9870"/>
                  <a:pt x="19739" y="9481"/>
                </a:cubicBezTo>
                <a:cubicBezTo>
                  <a:pt x="21406" y="8527"/>
                  <a:pt x="21406" y="8527"/>
                  <a:pt x="21406" y="8527"/>
                </a:cubicBezTo>
                <a:cubicBezTo>
                  <a:pt x="21034" y="7200"/>
                  <a:pt x="21034" y="7200"/>
                  <a:pt x="21034" y="7200"/>
                </a:cubicBezTo>
                <a:cubicBezTo>
                  <a:pt x="19108" y="7249"/>
                  <a:pt x="19108" y="7249"/>
                  <a:pt x="19108" y="7249"/>
                </a:cubicBezTo>
                <a:cubicBezTo>
                  <a:pt x="18947" y="6860"/>
                  <a:pt x="18752" y="6472"/>
                  <a:pt x="18526" y="6116"/>
                </a:cubicBezTo>
                <a:cubicBezTo>
                  <a:pt x="19658" y="4595"/>
                  <a:pt x="19658" y="4595"/>
                  <a:pt x="19658" y="4595"/>
                </a:cubicBezTo>
                <a:cubicBezTo>
                  <a:pt x="18801" y="3527"/>
                  <a:pt x="18801" y="3527"/>
                  <a:pt x="18801" y="3527"/>
                </a:cubicBezTo>
                <a:cubicBezTo>
                  <a:pt x="17070" y="4304"/>
                  <a:pt x="17070" y="4304"/>
                  <a:pt x="17070" y="4304"/>
                </a:cubicBezTo>
                <a:cubicBezTo>
                  <a:pt x="16795" y="4029"/>
                  <a:pt x="16503" y="3786"/>
                  <a:pt x="16196" y="3543"/>
                </a:cubicBezTo>
                <a:cubicBezTo>
                  <a:pt x="16681" y="1715"/>
                  <a:pt x="16681" y="1715"/>
                  <a:pt x="16681" y="1715"/>
                </a:cubicBezTo>
                <a:cubicBezTo>
                  <a:pt x="15468" y="1052"/>
                  <a:pt x="15468" y="1052"/>
                  <a:pt x="15468" y="1052"/>
                </a:cubicBezTo>
                <a:cubicBezTo>
                  <a:pt x="14157" y="2411"/>
                  <a:pt x="14157" y="2411"/>
                  <a:pt x="14157" y="2411"/>
                </a:cubicBezTo>
                <a:cubicBezTo>
                  <a:pt x="13769" y="2249"/>
                  <a:pt x="13364" y="2120"/>
                  <a:pt x="12960" y="2022"/>
                </a:cubicBezTo>
                <a:cubicBezTo>
                  <a:pt x="12685" y="146"/>
                  <a:pt x="12685" y="146"/>
                  <a:pt x="12685" y="146"/>
                </a:cubicBezTo>
                <a:cubicBezTo>
                  <a:pt x="11310" y="0"/>
                  <a:pt x="11310" y="0"/>
                  <a:pt x="11310" y="0"/>
                </a:cubicBezTo>
                <a:cubicBezTo>
                  <a:pt x="10646" y="1764"/>
                  <a:pt x="10646" y="1764"/>
                  <a:pt x="10646" y="1764"/>
                </a:cubicBezTo>
                <a:cubicBezTo>
                  <a:pt x="10258" y="1764"/>
                  <a:pt x="9870" y="1796"/>
                  <a:pt x="9481" y="1861"/>
                </a:cubicBezTo>
                <a:cubicBezTo>
                  <a:pt x="8527" y="194"/>
                  <a:pt x="8527" y="194"/>
                  <a:pt x="8527" y="194"/>
                </a:cubicBezTo>
                <a:cubicBezTo>
                  <a:pt x="7200" y="566"/>
                  <a:pt x="7200" y="566"/>
                  <a:pt x="7200" y="566"/>
                </a:cubicBezTo>
                <a:cubicBezTo>
                  <a:pt x="7249" y="2492"/>
                  <a:pt x="7249" y="2492"/>
                  <a:pt x="7249" y="2492"/>
                </a:cubicBezTo>
                <a:cubicBezTo>
                  <a:pt x="6860" y="2653"/>
                  <a:pt x="6472" y="2848"/>
                  <a:pt x="6116" y="3074"/>
                </a:cubicBezTo>
                <a:cubicBezTo>
                  <a:pt x="4595" y="1942"/>
                  <a:pt x="4595" y="1942"/>
                  <a:pt x="4595" y="1942"/>
                </a:cubicBezTo>
                <a:cubicBezTo>
                  <a:pt x="3527" y="2799"/>
                  <a:pt x="3527" y="2799"/>
                  <a:pt x="3527" y="2799"/>
                </a:cubicBezTo>
                <a:cubicBezTo>
                  <a:pt x="4304" y="4530"/>
                  <a:pt x="4304" y="4530"/>
                  <a:pt x="4304" y="4530"/>
                </a:cubicBezTo>
                <a:cubicBezTo>
                  <a:pt x="4029" y="4805"/>
                  <a:pt x="3786" y="5097"/>
                  <a:pt x="3560" y="5404"/>
                </a:cubicBezTo>
                <a:cubicBezTo>
                  <a:pt x="1715" y="4935"/>
                  <a:pt x="1715" y="4935"/>
                  <a:pt x="1715" y="4935"/>
                </a:cubicBezTo>
                <a:cubicBezTo>
                  <a:pt x="1052" y="6132"/>
                  <a:pt x="1052" y="6132"/>
                  <a:pt x="1052" y="6132"/>
                </a:cubicBezTo>
                <a:cubicBezTo>
                  <a:pt x="2411" y="7443"/>
                  <a:pt x="2411" y="7443"/>
                  <a:pt x="2411" y="7443"/>
                </a:cubicBezTo>
                <a:cubicBezTo>
                  <a:pt x="2249" y="7831"/>
                  <a:pt x="2120" y="8236"/>
                  <a:pt x="2022" y="8656"/>
                </a:cubicBezTo>
                <a:cubicBezTo>
                  <a:pt x="146" y="8915"/>
                  <a:pt x="146" y="8915"/>
                  <a:pt x="146" y="8915"/>
                </a:cubicBezTo>
                <a:cubicBezTo>
                  <a:pt x="0" y="10290"/>
                  <a:pt x="0" y="10290"/>
                  <a:pt x="0" y="10290"/>
                </a:cubicBezTo>
                <a:cubicBezTo>
                  <a:pt x="1764" y="10970"/>
                  <a:pt x="1764" y="10970"/>
                  <a:pt x="1764" y="10970"/>
                </a:cubicBezTo>
                <a:cubicBezTo>
                  <a:pt x="1780" y="11342"/>
                  <a:pt x="1796" y="11730"/>
                  <a:pt x="1861" y="12119"/>
                </a:cubicBezTo>
                <a:cubicBezTo>
                  <a:pt x="194" y="13089"/>
                  <a:pt x="194" y="13089"/>
                  <a:pt x="194" y="13089"/>
                </a:cubicBezTo>
                <a:cubicBezTo>
                  <a:pt x="566" y="14400"/>
                  <a:pt x="566" y="14400"/>
                  <a:pt x="566" y="14400"/>
                </a:cubicBezTo>
                <a:cubicBezTo>
                  <a:pt x="2492" y="14351"/>
                  <a:pt x="2492" y="14351"/>
                  <a:pt x="2492" y="14351"/>
                </a:cubicBezTo>
                <a:cubicBezTo>
                  <a:pt x="2653" y="14756"/>
                  <a:pt x="2864" y="15128"/>
                  <a:pt x="3074" y="15484"/>
                </a:cubicBezTo>
                <a:cubicBezTo>
                  <a:pt x="1942" y="17005"/>
                  <a:pt x="1942" y="17005"/>
                  <a:pt x="1942" y="17005"/>
                </a:cubicBezTo>
                <a:cubicBezTo>
                  <a:pt x="2799" y="18073"/>
                  <a:pt x="2799" y="18073"/>
                  <a:pt x="2799" y="18073"/>
                </a:cubicBezTo>
                <a:cubicBezTo>
                  <a:pt x="4530" y="17312"/>
                  <a:pt x="4530" y="17312"/>
                  <a:pt x="4530" y="17312"/>
                </a:cubicBezTo>
                <a:cubicBezTo>
                  <a:pt x="4805" y="17571"/>
                  <a:pt x="5097" y="17830"/>
                  <a:pt x="5404" y="18057"/>
                </a:cubicBezTo>
                <a:cubicBezTo>
                  <a:pt x="4935" y="19885"/>
                  <a:pt x="4935" y="19885"/>
                  <a:pt x="4935" y="19885"/>
                </a:cubicBezTo>
                <a:cubicBezTo>
                  <a:pt x="6132" y="20548"/>
                  <a:pt x="6132" y="20548"/>
                  <a:pt x="6132" y="20548"/>
                </a:cubicBezTo>
                <a:cubicBezTo>
                  <a:pt x="7443" y="19189"/>
                  <a:pt x="7443" y="19189"/>
                  <a:pt x="7443" y="19189"/>
                </a:cubicBezTo>
                <a:cubicBezTo>
                  <a:pt x="7831" y="19351"/>
                  <a:pt x="8236" y="19480"/>
                  <a:pt x="8656" y="19578"/>
                </a:cubicBezTo>
                <a:cubicBezTo>
                  <a:pt x="8915" y="21454"/>
                  <a:pt x="8915" y="21454"/>
                  <a:pt x="8915" y="21454"/>
                </a:cubicBezTo>
                <a:cubicBezTo>
                  <a:pt x="10290" y="21600"/>
                  <a:pt x="10290" y="21600"/>
                  <a:pt x="10290" y="21600"/>
                </a:cubicBezTo>
                <a:cubicBezTo>
                  <a:pt x="10970" y="19836"/>
                  <a:pt x="10970" y="19836"/>
                  <a:pt x="10970" y="19836"/>
                </a:cubicBezTo>
                <a:cubicBezTo>
                  <a:pt x="11342" y="19836"/>
                  <a:pt x="11730" y="19804"/>
                  <a:pt x="12119" y="19739"/>
                </a:cubicBezTo>
                <a:cubicBezTo>
                  <a:pt x="13073" y="21406"/>
                  <a:pt x="13073" y="21406"/>
                  <a:pt x="13073" y="21406"/>
                </a:cubicBezTo>
                <a:cubicBezTo>
                  <a:pt x="14400" y="21018"/>
                  <a:pt x="14400" y="21018"/>
                  <a:pt x="14400" y="21018"/>
                </a:cubicBezTo>
                <a:cubicBezTo>
                  <a:pt x="14351" y="19108"/>
                  <a:pt x="14351" y="19108"/>
                  <a:pt x="14351" y="19108"/>
                </a:cubicBezTo>
                <a:cubicBezTo>
                  <a:pt x="14756" y="18947"/>
                  <a:pt x="15128" y="18752"/>
                  <a:pt x="15484" y="18526"/>
                </a:cubicBezTo>
                <a:cubicBezTo>
                  <a:pt x="17005" y="19658"/>
                  <a:pt x="17005" y="19658"/>
                  <a:pt x="17005" y="19658"/>
                </a:cubicBezTo>
                <a:cubicBezTo>
                  <a:pt x="18073" y="18801"/>
                  <a:pt x="18073" y="18801"/>
                  <a:pt x="18073" y="18801"/>
                </a:cubicBezTo>
                <a:cubicBezTo>
                  <a:pt x="17312" y="17070"/>
                  <a:pt x="17312" y="17070"/>
                  <a:pt x="17312" y="17070"/>
                </a:cubicBezTo>
                <a:cubicBezTo>
                  <a:pt x="17571" y="16795"/>
                  <a:pt x="17830" y="16503"/>
                  <a:pt x="18057" y="16196"/>
                </a:cubicBezTo>
                <a:cubicBezTo>
                  <a:pt x="19885" y="16681"/>
                  <a:pt x="19885" y="16681"/>
                  <a:pt x="19885" y="16681"/>
                </a:cubicBezTo>
                <a:cubicBezTo>
                  <a:pt x="20564" y="15468"/>
                  <a:pt x="20564" y="15468"/>
                  <a:pt x="20564" y="15468"/>
                </a:cubicBezTo>
                <a:cubicBezTo>
                  <a:pt x="19189" y="14157"/>
                  <a:pt x="19189" y="14157"/>
                  <a:pt x="19189" y="14157"/>
                </a:cubicBezTo>
                <a:cubicBezTo>
                  <a:pt x="19351" y="13769"/>
                  <a:pt x="19480" y="13364"/>
                  <a:pt x="19578" y="12960"/>
                </a:cubicBezTo>
                <a:lnTo>
                  <a:pt x="21454" y="12685"/>
                </a:lnTo>
                <a:close/>
                <a:moveTo>
                  <a:pt x="12556" y="16989"/>
                </a:moveTo>
                <a:cubicBezTo>
                  <a:pt x="9142" y="17943"/>
                  <a:pt x="5582" y="15953"/>
                  <a:pt x="4627" y="12539"/>
                </a:cubicBezTo>
                <a:cubicBezTo>
                  <a:pt x="3657" y="9125"/>
                  <a:pt x="5647" y="5582"/>
                  <a:pt x="9061" y="4627"/>
                </a:cubicBezTo>
                <a:cubicBezTo>
                  <a:pt x="12475" y="3657"/>
                  <a:pt x="16018" y="5647"/>
                  <a:pt x="16989" y="9061"/>
                </a:cubicBezTo>
                <a:cubicBezTo>
                  <a:pt x="17943" y="12475"/>
                  <a:pt x="15969" y="16018"/>
                  <a:pt x="12556" y="16989"/>
                </a:cubicBezTo>
                <a:close/>
              </a:path>
            </a:pathLst>
          </a:custGeom>
          <a:solidFill>
            <a:srgbClr val="6388BF"/>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7835" name="Shape 7835"/>
          <p:cNvSpPr/>
          <p:nvPr/>
        </p:nvSpPr>
        <p:spPr>
          <a:xfrm>
            <a:off x="8588461" y="4310961"/>
            <a:ext cx="1673759" cy="16695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38" y="21600"/>
                  <a:pt x="0" y="16752"/>
                  <a:pt x="0" y="10778"/>
                </a:cubicBezTo>
                <a:cubicBezTo>
                  <a:pt x="0" y="4848"/>
                  <a:pt x="4838" y="0"/>
                  <a:pt x="10800" y="0"/>
                </a:cubicBezTo>
                <a:cubicBezTo>
                  <a:pt x="16762" y="0"/>
                  <a:pt x="21600" y="4848"/>
                  <a:pt x="21600" y="10778"/>
                </a:cubicBezTo>
                <a:cubicBezTo>
                  <a:pt x="21600" y="16752"/>
                  <a:pt x="16762" y="21600"/>
                  <a:pt x="10800" y="21600"/>
                </a:cubicBezTo>
                <a:close/>
                <a:moveTo>
                  <a:pt x="10800" y="6060"/>
                </a:moveTo>
                <a:cubicBezTo>
                  <a:pt x="8208" y="6060"/>
                  <a:pt x="6048" y="8181"/>
                  <a:pt x="6048" y="10778"/>
                </a:cubicBezTo>
                <a:cubicBezTo>
                  <a:pt x="6048" y="13419"/>
                  <a:pt x="8208" y="15540"/>
                  <a:pt x="10800" y="15540"/>
                </a:cubicBezTo>
                <a:cubicBezTo>
                  <a:pt x="13435" y="15540"/>
                  <a:pt x="15552" y="13419"/>
                  <a:pt x="15552" y="10778"/>
                </a:cubicBezTo>
                <a:cubicBezTo>
                  <a:pt x="15552" y="8181"/>
                  <a:pt x="13435" y="6060"/>
                  <a:pt x="10800" y="6060"/>
                </a:cubicBezTo>
                <a:close/>
              </a:path>
            </a:pathLst>
          </a:custGeom>
          <a:solidFill>
            <a:srgbClr val="82D1F1"/>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7836" name="Shape 7836"/>
          <p:cNvSpPr/>
          <p:nvPr/>
        </p:nvSpPr>
        <p:spPr>
          <a:xfrm>
            <a:off x="13713961" y="6004697"/>
            <a:ext cx="1777715" cy="17855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54" y="21600"/>
                  <a:pt x="0" y="16754"/>
                  <a:pt x="0" y="10781"/>
                </a:cubicBezTo>
                <a:cubicBezTo>
                  <a:pt x="0" y="4846"/>
                  <a:pt x="4854" y="0"/>
                  <a:pt x="10800" y="0"/>
                </a:cubicBezTo>
                <a:cubicBezTo>
                  <a:pt x="16783" y="0"/>
                  <a:pt x="21600" y="4846"/>
                  <a:pt x="21600" y="10781"/>
                </a:cubicBezTo>
                <a:cubicBezTo>
                  <a:pt x="21600" y="16754"/>
                  <a:pt x="16783" y="21600"/>
                  <a:pt x="10800" y="21600"/>
                </a:cubicBezTo>
                <a:close/>
                <a:moveTo>
                  <a:pt x="10800" y="6010"/>
                </a:moveTo>
                <a:cubicBezTo>
                  <a:pt x="8166" y="6010"/>
                  <a:pt x="6021" y="8152"/>
                  <a:pt x="6021" y="10781"/>
                </a:cubicBezTo>
                <a:cubicBezTo>
                  <a:pt x="6021" y="13448"/>
                  <a:pt x="8166" y="15590"/>
                  <a:pt x="10800" y="15590"/>
                </a:cubicBezTo>
                <a:cubicBezTo>
                  <a:pt x="13434" y="15590"/>
                  <a:pt x="15579" y="13448"/>
                  <a:pt x="15579" y="10781"/>
                </a:cubicBezTo>
                <a:cubicBezTo>
                  <a:pt x="15579" y="8152"/>
                  <a:pt x="13434" y="6010"/>
                  <a:pt x="10800" y="6010"/>
                </a:cubicBezTo>
                <a:close/>
              </a:path>
            </a:pathLst>
          </a:custGeom>
          <a:solidFill>
            <a:srgbClr val="004B75"/>
          </a:solidFill>
          <a:ln w="12700">
            <a:miter lim="400000"/>
          </a:ln>
        </p:spPr>
        <p:txBody>
          <a:bodyPr lIns="34289" tIns="34289" rIns="34289" bIns="34289"/>
          <a:lstStyle/>
          <a:p>
            <a:pPr algn="l" defTabSz="685800">
              <a:defRPr sz="1200">
                <a:latin typeface="Calibri"/>
                <a:ea typeface="Calibri"/>
                <a:cs typeface="Calibri"/>
                <a:sym typeface="Calibri"/>
              </a:defRPr>
            </a:pPr>
          </a:p>
        </p:txBody>
      </p:sp>
      <p:sp>
        <p:nvSpPr>
          <p:cNvPr id="7837" name="Shape 7837"/>
          <p:cNvSpPr/>
          <p:nvPr/>
        </p:nvSpPr>
        <p:spPr>
          <a:xfrm>
            <a:off x="10175716" y="9240502"/>
            <a:ext cx="1223884" cy="1223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0" y="21600"/>
                </a:moveTo>
                <a:cubicBezTo>
                  <a:pt x="4820" y="21600"/>
                  <a:pt x="0" y="16780"/>
                  <a:pt x="0" y="10770"/>
                </a:cubicBezTo>
                <a:cubicBezTo>
                  <a:pt x="0" y="4820"/>
                  <a:pt x="4820" y="0"/>
                  <a:pt x="10770" y="0"/>
                </a:cubicBezTo>
                <a:cubicBezTo>
                  <a:pt x="16721" y="0"/>
                  <a:pt x="21600" y="4820"/>
                  <a:pt x="21600" y="10770"/>
                </a:cubicBezTo>
                <a:cubicBezTo>
                  <a:pt x="21600" y="16780"/>
                  <a:pt x="16721" y="21600"/>
                  <a:pt x="10770" y="21600"/>
                </a:cubicBezTo>
                <a:close/>
                <a:moveTo>
                  <a:pt x="10770" y="7140"/>
                </a:moveTo>
                <a:cubicBezTo>
                  <a:pt x="8747" y="7140"/>
                  <a:pt x="7140" y="8747"/>
                  <a:pt x="7140" y="10770"/>
                </a:cubicBezTo>
                <a:cubicBezTo>
                  <a:pt x="7140" y="12793"/>
                  <a:pt x="8747" y="14460"/>
                  <a:pt x="10770" y="14460"/>
                </a:cubicBezTo>
                <a:cubicBezTo>
                  <a:pt x="12793" y="14460"/>
                  <a:pt x="14460" y="12793"/>
                  <a:pt x="14460" y="10770"/>
                </a:cubicBezTo>
                <a:cubicBezTo>
                  <a:pt x="14460" y="8747"/>
                  <a:pt x="12793" y="7140"/>
                  <a:pt x="10770" y="7140"/>
                </a:cubicBezTo>
                <a:close/>
              </a:path>
            </a:pathLst>
          </a:custGeom>
          <a:solidFill>
            <a:srgbClr val="6388BF"/>
          </a:solidFill>
          <a:ln w="12700">
            <a:miter lim="400000"/>
          </a:ln>
        </p:spPr>
        <p:txBody>
          <a:bodyPr lIns="34289" tIns="34289" rIns="34289" bIns="34289"/>
          <a:lstStyle/>
          <a:p>
            <a:pPr algn="l" defTabSz="685800">
              <a:defRPr sz="1200">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7833"/>
                                        </p:tgtEl>
                                        <p:attrNameLst>
                                          <p:attrName>style.visibility</p:attrName>
                                        </p:attrNameLst>
                                      </p:cBhvr>
                                      <p:to>
                                        <p:strVal val="visible"/>
                                      </p:to>
                                    </p:set>
                                    <p:anim calcmode="lin" valueType="num">
                                      <p:cBhvr>
                                        <p:cTn id="7" dur="500" fill="hold"/>
                                        <p:tgtEl>
                                          <p:spTgt spid="7833"/>
                                        </p:tgtEl>
                                        <p:attrNameLst>
                                          <p:attrName>ppt_w</p:attrName>
                                        </p:attrNameLst>
                                      </p:cBhvr>
                                      <p:tavLst>
                                        <p:tav tm="0">
                                          <p:val>
                                            <p:fltVal val="0"/>
                                          </p:val>
                                        </p:tav>
                                        <p:tav tm="100000">
                                          <p:val>
                                            <p:strVal val="#ppt_w"/>
                                          </p:val>
                                        </p:tav>
                                      </p:tavLst>
                                    </p:anim>
                                    <p:anim calcmode="lin" valueType="num">
                                      <p:cBhvr>
                                        <p:cTn id="8" dur="500" fill="hold"/>
                                        <p:tgtEl>
                                          <p:spTgt spid="7833"/>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Subtype="16" presetID="23" grpId="2" fill="hold">
                                  <p:stCondLst>
                                    <p:cond delay="0"/>
                                  </p:stCondLst>
                                  <p:iterate type="el" backwards="0">
                                    <p:tmAbs val="0"/>
                                  </p:iterate>
                                  <p:childTnLst>
                                    <p:set>
                                      <p:cBhvr>
                                        <p:cTn id="11" fill="hold"/>
                                        <p:tgtEl>
                                          <p:spTgt spid="7834"/>
                                        </p:tgtEl>
                                        <p:attrNameLst>
                                          <p:attrName>style.visibility</p:attrName>
                                        </p:attrNameLst>
                                      </p:cBhvr>
                                      <p:to>
                                        <p:strVal val="visible"/>
                                      </p:to>
                                    </p:set>
                                    <p:anim calcmode="lin" valueType="num">
                                      <p:cBhvr>
                                        <p:cTn id="12" dur="500" fill="hold"/>
                                        <p:tgtEl>
                                          <p:spTgt spid="7834"/>
                                        </p:tgtEl>
                                        <p:attrNameLst>
                                          <p:attrName>ppt_w</p:attrName>
                                        </p:attrNameLst>
                                      </p:cBhvr>
                                      <p:tavLst>
                                        <p:tav tm="0">
                                          <p:val>
                                            <p:fltVal val="0"/>
                                          </p:val>
                                        </p:tav>
                                        <p:tav tm="100000">
                                          <p:val>
                                            <p:strVal val="#ppt_w"/>
                                          </p:val>
                                        </p:tav>
                                      </p:tavLst>
                                    </p:anim>
                                    <p:anim calcmode="lin" valueType="num">
                                      <p:cBhvr>
                                        <p:cTn id="13" dur="500" fill="hold"/>
                                        <p:tgtEl>
                                          <p:spTgt spid="7834"/>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Class="entr" nodeType="afterEffect" presetSubtype="16" presetID="23" grpId="3" fill="hold">
                                  <p:stCondLst>
                                    <p:cond delay="0"/>
                                  </p:stCondLst>
                                  <p:iterate type="el" backwards="0">
                                    <p:tmAbs val="0"/>
                                  </p:iterate>
                                  <p:childTnLst>
                                    <p:set>
                                      <p:cBhvr>
                                        <p:cTn id="16" fill="hold"/>
                                        <p:tgtEl>
                                          <p:spTgt spid="7832"/>
                                        </p:tgtEl>
                                        <p:attrNameLst>
                                          <p:attrName>style.visibility</p:attrName>
                                        </p:attrNameLst>
                                      </p:cBhvr>
                                      <p:to>
                                        <p:strVal val="visible"/>
                                      </p:to>
                                    </p:set>
                                    <p:anim calcmode="lin" valueType="num">
                                      <p:cBhvr>
                                        <p:cTn id="17" dur="500" fill="hold"/>
                                        <p:tgtEl>
                                          <p:spTgt spid="7832"/>
                                        </p:tgtEl>
                                        <p:attrNameLst>
                                          <p:attrName>ppt_w</p:attrName>
                                        </p:attrNameLst>
                                      </p:cBhvr>
                                      <p:tavLst>
                                        <p:tav tm="0">
                                          <p:val>
                                            <p:fltVal val="0"/>
                                          </p:val>
                                        </p:tav>
                                        <p:tav tm="100000">
                                          <p:val>
                                            <p:strVal val="#ppt_w"/>
                                          </p:val>
                                        </p:tav>
                                      </p:tavLst>
                                    </p:anim>
                                    <p:anim calcmode="lin" valueType="num">
                                      <p:cBhvr>
                                        <p:cTn id="18" dur="500" fill="hold"/>
                                        <p:tgtEl>
                                          <p:spTgt spid="7832"/>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Class="entr" nodeType="afterEffect" presetSubtype="16" presetID="23" grpId="4" fill="hold">
                                  <p:stCondLst>
                                    <p:cond delay="0"/>
                                  </p:stCondLst>
                                  <p:iterate type="el" backwards="0">
                                    <p:tmAbs val="0"/>
                                  </p:iterate>
                                  <p:childTnLst>
                                    <p:set>
                                      <p:cBhvr>
                                        <p:cTn id="21" fill="hold"/>
                                        <p:tgtEl>
                                          <p:spTgt spid="7835"/>
                                        </p:tgtEl>
                                        <p:attrNameLst>
                                          <p:attrName>style.visibility</p:attrName>
                                        </p:attrNameLst>
                                      </p:cBhvr>
                                      <p:to>
                                        <p:strVal val="visible"/>
                                      </p:to>
                                    </p:set>
                                    <p:anim calcmode="lin" valueType="num">
                                      <p:cBhvr>
                                        <p:cTn id="22" dur="500" fill="hold"/>
                                        <p:tgtEl>
                                          <p:spTgt spid="7835"/>
                                        </p:tgtEl>
                                        <p:attrNameLst>
                                          <p:attrName>ppt_w</p:attrName>
                                        </p:attrNameLst>
                                      </p:cBhvr>
                                      <p:tavLst>
                                        <p:tav tm="0">
                                          <p:val>
                                            <p:fltVal val="0"/>
                                          </p:val>
                                        </p:tav>
                                        <p:tav tm="100000">
                                          <p:val>
                                            <p:strVal val="#ppt_w"/>
                                          </p:val>
                                        </p:tav>
                                      </p:tavLst>
                                    </p:anim>
                                    <p:anim calcmode="lin" valueType="num">
                                      <p:cBhvr>
                                        <p:cTn id="23" dur="500" fill="hold"/>
                                        <p:tgtEl>
                                          <p:spTgt spid="7835"/>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Class="entr" nodeType="afterEffect" presetSubtype="16" presetID="23" grpId="5" fill="hold">
                                  <p:stCondLst>
                                    <p:cond delay="0"/>
                                  </p:stCondLst>
                                  <p:iterate type="el" backwards="0">
                                    <p:tmAbs val="0"/>
                                  </p:iterate>
                                  <p:childTnLst>
                                    <p:set>
                                      <p:cBhvr>
                                        <p:cTn id="26" fill="hold"/>
                                        <p:tgtEl>
                                          <p:spTgt spid="7837"/>
                                        </p:tgtEl>
                                        <p:attrNameLst>
                                          <p:attrName>style.visibility</p:attrName>
                                        </p:attrNameLst>
                                      </p:cBhvr>
                                      <p:to>
                                        <p:strVal val="visible"/>
                                      </p:to>
                                    </p:set>
                                    <p:anim calcmode="lin" valueType="num">
                                      <p:cBhvr>
                                        <p:cTn id="27" dur="500" fill="hold"/>
                                        <p:tgtEl>
                                          <p:spTgt spid="7837"/>
                                        </p:tgtEl>
                                        <p:attrNameLst>
                                          <p:attrName>ppt_w</p:attrName>
                                        </p:attrNameLst>
                                      </p:cBhvr>
                                      <p:tavLst>
                                        <p:tav tm="0">
                                          <p:val>
                                            <p:fltVal val="0"/>
                                          </p:val>
                                        </p:tav>
                                        <p:tav tm="100000">
                                          <p:val>
                                            <p:strVal val="#ppt_w"/>
                                          </p:val>
                                        </p:tav>
                                      </p:tavLst>
                                    </p:anim>
                                    <p:anim calcmode="lin" valueType="num">
                                      <p:cBhvr>
                                        <p:cTn id="28" dur="500" fill="hold"/>
                                        <p:tgtEl>
                                          <p:spTgt spid="7837"/>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Class="entr" nodeType="afterEffect" presetSubtype="16" presetID="23" grpId="6" fill="hold">
                                  <p:stCondLst>
                                    <p:cond delay="0"/>
                                  </p:stCondLst>
                                  <p:iterate type="el" backwards="0">
                                    <p:tmAbs val="0"/>
                                  </p:iterate>
                                  <p:childTnLst>
                                    <p:set>
                                      <p:cBhvr>
                                        <p:cTn id="31" fill="hold"/>
                                        <p:tgtEl>
                                          <p:spTgt spid="7836"/>
                                        </p:tgtEl>
                                        <p:attrNameLst>
                                          <p:attrName>style.visibility</p:attrName>
                                        </p:attrNameLst>
                                      </p:cBhvr>
                                      <p:to>
                                        <p:strVal val="visible"/>
                                      </p:to>
                                    </p:set>
                                    <p:anim calcmode="lin" valueType="num">
                                      <p:cBhvr>
                                        <p:cTn id="32" dur="500" fill="hold"/>
                                        <p:tgtEl>
                                          <p:spTgt spid="7836"/>
                                        </p:tgtEl>
                                        <p:attrNameLst>
                                          <p:attrName>ppt_w</p:attrName>
                                        </p:attrNameLst>
                                      </p:cBhvr>
                                      <p:tavLst>
                                        <p:tav tm="0">
                                          <p:val>
                                            <p:fltVal val="0"/>
                                          </p:val>
                                        </p:tav>
                                        <p:tav tm="100000">
                                          <p:val>
                                            <p:strVal val="#ppt_w"/>
                                          </p:val>
                                        </p:tav>
                                      </p:tavLst>
                                    </p:anim>
                                    <p:anim calcmode="lin" valueType="num">
                                      <p:cBhvr>
                                        <p:cTn id="33" dur="500" fill="hold"/>
                                        <p:tgtEl>
                                          <p:spTgt spid="7836"/>
                                        </p:tgtEl>
                                        <p:attrNameLst>
                                          <p:attrName>ppt_h</p:attrName>
                                        </p:attrNameLst>
                                      </p:cBhvr>
                                      <p:tavLst>
                                        <p:tav tm="0">
                                          <p:val>
                                            <p:fltVal val="0"/>
                                          </p:val>
                                        </p:tav>
                                        <p:tav tm="100000">
                                          <p:val>
                                            <p:strVal val="#ppt_h"/>
                                          </p:val>
                                        </p:tav>
                                      </p:tavLst>
                                    </p:anim>
                                  </p:childTnLst>
                                </p:cTn>
                              </p:par>
                            </p:childTnLst>
                          </p:cTn>
                        </p:par>
                        <p:par>
                          <p:cTn id="34" fill="hold">
                            <p:stCondLst>
                              <p:cond delay="0"/>
                            </p:stCondLst>
                            <p:childTnLst>
                              <p:par>
                                <p:cTn id="35" presetClass="emph" nodeType="afterEffect" presetSubtype="0" presetID="8" grpId="7" fill="hold">
                                  <p:stCondLst>
                                    <p:cond delay="0"/>
                                  </p:stCondLst>
                                  <p:childTnLst>
                                    <p:animRot by="21600000">
                                      <p:cBhvr>
                                        <p:cTn id="36" dur="4000" fill="hold"/>
                                        <p:tgtEl>
                                          <p:spTgt spid="7833"/>
                                        </p:tgtEl>
                                        <p:attrNameLst>
                                          <p:attrName>r</p:attrName>
                                        </p:attrNameLst>
                                      </p:cBhvr>
                                    </p:animRot>
                                  </p:childTnLst>
                                </p:cTn>
                              </p:par>
                            </p:childTnLst>
                          </p:cTn>
                        </p:par>
                        <p:par>
                          <p:cTn id="37" fill="hold">
                            <p:stCondLst>
                              <p:cond delay="0"/>
                            </p:stCondLst>
                            <p:childTnLst>
                              <p:par>
                                <p:cTn id="38" presetClass="emph" nodeType="afterEffect" presetSubtype="0" presetID="8" grpId="8" fill="hold">
                                  <p:stCondLst>
                                    <p:cond delay="0"/>
                                  </p:stCondLst>
                                  <p:childTnLst>
                                    <p:animRot by="-21600000">
                                      <p:cBhvr>
                                        <p:cTn id="39" dur="4000" fill="hold"/>
                                        <p:tgtEl>
                                          <p:spTgt spid="7834"/>
                                        </p:tgtEl>
                                        <p:attrNameLst>
                                          <p:attrName>r</p:attrName>
                                        </p:attrNameLst>
                                      </p:cBhvr>
                                    </p:animRot>
                                  </p:childTnLst>
                                </p:cTn>
                              </p:par>
                            </p:childTnLst>
                          </p:cTn>
                        </p:par>
                        <p:par>
                          <p:cTn id="40" fill="hold">
                            <p:stCondLst>
                              <p:cond delay="0"/>
                            </p:stCondLst>
                            <p:childTnLst>
                              <p:par>
                                <p:cTn id="41" presetClass="emph" nodeType="afterEffect" presetSubtype="0" presetID="8" grpId="9" fill="hold">
                                  <p:stCondLst>
                                    <p:cond delay="0"/>
                                  </p:stCondLst>
                                  <p:childTnLst>
                                    <p:animRot by="-21600000">
                                      <p:cBhvr>
                                        <p:cTn id="42" dur="4000" fill="hold"/>
                                        <p:tgtEl>
                                          <p:spTgt spid="7832"/>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835" grpId="4"/>
      <p:bldP build="whole" bldLvl="1" animBg="1" rev="0" advAuto="0" spid="7833" grpId="1"/>
      <p:bldP build="whole" bldLvl="1" animBg="1" rev="0" advAuto="0" spid="7834" grpId="8"/>
      <p:bldP build="whole" bldLvl="1" animBg="1" rev="0" advAuto="0" spid="7833" grpId="7"/>
      <p:bldP build="whole" bldLvl="1" animBg="1" rev="0" advAuto="0" spid="7832" grpId="9"/>
      <p:bldP build="whole" bldLvl="1" animBg="1" rev="0" advAuto="0" spid="7834" grpId="2"/>
      <p:bldP build="whole" bldLvl="1" animBg="1" rev="0" advAuto="0" spid="7836" grpId="6"/>
      <p:bldP build="whole" bldLvl="1" animBg="1" rev="0" advAuto="0" spid="7837" grpId="5"/>
      <p:bldP build="whole" bldLvl="1" animBg="1" rev="0" advAuto="0" spid="7832" grpId="3"/>
    </p:bldLst>
  </p:timing>
</p:sld>
</file>

<file path=ppt/slides/slide19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839" name="Shape 7839"/>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CON ILUSTRACIONES</a:t>
            </a:r>
          </a:p>
          <a:p>
            <a:pPr>
              <a:defRPr sz="10000">
                <a:solidFill>
                  <a:srgbClr val="FFFFFF"/>
                </a:solidFill>
                <a:latin typeface="Raleway ExtraBold"/>
                <a:ea typeface="Raleway ExtraBold"/>
                <a:cs typeface="Raleway ExtraBold"/>
                <a:sym typeface="Raleway ExtraBold"/>
              </a:defRPr>
            </a:pPr>
            <a:r>
              <a:t>EDITABLES</a:t>
            </a:r>
          </a:p>
        </p:txBody>
      </p:sp>
    </p:spTree>
  </p:cSld>
  <p:clrMapOvr>
    <a:masterClrMapping/>
  </p:clrMapOvr>
  <p:transition xmlns:p14="http://schemas.microsoft.com/office/powerpoint/2010/main" spd="med" advClick="1" p14:dur="1000"/>
</p:sld>
</file>

<file path=ppt/slides/slide19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841" name="Shape 7841"/>
          <p:cNvSpPr/>
          <p:nvPr/>
        </p:nvSpPr>
        <p:spPr>
          <a:xfrm>
            <a:off x="353841" y="681483"/>
            <a:ext cx="942594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a:t>
            </a:r>
          </a:p>
          <a:p>
            <a:pPr algn="l" defTabSz="825500">
              <a:lnSpc>
                <a:spcPct val="90000"/>
              </a:lnSpc>
              <a:defRPr spc="-50" sz="2500">
                <a:latin typeface="Raleway SemiBold"/>
                <a:ea typeface="Raleway SemiBold"/>
                <a:cs typeface="Raleway SemiBold"/>
                <a:sym typeface="Raleway SemiBold"/>
              </a:defRPr>
            </a:pPr>
            <a:r>
              <a:t>Puedes cambiar el color de todo, la imagen y el enlace de la web</a:t>
            </a:r>
          </a:p>
        </p:txBody>
      </p:sp>
      <p:grpSp>
        <p:nvGrpSpPr>
          <p:cNvPr id="7864" name="Group 7864"/>
          <p:cNvGrpSpPr/>
          <p:nvPr/>
        </p:nvGrpSpPr>
        <p:grpSpPr>
          <a:xfrm>
            <a:off x="2084970" y="3886200"/>
            <a:ext cx="11089527" cy="7252904"/>
            <a:chOff x="0" y="0"/>
            <a:chExt cx="11089526" cy="7252903"/>
          </a:xfrm>
        </p:grpSpPr>
        <p:grpSp>
          <p:nvGrpSpPr>
            <p:cNvPr id="7861" name="Group 7861"/>
            <p:cNvGrpSpPr/>
            <p:nvPr/>
          </p:nvGrpSpPr>
          <p:grpSpPr>
            <a:xfrm>
              <a:off x="-1" y="0"/>
              <a:ext cx="11089528" cy="7252904"/>
              <a:chOff x="0" y="0"/>
              <a:chExt cx="11089526" cy="7252903"/>
            </a:xfrm>
          </p:grpSpPr>
          <p:sp>
            <p:nvSpPr>
              <p:cNvPr id="7842" name="Shape 7842"/>
              <p:cNvSpPr/>
              <p:nvPr/>
            </p:nvSpPr>
            <p:spPr>
              <a:xfrm>
                <a:off x="0" y="0"/>
                <a:ext cx="11089527" cy="7252904"/>
              </a:xfrm>
              <a:prstGeom prst="roundRect">
                <a:avLst>
                  <a:gd name="adj" fmla="val 1292"/>
                </a:avLst>
              </a:prstGeom>
              <a:solidFill>
                <a:srgbClr val="343434"/>
              </a:solidFill>
              <a:ln w="12700" cap="flat">
                <a:noFill/>
                <a:miter lim="400000"/>
              </a:ln>
              <a:effectLst>
                <a:outerShdw sx="100000" sy="100000" kx="0" ky="0" algn="b" rotWithShape="0" blurRad="254000" dist="114298" dir="5340024">
                  <a:srgbClr val="4D6D92">
                    <a:alpha val="39000"/>
                  </a:srgbClr>
                </a:outerShdw>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3" name="Shape 7843"/>
              <p:cNvSpPr/>
              <p:nvPr/>
            </p:nvSpPr>
            <p:spPr>
              <a:xfrm>
                <a:off x="-1" y="537855"/>
                <a:ext cx="11089528" cy="513409"/>
              </a:xfrm>
              <a:prstGeom prst="rect">
                <a:avLst/>
              </a:prstGeom>
              <a:solidFill>
                <a:srgbClr val="CDCDCD"/>
              </a:solidFill>
              <a:ln w="25400" cap="flat">
                <a:solidFill>
                  <a:srgbClr val="CDCDCD"/>
                </a:solidFill>
                <a:prstDash val="solid"/>
                <a:miter lim="8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4" name="Shape 7844"/>
              <p:cNvSpPr/>
              <p:nvPr/>
            </p:nvSpPr>
            <p:spPr>
              <a:xfrm>
                <a:off x="1661383" y="138539"/>
                <a:ext cx="4435811" cy="912726"/>
              </a:xfrm>
              <a:prstGeom prst="roundRect">
                <a:avLst>
                  <a:gd name="adj" fmla="val 11986"/>
                </a:avLst>
              </a:prstGeom>
              <a:solidFill>
                <a:srgbClr val="CDCDCD"/>
              </a:solidFill>
              <a:ln w="25400" cap="flat">
                <a:solidFill>
                  <a:srgbClr val="CDCDCD"/>
                </a:solidFill>
                <a:prstDash val="solid"/>
                <a:miter lim="8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5" name="Shape 7845"/>
              <p:cNvSpPr/>
              <p:nvPr/>
            </p:nvSpPr>
            <p:spPr>
              <a:xfrm>
                <a:off x="196419" y="195583"/>
                <a:ext cx="156523" cy="154839"/>
              </a:xfrm>
              <a:prstGeom prst="ellipse">
                <a:avLst/>
              </a:prstGeom>
              <a:solidFill>
                <a:srgbClr val="1BAAAA"/>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6" name="Shape 7846"/>
              <p:cNvSpPr/>
              <p:nvPr/>
            </p:nvSpPr>
            <p:spPr>
              <a:xfrm>
                <a:off x="473658" y="195583"/>
                <a:ext cx="156523" cy="154839"/>
              </a:xfrm>
              <a:prstGeom prst="ellipse">
                <a:avLst/>
              </a:prstGeom>
              <a:solidFill>
                <a:srgbClr val="7CB554"/>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7" name="Shape 7847"/>
              <p:cNvSpPr/>
              <p:nvPr/>
            </p:nvSpPr>
            <p:spPr>
              <a:xfrm>
                <a:off x="750895" y="195583"/>
                <a:ext cx="156523" cy="154839"/>
              </a:xfrm>
              <a:prstGeom prst="ellipse">
                <a:avLst/>
              </a:prstGeom>
              <a:solidFill>
                <a:srgbClr val="F8BF4D"/>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8" name="Shape 7848"/>
              <p:cNvSpPr/>
              <p:nvPr/>
            </p:nvSpPr>
            <p:spPr>
              <a:xfrm>
                <a:off x="1939643" y="635647"/>
                <a:ext cx="8331469" cy="325974"/>
              </a:xfrm>
              <a:prstGeom prst="rect">
                <a:avLst/>
              </a:prstGeom>
              <a:solidFill>
                <a:srgbClr val="FFFFFF"/>
              </a:solidFill>
              <a:ln w="25400" cap="flat">
                <a:solidFill>
                  <a:srgbClr val="B3B3B3"/>
                </a:solidFill>
                <a:prstDash val="solid"/>
                <a:miter lim="8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49" name="Shape 7849"/>
              <p:cNvSpPr/>
              <p:nvPr/>
            </p:nvSpPr>
            <p:spPr>
              <a:xfrm rot="18900000">
                <a:off x="5815640" y="253024"/>
                <a:ext cx="162390" cy="1616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175" y="0"/>
                    </a:moveTo>
                    <a:lnTo>
                      <a:pt x="7088" y="0"/>
                    </a:lnTo>
                    <a:lnTo>
                      <a:pt x="7088" y="7088"/>
                    </a:lnTo>
                    <a:lnTo>
                      <a:pt x="0" y="7088"/>
                    </a:lnTo>
                    <a:lnTo>
                      <a:pt x="0" y="14175"/>
                    </a:lnTo>
                    <a:lnTo>
                      <a:pt x="7088" y="14175"/>
                    </a:lnTo>
                    <a:lnTo>
                      <a:pt x="7088" y="21600"/>
                    </a:lnTo>
                    <a:lnTo>
                      <a:pt x="14175" y="21600"/>
                    </a:lnTo>
                    <a:lnTo>
                      <a:pt x="14175" y="14175"/>
                    </a:lnTo>
                    <a:lnTo>
                      <a:pt x="21600" y="14175"/>
                    </a:lnTo>
                    <a:lnTo>
                      <a:pt x="21600" y="7088"/>
                    </a:lnTo>
                    <a:lnTo>
                      <a:pt x="14175" y="7088"/>
                    </a:lnTo>
                    <a:lnTo>
                      <a:pt x="14175" y="0"/>
                    </a:ln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grpSp>
            <p:nvGrpSpPr>
              <p:cNvPr id="7859" name="Group 7859"/>
              <p:cNvGrpSpPr/>
              <p:nvPr/>
            </p:nvGrpSpPr>
            <p:grpSpPr>
              <a:xfrm>
                <a:off x="10571029" y="138539"/>
                <a:ext cx="253559" cy="252342"/>
                <a:chOff x="0" y="0"/>
                <a:chExt cx="253557" cy="252340"/>
              </a:xfrm>
            </p:grpSpPr>
            <p:sp>
              <p:nvSpPr>
                <p:cNvPr id="7850" name="Shape 7850"/>
                <p:cNvSpPr/>
                <p:nvPr/>
              </p:nvSpPr>
              <p:spPr>
                <a:xfrm>
                  <a:off x="0" y="-1"/>
                  <a:ext cx="63563" cy="62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02" y="0"/>
                      </a:moveTo>
                      <a:cubicBezTo>
                        <a:pt x="2686" y="0"/>
                        <a:pt x="2686" y="0"/>
                        <a:pt x="2686" y="0"/>
                      </a:cubicBezTo>
                      <a:cubicBezTo>
                        <a:pt x="1231" y="0"/>
                        <a:pt x="0" y="1237"/>
                        <a:pt x="0" y="2700"/>
                      </a:cubicBezTo>
                      <a:cubicBezTo>
                        <a:pt x="0" y="18900"/>
                        <a:pt x="0" y="18900"/>
                        <a:pt x="0" y="18900"/>
                      </a:cubicBezTo>
                      <a:cubicBezTo>
                        <a:pt x="0" y="20475"/>
                        <a:pt x="1231" y="21600"/>
                        <a:pt x="2686" y="21600"/>
                      </a:cubicBezTo>
                      <a:cubicBezTo>
                        <a:pt x="18802" y="21600"/>
                        <a:pt x="18802" y="21600"/>
                        <a:pt x="18802" y="21600"/>
                      </a:cubicBezTo>
                      <a:cubicBezTo>
                        <a:pt x="20369" y="21600"/>
                        <a:pt x="21600" y="20475"/>
                        <a:pt x="21600" y="18900"/>
                      </a:cubicBezTo>
                      <a:cubicBezTo>
                        <a:pt x="21600" y="2700"/>
                        <a:pt x="21600" y="2700"/>
                        <a:pt x="21600" y="2700"/>
                      </a:cubicBezTo>
                      <a:cubicBezTo>
                        <a:pt x="21600" y="1237"/>
                        <a:pt x="20369" y="0"/>
                        <a:pt x="18802"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1" name="Shape 7851"/>
                <p:cNvSpPr/>
                <p:nvPr/>
              </p:nvSpPr>
              <p:spPr>
                <a:xfrm>
                  <a:off x="0" y="94662"/>
                  <a:ext cx="63563" cy="62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02" y="0"/>
                      </a:moveTo>
                      <a:cubicBezTo>
                        <a:pt x="2686" y="0"/>
                        <a:pt x="2686" y="0"/>
                        <a:pt x="2686" y="0"/>
                      </a:cubicBezTo>
                      <a:cubicBezTo>
                        <a:pt x="1231" y="0"/>
                        <a:pt x="0" y="1237"/>
                        <a:pt x="0" y="2700"/>
                      </a:cubicBezTo>
                      <a:cubicBezTo>
                        <a:pt x="0" y="18900"/>
                        <a:pt x="0" y="18900"/>
                        <a:pt x="0" y="18900"/>
                      </a:cubicBezTo>
                      <a:cubicBezTo>
                        <a:pt x="0" y="20362"/>
                        <a:pt x="1231" y="21600"/>
                        <a:pt x="2686" y="21600"/>
                      </a:cubicBezTo>
                      <a:cubicBezTo>
                        <a:pt x="18802" y="21600"/>
                        <a:pt x="18802" y="21600"/>
                        <a:pt x="18802" y="21600"/>
                      </a:cubicBezTo>
                      <a:cubicBezTo>
                        <a:pt x="20369" y="21600"/>
                        <a:pt x="21600" y="20362"/>
                        <a:pt x="21600" y="18900"/>
                      </a:cubicBezTo>
                      <a:cubicBezTo>
                        <a:pt x="21600" y="2700"/>
                        <a:pt x="21600" y="2700"/>
                        <a:pt x="21600" y="2700"/>
                      </a:cubicBezTo>
                      <a:cubicBezTo>
                        <a:pt x="21600" y="1237"/>
                        <a:pt x="20369" y="0"/>
                        <a:pt x="18802"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2" name="Shape 7852"/>
                <p:cNvSpPr/>
                <p:nvPr/>
              </p:nvSpPr>
              <p:spPr>
                <a:xfrm>
                  <a:off x="0" y="189048"/>
                  <a:ext cx="63563" cy="632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02" y="0"/>
                      </a:moveTo>
                      <a:cubicBezTo>
                        <a:pt x="2686" y="0"/>
                        <a:pt x="2686" y="0"/>
                        <a:pt x="2686" y="0"/>
                      </a:cubicBezTo>
                      <a:cubicBezTo>
                        <a:pt x="1231" y="0"/>
                        <a:pt x="0" y="1231"/>
                        <a:pt x="0" y="2798"/>
                      </a:cubicBezTo>
                      <a:cubicBezTo>
                        <a:pt x="0" y="18914"/>
                        <a:pt x="0" y="18914"/>
                        <a:pt x="0" y="18914"/>
                      </a:cubicBezTo>
                      <a:cubicBezTo>
                        <a:pt x="0" y="20369"/>
                        <a:pt x="1231" y="21600"/>
                        <a:pt x="2686" y="21600"/>
                      </a:cubicBezTo>
                      <a:cubicBezTo>
                        <a:pt x="18802" y="21600"/>
                        <a:pt x="18802" y="21600"/>
                        <a:pt x="18802" y="21600"/>
                      </a:cubicBezTo>
                      <a:cubicBezTo>
                        <a:pt x="20369" y="21600"/>
                        <a:pt x="21600" y="20369"/>
                        <a:pt x="21600" y="18914"/>
                      </a:cubicBezTo>
                      <a:cubicBezTo>
                        <a:pt x="21600" y="2798"/>
                        <a:pt x="21600" y="2798"/>
                        <a:pt x="21600" y="2798"/>
                      </a:cubicBezTo>
                      <a:cubicBezTo>
                        <a:pt x="21600" y="1231"/>
                        <a:pt x="20369" y="0"/>
                        <a:pt x="18802"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3" name="Shape 7853"/>
                <p:cNvSpPr/>
                <p:nvPr/>
              </p:nvSpPr>
              <p:spPr>
                <a:xfrm>
                  <a:off x="95205" y="-1"/>
                  <a:ext cx="63147" cy="62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2700" y="0"/>
                        <a:pt x="2700" y="0"/>
                        <a:pt x="2700" y="0"/>
                      </a:cubicBezTo>
                      <a:cubicBezTo>
                        <a:pt x="1238" y="0"/>
                        <a:pt x="0" y="1237"/>
                        <a:pt x="0" y="2700"/>
                      </a:cubicBezTo>
                      <a:cubicBezTo>
                        <a:pt x="0" y="18900"/>
                        <a:pt x="0" y="18900"/>
                        <a:pt x="0" y="18900"/>
                      </a:cubicBezTo>
                      <a:cubicBezTo>
                        <a:pt x="0" y="20475"/>
                        <a:pt x="1238" y="21600"/>
                        <a:pt x="2700" y="21600"/>
                      </a:cubicBezTo>
                      <a:cubicBezTo>
                        <a:pt x="18900" y="21600"/>
                        <a:pt x="18900" y="21600"/>
                        <a:pt x="18900" y="21600"/>
                      </a:cubicBezTo>
                      <a:cubicBezTo>
                        <a:pt x="20362" y="21600"/>
                        <a:pt x="21600" y="20475"/>
                        <a:pt x="21600" y="18900"/>
                      </a:cubicBezTo>
                      <a:cubicBezTo>
                        <a:pt x="21600" y="2700"/>
                        <a:pt x="21600" y="2700"/>
                        <a:pt x="21600" y="2700"/>
                      </a:cubicBezTo>
                      <a:cubicBezTo>
                        <a:pt x="21600" y="1237"/>
                        <a:pt x="20362" y="0"/>
                        <a:pt x="1890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4" name="Shape 7854"/>
                <p:cNvSpPr/>
                <p:nvPr/>
              </p:nvSpPr>
              <p:spPr>
                <a:xfrm>
                  <a:off x="95205" y="94662"/>
                  <a:ext cx="63147" cy="62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2700" y="0"/>
                        <a:pt x="2700" y="0"/>
                        <a:pt x="2700" y="0"/>
                      </a:cubicBezTo>
                      <a:cubicBezTo>
                        <a:pt x="1238" y="0"/>
                        <a:pt x="0" y="1237"/>
                        <a:pt x="0" y="2700"/>
                      </a:cubicBezTo>
                      <a:cubicBezTo>
                        <a:pt x="0" y="18900"/>
                        <a:pt x="0" y="18900"/>
                        <a:pt x="0" y="18900"/>
                      </a:cubicBezTo>
                      <a:cubicBezTo>
                        <a:pt x="0" y="20362"/>
                        <a:pt x="1238" y="21600"/>
                        <a:pt x="2700" y="21600"/>
                      </a:cubicBezTo>
                      <a:cubicBezTo>
                        <a:pt x="18900" y="21600"/>
                        <a:pt x="18900" y="21600"/>
                        <a:pt x="18900" y="21600"/>
                      </a:cubicBezTo>
                      <a:cubicBezTo>
                        <a:pt x="20362" y="21600"/>
                        <a:pt x="21600" y="20362"/>
                        <a:pt x="21600" y="18900"/>
                      </a:cubicBezTo>
                      <a:cubicBezTo>
                        <a:pt x="21600" y="2700"/>
                        <a:pt x="21600" y="2700"/>
                        <a:pt x="21600" y="2700"/>
                      </a:cubicBezTo>
                      <a:cubicBezTo>
                        <a:pt x="21600" y="1237"/>
                        <a:pt x="20362" y="0"/>
                        <a:pt x="1890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5" name="Shape 7855"/>
                <p:cNvSpPr/>
                <p:nvPr/>
              </p:nvSpPr>
              <p:spPr>
                <a:xfrm>
                  <a:off x="95205" y="189048"/>
                  <a:ext cx="63147" cy="632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2700" y="0"/>
                        <a:pt x="2700" y="0"/>
                        <a:pt x="2700" y="0"/>
                      </a:cubicBezTo>
                      <a:cubicBezTo>
                        <a:pt x="1238" y="0"/>
                        <a:pt x="0" y="1231"/>
                        <a:pt x="0" y="2798"/>
                      </a:cubicBezTo>
                      <a:cubicBezTo>
                        <a:pt x="0" y="18914"/>
                        <a:pt x="0" y="18914"/>
                        <a:pt x="0" y="18914"/>
                      </a:cubicBezTo>
                      <a:cubicBezTo>
                        <a:pt x="0" y="20369"/>
                        <a:pt x="1238" y="21600"/>
                        <a:pt x="2700" y="21600"/>
                      </a:cubicBezTo>
                      <a:cubicBezTo>
                        <a:pt x="18900" y="21600"/>
                        <a:pt x="18900" y="21600"/>
                        <a:pt x="18900" y="21600"/>
                      </a:cubicBezTo>
                      <a:cubicBezTo>
                        <a:pt x="20362" y="21600"/>
                        <a:pt x="21600" y="20369"/>
                        <a:pt x="21600" y="18914"/>
                      </a:cubicBezTo>
                      <a:cubicBezTo>
                        <a:pt x="21600" y="2798"/>
                        <a:pt x="21600" y="2798"/>
                        <a:pt x="21600" y="2798"/>
                      </a:cubicBezTo>
                      <a:cubicBezTo>
                        <a:pt x="21600" y="1231"/>
                        <a:pt x="20362" y="0"/>
                        <a:pt x="1890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6" name="Shape 7856"/>
                <p:cNvSpPr/>
                <p:nvPr/>
              </p:nvSpPr>
              <p:spPr>
                <a:xfrm>
                  <a:off x="190271" y="-1"/>
                  <a:ext cx="63287" cy="62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2700" y="0"/>
                        <a:pt x="2700" y="0"/>
                        <a:pt x="2700" y="0"/>
                      </a:cubicBezTo>
                      <a:cubicBezTo>
                        <a:pt x="1125" y="0"/>
                        <a:pt x="0" y="1237"/>
                        <a:pt x="0" y="2700"/>
                      </a:cubicBezTo>
                      <a:cubicBezTo>
                        <a:pt x="0" y="18900"/>
                        <a:pt x="0" y="18900"/>
                        <a:pt x="0" y="18900"/>
                      </a:cubicBezTo>
                      <a:cubicBezTo>
                        <a:pt x="0" y="20475"/>
                        <a:pt x="1125" y="21600"/>
                        <a:pt x="2700" y="21600"/>
                      </a:cubicBezTo>
                      <a:cubicBezTo>
                        <a:pt x="18900" y="21600"/>
                        <a:pt x="18900" y="21600"/>
                        <a:pt x="18900" y="21600"/>
                      </a:cubicBezTo>
                      <a:cubicBezTo>
                        <a:pt x="20362" y="21600"/>
                        <a:pt x="21600" y="20475"/>
                        <a:pt x="21600" y="18900"/>
                      </a:cubicBezTo>
                      <a:cubicBezTo>
                        <a:pt x="21600" y="2700"/>
                        <a:pt x="21600" y="2700"/>
                        <a:pt x="21600" y="2700"/>
                      </a:cubicBezTo>
                      <a:cubicBezTo>
                        <a:pt x="21600" y="1237"/>
                        <a:pt x="20362" y="0"/>
                        <a:pt x="1890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7" name="Shape 7857"/>
                <p:cNvSpPr/>
                <p:nvPr/>
              </p:nvSpPr>
              <p:spPr>
                <a:xfrm>
                  <a:off x="190271" y="94662"/>
                  <a:ext cx="63287" cy="628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2700" y="0"/>
                        <a:pt x="2700" y="0"/>
                        <a:pt x="2700" y="0"/>
                      </a:cubicBezTo>
                      <a:cubicBezTo>
                        <a:pt x="1125" y="0"/>
                        <a:pt x="0" y="1237"/>
                        <a:pt x="0" y="2700"/>
                      </a:cubicBezTo>
                      <a:cubicBezTo>
                        <a:pt x="0" y="18900"/>
                        <a:pt x="0" y="18900"/>
                        <a:pt x="0" y="18900"/>
                      </a:cubicBezTo>
                      <a:cubicBezTo>
                        <a:pt x="0" y="20362"/>
                        <a:pt x="1125" y="21600"/>
                        <a:pt x="2700" y="21600"/>
                      </a:cubicBezTo>
                      <a:cubicBezTo>
                        <a:pt x="18900" y="21600"/>
                        <a:pt x="18900" y="21600"/>
                        <a:pt x="18900" y="21600"/>
                      </a:cubicBezTo>
                      <a:cubicBezTo>
                        <a:pt x="20362" y="21600"/>
                        <a:pt x="21600" y="20362"/>
                        <a:pt x="21600" y="18900"/>
                      </a:cubicBezTo>
                      <a:cubicBezTo>
                        <a:pt x="21600" y="2700"/>
                        <a:pt x="21600" y="2700"/>
                        <a:pt x="21600" y="2700"/>
                      </a:cubicBezTo>
                      <a:cubicBezTo>
                        <a:pt x="21600" y="1237"/>
                        <a:pt x="20362" y="0"/>
                        <a:pt x="1890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sp>
              <p:nvSpPr>
                <p:cNvPr id="7858" name="Shape 7858"/>
                <p:cNvSpPr/>
                <p:nvPr/>
              </p:nvSpPr>
              <p:spPr>
                <a:xfrm>
                  <a:off x="190271" y="189048"/>
                  <a:ext cx="63287" cy="632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00" y="0"/>
                      </a:moveTo>
                      <a:cubicBezTo>
                        <a:pt x="2700" y="0"/>
                        <a:pt x="2700" y="0"/>
                        <a:pt x="2700" y="0"/>
                      </a:cubicBezTo>
                      <a:cubicBezTo>
                        <a:pt x="1125" y="0"/>
                        <a:pt x="0" y="1231"/>
                        <a:pt x="0" y="2798"/>
                      </a:cubicBezTo>
                      <a:cubicBezTo>
                        <a:pt x="0" y="18914"/>
                        <a:pt x="0" y="18914"/>
                        <a:pt x="0" y="18914"/>
                      </a:cubicBezTo>
                      <a:cubicBezTo>
                        <a:pt x="0" y="20369"/>
                        <a:pt x="1125" y="21600"/>
                        <a:pt x="2700" y="21600"/>
                      </a:cubicBezTo>
                      <a:cubicBezTo>
                        <a:pt x="18900" y="21600"/>
                        <a:pt x="18900" y="21600"/>
                        <a:pt x="18900" y="21600"/>
                      </a:cubicBezTo>
                      <a:cubicBezTo>
                        <a:pt x="20362" y="21600"/>
                        <a:pt x="21600" y="20369"/>
                        <a:pt x="21600" y="18914"/>
                      </a:cubicBezTo>
                      <a:cubicBezTo>
                        <a:pt x="21600" y="2798"/>
                        <a:pt x="21600" y="2798"/>
                        <a:pt x="21600" y="2798"/>
                      </a:cubicBezTo>
                      <a:cubicBezTo>
                        <a:pt x="21600" y="1231"/>
                        <a:pt x="20362" y="0"/>
                        <a:pt x="1890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grpSp>
          <p:sp>
            <p:nvSpPr>
              <p:cNvPr id="7860" name="Shape 7860"/>
              <p:cNvSpPr/>
              <p:nvPr/>
            </p:nvSpPr>
            <p:spPr>
              <a:xfrm rot="5400000">
                <a:off x="10575966" y="685210"/>
                <a:ext cx="238770" cy="2099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50" y="0"/>
                    </a:moveTo>
                    <a:cubicBezTo>
                      <a:pt x="7401" y="0"/>
                      <a:pt x="3471" y="4022"/>
                      <a:pt x="2796" y="9257"/>
                    </a:cubicBezTo>
                    <a:cubicBezTo>
                      <a:pt x="0" y="9257"/>
                      <a:pt x="0" y="9257"/>
                      <a:pt x="0" y="9257"/>
                    </a:cubicBezTo>
                    <a:cubicBezTo>
                      <a:pt x="4050" y="15429"/>
                      <a:pt x="4050" y="15429"/>
                      <a:pt x="4050" y="15429"/>
                    </a:cubicBezTo>
                    <a:cubicBezTo>
                      <a:pt x="8100" y="9257"/>
                      <a:pt x="8100" y="9257"/>
                      <a:pt x="8100" y="9257"/>
                    </a:cubicBezTo>
                    <a:cubicBezTo>
                      <a:pt x="5545" y="9257"/>
                      <a:pt x="5545" y="9257"/>
                      <a:pt x="5545" y="9257"/>
                    </a:cubicBezTo>
                    <a:cubicBezTo>
                      <a:pt x="6171" y="5731"/>
                      <a:pt x="8896" y="3086"/>
                      <a:pt x="12150" y="3086"/>
                    </a:cubicBezTo>
                    <a:cubicBezTo>
                      <a:pt x="15863" y="3086"/>
                      <a:pt x="18900" y="6557"/>
                      <a:pt x="18900" y="10800"/>
                    </a:cubicBezTo>
                    <a:cubicBezTo>
                      <a:pt x="18900" y="15043"/>
                      <a:pt x="15863" y="18514"/>
                      <a:pt x="12150" y="18514"/>
                    </a:cubicBezTo>
                    <a:cubicBezTo>
                      <a:pt x="12150" y="21600"/>
                      <a:pt x="12150" y="21600"/>
                      <a:pt x="12150" y="21600"/>
                    </a:cubicBezTo>
                    <a:cubicBezTo>
                      <a:pt x="17381" y="21600"/>
                      <a:pt x="21600" y="16779"/>
                      <a:pt x="21600" y="10800"/>
                    </a:cubicBezTo>
                    <a:cubicBezTo>
                      <a:pt x="21600" y="4821"/>
                      <a:pt x="17381" y="0"/>
                      <a:pt x="12150" y="0"/>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grpSp>
        <p:sp>
          <p:nvSpPr>
            <p:cNvPr id="7862" name="Shape 7862"/>
            <p:cNvSpPr/>
            <p:nvPr/>
          </p:nvSpPr>
          <p:spPr>
            <a:xfrm>
              <a:off x="2179933" y="599770"/>
              <a:ext cx="1863736" cy="37084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45719" tIns="45719" rIns="45719" bIns="45719" numCol="1" anchor="t">
              <a:spAutoFit/>
            </a:bodyPr>
            <a:lstStyle>
              <a:lvl1pPr algn="l" defTabSz="1219261">
                <a:defRPr sz="1800">
                  <a:solidFill>
                    <a:srgbClr val="A6A6A6"/>
                  </a:solidFill>
                  <a:latin typeface="Calibri"/>
                  <a:ea typeface="Calibri"/>
                  <a:cs typeface="Calibri"/>
                  <a:sym typeface="Calibri"/>
                </a:defRPr>
              </a:lvl1pPr>
            </a:lstStyle>
            <a:p>
              <a:pPr>
                <a:defRPr sz="4800">
                  <a:solidFill>
                    <a:srgbClr val="F95648"/>
                  </a:solidFill>
                </a:defRPr>
              </a:pPr>
              <a:r>
                <a:rPr sz="1800">
                  <a:solidFill>
                    <a:srgbClr val="A6A6A6"/>
                  </a:solidFill>
                </a:rPr>
                <a:t>www.dominio.com</a:t>
              </a:r>
            </a:p>
          </p:txBody>
        </p:sp>
        <p:sp>
          <p:nvSpPr>
            <p:cNvPr id="7863" name="Shape 7863"/>
            <p:cNvSpPr/>
            <p:nvPr/>
          </p:nvSpPr>
          <p:spPr>
            <a:xfrm>
              <a:off x="2044259" y="708717"/>
              <a:ext cx="188299" cy="1876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23" y="0"/>
                    <a:pt x="0" y="4823"/>
                    <a:pt x="0" y="10800"/>
                  </a:cubicBezTo>
                  <a:cubicBezTo>
                    <a:pt x="0" y="16777"/>
                    <a:pt x="4823" y="21600"/>
                    <a:pt x="10800" y="21600"/>
                  </a:cubicBezTo>
                  <a:cubicBezTo>
                    <a:pt x="16777" y="21600"/>
                    <a:pt x="21600" y="16777"/>
                    <a:pt x="21600" y="10800"/>
                  </a:cubicBezTo>
                  <a:cubicBezTo>
                    <a:pt x="21600" y="4823"/>
                    <a:pt x="16777" y="0"/>
                    <a:pt x="10800" y="0"/>
                  </a:cubicBezTo>
                  <a:close/>
                  <a:moveTo>
                    <a:pt x="20174" y="10460"/>
                  </a:moveTo>
                  <a:cubicBezTo>
                    <a:pt x="15996" y="10460"/>
                    <a:pt x="15996" y="10460"/>
                    <a:pt x="15996" y="10460"/>
                  </a:cubicBezTo>
                  <a:cubicBezTo>
                    <a:pt x="15962" y="8898"/>
                    <a:pt x="15691" y="7438"/>
                    <a:pt x="15215" y="6079"/>
                  </a:cubicBezTo>
                  <a:cubicBezTo>
                    <a:pt x="16166" y="5706"/>
                    <a:pt x="17015" y="5162"/>
                    <a:pt x="17830" y="4551"/>
                  </a:cubicBezTo>
                  <a:cubicBezTo>
                    <a:pt x="19223" y="6147"/>
                    <a:pt x="20106" y="8185"/>
                    <a:pt x="20174" y="10460"/>
                  </a:cubicBezTo>
                  <a:close/>
                  <a:moveTo>
                    <a:pt x="10426" y="20174"/>
                  </a:moveTo>
                  <a:cubicBezTo>
                    <a:pt x="9272" y="19223"/>
                    <a:pt x="8287" y="17966"/>
                    <a:pt x="7574" y="16506"/>
                  </a:cubicBezTo>
                  <a:cubicBezTo>
                    <a:pt x="8491" y="16234"/>
                    <a:pt x="9442" y="16064"/>
                    <a:pt x="10460" y="16030"/>
                  </a:cubicBezTo>
                  <a:cubicBezTo>
                    <a:pt x="10460" y="20174"/>
                    <a:pt x="10460" y="20174"/>
                    <a:pt x="10460" y="20174"/>
                  </a:cubicBezTo>
                  <a:cubicBezTo>
                    <a:pt x="10426" y="20174"/>
                    <a:pt x="10426" y="20174"/>
                    <a:pt x="10426" y="20174"/>
                  </a:cubicBezTo>
                  <a:close/>
                  <a:moveTo>
                    <a:pt x="11174" y="1426"/>
                  </a:moveTo>
                  <a:cubicBezTo>
                    <a:pt x="12498" y="2513"/>
                    <a:pt x="13585" y="3974"/>
                    <a:pt x="14298" y="5672"/>
                  </a:cubicBezTo>
                  <a:cubicBezTo>
                    <a:pt x="13313" y="6011"/>
                    <a:pt x="12260" y="6215"/>
                    <a:pt x="11140" y="6249"/>
                  </a:cubicBezTo>
                  <a:cubicBezTo>
                    <a:pt x="11140" y="1426"/>
                    <a:pt x="11140" y="1426"/>
                    <a:pt x="11140" y="1426"/>
                  </a:cubicBezTo>
                  <a:cubicBezTo>
                    <a:pt x="11174" y="1426"/>
                    <a:pt x="11174" y="1426"/>
                    <a:pt x="11174" y="1426"/>
                  </a:cubicBezTo>
                  <a:close/>
                  <a:moveTo>
                    <a:pt x="12328" y="1528"/>
                  </a:moveTo>
                  <a:cubicBezTo>
                    <a:pt x="14264" y="1868"/>
                    <a:pt x="15996" y="2751"/>
                    <a:pt x="17321" y="4042"/>
                  </a:cubicBezTo>
                  <a:cubicBezTo>
                    <a:pt x="16608" y="4619"/>
                    <a:pt x="15826" y="5094"/>
                    <a:pt x="14943" y="5434"/>
                  </a:cubicBezTo>
                  <a:cubicBezTo>
                    <a:pt x="14298" y="3940"/>
                    <a:pt x="13415" y="2615"/>
                    <a:pt x="12328" y="1528"/>
                  </a:cubicBezTo>
                  <a:close/>
                  <a:moveTo>
                    <a:pt x="10460" y="1426"/>
                  </a:moveTo>
                  <a:cubicBezTo>
                    <a:pt x="10460" y="6249"/>
                    <a:pt x="10460" y="6249"/>
                    <a:pt x="10460" y="6249"/>
                  </a:cubicBezTo>
                  <a:cubicBezTo>
                    <a:pt x="9340" y="6215"/>
                    <a:pt x="8287" y="6011"/>
                    <a:pt x="7302" y="5672"/>
                  </a:cubicBezTo>
                  <a:cubicBezTo>
                    <a:pt x="8015" y="3974"/>
                    <a:pt x="9102" y="2513"/>
                    <a:pt x="10426" y="1426"/>
                  </a:cubicBezTo>
                  <a:cubicBezTo>
                    <a:pt x="10426" y="1426"/>
                    <a:pt x="10426" y="1426"/>
                    <a:pt x="10460" y="1426"/>
                  </a:cubicBezTo>
                  <a:close/>
                  <a:moveTo>
                    <a:pt x="6657" y="5434"/>
                  </a:moveTo>
                  <a:cubicBezTo>
                    <a:pt x="5808" y="5094"/>
                    <a:pt x="4992" y="4619"/>
                    <a:pt x="4279" y="4042"/>
                  </a:cubicBezTo>
                  <a:cubicBezTo>
                    <a:pt x="5604" y="2751"/>
                    <a:pt x="7336" y="1868"/>
                    <a:pt x="9272" y="1528"/>
                  </a:cubicBezTo>
                  <a:cubicBezTo>
                    <a:pt x="8185" y="2615"/>
                    <a:pt x="7302" y="3940"/>
                    <a:pt x="6657" y="5434"/>
                  </a:cubicBezTo>
                  <a:close/>
                  <a:moveTo>
                    <a:pt x="7030" y="6317"/>
                  </a:moveTo>
                  <a:cubicBezTo>
                    <a:pt x="8117" y="6691"/>
                    <a:pt x="9272" y="6928"/>
                    <a:pt x="10460" y="6962"/>
                  </a:cubicBezTo>
                  <a:cubicBezTo>
                    <a:pt x="10460" y="10460"/>
                    <a:pt x="10460" y="10460"/>
                    <a:pt x="10460" y="10460"/>
                  </a:cubicBezTo>
                  <a:cubicBezTo>
                    <a:pt x="6283" y="10460"/>
                    <a:pt x="6283" y="10460"/>
                    <a:pt x="6283" y="10460"/>
                  </a:cubicBezTo>
                  <a:cubicBezTo>
                    <a:pt x="6317" y="9000"/>
                    <a:pt x="6589" y="7608"/>
                    <a:pt x="7030" y="6317"/>
                  </a:cubicBezTo>
                  <a:close/>
                  <a:moveTo>
                    <a:pt x="10460" y="11140"/>
                  </a:moveTo>
                  <a:cubicBezTo>
                    <a:pt x="10460" y="15351"/>
                    <a:pt x="10460" y="15351"/>
                    <a:pt x="10460" y="15351"/>
                  </a:cubicBezTo>
                  <a:cubicBezTo>
                    <a:pt x="9340" y="15385"/>
                    <a:pt x="8287" y="15555"/>
                    <a:pt x="7302" y="15894"/>
                  </a:cubicBezTo>
                  <a:cubicBezTo>
                    <a:pt x="6691" y="14434"/>
                    <a:pt x="6317" y="12838"/>
                    <a:pt x="6283" y="11140"/>
                  </a:cubicBezTo>
                  <a:lnTo>
                    <a:pt x="10460" y="11140"/>
                  </a:lnTo>
                  <a:close/>
                  <a:moveTo>
                    <a:pt x="9272" y="20072"/>
                  </a:moveTo>
                  <a:cubicBezTo>
                    <a:pt x="7540" y="19766"/>
                    <a:pt x="5977" y="19019"/>
                    <a:pt x="4687" y="17932"/>
                  </a:cubicBezTo>
                  <a:cubicBezTo>
                    <a:pt x="5366" y="17457"/>
                    <a:pt x="6113" y="17049"/>
                    <a:pt x="6928" y="16743"/>
                  </a:cubicBezTo>
                  <a:cubicBezTo>
                    <a:pt x="7540" y="18034"/>
                    <a:pt x="8321" y="19121"/>
                    <a:pt x="9272" y="20072"/>
                  </a:cubicBezTo>
                  <a:close/>
                  <a:moveTo>
                    <a:pt x="11140" y="20174"/>
                  </a:moveTo>
                  <a:cubicBezTo>
                    <a:pt x="11140" y="16030"/>
                    <a:pt x="11140" y="16030"/>
                    <a:pt x="11140" y="16030"/>
                  </a:cubicBezTo>
                  <a:cubicBezTo>
                    <a:pt x="12158" y="16064"/>
                    <a:pt x="13109" y="16234"/>
                    <a:pt x="14026" y="16506"/>
                  </a:cubicBezTo>
                  <a:cubicBezTo>
                    <a:pt x="13313" y="17966"/>
                    <a:pt x="12328" y="19223"/>
                    <a:pt x="11174" y="20174"/>
                  </a:cubicBezTo>
                  <a:cubicBezTo>
                    <a:pt x="11174" y="20174"/>
                    <a:pt x="11174" y="20174"/>
                    <a:pt x="11140" y="20174"/>
                  </a:cubicBezTo>
                  <a:close/>
                  <a:moveTo>
                    <a:pt x="14672" y="16743"/>
                  </a:moveTo>
                  <a:cubicBezTo>
                    <a:pt x="15487" y="17049"/>
                    <a:pt x="16234" y="17457"/>
                    <a:pt x="16913" y="17932"/>
                  </a:cubicBezTo>
                  <a:cubicBezTo>
                    <a:pt x="15623" y="19019"/>
                    <a:pt x="14060" y="19766"/>
                    <a:pt x="12328" y="20072"/>
                  </a:cubicBezTo>
                  <a:cubicBezTo>
                    <a:pt x="13279" y="19121"/>
                    <a:pt x="14060" y="18034"/>
                    <a:pt x="14672" y="16743"/>
                  </a:cubicBezTo>
                  <a:close/>
                  <a:moveTo>
                    <a:pt x="14298" y="15894"/>
                  </a:moveTo>
                  <a:cubicBezTo>
                    <a:pt x="13313" y="15555"/>
                    <a:pt x="12260" y="15385"/>
                    <a:pt x="11140" y="15351"/>
                  </a:cubicBezTo>
                  <a:cubicBezTo>
                    <a:pt x="11140" y="11140"/>
                    <a:pt x="11140" y="11140"/>
                    <a:pt x="11140" y="11140"/>
                  </a:cubicBezTo>
                  <a:cubicBezTo>
                    <a:pt x="15317" y="11140"/>
                    <a:pt x="15317" y="11140"/>
                    <a:pt x="15317" y="11140"/>
                  </a:cubicBezTo>
                  <a:cubicBezTo>
                    <a:pt x="15283" y="12838"/>
                    <a:pt x="14909" y="14434"/>
                    <a:pt x="14298" y="15894"/>
                  </a:cubicBezTo>
                  <a:close/>
                  <a:moveTo>
                    <a:pt x="11140" y="10460"/>
                  </a:moveTo>
                  <a:cubicBezTo>
                    <a:pt x="11140" y="6962"/>
                    <a:pt x="11140" y="6962"/>
                    <a:pt x="11140" y="6962"/>
                  </a:cubicBezTo>
                  <a:cubicBezTo>
                    <a:pt x="12328" y="6928"/>
                    <a:pt x="13483" y="6691"/>
                    <a:pt x="14570" y="6317"/>
                  </a:cubicBezTo>
                  <a:cubicBezTo>
                    <a:pt x="15011" y="7608"/>
                    <a:pt x="15283" y="9000"/>
                    <a:pt x="15317" y="10460"/>
                  </a:cubicBezTo>
                  <a:lnTo>
                    <a:pt x="11140" y="10460"/>
                  </a:lnTo>
                  <a:close/>
                  <a:moveTo>
                    <a:pt x="3770" y="4551"/>
                  </a:moveTo>
                  <a:cubicBezTo>
                    <a:pt x="4585" y="5162"/>
                    <a:pt x="5434" y="5706"/>
                    <a:pt x="6385" y="6079"/>
                  </a:cubicBezTo>
                  <a:cubicBezTo>
                    <a:pt x="5909" y="7438"/>
                    <a:pt x="5638" y="8898"/>
                    <a:pt x="5604" y="10460"/>
                  </a:cubicBezTo>
                  <a:cubicBezTo>
                    <a:pt x="1426" y="10460"/>
                    <a:pt x="1426" y="10460"/>
                    <a:pt x="1426" y="10460"/>
                  </a:cubicBezTo>
                  <a:cubicBezTo>
                    <a:pt x="1494" y="8185"/>
                    <a:pt x="2377" y="6147"/>
                    <a:pt x="3770" y="4551"/>
                  </a:cubicBezTo>
                  <a:close/>
                  <a:moveTo>
                    <a:pt x="1426" y="11140"/>
                  </a:moveTo>
                  <a:cubicBezTo>
                    <a:pt x="5604" y="11140"/>
                    <a:pt x="5604" y="11140"/>
                    <a:pt x="5604" y="11140"/>
                  </a:cubicBezTo>
                  <a:cubicBezTo>
                    <a:pt x="5638" y="12940"/>
                    <a:pt x="6011" y="14604"/>
                    <a:pt x="6623" y="16132"/>
                  </a:cubicBezTo>
                  <a:cubicBezTo>
                    <a:pt x="5740" y="16472"/>
                    <a:pt x="4925" y="16913"/>
                    <a:pt x="4177" y="17457"/>
                  </a:cubicBezTo>
                  <a:cubicBezTo>
                    <a:pt x="2547" y="15826"/>
                    <a:pt x="1494" y="13619"/>
                    <a:pt x="1426" y="11140"/>
                  </a:cubicBezTo>
                  <a:close/>
                  <a:moveTo>
                    <a:pt x="17423" y="17457"/>
                  </a:moveTo>
                  <a:cubicBezTo>
                    <a:pt x="16675" y="16913"/>
                    <a:pt x="15860" y="16472"/>
                    <a:pt x="14977" y="16132"/>
                  </a:cubicBezTo>
                  <a:cubicBezTo>
                    <a:pt x="15589" y="14604"/>
                    <a:pt x="15962" y="12940"/>
                    <a:pt x="15996" y="11140"/>
                  </a:cubicBezTo>
                  <a:cubicBezTo>
                    <a:pt x="20174" y="11140"/>
                    <a:pt x="20174" y="11140"/>
                    <a:pt x="20174" y="11140"/>
                  </a:cubicBezTo>
                  <a:cubicBezTo>
                    <a:pt x="20106" y="13619"/>
                    <a:pt x="19053" y="15826"/>
                    <a:pt x="17423" y="17457"/>
                  </a:cubicBezTo>
                  <a:close/>
                </a:path>
              </a:pathLst>
            </a:custGeom>
            <a:solidFill>
              <a:srgbClr val="808080"/>
            </a:solidFill>
            <a:ln w="12700" cap="flat">
              <a:noFill/>
              <a:miter lim="400000"/>
            </a:ln>
            <a:effectLst/>
          </p:spPr>
          <p:txBody>
            <a:bodyPr wrap="square" lIns="45719" tIns="45719" rIns="45719" bIns="45719" numCol="1" anchor="t">
              <a:noAutofit/>
            </a:bodyPr>
            <a:lstStyle/>
            <a:p>
              <a:pPr algn="l" defTabSz="1219261">
                <a:defRPr sz="4800">
                  <a:solidFill>
                    <a:srgbClr val="F95648"/>
                  </a:solidFill>
                  <a:latin typeface="Calibri"/>
                  <a:ea typeface="Calibri"/>
                  <a:cs typeface="Calibri"/>
                  <a:sym typeface="Calibri"/>
                </a:defRPr>
              </a:pPr>
            </a:p>
          </p:txBody>
        </p:sp>
      </p:grpSp>
      <p:sp>
        <p:nvSpPr>
          <p:cNvPr id="7865" name="Shape 7865"/>
          <p:cNvSpPr/>
          <p:nvPr/>
        </p:nvSpPr>
        <p:spPr>
          <a:xfrm>
            <a:off x="2065503" y="4962155"/>
            <a:ext cx="11099801" cy="6197601"/>
          </a:xfrm>
          <a:prstGeom prst="rect">
            <a:avLst/>
          </a:prstGeom>
          <a:blipFill>
            <a:blip r:embed="rId2"/>
            <a:stretch>
              <a:fillRect/>
            </a:stretch>
          </a:blipFill>
          <a:ln w="12700">
            <a:miter lim="400000"/>
          </a:ln>
        </p:spPr>
        <p:txBody>
          <a:bodyPr lIns="45719" rIns="45719" anchor="ctr"/>
          <a:lstStyle/>
          <a:p>
            <a:pPr algn="l" defTabSz="1087443">
              <a:defRPr sz="4300">
                <a:solidFill>
                  <a:srgbClr val="FFFFFF"/>
                </a:solidFill>
                <a:latin typeface="Calibri"/>
                <a:ea typeface="Calibri"/>
                <a:cs typeface="Calibri"/>
                <a:sym typeface="Calibri"/>
              </a:defRPr>
            </a:pPr>
          </a:p>
        </p:txBody>
      </p:sp>
      <p:grpSp>
        <p:nvGrpSpPr>
          <p:cNvPr id="7951" name="Group 7951"/>
          <p:cNvGrpSpPr/>
          <p:nvPr/>
        </p:nvGrpSpPr>
        <p:grpSpPr>
          <a:xfrm>
            <a:off x="15762287" y="2846387"/>
            <a:ext cx="5015483" cy="8866320"/>
            <a:chOff x="0" y="0"/>
            <a:chExt cx="5015481" cy="8866319"/>
          </a:xfrm>
        </p:grpSpPr>
        <p:sp>
          <p:nvSpPr>
            <p:cNvPr id="7866" name="Shape 7866"/>
            <p:cNvSpPr/>
            <p:nvPr/>
          </p:nvSpPr>
          <p:spPr>
            <a:xfrm>
              <a:off x="248895" y="610498"/>
              <a:ext cx="777213" cy="861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67" name="Shape 7867"/>
            <p:cNvSpPr/>
            <p:nvPr/>
          </p:nvSpPr>
          <p:spPr>
            <a:xfrm>
              <a:off x="4235921" y="1777490"/>
              <a:ext cx="779561" cy="861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68" name="Shape 7868"/>
            <p:cNvSpPr/>
            <p:nvPr/>
          </p:nvSpPr>
          <p:spPr>
            <a:xfrm>
              <a:off x="1472241" y="4306363"/>
              <a:ext cx="777212" cy="8617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69" name="Shape 7869"/>
            <p:cNvSpPr/>
            <p:nvPr/>
          </p:nvSpPr>
          <p:spPr>
            <a:xfrm>
              <a:off x="2430254" y="7377641"/>
              <a:ext cx="777213" cy="8617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0" name="Shape 7870"/>
            <p:cNvSpPr/>
            <p:nvPr/>
          </p:nvSpPr>
          <p:spPr>
            <a:xfrm>
              <a:off x="3263819" y="3362438"/>
              <a:ext cx="777213" cy="8617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1" name="Shape 7871"/>
            <p:cNvSpPr/>
            <p:nvPr/>
          </p:nvSpPr>
          <p:spPr>
            <a:xfrm>
              <a:off x="2012297" y="192541"/>
              <a:ext cx="432046" cy="474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2" name="Shape 7872"/>
            <p:cNvSpPr/>
            <p:nvPr/>
          </p:nvSpPr>
          <p:spPr>
            <a:xfrm>
              <a:off x="2012297" y="3792135"/>
              <a:ext cx="432046" cy="4719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3" name="Shape 7873"/>
            <p:cNvSpPr/>
            <p:nvPr/>
          </p:nvSpPr>
          <p:spPr>
            <a:xfrm>
              <a:off x="2472519" y="5586062"/>
              <a:ext cx="429698" cy="4719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4" name="Shape 7874"/>
            <p:cNvSpPr/>
            <p:nvPr/>
          </p:nvSpPr>
          <p:spPr>
            <a:xfrm>
              <a:off x="1152903" y="7196840"/>
              <a:ext cx="429698" cy="474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5" name="Shape 7875"/>
            <p:cNvSpPr/>
            <p:nvPr/>
          </p:nvSpPr>
          <p:spPr>
            <a:xfrm>
              <a:off x="1667130" y="8392008"/>
              <a:ext cx="429699" cy="4743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6" name="Shape 7876"/>
            <p:cNvSpPr/>
            <p:nvPr/>
          </p:nvSpPr>
          <p:spPr>
            <a:xfrm>
              <a:off x="2082739" y="6809408"/>
              <a:ext cx="429698" cy="471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7" name="Shape 7877"/>
            <p:cNvSpPr/>
            <p:nvPr/>
          </p:nvSpPr>
          <p:spPr>
            <a:xfrm>
              <a:off x="3763959" y="443785"/>
              <a:ext cx="429698" cy="471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8" name="Shape 7878"/>
            <p:cNvSpPr/>
            <p:nvPr/>
          </p:nvSpPr>
          <p:spPr>
            <a:xfrm>
              <a:off x="2068651" y="1096549"/>
              <a:ext cx="432046" cy="471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79" name="Shape 7879"/>
            <p:cNvSpPr/>
            <p:nvPr/>
          </p:nvSpPr>
          <p:spPr>
            <a:xfrm>
              <a:off x="4292275" y="3334261"/>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0" name="Shape 7880"/>
            <p:cNvSpPr/>
            <p:nvPr/>
          </p:nvSpPr>
          <p:spPr>
            <a:xfrm>
              <a:off x="1582600" y="5710510"/>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1" name="Shape 7881"/>
            <p:cNvSpPr/>
            <p:nvPr/>
          </p:nvSpPr>
          <p:spPr>
            <a:xfrm>
              <a:off x="0" y="777211"/>
              <a:ext cx="291161"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2" name="Shape 7882"/>
            <p:cNvSpPr/>
            <p:nvPr/>
          </p:nvSpPr>
          <p:spPr>
            <a:xfrm>
              <a:off x="1387710" y="1361881"/>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3" name="Shape 7883"/>
            <p:cNvSpPr/>
            <p:nvPr/>
          </p:nvSpPr>
          <p:spPr>
            <a:xfrm>
              <a:off x="3068929" y="124447"/>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4" name="Shape 7884"/>
            <p:cNvSpPr/>
            <p:nvPr/>
          </p:nvSpPr>
          <p:spPr>
            <a:xfrm>
              <a:off x="3207466" y="2054562"/>
              <a:ext cx="293510" cy="3216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5" name="Shape 7885"/>
            <p:cNvSpPr/>
            <p:nvPr/>
          </p:nvSpPr>
          <p:spPr>
            <a:xfrm>
              <a:off x="1458152" y="138536"/>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6" name="Shape 7886"/>
            <p:cNvSpPr/>
            <p:nvPr/>
          </p:nvSpPr>
          <p:spPr>
            <a:xfrm>
              <a:off x="2791857" y="3237991"/>
              <a:ext cx="291162" cy="319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7" name="Shape 7887"/>
            <p:cNvSpPr/>
            <p:nvPr/>
          </p:nvSpPr>
          <p:spPr>
            <a:xfrm>
              <a:off x="4597524" y="2723763"/>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8" name="Shape 7888"/>
            <p:cNvSpPr/>
            <p:nvPr/>
          </p:nvSpPr>
          <p:spPr>
            <a:xfrm>
              <a:off x="3763959" y="1277351"/>
              <a:ext cx="291161" cy="319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89" name="Shape 7889"/>
            <p:cNvSpPr/>
            <p:nvPr/>
          </p:nvSpPr>
          <p:spPr>
            <a:xfrm>
              <a:off x="1333704" y="777211"/>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90" name="Shape 7890"/>
            <p:cNvSpPr/>
            <p:nvPr/>
          </p:nvSpPr>
          <p:spPr>
            <a:xfrm>
              <a:off x="734946" y="1624865"/>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91" name="Shape 7891"/>
            <p:cNvSpPr/>
            <p:nvPr/>
          </p:nvSpPr>
          <p:spPr>
            <a:xfrm>
              <a:off x="3167548" y="958013"/>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892" name="Shape 7892"/>
            <p:cNvSpPr/>
            <p:nvPr/>
          </p:nvSpPr>
          <p:spPr>
            <a:xfrm>
              <a:off x="934532" y="363951"/>
              <a:ext cx="429698" cy="432046"/>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3" name="Shape 7893"/>
            <p:cNvSpPr/>
            <p:nvPr/>
          </p:nvSpPr>
          <p:spPr>
            <a:xfrm>
              <a:off x="2629840" y="781907"/>
              <a:ext cx="429698" cy="429699"/>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4" name="Shape 7894"/>
            <p:cNvSpPr/>
            <p:nvPr/>
          </p:nvSpPr>
          <p:spPr>
            <a:xfrm>
              <a:off x="4379154" y="1115334"/>
              <a:ext cx="432046" cy="429698"/>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5" name="Shape 7895"/>
            <p:cNvSpPr/>
            <p:nvPr/>
          </p:nvSpPr>
          <p:spPr>
            <a:xfrm>
              <a:off x="3407052" y="2559398"/>
              <a:ext cx="429698" cy="432046"/>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6" name="Shape 7896"/>
            <p:cNvSpPr/>
            <p:nvPr/>
          </p:nvSpPr>
          <p:spPr>
            <a:xfrm>
              <a:off x="2878736" y="4395590"/>
              <a:ext cx="432046" cy="429698"/>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7" name="Shape 7897"/>
            <p:cNvSpPr/>
            <p:nvPr/>
          </p:nvSpPr>
          <p:spPr>
            <a:xfrm>
              <a:off x="1906634" y="5339515"/>
              <a:ext cx="429698" cy="429698"/>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8" name="Shape 7898"/>
            <p:cNvSpPr/>
            <p:nvPr/>
          </p:nvSpPr>
          <p:spPr>
            <a:xfrm>
              <a:off x="1641302" y="6896286"/>
              <a:ext cx="432046" cy="429698"/>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899" name="Shape 7899"/>
            <p:cNvSpPr/>
            <p:nvPr/>
          </p:nvSpPr>
          <p:spPr>
            <a:xfrm>
              <a:off x="1129422" y="8049190"/>
              <a:ext cx="429698" cy="432046"/>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00" name="Shape 7900"/>
            <p:cNvSpPr/>
            <p:nvPr/>
          </p:nvSpPr>
          <p:spPr>
            <a:xfrm>
              <a:off x="2463127" y="8354439"/>
              <a:ext cx="429698" cy="432046"/>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01" name="Shape 7901"/>
            <p:cNvSpPr/>
            <p:nvPr/>
          </p:nvSpPr>
          <p:spPr>
            <a:xfrm>
              <a:off x="1892545" y="7659409"/>
              <a:ext cx="429699" cy="432047"/>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02" name="Shape 7902"/>
            <p:cNvSpPr/>
            <p:nvPr/>
          </p:nvSpPr>
          <p:spPr>
            <a:xfrm>
              <a:off x="3003183" y="1476937"/>
              <a:ext cx="432047" cy="429698"/>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03" name="Shape 7903"/>
            <p:cNvSpPr/>
            <p:nvPr/>
          </p:nvSpPr>
          <p:spPr>
            <a:xfrm>
              <a:off x="1068372" y="7753332"/>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04" name="Shape 7904"/>
            <p:cNvSpPr/>
            <p:nvPr/>
          </p:nvSpPr>
          <p:spPr>
            <a:xfrm>
              <a:off x="1653042" y="7948223"/>
              <a:ext cx="291162"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05" name="Shape 7905"/>
            <p:cNvSpPr/>
            <p:nvPr/>
          </p:nvSpPr>
          <p:spPr>
            <a:xfrm>
              <a:off x="2611055" y="7001950"/>
              <a:ext cx="291162" cy="3216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06" name="Shape 7906"/>
            <p:cNvSpPr/>
            <p:nvPr/>
          </p:nvSpPr>
          <p:spPr>
            <a:xfrm>
              <a:off x="2693238" y="5114100"/>
              <a:ext cx="293510"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07" name="Shape 7907"/>
            <p:cNvSpPr/>
            <p:nvPr/>
          </p:nvSpPr>
          <p:spPr>
            <a:xfrm>
              <a:off x="2387989" y="4529430"/>
              <a:ext cx="403869" cy="4437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08" name="Shape 7908"/>
            <p:cNvSpPr/>
            <p:nvPr/>
          </p:nvSpPr>
          <p:spPr>
            <a:xfrm>
              <a:off x="2735503" y="3738130"/>
              <a:ext cx="403870" cy="443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09" name="Shape 7909"/>
            <p:cNvSpPr/>
            <p:nvPr/>
          </p:nvSpPr>
          <p:spPr>
            <a:xfrm>
              <a:off x="3693517" y="1930115"/>
              <a:ext cx="403869" cy="4461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0" name="Shape 7910"/>
            <p:cNvSpPr/>
            <p:nvPr/>
          </p:nvSpPr>
          <p:spPr>
            <a:xfrm>
              <a:off x="4026943" y="2791857"/>
              <a:ext cx="403869" cy="446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1" name="Shape 7911"/>
            <p:cNvSpPr/>
            <p:nvPr/>
          </p:nvSpPr>
          <p:spPr>
            <a:xfrm>
              <a:off x="2512436" y="0"/>
              <a:ext cx="293510" cy="3193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2" name="Shape 7912"/>
            <p:cNvSpPr/>
            <p:nvPr/>
          </p:nvSpPr>
          <p:spPr>
            <a:xfrm>
              <a:off x="3306085" y="596410"/>
              <a:ext cx="291161"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3" name="Shape 7913"/>
            <p:cNvSpPr/>
            <p:nvPr/>
          </p:nvSpPr>
          <p:spPr>
            <a:xfrm>
              <a:off x="1873761" y="833565"/>
              <a:ext cx="293510" cy="3193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2"/>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4" name="Shape 7914"/>
            <p:cNvSpPr/>
            <p:nvPr/>
          </p:nvSpPr>
          <p:spPr>
            <a:xfrm>
              <a:off x="1096549" y="1249174"/>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5" name="Shape 7915"/>
            <p:cNvSpPr/>
            <p:nvPr/>
          </p:nvSpPr>
          <p:spPr>
            <a:xfrm>
              <a:off x="415608" y="1514506"/>
              <a:ext cx="194891" cy="220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6" name="Shape 7916"/>
            <p:cNvSpPr/>
            <p:nvPr/>
          </p:nvSpPr>
          <p:spPr>
            <a:xfrm>
              <a:off x="1887849" y="54005"/>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7" name="Shape 7917"/>
            <p:cNvSpPr/>
            <p:nvPr/>
          </p:nvSpPr>
          <p:spPr>
            <a:xfrm>
              <a:off x="4193656" y="1695307"/>
              <a:ext cx="194891" cy="220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8" name="Shape 7918"/>
            <p:cNvSpPr/>
            <p:nvPr/>
          </p:nvSpPr>
          <p:spPr>
            <a:xfrm>
              <a:off x="4360369" y="833565"/>
              <a:ext cx="194891" cy="220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19" name="Shape 7919"/>
            <p:cNvSpPr/>
            <p:nvPr/>
          </p:nvSpPr>
          <p:spPr>
            <a:xfrm>
              <a:off x="3026664" y="2848211"/>
              <a:ext cx="194891" cy="2207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20" name="Shape 7920"/>
            <p:cNvSpPr/>
            <p:nvPr/>
          </p:nvSpPr>
          <p:spPr>
            <a:xfrm>
              <a:off x="2221276" y="4362717"/>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21" name="Shape 7921"/>
            <p:cNvSpPr/>
            <p:nvPr/>
          </p:nvSpPr>
          <p:spPr>
            <a:xfrm>
              <a:off x="2416165" y="3653599"/>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22" name="Shape 7922"/>
            <p:cNvSpPr/>
            <p:nvPr/>
          </p:nvSpPr>
          <p:spPr>
            <a:xfrm>
              <a:off x="1026107" y="901659"/>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23" name="Shape 7923"/>
            <p:cNvSpPr/>
            <p:nvPr/>
          </p:nvSpPr>
          <p:spPr>
            <a:xfrm>
              <a:off x="1697655" y="1225693"/>
              <a:ext cx="265333"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24" name="Shape 7924"/>
            <p:cNvSpPr/>
            <p:nvPr/>
          </p:nvSpPr>
          <p:spPr>
            <a:xfrm>
              <a:off x="1016715" y="1530942"/>
              <a:ext cx="265333"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25" name="Shape 7925"/>
            <p:cNvSpPr/>
            <p:nvPr/>
          </p:nvSpPr>
          <p:spPr>
            <a:xfrm>
              <a:off x="1641302" y="572929"/>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26" name="Shape 7926"/>
            <p:cNvSpPr/>
            <p:nvPr/>
          </p:nvSpPr>
          <p:spPr>
            <a:xfrm>
              <a:off x="2282325" y="767819"/>
              <a:ext cx="262985"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27" name="Shape 7927"/>
            <p:cNvSpPr/>
            <p:nvPr/>
          </p:nvSpPr>
          <p:spPr>
            <a:xfrm>
              <a:off x="2655669" y="406216"/>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28" name="Shape 7928"/>
            <p:cNvSpPr/>
            <p:nvPr/>
          </p:nvSpPr>
          <p:spPr>
            <a:xfrm>
              <a:off x="2712023" y="1324312"/>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29" name="Shape 7929"/>
            <p:cNvSpPr/>
            <p:nvPr/>
          </p:nvSpPr>
          <p:spPr>
            <a:xfrm>
              <a:off x="4073904" y="1016715"/>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0" name="Shape 7930"/>
            <p:cNvSpPr/>
            <p:nvPr/>
          </p:nvSpPr>
          <p:spPr>
            <a:xfrm>
              <a:off x="3421140" y="1378318"/>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1" name="Shape 7931"/>
            <p:cNvSpPr/>
            <p:nvPr/>
          </p:nvSpPr>
          <p:spPr>
            <a:xfrm>
              <a:off x="3559676" y="1016715"/>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2" name="Shape 7932"/>
            <p:cNvSpPr/>
            <p:nvPr/>
          </p:nvSpPr>
          <p:spPr>
            <a:xfrm>
              <a:off x="3463406" y="1796275"/>
              <a:ext cx="262985"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3" name="Shape 7933"/>
            <p:cNvSpPr/>
            <p:nvPr/>
          </p:nvSpPr>
          <p:spPr>
            <a:xfrm>
              <a:off x="4144346" y="1350141"/>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4" name="Shape 7934"/>
            <p:cNvSpPr/>
            <p:nvPr/>
          </p:nvSpPr>
          <p:spPr>
            <a:xfrm>
              <a:off x="3850837" y="1643650"/>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5" name="Shape 7935"/>
            <p:cNvSpPr/>
            <p:nvPr/>
          </p:nvSpPr>
          <p:spPr>
            <a:xfrm>
              <a:off x="3850837" y="2477215"/>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6" name="Shape 7936"/>
            <p:cNvSpPr/>
            <p:nvPr/>
          </p:nvSpPr>
          <p:spPr>
            <a:xfrm>
              <a:off x="3169897" y="2463127"/>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7" name="Shape 7937"/>
            <p:cNvSpPr/>
            <p:nvPr/>
          </p:nvSpPr>
          <p:spPr>
            <a:xfrm>
              <a:off x="3268515" y="2935089"/>
              <a:ext cx="262986"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8" name="Shape 7938"/>
            <p:cNvSpPr/>
            <p:nvPr/>
          </p:nvSpPr>
          <p:spPr>
            <a:xfrm>
              <a:off x="3921280" y="3378875"/>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39" name="Shape 7939"/>
            <p:cNvSpPr/>
            <p:nvPr/>
          </p:nvSpPr>
          <p:spPr>
            <a:xfrm>
              <a:off x="3712301" y="3045449"/>
              <a:ext cx="265333"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0" name="Shape 7940"/>
            <p:cNvSpPr/>
            <p:nvPr/>
          </p:nvSpPr>
          <p:spPr>
            <a:xfrm>
              <a:off x="3155808" y="3268515"/>
              <a:ext cx="265333" cy="265334"/>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1" name="Shape 7941"/>
            <p:cNvSpPr/>
            <p:nvPr/>
          </p:nvSpPr>
          <p:spPr>
            <a:xfrm>
              <a:off x="2531221" y="4214788"/>
              <a:ext cx="265333" cy="262985"/>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2" name="Shape 7942"/>
            <p:cNvSpPr/>
            <p:nvPr/>
          </p:nvSpPr>
          <p:spPr>
            <a:xfrm>
              <a:off x="1587296" y="5297249"/>
              <a:ext cx="262985" cy="265334"/>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3" name="Shape 7943"/>
            <p:cNvSpPr/>
            <p:nvPr/>
          </p:nvSpPr>
          <p:spPr>
            <a:xfrm>
              <a:off x="2350419" y="5144625"/>
              <a:ext cx="265334"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4" name="Shape 7944"/>
            <p:cNvSpPr/>
            <p:nvPr/>
          </p:nvSpPr>
          <p:spPr>
            <a:xfrm>
              <a:off x="2139093" y="5806781"/>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45" name="Shape 7945"/>
            <p:cNvSpPr/>
            <p:nvPr/>
          </p:nvSpPr>
          <p:spPr>
            <a:xfrm>
              <a:off x="1697655" y="7492696"/>
              <a:ext cx="265333" cy="265334"/>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6" name="Shape 7946"/>
            <p:cNvSpPr/>
            <p:nvPr/>
          </p:nvSpPr>
          <p:spPr>
            <a:xfrm>
              <a:off x="2225972" y="7368249"/>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7" name="Shape 7947"/>
            <p:cNvSpPr/>
            <p:nvPr/>
          </p:nvSpPr>
          <p:spPr>
            <a:xfrm>
              <a:off x="2073347" y="8382616"/>
              <a:ext cx="262985" cy="265333"/>
            </a:xfrm>
            <a:prstGeom prst="diamond">
              <a:avLst/>
            </a:prstGeom>
            <a:solidFill>
              <a:srgbClr val="144973"/>
            </a:solidFill>
            <a:ln w="25400" cap="flat">
              <a:solidFill>
                <a:srgbClr val="000000">
                  <a:alpha val="0"/>
                </a:srgbClr>
              </a:solidFill>
              <a:prstDash val="solid"/>
              <a:round/>
            </a:ln>
            <a:effectLst/>
          </p:spPr>
          <p:txBody>
            <a:bodyPr wrap="square" lIns="45719" tIns="45719" rIns="45719" bIns="45719" numCol="1" anchor="t">
              <a:noAutofit/>
            </a:bodyPr>
            <a:lstStyle/>
            <a:p>
              <a:pPr defTabSz="457200">
                <a:defRPr sz="1800">
                  <a:uFill>
                    <a:solidFill>
                      <a:srgbClr val="000000"/>
                    </a:solidFill>
                  </a:uFill>
                  <a:latin typeface="Gill Sans"/>
                  <a:ea typeface="Gill Sans"/>
                  <a:cs typeface="Gill Sans"/>
                  <a:sym typeface="Gill Sans"/>
                </a:defRPr>
              </a:pPr>
            </a:p>
          </p:txBody>
        </p:sp>
        <p:sp>
          <p:nvSpPr>
            <p:cNvPr id="7948" name="Shape 7948"/>
            <p:cNvSpPr/>
            <p:nvPr/>
          </p:nvSpPr>
          <p:spPr>
            <a:xfrm>
              <a:off x="1512158" y="8377920"/>
              <a:ext cx="194891"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49" name="Shape 7949"/>
            <p:cNvSpPr/>
            <p:nvPr/>
          </p:nvSpPr>
          <p:spPr>
            <a:xfrm>
              <a:off x="1458152" y="7809686"/>
              <a:ext cx="194891" cy="2207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sp>
          <p:nvSpPr>
            <p:cNvPr id="7950" name="Shape 7950"/>
            <p:cNvSpPr/>
            <p:nvPr/>
          </p:nvSpPr>
          <p:spPr>
            <a:xfrm>
              <a:off x="2153181" y="8100848"/>
              <a:ext cx="192543" cy="223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81" y="10852"/>
                  </a:moveTo>
                  <a:cubicBezTo>
                    <a:pt x="14231" y="10892"/>
                    <a:pt x="14582" y="10935"/>
                    <a:pt x="15043" y="10993"/>
                  </a:cubicBezTo>
                  <a:cubicBezTo>
                    <a:pt x="15501" y="11045"/>
                    <a:pt x="15979" y="11105"/>
                    <a:pt x="16477" y="11168"/>
                  </a:cubicBezTo>
                  <a:cubicBezTo>
                    <a:pt x="16972" y="11235"/>
                    <a:pt x="17436" y="11301"/>
                    <a:pt x="17868" y="11370"/>
                  </a:cubicBezTo>
                  <a:cubicBezTo>
                    <a:pt x="18297" y="11439"/>
                    <a:pt x="18611" y="11503"/>
                    <a:pt x="18804" y="11554"/>
                  </a:cubicBezTo>
                  <a:cubicBezTo>
                    <a:pt x="19124" y="11646"/>
                    <a:pt x="19452" y="11842"/>
                    <a:pt x="19777" y="12133"/>
                  </a:cubicBezTo>
                  <a:cubicBezTo>
                    <a:pt x="20103" y="12430"/>
                    <a:pt x="20405" y="12769"/>
                    <a:pt x="20679" y="13152"/>
                  </a:cubicBezTo>
                  <a:cubicBezTo>
                    <a:pt x="20955" y="13538"/>
                    <a:pt x="21177" y="13935"/>
                    <a:pt x="21344" y="14353"/>
                  </a:cubicBezTo>
                  <a:cubicBezTo>
                    <a:pt x="21516" y="14762"/>
                    <a:pt x="21600" y="15139"/>
                    <a:pt x="21600" y="15482"/>
                  </a:cubicBezTo>
                  <a:lnTo>
                    <a:pt x="21600" y="20814"/>
                  </a:lnTo>
                  <a:cubicBezTo>
                    <a:pt x="21508" y="20854"/>
                    <a:pt x="21407" y="20915"/>
                    <a:pt x="21292" y="21007"/>
                  </a:cubicBezTo>
                  <a:cubicBezTo>
                    <a:pt x="21177" y="21102"/>
                    <a:pt x="21053" y="21188"/>
                    <a:pt x="20920" y="21278"/>
                  </a:cubicBezTo>
                  <a:cubicBezTo>
                    <a:pt x="20785" y="21364"/>
                    <a:pt x="20658" y="21442"/>
                    <a:pt x="20540" y="21505"/>
                  </a:cubicBezTo>
                  <a:cubicBezTo>
                    <a:pt x="20419" y="21571"/>
                    <a:pt x="20319" y="21600"/>
                    <a:pt x="20238" y="21600"/>
                  </a:cubicBezTo>
                  <a:lnTo>
                    <a:pt x="1351" y="21600"/>
                  </a:lnTo>
                  <a:cubicBezTo>
                    <a:pt x="1028" y="21600"/>
                    <a:pt x="786" y="21502"/>
                    <a:pt x="619" y="21303"/>
                  </a:cubicBezTo>
                  <a:cubicBezTo>
                    <a:pt x="452" y="21108"/>
                    <a:pt x="248" y="20943"/>
                    <a:pt x="0" y="20814"/>
                  </a:cubicBezTo>
                  <a:lnTo>
                    <a:pt x="0" y="15482"/>
                  </a:lnTo>
                  <a:cubicBezTo>
                    <a:pt x="0" y="15139"/>
                    <a:pt x="84" y="14762"/>
                    <a:pt x="253" y="14353"/>
                  </a:cubicBezTo>
                  <a:cubicBezTo>
                    <a:pt x="426" y="13935"/>
                    <a:pt x="645" y="13544"/>
                    <a:pt x="916" y="13167"/>
                  </a:cubicBezTo>
                  <a:cubicBezTo>
                    <a:pt x="1186" y="12790"/>
                    <a:pt x="1486" y="12450"/>
                    <a:pt x="1817" y="12145"/>
                  </a:cubicBezTo>
                  <a:cubicBezTo>
                    <a:pt x="2145" y="11845"/>
                    <a:pt x="2474" y="11644"/>
                    <a:pt x="2796" y="11552"/>
                  </a:cubicBezTo>
                  <a:cubicBezTo>
                    <a:pt x="2960" y="11500"/>
                    <a:pt x="3263" y="11436"/>
                    <a:pt x="3703" y="11367"/>
                  </a:cubicBezTo>
                  <a:cubicBezTo>
                    <a:pt x="4144" y="11298"/>
                    <a:pt x="4616" y="11232"/>
                    <a:pt x="5117" y="11166"/>
                  </a:cubicBezTo>
                  <a:cubicBezTo>
                    <a:pt x="5618" y="11102"/>
                    <a:pt x="6096" y="11042"/>
                    <a:pt x="6557" y="10990"/>
                  </a:cubicBezTo>
                  <a:cubicBezTo>
                    <a:pt x="7015" y="10932"/>
                    <a:pt x="7369" y="10889"/>
                    <a:pt x="7617" y="10849"/>
                  </a:cubicBezTo>
                  <a:cubicBezTo>
                    <a:pt x="6773" y="10308"/>
                    <a:pt x="6113" y="9602"/>
                    <a:pt x="5627" y="8736"/>
                  </a:cubicBezTo>
                  <a:cubicBezTo>
                    <a:pt x="5143" y="7866"/>
                    <a:pt x="4904" y="6922"/>
                    <a:pt x="4904" y="5900"/>
                  </a:cubicBezTo>
                  <a:cubicBezTo>
                    <a:pt x="4904" y="5093"/>
                    <a:pt x="5059" y="4330"/>
                    <a:pt x="5370" y="3619"/>
                  </a:cubicBezTo>
                  <a:cubicBezTo>
                    <a:pt x="5681" y="2908"/>
                    <a:pt x="6105" y="2283"/>
                    <a:pt x="6632" y="1745"/>
                  </a:cubicBezTo>
                  <a:cubicBezTo>
                    <a:pt x="7162" y="1209"/>
                    <a:pt x="7778" y="783"/>
                    <a:pt x="8492" y="472"/>
                  </a:cubicBezTo>
                  <a:cubicBezTo>
                    <a:pt x="9203" y="158"/>
                    <a:pt x="9963" y="0"/>
                    <a:pt x="10773" y="0"/>
                  </a:cubicBezTo>
                  <a:cubicBezTo>
                    <a:pt x="11582" y="0"/>
                    <a:pt x="12348" y="158"/>
                    <a:pt x="13062" y="472"/>
                  </a:cubicBezTo>
                  <a:cubicBezTo>
                    <a:pt x="13779" y="783"/>
                    <a:pt x="14407" y="1209"/>
                    <a:pt x="14942" y="1745"/>
                  </a:cubicBezTo>
                  <a:cubicBezTo>
                    <a:pt x="15481" y="2283"/>
                    <a:pt x="15901" y="2908"/>
                    <a:pt x="16209" y="3619"/>
                  </a:cubicBezTo>
                  <a:cubicBezTo>
                    <a:pt x="16515" y="4330"/>
                    <a:pt x="16670" y="5093"/>
                    <a:pt x="16670" y="5900"/>
                  </a:cubicBezTo>
                  <a:cubicBezTo>
                    <a:pt x="16670" y="6904"/>
                    <a:pt x="16431" y="7843"/>
                    <a:pt x="15953" y="8721"/>
                  </a:cubicBezTo>
                  <a:cubicBezTo>
                    <a:pt x="15489" y="9599"/>
                    <a:pt x="14827" y="10310"/>
                    <a:pt x="13981" y="10852"/>
                  </a:cubicBezTo>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5800">
                  <a:uFill>
                    <a:solidFill>
                      <a:srgbClr val="000000"/>
                    </a:solidFill>
                  </a:uFill>
                  <a:latin typeface="Gill Sans"/>
                  <a:ea typeface="Gill Sans"/>
                  <a:cs typeface="Gill Sans"/>
                  <a:sym typeface="Gill Sans"/>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7864"/>
                                        </p:tgtEl>
                                        <p:attrNameLst>
                                          <p:attrName>style.visibility</p:attrName>
                                        </p:attrNameLst>
                                      </p:cBhvr>
                                      <p:to>
                                        <p:strVal val="visible"/>
                                      </p:to>
                                    </p:set>
                                    <p:animEffect filter="dissolve" transition="in">
                                      <p:cBhvr>
                                        <p:cTn id="7" dur="500"/>
                                        <p:tgtEl>
                                          <p:spTgt spid="7864"/>
                                        </p:tgtEl>
                                      </p:cBhvr>
                                    </p:animEffect>
                                  </p:childTnLst>
                                </p:cTn>
                              </p:par>
                            </p:childTnLst>
                          </p:cTn>
                        </p:par>
                        <p:par>
                          <p:cTn id="8" fill="hold">
                            <p:stCondLst>
                              <p:cond delay="500"/>
                            </p:stCondLst>
                            <p:childTnLst>
                              <p:par>
                                <p:cTn id="9" presetClass="entr" nodeType="afterEffect" presetID="9" grpId="2" fill="hold">
                                  <p:stCondLst>
                                    <p:cond delay="0"/>
                                  </p:stCondLst>
                                  <p:iterate type="el" backwards="0">
                                    <p:tmAbs val="0"/>
                                  </p:iterate>
                                  <p:childTnLst>
                                    <p:set>
                                      <p:cBhvr>
                                        <p:cTn id="10" fill="hold"/>
                                        <p:tgtEl>
                                          <p:spTgt spid="7865"/>
                                        </p:tgtEl>
                                        <p:attrNameLst>
                                          <p:attrName>style.visibility</p:attrName>
                                        </p:attrNameLst>
                                      </p:cBhvr>
                                      <p:to>
                                        <p:strVal val="visible"/>
                                      </p:to>
                                    </p:set>
                                    <p:animEffect filter="dissolve" transition="in">
                                      <p:cBhvr>
                                        <p:cTn id="11" dur="1000"/>
                                        <p:tgtEl>
                                          <p:spTgt spid="78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865" grpId="2"/>
      <p:bldP build="whole" bldLvl="1" animBg="1" rev="0" advAuto="0" spid="7864" grpId="1"/>
    </p:bldLst>
  </p:timing>
</p:sld>
</file>

<file path=ppt/slides/slide19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7953" name="Shape 7953"/>
          <p:cNvSpPr/>
          <p:nvPr/>
        </p:nvSpPr>
        <p:spPr>
          <a:xfrm>
            <a:off x="353841" y="681483"/>
            <a:ext cx="72440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grpSp>
        <p:nvGrpSpPr>
          <p:cNvPr id="7964" name="Group 7964"/>
          <p:cNvGrpSpPr/>
          <p:nvPr/>
        </p:nvGrpSpPr>
        <p:grpSpPr>
          <a:xfrm>
            <a:off x="804549" y="3395222"/>
            <a:ext cx="1944335" cy="3847741"/>
            <a:chOff x="0" y="0"/>
            <a:chExt cx="1944334" cy="3847739"/>
          </a:xfrm>
        </p:grpSpPr>
        <p:sp>
          <p:nvSpPr>
            <p:cNvPr id="7954" name="Shape 7954"/>
            <p:cNvSpPr/>
            <p:nvPr/>
          </p:nvSpPr>
          <p:spPr>
            <a:xfrm>
              <a:off x="0" y="696912"/>
              <a:ext cx="23440" cy="382229"/>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55" name="Shape 7955"/>
            <p:cNvSpPr/>
            <p:nvPr/>
          </p:nvSpPr>
          <p:spPr>
            <a:xfrm>
              <a:off x="1922461" y="696912"/>
              <a:ext cx="21874" cy="382229"/>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56" name="Shape 7956"/>
            <p:cNvSpPr/>
            <p:nvPr/>
          </p:nvSpPr>
          <p:spPr>
            <a:xfrm>
              <a:off x="0" y="1225549"/>
              <a:ext cx="23440" cy="147278"/>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57" name="Shape 7957"/>
            <p:cNvSpPr/>
            <p:nvPr/>
          </p:nvSpPr>
          <p:spPr>
            <a:xfrm>
              <a:off x="0" y="696912"/>
              <a:ext cx="23440" cy="382229"/>
            </a:xfrm>
            <a:prstGeom prst="rect">
              <a:avLst/>
            </a:prstGeom>
            <a:solidFill>
              <a:srgbClr val="A6A6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58" name="Shape 7958"/>
            <p:cNvSpPr/>
            <p:nvPr/>
          </p:nvSpPr>
          <p:spPr>
            <a:xfrm>
              <a:off x="1922461" y="696912"/>
              <a:ext cx="21874" cy="382229"/>
            </a:xfrm>
            <a:prstGeom prst="rect">
              <a:avLst/>
            </a:prstGeom>
            <a:solidFill>
              <a:srgbClr val="A6A6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59" name="Shape 7959"/>
            <p:cNvSpPr/>
            <p:nvPr/>
          </p:nvSpPr>
          <p:spPr>
            <a:xfrm>
              <a:off x="0" y="1225549"/>
              <a:ext cx="23440" cy="147278"/>
            </a:xfrm>
            <a:prstGeom prst="rect">
              <a:avLst/>
            </a:prstGeom>
            <a:solidFill>
              <a:srgbClr val="A6A6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0" name="Shape 7960"/>
            <p:cNvSpPr/>
            <p:nvPr/>
          </p:nvSpPr>
          <p:spPr>
            <a:xfrm>
              <a:off x="22225" y="0"/>
              <a:ext cx="1901465" cy="38477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62" y="317"/>
                  </a:moveTo>
                  <a:cubicBezTo>
                    <a:pt x="20577" y="127"/>
                    <a:pt x="19939" y="0"/>
                    <a:pt x="19428" y="0"/>
                  </a:cubicBezTo>
                  <a:cubicBezTo>
                    <a:pt x="2172" y="0"/>
                    <a:pt x="2172" y="0"/>
                    <a:pt x="2172" y="0"/>
                  </a:cubicBezTo>
                  <a:cubicBezTo>
                    <a:pt x="1661" y="0"/>
                    <a:pt x="1023" y="127"/>
                    <a:pt x="638" y="317"/>
                  </a:cubicBezTo>
                  <a:cubicBezTo>
                    <a:pt x="127" y="505"/>
                    <a:pt x="0" y="823"/>
                    <a:pt x="0" y="1075"/>
                  </a:cubicBezTo>
                  <a:cubicBezTo>
                    <a:pt x="0" y="20462"/>
                    <a:pt x="0" y="20462"/>
                    <a:pt x="0" y="20462"/>
                  </a:cubicBezTo>
                  <a:cubicBezTo>
                    <a:pt x="0" y="20779"/>
                    <a:pt x="127" y="21032"/>
                    <a:pt x="638" y="21285"/>
                  </a:cubicBezTo>
                  <a:cubicBezTo>
                    <a:pt x="1023" y="21473"/>
                    <a:pt x="1661" y="21600"/>
                    <a:pt x="2172" y="21600"/>
                  </a:cubicBezTo>
                  <a:cubicBezTo>
                    <a:pt x="19428" y="21600"/>
                    <a:pt x="19428" y="21600"/>
                    <a:pt x="19428" y="21600"/>
                  </a:cubicBezTo>
                  <a:cubicBezTo>
                    <a:pt x="19939" y="21600"/>
                    <a:pt x="20577" y="21473"/>
                    <a:pt x="20962" y="21285"/>
                  </a:cubicBezTo>
                  <a:cubicBezTo>
                    <a:pt x="21473" y="21032"/>
                    <a:pt x="21600" y="20779"/>
                    <a:pt x="21600" y="20462"/>
                  </a:cubicBezTo>
                  <a:cubicBezTo>
                    <a:pt x="21600" y="1075"/>
                    <a:pt x="21600" y="1075"/>
                    <a:pt x="21600" y="1075"/>
                  </a:cubicBezTo>
                  <a:cubicBezTo>
                    <a:pt x="21600" y="823"/>
                    <a:pt x="21473" y="505"/>
                    <a:pt x="20962" y="317"/>
                  </a:cubicBezTo>
                </a:path>
              </a:pathLst>
            </a:custGeom>
            <a:solidFill>
              <a:srgbClr val="0D0D0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1" name="Shape 7961"/>
            <p:cNvSpPr/>
            <p:nvPr/>
          </p:nvSpPr>
          <p:spPr>
            <a:xfrm>
              <a:off x="22225" y="449262"/>
              <a:ext cx="1901465" cy="2857142"/>
            </a:xfrm>
            <a:prstGeom prst="rect">
              <a:avLst/>
            </a:prstGeom>
            <a:solidFill>
              <a:srgbClr val="F3F3F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2" name="Shape 7962"/>
            <p:cNvSpPr/>
            <p:nvPr/>
          </p:nvSpPr>
          <p:spPr>
            <a:xfrm>
              <a:off x="730249" y="3543300"/>
              <a:ext cx="483828" cy="679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7923"/>
                    <a:pt x="20603" y="21600"/>
                    <a:pt x="20088" y="21600"/>
                  </a:cubicBezTo>
                  <a:cubicBezTo>
                    <a:pt x="1512" y="21600"/>
                    <a:pt x="1512" y="21600"/>
                    <a:pt x="1512" y="21600"/>
                  </a:cubicBezTo>
                  <a:cubicBezTo>
                    <a:pt x="499" y="21600"/>
                    <a:pt x="0" y="17923"/>
                    <a:pt x="0" y="10800"/>
                  </a:cubicBezTo>
                  <a:cubicBezTo>
                    <a:pt x="0" y="3562"/>
                    <a:pt x="499" y="0"/>
                    <a:pt x="1512" y="0"/>
                  </a:cubicBezTo>
                  <a:cubicBezTo>
                    <a:pt x="20088" y="0"/>
                    <a:pt x="20088" y="0"/>
                    <a:pt x="20088" y="0"/>
                  </a:cubicBezTo>
                  <a:cubicBezTo>
                    <a:pt x="20603" y="0"/>
                    <a:pt x="21600" y="3562"/>
                    <a:pt x="21600" y="10800"/>
                  </a:cubicBezTo>
                </a:path>
              </a:pathLst>
            </a:custGeom>
            <a:solidFill>
              <a:srgbClr val="59595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3" name="Shape 7963"/>
            <p:cNvSpPr/>
            <p:nvPr/>
          </p:nvSpPr>
          <p:spPr>
            <a:xfrm>
              <a:off x="922336" y="168274"/>
              <a:ext cx="101240" cy="1012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991"/>
                  </a:moveTo>
                  <a:cubicBezTo>
                    <a:pt x="21600" y="16834"/>
                    <a:pt x="16740" y="21600"/>
                    <a:pt x="9643" y="21600"/>
                  </a:cubicBezTo>
                  <a:cubicBezTo>
                    <a:pt x="4783" y="21600"/>
                    <a:pt x="0" y="16834"/>
                    <a:pt x="0" y="11991"/>
                  </a:cubicBezTo>
                  <a:cubicBezTo>
                    <a:pt x="0" y="4843"/>
                    <a:pt x="4783" y="0"/>
                    <a:pt x="9643" y="0"/>
                  </a:cubicBezTo>
                  <a:cubicBezTo>
                    <a:pt x="16740" y="0"/>
                    <a:pt x="21600" y="4843"/>
                    <a:pt x="21600" y="11991"/>
                  </a:cubicBezTo>
                </a:path>
              </a:pathLst>
            </a:custGeom>
            <a:solidFill>
              <a:srgbClr val="9BBB5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7975" name="Group 7975"/>
          <p:cNvGrpSpPr/>
          <p:nvPr/>
        </p:nvGrpSpPr>
        <p:grpSpPr>
          <a:xfrm>
            <a:off x="3188213" y="3395222"/>
            <a:ext cx="1944335" cy="3847741"/>
            <a:chOff x="0" y="0"/>
            <a:chExt cx="1944334" cy="3847739"/>
          </a:xfrm>
        </p:grpSpPr>
        <p:sp>
          <p:nvSpPr>
            <p:cNvPr id="7965" name="Shape 7965"/>
            <p:cNvSpPr/>
            <p:nvPr/>
          </p:nvSpPr>
          <p:spPr>
            <a:xfrm>
              <a:off x="0" y="696912"/>
              <a:ext cx="23440" cy="382229"/>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6" name="Shape 7966"/>
            <p:cNvSpPr/>
            <p:nvPr/>
          </p:nvSpPr>
          <p:spPr>
            <a:xfrm>
              <a:off x="1922461" y="696912"/>
              <a:ext cx="21874" cy="382229"/>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7" name="Shape 7967"/>
            <p:cNvSpPr/>
            <p:nvPr/>
          </p:nvSpPr>
          <p:spPr>
            <a:xfrm>
              <a:off x="0" y="1225549"/>
              <a:ext cx="23440" cy="147278"/>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8" name="Shape 7968"/>
            <p:cNvSpPr/>
            <p:nvPr/>
          </p:nvSpPr>
          <p:spPr>
            <a:xfrm>
              <a:off x="0" y="696912"/>
              <a:ext cx="23440" cy="382229"/>
            </a:xfrm>
            <a:prstGeom prst="rect">
              <a:avLst/>
            </a:prstGeom>
            <a:solidFill>
              <a:srgbClr val="80808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69" name="Shape 7969"/>
            <p:cNvSpPr/>
            <p:nvPr/>
          </p:nvSpPr>
          <p:spPr>
            <a:xfrm>
              <a:off x="1922461" y="696912"/>
              <a:ext cx="21874" cy="382229"/>
            </a:xfrm>
            <a:prstGeom prst="rect">
              <a:avLst/>
            </a:prstGeom>
            <a:solidFill>
              <a:srgbClr val="80808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70" name="Shape 7970"/>
            <p:cNvSpPr/>
            <p:nvPr/>
          </p:nvSpPr>
          <p:spPr>
            <a:xfrm>
              <a:off x="0" y="1225549"/>
              <a:ext cx="23440" cy="147278"/>
            </a:xfrm>
            <a:prstGeom prst="rect">
              <a:avLst/>
            </a:prstGeom>
            <a:solidFill>
              <a:srgbClr val="80808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71" name="Shape 7971"/>
            <p:cNvSpPr/>
            <p:nvPr/>
          </p:nvSpPr>
          <p:spPr>
            <a:xfrm>
              <a:off x="22225" y="0"/>
              <a:ext cx="1901465" cy="38477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62" y="317"/>
                  </a:moveTo>
                  <a:cubicBezTo>
                    <a:pt x="20577" y="127"/>
                    <a:pt x="19939" y="0"/>
                    <a:pt x="19428" y="0"/>
                  </a:cubicBezTo>
                  <a:cubicBezTo>
                    <a:pt x="2172" y="0"/>
                    <a:pt x="2172" y="0"/>
                    <a:pt x="2172" y="0"/>
                  </a:cubicBezTo>
                  <a:cubicBezTo>
                    <a:pt x="1661" y="0"/>
                    <a:pt x="1023" y="127"/>
                    <a:pt x="638" y="317"/>
                  </a:cubicBezTo>
                  <a:cubicBezTo>
                    <a:pt x="127" y="505"/>
                    <a:pt x="0" y="823"/>
                    <a:pt x="0" y="1075"/>
                  </a:cubicBezTo>
                  <a:cubicBezTo>
                    <a:pt x="0" y="20462"/>
                    <a:pt x="0" y="20462"/>
                    <a:pt x="0" y="20462"/>
                  </a:cubicBezTo>
                  <a:cubicBezTo>
                    <a:pt x="0" y="20779"/>
                    <a:pt x="127" y="21032"/>
                    <a:pt x="638" y="21285"/>
                  </a:cubicBezTo>
                  <a:cubicBezTo>
                    <a:pt x="1023" y="21473"/>
                    <a:pt x="1661" y="21600"/>
                    <a:pt x="2172" y="21600"/>
                  </a:cubicBezTo>
                  <a:cubicBezTo>
                    <a:pt x="19428" y="21600"/>
                    <a:pt x="19428" y="21600"/>
                    <a:pt x="19428" y="21600"/>
                  </a:cubicBezTo>
                  <a:cubicBezTo>
                    <a:pt x="19939" y="21600"/>
                    <a:pt x="20577" y="21473"/>
                    <a:pt x="20962" y="21285"/>
                  </a:cubicBezTo>
                  <a:cubicBezTo>
                    <a:pt x="21473" y="21032"/>
                    <a:pt x="21600" y="20779"/>
                    <a:pt x="21600" y="20462"/>
                  </a:cubicBezTo>
                  <a:cubicBezTo>
                    <a:pt x="21600" y="1075"/>
                    <a:pt x="21600" y="1075"/>
                    <a:pt x="21600" y="1075"/>
                  </a:cubicBezTo>
                  <a:cubicBezTo>
                    <a:pt x="21600" y="823"/>
                    <a:pt x="21473" y="505"/>
                    <a:pt x="20962" y="317"/>
                  </a:cubicBezTo>
                </a:path>
              </a:pathLst>
            </a:custGeom>
            <a:solidFill>
              <a:srgbClr val="D9D9D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72" name="Shape 7972"/>
            <p:cNvSpPr/>
            <p:nvPr/>
          </p:nvSpPr>
          <p:spPr>
            <a:xfrm>
              <a:off x="22225" y="449262"/>
              <a:ext cx="1901465" cy="2857142"/>
            </a:xfrm>
            <a:prstGeom prst="rect">
              <a:avLst/>
            </a:prstGeom>
            <a:solidFill>
              <a:srgbClr val="F3F3F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73" name="Shape 7973"/>
            <p:cNvSpPr/>
            <p:nvPr/>
          </p:nvSpPr>
          <p:spPr>
            <a:xfrm>
              <a:off x="730249" y="3543300"/>
              <a:ext cx="483828" cy="679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7923"/>
                    <a:pt x="20603" y="21600"/>
                    <a:pt x="20088" y="21600"/>
                  </a:cubicBezTo>
                  <a:cubicBezTo>
                    <a:pt x="1512" y="21600"/>
                    <a:pt x="1512" y="21600"/>
                    <a:pt x="1512" y="21600"/>
                  </a:cubicBezTo>
                  <a:cubicBezTo>
                    <a:pt x="499" y="21600"/>
                    <a:pt x="0" y="17923"/>
                    <a:pt x="0" y="10800"/>
                  </a:cubicBezTo>
                  <a:cubicBezTo>
                    <a:pt x="0" y="3562"/>
                    <a:pt x="499" y="0"/>
                    <a:pt x="1512" y="0"/>
                  </a:cubicBezTo>
                  <a:cubicBezTo>
                    <a:pt x="20088" y="0"/>
                    <a:pt x="20088" y="0"/>
                    <a:pt x="20088" y="0"/>
                  </a:cubicBezTo>
                  <a:cubicBezTo>
                    <a:pt x="20603" y="0"/>
                    <a:pt x="21600" y="3562"/>
                    <a:pt x="21600" y="10800"/>
                  </a:cubicBezTo>
                </a:path>
              </a:pathLst>
            </a:custGeom>
            <a:solidFill>
              <a:srgbClr val="D9D8D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7974" name="Shape 7974"/>
            <p:cNvSpPr/>
            <p:nvPr/>
          </p:nvSpPr>
          <p:spPr>
            <a:xfrm>
              <a:off x="922336" y="168274"/>
              <a:ext cx="101240" cy="1012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991"/>
                  </a:moveTo>
                  <a:cubicBezTo>
                    <a:pt x="21600" y="16834"/>
                    <a:pt x="16740" y="21600"/>
                    <a:pt x="9643" y="21600"/>
                  </a:cubicBezTo>
                  <a:cubicBezTo>
                    <a:pt x="4783" y="21600"/>
                    <a:pt x="0" y="16834"/>
                    <a:pt x="0" y="11991"/>
                  </a:cubicBezTo>
                  <a:cubicBezTo>
                    <a:pt x="0" y="4843"/>
                    <a:pt x="4783" y="0"/>
                    <a:pt x="9643" y="0"/>
                  </a:cubicBezTo>
                  <a:cubicBezTo>
                    <a:pt x="16740" y="0"/>
                    <a:pt x="21600" y="4843"/>
                    <a:pt x="21600" y="11991"/>
                  </a:cubicBezTo>
                </a:path>
              </a:pathLst>
            </a:custGeom>
            <a:solidFill>
              <a:srgbClr val="9BBB5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7986" name="Group 7986"/>
          <p:cNvGrpSpPr/>
          <p:nvPr/>
        </p:nvGrpSpPr>
        <p:grpSpPr>
          <a:xfrm>
            <a:off x="5571877" y="3384724"/>
            <a:ext cx="1864577" cy="3868738"/>
            <a:chOff x="0" y="0"/>
            <a:chExt cx="1864575" cy="3868737"/>
          </a:xfrm>
        </p:grpSpPr>
        <p:sp>
          <p:nvSpPr>
            <p:cNvPr id="7976" name="Shape 7976"/>
            <p:cNvSpPr/>
            <p:nvPr/>
          </p:nvSpPr>
          <p:spPr>
            <a:xfrm>
              <a:off x="112012" y="535937"/>
              <a:ext cx="1654338" cy="2812374"/>
            </a:xfrm>
            <a:prstGeom prst="rect">
              <a:avLst/>
            </a:prstGeom>
            <a:solidFill>
              <a:srgbClr val="93CDD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nvGrpSpPr>
            <p:cNvPr id="7985" name="Group 7985"/>
            <p:cNvGrpSpPr/>
            <p:nvPr/>
          </p:nvGrpSpPr>
          <p:grpSpPr>
            <a:xfrm>
              <a:off x="-1" y="0"/>
              <a:ext cx="1864577" cy="3868738"/>
              <a:chOff x="0" y="0"/>
              <a:chExt cx="1864575" cy="3868737"/>
            </a:xfrm>
          </p:grpSpPr>
          <p:sp>
            <p:nvSpPr>
              <p:cNvPr id="7977" name="Shape 7977"/>
              <p:cNvSpPr/>
              <p:nvPr/>
            </p:nvSpPr>
            <p:spPr>
              <a:xfrm>
                <a:off x="20679" y="18955"/>
                <a:ext cx="1843897" cy="38497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79" y="0"/>
                    </a:moveTo>
                    <a:cubicBezTo>
                      <a:pt x="3321" y="0"/>
                      <a:pt x="3321" y="0"/>
                      <a:pt x="3321" y="0"/>
                    </a:cubicBezTo>
                    <a:cubicBezTo>
                      <a:pt x="1494" y="0"/>
                      <a:pt x="0" y="716"/>
                      <a:pt x="0" y="1590"/>
                    </a:cubicBezTo>
                    <a:cubicBezTo>
                      <a:pt x="0" y="20010"/>
                      <a:pt x="0" y="20010"/>
                      <a:pt x="0" y="20010"/>
                    </a:cubicBezTo>
                    <a:cubicBezTo>
                      <a:pt x="0" y="20884"/>
                      <a:pt x="1494" y="21600"/>
                      <a:pt x="3321" y="21600"/>
                    </a:cubicBezTo>
                    <a:cubicBezTo>
                      <a:pt x="18279" y="21600"/>
                      <a:pt x="18279" y="21600"/>
                      <a:pt x="18279" y="21600"/>
                    </a:cubicBezTo>
                    <a:cubicBezTo>
                      <a:pt x="20106" y="21600"/>
                      <a:pt x="21600" y="20884"/>
                      <a:pt x="21600" y="20010"/>
                    </a:cubicBezTo>
                    <a:cubicBezTo>
                      <a:pt x="21600" y="1590"/>
                      <a:pt x="21600" y="1590"/>
                      <a:pt x="21600" y="1590"/>
                    </a:cubicBezTo>
                    <a:cubicBezTo>
                      <a:pt x="21600" y="716"/>
                      <a:pt x="20106" y="0"/>
                      <a:pt x="18279" y="0"/>
                    </a:cubicBezTo>
                    <a:close/>
                    <a:moveTo>
                      <a:pt x="20041" y="18655"/>
                    </a:moveTo>
                    <a:cubicBezTo>
                      <a:pt x="1559" y="18655"/>
                      <a:pt x="1559" y="18655"/>
                      <a:pt x="1559" y="18655"/>
                    </a:cubicBezTo>
                    <a:cubicBezTo>
                      <a:pt x="1559" y="2945"/>
                      <a:pt x="1559" y="2945"/>
                      <a:pt x="1559" y="2945"/>
                    </a:cubicBezTo>
                    <a:cubicBezTo>
                      <a:pt x="20041" y="2945"/>
                      <a:pt x="20041" y="2945"/>
                      <a:pt x="20041" y="2945"/>
                    </a:cubicBezTo>
                    <a:lnTo>
                      <a:pt x="20041" y="18655"/>
                    </a:lnTo>
                    <a:close/>
                  </a:path>
                </a:pathLst>
              </a:custGeom>
              <a:solidFill>
                <a:srgbClr val="0D0D0D"/>
              </a:solidFill>
              <a:ln w="12700" cap="flat">
                <a:noFill/>
                <a:miter lim="400000"/>
              </a:ln>
              <a:effectLst>
                <a:reflection blurRad="0" stA="5000" stPos="0" endA="0" endPos="40000" dist="0" dir="5400000" fadeDir="5400000" sx="100000" sy="-100000" kx="0" ky="0" algn="bl" rotWithShape="0"/>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78" name="Shape 7978"/>
              <p:cNvSpPr/>
              <p:nvPr/>
            </p:nvSpPr>
            <p:spPr>
              <a:xfrm>
                <a:off x="775470" y="3418964"/>
                <a:ext cx="332592" cy="332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40" y="21600"/>
                      <a:pt x="0" y="16760"/>
                      <a:pt x="0" y="10800"/>
                    </a:cubicBezTo>
                    <a:cubicBezTo>
                      <a:pt x="0" y="4840"/>
                      <a:pt x="4840" y="0"/>
                      <a:pt x="10800" y="0"/>
                    </a:cubicBezTo>
                    <a:cubicBezTo>
                      <a:pt x="16760" y="0"/>
                      <a:pt x="21600" y="4840"/>
                      <a:pt x="21600" y="10800"/>
                    </a:cubicBezTo>
                    <a:cubicBezTo>
                      <a:pt x="21600" y="16760"/>
                      <a:pt x="16760" y="21600"/>
                      <a:pt x="10800" y="21600"/>
                    </a:cubicBezTo>
                    <a:close/>
                    <a:moveTo>
                      <a:pt x="10800" y="1440"/>
                    </a:moveTo>
                    <a:cubicBezTo>
                      <a:pt x="5640" y="1440"/>
                      <a:pt x="1440" y="5640"/>
                      <a:pt x="1440" y="10800"/>
                    </a:cubicBezTo>
                    <a:cubicBezTo>
                      <a:pt x="1440" y="15960"/>
                      <a:pt x="5640" y="20160"/>
                      <a:pt x="10800" y="20160"/>
                    </a:cubicBezTo>
                    <a:cubicBezTo>
                      <a:pt x="15960" y="20160"/>
                      <a:pt x="20160" y="15960"/>
                      <a:pt x="20160" y="10800"/>
                    </a:cubicBezTo>
                    <a:cubicBezTo>
                      <a:pt x="20160" y="5640"/>
                      <a:pt x="15960" y="1440"/>
                      <a:pt x="10800" y="1440"/>
                    </a:cubicBezTo>
                    <a:close/>
                  </a:path>
                </a:pathLst>
              </a:cu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79" name="Shape 7979"/>
              <p:cNvSpPr/>
              <p:nvPr/>
            </p:nvSpPr>
            <p:spPr>
              <a:xfrm>
                <a:off x="908162" y="161987"/>
                <a:ext cx="68931" cy="68931"/>
              </a:xfrm>
              <a:prstGeom prst="ellipse">
                <a:avLst/>
              </a:prstGeom>
              <a:solidFill>
                <a:srgbClr val="9BBB59"/>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80" name="Shape 7980"/>
              <p:cNvSpPr/>
              <p:nvPr/>
            </p:nvSpPr>
            <p:spPr>
              <a:xfrm>
                <a:off x="766854" y="322251"/>
                <a:ext cx="349824" cy="448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31" y="21600"/>
                    </a:moveTo>
                    <a:cubicBezTo>
                      <a:pt x="1369" y="21600"/>
                      <a:pt x="1369" y="21600"/>
                      <a:pt x="1369" y="21600"/>
                    </a:cubicBezTo>
                    <a:cubicBezTo>
                      <a:pt x="608" y="21600"/>
                      <a:pt x="0" y="16800"/>
                      <a:pt x="0" y="10800"/>
                    </a:cubicBezTo>
                    <a:cubicBezTo>
                      <a:pt x="0" y="4800"/>
                      <a:pt x="608" y="0"/>
                      <a:pt x="1369" y="0"/>
                    </a:cubicBezTo>
                    <a:cubicBezTo>
                      <a:pt x="20231" y="0"/>
                      <a:pt x="20231" y="0"/>
                      <a:pt x="20231" y="0"/>
                    </a:cubicBezTo>
                    <a:cubicBezTo>
                      <a:pt x="20992" y="0"/>
                      <a:pt x="21600" y="4800"/>
                      <a:pt x="21600" y="10800"/>
                    </a:cubicBezTo>
                    <a:cubicBezTo>
                      <a:pt x="21600" y="16800"/>
                      <a:pt x="20992" y="21600"/>
                      <a:pt x="20231" y="21600"/>
                    </a:cubicBezTo>
                    <a:close/>
                  </a:path>
                </a:pathLst>
              </a:custGeom>
              <a:solidFill>
                <a:srgbClr val="404040"/>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81" name="Shape 7981"/>
              <p:cNvSpPr/>
              <p:nvPr/>
            </p:nvSpPr>
            <p:spPr>
              <a:xfrm>
                <a:off x="1257985" y="0"/>
                <a:ext cx="301572" cy="18956"/>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82" name="Shape 7982"/>
              <p:cNvSpPr/>
              <p:nvPr/>
            </p:nvSpPr>
            <p:spPr>
              <a:xfrm>
                <a:off x="-1" y="897822"/>
                <a:ext cx="20680" cy="134415"/>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83" name="Shape 7983"/>
              <p:cNvSpPr/>
              <p:nvPr/>
            </p:nvSpPr>
            <p:spPr>
              <a:xfrm>
                <a:off x="-1" y="534213"/>
                <a:ext cx="20680" cy="187837"/>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84" name="Shape 7984"/>
              <p:cNvSpPr/>
              <p:nvPr/>
            </p:nvSpPr>
            <p:spPr>
              <a:xfrm>
                <a:off x="-1" y="1204564"/>
                <a:ext cx="20680" cy="136139"/>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grpSp>
      </p:grpSp>
      <p:grpSp>
        <p:nvGrpSpPr>
          <p:cNvPr id="7997" name="Group 7997"/>
          <p:cNvGrpSpPr/>
          <p:nvPr/>
        </p:nvGrpSpPr>
        <p:grpSpPr>
          <a:xfrm>
            <a:off x="8029028" y="3384724"/>
            <a:ext cx="1864577" cy="3868738"/>
            <a:chOff x="0" y="0"/>
            <a:chExt cx="1864575" cy="3868737"/>
          </a:xfrm>
        </p:grpSpPr>
        <p:sp>
          <p:nvSpPr>
            <p:cNvPr id="7987" name="Shape 7987"/>
            <p:cNvSpPr/>
            <p:nvPr/>
          </p:nvSpPr>
          <p:spPr>
            <a:xfrm>
              <a:off x="112012" y="535937"/>
              <a:ext cx="1654338" cy="2812374"/>
            </a:xfrm>
            <a:prstGeom prst="rect">
              <a:avLst/>
            </a:prstGeom>
            <a:solidFill>
              <a:srgbClr val="93CDD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nvGrpSpPr>
            <p:cNvPr id="7996" name="Group 7996"/>
            <p:cNvGrpSpPr/>
            <p:nvPr/>
          </p:nvGrpSpPr>
          <p:grpSpPr>
            <a:xfrm>
              <a:off x="-1" y="0"/>
              <a:ext cx="1864577" cy="3868738"/>
              <a:chOff x="0" y="0"/>
              <a:chExt cx="1864575" cy="3868737"/>
            </a:xfrm>
          </p:grpSpPr>
          <p:sp>
            <p:nvSpPr>
              <p:cNvPr id="7988" name="Shape 7988"/>
              <p:cNvSpPr/>
              <p:nvPr/>
            </p:nvSpPr>
            <p:spPr>
              <a:xfrm>
                <a:off x="20679" y="18955"/>
                <a:ext cx="1843897" cy="38497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279" y="0"/>
                    </a:moveTo>
                    <a:cubicBezTo>
                      <a:pt x="3321" y="0"/>
                      <a:pt x="3321" y="0"/>
                      <a:pt x="3321" y="0"/>
                    </a:cubicBezTo>
                    <a:cubicBezTo>
                      <a:pt x="1494" y="0"/>
                      <a:pt x="0" y="716"/>
                      <a:pt x="0" y="1590"/>
                    </a:cubicBezTo>
                    <a:cubicBezTo>
                      <a:pt x="0" y="20010"/>
                      <a:pt x="0" y="20010"/>
                      <a:pt x="0" y="20010"/>
                    </a:cubicBezTo>
                    <a:cubicBezTo>
                      <a:pt x="0" y="20884"/>
                      <a:pt x="1494" y="21600"/>
                      <a:pt x="3321" y="21600"/>
                    </a:cubicBezTo>
                    <a:cubicBezTo>
                      <a:pt x="18279" y="21600"/>
                      <a:pt x="18279" y="21600"/>
                      <a:pt x="18279" y="21600"/>
                    </a:cubicBezTo>
                    <a:cubicBezTo>
                      <a:pt x="20106" y="21600"/>
                      <a:pt x="21600" y="20884"/>
                      <a:pt x="21600" y="20010"/>
                    </a:cubicBezTo>
                    <a:cubicBezTo>
                      <a:pt x="21600" y="1590"/>
                      <a:pt x="21600" y="1590"/>
                      <a:pt x="21600" y="1590"/>
                    </a:cubicBezTo>
                    <a:cubicBezTo>
                      <a:pt x="21600" y="716"/>
                      <a:pt x="20106" y="0"/>
                      <a:pt x="18279" y="0"/>
                    </a:cubicBezTo>
                    <a:close/>
                    <a:moveTo>
                      <a:pt x="20041" y="18655"/>
                    </a:moveTo>
                    <a:cubicBezTo>
                      <a:pt x="1559" y="18655"/>
                      <a:pt x="1559" y="18655"/>
                      <a:pt x="1559" y="18655"/>
                    </a:cubicBezTo>
                    <a:cubicBezTo>
                      <a:pt x="1559" y="2945"/>
                      <a:pt x="1559" y="2945"/>
                      <a:pt x="1559" y="2945"/>
                    </a:cubicBezTo>
                    <a:cubicBezTo>
                      <a:pt x="20041" y="2945"/>
                      <a:pt x="20041" y="2945"/>
                      <a:pt x="20041" y="2945"/>
                    </a:cubicBezTo>
                    <a:lnTo>
                      <a:pt x="20041" y="18655"/>
                    </a:lnTo>
                    <a:close/>
                  </a:path>
                </a:pathLst>
              </a:custGeom>
              <a:solidFill>
                <a:srgbClr val="F2F2F2"/>
              </a:solidFill>
              <a:ln w="12700" cap="flat">
                <a:noFill/>
                <a:miter lim="400000"/>
              </a:ln>
              <a:effectLst>
                <a:reflection blurRad="0" stA="14000" stPos="0" endA="0" endPos="40000" dist="0" dir="5400000" fadeDir="5400000" sx="100000" sy="-100000" kx="0" ky="0" algn="bl" rotWithShape="0"/>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89" name="Shape 7989"/>
              <p:cNvSpPr/>
              <p:nvPr/>
            </p:nvSpPr>
            <p:spPr>
              <a:xfrm>
                <a:off x="775470" y="3418964"/>
                <a:ext cx="332592" cy="332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840" y="21600"/>
                      <a:pt x="0" y="16760"/>
                      <a:pt x="0" y="10800"/>
                    </a:cubicBezTo>
                    <a:cubicBezTo>
                      <a:pt x="0" y="4840"/>
                      <a:pt x="4840" y="0"/>
                      <a:pt x="10800" y="0"/>
                    </a:cubicBezTo>
                    <a:cubicBezTo>
                      <a:pt x="16760" y="0"/>
                      <a:pt x="21600" y="4840"/>
                      <a:pt x="21600" y="10800"/>
                    </a:cubicBezTo>
                    <a:cubicBezTo>
                      <a:pt x="21600" y="16760"/>
                      <a:pt x="16760" y="21600"/>
                      <a:pt x="10800" y="21600"/>
                    </a:cubicBezTo>
                    <a:close/>
                    <a:moveTo>
                      <a:pt x="10800" y="1440"/>
                    </a:moveTo>
                    <a:cubicBezTo>
                      <a:pt x="5640" y="1440"/>
                      <a:pt x="1440" y="5640"/>
                      <a:pt x="1440" y="10800"/>
                    </a:cubicBezTo>
                    <a:cubicBezTo>
                      <a:pt x="1440" y="15960"/>
                      <a:pt x="5640" y="20160"/>
                      <a:pt x="10800" y="20160"/>
                    </a:cubicBezTo>
                    <a:cubicBezTo>
                      <a:pt x="15960" y="20160"/>
                      <a:pt x="20160" y="15960"/>
                      <a:pt x="20160" y="10800"/>
                    </a:cubicBezTo>
                    <a:cubicBezTo>
                      <a:pt x="20160" y="5640"/>
                      <a:pt x="15960" y="1440"/>
                      <a:pt x="10800" y="1440"/>
                    </a:cubicBezTo>
                    <a:close/>
                  </a:path>
                </a:pathLst>
              </a:cu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0" name="Shape 7990"/>
              <p:cNvSpPr/>
              <p:nvPr/>
            </p:nvSpPr>
            <p:spPr>
              <a:xfrm>
                <a:off x="908162" y="161987"/>
                <a:ext cx="68931" cy="68931"/>
              </a:xfrm>
              <a:prstGeom prst="ellipse">
                <a:avLst/>
              </a:prstGeom>
              <a:solidFill>
                <a:srgbClr val="9BBB59"/>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1" name="Shape 7991"/>
              <p:cNvSpPr/>
              <p:nvPr/>
            </p:nvSpPr>
            <p:spPr>
              <a:xfrm>
                <a:off x="766854" y="322251"/>
                <a:ext cx="349824" cy="448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31" y="21600"/>
                    </a:moveTo>
                    <a:cubicBezTo>
                      <a:pt x="1369" y="21600"/>
                      <a:pt x="1369" y="21600"/>
                      <a:pt x="1369" y="21600"/>
                    </a:cubicBezTo>
                    <a:cubicBezTo>
                      <a:pt x="608" y="21600"/>
                      <a:pt x="0" y="16800"/>
                      <a:pt x="0" y="10800"/>
                    </a:cubicBezTo>
                    <a:cubicBezTo>
                      <a:pt x="0" y="4800"/>
                      <a:pt x="608" y="0"/>
                      <a:pt x="1369" y="0"/>
                    </a:cubicBezTo>
                    <a:cubicBezTo>
                      <a:pt x="20231" y="0"/>
                      <a:pt x="20231" y="0"/>
                      <a:pt x="20231" y="0"/>
                    </a:cubicBezTo>
                    <a:cubicBezTo>
                      <a:pt x="20992" y="0"/>
                      <a:pt x="21600" y="4800"/>
                      <a:pt x="21600" y="10800"/>
                    </a:cubicBezTo>
                    <a:cubicBezTo>
                      <a:pt x="21600" y="16800"/>
                      <a:pt x="20992" y="21600"/>
                      <a:pt x="20231" y="21600"/>
                    </a:cubicBezTo>
                    <a:close/>
                  </a:path>
                </a:pathLst>
              </a:cu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2" name="Shape 7992"/>
              <p:cNvSpPr/>
              <p:nvPr/>
            </p:nvSpPr>
            <p:spPr>
              <a:xfrm>
                <a:off x="1257985" y="0"/>
                <a:ext cx="301572" cy="18956"/>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3" name="Shape 7993"/>
              <p:cNvSpPr/>
              <p:nvPr/>
            </p:nvSpPr>
            <p:spPr>
              <a:xfrm>
                <a:off x="-1" y="897822"/>
                <a:ext cx="20680" cy="134415"/>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4" name="Shape 7994"/>
              <p:cNvSpPr/>
              <p:nvPr/>
            </p:nvSpPr>
            <p:spPr>
              <a:xfrm>
                <a:off x="-1" y="534213"/>
                <a:ext cx="20680" cy="187837"/>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5" name="Shape 7995"/>
              <p:cNvSpPr/>
              <p:nvPr/>
            </p:nvSpPr>
            <p:spPr>
              <a:xfrm>
                <a:off x="-1" y="1204564"/>
                <a:ext cx="20680" cy="136139"/>
              </a:xfrm>
              <a:prstGeom prst="rect">
                <a:avLst/>
              </a:prstGeom>
              <a:solidFill>
                <a:srgbClr val="CCCCCC"/>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grpSp>
      </p:grpSp>
      <p:grpSp>
        <p:nvGrpSpPr>
          <p:cNvPr id="8003" name="Group 8003"/>
          <p:cNvGrpSpPr/>
          <p:nvPr/>
        </p:nvGrpSpPr>
        <p:grpSpPr>
          <a:xfrm>
            <a:off x="10486179" y="3358872"/>
            <a:ext cx="3023982" cy="3920442"/>
            <a:chOff x="0" y="0"/>
            <a:chExt cx="3023980" cy="3920440"/>
          </a:xfrm>
        </p:grpSpPr>
        <p:grpSp>
          <p:nvGrpSpPr>
            <p:cNvPr id="8001" name="Group 8001"/>
            <p:cNvGrpSpPr/>
            <p:nvPr/>
          </p:nvGrpSpPr>
          <p:grpSpPr>
            <a:xfrm>
              <a:off x="-1" y="0"/>
              <a:ext cx="3023982" cy="3920441"/>
              <a:chOff x="0" y="0"/>
              <a:chExt cx="3023980" cy="3920440"/>
            </a:xfrm>
          </p:grpSpPr>
          <p:sp>
            <p:nvSpPr>
              <p:cNvPr id="7998" name="Shape 7998"/>
              <p:cNvSpPr/>
              <p:nvPr/>
            </p:nvSpPr>
            <p:spPr>
              <a:xfrm>
                <a:off x="-1" y="0"/>
                <a:ext cx="3023982" cy="3920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07" y="0"/>
                    </a:moveTo>
                    <a:cubicBezTo>
                      <a:pt x="1093" y="0"/>
                      <a:pt x="1093" y="0"/>
                      <a:pt x="1093" y="0"/>
                    </a:cubicBezTo>
                    <a:cubicBezTo>
                      <a:pt x="498" y="0"/>
                      <a:pt x="0" y="384"/>
                      <a:pt x="0" y="843"/>
                    </a:cubicBezTo>
                    <a:cubicBezTo>
                      <a:pt x="0" y="20757"/>
                      <a:pt x="0" y="20757"/>
                      <a:pt x="0" y="20757"/>
                    </a:cubicBezTo>
                    <a:cubicBezTo>
                      <a:pt x="0" y="21228"/>
                      <a:pt x="498" y="21600"/>
                      <a:pt x="1093" y="21600"/>
                    </a:cubicBezTo>
                    <a:cubicBezTo>
                      <a:pt x="20507" y="21600"/>
                      <a:pt x="20507" y="21600"/>
                      <a:pt x="20507" y="21600"/>
                    </a:cubicBezTo>
                    <a:cubicBezTo>
                      <a:pt x="21102" y="21600"/>
                      <a:pt x="21600" y="21228"/>
                      <a:pt x="21600" y="20757"/>
                    </a:cubicBezTo>
                    <a:cubicBezTo>
                      <a:pt x="21600" y="843"/>
                      <a:pt x="21600" y="843"/>
                      <a:pt x="21600" y="843"/>
                    </a:cubicBezTo>
                    <a:cubicBezTo>
                      <a:pt x="21600" y="384"/>
                      <a:pt x="21102" y="0"/>
                      <a:pt x="20507" y="0"/>
                    </a:cubicBezTo>
                    <a:close/>
                    <a:moveTo>
                      <a:pt x="19607" y="19766"/>
                    </a:moveTo>
                    <a:cubicBezTo>
                      <a:pt x="1993" y="19766"/>
                      <a:pt x="1993" y="19766"/>
                      <a:pt x="1993" y="19766"/>
                    </a:cubicBezTo>
                    <a:cubicBezTo>
                      <a:pt x="1993" y="1636"/>
                      <a:pt x="1993" y="1636"/>
                      <a:pt x="1993" y="1636"/>
                    </a:cubicBezTo>
                    <a:cubicBezTo>
                      <a:pt x="19607" y="1636"/>
                      <a:pt x="19607" y="1636"/>
                      <a:pt x="19607" y="1636"/>
                    </a:cubicBezTo>
                    <a:lnTo>
                      <a:pt x="19607" y="19766"/>
                    </a:lnTo>
                    <a:close/>
                  </a:path>
                </a:pathLst>
              </a:custGeom>
              <a:solidFill>
                <a:srgbClr val="D9D9D9"/>
              </a:solidFill>
              <a:ln w="12700" cap="flat">
                <a:noFill/>
                <a:miter lim="400000"/>
              </a:ln>
              <a:effectLst>
                <a:reflection blurRad="0" stA="47000" stPos="0" endA="0" endPos="40000" dist="0" dir="5400000" fadeDir="5400000" sx="100000" sy="-100000" kx="0" ky="0" algn="bl" rotWithShape="0"/>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7999" name="Shape 7999"/>
              <p:cNvSpPr/>
              <p:nvPr/>
            </p:nvSpPr>
            <p:spPr>
              <a:xfrm>
                <a:off x="1436007" y="3659728"/>
                <a:ext cx="153361" cy="153361"/>
              </a:xfrm>
              <a:prstGeom prst="ellipse">
                <a:avLst/>
              </a:prstGeom>
              <a:solidFill>
                <a:srgbClr val="D9D9D9"/>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8000" name="Shape 8000"/>
              <p:cNvSpPr/>
              <p:nvPr/>
            </p:nvSpPr>
            <p:spPr>
              <a:xfrm>
                <a:off x="1483410" y="153359"/>
                <a:ext cx="61345" cy="61345"/>
              </a:xfrm>
              <a:prstGeom prst="ellipse">
                <a:avLst/>
              </a:prstGeom>
              <a:solidFill>
                <a:srgbClr val="9BBB59"/>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grpSp>
        <p:sp>
          <p:nvSpPr>
            <p:cNvPr id="8002" name="Shape 8002"/>
            <p:cNvSpPr/>
            <p:nvPr/>
          </p:nvSpPr>
          <p:spPr>
            <a:xfrm>
              <a:off x="273259" y="296961"/>
              <a:ext cx="2476068" cy="3316759"/>
            </a:xfrm>
            <a:prstGeom prst="rect">
              <a:avLst/>
            </a:prstGeom>
            <a:solidFill>
              <a:srgbClr val="93CDD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009" name="Group 8009"/>
          <p:cNvGrpSpPr/>
          <p:nvPr/>
        </p:nvGrpSpPr>
        <p:grpSpPr>
          <a:xfrm>
            <a:off x="14053718" y="3358872"/>
            <a:ext cx="3023982" cy="3920442"/>
            <a:chOff x="0" y="0"/>
            <a:chExt cx="3023980" cy="3920440"/>
          </a:xfrm>
        </p:grpSpPr>
        <p:grpSp>
          <p:nvGrpSpPr>
            <p:cNvPr id="8007" name="Group 8007"/>
            <p:cNvGrpSpPr/>
            <p:nvPr/>
          </p:nvGrpSpPr>
          <p:grpSpPr>
            <a:xfrm>
              <a:off x="-1" y="0"/>
              <a:ext cx="3023982" cy="3920441"/>
              <a:chOff x="0" y="0"/>
              <a:chExt cx="3023980" cy="3920440"/>
            </a:xfrm>
          </p:grpSpPr>
          <p:sp>
            <p:nvSpPr>
              <p:cNvPr id="8004" name="Shape 8004"/>
              <p:cNvSpPr/>
              <p:nvPr/>
            </p:nvSpPr>
            <p:spPr>
              <a:xfrm>
                <a:off x="-1" y="0"/>
                <a:ext cx="3023982" cy="3920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07" y="0"/>
                    </a:moveTo>
                    <a:cubicBezTo>
                      <a:pt x="1093" y="0"/>
                      <a:pt x="1093" y="0"/>
                      <a:pt x="1093" y="0"/>
                    </a:cubicBezTo>
                    <a:cubicBezTo>
                      <a:pt x="498" y="0"/>
                      <a:pt x="0" y="384"/>
                      <a:pt x="0" y="843"/>
                    </a:cubicBezTo>
                    <a:cubicBezTo>
                      <a:pt x="0" y="20757"/>
                      <a:pt x="0" y="20757"/>
                      <a:pt x="0" y="20757"/>
                    </a:cubicBezTo>
                    <a:cubicBezTo>
                      <a:pt x="0" y="21228"/>
                      <a:pt x="498" y="21600"/>
                      <a:pt x="1093" y="21600"/>
                    </a:cubicBezTo>
                    <a:cubicBezTo>
                      <a:pt x="20507" y="21600"/>
                      <a:pt x="20507" y="21600"/>
                      <a:pt x="20507" y="21600"/>
                    </a:cubicBezTo>
                    <a:cubicBezTo>
                      <a:pt x="21102" y="21600"/>
                      <a:pt x="21600" y="21228"/>
                      <a:pt x="21600" y="20757"/>
                    </a:cubicBezTo>
                    <a:cubicBezTo>
                      <a:pt x="21600" y="843"/>
                      <a:pt x="21600" y="843"/>
                      <a:pt x="21600" y="843"/>
                    </a:cubicBezTo>
                    <a:cubicBezTo>
                      <a:pt x="21600" y="384"/>
                      <a:pt x="21102" y="0"/>
                      <a:pt x="20507" y="0"/>
                    </a:cubicBezTo>
                    <a:close/>
                    <a:moveTo>
                      <a:pt x="19607" y="19766"/>
                    </a:moveTo>
                    <a:cubicBezTo>
                      <a:pt x="1993" y="19766"/>
                      <a:pt x="1993" y="19766"/>
                      <a:pt x="1993" y="19766"/>
                    </a:cubicBezTo>
                    <a:cubicBezTo>
                      <a:pt x="1993" y="1636"/>
                      <a:pt x="1993" y="1636"/>
                      <a:pt x="1993" y="1636"/>
                    </a:cubicBezTo>
                    <a:cubicBezTo>
                      <a:pt x="19607" y="1636"/>
                      <a:pt x="19607" y="1636"/>
                      <a:pt x="19607" y="1636"/>
                    </a:cubicBezTo>
                    <a:lnTo>
                      <a:pt x="19607" y="19766"/>
                    </a:lnTo>
                    <a:close/>
                  </a:path>
                </a:pathLst>
              </a:custGeom>
              <a:solidFill>
                <a:srgbClr val="0D0D0D"/>
              </a:solidFill>
              <a:ln w="12700" cap="flat">
                <a:noFill/>
                <a:miter lim="400000"/>
              </a:ln>
              <a:effectLst>
                <a:reflection blurRad="0" stA="19000" stPos="0" endA="0" endPos="40000" dist="0" dir="5400000" fadeDir="5400000" sx="100000" sy="-100000" kx="0" ky="0" algn="bl" rotWithShape="0"/>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8005" name="Shape 8005"/>
              <p:cNvSpPr/>
              <p:nvPr/>
            </p:nvSpPr>
            <p:spPr>
              <a:xfrm>
                <a:off x="1436007" y="3659728"/>
                <a:ext cx="153361" cy="153361"/>
              </a:xfrm>
              <a:prstGeom prst="ellipse">
                <a:avLst/>
              </a:prstGeom>
              <a:solidFill>
                <a:srgbClr val="595959"/>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sp>
            <p:nvSpPr>
              <p:cNvPr id="8006" name="Shape 8006"/>
              <p:cNvSpPr/>
              <p:nvPr/>
            </p:nvSpPr>
            <p:spPr>
              <a:xfrm>
                <a:off x="1483410" y="153359"/>
                <a:ext cx="61345" cy="61345"/>
              </a:xfrm>
              <a:prstGeom prst="ellipse">
                <a:avLst/>
              </a:prstGeom>
              <a:solidFill>
                <a:srgbClr val="9BBB59"/>
              </a:solidFill>
              <a:ln w="12700" cap="flat">
                <a:noFill/>
                <a:miter lim="400000"/>
              </a:ln>
              <a:effectLst/>
            </p:spPr>
            <p:txBody>
              <a:bodyPr wrap="square" lIns="45719" tIns="45719" rIns="45719" bIns="45719" numCol="1" anchor="t">
                <a:noAutofit/>
              </a:bodyPr>
              <a:lstStyle/>
              <a:p>
                <a:pPr algn="l" defTabSz="457200">
                  <a:defRPr sz="1800">
                    <a:latin typeface="Calibri"/>
                    <a:ea typeface="Calibri"/>
                    <a:cs typeface="Calibri"/>
                    <a:sym typeface="Calibri"/>
                  </a:defRPr>
                </a:pPr>
              </a:p>
            </p:txBody>
          </p:sp>
        </p:grpSp>
        <p:sp>
          <p:nvSpPr>
            <p:cNvPr id="8008" name="Shape 8008"/>
            <p:cNvSpPr/>
            <p:nvPr/>
          </p:nvSpPr>
          <p:spPr>
            <a:xfrm>
              <a:off x="273259" y="296961"/>
              <a:ext cx="2476068" cy="3316759"/>
            </a:xfrm>
            <a:prstGeom prst="rect">
              <a:avLst/>
            </a:prstGeom>
            <a:solidFill>
              <a:srgbClr val="93CDD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017" name="Group 8017"/>
          <p:cNvGrpSpPr/>
          <p:nvPr/>
        </p:nvGrpSpPr>
        <p:grpSpPr>
          <a:xfrm>
            <a:off x="18368664" y="3358493"/>
            <a:ext cx="4021519" cy="3338133"/>
            <a:chOff x="0" y="0"/>
            <a:chExt cx="4021517" cy="3338132"/>
          </a:xfrm>
        </p:grpSpPr>
        <p:grpSp>
          <p:nvGrpSpPr>
            <p:cNvPr id="8015" name="Group 8015"/>
            <p:cNvGrpSpPr/>
            <p:nvPr/>
          </p:nvGrpSpPr>
          <p:grpSpPr>
            <a:xfrm>
              <a:off x="0" y="0"/>
              <a:ext cx="4021518" cy="3338133"/>
              <a:chOff x="0" y="0"/>
              <a:chExt cx="4021517" cy="3338132"/>
            </a:xfrm>
          </p:grpSpPr>
          <p:grpSp>
            <p:nvGrpSpPr>
              <p:cNvPr id="8013" name="Group 8013"/>
              <p:cNvGrpSpPr/>
              <p:nvPr/>
            </p:nvGrpSpPr>
            <p:grpSpPr>
              <a:xfrm>
                <a:off x="0" y="0"/>
                <a:ext cx="4021518" cy="3250663"/>
                <a:chOff x="0" y="0"/>
                <a:chExt cx="4021517" cy="3250662"/>
              </a:xfrm>
            </p:grpSpPr>
            <p:sp>
              <p:nvSpPr>
                <p:cNvPr id="8010" name="Shape 8010"/>
                <p:cNvSpPr/>
                <p:nvPr/>
              </p:nvSpPr>
              <p:spPr>
                <a:xfrm>
                  <a:off x="1412323" y="2729883"/>
                  <a:ext cx="1187761" cy="5207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69" y="0"/>
                      </a:moveTo>
                      <a:cubicBezTo>
                        <a:pt x="1579" y="7177"/>
                        <a:pt x="790" y="14406"/>
                        <a:pt x="0" y="21600"/>
                      </a:cubicBezTo>
                      <a:cubicBezTo>
                        <a:pt x="7258" y="21600"/>
                        <a:pt x="14508" y="21600"/>
                        <a:pt x="21600" y="21600"/>
                      </a:cubicBezTo>
                      <a:cubicBezTo>
                        <a:pt x="20976" y="14406"/>
                        <a:pt x="20186" y="7177"/>
                        <a:pt x="19396" y="0"/>
                      </a:cubicBezTo>
                      <a:cubicBezTo>
                        <a:pt x="13718" y="0"/>
                        <a:pt x="8047" y="0"/>
                        <a:pt x="2369" y="0"/>
                      </a:cubicBezTo>
                    </a:path>
                  </a:pathLst>
                </a:custGeom>
                <a:solidFill>
                  <a:srgbClr val="A0AEA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11" name="Shape 8011"/>
                <p:cNvSpPr/>
                <p:nvPr/>
              </p:nvSpPr>
              <p:spPr>
                <a:xfrm>
                  <a:off x="0" y="2531247"/>
                  <a:ext cx="4021518" cy="3822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6194"/>
                        <a:pt x="0" y="16194"/>
                        <a:pt x="0" y="16194"/>
                      </a:cubicBezTo>
                      <a:cubicBezTo>
                        <a:pt x="0" y="19143"/>
                        <a:pt x="233" y="21600"/>
                        <a:pt x="559" y="21600"/>
                      </a:cubicBezTo>
                      <a:cubicBezTo>
                        <a:pt x="21041" y="21600"/>
                        <a:pt x="21041" y="21600"/>
                        <a:pt x="21041" y="21600"/>
                      </a:cubicBezTo>
                      <a:cubicBezTo>
                        <a:pt x="21323" y="21600"/>
                        <a:pt x="21600" y="19143"/>
                        <a:pt x="21600" y="16194"/>
                      </a:cubicBezTo>
                      <a:cubicBezTo>
                        <a:pt x="21600" y="0"/>
                        <a:pt x="21600" y="0"/>
                        <a:pt x="21600" y="0"/>
                      </a:cubicBezTo>
                      <a:cubicBezTo>
                        <a:pt x="0" y="0"/>
                        <a:pt x="0" y="0"/>
                        <a:pt x="0" y="0"/>
                      </a:cubicBezTo>
                    </a:path>
                  </a:pathLst>
                </a:custGeom>
                <a:solidFill>
                  <a:srgbClr val="D9D9D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12" name="Shape 8012"/>
                <p:cNvSpPr/>
                <p:nvPr/>
              </p:nvSpPr>
              <p:spPr>
                <a:xfrm>
                  <a:off x="0" y="0"/>
                  <a:ext cx="4021518" cy="25308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41" y="0"/>
                      </a:moveTo>
                      <a:cubicBezTo>
                        <a:pt x="559" y="0"/>
                        <a:pt x="559" y="0"/>
                        <a:pt x="559" y="0"/>
                      </a:cubicBezTo>
                      <a:cubicBezTo>
                        <a:pt x="233" y="0"/>
                        <a:pt x="0" y="370"/>
                        <a:pt x="0" y="815"/>
                      </a:cubicBezTo>
                      <a:cubicBezTo>
                        <a:pt x="0" y="21600"/>
                        <a:pt x="0" y="21600"/>
                        <a:pt x="0" y="21600"/>
                      </a:cubicBezTo>
                      <a:cubicBezTo>
                        <a:pt x="21600" y="21600"/>
                        <a:pt x="21600" y="21600"/>
                        <a:pt x="21600" y="21600"/>
                      </a:cubicBezTo>
                      <a:cubicBezTo>
                        <a:pt x="21600" y="815"/>
                        <a:pt x="21600" y="815"/>
                        <a:pt x="21600" y="815"/>
                      </a:cubicBezTo>
                      <a:cubicBezTo>
                        <a:pt x="21600" y="370"/>
                        <a:pt x="21323" y="0"/>
                        <a:pt x="21041" y="0"/>
                      </a:cubicBezTo>
                    </a:path>
                  </a:pathLst>
                </a:custGeom>
                <a:solidFill>
                  <a:srgbClr val="F2F2F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014" name="Shape 8014"/>
              <p:cNvSpPr/>
              <p:nvPr/>
            </p:nvSpPr>
            <p:spPr>
              <a:xfrm>
                <a:off x="1282935" y="3241964"/>
                <a:ext cx="1455648" cy="961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99" y="0"/>
                    </a:moveTo>
                    <a:cubicBezTo>
                      <a:pt x="901" y="0"/>
                      <a:pt x="901" y="0"/>
                      <a:pt x="901" y="0"/>
                    </a:cubicBezTo>
                    <a:cubicBezTo>
                      <a:pt x="386" y="0"/>
                      <a:pt x="0" y="7855"/>
                      <a:pt x="0" y="15709"/>
                    </a:cubicBezTo>
                    <a:cubicBezTo>
                      <a:pt x="0" y="21600"/>
                      <a:pt x="0" y="21600"/>
                      <a:pt x="0" y="21600"/>
                    </a:cubicBezTo>
                    <a:cubicBezTo>
                      <a:pt x="21600" y="21600"/>
                      <a:pt x="21600" y="21600"/>
                      <a:pt x="21600" y="21600"/>
                    </a:cubicBezTo>
                    <a:cubicBezTo>
                      <a:pt x="21600" y="15709"/>
                      <a:pt x="21600" y="15709"/>
                      <a:pt x="21600" y="15709"/>
                    </a:cubicBezTo>
                    <a:cubicBezTo>
                      <a:pt x="21600" y="7855"/>
                      <a:pt x="21214" y="0"/>
                      <a:pt x="20699" y="0"/>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016" name="Shape 8016"/>
            <p:cNvSpPr/>
            <p:nvPr/>
          </p:nvSpPr>
          <p:spPr>
            <a:xfrm>
              <a:off x="165834" y="147609"/>
              <a:ext cx="3691673" cy="2210102"/>
            </a:xfrm>
            <a:prstGeom prst="rect">
              <a:avLst/>
            </a:prstGeom>
            <a:solidFill>
              <a:srgbClr val="231D3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025" name="Group 8025"/>
          <p:cNvGrpSpPr/>
          <p:nvPr/>
        </p:nvGrpSpPr>
        <p:grpSpPr>
          <a:xfrm>
            <a:off x="18368664" y="7419550"/>
            <a:ext cx="4021519" cy="3338133"/>
            <a:chOff x="0" y="0"/>
            <a:chExt cx="4021517" cy="3338132"/>
          </a:xfrm>
        </p:grpSpPr>
        <p:grpSp>
          <p:nvGrpSpPr>
            <p:cNvPr id="8023" name="Group 8023"/>
            <p:cNvGrpSpPr/>
            <p:nvPr/>
          </p:nvGrpSpPr>
          <p:grpSpPr>
            <a:xfrm>
              <a:off x="0" y="0"/>
              <a:ext cx="4021518" cy="3338133"/>
              <a:chOff x="0" y="0"/>
              <a:chExt cx="4021517" cy="3338132"/>
            </a:xfrm>
          </p:grpSpPr>
          <p:grpSp>
            <p:nvGrpSpPr>
              <p:cNvPr id="8021" name="Group 8021"/>
              <p:cNvGrpSpPr/>
              <p:nvPr/>
            </p:nvGrpSpPr>
            <p:grpSpPr>
              <a:xfrm>
                <a:off x="0" y="0"/>
                <a:ext cx="4021518" cy="3250663"/>
                <a:chOff x="0" y="0"/>
                <a:chExt cx="4021517" cy="3250662"/>
              </a:xfrm>
            </p:grpSpPr>
            <p:sp>
              <p:nvSpPr>
                <p:cNvPr id="8018" name="Shape 8018"/>
                <p:cNvSpPr/>
                <p:nvPr/>
              </p:nvSpPr>
              <p:spPr>
                <a:xfrm>
                  <a:off x="1412323" y="2729883"/>
                  <a:ext cx="1187761" cy="5207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69" y="0"/>
                      </a:moveTo>
                      <a:cubicBezTo>
                        <a:pt x="1579" y="7177"/>
                        <a:pt x="790" y="14406"/>
                        <a:pt x="0" y="21600"/>
                      </a:cubicBezTo>
                      <a:cubicBezTo>
                        <a:pt x="7258" y="21600"/>
                        <a:pt x="14508" y="21600"/>
                        <a:pt x="21600" y="21600"/>
                      </a:cubicBezTo>
                      <a:cubicBezTo>
                        <a:pt x="20976" y="14406"/>
                        <a:pt x="20186" y="7177"/>
                        <a:pt x="19396" y="0"/>
                      </a:cubicBezTo>
                      <a:cubicBezTo>
                        <a:pt x="13718" y="0"/>
                        <a:pt x="8047" y="0"/>
                        <a:pt x="2369" y="0"/>
                      </a:cubicBezTo>
                    </a:path>
                  </a:pathLst>
                </a:custGeom>
                <a:solidFill>
                  <a:srgbClr val="40404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19" name="Shape 8019"/>
                <p:cNvSpPr/>
                <p:nvPr/>
              </p:nvSpPr>
              <p:spPr>
                <a:xfrm>
                  <a:off x="0" y="2531247"/>
                  <a:ext cx="4021518" cy="3822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6194"/>
                        <a:pt x="0" y="16194"/>
                        <a:pt x="0" y="16194"/>
                      </a:cubicBezTo>
                      <a:cubicBezTo>
                        <a:pt x="0" y="19143"/>
                        <a:pt x="233" y="21600"/>
                        <a:pt x="559" y="21600"/>
                      </a:cubicBezTo>
                      <a:cubicBezTo>
                        <a:pt x="21041" y="21600"/>
                        <a:pt x="21041" y="21600"/>
                        <a:pt x="21041" y="21600"/>
                      </a:cubicBezTo>
                      <a:cubicBezTo>
                        <a:pt x="21323" y="21600"/>
                        <a:pt x="21600" y="19143"/>
                        <a:pt x="21600" y="16194"/>
                      </a:cubicBezTo>
                      <a:cubicBezTo>
                        <a:pt x="21600" y="0"/>
                        <a:pt x="21600" y="0"/>
                        <a:pt x="21600" y="0"/>
                      </a:cubicBezTo>
                      <a:cubicBezTo>
                        <a:pt x="0" y="0"/>
                        <a:pt x="0" y="0"/>
                        <a:pt x="0" y="0"/>
                      </a:cubicBezTo>
                    </a:path>
                  </a:pathLst>
                </a:custGeom>
                <a:solidFill>
                  <a:srgbClr val="80808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20" name="Shape 8020"/>
                <p:cNvSpPr/>
                <p:nvPr/>
              </p:nvSpPr>
              <p:spPr>
                <a:xfrm>
                  <a:off x="0" y="0"/>
                  <a:ext cx="4021518" cy="25308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41" y="0"/>
                      </a:moveTo>
                      <a:cubicBezTo>
                        <a:pt x="559" y="0"/>
                        <a:pt x="559" y="0"/>
                        <a:pt x="559" y="0"/>
                      </a:cubicBezTo>
                      <a:cubicBezTo>
                        <a:pt x="233" y="0"/>
                        <a:pt x="0" y="370"/>
                        <a:pt x="0" y="815"/>
                      </a:cubicBezTo>
                      <a:cubicBezTo>
                        <a:pt x="0" y="21600"/>
                        <a:pt x="0" y="21600"/>
                        <a:pt x="0" y="21600"/>
                      </a:cubicBezTo>
                      <a:cubicBezTo>
                        <a:pt x="21600" y="21600"/>
                        <a:pt x="21600" y="21600"/>
                        <a:pt x="21600" y="21600"/>
                      </a:cubicBezTo>
                      <a:cubicBezTo>
                        <a:pt x="21600" y="815"/>
                        <a:pt x="21600" y="815"/>
                        <a:pt x="21600" y="815"/>
                      </a:cubicBezTo>
                      <a:cubicBezTo>
                        <a:pt x="21600" y="370"/>
                        <a:pt x="21323" y="0"/>
                        <a:pt x="21041" y="0"/>
                      </a:cubicBezTo>
                    </a:path>
                  </a:pathLst>
                </a:custGeom>
                <a:solidFill>
                  <a:srgbClr val="0D0D0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022" name="Shape 8022"/>
              <p:cNvSpPr/>
              <p:nvPr/>
            </p:nvSpPr>
            <p:spPr>
              <a:xfrm>
                <a:off x="1282935" y="3241964"/>
                <a:ext cx="1455648" cy="961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99" y="0"/>
                    </a:moveTo>
                    <a:cubicBezTo>
                      <a:pt x="901" y="0"/>
                      <a:pt x="901" y="0"/>
                      <a:pt x="901" y="0"/>
                    </a:cubicBezTo>
                    <a:cubicBezTo>
                      <a:pt x="386" y="0"/>
                      <a:pt x="0" y="7855"/>
                      <a:pt x="0" y="15709"/>
                    </a:cubicBezTo>
                    <a:cubicBezTo>
                      <a:pt x="0" y="21600"/>
                      <a:pt x="0" y="21600"/>
                      <a:pt x="0" y="21600"/>
                    </a:cubicBezTo>
                    <a:cubicBezTo>
                      <a:pt x="21600" y="21600"/>
                      <a:pt x="21600" y="21600"/>
                      <a:pt x="21600" y="21600"/>
                    </a:cubicBezTo>
                    <a:cubicBezTo>
                      <a:pt x="21600" y="15709"/>
                      <a:pt x="21600" y="15709"/>
                      <a:pt x="21600" y="15709"/>
                    </a:cubicBezTo>
                    <a:cubicBezTo>
                      <a:pt x="21600" y="7855"/>
                      <a:pt x="21214" y="0"/>
                      <a:pt x="20699" y="0"/>
                    </a:cubicBezTo>
                  </a:path>
                </a:pathLst>
              </a:custGeom>
              <a:solidFill>
                <a:srgbClr val="80808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024" name="Shape 8024"/>
            <p:cNvSpPr/>
            <p:nvPr/>
          </p:nvSpPr>
          <p:spPr>
            <a:xfrm>
              <a:off x="165834" y="147609"/>
              <a:ext cx="3691673" cy="2210102"/>
            </a:xfrm>
            <a:prstGeom prst="rect">
              <a:avLst/>
            </a:prstGeom>
            <a:solidFill>
              <a:srgbClr val="231D3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044" name="Group 8044"/>
          <p:cNvGrpSpPr/>
          <p:nvPr/>
        </p:nvGrpSpPr>
        <p:grpSpPr>
          <a:xfrm>
            <a:off x="19437477" y="3630553"/>
            <a:ext cx="1883894" cy="2073353"/>
            <a:chOff x="0" y="0"/>
            <a:chExt cx="1883893" cy="2073352"/>
          </a:xfrm>
        </p:grpSpPr>
        <p:sp>
          <p:nvSpPr>
            <p:cNvPr id="8026" name="Shape 8026"/>
            <p:cNvSpPr/>
            <p:nvPr/>
          </p:nvSpPr>
          <p:spPr>
            <a:xfrm>
              <a:off x="543846" y="1489150"/>
              <a:ext cx="931212" cy="541344"/>
            </a:xfrm>
            <a:custGeom>
              <a:avLst/>
              <a:gdLst/>
              <a:ahLst/>
              <a:cxnLst>
                <a:cxn ang="0">
                  <a:pos x="wd2" y="hd2"/>
                </a:cxn>
                <a:cxn ang="5400000">
                  <a:pos x="wd2" y="hd2"/>
                </a:cxn>
                <a:cxn ang="10800000">
                  <a:pos x="wd2" y="hd2"/>
                </a:cxn>
                <a:cxn ang="16200000">
                  <a:pos x="wd2" y="hd2"/>
                </a:cxn>
              </a:cxnLst>
              <a:rect l="0" t="0" r="r" b="b"/>
              <a:pathLst>
                <a:path w="20040" h="18825" fill="norm" stroke="1" extrusionOk="0">
                  <a:moveTo>
                    <a:pt x="8579" y="17589"/>
                  </a:moveTo>
                  <a:cubicBezTo>
                    <a:pt x="8579" y="17589"/>
                    <a:pt x="2204" y="21022"/>
                    <a:pt x="609" y="16445"/>
                  </a:cubicBezTo>
                  <a:cubicBezTo>
                    <a:pt x="-983" y="11868"/>
                    <a:pt x="1051" y="2429"/>
                    <a:pt x="1051" y="2429"/>
                  </a:cubicBezTo>
                  <a:cubicBezTo>
                    <a:pt x="1051" y="2429"/>
                    <a:pt x="9639" y="283"/>
                    <a:pt x="10964" y="141"/>
                  </a:cubicBezTo>
                  <a:cubicBezTo>
                    <a:pt x="12293" y="-6"/>
                    <a:pt x="19376" y="-578"/>
                    <a:pt x="19997" y="2429"/>
                  </a:cubicBezTo>
                  <a:cubicBezTo>
                    <a:pt x="20617" y="5574"/>
                    <a:pt x="14506" y="17447"/>
                    <a:pt x="8579" y="17589"/>
                  </a:cubicBezTo>
                </a:path>
              </a:pathLst>
            </a:custGeom>
            <a:solidFill>
              <a:srgbClr val="F3F3F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27" name="Shape 8027"/>
            <p:cNvSpPr/>
            <p:nvPr/>
          </p:nvSpPr>
          <p:spPr>
            <a:xfrm>
              <a:off x="703678" y="925548"/>
              <a:ext cx="477117" cy="6542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3935"/>
                  </a:moveTo>
                  <a:cubicBezTo>
                    <a:pt x="0" y="0"/>
                    <a:pt x="0" y="0"/>
                    <a:pt x="0" y="0"/>
                  </a:cubicBezTo>
                  <a:cubicBezTo>
                    <a:pt x="0" y="17930"/>
                    <a:pt x="0" y="17930"/>
                    <a:pt x="0" y="17930"/>
                  </a:cubicBezTo>
                  <a:cubicBezTo>
                    <a:pt x="0" y="17930"/>
                    <a:pt x="4285" y="21600"/>
                    <a:pt x="10806" y="21600"/>
                  </a:cubicBezTo>
                  <a:cubicBezTo>
                    <a:pt x="18620" y="21600"/>
                    <a:pt x="21600" y="18204"/>
                    <a:pt x="21600" y="18204"/>
                  </a:cubicBezTo>
                  <a:cubicBezTo>
                    <a:pt x="21600" y="2717"/>
                    <a:pt x="21600" y="2717"/>
                    <a:pt x="21600" y="2717"/>
                  </a:cubicBezTo>
                  <a:lnTo>
                    <a:pt x="10806" y="3935"/>
                  </a:ln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28" name="Shape 8028"/>
            <p:cNvSpPr/>
            <p:nvPr/>
          </p:nvSpPr>
          <p:spPr>
            <a:xfrm>
              <a:off x="703678" y="1085806"/>
              <a:ext cx="477117" cy="3540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64"/>
                  </a:moveTo>
                  <a:cubicBezTo>
                    <a:pt x="21600" y="3264"/>
                    <a:pt x="16570" y="9542"/>
                    <a:pt x="0" y="21600"/>
                  </a:cubicBezTo>
                  <a:cubicBezTo>
                    <a:pt x="0" y="0"/>
                    <a:pt x="0" y="0"/>
                    <a:pt x="0" y="0"/>
                  </a:cubicBezTo>
                  <a:lnTo>
                    <a:pt x="21600" y="3264"/>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29" name="Shape 8029"/>
            <p:cNvSpPr/>
            <p:nvPr/>
          </p:nvSpPr>
          <p:spPr>
            <a:xfrm>
              <a:off x="794251" y="1448129"/>
              <a:ext cx="148501" cy="2222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9603"/>
                    <a:pt x="21600" y="19603"/>
                    <a:pt x="21600" y="19603"/>
                  </a:cubicBezTo>
                  <a:cubicBezTo>
                    <a:pt x="12603" y="21600"/>
                    <a:pt x="12603" y="21600"/>
                    <a:pt x="12603" y="21600"/>
                  </a:cubicBezTo>
                  <a:cubicBezTo>
                    <a:pt x="0" y="7196"/>
                    <a:pt x="0" y="7196"/>
                    <a:pt x="0" y="7196"/>
                  </a:cubicBezTo>
                  <a:cubicBezTo>
                    <a:pt x="0" y="7196"/>
                    <a:pt x="12009" y="397"/>
                    <a:pt x="21600" y="0"/>
                  </a:cubicBezTo>
                </a:path>
              </a:pathLst>
            </a:custGeom>
            <a:solidFill>
              <a:srgbClr val="4EBCC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0" name="Shape 8030"/>
            <p:cNvSpPr/>
            <p:nvPr/>
          </p:nvSpPr>
          <p:spPr>
            <a:xfrm>
              <a:off x="658392" y="1312258"/>
              <a:ext cx="283780" cy="3993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45" y="0"/>
                  </a:moveTo>
                  <a:cubicBezTo>
                    <a:pt x="0" y="1333"/>
                    <a:pt x="0" y="1333"/>
                    <a:pt x="0" y="1333"/>
                  </a:cubicBezTo>
                  <a:cubicBezTo>
                    <a:pt x="8452" y="21600"/>
                    <a:pt x="8452" y="21600"/>
                    <a:pt x="8452" y="21600"/>
                  </a:cubicBezTo>
                  <a:cubicBezTo>
                    <a:pt x="21590" y="7347"/>
                    <a:pt x="21600" y="7347"/>
                    <a:pt x="21600" y="7347"/>
                  </a:cubicBezTo>
                  <a:cubicBezTo>
                    <a:pt x="21600" y="7347"/>
                    <a:pt x="14090" y="6456"/>
                    <a:pt x="3445" y="0"/>
                  </a:cubicBezTo>
                </a:path>
              </a:pathLst>
            </a:custGeom>
            <a:solidFill>
              <a:srgbClr val="DF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1" name="Shape 8031"/>
            <p:cNvSpPr/>
            <p:nvPr/>
          </p:nvSpPr>
          <p:spPr>
            <a:xfrm>
              <a:off x="495463" y="597565"/>
              <a:ext cx="125641" cy="305146"/>
            </a:xfrm>
            <a:custGeom>
              <a:avLst/>
              <a:gdLst/>
              <a:ahLst/>
              <a:cxnLst>
                <a:cxn ang="0">
                  <a:pos x="wd2" y="hd2"/>
                </a:cxn>
                <a:cxn ang="5400000">
                  <a:pos x="wd2" y="hd2"/>
                </a:cxn>
                <a:cxn ang="10800000">
                  <a:pos x="wd2" y="hd2"/>
                </a:cxn>
                <a:cxn ang="16200000">
                  <a:pos x="wd2" y="hd2"/>
                </a:cxn>
              </a:cxnLst>
              <a:rect l="0" t="0" r="r" b="b"/>
              <a:pathLst>
                <a:path w="18347" h="19784" fill="norm" stroke="1" extrusionOk="0">
                  <a:moveTo>
                    <a:pt x="18347" y="19660"/>
                  </a:moveTo>
                  <a:cubicBezTo>
                    <a:pt x="18347" y="19660"/>
                    <a:pt x="8747" y="21256"/>
                    <a:pt x="3352" y="12986"/>
                  </a:cubicBezTo>
                  <a:cubicBezTo>
                    <a:pt x="-3253" y="3385"/>
                    <a:pt x="952" y="-79"/>
                    <a:pt x="6942" y="185"/>
                  </a:cubicBezTo>
                  <a:cubicBezTo>
                    <a:pt x="8747" y="458"/>
                    <a:pt x="11147" y="-344"/>
                    <a:pt x="12357" y="185"/>
                  </a:cubicBezTo>
                  <a:cubicBezTo>
                    <a:pt x="16542" y="1252"/>
                    <a:pt x="17752" y="3121"/>
                    <a:pt x="17752" y="3121"/>
                  </a:cubicBezTo>
                  <a:lnTo>
                    <a:pt x="18347" y="1966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2" name="Shape 8032"/>
            <p:cNvSpPr/>
            <p:nvPr/>
          </p:nvSpPr>
          <p:spPr>
            <a:xfrm>
              <a:off x="556110" y="134377"/>
              <a:ext cx="386062" cy="1103513"/>
            </a:xfrm>
            <a:custGeom>
              <a:avLst/>
              <a:gdLst/>
              <a:ahLst/>
              <a:cxnLst>
                <a:cxn ang="0">
                  <a:pos x="wd2" y="hd2"/>
                </a:cxn>
                <a:cxn ang="5400000">
                  <a:pos x="wd2" y="hd2"/>
                </a:cxn>
                <a:cxn ang="10800000">
                  <a:pos x="wd2" y="hd2"/>
                </a:cxn>
                <a:cxn ang="16200000">
                  <a:pos x="wd2" y="hd2"/>
                </a:cxn>
              </a:cxnLst>
              <a:rect l="0" t="0" r="r" b="b"/>
              <a:pathLst>
                <a:path w="17936" h="18279" fill="norm" stroke="1" extrusionOk="0">
                  <a:moveTo>
                    <a:pt x="543" y="7649"/>
                  </a:moveTo>
                  <a:cubicBezTo>
                    <a:pt x="543" y="7649"/>
                    <a:pt x="3216" y="15619"/>
                    <a:pt x="3791" y="15961"/>
                  </a:cubicBezTo>
                  <a:cubicBezTo>
                    <a:pt x="4366" y="16369"/>
                    <a:pt x="14493" y="18345"/>
                    <a:pt x="17936" y="18277"/>
                  </a:cubicBezTo>
                  <a:cubicBezTo>
                    <a:pt x="17936" y="699"/>
                    <a:pt x="17936" y="699"/>
                    <a:pt x="17936" y="699"/>
                  </a:cubicBezTo>
                  <a:cubicBezTo>
                    <a:pt x="17936" y="699"/>
                    <a:pt x="-3664" y="-3255"/>
                    <a:pt x="543" y="7649"/>
                  </a:cubicBez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3" name="Shape 8033"/>
            <p:cNvSpPr/>
            <p:nvPr/>
          </p:nvSpPr>
          <p:spPr>
            <a:xfrm>
              <a:off x="942302" y="161851"/>
              <a:ext cx="383596" cy="1076039"/>
            </a:xfrm>
            <a:custGeom>
              <a:avLst/>
              <a:gdLst/>
              <a:ahLst/>
              <a:cxnLst>
                <a:cxn ang="0">
                  <a:pos x="wd2" y="hd2"/>
                </a:cxn>
                <a:cxn ang="5400000">
                  <a:pos x="wd2" y="hd2"/>
                </a:cxn>
                <a:cxn ang="10800000">
                  <a:pos x="wd2" y="hd2"/>
                </a:cxn>
                <a:cxn ang="16200000">
                  <a:pos x="wd2" y="hd2"/>
                </a:cxn>
              </a:cxnLst>
              <a:rect l="0" t="0" r="r" b="b"/>
              <a:pathLst>
                <a:path w="19008" h="19349" fill="norm" stroke="1" extrusionOk="0">
                  <a:moveTo>
                    <a:pt x="18749" y="7809"/>
                  </a:moveTo>
                  <a:cubicBezTo>
                    <a:pt x="18749" y="7809"/>
                    <a:pt x="15690" y="16462"/>
                    <a:pt x="15279" y="16833"/>
                  </a:cubicBezTo>
                  <a:cubicBezTo>
                    <a:pt x="14672" y="17276"/>
                    <a:pt x="3660" y="19421"/>
                    <a:pt x="0" y="19348"/>
                  </a:cubicBezTo>
                  <a:cubicBezTo>
                    <a:pt x="0" y="264"/>
                    <a:pt x="0" y="264"/>
                    <a:pt x="0" y="264"/>
                  </a:cubicBezTo>
                  <a:cubicBezTo>
                    <a:pt x="0" y="264"/>
                    <a:pt x="21600" y="-2179"/>
                    <a:pt x="18749" y="7809"/>
                  </a:cubicBez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4" name="Shape 8034"/>
            <p:cNvSpPr/>
            <p:nvPr/>
          </p:nvSpPr>
          <p:spPr>
            <a:xfrm>
              <a:off x="1266854" y="596792"/>
              <a:ext cx="129061" cy="305919"/>
            </a:xfrm>
            <a:custGeom>
              <a:avLst/>
              <a:gdLst/>
              <a:ahLst/>
              <a:cxnLst>
                <a:cxn ang="0">
                  <a:pos x="wd2" y="hd2"/>
                </a:cxn>
                <a:cxn ang="5400000">
                  <a:pos x="wd2" y="hd2"/>
                </a:cxn>
                <a:cxn ang="10800000">
                  <a:pos x="wd2" y="hd2"/>
                </a:cxn>
                <a:cxn ang="16200000">
                  <a:pos x="wd2" y="hd2"/>
                </a:cxn>
              </a:cxnLst>
              <a:rect l="0" t="0" r="r" b="b"/>
              <a:pathLst>
                <a:path w="18272" h="19834" fill="norm" stroke="1" extrusionOk="0">
                  <a:moveTo>
                    <a:pt x="0" y="19710"/>
                  </a:moveTo>
                  <a:cubicBezTo>
                    <a:pt x="0" y="19710"/>
                    <a:pt x="9334" y="21306"/>
                    <a:pt x="15178" y="13036"/>
                  </a:cubicBezTo>
                  <a:cubicBezTo>
                    <a:pt x="21600" y="3435"/>
                    <a:pt x="16933" y="-29"/>
                    <a:pt x="11089" y="235"/>
                  </a:cubicBezTo>
                  <a:cubicBezTo>
                    <a:pt x="8756" y="235"/>
                    <a:pt x="7598" y="-294"/>
                    <a:pt x="6422" y="235"/>
                  </a:cubicBezTo>
                  <a:cubicBezTo>
                    <a:pt x="2334" y="1302"/>
                    <a:pt x="1176" y="3171"/>
                    <a:pt x="1176" y="3171"/>
                  </a:cubicBezTo>
                  <a:lnTo>
                    <a:pt x="0" y="1971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5" name="Shape 8035"/>
            <p:cNvSpPr/>
            <p:nvPr/>
          </p:nvSpPr>
          <p:spPr>
            <a:xfrm>
              <a:off x="942302" y="1448129"/>
              <a:ext cx="147921" cy="2222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9603"/>
                    <a:pt x="0" y="19603"/>
                    <a:pt x="0" y="19603"/>
                  </a:cubicBezTo>
                  <a:cubicBezTo>
                    <a:pt x="8974" y="21600"/>
                    <a:pt x="8974" y="21600"/>
                    <a:pt x="8974" y="21600"/>
                  </a:cubicBezTo>
                  <a:cubicBezTo>
                    <a:pt x="21600" y="7196"/>
                    <a:pt x="21600" y="7196"/>
                    <a:pt x="21600" y="7196"/>
                  </a:cubicBezTo>
                  <a:cubicBezTo>
                    <a:pt x="21600" y="7196"/>
                    <a:pt x="9589" y="397"/>
                    <a:pt x="0" y="0"/>
                  </a:cubicBezTo>
                </a:path>
              </a:pathLst>
            </a:custGeom>
            <a:solidFill>
              <a:srgbClr val="72C9D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6" name="Shape 8036"/>
            <p:cNvSpPr/>
            <p:nvPr/>
          </p:nvSpPr>
          <p:spPr>
            <a:xfrm>
              <a:off x="942302" y="1308193"/>
              <a:ext cx="291908" cy="3993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44" y="0"/>
                  </a:moveTo>
                  <a:cubicBezTo>
                    <a:pt x="21600" y="1781"/>
                    <a:pt x="21600" y="1781"/>
                    <a:pt x="21600" y="1781"/>
                  </a:cubicBezTo>
                  <a:cubicBezTo>
                    <a:pt x="13387" y="21600"/>
                    <a:pt x="13387" y="21600"/>
                    <a:pt x="13387" y="21600"/>
                  </a:cubicBezTo>
                  <a:cubicBezTo>
                    <a:pt x="0" y="7573"/>
                    <a:pt x="0" y="7573"/>
                    <a:pt x="0" y="7573"/>
                  </a:cubicBezTo>
                  <a:cubicBezTo>
                    <a:pt x="0" y="7573"/>
                    <a:pt x="7297" y="6461"/>
                    <a:pt x="17644" y="0"/>
                  </a:cubicBezTo>
                </a:path>
              </a:pathLst>
            </a:custGeom>
            <a:solidFill>
              <a:srgbClr val="FAF8F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7" name="Shape 8037"/>
            <p:cNvSpPr/>
            <p:nvPr/>
          </p:nvSpPr>
          <p:spPr>
            <a:xfrm>
              <a:off x="0" y="1336645"/>
              <a:ext cx="761027" cy="736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76" y="11704"/>
                  </a:moveTo>
                  <a:cubicBezTo>
                    <a:pt x="15877" y="9653"/>
                    <a:pt x="15877" y="9653"/>
                    <a:pt x="15877" y="9653"/>
                  </a:cubicBezTo>
                  <a:cubicBezTo>
                    <a:pt x="16579" y="8568"/>
                    <a:pt x="16579" y="8568"/>
                    <a:pt x="16579" y="8568"/>
                  </a:cubicBezTo>
                  <a:cubicBezTo>
                    <a:pt x="18679" y="3981"/>
                    <a:pt x="18679" y="3981"/>
                    <a:pt x="18679" y="3981"/>
                  </a:cubicBezTo>
                  <a:cubicBezTo>
                    <a:pt x="18679" y="0"/>
                    <a:pt x="18679" y="0"/>
                    <a:pt x="18679" y="0"/>
                  </a:cubicBezTo>
                  <a:cubicBezTo>
                    <a:pt x="12959" y="2533"/>
                    <a:pt x="12959" y="2533"/>
                    <a:pt x="12959" y="2533"/>
                  </a:cubicBezTo>
                  <a:cubicBezTo>
                    <a:pt x="12959" y="2533"/>
                    <a:pt x="2921" y="7240"/>
                    <a:pt x="2802" y="7240"/>
                  </a:cubicBezTo>
                  <a:cubicBezTo>
                    <a:pt x="2103" y="8086"/>
                    <a:pt x="818" y="15325"/>
                    <a:pt x="0" y="21600"/>
                  </a:cubicBezTo>
                  <a:cubicBezTo>
                    <a:pt x="21600" y="21600"/>
                    <a:pt x="21600" y="21600"/>
                    <a:pt x="21600" y="21600"/>
                  </a:cubicBezTo>
                  <a:lnTo>
                    <a:pt x="14476" y="1170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8" name="Shape 8038"/>
            <p:cNvSpPr/>
            <p:nvPr/>
          </p:nvSpPr>
          <p:spPr>
            <a:xfrm>
              <a:off x="835473" y="1649613"/>
              <a:ext cx="107279" cy="4237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9139" y="1047"/>
                    <a:pt x="9139" y="1047"/>
                    <a:pt x="9139" y="1047"/>
                  </a:cubicBezTo>
                  <a:cubicBezTo>
                    <a:pt x="9139" y="1047"/>
                    <a:pt x="1674" y="10065"/>
                    <a:pt x="0" y="14682"/>
                  </a:cubicBezTo>
                  <a:cubicBezTo>
                    <a:pt x="7466" y="21600"/>
                    <a:pt x="7466" y="21600"/>
                    <a:pt x="7466" y="21600"/>
                  </a:cubicBezTo>
                  <a:lnTo>
                    <a:pt x="21600" y="21600"/>
                  </a:lnTo>
                </a:path>
              </a:pathLst>
            </a:custGeom>
            <a:solidFill>
              <a:srgbClr val="4EBCC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39" name="Shape 8039"/>
            <p:cNvSpPr/>
            <p:nvPr/>
          </p:nvSpPr>
          <p:spPr>
            <a:xfrm>
              <a:off x="942302" y="1649613"/>
              <a:ext cx="110763" cy="4237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96" y="21600"/>
                  </a:moveTo>
                  <a:cubicBezTo>
                    <a:pt x="21600" y="14682"/>
                    <a:pt x="21600" y="14682"/>
                    <a:pt x="21600" y="14682"/>
                  </a:cubicBezTo>
                  <a:cubicBezTo>
                    <a:pt x="19214" y="10065"/>
                    <a:pt x="11980" y="1047"/>
                    <a:pt x="11980" y="1047"/>
                  </a:cubicBezTo>
                  <a:cubicBezTo>
                    <a:pt x="0" y="0"/>
                    <a:pt x="0" y="0"/>
                    <a:pt x="0" y="0"/>
                  </a:cubicBezTo>
                  <a:cubicBezTo>
                    <a:pt x="0" y="21600"/>
                    <a:pt x="0" y="21600"/>
                    <a:pt x="0" y="21600"/>
                  </a:cubicBezTo>
                  <a:lnTo>
                    <a:pt x="13596" y="21600"/>
                  </a:lnTo>
                </a:path>
              </a:pathLst>
            </a:custGeom>
            <a:solidFill>
              <a:srgbClr val="72C9D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0" name="Shape 8040"/>
            <p:cNvSpPr/>
            <p:nvPr/>
          </p:nvSpPr>
          <p:spPr>
            <a:xfrm>
              <a:off x="440089" y="1336645"/>
              <a:ext cx="431831" cy="736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2" y="8568"/>
                  </a:moveTo>
                  <a:lnTo>
                    <a:pt x="5965" y="9653"/>
                  </a:lnTo>
                  <a:lnTo>
                    <a:pt x="3496" y="11704"/>
                  </a:lnTo>
                  <a:lnTo>
                    <a:pt x="16050" y="21600"/>
                  </a:lnTo>
                  <a:lnTo>
                    <a:pt x="21600" y="21600"/>
                  </a:lnTo>
                  <a:lnTo>
                    <a:pt x="19750" y="17619"/>
                  </a:lnTo>
                  <a:lnTo>
                    <a:pt x="12963" y="3981"/>
                  </a:lnTo>
                  <a:lnTo>
                    <a:pt x="10902" y="0"/>
                  </a:lnTo>
                  <a:lnTo>
                    <a:pt x="5965" y="1209"/>
                  </a:lnTo>
                  <a:lnTo>
                    <a:pt x="0" y="6518"/>
                  </a:lnTo>
                  <a:lnTo>
                    <a:pt x="7202" y="8568"/>
                  </a:lnTo>
                </a:path>
              </a:pathLst>
            </a:custGeom>
            <a:solidFill>
              <a:srgbClr val="48182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1" name="Shape 8041"/>
            <p:cNvSpPr/>
            <p:nvPr/>
          </p:nvSpPr>
          <p:spPr>
            <a:xfrm>
              <a:off x="1118803" y="1336645"/>
              <a:ext cx="765091" cy="736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1" y="11704"/>
                  </a:moveTo>
                  <a:cubicBezTo>
                    <a:pt x="5808" y="9653"/>
                    <a:pt x="5808" y="9653"/>
                    <a:pt x="5808" y="9653"/>
                  </a:cubicBezTo>
                  <a:cubicBezTo>
                    <a:pt x="5109" y="8568"/>
                    <a:pt x="5109" y="8568"/>
                    <a:pt x="5109" y="8568"/>
                  </a:cubicBezTo>
                  <a:cubicBezTo>
                    <a:pt x="3021" y="3981"/>
                    <a:pt x="3021" y="3981"/>
                    <a:pt x="3021" y="3981"/>
                  </a:cubicBezTo>
                  <a:cubicBezTo>
                    <a:pt x="3021" y="0"/>
                    <a:pt x="3021" y="0"/>
                    <a:pt x="3021" y="0"/>
                  </a:cubicBezTo>
                  <a:cubicBezTo>
                    <a:pt x="8595" y="2533"/>
                    <a:pt x="8595" y="2533"/>
                    <a:pt x="8595" y="2533"/>
                  </a:cubicBezTo>
                  <a:lnTo>
                    <a:pt x="18698" y="7240"/>
                  </a:lnTo>
                  <a:cubicBezTo>
                    <a:pt x="19393" y="8086"/>
                    <a:pt x="20786" y="15325"/>
                    <a:pt x="21600" y="21600"/>
                  </a:cubicBezTo>
                  <a:cubicBezTo>
                    <a:pt x="0" y="21600"/>
                    <a:pt x="0" y="21600"/>
                    <a:pt x="0" y="21600"/>
                  </a:cubicBezTo>
                  <a:lnTo>
                    <a:pt x="7201" y="1170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2" name="Shape 8042"/>
            <p:cNvSpPr/>
            <p:nvPr/>
          </p:nvSpPr>
          <p:spPr>
            <a:xfrm>
              <a:off x="1007909" y="1336645"/>
              <a:ext cx="435895" cy="736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65" y="8568"/>
                  </a:moveTo>
                  <a:lnTo>
                    <a:pt x="15691" y="9653"/>
                  </a:lnTo>
                  <a:lnTo>
                    <a:pt x="18137" y="11704"/>
                  </a:lnTo>
                  <a:lnTo>
                    <a:pt x="5498" y="21600"/>
                  </a:lnTo>
                  <a:lnTo>
                    <a:pt x="0" y="21600"/>
                  </a:lnTo>
                  <a:lnTo>
                    <a:pt x="2035" y="17619"/>
                  </a:lnTo>
                  <a:lnTo>
                    <a:pt x="8759" y="3981"/>
                  </a:lnTo>
                  <a:lnTo>
                    <a:pt x="10800" y="0"/>
                  </a:lnTo>
                  <a:lnTo>
                    <a:pt x="15691" y="1209"/>
                  </a:lnTo>
                  <a:lnTo>
                    <a:pt x="21600" y="6518"/>
                  </a:lnTo>
                  <a:lnTo>
                    <a:pt x="14465" y="8568"/>
                  </a:lnTo>
                </a:path>
              </a:pathLst>
            </a:custGeom>
            <a:solidFill>
              <a:srgbClr val="48182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3" name="Shape 8043"/>
            <p:cNvSpPr/>
            <p:nvPr/>
          </p:nvSpPr>
          <p:spPr>
            <a:xfrm>
              <a:off x="502213" y="0"/>
              <a:ext cx="867856" cy="7489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075"/>
                  </a:moveTo>
                  <a:cubicBezTo>
                    <a:pt x="21600" y="14953"/>
                    <a:pt x="21600" y="14836"/>
                    <a:pt x="21600" y="14600"/>
                  </a:cubicBezTo>
                  <a:cubicBezTo>
                    <a:pt x="21600" y="14125"/>
                    <a:pt x="21495" y="13529"/>
                    <a:pt x="21495" y="13054"/>
                  </a:cubicBezTo>
                  <a:cubicBezTo>
                    <a:pt x="21394" y="12819"/>
                    <a:pt x="21394" y="12701"/>
                    <a:pt x="21394" y="12579"/>
                  </a:cubicBezTo>
                  <a:cubicBezTo>
                    <a:pt x="21292" y="12105"/>
                    <a:pt x="21292" y="11751"/>
                    <a:pt x="21190" y="11277"/>
                  </a:cubicBezTo>
                  <a:cubicBezTo>
                    <a:pt x="21086" y="11277"/>
                    <a:pt x="21086" y="11277"/>
                    <a:pt x="21086" y="11277"/>
                  </a:cubicBezTo>
                  <a:cubicBezTo>
                    <a:pt x="21086" y="11155"/>
                    <a:pt x="20984" y="10920"/>
                    <a:pt x="20984" y="10802"/>
                  </a:cubicBezTo>
                  <a:cubicBezTo>
                    <a:pt x="20883" y="10327"/>
                    <a:pt x="20676" y="9852"/>
                    <a:pt x="20473" y="9495"/>
                  </a:cubicBezTo>
                  <a:cubicBezTo>
                    <a:pt x="20781" y="9138"/>
                    <a:pt x="20883" y="8781"/>
                    <a:pt x="20883" y="8307"/>
                  </a:cubicBezTo>
                  <a:cubicBezTo>
                    <a:pt x="20883" y="7953"/>
                    <a:pt x="20781" y="7596"/>
                    <a:pt x="20575" y="7122"/>
                  </a:cubicBezTo>
                  <a:cubicBezTo>
                    <a:pt x="20676" y="4865"/>
                    <a:pt x="20063" y="2017"/>
                    <a:pt x="16070" y="710"/>
                  </a:cubicBezTo>
                  <a:cubicBezTo>
                    <a:pt x="14740" y="235"/>
                    <a:pt x="13000" y="0"/>
                    <a:pt x="11054" y="0"/>
                  </a:cubicBezTo>
                  <a:cubicBezTo>
                    <a:pt x="8908" y="0"/>
                    <a:pt x="6654" y="950"/>
                    <a:pt x="4813" y="2492"/>
                  </a:cubicBezTo>
                  <a:cubicBezTo>
                    <a:pt x="4505" y="2609"/>
                    <a:pt x="4298" y="2609"/>
                    <a:pt x="4095" y="2609"/>
                  </a:cubicBezTo>
                  <a:cubicBezTo>
                    <a:pt x="3584" y="2609"/>
                    <a:pt x="3070" y="2374"/>
                    <a:pt x="3070" y="2017"/>
                  </a:cubicBezTo>
                  <a:cubicBezTo>
                    <a:pt x="3070" y="1899"/>
                    <a:pt x="3070" y="1899"/>
                    <a:pt x="2968" y="1899"/>
                  </a:cubicBezTo>
                  <a:cubicBezTo>
                    <a:pt x="2968" y="1781"/>
                    <a:pt x="2968" y="1781"/>
                    <a:pt x="2867" y="1899"/>
                  </a:cubicBezTo>
                  <a:cubicBezTo>
                    <a:pt x="2356" y="2256"/>
                    <a:pt x="2048" y="2609"/>
                    <a:pt x="1740" y="2966"/>
                  </a:cubicBezTo>
                  <a:cubicBezTo>
                    <a:pt x="1638" y="3441"/>
                    <a:pt x="1537" y="3798"/>
                    <a:pt x="1537" y="4273"/>
                  </a:cubicBezTo>
                  <a:cubicBezTo>
                    <a:pt x="1537" y="4391"/>
                    <a:pt x="1537" y="4508"/>
                    <a:pt x="1537" y="4630"/>
                  </a:cubicBezTo>
                  <a:cubicBezTo>
                    <a:pt x="1229" y="4508"/>
                    <a:pt x="1022" y="4391"/>
                    <a:pt x="819" y="4273"/>
                  </a:cubicBezTo>
                  <a:cubicBezTo>
                    <a:pt x="819" y="4155"/>
                    <a:pt x="717" y="4155"/>
                    <a:pt x="613" y="4273"/>
                  </a:cubicBezTo>
                  <a:cubicBezTo>
                    <a:pt x="308" y="4748"/>
                    <a:pt x="0" y="5458"/>
                    <a:pt x="0" y="6172"/>
                  </a:cubicBezTo>
                  <a:cubicBezTo>
                    <a:pt x="0" y="6529"/>
                    <a:pt x="102" y="6882"/>
                    <a:pt x="203" y="7122"/>
                  </a:cubicBezTo>
                  <a:cubicBezTo>
                    <a:pt x="308" y="7122"/>
                    <a:pt x="308" y="7239"/>
                    <a:pt x="308" y="7239"/>
                  </a:cubicBezTo>
                  <a:cubicBezTo>
                    <a:pt x="203" y="7479"/>
                    <a:pt x="102" y="7832"/>
                    <a:pt x="102" y="8189"/>
                  </a:cubicBezTo>
                  <a:cubicBezTo>
                    <a:pt x="102" y="8189"/>
                    <a:pt x="102" y="8307"/>
                    <a:pt x="102" y="8428"/>
                  </a:cubicBezTo>
                  <a:cubicBezTo>
                    <a:pt x="102" y="9256"/>
                    <a:pt x="511" y="10088"/>
                    <a:pt x="1229" y="10680"/>
                  </a:cubicBezTo>
                  <a:cubicBezTo>
                    <a:pt x="1127" y="10920"/>
                    <a:pt x="1022" y="11155"/>
                    <a:pt x="1022" y="11277"/>
                  </a:cubicBezTo>
                  <a:cubicBezTo>
                    <a:pt x="921" y="11512"/>
                    <a:pt x="921" y="11630"/>
                    <a:pt x="819" y="11751"/>
                  </a:cubicBezTo>
                  <a:lnTo>
                    <a:pt x="819" y="11869"/>
                  </a:lnTo>
                  <a:cubicBezTo>
                    <a:pt x="819" y="12105"/>
                    <a:pt x="717" y="12462"/>
                    <a:pt x="717" y="12819"/>
                  </a:cubicBezTo>
                  <a:cubicBezTo>
                    <a:pt x="613" y="12936"/>
                    <a:pt x="613" y="13054"/>
                    <a:pt x="613" y="13293"/>
                  </a:cubicBezTo>
                  <a:cubicBezTo>
                    <a:pt x="613" y="13651"/>
                    <a:pt x="511" y="14004"/>
                    <a:pt x="511" y="14478"/>
                  </a:cubicBezTo>
                  <a:cubicBezTo>
                    <a:pt x="511" y="14600"/>
                    <a:pt x="511" y="14836"/>
                    <a:pt x="511" y="15075"/>
                  </a:cubicBezTo>
                  <a:cubicBezTo>
                    <a:pt x="511" y="15193"/>
                    <a:pt x="511" y="15310"/>
                    <a:pt x="511" y="15428"/>
                  </a:cubicBezTo>
                  <a:cubicBezTo>
                    <a:pt x="511" y="15667"/>
                    <a:pt x="511" y="15903"/>
                    <a:pt x="511" y="16142"/>
                  </a:cubicBezTo>
                  <a:cubicBezTo>
                    <a:pt x="511" y="16260"/>
                    <a:pt x="511" y="16378"/>
                    <a:pt x="511" y="16499"/>
                  </a:cubicBezTo>
                  <a:cubicBezTo>
                    <a:pt x="613" y="16735"/>
                    <a:pt x="613" y="16735"/>
                    <a:pt x="613" y="16735"/>
                  </a:cubicBezTo>
                  <a:cubicBezTo>
                    <a:pt x="613" y="17092"/>
                    <a:pt x="613" y="17566"/>
                    <a:pt x="613" y="18041"/>
                  </a:cubicBezTo>
                  <a:cubicBezTo>
                    <a:pt x="613" y="18159"/>
                    <a:pt x="613" y="18159"/>
                    <a:pt x="717" y="18159"/>
                  </a:cubicBezTo>
                  <a:cubicBezTo>
                    <a:pt x="717" y="18277"/>
                    <a:pt x="819" y="18398"/>
                    <a:pt x="921" y="18516"/>
                  </a:cubicBezTo>
                  <a:cubicBezTo>
                    <a:pt x="1022" y="18516"/>
                    <a:pt x="1127" y="18634"/>
                    <a:pt x="1127" y="18751"/>
                  </a:cubicBezTo>
                  <a:cubicBezTo>
                    <a:pt x="2048" y="21600"/>
                    <a:pt x="2048" y="21600"/>
                    <a:pt x="2048" y="21600"/>
                  </a:cubicBezTo>
                  <a:cubicBezTo>
                    <a:pt x="2149" y="21600"/>
                    <a:pt x="2149" y="21600"/>
                    <a:pt x="2251" y="21600"/>
                  </a:cubicBezTo>
                  <a:cubicBezTo>
                    <a:pt x="2251" y="21600"/>
                    <a:pt x="2356" y="21600"/>
                    <a:pt x="2356" y="21482"/>
                  </a:cubicBezTo>
                  <a:cubicBezTo>
                    <a:pt x="2251" y="21007"/>
                    <a:pt x="2251" y="20297"/>
                    <a:pt x="2251" y="19583"/>
                  </a:cubicBezTo>
                  <a:cubicBezTo>
                    <a:pt x="2251" y="18751"/>
                    <a:pt x="2251" y="17802"/>
                    <a:pt x="2457" y="16974"/>
                  </a:cubicBezTo>
                  <a:cubicBezTo>
                    <a:pt x="2559" y="16735"/>
                    <a:pt x="2559" y="16499"/>
                    <a:pt x="2660" y="16378"/>
                  </a:cubicBezTo>
                  <a:cubicBezTo>
                    <a:pt x="2765" y="16024"/>
                    <a:pt x="2968" y="15667"/>
                    <a:pt x="3175" y="15428"/>
                  </a:cubicBezTo>
                  <a:cubicBezTo>
                    <a:pt x="3175" y="15428"/>
                    <a:pt x="3175" y="15428"/>
                    <a:pt x="3175" y="15310"/>
                  </a:cubicBezTo>
                  <a:cubicBezTo>
                    <a:pt x="3175" y="15310"/>
                    <a:pt x="3175" y="15193"/>
                    <a:pt x="3175" y="15075"/>
                  </a:cubicBezTo>
                  <a:cubicBezTo>
                    <a:pt x="3175" y="14953"/>
                    <a:pt x="3175" y="14836"/>
                    <a:pt x="3070" y="14836"/>
                  </a:cubicBezTo>
                  <a:cubicBezTo>
                    <a:pt x="3070" y="14600"/>
                    <a:pt x="3070" y="14600"/>
                    <a:pt x="3070" y="14600"/>
                  </a:cubicBezTo>
                  <a:cubicBezTo>
                    <a:pt x="2968" y="14125"/>
                    <a:pt x="2968" y="13768"/>
                    <a:pt x="2968" y="13293"/>
                  </a:cubicBezTo>
                  <a:cubicBezTo>
                    <a:pt x="2968" y="13293"/>
                    <a:pt x="2968" y="13293"/>
                    <a:pt x="2968" y="13176"/>
                  </a:cubicBezTo>
                  <a:cubicBezTo>
                    <a:pt x="2968" y="13054"/>
                    <a:pt x="2968" y="12936"/>
                    <a:pt x="2968" y="12819"/>
                  </a:cubicBezTo>
                  <a:cubicBezTo>
                    <a:pt x="2968" y="12579"/>
                    <a:pt x="2968" y="12462"/>
                    <a:pt x="3070" y="12226"/>
                  </a:cubicBezTo>
                  <a:cubicBezTo>
                    <a:pt x="3070" y="12105"/>
                    <a:pt x="3175" y="11987"/>
                    <a:pt x="3175" y="11869"/>
                  </a:cubicBezTo>
                  <a:cubicBezTo>
                    <a:pt x="3276" y="11751"/>
                    <a:pt x="3378" y="11394"/>
                    <a:pt x="3584" y="11155"/>
                  </a:cubicBezTo>
                  <a:cubicBezTo>
                    <a:pt x="4606" y="10920"/>
                    <a:pt x="5527" y="10445"/>
                    <a:pt x="5936" y="9731"/>
                  </a:cubicBezTo>
                  <a:cubicBezTo>
                    <a:pt x="6244" y="9731"/>
                    <a:pt x="6552" y="9613"/>
                    <a:pt x="6857" y="9613"/>
                  </a:cubicBezTo>
                  <a:cubicBezTo>
                    <a:pt x="7165" y="9613"/>
                    <a:pt x="7575" y="9731"/>
                    <a:pt x="8089" y="9852"/>
                  </a:cubicBezTo>
                  <a:cubicBezTo>
                    <a:pt x="8394" y="9970"/>
                    <a:pt x="8600" y="10088"/>
                    <a:pt x="8908" y="10206"/>
                  </a:cubicBezTo>
                  <a:cubicBezTo>
                    <a:pt x="9419" y="10327"/>
                    <a:pt x="9930" y="10563"/>
                    <a:pt x="10441" y="10680"/>
                  </a:cubicBezTo>
                  <a:cubicBezTo>
                    <a:pt x="10648" y="10680"/>
                    <a:pt x="10851" y="10680"/>
                    <a:pt x="11054" y="10680"/>
                  </a:cubicBezTo>
                  <a:cubicBezTo>
                    <a:pt x="11667" y="10680"/>
                    <a:pt x="12282" y="10563"/>
                    <a:pt x="12794" y="10327"/>
                  </a:cubicBezTo>
                  <a:cubicBezTo>
                    <a:pt x="12895" y="10327"/>
                    <a:pt x="13102" y="10206"/>
                    <a:pt x="13203" y="10206"/>
                  </a:cubicBezTo>
                  <a:cubicBezTo>
                    <a:pt x="13613" y="9970"/>
                    <a:pt x="14022" y="9852"/>
                    <a:pt x="14533" y="9731"/>
                  </a:cubicBezTo>
                  <a:cubicBezTo>
                    <a:pt x="14740" y="9731"/>
                    <a:pt x="15048" y="9613"/>
                    <a:pt x="15251" y="9613"/>
                  </a:cubicBezTo>
                  <a:cubicBezTo>
                    <a:pt x="15559" y="9613"/>
                    <a:pt x="15762" y="9731"/>
                    <a:pt x="15968" y="9731"/>
                  </a:cubicBezTo>
                  <a:cubicBezTo>
                    <a:pt x="16378" y="9731"/>
                    <a:pt x="16787" y="9852"/>
                    <a:pt x="17095" y="10088"/>
                  </a:cubicBezTo>
                  <a:cubicBezTo>
                    <a:pt x="17505" y="10206"/>
                    <a:pt x="17914" y="10445"/>
                    <a:pt x="18219" y="10802"/>
                  </a:cubicBezTo>
                  <a:cubicBezTo>
                    <a:pt x="18324" y="10802"/>
                    <a:pt x="18324" y="10920"/>
                    <a:pt x="18425" y="11037"/>
                  </a:cubicBezTo>
                  <a:cubicBezTo>
                    <a:pt x="18628" y="11277"/>
                    <a:pt x="18835" y="11630"/>
                    <a:pt x="18936" y="11987"/>
                  </a:cubicBezTo>
                  <a:cubicBezTo>
                    <a:pt x="19038" y="12105"/>
                    <a:pt x="19038" y="12344"/>
                    <a:pt x="19143" y="12462"/>
                  </a:cubicBezTo>
                  <a:cubicBezTo>
                    <a:pt x="19143" y="12701"/>
                    <a:pt x="19143" y="13054"/>
                    <a:pt x="19143" y="13293"/>
                  </a:cubicBezTo>
                  <a:cubicBezTo>
                    <a:pt x="19143" y="13411"/>
                    <a:pt x="19143" y="13529"/>
                    <a:pt x="19143" y="13651"/>
                  </a:cubicBezTo>
                  <a:cubicBezTo>
                    <a:pt x="19143" y="13768"/>
                    <a:pt x="19143" y="14004"/>
                    <a:pt x="19038" y="14243"/>
                  </a:cubicBezTo>
                  <a:cubicBezTo>
                    <a:pt x="19038" y="14361"/>
                    <a:pt x="19038" y="14600"/>
                    <a:pt x="19038" y="14718"/>
                  </a:cubicBezTo>
                  <a:cubicBezTo>
                    <a:pt x="18936" y="14953"/>
                    <a:pt x="18936" y="15193"/>
                    <a:pt x="18936" y="15310"/>
                  </a:cubicBezTo>
                  <a:cubicBezTo>
                    <a:pt x="18936" y="15428"/>
                    <a:pt x="18936" y="15428"/>
                    <a:pt x="18936" y="15428"/>
                  </a:cubicBezTo>
                  <a:cubicBezTo>
                    <a:pt x="19038" y="15550"/>
                    <a:pt x="19038" y="15667"/>
                    <a:pt x="19143" y="15785"/>
                  </a:cubicBezTo>
                  <a:cubicBezTo>
                    <a:pt x="19244" y="15903"/>
                    <a:pt x="19346" y="16024"/>
                    <a:pt x="19346" y="16260"/>
                  </a:cubicBezTo>
                  <a:cubicBezTo>
                    <a:pt x="19552" y="16617"/>
                    <a:pt x="19755" y="17209"/>
                    <a:pt x="19857" y="17802"/>
                  </a:cubicBezTo>
                  <a:cubicBezTo>
                    <a:pt x="19857" y="18041"/>
                    <a:pt x="19857" y="18159"/>
                    <a:pt x="19857" y="18277"/>
                  </a:cubicBezTo>
                  <a:cubicBezTo>
                    <a:pt x="19857" y="18634"/>
                    <a:pt x="19857" y="19108"/>
                    <a:pt x="19857" y="19583"/>
                  </a:cubicBezTo>
                  <a:cubicBezTo>
                    <a:pt x="19857" y="20297"/>
                    <a:pt x="19857" y="21007"/>
                    <a:pt x="19755" y="21482"/>
                  </a:cubicBezTo>
                  <a:cubicBezTo>
                    <a:pt x="19755" y="21600"/>
                    <a:pt x="19857" y="21600"/>
                    <a:pt x="19857" y="21600"/>
                  </a:cubicBezTo>
                  <a:cubicBezTo>
                    <a:pt x="19962" y="21600"/>
                    <a:pt x="19962" y="21600"/>
                    <a:pt x="20063" y="21600"/>
                  </a:cubicBezTo>
                  <a:cubicBezTo>
                    <a:pt x="20984" y="18751"/>
                    <a:pt x="20984" y="18751"/>
                    <a:pt x="20984" y="18751"/>
                  </a:cubicBezTo>
                  <a:cubicBezTo>
                    <a:pt x="20984" y="18634"/>
                    <a:pt x="21086" y="18516"/>
                    <a:pt x="21190" y="18516"/>
                  </a:cubicBezTo>
                  <a:cubicBezTo>
                    <a:pt x="21292" y="18398"/>
                    <a:pt x="21292" y="18277"/>
                    <a:pt x="21394" y="18159"/>
                  </a:cubicBezTo>
                  <a:cubicBezTo>
                    <a:pt x="21495" y="18159"/>
                    <a:pt x="21495" y="18159"/>
                    <a:pt x="21495" y="18041"/>
                  </a:cubicBezTo>
                  <a:cubicBezTo>
                    <a:pt x="21495" y="17923"/>
                    <a:pt x="21495" y="17802"/>
                    <a:pt x="21495" y="17684"/>
                  </a:cubicBezTo>
                  <a:cubicBezTo>
                    <a:pt x="21495" y="17449"/>
                    <a:pt x="21495" y="17327"/>
                    <a:pt x="21495" y="17209"/>
                  </a:cubicBezTo>
                  <a:cubicBezTo>
                    <a:pt x="21495" y="16852"/>
                    <a:pt x="21600" y="16617"/>
                    <a:pt x="21600" y="16378"/>
                  </a:cubicBezTo>
                  <a:cubicBezTo>
                    <a:pt x="21600" y="16024"/>
                    <a:pt x="21600" y="15785"/>
                    <a:pt x="21600" y="15428"/>
                  </a:cubicBezTo>
                  <a:cubicBezTo>
                    <a:pt x="21600" y="15310"/>
                    <a:pt x="21600" y="15193"/>
                    <a:pt x="21600" y="15075"/>
                  </a:cubicBezTo>
                </a:path>
              </a:pathLst>
            </a:custGeom>
            <a:solidFill>
              <a:srgbClr val="754C2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066" name="Group 8066"/>
          <p:cNvGrpSpPr/>
          <p:nvPr/>
        </p:nvGrpSpPr>
        <p:grpSpPr>
          <a:xfrm>
            <a:off x="14491865" y="4582449"/>
            <a:ext cx="2147688" cy="2389913"/>
            <a:chOff x="0" y="0"/>
            <a:chExt cx="2147686" cy="2389911"/>
          </a:xfrm>
        </p:grpSpPr>
        <p:sp>
          <p:nvSpPr>
            <p:cNvPr id="8045" name="Shape 8045"/>
            <p:cNvSpPr/>
            <p:nvPr/>
          </p:nvSpPr>
          <p:spPr>
            <a:xfrm>
              <a:off x="284639" y="0"/>
              <a:ext cx="786217" cy="1577874"/>
            </a:xfrm>
            <a:custGeom>
              <a:avLst/>
              <a:gdLst/>
              <a:ahLst/>
              <a:cxnLst>
                <a:cxn ang="0">
                  <a:pos x="wd2" y="hd2"/>
                </a:cxn>
                <a:cxn ang="5400000">
                  <a:pos x="wd2" y="hd2"/>
                </a:cxn>
                <a:cxn ang="10800000">
                  <a:pos x="wd2" y="hd2"/>
                </a:cxn>
                <a:cxn ang="16200000">
                  <a:pos x="wd2" y="hd2"/>
                </a:cxn>
              </a:cxnLst>
              <a:rect l="0" t="0" r="r" b="b"/>
              <a:pathLst>
                <a:path w="21600" h="19566" fill="norm" stroke="1" extrusionOk="0">
                  <a:moveTo>
                    <a:pt x="21600" y="2"/>
                  </a:moveTo>
                  <a:cubicBezTo>
                    <a:pt x="21600" y="2"/>
                    <a:pt x="16257" y="-101"/>
                    <a:pt x="12025" y="1105"/>
                  </a:cubicBezTo>
                  <a:cubicBezTo>
                    <a:pt x="7794" y="2310"/>
                    <a:pt x="4901" y="3416"/>
                    <a:pt x="4901" y="11355"/>
                  </a:cubicBezTo>
                  <a:cubicBezTo>
                    <a:pt x="4901" y="11554"/>
                    <a:pt x="4901" y="11856"/>
                    <a:pt x="4901" y="12059"/>
                  </a:cubicBezTo>
                  <a:cubicBezTo>
                    <a:pt x="4680" y="13866"/>
                    <a:pt x="3120" y="15673"/>
                    <a:pt x="0" y="17178"/>
                  </a:cubicBezTo>
                  <a:cubicBezTo>
                    <a:pt x="0" y="17281"/>
                    <a:pt x="0" y="17281"/>
                    <a:pt x="0" y="17281"/>
                  </a:cubicBezTo>
                  <a:cubicBezTo>
                    <a:pt x="8684" y="21499"/>
                    <a:pt x="21600" y="18586"/>
                    <a:pt x="21600" y="18586"/>
                  </a:cubicBezTo>
                  <a:lnTo>
                    <a:pt x="21600" y="2"/>
                  </a:ln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6" name="Shape 8046"/>
            <p:cNvSpPr/>
            <p:nvPr/>
          </p:nvSpPr>
          <p:spPr>
            <a:xfrm>
              <a:off x="1069972" y="0"/>
              <a:ext cx="793076" cy="1577874"/>
            </a:xfrm>
            <a:custGeom>
              <a:avLst/>
              <a:gdLst/>
              <a:ahLst/>
              <a:cxnLst>
                <a:cxn ang="0">
                  <a:pos x="wd2" y="hd2"/>
                </a:cxn>
                <a:cxn ang="5400000">
                  <a:pos x="wd2" y="hd2"/>
                </a:cxn>
                <a:cxn ang="10800000">
                  <a:pos x="wd2" y="hd2"/>
                </a:cxn>
                <a:cxn ang="16200000">
                  <a:pos x="wd2" y="hd2"/>
                </a:cxn>
              </a:cxnLst>
              <a:rect l="0" t="0" r="r" b="b"/>
              <a:pathLst>
                <a:path w="21600" h="19566" fill="norm" stroke="1" extrusionOk="0">
                  <a:moveTo>
                    <a:pt x="0" y="2"/>
                  </a:moveTo>
                  <a:cubicBezTo>
                    <a:pt x="0" y="2"/>
                    <a:pt x="5285" y="-101"/>
                    <a:pt x="9470" y="1105"/>
                  </a:cubicBezTo>
                  <a:cubicBezTo>
                    <a:pt x="13661" y="2310"/>
                    <a:pt x="16526" y="3416"/>
                    <a:pt x="16526" y="11355"/>
                  </a:cubicBezTo>
                  <a:cubicBezTo>
                    <a:pt x="16526" y="11554"/>
                    <a:pt x="16526" y="11856"/>
                    <a:pt x="16526" y="12059"/>
                  </a:cubicBezTo>
                  <a:cubicBezTo>
                    <a:pt x="16752" y="13866"/>
                    <a:pt x="18516" y="15673"/>
                    <a:pt x="21381" y="17178"/>
                  </a:cubicBezTo>
                  <a:cubicBezTo>
                    <a:pt x="21600" y="17281"/>
                    <a:pt x="21600" y="17281"/>
                    <a:pt x="21600" y="17281"/>
                  </a:cubicBezTo>
                  <a:cubicBezTo>
                    <a:pt x="12779" y="21499"/>
                    <a:pt x="0" y="18586"/>
                    <a:pt x="0" y="18586"/>
                  </a:cubicBezTo>
                  <a:lnTo>
                    <a:pt x="0" y="2"/>
                  </a:ln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7" name="Shape 8047"/>
            <p:cNvSpPr/>
            <p:nvPr/>
          </p:nvSpPr>
          <p:spPr>
            <a:xfrm>
              <a:off x="818483" y="1117864"/>
              <a:ext cx="510721" cy="7050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35" y="3966"/>
                  </a:moveTo>
                  <a:cubicBezTo>
                    <a:pt x="0" y="0"/>
                    <a:pt x="0" y="0"/>
                    <a:pt x="0" y="0"/>
                  </a:cubicBezTo>
                  <a:cubicBezTo>
                    <a:pt x="0" y="17873"/>
                    <a:pt x="0" y="17873"/>
                    <a:pt x="0" y="17873"/>
                  </a:cubicBezTo>
                  <a:cubicBezTo>
                    <a:pt x="0" y="17873"/>
                    <a:pt x="4116" y="21600"/>
                    <a:pt x="10635" y="21600"/>
                  </a:cubicBezTo>
                  <a:cubicBezTo>
                    <a:pt x="18505" y="21600"/>
                    <a:pt x="21600" y="18119"/>
                    <a:pt x="21600" y="18119"/>
                  </a:cubicBezTo>
                  <a:cubicBezTo>
                    <a:pt x="21600" y="2479"/>
                    <a:pt x="21600" y="2479"/>
                    <a:pt x="21600" y="2479"/>
                  </a:cubicBezTo>
                  <a:lnTo>
                    <a:pt x="10635" y="3966"/>
                  </a:ln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8" name="Shape 8048"/>
            <p:cNvSpPr/>
            <p:nvPr/>
          </p:nvSpPr>
          <p:spPr>
            <a:xfrm>
              <a:off x="818483" y="1287047"/>
              <a:ext cx="510721" cy="3804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20"/>
                  </a:moveTo>
                  <a:cubicBezTo>
                    <a:pt x="21600" y="3220"/>
                    <a:pt x="16452" y="9660"/>
                    <a:pt x="0" y="21600"/>
                  </a:cubicBezTo>
                  <a:cubicBezTo>
                    <a:pt x="0" y="0"/>
                    <a:pt x="0" y="0"/>
                    <a:pt x="0" y="0"/>
                  </a:cubicBezTo>
                  <a:lnTo>
                    <a:pt x="21600" y="322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49" name="Shape 8049"/>
            <p:cNvSpPr/>
            <p:nvPr/>
          </p:nvSpPr>
          <p:spPr>
            <a:xfrm>
              <a:off x="1458637" y="751964"/>
              <a:ext cx="124164" cy="309886"/>
            </a:xfrm>
            <a:custGeom>
              <a:avLst/>
              <a:gdLst/>
              <a:ahLst/>
              <a:cxnLst>
                <a:cxn ang="0">
                  <a:pos x="wd2" y="hd2"/>
                </a:cxn>
                <a:cxn ang="5400000">
                  <a:pos x="wd2" y="hd2"/>
                </a:cxn>
                <a:cxn ang="10800000">
                  <a:pos x="wd2" y="hd2"/>
                </a:cxn>
                <a:cxn ang="16200000">
                  <a:pos x="wd2" y="hd2"/>
                </a:cxn>
              </a:cxnLst>
              <a:rect l="0" t="0" r="r" b="b"/>
              <a:pathLst>
                <a:path w="19426" h="20137" fill="norm" stroke="1" extrusionOk="0">
                  <a:moveTo>
                    <a:pt x="0" y="20099"/>
                  </a:moveTo>
                  <a:cubicBezTo>
                    <a:pt x="0" y="20099"/>
                    <a:pt x="10169" y="21161"/>
                    <a:pt x="15254" y="12207"/>
                  </a:cubicBezTo>
                  <a:cubicBezTo>
                    <a:pt x="21600" y="2191"/>
                    <a:pt x="20339" y="606"/>
                    <a:pt x="13953" y="84"/>
                  </a:cubicBezTo>
                  <a:cubicBezTo>
                    <a:pt x="7607" y="-439"/>
                    <a:pt x="1261" y="1669"/>
                    <a:pt x="1261" y="1669"/>
                  </a:cubicBezTo>
                  <a:lnTo>
                    <a:pt x="0" y="20099"/>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0" name="Shape 8050"/>
            <p:cNvSpPr/>
            <p:nvPr/>
          </p:nvSpPr>
          <p:spPr>
            <a:xfrm>
              <a:off x="535123" y="751605"/>
              <a:ext cx="145925" cy="303421"/>
            </a:xfrm>
            <a:custGeom>
              <a:avLst/>
              <a:gdLst/>
              <a:ahLst/>
              <a:cxnLst>
                <a:cxn ang="0">
                  <a:pos x="wd2" y="hd2"/>
                </a:cxn>
                <a:cxn ang="5400000">
                  <a:pos x="wd2" y="hd2"/>
                </a:cxn>
                <a:cxn ang="10800000">
                  <a:pos x="wd2" y="hd2"/>
                </a:cxn>
                <a:cxn ang="16200000">
                  <a:pos x="wd2" y="hd2"/>
                </a:cxn>
              </a:cxnLst>
              <a:rect l="0" t="0" r="r" b="b"/>
              <a:pathLst>
                <a:path w="19449" h="19717" fill="norm" stroke="1" extrusionOk="0">
                  <a:moveTo>
                    <a:pt x="19449" y="19599"/>
                  </a:moveTo>
                  <a:cubicBezTo>
                    <a:pt x="19449" y="19599"/>
                    <a:pt x="10809" y="21184"/>
                    <a:pt x="5383" y="12753"/>
                  </a:cubicBezTo>
                  <a:cubicBezTo>
                    <a:pt x="-2151" y="2737"/>
                    <a:pt x="-1080" y="1152"/>
                    <a:pt x="4312" y="107"/>
                  </a:cubicBezTo>
                  <a:cubicBezTo>
                    <a:pt x="8632" y="-416"/>
                    <a:pt x="15129" y="1152"/>
                    <a:pt x="15129" y="1152"/>
                  </a:cubicBezTo>
                  <a:lnTo>
                    <a:pt x="19449" y="19599"/>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1" name="Shape 8051"/>
            <p:cNvSpPr/>
            <p:nvPr/>
          </p:nvSpPr>
          <p:spPr>
            <a:xfrm>
              <a:off x="576138" y="1684858"/>
              <a:ext cx="1020559" cy="705054"/>
            </a:xfrm>
            <a:prstGeom prst="rect">
              <a:avLst/>
            </a:prstGeom>
            <a:solidFill>
              <a:srgbClr val="C1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2" name="Shape 8052"/>
            <p:cNvSpPr/>
            <p:nvPr/>
          </p:nvSpPr>
          <p:spPr>
            <a:xfrm>
              <a:off x="1004813" y="1684858"/>
              <a:ext cx="112912" cy="705054"/>
            </a:xfrm>
            <a:prstGeom prst="rect">
              <a:avLst/>
            </a:pr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3" name="Shape 8053"/>
            <p:cNvSpPr/>
            <p:nvPr/>
          </p:nvSpPr>
          <p:spPr>
            <a:xfrm>
              <a:off x="1012815" y="1684858"/>
              <a:ext cx="112912" cy="705054"/>
            </a:xfrm>
            <a:prstGeom prst="rect">
              <a:avLst/>
            </a:prstGeom>
            <a:solidFill>
              <a:srgbClr val="FAF8F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4" name="Shape 8054"/>
            <p:cNvSpPr/>
            <p:nvPr/>
          </p:nvSpPr>
          <p:spPr>
            <a:xfrm>
              <a:off x="754467" y="1530535"/>
              <a:ext cx="316389" cy="4535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314" y="0"/>
                  </a:moveTo>
                  <a:cubicBezTo>
                    <a:pt x="0" y="1160"/>
                    <a:pt x="0" y="1160"/>
                    <a:pt x="0" y="1160"/>
                  </a:cubicBezTo>
                  <a:cubicBezTo>
                    <a:pt x="8310" y="21600"/>
                    <a:pt x="8310" y="21600"/>
                    <a:pt x="8310" y="21600"/>
                  </a:cubicBezTo>
                  <a:cubicBezTo>
                    <a:pt x="21600" y="7332"/>
                    <a:pt x="21600" y="7332"/>
                    <a:pt x="21600" y="7332"/>
                  </a:cubicBezTo>
                  <a:cubicBezTo>
                    <a:pt x="21600" y="7332"/>
                    <a:pt x="14388" y="6554"/>
                    <a:pt x="3314" y="0"/>
                  </a:cubicBezTo>
                </a:path>
              </a:pathLst>
            </a:cu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5" name="Shape 8055"/>
            <p:cNvSpPr/>
            <p:nvPr/>
          </p:nvSpPr>
          <p:spPr>
            <a:xfrm>
              <a:off x="1053968" y="1530535"/>
              <a:ext cx="323248" cy="4695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13" y="0"/>
                  </a:moveTo>
                  <a:cubicBezTo>
                    <a:pt x="21600" y="1490"/>
                    <a:pt x="21600" y="1490"/>
                    <a:pt x="21600" y="1490"/>
                  </a:cubicBezTo>
                  <a:cubicBezTo>
                    <a:pt x="15115" y="21600"/>
                    <a:pt x="15115" y="21600"/>
                    <a:pt x="15115" y="21600"/>
                  </a:cubicBezTo>
                  <a:cubicBezTo>
                    <a:pt x="0" y="7081"/>
                    <a:pt x="0" y="7081"/>
                    <a:pt x="0" y="7081"/>
                  </a:cubicBezTo>
                  <a:cubicBezTo>
                    <a:pt x="0" y="7081"/>
                    <a:pt x="7004" y="5960"/>
                    <a:pt x="17813" y="0"/>
                  </a:cubicBezTo>
                </a:path>
              </a:pathLst>
            </a:cu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6" name="Shape 8056"/>
            <p:cNvSpPr/>
            <p:nvPr/>
          </p:nvSpPr>
          <p:spPr>
            <a:xfrm>
              <a:off x="1069972" y="1522533"/>
              <a:ext cx="331250" cy="4535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04" y="0"/>
                  </a:moveTo>
                  <a:cubicBezTo>
                    <a:pt x="21600" y="1927"/>
                    <a:pt x="21600" y="1927"/>
                    <a:pt x="21600" y="1927"/>
                  </a:cubicBezTo>
                  <a:cubicBezTo>
                    <a:pt x="13686" y="21600"/>
                    <a:pt x="13686" y="21600"/>
                    <a:pt x="13686" y="21600"/>
                  </a:cubicBezTo>
                  <a:cubicBezTo>
                    <a:pt x="0" y="7719"/>
                    <a:pt x="0" y="7719"/>
                    <a:pt x="0" y="7719"/>
                  </a:cubicBezTo>
                  <a:cubicBezTo>
                    <a:pt x="0" y="7719"/>
                    <a:pt x="7357" y="6558"/>
                    <a:pt x="17904" y="0"/>
                  </a:cubicBezTo>
                </a:path>
              </a:pathLst>
            </a:custGeom>
            <a:solidFill>
              <a:srgbClr val="C1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7" name="Shape 8057"/>
            <p:cNvSpPr/>
            <p:nvPr/>
          </p:nvSpPr>
          <p:spPr>
            <a:xfrm>
              <a:off x="0" y="1651707"/>
              <a:ext cx="867378" cy="7370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40" y="10447"/>
                  </a:moveTo>
                  <a:cubicBezTo>
                    <a:pt x="15948" y="8069"/>
                    <a:pt x="15948" y="8069"/>
                    <a:pt x="15948" y="8069"/>
                  </a:cubicBezTo>
                  <a:cubicBezTo>
                    <a:pt x="16555" y="6883"/>
                    <a:pt x="16555" y="6883"/>
                    <a:pt x="16555" y="6883"/>
                  </a:cubicBezTo>
                  <a:cubicBezTo>
                    <a:pt x="13933" y="1899"/>
                    <a:pt x="13933" y="1899"/>
                    <a:pt x="13933" y="1899"/>
                  </a:cubicBezTo>
                  <a:cubicBezTo>
                    <a:pt x="13125" y="0"/>
                    <a:pt x="13125" y="0"/>
                    <a:pt x="13125" y="0"/>
                  </a:cubicBezTo>
                  <a:lnTo>
                    <a:pt x="3029" y="5455"/>
                  </a:lnTo>
                  <a:cubicBezTo>
                    <a:pt x="2222" y="6405"/>
                    <a:pt x="1014" y="14481"/>
                    <a:pt x="0" y="21600"/>
                  </a:cubicBezTo>
                  <a:cubicBezTo>
                    <a:pt x="21600" y="21600"/>
                    <a:pt x="21600" y="21600"/>
                    <a:pt x="21600" y="21600"/>
                  </a:cubicBezTo>
                  <a:lnTo>
                    <a:pt x="14540" y="10447"/>
                  </a:lnTo>
                </a:path>
              </a:pathLst>
            </a:custGeom>
            <a:solidFill>
              <a:srgbClr val="17507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8" name="Shape 8058"/>
            <p:cNvSpPr/>
            <p:nvPr/>
          </p:nvSpPr>
          <p:spPr>
            <a:xfrm>
              <a:off x="1280308" y="1651707"/>
              <a:ext cx="867379" cy="73706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067" y="10447"/>
                  </a:moveTo>
                  <a:cubicBezTo>
                    <a:pt x="0" y="21600"/>
                    <a:pt x="0" y="21600"/>
                    <a:pt x="0" y="21600"/>
                  </a:cubicBezTo>
                  <a:cubicBezTo>
                    <a:pt x="21600" y="21600"/>
                    <a:pt x="21600" y="21600"/>
                    <a:pt x="21600" y="21600"/>
                  </a:cubicBezTo>
                  <a:cubicBezTo>
                    <a:pt x="20592" y="14481"/>
                    <a:pt x="19378" y="6405"/>
                    <a:pt x="18571" y="5455"/>
                  </a:cubicBezTo>
                  <a:lnTo>
                    <a:pt x="8481" y="0"/>
                  </a:lnTo>
                  <a:cubicBezTo>
                    <a:pt x="5045" y="6883"/>
                    <a:pt x="5045" y="6883"/>
                    <a:pt x="5045" y="6883"/>
                  </a:cubicBezTo>
                  <a:lnTo>
                    <a:pt x="7067" y="10447"/>
                  </a:lnTo>
                </a:path>
              </a:pathLst>
            </a:custGeom>
            <a:solidFill>
              <a:srgbClr val="17507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59" name="Shape 8059"/>
            <p:cNvSpPr/>
            <p:nvPr/>
          </p:nvSpPr>
          <p:spPr>
            <a:xfrm>
              <a:off x="526983" y="1554541"/>
              <a:ext cx="469570" cy="8342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30" y="8598"/>
                  </a:moveTo>
                  <a:lnTo>
                    <a:pt x="5209" y="9645"/>
                  </a:lnTo>
                  <a:lnTo>
                    <a:pt x="2611" y="11746"/>
                  </a:lnTo>
                  <a:lnTo>
                    <a:pt x="15640" y="21600"/>
                  </a:lnTo>
                  <a:lnTo>
                    <a:pt x="21600" y="21600"/>
                  </a:lnTo>
                  <a:lnTo>
                    <a:pt x="19371" y="17620"/>
                  </a:lnTo>
                  <a:lnTo>
                    <a:pt x="12290" y="3980"/>
                  </a:lnTo>
                  <a:lnTo>
                    <a:pt x="10430" y="0"/>
                  </a:lnTo>
                  <a:lnTo>
                    <a:pt x="0" y="2517"/>
                  </a:lnTo>
                  <a:lnTo>
                    <a:pt x="1490" y="4195"/>
                  </a:lnTo>
                  <a:lnTo>
                    <a:pt x="6330" y="8598"/>
                  </a:lnTo>
                </a:path>
              </a:pathLst>
            </a:custGeom>
            <a:solidFill>
              <a:srgbClr val="1037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0" name="Shape 8060"/>
            <p:cNvSpPr/>
            <p:nvPr/>
          </p:nvSpPr>
          <p:spPr>
            <a:xfrm>
              <a:off x="1151134" y="1562543"/>
              <a:ext cx="469570" cy="8262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91" y="11651"/>
                  </a:moveTo>
                  <a:lnTo>
                    <a:pt x="15262" y="8472"/>
                  </a:lnTo>
                  <a:lnTo>
                    <a:pt x="21600" y="2331"/>
                  </a:lnTo>
                  <a:lnTo>
                    <a:pt x="11545" y="0"/>
                  </a:lnTo>
                  <a:lnTo>
                    <a:pt x="9305" y="3809"/>
                  </a:lnTo>
                  <a:lnTo>
                    <a:pt x="2609" y="16517"/>
                  </a:lnTo>
                  <a:lnTo>
                    <a:pt x="0" y="21600"/>
                  </a:lnTo>
                  <a:lnTo>
                    <a:pt x="5957" y="21600"/>
                  </a:lnTo>
                  <a:lnTo>
                    <a:pt x="18991" y="11651"/>
                  </a:lnTo>
                </a:path>
              </a:pathLst>
            </a:custGeom>
            <a:solidFill>
              <a:srgbClr val="1037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1" name="Shape 8061"/>
            <p:cNvSpPr/>
            <p:nvPr/>
          </p:nvSpPr>
          <p:spPr>
            <a:xfrm>
              <a:off x="633750" y="194213"/>
              <a:ext cx="437106" cy="1256106"/>
            </a:xfrm>
            <a:custGeom>
              <a:avLst/>
              <a:gdLst/>
              <a:ahLst/>
              <a:cxnLst>
                <a:cxn ang="0">
                  <a:pos x="wd2" y="hd2"/>
                </a:cxn>
                <a:cxn ang="5400000">
                  <a:pos x="wd2" y="hd2"/>
                </a:cxn>
                <a:cxn ang="10800000">
                  <a:pos x="wd2" y="hd2"/>
                </a:cxn>
                <a:cxn ang="16200000">
                  <a:pos x="wd2" y="hd2"/>
                </a:cxn>
              </a:cxnLst>
              <a:rect l="0" t="0" r="r" b="b"/>
              <a:pathLst>
                <a:path w="19085" h="21464" fill="norm" stroke="1" extrusionOk="0">
                  <a:moveTo>
                    <a:pt x="317" y="9829"/>
                  </a:moveTo>
                  <a:cubicBezTo>
                    <a:pt x="317" y="9829"/>
                    <a:pt x="3148" y="18414"/>
                    <a:pt x="3862" y="18830"/>
                  </a:cubicBezTo>
                  <a:cubicBezTo>
                    <a:pt x="4213" y="19242"/>
                    <a:pt x="15189" y="21600"/>
                    <a:pt x="19085" y="21458"/>
                  </a:cubicBezTo>
                  <a:cubicBezTo>
                    <a:pt x="19085" y="0"/>
                    <a:pt x="19085" y="0"/>
                    <a:pt x="19085" y="0"/>
                  </a:cubicBezTo>
                  <a:cubicBezTo>
                    <a:pt x="14475" y="0"/>
                    <a:pt x="-2515" y="412"/>
                    <a:pt x="317" y="9829"/>
                  </a:cubicBez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2" name="Shape 8062"/>
            <p:cNvSpPr/>
            <p:nvPr/>
          </p:nvSpPr>
          <p:spPr>
            <a:xfrm>
              <a:off x="1069972" y="194213"/>
              <a:ext cx="433418" cy="1256106"/>
            </a:xfrm>
            <a:custGeom>
              <a:avLst/>
              <a:gdLst/>
              <a:ahLst/>
              <a:cxnLst>
                <a:cxn ang="0">
                  <a:pos x="wd2" y="hd2"/>
                </a:cxn>
                <a:cxn ang="5400000">
                  <a:pos x="wd2" y="hd2"/>
                </a:cxn>
                <a:cxn ang="10800000">
                  <a:pos x="wd2" y="hd2"/>
                </a:cxn>
                <a:cxn ang="16200000">
                  <a:pos x="wd2" y="hd2"/>
                </a:cxn>
              </a:cxnLst>
              <a:rect l="0" t="0" r="r" b="b"/>
              <a:pathLst>
                <a:path w="19603" h="21464" fill="norm" stroke="1" extrusionOk="0">
                  <a:moveTo>
                    <a:pt x="352" y="0"/>
                  </a:moveTo>
                  <a:cubicBezTo>
                    <a:pt x="0" y="0"/>
                    <a:pt x="0" y="0"/>
                    <a:pt x="0" y="0"/>
                  </a:cubicBezTo>
                  <a:cubicBezTo>
                    <a:pt x="0" y="21458"/>
                    <a:pt x="0" y="21458"/>
                    <a:pt x="0" y="21458"/>
                  </a:cubicBezTo>
                  <a:cubicBezTo>
                    <a:pt x="3647" y="21600"/>
                    <a:pt x="15010" y="19242"/>
                    <a:pt x="15737" y="18830"/>
                  </a:cubicBezTo>
                  <a:cubicBezTo>
                    <a:pt x="16476" y="18414"/>
                    <a:pt x="19407" y="9829"/>
                    <a:pt x="19407" y="9829"/>
                  </a:cubicBezTo>
                  <a:cubicBezTo>
                    <a:pt x="21600" y="412"/>
                    <a:pt x="4749" y="0"/>
                    <a:pt x="352" y="0"/>
                  </a:cubicBez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3" name="Shape 8063"/>
            <p:cNvSpPr/>
            <p:nvPr/>
          </p:nvSpPr>
          <p:spPr>
            <a:xfrm>
              <a:off x="1386935" y="283377"/>
              <a:ext cx="196579" cy="526907"/>
            </a:xfrm>
            <a:custGeom>
              <a:avLst/>
              <a:gdLst/>
              <a:ahLst/>
              <a:cxnLst>
                <a:cxn ang="0">
                  <a:pos x="wd2" y="hd2"/>
                </a:cxn>
                <a:cxn ang="5400000">
                  <a:pos x="wd2" y="hd2"/>
                </a:cxn>
                <a:cxn ang="10800000">
                  <a:pos x="wd2" y="hd2"/>
                </a:cxn>
                <a:cxn ang="16200000">
                  <a:pos x="wd2" y="hd2"/>
                </a:cxn>
              </a:cxnLst>
              <a:rect l="0" t="0" r="r" b="b"/>
              <a:pathLst>
                <a:path w="13769" h="16328" fill="norm" stroke="1" extrusionOk="0">
                  <a:moveTo>
                    <a:pt x="513" y="0"/>
                  </a:moveTo>
                  <a:cubicBezTo>
                    <a:pt x="513" y="0"/>
                    <a:pt x="-2905" y="7787"/>
                    <a:pt x="7895" y="14569"/>
                  </a:cubicBezTo>
                  <a:cubicBezTo>
                    <a:pt x="18695" y="21600"/>
                    <a:pt x="11295" y="5279"/>
                    <a:pt x="11295" y="5279"/>
                  </a:cubicBezTo>
                  <a:cubicBezTo>
                    <a:pt x="11295" y="5279"/>
                    <a:pt x="3350" y="0"/>
                    <a:pt x="513" y="0"/>
                  </a:cubicBez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4" name="Shape 8064"/>
            <p:cNvSpPr/>
            <p:nvPr/>
          </p:nvSpPr>
          <p:spPr>
            <a:xfrm>
              <a:off x="576138" y="105048"/>
              <a:ext cx="874238" cy="607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05" y="3741"/>
                  </a:moveTo>
                  <a:cubicBezTo>
                    <a:pt x="20403" y="3456"/>
                    <a:pt x="20000" y="3456"/>
                    <a:pt x="19404" y="3170"/>
                  </a:cubicBezTo>
                  <a:cubicBezTo>
                    <a:pt x="19199" y="2304"/>
                    <a:pt x="19001" y="1438"/>
                    <a:pt x="18802" y="571"/>
                  </a:cubicBezTo>
                  <a:cubicBezTo>
                    <a:pt x="17599" y="286"/>
                    <a:pt x="16203" y="0"/>
                    <a:pt x="14801" y="0"/>
                  </a:cubicBezTo>
                  <a:cubicBezTo>
                    <a:pt x="6607" y="0"/>
                    <a:pt x="0" y="7483"/>
                    <a:pt x="0" y="16412"/>
                  </a:cubicBezTo>
                  <a:cubicBezTo>
                    <a:pt x="0" y="17849"/>
                    <a:pt x="205" y="19296"/>
                    <a:pt x="602" y="20734"/>
                  </a:cubicBezTo>
                  <a:cubicBezTo>
                    <a:pt x="2004" y="21305"/>
                    <a:pt x="3201" y="21600"/>
                    <a:pt x="4603" y="21600"/>
                  </a:cubicBezTo>
                  <a:cubicBezTo>
                    <a:pt x="11805" y="21600"/>
                    <a:pt x="17599" y="16126"/>
                    <a:pt x="19199" y="8929"/>
                  </a:cubicBezTo>
                  <a:cubicBezTo>
                    <a:pt x="19001" y="14108"/>
                    <a:pt x="16402" y="18716"/>
                    <a:pt x="12599" y="21019"/>
                  </a:cubicBezTo>
                  <a:cubicBezTo>
                    <a:pt x="17804" y="19296"/>
                    <a:pt x="21600" y="13823"/>
                    <a:pt x="21600" y="7483"/>
                  </a:cubicBezTo>
                  <a:cubicBezTo>
                    <a:pt x="21600" y="6331"/>
                    <a:pt x="21402" y="4893"/>
                    <a:pt x="21005" y="3741"/>
                  </a:cubicBez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5" name="Shape 8065"/>
            <p:cNvSpPr/>
            <p:nvPr/>
          </p:nvSpPr>
          <p:spPr>
            <a:xfrm>
              <a:off x="1403398" y="485712"/>
              <a:ext cx="160149" cy="429559"/>
            </a:xfrm>
            <a:custGeom>
              <a:avLst/>
              <a:gdLst/>
              <a:ahLst/>
              <a:cxnLst>
                <a:cxn ang="0">
                  <a:pos x="wd2" y="hd2"/>
                </a:cxn>
                <a:cxn ang="5400000">
                  <a:pos x="wd2" y="hd2"/>
                </a:cxn>
                <a:cxn ang="10800000">
                  <a:pos x="wd2" y="hd2"/>
                </a:cxn>
                <a:cxn ang="16200000">
                  <a:pos x="wd2" y="hd2"/>
                </a:cxn>
              </a:cxnLst>
              <a:rect l="0" t="0" r="r" b="b"/>
              <a:pathLst>
                <a:path w="17824" h="21600" fill="norm" stroke="1" extrusionOk="0">
                  <a:moveTo>
                    <a:pt x="10624" y="5700"/>
                  </a:moveTo>
                  <a:cubicBezTo>
                    <a:pt x="12410" y="6104"/>
                    <a:pt x="15117" y="7735"/>
                    <a:pt x="17824" y="9783"/>
                  </a:cubicBezTo>
                  <a:cubicBezTo>
                    <a:pt x="17824" y="8961"/>
                    <a:pt x="17824" y="8557"/>
                    <a:pt x="17824" y="8557"/>
                  </a:cubicBezTo>
                  <a:cubicBezTo>
                    <a:pt x="17824" y="8557"/>
                    <a:pt x="5210" y="0"/>
                    <a:pt x="717" y="0"/>
                  </a:cubicBezTo>
                  <a:cubicBezTo>
                    <a:pt x="717" y="0"/>
                    <a:pt x="-3776" y="10996"/>
                    <a:pt x="9731" y="21600"/>
                  </a:cubicBezTo>
                  <a:cubicBezTo>
                    <a:pt x="6131" y="13043"/>
                    <a:pt x="10624" y="5700"/>
                    <a:pt x="10624" y="5700"/>
                  </a:cubicBez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085" name="Group 8085"/>
          <p:cNvGrpSpPr/>
          <p:nvPr/>
        </p:nvGrpSpPr>
        <p:grpSpPr>
          <a:xfrm>
            <a:off x="1019741" y="5051752"/>
            <a:ext cx="1502411" cy="1653505"/>
            <a:chOff x="0" y="0"/>
            <a:chExt cx="1502409" cy="1653504"/>
          </a:xfrm>
        </p:grpSpPr>
        <p:sp>
          <p:nvSpPr>
            <p:cNvPr id="8067" name="Shape 8067"/>
            <p:cNvSpPr/>
            <p:nvPr/>
          </p:nvSpPr>
          <p:spPr>
            <a:xfrm>
              <a:off x="433719" y="1187601"/>
              <a:ext cx="742643" cy="431723"/>
            </a:xfrm>
            <a:custGeom>
              <a:avLst/>
              <a:gdLst/>
              <a:ahLst/>
              <a:cxnLst>
                <a:cxn ang="0">
                  <a:pos x="wd2" y="hd2"/>
                </a:cxn>
                <a:cxn ang="5400000">
                  <a:pos x="wd2" y="hd2"/>
                </a:cxn>
                <a:cxn ang="10800000">
                  <a:pos x="wd2" y="hd2"/>
                </a:cxn>
                <a:cxn ang="16200000">
                  <a:pos x="wd2" y="hd2"/>
                </a:cxn>
              </a:cxnLst>
              <a:rect l="0" t="0" r="r" b="b"/>
              <a:pathLst>
                <a:path w="20040" h="18825" fill="norm" stroke="1" extrusionOk="0">
                  <a:moveTo>
                    <a:pt x="8579" y="17589"/>
                  </a:moveTo>
                  <a:cubicBezTo>
                    <a:pt x="8579" y="17589"/>
                    <a:pt x="2204" y="21022"/>
                    <a:pt x="609" y="16445"/>
                  </a:cubicBezTo>
                  <a:cubicBezTo>
                    <a:pt x="-983" y="11868"/>
                    <a:pt x="1051" y="2429"/>
                    <a:pt x="1051" y="2429"/>
                  </a:cubicBezTo>
                  <a:cubicBezTo>
                    <a:pt x="1051" y="2429"/>
                    <a:pt x="9639" y="283"/>
                    <a:pt x="10964" y="141"/>
                  </a:cubicBezTo>
                  <a:cubicBezTo>
                    <a:pt x="12293" y="-6"/>
                    <a:pt x="19376" y="-578"/>
                    <a:pt x="19997" y="2429"/>
                  </a:cubicBezTo>
                  <a:cubicBezTo>
                    <a:pt x="20617" y="5574"/>
                    <a:pt x="14506" y="17447"/>
                    <a:pt x="8579" y="17589"/>
                  </a:cubicBezTo>
                </a:path>
              </a:pathLst>
            </a:custGeom>
            <a:solidFill>
              <a:srgbClr val="F3F3F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8" name="Shape 8068"/>
            <p:cNvSpPr/>
            <p:nvPr/>
          </p:nvSpPr>
          <p:spPr>
            <a:xfrm>
              <a:off x="561185" y="738127"/>
              <a:ext cx="380502" cy="5217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3935"/>
                  </a:moveTo>
                  <a:cubicBezTo>
                    <a:pt x="0" y="0"/>
                    <a:pt x="0" y="0"/>
                    <a:pt x="0" y="0"/>
                  </a:cubicBezTo>
                  <a:cubicBezTo>
                    <a:pt x="0" y="17930"/>
                    <a:pt x="0" y="17930"/>
                    <a:pt x="0" y="17930"/>
                  </a:cubicBezTo>
                  <a:cubicBezTo>
                    <a:pt x="0" y="17930"/>
                    <a:pt x="4285" y="21600"/>
                    <a:pt x="10806" y="21600"/>
                  </a:cubicBezTo>
                  <a:cubicBezTo>
                    <a:pt x="18620" y="21600"/>
                    <a:pt x="21600" y="18204"/>
                    <a:pt x="21600" y="18204"/>
                  </a:cubicBezTo>
                  <a:cubicBezTo>
                    <a:pt x="21600" y="2717"/>
                    <a:pt x="21600" y="2717"/>
                    <a:pt x="21600" y="2717"/>
                  </a:cubicBezTo>
                  <a:lnTo>
                    <a:pt x="10806" y="3935"/>
                  </a:ln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69" name="Shape 8069"/>
            <p:cNvSpPr/>
            <p:nvPr/>
          </p:nvSpPr>
          <p:spPr>
            <a:xfrm>
              <a:off x="561185" y="865933"/>
              <a:ext cx="380502" cy="2823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64"/>
                  </a:moveTo>
                  <a:cubicBezTo>
                    <a:pt x="21600" y="3264"/>
                    <a:pt x="16570" y="9542"/>
                    <a:pt x="0" y="21600"/>
                  </a:cubicBezTo>
                  <a:cubicBezTo>
                    <a:pt x="0" y="0"/>
                    <a:pt x="0" y="0"/>
                    <a:pt x="0" y="0"/>
                  </a:cubicBezTo>
                  <a:lnTo>
                    <a:pt x="21600" y="3264"/>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0" name="Shape 8070"/>
            <p:cNvSpPr/>
            <p:nvPr/>
          </p:nvSpPr>
          <p:spPr>
            <a:xfrm>
              <a:off x="633417" y="1154887"/>
              <a:ext cx="118430" cy="1772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9603"/>
                    <a:pt x="21600" y="19603"/>
                    <a:pt x="21600" y="19603"/>
                  </a:cubicBezTo>
                  <a:cubicBezTo>
                    <a:pt x="12603" y="21600"/>
                    <a:pt x="12603" y="21600"/>
                    <a:pt x="12603" y="21600"/>
                  </a:cubicBezTo>
                  <a:cubicBezTo>
                    <a:pt x="0" y="7196"/>
                    <a:pt x="0" y="7196"/>
                    <a:pt x="0" y="7196"/>
                  </a:cubicBezTo>
                  <a:cubicBezTo>
                    <a:pt x="0" y="7196"/>
                    <a:pt x="12009" y="397"/>
                    <a:pt x="21600" y="0"/>
                  </a:cubicBezTo>
                </a:path>
              </a:pathLst>
            </a:custGeom>
            <a:solidFill>
              <a:srgbClr val="4EBCC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1" name="Shape 8071"/>
            <p:cNvSpPr/>
            <p:nvPr/>
          </p:nvSpPr>
          <p:spPr>
            <a:xfrm>
              <a:off x="525069" y="1046529"/>
              <a:ext cx="226316" cy="3184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45" y="0"/>
                  </a:moveTo>
                  <a:cubicBezTo>
                    <a:pt x="0" y="1333"/>
                    <a:pt x="0" y="1333"/>
                    <a:pt x="0" y="1333"/>
                  </a:cubicBezTo>
                  <a:cubicBezTo>
                    <a:pt x="8452" y="21600"/>
                    <a:pt x="8452" y="21600"/>
                    <a:pt x="8452" y="21600"/>
                  </a:cubicBezTo>
                  <a:cubicBezTo>
                    <a:pt x="21590" y="7347"/>
                    <a:pt x="21600" y="7347"/>
                    <a:pt x="21600" y="7347"/>
                  </a:cubicBezTo>
                  <a:cubicBezTo>
                    <a:pt x="21600" y="7347"/>
                    <a:pt x="14090" y="6456"/>
                    <a:pt x="3445" y="0"/>
                  </a:cubicBezTo>
                </a:path>
              </a:pathLst>
            </a:custGeom>
            <a:solidFill>
              <a:srgbClr val="DF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2" name="Shape 8072"/>
            <p:cNvSpPr/>
            <p:nvPr/>
          </p:nvSpPr>
          <p:spPr>
            <a:xfrm>
              <a:off x="395133" y="476560"/>
              <a:ext cx="100199" cy="243355"/>
            </a:xfrm>
            <a:custGeom>
              <a:avLst/>
              <a:gdLst/>
              <a:ahLst/>
              <a:cxnLst>
                <a:cxn ang="0">
                  <a:pos x="wd2" y="hd2"/>
                </a:cxn>
                <a:cxn ang="5400000">
                  <a:pos x="wd2" y="hd2"/>
                </a:cxn>
                <a:cxn ang="10800000">
                  <a:pos x="wd2" y="hd2"/>
                </a:cxn>
                <a:cxn ang="16200000">
                  <a:pos x="wd2" y="hd2"/>
                </a:cxn>
              </a:cxnLst>
              <a:rect l="0" t="0" r="r" b="b"/>
              <a:pathLst>
                <a:path w="18347" h="19784" fill="norm" stroke="1" extrusionOk="0">
                  <a:moveTo>
                    <a:pt x="18347" y="19660"/>
                  </a:moveTo>
                  <a:cubicBezTo>
                    <a:pt x="18347" y="19660"/>
                    <a:pt x="8747" y="21256"/>
                    <a:pt x="3352" y="12986"/>
                  </a:cubicBezTo>
                  <a:cubicBezTo>
                    <a:pt x="-3253" y="3385"/>
                    <a:pt x="952" y="-79"/>
                    <a:pt x="6942" y="185"/>
                  </a:cubicBezTo>
                  <a:cubicBezTo>
                    <a:pt x="8747" y="458"/>
                    <a:pt x="11147" y="-344"/>
                    <a:pt x="12357" y="185"/>
                  </a:cubicBezTo>
                  <a:cubicBezTo>
                    <a:pt x="16542" y="1252"/>
                    <a:pt x="17752" y="3121"/>
                    <a:pt x="17752" y="3121"/>
                  </a:cubicBezTo>
                  <a:lnTo>
                    <a:pt x="18347" y="1966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3" name="Shape 8073"/>
            <p:cNvSpPr/>
            <p:nvPr/>
          </p:nvSpPr>
          <p:spPr>
            <a:xfrm>
              <a:off x="443499" y="107166"/>
              <a:ext cx="307886" cy="880055"/>
            </a:xfrm>
            <a:custGeom>
              <a:avLst/>
              <a:gdLst/>
              <a:ahLst/>
              <a:cxnLst>
                <a:cxn ang="0">
                  <a:pos x="wd2" y="hd2"/>
                </a:cxn>
                <a:cxn ang="5400000">
                  <a:pos x="wd2" y="hd2"/>
                </a:cxn>
                <a:cxn ang="10800000">
                  <a:pos x="wd2" y="hd2"/>
                </a:cxn>
                <a:cxn ang="16200000">
                  <a:pos x="wd2" y="hd2"/>
                </a:cxn>
              </a:cxnLst>
              <a:rect l="0" t="0" r="r" b="b"/>
              <a:pathLst>
                <a:path w="17936" h="18279" fill="norm" stroke="1" extrusionOk="0">
                  <a:moveTo>
                    <a:pt x="543" y="7649"/>
                  </a:moveTo>
                  <a:cubicBezTo>
                    <a:pt x="543" y="7649"/>
                    <a:pt x="3216" y="15619"/>
                    <a:pt x="3791" y="15961"/>
                  </a:cubicBezTo>
                  <a:cubicBezTo>
                    <a:pt x="4366" y="16369"/>
                    <a:pt x="14493" y="18345"/>
                    <a:pt x="17936" y="18277"/>
                  </a:cubicBezTo>
                  <a:cubicBezTo>
                    <a:pt x="17936" y="699"/>
                    <a:pt x="17936" y="699"/>
                    <a:pt x="17936" y="699"/>
                  </a:cubicBezTo>
                  <a:cubicBezTo>
                    <a:pt x="17936" y="699"/>
                    <a:pt x="-3664" y="-3255"/>
                    <a:pt x="543" y="7649"/>
                  </a:cubicBez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4" name="Shape 8074"/>
            <p:cNvSpPr/>
            <p:nvPr/>
          </p:nvSpPr>
          <p:spPr>
            <a:xfrm>
              <a:off x="751489" y="129076"/>
              <a:ext cx="305918" cy="858145"/>
            </a:xfrm>
            <a:custGeom>
              <a:avLst/>
              <a:gdLst/>
              <a:ahLst/>
              <a:cxnLst>
                <a:cxn ang="0">
                  <a:pos x="wd2" y="hd2"/>
                </a:cxn>
                <a:cxn ang="5400000">
                  <a:pos x="wd2" y="hd2"/>
                </a:cxn>
                <a:cxn ang="10800000">
                  <a:pos x="wd2" y="hd2"/>
                </a:cxn>
                <a:cxn ang="16200000">
                  <a:pos x="wd2" y="hd2"/>
                </a:cxn>
              </a:cxnLst>
              <a:rect l="0" t="0" r="r" b="b"/>
              <a:pathLst>
                <a:path w="19008" h="19349" fill="norm" stroke="1" extrusionOk="0">
                  <a:moveTo>
                    <a:pt x="18749" y="7809"/>
                  </a:moveTo>
                  <a:cubicBezTo>
                    <a:pt x="18749" y="7809"/>
                    <a:pt x="15690" y="16462"/>
                    <a:pt x="15279" y="16833"/>
                  </a:cubicBezTo>
                  <a:cubicBezTo>
                    <a:pt x="14672" y="17276"/>
                    <a:pt x="3660" y="19421"/>
                    <a:pt x="0" y="19348"/>
                  </a:cubicBezTo>
                  <a:cubicBezTo>
                    <a:pt x="0" y="264"/>
                    <a:pt x="0" y="264"/>
                    <a:pt x="0" y="264"/>
                  </a:cubicBezTo>
                  <a:cubicBezTo>
                    <a:pt x="0" y="264"/>
                    <a:pt x="21600" y="-2179"/>
                    <a:pt x="18749" y="7809"/>
                  </a:cubicBez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5" name="Shape 8075"/>
            <p:cNvSpPr/>
            <p:nvPr/>
          </p:nvSpPr>
          <p:spPr>
            <a:xfrm>
              <a:off x="1010319" y="475943"/>
              <a:ext cx="102927" cy="243972"/>
            </a:xfrm>
            <a:custGeom>
              <a:avLst/>
              <a:gdLst/>
              <a:ahLst/>
              <a:cxnLst>
                <a:cxn ang="0">
                  <a:pos x="wd2" y="hd2"/>
                </a:cxn>
                <a:cxn ang="5400000">
                  <a:pos x="wd2" y="hd2"/>
                </a:cxn>
                <a:cxn ang="10800000">
                  <a:pos x="wd2" y="hd2"/>
                </a:cxn>
                <a:cxn ang="16200000">
                  <a:pos x="wd2" y="hd2"/>
                </a:cxn>
              </a:cxnLst>
              <a:rect l="0" t="0" r="r" b="b"/>
              <a:pathLst>
                <a:path w="18272" h="19834" fill="norm" stroke="1" extrusionOk="0">
                  <a:moveTo>
                    <a:pt x="0" y="19710"/>
                  </a:moveTo>
                  <a:cubicBezTo>
                    <a:pt x="0" y="19710"/>
                    <a:pt x="9334" y="21306"/>
                    <a:pt x="15178" y="13036"/>
                  </a:cubicBezTo>
                  <a:cubicBezTo>
                    <a:pt x="21600" y="3435"/>
                    <a:pt x="16933" y="-29"/>
                    <a:pt x="11089" y="235"/>
                  </a:cubicBezTo>
                  <a:cubicBezTo>
                    <a:pt x="8756" y="235"/>
                    <a:pt x="7598" y="-294"/>
                    <a:pt x="6422" y="235"/>
                  </a:cubicBezTo>
                  <a:cubicBezTo>
                    <a:pt x="2334" y="1302"/>
                    <a:pt x="1176" y="3171"/>
                    <a:pt x="1176" y="3171"/>
                  </a:cubicBezTo>
                  <a:lnTo>
                    <a:pt x="0" y="1971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6" name="Shape 8076"/>
            <p:cNvSpPr/>
            <p:nvPr/>
          </p:nvSpPr>
          <p:spPr>
            <a:xfrm>
              <a:off x="751489" y="1154887"/>
              <a:ext cx="117967" cy="1772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9603"/>
                    <a:pt x="0" y="19603"/>
                    <a:pt x="0" y="19603"/>
                  </a:cubicBezTo>
                  <a:cubicBezTo>
                    <a:pt x="8974" y="21600"/>
                    <a:pt x="8974" y="21600"/>
                    <a:pt x="8974" y="21600"/>
                  </a:cubicBezTo>
                  <a:cubicBezTo>
                    <a:pt x="21600" y="7196"/>
                    <a:pt x="21600" y="7196"/>
                    <a:pt x="21600" y="7196"/>
                  </a:cubicBezTo>
                  <a:cubicBezTo>
                    <a:pt x="21600" y="7196"/>
                    <a:pt x="9589" y="397"/>
                    <a:pt x="0" y="0"/>
                  </a:cubicBezTo>
                </a:path>
              </a:pathLst>
            </a:custGeom>
            <a:solidFill>
              <a:srgbClr val="72C9D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7" name="Shape 8077"/>
            <p:cNvSpPr/>
            <p:nvPr/>
          </p:nvSpPr>
          <p:spPr>
            <a:xfrm>
              <a:off x="751489" y="1043288"/>
              <a:ext cx="232797" cy="3184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44" y="0"/>
                  </a:moveTo>
                  <a:cubicBezTo>
                    <a:pt x="21600" y="1781"/>
                    <a:pt x="21600" y="1781"/>
                    <a:pt x="21600" y="1781"/>
                  </a:cubicBezTo>
                  <a:cubicBezTo>
                    <a:pt x="13387" y="21600"/>
                    <a:pt x="13387" y="21600"/>
                    <a:pt x="13387" y="21600"/>
                  </a:cubicBezTo>
                  <a:cubicBezTo>
                    <a:pt x="0" y="7573"/>
                    <a:pt x="0" y="7573"/>
                    <a:pt x="0" y="7573"/>
                  </a:cubicBezTo>
                  <a:cubicBezTo>
                    <a:pt x="0" y="7573"/>
                    <a:pt x="7297" y="6461"/>
                    <a:pt x="17644" y="0"/>
                  </a:cubicBezTo>
                </a:path>
              </a:pathLst>
            </a:custGeom>
            <a:solidFill>
              <a:srgbClr val="FAF8F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8" name="Shape 8078"/>
            <p:cNvSpPr/>
            <p:nvPr/>
          </p:nvSpPr>
          <p:spPr>
            <a:xfrm>
              <a:off x="0" y="1065978"/>
              <a:ext cx="606921" cy="58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76" y="11704"/>
                  </a:moveTo>
                  <a:cubicBezTo>
                    <a:pt x="15877" y="9653"/>
                    <a:pt x="15877" y="9653"/>
                    <a:pt x="15877" y="9653"/>
                  </a:cubicBezTo>
                  <a:cubicBezTo>
                    <a:pt x="16579" y="8568"/>
                    <a:pt x="16579" y="8568"/>
                    <a:pt x="16579" y="8568"/>
                  </a:cubicBezTo>
                  <a:cubicBezTo>
                    <a:pt x="18679" y="3981"/>
                    <a:pt x="18679" y="3981"/>
                    <a:pt x="18679" y="3981"/>
                  </a:cubicBezTo>
                  <a:cubicBezTo>
                    <a:pt x="18679" y="0"/>
                    <a:pt x="18679" y="0"/>
                    <a:pt x="18679" y="0"/>
                  </a:cubicBezTo>
                  <a:cubicBezTo>
                    <a:pt x="12959" y="2533"/>
                    <a:pt x="12959" y="2533"/>
                    <a:pt x="12959" y="2533"/>
                  </a:cubicBezTo>
                  <a:cubicBezTo>
                    <a:pt x="12959" y="2533"/>
                    <a:pt x="2921" y="7240"/>
                    <a:pt x="2802" y="7240"/>
                  </a:cubicBezTo>
                  <a:cubicBezTo>
                    <a:pt x="2103" y="8086"/>
                    <a:pt x="818" y="15325"/>
                    <a:pt x="0" y="21600"/>
                  </a:cubicBezTo>
                  <a:cubicBezTo>
                    <a:pt x="21600" y="21600"/>
                    <a:pt x="21600" y="21600"/>
                    <a:pt x="21600" y="21600"/>
                  </a:cubicBezTo>
                  <a:lnTo>
                    <a:pt x="14476" y="1170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79" name="Shape 8079"/>
            <p:cNvSpPr/>
            <p:nvPr/>
          </p:nvSpPr>
          <p:spPr>
            <a:xfrm>
              <a:off x="666292" y="1315570"/>
              <a:ext cx="85555" cy="3379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9139" y="1047"/>
                    <a:pt x="9139" y="1047"/>
                    <a:pt x="9139" y="1047"/>
                  </a:cubicBezTo>
                  <a:cubicBezTo>
                    <a:pt x="9139" y="1047"/>
                    <a:pt x="1674" y="10065"/>
                    <a:pt x="0" y="14682"/>
                  </a:cubicBezTo>
                  <a:cubicBezTo>
                    <a:pt x="7466" y="21600"/>
                    <a:pt x="7466" y="21600"/>
                    <a:pt x="7466" y="21600"/>
                  </a:cubicBezTo>
                  <a:lnTo>
                    <a:pt x="21600" y="21600"/>
                  </a:lnTo>
                </a:path>
              </a:pathLst>
            </a:custGeom>
            <a:solidFill>
              <a:srgbClr val="4EBCC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0" name="Shape 8080"/>
            <p:cNvSpPr/>
            <p:nvPr/>
          </p:nvSpPr>
          <p:spPr>
            <a:xfrm>
              <a:off x="751489" y="1315570"/>
              <a:ext cx="88333" cy="3379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96" y="21600"/>
                  </a:moveTo>
                  <a:cubicBezTo>
                    <a:pt x="21600" y="14682"/>
                    <a:pt x="21600" y="14682"/>
                    <a:pt x="21600" y="14682"/>
                  </a:cubicBezTo>
                  <a:cubicBezTo>
                    <a:pt x="19214" y="10065"/>
                    <a:pt x="11980" y="1047"/>
                    <a:pt x="11980" y="1047"/>
                  </a:cubicBezTo>
                  <a:cubicBezTo>
                    <a:pt x="0" y="0"/>
                    <a:pt x="0" y="0"/>
                    <a:pt x="0" y="0"/>
                  </a:cubicBezTo>
                  <a:cubicBezTo>
                    <a:pt x="0" y="21600"/>
                    <a:pt x="0" y="21600"/>
                    <a:pt x="0" y="21600"/>
                  </a:cubicBezTo>
                  <a:lnTo>
                    <a:pt x="13596" y="21600"/>
                  </a:lnTo>
                </a:path>
              </a:pathLst>
            </a:custGeom>
            <a:solidFill>
              <a:srgbClr val="72C9D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1" name="Shape 8081"/>
            <p:cNvSpPr/>
            <p:nvPr/>
          </p:nvSpPr>
          <p:spPr>
            <a:xfrm>
              <a:off x="350972" y="1065978"/>
              <a:ext cx="344386" cy="58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2" y="8568"/>
                  </a:moveTo>
                  <a:lnTo>
                    <a:pt x="5965" y="9653"/>
                  </a:lnTo>
                  <a:lnTo>
                    <a:pt x="3496" y="11704"/>
                  </a:lnTo>
                  <a:lnTo>
                    <a:pt x="16050" y="21600"/>
                  </a:lnTo>
                  <a:lnTo>
                    <a:pt x="21600" y="21600"/>
                  </a:lnTo>
                  <a:lnTo>
                    <a:pt x="19750" y="17619"/>
                  </a:lnTo>
                  <a:lnTo>
                    <a:pt x="12963" y="3981"/>
                  </a:lnTo>
                  <a:lnTo>
                    <a:pt x="10902" y="0"/>
                  </a:lnTo>
                  <a:lnTo>
                    <a:pt x="5965" y="1209"/>
                  </a:lnTo>
                  <a:lnTo>
                    <a:pt x="0" y="6518"/>
                  </a:lnTo>
                  <a:lnTo>
                    <a:pt x="7202" y="8568"/>
                  </a:lnTo>
                </a:path>
              </a:pathLst>
            </a:custGeom>
            <a:solidFill>
              <a:srgbClr val="48182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2" name="Shape 8082"/>
            <p:cNvSpPr/>
            <p:nvPr/>
          </p:nvSpPr>
          <p:spPr>
            <a:xfrm>
              <a:off x="892248" y="1065978"/>
              <a:ext cx="610162" cy="58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1" y="11704"/>
                  </a:moveTo>
                  <a:cubicBezTo>
                    <a:pt x="5808" y="9653"/>
                    <a:pt x="5808" y="9653"/>
                    <a:pt x="5808" y="9653"/>
                  </a:cubicBezTo>
                  <a:cubicBezTo>
                    <a:pt x="5109" y="8568"/>
                    <a:pt x="5109" y="8568"/>
                    <a:pt x="5109" y="8568"/>
                  </a:cubicBezTo>
                  <a:cubicBezTo>
                    <a:pt x="3021" y="3981"/>
                    <a:pt x="3021" y="3981"/>
                    <a:pt x="3021" y="3981"/>
                  </a:cubicBezTo>
                  <a:cubicBezTo>
                    <a:pt x="3021" y="0"/>
                    <a:pt x="3021" y="0"/>
                    <a:pt x="3021" y="0"/>
                  </a:cubicBezTo>
                  <a:cubicBezTo>
                    <a:pt x="8595" y="2533"/>
                    <a:pt x="8595" y="2533"/>
                    <a:pt x="8595" y="2533"/>
                  </a:cubicBezTo>
                  <a:lnTo>
                    <a:pt x="18698" y="7240"/>
                  </a:lnTo>
                  <a:cubicBezTo>
                    <a:pt x="19393" y="8086"/>
                    <a:pt x="20786" y="15325"/>
                    <a:pt x="21600" y="21600"/>
                  </a:cubicBezTo>
                  <a:cubicBezTo>
                    <a:pt x="0" y="21600"/>
                    <a:pt x="0" y="21600"/>
                    <a:pt x="0" y="21600"/>
                  </a:cubicBezTo>
                  <a:lnTo>
                    <a:pt x="7201" y="1170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3" name="Shape 8083"/>
            <p:cNvSpPr/>
            <p:nvPr/>
          </p:nvSpPr>
          <p:spPr>
            <a:xfrm>
              <a:off x="803810" y="1065978"/>
              <a:ext cx="347628" cy="58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65" y="8568"/>
                  </a:moveTo>
                  <a:lnTo>
                    <a:pt x="15691" y="9653"/>
                  </a:lnTo>
                  <a:lnTo>
                    <a:pt x="18137" y="11704"/>
                  </a:lnTo>
                  <a:lnTo>
                    <a:pt x="5498" y="21600"/>
                  </a:lnTo>
                  <a:lnTo>
                    <a:pt x="0" y="21600"/>
                  </a:lnTo>
                  <a:lnTo>
                    <a:pt x="2035" y="17619"/>
                  </a:lnTo>
                  <a:lnTo>
                    <a:pt x="8759" y="3981"/>
                  </a:lnTo>
                  <a:lnTo>
                    <a:pt x="10800" y="0"/>
                  </a:lnTo>
                  <a:lnTo>
                    <a:pt x="15691" y="1209"/>
                  </a:lnTo>
                  <a:lnTo>
                    <a:pt x="21600" y="6518"/>
                  </a:lnTo>
                  <a:lnTo>
                    <a:pt x="14465" y="8568"/>
                  </a:lnTo>
                </a:path>
              </a:pathLst>
            </a:custGeom>
            <a:solidFill>
              <a:srgbClr val="48182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4" name="Shape 8084"/>
            <p:cNvSpPr/>
            <p:nvPr/>
          </p:nvSpPr>
          <p:spPr>
            <a:xfrm>
              <a:off x="400516" y="0"/>
              <a:ext cx="692118" cy="5972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075"/>
                  </a:moveTo>
                  <a:cubicBezTo>
                    <a:pt x="21600" y="14953"/>
                    <a:pt x="21600" y="14836"/>
                    <a:pt x="21600" y="14600"/>
                  </a:cubicBezTo>
                  <a:cubicBezTo>
                    <a:pt x="21600" y="14125"/>
                    <a:pt x="21495" y="13529"/>
                    <a:pt x="21495" y="13054"/>
                  </a:cubicBezTo>
                  <a:cubicBezTo>
                    <a:pt x="21394" y="12819"/>
                    <a:pt x="21394" y="12701"/>
                    <a:pt x="21394" y="12579"/>
                  </a:cubicBezTo>
                  <a:cubicBezTo>
                    <a:pt x="21292" y="12105"/>
                    <a:pt x="21292" y="11751"/>
                    <a:pt x="21190" y="11277"/>
                  </a:cubicBezTo>
                  <a:cubicBezTo>
                    <a:pt x="21086" y="11277"/>
                    <a:pt x="21086" y="11277"/>
                    <a:pt x="21086" y="11277"/>
                  </a:cubicBezTo>
                  <a:cubicBezTo>
                    <a:pt x="21086" y="11155"/>
                    <a:pt x="20984" y="10920"/>
                    <a:pt x="20984" y="10802"/>
                  </a:cubicBezTo>
                  <a:cubicBezTo>
                    <a:pt x="20883" y="10327"/>
                    <a:pt x="20676" y="9852"/>
                    <a:pt x="20473" y="9495"/>
                  </a:cubicBezTo>
                  <a:cubicBezTo>
                    <a:pt x="20781" y="9138"/>
                    <a:pt x="20883" y="8781"/>
                    <a:pt x="20883" y="8307"/>
                  </a:cubicBezTo>
                  <a:cubicBezTo>
                    <a:pt x="20883" y="7953"/>
                    <a:pt x="20781" y="7596"/>
                    <a:pt x="20575" y="7122"/>
                  </a:cubicBezTo>
                  <a:cubicBezTo>
                    <a:pt x="20676" y="4865"/>
                    <a:pt x="20063" y="2017"/>
                    <a:pt x="16070" y="710"/>
                  </a:cubicBezTo>
                  <a:cubicBezTo>
                    <a:pt x="14740" y="235"/>
                    <a:pt x="13000" y="0"/>
                    <a:pt x="11054" y="0"/>
                  </a:cubicBezTo>
                  <a:cubicBezTo>
                    <a:pt x="8908" y="0"/>
                    <a:pt x="6654" y="950"/>
                    <a:pt x="4813" y="2492"/>
                  </a:cubicBezTo>
                  <a:cubicBezTo>
                    <a:pt x="4505" y="2609"/>
                    <a:pt x="4298" y="2609"/>
                    <a:pt x="4095" y="2609"/>
                  </a:cubicBezTo>
                  <a:cubicBezTo>
                    <a:pt x="3584" y="2609"/>
                    <a:pt x="3070" y="2374"/>
                    <a:pt x="3070" y="2017"/>
                  </a:cubicBezTo>
                  <a:cubicBezTo>
                    <a:pt x="3070" y="1899"/>
                    <a:pt x="3070" y="1899"/>
                    <a:pt x="2968" y="1899"/>
                  </a:cubicBezTo>
                  <a:cubicBezTo>
                    <a:pt x="2968" y="1781"/>
                    <a:pt x="2968" y="1781"/>
                    <a:pt x="2867" y="1899"/>
                  </a:cubicBezTo>
                  <a:cubicBezTo>
                    <a:pt x="2356" y="2256"/>
                    <a:pt x="2048" y="2609"/>
                    <a:pt x="1740" y="2966"/>
                  </a:cubicBezTo>
                  <a:cubicBezTo>
                    <a:pt x="1638" y="3441"/>
                    <a:pt x="1537" y="3798"/>
                    <a:pt x="1537" y="4273"/>
                  </a:cubicBezTo>
                  <a:cubicBezTo>
                    <a:pt x="1537" y="4391"/>
                    <a:pt x="1537" y="4508"/>
                    <a:pt x="1537" y="4630"/>
                  </a:cubicBezTo>
                  <a:cubicBezTo>
                    <a:pt x="1229" y="4508"/>
                    <a:pt x="1022" y="4391"/>
                    <a:pt x="819" y="4273"/>
                  </a:cubicBezTo>
                  <a:cubicBezTo>
                    <a:pt x="819" y="4155"/>
                    <a:pt x="717" y="4155"/>
                    <a:pt x="613" y="4273"/>
                  </a:cubicBezTo>
                  <a:cubicBezTo>
                    <a:pt x="308" y="4748"/>
                    <a:pt x="0" y="5458"/>
                    <a:pt x="0" y="6172"/>
                  </a:cubicBezTo>
                  <a:cubicBezTo>
                    <a:pt x="0" y="6529"/>
                    <a:pt x="102" y="6882"/>
                    <a:pt x="203" y="7122"/>
                  </a:cubicBezTo>
                  <a:cubicBezTo>
                    <a:pt x="308" y="7122"/>
                    <a:pt x="308" y="7239"/>
                    <a:pt x="308" y="7239"/>
                  </a:cubicBezTo>
                  <a:cubicBezTo>
                    <a:pt x="203" y="7479"/>
                    <a:pt x="102" y="7832"/>
                    <a:pt x="102" y="8189"/>
                  </a:cubicBezTo>
                  <a:cubicBezTo>
                    <a:pt x="102" y="8189"/>
                    <a:pt x="102" y="8307"/>
                    <a:pt x="102" y="8428"/>
                  </a:cubicBezTo>
                  <a:cubicBezTo>
                    <a:pt x="102" y="9256"/>
                    <a:pt x="511" y="10088"/>
                    <a:pt x="1229" y="10680"/>
                  </a:cubicBezTo>
                  <a:cubicBezTo>
                    <a:pt x="1127" y="10920"/>
                    <a:pt x="1022" y="11155"/>
                    <a:pt x="1022" y="11277"/>
                  </a:cubicBezTo>
                  <a:cubicBezTo>
                    <a:pt x="921" y="11512"/>
                    <a:pt x="921" y="11630"/>
                    <a:pt x="819" y="11751"/>
                  </a:cubicBezTo>
                  <a:lnTo>
                    <a:pt x="819" y="11869"/>
                  </a:lnTo>
                  <a:cubicBezTo>
                    <a:pt x="819" y="12105"/>
                    <a:pt x="717" y="12462"/>
                    <a:pt x="717" y="12819"/>
                  </a:cubicBezTo>
                  <a:cubicBezTo>
                    <a:pt x="613" y="12936"/>
                    <a:pt x="613" y="13054"/>
                    <a:pt x="613" y="13293"/>
                  </a:cubicBezTo>
                  <a:cubicBezTo>
                    <a:pt x="613" y="13651"/>
                    <a:pt x="511" y="14004"/>
                    <a:pt x="511" y="14478"/>
                  </a:cubicBezTo>
                  <a:cubicBezTo>
                    <a:pt x="511" y="14600"/>
                    <a:pt x="511" y="14836"/>
                    <a:pt x="511" y="15075"/>
                  </a:cubicBezTo>
                  <a:cubicBezTo>
                    <a:pt x="511" y="15193"/>
                    <a:pt x="511" y="15310"/>
                    <a:pt x="511" y="15428"/>
                  </a:cubicBezTo>
                  <a:cubicBezTo>
                    <a:pt x="511" y="15667"/>
                    <a:pt x="511" y="15903"/>
                    <a:pt x="511" y="16142"/>
                  </a:cubicBezTo>
                  <a:cubicBezTo>
                    <a:pt x="511" y="16260"/>
                    <a:pt x="511" y="16378"/>
                    <a:pt x="511" y="16499"/>
                  </a:cubicBezTo>
                  <a:cubicBezTo>
                    <a:pt x="613" y="16735"/>
                    <a:pt x="613" y="16735"/>
                    <a:pt x="613" y="16735"/>
                  </a:cubicBezTo>
                  <a:cubicBezTo>
                    <a:pt x="613" y="17092"/>
                    <a:pt x="613" y="17566"/>
                    <a:pt x="613" y="18041"/>
                  </a:cubicBezTo>
                  <a:cubicBezTo>
                    <a:pt x="613" y="18159"/>
                    <a:pt x="613" y="18159"/>
                    <a:pt x="717" y="18159"/>
                  </a:cubicBezTo>
                  <a:cubicBezTo>
                    <a:pt x="717" y="18277"/>
                    <a:pt x="819" y="18398"/>
                    <a:pt x="921" y="18516"/>
                  </a:cubicBezTo>
                  <a:cubicBezTo>
                    <a:pt x="1022" y="18516"/>
                    <a:pt x="1127" y="18634"/>
                    <a:pt x="1127" y="18751"/>
                  </a:cubicBezTo>
                  <a:cubicBezTo>
                    <a:pt x="2048" y="21600"/>
                    <a:pt x="2048" y="21600"/>
                    <a:pt x="2048" y="21600"/>
                  </a:cubicBezTo>
                  <a:cubicBezTo>
                    <a:pt x="2149" y="21600"/>
                    <a:pt x="2149" y="21600"/>
                    <a:pt x="2251" y="21600"/>
                  </a:cubicBezTo>
                  <a:cubicBezTo>
                    <a:pt x="2251" y="21600"/>
                    <a:pt x="2356" y="21600"/>
                    <a:pt x="2356" y="21482"/>
                  </a:cubicBezTo>
                  <a:cubicBezTo>
                    <a:pt x="2251" y="21007"/>
                    <a:pt x="2251" y="20297"/>
                    <a:pt x="2251" y="19583"/>
                  </a:cubicBezTo>
                  <a:cubicBezTo>
                    <a:pt x="2251" y="18751"/>
                    <a:pt x="2251" y="17802"/>
                    <a:pt x="2457" y="16974"/>
                  </a:cubicBezTo>
                  <a:cubicBezTo>
                    <a:pt x="2559" y="16735"/>
                    <a:pt x="2559" y="16499"/>
                    <a:pt x="2660" y="16378"/>
                  </a:cubicBezTo>
                  <a:cubicBezTo>
                    <a:pt x="2765" y="16024"/>
                    <a:pt x="2968" y="15667"/>
                    <a:pt x="3175" y="15428"/>
                  </a:cubicBezTo>
                  <a:cubicBezTo>
                    <a:pt x="3175" y="15428"/>
                    <a:pt x="3175" y="15428"/>
                    <a:pt x="3175" y="15310"/>
                  </a:cubicBezTo>
                  <a:cubicBezTo>
                    <a:pt x="3175" y="15310"/>
                    <a:pt x="3175" y="15193"/>
                    <a:pt x="3175" y="15075"/>
                  </a:cubicBezTo>
                  <a:cubicBezTo>
                    <a:pt x="3175" y="14953"/>
                    <a:pt x="3175" y="14836"/>
                    <a:pt x="3070" y="14836"/>
                  </a:cubicBezTo>
                  <a:cubicBezTo>
                    <a:pt x="3070" y="14600"/>
                    <a:pt x="3070" y="14600"/>
                    <a:pt x="3070" y="14600"/>
                  </a:cubicBezTo>
                  <a:cubicBezTo>
                    <a:pt x="2968" y="14125"/>
                    <a:pt x="2968" y="13768"/>
                    <a:pt x="2968" y="13293"/>
                  </a:cubicBezTo>
                  <a:cubicBezTo>
                    <a:pt x="2968" y="13293"/>
                    <a:pt x="2968" y="13293"/>
                    <a:pt x="2968" y="13176"/>
                  </a:cubicBezTo>
                  <a:cubicBezTo>
                    <a:pt x="2968" y="13054"/>
                    <a:pt x="2968" y="12936"/>
                    <a:pt x="2968" y="12819"/>
                  </a:cubicBezTo>
                  <a:cubicBezTo>
                    <a:pt x="2968" y="12579"/>
                    <a:pt x="2968" y="12462"/>
                    <a:pt x="3070" y="12226"/>
                  </a:cubicBezTo>
                  <a:cubicBezTo>
                    <a:pt x="3070" y="12105"/>
                    <a:pt x="3175" y="11987"/>
                    <a:pt x="3175" y="11869"/>
                  </a:cubicBezTo>
                  <a:cubicBezTo>
                    <a:pt x="3276" y="11751"/>
                    <a:pt x="3378" y="11394"/>
                    <a:pt x="3584" y="11155"/>
                  </a:cubicBezTo>
                  <a:cubicBezTo>
                    <a:pt x="4606" y="10920"/>
                    <a:pt x="5527" y="10445"/>
                    <a:pt x="5936" y="9731"/>
                  </a:cubicBezTo>
                  <a:cubicBezTo>
                    <a:pt x="6244" y="9731"/>
                    <a:pt x="6552" y="9613"/>
                    <a:pt x="6857" y="9613"/>
                  </a:cubicBezTo>
                  <a:cubicBezTo>
                    <a:pt x="7165" y="9613"/>
                    <a:pt x="7575" y="9731"/>
                    <a:pt x="8089" y="9852"/>
                  </a:cubicBezTo>
                  <a:cubicBezTo>
                    <a:pt x="8394" y="9970"/>
                    <a:pt x="8600" y="10088"/>
                    <a:pt x="8908" y="10206"/>
                  </a:cubicBezTo>
                  <a:cubicBezTo>
                    <a:pt x="9419" y="10327"/>
                    <a:pt x="9930" y="10563"/>
                    <a:pt x="10441" y="10680"/>
                  </a:cubicBezTo>
                  <a:cubicBezTo>
                    <a:pt x="10648" y="10680"/>
                    <a:pt x="10851" y="10680"/>
                    <a:pt x="11054" y="10680"/>
                  </a:cubicBezTo>
                  <a:cubicBezTo>
                    <a:pt x="11667" y="10680"/>
                    <a:pt x="12282" y="10563"/>
                    <a:pt x="12794" y="10327"/>
                  </a:cubicBezTo>
                  <a:cubicBezTo>
                    <a:pt x="12895" y="10327"/>
                    <a:pt x="13102" y="10206"/>
                    <a:pt x="13203" y="10206"/>
                  </a:cubicBezTo>
                  <a:cubicBezTo>
                    <a:pt x="13613" y="9970"/>
                    <a:pt x="14022" y="9852"/>
                    <a:pt x="14533" y="9731"/>
                  </a:cubicBezTo>
                  <a:cubicBezTo>
                    <a:pt x="14740" y="9731"/>
                    <a:pt x="15048" y="9613"/>
                    <a:pt x="15251" y="9613"/>
                  </a:cubicBezTo>
                  <a:cubicBezTo>
                    <a:pt x="15559" y="9613"/>
                    <a:pt x="15762" y="9731"/>
                    <a:pt x="15968" y="9731"/>
                  </a:cubicBezTo>
                  <a:cubicBezTo>
                    <a:pt x="16378" y="9731"/>
                    <a:pt x="16787" y="9852"/>
                    <a:pt x="17095" y="10088"/>
                  </a:cubicBezTo>
                  <a:cubicBezTo>
                    <a:pt x="17505" y="10206"/>
                    <a:pt x="17914" y="10445"/>
                    <a:pt x="18219" y="10802"/>
                  </a:cubicBezTo>
                  <a:cubicBezTo>
                    <a:pt x="18324" y="10802"/>
                    <a:pt x="18324" y="10920"/>
                    <a:pt x="18425" y="11037"/>
                  </a:cubicBezTo>
                  <a:cubicBezTo>
                    <a:pt x="18628" y="11277"/>
                    <a:pt x="18835" y="11630"/>
                    <a:pt x="18936" y="11987"/>
                  </a:cubicBezTo>
                  <a:cubicBezTo>
                    <a:pt x="19038" y="12105"/>
                    <a:pt x="19038" y="12344"/>
                    <a:pt x="19143" y="12462"/>
                  </a:cubicBezTo>
                  <a:cubicBezTo>
                    <a:pt x="19143" y="12701"/>
                    <a:pt x="19143" y="13054"/>
                    <a:pt x="19143" y="13293"/>
                  </a:cubicBezTo>
                  <a:cubicBezTo>
                    <a:pt x="19143" y="13411"/>
                    <a:pt x="19143" y="13529"/>
                    <a:pt x="19143" y="13651"/>
                  </a:cubicBezTo>
                  <a:cubicBezTo>
                    <a:pt x="19143" y="13768"/>
                    <a:pt x="19143" y="14004"/>
                    <a:pt x="19038" y="14243"/>
                  </a:cubicBezTo>
                  <a:cubicBezTo>
                    <a:pt x="19038" y="14361"/>
                    <a:pt x="19038" y="14600"/>
                    <a:pt x="19038" y="14718"/>
                  </a:cubicBezTo>
                  <a:cubicBezTo>
                    <a:pt x="18936" y="14953"/>
                    <a:pt x="18936" y="15193"/>
                    <a:pt x="18936" y="15310"/>
                  </a:cubicBezTo>
                  <a:cubicBezTo>
                    <a:pt x="18936" y="15428"/>
                    <a:pt x="18936" y="15428"/>
                    <a:pt x="18936" y="15428"/>
                  </a:cubicBezTo>
                  <a:cubicBezTo>
                    <a:pt x="19038" y="15550"/>
                    <a:pt x="19038" y="15667"/>
                    <a:pt x="19143" y="15785"/>
                  </a:cubicBezTo>
                  <a:cubicBezTo>
                    <a:pt x="19244" y="15903"/>
                    <a:pt x="19346" y="16024"/>
                    <a:pt x="19346" y="16260"/>
                  </a:cubicBezTo>
                  <a:cubicBezTo>
                    <a:pt x="19552" y="16617"/>
                    <a:pt x="19755" y="17209"/>
                    <a:pt x="19857" y="17802"/>
                  </a:cubicBezTo>
                  <a:cubicBezTo>
                    <a:pt x="19857" y="18041"/>
                    <a:pt x="19857" y="18159"/>
                    <a:pt x="19857" y="18277"/>
                  </a:cubicBezTo>
                  <a:cubicBezTo>
                    <a:pt x="19857" y="18634"/>
                    <a:pt x="19857" y="19108"/>
                    <a:pt x="19857" y="19583"/>
                  </a:cubicBezTo>
                  <a:cubicBezTo>
                    <a:pt x="19857" y="20297"/>
                    <a:pt x="19857" y="21007"/>
                    <a:pt x="19755" y="21482"/>
                  </a:cubicBezTo>
                  <a:cubicBezTo>
                    <a:pt x="19755" y="21600"/>
                    <a:pt x="19857" y="21600"/>
                    <a:pt x="19857" y="21600"/>
                  </a:cubicBezTo>
                  <a:cubicBezTo>
                    <a:pt x="19962" y="21600"/>
                    <a:pt x="19962" y="21600"/>
                    <a:pt x="20063" y="21600"/>
                  </a:cubicBezTo>
                  <a:cubicBezTo>
                    <a:pt x="20984" y="18751"/>
                    <a:pt x="20984" y="18751"/>
                    <a:pt x="20984" y="18751"/>
                  </a:cubicBezTo>
                  <a:cubicBezTo>
                    <a:pt x="20984" y="18634"/>
                    <a:pt x="21086" y="18516"/>
                    <a:pt x="21190" y="18516"/>
                  </a:cubicBezTo>
                  <a:cubicBezTo>
                    <a:pt x="21292" y="18398"/>
                    <a:pt x="21292" y="18277"/>
                    <a:pt x="21394" y="18159"/>
                  </a:cubicBezTo>
                  <a:cubicBezTo>
                    <a:pt x="21495" y="18159"/>
                    <a:pt x="21495" y="18159"/>
                    <a:pt x="21495" y="18041"/>
                  </a:cubicBezTo>
                  <a:cubicBezTo>
                    <a:pt x="21495" y="17923"/>
                    <a:pt x="21495" y="17802"/>
                    <a:pt x="21495" y="17684"/>
                  </a:cubicBezTo>
                  <a:cubicBezTo>
                    <a:pt x="21495" y="17449"/>
                    <a:pt x="21495" y="17327"/>
                    <a:pt x="21495" y="17209"/>
                  </a:cubicBezTo>
                  <a:cubicBezTo>
                    <a:pt x="21495" y="16852"/>
                    <a:pt x="21600" y="16617"/>
                    <a:pt x="21600" y="16378"/>
                  </a:cubicBezTo>
                  <a:cubicBezTo>
                    <a:pt x="21600" y="16024"/>
                    <a:pt x="21600" y="15785"/>
                    <a:pt x="21600" y="15428"/>
                  </a:cubicBezTo>
                  <a:cubicBezTo>
                    <a:pt x="21600" y="15310"/>
                    <a:pt x="21600" y="15193"/>
                    <a:pt x="21600" y="15075"/>
                  </a:cubicBezTo>
                </a:path>
              </a:pathLst>
            </a:custGeom>
            <a:solidFill>
              <a:srgbClr val="754C2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203" name="Group 8203"/>
          <p:cNvGrpSpPr/>
          <p:nvPr/>
        </p:nvGrpSpPr>
        <p:grpSpPr>
          <a:xfrm>
            <a:off x="14284021" y="8699086"/>
            <a:ext cx="2563376" cy="3387219"/>
            <a:chOff x="0" y="0"/>
            <a:chExt cx="2563375" cy="3387218"/>
          </a:xfrm>
        </p:grpSpPr>
        <p:sp>
          <p:nvSpPr>
            <p:cNvPr id="8086" name="Shape 8086"/>
            <p:cNvSpPr/>
            <p:nvPr/>
          </p:nvSpPr>
          <p:spPr>
            <a:xfrm>
              <a:off x="0" y="1667213"/>
              <a:ext cx="2563376" cy="17200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525"/>
                  </a:moveTo>
                  <a:cubicBezTo>
                    <a:pt x="21600" y="21105"/>
                    <a:pt x="21268" y="21600"/>
                    <a:pt x="20879" y="21600"/>
                  </a:cubicBezTo>
                  <a:cubicBezTo>
                    <a:pt x="721" y="21600"/>
                    <a:pt x="721" y="21600"/>
                    <a:pt x="721" y="21600"/>
                  </a:cubicBezTo>
                  <a:cubicBezTo>
                    <a:pt x="334" y="21600"/>
                    <a:pt x="0" y="21105"/>
                    <a:pt x="0" y="20525"/>
                  </a:cubicBezTo>
                  <a:cubicBezTo>
                    <a:pt x="0" y="1073"/>
                    <a:pt x="0" y="1073"/>
                    <a:pt x="0" y="1073"/>
                  </a:cubicBezTo>
                  <a:cubicBezTo>
                    <a:pt x="0" y="495"/>
                    <a:pt x="334" y="0"/>
                    <a:pt x="721" y="0"/>
                  </a:cubicBezTo>
                  <a:cubicBezTo>
                    <a:pt x="20879" y="0"/>
                    <a:pt x="20879" y="0"/>
                    <a:pt x="20879" y="0"/>
                  </a:cubicBezTo>
                  <a:cubicBezTo>
                    <a:pt x="21268" y="0"/>
                    <a:pt x="21600" y="495"/>
                    <a:pt x="21600" y="1073"/>
                  </a:cubicBezTo>
                  <a:cubicBezTo>
                    <a:pt x="21600" y="20525"/>
                    <a:pt x="21600" y="20525"/>
                    <a:pt x="21600" y="20525"/>
                  </a:cubicBezTo>
                </a:path>
              </a:pathLst>
            </a:custGeom>
            <a:solidFill>
              <a:srgbClr val="068A9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7" name="Shape 8087"/>
            <p:cNvSpPr/>
            <p:nvPr/>
          </p:nvSpPr>
          <p:spPr>
            <a:xfrm>
              <a:off x="151565" y="1883868"/>
              <a:ext cx="2260245" cy="830142"/>
            </a:xfrm>
            <a:prstGeom prst="rect">
              <a:avLst/>
            </a:prstGeom>
            <a:solidFill>
              <a:srgbClr val="CED3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8" name="Shape 8088"/>
            <p:cNvSpPr/>
            <p:nvPr/>
          </p:nvSpPr>
          <p:spPr>
            <a:xfrm>
              <a:off x="151565" y="1883868"/>
              <a:ext cx="2260245" cy="830142"/>
            </a:xfrm>
            <a:prstGeom prst="rect">
              <a:avLst/>
            </a:prstGeom>
            <a:solidFill>
              <a:srgbClr val="CED3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89" name="Shape 8089"/>
            <p:cNvSpPr/>
            <p:nvPr/>
          </p:nvSpPr>
          <p:spPr>
            <a:xfrm>
              <a:off x="322656" y="1699758"/>
              <a:ext cx="1917133" cy="78828"/>
            </a:xfrm>
            <a:prstGeom prst="rect">
              <a:avLst/>
            </a:prstGeom>
            <a:solidFill>
              <a:srgbClr val="48182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0" name="Shape 8090"/>
            <p:cNvSpPr/>
            <p:nvPr/>
          </p:nvSpPr>
          <p:spPr>
            <a:xfrm>
              <a:off x="322656" y="1699758"/>
              <a:ext cx="1917133" cy="78828"/>
            </a:xfrm>
            <a:prstGeom prst="rect">
              <a:avLst/>
            </a:prstGeom>
            <a:solidFill>
              <a:srgbClr val="2C3E5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1" name="Shape 8091"/>
            <p:cNvSpPr/>
            <p:nvPr/>
          </p:nvSpPr>
          <p:spPr>
            <a:xfrm>
              <a:off x="355201"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1600" y="21600"/>
                    <a:pt x="20409" y="21600"/>
                  </a:cubicBezTo>
                  <a:cubicBezTo>
                    <a:pt x="2383" y="21600"/>
                    <a:pt x="2383" y="21600"/>
                    <a:pt x="2383" y="21600"/>
                  </a:cubicBezTo>
                  <a:cubicBezTo>
                    <a:pt x="1191" y="21600"/>
                    <a:pt x="0" y="20473"/>
                    <a:pt x="0" y="19345"/>
                  </a:cubicBezTo>
                  <a:cubicBezTo>
                    <a:pt x="0" y="2291"/>
                    <a:pt x="0" y="2291"/>
                    <a:pt x="0" y="2291"/>
                  </a:cubicBezTo>
                  <a:cubicBezTo>
                    <a:pt x="0" y="1164"/>
                    <a:pt x="1191" y="0"/>
                    <a:pt x="2383" y="0"/>
                  </a:cubicBezTo>
                  <a:cubicBezTo>
                    <a:pt x="20409" y="0"/>
                    <a:pt x="20409" y="0"/>
                    <a:pt x="20409" y="0"/>
                  </a:cubicBezTo>
                  <a:cubicBezTo>
                    <a:pt x="21600"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2" name="Shape 8092"/>
            <p:cNvSpPr/>
            <p:nvPr/>
          </p:nvSpPr>
          <p:spPr>
            <a:xfrm>
              <a:off x="203636" y="1936869"/>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71" y="21600"/>
                    <a:pt x="19342" y="21600"/>
                  </a:cubicBezTo>
                  <a:cubicBezTo>
                    <a:pt x="2258" y="21600"/>
                    <a:pt x="2258" y="21600"/>
                    <a:pt x="2258" y="21600"/>
                  </a:cubicBezTo>
                  <a:cubicBezTo>
                    <a:pt x="1129" y="21600"/>
                    <a:pt x="0" y="20473"/>
                    <a:pt x="0" y="19345"/>
                  </a:cubicBezTo>
                  <a:cubicBezTo>
                    <a:pt x="0" y="2291"/>
                    <a:pt x="0" y="2291"/>
                    <a:pt x="0" y="2291"/>
                  </a:cubicBezTo>
                  <a:cubicBezTo>
                    <a:pt x="0" y="1164"/>
                    <a:pt x="1129" y="0"/>
                    <a:pt x="2258" y="0"/>
                  </a:cubicBezTo>
                  <a:cubicBezTo>
                    <a:pt x="19342" y="0"/>
                    <a:pt x="19342" y="0"/>
                    <a:pt x="19342" y="0"/>
                  </a:cubicBezTo>
                  <a:cubicBezTo>
                    <a:pt x="20471"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3" name="Shape 8093"/>
            <p:cNvSpPr/>
            <p:nvPr/>
          </p:nvSpPr>
          <p:spPr>
            <a:xfrm>
              <a:off x="506766"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1600" y="21600"/>
                    <a:pt x="20372" y="21600"/>
                  </a:cubicBezTo>
                  <a:cubicBezTo>
                    <a:pt x="2417" y="21600"/>
                    <a:pt x="2417" y="21600"/>
                    <a:pt x="2417" y="21600"/>
                  </a:cubicBezTo>
                  <a:cubicBezTo>
                    <a:pt x="1228" y="21600"/>
                    <a:pt x="0" y="20473"/>
                    <a:pt x="0" y="19345"/>
                  </a:cubicBezTo>
                  <a:cubicBezTo>
                    <a:pt x="0" y="2291"/>
                    <a:pt x="0" y="2291"/>
                    <a:pt x="0" y="2291"/>
                  </a:cubicBezTo>
                  <a:cubicBezTo>
                    <a:pt x="0" y="1164"/>
                    <a:pt x="1228" y="0"/>
                    <a:pt x="2417" y="0"/>
                  </a:cubicBezTo>
                  <a:cubicBezTo>
                    <a:pt x="20372" y="0"/>
                    <a:pt x="20372" y="0"/>
                    <a:pt x="20372" y="0"/>
                  </a:cubicBezTo>
                  <a:cubicBezTo>
                    <a:pt x="21600"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4" name="Shape 8094"/>
            <p:cNvSpPr/>
            <p:nvPr/>
          </p:nvSpPr>
          <p:spPr>
            <a:xfrm>
              <a:off x="658331"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372" y="21600"/>
                    <a:pt x="20372" y="21600"/>
                  </a:cubicBezTo>
                  <a:cubicBezTo>
                    <a:pt x="1189" y="21600"/>
                    <a:pt x="1189" y="21600"/>
                    <a:pt x="1189" y="21600"/>
                  </a:cubicBezTo>
                  <a:cubicBezTo>
                    <a:pt x="1189" y="21600"/>
                    <a:pt x="0" y="20473"/>
                    <a:pt x="0" y="19345"/>
                  </a:cubicBezTo>
                  <a:cubicBezTo>
                    <a:pt x="0" y="2291"/>
                    <a:pt x="0" y="2291"/>
                    <a:pt x="0" y="2291"/>
                  </a:cubicBezTo>
                  <a:cubicBezTo>
                    <a:pt x="0" y="1164"/>
                    <a:pt x="1189" y="0"/>
                    <a:pt x="1189" y="0"/>
                  </a:cubicBezTo>
                  <a:cubicBezTo>
                    <a:pt x="20372" y="0"/>
                    <a:pt x="20372" y="0"/>
                    <a:pt x="20372" y="0"/>
                  </a:cubicBezTo>
                  <a:cubicBezTo>
                    <a:pt x="20372"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5" name="Shape 8095"/>
            <p:cNvSpPr/>
            <p:nvPr/>
          </p:nvSpPr>
          <p:spPr>
            <a:xfrm>
              <a:off x="809896"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09" y="21600"/>
                    <a:pt x="20409" y="21600"/>
                  </a:cubicBezTo>
                  <a:cubicBezTo>
                    <a:pt x="1191" y="21600"/>
                    <a:pt x="1191" y="21600"/>
                    <a:pt x="1191" y="21600"/>
                  </a:cubicBezTo>
                  <a:cubicBezTo>
                    <a:pt x="0" y="21600"/>
                    <a:pt x="0" y="20473"/>
                    <a:pt x="0" y="19345"/>
                  </a:cubicBezTo>
                  <a:cubicBezTo>
                    <a:pt x="0" y="2291"/>
                    <a:pt x="0" y="2291"/>
                    <a:pt x="0" y="2291"/>
                  </a:cubicBezTo>
                  <a:cubicBezTo>
                    <a:pt x="0" y="1164"/>
                    <a:pt x="0" y="0"/>
                    <a:pt x="1191" y="0"/>
                  </a:cubicBezTo>
                  <a:cubicBezTo>
                    <a:pt x="20409" y="0"/>
                    <a:pt x="20409" y="0"/>
                    <a:pt x="20409" y="0"/>
                  </a:cubicBezTo>
                  <a:cubicBezTo>
                    <a:pt x="20409"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6" name="Shape 8096"/>
            <p:cNvSpPr/>
            <p:nvPr/>
          </p:nvSpPr>
          <p:spPr>
            <a:xfrm>
              <a:off x="961460" y="1936869"/>
              <a:ext cx="118811"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11" y="21600"/>
                    <a:pt x="19221" y="21600"/>
                  </a:cubicBezTo>
                  <a:cubicBezTo>
                    <a:pt x="1228" y="21600"/>
                    <a:pt x="1228" y="21600"/>
                    <a:pt x="1228" y="21600"/>
                  </a:cubicBezTo>
                  <a:cubicBezTo>
                    <a:pt x="0" y="21600"/>
                    <a:pt x="0" y="20473"/>
                    <a:pt x="0" y="19345"/>
                  </a:cubicBezTo>
                  <a:cubicBezTo>
                    <a:pt x="0" y="2291"/>
                    <a:pt x="0" y="2291"/>
                    <a:pt x="0" y="2291"/>
                  </a:cubicBezTo>
                  <a:cubicBezTo>
                    <a:pt x="0" y="1164"/>
                    <a:pt x="0" y="0"/>
                    <a:pt x="1228" y="0"/>
                  </a:cubicBezTo>
                  <a:cubicBezTo>
                    <a:pt x="19221" y="0"/>
                    <a:pt x="19221" y="0"/>
                    <a:pt x="19221" y="0"/>
                  </a:cubicBezTo>
                  <a:cubicBezTo>
                    <a:pt x="20411"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7" name="Shape 8097"/>
            <p:cNvSpPr/>
            <p:nvPr/>
          </p:nvSpPr>
          <p:spPr>
            <a:xfrm>
              <a:off x="1106516" y="1936869"/>
              <a:ext cx="12532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73" y="21600"/>
                    <a:pt x="19309" y="21600"/>
                  </a:cubicBezTo>
                  <a:cubicBezTo>
                    <a:pt x="2291" y="21600"/>
                    <a:pt x="2291" y="21600"/>
                    <a:pt x="2291" y="21600"/>
                  </a:cubicBezTo>
                  <a:cubicBezTo>
                    <a:pt x="1127" y="21600"/>
                    <a:pt x="0" y="20473"/>
                    <a:pt x="0" y="19345"/>
                  </a:cubicBezTo>
                  <a:cubicBezTo>
                    <a:pt x="0" y="2291"/>
                    <a:pt x="0" y="2291"/>
                    <a:pt x="0" y="2291"/>
                  </a:cubicBezTo>
                  <a:cubicBezTo>
                    <a:pt x="0" y="1164"/>
                    <a:pt x="1127" y="0"/>
                    <a:pt x="2291" y="0"/>
                  </a:cubicBezTo>
                  <a:cubicBezTo>
                    <a:pt x="19309" y="0"/>
                    <a:pt x="19309" y="0"/>
                    <a:pt x="19309" y="0"/>
                  </a:cubicBezTo>
                  <a:cubicBezTo>
                    <a:pt x="20473"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8" name="Shape 8098"/>
            <p:cNvSpPr/>
            <p:nvPr/>
          </p:nvSpPr>
          <p:spPr>
            <a:xfrm>
              <a:off x="1258082" y="1936869"/>
              <a:ext cx="117881"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1600" y="21600"/>
                    <a:pt x="20406" y="21600"/>
                  </a:cubicBezTo>
                  <a:cubicBezTo>
                    <a:pt x="2387" y="21600"/>
                    <a:pt x="2387" y="21600"/>
                    <a:pt x="2387" y="21600"/>
                  </a:cubicBezTo>
                  <a:cubicBezTo>
                    <a:pt x="1194" y="21600"/>
                    <a:pt x="0" y="20473"/>
                    <a:pt x="0" y="19345"/>
                  </a:cubicBezTo>
                  <a:cubicBezTo>
                    <a:pt x="0" y="2291"/>
                    <a:pt x="0" y="2291"/>
                    <a:pt x="0" y="2291"/>
                  </a:cubicBezTo>
                  <a:cubicBezTo>
                    <a:pt x="0" y="1164"/>
                    <a:pt x="1194" y="0"/>
                    <a:pt x="2387" y="0"/>
                  </a:cubicBezTo>
                  <a:cubicBezTo>
                    <a:pt x="20406" y="0"/>
                    <a:pt x="20406" y="0"/>
                    <a:pt x="20406" y="0"/>
                  </a:cubicBezTo>
                  <a:cubicBezTo>
                    <a:pt x="21600"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099" name="Shape 8099"/>
            <p:cNvSpPr/>
            <p:nvPr/>
          </p:nvSpPr>
          <p:spPr>
            <a:xfrm>
              <a:off x="1409646"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1600" y="21600"/>
                    <a:pt x="20409" y="21600"/>
                  </a:cubicBezTo>
                  <a:cubicBezTo>
                    <a:pt x="2383" y="21600"/>
                    <a:pt x="2383" y="21600"/>
                    <a:pt x="2383" y="21600"/>
                  </a:cubicBezTo>
                  <a:cubicBezTo>
                    <a:pt x="1191" y="21600"/>
                    <a:pt x="0" y="20473"/>
                    <a:pt x="0" y="19345"/>
                  </a:cubicBezTo>
                  <a:cubicBezTo>
                    <a:pt x="0" y="2291"/>
                    <a:pt x="0" y="2291"/>
                    <a:pt x="0" y="2291"/>
                  </a:cubicBezTo>
                  <a:cubicBezTo>
                    <a:pt x="0" y="1164"/>
                    <a:pt x="1191" y="0"/>
                    <a:pt x="2383" y="0"/>
                  </a:cubicBezTo>
                  <a:cubicBezTo>
                    <a:pt x="20409" y="0"/>
                    <a:pt x="20409" y="0"/>
                    <a:pt x="20409" y="0"/>
                  </a:cubicBezTo>
                  <a:cubicBezTo>
                    <a:pt x="21600"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0" name="Shape 8100"/>
            <p:cNvSpPr/>
            <p:nvPr/>
          </p:nvSpPr>
          <p:spPr>
            <a:xfrm>
              <a:off x="1561211" y="1936869"/>
              <a:ext cx="118811"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11" y="21600"/>
                    <a:pt x="20411" y="21600"/>
                  </a:cubicBezTo>
                  <a:cubicBezTo>
                    <a:pt x="1228" y="21600"/>
                    <a:pt x="1228" y="21600"/>
                    <a:pt x="1228" y="21600"/>
                  </a:cubicBezTo>
                  <a:cubicBezTo>
                    <a:pt x="1228" y="21600"/>
                    <a:pt x="0" y="20473"/>
                    <a:pt x="0" y="19345"/>
                  </a:cubicBezTo>
                  <a:cubicBezTo>
                    <a:pt x="0" y="2291"/>
                    <a:pt x="0" y="2291"/>
                    <a:pt x="0" y="2291"/>
                  </a:cubicBezTo>
                  <a:cubicBezTo>
                    <a:pt x="0" y="1164"/>
                    <a:pt x="1228" y="0"/>
                    <a:pt x="1228" y="0"/>
                  </a:cubicBezTo>
                  <a:cubicBezTo>
                    <a:pt x="20411" y="0"/>
                    <a:pt x="20411" y="0"/>
                    <a:pt x="20411" y="0"/>
                  </a:cubicBezTo>
                  <a:cubicBezTo>
                    <a:pt x="20411"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1" name="Shape 8101"/>
            <p:cNvSpPr/>
            <p:nvPr/>
          </p:nvSpPr>
          <p:spPr>
            <a:xfrm>
              <a:off x="1712776"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372" y="21600"/>
                    <a:pt x="19183" y="21600"/>
                  </a:cubicBezTo>
                  <a:cubicBezTo>
                    <a:pt x="1189" y="21600"/>
                    <a:pt x="1189" y="21600"/>
                    <a:pt x="1189" y="21600"/>
                  </a:cubicBezTo>
                  <a:cubicBezTo>
                    <a:pt x="0" y="21600"/>
                    <a:pt x="0" y="20473"/>
                    <a:pt x="0" y="19345"/>
                  </a:cubicBezTo>
                  <a:cubicBezTo>
                    <a:pt x="0" y="2291"/>
                    <a:pt x="0" y="2291"/>
                    <a:pt x="0" y="2291"/>
                  </a:cubicBezTo>
                  <a:cubicBezTo>
                    <a:pt x="0" y="1164"/>
                    <a:pt x="0" y="0"/>
                    <a:pt x="1189" y="0"/>
                  </a:cubicBezTo>
                  <a:cubicBezTo>
                    <a:pt x="19183" y="0"/>
                    <a:pt x="19183" y="0"/>
                    <a:pt x="19183" y="0"/>
                  </a:cubicBezTo>
                  <a:cubicBezTo>
                    <a:pt x="20372"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2" name="Shape 8102"/>
            <p:cNvSpPr/>
            <p:nvPr/>
          </p:nvSpPr>
          <p:spPr>
            <a:xfrm>
              <a:off x="1864341"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09" y="21600"/>
                    <a:pt x="19217" y="21600"/>
                  </a:cubicBezTo>
                  <a:cubicBezTo>
                    <a:pt x="1191" y="21600"/>
                    <a:pt x="1191" y="21600"/>
                    <a:pt x="1191" y="21600"/>
                  </a:cubicBezTo>
                  <a:cubicBezTo>
                    <a:pt x="0" y="21600"/>
                    <a:pt x="0" y="20473"/>
                    <a:pt x="0" y="19345"/>
                  </a:cubicBezTo>
                  <a:cubicBezTo>
                    <a:pt x="0" y="2291"/>
                    <a:pt x="0" y="2291"/>
                    <a:pt x="0" y="2291"/>
                  </a:cubicBezTo>
                  <a:cubicBezTo>
                    <a:pt x="0" y="1164"/>
                    <a:pt x="0" y="0"/>
                    <a:pt x="1191" y="0"/>
                  </a:cubicBezTo>
                  <a:cubicBezTo>
                    <a:pt x="19217" y="0"/>
                    <a:pt x="19217" y="0"/>
                    <a:pt x="19217" y="0"/>
                  </a:cubicBezTo>
                  <a:cubicBezTo>
                    <a:pt x="20409"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3" name="Shape 8103"/>
            <p:cNvSpPr/>
            <p:nvPr/>
          </p:nvSpPr>
          <p:spPr>
            <a:xfrm>
              <a:off x="2009397" y="1936869"/>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73" y="21600"/>
                    <a:pt x="19345" y="21600"/>
                  </a:cubicBezTo>
                  <a:cubicBezTo>
                    <a:pt x="2291" y="21600"/>
                    <a:pt x="2291" y="21600"/>
                    <a:pt x="2291" y="21600"/>
                  </a:cubicBezTo>
                  <a:cubicBezTo>
                    <a:pt x="1164" y="21600"/>
                    <a:pt x="0" y="20473"/>
                    <a:pt x="0" y="19345"/>
                  </a:cubicBezTo>
                  <a:cubicBezTo>
                    <a:pt x="0" y="2291"/>
                    <a:pt x="0" y="2291"/>
                    <a:pt x="0" y="2291"/>
                  </a:cubicBezTo>
                  <a:cubicBezTo>
                    <a:pt x="0" y="1164"/>
                    <a:pt x="1164" y="0"/>
                    <a:pt x="2291" y="0"/>
                  </a:cubicBezTo>
                  <a:cubicBezTo>
                    <a:pt x="19345" y="0"/>
                    <a:pt x="19345" y="0"/>
                    <a:pt x="19345" y="0"/>
                  </a:cubicBezTo>
                  <a:cubicBezTo>
                    <a:pt x="20473"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4" name="Shape 8104"/>
            <p:cNvSpPr/>
            <p:nvPr/>
          </p:nvSpPr>
          <p:spPr>
            <a:xfrm>
              <a:off x="2180489" y="1936869"/>
              <a:ext cx="170882"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1600" y="21600"/>
                    <a:pt x="20775" y="21600"/>
                  </a:cubicBezTo>
                  <a:cubicBezTo>
                    <a:pt x="825" y="21600"/>
                    <a:pt x="825" y="21600"/>
                    <a:pt x="825" y="21600"/>
                  </a:cubicBezTo>
                  <a:cubicBezTo>
                    <a:pt x="0" y="21600"/>
                    <a:pt x="0" y="20473"/>
                    <a:pt x="0" y="19345"/>
                  </a:cubicBezTo>
                  <a:cubicBezTo>
                    <a:pt x="0" y="2291"/>
                    <a:pt x="0" y="2291"/>
                    <a:pt x="0" y="2291"/>
                  </a:cubicBezTo>
                  <a:cubicBezTo>
                    <a:pt x="0" y="1164"/>
                    <a:pt x="0" y="0"/>
                    <a:pt x="825" y="0"/>
                  </a:cubicBezTo>
                  <a:cubicBezTo>
                    <a:pt x="20775" y="0"/>
                    <a:pt x="20775" y="0"/>
                    <a:pt x="20775" y="0"/>
                  </a:cubicBezTo>
                  <a:cubicBezTo>
                    <a:pt x="21600"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5" name="Shape 8105"/>
            <p:cNvSpPr/>
            <p:nvPr/>
          </p:nvSpPr>
          <p:spPr>
            <a:xfrm>
              <a:off x="40820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409" y="21600"/>
                    <a:pt x="20409" y="21600"/>
                  </a:cubicBezTo>
                  <a:cubicBezTo>
                    <a:pt x="1191" y="21600"/>
                    <a:pt x="1191" y="21600"/>
                    <a:pt x="1191" y="21600"/>
                  </a:cubicBezTo>
                  <a:cubicBezTo>
                    <a:pt x="1191" y="21600"/>
                    <a:pt x="0" y="21600"/>
                    <a:pt x="0" y="20409"/>
                  </a:cubicBezTo>
                  <a:cubicBezTo>
                    <a:pt x="0" y="1191"/>
                    <a:pt x="0" y="1191"/>
                    <a:pt x="0" y="1191"/>
                  </a:cubicBezTo>
                  <a:lnTo>
                    <a:pt x="1191" y="0"/>
                  </a:lnTo>
                  <a:cubicBezTo>
                    <a:pt x="20409" y="0"/>
                    <a:pt x="20409" y="0"/>
                    <a:pt x="20409" y="0"/>
                  </a:cubicBezTo>
                  <a:lnTo>
                    <a:pt x="21600" y="1191"/>
                  </a:ln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6" name="Shape 8106"/>
            <p:cNvSpPr/>
            <p:nvPr/>
          </p:nvSpPr>
          <p:spPr>
            <a:xfrm>
              <a:off x="559767"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372" y="21600"/>
                    <a:pt x="20372" y="21600"/>
                  </a:cubicBezTo>
                  <a:cubicBezTo>
                    <a:pt x="1228" y="21600"/>
                    <a:pt x="1228" y="21600"/>
                    <a:pt x="1228" y="21600"/>
                  </a:cubicBezTo>
                  <a:cubicBezTo>
                    <a:pt x="1228" y="21600"/>
                    <a:pt x="0" y="21600"/>
                    <a:pt x="0" y="20409"/>
                  </a:cubicBezTo>
                  <a:cubicBezTo>
                    <a:pt x="0" y="1191"/>
                    <a:pt x="0" y="1191"/>
                    <a:pt x="0" y="1191"/>
                  </a:cubicBezTo>
                  <a:lnTo>
                    <a:pt x="1228" y="0"/>
                  </a:lnTo>
                  <a:cubicBezTo>
                    <a:pt x="20372" y="0"/>
                    <a:pt x="20372" y="0"/>
                    <a:pt x="20372" y="0"/>
                  </a:cubicBezTo>
                  <a:lnTo>
                    <a:pt x="21600" y="1191"/>
                  </a:ln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7" name="Shape 8107"/>
            <p:cNvSpPr/>
            <p:nvPr/>
          </p:nvSpPr>
          <p:spPr>
            <a:xfrm>
              <a:off x="71133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372" y="21600"/>
                  </a:cubicBezTo>
                  <a:cubicBezTo>
                    <a:pt x="1189" y="21600"/>
                    <a:pt x="1189" y="21600"/>
                    <a:pt x="1189" y="21600"/>
                  </a:cubicBezTo>
                  <a:cubicBezTo>
                    <a:pt x="1189" y="21600"/>
                    <a:pt x="0" y="21600"/>
                    <a:pt x="0" y="20409"/>
                  </a:cubicBezTo>
                  <a:cubicBezTo>
                    <a:pt x="0" y="1191"/>
                    <a:pt x="0" y="1191"/>
                    <a:pt x="0" y="1191"/>
                  </a:cubicBezTo>
                  <a:lnTo>
                    <a:pt x="1189" y="0"/>
                  </a:lnTo>
                  <a:cubicBezTo>
                    <a:pt x="20372" y="0"/>
                    <a:pt x="20372" y="0"/>
                    <a:pt x="20372"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8" name="Shape 8108"/>
            <p:cNvSpPr/>
            <p:nvPr/>
          </p:nvSpPr>
          <p:spPr>
            <a:xfrm>
              <a:off x="862897"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1191" y="21600"/>
                    <a:pt x="1191" y="21600"/>
                    <a:pt x="1191" y="21600"/>
                  </a:cubicBezTo>
                  <a:cubicBezTo>
                    <a:pt x="1191" y="21600"/>
                    <a:pt x="0" y="21600"/>
                    <a:pt x="0" y="20409"/>
                  </a:cubicBezTo>
                  <a:cubicBezTo>
                    <a:pt x="0" y="1191"/>
                    <a:pt x="0" y="1191"/>
                    <a:pt x="0" y="1191"/>
                  </a:cubicBezTo>
                  <a:lnTo>
                    <a:pt x="1191" y="0"/>
                  </a:lnTo>
                  <a:cubicBezTo>
                    <a:pt x="20409" y="0"/>
                    <a:pt x="20409" y="0"/>
                    <a:pt x="20409"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09" name="Shape 8109"/>
            <p:cNvSpPr/>
            <p:nvPr/>
          </p:nvSpPr>
          <p:spPr>
            <a:xfrm>
              <a:off x="101446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11" y="21600"/>
                  </a:cubicBezTo>
                  <a:cubicBezTo>
                    <a:pt x="1228" y="21600"/>
                    <a:pt x="1228" y="21600"/>
                    <a:pt x="1228" y="21600"/>
                  </a:cubicBezTo>
                  <a:cubicBezTo>
                    <a:pt x="1228" y="21600"/>
                    <a:pt x="0" y="21600"/>
                    <a:pt x="0" y="20409"/>
                  </a:cubicBezTo>
                  <a:cubicBezTo>
                    <a:pt x="0" y="1191"/>
                    <a:pt x="0" y="1191"/>
                    <a:pt x="0" y="1191"/>
                  </a:cubicBezTo>
                  <a:lnTo>
                    <a:pt x="1228" y="0"/>
                  </a:lnTo>
                  <a:cubicBezTo>
                    <a:pt x="20411" y="0"/>
                    <a:pt x="20411" y="0"/>
                    <a:pt x="20411"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0" name="Shape 8110"/>
            <p:cNvSpPr/>
            <p:nvPr/>
          </p:nvSpPr>
          <p:spPr>
            <a:xfrm>
              <a:off x="1166027" y="2081925"/>
              <a:ext cx="118809"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47" y="21600"/>
                  </a:cubicBezTo>
                  <a:cubicBezTo>
                    <a:pt x="2421" y="21600"/>
                    <a:pt x="2421" y="21600"/>
                    <a:pt x="2421" y="21600"/>
                  </a:cubicBezTo>
                  <a:cubicBezTo>
                    <a:pt x="1230" y="21600"/>
                    <a:pt x="0" y="21600"/>
                    <a:pt x="0" y="20409"/>
                  </a:cubicBezTo>
                  <a:cubicBezTo>
                    <a:pt x="0" y="1191"/>
                    <a:pt x="0" y="1191"/>
                    <a:pt x="0" y="1191"/>
                  </a:cubicBezTo>
                  <a:cubicBezTo>
                    <a:pt x="0" y="1191"/>
                    <a:pt x="1230" y="0"/>
                    <a:pt x="2421" y="0"/>
                  </a:cubicBezTo>
                  <a:cubicBezTo>
                    <a:pt x="20447" y="0"/>
                    <a:pt x="20447" y="0"/>
                    <a:pt x="20447"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1" name="Shape 8111"/>
            <p:cNvSpPr/>
            <p:nvPr/>
          </p:nvSpPr>
          <p:spPr>
            <a:xfrm>
              <a:off x="131759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372" y="21600"/>
                  </a:cubicBezTo>
                  <a:cubicBezTo>
                    <a:pt x="2417" y="21600"/>
                    <a:pt x="2417" y="21600"/>
                    <a:pt x="2417" y="21600"/>
                  </a:cubicBezTo>
                  <a:cubicBezTo>
                    <a:pt x="1189" y="21600"/>
                    <a:pt x="0" y="21600"/>
                    <a:pt x="0" y="20409"/>
                  </a:cubicBezTo>
                  <a:cubicBezTo>
                    <a:pt x="0" y="1191"/>
                    <a:pt x="0" y="1191"/>
                    <a:pt x="0" y="1191"/>
                  </a:cubicBezTo>
                  <a:cubicBezTo>
                    <a:pt x="0" y="1191"/>
                    <a:pt x="1189" y="0"/>
                    <a:pt x="2417" y="0"/>
                  </a:cubicBezTo>
                  <a:cubicBezTo>
                    <a:pt x="20372" y="0"/>
                    <a:pt x="20372" y="0"/>
                    <a:pt x="20372"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2" name="Shape 8112"/>
            <p:cNvSpPr/>
            <p:nvPr/>
          </p:nvSpPr>
          <p:spPr>
            <a:xfrm>
              <a:off x="1469156"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2383" y="21600"/>
                    <a:pt x="2383" y="21600"/>
                    <a:pt x="2383" y="21600"/>
                  </a:cubicBezTo>
                  <a:cubicBezTo>
                    <a:pt x="1191" y="21600"/>
                    <a:pt x="0" y="21600"/>
                    <a:pt x="0" y="20409"/>
                  </a:cubicBezTo>
                  <a:cubicBezTo>
                    <a:pt x="0" y="1191"/>
                    <a:pt x="0" y="1191"/>
                    <a:pt x="0" y="1191"/>
                  </a:cubicBezTo>
                  <a:cubicBezTo>
                    <a:pt x="0" y="1191"/>
                    <a:pt x="1191" y="0"/>
                    <a:pt x="2383" y="0"/>
                  </a:cubicBezTo>
                  <a:cubicBezTo>
                    <a:pt x="20409" y="0"/>
                    <a:pt x="20409" y="0"/>
                    <a:pt x="20409"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3" name="Shape 8113"/>
            <p:cNvSpPr/>
            <p:nvPr/>
          </p:nvSpPr>
          <p:spPr>
            <a:xfrm>
              <a:off x="162072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2383" y="21600"/>
                    <a:pt x="2383" y="21600"/>
                    <a:pt x="2383" y="21600"/>
                  </a:cubicBezTo>
                  <a:cubicBezTo>
                    <a:pt x="1191" y="21600"/>
                    <a:pt x="0" y="21600"/>
                    <a:pt x="0" y="20409"/>
                  </a:cubicBezTo>
                  <a:cubicBezTo>
                    <a:pt x="0" y="1191"/>
                    <a:pt x="0" y="1191"/>
                    <a:pt x="0" y="1191"/>
                  </a:cubicBezTo>
                  <a:cubicBezTo>
                    <a:pt x="0" y="1191"/>
                    <a:pt x="1191" y="0"/>
                    <a:pt x="2383" y="0"/>
                  </a:cubicBezTo>
                  <a:cubicBezTo>
                    <a:pt x="20409" y="0"/>
                    <a:pt x="20409" y="0"/>
                    <a:pt x="20409"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4" name="Shape 8114"/>
            <p:cNvSpPr/>
            <p:nvPr/>
          </p:nvSpPr>
          <p:spPr>
            <a:xfrm>
              <a:off x="1772286" y="2081925"/>
              <a:ext cx="118811"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11" y="21600"/>
                  </a:cubicBezTo>
                  <a:cubicBezTo>
                    <a:pt x="2417" y="21600"/>
                    <a:pt x="2417" y="21600"/>
                    <a:pt x="2417" y="21600"/>
                  </a:cubicBezTo>
                  <a:cubicBezTo>
                    <a:pt x="1228" y="21600"/>
                    <a:pt x="0" y="21600"/>
                    <a:pt x="0" y="20409"/>
                  </a:cubicBezTo>
                  <a:cubicBezTo>
                    <a:pt x="0" y="1191"/>
                    <a:pt x="0" y="1191"/>
                    <a:pt x="0" y="1191"/>
                  </a:cubicBezTo>
                  <a:cubicBezTo>
                    <a:pt x="0" y="1191"/>
                    <a:pt x="1228" y="0"/>
                    <a:pt x="2417" y="0"/>
                  </a:cubicBezTo>
                  <a:cubicBezTo>
                    <a:pt x="20411" y="0"/>
                    <a:pt x="20411" y="0"/>
                    <a:pt x="20411"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5" name="Shape 8115"/>
            <p:cNvSpPr/>
            <p:nvPr/>
          </p:nvSpPr>
          <p:spPr>
            <a:xfrm>
              <a:off x="1923851" y="2081925"/>
              <a:ext cx="118811"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372" y="21600"/>
                  </a:cubicBezTo>
                  <a:cubicBezTo>
                    <a:pt x="2417" y="21600"/>
                    <a:pt x="2417" y="21600"/>
                    <a:pt x="2417" y="21600"/>
                  </a:cubicBezTo>
                  <a:cubicBezTo>
                    <a:pt x="1189" y="21600"/>
                    <a:pt x="0" y="21600"/>
                    <a:pt x="0" y="20409"/>
                  </a:cubicBezTo>
                  <a:cubicBezTo>
                    <a:pt x="0" y="1191"/>
                    <a:pt x="0" y="1191"/>
                    <a:pt x="0" y="1191"/>
                  </a:cubicBezTo>
                  <a:cubicBezTo>
                    <a:pt x="0" y="1191"/>
                    <a:pt x="1189" y="0"/>
                    <a:pt x="2417" y="0"/>
                  </a:cubicBezTo>
                  <a:cubicBezTo>
                    <a:pt x="20372" y="0"/>
                    <a:pt x="20372" y="0"/>
                    <a:pt x="20372"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6" name="Shape 8116"/>
            <p:cNvSpPr/>
            <p:nvPr/>
          </p:nvSpPr>
          <p:spPr>
            <a:xfrm>
              <a:off x="2075416" y="2081925"/>
              <a:ext cx="12532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436" y="21600"/>
                    <a:pt x="19309" y="21600"/>
                  </a:cubicBezTo>
                  <a:cubicBezTo>
                    <a:pt x="2255" y="21600"/>
                    <a:pt x="2255" y="21600"/>
                    <a:pt x="2255" y="21600"/>
                  </a:cubicBezTo>
                  <a:cubicBezTo>
                    <a:pt x="1127" y="21600"/>
                    <a:pt x="0" y="21600"/>
                    <a:pt x="0" y="20409"/>
                  </a:cubicBezTo>
                  <a:cubicBezTo>
                    <a:pt x="0" y="1191"/>
                    <a:pt x="0" y="1191"/>
                    <a:pt x="0" y="1191"/>
                  </a:cubicBezTo>
                  <a:cubicBezTo>
                    <a:pt x="0" y="1191"/>
                    <a:pt x="1127" y="0"/>
                    <a:pt x="2255" y="0"/>
                  </a:cubicBezTo>
                  <a:cubicBezTo>
                    <a:pt x="19309" y="0"/>
                    <a:pt x="19309" y="0"/>
                    <a:pt x="19309" y="0"/>
                  </a:cubicBezTo>
                  <a:cubicBezTo>
                    <a:pt x="20436"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7" name="Shape 8117"/>
            <p:cNvSpPr/>
            <p:nvPr/>
          </p:nvSpPr>
          <p:spPr>
            <a:xfrm>
              <a:off x="2233490"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2383" y="21600"/>
                    <a:pt x="2383" y="21600"/>
                    <a:pt x="2383" y="21600"/>
                  </a:cubicBezTo>
                  <a:cubicBezTo>
                    <a:pt x="1191" y="21600"/>
                    <a:pt x="0" y="21600"/>
                    <a:pt x="0" y="20409"/>
                  </a:cubicBezTo>
                  <a:cubicBezTo>
                    <a:pt x="0" y="1191"/>
                    <a:pt x="0" y="1191"/>
                    <a:pt x="0" y="1191"/>
                  </a:cubicBezTo>
                  <a:cubicBezTo>
                    <a:pt x="0" y="1191"/>
                    <a:pt x="1191" y="0"/>
                    <a:pt x="2383" y="0"/>
                  </a:cubicBezTo>
                  <a:cubicBezTo>
                    <a:pt x="20409" y="0"/>
                    <a:pt x="20409" y="0"/>
                    <a:pt x="20409"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8" name="Shape 8118"/>
            <p:cNvSpPr/>
            <p:nvPr/>
          </p:nvSpPr>
          <p:spPr>
            <a:xfrm>
              <a:off x="203636" y="2081925"/>
              <a:ext cx="164373"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743" y="21600"/>
                    <a:pt x="19885" y="21600"/>
                  </a:cubicBezTo>
                  <a:cubicBezTo>
                    <a:pt x="1715" y="21600"/>
                    <a:pt x="1715" y="21600"/>
                    <a:pt x="1715" y="21600"/>
                  </a:cubicBezTo>
                  <a:cubicBezTo>
                    <a:pt x="857" y="21600"/>
                    <a:pt x="0" y="21600"/>
                    <a:pt x="0" y="20409"/>
                  </a:cubicBezTo>
                  <a:cubicBezTo>
                    <a:pt x="0" y="1191"/>
                    <a:pt x="0" y="1191"/>
                    <a:pt x="0" y="1191"/>
                  </a:cubicBezTo>
                  <a:cubicBezTo>
                    <a:pt x="0" y="1191"/>
                    <a:pt x="857" y="0"/>
                    <a:pt x="1715" y="0"/>
                  </a:cubicBezTo>
                  <a:cubicBezTo>
                    <a:pt x="19885" y="0"/>
                    <a:pt x="19885" y="0"/>
                    <a:pt x="19885" y="0"/>
                  </a:cubicBezTo>
                  <a:cubicBezTo>
                    <a:pt x="20743"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19" name="Shape 8119"/>
            <p:cNvSpPr/>
            <p:nvPr/>
          </p:nvSpPr>
          <p:spPr>
            <a:xfrm>
              <a:off x="440747"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09" y="21600"/>
                    <a:pt x="19217" y="21600"/>
                  </a:cubicBezTo>
                  <a:cubicBezTo>
                    <a:pt x="1191" y="21600"/>
                    <a:pt x="1191" y="21600"/>
                    <a:pt x="1191" y="21600"/>
                  </a:cubicBezTo>
                  <a:cubicBezTo>
                    <a:pt x="0" y="21600"/>
                    <a:pt x="0" y="20411"/>
                    <a:pt x="0" y="19183"/>
                  </a:cubicBezTo>
                  <a:cubicBezTo>
                    <a:pt x="0" y="1228"/>
                    <a:pt x="0" y="1228"/>
                    <a:pt x="0" y="1228"/>
                  </a:cubicBezTo>
                  <a:cubicBezTo>
                    <a:pt x="0" y="0"/>
                    <a:pt x="0" y="0"/>
                    <a:pt x="1191" y="0"/>
                  </a:cubicBezTo>
                  <a:cubicBezTo>
                    <a:pt x="19217" y="0"/>
                    <a:pt x="19217" y="0"/>
                    <a:pt x="19217" y="0"/>
                  </a:cubicBezTo>
                  <a:cubicBezTo>
                    <a:pt x="20409"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0" name="Shape 8120"/>
            <p:cNvSpPr/>
            <p:nvPr/>
          </p:nvSpPr>
          <p:spPr>
            <a:xfrm>
              <a:off x="592312" y="2226981"/>
              <a:ext cx="125318"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71" y="21600"/>
                    <a:pt x="19342" y="21600"/>
                  </a:cubicBezTo>
                  <a:cubicBezTo>
                    <a:pt x="2258" y="21600"/>
                    <a:pt x="2258" y="21600"/>
                    <a:pt x="2258" y="21600"/>
                  </a:cubicBezTo>
                  <a:cubicBezTo>
                    <a:pt x="1129" y="21600"/>
                    <a:pt x="0" y="20411"/>
                    <a:pt x="0" y="19183"/>
                  </a:cubicBezTo>
                  <a:cubicBezTo>
                    <a:pt x="0" y="1228"/>
                    <a:pt x="0" y="1228"/>
                    <a:pt x="0" y="1228"/>
                  </a:cubicBezTo>
                  <a:cubicBezTo>
                    <a:pt x="0" y="0"/>
                    <a:pt x="1129" y="0"/>
                    <a:pt x="2258" y="0"/>
                  </a:cubicBezTo>
                  <a:cubicBezTo>
                    <a:pt x="19342" y="0"/>
                    <a:pt x="19342" y="0"/>
                    <a:pt x="19342" y="0"/>
                  </a:cubicBezTo>
                  <a:cubicBezTo>
                    <a:pt x="20471"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1" name="Shape 8121"/>
            <p:cNvSpPr/>
            <p:nvPr/>
          </p:nvSpPr>
          <p:spPr>
            <a:xfrm>
              <a:off x="751315"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1600" y="21600"/>
                    <a:pt x="20409" y="21600"/>
                  </a:cubicBezTo>
                  <a:cubicBezTo>
                    <a:pt x="2383" y="21600"/>
                    <a:pt x="2383" y="21600"/>
                    <a:pt x="2383" y="21600"/>
                  </a:cubicBezTo>
                  <a:cubicBezTo>
                    <a:pt x="1191" y="21600"/>
                    <a:pt x="0" y="20411"/>
                    <a:pt x="0" y="19183"/>
                  </a:cubicBezTo>
                  <a:cubicBezTo>
                    <a:pt x="0" y="1228"/>
                    <a:pt x="0" y="1228"/>
                    <a:pt x="0" y="1228"/>
                  </a:cubicBezTo>
                  <a:cubicBezTo>
                    <a:pt x="0" y="0"/>
                    <a:pt x="1191" y="0"/>
                    <a:pt x="2383" y="0"/>
                  </a:cubicBezTo>
                  <a:cubicBezTo>
                    <a:pt x="20409" y="0"/>
                    <a:pt x="20409" y="0"/>
                    <a:pt x="20409" y="0"/>
                  </a:cubicBezTo>
                  <a:cubicBezTo>
                    <a:pt x="21600"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2" name="Shape 8122"/>
            <p:cNvSpPr/>
            <p:nvPr/>
          </p:nvSpPr>
          <p:spPr>
            <a:xfrm>
              <a:off x="909389"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1600" y="21600"/>
                    <a:pt x="20409" y="21600"/>
                  </a:cubicBezTo>
                  <a:cubicBezTo>
                    <a:pt x="2383" y="21600"/>
                    <a:pt x="2383" y="21600"/>
                    <a:pt x="2383" y="21600"/>
                  </a:cubicBezTo>
                  <a:cubicBezTo>
                    <a:pt x="1191" y="21600"/>
                    <a:pt x="0" y="20411"/>
                    <a:pt x="0" y="19183"/>
                  </a:cubicBezTo>
                  <a:cubicBezTo>
                    <a:pt x="0" y="1228"/>
                    <a:pt x="0" y="1228"/>
                    <a:pt x="0" y="1228"/>
                  </a:cubicBezTo>
                  <a:cubicBezTo>
                    <a:pt x="0" y="0"/>
                    <a:pt x="1191" y="0"/>
                    <a:pt x="2383" y="0"/>
                  </a:cubicBezTo>
                  <a:cubicBezTo>
                    <a:pt x="20409" y="0"/>
                    <a:pt x="20409" y="0"/>
                    <a:pt x="20409" y="0"/>
                  </a:cubicBezTo>
                  <a:cubicBezTo>
                    <a:pt x="21600"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3" name="Shape 8123"/>
            <p:cNvSpPr/>
            <p:nvPr/>
          </p:nvSpPr>
          <p:spPr>
            <a:xfrm>
              <a:off x="1067463"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09" y="21600"/>
                    <a:pt x="20409" y="21600"/>
                  </a:cubicBezTo>
                  <a:cubicBezTo>
                    <a:pt x="1191" y="21600"/>
                    <a:pt x="1191" y="21600"/>
                    <a:pt x="1191" y="21600"/>
                  </a:cubicBezTo>
                  <a:cubicBezTo>
                    <a:pt x="1191" y="21600"/>
                    <a:pt x="0" y="20411"/>
                    <a:pt x="0" y="19183"/>
                  </a:cubicBezTo>
                  <a:cubicBezTo>
                    <a:pt x="0" y="1228"/>
                    <a:pt x="0" y="1228"/>
                    <a:pt x="0" y="1228"/>
                  </a:cubicBezTo>
                  <a:cubicBezTo>
                    <a:pt x="0" y="0"/>
                    <a:pt x="1191" y="0"/>
                    <a:pt x="1191" y="0"/>
                  </a:cubicBezTo>
                  <a:cubicBezTo>
                    <a:pt x="20409" y="0"/>
                    <a:pt x="20409" y="0"/>
                    <a:pt x="20409" y="0"/>
                  </a:cubicBezTo>
                  <a:cubicBezTo>
                    <a:pt x="20409"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4" name="Shape 8124"/>
            <p:cNvSpPr/>
            <p:nvPr/>
          </p:nvSpPr>
          <p:spPr>
            <a:xfrm>
              <a:off x="1225537" y="2226981"/>
              <a:ext cx="117881"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06" y="21600"/>
                    <a:pt x="20406" y="21600"/>
                  </a:cubicBezTo>
                  <a:cubicBezTo>
                    <a:pt x="1194" y="21600"/>
                    <a:pt x="1194" y="21600"/>
                    <a:pt x="1194" y="21600"/>
                  </a:cubicBezTo>
                  <a:cubicBezTo>
                    <a:pt x="0" y="21600"/>
                    <a:pt x="0" y="20411"/>
                    <a:pt x="0" y="19183"/>
                  </a:cubicBezTo>
                  <a:cubicBezTo>
                    <a:pt x="0" y="1228"/>
                    <a:pt x="0" y="1228"/>
                    <a:pt x="0" y="1228"/>
                  </a:cubicBezTo>
                  <a:cubicBezTo>
                    <a:pt x="0" y="0"/>
                    <a:pt x="0" y="0"/>
                    <a:pt x="1194" y="0"/>
                  </a:cubicBezTo>
                  <a:cubicBezTo>
                    <a:pt x="20406" y="0"/>
                    <a:pt x="20406" y="0"/>
                    <a:pt x="20406" y="0"/>
                  </a:cubicBezTo>
                  <a:cubicBezTo>
                    <a:pt x="20406"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5" name="Shape 8125"/>
            <p:cNvSpPr/>
            <p:nvPr/>
          </p:nvSpPr>
          <p:spPr>
            <a:xfrm>
              <a:off x="1383611" y="2226981"/>
              <a:ext cx="118809"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09" y="21600"/>
                    <a:pt x="19217" y="21600"/>
                  </a:cubicBezTo>
                  <a:cubicBezTo>
                    <a:pt x="1191" y="21600"/>
                    <a:pt x="1191" y="21600"/>
                    <a:pt x="1191" y="21600"/>
                  </a:cubicBezTo>
                  <a:cubicBezTo>
                    <a:pt x="0" y="21600"/>
                    <a:pt x="0" y="20411"/>
                    <a:pt x="0" y="19183"/>
                  </a:cubicBezTo>
                  <a:cubicBezTo>
                    <a:pt x="0" y="1228"/>
                    <a:pt x="0" y="1228"/>
                    <a:pt x="0" y="1228"/>
                  </a:cubicBezTo>
                  <a:cubicBezTo>
                    <a:pt x="0" y="0"/>
                    <a:pt x="0" y="0"/>
                    <a:pt x="1191" y="0"/>
                  </a:cubicBezTo>
                  <a:cubicBezTo>
                    <a:pt x="19217" y="0"/>
                    <a:pt x="19217" y="0"/>
                    <a:pt x="19217" y="0"/>
                  </a:cubicBezTo>
                  <a:cubicBezTo>
                    <a:pt x="20409" y="0"/>
                    <a:pt x="21600" y="0"/>
                    <a:pt x="21600" y="1228"/>
                  </a:cubicBezTo>
                  <a:lnTo>
                    <a:pt x="21600" y="19183"/>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6" name="Shape 8126"/>
            <p:cNvSpPr/>
            <p:nvPr/>
          </p:nvSpPr>
          <p:spPr>
            <a:xfrm>
              <a:off x="1534246" y="2226981"/>
              <a:ext cx="125319"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73" y="21600"/>
                    <a:pt x="19345" y="21600"/>
                  </a:cubicBezTo>
                  <a:cubicBezTo>
                    <a:pt x="2291" y="21600"/>
                    <a:pt x="2291" y="21600"/>
                    <a:pt x="2291" y="21600"/>
                  </a:cubicBezTo>
                  <a:cubicBezTo>
                    <a:pt x="1164" y="21600"/>
                    <a:pt x="0" y="20411"/>
                    <a:pt x="0" y="19183"/>
                  </a:cubicBezTo>
                  <a:cubicBezTo>
                    <a:pt x="0" y="1228"/>
                    <a:pt x="0" y="1228"/>
                    <a:pt x="0" y="1228"/>
                  </a:cubicBezTo>
                  <a:cubicBezTo>
                    <a:pt x="0" y="0"/>
                    <a:pt x="1164" y="0"/>
                    <a:pt x="2291" y="0"/>
                  </a:cubicBezTo>
                  <a:cubicBezTo>
                    <a:pt x="19345" y="0"/>
                    <a:pt x="19345" y="0"/>
                    <a:pt x="19345" y="0"/>
                  </a:cubicBezTo>
                  <a:cubicBezTo>
                    <a:pt x="20473" y="0"/>
                    <a:pt x="21600" y="0"/>
                    <a:pt x="21600" y="1228"/>
                  </a:cubicBezTo>
                  <a:lnTo>
                    <a:pt x="21600" y="19183"/>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7" name="Shape 8127"/>
            <p:cNvSpPr/>
            <p:nvPr/>
          </p:nvSpPr>
          <p:spPr>
            <a:xfrm>
              <a:off x="1693250" y="2226981"/>
              <a:ext cx="125319"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473" y="21600"/>
                    <a:pt x="19345" y="21600"/>
                  </a:cubicBezTo>
                  <a:cubicBezTo>
                    <a:pt x="2291" y="21600"/>
                    <a:pt x="2291" y="21600"/>
                    <a:pt x="2291" y="21600"/>
                  </a:cubicBezTo>
                  <a:cubicBezTo>
                    <a:pt x="1164" y="21600"/>
                    <a:pt x="0" y="20411"/>
                    <a:pt x="0" y="19183"/>
                  </a:cubicBezTo>
                  <a:cubicBezTo>
                    <a:pt x="0" y="1228"/>
                    <a:pt x="0" y="1228"/>
                    <a:pt x="0" y="1228"/>
                  </a:cubicBezTo>
                  <a:cubicBezTo>
                    <a:pt x="0" y="0"/>
                    <a:pt x="1164" y="0"/>
                    <a:pt x="2291" y="0"/>
                  </a:cubicBezTo>
                  <a:cubicBezTo>
                    <a:pt x="19345" y="0"/>
                    <a:pt x="19345" y="0"/>
                    <a:pt x="19345" y="0"/>
                  </a:cubicBezTo>
                  <a:cubicBezTo>
                    <a:pt x="20473" y="0"/>
                    <a:pt x="21600" y="0"/>
                    <a:pt x="21600" y="1228"/>
                  </a:cubicBezTo>
                  <a:lnTo>
                    <a:pt x="21600" y="19183"/>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8" name="Shape 8128"/>
            <p:cNvSpPr/>
            <p:nvPr/>
          </p:nvSpPr>
          <p:spPr>
            <a:xfrm>
              <a:off x="1851324"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1600" y="21600"/>
                    <a:pt x="20411" y="21600"/>
                  </a:cubicBezTo>
                  <a:cubicBezTo>
                    <a:pt x="2417" y="21600"/>
                    <a:pt x="2417" y="21600"/>
                    <a:pt x="2417" y="21600"/>
                  </a:cubicBezTo>
                  <a:cubicBezTo>
                    <a:pt x="1228" y="21600"/>
                    <a:pt x="0" y="20411"/>
                    <a:pt x="0" y="19183"/>
                  </a:cubicBezTo>
                  <a:cubicBezTo>
                    <a:pt x="0" y="1228"/>
                    <a:pt x="0" y="1228"/>
                    <a:pt x="0" y="1228"/>
                  </a:cubicBezTo>
                  <a:cubicBezTo>
                    <a:pt x="0" y="0"/>
                    <a:pt x="1228" y="0"/>
                    <a:pt x="2417" y="0"/>
                  </a:cubicBezTo>
                  <a:cubicBezTo>
                    <a:pt x="20411" y="0"/>
                    <a:pt x="20411" y="0"/>
                    <a:pt x="20411" y="0"/>
                  </a:cubicBezTo>
                  <a:cubicBezTo>
                    <a:pt x="21600" y="0"/>
                    <a:pt x="21600" y="0"/>
                    <a:pt x="21600" y="1228"/>
                  </a:cubicBezTo>
                  <a:lnTo>
                    <a:pt x="21600" y="19183"/>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29" name="Shape 8129"/>
            <p:cNvSpPr/>
            <p:nvPr/>
          </p:nvSpPr>
          <p:spPr>
            <a:xfrm>
              <a:off x="2009397"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1600" y="21600"/>
                    <a:pt x="20411" y="21600"/>
                  </a:cubicBezTo>
                  <a:cubicBezTo>
                    <a:pt x="1228" y="21600"/>
                    <a:pt x="1228" y="21600"/>
                    <a:pt x="1228" y="21600"/>
                  </a:cubicBezTo>
                  <a:cubicBezTo>
                    <a:pt x="1228" y="21600"/>
                    <a:pt x="0" y="20411"/>
                    <a:pt x="0" y="19183"/>
                  </a:cubicBezTo>
                  <a:cubicBezTo>
                    <a:pt x="0" y="1228"/>
                    <a:pt x="0" y="1228"/>
                    <a:pt x="0" y="1228"/>
                  </a:cubicBezTo>
                  <a:cubicBezTo>
                    <a:pt x="0" y="0"/>
                    <a:pt x="1228" y="0"/>
                    <a:pt x="1228" y="0"/>
                  </a:cubicBezTo>
                  <a:cubicBezTo>
                    <a:pt x="20411" y="0"/>
                    <a:pt x="20411" y="0"/>
                    <a:pt x="20411" y="0"/>
                  </a:cubicBezTo>
                  <a:cubicBezTo>
                    <a:pt x="21600" y="0"/>
                    <a:pt x="21600" y="0"/>
                    <a:pt x="21600" y="1228"/>
                  </a:cubicBezTo>
                  <a:lnTo>
                    <a:pt x="21600" y="19183"/>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0" name="Shape 8130"/>
            <p:cNvSpPr/>
            <p:nvPr/>
          </p:nvSpPr>
          <p:spPr>
            <a:xfrm>
              <a:off x="2160962" y="2226981"/>
              <a:ext cx="191338"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1600" y="21600"/>
                    <a:pt x="20861" y="21600"/>
                  </a:cubicBezTo>
                  <a:cubicBezTo>
                    <a:pt x="1502" y="21600"/>
                    <a:pt x="1502" y="21600"/>
                    <a:pt x="1502" y="21600"/>
                  </a:cubicBezTo>
                  <a:cubicBezTo>
                    <a:pt x="739" y="21600"/>
                    <a:pt x="0" y="20411"/>
                    <a:pt x="0" y="19183"/>
                  </a:cubicBezTo>
                  <a:cubicBezTo>
                    <a:pt x="0" y="1228"/>
                    <a:pt x="0" y="1228"/>
                    <a:pt x="0" y="1228"/>
                  </a:cubicBezTo>
                  <a:cubicBezTo>
                    <a:pt x="0" y="0"/>
                    <a:pt x="739" y="0"/>
                    <a:pt x="1502" y="0"/>
                  </a:cubicBezTo>
                  <a:cubicBezTo>
                    <a:pt x="20861" y="0"/>
                    <a:pt x="20861" y="0"/>
                    <a:pt x="20861" y="0"/>
                  </a:cubicBezTo>
                  <a:cubicBezTo>
                    <a:pt x="21600" y="0"/>
                    <a:pt x="21600" y="0"/>
                    <a:pt x="21600" y="1228"/>
                  </a:cubicBezTo>
                  <a:lnTo>
                    <a:pt x="21600" y="19183"/>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1" name="Shape 8131"/>
            <p:cNvSpPr/>
            <p:nvPr/>
          </p:nvSpPr>
          <p:spPr>
            <a:xfrm>
              <a:off x="203636" y="2226981"/>
              <a:ext cx="197847"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183"/>
                  </a:moveTo>
                  <a:cubicBezTo>
                    <a:pt x="21600" y="20411"/>
                    <a:pt x="20885" y="21600"/>
                    <a:pt x="20171" y="21600"/>
                  </a:cubicBezTo>
                  <a:cubicBezTo>
                    <a:pt x="1429" y="21600"/>
                    <a:pt x="1429" y="21600"/>
                    <a:pt x="1429" y="21600"/>
                  </a:cubicBezTo>
                  <a:cubicBezTo>
                    <a:pt x="715" y="21600"/>
                    <a:pt x="0" y="20411"/>
                    <a:pt x="0" y="19183"/>
                  </a:cubicBezTo>
                  <a:cubicBezTo>
                    <a:pt x="0" y="1228"/>
                    <a:pt x="0" y="1228"/>
                    <a:pt x="0" y="1228"/>
                  </a:cubicBezTo>
                  <a:cubicBezTo>
                    <a:pt x="0" y="0"/>
                    <a:pt x="715" y="0"/>
                    <a:pt x="1429" y="0"/>
                  </a:cubicBezTo>
                  <a:cubicBezTo>
                    <a:pt x="20171" y="0"/>
                    <a:pt x="20171" y="0"/>
                    <a:pt x="20171" y="0"/>
                  </a:cubicBezTo>
                  <a:cubicBezTo>
                    <a:pt x="20885" y="0"/>
                    <a:pt x="21600" y="0"/>
                    <a:pt x="21600" y="1228"/>
                  </a:cubicBezTo>
                  <a:cubicBezTo>
                    <a:pt x="21600" y="19183"/>
                    <a:pt x="21600" y="19183"/>
                    <a:pt x="21600" y="19183"/>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2" name="Shape 8132"/>
            <p:cNvSpPr/>
            <p:nvPr/>
          </p:nvSpPr>
          <p:spPr>
            <a:xfrm>
              <a:off x="546749"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409" y="21600"/>
                    <a:pt x="19217" y="21600"/>
                  </a:cubicBezTo>
                  <a:cubicBezTo>
                    <a:pt x="1191" y="21600"/>
                    <a:pt x="1191" y="21600"/>
                    <a:pt x="1191" y="21600"/>
                  </a:cubicBezTo>
                  <a:cubicBezTo>
                    <a:pt x="0" y="21600"/>
                    <a:pt x="0" y="21600"/>
                    <a:pt x="0" y="20409"/>
                  </a:cubicBezTo>
                  <a:cubicBezTo>
                    <a:pt x="0" y="1191"/>
                    <a:pt x="0" y="1191"/>
                    <a:pt x="0" y="1191"/>
                  </a:cubicBezTo>
                  <a:cubicBezTo>
                    <a:pt x="0" y="1191"/>
                    <a:pt x="0" y="0"/>
                    <a:pt x="1191" y="0"/>
                  </a:cubicBezTo>
                  <a:cubicBezTo>
                    <a:pt x="19217" y="0"/>
                    <a:pt x="19217" y="0"/>
                    <a:pt x="19217" y="0"/>
                  </a:cubicBezTo>
                  <a:cubicBezTo>
                    <a:pt x="20409"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3" name="Shape 8133"/>
            <p:cNvSpPr/>
            <p:nvPr/>
          </p:nvSpPr>
          <p:spPr>
            <a:xfrm>
              <a:off x="513275" y="2517093"/>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09" y="21600"/>
                    <a:pt x="19179" y="21600"/>
                  </a:cubicBezTo>
                  <a:cubicBezTo>
                    <a:pt x="1191" y="21600"/>
                    <a:pt x="1191" y="21600"/>
                    <a:pt x="1191" y="21600"/>
                  </a:cubicBezTo>
                  <a:cubicBezTo>
                    <a:pt x="0" y="21600"/>
                    <a:pt x="0" y="20473"/>
                    <a:pt x="0" y="19345"/>
                  </a:cubicBezTo>
                  <a:cubicBezTo>
                    <a:pt x="0" y="2291"/>
                    <a:pt x="0" y="2291"/>
                    <a:pt x="0" y="2291"/>
                  </a:cubicBezTo>
                  <a:cubicBezTo>
                    <a:pt x="0" y="1164"/>
                    <a:pt x="0" y="0"/>
                    <a:pt x="1191" y="0"/>
                  </a:cubicBezTo>
                  <a:cubicBezTo>
                    <a:pt x="19179" y="0"/>
                    <a:pt x="19179" y="0"/>
                    <a:pt x="19179" y="0"/>
                  </a:cubicBezTo>
                  <a:cubicBezTo>
                    <a:pt x="20409"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4" name="Shape 8134"/>
            <p:cNvSpPr/>
            <p:nvPr/>
          </p:nvSpPr>
          <p:spPr>
            <a:xfrm>
              <a:off x="1817849" y="2517093"/>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372" y="21600"/>
                    <a:pt x="19183" y="21600"/>
                  </a:cubicBezTo>
                  <a:cubicBezTo>
                    <a:pt x="1189" y="21600"/>
                    <a:pt x="1189" y="21600"/>
                    <a:pt x="1189" y="21600"/>
                  </a:cubicBezTo>
                  <a:cubicBezTo>
                    <a:pt x="0" y="21600"/>
                    <a:pt x="0" y="20473"/>
                    <a:pt x="0" y="19345"/>
                  </a:cubicBezTo>
                  <a:cubicBezTo>
                    <a:pt x="0" y="2291"/>
                    <a:pt x="0" y="2291"/>
                    <a:pt x="0" y="2291"/>
                  </a:cubicBezTo>
                  <a:cubicBezTo>
                    <a:pt x="0" y="1164"/>
                    <a:pt x="0" y="0"/>
                    <a:pt x="1189" y="0"/>
                  </a:cubicBezTo>
                  <a:cubicBezTo>
                    <a:pt x="19183" y="0"/>
                    <a:pt x="19183" y="0"/>
                    <a:pt x="19183" y="0"/>
                  </a:cubicBezTo>
                  <a:cubicBezTo>
                    <a:pt x="20372"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5" name="Shape 8135"/>
            <p:cNvSpPr/>
            <p:nvPr/>
          </p:nvSpPr>
          <p:spPr>
            <a:xfrm>
              <a:off x="2094943" y="2517093"/>
              <a:ext cx="118810" cy="52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922"/>
                  </a:moveTo>
                  <a:cubicBezTo>
                    <a:pt x="21600" y="18922"/>
                    <a:pt x="21600" y="21600"/>
                    <a:pt x="20409" y="21600"/>
                  </a:cubicBezTo>
                  <a:cubicBezTo>
                    <a:pt x="2383" y="21600"/>
                    <a:pt x="2383" y="21600"/>
                    <a:pt x="2383" y="21600"/>
                  </a:cubicBezTo>
                  <a:cubicBezTo>
                    <a:pt x="1191" y="21600"/>
                    <a:pt x="0" y="18922"/>
                    <a:pt x="0" y="18922"/>
                  </a:cubicBezTo>
                  <a:cubicBezTo>
                    <a:pt x="0" y="2765"/>
                    <a:pt x="0" y="2765"/>
                    <a:pt x="0" y="2765"/>
                  </a:cubicBezTo>
                  <a:cubicBezTo>
                    <a:pt x="0" y="0"/>
                    <a:pt x="1191" y="0"/>
                    <a:pt x="2383" y="0"/>
                  </a:cubicBezTo>
                  <a:cubicBezTo>
                    <a:pt x="20409" y="0"/>
                    <a:pt x="20409" y="0"/>
                    <a:pt x="20409" y="0"/>
                  </a:cubicBezTo>
                  <a:cubicBezTo>
                    <a:pt x="21600" y="0"/>
                    <a:pt x="21600" y="0"/>
                    <a:pt x="21600" y="2765"/>
                  </a:cubicBezTo>
                  <a:lnTo>
                    <a:pt x="21600" y="18922"/>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6" name="Shape 8136"/>
            <p:cNvSpPr/>
            <p:nvPr/>
          </p:nvSpPr>
          <p:spPr>
            <a:xfrm>
              <a:off x="1956396" y="2583112"/>
              <a:ext cx="118810" cy="593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834"/>
                  </a:moveTo>
                  <a:cubicBezTo>
                    <a:pt x="21600" y="19217"/>
                    <a:pt x="20411" y="21600"/>
                    <a:pt x="20411" y="21600"/>
                  </a:cubicBezTo>
                  <a:cubicBezTo>
                    <a:pt x="1228" y="21600"/>
                    <a:pt x="1228" y="21600"/>
                    <a:pt x="1228" y="21600"/>
                  </a:cubicBezTo>
                  <a:cubicBezTo>
                    <a:pt x="1228" y="21600"/>
                    <a:pt x="0" y="19217"/>
                    <a:pt x="0" y="16834"/>
                  </a:cubicBezTo>
                  <a:cubicBezTo>
                    <a:pt x="0" y="4766"/>
                    <a:pt x="0" y="4766"/>
                    <a:pt x="0" y="4766"/>
                  </a:cubicBezTo>
                  <a:cubicBezTo>
                    <a:pt x="0" y="2383"/>
                    <a:pt x="1228" y="0"/>
                    <a:pt x="1228" y="0"/>
                  </a:cubicBezTo>
                  <a:cubicBezTo>
                    <a:pt x="20411" y="0"/>
                    <a:pt x="20411" y="0"/>
                    <a:pt x="20411" y="0"/>
                  </a:cubicBezTo>
                  <a:cubicBezTo>
                    <a:pt x="20411" y="0"/>
                    <a:pt x="21600" y="2383"/>
                    <a:pt x="21600" y="4766"/>
                  </a:cubicBezTo>
                  <a:lnTo>
                    <a:pt x="21600" y="1683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7" name="Shape 8137"/>
            <p:cNvSpPr/>
            <p:nvPr/>
          </p:nvSpPr>
          <p:spPr>
            <a:xfrm>
              <a:off x="2094943" y="2583112"/>
              <a:ext cx="118810" cy="593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834"/>
                  </a:moveTo>
                  <a:cubicBezTo>
                    <a:pt x="21600" y="19217"/>
                    <a:pt x="21600" y="21600"/>
                    <a:pt x="20409" y="21600"/>
                  </a:cubicBezTo>
                  <a:cubicBezTo>
                    <a:pt x="2383" y="21600"/>
                    <a:pt x="2383" y="21600"/>
                    <a:pt x="2383" y="21600"/>
                  </a:cubicBezTo>
                  <a:cubicBezTo>
                    <a:pt x="1191" y="21600"/>
                    <a:pt x="0" y="19217"/>
                    <a:pt x="0" y="16834"/>
                  </a:cubicBezTo>
                  <a:cubicBezTo>
                    <a:pt x="0" y="4766"/>
                    <a:pt x="0" y="4766"/>
                    <a:pt x="0" y="4766"/>
                  </a:cubicBezTo>
                  <a:cubicBezTo>
                    <a:pt x="0" y="2383"/>
                    <a:pt x="1191" y="0"/>
                    <a:pt x="2383" y="0"/>
                  </a:cubicBezTo>
                  <a:cubicBezTo>
                    <a:pt x="20409" y="0"/>
                    <a:pt x="20409" y="0"/>
                    <a:pt x="20409" y="0"/>
                  </a:cubicBezTo>
                  <a:cubicBezTo>
                    <a:pt x="21600" y="0"/>
                    <a:pt x="21600" y="2383"/>
                    <a:pt x="21600" y="4766"/>
                  </a:cubicBezTo>
                  <a:lnTo>
                    <a:pt x="21600" y="1683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8" name="Shape 8138"/>
            <p:cNvSpPr/>
            <p:nvPr/>
          </p:nvSpPr>
          <p:spPr>
            <a:xfrm>
              <a:off x="2233490" y="2583112"/>
              <a:ext cx="118810" cy="593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834"/>
                  </a:moveTo>
                  <a:cubicBezTo>
                    <a:pt x="21600" y="19217"/>
                    <a:pt x="21600" y="21600"/>
                    <a:pt x="20409" y="21600"/>
                  </a:cubicBezTo>
                  <a:cubicBezTo>
                    <a:pt x="2383" y="21600"/>
                    <a:pt x="2383" y="21600"/>
                    <a:pt x="2383" y="21600"/>
                  </a:cubicBezTo>
                  <a:cubicBezTo>
                    <a:pt x="1191" y="21600"/>
                    <a:pt x="0" y="19217"/>
                    <a:pt x="0" y="16834"/>
                  </a:cubicBezTo>
                  <a:cubicBezTo>
                    <a:pt x="0" y="4766"/>
                    <a:pt x="0" y="4766"/>
                    <a:pt x="0" y="4766"/>
                  </a:cubicBezTo>
                  <a:cubicBezTo>
                    <a:pt x="0" y="2383"/>
                    <a:pt x="1191" y="0"/>
                    <a:pt x="2383" y="0"/>
                  </a:cubicBezTo>
                  <a:cubicBezTo>
                    <a:pt x="20409" y="0"/>
                    <a:pt x="20409" y="0"/>
                    <a:pt x="20409" y="0"/>
                  </a:cubicBezTo>
                  <a:cubicBezTo>
                    <a:pt x="21600" y="0"/>
                    <a:pt x="21600" y="2383"/>
                    <a:pt x="21600" y="4766"/>
                  </a:cubicBezTo>
                  <a:lnTo>
                    <a:pt x="21600" y="16834"/>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39" name="Shape 8139"/>
            <p:cNvSpPr/>
            <p:nvPr/>
          </p:nvSpPr>
          <p:spPr>
            <a:xfrm>
              <a:off x="355201" y="2517093"/>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71" y="21600"/>
                    <a:pt x="19342" y="21600"/>
                  </a:cubicBezTo>
                  <a:cubicBezTo>
                    <a:pt x="2258" y="21600"/>
                    <a:pt x="2258" y="21600"/>
                    <a:pt x="2258" y="21600"/>
                  </a:cubicBezTo>
                  <a:cubicBezTo>
                    <a:pt x="1129" y="21600"/>
                    <a:pt x="0" y="20473"/>
                    <a:pt x="0" y="19345"/>
                  </a:cubicBezTo>
                  <a:cubicBezTo>
                    <a:pt x="0" y="2291"/>
                    <a:pt x="0" y="2291"/>
                    <a:pt x="0" y="2291"/>
                  </a:cubicBezTo>
                  <a:cubicBezTo>
                    <a:pt x="0" y="1164"/>
                    <a:pt x="1129" y="0"/>
                    <a:pt x="2258" y="0"/>
                  </a:cubicBezTo>
                  <a:cubicBezTo>
                    <a:pt x="19342" y="0"/>
                    <a:pt x="19342" y="0"/>
                    <a:pt x="19342" y="0"/>
                  </a:cubicBezTo>
                  <a:cubicBezTo>
                    <a:pt x="20471"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0" name="Shape 8140"/>
            <p:cNvSpPr/>
            <p:nvPr/>
          </p:nvSpPr>
          <p:spPr>
            <a:xfrm>
              <a:off x="203636" y="2517093"/>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471" y="21600"/>
                    <a:pt x="19342" y="21600"/>
                  </a:cubicBezTo>
                  <a:cubicBezTo>
                    <a:pt x="2258" y="21600"/>
                    <a:pt x="2258" y="21600"/>
                    <a:pt x="2258" y="21600"/>
                  </a:cubicBezTo>
                  <a:cubicBezTo>
                    <a:pt x="1129" y="21600"/>
                    <a:pt x="0" y="20473"/>
                    <a:pt x="0" y="19345"/>
                  </a:cubicBezTo>
                  <a:cubicBezTo>
                    <a:pt x="0" y="2291"/>
                    <a:pt x="0" y="2291"/>
                    <a:pt x="0" y="2291"/>
                  </a:cubicBezTo>
                  <a:cubicBezTo>
                    <a:pt x="0" y="1164"/>
                    <a:pt x="1129" y="0"/>
                    <a:pt x="2258" y="0"/>
                  </a:cubicBezTo>
                  <a:cubicBezTo>
                    <a:pt x="19342" y="0"/>
                    <a:pt x="19342" y="0"/>
                    <a:pt x="19342" y="0"/>
                  </a:cubicBezTo>
                  <a:cubicBezTo>
                    <a:pt x="20471"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1" name="Shape 8141"/>
            <p:cNvSpPr/>
            <p:nvPr/>
          </p:nvSpPr>
          <p:spPr>
            <a:xfrm>
              <a:off x="691805" y="2372036"/>
              <a:ext cx="12532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473" y="21600"/>
                    <a:pt x="19345" y="21600"/>
                  </a:cubicBezTo>
                  <a:cubicBezTo>
                    <a:pt x="2291" y="21600"/>
                    <a:pt x="2291" y="21600"/>
                    <a:pt x="2291" y="21600"/>
                  </a:cubicBezTo>
                  <a:cubicBezTo>
                    <a:pt x="1164" y="21600"/>
                    <a:pt x="0" y="21600"/>
                    <a:pt x="0" y="20409"/>
                  </a:cubicBezTo>
                  <a:cubicBezTo>
                    <a:pt x="0" y="1191"/>
                    <a:pt x="0" y="1191"/>
                    <a:pt x="0" y="1191"/>
                  </a:cubicBezTo>
                  <a:cubicBezTo>
                    <a:pt x="0" y="1191"/>
                    <a:pt x="1164" y="0"/>
                    <a:pt x="2291" y="0"/>
                  </a:cubicBezTo>
                  <a:cubicBezTo>
                    <a:pt x="19345" y="0"/>
                    <a:pt x="19345" y="0"/>
                    <a:pt x="19345" y="0"/>
                  </a:cubicBezTo>
                  <a:cubicBezTo>
                    <a:pt x="20473"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2" name="Shape 8142"/>
            <p:cNvSpPr/>
            <p:nvPr/>
          </p:nvSpPr>
          <p:spPr>
            <a:xfrm>
              <a:off x="671348" y="2517093"/>
              <a:ext cx="165303"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744" y="21600"/>
                    <a:pt x="20744" y="21600"/>
                  </a:cubicBezTo>
                  <a:cubicBezTo>
                    <a:pt x="884" y="21600"/>
                    <a:pt x="884" y="21600"/>
                    <a:pt x="884" y="21600"/>
                  </a:cubicBezTo>
                  <a:cubicBezTo>
                    <a:pt x="0" y="21600"/>
                    <a:pt x="0" y="20473"/>
                    <a:pt x="0" y="19345"/>
                  </a:cubicBezTo>
                  <a:cubicBezTo>
                    <a:pt x="0" y="2291"/>
                    <a:pt x="0" y="2291"/>
                    <a:pt x="0" y="2291"/>
                  </a:cubicBezTo>
                  <a:cubicBezTo>
                    <a:pt x="0" y="1164"/>
                    <a:pt x="0" y="0"/>
                    <a:pt x="884" y="0"/>
                  </a:cubicBezTo>
                  <a:cubicBezTo>
                    <a:pt x="20744" y="0"/>
                    <a:pt x="20744" y="0"/>
                    <a:pt x="20744" y="0"/>
                  </a:cubicBezTo>
                  <a:cubicBezTo>
                    <a:pt x="20744" y="0"/>
                    <a:pt x="21600" y="1164"/>
                    <a:pt x="21600" y="2291"/>
                  </a:cubicBezTo>
                  <a:cubicBezTo>
                    <a:pt x="21600" y="19345"/>
                    <a:pt x="21600" y="19345"/>
                    <a:pt x="21600" y="19345"/>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3" name="Shape 8143"/>
            <p:cNvSpPr/>
            <p:nvPr/>
          </p:nvSpPr>
          <p:spPr>
            <a:xfrm>
              <a:off x="1620722" y="2517093"/>
              <a:ext cx="170882"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345"/>
                  </a:moveTo>
                  <a:cubicBezTo>
                    <a:pt x="21600" y="20473"/>
                    <a:pt x="20775" y="21600"/>
                    <a:pt x="19951" y="21600"/>
                  </a:cubicBezTo>
                  <a:cubicBezTo>
                    <a:pt x="1649" y="21600"/>
                    <a:pt x="1649" y="21600"/>
                    <a:pt x="1649" y="21600"/>
                  </a:cubicBezTo>
                  <a:cubicBezTo>
                    <a:pt x="825" y="21600"/>
                    <a:pt x="0" y="20473"/>
                    <a:pt x="0" y="19345"/>
                  </a:cubicBezTo>
                  <a:cubicBezTo>
                    <a:pt x="0" y="2291"/>
                    <a:pt x="0" y="2291"/>
                    <a:pt x="0" y="2291"/>
                  </a:cubicBezTo>
                  <a:cubicBezTo>
                    <a:pt x="0" y="1164"/>
                    <a:pt x="825" y="0"/>
                    <a:pt x="1649" y="0"/>
                  </a:cubicBezTo>
                  <a:cubicBezTo>
                    <a:pt x="19951" y="0"/>
                    <a:pt x="19951" y="0"/>
                    <a:pt x="19951" y="0"/>
                  </a:cubicBezTo>
                  <a:cubicBezTo>
                    <a:pt x="20775" y="0"/>
                    <a:pt x="21600" y="1164"/>
                    <a:pt x="21600" y="2291"/>
                  </a:cubicBezTo>
                  <a:lnTo>
                    <a:pt x="21600" y="19345"/>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4" name="Shape 8144"/>
            <p:cNvSpPr/>
            <p:nvPr/>
          </p:nvSpPr>
          <p:spPr>
            <a:xfrm>
              <a:off x="843370"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2421" y="21600"/>
                    <a:pt x="2421" y="21600"/>
                    <a:pt x="2421" y="21600"/>
                  </a:cubicBezTo>
                  <a:cubicBezTo>
                    <a:pt x="1191" y="21600"/>
                    <a:pt x="0" y="21600"/>
                    <a:pt x="0" y="20409"/>
                  </a:cubicBezTo>
                  <a:cubicBezTo>
                    <a:pt x="0" y="1191"/>
                    <a:pt x="0" y="1191"/>
                    <a:pt x="0" y="1191"/>
                  </a:cubicBezTo>
                  <a:cubicBezTo>
                    <a:pt x="0" y="1191"/>
                    <a:pt x="1191" y="0"/>
                    <a:pt x="2421" y="0"/>
                  </a:cubicBezTo>
                  <a:cubicBezTo>
                    <a:pt x="20409" y="0"/>
                    <a:pt x="20409" y="0"/>
                    <a:pt x="20409"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5" name="Shape 8145"/>
            <p:cNvSpPr/>
            <p:nvPr/>
          </p:nvSpPr>
          <p:spPr>
            <a:xfrm>
              <a:off x="994935"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2383" y="21600"/>
                    <a:pt x="2383" y="21600"/>
                    <a:pt x="2383" y="21600"/>
                  </a:cubicBezTo>
                  <a:cubicBezTo>
                    <a:pt x="1191" y="21600"/>
                    <a:pt x="0" y="21600"/>
                    <a:pt x="0" y="20409"/>
                  </a:cubicBezTo>
                  <a:cubicBezTo>
                    <a:pt x="0" y="1191"/>
                    <a:pt x="0" y="1191"/>
                    <a:pt x="0" y="1191"/>
                  </a:cubicBezTo>
                  <a:cubicBezTo>
                    <a:pt x="0" y="1191"/>
                    <a:pt x="1191" y="0"/>
                    <a:pt x="2383" y="0"/>
                  </a:cubicBezTo>
                  <a:cubicBezTo>
                    <a:pt x="20409" y="0"/>
                    <a:pt x="20409" y="0"/>
                    <a:pt x="20409"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6" name="Shape 8146"/>
            <p:cNvSpPr/>
            <p:nvPr/>
          </p:nvSpPr>
          <p:spPr>
            <a:xfrm>
              <a:off x="1146500"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09" y="21600"/>
                  </a:cubicBezTo>
                  <a:cubicBezTo>
                    <a:pt x="1191" y="21600"/>
                    <a:pt x="1191" y="21600"/>
                    <a:pt x="1191" y="21600"/>
                  </a:cubicBezTo>
                  <a:cubicBezTo>
                    <a:pt x="1191" y="21600"/>
                    <a:pt x="0" y="21600"/>
                    <a:pt x="0" y="20409"/>
                  </a:cubicBezTo>
                  <a:cubicBezTo>
                    <a:pt x="0" y="1191"/>
                    <a:pt x="0" y="1191"/>
                    <a:pt x="0" y="1191"/>
                  </a:cubicBezTo>
                  <a:lnTo>
                    <a:pt x="1191" y="0"/>
                  </a:lnTo>
                  <a:cubicBezTo>
                    <a:pt x="20409" y="0"/>
                    <a:pt x="20409" y="0"/>
                    <a:pt x="20409" y="0"/>
                  </a:cubicBezTo>
                  <a:cubicBezTo>
                    <a:pt x="21600" y="0"/>
                    <a:pt x="21600" y="1191"/>
                    <a:pt x="21600" y="1191"/>
                  </a:cubicBezTo>
                  <a:cubicBezTo>
                    <a:pt x="21600" y="20409"/>
                    <a:pt x="21600" y="20409"/>
                    <a:pt x="21600" y="20409"/>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7" name="Shape 8147"/>
            <p:cNvSpPr/>
            <p:nvPr/>
          </p:nvSpPr>
          <p:spPr>
            <a:xfrm>
              <a:off x="1297135"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411" y="21600"/>
                    <a:pt x="20411" y="21600"/>
                  </a:cubicBezTo>
                  <a:cubicBezTo>
                    <a:pt x="1228" y="21600"/>
                    <a:pt x="1228" y="21600"/>
                    <a:pt x="1228" y="21600"/>
                  </a:cubicBezTo>
                  <a:cubicBezTo>
                    <a:pt x="0" y="21600"/>
                    <a:pt x="0" y="21600"/>
                    <a:pt x="0" y="20409"/>
                  </a:cubicBezTo>
                  <a:cubicBezTo>
                    <a:pt x="0" y="1191"/>
                    <a:pt x="0" y="1191"/>
                    <a:pt x="0" y="1191"/>
                  </a:cubicBezTo>
                  <a:cubicBezTo>
                    <a:pt x="0" y="1191"/>
                    <a:pt x="0" y="0"/>
                    <a:pt x="1228" y="0"/>
                  </a:cubicBezTo>
                  <a:cubicBezTo>
                    <a:pt x="20411" y="0"/>
                    <a:pt x="20411" y="0"/>
                    <a:pt x="20411" y="0"/>
                  </a:cubicBezTo>
                  <a:lnTo>
                    <a:pt x="21600" y="1191"/>
                  </a:ln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8" name="Shape 8148"/>
            <p:cNvSpPr/>
            <p:nvPr/>
          </p:nvSpPr>
          <p:spPr>
            <a:xfrm>
              <a:off x="1448700"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372" y="21600"/>
                    <a:pt x="19183" y="21600"/>
                  </a:cubicBezTo>
                  <a:cubicBezTo>
                    <a:pt x="1189" y="21600"/>
                    <a:pt x="1189" y="21600"/>
                    <a:pt x="1189" y="21600"/>
                  </a:cubicBezTo>
                  <a:cubicBezTo>
                    <a:pt x="0" y="21600"/>
                    <a:pt x="0" y="21600"/>
                    <a:pt x="0" y="20409"/>
                  </a:cubicBezTo>
                  <a:cubicBezTo>
                    <a:pt x="0" y="1191"/>
                    <a:pt x="0" y="1191"/>
                    <a:pt x="0" y="1191"/>
                  </a:cubicBezTo>
                  <a:cubicBezTo>
                    <a:pt x="0" y="1191"/>
                    <a:pt x="0" y="0"/>
                    <a:pt x="1189" y="0"/>
                  </a:cubicBezTo>
                  <a:cubicBezTo>
                    <a:pt x="19183" y="0"/>
                    <a:pt x="19183" y="0"/>
                    <a:pt x="19183" y="0"/>
                  </a:cubicBezTo>
                  <a:cubicBezTo>
                    <a:pt x="20372"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49" name="Shape 8149"/>
            <p:cNvSpPr/>
            <p:nvPr/>
          </p:nvSpPr>
          <p:spPr>
            <a:xfrm>
              <a:off x="875915" y="2517093"/>
              <a:ext cx="718561"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97" y="0"/>
                  </a:moveTo>
                  <a:cubicBezTo>
                    <a:pt x="3171" y="0"/>
                    <a:pt x="3171" y="0"/>
                    <a:pt x="3171" y="0"/>
                  </a:cubicBezTo>
                  <a:cubicBezTo>
                    <a:pt x="2575" y="0"/>
                    <a:pt x="2575" y="0"/>
                    <a:pt x="2575" y="0"/>
                  </a:cubicBezTo>
                  <a:cubicBezTo>
                    <a:pt x="203" y="0"/>
                    <a:pt x="203" y="0"/>
                    <a:pt x="203" y="0"/>
                  </a:cubicBezTo>
                  <a:cubicBezTo>
                    <a:pt x="0" y="0"/>
                    <a:pt x="0" y="1164"/>
                    <a:pt x="0" y="2291"/>
                  </a:cubicBezTo>
                  <a:cubicBezTo>
                    <a:pt x="0" y="19345"/>
                    <a:pt x="0" y="19345"/>
                    <a:pt x="0" y="19345"/>
                  </a:cubicBezTo>
                  <a:cubicBezTo>
                    <a:pt x="0" y="20473"/>
                    <a:pt x="0" y="21600"/>
                    <a:pt x="203" y="21600"/>
                  </a:cubicBezTo>
                  <a:cubicBezTo>
                    <a:pt x="2575" y="21600"/>
                    <a:pt x="2575" y="21600"/>
                    <a:pt x="2575" y="21600"/>
                  </a:cubicBezTo>
                  <a:cubicBezTo>
                    <a:pt x="3171" y="21600"/>
                    <a:pt x="3171" y="21600"/>
                    <a:pt x="3171" y="21600"/>
                  </a:cubicBezTo>
                  <a:cubicBezTo>
                    <a:pt x="21397" y="21600"/>
                    <a:pt x="21397" y="21600"/>
                    <a:pt x="21397" y="21600"/>
                  </a:cubicBezTo>
                  <a:cubicBezTo>
                    <a:pt x="21397" y="21600"/>
                    <a:pt x="21600" y="20473"/>
                    <a:pt x="21600" y="19345"/>
                  </a:cubicBezTo>
                  <a:cubicBezTo>
                    <a:pt x="21600" y="2291"/>
                    <a:pt x="21600" y="2291"/>
                    <a:pt x="21600" y="2291"/>
                  </a:cubicBezTo>
                  <a:cubicBezTo>
                    <a:pt x="21600" y="1164"/>
                    <a:pt x="21397" y="0"/>
                    <a:pt x="21397" y="0"/>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0" name="Shape 8150"/>
            <p:cNvSpPr/>
            <p:nvPr/>
          </p:nvSpPr>
          <p:spPr>
            <a:xfrm>
              <a:off x="1593756" y="2372036"/>
              <a:ext cx="125319"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0471" y="21600"/>
                    <a:pt x="19342" y="21600"/>
                  </a:cubicBezTo>
                  <a:cubicBezTo>
                    <a:pt x="2258" y="21600"/>
                    <a:pt x="2258" y="21600"/>
                    <a:pt x="2258" y="21600"/>
                  </a:cubicBezTo>
                  <a:cubicBezTo>
                    <a:pt x="1129" y="21600"/>
                    <a:pt x="0" y="21600"/>
                    <a:pt x="0" y="20409"/>
                  </a:cubicBezTo>
                  <a:cubicBezTo>
                    <a:pt x="0" y="1191"/>
                    <a:pt x="0" y="1191"/>
                    <a:pt x="0" y="1191"/>
                  </a:cubicBezTo>
                  <a:cubicBezTo>
                    <a:pt x="0" y="1191"/>
                    <a:pt x="1129" y="0"/>
                    <a:pt x="2258" y="0"/>
                  </a:cubicBezTo>
                  <a:cubicBezTo>
                    <a:pt x="19342" y="0"/>
                    <a:pt x="19342" y="0"/>
                    <a:pt x="19342" y="0"/>
                  </a:cubicBezTo>
                  <a:cubicBezTo>
                    <a:pt x="20471"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1" name="Shape 8151"/>
            <p:cNvSpPr/>
            <p:nvPr/>
          </p:nvSpPr>
          <p:spPr>
            <a:xfrm>
              <a:off x="1745321"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411" y="21600"/>
                  </a:cubicBezTo>
                  <a:cubicBezTo>
                    <a:pt x="2417" y="21600"/>
                    <a:pt x="2417" y="21600"/>
                    <a:pt x="2417" y="21600"/>
                  </a:cubicBezTo>
                  <a:cubicBezTo>
                    <a:pt x="1228" y="21600"/>
                    <a:pt x="0" y="21600"/>
                    <a:pt x="0" y="20409"/>
                  </a:cubicBezTo>
                  <a:cubicBezTo>
                    <a:pt x="0" y="1191"/>
                    <a:pt x="0" y="1191"/>
                    <a:pt x="0" y="1191"/>
                  </a:cubicBezTo>
                  <a:cubicBezTo>
                    <a:pt x="0" y="1191"/>
                    <a:pt x="1228" y="0"/>
                    <a:pt x="2417" y="0"/>
                  </a:cubicBezTo>
                  <a:cubicBezTo>
                    <a:pt x="20411" y="0"/>
                    <a:pt x="20411" y="0"/>
                    <a:pt x="20411"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2" name="Shape 8152"/>
            <p:cNvSpPr/>
            <p:nvPr/>
          </p:nvSpPr>
          <p:spPr>
            <a:xfrm>
              <a:off x="1896886"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409"/>
                  </a:moveTo>
                  <a:cubicBezTo>
                    <a:pt x="21600" y="21600"/>
                    <a:pt x="21600" y="21600"/>
                    <a:pt x="20372" y="21600"/>
                  </a:cubicBezTo>
                  <a:cubicBezTo>
                    <a:pt x="2417" y="21600"/>
                    <a:pt x="2417" y="21600"/>
                    <a:pt x="2417" y="21600"/>
                  </a:cubicBezTo>
                  <a:cubicBezTo>
                    <a:pt x="1189" y="21600"/>
                    <a:pt x="0" y="21600"/>
                    <a:pt x="0" y="20409"/>
                  </a:cubicBezTo>
                  <a:cubicBezTo>
                    <a:pt x="0" y="1191"/>
                    <a:pt x="0" y="1191"/>
                    <a:pt x="0" y="1191"/>
                  </a:cubicBezTo>
                  <a:cubicBezTo>
                    <a:pt x="0" y="1191"/>
                    <a:pt x="1189" y="0"/>
                    <a:pt x="2417" y="0"/>
                  </a:cubicBezTo>
                  <a:cubicBezTo>
                    <a:pt x="20372" y="0"/>
                    <a:pt x="20372" y="0"/>
                    <a:pt x="20372" y="0"/>
                  </a:cubicBezTo>
                  <a:cubicBezTo>
                    <a:pt x="21600" y="0"/>
                    <a:pt x="21600" y="1191"/>
                    <a:pt x="21600" y="1191"/>
                  </a:cubicBezTo>
                  <a:lnTo>
                    <a:pt x="21600" y="20409"/>
                  </a:ln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3" name="Shape 8153"/>
            <p:cNvSpPr/>
            <p:nvPr/>
          </p:nvSpPr>
          <p:spPr>
            <a:xfrm>
              <a:off x="2054959" y="2372036"/>
              <a:ext cx="296412"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24" y="0"/>
                  </a:moveTo>
                  <a:cubicBezTo>
                    <a:pt x="10078" y="0"/>
                    <a:pt x="10078" y="0"/>
                    <a:pt x="10078" y="0"/>
                  </a:cubicBezTo>
                  <a:cubicBezTo>
                    <a:pt x="5761" y="0"/>
                    <a:pt x="5761" y="0"/>
                    <a:pt x="5761" y="0"/>
                  </a:cubicBezTo>
                  <a:cubicBezTo>
                    <a:pt x="968" y="0"/>
                    <a:pt x="968" y="0"/>
                    <a:pt x="968" y="0"/>
                  </a:cubicBezTo>
                  <a:cubicBezTo>
                    <a:pt x="476" y="0"/>
                    <a:pt x="0" y="1191"/>
                    <a:pt x="0" y="1191"/>
                  </a:cubicBezTo>
                  <a:cubicBezTo>
                    <a:pt x="0" y="20409"/>
                    <a:pt x="0" y="20409"/>
                    <a:pt x="0" y="20409"/>
                  </a:cubicBezTo>
                  <a:cubicBezTo>
                    <a:pt x="0" y="21600"/>
                    <a:pt x="476" y="21600"/>
                    <a:pt x="968" y="21600"/>
                  </a:cubicBezTo>
                  <a:cubicBezTo>
                    <a:pt x="5761" y="21600"/>
                    <a:pt x="5761" y="21600"/>
                    <a:pt x="5761" y="21600"/>
                  </a:cubicBezTo>
                  <a:cubicBezTo>
                    <a:pt x="10078" y="21600"/>
                    <a:pt x="10078" y="21600"/>
                    <a:pt x="10078" y="21600"/>
                  </a:cubicBezTo>
                  <a:cubicBezTo>
                    <a:pt x="21124" y="21600"/>
                    <a:pt x="21124" y="21600"/>
                    <a:pt x="21124" y="21600"/>
                  </a:cubicBezTo>
                  <a:cubicBezTo>
                    <a:pt x="21600" y="21600"/>
                    <a:pt x="21600" y="21600"/>
                    <a:pt x="21600" y="20409"/>
                  </a:cubicBezTo>
                  <a:cubicBezTo>
                    <a:pt x="21600" y="1191"/>
                    <a:pt x="21600" y="1191"/>
                    <a:pt x="21600" y="1191"/>
                  </a:cubicBezTo>
                  <a:cubicBezTo>
                    <a:pt x="21600" y="1191"/>
                    <a:pt x="21600" y="0"/>
                    <a:pt x="21124" y="0"/>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4" name="Shape 8154"/>
            <p:cNvSpPr/>
            <p:nvPr/>
          </p:nvSpPr>
          <p:spPr>
            <a:xfrm>
              <a:off x="203636" y="2372036"/>
              <a:ext cx="30292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68" y="0"/>
                  </a:moveTo>
                  <a:cubicBezTo>
                    <a:pt x="7982" y="0"/>
                    <a:pt x="7982" y="0"/>
                    <a:pt x="7982" y="0"/>
                  </a:cubicBezTo>
                  <a:cubicBezTo>
                    <a:pt x="3758" y="0"/>
                    <a:pt x="3758" y="0"/>
                    <a:pt x="3758" y="0"/>
                  </a:cubicBezTo>
                  <a:cubicBezTo>
                    <a:pt x="932" y="0"/>
                    <a:pt x="932" y="0"/>
                    <a:pt x="932" y="0"/>
                  </a:cubicBezTo>
                  <a:cubicBezTo>
                    <a:pt x="466" y="0"/>
                    <a:pt x="0" y="1191"/>
                    <a:pt x="0" y="1191"/>
                  </a:cubicBezTo>
                  <a:cubicBezTo>
                    <a:pt x="0" y="20409"/>
                    <a:pt x="0" y="20409"/>
                    <a:pt x="0" y="20409"/>
                  </a:cubicBezTo>
                  <a:cubicBezTo>
                    <a:pt x="0" y="21600"/>
                    <a:pt x="466" y="21600"/>
                    <a:pt x="932" y="21600"/>
                  </a:cubicBezTo>
                  <a:cubicBezTo>
                    <a:pt x="3758" y="21600"/>
                    <a:pt x="3758" y="21600"/>
                    <a:pt x="3758" y="21600"/>
                  </a:cubicBezTo>
                  <a:cubicBezTo>
                    <a:pt x="7982" y="21600"/>
                    <a:pt x="7982" y="21600"/>
                    <a:pt x="7982" y="21600"/>
                  </a:cubicBezTo>
                  <a:cubicBezTo>
                    <a:pt x="20668" y="21600"/>
                    <a:pt x="20668" y="21600"/>
                    <a:pt x="20668" y="21600"/>
                  </a:cubicBezTo>
                  <a:cubicBezTo>
                    <a:pt x="21134" y="21600"/>
                    <a:pt x="21600" y="21600"/>
                    <a:pt x="21600" y="20409"/>
                  </a:cubicBezTo>
                  <a:cubicBezTo>
                    <a:pt x="21600" y="1191"/>
                    <a:pt x="21600" y="1191"/>
                    <a:pt x="21600" y="1191"/>
                  </a:cubicBezTo>
                  <a:cubicBezTo>
                    <a:pt x="21600" y="1191"/>
                    <a:pt x="21134" y="0"/>
                    <a:pt x="20668" y="0"/>
                  </a:cubicBezTo>
                </a:path>
              </a:pathLst>
            </a:custGeom>
            <a:solidFill>
              <a:srgbClr val="6C3B5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5" name="Shape 8155"/>
            <p:cNvSpPr/>
            <p:nvPr/>
          </p:nvSpPr>
          <p:spPr>
            <a:xfrm>
              <a:off x="1106516" y="3326989"/>
              <a:ext cx="349412" cy="59300"/>
            </a:xfrm>
            <a:prstGeom prst="rect">
              <a:avLst/>
            </a:prstGeom>
            <a:solidFill>
              <a:srgbClr val="48182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6" name="Shape 8156"/>
            <p:cNvSpPr/>
            <p:nvPr/>
          </p:nvSpPr>
          <p:spPr>
            <a:xfrm>
              <a:off x="1106516" y="3326989"/>
              <a:ext cx="349412" cy="59300"/>
            </a:xfrm>
            <a:prstGeom prst="rect">
              <a:avLst/>
            </a:prstGeom>
            <a:solidFill>
              <a:srgbClr val="212E3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7" name="Shape 8157"/>
            <p:cNvSpPr/>
            <p:nvPr/>
          </p:nvSpPr>
          <p:spPr>
            <a:xfrm>
              <a:off x="935425" y="2800696"/>
              <a:ext cx="691595" cy="4805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646"/>
                  </a:moveTo>
                  <a:cubicBezTo>
                    <a:pt x="21600" y="20123"/>
                    <a:pt x="20573" y="21600"/>
                    <a:pt x="19539" y="21600"/>
                  </a:cubicBezTo>
                  <a:cubicBezTo>
                    <a:pt x="2055" y="21600"/>
                    <a:pt x="2055" y="21600"/>
                    <a:pt x="2055" y="21600"/>
                  </a:cubicBezTo>
                  <a:cubicBezTo>
                    <a:pt x="1027" y="21600"/>
                    <a:pt x="0" y="20123"/>
                    <a:pt x="0" y="18646"/>
                  </a:cubicBezTo>
                  <a:cubicBezTo>
                    <a:pt x="0" y="2964"/>
                    <a:pt x="0" y="2964"/>
                    <a:pt x="0" y="2964"/>
                  </a:cubicBezTo>
                  <a:cubicBezTo>
                    <a:pt x="0" y="1477"/>
                    <a:pt x="1027" y="0"/>
                    <a:pt x="2055" y="0"/>
                  </a:cubicBezTo>
                  <a:cubicBezTo>
                    <a:pt x="19539" y="0"/>
                    <a:pt x="19539" y="0"/>
                    <a:pt x="19539" y="0"/>
                  </a:cubicBezTo>
                  <a:cubicBezTo>
                    <a:pt x="20573" y="0"/>
                    <a:pt x="21600" y="1477"/>
                    <a:pt x="21600" y="2964"/>
                  </a:cubicBezTo>
                  <a:cubicBezTo>
                    <a:pt x="21600" y="18646"/>
                    <a:pt x="21600" y="18646"/>
                    <a:pt x="21600" y="18646"/>
                  </a:cubicBezTo>
                </a:path>
              </a:pathLst>
            </a:custGeom>
            <a:solidFill>
              <a:srgbClr val="CDCCC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8" name="Shape 8158"/>
            <p:cNvSpPr/>
            <p:nvPr/>
          </p:nvSpPr>
          <p:spPr>
            <a:xfrm>
              <a:off x="0" y="0"/>
              <a:ext cx="2563376" cy="17200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527"/>
                  </a:moveTo>
                  <a:cubicBezTo>
                    <a:pt x="21600" y="21107"/>
                    <a:pt x="21268" y="21600"/>
                    <a:pt x="20879" y="21600"/>
                  </a:cubicBezTo>
                  <a:cubicBezTo>
                    <a:pt x="721" y="21600"/>
                    <a:pt x="721" y="21600"/>
                    <a:pt x="721" y="21600"/>
                  </a:cubicBezTo>
                  <a:cubicBezTo>
                    <a:pt x="334" y="21600"/>
                    <a:pt x="0" y="21107"/>
                    <a:pt x="0" y="20527"/>
                  </a:cubicBezTo>
                  <a:cubicBezTo>
                    <a:pt x="0" y="1075"/>
                    <a:pt x="0" y="1075"/>
                    <a:pt x="0" y="1075"/>
                  </a:cubicBezTo>
                  <a:cubicBezTo>
                    <a:pt x="0" y="495"/>
                    <a:pt x="334" y="0"/>
                    <a:pt x="721" y="0"/>
                  </a:cubicBezTo>
                  <a:cubicBezTo>
                    <a:pt x="20879" y="0"/>
                    <a:pt x="20879" y="0"/>
                    <a:pt x="20879" y="0"/>
                  </a:cubicBezTo>
                  <a:cubicBezTo>
                    <a:pt x="21268" y="0"/>
                    <a:pt x="21600" y="495"/>
                    <a:pt x="21600" y="1075"/>
                  </a:cubicBezTo>
                  <a:cubicBezTo>
                    <a:pt x="21600" y="20527"/>
                    <a:pt x="21600" y="20527"/>
                    <a:pt x="21600" y="20527"/>
                  </a:cubicBezTo>
                </a:path>
              </a:pathLst>
            </a:custGeom>
            <a:solidFill>
              <a:srgbClr val="19B0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59" name="Shape 8159"/>
            <p:cNvSpPr/>
            <p:nvPr/>
          </p:nvSpPr>
          <p:spPr>
            <a:xfrm>
              <a:off x="79037" y="177600"/>
              <a:ext cx="2405302" cy="1331330"/>
            </a:xfrm>
            <a:prstGeom prst="rect">
              <a:avLst/>
            </a:prstGeom>
            <a:solidFill>
              <a:srgbClr val="40315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0" name="Shape 8160"/>
            <p:cNvSpPr/>
            <p:nvPr/>
          </p:nvSpPr>
          <p:spPr>
            <a:xfrm>
              <a:off x="1251572" y="66018"/>
              <a:ext cx="59300" cy="527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8922"/>
                    <a:pt x="16740" y="21600"/>
                    <a:pt x="9643" y="21600"/>
                  </a:cubicBezTo>
                  <a:cubicBezTo>
                    <a:pt x="4783" y="21600"/>
                    <a:pt x="0" y="18922"/>
                    <a:pt x="0" y="10800"/>
                  </a:cubicBezTo>
                  <a:cubicBezTo>
                    <a:pt x="0" y="5443"/>
                    <a:pt x="4783" y="0"/>
                    <a:pt x="9643" y="0"/>
                  </a:cubicBezTo>
                  <a:cubicBezTo>
                    <a:pt x="16740" y="0"/>
                    <a:pt x="21600" y="5443"/>
                    <a:pt x="21600" y="10800"/>
                  </a:cubicBezTo>
                </a:path>
              </a:pathLst>
            </a:custGeom>
            <a:solidFill>
              <a:srgbClr val="98989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1" name="Shape 8161"/>
            <p:cNvSpPr/>
            <p:nvPr/>
          </p:nvSpPr>
          <p:spPr>
            <a:xfrm>
              <a:off x="0" y="1631472"/>
              <a:ext cx="1" cy="12701"/>
            </a:xfrm>
            <a:custGeom>
              <a:avLst/>
              <a:gdLst/>
              <a:ahLst/>
              <a:cxnLst>
                <a:cxn ang="0">
                  <a:pos x="wd2" y="hd2"/>
                </a:cxn>
                <a:cxn ang="5400000">
                  <a:pos x="wd2" y="hd2"/>
                </a:cxn>
                <a:cxn ang="10800000">
                  <a:pos x="wd2" y="hd2"/>
                </a:cxn>
                <a:cxn ang="16200000">
                  <a:pos x="wd2" y="hd2"/>
                </a:cxn>
              </a:cxnLst>
              <a:rect l="0" t="0" r="r" b="b"/>
              <a:pathLst>
                <a:path w="0" h="21600" fill="norm" stroke="1" extrusionOk="0">
                  <a:moveTo>
                    <a:pt x="0" y="21600"/>
                  </a:moveTo>
                  <a:lnTo>
                    <a:pt x="0" y="0"/>
                  </a:lnTo>
                  <a:lnTo>
                    <a:pt x="0" y="21600"/>
                  </a:lnTo>
                </a:path>
              </a:pathLst>
            </a:custGeom>
            <a:no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2" name="Shape 8162"/>
            <p:cNvSpPr/>
            <p:nvPr/>
          </p:nvSpPr>
          <p:spPr>
            <a:xfrm>
              <a:off x="0" y="1693249"/>
              <a:ext cx="1258801" cy="16930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52" y="0"/>
                  </a:moveTo>
                  <a:cubicBezTo>
                    <a:pt x="112" y="167"/>
                    <a:pt x="0" y="417"/>
                    <a:pt x="0" y="753"/>
                  </a:cubicBezTo>
                  <a:cubicBezTo>
                    <a:pt x="0" y="20508"/>
                    <a:pt x="0" y="20508"/>
                    <a:pt x="0" y="20508"/>
                  </a:cubicBezTo>
                  <a:cubicBezTo>
                    <a:pt x="0" y="21097"/>
                    <a:pt x="680" y="21600"/>
                    <a:pt x="1469" y="21600"/>
                  </a:cubicBezTo>
                  <a:cubicBezTo>
                    <a:pt x="18998" y="21600"/>
                    <a:pt x="18998" y="21600"/>
                    <a:pt x="18998" y="21600"/>
                  </a:cubicBezTo>
                  <a:cubicBezTo>
                    <a:pt x="18998" y="20844"/>
                    <a:pt x="18998" y="20844"/>
                    <a:pt x="18998" y="20844"/>
                  </a:cubicBezTo>
                  <a:cubicBezTo>
                    <a:pt x="21600" y="20844"/>
                    <a:pt x="21600" y="20844"/>
                    <a:pt x="21600" y="20844"/>
                  </a:cubicBezTo>
                  <a:cubicBezTo>
                    <a:pt x="21600" y="20255"/>
                    <a:pt x="21600" y="20255"/>
                    <a:pt x="21600" y="20255"/>
                  </a:cubicBezTo>
                  <a:cubicBezTo>
                    <a:pt x="17189" y="20255"/>
                    <a:pt x="17189" y="20255"/>
                    <a:pt x="17189" y="20255"/>
                  </a:cubicBezTo>
                  <a:cubicBezTo>
                    <a:pt x="16624" y="20255"/>
                    <a:pt x="16060" y="19835"/>
                    <a:pt x="16060" y="19416"/>
                  </a:cubicBezTo>
                  <a:cubicBezTo>
                    <a:pt x="16060" y="14961"/>
                    <a:pt x="16060" y="14961"/>
                    <a:pt x="16060" y="14961"/>
                  </a:cubicBezTo>
                  <a:cubicBezTo>
                    <a:pt x="16060" y="14539"/>
                    <a:pt x="16624" y="14119"/>
                    <a:pt x="17189" y="14119"/>
                  </a:cubicBezTo>
                  <a:cubicBezTo>
                    <a:pt x="21600" y="14119"/>
                    <a:pt x="21600" y="14119"/>
                    <a:pt x="21600" y="14119"/>
                  </a:cubicBezTo>
                  <a:cubicBezTo>
                    <a:pt x="21600" y="13027"/>
                    <a:pt x="21600" y="13027"/>
                    <a:pt x="21600" y="13027"/>
                  </a:cubicBezTo>
                  <a:cubicBezTo>
                    <a:pt x="2602" y="13027"/>
                    <a:pt x="2602" y="13027"/>
                    <a:pt x="2602" y="13027"/>
                  </a:cubicBezTo>
                  <a:cubicBezTo>
                    <a:pt x="2602" y="2434"/>
                    <a:pt x="2602" y="2434"/>
                    <a:pt x="2602" y="2434"/>
                  </a:cubicBezTo>
                  <a:cubicBezTo>
                    <a:pt x="21600" y="2434"/>
                    <a:pt x="21600" y="2434"/>
                    <a:pt x="21600" y="2434"/>
                  </a:cubicBezTo>
                  <a:cubicBezTo>
                    <a:pt x="21600" y="1089"/>
                    <a:pt x="21600" y="1089"/>
                    <a:pt x="21600" y="1089"/>
                  </a:cubicBezTo>
                  <a:cubicBezTo>
                    <a:pt x="5540" y="1089"/>
                    <a:pt x="5540" y="1089"/>
                    <a:pt x="5540" y="1089"/>
                  </a:cubicBezTo>
                  <a:cubicBezTo>
                    <a:pt x="5540" y="334"/>
                    <a:pt x="5540" y="334"/>
                    <a:pt x="5540" y="334"/>
                  </a:cubicBezTo>
                  <a:cubicBezTo>
                    <a:pt x="1469" y="334"/>
                    <a:pt x="1469" y="334"/>
                    <a:pt x="1469" y="334"/>
                  </a:cubicBezTo>
                  <a:cubicBezTo>
                    <a:pt x="1017" y="334"/>
                    <a:pt x="680" y="167"/>
                    <a:pt x="452" y="0"/>
                  </a:cubicBezTo>
                </a:path>
              </a:pathLst>
            </a:custGeom>
            <a:solidFill>
              <a:srgbClr val="0F859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3" name="Shape 8163"/>
            <p:cNvSpPr/>
            <p:nvPr/>
          </p:nvSpPr>
          <p:spPr>
            <a:xfrm>
              <a:off x="151565" y="1883868"/>
              <a:ext cx="1107236" cy="8301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84" y="19713"/>
                  </a:moveTo>
                  <a:cubicBezTo>
                    <a:pt x="1156" y="19713"/>
                    <a:pt x="1029" y="19543"/>
                    <a:pt x="1029" y="19373"/>
                  </a:cubicBezTo>
                  <a:cubicBezTo>
                    <a:pt x="1029" y="16801"/>
                    <a:pt x="1029" y="16801"/>
                    <a:pt x="1029" y="16801"/>
                  </a:cubicBezTo>
                  <a:cubicBezTo>
                    <a:pt x="1029" y="16631"/>
                    <a:pt x="1156" y="16455"/>
                    <a:pt x="1284" y="16455"/>
                  </a:cubicBezTo>
                  <a:cubicBezTo>
                    <a:pt x="3213" y="16455"/>
                    <a:pt x="3213" y="16455"/>
                    <a:pt x="3213" y="16455"/>
                  </a:cubicBezTo>
                  <a:cubicBezTo>
                    <a:pt x="3341" y="16455"/>
                    <a:pt x="3468" y="16631"/>
                    <a:pt x="3468" y="16801"/>
                  </a:cubicBezTo>
                  <a:cubicBezTo>
                    <a:pt x="3468" y="19373"/>
                    <a:pt x="3468" y="19373"/>
                    <a:pt x="3468" y="19373"/>
                  </a:cubicBezTo>
                  <a:cubicBezTo>
                    <a:pt x="3468" y="19543"/>
                    <a:pt x="3341" y="19713"/>
                    <a:pt x="3213" y="19713"/>
                  </a:cubicBezTo>
                  <a:cubicBezTo>
                    <a:pt x="1284" y="19713"/>
                    <a:pt x="1284" y="19713"/>
                    <a:pt x="1284" y="19713"/>
                  </a:cubicBezTo>
                  <a:lnTo>
                    <a:pt x="4242" y="19713"/>
                  </a:lnTo>
                  <a:cubicBezTo>
                    <a:pt x="4114" y="19713"/>
                    <a:pt x="3987" y="19543"/>
                    <a:pt x="3987" y="19373"/>
                  </a:cubicBezTo>
                  <a:cubicBezTo>
                    <a:pt x="3987" y="16801"/>
                    <a:pt x="3987" y="16801"/>
                    <a:pt x="3987" y="16801"/>
                  </a:cubicBezTo>
                  <a:cubicBezTo>
                    <a:pt x="3987" y="16631"/>
                    <a:pt x="4114" y="16455"/>
                    <a:pt x="4242" y="16455"/>
                  </a:cubicBezTo>
                  <a:cubicBezTo>
                    <a:pt x="6171" y="16455"/>
                    <a:pt x="6171" y="16455"/>
                    <a:pt x="6171" y="16455"/>
                  </a:cubicBezTo>
                  <a:cubicBezTo>
                    <a:pt x="6299" y="16455"/>
                    <a:pt x="6427" y="16631"/>
                    <a:pt x="6427" y="16801"/>
                  </a:cubicBezTo>
                  <a:cubicBezTo>
                    <a:pt x="6427" y="19373"/>
                    <a:pt x="6427" y="19373"/>
                    <a:pt x="6427" y="19373"/>
                  </a:cubicBezTo>
                  <a:cubicBezTo>
                    <a:pt x="6427" y="19543"/>
                    <a:pt x="6299" y="19713"/>
                    <a:pt x="6171" y="19713"/>
                  </a:cubicBezTo>
                  <a:cubicBezTo>
                    <a:pt x="4242" y="19713"/>
                    <a:pt x="4242" y="19713"/>
                    <a:pt x="4242" y="19713"/>
                  </a:cubicBezTo>
                  <a:lnTo>
                    <a:pt x="7200" y="19713"/>
                  </a:lnTo>
                  <a:cubicBezTo>
                    <a:pt x="7072" y="19713"/>
                    <a:pt x="7072" y="19543"/>
                    <a:pt x="7072" y="19373"/>
                  </a:cubicBezTo>
                  <a:cubicBezTo>
                    <a:pt x="7072" y="16801"/>
                    <a:pt x="7072" y="16801"/>
                    <a:pt x="7072" y="16801"/>
                  </a:cubicBezTo>
                  <a:cubicBezTo>
                    <a:pt x="7072" y="16631"/>
                    <a:pt x="7072" y="16455"/>
                    <a:pt x="7200" y="16455"/>
                  </a:cubicBezTo>
                  <a:cubicBezTo>
                    <a:pt x="9125" y="16455"/>
                    <a:pt x="9125" y="16455"/>
                    <a:pt x="9125" y="16455"/>
                  </a:cubicBezTo>
                  <a:cubicBezTo>
                    <a:pt x="9257" y="16455"/>
                    <a:pt x="9385" y="16631"/>
                    <a:pt x="9385" y="16801"/>
                  </a:cubicBezTo>
                  <a:cubicBezTo>
                    <a:pt x="9385" y="19373"/>
                    <a:pt x="9385" y="19373"/>
                    <a:pt x="9385" y="19373"/>
                  </a:cubicBezTo>
                  <a:cubicBezTo>
                    <a:pt x="9385" y="19543"/>
                    <a:pt x="9257" y="19713"/>
                    <a:pt x="9125" y="19713"/>
                  </a:cubicBezTo>
                  <a:cubicBezTo>
                    <a:pt x="7200" y="19713"/>
                    <a:pt x="7200" y="19713"/>
                    <a:pt x="7200" y="19713"/>
                  </a:cubicBezTo>
                  <a:lnTo>
                    <a:pt x="10286" y="19713"/>
                  </a:lnTo>
                  <a:cubicBezTo>
                    <a:pt x="10154" y="19713"/>
                    <a:pt x="10154" y="19543"/>
                    <a:pt x="10154" y="19373"/>
                  </a:cubicBezTo>
                  <a:cubicBezTo>
                    <a:pt x="10154" y="16801"/>
                    <a:pt x="10154" y="16801"/>
                    <a:pt x="10154" y="16801"/>
                  </a:cubicBezTo>
                  <a:cubicBezTo>
                    <a:pt x="10154" y="16631"/>
                    <a:pt x="10154" y="16455"/>
                    <a:pt x="10286" y="16455"/>
                  </a:cubicBezTo>
                  <a:cubicBezTo>
                    <a:pt x="13244" y="16455"/>
                    <a:pt x="13244" y="16455"/>
                    <a:pt x="13244" y="16455"/>
                  </a:cubicBezTo>
                  <a:cubicBezTo>
                    <a:pt x="13244" y="16455"/>
                    <a:pt x="13371" y="16631"/>
                    <a:pt x="13371" y="16801"/>
                  </a:cubicBezTo>
                  <a:cubicBezTo>
                    <a:pt x="13371" y="19373"/>
                    <a:pt x="13371" y="19373"/>
                    <a:pt x="13371" y="19373"/>
                  </a:cubicBezTo>
                  <a:cubicBezTo>
                    <a:pt x="13371" y="19543"/>
                    <a:pt x="13244" y="19713"/>
                    <a:pt x="13244" y="19713"/>
                  </a:cubicBezTo>
                  <a:cubicBezTo>
                    <a:pt x="10286" y="19713"/>
                    <a:pt x="10286" y="19713"/>
                    <a:pt x="10286" y="19713"/>
                  </a:cubicBezTo>
                  <a:lnTo>
                    <a:pt x="1284" y="15769"/>
                  </a:lnTo>
                  <a:cubicBezTo>
                    <a:pt x="1156" y="15769"/>
                    <a:pt x="1029" y="15769"/>
                    <a:pt x="1029" y="15599"/>
                  </a:cubicBezTo>
                  <a:cubicBezTo>
                    <a:pt x="1029" y="12857"/>
                    <a:pt x="1029" y="12857"/>
                    <a:pt x="1029" y="12857"/>
                  </a:cubicBezTo>
                  <a:cubicBezTo>
                    <a:pt x="1029" y="12857"/>
                    <a:pt x="1156" y="12687"/>
                    <a:pt x="1284" y="12687"/>
                  </a:cubicBezTo>
                  <a:cubicBezTo>
                    <a:pt x="2057" y="12687"/>
                    <a:pt x="2057" y="12687"/>
                    <a:pt x="2057" y="12687"/>
                  </a:cubicBezTo>
                  <a:cubicBezTo>
                    <a:pt x="3213" y="12687"/>
                    <a:pt x="3213" y="12687"/>
                    <a:pt x="3213" y="12687"/>
                  </a:cubicBezTo>
                  <a:cubicBezTo>
                    <a:pt x="6686" y="12687"/>
                    <a:pt x="6686" y="12687"/>
                    <a:pt x="6686" y="12687"/>
                  </a:cubicBezTo>
                  <a:cubicBezTo>
                    <a:pt x="6813" y="12687"/>
                    <a:pt x="6941" y="12857"/>
                    <a:pt x="6941" y="12857"/>
                  </a:cubicBezTo>
                  <a:cubicBezTo>
                    <a:pt x="6941" y="15599"/>
                    <a:pt x="6941" y="15599"/>
                    <a:pt x="6941" y="15599"/>
                  </a:cubicBezTo>
                  <a:cubicBezTo>
                    <a:pt x="6941" y="15769"/>
                    <a:pt x="6813" y="15769"/>
                    <a:pt x="6686" y="15769"/>
                  </a:cubicBezTo>
                  <a:cubicBezTo>
                    <a:pt x="3213" y="15769"/>
                    <a:pt x="3213" y="15769"/>
                    <a:pt x="3213" y="15769"/>
                  </a:cubicBezTo>
                  <a:cubicBezTo>
                    <a:pt x="2057" y="15769"/>
                    <a:pt x="2057" y="15769"/>
                    <a:pt x="2057" y="15769"/>
                  </a:cubicBezTo>
                  <a:cubicBezTo>
                    <a:pt x="1284" y="15769"/>
                    <a:pt x="1284" y="15769"/>
                    <a:pt x="1284" y="15769"/>
                  </a:cubicBezTo>
                  <a:lnTo>
                    <a:pt x="7842" y="15769"/>
                  </a:lnTo>
                  <a:cubicBezTo>
                    <a:pt x="7714" y="15769"/>
                    <a:pt x="7714" y="15769"/>
                    <a:pt x="7714" y="15599"/>
                  </a:cubicBezTo>
                  <a:cubicBezTo>
                    <a:pt x="7714" y="12857"/>
                    <a:pt x="7714" y="12857"/>
                    <a:pt x="7714" y="12857"/>
                  </a:cubicBezTo>
                  <a:cubicBezTo>
                    <a:pt x="7714" y="12857"/>
                    <a:pt x="7714" y="12687"/>
                    <a:pt x="7842" y="12687"/>
                  </a:cubicBezTo>
                  <a:cubicBezTo>
                    <a:pt x="9771" y="12687"/>
                    <a:pt x="9771" y="12687"/>
                    <a:pt x="9771" y="12687"/>
                  </a:cubicBezTo>
                  <a:cubicBezTo>
                    <a:pt x="9899" y="12687"/>
                    <a:pt x="10027" y="12857"/>
                    <a:pt x="10027" y="12857"/>
                  </a:cubicBezTo>
                  <a:cubicBezTo>
                    <a:pt x="10027" y="15599"/>
                    <a:pt x="10027" y="15599"/>
                    <a:pt x="10027" y="15599"/>
                  </a:cubicBezTo>
                  <a:cubicBezTo>
                    <a:pt x="10027" y="15769"/>
                    <a:pt x="9899" y="15769"/>
                    <a:pt x="9771" y="15769"/>
                  </a:cubicBezTo>
                  <a:cubicBezTo>
                    <a:pt x="7842" y="15769"/>
                    <a:pt x="7842" y="15769"/>
                    <a:pt x="7842" y="15769"/>
                  </a:cubicBezTo>
                  <a:lnTo>
                    <a:pt x="10800" y="15769"/>
                  </a:lnTo>
                  <a:cubicBezTo>
                    <a:pt x="10672" y="15769"/>
                    <a:pt x="10541" y="15769"/>
                    <a:pt x="10541" y="15599"/>
                  </a:cubicBezTo>
                  <a:cubicBezTo>
                    <a:pt x="10541" y="12857"/>
                    <a:pt x="10541" y="12857"/>
                    <a:pt x="10541" y="12857"/>
                  </a:cubicBezTo>
                  <a:cubicBezTo>
                    <a:pt x="10541" y="12857"/>
                    <a:pt x="10672" y="12687"/>
                    <a:pt x="10800" y="12687"/>
                  </a:cubicBezTo>
                  <a:cubicBezTo>
                    <a:pt x="12730" y="12687"/>
                    <a:pt x="12730" y="12687"/>
                    <a:pt x="12730" y="12687"/>
                  </a:cubicBezTo>
                  <a:cubicBezTo>
                    <a:pt x="12857" y="12687"/>
                    <a:pt x="12985" y="12857"/>
                    <a:pt x="12985" y="12857"/>
                  </a:cubicBezTo>
                  <a:cubicBezTo>
                    <a:pt x="12985" y="15599"/>
                    <a:pt x="12985" y="15599"/>
                    <a:pt x="12985" y="15599"/>
                  </a:cubicBezTo>
                  <a:cubicBezTo>
                    <a:pt x="12985" y="15769"/>
                    <a:pt x="12857" y="15769"/>
                    <a:pt x="12730" y="15769"/>
                  </a:cubicBezTo>
                  <a:cubicBezTo>
                    <a:pt x="10800" y="15769"/>
                    <a:pt x="10800" y="15769"/>
                    <a:pt x="10800" y="15769"/>
                  </a:cubicBezTo>
                  <a:lnTo>
                    <a:pt x="13758" y="15769"/>
                  </a:lnTo>
                  <a:cubicBezTo>
                    <a:pt x="13627" y="15769"/>
                    <a:pt x="13499" y="15769"/>
                    <a:pt x="13499" y="15599"/>
                  </a:cubicBezTo>
                  <a:cubicBezTo>
                    <a:pt x="13499" y="12857"/>
                    <a:pt x="13499" y="12857"/>
                    <a:pt x="13499" y="12857"/>
                  </a:cubicBezTo>
                  <a:cubicBezTo>
                    <a:pt x="13499" y="12857"/>
                    <a:pt x="13627" y="12687"/>
                    <a:pt x="13758" y="12687"/>
                  </a:cubicBezTo>
                  <a:cubicBezTo>
                    <a:pt x="15684" y="12687"/>
                    <a:pt x="15684" y="12687"/>
                    <a:pt x="15684" y="12687"/>
                  </a:cubicBezTo>
                  <a:cubicBezTo>
                    <a:pt x="15811" y="12687"/>
                    <a:pt x="15811" y="12857"/>
                    <a:pt x="15811" y="12857"/>
                  </a:cubicBezTo>
                  <a:cubicBezTo>
                    <a:pt x="15811" y="15599"/>
                    <a:pt x="15811" y="15599"/>
                    <a:pt x="15811" y="15599"/>
                  </a:cubicBezTo>
                  <a:cubicBezTo>
                    <a:pt x="15811" y="15769"/>
                    <a:pt x="15811" y="15769"/>
                    <a:pt x="15684" y="15769"/>
                  </a:cubicBezTo>
                  <a:cubicBezTo>
                    <a:pt x="13758" y="15769"/>
                    <a:pt x="13758" y="15769"/>
                    <a:pt x="13758" y="15769"/>
                  </a:cubicBezTo>
                  <a:lnTo>
                    <a:pt x="16712" y="15769"/>
                  </a:lnTo>
                  <a:cubicBezTo>
                    <a:pt x="16585" y="15769"/>
                    <a:pt x="16457" y="15769"/>
                    <a:pt x="16457" y="15599"/>
                  </a:cubicBezTo>
                  <a:cubicBezTo>
                    <a:pt x="16457" y="12857"/>
                    <a:pt x="16457" y="12857"/>
                    <a:pt x="16457" y="12857"/>
                  </a:cubicBezTo>
                  <a:cubicBezTo>
                    <a:pt x="16457" y="12857"/>
                    <a:pt x="16585" y="12687"/>
                    <a:pt x="16712" y="12687"/>
                  </a:cubicBezTo>
                  <a:cubicBezTo>
                    <a:pt x="18642" y="12687"/>
                    <a:pt x="18642" y="12687"/>
                    <a:pt x="18642" y="12687"/>
                  </a:cubicBezTo>
                  <a:cubicBezTo>
                    <a:pt x="18769" y="12687"/>
                    <a:pt x="18769" y="12857"/>
                    <a:pt x="18769" y="12857"/>
                  </a:cubicBezTo>
                  <a:cubicBezTo>
                    <a:pt x="18769" y="15599"/>
                    <a:pt x="18769" y="15599"/>
                    <a:pt x="18769" y="15599"/>
                  </a:cubicBezTo>
                  <a:cubicBezTo>
                    <a:pt x="18769" y="15769"/>
                    <a:pt x="18769" y="15769"/>
                    <a:pt x="18642" y="15769"/>
                  </a:cubicBezTo>
                  <a:cubicBezTo>
                    <a:pt x="16712" y="15769"/>
                    <a:pt x="16712" y="15769"/>
                    <a:pt x="16712" y="15769"/>
                  </a:cubicBezTo>
                  <a:lnTo>
                    <a:pt x="1284" y="12001"/>
                  </a:lnTo>
                  <a:cubicBezTo>
                    <a:pt x="1156" y="12001"/>
                    <a:pt x="1029" y="11831"/>
                    <a:pt x="1029" y="11656"/>
                  </a:cubicBezTo>
                  <a:cubicBezTo>
                    <a:pt x="1029" y="9089"/>
                    <a:pt x="1029" y="9089"/>
                    <a:pt x="1029" y="9089"/>
                  </a:cubicBezTo>
                  <a:cubicBezTo>
                    <a:pt x="1029" y="8913"/>
                    <a:pt x="1156" y="8913"/>
                    <a:pt x="1284" y="8913"/>
                  </a:cubicBezTo>
                  <a:cubicBezTo>
                    <a:pt x="4629" y="8913"/>
                    <a:pt x="4629" y="8913"/>
                    <a:pt x="4629" y="8913"/>
                  </a:cubicBezTo>
                  <a:cubicBezTo>
                    <a:pt x="4756" y="8913"/>
                    <a:pt x="4884" y="8913"/>
                    <a:pt x="4884" y="9089"/>
                  </a:cubicBezTo>
                  <a:cubicBezTo>
                    <a:pt x="4884" y="11656"/>
                    <a:pt x="4884" y="11656"/>
                    <a:pt x="4884" y="11656"/>
                  </a:cubicBezTo>
                  <a:cubicBezTo>
                    <a:pt x="4884" y="11831"/>
                    <a:pt x="4756" y="12001"/>
                    <a:pt x="4629" y="12001"/>
                  </a:cubicBezTo>
                  <a:cubicBezTo>
                    <a:pt x="1284" y="12001"/>
                    <a:pt x="1284" y="12001"/>
                    <a:pt x="1284" y="12001"/>
                  </a:cubicBezTo>
                  <a:lnTo>
                    <a:pt x="5785" y="12001"/>
                  </a:lnTo>
                  <a:cubicBezTo>
                    <a:pt x="5657" y="12001"/>
                    <a:pt x="5657" y="11831"/>
                    <a:pt x="5657" y="11656"/>
                  </a:cubicBezTo>
                  <a:cubicBezTo>
                    <a:pt x="5657" y="9089"/>
                    <a:pt x="5657" y="9089"/>
                    <a:pt x="5657" y="9089"/>
                  </a:cubicBezTo>
                  <a:cubicBezTo>
                    <a:pt x="5657" y="8913"/>
                    <a:pt x="5657" y="8913"/>
                    <a:pt x="5785" y="8913"/>
                  </a:cubicBezTo>
                  <a:cubicBezTo>
                    <a:pt x="7714" y="8913"/>
                    <a:pt x="7714" y="8913"/>
                    <a:pt x="7714" y="8913"/>
                  </a:cubicBezTo>
                  <a:cubicBezTo>
                    <a:pt x="7842" y="8913"/>
                    <a:pt x="7969" y="8913"/>
                    <a:pt x="7969" y="9089"/>
                  </a:cubicBezTo>
                  <a:cubicBezTo>
                    <a:pt x="7969" y="11656"/>
                    <a:pt x="7969" y="11656"/>
                    <a:pt x="7969" y="11656"/>
                  </a:cubicBezTo>
                  <a:cubicBezTo>
                    <a:pt x="7969" y="11831"/>
                    <a:pt x="7842" y="12001"/>
                    <a:pt x="7714" y="12001"/>
                  </a:cubicBezTo>
                  <a:cubicBezTo>
                    <a:pt x="5785" y="12001"/>
                    <a:pt x="5785" y="12001"/>
                    <a:pt x="5785" y="12001"/>
                  </a:cubicBezTo>
                  <a:lnTo>
                    <a:pt x="8870" y="12001"/>
                  </a:lnTo>
                  <a:cubicBezTo>
                    <a:pt x="8743" y="12001"/>
                    <a:pt x="8615" y="11831"/>
                    <a:pt x="8615" y="11656"/>
                  </a:cubicBezTo>
                  <a:cubicBezTo>
                    <a:pt x="8615" y="9089"/>
                    <a:pt x="8615" y="9089"/>
                    <a:pt x="8615" y="9089"/>
                  </a:cubicBezTo>
                  <a:cubicBezTo>
                    <a:pt x="8615" y="8913"/>
                    <a:pt x="8743" y="8913"/>
                    <a:pt x="8870" y="8913"/>
                  </a:cubicBezTo>
                  <a:cubicBezTo>
                    <a:pt x="10800" y="8913"/>
                    <a:pt x="10800" y="8913"/>
                    <a:pt x="10800" y="8913"/>
                  </a:cubicBezTo>
                  <a:cubicBezTo>
                    <a:pt x="10928" y="8913"/>
                    <a:pt x="11055" y="8913"/>
                    <a:pt x="11055" y="9089"/>
                  </a:cubicBezTo>
                  <a:cubicBezTo>
                    <a:pt x="11055" y="11656"/>
                    <a:pt x="11055" y="11656"/>
                    <a:pt x="11055" y="11656"/>
                  </a:cubicBezTo>
                  <a:cubicBezTo>
                    <a:pt x="11055" y="11831"/>
                    <a:pt x="10928" y="12001"/>
                    <a:pt x="10800" y="12001"/>
                  </a:cubicBezTo>
                  <a:cubicBezTo>
                    <a:pt x="8870" y="12001"/>
                    <a:pt x="8870" y="12001"/>
                    <a:pt x="8870" y="12001"/>
                  </a:cubicBezTo>
                  <a:lnTo>
                    <a:pt x="11956" y="12001"/>
                  </a:lnTo>
                  <a:cubicBezTo>
                    <a:pt x="11829" y="12001"/>
                    <a:pt x="11701" y="11831"/>
                    <a:pt x="11701" y="11656"/>
                  </a:cubicBezTo>
                  <a:cubicBezTo>
                    <a:pt x="11701" y="9089"/>
                    <a:pt x="11701" y="9089"/>
                    <a:pt x="11701" y="9089"/>
                  </a:cubicBezTo>
                  <a:cubicBezTo>
                    <a:pt x="11701" y="8913"/>
                    <a:pt x="11829" y="8913"/>
                    <a:pt x="11956" y="8913"/>
                  </a:cubicBezTo>
                  <a:cubicBezTo>
                    <a:pt x="13886" y="8913"/>
                    <a:pt x="13886" y="8913"/>
                    <a:pt x="13886" y="8913"/>
                  </a:cubicBezTo>
                  <a:cubicBezTo>
                    <a:pt x="14013" y="8913"/>
                    <a:pt x="14013" y="8913"/>
                    <a:pt x="14013" y="9089"/>
                  </a:cubicBezTo>
                  <a:cubicBezTo>
                    <a:pt x="14013" y="11656"/>
                    <a:pt x="14013" y="11656"/>
                    <a:pt x="14013" y="11656"/>
                  </a:cubicBezTo>
                  <a:cubicBezTo>
                    <a:pt x="14013" y="11831"/>
                    <a:pt x="14013" y="12001"/>
                    <a:pt x="13886" y="12001"/>
                  </a:cubicBezTo>
                  <a:cubicBezTo>
                    <a:pt x="11956" y="12001"/>
                    <a:pt x="11956" y="12001"/>
                    <a:pt x="11956" y="12001"/>
                  </a:cubicBezTo>
                  <a:lnTo>
                    <a:pt x="15042" y="12001"/>
                  </a:lnTo>
                  <a:cubicBezTo>
                    <a:pt x="14914" y="12001"/>
                    <a:pt x="14787" y="11831"/>
                    <a:pt x="14787" y="11656"/>
                  </a:cubicBezTo>
                  <a:cubicBezTo>
                    <a:pt x="14787" y="9089"/>
                    <a:pt x="14787" y="9089"/>
                    <a:pt x="14787" y="9089"/>
                  </a:cubicBezTo>
                  <a:cubicBezTo>
                    <a:pt x="14787" y="8913"/>
                    <a:pt x="14914" y="8913"/>
                    <a:pt x="15042" y="8913"/>
                  </a:cubicBezTo>
                  <a:cubicBezTo>
                    <a:pt x="16971" y="8913"/>
                    <a:pt x="16971" y="8913"/>
                    <a:pt x="16971" y="8913"/>
                  </a:cubicBezTo>
                  <a:cubicBezTo>
                    <a:pt x="17099" y="8913"/>
                    <a:pt x="17099" y="8913"/>
                    <a:pt x="17099" y="9089"/>
                  </a:cubicBezTo>
                  <a:cubicBezTo>
                    <a:pt x="17099" y="11656"/>
                    <a:pt x="17099" y="11656"/>
                    <a:pt x="17099" y="11656"/>
                  </a:cubicBezTo>
                  <a:cubicBezTo>
                    <a:pt x="17099" y="11831"/>
                    <a:pt x="17099" y="12001"/>
                    <a:pt x="16971" y="12001"/>
                  </a:cubicBezTo>
                  <a:cubicBezTo>
                    <a:pt x="15042" y="12001"/>
                    <a:pt x="15042" y="12001"/>
                    <a:pt x="15042" y="12001"/>
                  </a:cubicBezTo>
                  <a:lnTo>
                    <a:pt x="18000" y="12001"/>
                  </a:lnTo>
                  <a:cubicBezTo>
                    <a:pt x="18000" y="12001"/>
                    <a:pt x="17872" y="11831"/>
                    <a:pt x="17872" y="11656"/>
                  </a:cubicBezTo>
                  <a:cubicBezTo>
                    <a:pt x="17872" y="9089"/>
                    <a:pt x="17872" y="9089"/>
                    <a:pt x="17872" y="9089"/>
                  </a:cubicBezTo>
                  <a:cubicBezTo>
                    <a:pt x="17872" y="8913"/>
                    <a:pt x="18000" y="8913"/>
                    <a:pt x="18000" y="8913"/>
                  </a:cubicBezTo>
                  <a:cubicBezTo>
                    <a:pt x="20057" y="8913"/>
                    <a:pt x="20057" y="8913"/>
                    <a:pt x="20057" y="8913"/>
                  </a:cubicBezTo>
                  <a:cubicBezTo>
                    <a:pt x="20057" y="8913"/>
                    <a:pt x="20185" y="8913"/>
                    <a:pt x="20185" y="9089"/>
                  </a:cubicBezTo>
                  <a:cubicBezTo>
                    <a:pt x="20185" y="11656"/>
                    <a:pt x="20185" y="11656"/>
                    <a:pt x="20185" y="11656"/>
                  </a:cubicBezTo>
                  <a:cubicBezTo>
                    <a:pt x="20185" y="11831"/>
                    <a:pt x="20057" y="12001"/>
                    <a:pt x="20057" y="12001"/>
                  </a:cubicBezTo>
                  <a:cubicBezTo>
                    <a:pt x="18000" y="12001"/>
                    <a:pt x="18000" y="12001"/>
                    <a:pt x="18000" y="12001"/>
                  </a:cubicBezTo>
                  <a:lnTo>
                    <a:pt x="1284" y="8228"/>
                  </a:lnTo>
                  <a:cubicBezTo>
                    <a:pt x="1156" y="8228"/>
                    <a:pt x="1029" y="8228"/>
                    <a:pt x="1029" y="8057"/>
                  </a:cubicBezTo>
                  <a:cubicBezTo>
                    <a:pt x="1029" y="5315"/>
                    <a:pt x="1029" y="5315"/>
                    <a:pt x="1029" y="5315"/>
                  </a:cubicBezTo>
                  <a:cubicBezTo>
                    <a:pt x="1029" y="5315"/>
                    <a:pt x="1156" y="5145"/>
                    <a:pt x="1284" y="5145"/>
                  </a:cubicBezTo>
                  <a:cubicBezTo>
                    <a:pt x="3987" y="5145"/>
                    <a:pt x="3987" y="5145"/>
                    <a:pt x="3987" y="5145"/>
                  </a:cubicBezTo>
                  <a:cubicBezTo>
                    <a:pt x="4114" y="5145"/>
                    <a:pt x="4242" y="5315"/>
                    <a:pt x="4242" y="5315"/>
                  </a:cubicBezTo>
                  <a:cubicBezTo>
                    <a:pt x="4242" y="8057"/>
                    <a:pt x="4242" y="8057"/>
                    <a:pt x="4242" y="8057"/>
                  </a:cubicBezTo>
                  <a:cubicBezTo>
                    <a:pt x="4242" y="8228"/>
                    <a:pt x="4114" y="8228"/>
                    <a:pt x="3987" y="8228"/>
                  </a:cubicBezTo>
                  <a:cubicBezTo>
                    <a:pt x="1284" y="8228"/>
                    <a:pt x="1284" y="8228"/>
                    <a:pt x="1284" y="8228"/>
                  </a:cubicBezTo>
                  <a:lnTo>
                    <a:pt x="5143" y="8228"/>
                  </a:lnTo>
                  <a:cubicBezTo>
                    <a:pt x="5143" y="8228"/>
                    <a:pt x="5015" y="8228"/>
                    <a:pt x="5015" y="8057"/>
                  </a:cubicBezTo>
                  <a:cubicBezTo>
                    <a:pt x="5015" y="5315"/>
                    <a:pt x="5015" y="5315"/>
                    <a:pt x="5015" y="5315"/>
                  </a:cubicBezTo>
                  <a:lnTo>
                    <a:pt x="5143" y="5145"/>
                  </a:lnTo>
                  <a:cubicBezTo>
                    <a:pt x="7200" y="5145"/>
                    <a:pt x="7200" y="5145"/>
                    <a:pt x="7200" y="5145"/>
                  </a:cubicBezTo>
                  <a:lnTo>
                    <a:pt x="7328" y="5315"/>
                  </a:lnTo>
                  <a:cubicBezTo>
                    <a:pt x="7328" y="8057"/>
                    <a:pt x="7328" y="8057"/>
                    <a:pt x="7328" y="8057"/>
                  </a:cubicBezTo>
                  <a:cubicBezTo>
                    <a:pt x="7328" y="8228"/>
                    <a:pt x="7200" y="8228"/>
                    <a:pt x="7200" y="8228"/>
                  </a:cubicBezTo>
                  <a:cubicBezTo>
                    <a:pt x="5143" y="8228"/>
                    <a:pt x="5143" y="8228"/>
                    <a:pt x="5143" y="8228"/>
                  </a:cubicBezTo>
                  <a:lnTo>
                    <a:pt x="8101" y="8228"/>
                  </a:lnTo>
                  <a:cubicBezTo>
                    <a:pt x="8101" y="8228"/>
                    <a:pt x="7969" y="8228"/>
                    <a:pt x="7969" y="8057"/>
                  </a:cubicBezTo>
                  <a:cubicBezTo>
                    <a:pt x="7969" y="5315"/>
                    <a:pt x="7969" y="5315"/>
                    <a:pt x="7969" y="5315"/>
                  </a:cubicBezTo>
                  <a:lnTo>
                    <a:pt x="8101" y="5145"/>
                  </a:lnTo>
                  <a:cubicBezTo>
                    <a:pt x="10154" y="5145"/>
                    <a:pt x="10154" y="5145"/>
                    <a:pt x="10154" y="5145"/>
                  </a:cubicBezTo>
                  <a:lnTo>
                    <a:pt x="10286" y="5315"/>
                  </a:lnTo>
                  <a:cubicBezTo>
                    <a:pt x="10286" y="8057"/>
                    <a:pt x="10286" y="8057"/>
                    <a:pt x="10286" y="8057"/>
                  </a:cubicBezTo>
                  <a:cubicBezTo>
                    <a:pt x="10286" y="8228"/>
                    <a:pt x="10154" y="8228"/>
                    <a:pt x="10154" y="8228"/>
                  </a:cubicBezTo>
                  <a:cubicBezTo>
                    <a:pt x="8101" y="8228"/>
                    <a:pt x="8101" y="8228"/>
                    <a:pt x="8101" y="8228"/>
                  </a:cubicBezTo>
                  <a:lnTo>
                    <a:pt x="11055" y="8228"/>
                  </a:lnTo>
                  <a:cubicBezTo>
                    <a:pt x="11055" y="8228"/>
                    <a:pt x="10928" y="8228"/>
                    <a:pt x="10928" y="8057"/>
                  </a:cubicBezTo>
                  <a:cubicBezTo>
                    <a:pt x="10928" y="5315"/>
                    <a:pt x="10928" y="5315"/>
                    <a:pt x="10928" y="5315"/>
                  </a:cubicBezTo>
                  <a:lnTo>
                    <a:pt x="11055" y="5145"/>
                  </a:lnTo>
                  <a:cubicBezTo>
                    <a:pt x="13112" y="5145"/>
                    <a:pt x="13112" y="5145"/>
                    <a:pt x="13112" y="5145"/>
                  </a:cubicBezTo>
                  <a:cubicBezTo>
                    <a:pt x="13244" y="5145"/>
                    <a:pt x="13244" y="5315"/>
                    <a:pt x="13244" y="5315"/>
                  </a:cubicBezTo>
                  <a:cubicBezTo>
                    <a:pt x="13244" y="8057"/>
                    <a:pt x="13244" y="8057"/>
                    <a:pt x="13244" y="8057"/>
                  </a:cubicBezTo>
                  <a:cubicBezTo>
                    <a:pt x="13244" y="8228"/>
                    <a:pt x="13244" y="8228"/>
                    <a:pt x="13112" y="8228"/>
                  </a:cubicBezTo>
                  <a:cubicBezTo>
                    <a:pt x="11055" y="8228"/>
                    <a:pt x="11055" y="8228"/>
                    <a:pt x="11055" y="8228"/>
                  </a:cubicBezTo>
                  <a:lnTo>
                    <a:pt x="14013" y="8228"/>
                  </a:lnTo>
                  <a:cubicBezTo>
                    <a:pt x="14013" y="8228"/>
                    <a:pt x="13886" y="8228"/>
                    <a:pt x="13886" y="8057"/>
                  </a:cubicBezTo>
                  <a:cubicBezTo>
                    <a:pt x="13886" y="5315"/>
                    <a:pt x="13886" y="5315"/>
                    <a:pt x="13886" y="5315"/>
                  </a:cubicBezTo>
                  <a:lnTo>
                    <a:pt x="14013" y="5145"/>
                  </a:lnTo>
                  <a:cubicBezTo>
                    <a:pt x="16070" y="5145"/>
                    <a:pt x="16070" y="5145"/>
                    <a:pt x="16070" y="5145"/>
                  </a:cubicBezTo>
                  <a:cubicBezTo>
                    <a:pt x="16198" y="5145"/>
                    <a:pt x="16198" y="5315"/>
                    <a:pt x="16198" y="5315"/>
                  </a:cubicBezTo>
                  <a:cubicBezTo>
                    <a:pt x="16198" y="8057"/>
                    <a:pt x="16198" y="8057"/>
                    <a:pt x="16198" y="8057"/>
                  </a:cubicBezTo>
                  <a:cubicBezTo>
                    <a:pt x="16198" y="8228"/>
                    <a:pt x="16198" y="8228"/>
                    <a:pt x="16070" y="8228"/>
                  </a:cubicBezTo>
                  <a:cubicBezTo>
                    <a:pt x="14013" y="8228"/>
                    <a:pt x="14013" y="8228"/>
                    <a:pt x="14013" y="8228"/>
                  </a:cubicBezTo>
                  <a:lnTo>
                    <a:pt x="16971" y="8228"/>
                  </a:lnTo>
                  <a:cubicBezTo>
                    <a:pt x="16971" y="8228"/>
                    <a:pt x="16840" y="8228"/>
                    <a:pt x="16840" y="8057"/>
                  </a:cubicBezTo>
                  <a:cubicBezTo>
                    <a:pt x="16840" y="5315"/>
                    <a:pt x="16840" y="5315"/>
                    <a:pt x="16840" y="5315"/>
                  </a:cubicBezTo>
                  <a:lnTo>
                    <a:pt x="16971" y="5145"/>
                  </a:lnTo>
                  <a:cubicBezTo>
                    <a:pt x="19029" y="5145"/>
                    <a:pt x="19029" y="5145"/>
                    <a:pt x="19029" y="5145"/>
                  </a:cubicBezTo>
                  <a:cubicBezTo>
                    <a:pt x="19156" y="5145"/>
                    <a:pt x="19156" y="5315"/>
                    <a:pt x="19156" y="5315"/>
                  </a:cubicBezTo>
                  <a:cubicBezTo>
                    <a:pt x="19156" y="8057"/>
                    <a:pt x="19156" y="8057"/>
                    <a:pt x="19156" y="8057"/>
                  </a:cubicBezTo>
                  <a:cubicBezTo>
                    <a:pt x="19156" y="8228"/>
                    <a:pt x="19156" y="8228"/>
                    <a:pt x="19029" y="8228"/>
                  </a:cubicBezTo>
                  <a:cubicBezTo>
                    <a:pt x="16971" y="8228"/>
                    <a:pt x="16971" y="8228"/>
                    <a:pt x="16971" y="8228"/>
                  </a:cubicBezTo>
                  <a:lnTo>
                    <a:pt x="1284" y="4629"/>
                  </a:lnTo>
                  <a:cubicBezTo>
                    <a:pt x="1156" y="4629"/>
                    <a:pt x="1029" y="4459"/>
                    <a:pt x="1029" y="4289"/>
                  </a:cubicBezTo>
                  <a:cubicBezTo>
                    <a:pt x="1029" y="1717"/>
                    <a:pt x="1029" y="1717"/>
                    <a:pt x="1029" y="1717"/>
                  </a:cubicBezTo>
                  <a:cubicBezTo>
                    <a:pt x="1029" y="1547"/>
                    <a:pt x="1156" y="1371"/>
                    <a:pt x="1284" y="1371"/>
                  </a:cubicBezTo>
                  <a:cubicBezTo>
                    <a:pt x="3213" y="1371"/>
                    <a:pt x="3213" y="1371"/>
                    <a:pt x="3213" y="1371"/>
                  </a:cubicBezTo>
                  <a:cubicBezTo>
                    <a:pt x="3341" y="1371"/>
                    <a:pt x="3468" y="1547"/>
                    <a:pt x="3468" y="1717"/>
                  </a:cubicBezTo>
                  <a:cubicBezTo>
                    <a:pt x="3468" y="4289"/>
                    <a:pt x="3468" y="4289"/>
                    <a:pt x="3468" y="4289"/>
                  </a:cubicBezTo>
                  <a:cubicBezTo>
                    <a:pt x="3468" y="4459"/>
                    <a:pt x="3341" y="4629"/>
                    <a:pt x="3213" y="4629"/>
                  </a:cubicBezTo>
                  <a:cubicBezTo>
                    <a:pt x="1284" y="4629"/>
                    <a:pt x="1284" y="4629"/>
                    <a:pt x="1284" y="4629"/>
                  </a:cubicBezTo>
                  <a:lnTo>
                    <a:pt x="4242" y="4629"/>
                  </a:lnTo>
                  <a:cubicBezTo>
                    <a:pt x="4114" y="4629"/>
                    <a:pt x="3987" y="4459"/>
                    <a:pt x="3987" y="4289"/>
                  </a:cubicBezTo>
                  <a:cubicBezTo>
                    <a:pt x="3987" y="1717"/>
                    <a:pt x="3987" y="1717"/>
                    <a:pt x="3987" y="1717"/>
                  </a:cubicBezTo>
                  <a:cubicBezTo>
                    <a:pt x="3987" y="1547"/>
                    <a:pt x="4114" y="1371"/>
                    <a:pt x="4242" y="1371"/>
                  </a:cubicBezTo>
                  <a:cubicBezTo>
                    <a:pt x="6171" y="1371"/>
                    <a:pt x="6171" y="1371"/>
                    <a:pt x="6171" y="1371"/>
                  </a:cubicBezTo>
                  <a:cubicBezTo>
                    <a:pt x="6299" y="1371"/>
                    <a:pt x="6299" y="1547"/>
                    <a:pt x="6299" y="1717"/>
                  </a:cubicBezTo>
                  <a:cubicBezTo>
                    <a:pt x="6299" y="4289"/>
                    <a:pt x="6299" y="4289"/>
                    <a:pt x="6299" y="4289"/>
                  </a:cubicBezTo>
                  <a:cubicBezTo>
                    <a:pt x="6299" y="4459"/>
                    <a:pt x="6299" y="4629"/>
                    <a:pt x="6171" y="4629"/>
                  </a:cubicBezTo>
                  <a:cubicBezTo>
                    <a:pt x="4242" y="4629"/>
                    <a:pt x="4242" y="4629"/>
                    <a:pt x="4242" y="4629"/>
                  </a:cubicBezTo>
                  <a:lnTo>
                    <a:pt x="7200" y="4629"/>
                  </a:lnTo>
                  <a:cubicBezTo>
                    <a:pt x="7072" y="4629"/>
                    <a:pt x="6941" y="4459"/>
                    <a:pt x="6941" y="4289"/>
                  </a:cubicBezTo>
                  <a:cubicBezTo>
                    <a:pt x="6941" y="1717"/>
                    <a:pt x="6941" y="1717"/>
                    <a:pt x="6941" y="1717"/>
                  </a:cubicBezTo>
                  <a:cubicBezTo>
                    <a:pt x="6941" y="1547"/>
                    <a:pt x="7072" y="1371"/>
                    <a:pt x="7200" y="1371"/>
                  </a:cubicBezTo>
                  <a:cubicBezTo>
                    <a:pt x="9125" y="1371"/>
                    <a:pt x="9125" y="1371"/>
                    <a:pt x="9125" y="1371"/>
                  </a:cubicBezTo>
                  <a:cubicBezTo>
                    <a:pt x="9257" y="1371"/>
                    <a:pt x="9257" y="1547"/>
                    <a:pt x="9257" y="1717"/>
                  </a:cubicBezTo>
                  <a:cubicBezTo>
                    <a:pt x="9257" y="4289"/>
                    <a:pt x="9257" y="4289"/>
                    <a:pt x="9257" y="4289"/>
                  </a:cubicBezTo>
                  <a:cubicBezTo>
                    <a:pt x="9257" y="4459"/>
                    <a:pt x="9257" y="4629"/>
                    <a:pt x="9125" y="4629"/>
                  </a:cubicBezTo>
                  <a:cubicBezTo>
                    <a:pt x="7200" y="4629"/>
                    <a:pt x="7200" y="4629"/>
                    <a:pt x="7200" y="4629"/>
                  </a:cubicBezTo>
                  <a:lnTo>
                    <a:pt x="10027" y="4629"/>
                  </a:lnTo>
                  <a:cubicBezTo>
                    <a:pt x="10027" y="4629"/>
                    <a:pt x="9899" y="4459"/>
                    <a:pt x="9899" y="4289"/>
                  </a:cubicBezTo>
                  <a:cubicBezTo>
                    <a:pt x="9899" y="1717"/>
                    <a:pt x="9899" y="1717"/>
                    <a:pt x="9899" y="1717"/>
                  </a:cubicBezTo>
                  <a:cubicBezTo>
                    <a:pt x="9899" y="1547"/>
                    <a:pt x="10027" y="1371"/>
                    <a:pt x="10027" y="1371"/>
                  </a:cubicBezTo>
                  <a:cubicBezTo>
                    <a:pt x="12084" y="1371"/>
                    <a:pt x="12084" y="1371"/>
                    <a:pt x="12084" y="1371"/>
                  </a:cubicBezTo>
                  <a:cubicBezTo>
                    <a:pt x="12084" y="1371"/>
                    <a:pt x="12215" y="1547"/>
                    <a:pt x="12215" y="1717"/>
                  </a:cubicBezTo>
                  <a:cubicBezTo>
                    <a:pt x="12215" y="4289"/>
                    <a:pt x="12215" y="4289"/>
                    <a:pt x="12215" y="4289"/>
                  </a:cubicBezTo>
                  <a:cubicBezTo>
                    <a:pt x="12215" y="4459"/>
                    <a:pt x="12084" y="4629"/>
                    <a:pt x="12084" y="4629"/>
                  </a:cubicBezTo>
                  <a:cubicBezTo>
                    <a:pt x="10027" y="4629"/>
                    <a:pt x="10027" y="4629"/>
                    <a:pt x="10027" y="4629"/>
                  </a:cubicBezTo>
                  <a:lnTo>
                    <a:pt x="12985" y="4629"/>
                  </a:lnTo>
                  <a:cubicBezTo>
                    <a:pt x="12857" y="4629"/>
                    <a:pt x="12857" y="4459"/>
                    <a:pt x="12857" y="4289"/>
                  </a:cubicBezTo>
                  <a:cubicBezTo>
                    <a:pt x="12857" y="1717"/>
                    <a:pt x="12857" y="1717"/>
                    <a:pt x="12857" y="1717"/>
                  </a:cubicBezTo>
                  <a:cubicBezTo>
                    <a:pt x="12857" y="1547"/>
                    <a:pt x="12857" y="1371"/>
                    <a:pt x="12985" y="1371"/>
                  </a:cubicBezTo>
                  <a:cubicBezTo>
                    <a:pt x="15042" y="1371"/>
                    <a:pt x="15042" y="1371"/>
                    <a:pt x="15042" y="1371"/>
                  </a:cubicBezTo>
                  <a:cubicBezTo>
                    <a:pt x="15042" y="1371"/>
                    <a:pt x="15169" y="1547"/>
                    <a:pt x="15169" y="1717"/>
                  </a:cubicBezTo>
                  <a:cubicBezTo>
                    <a:pt x="15169" y="4289"/>
                    <a:pt x="15169" y="4289"/>
                    <a:pt x="15169" y="4289"/>
                  </a:cubicBezTo>
                  <a:cubicBezTo>
                    <a:pt x="15169" y="4459"/>
                    <a:pt x="15042" y="4629"/>
                    <a:pt x="15042" y="4629"/>
                  </a:cubicBezTo>
                  <a:cubicBezTo>
                    <a:pt x="12985" y="4629"/>
                    <a:pt x="12985" y="4629"/>
                    <a:pt x="12985" y="4629"/>
                  </a:cubicBezTo>
                  <a:lnTo>
                    <a:pt x="15943" y="4629"/>
                  </a:lnTo>
                  <a:cubicBezTo>
                    <a:pt x="15811" y="4629"/>
                    <a:pt x="15811" y="4459"/>
                    <a:pt x="15811" y="4289"/>
                  </a:cubicBezTo>
                  <a:cubicBezTo>
                    <a:pt x="15811" y="1717"/>
                    <a:pt x="15811" y="1717"/>
                    <a:pt x="15811" y="1717"/>
                  </a:cubicBezTo>
                  <a:cubicBezTo>
                    <a:pt x="15811" y="1547"/>
                    <a:pt x="15811" y="1371"/>
                    <a:pt x="15943" y="1371"/>
                  </a:cubicBezTo>
                  <a:cubicBezTo>
                    <a:pt x="17872" y="1371"/>
                    <a:pt x="17872" y="1371"/>
                    <a:pt x="17872" y="1371"/>
                  </a:cubicBezTo>
                  <a:cubicBezTo>
                    <a:pt x="18000" y="1371"/>
                    <a:pt x="18128" y="1547"/>
                    <a:pt x="18128" y="1717"/>
                  </a:cubicBezTo>
                  <a:cubicBezTo>
                    <a:pt x="18128" y="4289"/>
                    <a:pt x="18128" y="4289"/>
                    <a:pt x="18128" y="4289"/>
                  </a:cubicBezTo>
                  <a:cubicBezTo>
                    <a:pt x="18128" y="4459"/>
                    <a:pt x="18000" y="4629"/>
                    <a:pt x="17872" y="4629"/>
                  </a:cubicBezTo>
                  <a:cubicBezTo>
                    <a:pt x="15943" y="4629"/>
                    <a:pt x="15943" y="4629"/>
                    <a:pt x="15943" y="4629"/>
                  </a:cubicBezTo>
                  <a:lnTo>
                    <a:pt x="18901" y="4629"/>
                  </a:lnTo>
                  <a:cubicBezTo>
                    <a:pt x="18769" y="4629"/>
                    <a:pt x="18642" y="4459"/>
                    <a:pt x="18642" y="4289"/>
                  </a:cubicBezTo>
                  <a:cubicBezTo>
                    <a:pt x="18642" y="1717"/>
                    <a:pt x="18642" y="1717"/>
                    <a:pt x="18642" y="1717"/>
                  </a:cubicBezTo>
                  <a:cubicBezTo>
                    <a:pt x="18642" y="1547"/>
                    <a:pt x="18769" y="1371"/>
                    <a:pt x="18901" y="1371"/>
                  </a:cubicBezTo>
                  <a:cubicBezTo>
                    <a:pt x="20827" y="1371"/>
                    <a:pt x="20827" y="1371"/>
                    <a:pt x="20827" y="1371"/>
                  </a:cubicBezTo>
                  <a:cubicBezTo>
                    <a:pt x="20958" y="1371"/>
                    <a:pt x="21086" y="1547"/>
                    <a:pt x="21086" y="1717"/>
                  </a:cubicBezTo>
                  <a:cubicBezTo>
                    <a:pt x="21086" y="4289"/>
                    <a:pt x="21086" y="4289"/>
                    <a:pt x="21086" y="4289"/>
                  </a:cubicBezTo>
                  <a:cubicBezTo>
                    <a:pt x="21086" y="4459"/>
                    <a:pt x="20958" y="4629"/>
                    <a:pt x="20827" y="4629"/>
                  </a:cubicBezTo>
                  <a:cubicBezTo>
                    <a:pt x="18901" y="4629"/>
                    <a:pt x="18901" y="4629"/>
                    <a:pt x="18901" y="4629"/>
                  </a:cubicBezTo>
                  <a:lnTo>
                    <a:pt x="21600" y="0"/>
                  </a:lnTo>
                  <a:cubicBezTo>
                    <a:pt x="0" y="0"/>
                    <a:pt x="0" y="0"/>
                    <a:pt x="0" y="0"/>
                  </a:cubicBezTo>
                  <a:cubicBezTo>
                    <a:pt x="0" y="21600"/>
                    <a:pt x="0" y="21600"/>
                    <a:pt x="0" y="21600"/>
                  </a:cubicBezTo>
                  <a:cubicBezTo>
                    <a:pt x="21600" y="21600"/>
                    <a:pt x="21600" y="21600"/>
                    <a:pt x="21600" y="21600"/>
                  </a:cubicBezTo>
                  <a:cubicBezTo>
                    <a:pt x="21600" y="19713"/>
                    <a:pt x="21600" y="19713"/>
                    <a:pt x="21600" y="19713"/>
                  </a:cubicBezTo>
                  <a:cubicBezTo>
                    <a:pt x="16198" y="19713"/>
                    <a:pt x="16198" y="19713"/>
                    <a:pt x="16198" y="19713"/>
                  </a:cubicBezTo>
                  <a:cubicBezTo>
                    <a:pt x="15811" y="19713"/>
                    <a:pt x="15811" y="19713"/>
                    <a:pt x="15811" y="19713"/>
                  </a:cubicBezTo>
                  <a:cubicBezTo>
                    <a:pt x="14272" y="19713"/>
                    <a:pt x="14272" y="19713"/>
                    <a:pt x="14272" y="19713"/>
                  </a:cubicBezTo>
                  <a:cubicBezTo>
                    <a:pt x="14141" y="19713"/>
                    <a:pt x="14141" y="19543"/>
                    <a:pt x="14141" y="19373"/>
                  </a:cubicBezTo>
                  <a:cubicBezTo>
                    <a:pt x="14141" y="16801"/>
                    <a:pt x="14141" y="16801"/>
                    <a:pt x="14141" y="16801"/>
                  </a:cubicBezTo>
                  <a:cubicBezTo>
                    <a:pt x="14141" y="16631"/>
                    <a:pt x="14141" y="16455"/>
                    <a:pt x="14272" y="16455"/>
                  </a:cubicBezTo>
                  <a:cubicBezTo>
                    <a:pt x="15811" y="16455"/>
                    <a:pt x="15811" y="16455"/>
                    <a:pt x="15811" y="16455"/>
                  </a:cubicBezTo>
                  <a:cubicBezTo>
                    <a:pt x="16198" y="16455"/>
                    <a:pt x="16198" y="16455"/>
                    <a:pt x="16198" y="16455"/>
                  </a:cubicBezTo>
                  <a:cubicBezTo>
                    <a:pt x="21600" y="16455"/>
                    <a:pt x="21600" y="16455"/>
                    <a:pt x="21600" y="16455"/>
                  </a:cubicBezTo>
                  <a:cubicBezTo>
                    <a:pt x="21600" y="15769"/>
                    <a:pt x="21600" y="15769"/>
                    <a:pt x="21600" y="15769"/>
                  </a:cubicBezTo>
                  <a:cubicBezTo>
                    <a:pt x="19543" y="15769"/>
                    <a:pt x="19543" y="15769"/>
                    <a:pt x="19543" y="15769"/>
                  </a:cubicBezTo>
                  <a:cubicBezTo>
                    <a:pt x="19543" y="15769"/>
                    <a:pt x="19415" y="15769"/>
                    <a:pt x="19415" y="15599"/>
                  </a:cubicBezTo>
                  <a:cubicBezTo>
                    <a:pt x="19415" y="12857"/>
                    <a:pt x="19415" y="12857"/>
                    <a:pt x="19415" y="12857"/>
                  </a:cubicBezTo>
                  <a:lnTo>
                    <a:pt x="19543" y="12687"/>
                  </a:lnTo>
                  <a:cubicBezTo>
                    <a:pt x="21600" y="12687"/>
                    <a:pt x="21600" y="12687"/>
                    <a:pt x="21600" y="12687"/>
                  </a:cubicBezTo>
                  <a:cubicBezTo>
                    <a:pt x="21600" y="12001"/>
                    <a:pt x="21600" y="12001"/>
                    <a:pt x="21600" y="12001"/>
                  </a:cubicBezTo>
                  <a:cubicBezTo>
                    <a:pt x="21086" y="12001"/>
                    <a:pt x="21086" y="12001"/>
                    <a:pt x="21086" y="12001"/>
                  </a:cubicBezTo>
                  <a:cubicBezTo>
                    <a:pt x="20958" y="12001"/>
                    <a:pt x="20958" y="11831"/>
                    <a:pt x="20958" y="11656"/>
                  </a:cubicBezTo>
                  <a:cubicBezTo>
                    <a:pt x="20958" y="9089"/>
                    <a:pt x="20958" y="9089"/>
                    <a:pt x="20958" y="9089"/>
                  </a:cubicBezTo>
                  <a:cubicBezTo>
                    <a:pt x="20958" y="8913"/>
                    <a:pt x="20958" y="8913"/>
                    <a:pt x="21086" y="8913"/>
                  </a:cubicBezTo>
                  <a:cubicBezTo>
                    <a:pt x="21600" y="8913"/>
                    <a:pt x="21600" y="8913"/>
                    <a:pt x="21600" y="8913"/>
                  </a:cubicBezTo>
                  <a:cubicBezTo>
                    <a:pt x="21600" y="8228"/>
                    <a:pt x="21600" y="8228"/>
                    <a:pt x="21600" y="8228"/>
                  </a:cubicBezTo>
                  <a:cubicBezTo>
                    <a:pt x="20057" y="8228"/>
                    <a:pt x="20057" y="8228"/>
                    <a:pt x="20057" y="8228"/>
                  </a:cubicBezTo>
                  <a:cubicBezTo>
                    <a:pt x="19930" y="8228"/>
                    <a:pt x="19798" y="8228"/>
                    <a:pt x="19798" y="8057"/>
                  </a:cubicBezTo>
                  <a:cubicBezTo>
                    <a:pt x="19798" y="5315"/>
                    <a:pt x="19798" y="5315"/>
                    <a:pt x="19798" y="5315"/>
                  </a:cubicBezTo>
                  <a:cubicBezTo>
                    <a:pt x="19798" y="5315"/>
                    <a:pt x="19930" y="5145"/>
                    <a:pt x="20057" y="5145"/>
                  </a:cubicBezTo>
                  <a:cubicBezTo>
                    <a:pt x="21600" y="5145"/>
                    <a:pt x="21600" y="5145"/>
                    <a:pt x="21600" y="5145"/>
                  </a:cubicBezTo>
                  <a:cubicBezTo>
                    <a:pt x="21600" y="0"/>
                    <a:pt x="21600" y="0"/>
                    <a:pt x="21600" y="0"/>
                  </a:cubicBezTo>
                  <a:lnTo>
                    <a:pt x="1284" y="19713"/>
                  </a:lnTo>
                </a:path>
              </a:pathLst>
            </a:custGeom>
            <a:solidFill>
              <a:srgbClr val="C0C6C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4" name="Shape 8164"/>
            <p:cNvSpPr/>
            <p:nvPr/>
          </p:nvSpPr>
          <p:spPr>
            <a:xfrm>
              <a:off x="322656" y="1719285"/>
              <a:ext cx="936145" cy="59300"/>
            </a:xfrm>
            <a:prstGeom prst="rect">
              <a:avLst/>
            </a:prstGeom>
            <a:solidFill>
              <a:srgbClr val="45172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5" name="Shape 8165"/>
            <p:cNvSpPr/>
            <p:nvPr/>
          </p:nvSpPr>
          <p:spPr>
            <a:xfrm>
              <a:off x="322656" y="1719285"/>
              <a:ext cx="936145" cy="59300"/>
            </a:xfrm>
            <a:prstGeom prst="rect">
              <a:avLst/>
            </a:prstGeom>
            <a:solidFill>
              <a:srgbClr val="212E3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6" name="Shape 8166"/>
            <p:cNvSpPr/>
            <p:nvPr/>
          </p:nvSpPr>
          <p:spPr>
            <a:xfrm>
              <a:off x="355201"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2383" y="0"/>
                    <a:pt x="2383" y="0"/>
                    <a:pt x="2383" y="0"/>
                  </a:cubicBezTo>
                  <a:cubicBezTo>
                    <a:pt x="1191" y="0"/>
                    <a:pt x="0" y="1164"/>
                    <a:pt x="0" y="2291"/>
                  </a:cubicBezTo>
                  <a:cubicBezTo>
                    <a:pt x="0" y="19345"/>
                    <a:pt x="0" y="19345"/>
                    <a:pt x="0" y="19345"/>
                  </a:cubicBezTo>
                  <a:cubicBezTo>
                    <a:pt x="0" y="20473"/>
                    <a:pt x="1191" y="21600"/>
                    <a:pt x="2383" y="21600"/>
                  </a:cubicBezTo>
                  <a:cubicBezTo>
                    <a:pt x="20409" y="21600"/>
                    <a:pt x="20409" y="21600"/>
                    <a:pt x="20409" y="21600"/>
                  </a:cubicBezTo>
                  <a:cubicBezTo>
                    <a:pt x="21600" y="21600"/>
                    <a:pt x="21600" y="20473"/>
                    <a:pt x="21600" y="19345"/>
                  </a:cubicBezTo>
                  <a:cubicBezTo>
                    <a:pt x="21600" y="2291"/>
                    <a:pt x="21600" y="2291"/>
                    <a:pt x="21600" y="2291"/>
                  </a:cubicBezTo>
                  <a:cubicBezTo>
                    <a:pt x="21600" y="1164"/>
                    <a:pt x="21600"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7" name="Shape 8167"/>
            <p:cNvSpPr/>
            <p:nvPr/>
          </p:nvSpPr>
          <p:spPr>
            <a:xfrm>
              <a:off x="203636" y="1936869"/>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42" y="0"/>
                  </a:moveTo>
                  <a:cubicBezTo>
                    <a:pt x="2258" y="0"/>
                    <a:pt x="2258" y="0"/>
                    <a:pt x="2258" y="0"/>
                  </a:cubicBezTo>
                  <a:cubicBezTo>
                    <a:pt x="1129" y="0"/>
                    <a:pt x="0" y="1164"/>
                    <a:pt x="0" y="2291"/>
                  </a:cubicBezTo>
                  <a:cubicBezTo>
                    <a:pt x="0" y="19345"/>
                    <a:pt x="0" y="19345"/>
                    <a:pt x="0" y="19345"/>
                  </a:cubicBezTo>
                  <a:cubicBezTo>
                    <a:pt x="0" y="20473"/>
                    <a:pt x="1129" y="21600"/>
                    <a:pt x="2258" y="21600"/>
                  </a:cubicBezTo>
                  <a:cubicBezTo>
                    <a:pt x="19342" y="21600"/>
                    <a:pt x="19342" y="21600"/>
                    <a:pt x="19342" y="21600"/>
                  </a:cubicBezTo>
                  <a:cubicBezTo>
                    <a:pt x="20471" y="21600"/>
                    <a:pt x="21600" y="20473"/>
                    <a:pt x="21600" y="19345"/>
                  </a:cubicBezTo>
                  <a:cubicBezTo>
                    <a:pt x="21600" y="2291"/>
                    <a:pt x="21600" y="2291"/>
                    <a:pt x="21600" y="2291"/>
                  </a:cubicBezTo>
                  <a:cubicBezTo>
                    <a:pt x="21600" y="1164"/>
                    <a:pt x="20471" y="0"/>
                    <a:pt x="1934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8" name="Shape 8168"/>
            <p:cNvSpPr/>
            <p:nvPr/>
          </p:nvSpPr>
          <p:spPr>
            <a:xfrm>
              <a:off x="506766"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72" y="0"/>
                  </a:moveTo>
                  <a:cubicBezTo>
                    <a:pt x="2417" y="0"/>
                    <a:pt x="2417" y="0"/>
                    <a:pt x="2417" y="0"/>
                  </a:cubicBezTo>
                  <a:cubicBezTo>
                    <a:pt x="1228" y="0"/>
                    <a:pt x="0" y="1164"/>
                    <a:pt x="0" y="2291"/>
                  </a:cubicBezTo>
                  <a:cubicBezTo>
                    <a:pt x="0" y="19345"/>
                    <a:pt x="0" y="19345"/>
                    <a:pt x="0" y="19345"/>
                  </a:cubicBezTo>
                  <a:cubicBezTo>
                    <a:pt x="0" y="20473"/>
                    <a:pt x="1228" y="21600"/>
                    <a:pt x="2417" y="21600"/>
                  </a:cubicBezTo>
                  <a:cubicBezTo>
                    <a:pt x="20372" y="21600"/>
                    <a:pt x="20372" y="21600"/>
                    <a:pt x="20372" y="21600"/>
                  </a:cubicBezTo>
                  <a:cubicBezTo>
                    <a:pt x="21600" y="21600"/>
                    <a:pt x="21600" y="20473"/>
                    <a:pt x="21600" y="19345"/>
                  </a:cubicBezTo>
                  <a:cubicBezTo>
                    <a:pt x="21600" y="2291"/>
                    <a:pt x="21600" y="2291"/>
                    <a:pt x="21600" y="2291"/>
                  </a:cubicBezTo>
                  <a:cubicBezTo>
                    <a:pt x="21600" y="1164"/>
                    <a:pt x="21600" y="0"/>
                    <a:pt x="2037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69" name="Shape 8169"/>
            <p:cNvSpPr/>
            <p:nvPr/>
          </p:nvSpPr>
          <p:spPr>
            <a:xfrm>
              <a:off x="658331"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72" y="0"/>
                  </a:moveTo>
                  <a:cubicBezTo>
                    <a:pt x="1189" y="0"/>
                    <a:pt x="1189" y="0"/>
                    <a:pt x="1189" y="0"/>
                  </a:cubicBezTo>
                  <a:cubicBezTo>
                    <a:pt x="1189" y="0"/>
                    <a:pt x="0" y="1164"/>
                    <a:pt x="0" y="2291"/>
                  </a:cubicBezTo>
                  <a:cubicBezTo>
                    <a:pt x="0" y="19345"/>
                    <a:pt x="0" y="19345"/>
                    <a:pt x="0" y="19345"/>
                  </a:cubicBezTo>
                  <a:cubicBezTo>
                    <a:pt x="0" y="20473"/>
                    <a:pt x="1189" y="21600"/>
                    <a:pt x="1189" y="21600"/>
                  </a:cubicBezTo>
                  <a:cubicBezTo>
                    <a:pt x="20372" y="21600"/>
                    <a:pt x="20372" y="21600"/>
                    <a:pt x="20372" y="21600"/>
                  </a:cubicBezTo>
                  <a:cubicBezTo>
                    <a:pt x="20372" y="21600"/>
                    <a:pt x="21600" y="20473"/>
                    <a:pt x="21600" y="19345"/>
                  </a:cubicBezTo>
                  <a:cubicBezTo>
                    <a:pt x="21600" y="2291"/>
                    <a:pt x="21600" y="2291"/>
                    <a:pt x="21600" y="2291"/>
                  </a:cubicBezTo>
                  <a:cubicBezTo>
                    <a:pt x="21600" y="1164"/>
                    <a:pt x="20372" y="0"/>
                    <a:pt x="2037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0" name="Shape 8170"/>
            <p:cNvSpPr/>
            <p:nvPr/>
          </p:nvSpPr>
          <p:spPr>
            <a:xfrm>
              <a:off x="809896" y="1936869"/>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1191" y="0"/>
                    <a:pt x="1191" y="0"/>
                    <a:pt x="1191" y="0"/>
                  </a:cubicBezTo>
                  <a:cubicBezTo>
                    <a:pt x="0" y="0"/>
                    <a:pt x="0" y="1164"/>
                    <a:pt x="0" y="2291"/>
                  </a:cubicBezTo>
                  <a:cubicBezTo>
                    <a:pt x="0" y="19345"/>
                    <a:pt x="0" y="19345"/>
                    <a:pt x="0" y="19345"/>
                  </a:cubicBezTo>
                  <a:cubicBezTo>
                    <a:pt x="0" y="20473"/>
                    <a:pt x="0" y="21600"/>
                    <a:pt x="1191" y="21600"/>
                  </a:cubicBezTo>
                  <a:cubicBezTo>
                    <a:pt x="20409" y="21600"/>
                    <a:pt x="20409" y="21600"/>
                    <a:pt x="20409" y="21600"/>
                  </a:cubicBezTo>
                  <a:cubicBezTo>
                    <a:pt x="20409" y="21600"/>
                    <a:pt x="21600" y="20473"/>
                    <a:pt x="21600" y="19345"/>
                  </a:cubicBezTo>
                  <a:cubicBezTo>
                    <a:pt x="21600" y="2291"/>
                    <a:pt x="21600" y="2291"/>
                    <a:pt x="21600" y="2291"/>
                  </a:cubicBezTo>
                  <a:cubicBezTo>
                    <a:pt x="21600" y="1164"/>
                    <a:pt x="20409"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1" name="Shape 8171"/>
            <p:cNvSpPr/>
            <p:nvPr/>
          </p:nvSpPr>
          <p:spPr>
            <a:xfrm>
              <a:off x="961460" y="1936869"/>
              <a:ext cx="118811"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21" y="0"/>
                  </a:moveTo>
                  <a:cubicBezTo>
                    <a:pt x="1228" y="0"/>
                    <a:pt x="1228" y="0"/>
                    <a:pt x="1228" y="0"/>
                  </a:cubicBezTo>
                  <a:cubicBezTo>
                    <a:pt x="0" y="0"/>
                    <a:pt x="0" y="1164"/>
                    <a:pt x="0" y="2291"/>
                  </a:cubicBezTo>
                  <a:cubicBezTo>
                    <a:pt x="0" y="19345"/>
                    <a:pt x="0" y="19345"/>
                    <a:pt x="0" y="19345"/>
                  </a:cubicBezTo>
                  <a:cubicBezTo>
                    <a:pt x="0" y="20473"/>
                    <a:pt x="0" y="21600"/>
                    <a:pt x="1228" y="21600"/>
                  </a:cubicBezTo>
                  <a:cubicBezTo>
                    <a:pt x="19221" y="21600"/>
                    <a:pt x="19221" y="21600"/>
                    <a:pt x="19221" y="21600"/>
                  </a:cubicBezTo>
                  <a:cubicBezTo>
                    <a:pt x="20411" y="21600"/>
                    <a:pt x="21600" y="20473"/>
                    <a:pt x="21600" y="19345"/>
                  </a:cubicBezTo>
                  <a:cubicBezTo>
                    <a:pt x="21600" y="2291"/>
                    <a:pt x="21600" y="2291"/>
                    <a:pt x="21600" y="2291"/>
                  </a:cubicBezTo>
                  <a:cubicBezTo>
                    <a:pt x="21600" y="1164"/>
                    <a:pt x="20411" y="0"/>
                    <a:pt x="19221"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2" name="Shape 8172"/>
            <p:cNvSpPr/>
            <p:nvPr/>
          </p:nvSpPr>
          <p:spPr>
            <a:xfrm>
              <a:off x="1106516" y="1936869"/>
              <a:ext cx="12532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09" y="0"/>
                  </a:moveTo>
                  <a:cubicBezTo>
                    <a:pt x="2291" y="0"/>
                    <a:pt x="2291" y="0"/>
                    <a:pt x="2291" y="0"/>
                  </a:cubicBezTo>
                  <a:cubicBezTo>
                    <a:pt x="1127" y="0"/>
                    <a:pt x="0" y="1164"/>
                    <a:pt x="0" y="2291"/>
                  </a:cubicBezTo>
                  <a:cubicBezTo>
                    <a:pt x="0" y="19345"/>
                    <a:pt x="0" y="19345"/>
                    <a:pt x="0" y="19345"/>
                  </a:cubicBezTo>
                  <a:cubicBezTo>
                    <a:pt x="0" y="20473"/>
                    <a:pt x="1127" y="21600"/>
                    <a:pt x="2291" y="21600"/>
                  </a:cubicBezTo>
                  <a:cubicBezTo>
                    <a:pt x="19309" y="21600"/>
                    <a:pt x="19309" y="21600"/>
                    <a:pt x="19309" y="21600"/>
                  </a:cubicBezTo>
                  <a:cubicBezTo>
                    <a:pt x="20473" y="21600"/>
                    <a:pt x="21600" y="20473"/>
                    <a:pt x="21600" y="19345"/>
                  </a:cubicBezTo>
                  <a:cubicBezTo>
                    <a:pt x="21600" y="2291"/>
                    <a:pt x="21600" y="2291"/>
                    <a:pt x="21600" y="2291"/>
                  </a:cubicBezTo>
                  <a:cubicBezTo>
                    <a:pt x="21600" y="1164"/>
                    <a:pt x="20473" y="0"/>
                    <a:pt x="193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3" name="Shape 8173"/>
            <p:cNvSpPr/>
            <p:nvPr/>
          </p:nvSpPr>
          <p:spPr>
            <a:xfrm>
              <a:off x="40820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1191" y="0"/>
                    <a:pt x="1191" y="0"/>
                    <a:pt x="1191" y="0"/>
                  </a:cubicBezTo>
                  <a:lnTo>
                    <a:pt x="0" y="1191"/>
                  </a:lnTo>
                  <a:cubicBezTo>
                    <a:pt x="0" y="20409"/>
                    <a:pt x="0" y="20409"/>
                    <a:pt x="0" y="20409"/>
                  </a:cubicBezTo>
                  <a:cubicBezTo>
                    <a:pt x="0" y="21600"/>
                    <a:pt x="1191" y="21600"/>
                    <a:pt x="1191" y="21600"/>
                  </a:cubicBezTo>
                  <a:cubicBezTo>
                    <a:pt x="20409" y="21600"/>
                    <a:pt x="20409" y="21600"/>
                    <a:pt x="20409" y="21600"/>
                  </a:cubicBezTo>
                  <a:cubicBezTo>
                    <a:pt x="20409" y="21600"/>
                    <a:pt x="21600" y="21600"/>
                    <a:pt x="21600" y="20409"/>
                  </a:cubicBezTo>
                  <a:cubicBezTo>
                    <a:pt x="21600" y="1191"/>
                    <a:pt x="21600" y="1191"/>
                    <a:pt x="21600" y="1191"/>
                  </a:cubicBezTo>
                  <a:lnTo>
                    <a:pt x="20409" y="0"/>
                  </a:ln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4" name="Shape 8174"/>
            <p:cNvSpPr/>
            <p:nvPr/>
          </p:nvSpPr>
          <p:spPr>
            <a:xfrm>
              <a:off x="559767"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72" y="0"/>
                  </a:moveTo>
                  <a:cubicBezTo>
                    <a:pt x="1228" y="0"/>
                    <a:pt x="1228" y="0"/>
                    <a:pt x="1228" y="0"/>
                  </a:cubicBezTo>
                  <a:lnTo>
                    <a:pt x="0" y="1191"/>
                  </a:lnTo>
                  <a:cubicBezTo>
                    <a:pt x="0" y="20409"/>
                    <a:pt x="0" y="20409"/>
                    <a:pt x="0" y="20409"/>
                  </a:cubicBezTo>
                  <a:cubicBezTo>
                    <a:pt x="0" y="21600"/>
                    <a:pt x="1228" y="21600"/>
                    <a:pt x="1228" y="21600"/>
                  </a:cubicBezTo>
                  <a:cubicBezTo>
                    <a:pt x="20372" y="21600"/>
                    <a:pt x="20372" y="21600"/>
                    <a:pt x="20372" y="21600"/>
                  </a:cubicBezTo>
                  <a:cubicBezTo>
                    <a:pt x="20372" y="21600"/>
                    <a:pt x="21600" y="21600"/>
                    <a:pt x="21600" y="20409"/>
                  </a:cubicBezTo>
                  <a:cubicBezTo>
                    <a:pt x="21600" y="1191"/>
                    <a:pt x="21600" y="1191"/>
                    <a:pt x="21600" y="1191"/>
                  </a:cubicBezTo>
                  <a:lnTo>
                    <a:pt x="20372" y="0"/>
                  </a:ln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5" name="Shape 8175"/>
            <p:cNvSpPr/>
            <p:nvPr/>
          </p:nvSpPr>
          <p:spPr>
            <a:xfrm>
              <a:off x="71133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72" y="0"/>
                  </a:moveTo>
                  <a:cubicBezTo>
                    <a:pt x="1189" y="0"/>
                    <a:pt x="1189" y="0"/>
                    <a:pt x="1189" y="0"/>
                  </a:cubicBezTo>
                  <a:lnTo>
                    <a:pt x="0" y="1191"/>
                  </a:lnTo>
                  <a:cubicBezTo>
                    <a:pt x="0" y="20409"/>
                    <a:pt x="0" y="20409"/>
                    <a:pt x="0" y="20409"/>
                  </a:cubicBezTo>
                  <a:cubicBezTo>
                    <a:pt x="0" y="21600"/>
                    <a:pt x="1189" y="21600"/>
                    <a:pt x="1189" y="21600"/>
                  </a:cubicBezTo>
                  <a:cubicBezTo>
                    <a:pt x="20372" y="21600"/>
                    <a:pt x="20372" y="21600"/>
                    <a:pt x="20372" y="21600"/>
                  </a:cubicBezTo>
                  <a:cubicBezTo>
                    <a:pt x="21600" y="21600"/>
                    <a:pt x="21600" y="21600"/>
                    <a:pt x="21600" y="20409"/>
                  </a:cubicBezTo>
                  <a:cubicBezTo>
                    <a:pt x="21600" y="1191"/>
                    <a:pt x="21600" y="1191"/>
                    <a:pt x="21600" y="1191"/>
                  </a:cubicBezTo>
                  <a:cubicBezTo>
                    <a:pt x="21600" y="1191"/>
                    <a:pt x="21600" y="0"/>
                    <a:pt x="2037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6" name="Shape 8176"/>
            <p:cNvSpPr/>
            <p:nvPr/>
          </p:nvSpPr>
          <p:spPr>
            <a:xfrm>
              <a:off x="862897"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1191" y="0"/>
                    <a:pt x="1191" y="0"/>
                    <a:pt x="1191" y="0"/>
                  </a:cubicBezTo>
                  <a:lnTo>
                    <a:pt x="0" y="1191"/>
                  </a:lnTo>
                  <a:cubicBezTo>
                    <a:pt x="0" y="20409"/>
                    <a:pt x="0" y="20409"/>
                    <a:pt x="0" y="20409"/>
                  </a:cubicBezTo>
                  <a:cubicBezTo>
                    <a:pt x="0" y="21600"/>
                    <a:pt x="1191" y="21600"/>
                    <a:pt x="1191" y="21600"/>
                  </a:cubicBezTo>
                  <a:cubicBezTo>
                    <a:pt x="20409" y="21600"/>
                    <a:pt x="20409" y="21600"/>
                    <a:pt x="20409" y="21600"/>
                  </a:cubicBezTo>
                  <a:cubicBezTo>
                    <a:pt x="21600" y="21600"/>
                    <a:pt x="21600" y="21600"/>
                    <a:pt x="21600" y="20409"/>
                  </a:cubicBezTo>
                  <a:cubicBezTo>
                    <a:pt x="21600" y="1191"/>
                    <a:pt x="21600" y="1191"/>
                    <a:pt x="21600" y="1191"/>
                  </a:cubicBezTo>
                  <a:cubicBezTo>
                    <a:pt x="21600" y="1191"/>
                    <a:pt x="21600"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7" name="Shape 8177"/>
            <p:cNvSpPr/>
            <p:nvPr/>
          </p:nvSpPr>
          <p:spPr>
            <a:xfrm>
              <a:off x="1014462" y="2081925"/>
              <a:ext cx="118810"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11" y="0"/>
                  </a:moveTo>
                  <a:cubicBezTo>
                    <a:pt x="1228" y="0"/>
                    <a:pt x="1228" y="0"/>
                    <a:pt x="1228" y="0"/>
                  </a:cubicBezTo>
                  <a:lnTo>
                    <a:pt x="0" y="1191"/>
                  </a:lnTo>
                  <a:cubicBezTo>
                    <a:pt x="0" y="20409"/>
                    <a:pt x="0" y="20409"/>
                    <a:pt x="0" y="20409"/>
                  </a:cubicBezTo>
                  <a:cubicBezTo>
                    <a:pt x="0" y="21600"/>
                    <a:pt x="1228" y="21600"/>
                    <a:pt x="1228" y="21600"/>
                  </a:cubicBezTo>
                  <a:cubicBezTo>
                    <a:pt x="20411" y="21600"/>
                    <a:pt x="20411" y="21600"/>
                    <a:pt x="20411" y="21600"/>
                  </a:cubicBezTo>
                  <a:cubicBezTo>
                    <a:pt x="21600" y="21600"/>
                    <a:pt x="21600" y="21600"/>
                    <a:pt x="21600" y="20409"/>
                  </a:cubicBezTo>
                  <a:cubicBezTo>
                    <a:pt x="21600" y="1191"/>
                    <a:pt x="21600" y="1191"/>
                    <a:pt x="21600" y="1191"/>
                  </a:cubicBezTo>
                  <a:cubicBezTo>
                    <a:pt x="21600" y="1191"/>
                    <a:pt x="21600" y="0"/>
                    <a:pt x="20411"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8" name="Shape 8178"/>
            <p:cNvSpPr/>
            <p:nvPr/>
          </p:nvSpPr>
          <p:spPr>
            <a:xfrm>
              <a:off x="1166027" y="2081925"/>
              <a:ext cx="92773"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3107" y="0"/>
                    <a:pt x="3107" y="0"/>
                    <a:pt x="3107" y="0"/>
                  </a:cubicBezTo>
                  <a:cubicBezTo>
                    <a:pt x="1578" y="0"/>
                    <a:pt x="0" y="1191"/>
                    <a:pt x="0" y="1191"/>
                  </a:cubicBezTo>
                  <a:cubicBezTo>
                    <a:pt x="0" y="20409"/>
                    <a:pt x="0" y="20409"/>
                    <a:pt x="0" y="20409"/>
                  </a:cubicBezTo>
                  <a:cubicBezTo>
                    <a:pt x="0" y="21600"/>
                    <a:pt x="1578" y="21600"/>
                    <a:pt x="3107" y="21600"/>
                  </a:cubicBezTo>
                  <a:cubicBezTo>
                    <a:pt x="21600" y="21600"/>
                    <a:pt x="21600" y="21600"/>
                    <a:pt x="21600" y="21600"/>
                  </a:cubicBezTo>
                  <a:cubicBezTo>
                    <a:pt x="21600" y="0"/>
                    <a:pt x="21600" y="0"/>
                    <a:pt x="21600"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79" name="Shape 8179"/>
            <p:cNvSpPr/>
            <p:nvPr/>
          </p:nvSpPr>
          <p:spPr>
            <a:xfrm>
              <a:off x="203636" y="2081925"/>
              <a:ext cx="164373" cy="118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85" y="0"/>
                  </a:moveTo>
                  <a:cubicBezTo>
                    <a:pt x="1715" y="0"/>
                    <a:pt x="1715" y="0"/>
                    <a:pt x="1715" y="0"/>
                  </a:cubicBezTo>
                  <a:cubicBezTo>
                    <a:pt x="857" y="0"/>
                    <a:pt x="0" y="1191"/>
                    <a:pt x="0" y="1191"/>
                  </a:cubicBezTo>
                  <a:cubicBezTo>
                    <a:pt x="0" y="20409"/>
                    <a:pt x="0" y="20409"/>
                    <a:pt x="0" y="20409"/>
                  </a:cubicBezTo>
                  <a:cubicBezTo>
                    <a:pt x="0" y="21600"/>
                    <a:pt x="857" y="21600"/>
                    <a:pt x="1715" y="21600"/>
                  </a:cubicBezTo>
                  <a:cubicBezTo>
                    <a:pt x="19885" y="21600"/>
                    <a:pt x="19885" y="21600"/>
                    <a:pt x="19885" y="21600"/>
                  </a:cubicBezTo>
                  <a:cubicBezTo>
                    <a:pt x="20743" y="21600"/>
                    <a:pt x="21600" y="21600"/>
                    <a:pt x="21600" y="20409"/>
                  </a:cubicBezTo>
                  <a:cubicBezTo>
                    <a:pt x="21600" y="1191"/>
                    <a:pt x="21600" y="1191"/>
                    <a:pt x="21600" y="1191"/>
                  </a:cubicBezTo>
                  <a:cubicBezTo>
                    <a:pt x="21600" y="1191"/>
                    <a:pt x="20743" y="0"/>
                    <a:pt x="19885"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0" name="Shape 8180"/>
            <p:cNvSpPr/>
            <p:nvPr/>
          </p:nvSpPr>
          <p:spPr>
            <a:xfrm>
              <a:off x="440747"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17" y="0"/>
                  </a:moveTo>
                  <a:cubicBezTo>
                    <a:pt x="1191" y="0"/>
                    <a:pt x="1191" y="0"/>
                    <a:pt x="1191" y="0"/>
                  </a:cubicBezTo>
                  <a:cubicBezTo>
                    <a:pt x="0" y="0"/>
                    <a:pt x="0" y="0"/>
                    <a:pt x="0" y="1228"/>
                  </a:cubicBezTo>
                  <a:cubicBezTo>
                    <a:pt x="0" y="19183"/>
                    <a:pt x="0" y="19183"/>
                    <a:pt x="0" y="19183"/>
                  </a:cubicBezTo>
                  <a:cubicBezTo>
                    <a:pt x="0" y="20411"/>
                    <a:pt x="0" y="21600"/>
                    <a:pt x="1191" y="21600"/>
                  </a:cubicBezTo>
                  <a:cubicBezTo>
                    <a:pt x="19217" y="21600"/>
                    <a:pt x="19217" y="21600"/>
                    <a:pt x="19217" y="21600"/>
                  </a:cubicBezTo>
                  <a:cubicBezTo>
                    <a:pt x="20409" y="21600"/>
                    <a:pt x="21600" y="20411"/>
                    <a:pt x="21600" y="19183"/>
                  </a:cubicBezTo>
                  <a:cubicBezTo>
                    <a:pt x="21600" y="1228"/>
                    <a:pt x="21600" y="1228"/>
                    <a:pt x="21600" y="1228"/>
                  </a:cubicBezTo>
                  <a:cubicBezTo>
                    <a:pt x="21600" y="0"/>
                    <a:pt x="20409" y="0"/>
                    <a:pt x="19217"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1" name="Shape 8181"/>
            <p:cNvSpPr/>
            <p:nvPr/>
          </p:nvSpPr>
          <p:spPr>
            <a:xfrm>
              <a:off x="592312" y="2226981"/>
              <a:ext cx="125318"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42" y="0"/>
                  </a:moveTo>
                  <a:cubicBezTo>
                    <a:pt x="2258" y="0"/>
                    <a:pt x="2258" y="0"/>
                    <a:pt x="2258" y="0"/>
                  </a:cubicBezTo>
                  <a:cubicBezTo>
                    <a:pt x="1129" y="0"/>
                    <a:pt x="0" y="0"/>
                    <a:pt x="0" y="1228"/>
                  </a:cubicBezTo>
                  <a:cubicBezTo>
                    <a:pt x="0" y="19183"/>
                    <a:pt x="0" y="19183"/>
                    <a:pt x="0" y="19183"/>
                  </a:cubicBezTo>
                  <a:cubicBezTo>
                    <a:pt x="0" y="20411"/>
                    <a:pt x="1129" y="21600"/>
                    <a:pt x="2258" y="21600"/>
                  </a:cubicBezTo>
                  <a:cubicBezTo>
                    <a:pt x="19342" y="21600"/>
                    <a:pt x="19342" y="21600"/>
                    <a:pt x="19342" y="21600"/>
                  </a:cubicBezTo>
                  <a:cubicBezTo>
                    <a:pt x="20471" y="21600"/>
                    <a:pt x="21600" y="20411"/>
                    <a:pt x="21600" y="19183"/>
                  </a:cubicBezTo>
                  <a:cubicBezTo>
                    <a:pt x="21600" y="1228"/>
                    <a:pt x="21600" y="1228"/>
                    <a:pt x="21600" y="1228"/>
                  </a:cubicBezTo>
                  <a:cubicBezTo>
                    <a:pt x="21600" y="0"/>
                    <a:pt x="20471" y="0"/>
                    <a:pt x="1934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2" name="Shape 8182"/>
            <p:cNvSpPr/>
            <p:nvPr/>
          </p:nvSpPr>
          <p:spPr>
            <a:xfrm>
              <a:off x="751315"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2383" y="0"/>
                    <a:pt x="2383" y="0"/>
                    <a:pt x="2383" y="0"/>
                  </a:cubicBezTo>
                  <a:cubicBezTo>
                    <a:pt x="1191" y="0"/>
                    <a:pt x="0" y="0"/>
                    <a:pt x="0" y="1228"/>
                  </a:cubicBezTo>
                  <a:cubicBezTo>
                    <a:pt x="0" y="19183"/>
                    <a:pt x="0" y="19183"/>
                    <a:pt x="0" y="19183"/>
                  </a:cubicBezTo>
                  <a:cubicBezTo>
                    <a:pt x="0" y="20411"/>
                    <a:pt x="1191" y="21600"/>
                    <a:pt x="2383" y="21600"/>
                  </a:cubicBezTo>
                  <a:cubicBezTo>
                    <a:pt x="20409" y="21600"/>
                    <a:pt x="20409" y="21600"/>
                    <a:pt x="20409" y="21600"/>
                  </a:cubicBezTo>
                  <a:cubicBezTo>
                    <a:pt x="21600" y="21600"/>
                    <a:pt x="21600" y="20411"/>
                    <a:pt x="21600" y="19183"/>
                  </a:cubicBezTo>
                  <a:cubicBezTo>
                    <a:pt x="21600" y="1228"/>
                    <a:pt x="21600" y="1228"/>
                    <a:pt x="21600" y="1228"/>
                  </a:cubicBezTo>
                  <a:cubicBezTo>
                    <a:pt x="21600" y="0"/>
                    <a:pt x="21600"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3" name="Shape 8183"/>
            <p:cNvSpPr/>
            <p:nvPr/>
          </p:nvSpPr>
          <p:spPr>
            <a:xfrm>
              <a:off x="909389"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2383" y="0"/>
                    <a:pt x="2383" y="0"/>
                    <a:pt x="2383" y="0"/>
                  </a:cubicBezTo>
                  <a:cubicBezTo>
                    <a:pt x="1191" y="0"/>
                    <a:pt x="0" y="0"/>
                    <a:pt x="0" y="1228"/>
                  </a:cubicBezTo>
                  <a:cubicBezTo>
                    <a:pt x="0" y="19183"/>
                    <a:pt x="0" y="19183"/>
                    <a:pt x="0" y="19183"/>
                  </a:cubicBezTo>
                  <a:cubicBezTo>
                    <a:pt x="0" y="20411"/>
                    <a:pt x="1191" y="21600"/>
                    <a:pt x="2383" y="21600"/>
                  </a:cubicBezTo>
                  <a:cubicBezTo>
                    <a:pt x="20409" y="21600"/>
                    <a:pt x="20409" y="21600"/>
                    <a:pt x="20409" y="21600"/>
                  </a:cubicBezTo>
                  <a:cubicBezTo>
                    <a:pt x="21600" y="21600"/>
                    <a:pt x="21600" y="20411"/>
                    <a:pt x="21600" y="19183"/>
                  </a:cubicBezTo>
                  <a:cubicBezTo>
                    <a:pt x="21600" y="1228"/>
                    <a:pt x="21600" y="1228"/>
                    <a:pt x="21600" y="1228"/>
                  </a:cubicBezTo>
                  <a:cubicBezTo>
                    <a:pt x="21600" y="0"/>
                    <a:pt x="21600"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4" name="Shape 8184"/>
            <p:cNvSpPr/>
            <p:nvPr/>
          </p:nvSpPr>
          <p:spPr>
            <a:xfrm>
              <a:off x="1067463" y="2226981"/>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1191" y="0"/>
                    <a:pt x="1191" y="0"/>
                    <a:pt x="1191" y="0"/>
                  </a:cubicBezTo>
                  <a:cubicBezTo>
                    <a:pt x="1191" y="0"/>
                    <a:pt x="0" y="0"/>
                    <a:pt x="0" y="1228"/>
                  </a:cubicBezTo>
                  <a:cubicBezTo>
                    <a:pt x="0" y="19183"/>
                    <a:pt x="0" y="19183"/>
                    <a:pt x="0" y="19183"/>
                  </a:cubicBezTo>
                  <a:cubicBezTo>
                    <a:pt x="0" y="20411"/>
                    <a:pt x="1191" y="21600"/>
                    <a:pt x="1191" y="21600"/>
                  </a:cubicBezTo>
                  <a:cubicBezTo>
                    <a:pt x="20409" y="21600"/>
                    <a:pt x="20409" y="21600"/>
                    <a:pt x="20409" y="21600"/>
                  </a:cubicBezTo>
                  <a:cubicBezTo>
                    <a:pt x="20409" y="21600"/>
                    <a:pt x="21600" y="20411"/>
                    <a:pt x="21600" y="19183"/>
                  </a:cubicBezTo>
                  <a:cubicBezTo>
                    <a:pt x="21600" y="1228"/>
                    <a:pt x="21600" y="1228"/>
                    <a:pt x="21600" y="1228"/>
                  </a:cubicBezTo>
                  <a:cubicBezTo>
                    <a:pt x="21600" y="0"/>
                    <a:pt x="20409"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5" name="Shape 8185"/>
            <p:cNvSpPr/>
            <p:nvPr/>
          </p:nvSpPr>
          <p:spPr>
            <a:xfrm>
              <a:off x="1225537" y="2226981"/>
              <a:ext cx="33262"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4292" y="0"/>
                    <a:pt x="4292" y="0"/>
                    <a:pt x="4292" y="0"/>
                  </a:cubicBezTo>
                  <a:cubicBezTo>
                    <a:pt x="0" y="0"/>
                    <a:pt x="0" y="0"/>
                    <a:pt x="0" y="1228"/>
                  </a:cubicBezTo>
                  <a:cubicBezTo>
                    <a:pt x="0" y="19183"/>
                    <a:pt x="0" y="19183"/>
                    <a:pt x="0" y="19183"/>
                  </a:cubicBezTo>
                  <a:cubicBezTo>
                    <a:pt x="0" y="20411"/>
                    <a:pt x="0" y="21600"/>
                    <a:pt x="4292" y="21600"/>
                  </a:cubicBezTo>
                  <a:cubicBezTo>
                    <a:pt x="21600" y="21600"/>
                    <a:pt x="21600" y="21600"/>
                    <a:pt x="21600" y="21600"/>
                  </a:cubicBezTo>
                  <a:cubicBezTo>
                    <a:pt x="21600" y="0"/>
                    <a:pt x="21600" y="0"/>
                    <a:pt x="21600"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6" name="Shape 8186"/>
            <p:cNvSpPr/>
            <p:nvPr/>
          </p:nvSpPr>
          <p:spPr>
            <a:xfrm>
              <a:off x="203636" y="2226981"/>
              <a:ext cx="197847"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71" y="0"/>
                  </a:moveTo>
                  <a:cubicBezTo>
                    <a:pt x="1429" y="0"/>
                    <a:pt x="1429" y="0"/>
                    <a:pt x="1429" y="0"/>
                  </a:cubicBezTo>
                  <a:cubicBezTo>
                    <a:pt x="715" y="0"/>
                    <a:pt x="0" y="0"/>
                    <a:pt x="0" y="1228"/>
                  </a:cubicBezTo>
                  <a:cubicBezTo>
                    <a:pt x="0" y="19183"/>
                    <a:pt x="0" y="19183"/>
                    <a:pt x="0" y="19183"/>
                  </a:cubicBezTo>
                  <a:cubicBezTo>
                    <a:pt x="0" y="20411"/>
                    <a:pt x="715" y="21600"/>
                    <a:pt x="1429" y="21600"/>
                  </a:cubicBezTo>
                  <a:cubicBezTo>
                    <a:pt x="20171" y="21600"/>
                    <a:pt x="20171" y="21600"/>
                    <a:pt x="20171" y="21600"/>
                  </a:cubicBezTo>
                  <a:cubicBezTo>
                    <a:pt x="20885" y="21600"/>
                    <a:pt x="21600" y="20411"/>
                    <a:pt x="21600" y="19183"/>
                  </a:cubicBezTo>
                  <a:cubicBezTo>
                    <a:pt x="21600" y="1228"/>
                    <a:pt x="21600" y="1228"/>
                    <a:pt x="21600" y="1228"/>
                  </a:cubicBezTo>
                  <a:cubicBezTo>
                    <a:pt x="21600" y="0"/>
                    <a:pt x="20885" y="0"/>
                    <a:pt x="20171"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7" name="Shape 8187"/>
            <p:cNvSpPr/>
            <p:nvPr/>
          </p:nvSpPr>
          <p:spPr>
            <a:xfrm>
              <a:off x="546749"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17" y="0"/>
                  </a:moveTo>
                  <a:cubicBezTo>
                    <a:pt x="1191" y="0"/>
                    <a:pt x="1191" y="0"/>
                    <a:pt x="1191" y="0"/>
                  </a:cubicBezTo>
                  <a:cubicBezTo>
                    <a:pt x="0" y="0"/>
                    <a:pt x="0" y="1191"/>
                    <a:pt x="0" y="1191"/>
                  </a:cubicBezTo>
                  <a:cubicBezTo>
                    <a:pt x="0" y="20409"/>
                    <a:pt x="0" y="20409"/>
                    <a:pt x="0" y="20409"/>
                  </a:cubicBezTo>
                  <a:cubicBezTo>
                    <a:pt x="0" y="21600"/>
                    <a:pt x="0" y="21600"/>
                    <a:pt x="1191" y="21600"/>
                  </a:cubicBezTo>
                  <a:cubicBezTo>
                    <a:pt x="19217" y="21600"/>
                    <a:pt x="19217" y="21600"/>
                    <a:pt x="19217" y="21600"/>
                  </a:cubicBezTo>
                  <a:cubicBezTo>
                    <a:pt x="20409" y="21600"/>
                    <a:pt x="21600" y="21600"/>
                    <a:pt x="21600" y="20409"/>
                  </a:cubicBezTo>
                  <a:cubicBezTo>
                    <a:pt x="21600" y="1191"/>
                    <a:pt x="21600" y="1191"/>
                    <a:pt x="21600" y="1191"/>
                  </a:cubicBezTo>
                  <a:cubicBezTo>
                    <a:pt x="21600" y="1191"/>
                    <a:pt x="20409" y="0"/>
                    <a:pt x="19217"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8" name="Shape 8188"/>
            <p:cNvSpPr/>
            <p:nvPr/>
          </p:nvSpPr>
          <p:spPr>
            <a:xfrm>
              <a:off x="513275" y="2517093"/>
              <a:ext cx="118810"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79" y="0"/>
                  </a:moveTo>
                  <a:cubicBezTo>
                    <a:pt x="1191" y="0"/>
                    <a:pt x="1191" y="0"/>
                    <a:pt x="1191" y="0"/>
                  </a:cubicBezTo>
                  <a:cubicBezTo>
                    <a:pt x="0" y="0"/>
                    <a:pt x="0" y="1164"/>
                    <a:pt x="0" y="2291"/>
                  </a:cubicBezTo>
                  <a:cubicBezTo>
                    <a:pt x="0" y="19345"/>
                    <a:pt x="0" y="19345"/>
                    <a:pt x="0" y="19345"/>
                  </a:cubicBezTo>
                  <a:cubicBezTo>
                    <a:pt x="0" y="20473"/>
                    <a:pt x="0" y="21600"/>
                    <a:pt x="1191" y="21600"/>
                  </a:cubicBezTo>
                  <a:cubicBezTo>
                    <a:pt x="19179" y="21600"/>
                    <a:pt x="19179" y="21600"/>
                    <a:pt x="19179" y="21600"/>
                  </a:cubicBezTo>
                  <a:cubicBezTo>
                    <a:pt x="20409" y="21600"/>
                    <a:pt x="21600" y="20473"/>
                    <a:pt x="21600" y="19345"/>
                  </a:cubicBezTo>
                  <a:cubicBezTo>
                    <a:pt x="21600" y="2291"/>
                    <a:pt x="21600" y="2291"/>
                    <a:pt x="21600" y="2291"/>
                  </a:cubicBezTo>
                  <a:cubicBezTo>
                    <a:pt x="21600" y="1164"/>
                    <a:pt x="20409" y="0"/>
                    <a:pt x="1917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89" name="Shape 8189"/>
            <p:cNvSpPr/>
            <p:nvPr/>
          </p:nvSpPr>
          <p:spPr>
            <a:xfrm>
              <a:off x="355201" y="2517093"/>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42" y="0"/>
                  </a:moveTo>
                  <a:cubicBezTo>
                    <a:pt x="2258" y="0"/>
                    <a:pt x="2258" y="0"/>
                    <a:pt x="2258" y="0"/>
                  </a:cubicBezTo>
                  <a:cubicBezTo>
                    <a:pt x="1129" y="0"/>
                    <a:pt x="0" y="1164"/>
                    <a:pt x="0" y="2291"/>
                  </a:cubicBezTo>
                  <a:cubicBezTo>
                    <a:pt x="0" y="19345"/>
                    <a:pt x="0" y="19345"/>
                    <a:pt x="0" y="19345"/>
                  </a:cubicBezTo>
                  <a:cubicBezTo>
                    <a:pt x="0" y="20473"/>
                    <a:pt x="1129" y="21600"/>
                    <a:pt x="2258" y="21600"/>
                  </a:cubicBezTo>
                  <a:cubicBezTo>
                    <a:pt x="19342" y="21600"/>
                    <a:pt x="19342" y="21600"/>
                    <a:pt x="19342" y="21600"/>
                  </a:cubicBezTo>
                  <a:cubicBezTo>
                    <a:pt x="20471" y="21600"/>
                    <a:pt x="21600" y="20473"/>
                    <a:pt x="21600" y="19345"/>
                  </a:cubicBezTo>
                  <a:cubicBezTo>
                    <a:pt x="21600" y="2291"/>
                    <a:pt x="21600" y="2291"/>
                    <a:pt x="21600" y="2291"/>
                  </a:cubicBezTo>
                  <a:cubicBezTo>
                    <a:pt x="21600" y="1164"/>
                    <a:pt x="20471" y="0"/>
                    <a:pt x="1934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0" name="Shape 8190"/>
            <p:cNvSpPr/>
            <p:nvPr/>
          </p:nvSpPr>
          <p:spPr>
            <a:xfrm>
              <a:off x="203636" y="2517093"/>
              <a:ext cx="125319"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42" y="0"/>
                  </a:moveTo>
                  <a:cubicBezTo>
                    <a:pt x="2258" y="0"/>
                    <a:pt x="2258" y="0"/>
                    <a:pt x="2258" y="0"/>
                  </a:cubicBezTo>
                  <a:cubicBezTo>
                    <a:pt x="1129" y="0"/>
                    <a:pt x="0" y="1164"/>
                    <a:pt x="0" y="2291"/>
                  </a:cubicBezTo>
                  <a:cubicBezTo>
                    <a:pt x="0" y="19345"/>
                    <a:pt x="0" y="19345"/>
                    <a:pt x="0" y="19345"/>
                  </a:cubicBezTo>
                  <a:cubicBezTo>
                    <a:pt x="0" y="20473"/>
                    <a:pt x="1129" y="21600"/>
                    <a:pt x="2258" y="21600"/>
                  </a:cubicBezTo>
                  <a:cubicBezTo>
                    <a:pt x="19342" y="21600"/>
                    <a:pt x="19342" y="21600"/>
                    <a:pt x="19342" y="21600"/>
                  </a:cubicBezTo>
                  <a:cubicBezTo>
                    <a:pt x="20471" y="21600"/>
                    <a:pt x="21600" y="20473"/>
                    <a:pt x="21600" y="19345"/>
                  </a:cubicBezTo>
                  <a:cubicBezTo>
                    <a:pt x="21600" y="2291"/>
                    <a:pt x="21600" y="2291"/>
                    <a:pt x="21600" y="2291"/>
                  </a:cubicBezTo>
                  <a:cubicBezTo>
                    <a:pt x="21600" y="1164"/>
                    <a:pt x="20471" y="0"/>
                    <a:pt x="19342"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1" name="Shape 8191"/>
            <p:cNvSpPr/>
            <p:nvPr/>
          </p:nvSpPr>
          <p:spPr>
            <a:xfrm>
              <a:off x="691805" y="2372036"/>
              <a:ext cx="12532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345" y="0"/>
                  </a:moveTo>
                  <a:cubicBezTo>
                    <a:pt x="2291" y="0"/>
                    <a:pt x="2291" y="0"/>
                    <a:pt x="2291" y="0"/>
                  </a:cubicBezTo>
                  <a:cubicBezTo>
                    <a:pt x="1164" y="0"/>
                    <a:pt x="0" y="1191"/>
                    <a:pt x="0" y="1191"/>
                  </a:cubicBezTo>
                  <a:cubicBezTo>
                    <a:pt x="0" y="20409"/>
                    <a:pt x="0" y="20409"/>
                    <a:pt x="0" y="20409"/>
                  </a:cubicBezTo>
                  <a:cubicBezTo>
                    <a:pt x="0" y="21600"/>
                    <a:pt x="1164" y="21600"/>
                    <a:pt x="2291" y="21600"/>
                  </a:cubicBezTo>
                  <a:cubicBezTo>
                    <a:pt x="19345" y="21600"/>
                    <a:pt x="19345" y="21600"/>
                    <a:pt x="19345" y="21600"/>
                  </a:cubicBezTo>
                  <a:cubicBezTo>
                    <a:pt x="20473" y="21600"/>
                    <a:pt x="21600" y="21600"/>
                    <a:pt x="21600" y="20409"/>
                  </a:cubicBezTo>
                  <a:cubicBezTo>
                    <a:pt x="21600" y="1191"/>
                    <a:pt x="21600" y="1191"/>
                    <a:pt x="21600" y="1191"/>
                  </a:cubicBezTo>
                  <a:cubicBezTo>
                    <a:pt x="21600" y="1191"/>
                    <a:pt x="20473" y="0"/>
                    <a:pt x="19345"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2" name="Shape 8192"/>
            <p:cNvSpPr/>
            <p:nvPr/>
          </p:nvSpPr>
          <p:spPr>
            <a:xfrm>
              <a:off x="671348" y="2517093"/>
              <a:ext cx="165303"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44" y="0"/>
                  </a:moveTo>
                  <a:cubicBezTo>
                    <a:pt x="884" y="0"/>
                    <a:pt x="884" y="0"/>
                    <a:pt x="884" y="0"/>
                  </a:cubicBezTo>
                  <a:cubicBezTo>
                    <a:pt x="0" y="0"/>
                    <a:pt x="0" y="1164"/>
                    <a:pt x="0" y="2291"/>
                  </a:cubicBezTo>
                  <a:cubicBezTo>
                    <a:pt x="0" y="19345"/>
                    <a:pt x="0" y="19345"/>
                    <a:pt x="0" y="19345"/>
                  </a:cubicBezTo>
                  <a:cubicBezTo>
                    <a:pt x="0" y="20473"/>
                    <a:pt x="0" y="21600"/>
                    <a:pt x="884" y="21600"/>
                  </a:cubicBezTo>
                  <a:cubicBezTo>
                    <a:pt x="20744" y="21600"/>
                    <a:pt x="20744" y="21600"/>
                    <a:pt x="20744" y="21600"/>
                  </a:cubicBezTo>
                  <a:cubicBezTo>
                    <a:pt x="20744" y="21600"/>
                    <a:pt x="21600" y="20473"/>
                    <a:pt x="21600" y="19345"/>
                  </a:cubicBezTo>
                  <a:cubicBezTo>
                    <a:pt x="21600" y="2291"/>
                    <a:pt x="21600" y="2291"/>
                    <a:pt x="21600" y="2291"/>
                  </a:cubicBezTo>
                  <a:cubicBezTo>
                    <a:pt x="21600" y="1164"/>
                    <a:pt x="20744" y="0"/>
                    <a:pt x="20744"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3" name="Shape 8193"/>
            <p:cNvSpPr/>
            <p:nvPr/>
          </p:nvSpPr>
          <p:spPr>
            <a:xfrm>
              <a:off x="843370"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2421" y="0"/>
                    <a:pt x="2421" y="0"/>
                    <a:pt x="2421" y="0"/>
                  </a:cubicBezTo>
                  <a:cubicBezTo>
                    <a:pt x="1191" y="0"/>
                    <a:pt x="0" y="1191"/>
                    <a:pt x="0" y="1191"/>
                  </a:cubicBezTo>
                  <a:cubicBezTo>
                    <a:pt x="0" y="20409"/>
                    <a:pt x="0" y="20409"/>
                    <a:pt x="0" y="20409"/>
                  </a:cubicBezTo>
                  <a:cubicBezTo>
                    <a:pt x="0" y="21600"/>
                    <a:pt x="1191" y="21600"/>
                    <a:pt x="2421" y="21600"/>
                  </a:cubicBezTo>
                  <a:cubicBezTo>
                    <a:pt x="20409" y="21600"/>
                    <a:pt x="20409" y="21600"/>
                    <a:pt x="20409" y="21600"/>
                  </a:cubicBezTo>
                  <a:cubicBezTo>
                    <a:pt x="21600" y="21600"/>
                    <a:pt x="21600" y="21600"/>
                    <a:pt x="21600" y="20409"/>
                  </a:cubicBezTo>
                  <a:cubicBezTo>
                    <a:pt x="21600" y="1191"/>
                    <a:pt x="21600" y="1191"/>
                    <a:pt x="21600" y="1191"/>
                  </a:cubicBezTo>
                  <a:cubicBezTo>
                    <a:pt x="21600" y="1191"/>
                    <a:pt x="21600"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4" name="Shape 8194"/>
            <p:cNvSpPr/>
            <p:nvPr/>
          </p:nvSpPr>
          <p:spPr>
            <a:xfrm>
              <a:off x="994935" y="2372036"/>
              <a:ext cx="11881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9" y="0"/>
                  </a:moveTo>
                  <a:cubicBezTo>
                    <a:pt x="2383" y="0"/>
                    <a:pt x="2383" y="0"/>
                    <a:pt x="2383" y="0"/>
                  </a:cubicBezTo>
                  <a:cubicBezTo>
                    <a:pt x="1191" y="0"/>
                    <a:pt x="0" y="1191"/>
                    <a:pt x="0" y="1191"/>
                  </a:cubicBezTo>
                  <a:cubicBezTo>
                    <a:pt x="0" y="20409"/>
                    <a:pt x="0" y="20409"/>
                    <a:pt x="0" y="20409"/>
                  </a:cubicBezTo>
                  <a:cubicBezTo>
                    <a:pt x="0" y="21600"/>
                    <a:pt x="1191" y="21600"/>
                    <a:pt x="2383" y="21600"/>
                  </a:cubicBezTo>
                  <a:cubicBezTo>
                    <a:pt x="20409" y="21600"/>
                    <a:pt x="20409" y="21600"/>
                    <a:pt x="20409" y="21600"/>
                  </a:cubicBezTo>
                  <a:cubicBezTo>
                    <a:pt x="21600" y="21600"/>
                    <a:pt x="21600" y="21600"/>
                    <a:pt x="21600" y="20409"/>
                  </a:cubicBezTo>
                  <a:cubicBezTo>
                    <a:pt x="21600" y="1191"/>
                    <a:pt x="21600" y="1191"/>
                    <a:pt x="21600" y="1191"/>
                  </a:cubicBezTo>
                  <a:cubicBezTo>
                    <a:pt x="21600" y="1191"/>
                    <a:pt x="21600" y="0"/>
                    <a:pt x="20409"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5" name="Shape 8195"/>
            <p:cNvSpPr/>
            <p:nvPr/>
          </p:nvSpPr>
          <p:spPr>
            <a:xfrm>
              <a:off x="1146500" y="2372036"/>
              <a:ext cx="112301"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261" y="0"/>
                    <a:pt x="1261" y="0"/>
                    <a:pt x="1261" y="0"/>
                  </a:cubicBezTo>
                  <a:lnTo>
                    <a:pt x="0" y="1191"/>
                  </a:lnTo>
                  <a:cubicBezTo>
                    <a:pt x="0" y="20409"/>
                    <a:pt x="0" y="20409"/>
                    <a:pt x="0" y="20409"/>
                  </a:cubicBezTo>
                  <a:cubicBezTo>
                    <a:pt x="0" y="21600"/>
                    <a:pt x="1261" y="21600"/>
                    <a:pt x="1261" y="21600"/>
                  </a:cubicBezTo>
                  <a:cubicBezTo>
                    <a:pt x="21600" y="21600"/>
                    <a:pt x="21600" y="21600"/>
                    <a:pt x="21600" y="21600"/>
                  </a:cubicBezTo>
                  <a:cubicBezTo>
                    <a:pt x="21600" y="0"/>
                    <a:pt x="21600" y="0"/>
                    <a:pt x="21600"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6" name="Shape 8196"/>
            <p:cNvSpPr/>
            <p:nvPr/>
          </p:nvSpPr>
          <p:spPr>
            <a:xfrm>
              <a:off x="875915" y="2517093"/>
              <a:ext cx="381957" cy="1253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5957" y="0"/>
                    <a:pt x="5957" y="0"/>
                    <a:pt x="5957" y="0"/>
                  </a:cubicBezTo>
                  <a:cubicBezTo>
                    <a:pt x="4837" y="0"/>
                    <a:pt x="4837" y="0"/>
                    <a:pt x="4837" y="0"/>
                  </a:cubicBezTo>
                  <a:cubicBezTo>
                    <a:pt x="381" y="0"/>
                    <a:pt x="381" y="0"/>
                    <a:pt x="381" y="0"/>
                  </a:cubicBezTo>
                  <a:cubicBezTo>
                    <a:pt x="0" y="0"/>
                    <a:pt x="0" y="1164"/>
                    <a:pt x="0" y="2291"/>
                  </a:cubicBezTo>
                  <a:cubicBezTo>
                    <a:pt x="0" y="19345"/>
                    <a:pt x="0" y="19345"/>
                    <a:pt x="0" y="19345"/>
                  </a:cubicBezTo>
                  <a:cubicBezTo>
                    <a:pt x="0" y="20473"/>
                    <a:pt x="0" y="21600"/>
                    <a:pt x="381" y="21600"/>
                  </a:cubicBezTo>
                  <a:cubicBezTo>
                    <a:pt x="4837" y="21600"/>
                    <a:pt x="4837" y="21600"/>
                    <a:pt x="4837" y="21600"/>
                  </a:cubicBezTo>
                  <a:cubicBezTo>
                    <a:pt x="5957" y="21600"/>
                    <a:pt x="5957" y="21600"/>
                    <a:pt x="5957" y="21600"/>
                  </a:cubicBezTo>
                  <a:cubicBezTo>
                    <a:pt x="21600" y="21600"/>
                    <a:pt x="21600" y="21600"/>
                    <a:pt x="21600" y="21600"/>
                  </a:cubicBezTo>
                  <a:cubicBezTo>
                    <a:pt x="21600" y="0"/>
                    <a:pt x="21600" y="0"/>
                    <a:pt x="21600"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7" name="Shape 8197"/>
            <p:cNvSpPr/>
            <p:nvPr/>
          </p:nvSpPr>
          <p:spPr>
            <a:xfrm>
              <a:off x="203636" y="2372036"/>
              <a:ext cx="302920" cy="1188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68" y="0"/>
                  </a:moveTo>
                  <a:cubicBezTo>
                    <a:pt x="7982" y="0"/>
                    <a:pt x="7982" y="0"/>
                    <a:pt x="7982" y="0"/>
                  </a:cubicBezTo>
                  <a:cubicBezTo>
                    <a:pt x="3758" y="0"/>
                    <a:pt x="3758" y="0"/>
                    <a:pt x="3758" y="0"/>
                  </a:cubicBezTo>
                  <a:cubicBezTo>
                    <a:pt x="932" y="0"/>
                    <a:pt x="932" y="0"/>
                    <a:pt x="932" y="0"/>
                  </a:cubicBezTo>
                  <a:cubicBezTo>
                    <a:pt x="466" y="0"/>
                    <a:pt x="0" y="1191"/>
                    <a:pt x="0" y="1191"/>
                  </a:cubicBezTo>
                  <a:cubicBezTo>
                    <a:pt x="0" y="20409"/>
                    <a:pt x="0" y="20409"/>
                    <a:pt x="0" y="20409"/>
                  </a:cubicBezTo>
                  <a:cubicBezTo>
                    <a:pt x="0" y="21600"/>
                    <a:pt x="466" y="21600"/>
                    <a:pt x="932" y="21600"/>
                  </a:cubicBezTo>
                  <a:cubicBezTo>
                    <a:pt x="3758" y="21600"/>
                    <a:pt x="3758" y="21600"/>
                    <a:pt x="3758" y="21600"/>
                  </a:cubicBezTo>
                  <a:cubicBezTo>
                    <a:pt x="7982" y="21600"/>
                    <a:pt x="7982" y="21600"/>
                    <a:pt x="7982" y="21600"/>
                  </a:cubicBezTo>
                  <a:cubicBezTo>
                    <a:pt x="20668" y="21600"/>
                    <a:pt x="20668" y="21600"/>
                    <a:pt x="20668" y="21600"/>
                  </a:cubicBezTo>
                  <a:cubicBezTo>
                    <a:pt x="21134" y="21600"/>
                    <a:pt x="21600" y="21600"/>
                    <a:pt x="21600" y="20409"/>
                  </a:cubicBezTo>
                  <a:cubicBezTo>
                    <a:pt x="21600" y="1191"/>
                    <a:pt x="21600" y="1191"/>
                    <a:pt x="21600" y="1191"/>
                  </a:cubicBezTo>
                  <a:cubicBezTo>
                    <a:pt x="21600" y="1191"/>
                    <a:pt x="21134" y="0"/>
                    <a:pt x="20668" y="0"/>
                  </a:cubicBezTo>
                </a:path>
              </a:pathLst>
            </a:custGeom>
            <a:solidFill>
              <a:srgbClr val="673A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8" name="Shape 8198"/>
            <p:cNvSpPr/>
            <p:nvPr/>
          </p:nvSpPr>
          <p:spPr>
            <a:xfrm>
              <a:off x="1106516" y="3326989"/>
              <a:ext cx="151356" cy="59300"/>
            </a:xfrm>
            <a:prstGeom prst="rect">
              <a:avLst/>
            </a:prstGeom>
            <a:solidFill>
              <a:srgbClr val="45172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199" name="Shape 8199"/>
            <p:cNvSpPr/>
            <p:nvPr/>
          </p:nvSpPr>
          <p:spPr>
            <a:xfrm>
              <a:off x="1106516" y="3326989"/>
              <a:ext cx="151356" cy="59300"/>
            </a:xfrm>
            <a:prstGeom prst="rect">
              <a:avLst/>
            </a:prstGeom>
            <a:solidFill>
              <a:srgbClr val="2C3E5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0" name="Shape 8200"/>
            <p:cNvSpPr/>
            <p:nvPr/>
          </p:nvSpPr>
          <p:spPr>
            <a:xfrm>
              <a:off x="935425" y="2800696"/>
              <a:ext cx="322447" cy="4805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4402" y="0"/>
                    <a:pt x="4402" y="0"/>
                    <a:pt x="4402" y="0"/>
                  </a:cubicBezTo>
                  <a:cubicBezTo>
                    <a:pt x="2201" y="0"/>
                    <a:pt x="0" y="1477"/>
                    <a:pt x="0" y="2964"/>
                  </a:cubicBezTo>
                  <a:cubicBezTo>
                    <a:pt x="0" y="18646"/>
                    <a:pt x="0" y="18646"/>
                    <a:pt x="0" y="18646"/>
                  </a:cubicBezTo>
                  <a:cubicBezTo>
                    <a:pt x="0" y="20123"/>
                    <a:pt x="2201" y="21600"/>
                    <a:pt x="4402" y="21600"/>
                  </a:cubicBezTo>
                  <a:cubicBezTo>
                    <a:pt x="21600" y="21600"/>
                    <a:pt x="21600" y="21600"/>
                    <a:pt x="21600" y="21600"/>
                  </a:cubicBezTo>
                  <a:cubicBezTo>
                    <a:pt x="21600" y="0"/>
                    <a:pt x="21600" y="0"/>
                    <a:pt x="21600" y="0"/>
                  </a:cubicBezTo>
                </a:path>
              </a:pathLst>
            </a:custGeom>
            <a:solidFill>
              <a:srgbClr val="BFC0C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1" name="Shape 8201"/>
            <p:cNvSpPr/>
            <p:nvPr/>
          </p:nvSpPr>
          <p:spPr>
            <a:xfrm>
              <a:off x="0" y="0"/>
              <a:ext cx="1258801" cy="17200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469" y="0"/>
                    <a:pt x="1469" y="0"/>
                    <a:pt x="1469" y="0"/>
                  </a:cubicBezTo>
                  <a:cubicBezTo>
                    <a:pt x="680" y="0"/>
                    <a:pt x="0" y="495"/>
                    <a:pt x="0" y="1075"/>
                  </a:cubicBezTo>
                  <a:cubicBezTo>
                    <a:pt x="0" y="20527"/>
                    <a:pt x="0" y="20527"/>
                    <a:pt x="0" y="20527"/>
                  </a:cubicBezTo>
                  <a:cubicBezTo>
                    <a:pt x="0" y="20609"/>
                    <a:pt x="0" y="20609"/>
                    <a:pt x="0" y="20609"/>
                  </a:cubicBezTo>
                  <a:cubicBezTo>
                    <a:pt x="0" y="20858"/>
                    <a:pt x="228" y="21107"/>
                    <a:pt x="452" y="21272"/>
                  </a:cubicBezTo>
                  <a:cubicBezTo>
                    <a:pt x="680" y="21436"/>
                    <a:pt x="1017" y="21600"/>
                    <a:pt x="1469" y="21600"/>
                  </a:cubicBezTo>
                  <a:cubicBezTo>
                    <a:pt x="5540" y="21600"/>
                    <a:pt x="5540" y="21600"/>
                    <a:pt x="5540" y="21600"/>
                  </a:cubicBezTo>
                  <a:cubicBezTo>
                    <a:pt x="21600" y="21600"/>
                    <a:pt x="21600" y="21600"/>
                    <a:pt x="21600" y="21600"/>
                  </a:cubicBezTo>
                  <a:cubicBezTo>
                    <a:pt x="21600" y="18954"/>
                    <a:pt x="21600" y="18954"/>
                    <a:pt x="21600" y="18954"/>
                  </a:cubicBezTo>
                  <a:cubicBezTo>
                    <a:pt x="1357" y="18954"/>
                    <a:pt x="1357" y="18954"/>
                    <a:pt x="1357" y="18954"/>
                  </a:cubicBezTo>
                  <a:cubicBezTo>
                    <a:pt x="1357" y="2235"/>
                    <a:pt x="1357" y="2235"/>
                    <a:pt x="1357" y="2235"/>
                  </a:cubicBezTo>
                  <a:cubicBezTo>
                    <a:pt x="21600" y="2235"/>
                    <a:pt x="21600" y="2235"/>
                    <a:pt x="21600" y="2235"/>
                  </a:cubicBezTo>
                  <a:cubicBezTo>
                    <a:pt x="21600" y="1324"/>
                    <a:pt x="21600" y="1324"/>
                    <a:pt x="21600" y="1324"/>
                  </a:cubicBezTo>
                  <a:cubicBezTo>
                    <a:pt x="21488" y="1242"/>
                    <a:pt x="21488" y="1242"/>
                    <a:pt x="21488" y="1157"/>
                  </a:cubicBezTo>
                  <a:cubicBezTo>
                    <a:pt x="21488" y="1157"/>
                    <a:pt x="21488" y="1075"/>
                    <a:pt x="21600" y="993"/>
                  </a:cubicBezTo>
                  <a:cubicBezTo>
                    <a:pt x="21600" y="0"/>
                    <a:pt x="21600" y="0"/>
                    <a:pt x="21600" y="0"/>
                  </a:cubicBezTo>
                </a:path>
              </a:pathLst>
            </a:custGeom>
            <a:solidFill>
              <a:srgbClr val="1BA9B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2" name="Shape 8202"/>
            <p:cNvSpPr/>
            <p:nvPr/>
          </p:nvSpPr>
          <p:spPr>
            <a:xfrm>
              <a:off x="1248375" y="79036"/>
              <a:ext cx="12701" cy="26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0" y="5357"/>
                    <a:pt x="0" y="10714"/>
                    <a:pt x="0" y="10714"/>
                  </a:cubicBezTo>
                  <a:cubicBezTo>
                    <a:pt x="0" y="16243"/>
                    <a:pt x="0" y="16243"/>
                    <a:pt x="21600" y="21600"/>
                  </a:cubicBezTo>
                  <a:cubicBezTo>
                    <a:pt x="21600" y="0"/>
                    <a:pt x="21600" y="0"/>
                    <a:pt x="21600" y="0"/>
                  </a:cubicBezTo>
                </a:path>
              </a:pathLst>
            </a:custGeom>
            <a:solidFill>
              <a:srgbClr val="90919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204" name="Shape 8204"/>
          <p:cNvSpPr/>
          <p:nvPr/>
        </p:nvSpPr>
        <p:spPr>
          <a:xfrm>
            <a:off x="14362893" y="8869733"/>
            <a:ext cx="2418796" cy="1331329"/>
          </a:xfrm>
          <a:prstGeom prst="rect">
            <a:avLst/>
          </a:prstGeom>
          <a:solidFill>
            <a:srgbClr val="E3B124"/>
          </a:solidFill>
          <a:ln w="12700">
            <a:miter lim="400000"/>
          </a:ln>
        </p:spPr>
        <p:txBody>
          <a:bodyPr lIns="45719" rIns="45719" anchor="ctr"/>
          <a:lstStyle/>
          <a:p>
            <a:pPr algn="l" defTabSz="457200">
              <a:defRPr sz="1800">
                <a:latin typeface="Calibri"/>
                <a:ea typeface="Calibri"/>
                <a:cs typeface="Calibri"/>
                <a:sym typeface="Calibri"/>
              </a:defRPr>
            </a:pPr>
          </a:p>
        </p:txBody>
      </p:sp>
      <p:grpSp>
        <p:nvGrpSpPr>
          <p:cNvPr id="8233" name="Group 8233"/>
          <p:cNvGrpSpPr/>
          <p:nvPr/>
        </p:nvGrpSpPr>
        <p:grpSpPr>
          <a:xfrm>
            <a:off x="5867034" y="8380486"/>
            <a:ext cx="3425657" cy="3812017"/>
            <a:chOff x="0" y="0"/>
            <a:chExt cx="3425656" cy="3812016"/>
          </a:xfrm>
        </p:grpSpPr>
        <p:sp>
          <p:nvSpPr>
            <p:cNvPr id="8205" name="Shape 8205"/>
            <p:cNvSpPr/>
            <p:nvPr/>
          </p:nvSpPr>
          <p:spPr>
            <a:xfrm>
              <a:off x="454013" y="0"/>
              <a:ext cx="1254050" cy="2516779"/>
            </a:xfrm>
            <a:custGeom>
              <a:avLst/>
              <a:gdLst/>
              <a:ahLst/>
              <a:cxnLst>
                <a:cxn ang="0">
                  <a:pos x="wd2" y="hd2"/>
                </a:cxn>
                <a:cxn ang="5400000">
                  <a:pos x="wd2" y="hd2"/>
                </a:cxn>
                <a:cxn ang="10800000">
                  <a:pos x="wd2" y="hd2"/>
                </a:cxn>
                <a:cxn ang="16200000">
                  <a:pos x="wd2" y="hd2"/>
                </a:cxn>
              </a:cxnLst>
              <a:rect l="0" t="0" r="r" b="b"/>
              <a:pathLst>
                <a:path w="21600" h="19566" fill="norm" stroke="1" extrusionOk="0">
                  <a:moveTo>
                    <a:pt x="21600" y="2"/>
                  </a:moveTo>
                  <a:cubicBezTo>
                    <a:pt x="21600" y="2"/>
                    <a:pt x="16257" y="-101"/>
                    <a:pt x="12025" y="1105"/>
                  </a:cubicBezTo>
                  <a:cubicBezTo>
                    <a:pt x="7794" y="2310"/>
                    <a:pt x="4901" y="3416"/>
                    <a:pt x="4901" y="11355"/>
                  </a:cubicBezTo>
                  <a:cubicBezTo>
                    <a:pt x="4901" y="11554"/>
                    <a:pt x="4901" y="11856"/>
                    <a:pt x="4901" y="12059"/>
                  </a:cubicBezTo>
                  <a:cubicBezTo>
                    <a:pt x="4680" y="13866"/>
                    <a:pt x="3120" y="15673"/>
                    <a:pt x="0" y="17178"/>
                  </a:cubicBezTo>
                  <a:cubicBezTo>
                    <a:pt x="0" y="17281"/>
                    <a:pt x="0" y="17281"/>
                    <a:pt x="0" y="17281"/>
                  </a:cubicBezTo>
                  <a:cubicBezTo>
                    <a:pt x="8684" y="21499"/>
                    <a:pt x="21600" y="18586"/>
                    <a:pt x="21600" y="18586"/>
                  </a:cubicBezTo>
                  <a:lnTo>
                    <a:pt x="21600" y="2"/>
                  </a:ln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6" name="Shape 8206"/>
            <p:cNvSpPr/>
            <p:nvPr/>
          </p:nvSpPr>
          <p:spPr>
            <a:xfrm>
              <a:off x="1706653" y="0"/>
              <a:ext cx="1264991" cy="2516779"/>
            </a:xfrm>
            <a:custGeom>
              <a:avLst/>
              <a:gdLst/>
              <a:ahLst/>
              <a:cxnLst>
                <a:cxn ang="0">
                  <a:pos x="wd2" y="hd2"/>
                </a:cxn>
                <a:cxn ang="5400000">
                  <a:pos x="wd2" y="hd2"/>
                </a:cxn>
                <a:cxn ang="10800000">
                  <a:pos x="wd2" y="hd2"/>
                </a:cxn>
                <a:cxn ang="16200000">
                  <a:pos x="wd2" y="hd2"/>
                </a:cxn>
              </a:cxnLst>
              <a:rect l="0" t="0" r="r" b="b"/>
              <a:pathLst>
                <a:path w="21600" h="19566" fill="norm" stroke="1" extrusionOk="0">
                  <a:moveTo>
                    <a:pt x="0" y="2"/>
                  </a:moveTo>
                  <a:cubicBezTo>
                    <a:pt x="0" y="2"/>
                    <a:pt x="5285" y="-101"/>
                    <a:pt x="9470" y="1105"/>
                  </a:cubicBezTo>
                  <a:cubicBezTo>
                    <a:pt x="13661" y="2310"/>
                    <a:pt x="16526" y="3416"/>
                    <a:pt x="16526" y="11355"/>
                  </a:cubicBezTo>
                  <a:cubicBezTo>
                    <a:pt x="16526" y="11554"/>
                    <a:pt x="16526" y="11856"/>
                    <a:pt x="16526" y="12059"/>
                  </a:cubicBezTo>
                  <a:cubicBezTo>
                    <a:pt x="16752" y="13866"/>
                    <a:pt x="18516" y="15673"/>
                    <a:pt x="21381" y="17178"/>
                  </a:cubicBezTo>
                  <a:cubicBezTo>
                    <a:pt x="21600" y="17281"/>
                    <a:pt x="21600" y="17281"/>
                    <a:pt x="21600" y="17281"/>
                  </a:cubicBezTo>
                  <a:cubicBezTo>
                    <a:pt x="12779" y="21499"/>
                    <a:pt x="0" y="18586"/>
                    <a:pt x="0" y="18586"/>
                  </a:cubicBezTo>
                  <a:lnTo>
                    <a:pt x="0" y="2"/>
                  </a:ln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7" name="Shape 8207"/>
            <p:cNvSpPr/>
            <p:nvPr/>
          </p:nvSpPr>
          <p:spPr>
            <a:xfrm>
              <a:off x="1305516" y="1783043"/>
              <a:ext cx="814623" cy="11245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35" y="3966"/>
                  </a:moveTo>
                  <a:cubicBezTo>
                    <a:pt x="0" y="0"/>
                    <a:pt x="0" y="0"/>
                    <a:pt x="0" y="0"/>
                  </a:cubicBezTo>
                  <a:cubicBezTo>
                    <a:pt x="0" y="17873"/>
                    <a:pt x="0" y="17873"/>
                    <a:pt x="0" y="17873"/>
                  </a:cubicBezTo>
                  <a:cubicBezTo>
                    <a:pt x="0" y="17873"/>
                    <a:pt x="4116" y="21600"/>
                    <a:pt x="10635" y="21600"/>
                  </a:cubicBezTo>
                  <a:cubicBezTo>
                    <a:pt x="18505" y="21600"/>
                    <a:pt x="21600" y="18119"/>
                    <a:pt x="21600" y="18119"/>
                  </a:cubicBezTo>
                  <a:cubicBezTo>
                    <a:pt x="21600" y="2479"/>
                    <a:pt x="21600" y="2479"/>
                    <a:pt x="21600" y="2479"/>
                  </a:cubicBezTo>
                  <a:lnTo>
                    <a:pt x="10635" y="3966"/>
                  </a:ln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8" name="Shape 8208"/>
            <p:cNvSpPr/>
            <p:nvPr/>
          </p:nvSpPr>
          <p:spPr>
            <a:xfrm>
              <a:off x="1305516" y="2052898"/>
              <a:ext cx="814623" cy="6067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20"/>
                  </a:moveTo>
                  <a:cubicBezTo>
                    <a:pt x="21600" y="3220"/>
                    <a:pt x="16452" y="9660"/>
                    <a:pt x="0" y="21600"/>
                  </a:cubicBezTo>
                  <a:cubicBezTo>
                    <a:pt x="0" y="0"/>
                    <a:pt x="0" y="0"/>
                    <a:pt x="0" y="0"/>
                  </a:cubicBezTo>
                  <a:lnTo>
                    <a:pt x="21600" y="322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09" name="Shape 8209"/>
            <p:cNvSpPr/>
            <p:nvPr/>
          </p:nvSpPr>
          <p:spPr>
            <a:xfrm>
              <a:off x="2326591" y="1199417"/>
              <a:ext cx="198047" cy="494281"/>
            </a:xfrm>
            <a:custGeom>
              <a:avLst/>
              <a:gdLst/>
              <a:ahLst/>
              <a:cxnLst>
                <a:cxn ang="0">
                  <a:pos x="wd2" y="hd2"/>
                </a:cxn>
                <a:cxn ang="5400000">
                  <a:pos x="wd2" y="hd2"/>
                </a:cxn>
                <a:cxn ang="10800000">
                  <a:pos x="wd2" y="hd2"/>
                </a:cxn>
                <a:cxn ang="16200000">
                  <a:pos x="wd2" y="hd2"/>
                </a:cxn>
              </a:cxnLst>
              <a:rect l="0" t="0" r="r" b="b"/>
              <a:pathLst>
                <a:path w="19426" h="20137" fill="norm" stroke="1" extrusionOk="0">
                  <a:moveTo>
                    <a:pt x="0" y="20099"/>
                  </a:moveTo>
                  <a:cubicBezTo>
                    <a:pt x="0" y="20099"/>
                    <a:pt x="10169" y="21161"/>
                    <a:pt x="15254" y="12207"/>
                  </a:cubicBezTo>
                  <a:cubicBezTo>
                    <a:pt x="21600" y="2191"/>
                    <a:pt x="20339" y="606"/>
                    <a:pt x="13953" y="84"/>
                  </a:cubicBezTo>
                  <a:cubicBezTo>
                    <a:pt x="7607" y="-439"/>
                    <a:pt x="1261" y="1669"/>
                    <a:pt x="1261" y="1669"/>
                  </a:cubicBezTo>
                  <a:lnTo>
                    <a:pt x="0" y="20099"/>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0" name="Shape 8210"/>
            <p:cNvSpPr/>
            <p:nvPr/>
          </p:nvSpPr>
          <p:spPr>
            <a:xfrm>
              <a:off x="853546" y="1198844"/>
              <a:ext cx="232756" cy="483970"/>
            </a:xfrm>
            <a:custGeom>
              <a:avLst/>
              <a:gdLst/>
              <a:ahLst/>
              <a:cxnLst>
                <a:cxn ang="0">
                  <a:pos x="wd2" y="hd2"/>
                </a:cxn>
                <a:cxn ang="5400000">
                  <a:pos x="wd2" y="hd2"/>
                </a:cxn>
                <a:cxn ang="10800000">
                  <a:pos x="wd2" y="hd2"/>
                </a:cxn>
                <a:cxn ang="16200000">
                  <a:pos x="wd2" y="hd2"/>
                </a:cxn>
              </a:cxnLst>
              <a:rect l="0" t="0" r="r" b="b"/>
              <a:pathLst>
                <a:path w="19449" h="19717" fill="norm" stroke="1" extrusionOk="0">
                  <a:moveTo>
                    <a:pt x="19449" y="19599"/>
                  </a:moveTo>
                  <a:cubicBezTo>
                    <a:pt x="19449" y="19599"/>
                    <a:pt x="10809" y="21184"/>
                    <a:pt x="5383" y="12753"/>
                  </a:cubicBezTo>
                  <a:cubicBezTo>
                    <a:pt x="-2151" y="2737"/>
                    <a:pt x="-1080" y="1152"/>
                    <a:pt x="4312" y="107"/>
                  </a:cubicBezTo>
                  <a:cubicBezTo>
                    <a:pt x="8632" y="-416"/>
                    <a:pt x="15129" y="1152"/>
                    <a:pt x="15129" y="1152"/>
                  </a:cubicBezTo>
                  <a:lnTo>
                    <a:pt x="19449" y="19599"/>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1" name="Shape 8211"/>
            <p:cNvSpPr/>
            <p:nvPr/>
          </p:nvSpPr>
          <p:spPr>
            <a:xfrm>
              <a:off x="918967" y="2687423"/>
              <a:ext cx="1627836" cy="1124594"/>
            </a:xfrm>
            <a:prstGeom prst="rect">
              <a:avLst/>
            </a:prstGeom>
            <a:solidFill>
              <a:srgbClr val="C1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2" name="Shape 8212"/>
            <p:cNvSpPr/>
            <p:nvPr/>
          </p:nvSpPr>
          <p:spPr>
            <a:xfrm>
              <a:off x="1602722" y="2687423"/>
              <a:ext cx="180099" cy="1124594"/>
            </a:xfrm>
            <a:prstGeom prst="rect">
              <a:avLst/>
            </a:pr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3" name="Shape 8213"/>
            <p:cNvSpPr/>
            <p:nvPr/>
          </p:nvSpPr>
          <p:spPr>
            <a:xfrm>
              <a:off x="1615486" y="2687423"/>
              <a:ext cx="180098" cy="1124594"/>
            </a:xfrm>
            <a:prstGeom prst="rect">
              <a:avLst/>
            </a:prstGeom>
            <a:solidFill>
              <a:srgbClr val="FAF8F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4" name="Shape 8214"/>
            <p:cNvSpPr/>
            <p:nvPr/>
          </p:nvSpPr>
          <p:spPr>
            <a:xfrm>
              <a:off x="1203409" y="2441272"/>
              <a:ext cx="504654" cy="7234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314" y="0"/>
                  </a:moveTo>
                  <a:cubicBezTo>
                    <a:pt x="0" y="1160"/>
                    <a:pt x="0" y="1160"/>
                    <a:pt x="0" y="1160"/>
                  </a:cubicBezTo>
                  <a:cubicBezTo>
                    <a:pt x="8310" y="21600"/>
                    <a:pt x="8310" y="21600"/>
                    <a:pt x="8310" y="21600"/>
                  </a:cubicBezTo>
                  <a:cubicBezTo>
                    <a:pt x="21600" y="7332"/>
                    <a:pt x="21600" y="7332"/>
                    <a:pt x="21600" y="7332"/>
                  </a:cubicBezTo>
                  <a:cubicBezTo>
                    <a:pt x="21600" y="7332"/>
                    <a:pt x="14388" y="6554"/>
                    <a:pt x="3314" y="0"/>
                  </a:cubicBezTo>
                </a:path>
              </a:pathLst>
            </a:cu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5" name="Shape 8215"/>
            <p:cNvSpPr/>
            <p:nvPr/>
          </p:nvSpPr>
          <p:spPr>
            <a:xfrm>
              <a:off x="1681126" y="2441272"/>
              <a:ext cx="515595" cy="7489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13" y="0"/>
                  </a:moveTo>
                  <a:cubicBezTo>
                    <a:pt x="21600" y="1490"/>
                    <a:pt x="21600" y="1490"/>
                    <a:pt x="21600" y="1490"/>
                  </a:cubicBezTo>
                  <a:cubicBezTo>
                    <a:pt x="15115" y="21600"/>
                    <a:pt x="15115" y="21600"/>
                    <a:pt x="15115" y="21600"/>
                  </a:cubicBezTo>
                  <a:cubicBezTo>
                    <a:pt x="0" y="7081"/>
                    <a:pt x="0" y="7081"/>
                    <a:pt x="0" y="7081"/>
                  </a:cubicBezTo>
                  <a:cubicBezTo>
                    <a:pt x="0" y="7081"/>
                    <a:pt x="7004" y="5960"/>
                    <a:pt x="17813" y="0"/>
                  </a:cubicBezTo>
                </a:path>
              </a:pathLst>
            </a:cu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6" name="Shape 8216"/>
            <p:cNvSpPr/>
            <p:nvPr/>
          </p:nvSpPr>
          <p:spPr>
            <a:xfrm>
              <a:off x="1706653" y="2428508"/>
              <a:ext cx="528359" cy="7234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04" y="0"/>
                  </a:moveTo>
                  <a:cubicBezTo>
                    <a:pt x="21600" y="1927"/>
                    <a:pt x="21600" y="1927"/>
                    <a:pt x="21600" y="1927"/>
                  </a:cubicBezTo>
                  <a:cubicBezTo>
                    <a:pt x="13686" y="21600"/>
                    <a:pt x="13686" y="21600"/>
                    <a:pt x="13686" y="21600"/>
                  </a:cubicBezTo>
                  <a:cubicBezTo>
                    <a:pt x="0" y="7719"/>
                    <a:pt x="0" y="7719"/>
                    <a:pt x="0" y="7719"/>
                  </a:cubicBezTo>
                  <a:cubicBezTo>
                    <a:pt x="0" y="7719"/>
                    <a:pt x="7358" y="6558"/>
                    <a:pt x="17904" y="0"/>
                  </a:cubicBezTo>
                </a:path>
              </a:pathLst>
            </a:custGeom>
            <a:solidFill>
              <a:srgbClr val="C1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7" name="Shape 8217"/>
            <p:cNvSpPr/>
            <p:nvPr/>
          </p:nvSpPr>
          <p:spPr>
            <a:xfrm>
              <a:off x="0" y="2634547"/>
              <a:ext cx="1383507" cy="11756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540" y="10447"/>
                  </a:moveTo>
                  <a:cubicBezTo>
                    <a:pt x="15948" y="8069"/>
                    <a:pt x="15948" y="8069"/>
                    <a:pt x="15948" y="8069"/>
                  </a:cubicBezTo>
                  <a:cubicBezTo>
                    <a:pt x="16555" y="6883"/>
                    <a:pt x="16555" y="6883"/>
                    <a:pt x="16555" y="6883"/>
                  </a:cubicBezTo>
                  <a:cubicBezTo>
                    <a:pt x="13933" y="1899"/>
                    <a:pt x="13933" y="1899"/>
                    <a:pt x="13933" y="1899"/>
                  </a:cubicBezTo>
                  <a:cubicBezTo>
                    <a:pt x="13125" y="0"/>
                    <a:pt x="13125" y="0"/>
                    <a:pt x="13125" y="0"/>
                  </a:cubicBezTo>
                  <a:lnTo>
                    <a:pt x="3029" y="5455"/>
                  </a:lnTo>
                  <a:cubicBezTo>
                    <a:pt x="2222" y="6405"/>
                    <a:pt x="1014" y="14481"/>
                    <a:pt x="0" y="21600"/>
                  </a:cubicBezTo>
                  <a:cubicBezTo>
                    <a:pt x="21600" y="21600"/>
                    <a:pt x="21600" y="21600"/>
                    <a:pt x="21600" y="21600"/>
                  </a:cubicBezTo>
                  <a:lnTo>
                    <a:pt x="14540" y="10447"/>
                  </a:lnTo>
                </a:path>
              </a:pathLst>
            </a:custGeom>
            <a:solidFill>
              <a:srgbClr val="17507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8" name="Shape 8218"/>
            <p:cNvSpPr/>
            <p:nvPr/>
          </p:nvSpPr>
          <p:spPr>
            <a:xfrm>
              <a:off x="2042149" y="2634547"/>
              <a:ext cx="1383508" cy="11756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067" y="10447"/>
                  </a:moveTo>
                  <a:cubicBezTo>
                    <a:pt x="0" y="21600"/>
                    <a:pt x="0" y="21600"/>
                    <a:pt x="0" y="21600"/>
                  </a:cubicBezTo>
                  <a:cubicBezTo>
                    <a:pt x="21600" y="21600"/>
                    <a:pt x="21600" y="21600"/>
                    <a:pt x="21600" y="21600"/>
                  </a:cubicBezTo>
                  <a:cubicBezTo>
                    <a:pt x="20592" y="14481"/>
                    <a:pt x="19378" y="6405"/>
                    <a:pt x="18571" y="5455"/>
                  </a:cubicBezTo>
                  <a:lnTo>
                    <a:pt x="8481" y="0"/>
                  </a:lnTo>
                  <a:cubicBezTo>
                    <a:pt x="5045" y="6883"/>
                    <a:pt x="5045" y="6883"/>
                    <a:pt x="5045" y="6883"/>
                  </a:cubicBezTo>
                  <a:lnTo>
                    <a:pt x="7067" y="10447"/>
                  </a:lnTo>
                </a:path>
              </a:pathLst>
            </a:custGeom>
            <a:solidFill>
              <a:srgbClr val="17507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19" name="Shape 8219"/>
            <p:cNvSpPr/>
            <p:nvPr/>
          </p:nvSpPr>
          <p:spPr>
            <a:xfrm>
              <a:off x="840562" y="2479562"/>
              <a:ext cx="748984" cy="13306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30" y="8598"/>
                  </a:moveTo>
                  <a:lnTo>
                    <a:pt x="5209" y="9645"/>
                  </a:lnTo>
                  <a:lnTo>
                    <a:pt x="2611" y="11746"/>
                  </a:lnTo>
                  <a:lnTo>
                    <a:pt x="15640" y="21600"/>
                  </a:lnTo>
                  <a:lnTo>
                    <a:pt x="21600" y="21600"/>
                  </a:lnTo>
                  <a:lnTo>
                    <a:pt x="19371" y="17620"/>
                  </a:lnTo>
                  <a:lnTo>
                    <a:pt x="12290" y="3980"/>
                  </a:lnTo>
                  <a:lnTo>
                    <a:pt x="10430" y="0"/>
                  </a:lnTo>
                  <a:lnTo>
                    <a:pt x="0" y="2517"/>
                  </a:lnTo>
                  <a:lnTo>
                    <a:pt x="1490" y="4195"/>
                  </a:lnTo>
                  <a:lnTo>
                    <a:pt x="6330" y="8598"/>
                  </a:lnTo>
                </a:path>
              </a:pathLst>
            </a:custGeom>
            <a:solidFill>
              <a:srgbClr val="1037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0" name="Shape 8220"/>
            <p:cNvSpPr/>
            <p:nvPr/>
          </p:nvSpPr>
          <p:spPr>
            <a:xfrm>
              <a:off x="1836110" y="2492326"/>
              <a:ext cx="748984" cy="13178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91" y="11651"/>
                  </a:moveTo>
                  <a:lnTo>
                    <a:pt x="15262" y="8472"/>
                  </a:lnTo>
                  <a:lnTo>
                    <a:pt x="21600" y="2331"/>
                  </a:lnTo>
                  <a:lnTo>
                    <a:pt x="11545" y="0"/>
                  </a:lnTo>
                  <a:lnTo>
                    <a:pt x="9305" y="3809"/>
                  </a:lnTo>
                  <a:lnTo>
                    <a:pt x="2609" y="16517"/>
                  </a:lnTo>
                  <a:lnTo>
                    <a:pt x="0" y="21600"/>
                  </a:lnTo>
                  <a:lnTo>
                    <a:pt x="5957" y="21600"/>
                  </a:lnTo>
                  <a:lnTo>
                    <a:pt x="18991" y="11651"/>
                  </a:lnTo>
                </a:path>
              </a:pathLst>
            </a:custGeom>
            <a:solidFill>
              <a:srgbClr val="1037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1" name="Shape 8221"/>
            <p:cNvSpPr/>
            <p:nvPr/>
          </p:nvSpPr>
          <p:spPr>
            <a:xfrm>
              <a:off x="1010859" y="309779"/>
              <a:ext cx="697204" cy="2003545"/>
            </a:xfrm>
            <a:custGeom>
              <a:avLst/>
              <a:gdLst/>
              <a:ahLst/>
              <a:cxnLst>
                <a:cxn ang="0">
                  <a:pos x="wd2" y="hd2"/>
                </a:cxn>
                <a:cxn ang="5400000">
                  <a:pos x="wd2" y="hd2"/>
                </a:cxn>
                <a:cxn ang="10800000">
                  <a:pos x="wd2" y="hd2"/>
                </a:cxn>
                <a:cxn ang="16200000">
                  <a:pos x="wd2" y="hd2"/>
                </a:cxn>
              </a:cxnLst>
              <a:rect l="0" t="0" r="r" b="b"/>
              <a:pathLst>
                <a:path w="19085" h="21464" fill="norm" stroke="1" extrusionOk="0">
                  <a:moveTo>
                    <a:pt x="317" y="9829"/>
                  </a:moveTo>
                  <a:cubicBezTo>
                    <a:pt x="317" y="9829"/>
                    <a:pt x="3148" y="18414"/>
                    <a:pt x="3862" y="18830"/>
                  </a:cubicBezTo>
                  <a:cubicBezTo>
                    <a:pt x="4213" y="19242"/>
                    <a:pt x="15189" y="21600"/>
                    <a:pt x="19085" y="21458"/>
                  </a:cubicBezTo>
                  <a:cubicBezTo>
                    <a:pt x="19085" y="0"/>
                    <a:pt x="19085" y="0"/>
                    <a:pt x="19085" y="0"/>
                  </a:cubicBezTo>
                  <a:cubicBezTo>
                    <a:pt x="14475" y="0"/>
                    <a:pt x="-2515" y="412"/>
                    <a:pt x="317" y="9829"/>
                  </a:cubicBez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2" name="Shape 8222"/>
            <p:cNvSpPr/>
            <p:nvPr/>
          </p:nvSpPr>
          <p:spPr>
            <a:xfrm>
              <a:off x="1706653" y="309779"/>
              <a:ext cx="691321" cy="2003545"/>
            </a:xfrm>
            <a:custGeom>
              <a:avLst/>
              <a:gdLst/>
              <a:ahLst/>
              <a:cxnLst>
                <a:cxn ang="0">
                  <a:pos x="wd2" y="hd2"/>
                </a:cxn>
                <a:cxn ang="5400000">
                  <a:pos x="wd2" y="hd2"/>
                </a:cxn>
                <a:cxn ang="10800000">
                  <a:pos x="wd2" y="hd2"/>
                </a:cxn>
                <a:cxn ang="16200000">
                  <a:pos x="wd2" y="hd2"/>
                </a:cxn>
              </a:cxnLst>
              <a:rect l="0" t="0" r="r" b="b"/>
              <a:pathLst>
                <a:path w="19603" h="21464" fill="norm" stroke="1" extrusionOk="0">
                  <a:moveTo>
                    <a:pt x="352" y="0"/>
                  </a:moveTo>
                  <a:cubicBezTo>
                    <a:pt x="0" y="0"/>
                    <a:pt x="0" y="0"/>
                    <a:pt x="0" y="0"/>
                  </a:cubicBezTo>
                  <a:cubicBezTo>
                    <a:pt x="0" y="21458"/>
                    <a:pt x="0" y="21458"/>
                    <a:pt x="0" y="21458"/>
                  </a:cubicBezTo>
                  <a:cubicBezTo>
                    <a:pt x="3647" y="21600"/>
                    <a:pt x="15010" y="19242"/>
                    <a:pt x="15737" y="18830"/>
                  </a:cubicBezTo>
                  <a:cubicBezTo>
                    <a:pt x="16476" y="18414"/>
                    <a:pt x="19407" y="9829"/>
                    <a:pt x="19407" y="9829"/>
                  </a:cubicBezTo>
                  <a:cubicBezTo>
                    <a:pt x="21600" y="412"/>
                    <a:pt x="4749" y="0"/>
                    <a:pt x="352" y="0"/>
                  </a:cubicBez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3" name="Shape 8223"/>
            <p:cNvSpPr/>
            <p:nvPr/>
          </p:nvSpPr>
          <p:spPr>
            <a:xfrm>
              <a:off x="2212224" y="451999"/>
              <a:ext cx="313552" cy="840439"/>
            </a:xfrm>
            <a:custGeom>
              <a:avLst/>
              <a:gdLst/>
              <a:ahLst/>
              <a:cxnLst>
                <a:cxn ang="0">
                  <a:pos x="wd2" y="hd2"/>
                </a:cxn>
                <a:cxn ang="5400000">
                  <a:pos x="wd2" y="hd2"/>
                </a:cxn>
                <a:cxn ang="10800000">
                  <a:pos x="wd2" y="hd2"/>
                </a:cxn>
                <a:cxn ang="16200000">
                  <a:pos x="wd2" y="hd2"/>
                </a:cxn>
              </a:cxnLst>
              <a:rect l="0" t="0" r="r" b="b"/>
              <a:pathLst>
                <a:path w="13769" h="16328" fill="norm" stroke="1" extrusionOk="0">
                  <a:moveTo>
                    <a:pt x="513" y="0"/>
                  </a:moveTo>
                  <a:cubicBezTo>
                    <a:pt x="513" y="0"/>
                    <a:pt x="-2905" y="7787"/>
                    <a:pt x="7895" y="14569"/>
                  </a:cubicBezTo>
                  <a:cubicBezTo>
                    <a:pt x="18695" y="21600"/>
                    <a:pt x="11295" y="5279"/>
                    <a:pt x="11295" y="5279"/>
                  </a:cubicBezTo>
                  <a:cubicBezTo>
                    <a:pt x="11295" y="5279"/>
                    <a:pt x="3350" y="0"/>
                    <a:pt x="513" y="0"/>
                  </a:cubicBez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4" name="Shape 8224"/>
            <p:cNvSpPr/>
            <p:nvPr/>
          </p:nvSpPr>
          <p:spPr>
            <a:xfrm>
              <a:off x="918967" y="167557"/>
              <a:ext cx="1394448" cy="9696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05" y="3741"/>
                  </a:moveTo>
                  <a:cubicBezTo>
                    <a:pt x="20403" y="3456"/>
                    <a:pt x="20000" y="3456"/>
                    <a:pt x="19404" y="3170"/>
                  </a:cubicBezTo>
                  <a:cubicBezTo>
                    <a:pt x="19199" y="2304"/>
                    <a:pt x="19001" y="1438"/>
                    <a:pt x="18802" y="571"/>
                  </a:cubicBezTo>
                  <a:cubicBezTo>
                    <a:pt x="17599" y="286"/>
                    <a:pt x="16203" y="0"/>
                    <a:pt x="14801" y="0"/>
                  </a:cubicBezTo>
                  <a:cubicBezTo>
                    <a:pt x="6607" y="0"/>
                    <a:pt x="0" y="7483"/>
                    <a:pt x="0" y="16412"/>
                  </a:cubicBezTo>
                  <a:cubicBezTo>
                    <a:pt x="0" y="17849"/>
                    <a:pt x="205" y="19296"/>
                    <a:pt x="602" y="20734"/>
                  </a:cubicBezTo>
                  <a:cubicBezTo>
                    <a:pt x="2004" y="21305"/>
                    <a:pt x="3201" y="21600"/>
                    <a:pt x="4603" y="21600"/>
                  </a:cubicBezTo>
                  <a:cubicBezTo>
                    <a:pt x="11805" y="21600"/>
                    <a:pt x="17599" y="16126"/>
                    <a:pt x="19199" y="8929"/>
                  </a:cubicBezTo>
                  <a:cubicBezTo>
                    <a:pt x="19001" y="14108"/>
                    <a:pt x="16402" y="18716"/>
                    <a:pt x="12599" y="21019"/>
                  </a:cubicBezTo>
                  <a:cubicBezTo>
                    <a:pt x="17804" y="19296"/>
                    <a:pt x="21600" y="13823"/>
                    <a:pt x="21600" y="7483"/>
                  </a:cubicBezTo>
                  <a:cubicBezTo>
                    <a:pt x="21600" y="6331"/>
                    <a:pt x="21402" y="4893"/>
                    <a:pt x="21005" y="3741"/>
                  </a:cubicBezTo>
                </a:path>
              </a:pathLst>
            </a:custGeom>
            <a:solidFill>
              <a:srgbClr val="71282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5" name="Shape 8225"/>
            <p:cNvSpPr/>
            <p:nvPr/>
          </p:nvSpPr>
          <p:spPr>
            <a:xfrm>
              <a:off x="2238482" y="774732"/>
              <a:ext cx="255445" cy="685166"/>
            </a:xfrm>
            <a:custGeom>
              <a:avLst/>
              <a:gdLst/>
              <a:ahLst/>
              <a:cxnLst>
                <a:cxn ang="0">
                  <a:pos x="wd2" y="hd2"/>
                </a:cxn>
                <a:cxn ang="5400000">
                  <a:pos x="wd2" y="hd2"/>
                </a:cxn>
                <a:cxn ang="10800000">
                  <a:pos x="wd2" y="hd2"/>
                </a:cxn>
                <a:cxn ang="16200000">
                  <a:pos x="wd2" y="hd2"/>
                </a:cxn>
              </a:cxnLst>
              <a:rect l="0" t="0" r="r" b="b"/>
              <a:pathLst>
                <a:path w="17824" h="21600" fill="norm" stroke="1" extrusionOk="0">
                  <a:moveTo>
                    <a:pt x="10624" y="5700"/>
                  </a:moveTo>
                  <a:cubicBezTo>
                    <a:pt x="12410" y="6104"/>
                    <a:pt x="15117" y="7735"/>
                    <a:pt x="17824" y="9783"/>
                  </a:cubicBezTo>
                  <a:cubicBezTo>
                    <a:pt x="17824" y="8961"/>
                    <a:pt x="17824" y="8557"/>
                    <a:pt x="17824" y="8557"/>
                  </a:cubicBezTo>
                  <a:cubicBezTo>
                    <a:pt x="17824" y="8557"/>
                    <a:pt x="5210" y="0"/>
                    <a:pt x="717" y="0"/>
                  </a:cubicBezTo>
                  <a:cubicBezTo>
                    <a:pt x="717" y="0"/>
                    <a:pt x="-3776" y="10996"/>
                    <a:pt x="9731" y="21600"/>
                  </a:cubicBezTo>
                  <a:cubicBezTo>
                    <a:pt x="6131" y="13043"/>
                    <a:pt x="10624" y="5700"/>
                    <a:pt x="10624" y="5700"/>
                  </a:cubicBezTo>
                </a:path>
              </a:pathLst>
            </a:custGeom>
            <a:solidFill>
              <a:srgbClr val="600B1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6" name="Shape 8226"/>
            <p:cNvSpPr/>
            <p:nvPr/>
          </p:nvSpPr>
          <p:spPr>
            <a:xfrm>
              <a:off x="706859" y="1084702"/>
              <a:ext cx="262749" cy="581234"/>
            </a:xfrm>
            <a:custGeom>
              <a:avLst/>
              <a:gdLst/>
              <a:ahLst/>
              <a:cxnLst>
                <a:cxn ang="0">
                  <a:pos x="wd2" y="hd2"/>
                </a:cxn>
                <a:cxn ang="5400000">
                  <a:pos x="wd2" y="hd2"/>
                </a:cxn>
                <a:cxn ang="10800000">
                  <a:pos x="wd2" y="hd2"/>
                </a:cxn>
                <a:cxn ang="16200000">
                  <a:pos x="wd2" y="hd2"/>
                </a:cxn>
              </a:cxnLst>
              <a:rect l="0" t="0" r="r" b="b"/>
              <a:pathLst>
                <a:path w="19982" h="21600" fill="norm" stroke="1" extrusionOk="0">
                  <a:moveTo>
                    <a:pt x="331" y="11998"/>
                  </a:moveTo>
                  <a:cubicBezTo>
                    <a:pt x="-1618" y="6714"/>
                    <a:pt x="5268" y="1920"/>
                    <a:pt x="15077" y="0"/>
                  </a:cubicBezTo>
                  <a:cubicBezTo>
                    <a:pt x="19982" y="21600"/>
                    <a:pt x="19982" y="21600"/>
                    <a:pt x="19982" y="21600"/>
                  </a:cubicBezTo>
                  <a:cubicBezTo>
                    <a:pt x="10172" y="21124"/>
                    <a:pt x="1337" y="17283"/>
                    <a:pt x="331" y="11998"/>
                  </a:cubicBezTo>
                </a:path>
              </a:pathLst>
            </a:custGeom>
            <a:solidFill>
              <a:srgbClr val="CED3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7" name="Shape 8227"/>
            <p:cNvSpPr/>
            <p:nvPr/>
          </p:nvSpPr>
          <p:spPr>
            <a:xfrm>
              <a:off x="906203" y="1071938"/>
              <a:ext cx="181920" cy="5939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164" y="0"/>
                  </a:moveTo>
                  <a:cubicBezTo>
                    <a:pt x="9271" y="0"/>
                    <a:pt x="10800" y="0"/>
                    <a:pt x="13858" y="0"/>
                  </a:cubicBezTo>
                  <a:cubicBezTo>
                    <a:pt x="21600" y="21134"/>
                    <a:pt x="21600" y="21134"/>
                    <a:pt x="21600" y="21134"/>
                  </a:cubicBezTo>
                  <a:cubicBezTo>
                    <a:pt x="20022" y="21134"/>
                    <a:pt x="16964" y="21600"/>
                    <a:pt x="15436" y="21600"/>
                  </a:cubicBezTo>
                  <a:cubicBezTo>
                    <a:pt x="12329" y="21600"/>
                    <a:pt x="10800" y="21600"/>
                    <a:pt x="7693" y="21600"/>
                  </a:cubicBezTo>
                  <a:cubicBezTo>
                    <a:pt x="0" y="481"/>
                    <a:pt x="0" y="481"/>
                    <a:pt x="0" y="481"/>
                  </a:cubicBezTo>
                  <a:cubicBezTo>
                    <a:pt x="1529" y="481"/>
                    <a:pt x="4636" y="481"/>
                    <a:pt x="6164" y="0"/>
                  </a:cubicBezTo>
                </a:path>
              </a:pathLst>
            </a:custGeom>
            <a:solidFill>
              <a:srgbClr val="19B0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8" name="Shape 8228"/>
            <p:cNvSpPr/>
            <p:nvPr/>
          </p:nvSpPr>
          <p:spPr>
            <a:xfrm>
              <a:off x="1874401" y="1549655"/>
              <a:ext cx="761747" cy="5028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17163"/>
                    <a:pt x="0" y="17163"/>
                    <a:pt x="0" y="17163"/>
                  </a:cubicBezTo>
                  <a:cubicBezTo>
                    <a:pt x="16469" y="17163"/>
                    <a:pt x="19035" y="1100"/>
                    <a:pt x="19035" y="0"/>
                  </a:cubicBezTo>
                  <a:cubicBezTo>
                    <a:pt x="21600" y="1100"/>
                    <a:pt x="21600" y="1100"/>
                    <a:pt x="21600" y="1100"/>
                  </a:cubicBezTo>
                  <a:cubicBezTo>
                    <a:pt x="21600" y="1100"/>
                    <a:pt x="18672" y="21600"/>
                    <a:pt x="0" y="21600"/>
                  </a:cubicBezTo>
                </a:path>
              </a:pathLst>
            </a:custGeom>
            <a:solidFill>
              <a:srgbClr val="CED3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29" name="Shape 8229"/>
            <p:cNvSpPr/>
            <p:nvPr/>
          </p:nvSpPr>
          <p:spPr>
            <a:xfrm>
              <a:off x="1655599" y="1912501"/>
              <a:ext cx="322320" cy="180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75"/>
                  </a:moveTo>
                  <a:cubicBezTo>
                    <a:pt x="21600" y="16954"/>
                    <a:pt x="18997" y="21600"/>
                    <a:pt x="15535" y="21600"/>
                  </a:cubicBezTo>
                  <a:cubicBezTo>
                    <a:pt x="5151" y="21600"/>
                    <a:pt x="5151" y="21600"/>
                    <a:pt x="5151" y="21600"/>
                  </a:cubicBezTo>
                  <a:cubicBezTo>
                    <a:pt x="2575" y="21600"/>
                    <a:pt x="0" y="16954"/>
                    <a:pt x="0" y="10775"/>
                  </a:cubicBezTo>
                  <a:cubicBezTo>
                    <a:pt x="0" y="4597"/>
                    <a:pt x="2575" y="0"/>
                    <a:pt x="5151" y="0"/>
                  </a:cubicBezTo>
                  <a:cubicBezTo>
                    <a:pt x="15535" y="0"/>
                    <a:pt x="15535" y="0"/>
                    <a:pt x="15535" y="0"/>
                  </a:cubicBezTo>
                  <a:cubicBezTo>
                    <a:pt x="18997" y="0"/>
                    <a:pt x="21600" y="4597"/>
                    <a:pt x="21600" y="10775"/>
                  </a:cubicBezTo>
                </a:path>
              </a:pathLst>
            </a:custGeom>
            <a:solidFill>
              <a:srgbClr val="19B0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0" name="Shape 8230"/>
            <p:cNvSpPr/>
            <p:nvPr/>
          </p:nvSpPr>
          <p:spPr>
            <a:xfrm>
              <a:off x="815035" y="116503"/>
              <a:ext cx="1833876" cy="12011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42" y="21600"/>
                  </a:moveTo>
                  <a:cubicBezTo>
                    <a:pt x="20534" y="21139"/>
                    <a:pt x="20534" y="21139"/>
                    <a:pt x="20534" y="21139"/>
                  </a:cubicBezTo>
                  <a:cubicBezTo>
                    <a:pt x="20685" y="19972"/>
                    <a:pt x="20383" y="17423"/>
                    <a:pt x="20383" y="17423"/>
                  </a:cubicBezTo>
                  <a:lnTo>
                    <a:pt x="20383" y="17185"/>
                  </a:lnTo>
                  <a:cubicBezTo>
                    <a:pt x="20383" y="8592"/>
                    <a:pt x="16123" y="1628"/>
                    <a:pt x="10798" y="1628"/>
                  </a:cubicBezTo>
                  <a:cubicBezTo>
                    <a:pt x="5477" y="1628"/>
                    <a:pt x="1217" y="8592"/>
                    <a:pt x="1217" y="17185"/>
                  </a:cubicBezTo>
                  <a:cubicBezTo>
                    <a:pt x="1217" y="21600"/>
                    <a:pt x="1217" y="21600"/>
                    <a:pt x="1217" y="21600"/>
                  </a:cubicBezTo>
                  <a:cubicBezTo>
                    <a:pt x="0" y="21600"/>
                    <a:pt x="0" y="21600"/>
                    <a:pt x="0" y="21600"/>
                  </a:cubicBezTo>
                  <a:cubicBezTo>
                    <a:pt x="0" y="17185"/>
                    <a:pt x="0" y="17185"/>
                    <a:pt x="0" y="17185"/>
                  </a:cubicBezTo>
                  <a:cubicBezTo>
                    <a:pt x="0" y="7663"/>
                    <a:pt x="4868" y="0"/>
                    <a:pt x="10798" y="0"/>
                  </a:cubicBezTo>
                  <a:cubicBezTo>
                    <a:pt x="16732" y="0"/>
                    <a:pt x="21600" y="7663"/>
                    <a:pt x="21600" y="17185"/>
                  </a:cubicBezTo>
                  <a:cubicBezTo>
                    <a:pt x="21600" y="18582"/>
                    <a:pt x="21449" y="20210"/>
                    <a:pt x="21142" y="21600"/>
                  </a:cubicBezTo>
                </a:path>
              </a:pathLst>
            </a:custGeom>
            <a:solidFill>
              <a:srgbClr val="CED3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1" name="Shape 8231"/>
            <p:cNvSpPr/>
            <p:nvPr/>
          </p:nvSpPr>
          <p:spPr>
            <a:xfrm>
              <a:off x="2494339" y="1084702"/>
              <a:ext cx="262764" cy="581234"/>
            </a:xfrm>
            <a:custGeom>
              <a:avLst/>
              <a:gdLst/>
              <a:ahLst/>
              <a:cxnLst>
                <a:cxn ang="0">
                  <a:pos x="wd2" y="hd2"/>
                </a:cxn>
                <a:cxn ang="5400000">
                  <a:pos x="wd2" y="hd2"/>
                </a:cxn>
                <a:cxn ang="10800000">
                  <a:pos x="wd2" y="hd2"/>
                </a:cxn>
                <a:cxn ang="16200000">
                  <a:pos x="wd2" y="hd2"/>
                </a:cxn>
              </a:cxnLst>
              <a:rect l="0" t="0" r="r" b="b"/>
              <a:pathLst>
                <a:path w="19983" h="21600" fill="norm" stroke="1" extrusionOk="0">
                  <a:moveTo>
                    <a:pt x="19651" y="11998"/>
                  </a:moveTo>
                  <a:cubicBezTo>
                    <a:pt x="21600" y="6714"/>
                    <a:pt x="14746" y="1920"/>
                    <a:pt x="4905" y="0"/>
                  </a:cubicBezTo>
                  <a:cubicBezTo>
                    <a:pt x="0" y="21600"/>
                    <a:pt x="0" y="21600"/>
                    <a:pt x="0" y="21600"/>
                  </a:cubicBezTo>
                  <a:cubicBezTo>
                    <a:pt x="9810" y="21124"/>
                    <a:pt x="18676" y="17283"/>
                    <a:pt x="19651" y="11998"/>
                  </a:cubicBezTo>
                </a:path>
              </a:pathLst>
            </a:custGeom>
            <a:solidFill>
              <a:srgbClr val="CED3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2" name="Shape 8232"/>
            <p:cNvSpPr/>
            <p:nvPr/>
          </p:nvSpPr>
          <p:spPr>
            <a:xfrm>
              <a:off x="2377645" y="1071938"/>
              <a:ext cx="180100" cy="5939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422" y="0"/>
                  </a:moveTo>
                  <a:cubicBezTo>
                    <a:pt x="12357" y="0"/>
                    <a:pt x="10775" y="0"/>
                    <a:pt x="7711" y="0"/>
                  </a:cubicBezTo>
                  <a:cubicBezTo>
                    <a:pt x="0" y="21134"/>
                    <a:pt x="0" y="21134"/>
                    <a:pt x="0" y="21134"/>
                  </a:cubicBezTo>
                  <a:cubicBezTo>
                    <a:pt x="3065" y="21600"/>
                    <a:pt x="4597" y="21600"/>
                    <a:pt x="6178" y="21600"/>
                  </a:cubicBezTo>
                  <a:cubicBezTo>
                    <a:pt x="9243" y="21600"/>
                    <a:pt x="10775" y="21600"/>
                    <a:pt x="13889" y="21600"/>
                  </a:cubicBezTo>
                  <a:cubicBezTo>
                    <a:pt x="21600" y="481"/>
                    <a:pt x="21600" y="481"/>
                    <a:pt x="21600" y="481"/>
                  </a:cubicBezTo>
                  <a:cubicBezTo>
                    <a:pt x="20068" y="481"/>
                    <a:pt x="16954" y="481"/>
                    <a:pt x="15422" y="0"/>
                  </a:cubicBezTo>
                </a:path>
              </a:pathLst>
            </a:custGeom>
            <a:solidFill>
              <a:srgbClr val="19B0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259" name="Group 8259"/>
          <p:cNvGrpSpPr/>
          <p:nvPr/>
        </p:nvGrpSpPr>
        <p:grpSpPr>
          <a:xfrm>
            <a:off x="9860451" y="8380485"/>
            <a:ext cx="3463682" cy="3812017"/>
            <a:chOff x="0" y="0"/>
            <a:chExt cx="3463681" cy="3812016"/>
          </a:xfrm>
        </p:grpSpPr>
        <p:sp>
          <p:nvSpPr>
            <p:cNvPr id="8234" name="Shape 8234"/>
            <p:cNvSpPr/>
            <p:nvPr/>
          </p:nvSpPr>
          <p:spPr>
            <a:xfrm>
              <a:off x="999903" y="2737916"/>
              <a:ext cx="1712102" cy="995301"/>
            </a:xfrm>
            <a:custGeom>
              <a:avLst/>
              <a:gdLst/>
              <a:ahLst/>
              <a:cxnLst>
                <a:cxn ang="0">
                  <a:pos x="wd2" y="hd2"/>
                </a:cxn>
                <a:cxn ang="5400000">
                  <a:pos x="wd2" y="hd2"/>
                </a:cxn>
                <a:cxn ang="10800000">
                  <a:pos x="wd2" y="hd2"/>
                </a:cxn>
                <a:cxn ang="16200000">
                  <a:pos x="wd2" y="hd2"/>
                </a:cxn>
              </a:cxnLst>
              <a:rect l="0" t="0" r="r" b="b"/>
              <a:pathLst>
                <a:path w="20040" h="18825" fill="norm" stroke="1" extrusionOk="0">
                  <a:moveTo>
                    <a:pt x="8579" y="17589"/>
                  </a:moveTo>
                  <a:cubicBezTo>
                    <a:pt x="8579" y="17589"/>
                    <a:pt x="2204" y="21022"/>
                    <a:pt x="609" y="16445"/>
                  </a:cubicBezTo>
                  <a:cubicBezTo>
                    <a:pt x="-983" y="11868"/>
                    <a:pt x="1051" y="2429"/>
                    <a:pt x="1051" y="2429"/>
                  </a:cubicBezTo>
                  <a:cubicBezTo>
                    <a:pt x="1051" y="2429"/>
                    <a:pt x="9639" y="283"/>
                    <a:pt x="10964" y="141"/>
                  </a:cubicBezTo>
                  <a:cubicBezTo>
                    <a:pt x="12293" y="-6"/>
                    <a:pt x="19376" y="-578"/>
                    <a:pt x="19997" y="2429"/>
                  </a:cubicBezTo>
                  <a:cubicBezTo>
                    <a:pt x="20617" y="5574"/>
                    <a:pt x="14506" y="17447"/>
                    <a:pt x="8579" y="17589"/>
                  </a:cubicBezTo>
                </a:path>
              </a:pathLst>
            </a:custGeom>
            <a:solidFill>
              <a:srgbClr val="F3F3F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5" name="Shape 8235"/>
            <p:cNvSpPr/>
            <p:nvPr/>
          </p:nvSpPr>
          <p:spPr>
            <a:xfrm>
              <a:off x="1293767" y="1701691"/>
              <a:ext cx="877215" cy="12029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6" y="3935"/>
                  </a:moveTo>
                  <a:cubicBezTo>
                    <a:pt x="0" y="0"/>
                    <a:pt x="0" y="0"/>
                    <a:pt x="0" y="0"/>
                  </a:cubicBezTo>
                  <a:cubicBezTo>
                    <a:pt x="0" y="17930"/>
                    <a:pt x="0" y="17930"/>
                    <a:pt x="0" y="17930"/>
                  </a:cubicBezTo>
                  <a:cubicBezTo>
                    <a:pt x="0" y="17930"/>
                    <a:pt x="4285" y="21600"/>
                    <a:pt x="10806" y="21600"/>
                  </a:cubicBezTo>
                  <a:cubicBezTo>
                    <a:pt x="18620" y="21600"/>
                    <a:pt x="21600" y="18204"/>
                    <a:pt x="21600" y="18204"/>
                  </a:cubicBezTo>
                  <a:cubicBezTo>
                    <a:pt x="21600" y="2717"/>
                    <a:pt x="21600" y="2717"/>
                    <a:pt x="21600" y="2717"/>
                  </a:cubicBezTo>
                  <a:lnTo>
                    <a:pt x="10806" y="3935"/>
                  </a:ln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6" name="Shape 8236"/>
            <p:cNvSpPr/>
            <p:nvPr/>
          </p:nvSpPr>
          <p:spPr>
            <a:xfrm>
              <a:off x="1293767" y="1996338"/>
              <a:ext cx="877215" cy="6509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264"/>
                  </a:moveTo>
                  <a:cubicBezTo>
                    <a:pt x="21600" y="3264"/>
                    <a:pt x="16570" y="9542"/>
                    <a:pt x="0" y="21600"/>
                  </a:cubicBezTo>
                  <a:cubicBezTo>
                    <a:pt x="0" y="0"/>
                    <a:pt x="0" y="0"/>
                    <a:pt x="0" y="0"/>
                  </a:cubicBezTo>
                  <a:lnTo>
                    <a:pt x="21600" y="3264"/>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7" name="Shape 8237"/>
            <p:cNvSpPr/>
            <p:nvPr/>
          </p:nvSpPr>
          <p:spPr>
            <a:xfrm>
              <a:off x="1460291" y="2662496"/>
              <a:ext cx="273030" cy="4086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9603"/>
                    <a:pt x="21600" y="19603"/>
                    <a:pt x="21600" y="19603"/>
                  </a:cubicBezTo>
                  <a:cubicBezTo>
                    <a:pt x="12603" y="21600"/>
                    <a:pt x="12603" y="21600"/>
                    <a:pt x="12603" y="21600"/>
                  </a:cubicBezTo>
                  <a:cubicBezTo>
                    <a:pt x="0" y="7196"/>
                    <a:pt x="0" y="7196"/>
                    <a:pt x="0" y="7196"/>
                  </a:cubicBezTo>
                  <a:cubicBezTo>
                    <a:pt x="0" y="7196"/>
                    <a:pt x="12009" y="397"/>
                    <a:pt x="21600" y="0"/>
                  </a:cubicBezTo>
                </a:path>
              </a:pathLst>
            </a:custGeom>
            <a:solidFill>
              <a:srgbClr val="4EBCC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8" name="Shape 8238"/>
            <p:cNvSpPr/>
            <p:nvPr/>
          </p:nvSpPr>
          <p:spPr>
            <a:xfrm>
              <a:off x="1210504" y="2412687"/>
              <a:ext cx="521750" cy="7342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45" y="0"/>
                  </a:moveTo>
                  <a:cubicBezTo>
                    <a:pt x="0" y="1333"/>
                    <a:pt x="0" y="1333"/>
                    <a:pt x="0" y="1333"/>
                  </a:cubicBezTo>
                  <a:cubicBezTo>
                    <a:pt x="8452" y="21600"/>
                    <a:pt x="8452" y="21600"/>
                    <a:pt x="8452" y="21600"/>
                  </a:cubicBezTo>
                  <a:cubicBezTo>
                    <a:pt x="21590" y="7347"/>
                    <a:pt x="21600" y="7347"/>
                    <a:pt x="21600" y="7347"/>
                  </a:cubicBezTo>
                  <a:cubicBezTo>
                    <a:pt x="21600" y="7347"/>
                    <a:pt x="14090" y="6456"/>
                    <a:pt x="3445" y="0"/>
                  </a:cubicBezTo>
                </a:path>
              </a:pathLst>
            </a:custGeom>
            <a:solidFill>
              <a:srgbClr val="DF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39" name="Shape 8239"/>
            <p:cNvSpPr/>
            <p:nvPr/>
          </p:nvSpPr>
          <p:spPr>
            <a:xfrm>
              <a:off x="910946" y="1098669"/>
              <a:ext cx="231000" cy="561034"/>
            </a:xfrm>
            <a:custGeom>
              <a:avLst/>
              <a:gdLst/>
              <a:ahLst/>
              <a:cxnLst>
                <a:cxn ang="0">
                  <a:pos x="wd2" y="hd2"/>
                </a:cxn>
                <a:cxn ang="5400000">
                  <a:pos x="wd2" y="hd2"/>
                </a:cxn>
                <a:cxn ang="10800000">
                  <a:pos x="wd2" y="hd2"/>
                </a:cxn>
                <a:cxn ang="16200000">
                  <a:pos x="wd2" y="hd2"/>
                </a:cxn>
              </a:cxnLst>
              <a:rect l="0" t="0" r="r" b="b"/>
              <a:pathLst>
                <a:path w="18347" h="19784" fill="norm" stroke="1" extrusionOk="0">
                  <a:moveTo>
                    <a:pt x="18347" y="19660"/>
                  </a:moveTo>
                  <a:cubicBezTo>
                    <a:pt x="18347" y="19660"/>
                    <a:pt x="8747" y="21256"/>
                    <a:pt x="3352" y="12986"/>
                  </a:cubicBezTo>
                  <a:cubicBezTo>
                    <a:pt x="-3253" y="3385"/>
                    <a:pt x="952" y="-79"/>
                    <a:pt x="6942" y="185"/>
                  </a:cubicBezTo>
                  <a:cubicBezTo>
                    <a:pt x="8747" y="458"/>
                    <a:pt x="11147" y="-344"/>
                    <a:pt x="12357" y="185"/>
                  </a:cubicBezTo>
                  <a:cubicBezTo>
                    <a:pt x="16542" y="1252"/>
                    <a:pt x="17752" y="3121"/>
                    <a:pt x="17752" y="3121"/>
                  </a:cubicBezTo>
                  <a:lnTo>
                    <a:pt x="18347" y="1966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0" name="Shape 8240"/>
            <p:cNvSpPr/>
            <p:nvPr/>
          </p:nvSpPr>
          <p:spPr>
            <a:xfrm>
              <a:off x="1022451" y="247063"/>
              <a:ext cx="709803" cy="2028892"/>
            </a:xfrm>
            <a:custGeom>
              <a:avLst/>
              <a:gdLst/>
              <a:ahLst/>
              <a:cxnLst>
                <a:cxn ang="0">
                  <a:pos x="wd2" y="hd2"/>
                </a:cxn>
                <a:cxn ang="5400000">
                  <a:pos x="wd2" y="hd2"/>
                </a:cxn>
                <a:cxn ang="10800000">
                  <a:pos x="wd2" y="hd2"/>
                </a:cxn>
                <a:cxn ang="16200000">
                  <a:pos x="wd2" y="hd2"/>
                </a:cxn>
              </a:cxnLst>
              <a:rect l="0" t="0" r="r" b="b"/>
              <a:pathLst>
                <a:path w="17936" h="18279" fill="norm" stroke="1" extrusionOk="0">
                  <a:moveTo>
                    <a:pt x="543" y="7649"/>
                  </a:moveTo>
                  <a:cubicBezTo>
                    <a:pt x="543" y="7649"/>
                    <a:pt x="3216" y="15619"/>
                    <a:pt x="3791" y="15961"/>
                  </a:cubicBezTo>
                  <a:cubicBezTo>
                    <a:pt x="4366" y="16369"/>
                    <a:pt x="14493" y="18345"/>
                    <a:pt x="17936" y="18277"/>
                  </a:cubicBezTo>
                  <a:cubicBezTo>
                    <a:pt x="17936" y="699"/>
                    <a:pt x="17936" y="699"/>
                    <a:pt x="17936" y="699"/>
                  </a:cubicBezTo>
                  <a:cubicBezTo>
                    <a:pt x="17936" y="699"/>
                    <a:pt x="-3664" y="-3255"/>
                    <a:pt x="543" y="7649"/>
                  </a:cubicBezTo>
                </a:path>
              </a:pathLst>
            </a:custGeom>
            <a:solidFill>
              <a:srgbClr val="FAD4B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1" name="Shape 8241"/>
            <p:cNvSpPr/>
            <p:nvPr/>
          </p:nvSpPr>
          <p:spPr>
            <a:xfrm>
              <a:off x="1732495" y="297575"/>
              <a:ext cx="705269" cy="1978379"/>
            </a:xfrm>
            <a:custGeom>
              <a:avLst/>
              <a:gdLst/>
              <a:ahLst/>
              <a:cxnLst>
                <a:cxn ang="0">
                  <a:pos x="wd2" y="hd2"/>
                </a:cxn>
                <a:cxn ang="5400000">
                  <a:pos x="wd2" y="hd2"/>
                </a:cxn>
                <a:cxn ang="10800000">
                  <a:pos x="wd2" y="hd2"/>
                </a:cxn>
                <a:cxn ang="16200000">
                  <a:pos x="wd2" y="hd2"/>
                </a:cxn>
              </a:cxnLst>
              <a:rect l="0" t="0" r="r" b="b"/>
              <a:pathLst>
                <a:path w="19008" h="19349" fill="norm" stroke="1" extrusionOk="0">
                  <a:moveTo>
                    <a:pt x="18749" y="7809"/>
                  </a:moveTo>
                  <a:cubicBezTo>
                    <a:pt x="18749" y="7809"/>
                    <a:pt x="15690" y="16462"/>
                    <a:pt x="15279" y="16833"/>
                  </a:cubicBezTo>
                  <a:cubicBezTo>
                    <a:pt x="14672" y="17276"/>
                    <a:pt x="3660" y="19421"/>
                    <a:pt x="0" y="19348"/>
                  </a:cubicBezTo>
                  <a:cubicBezTo>
                    <a:pt x="0" y="264"/>
                    <a:pt x="0" y="264"/>
                    <a:pt x="0" y="264"/>
                  </a:cubicBezTo>
                  <a:cubicBezTo>
                    <a:pt x="0" y="264"/>
                    <a:pt x="21600" y="-2179"/>
                    <a:pt x="18749" y="7809"/>
                  </a:cubicBez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2" name="Shape 8242"/>
            <p:cNvSpPr/>
            <p:nvPr/>
          </p:nvSpPr>
          <p:spPr>
            <a:xfrm>
              <a:off x="2329207" y="1097247"/>
              <a:ext cx="237289" cy="562456"/>
            </a:xfrm>
            <a:custGeom>
              <a:avLst/>
              <a:gdLst/>
              <a:ahLst/>
              <a:cxnLst>
                <a:cxn ang="0">
                  <a:pos x="wd2" y="hd2"/>
                </a:cxn>
                <a:cxn ang="5400000">
                  <a:pos x="wd2" y="hd2"/>
                </a:cxn>
                <a:cxn ang="10800000">
                  <a:pos x="wd2" y="hd2"/>
                </a:cxn>
                <a:cxn ang="16200000">
                  <a:pos x="wd2" y="hd2"/>
                </a:cxn>
              </a:cxnLst>
              <a:rect l="0" t="0" r="r" b="b"/>
              <a:pathLst>
                <a:path w="18272" h="19834" fill="norm" stroke="1" extrusionOk="0">
                  <a:moveTo>
                    <a:pt x="0" y="19710"/>
                  </a:moveTo>
                  <a:cubicBezTo>
                    <a:pt x="0" y="19710"/>
                    <a:pt x="9334" y="21306"/>
                    <a:pt x="15178" y="13036"/>
                  </a:cubicBezTo>
                  <a:cubicBezTo>
                    <a:pt x="21600" y="3435"/>
                    <a:pt x="16933" y="-29"/>
                    <a:pt x="11089" y="235"/>
                  </a:cubicBezTo>
                  <a:cubicBezTo>
                    <a:pt x="8756" y="235"/>
                    <a:pt x="7598" y="-294"/>
                    <a:pt x="6422" y="235"/>
                  </a:cubicBezTo>
                  <a:cubicBezTo>
                    <a:pt x="2334" y="1302"/>
                    <a:pt x="1176" y="3171"/>
                    <a:pt x="1176" y="3171"/>
                  </a:cubicBezTo>
                  <a:lnTo>
                    <a:pt x="0" y="19710"/>
                  </a:lnTo>
                </a:path>
              </a:pathLst>
            </a:custGeom>
            <a:solidFill>
              <a:srgbClr val="F6C3A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3" name="Shape 8243"/>
            <p:cNvSpPr/>
            <p:nvPr/>
          </p:nvSpPr>
          <p:spPr>
            <a:xfrm>
              <a:off x="1732495" y="2662496"/>
              <a:ext cx="271962" cy="4086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9603"/>
                    <a:pt x="0" y="19603"/>
                    <a:pt x="0" y="19603"/>
                  </a:cubicBezTo>
                  <a:cubicBezTo>
                    <a:pt x="8974" y="21600"/>
                    <a:pt x="8974" y="21600"/>
                    <a:pt x="8974" y="21600"/>
                  </a:cubicBezTo>
                  <a:cubicBezTo>
                    <a:pt x="21600" y="7196"/>
                    <a:pt x="21600" y="7196"/>
                    <a:pt x="21600" y="7196"/>
                  </a:cubicBezTo>
                  <a:cubicBezTo>
                    <a:pt x="21600" y="7196"/>
                    <a:pt x="9589" y="397"/>
                    <a:pt x="0" y="0"/>
                  </a:cubicBezTo>
                </a:path>
              </a:pathLst>
            </a:custGeom>
            <a:solidFill>
              <a:srgbClr val="72C9D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4" name="Shape 8244"/>
            <p:cNvSpPr/>
            <p:nvPr/>
          </p:nvSpPr>
          <p:spPr>
            <a:xfrm>
              <a:off x="1732495" y="2405213"/>
              <a:ext cx="536693" cy="7342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44" y="0"/>
                  </a:moveTo>
                  <a:cubicBezTo>
                    <a:pt x="21600" y="1781"/>
                    <a:pt x="21600" y="1781"/>
                    <a:pt x="21600" y="1781"/>
                  </a:cubicBezTo>
                  <a:cubicBezTo>
                    <a:pt x="13387" y="21600"/>
                    <a:pt x="13387" y="21600"/>
                    <a:pt x="13387" y="21600"/>
                  </a:cubicBezTo>
                  <a:cubicBezTo>
                    <a:pt x="0" y="7573"/>
                    <a:pt x="0" y="7573"/>
                    <a:pt x="0" y="7573"/>
                  </a:cubicBezTo>
                  <a:cubicBezTo>
                    <a:pt x="0" y="7573"/>
                    <a:pt x="7297" y="6461"/>
                    <a:pt x="17644" y="0"/>
                  </a:cubicBezTo>
                </a:path>
              </a:pathLst>
            </a:custGeom>
            <a:solidFill>
              <a:srgbClr val="FAF8F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5" name="Shape 8245"/>
            <p:cNvSpPr/>
            <p:nvPr/>
          </p:nvSpPr>
          <p:spPr>
            <a:xfrm>
              <a:off x="0" y="2457524"/>
              <a:ext cx="1399205" cy="1354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76" y="11704"/>
                  </a:moveTo>
                  <a:cubicBezTo>
                    <a:pt x="15877" y="9653"/>
                    <a:pt x="15877" y="9653"/>
                    <a:pt x="15877" y="9653"/>
                  </a:cubicBezTo>
                  <a:cubicBezTo>
                    <a:pt x="16579" y="8568"/>
                    <a:pt x="16579" y="8568"/>
                    <a:pt x="16579" y="8568"/>
                  </a:cubicBezTo>
                  <a:cubicBezTo>
                    <a:pt x="18679" y="3981"/>
                    <a:pt x="18679" y="3981"/>
                    <a:pt x="18679" y="3981"/>
                  </a:cubicBezTo>
                  <a:cubicBezTo>
                    <a:pt x="18679" y="0"/>
                    <a:pt x="18679" y="0"/>
                    <a:pt x="18679" y="0"/>
                  </a:cubicBezTo>
                  <a:cubicBezTo>
                    <a:pt x="12959" y="2533"/>
                    <a:pt x="12959" y="2533"/>
                    <a:pt x="12959" y="2533"/>
                  </a:cubicBezTo>
                  <a:cubicBezTo>
                    <a:pt x="12959" y="2533"/>
                    <a:pt x="2921" y="7240"/>
                    <a:pt x="2802" y="7240"/>
                  </a:cubicBezTo>
                  <a:cubicBezTo>
                    <a:pt x="2103" y="8086"/>
                    <a:pt x="818" y="15325"/>
                    <a:pt x="0" y="21600"/>
                  </a:cubicBezTo>
                  <a:cubicBezTo>
                    <a:pt x="21600" y="21600"/>
                    <a:pt x="21600" y="21600"/>
                    <a:pt x="21600" y="21600"/>
                  </a:cubicBezTo>
                  <a:lnTo>
                    <a:pt x="14476" y="11704"/>
                  </a:lnTo>
                </a:path>
              </a:pathLst>
            </a:custGeom>
            <a:solidFill>
              <a:srgbClr val="604A7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6" name="Shape 8246"/>
            <p:cNvSpPr/>
            <p:nvPr/>
          </p:nvSpPr>
          <p:spPr>
            <a:xfrm>
              <a:off x="1536081" y="3032939"/>
              <a:ext cx="197239" cy="7790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9139" y="1047"/>
                    <a:pt x="9139" y="1047"/>
                    <a:pt x="9139" y="1047"/>
                  </a:cubicBezTo>
                  <a:cubicBezTo>
                    <a:pt x="9139" y="1047"/>
                    <a:pt x="1674" y="10065"/>
                    <a:pt x="0" y="14682"/>
                  </a:cubicBezTo>
                  <a:cubicBezTo>
                    <a:pt x="7466" y="21600"/>
                    <a:pt x="7466" y="21600"/>
                    <a:pt x="7466" y="21600"/>
                  </a:cubicBezTo>
                  <a:lnTo>
                    <a:pt x="21600" y="21600"/>
                  </a:lnTo>
                </a:path>
              </a:pathLst>
            </a:custGeom>
            <a:solidFill>
              <a:srgbClr val="4EBCCA"/>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7" name="Shape 8247"/>
            <p:cNvSpPr/>
            <p:nvPr/>
          </p:nvSpPr>
          <p:spPr>
            <a:xfrm>
              <a:off x="1732495" y="3032939"/>
              <a:ext cx="203644" cy="7790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96" y="21600"/>
                  </a:moveTo>
                  <a:cubicBezTo>
                    <a:pt x="21600" y="14682"/>
                    <a:pt x="21600" y="14682"/>
                    <a:pt x="21600" y="14682"/>
                  </a:cubicBezTo>
                  <a:cubicBezTo>
                    <a:pt x="19214" y="10065"/>
                    <a:pt x="11980" y="1047"/>
                    <a:pt x="11980" y="1047"/>
                  </a:cubicBezTo>
                  <a:cubicBezTo>
                    <a:pt x="0" y="0"/>
                    <a:pt x="0" y="0"/>
                    <a:pt x="0" y="0"/>
                  </a:cubicBezTo>
                  <a:cubicBezTo>
                    <a:pt x="0" y="21600"/>
                    <a:pt x="0" y="21600"/>
                    <a:pt x="0" y="21600"/>
                  </a:cubicBezTo>
                  <a:lnTo>
                    <a:pt x="13596" y="21600"/>
                  </a:lnTo>
                </a:path>
              </a:pathLst>
            </a:custGeom>
            <a:solidFill>
              <a:srgbClr val="72C9D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8" name="Shape 8248"/>
            <p:cNvSpPr/>
            <p:nvPr/>
          </p:nvSpPr>
          <p:spPr>
            <a:xfrm>
              <a:off x="809138" y="2457524"/>
              <a:ext cx="793952" cy="1354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2" y="8568"/>
                  </a:moveTo>
                  <a:lnTo>
                    <a:pt x="5965" y="9653"/>
                  </a:lnTo>
                  <a:lnTo>
                    <a:pt x="3496" y="11704"/>
                  </a:lnTo>
                  <a:lnTo>
                    <a:pt x="16050" y="21600"/>
                  </a:lnTo>
                  <a:lnTo>
                    <a:pt x="21600" y="21600"/>
                  </a:lnTo>
                  <a:lnTo>
                    <a:pt x="19750" y="17619"/>
                  </a:lnTo>
                  <a:lnTo>
                    <a:pt x="12963" y="3981"/>
                  </a:lnTo>
                  <a:lnTo>
                    <a:pt x="10902" y="0"/>
                  </a:lnTo>
                  <a:lnTo>
                    <a:pt x="5965" y="1209"/>
                  </a:lnTo>
                  <a:lnTo>
                    <a:pt x="0" y="6518"/>
                  </a:lnTo>
                  <a:lnTo>
                    <a:pt x="7202" y="8568"/>
                  </a:lnTo>
                </a:path>
              </a:pathLst>
            </a:custGeom>
            <a:solidFill>
              <a:srgbClr val="40315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49" name="Shape 8249"/>
            <p:cNvSpPr/>
            <p:nvPr/>
          </p:nvSpPr>
          <p:spPr>
            <a:xfrm>
              <a:off x="2057004" y="2457524"/>
              <a:ext cx="1406678" cy="1354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1" y="11704"/>
                  </a:moveTo>
                  <a:cubicBezTo>
                    <a:pt x="5808" y="9653"/>
                    <a:pt x="5808" y="9653"/>
                    <a:pt x="5808" y="9653"/>
                  </a:cubicBezTo>
                  <a:cubicBezTo>
                    <a:pt x="5109" y="8568"/>
                    <a:pt x="5109" y="8568"/>
                    <a:pt x="5109" y="8568"/>
                  </a:cubicBezTo>
                  <a:cubicBezTo>
                    <a:pt x="3021" y="3981"/>
                    <a:pt x="3021" y="3981"/>
                    <a:pt x="3021" y="3981"/>
                  </a:cubicBezTo>
                  <a:cubicBezTo>
                    <a:pt x="3021" y="0"/>
                    <a:pt x="3021" y="0"/>
                    <a:pt x="3021" y="0"/>
                  </a:cubicBezTo>
                  <a:cubicBezTo>
                    <a:pt x="8595" y="2533"/>
                    <a:pt x="8595" y="2533"/>
                    <a:pt x="8595" y="2533"/>
                  </a:cubicBezTo>
                  <a:lnTo>
                    <a:pt x="18698" y="7240"/>
                  </a:lnTo>
                  <a:cubicBezTo>
                    <a:pt x="19393" y="8086"/>
                    <a:pt x="20786" y="15325"/>
                    <a:pt x="21600" y="21600"/>
                  </a:cubicBezTo>
                  <a:cubicBezTo>
                    <a:pt x="0" y="21600"/>
                    <a:pt x="0" y="21600"/>
                    <a:pt x="0" y="21600"/>
                  </a:cubicBezTo>
                  <a:lnTo>
                    <a:pt x="7201" y="11704"/>
                  </a:lnTo>
                </a:path>
              </a:pathLst>
            </a:custGeom>
            <a:solidFill>
              <a:srgbClr val="604A7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0" name="Shape 8250"/>
            <p:cNvSpPr/>
            <p:nvPr/>
          </p:nvSpPr>
          <p:spPr>
            <a:xfrm>
              <a:off x="1853118" y="2457524"/>
              <a:ext cx="801425" cy="1354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65" y="8568"/>
                  </a:moveTo>
                  <a:lnTo>
                    <a:pt x="15691" y="9653"/>
                  </a:lnTo>
                  <a:lnTo>
                    <a:pt x="18137" y="11704"/>
                  </a:lnTo>
                  <a:lnTo>
                    <a:pt x="5498" y="21600"/>
                  </a:lnTo>
                  <a:lnTo>
                    <a:pt x="0" y="21600"/>
                  </a:lnTo>
                  <a:lnTo>
                    <a:pt x="2035" y="17619"/>
                  </a:lnTo>
                  <a:lnTo>
                    <a:pt x="8759" y="3981"/>
                  </a:lnTo>
                  <a:lnTo>
                    <a:pt x="10800" y="0"/>
                  </a:lnTo>
                  <a:lnTo>
                    <a:pt x="15691" y="1209"/>
                  </a:lnTo>
                  <a:lnTo>
                    <a:pt x="21600" y="6518"/>
                  </a:lnTo>
                  <a:lnTo>
                    <a:pt x="14465" y="8568"/>
                  </a:lnTo>
                </a:path>
              </a:pathLst>
            </a:custGeom>
            <a:solidFill>
              <a:srgbClr val="40315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1" name="Shape 8251"/>
            <p:cNvSpPr/>
            <p:nvPr/>
          </p:nvSpPr>
          <p:spPr>
            <a:xfrm>
              <a:off x="923357" y="0"/>
              <a:ext cx="1595618" cy="13769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075"/>
                  </a:moveTo>
                  <a:cubicBezTo>
                    <a:pt x="21600" y="14953"/>
                    <a:pt x="21600" y="14836"/>
                    <a:pt x="21600" y="14600"/>
                  </a:cubicBezTo>
                  <a:cubicBezTo>
                    <a:pt x="21600" y="14125"/>
                    <a:pt x="21495" y="13529"/>
                    <a:pt x="21495" y="13054"/>
                  </a:cubicBezTo>
                  <a:cubicBezTo>
                    <a:pt x="21394" y="12819"/>
                    <a:pt x="21394" y="12701"/>
                    <a:pt x="21394" y="12579"/>
                  </a:cubicBezTo>
                  <a:cubicBezTo>
                    <a:pt x="21292" y="12105"/>
                    <a:pt x="21292" y="11751"/>
                    <a:pt x="21190" y="11277"/>
                  </a:cubicBezTo>
                  <a:cubicBezTo>
                    <a:pt x="21086" y="11277"/>
                    <a:pt x="21086" y="11277"/>
                    <a:pt x="21086" y="11277"/>
                  </a:cubicBezTo>
                  <a:cubicBezTo>
                    <a:pt x="21086" y="11155"/>
                    <a:pt x="20984" y="10920"/>
                    <a:pt x="20984" y="10802"/>
                  </a:cubicBezTo>
                  <a:cubicBezTo>
                    <a:pt x="20883" y="10327"/>
                    <a:pt x="20676" y="9852"/>
                    <a:pt x="20473" y="9495"/>
                  </a:cubicBezTo>
                  <a:cubicBezTo>
                    <a:pt x="20781" y="9138"/>
                    <a:pt x="20883" y="8781"/>
                    <a:pt x="20883" y="8307"/>
                  </a:cubicBezTo>
                  <a:cubicBezTo>
                    <a:pt x="20883" y="7953"/>
                    <a:pt x="20781" y="7596"/>
                    <a:pt x="20575" y="7122"/>
                  </a:cubicBezTo>
                  <a:cubicBezTo>
                    <a:pt x="20676" y="4865"/>
                    <a:pt x="20063" y="2017"/>
                    <a:pt x="16070" y="710"/>
                  </a:cubicBezTo>
                  <a:cubicBezTo>
                    <a:pt x="14740" y="235"/>
                    <a:pt x="13000" y="0"/>
                    <a:pt x="11054" y="0"/>
                  </a:cubicBezTo>
                  <a:cubicBezTo>
                    <a:pt x="8908" y="0"/>
                    <a:pt x="6654" y="950"/>
                    <a:pt x="4813" y="2492"/>
                  </a:cubicBezTo>
                  <a:cubicBezTo>
                    <a:pt x="4505" y="2609"/>
                    <a:pt x="4298" y="2609"/>
                    <a:pt x="4095" y="2609"/>
                  </a:cubicBezTo>
                  <a:cubicBezTo>
                    <a:pt x="3584" y="2609"/>
                    <a:pt x="3070" y="2374"/>
                    <a:pt x="3070" y="2017"/>
                  </a:cubicBezTo>
                  <a:cubicBezTo>
                    <a:pt x="3070" y="1899"/>
                    <a:pt x="3070" y="1899"/>
                    <a:pt x="2968" y="1899"/>
                  </a:cubicBezTo>
                  <a:cubicBezTo>
                    <a:pt x="2968" y="1781"/>
                    <a:pt x="2968" y="1781"/>
                    <a:pt x="2867" y="1899"/>
                  </a:cubicBezTo>
                  <a:cubicBezTo>
                    <a:pt x="2356" y="2256"/>
                    <a:pt x="2048" y="2609"/>
                    <a:pt x="1740" y="2966"/>
                  </a:cubicBezTo>
                  <a:cubicBezTo>
                    <a:pt x="1638" y="3441"/>
                    <a:pt x="1537" y="3798"/>
                    <a:pt x="1537" y="4273"/>
                  </a:cubicBezTo>
                  <a:cubicBezTo>
                    <a:pt x="1537" y="4391"/>
                    <a:pt x="1537" y="4508"/>
                    <a:pt x="1537" y="4630"/>
                  </a:cubicBezTo>
                  <a:cubicBezTo>
                    <a:pt x="1229" y="4508"/>
                    <a:pt x="1022" y="4391"/>
                    <a:pt x="819" y="4273"/>
                  </a:cubicBezTo>
                  <a:cubicBezTo>
                    <a:pt x="819" y="4155"/>
                    <a:pt x="717" y="4155"/>
                    <a:pt x="613" y="4273"/>
                  </a:cubicBezTo>
                  <a:cubicBezTo>
                    <a:pt x="308" y="4748"/>
                    <a:pt x="0" y="5458"/>
                    <a:pt x="0" y="6172"/>
                  </a:cubicBezTo>
                  <a:cubicBezTo>
                    <a:pt x="0" y="6529"/>
                    <a:pt x="102" y="6882"/>
                    <a:pt x="203" y="7122"/>
                  </a:cubicBezTo>
                  <a:cubicBezTo>
                    <a:pt x="308" y="7122"/>
                    <a:pt x="308" y="7239"/>
                    <a:pt x="308" y="7239"/>
                  </a:cubicBezTo>
                  <a:cubicBezTo>
                    <a:pt x="203" y="7479"/>
                    <a:pt x="102" y="7832"/>
                    <a:pt x="102" y="8189"/>
                  </a:cubicBezTo>
                  <a:cubicBezTo>
                    <a:pt x="102" y="8189"/>
                    <a:pt x="102" y="8307"/>
                    <a:pt x="102" y="8428"/>
                  </a:cubicBezTo>
                  <a:cubicBezTo>
                    <a:pt x="102" y="9256"/>
                    <a:pt x="511" y="10088"/>
                    <a:pt x="1229" y="10680"/>
                  </a:cubicBezTo>
                  <a:cubicBezTo>
                    <a:pt x="1127" y="10920"/>
                    <a:pt x="1022" y="11155"/>
                    <a:pt x="1022" y="11277"/>
                  </a:cubicBezTo>
                  <a:cubicBezTo>
                    <a:pt x="921" y="11512"/>
                    <a:pt x="921" y="11630"/>
                    <a:pt x="819" y="11751"/>
                  </a:cubicBezTo>
                  <a:lnTo>
                    <a:pt x="819" y="11869"/>
                  </a:lnTo>
                  <a:cubicBezTo>
                    <a:pt x="819" y="12105"/>
                    <a:pt x="717" y="12462"/>
                    <a:pt x="717" y="12819"/>
                  </a:cubicBezTo>
                  <a:cubicBezTo>
                    <a:pt x="613" y="12936"/>
                    <a:pt x="613" y="13054"/>
                    <a:pt x="613" y="13293"/>
                  </a:cubicBezTo>
                  <a:cubicBezTo>
                    <a:pt x="613" y="13651"/>
                    <a:pt x="511" y="14004"/>
                    <a:pt x="511" y="14478"/>
                  </a:cubicBezTo>
                  <a:cubicBezTo>
                    <a:pt x="511" y="14600"/>
                    <a:pt x="511" y="14836"/>
                    <a:pt x="511" y="15075"/>
                  </a:cubicBezTo>
                  <a:cubicBezTo>
                    <a:pt x="511" y="15193"/>
                    <a:pt x="511" y="15310"/>
                    <a:pt x="511" y="15428"/>
                  </a:cubicBezTo>
                  <a:cubicBezTo>
                    <a:pt x="511" y="15667"/>
                    <a:pt x="511" y="15903"/>
                    <a:pt x="511" y="16142"/>
                  </a:cubicBezTo>
                  <a:cubicBezTo>
                    <a:pt x="511" y="16260"/>
                    <a:pt x="511" y="16378"/>
                    <a:pt x="511" y="16499"/>
                  </a:cubicBezTo>
                  <a:cubicBezTo>
                    <a:pt x="613" y="16735"/>
                    <a:pt x="613" y="16735"/>
                    <a:pt x="613" y="16735"/>
                  </a:cubicBezTo>
                  <a:cubicBezTo>
                    <a:pt x="613" y="17092"/>
                    <a:pt x="613" y="17566"/>
                    <a:pt x="613" y="18041"/>
                  </a:cubicBezTo>
                  <a:cubicBezTo>
                    <a:pt x="613" y="18159"/>
                    <a:pt x="613" y="18159"/>
                    <a:pt x="717" y="18159"/>
                  </a:cubicBezTo>
                  <a:cubicBezTo>
                    <a:pt x="717" y="18277"/>
                    <a:pt x="819" y="18398"/>
                    <a:pt x="921" y="18516"/>
                  </a:cubicBezTo>
                  <a:cubicBezTo>
                    <a:pt x="1022" y="18516"/>
                    <a:pt x="1127" y="18634"/>
                    <a:pt x="1127" y="18751"/>
                  </a:cubicBezTo>
                  <a:cubicBezTo>
                    <a:pt x="2048" y="21600"/>
                    <a:pt x="2048" y="21600"/>
                    <a:pt x="2048" y="21600"/>
                  </a:cubicBezTo>
                  <a:cubicBezTo>
                    <a:pt x="2149" y="21600"/>
                    <a:pt x="2149" y="21600"/>
                    <a:pt x="2251" y="21600"/>
                  </a:cubicBezTo>
                  <a:cubicBezTo>
                    <a:pt x="2251" y="21600"/>
                    <a:pt x="2356" y="21600"/>
                    <a:pt x="2356" y="21482"/>
                  </a:cubicBezTo>
                  <a:cubicBezTo>
                    <a:pt x="2251" y="21007"/>
                    <a:pt x="2251" y="20297"/>
                    <a:pt x="2251" y="19583"/>
                  </a:cubicBezTo>
                  <a:cubicBezTo>
                    <a:pt x="2251" y="18751"/>
                    <a:pt x="2251" y="17802"/>
                    <a:pt x="2457" y="16974"/>
                  </a:cubicBezTo>
                  <a:cubicBezTo>
                    <a:pt x="2559" y="16735"/>
                    <a:pt x="2559" y="16499"/>
                    <a:pt x="2660" y="16378"/>
                  </a:cubicBezTo>
                  <a:cubicBezTo>
                    <a:pt x="2765" y="16024"/>
                    <a:pt x="2968" y="15667"/>
                    <a:pt x="3175" y="15428"/>
                  </a:cubicBezTo>
                  <a:cubicBezTo>
                    <a:pt x="3175" y="15428"/>
                    <a:pt x="3175" y="15428"/>
                    <a:pt x="3175" y="15310"/>
                  </a:cubicBezTo>
                  <a:cubicBezTo>
                    <a:pt x="3175" y="15310"/>
                    <a:pt x="3175" y="15193"/>
                    <a:pt x="3175" y="15075"/>
                  </a:cubicBezTo>
                  <a:cubicBezTo>
                    <a:pt x="3175" y="14953"/>
                    <a:pt x="3175" y="14836"/>
                    <a:pt x="3070" y="14836"/>
                  </a:cubicBezTo>
                  <a:cubicBezTo>
                    <a:pt x="3070" y="14600"/>
                    <a:pt x="3070" y="14600"/>
                    <a:pt x="3070" y="14600"/>
                  </a:cubicBezTo>
                  <a:cubicBezTo>
                    <a:pt x="2968" y="14125"/>
                    <a:pt x="2968" y="13768"/>
                    <a:pt x="2968" y="13293"/>
                  </a:cubicBezTo>
                  <a:cubicBezTo>
                    <a:pt x="2968" y="13293"/>
                    <a:pt x="2968" y="13293"/>
                    <a:pt x="2968" y="13176"/>
                  </a:cubicBezTo>
                  <a:cubicBezTo>
                    <a:pt x="2968" y="13054"/>
                    <a:pt x="2968" y="12936"/>
                    <a:pt x="2968" y="12819"/>
                  </a:cubicBezTo>
                  <a:cubicBezTo>
                    <a:pt x="2968" y="12579"/>
                    <a:pt x="2968" y="12462"/>
                    <a:pt x="3070" y="12226"/>
                  </a:cubicBezTo>
                  <a:cubicBezTo>
                    <a:pt x="3070" y="12105"/>
                    <a:pt x="3175" y="11987"/>
                    <a:pt x="3175" y="11869"/>
                  </a:cubicBezTo>
                  <a:cubicBezTo>
                    <a:pt x="3276" y="11751"/>
                    <a:pt x="3378" y="11394"/>
                    <a:pt x="3584" y="11155"/>
                  </a:cubicBezTo>
                  <a:cubicBezTo>
                    <a:pt x="4606" y="10920"/>
                    <a:pt x="5527" y="10445"/>
                    <a:pt x="5936" y="9731"/>
                  </a:cubicBezTo>
                  <a:cubicBezTo>
                    <a:pt x="6244" y="9731"/>
                    <a:pt x="6552" y="9613"/>
                    <a:pt x="6857" y="9613"/>
                  </a:cubicBezTo>
                  <a:cubicBezTo>
                    <a:pt x="7165" y="9613"/>
                    <a:pt x="7575" y="9731"/>
                    <a:pt x="8089" y="9852"/>
                  </a:cubicBezTo>
                  <a:cubicBezTo>
                    <a:pt x="8394" y="9970"/>
                    <a:pt x="8600" y="10088"/>
                    <a:pt x="8908" y="10206"/>
                  </a:cubicBezTo>
                  <a:cubicBezTo>
                    <a:pt x="9419" y="10327"/>
                    <a:pt x="9930" y="10563"/>
                    <a:pt x="10441" y="10680"/>
                  </a:cubicBezTo>
                  <a:cubicBezTo>
                    <a:pt x="10648" y="10680"/>
                    <a:pt x="10851" y="10680"/>
                    <a:pt x="11054" y="10680"/>
                  </a:cubicBezTo>
                  <a:cubicBezTo>
                    <a:pt x="11667" y="10680"/>
                    <a:pt x="12282" y="10563"/>
                    <a:pt x="12794" y="10327"/>
                  </a:cubicBezTo>
                  <a:cubicBezTo>
                    <a:pt x="12895" y="10327"/>
                    <a:pt x="13102" y="10206"/>
                    <a:pt x="13203" y="10206"/>
                  </a:cubicBezTo>
                  <a:cubicBezTo>
                    <a:pt x="13613" y="9970"/>
                    <a:pt x="14022" y="9852"/>
                    <a:pt x="14533" y="9731"/>
                  </a:cubicBezTo>
                  <a:cubicBezTo>
                    <a:pt x="14740" y="9731"/>
                    <a:pt x="15048" y="9613"/>
                    <a:pt x="15251" y="9613"/>
                  </a:cubicBezTo>
                  <a:cubicBezTo>
                    <a:pt x="15559" y="9613"/>
                    <a:pt x="15762" y="9731"/>
                    <a:pt x="15968" y="9731"/>
                  </a:cubicBezTo>
                  <a:cubicBezTo>
                    <a:pt x="16378" y="9731"/>
                    <a:pt x="16787" y="9852"/>
                    <a:pt x="17095" y="10088"/>
                  </a:cubicBezTo>
                  <a:cubicBezTo>
                    <a:pt x="17505" y="10206"/>
                    <a:pt x="17914" y="10445"/>
                    <a:pt x="18219" y="10802"/>
                  </a:cubicBezTo>
                  <a:cubicBezTo>
                    <a:pt x="18324" y="10802"/>
                    <a:pt x="18324" y="10920"/>
                    <a:pt x="18425" y="11037"/>
                  </a:cubicBezTo>
                  <a:cubicBezTo>
                    <a:pt x="18628" y="11277"/>
                    <a:pt x="18835" y="11630"/>
                    <a:pt x="18936" y="11987"/>
                  </a:cubicBezTo>
                  <a:cubicBezTo>
                    <a:pt x="19038" y="12105"/>
                    <a:pt x="19038" y="12344"/>
                    <a:pt x="19143" y="12462"/>
                  </a:cubicBezTo>
                  <a:cubicBezTo>
                    <a:pt x="19143" y="12701"/>
                    <a:pt x="19143" y="13054"/>
                    <a:pt x="19143" y="13293"/>
                  </a:cubicBezTo>
                  <a:cubicBezTo>
                    <a:pt x="19143" y="13411"/>
                    <a:pt x="19143" y="13529"/>
                    <a:pt x="19143" y="13651"/>
                  </a:cubicBezTo>
                  <a:cubicBezTo>
                    <a:pt x="19143" y="13768"/>
                    <a:pt x="19143" y="14004"/>
                    <a:pt x="19038" y="14243"/>
                  </a:cubicBezTo>
                  <a:cubicBezTo>
                    <a:pt x="19038" y="14361"/>
                    <a:pt x="19038" y="14600"/>
                    <a:pt x="19038" y="14718"/>
                  </a:cubicBezTo>
                  <a:cubicBezTo>
                    <a:pt x="18936" y="14953"/>
                    <a:pt x="18936" y="15193"/>
                    <a:pt x="18936" y="15310"/>
                  </a:cubicBezTo>
                  <a:cubicBezTo>
                    <a:pt x="18936" y="15428"/>
                    <a:pt x="18936" y="15428"/>
                    <a:pt x="18936" y="15428"/>
                  </a:cubicBezTo>
                  <a:cubicBezTo>
                    <a:pt x="19038" y="15550"/>
                    <a:pt x="19038" y="15667"/>
                    <a:pt x="19143" y="15785"/>
                  </a:cubicBezTo>
                  <a:cubicBezTo>
                    <a:pt x="19244" y="15903"/>
                    <a:pt x="19346" y="16024"/>
                    <a:pt x="19346" y="16260"/>
                  </a:cubicBezTo>
                  <a:cubicBezTo>
                    <a:pt x="19552" y="16617"/>
                    <a:pt x="19755" y="17209"/>
                    <a:pt x="19857" y="17802"/>
                  </a:cubicBezTo>
                  <a:cubicBezTo>
                    <a:pt x="19857" y="18041"/>
                    <a:pt x="19857" y="18159"/>
                    <a:pt x="19857" y="18277"/>
                  </a:cubicBezTo>
                  <a:cubicBezTo>
                    <a:pt x="19857" y="18634"/>
                    <a:pt x="19857" y="19108"/>
                    <a:pt x="19857" y="19583"/>
                  </a:cubicBezTo>
                  <a:cubicBezTo>
                    <a:pt x="19857" y="20297"/>
                    <a:pt x="19857" y="21007"/>
                    <a:pt x="19755" y="21482"/>
                  </a:cubicBezTo>
                  <a:cubicBezTo>
                    <a:pt x="19755" y="21600"/>
                    <a:pt x="19857" y="21600"/>
                    <a:pt x="19857" y="21600"/>
                  </a:cubicBezTo>
                  <a:cubicBezTo>
                    <a:pt x="19962" y="21600"/>
                    <a:pt x="19962" y="21600"/>
                    <a:pt x="20063" y="21600"/>
                  </a:cubicBezTo>
                  <a:cubicBezTo>
                    <a:pt x="20984" y="18751"/>
                    <a:pt x="20984" y="18751"/>
                    <a:pt x="20984" y="18751"/>
                  </a:cubicBezTo>
                  <a:cubicBezTo>
                    <a:pt x="20984" y="18634"/>
                    <a:pt x="21086" y="18516"/>
                    <a:pt x="21190" y="18516"/>
                  </a:cubicBezTo>
                  <a:cubicBezTo>
                    <a:pt x="21292" y="18398"/>
                    <a:pt x="21292" y="18277"/>
                    <a:pt x="21394" y="18159"/>
                  </a:cubicBezTo>
                  <a:cubicBezTo>
                    <a:pt x="21495" y="18159"/>
                    <a:pt x="21495" y="18159"/>
                    <a:pt x="21495" y="18041"/>
                  </a:cubicBezTo>
                  <a:cubicBezTo>
                    <a:pt x="21495" y="17923"/>
                    <a:pt x="21495" y="17802"/>
                    <a:pt x="21495" y="17684"/>
                  </a:cubicBezTo>
                  <a:cubicBezTo>
                    <a:pt x="21495" y="17449"/>
                    <a:pt x="21495" y="17327"/>
                    <a:pt x="21495" y="17209"/>
                  </a:cubicBezTo>
                  <a:cubicBezTo>
                    <a:pt x="21495" y="16852"/>
                    <a:pt x="21600" y="16617"/>
                    <a:pt x="21600" y="16378"/>
                  </a:cubicBezTo>
                  <a:cubicBezTo>
                    <a:pt x="21600" y="16024"/>
                    <a:pt x="21600" y="15785"/>
                    <a:pt x="21600" y="15428"/>
                  </a:cubicBezTo>
                  <a:cubicBezTo>
                    <a:pt x="21600" y="15310"/>
                    <a:pt x="21600" y="15193"/>
                    <a:pt x="21600" y="15075"/>
                  </a:cubicBezTo>
                </a:path>
              </a:pathLst>
            </a:custGeom>
            <a:solidFill>
              <a:srgbClr val="754C2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2" name="Shape 8252"/>
            <p:cNvSpPr/>
            <p:nvPr/>
          </p:nvSpPr>
          <p:spPr>
            <a:xfrm>
              <a:off x="915884" y="983222"/>
              <a:ext cx="188701" cy="5975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914" y="0"/>
                  </a:moveTo>
                  <a:cubicBezTo>
                    <a:pt x="9486" y="0"/>
                    <a:pt x="11229" y="0"/>
                    <a:pt x="13828" y="0"/>
                  </a:cubicBezTo>
                  <a:cubicBezTo>
                    <a:pt x="21600" y="21058"/>
                    <a:pt x="21600" y="21058"/>
                    <a:pt x="21600" y="21058"/>
                  </a:cubicBezTo>
                  <a:cubicBezTo>
                    <a:pt x="19858" y="21329"/>
                    <a:pt x="17286" y="21329"/>
                    <a:pt x="14686" y="21600"/>
                  </a:cubicBezTo>
                  <a:cubicBezTo>
                    <a:pt x="12943" y="21600"/>
                    <a:pt x="10371" y="21600"/>
                    <a:pt x="8629" y="21600"/>
                  </a:cubicBezTo>
                  <a:cubicBezTo>
                    <a:pt x="0" y="551"/>
                    <a:pt x="0" y="551"/>
                    <a:pt x="0" y="551"/>
                  </a:cubicBezTo>
                  <a:cubicBezTo>
                    <a:pt x="2572" y="280"/>
                    <a:pt x="4314" y="280"/>
                    <a:pt x="6914" y="0"/>
                  </a:cubicBezTo>
                </a:path>
              </a:pathLst>
            </a:custGeom>
            <a:solidFill>
              <a:srgbClr val="604A7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3" name="Shape 8253"/>
            <p:cNvSpPr/>
            <p:nvPr/>
          </p:nvSpPr>
          <p:spPr>
            <a:xfrm>
              <a:off x="1899019" y="1466828"/>
              <a:ext cx="764064" cy="4993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17358"/>
                    <a:pt x="0" y="17358"/>
                    <a:pt x="0" y="17358"/>
                  </a:cubicBezTo>
                  <a:cubicBezTo>
                    <a:pt x="16255" y="17358"/>
                    <a:pt x="18821" y="660"/>
                    <a:pt x="18821" y="0"/>
                  </a:cubicBezTo>
                  <a:cubicBezTo>
                    <a:pt x="21600" y="985"/>
                    <a:pt x="21600" y="985"/>
                    <a:pt x="21600" y="985"/>
                  </a:cubicBezTo>
                  <a:cubicBezTo>
                    <a:pt x="21600" y="985"/>
                    <a:pt x="18397" y="21600"/>
                    <a:pt x="0" y="21600"/>
                  </a:cubicBezTo>
                </a:path>
              </a:pathLst>
            </a:custGeom>
            <a:solidFill>
              <a:srgbClr val="D9D9D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4" name="Shape 8254"/>
            <p:cNvSpPr/>
            <p:nvPr/>
          </p:nvSpPr>
          <p:spPr>
            <a:xfrm>
              <a:off x="1664177" y="1822325"/>
              <a:ext cx="332808" cy="1812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86"/>
                  </a:moveTo>
                  <a:cubicBezTo>
                    <a:pt x="21600" y="17101"/>
                    <a:pt x="19148" y="21600"/>
                    <a:pt x="15705" y="21600"/>
                  </a:cubicBezTo>
                  <a:cubicBezTo>
                    <a:pt x="5879" y="21600"/>
                    <a:pt x="5879" y="21600"/>
                    <a:pt x="5879" y="21600"/>
                  </a:cubicBezTo>
                  <a:cubicBezTo>
                    <a:pt x="2955" y="21600"/>
                    <a:pt x="0" y="17101"/>
                    <a:pt x="0" y="10786"/>
                  </a:cubicBezTo>
                  <a:cubicBezTo>
                    <a:pt x="0" y="5422"/>
                    <a:pt x="2955" y="0"/>
                    <a:pt x="5879" y="0"/>
                  </a:cubicBezTo>
                  <a:cubicBezTo>
                    <a:pt x="15705" y="0"/>
                    <a:pt x="15705" y="0"/>
                    <a:pt x="15705" y="0"/>
                  </a:cubicBezTo>
                  <a:cubicBezTo>
                    <a:pt x="19148" y="0"/>
                    <a:pt x="21600" y="5422"/>
                    <a:pt x="21600" y="10786"/>
                  </a:cubicBezTo>
                </a:path>
              </a:pathLst>
            </a:custGeom>
            <a:solidFill>
              <a:srgbClr val="604A7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5" name="Shape 8255"/>
            <p:cNvSpPr/>
            <p:nvPr/>
          </p:nvSpPr>
          <p:spPr>
            <a:xfrm>
              <a:off x="832622" y="22418"/>
              <a:ext cx="1837933" cy="12103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44" y="21600"/>
                  </a:moveTo>
                  <a:cubicBezTo>
                    <a:pt x="20533" y="21060"/>
                    <a:pt x="20533" y="21060"/>
                    <a:pt x="20533" y="21060"/>
                  </a:cubicBezTo>
                  <a:cubicBezTo>
                    <a:pt x="20710" y="19980"/>
                    <a:pt x="20442" y="17414"/>
                    <a:pt x="20442" y="17414"/>
                  </a:cubicBezTo>
                  <a:cubicBezTo>
                    <a:pt x="20442" y="17414"/>
                    <a:pt x="20442" y="17142"/>
                    <a:pt x="20442" y="17008"/>
                  </a:cubicBezTo>
                  <a:cubicBezTo>
                    <a:pt x="20442" y="8502"/>
                    <a:pt x="16175" y="1620"/>
                    <a:pt x="10753" y="1620"/>
                  </a:cubicBezTo>
                  <a:cubicBezTo>
                    <a:pt x="5422" y="1620"/>
                    <a:pt x="1067" y="8502"/>
                    <a:pt x="1067" y="17008"/>
                  </a:cubicBezTo>
                  <a:cubicBezTo>
                    <a:pt x="1155" y="21600"/>
                    <a:pt x="1155" y="21600"/>
                    <a:pt x="1155" y="21600"/>
                  </a:cubicBezTo>
                  <a:cubicBezTo>
                    <a:pt x="0" y="21600"/>
                    <a:pt x="0" y="21600"/>
                    <a:pt x="0" y="21600"/>
                  </a:cubicBezTo>
                  <a:cubicBezTo>
                    <a:pt x="0" y="17008"/>
                    <a:pt x="0" y="17008"/>
                    <a:pt x="0" y="17008"/>
                  </a:cubicBezTo>
                  <a:cubicBezTo>
                    <a:pt x="0" y="7560"/>
                    <a:pt x="4799" y="0"/>
                    <a:pt x="10753" y="0"/>
                  </a:cubicBezTo>
                  <a:cubicBezTo>
                    <a:pt x="16798" y="0"/>
                    <a:pt x="21600" y="7560"/>
                    <a:pt x="21600" y="17008"/>
                  </a:cubicBezTo>
                  <a:cubicBezTo>
                    <a:pt x="21600" y="18494"/>
                    <a:pt x="21509" y="20114"/>
                    <a:pt x="21244" y="21600"/>
                  </a:cubicBezTo>
                </a:path>
              </a:pathLst>
            </a:custGeom>
            <a:solidFill>
              <a:srgbClr val="D9D9D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6" name="Shape 8256"/>
            <p:cNvSpPr/>
            <p:nvPr/>
          </p:nvSpPr>
          <p:spPr>
            <a:xfrm>
              <a:off x="2511744" y="998168"/>
              <a:ext cx="274501" cy="582647"/>
            </a:xfrm>
            <a:custGeom>
              <a:avLst/>
              <a:gdLst/>
              <a:ahLst/>
              <a:cxnLst>
                <a:cxn ang="0">
                  <a:pos x="wd2" y="hd2"/>
                </a:cxn>
                <a:cxn ang="5400000">
                  <a:pos x="wd2" y="hd2"/>
                </a:cxn>
                <a:cxn ang="10800000">
                  <a:pos x="wd2" y="hd2"/>
                </a:cxn>
                <a:cxn ang="16200000">
                  <a:pos x="wd2" y="hd2"/>
                </a:cxn>
              </a:cxnLst>
              <a:rect l="0" t="0" r="r" b="b"/>
              <a:pathLst>
                <a:path w="20589" h="21600" fill="norm" stroke="1" extrusionOk="0">
                  <a:moveTo>
                    <a:pt x="20455" y="11779"/>
                  </a:moveTo>
                  <a:cubicBezTo>
                    <a:pt x="21600" y="6455"/>
                    <a:pt x="15345" y="1679"/>
                    <a:pt x="5691" y="0"/>
                  </a:cubicBezTo>
                  <a:cubicBezTo>
                    <a:pt x="0" y="21600"/>
                    <a:pt x="0" y="21600"/>
                    <a:pt x="0" y="21600"/>
                  </a:cubicBezTo>
                  <a:cubicBezTo>
                    <a:pt x="10236" y="21043"/>
                    <a:pt x="19327" y="17111"/>
                    <a:pt x="20455" y="11779"/>
                  </a:cubicBezTo>
                </a:path>
              </a:pathLst>
            </a:custGeom>
            <a:solidFill>
              <a:srgbClr val="4BACC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7" name="Shape 8257"/>
            <p:cNvSpPr/>
            <p:nvPr/>
          </p:nvSpPr>
          <p:spPr>
            <a:xfrm>
              <a:off x="2404998" y="983222"/>
              <a:ext cx="181228" cy="5975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0"/>
                  </a:moveTo>
                  <a:cubicBezTo>
                    <a:pt x="11693" y="0"/>
                    <a:pt x="9907" y="0"/>
                    <a:pt x="7200" y="0"/>
                  </a:cubicBezTo>
                  <a:cubicBezTo>
                    <a:pt x="0" y="21058"/>
                    <a:pt x="0" y="21058"/>
                    <a:pt x="0" y="21058"/>
                  </a:cubicBezTo>
                  <a:cubicBezTo>
                    <a:pt x="1786" y="21329"/>
                    <a:pt x="3600" y="21329"/>
                    <a:pt x="6307" y="21600"/>
                  </a:cubicBezTo>
                  <a:cubicBezTo>
                    <a:pt x="8093" y="21600"/>
                    <a:pt x="10800" y="21600"/>
                    <a:pt x="12586" y="21600"/>
                  </a:cubicBezTo>
                  <a:cubicBezTo>
                    <a:pt x="21600" y="551"/>
                    <a:pt x="21600" y="551"/>
                    <a:pt x="21600" y="551"/>
                  </a:cubicBezTo>
                  <a:cubicBezTo>
                    <a:pt x="18893" y="280"/>
                    <a:pt x="17107" y="280"/>
                    <a:pt x="14400" y="0"/>
                  </a:cubicBezTo>
                </a:path>
              </a:pathLst>
            </a:custGeom>
            <a:solidFill>
              <a:srgbClr val="604A7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258" name="Shape 8258"/>
            <p:cNvSpPr/>
            <p:nvPr/>
          </p:nvSpPr>
          <p:spPr>
            <a:xfrm>
              <a:off x="716700" y="998168"/>
              <a:ext cx="273666" cy="582647"/>
            </a:xfrm>
            <a:custGeom>
              <a:avLst/>
              <a:gdLst/>
              <a:ahLst/>
              <a:cxnLst>
                <a:cxn ang="0">
                  <a:pos x="wd2" y="hd2"/>
                </a:cxn>
                <a:cxn ang="5400000">
                  <a:pos x="wd2" y="hd2"/>
                </a:cxn>
                <a:cxn ang="10800000">
                  <a:pos x="wd2" y="hd2"/>
                </a:cxn>
                <a:cxn ang="16200000">
                  <a:pos x="wd2" y="hd2"/>
                </a:cxn>
              </a:cxnLst>
              <a:rect l="0" t="0" r="r" b="b"/>
              <a:pathLst>
                <a:path w="20603" h="21600" fill="norm" stroke="1" extrusionOk="0">
                  <a:moveTo>
                    <a:pt x="131" y="11779"/>
                  </a:moveTo>
                  <a:cubicBezTo>
                    <a:pt x="-997" y="6455"/>
                    <a:pt x="5245" y="1679"/>
                    <a:pt x="14925" y="0"/>
                  </a:cubicBezTo>
                  <a:cubicBezTo>
                    <a:pt x="20603" y="21600"/>
                    <a:pt x="20603" y="21600"/>
                    <a:pt x="20603" y="21600"/>
                  </a:cubicBezTo>
                  <a:cubicBezTo>
                    <a:pt x="10376" y="21043"/>
                    <a:pt x="1278" y="17111"/>
                    <a:pt x="131" y="11779"/>
                  </a:cubicBezTo>
                </a:path>
              </a:pathLst>
            </a:custGeom>
            <a:solidFill>
              <a:srgbClr val="4BACC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7964"/>
                                        </p:tgtEl>
                                        <p:attrNameLst>
                                          <p:attrName>style.visibility</p:attrName>
                                        </p:attrNameLst>
                                      </p:cBhvr>
                                      <p:to>
                                        <p:strVal val="visible"/>
                                      </p:to>
                                    </p:set>
                                    <p:animEffect filter="dissolve" transition="in">
                                      <p:cBhvr>
                                        <p:cTn id="7" dur="1000"/>
                                        <p:tgtEl>
                                          <p:spTgt spid="7964"/>
                                        </p:tgtEl>
                                      </p:cBhvr>
                                    </p:animEffect>
                                  </p:childTnLst>
                                </p:cTn>
                              </p:par>
                            </p:childTnLst>
                          </p:cTn>
                        </p:par>
                        <p:par>
                          <p:cTn id="8" fill="hold">
                            <p:stCondLst>
                              <p:cond delay="1000"/>
                            </p:stCondLst>
                            <p:childTnLst>
                              <p:par>
                                <p:cTn id="9" presetClass="entr" nodeType="afterEffect" presetID="9" grpId="2" fill="hold">
                                  <p:stCondLst>
                                    <p:cond delay="0"/>
                                  </p:stCondLst>
                                  <p:iterate type="el" backwards="0">
                                    <p:tmAbs val="0"/>
                                  </p:iterate>
                                  <p:childTnLst>
                                    <p:set>
                                      <p:cBhvr>
                                        <p:cTn id="10" fill="hold"/>
                                        <p:tgtEl>
                                          <p:spTgt spid="7975"/>
                                        </p:tgtEl>
                                        <p:attrNameLst>
                                          <p:attrName>style.visibility</p:attrName>
                                        </p:attrNameLst>
                                      </p:cBhvr>
                                      <p:to>
                                        <p:strVal val="visible"/>
                                      </p:to>
                                    </p:set>
                                    <p:animEffect filter="dissolve" transition="in">
                                      <p:cBhvr>
                                        <p:cTn id="11" dur="1000"/>
                                        <p:tgtEl>
                                          <p:spTgt spid="7975"/>
                                        </p:tgtEl>
                                      </p:cBhvr>
                                    </p:animEffect>
                                  </p:childTnLst>
                                </p:cTn>
                              </p:par>
                            </p:childTnLst>
                          </p:cTn>
                        </p:par>
                        <p:par>
                          <p:cTn id="12" fill="hold">
                            <p:stCondLst>
                              <p:cond delay="2000"/>
                            </p:stCondLst>
                            <p:childTnLst>
                              <p:par>
                                <p:cTn id="13" presetClass="entr" nodeType="afterEffect" presetSubtype="4" presetID="22" grpId="3" fill="hold">
                                  <p:stCondLst>
                                    <p:cond delay="0"/>
                                  </p:stCondLst>
                                  <p:iterate type="el" backwards="0">
                                    <p:tmAbs val="0"/>
                                  </p:iterate>
                                  <p:childTnLst>
                                    <p:set>
                                      <p:cBhvr>
                                        <p:cTn id="14" fill="hold"/>
                                        <p:tgtEl>
                                          <p:spTgt spid="7986"/>
                                        </p:tgtEl>
                                        <p:attrNameLst>
                                          <p:attrName>style.visibility</p:attrName>
                                        </p:attrNameLst>
                                      </p:cBhvr>
                                      <p:to>
                                        <p:strVal val="visible"/>
                                      </p:to>
                                    </p:set>
                                    <p:animEffect filter="wipe(down)" transition="in">
                                      <p:cBhvr>
                                        <p:cTn id="15" dur="1000"/>
                                        <p:tgtEl>
                                          <p:spTgt spid="7986"/>
                                        </p:tgtEl>
                                      </p:cBhvr>
                                    </p:animEffect>
                                  </p:childTnLst>
                                </p:cTn>
                              </p:par>
                            </p:childTnLst>
                          </p:cTn>
                        </p:par>
                        <p:par>
                          <p:cTn id="16" fill="hold">
                            <p:stCondLst>
                              <p:cond delay="3000"/>
                            </p:stCondLst>
                            <p:childTnLst>
                              <p:par>
                                <p:cTn id="17" presetClass="entr" nodeType="afterEffect" presetSubtype="4" presetID="22" grpId="4" fill="hold">
                                  <p:stCondLst>
                                    <p:cond delay="0"/>
                                  </p:stCondLst>
                                  <p:iterate type="el" backwards="0">
                                    <p:tmAbs val="0"/>
                                  </p:iterate>
                                  <p:childTnLst>
                                    <p:set>
                                      <p:cBhvr>
                                        <p:cTn id="18" fill="hold"/>
                                        <p:tgtEl>
                                          <p:spTgt spid="7997"/>
                                        </p:tgtEl>
                                        <p:attrNameLst>
                                          <p:attrName>style.visibility</p:attrName>
                                        </p:attrNameLst>
                                      </p:cBhvr>
                                      <p:to>
                                        <p:strVal val="visible"/>
                                      </p:to>
                                    </p:set>
                                    <p:animEffect filter="wipe(down)" transition="in">
                                      <p:cBhvr>
                                        <p:cTn id="19" dur="1000"/>
                                        <p:tgtEl>
                                          <p:spTgt spid="7997"/>
                                        </p:tgtEl>
                                      </p:cBhvr>
                                    </p:animEffect>
                                  </p:childTnLst>
                                </p:cTn>
                              </p:par>
                            </p:childTnLst>
                          </p:cTn>
                        </p:par>
                        <p:par>
                          <p:cTn id="20" fill="hold">
                            <p:stCondLst>
                              <p:cond delay="4000"/>
                            </p:stCondLst>
                            <p:childTnLst>
                              <p:par>
                                <p:cTn id="21" presetClass="entr" nodeType="afterEffect" presetSubtype="4" presetID="22" grpId="5" fill="hold">
                                  <p:stCondLst>
                                    <p:cond delay="0"/>
                                  </p:stCondLst>
                                  <p:iterate type="el" backwards="0">
                                    <p:tmAbs val="0"/>
                                  </p:iterate>
                                  <p:childTnLst>
                                    <p:set>
                                      <p:cBhvr>
                                        <p:cTn id="22" fill="hold"/>
                                        <p:tgtEl>
                                          <p:spTgt spid="8003"/>
                                        </p:tgtEl>
                                        <p:attrNameLst>
                                          <p:attrName>style.visibility</p:attrName>
                                        </p:attrNameLst>
                                      </p:cBhvr>
                                      <p:to>
                                        <p:strVal val="visible"/>
                                      </p:to>
                                    </p:set>
                                    <p:animEffect filter="wipe(down)" transition="in">
                                      <p:cBhvr>
                                        <p:cTn id="23" dur="500"/>
                                        <p:tgtEl>
                                          <p:spTgt spid="8003"/>
                                        </p:tgtEl>
                                      </p:cBhvr>
                                    </p:animEffect>
                                  </p:childTnLst>
                                </p:cTn>
                              </p:par>
                            </p:childTnLst>
                          </p:cTn>
                        </p:par>
                        <p:par>
                          <p:cTn id="24" fill="hold">
                            <p:stCondLst>
                              <p:cond delay="4500"/>
                            </p:stCondLst>
                            <p:childTnLst>
                              <p:par>
                                <p:cTn id="25" presetClass="entr" nodeType="afterEffect" presetSubtype="4" presetID="22" grpId="6" fill="hold">
                                  <p:stCondLst>
                                    <p:cond delay="0"/>
                                  </p:stCondLst>
                                  <p:iterate type="el" backwards="0">
                                    <p:tmAbs val="0"/>
                                  </p:iterate>
                                  <p:childTnLst>
                                    <p:set>
                                      <p:cBhvr>
                                        <p:cTn id="26" fill="hold"/>
                                        <p:tgtEl>
                                          <p:spTgt spid="8009"/>
                                        </p:tgtEl>
                                        <p:attrNameLst>
                                          <p:attrName>style.visibility</p:attrName>
                                        </p:attrNameLst>
                                      </p:cBhvr>
                                      <p:to>
                                        <p:strVal val="visible"/>
                                      </p:to>
                                    </p:set>
                                    <p:animEffect filter="wipe(down)" transition="in">
                                      <p:cBhvr>
                                        <p:cTn id="27" dur="500"/>
                                        <p:tgtEl>
                                          <p:spTgt spid="8009"/>
                                        </p:tgtEl>
                                      </p:cBhvr>
                                    </p:animEffect>
                                  </p:childTnLst>
                                </p:cTn>
                              </p:par>
                            </p:childTnLst>
                          </p:cTn>
                        </p:par>
                        <p:par>
                          <p:cTn id="28" fill="hold">
                            <p:stCondLst>
                              <p:cond delay="5000"/>
                            </p:stCondLst>
                            <p:childTnLst>
                              <p:par>
                                <p:cTn id="29" presetClass="entr" nodeType="afterEffect" presetSubtype="1" presetID="2" grpId="7" fill="hold">
                                  <p:stCondLst>
                                    <p:cond delay="0"/>
                                  </p:stCondLst>
                                  <p:iterate type="el" backwards="0">
                                    <p:tmAbs val="0"/>
                                  </p:iterate>
                                  <p:childTnLst>
                                    <p:set>
                                      <p:cBhvr>
                                        <p:cTn id="30" fill="hold"/>
                                        <p:tgtEl>
                                          <p:spTgt spid="8017"/>
                                        </p:tgtEl>
                                        <p:attrNameLst>
                                          <p:attrName>style.visibility</p:attrName>
                                        </p:attrNameLst>
                                      </p:cBhvr>
                                      <p:to>
                                        <p:strVal val="visible"/>
                                      </p:to>
                                    </p:set>
                                    <p:anim calcmode="lin" valueType="num">
                                      <p:cBhvr>
                                        <p:cTn id="31" dur="500" fill="hold"/>
                                        <p:tgtEl>
                                          <p:spTgt spid="8017"/>
                                        </p:tgtEl>
                                        <p:attrNameLst>
                                          <p:attrName>ppt_x</p:attrName>
                                        </p:attrNameLst>
                                      </p:cBhvr>
                                      <p:tavLst>
                                        <p:tav tm="0">
                                          <p:val>
                                            <p:strVal val="#ppt_x"/>
                                          </p:val>
                                        </p:tav>
                                        <p:tav tm="100000">
                                          <p:val>
                                            <p:strVal val="#ppt_x"/>
                                          </p:val>
                                        </p:tav>
                                      </p:tavLst>
                                    </p:anim>
                                    <p:anim calcmode="lin" valueType="num">
                                      <p:cBhvr>
                                        <p:cTn id="32" dur="500" fill="hold"/>
                                        <p:tgtEl>
                                          <p:spTgt spid="8017"/>
                                        </p:tgtEl>
                                        <p:attrNameLst>
                                          <p:attrName>ppt_y</p:attrName>
                                        </p:attrNameLst>
                                      </p:cBhvr>
                                      <p:tavLst>
                                        <p:tav tm="0">
                                          <p:val>
                                            <p:strVal val="0-#ppt_h/2"/>
                                          </p:val>
                                        </p:tav>
                                        <p:tav tm="100000">
                                          <p:val>
                                            <p:strVal val="#ppt_y"/>
                                          </p:val>
                                        </p:tav>
                                      </p:tavLst>
                                    </p:anim>
                                  </p:childTnLst>
                                </p:cTn>
                              </p:par>
                            </p:childTnLst>
                          </p:cTn>
                        </p:par>
                        <p:par>
                          <p:cTn id="33" fill="hold">
                            <p:stCondLst>
                              <p:cond delay="5500"/>
                            </p:stCondLst>
                            <p:childTnLst>
                              <p:par>
                                <p:cTn id="34" presetClass="entr" nodeType="afterEffect" presetSubtype="1" presetID="2" grpId="8" fill="hold">
                                  <p:stCondLst>
                                    <p:cond delay="0"/>
                                  </p:stCondLst>
                                  <p:iterate type="el" backwards="0">
                                    <p:tmAbs val="0"/>
                                  </p:iterate>
                                  <p:childTnLst>
                                    <p:set>
                                      <p:cBhvr>
                                        <p:cTn id="35" fill="hold"/>
                                        <p:tgtEl>
                                          <p:spTgt spid="8025"/>
                                        </p:tgtEl>
                                        <p:attrNameLst>
                                          <p:attrName>style.visibility</p:attrName>
                                        </p:attrNameLst>
                                      </p:cBhvr>
                                      <p:to>
                                        <p:strVal val="visible"/>
                                      </p:to>
                                    </p:set>
                                    <p:anim calcmode="lin" valueType="num">
                                      <p:cBhvr>
                                        <p:cTn id="36" dur="500" fill="hold"/>
                                        <p:tgtEl>
                                          <p:spTgt spid="8025"/>
                                        </p:tgtEl>
                                        <p:attrNameLst>
                                          <p:attrName>ppt_x</p:attrName>
                                        </p:attrNameLst>
                                      </p:cBhvr>
                                      <p:tavLst>
                                        <p:tav tm="0">
                                          <p:val>
                                            <p:strVal val="#ppt_x"/>
                                          </p:val>
                                        </p:tav>
                                        <p:tav tm="100000">
                                          <p:val>
                                            <p:strVal val="#ppt_x"/>
                                          </p:val>
                                        </p:tav>
                                      </p:tavLst>
                                    </p:anim>
                                    <p:anim calcmode="lin" valueType="num">
                                      <p:cBhvr>
                                        <p:cTn id="37" dur="500" fill="hold"/>
                                        <p:tgtEl>
                                          <p:spTgt spid="8025"/>
                                        </p:tgtEl>
                                        <p:attrNameLst>
                                          <p:attrName>ppt_y</p:attrName>
                                        </p:attrNameLst>
                                      </p:cBhvr>
                                      <p:tavLst>
                                        <p:tav tm="0">
                                          <p:val>
                                            <p:strVal val="0-#ppt_h/2"/>
                                          </p:val>
                                        </p:tav>
                                        <p:tav tm="100000">
                                          <p:val>
                                            <p:strVal val="#ppt_y"/>
                                          </p:val>
                                        </p:tav>
                                      </p:tavLst>
                                    </p:anim>
                                  </p:childTnLst>
                                </p:cTn>
                              </p:par>
                            </p:childTnLst>
                          </p:cTn>
                        </p:par>
                        <p:par>
                          <p:cTn id="38" fill="hold">
                            <p:stCondLst>
                              <p:cond delay="6000"/>
                            </p:stCondLst>
                            <p:childTnLst>
                              <p:par>
                                <p:cTn id="39" presetClass="entr" nodeType="afterEffect" presetSubtype="12" presetID="18" grpId="9" fill="hold">
                                  <p:stCondLst>
                                    <p:cond delay="0"/>
                                  </p:stCondLst>
                                  <p:iterate type="el" backwards="0">
                                    <p:tmAbs val="0"/>
                                  </p:iterate>
                                  <p:childTnLst>
                                    <p:set>
                                      <p:cBhvr>
                                        <p:cTn id="40" fill="hold"/>
                                        <p:tgtEl>
                                          <p:spTgt spid="8044"/>
                                        </p:tgtEl>
                                        <p:attrNameLst>
                                          <p:attrName>style.visibility</p:attrName>
                                        </p:attrNameLst>
                                      </p:cBhvr>
                                      <p:to>
                                        <p:strVal val="visible"/>
                                      </p:to>
                                    </p:set>
                                    <p:animEffect filter="strips(downLeft)" transition="in">
                                      <p:cBhvr>
                                        <p:cTn id="41" dur="500"/>
                                        <p:tgtEl>
                                          <p:spTgt spid="8044"/>
                                        </p:tgtEl>
                                      </p:cBhvr>
                                    </p:animEffect>
                                  </p:childTnLst>
                                </p:cTn>
                              </p:par>
                            </p:childTnLst>
                          </p:cTn>
                        </p:par>
                        <p:par>
                          <p:cTn id="42" fill="hold">
                            <p:stCondLst>
                              <p:cond delay="6500"/>
                            </p:stCondLst>
                            <p:childTnLst>
                              <p:par>
                                <p:cTn id="43" presetClass="entr" nodeType="afterEffect" presetSubtype="4" presetID="22" grpId="10" fill="hold">
                                  <p:stCondLst>
                                    <p:cond delay="0"/>
                                  </p:stCondLst>
                                  <p:iterate type="el" backwards="0">
                                    <p:tmAbs val="0"/>
                                  </p:iterate>
                                  <p:childTnLst>
                                    <p:set>
                                      <p:cBhvr>
                                        <p:cTn id="44" fill="hold"/>
                                        <p:tgtEl>
                                          <p:spTgt spid="8066"/>
                                        </p:tgtEl>
                                        <p:attrNameLst>
                                          <p:attrName>style.visibility</p:attrName>
                                        </p:attrNameLst>
                                      </p:cBhvr>
                                      <p:to>
                                        <p:strVal val="visible"/>
                                      </p:to>
                                    </p:set>
                                    <p:animEffect filter="wipe(down)" transition="in">
                                      <p:cBhvr>
                                        <p:cTn id="45" dur="500"/>
                                        <p:tgtEl>
                                          <p:spTgt spid="8066"/>
                                        </p:tgtEl>
                                      </p:cBhvr>
                                    </p:animEffect>
                                  </p:childTnLst>
                                </p:cTn>
                              </p:par>
                            </p:childTnLst>
                          </p:cTn>
                        </p:par>
                        <p:par>
                          <p:cTn id="46" fill="hold">
                            <p:stCondLst>
                              <p:cond delay="7000"/>
                            </p:stCondLst>
                            <p:childTnLst>
                              <p:par>
                                <p:cTn id="47" presetClass="entr" nodeType="afterEffect" presetSubtype="12" presetID="18" grpId="11" fill="hold">
                                  <p:stCondLst>
                                    <p:cond delay="0"/>
                                  </p:stCondLst>
                                  <p:iterate type="el" backwards="0">
                                    <p:tmAbs val="0"/>
                                  </p:iterate>
                                  <p:childTnLst>
                                    <p:set>
                                      <p:cBhvr>
                                        <p:cTn id="48" fill="hold"/>
                                        <p:tgtEl>
                                          <p:spTgt spid="8085"/>
                                        </p:tgtEl>
                                        <p:attrNameLst>
                                          <p:attrName>style.visibility</p:attrName>
                                        </p:attrNameLst>
                                      </p:cBhvr>
                                      <p:to>
                                        <p:strVal val="visible"/>
                                      </p:to>
                                    </p:set>
                                    <p:animEffect filter="strips(downLeft)" transition="in">
                                      <p:cBhvr>
                                        <p:cTn id="49" dur="500"/>
                                        <p:tgtEl>
                                          <p:spTgt spid="8085"/>
                                        </p:tgtEl>
                                      </p:cBhvr>
                                    </p:animEffect>
                                  </p:childTnLst>
                                </p:cTn>
                              </p:par>
                            </p:childTnLst>
                          </p:cTn>
                        </p:par>
                        <p:par>
                          <p:cTn id="50" fill="hold">
                            <p:stCondLst>
                              <p:cond delay="7500"/>
                            </p:stCondLst>
                            <p:childTnLst>
                              <p:par>
                                <p:cTn id="51" presetClass="entr" nodeType="afterEffect" presetID="9" grpId="12" fill="hold">
                                  <p:stCondLst>
                                    <p:cond delay="0"/>
                                  </p:stCondLst>
                                  <p:iterate type="el" backwards="0">
                                    <p:tmAbs val="0"/>
                                  </p:iterate>
                                  <p:childTnLst>
                                    <p:set>
                                      <p:cBhvr>
                                        <p:cTn id="52" fill="hold"/>
                                        <p:tgtEl>
                                          <p:spTgt spid="8203"/>
                                        </p:tgtEl>
                                        <p:attrNameLst>
                                          <p:attrName>style.visibility</p:attrName>
                                        </p:attrNameLst>
                                      </p:cBhvr>
                                      <p:to>
                                        <p:strVal val="visible"/>
                                      </p:to>
                                    </p:set>
                                    <p:animEffect filter="dissolve" transition="in">
                                      <p:cBhvr>
                                        <p:cTn id="53" dur="1000"/>
                                        <p:tgtEl>
                                          <p:spTgt spid="8203"/>
                                        </p:tgtEl>
                                      </p:cBhvr>
                                    </p:animEffect>
                                  </p:childTnLst>
                                </p:cTn>
                              </p:par>
                            </p:childTnLst>
                          </p:cTn>
                        </p:par>
                        <p:par>
                          <p:cTn id="54" fill="hold">
                            <p:stCondLst>
                              <p:cond delay="8500"/>
                            </p:stCondLst>
                            <p:childTnLst>
                              <p:par>
                                <p:cTn id="55" presetClass="entr" nodeType="afterEffect" presetSubtype="32" presetID="4" grpId="13" fill="hold">
                                  <p:stCondLst>
                                    <p:cond delay="0"/>
                                  </p:stCondLst>
                                  <p:iterate type="el" backwards="0">
                                    <p:tmAbs val="0"/>
                                  </p:iterate>
                                  <p:childTnLst>
                                    <p:set>
                                      <p:cBhvr>
                                        <p:cTn id="56" fill="hold"/>
                                        <p:tgtEl>
                                          <p:spTgt spid="8204"/>
                                        </p:tgtEl>
                                        <p:attrNameLst>
                                          <p:attrName>style.visibility</p:attrName>
                                        </p:attrNameLst>
                                      </p:cBhvr>
                                      <p:to>
                                        <p:strVal val="visible"/>
                                      </p:to>
                                    </p:set>
                                    <p:animEffect filter="box(out)" transition="in">
                                      <p:cBhvr>
                                        <p:cTn id="57" dur="500"/>
                                        <p:tgtEl>
                                          <p:spTgt spid="8204"/>
                                        </p:tgtEl>
                                      </p:cBhvr>
                                    </p:animEffect>
                                  </p:childTnLst>
                                </p:cTn>
                              </p:par>
                            </p:childTnLst>
                          </p:cTn>
                        </p:par>
                        <p:par>
                          <p:cTn id="58" fill="hold">
                            <p:stCondLst>
                              <p:cond delay="9000"/>
                            </p:stCondLst>
                            <p:childTnLst>
                              <p:par>
                                <p:cTn id="59" presetClass="entr" nodeType="afterEffect" presetSubtype="4" presetID="22" grpId="14" fill="hold">
                                  <p:stCondLst>
                                    <p:cond delay="0"/>
                                  </p:stCondLst>
                                  <p:iterate type="el" backwards="0">
                                    <p:tmAbs val="0"/>
                                  </p:iterate>
                                  <p:childTnLst>
                                    <p:set>
                                      <p:cBhvr>
                                        <p:cTn id="60" fill="hold"/>
                                        <p:tgtEl>
                                          <p:spTgt spid="8233"/>
                                        </p:tgtEl>
                                        <p:attrNameLst>
                                          <p:attrName>style.visibility</p:attrName>
                                        </p:attrNameLst>
                                      </p:cBhvr>
                                      <p:to>
                                        <p:strVal val="visible"/>
                                      </p:to>
                                    </p:set>
                                    <p:animEffect filter="wipe(down)" transition="in">
                                      <p:cBhvr>
                                        <p:cTn id="61" dur="500"/>
                                        <p:tgtEl>
                                          <p:spTgt spid="8233"/>
                                        </p:tgtEl>
                                      </p:cBhvr>
                                    </p:animEffect>
                                  </p:childTnLst>
                                </p:cTn>
                              </p:par>
                            </p:childTnLst>
                          </p:cTn>
                        </p:par>
                        <p:par>
                          <p:cTn id="62" fill="hold">
                            <p:stCondLst>
                              <p:cond delay="9500"/>
                            </p:stCondLst>
                            <p:childTnLst>
                              <p:par>
                                <p:cTn id="63" presetClass="entr" nodeType="afterEffect" presetSubtype="12" presetID="18" grpId="15" fill="hold">
                                  <p:stCondLst>
                                    <p:cond delay="0"/>
                                  </p:stCondLst>
                                  <p:iterate type="el" backwards="0">
                                    <p:tmAbs val="0"/>
                                  </p:iterate>
                                  <p:childTnLst>
                                    <p:set>
                                      <p:cBhvr>
                                        <p:cTn id="64" fill="hold"/>
                                        <p:tgtEl>
                                          <p:spTgt spid="8259"/>
                                        </p:tgtEl>
                                        <p:attrNameLst>
                                          <p:attrName>style.visibility</p:attrName>
                                        </p:attrNameLst>
                                      </p:cBhvr>
                                      <p:to>
                                        <p:strVal val="visible"/>
                                      </p:to>
                                    </p:set>
                                    <p:animEffect filter="strips(downLeft)" transition="in">
                                      <p:cBhvr>
                                        <p:cTn id="65" dur="500"/>
                                        <p:tgtEl>
                                          <p:spTgt spid="825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7964" grpId="1"/>
      <p:bldP build="whole" bldLvl="1" animBg="1" rev="0" advAuto="0" spid="8009" grpId="6"/>
      <p:bldP build="whole" bldLvl="1" animBg="1" rev="0" advAuto="0" spid="8085" grpId="11"/>
      <p:bldP build="whole" bldLvl="1" animBg="1" rev="0" advAuto="0" spid="8066" grpId="10"/>
      <p:bldP build="whole" bldLvl="1" animBg="1" rev="0" advAuto="0" spid="7997" grpId="4"/>
      <p:bldP build="whole" bldLvl="1" animBg="1" rev="0" advAuto="0" spid="8025" grpId="8"/>
      <p:bldP build="whole" bldLvl="1" animBg="1" rev="0" advAuto="0" spid="8017" grpId="7"/>
      <p:bldP build="whole" bldLvl="1" animBg="1" rev="0" advAuto="0" spid="8203" grpId="12"/>
      <p:bldP build="whole" bldLvl="1" animBg="1" rev="0" advAuto="0" spid="8003" grpId="5"/>
      <p:bldP build="whole" bldLvl="1" animBg="1" rev="0" advAuto="0" spid="8204" grpId="13"/>
      <p:bldP build="whole" bldLvl="1" animBg="1" rev="0" advAuto="0" spid="8233" grpId="14"/>
      <p:bldP build="whole" bldLvl="1" animBg="1" rev="0" advAuto="0" spid="7975" grpId="2"/>
      <p:bldP build="whole" bldLvl="1" animBg="1" rev="0" advAuto="0" spid="8044" grpId="9"/>
      <p:bldP build="whole" bldLvl="1" animBg="1" rev="0" advAuto="0" spid="8259" grpId="15"/>
      <p:bldP build="whole" bldLvl="1" animBg="1" rev="0" advAuto="0" spid="7986" grpId="3"/>
    </p:bldLst>
  </p:timing>
</p:sld>
</file>

<file path=ppt/slides/slide19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261" name="Shape 8261"/>
          <p:cNvSpPr/>
          <p:nvPr/>
        </p:nvSpPr>
        <p:spPr>
          <a:xfrm>
            <a:off x="353841" y="681483"/>
            <a:ext cx="72440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grpSp>
        <p:nvGrpSpPr>
          <p:cNvPr id="8270" name="Group 8270"/>
          <p:cNvGrpSpPr/>
          <p:nvPr/>
        </p:nvGrpSpPr>
        <p:grpSpPr>
          <a:xfrm>
            <a:off x="304034" y="2853708"/>
            <a:ext cx="5023847" cy="4351685"/>
            <a:chOff x="0" y="0"/>
            <a:chExt cx="5023845" cy="4351683"/>
          </a:xfrm>
        </p:grpSpPr>
        <p:sp>
          <p:nvSpPr>
            <p:cNvPr id="8262" name="Shape 8262"/>
            <p:cNvSpPr/>
            <p:nvPr/>
          </p:nvSpPr>
          <p:spPr>
            <a:xfrm>
              <a:off x="837308" y="480944"/>
              <a:ext cx="3346335" cy="38707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91" y="0"/>
                  </a:moveTo>
                  <a:lnTo>
                    <a:pt x="0" y="5416"/>
                  </a:lnTo>
                  <a:lnTo>
                    <a:pt x="0" y="16232"/>
                  </a:lnTo>
                  <a:lnTo>
                    <a:pt x="10791" y="21600"/>
                  </a:lnTo>
                  <a:lnTo>
                    <a:pt x="21600" y="16232"/>
                  </a:lnTo>
                  <a:lnTo>
                    <a:pt x="21600" y="5416"/>
                  </a:lnTo>
                  <a:lnTo>
                    <a:pt x="10791" y="0"/>
                  </a:lnTo>
                  <a:close/>
                </a:path>
              </a:pathLst>
            </a:custGeom>
            <a:blipFill rotWithShape="1">
              <a:blip r:embed="rId2"/>
              <a:srcRect l="0" t="0" r="0" b="0"/>
              <a:tile tx="0" ty="0" sx="100000" sy="100000" flip="none" algn="tl"/>
            </a:blip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3" name="Shape 8263"/>
            <p:cNvSpPr/>
            <p:nvPr/>
          </p:nvSpPr>
          <p:spPr>
            <a:xfrm>
              <a:off x="837308" y="480944"/>
              <a:ext cx="3346335" cy="19324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49"/>
                  </a:moveTo>
                  <a:lnTo>
                    <a:pt x="10791" y="0"/>
                  </a:lnTo>
                  <a:lnTo>
                    <a:pt x="56" y="10849"/>
                  </a:lnTo>
                  <a:lnTo>
                    <a:pt x="0" y="10849"/>
                  </a:lnTo>
                  <a:lnTo>
                    <a:pt x="56" y="10849"/>
                  </a:lnTo>
                  <a:lnTo>
                    <a:pt x="10791" y="21600"/>
                  </a:lnTo>
                  <a:lnTo>
                    <a:pt x="21600" y="10849"/>
                  </a:lnTo>
                  <a:close/>
                </a:path>
              </a:pathLst>
            </a:custGeom>
            <a:solidFill>
              <a:srgbClr val="629DD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4" name="Shape 8264"/>
            <p:cNvSpPr/>
            <p:nvPr/>
          </p:nvSpPr>
          <p:spPr>
            <a:xfrm>
              <a:off x="837308" y="1451527"/>
              <a:ext cx="1677514" cy="29001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 y="0"/>
                  </a:moveTo>
                  <a:lnTo>
                    <a:pt x="0" y="0"/>
                  </a:lnTo>
                  <a:lnTo>
                    <a:pt x="0" y="14436"/>
                  </a:lnTo>
                  <a:lnTo>
                    <a:pt x="21525" y="21600"/>
                  </a:lnTo>
                  <a:lnTo>
                    <a:pt x="21600" y="21600"/>
                  </a:lnTo>
                  <a:lnTo>
                    <a:pt x="21600" y="7164"/>
                  </a:lnTo>
                  <a:lnTo>
                    <a:pt x="21525" y="7164"/>
                  </a:lnTo>
                  <a:lnTo>
                    <a:pt x="112" y="0"/>
                  </a:lnTo>
                  <a:close/>
                </a:path>
              </a:pathLst>
            </a:custGeom>
            <a:solidFill>
              <a:srgbClr val="629DD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5" name="Shape 8265"/>
            <p:cNvSpPr/>
            <p:nvPr/>
          </p:nvSpPr>
          <p:spPr>
            <a:xfrm>
              <a:off x="837308" y="480944"/>
              <a:ext cx="1677514" cy="19324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7"/>
                  </a:moveTo>
                  <a:lnTo>
                    <a:pt x="21525" y="0"/>
                  </a:lnTo>
                  <a:lnTo>
                    <a:pt x="112" y="10849"/>
                  </a:lnTo>
                  <a:lnTo>
                    <a:pt x="0" y="10849"/>
                  </a:lnTo>
                  <a:lnTo>
                    <a:pt x="112" y="10849"/>
                  </a:lnTo>
                  <a:lnTo>
                    <a:pt x="21525" y="21600"/>
                  </a:lnTo>
                  <a:lnTo>
                    <a:pt x="21600" y="21600"/>
                  </a:lnTo>
                  <a:lnTo>
                    <a:pt x="21600" y="97"/>
                  </a:lnTo>
                  <a:close/>
                </a:path>
              </a:pathLst>
            </a:custGeom>
            <a:blipFill rotWithShape="1">
              <a:blip r:embed="rId2"/>
              <a:srcRect l="0" t="0" r="0" b="0"/>
              <a:tile tx="0" ty="0" sx="100000" sy="100000" flip="none" algn="tl"/>
            </a:blip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6" name="Shape 8266"/>
            <p:cNvSpPr/>
            <p:nvPr/>
          </p:nvSpPr>
          <p:spPr>
            <a:xfrm>
              <a:off x="0" y="-1"/>
              <a:ext cx="2509026" cy="1451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443"/>
                  </a:moveTo>
                  <a:lnTo>
                    <a:pt x="7208" y="21600"/>
                  </a:lnTo>
                  <a:lnTo>
                    <a:pt x="21600" y="7157"/>
                  </a:lnTo>
                  <a:lnTo>
                    <a:pt x="14442" y="0"/>
                  </a:lnTo>
                  <a:lnTo>
                    <a:pt x="0" y="14443"/>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7" name="Shape 8267"/>
            <p:cNvSpPr/>
            <p:nvPr/>
          </p:nvSpPr>
          <p:spPr>
            <a:xfrm>
              <a:off x="2514820" y="-1"/>
              <a:ext cx="2509026" cy="1451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43"/>
                  </a:moveTo>
                  <a:lnTo>
                    <a:pt x="14367" y="21600"/>
                  </a:lnTo>
                  <a:lnTo>
                    <a:pt x="0" y="7286"/>
                  </a:lnTo>
                  <a:lnTo>
                    <a:pt x="7158" y="0"/>
                  </a:lnTo>
                  <a:lnTo>
                    <a:pt x="21600" y="14443"/>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8" name="Shape 8268"/>
            <p:cNvSpPr/>
            <p:nvPr/>
          </p:nvSpPr>
          <p:spPr>
            <a:xfrm>
              <a:off x="0" y="1451527"/>
              <a:ext cx="2514821" cy="1451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7157"/>
                  </a:moveTo>
                  <a:lnTo>
                    <a:pt x="7192" y="0"/>
                  </a:lnTo>
                  <a:lnTo>
                    <a:pt x="21600" y="14314"/>
                  </a:lnTo>
                  <a:lnTo>
                    <a:pt x="14408" y="21600"/>
                  </a:lnTo>
                  <a:lnTo>
                    <a:pt x="0" y="7157"/>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69" name="Shape 8269"/>
            <p:cNvSpPr/>
            <p:nvPr/>
          </p:nvSpPr>
          <p:spPr>
            <a:xfrm>
              <a:off x="2514820" y="1451527"/>
              <a:ext cx="2509026" cy="1451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157"/>
                  </a:moveTo>
                  <a:lnTo>
                    <a:pt x="14367" y="0"/>
                  </a:lnTo>
                  <a:lnTo>
                    <a:pt x="0" y="14314"/>
                  </a:lnTo>
                  <a:lnTo>
                    <a:pt x="7158" y="21600"/>
                  </a:lnTo>
                  <a:lnTo>
                    <a:pt x="21600" y="7157"/>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8285" name="Group 8285"/>
          <p:cNvGrpSpPr/>
          <p:nvPr/>
        </p:nvGrpSpPr>
        <p:grpSpPr>
          <a:xfrm>
            <a:off x="377911" y="7776300"/>
            <a:ext cx="4876092" cy="3290241"/>
            <a:chOff x="0" y="0"/>
            <a:chExt cx="4876090" cy="3290240"/>
          </a:xfrm>
        </p:grpSpPr>
        <p:sp>
          <p:nvSpPr>
            <p:cNvPr id="8271" name="Shape 8271"/>
            <p:cNvSpPr/>
            <p:nvPr/>
          </p:nvSpPr>
          <p:spPr>
            <a:xfrm flipH="1">
              <a:off x="4027382" y="3162734"/>
              <a:ext cx="579752" cy="1275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2000"/>
                    <a:pt x="19493" y="21600"/>
                    <a:pt x="16859" y="21600"/>
                  </a:cubicBezTo>
                  <a:cubicBezTo>
                    <a:pt x="4741" y="21600"/>
                    <a:pt x="4741" y="21600"/>
                    <a:pt x="4741" y="21600"/>
                  </a:cubicBezTo>
                  <a:cubicBezTo>
                    <a:pt x="2107" y="21600"/>
                    <a:pt x="0" y="12000"/>
                    <a:pt x="0" y="0"/>
                  </a:cubicBezTo>
                  <a:lnTo>
                    <a:pt x="21600" y="0"/>
                  </a:lnTo>
                  <a:close/>
                </a:path>
              </a:pathLst>
            </a:custGeom>
            <a:solidFill>
              <a:srgbClr val="2E2D3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2" name="Shape 8272"/>
            <p:cNvSpPr/>
            <p:nvPr/>
          </p:nvSpPr>
          <p:spPr>
            <a:xfrm flipH="1">
              <a:off x="270949" y="3162734"/>
              <a:ext cx="579752" cy="1275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12000"/>
                    <a:pt x="19493" y="21600"/>
                    <a:pt x="16859" y="21600"/>
                  </a:cubicBezTo>
                  <a:cubicBezTo>
                    <a:pt x="4741" y="21600"/>
                    <a:pt x="4741" y="21600"/>
                    <a:pt x="4741" y="21600"/>
                  </a:cubicBezTo>
                  <a:cubicBezTo>
                    <a:pt x="2107" y="21600"/>
                    <a:pt x="0" y="12000"/>
                    <a:pt x="0" y="0"/>
                  </a:cubicBezTo>
                  <a:lnTo>
                    <a:pt x="21600" y="0"/>
                  </a:lnTo>
                  <a:close/>
                </a:path>
              </a:pathLst>
            </a:custGeom>
            <a:solidFill>
              <a:srgbClr val="2E2D3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3" name="Shape 8273"/>
            <p:cNvSpPr/>
            <p:nvPr/>
          </p:nvSpPr>
          <p:spPr>
            <a:xfrm flipH="1">
              <a:off x="3558201" y="757063"/>
              <a:ext cx="329722" cy="1565928"/>
            </a:xfrm>
            <a:prstGeom prst="rect">
              <a:avLst/>
            </a:prstGeom>
            <a:solidFill>
              <a:srgbClr val="525068"/>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4" name="Shape 8274"/>
            <p:cNvSpPr/>
            <p:nvPr/>
          </p:nvSpPr>
          <p:spPr>
            <a:xfrm flipH="1">
              <a:off x="3202580" y="1754196"/>
              <a:ext cx="1041960" cy="3307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9720"/>
                    <a:pt x="16762" y="0"/>
                    <a:pt x="10800" y="0"/>
                  </a:cubicBezTo>
                  <a:cubicBezTo>
                    <a:pt x="4838" y="0"/>
                    <a:pt x="0" y="9720"/>
                    <a:pt x="0" y="21600"/>
                  </a:cubicBezTo>
                  <a:lnTo>
                    <a:pt x="21600" y="21600"/>
                  </a:lnTo>
                  <a:close/>
                </a:path>
              </a:pathLst>
            </a:custGeom>
            <a:solidFill>
              <a:srgbClr val="2E2D3B"/>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5" name="Shape 8275"/>
            <p:cNvSpPr/>
            <p:nvPr/>
          </p:nvSpPr>
          <p:spPr>
            <a:xfrm flipH="1">
              <a:off x="3273306" y="0"/>
              <a:ext cx="900508" cy="900508"/>
            </a:xfrm>
            <a:prstGeom prst="ellipse">
              <a:avLst/>
            </a:prstGeom>
            <a:solidFill>
              <a:srgbClr val="004B7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6" name="Shape 8276"/>
            <p:cNvSpPr/>
            <p:nvPr/>
          </p:nvSpPr>
          <p:spPr>
            <a:xfrm flipH="1">
              <a:off x="3362957" y="103598"/>
              <a:ext cx="381522" cy="381522"/>
            </a:xfrm>
            <a:prstGeom prst="ellipse">
              <a:avLst/>
            </a:prstGeom>
            <a:solidFill>
              <a:srgbClr val="B3E6F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7" name="Shape 8277"/>
            <p:cNvSpPr/>
            <p:nvPr/>
          </p:nvSpPr>
          <p:spPr>
            <a:xfrm flipH="1">
              <a:off x="2257247" y="1805995"/>
              <a:ext cx="631550" cy="271946"/>
            </a:xfrm>
            <a:prstGeom prst="rect">
              <a:avLst/>
            </a:prstGeom>
            <a:solidFill>
              <a:srgbClr val="30B69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8" name="Shape 8278"/>
            <p:cNvSpPr/>
            <p:nvPr/>
          </p:nvSpPr>
          <p:spPr>
            <a:xfrm flipH="1">
              <a:off x="1430453" y="1805995"/>
              <a:ext cx="631551" cy="271946"/>
            </a:xfrm>
            <a:prstGeom prst="rect">
              <a:avLst/>
            </a:prstGeom>
            <a:solidFill>
              <a:srgbClr val="3BC7E2"/>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79" name="Shape 8279"/>
            <p:cNvSpPr/>
            <p:nvPr/>
          </p:nvSpPr>
          <p:spPr>
            <a:xfrm flipH="1">
              <a:off x="603658" y="1805995"/>
              <a:ext cx="633544" cy="271946"/>
            </a:xfrm>
            <a:prstGeom prst="rect">
              <a:avLst/>
            </a:prstGeom>
            <a:solidFill>
              <a:srgbClr val="B9D53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0" name="Shape 8280"/>
            <p:cNvSpPr/>
            <p:nvPr/>
          </p:nvSpPr>
          <p:spPr>
            <a:xfrm flipH="1">
              <a:off x="-1" y="2077941"/>
              <a:ext cx="4876092" cy="10847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5400"/>
                    <a:pt x="0" y="5400"/>
                    <a:pt x="0" y="5400"/>
                  </a:cubicBezTo>
                  <a:cubicBezTo>
                    <a:pt x="0" y="2442"/>
                    <a:pt x="532" y="0"/>
                    <a:pt x="1190" y="0"/>
                  </a:cubicBezTo>
                  <a:cubicBezTo>
                    <a:pt x="20399" y="0"/>
                    <a:pt x="20399" y="0"/>
                    <a:pt x="20399" y="0"/>
                  </a:cubicBezTo>
                  <a:cubicBezTo>
                    <a:pt x="21068" y="0"/>
                    <a:pt x="21600" y="2442"/>
                    <a:pt x="21600" y="5400"/>
                  </a:cubicBezTo>
                  <a:lnTo>
                    <a:pt x="21600" y="21600"/>
                  </a:lnTo>
                  <a:close/>
                </a:path>
              </a:pathLst>
            </a:custGeom>
            <a:solidFill>
              <a:srgbClr val="525068"/>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1" name="Shape 8281"/>
            <p:cNvSpPr/>
            <p:nvPr/>
          </p:nvSpPr>
          <p:spPr>
            <a:xfrm flipH="1">
              <a:off x="129497" y="2171578"/>
              <a:ext cx="4616100" cy="2719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398" y="0"/>
                  </a:moveTo>
                  <a:cubicBezTo>
                    <a:pt x="1202" y="0"/>
                    <a:pt x="1202" y="0"/>
                    <a:pt x="1202" y="0"/>
                  </a:cubicBezTo>
                  <a:cubicBezTo>
                    <a:pt x="540" y="0"/>
                    <a:pt x="0" y="6574"/>
                    <a:pt x="0" y="14650"/>
                  </a:cubicBezTo>
                  <a:cubicBezTo>
                    <a:pt x="0" y="21600"/>
                    <a:pt x="0" y="21600"/>
                    <a:pt x="0" y="21600"/>
                  </a:cubicBezTo>
                  <a:cubicBezTo>
                    <a:pt x="0" y="13523"/>
                    <a:pt x="540" y="6950"/>
                    <a:pt x="1202" y="6950"/>
                  </a:cubicBezTo>
                  <a:cubicBezTo>
                    <a:pt x="20398" y="6950"/>
                    <a:pt x="20398" y="6950"/>
                    <a:pt x="20398" y="6950"/>
                  </a:cubicBezTo>
                  <a:cubicBezTo>
                    <a:pt x="21060" y="6950"/>
                    <a:pt x="21600" y="13523"/>
                    <a:pt x="21600" y="21600"/>
                  </a:cubicBezTo>
                  <a:cubicBezTo>
                    <a:pt x="21600" y="14650"/>
                    <a:pt x="21600" y="14650"/>
                    <a:pt x="21600" y="14650"/>
                  </a:cubicBezTo>
                  <a:cubicBezTo>
                    <a:pt x="21600" y="6574"/>
                    <a:pt x="21060" y="0"/>
                    <a:pt x="20398" y="0"/>
                  </a:cubicBezTo>
                  <a:close/>
                </a:path>
              </a:pathLst>
            </a:custGeom>
            <a:solidFill>
              <a:srgbClr val="5F5D79"/>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2" name="Shape 8282"/>
            <p:cNvSpPr/>
            <p:nvPr/>
          </p:nvSpPr>
          <p:spPr>
            <a:xfrm flipH="1">
              <a:off x="902498" y="2440535"/>
              <a:ext cx="362596" cy="360603"/>
            </a:xfrm>
            <a:prstGeom prst="ellipse">
              <a:avLst/>
            </a:prstGeom>
            <a:solidFill>
              <a:srgbClr val="3BC7E2"/>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3" name="Shape 8283"/>
            <p:cNvSpPr/>
            <p:nvPr/>
          </p:nvSpPr>
          <p:spPr>
            <a:xfrm flipH="1">
              <a:off x="1354746" y="2440535"/>
              <a:ext cx="360602" cy="360603"/>
            </a:xfrm>
            <a:prstGeom prst="ellipse">
              <a:avLst/>
            </a:prstGeom>
            <a:solidFill>
              <a:srgbClr val="30B69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4" name="Shape 8284"/>
            <p:cNvSpPr/>
            <p:nvPr/>
          </p:nvSpPr>
          <p:spPr>
            <a:xfrm flipH="1">
              <a:off x="452246" y="2440535"/>
              <a:ext cx="360602" cy="360603"/>
            </a:xfrm>
            <a:prstGeom prst="ellipse">
              <a:avLst/>
            </a:prstGeom>
            <a:solidFill>
              <a:srgbClr val="B9D53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8304" name="Group 8304"/>
          <p:cNvGrpSpPr/>
          <p:nvPr/>
        </p:nvGrpSpPr>
        <p:grpSpPr>
          <a:xfrm>
            <a:off x="5799735" y="2888483"/>
            <a:ext cx="5566581" cy="4351684"/>
            <a:chOff x="0" y="0"/>
            <a:chExt cx="5566580" cy="4351683"/>
          </a:xfrm>
        </p:grpSpPr>
        <p:sp>
          <p:nvSpPr>
            <p:cNvPr id="8286" name="Shape 8286"/>
            <p:cNvSpPr/>
            <p:nvPr/>
          </p:nvSpPr>
          <p:spPr>
            <a:xfrm>
              <a:off x="779132" y="1511199"/>
              <a:ext cx="4787449" cy="13298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46" y="0"/>
                  </a:moveTo>
                  <a:lnTo>
                    <a:pt x="21600" y="9482"/>
                  </a:lnTo>
                  <a:lnTo>
                    <a:pt x="11216" y="21600"/>
                  </a:lnTo>
                  <a:lnTo>
                    <a:pt x="0" y="10110"/>
                  </a:lnTo>
                  <a:lnTo>
                    <a:pt x="10946" y="0"/>
                  </a:lnTo>
                  <a:close/>
                </a:path>
              </a:pathLst>
            </a:custGeom>
            <a:solidFill>
              <a:srgbClr val="B4937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7" name="Shape 8287"/>
            <p:cNvSpPr/>
            <p:nvPr/>
          </p:nvSpPr>
          <p:spPr>
            <a:xfrm>
              <a:off x="779133" y="2120850"/>
              <a:ext cx="2490626" cy="22186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59" y="7012"/>
                  </a:moveTo>
                  <a:lnTo>
                    <a:pt x="21600" y="21600"/>
                  </a:lnTo>
                  <a:lnTo>
                    <a:pt x="0" y="12632"/>
                  </a:lnTo>
                  <a:lnTo>
                    <a:pt x="116" y="0"/>
                  </a:lnTo>
                  <a:lnTo>
                    <a:pt x="21559" y="7012"/>
                  </a:lnTo>
                  <a:close/>
                </a:path>
              </a:pathLst>
            </a:custGeom>
            <a:solidFill>
              <a:srgbClr val="9B6F44"/>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8" name="Shape 8288"/>
            <p:cNvSpPr/>
            <p:nvPr/>
          </p:nvSpPr>
          <p:spPr>
            <a:xfrm>
              <a:off x="3265003" y="2094990"/>
              <a:ext cx="2288202" cy="22445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235" y="15604"/>
                  </a:lnTo>
                  <a:lnTo>
                    <a:pt x="45" y="21600"/>
                  </a:lnTo>
                  <a:lnTo>
                    <a:pt x="0" y="7180"/>
                  </a:lnTo>
                  <a:lnTo>
                    <a:pt x="21600" y="0"/>
                  </a:lnTo>
                  <a:close/>
                </a:path>
              </a:pathLst>
            </a:custGeom>
            <a:solidFill>
              <a:srgbClr val="683C1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89" name="Shape 8289"/>
            <p:cNvSpPr/>
            <p:nvPr/>
          </p:nvSpPr>
          <p:spPr>
            <a:xfrm>
              <a:off x="3507852" y="2374401"/>
              <a:ext cx="1886029" cy="12303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1705"/>
                  </a:moveTo>
                  <a:lnTo>
                    <a:pt x="242" y="21600"/>
                  </a:lnTo>
                  <a:lnTo>
                    <a:pt x="21488" y="10808"/>
                  </a:lnTo>
                  <a:lnTo>
                    <a:pt x="21600" y="0"/>
                  </a:lnTo>
                  <a:lnTo>
                    <a:pt x="0" y="11705"/>
                  </a:lnTo>
                  <a:close/>
                </a:path>
              </a:pathLst>
            </a:custGeom>
            <a:solidFill>
              <a:srgbClr val="4E2D0D"/>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0" name="Shape 8290"/>
            <p:cNvSpPr/>
            <p:nvPr/>
          </p:nvSpPr>
          <p:spPr>
            <a:xfrm>
              <a:off x="1693759" y="2841078"/>
              <a:ext cx="1576000" cy="14984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33" y="0"/>
                  </a:moveTo>
                  <a:cubicBezTo>
                    <a:pt x="21600" y="21600"/>
                    <a:pt x="21600" y="21600"/>
                    <a:pt x="21600" y="21600"/>
                  </a:cubicBezTo>
                  <a:cubicBezTo>
                    <a:pt x="0" y="13225"/>
                    <a:pt x="0" y="13225"/>
                    <a:pt x="0" y="13225"/>
                  </a:cubicBezTo>
                  <a:cubicBezTo>
                    <a:pt x="0" y="13225"/>
                    <a:pt x="10964" y="16628"/>
                    <a:pt x="15035" y="13519"/>
                  </a:cubicBezTo>
                  <a:cubicBezTo>
                    <a:pt x="19107" y="10420"/>
                    <a:pt x="21533" y="0"/>
                    <a:pt x="21533" y="0"/>
                  </a:cubicBezTo>
                  <a:close/>
                </a:path>
              </a:pathLst>
            </a:custGeom>
            <a:solidFill>
              <a:srgbClr val="86634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1" name="Shape 8291"/>
            <p:cNvSpPr/>
            <p:nvPr/>
          </p:nvSpPr>
          <p:spPr>
            <a:xfrm>
              <a:off x="19618" y="2608928"/>
              <a:ext cx="2006115" cy="394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93" y="0"/>
                  </a:moveTo>
                  <a:lnTo>
                    <a:pt x="21600" y="10474"/>
                  </a:lnTo>
                  <a:lnTo>
                    <a:pt x="11336" y="21600"/>
                  </a:lnTo>
                  <a:lnTo>
                    <a:pt x="0" y="12624"/>
                  </a:lnTo>
                  <a:lnTo>
                    <a:pt x="10693" y="0"/>
                  </a:lnTo>
                  <a:close/>
                </a:path>
              </a:pathLst>
            </a:custGeom>
            <a:solidFill>
              <a:srgbClr val="B4937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2" name="Shape 8292"/>
            <p:cNvSpPr/>
            <p:nvPr/>
          </p:nvSpPr>
          <p:spPr>
            <a:xfrm>
              <a:off x="0" y="2829485"/>
              <a:ext cx="1092974" cy="15221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1" y="21600"/>
                  </a:moveTo>
                  <a:lnTo>
                    <a:pt x="21600" y="2463"/>
                  </a:lnTo>
                  <a:lnTo>
                    <a:pt x="599" y="0"/>
                  </a:lnTo>
                  <a:lnTo>
                    <a:pt x="0" y="18622"/>
                  </a:lnTo>
                  <a:lnTo>
                    <a:pt x="21101" y="21600"/>
                  </a:lnTo>
                  <a:close/>
                </a:path>
              </a:pathLst>
            </a:custGeom>
            <a:solidFill>
              <a:srgbClr val="824B1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3" name="Shape 8293"/>
            <p:cNvSpPr/>
            <p:nvPr/>
          </p:nvSpPr>
          <p:spPr>
            <a:xfrm>
              <a:off x="1067707" y="2800057"/>
              <a:ext cx="1003504" cy="15516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23" y="0"/>
                  </a:moveTo>
                  <a:lnTo>
                    <a:pt x="102" y="2826"/>
                  </a:lnTo>
                  <a:lnTo>
                    <a:pt x="0" y="21600"/>
                  </a:lnTo>
                  <a:lnTo>
                    <a:pt x="21600" y="16006"/>
                  </a:lnTo>
                  <a:lnTo>
                    <a:pt x="20423" y="0"/>
                  </a:lnTo>
                  <a:close/>
                </a:path>
              </a:pathLst>
            </a:custGeom>
            <a:solidFill>
              <a:srgbClr val="86634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4" name="Shape 8294"/>
            <p:cNvSpPr/>
            <p:nvPr/>
          </p:nvSpPr>
          <p:spPr>
            <a:xfrm>
              <a:off x="122167" y="2993862"/>
              <a:ext cx="779084" cy="5941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9" y="0"/>
                  </a:moveTo>
                  <a:lnTo>
                    <a:pt x="0" y="17494"/>
                  </a:lnTo>
                  <a:lnTo>
                    <a:pt x="21328" y="21600"/>
                  </a:lnTo>
                  <a:lnTo>
                    <a:pt x="21600" y="4084"/>
                  </a:lnTo>
                  <a:lnTo>
                    <a:pt x="569" y="0"/>
                  </a:lnTo>
                  <a:close/>
                </a:path>
              </a:pathLst>
            </a:custGeom>
            <a:solidFill>
              <a:srgbClr val="9B6F44"/>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5" name="Shape 8295"/>
            <p:cNvSpPr/>
            <p:nvPr/>
          </p:nvSpPr>
          <p:spPr>
            <a:xfrm>
              <a:off x="420951" y="0"/>
              <a:ext cx="3036371" cy="5971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93" y="0"/>
                  </a:moveTo>
                  <a:lnTo>
                    <a:pt x="21600" y="10494"/>
                  </a:lnTo>
                  <a:lnTo>
                    <a:pt x="11332" y="21600"/>
                  </a:lnTo>
                  <a:lnTo>
                    <a:pt x="0" y="12655"/>
                  </a:lnTo>
                  <a:lnTo>
                    <a:pt x="10693" y="0"/>
                  </a:lnTo>
                  <a:close/>
                </a:path>
              </a:pathLst>
            </a:custGeom>
            <a:solidFill>
              <a:srgbClr val="E1D8C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6" name="Shape 8296"/>
            <p:cNvSpPr/>
            <p:nvPr/>
          </p:nvSpPr>
          <p:spPr>
            <a:xfrm>
              <a:off x="391523" y="334401"/>
              <a:ext cx="1654176" cy="23042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95" y="21600"/>
                  </a:moveTo>
                  <a:lnTo>
                    <a:pt x="21600" y="2463"/>
                  </a:lnTo>
                  <a:lnTo>
                    <a:pt x="586" y="0"/>
                  </a:lnTo>
                  <a:lnTo>
                    <a:pt x="0" y="18624"/>
                  </a:lnTo>
                  <a:lnTo>
                    <a:pt x="21095" y="21600"/>
                  </a:lnTo>
                  <a:close/>
                </a:path>
              </a:pathLst>
            </a:custGeom>
            <a:solidFill>
              <a:srgbClr val="C3B1A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7" name="Shape 8297"/>
            <p:cNvSpPr/>
            <p:nvPr/>
          </p:nvSpPr>
          <p:spPr>
            <a:xfrm>
              <a:off x="2007057" y="290112"/>
              <a:ext cx="1519226" cy="23485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21" y="0"/>
                  </a:moveTo>
                  <a:lnTo>
                    <a:pt x="97" y="2824"/>
                  </a:lnTo>
                  <a:lnTo>
                    <a:pt x="0" y="21600"/>
                  </a:lnTo>
                  <a:lnTo>
                    <a:pt x="21600" y="16012"/>
                  </a:lnTo>
                  <a:lnTo>
                    <a:pt x="20421" y="0"/>
                  </a:lnTo>
                  <a:close/>
                </a:path>
              </a:pathLst>
            </a:custGeom>
            <a:solidFill>
              <a:srgbClr val="A48A7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8" name="Shape 8298"/>
            <p:cNvSpPr/>
            <p:nvPr/>
          </p:nvSpPr>
          <p:spPr>
            <a:xfrm>
              <a:off x="638238" y="744601"/>
              <a:ext cx="1055522" cy="7377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3" y="0"/>
                  </a:moveTo>
                  <a:lnTo>
                    <a:pt x="21600" y="4508"/>
                  </a:lnTo>
                  <a:lnTo>
                    <a:pt x="21399" y="21600"/>
                  </a:lnTo>
                  <a:lnTo>
                    <a:pt x="0" y="16500"/>
                  </a:lnTo>
                  <a:lnTo>
                    <a:pt x="633" y="0"/>
                  </a:lnTo>
                  <a:close/>
                </a:path>
              </a:pathLst>
            </a:custGeom>
            <a:solidFill>
              <a:srgbClr val="E1D8C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299" name="Shape 8299"/>
            <p:cNvSpPr/>
            <p:nvPr/>
          </p:nvSpPr>
          <p:spPr>
            <a:xfrm>
              <a:off x="3160966" y="843584"/>
              <a:ext cx="2006116" cy="3950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93" y="0"/>
                  </a:moveTo>
                  <a:lnTo>
                    <a:pt x="21600" y="10499"/>
                  </a:lnTo>
                  <a:lnTo>
                    <a:pt x="11336" y="21600"/>
                  </a:lnTo>
                  <a:lnTo>
                    <a:pt x="0" y="12645"/>
                  </a:lnTo>
                  <a:lnTo>
                    <a:pt x="10693" y="0"/>
                  </a:lnTo>
                  <a:close/>
                </a:path>
              </a:pathLst>
            </a:custGeom>
            <a:solidFill>
              <a:srgbClr val="B4937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00" name="Shape 8300"/>
            <p:cNvSpPr/>
            <p:nvPr/>
          </p:nvSpPr>
          <p:spPr>
            <a:xfrm>
              <a:off x="3141348" y="1064438"/>
              <a:ext cx="1092975" cy="15221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1" y="21600"/>
                  </a:moveTo>
                  <a:lnTo>
                    <a:pt x="21600" y="2472"/>
                  </a:lnTo>
                  <a:lnTo>
                    <a:pt x="599" y="0"/>
                  </a:lnTo>
                  <a:lnTo>
                    <a:pt x="0" y="18618"/>
                  </a:lnTo>
                  <a:lnTo>
                    <a:pt x="21101" y="21600"/>
                  </a:lnTo>
                  <a:close/>
                </a:path>
              </a:pathLst>
            </a:custGeom>
            <a:solidFill>
              <a:srgbClr val="683C1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01" name="Shape 8301"/>
            <p:cNvSpPr/>
            <p:nvPr/>
          </p:nvSpPr>
          <p:spPr>
            <a:xfrm>
              <a:off x="4209057" y="1035605"/>
              <a:ext cx="1003504" cy="15510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23" y="0"/>
                  </a:moveTo>
                  <a:lnTo>
                    <a:pt x="102" y="2827"/>
                  </a:lnTo>
                  <a:lnTo>
                    <a:pt x="0" y="21600"/>
                  </a:lnTo>
                  <a:lnTo>
                    <a:pt x="21600" y="16016"/>
                  </a:lnTo>
                  <a:lnTo>
                    <a:pt x="20423" y="0"/>
                  </a:lnTo>
                  <a:close/>
                </a:path>
              </a:pathLst>
            </a:custGeom>
            <a:solidFill>
              <a:srgbClr val="824B1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02" name="Shape 8302"/>
            <p:cNvSpPr/>
            <p:nvPr/>
          </p:nvSpPr>
          <p:spPr>
            <a:xfrm>
              <a:off x="4338061" y="1452047"/>
              <a:ext cx="697638" cy="6863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846"/>
                  </a:moveTo>
                  <a:lnTo>
                    <a:pt x="653" y="21600"/>
                  </a:lnTo>
                  <a:lnTo>
                    <a:pt x="21600" y="16782"/>
                  </a:lnTo>
                  <a:lnTo>
                    <a:pt x="20008" y="0"/>
                  </a:lnTo>
                  <a:lnTo>
                    <a:pt x="0" y="4846"/>
                  </a:lnTo>
                  <a:close/>
                </a:path>
              </a:pathLst>
            </a:custGeom>
            <a:solidFill>
              <a:srgbClr val="86634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03" name="Shape 8303"/>
            <p:cNvSpPr/>
            <p:nvPr/>
          </p:nvSpPr>
          <p:spPr>
            <a:xfrm>
              <a:off x="3128566" y="1064438"/>
              <a:ext cx="1076924" cy="15257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18547"/>
                    <a:pt x="0" y="18547"/>
                    <a:pt x="0" y="18547"/>
                  </a:cubicBezTo>
                  <a:cubicBezTo>
                    <a:pt x="859" y="0"/>
                    <a:pt x="859" y="0"/>
                    <a:pt x="859" y="0"/>
                  </a:cubicBezTo>
                  <a:cubicBezTo>
                    <a:pt x="859" y="0"/>
                    <a:pt x="1649" y="9408"/>
                    <a:pt x="6383" y="14629"/>
                  </a:cubicBezTo>
                  <a:cubicBezTo>
                    <a:pt x="11103" y="19850"/>
                    <a:pt x="21600" y="21600"/>
                    <a:pt x="21600" y="21600"/>
                  </a:cubicBezTo>
                  <a:close/>
                </a:path>
              </a:pathLst>
            </a:custGeom>
            <a:solidFill>
              <a:srgbClr val="9B6F44"/>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8310" name="Group 8310"/>
          <p:cNvGrpSpPr/>
          <p:nvPr/>
        </p:nvGrpSpPr>
        <p:grpSpPr>
          <a:xfrm>
            <a:off x="9746712" y="9689882"/>
            <a:ext cx="7421208" cy="1385151"/>
            <a:chOff x="0" y="0"/>
            <a:chExt cx="7421207" cy="1385149"/>
          </a:xfrm>
        </p:grpSpPr>
        <p:sp>
          <p:nvSpPr>
            <p:cNvPr id="8305" name="Shape 8305"/>
            <p:cNvSpPr/>
            <p:nvPr/>
          </p:nvSpPr>
          <p:spPr>
            <a:xfrm flipH="1">
              <a:off x="1587253" y="0"/>
              <a:ext cx="1203822" cy="1385150"/>
            </a:xfrm>
            <a:custGeom>
              <a:avLst/>
              <a:gdLst/>
              <a:ahLst/>
              <a:cxnLst>
                <a:cxn ang="0">
                  <a:pos x="wd2" y="hd2"/>
                </a:cxn>
                <a:cxn ang="5400000">
                  <a:pos x="wd2" y="hd2"/>
                </a:cxn>
                <a:cxn ang="10800000">
                  <a:pos x="wd2" y="hd2"/>
                </a:cxn>
                <a:cxn ang="16200000">
                  <a:pos x="wd2" y="hd2"/>
                </a:cxn>
              </a:cxnLst>
              <a:rect l="0" t="0" r="r" b="b"/>
              <a:pathLst>
                <a:path w="21432" h="21386" fill="norm" stroke="1" extrusionOk="0">
                  <a:moveTo>
                    <a:pt x="15358" y="15587"/>
                  </a:moveTo>
                  <a:cubicBezTo>
                    <a:pt x="14232" y="15172"/>
                    <a:pt x="13822" y="14521"/>
                    <a:pt x="13720" y="13693"/>
                  </a:cubicBezTo>
                  <a:cubicBezTo>
                    <a:pt x="14471" y="13160"/>
                    <a:pt x="15085" y="12421"/>
                    <a:pt x="15528" y="11592"/>
                  </a:cubicBezTo>
                  <a:cubicBezTo>
                    <a:pt x="15870" y="11474"/>
                    <a:pt x="16143" y="11296"/>
                    <a:pt x="16382" y="11030"/>
                  </a:cubicBezTo>
                  <a:cubicBezTo>
                    <a:pt x="16655" y="10704"/>
                    <a:pt x="16859" y="10290"/>
                    <a:pt x="16962" y="9817"/>
                  </a:cubicBezTo>
                  <a:cubicBezTo>
                    <a:pt x="17064" y="9373"/>
                    <a:pt x="17098" y="8899"/>
                    <a:pt x="16996" y="8456"/>
                  </a:cubicBezTo>
                  <a:cubicBezTo>
                    <a:pt x="16962" y="8130"/>
                    <a:pt x="16859" y="7834"/>
                    <a:pt x="16689" y="7568"/>
                  </a:cubicBezTo>
                  <a:cubicBezTo>
                    <a:pt x="16484" y="6059"/>
                    <a:pt x="15801" y="4668"/>
                    <a:pt x="14812" y="3721"/>
                  </a:cubicBezTo>
                  <a:cubicBezTo>
                    <a:pt x="14607" y="3485"/>
                    <a:pt x="14368" y="3278"/>
                    <a:pt x="14129" y="3100"/>
                  </a:cubicBezTo>
                  <a:cubicBezTo>
                    <a:pt x="14880" y="1443"/>
                    <a:pt x="13072" y="-214"/>
                    <a:pt x="10683" y="23"/>
                  </a:cubicBezTo>
                  <a:cubicBezTo>
                    <a:pt x="10376" y="52"/>
                    <a:pt x="10035" y="111"/>
                    <a:pt x="9727" y="200"/>
                  </a:cubicBezTo>
                  <a:cubicBezTo>
                    <a:pt x="10137" y="378"/>
                    <a:pt x="10478" y="674"/>
                    <a:pt x="10683" y="970"/>
                  </a:cubicBezTo>
                  <a:cubicBezTo>
                    <a:pt x="10819" y="1236"/>
                    <a:pt x="10854" y="1502"/>
                    <a:pt x="10683" y="1798"/>
                  </a:cubicBezTo>
                  <a:cubicBezTo>
                    <a:pt x="10683" y="1768"/>
                    <a:pt x="10683" y="1768"/>
                    <a:pt x="10683" y="1739"/>
                  </a:cubicBezTo>
                  <a:cubicBezTo>
                    <a:pt x="9830" y="-214"/>
                    <a:pt x="7134" y="378"/>
                    <a:pt x="7100" y="1029"/>
                  </a:cubicBezTo>
                  <a:cubicBezTo>
                    <a:pt x="7782" y="1473"/>
                    <a:pt x="7987" y="1887"/>
                    <a:pt x="7987" y="2597"/>
                  </a:cubicBezTo>
                  <a:cubicBezTo>
                    <a:pt x="7202" y="2597"/>
                    <a:pt x="6929" y="2124"/>
                    <a:pt x="6622" y="1443"/>
                  </a:cubicBezTo>
                  <a:cubicBezTo>
                    <a:pt x="6213" y="2212"/>
                    <a:pt x="6179" y="3041"/>
                    <a:pt x="6452" y="3781"/>
                  </a:cubicBezTo>
                  <a:cubicBezTo>
                    <a:pt x="5496" y="4727"/>
                    <a:pt x="4814" y="6000"/>
                    <a:pt x="4711" y="7302"/>
                  </a:cubicBezTo>
                  <a:cubicBezTo>
                    <a:pt x="4711" y="7420"/>
                    <a:pt x="4711" y="7509"/>
                    <a:pt x="4711" y="7598"/>
                  </a:cubicBezTo>
                  <a:cubicBezTo>
                    <a:pt x="4575" y="7864"/>
                    <a:pt x="4473" y="8160"/>
                    <a:pt x="4404" y="8456"/>
                  </a:cubicBezTo>
                  <a:cubicBezTo>
                    <a:pt x="4336" y="8899"/>
                    <a:pt x="4336" y="9373"/>
                    <a:pt x="4438" y="9817"/>
                  </a:cubicBezTo>
                  <a:cubicBezTo>
                    <a:pt x="4541" y="10290"/>
                    <a:pt x="4745" y="10704"/>
                    <a:pt x="5053" y="11030"/>
                  </a:cubicBezTo>
                  <a:cubicBezTo>
                    <a:pt x="5257" y="11296"/>
                    <a:pt x="5564" y="11474"/>
                    <a:pt x="5872" y="11592"/>
                  </a:cubicBezTo>
                  <a:cubicBezTo>
                    <a:pt x="6315" y="12421"/>
                    <a:pt x="6929" y="13160"/>
                    <a:pt x="7680" y="13693"/>
                  </a:cubicBezTo>
                  <a:cubicBezTo>
                    <a:pt x="7578" y="14521"/>
                    <a:pt x="7202" y="15172"/>
                    <a:pt x="6076" y="15587"/>
                  </a:cubicBezTo>
                  <a:cubicBezTo>
                    <a:pt x="3517" y="16504"/>
                    <a:pt x="-100" y="16770"/>
                    <a:pt x="2" y="19551"/>
                  </a:cubicBezTo>
                  <a:cubicBezTo>
                    <a:pt x="2" y="20143"/>
                    <a:pt x="275" y="20765"/>
                    <a:pt x="719" y="21386"/>
                  </a:cubicBezTo>
                  <a:cubicBezTo>
                    <a:pt x="10683" y="21386"/>
                    <a:pt x="10683" y="21386"/>
                    <a:pt x="10683" y="21386"/>
                  </a:cubicBezTo>
                  <a:cubicBezTo>
                    <a:pt x="20715" y="21386"/>
                    <a:pt x="20715" y="21386"/>
                    <a:pt x="20715" y="21386"/>
                  </a:cubicBezTo>
                  <a:cubicBezTo>
                    <a:pt x="21125" y="20765"/>
                    <a:pt x="21398" y="20143"/>
                    <a:pt x="21432" y="19551"/>
                  </a:cubicBezTo>
                  <a:cubicBezTo>
                    <a:pt x="21500" y="16770"/>
                    <a:pt x="17917" y="16504"/>
                    <a:pt x="15358" y="15587"/>
                  </a:cubicBezTo>
                  <a:close/>
                  <a:moveTo>
                    <a:pt x="6349" y="11148"/>
                  </a:moveTo>
                  <a:cubicBezTo>
                    <a:pt x="5155" y="10971"/>
                    <a:pt x="4677" y="9047"/>
                    <a:pt x="5223" y="7923"/>
                  </a:cubicBezTo>
                  <a:cubicBezTo>
                    <a:pt x="5257" y="7923"/>
                    <a:pt x="5291" y="7893"/>
                    <a:pt x="5291" y="7893"/>
                  </a:cubicBezTo>
                  <a:cubicBezTo>
                    <a:pt x="6110" y="7450"/>
                    <a:pt x="6349" y="9521"/>
                    <a:pt x="6349" y="9698"/>
                  </a:cubicBezTo>
                  <a:cubicBezTo>
                    <a:pt x="6349" y="10438"/>
                    <a:pt x="7271" y="10704"/>
                    <a:pt x="7066" y="10201"/>
                  </a:cubicBezTo>
                  <a:cubicBezTo>
                    <a:pt x="6861" y="9669"/>
                    <a:pt x="6588" y="8870"/>
                    <a:pt x="6554" y="7864"/>
                  </a:cubicBezTo>
                  <a:cubicBezTo>
                    <a:pt x="6554" y="7834"/>
                    <a:pt x="6554" y="7834"/>
                    <a:pt x="6554" y="7805"/>
                  </a:cubicBezTo>
                  <a:cubicBezTo>
                    <a:pt x="6520" y="7035"/>
                    <a:pt x="6725" y="6177"/>
                    <a:pt x="7100" y="5408"/>
                  </a:cubicBezTo>
                  <a:cubicBezTo>
                    <a:pt x="7236" y="5260"/>
                    <a:pt x="7339" y="5112"/>
                    <a:pt x="7509" y="5023"/>
                  </a:cubicBezTo>
                  <a:cubicBezTo>
                    <a:pt x="8226" y="5526"/>
                    <a:pt x="9284" y="5763"/>
                    <a:pt x="10683" y="5556"/>
                  </a:cubicBezTo>
                  <a:cubicBezTo>
                    <a:pt x="11331" y="5438"/>
                    <a:pt x="12048" y="5260"/>
                    <a:pt x="12833" y="4934"/>
                  </a:cubicBezTo>
                  <a:cubicBezTo>
                    <a:pt x="12867" y="4934"/>
                    <a:pt x="12867" y="4905"/>
                    <a:pt x="12867" y="4905"/>
                  </a:cubicBezTo>
                  <a:cubicBezTo>
                    <a:pt x="13720" y="4727"/>
                    <a:pt x="13959" y="4964"/>
                    <a:pt x="14334" y="5438"/>
                  </a:cubicBezTo>
                  <a:cubicBezTo>
                    <a:pt x="14334" y="5438"/>
                    <a:pt x="14334" y="5438"/>
                    <a:pt x="14368" y="5467"/>
                  </a:cubicBezTo>
                  <a:cubicBezTo>
                    <a:pt x="14709" y="6177"/>
                    <a:pt x="14914" y="6976"/>
                    <a:pt x="14914" y="7745"/>
                  </a:cubicBezTo>
                  <a:cubicBezTo>
                    <a:pt x="14880" y="7775"/>
                    <a:pt x="14880" y="7834"/>
                    <a:pt x="14880" y="7864"/>
                  </a:cubicBezTo>
                  <a:cubicBezTo>
                    <a:pt x="14846" y="8870"/>
                    <a:pt x="14573" y="9669"/>
                    <a:pt x="14368" y="10201"/>
                  </a:cubicBezTo>
                  <a:cubicBezTo>
                    <a:pt x="14164" y="10704"/>
                    <a:pt x="15085" y="10438"/>
                    <a:pt x="15085" y="9698"/>
                  </a:cubicBezTo>
                  <a:cubicBezTo>
                    <a:pt x="15085" y="9521"/>
                    <a:pt x="15324" y="7450"/>
                    <a:pt x="16143" y="7893"/>
                  </a:cubicBezTo>
                  <a:cubicBezTo>
                    <a:pt x="16143" y="7893"/>
                    <a:pt x="16177" y="7893"/>
                    <a:pt x="16177" y="7923"/>
                  </a:cubicBezTo>
                  <a:cubicBezTo>
                    <a:pt x="16757" y="9047"/>
                    <a:pt x="16279" y="10971"/>
                    <a:pt x="15085" y="11148"/>
                  </a:cubicBezTo>
                  <a:cubicBezTo>
                    <a:pt x="14266" y="12805"/>
                    <a:pt x="12764" y="14048"/>
                    <a:pt x="10717" y="14048"/>
                  </a:cubicBezTo>
                  <a:cubicBezTo>
                    <a:pt x="10683" y="14048"/>
                    <a:pt x="10683" y="14048"/>
                    <a:pt x="10683" y="14048"/>
                  </a:cubicBezTo>
                  <a:cubicBezTo>
                    <a:pt x="8636" y="14048"/>
                    <a:pt x="7168" y="12805"/>
                    <a:pt x="6349" y="11148"/>
                  </a:cubicBezTo>
                  <a:close/>
                  <a:moveTo>
                    <a:pt x="8397" y="14107"/>
                  </a:moveTo>
                  <a:cubicBezTo>
                    <a:pt x="9045" y="14462"/>
                    <a:pt x="9830" y="14640"/>
                    <a:pt x="10683" y="14669"/>
                  </a:cubicBezTo>
                  <a:cubicBezTo>
                    <a:pt x="10717" y="14669"/>
                    <a:pt x="10717" y="14669"/>
                    <a:pt x="10717" y="14669"/>
                  </a:cubicBezTo>
                  <a:cubicBezTo>
                    <a:pt x="11604" y="14669"/>
                    <a:pt x="12389" y="14462"/>
                    <a:pt x="13106" y="14078"/>
                  </a:cubicBezTo>
                  <a:cubicBezTo>
                    <a:pt x="13242" y="14581"/>
                    <a:pt x="13583" y="15113"/>
                    <a:pt x="14027" y="15527"/>
                  </a:cubicBezTo>
                  <a:cubicBezTo>
                    <a:pt x="12662" y="16977"/>
                    <a:pt x="11707" y="17569"/>
                    <a:pt x="10785" y="18427"/>
                  </a:cubicBezTo>
                  <a:cubicBezTo>
                    <a:pt x="10751" y="18398"/>
                    <a:pt x="10717" y="18398"/>
                    <a:pt x="10683" y="18368"/>
                  </a:cubicBezTo>
                  <a:cubicBezTo>
                    <a:pt x="9864" y="17894"/>
                    <a:pt x="8840" y="16918"/>
                    <a:pt x="7544" y="15320"/>
                  </a:cubicBezTo>
                  <a:cubicBezTo>
                    <a:pt x="7919" y="14965"/>
                    <a:pt x="8226" y="14521"/>
                    <a:pt x="8397" y="14107"/>
                  </a:cubicBezTo>
                  <a:close/>
                  <a:moveTo>
                    <a:pt x="13652" y="19581"/>
                  </a:moveTo>
                  <a:cubicBezTo>
                    <a:pt x="13242" y="19167"/>
                    <a:pt x="12969" y="18457"/>
                    <a:pt x="12253" y="18102"/>
                  </a:cubicBezTo>
                  <a:cubicBezTo>
                    <a:pt x="11638" y="18457"/>
                    <a:pt x="10854" y="19581"/>
                    <a:pt x="10751" y="20114"/>
                  </a:cubicBezTo>
                  <a:cubicBezTo>
                    <a:pt x="10751" y="20025"/>
                    <a:pt x="10717" y="19907"/>
                    <a:pt x="10683" y="19818"/>
                  </a:cubicBezTo>
                  <a:cubicBezTo>
                    <a:pt x="10410" y="19137"/>
                    <a:pt x="9489" y="18575"/>
                    <a:pt x="9182" y="18309"/>
                  </a:cubicBezTo>
                  <a:cubicBezTo>
                    <a:pt x="8499" y="18575"/>
                    <a:pt x="8294" y="19108"/>
                    <a:pt x="7851" y="19611"/>
                  </a:cubicBezTo>
                  <a:cubicBezTo>
                    <a:pt x="7407" y="19108"/>
                    <a:pt x="6145" y="17599"/>
                    <a:pt x="5769" y="16238"/>
                  </a:cubicBezTo>
                  <a:cubicBezTo>
                    <a:pt x="6281" y="16149"/>
                    <a:pt x="6759" y="15912"/>
                    <a:pt x="7168" y="15616"/>
                  </a:cubicBezTo>
                  <a:cubicBezTo>
                    <a:pt x="7168" y="15646"/>
                    <a:pt x="7202" y="15675"/>
                    <a:pt x="7202" y="15705"/>
                  </a:cubicBezTo>
                  <a:cubicBezTo>
                    <a:pt x="8090" y="16770"/>
                    <a:pt x="9625" y="18309"/>
                    <a:pt x="10683" y="19078"/>
                  </a:cubicBezTo>
                  <a:cubicBezTo>
                    <a:pt x="10717" y="19108"/>
                    <a:pt x="10751" y="19137"/>
                    <a:pt x="10785" y="19167"/>
                  </a:cubicBezTo>
                  <a:cubicBezTo>
                    <a:pt x="11877" y="17894"/>
                    <a:pt x="13140" y="16977"/>
                    <a:pt x="14402" y="15794"/>
                  </a:cubicBezTo>
                  <a:cubicBezTo>
                    <a:pt x="14744" y="16030"/>
                    <a:pt x="15119" y="16208"/>
                    <a:pt x="15563" y="16297"/>
                  </a:cubicBezTo>
                  <a:cubicBezTo>
                    <a:pt x="15119" y="17303"/>
                    <a:pt x="14402" y="18960"/>
                    <a:pt x="13652" y="19581"/>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06" name="Shape 8306"/>
            <p:cNvSpPr/>
            <p:nvPr/>
          </p:nvSpPr>
          <p:spPr>
            <a:xfrm flipH="1">
              <a:off x="0" y="19243"/>
              <a:ext cx="1195431" cy="1346662"/>
            </a:xfrm>
            <a:custGeom>
              <a:avLst/>
              <a:gdLst/>
              <a:ahLst/>
              <a:cxnLst>
                <a:cxn ang="0">
                  <a:pos x="wd2" y="hd2"/>
                </a:cxn>
                <a:cxn ang="5400000">
                  <a:pos x="wd2" y="hd2"/>
                </a:cxn>
                <a:cxn ang="10800000">
                  <a:pos x="wd2" y="hd2"/>
                </a:cxn>
                <a:cxn ang="16200000">
                  <a:pos x="wd2" y="hd2"/>
                </a:cxn>
              </a:cxnLst>
              <a:rect l="0" t="0" r="r" b="b"/>
              <a:pathLst>
                <a:path w="21502" h="20637" fill="norm" stroke="1" extrusionOk="0">
                  <a:moveTo>
                    <a:pt x="19276" y="16090"/>
                  </a:moveTo>
                  <a:cubicBezTo>
                    <a:pt x="19687" y="15419"/>
                    <a:pt x="19310" y="14865"/>
                    <a:pt x="18591" y="14516"/>
                  </a:cubicBezTo>
                  <a:cubicBezTo>
                    <a:pt x="17633" y="14049"/>
                    <a:pt x="18283" y="13204"/>
                    <a:pt x="19344" y="12737"/>
                  </a:cubicBezTo>
                  <a:cubicBezTo>
                    <a:pt x="20371" y="12271"/>
                    <a:pt x="20713" y="11455"/>
                    <a:pt x="19378" y="10901"/>
                  </a:cubicBezTo>
                  <a:cubicBezTo>
                    <a:pt x="18078" y="10318"/>
                    <a:pt x="18146" y="10143"/>
                    <a:pt x="19378" y="9094"/>
                  </a:cubicBezTo>
                  <a:cubicBezTo>
                    <a:pt x="20611" y="8015"/>
                    <a:pt x="19995" y="5508"/>
                    <a:pt x="18249" y="5100"/>
                  </a:cubicBezTo>
                  <a:cubicBezTo>
                    <a:pt x="16503" y="4692"/>
                    <a:pt x="16948" y="3876"/>
                    <a:pt x="16229" y="2156"/>
                  </a:cubicBezTo>
                  <a:cubicBezTo>
                    <a:pt x="15545" y="524"/>
                    <a:pt x="10855" y="-963"/>
                    <a:pt x="9177" y="786"/>
                  </a:cubicBezTo>
                  <a:cubicBezTo>
                    <a:pt x="8014" y="-293"/>
                    <a:pt x="5446" y="1165"/>
                    <a:pt x="4933" y="2768"/>
                  </a:cubicBezTo>
                  <a:cubicBezTo>
                    <a:pt x="4419" y="4401"/>
                    <a:pt x="4796" y="4838"/>
                    <a:pt x="3427" y="5071"/>
                  </a:cubicBezTo>
                  <a:cubicBezTo>
                    <a:pt x="2057" y="5304"/>
                    <a:pt x="1202" y="6995"/>
                    <a:pt x="2092" y="8073"/>
                  </a:cubicBezTo>
                  <a:cubicBezTo>
                    <a:pt x="2982" y="9123"/>
                    <a:pt x="3392" y="9618"/>
                    <a:pt x="2126" y="10405"/>
                  </a:cubicBezTo>
                  <a:cubicBezTo>
                    <a:pt x="859" y="11192"/>
                    <a:pt x="1099" y="12592"/>
                    <a:pt x="2297" y="13087"/>
                  </a:cubicBezTo>
                  <a:cubicBezTo>
                    <a:pt x="3495" y="13554"/>
                    <a:pt x="3735" y="14282"/>
                    <a:pt x="2776" y="14749"/>
                  </a:cubicBezTo>
                  <a:cubicBezTo>
                    <a:pt x="2092" y="15099"/>
                    <a:pt x="1749" y="15594"/>
                    <a:pt x="2229" y="16090"/>
                  </a:cubicBezTo>
                  <a:cubicBezTo>
                    <a:pt x="928" y="16614"/>
                    <a:pt x="-65" y="17372"/>
                    <a:pt x="3" y="18801"/>
                  </a:cubicBezTo>
                  <a:cubicBezTo>
                    <a:pt x="3" y="19413"/>
                    <a:pt x="277" y="20025"/>
                    <a:pt x="722" y="20637"/>
                  </a:cubicBezTo>
                  <a:cubicBezTo>
                    <a:pt x="20782" y="20637"/>
                    <a:pt x="20782" y="20637"/>
                    <a:pt x="20782" y="20637"/>
                  </a:cubicBezTo>
                  <a:cubicBezTo>
                    <a:pt x="21193" y="20025"/>
                    <a:pt x="21467" y="19413"/>
                    <a:pt x="21501" y="18801"/>
                  </a:cubicBezTo>
                  <a:cubicBezTo>
                    <a:pt x="21535" y="17372"/>
                    <a:pt x="20577" y="16614"/>
                    <a:pt x="19276" y="16090"/>
                  </a:cubicBezTo>
                  <a:close/>
                  <a:moveTo>
                    <a:pt x="15476" y="7257"/>
                  </a:moveTo>
                  <a:cubicBezTo>
                    <a:pt x="15442" y="7228"/>
                    <a:pt x="15408" y="7228"/>
                    <a:pt x="15408" y="7228"/>
                  </a:cubicBezTo>
                  <a:cubicBezTo>
                    <a:pt x="15921" y="6383"/>
                    <a:pt x="16332" y="7461"/>
                    <a:pt x="16435" y="7928"/>
                  </a:cubicBezTo>
                  <a:cubicBezTo>
                    <a:pt x="16571" y="8598"/>
                    <a:pt x="16400" y="9385"/>
                    <a:pt x="16024" y="9939"/>
                  </a:cubicBezTo>
                  <a:cubicBezTo>
                    <a:pt x="15921" y="9910"/>
                    <a:pt x="15818" y="9910"/>
                    <a:pt x="15681" y="9910"/>
                  </a:cubicBezTo>
                  <a:cubicBezTo>
                    <a:pt x="14004" y="10056"/>
                    <a:pt x="17975" y="8132"/>
                    <a:pt x="15476" y="7257"/>
                  </a:cubicBezTo>
                  <a:close/>
                  <a:moveTo>
                    <a:pt x="5070" y="7840"/>
                  </a:moveTo>
                  <a:cubicBezTo>
                    <a:pt x="5275" y="6995"/>
                    <a:pt x="5823" y="6762"/>
                    <a:pt x="6234" y="7549"/>
                  </a:cubicBezTo>
                  <a:cubicBezTo>
                    <a:pt x="6576" y="8190"/>
                    <a:pt x="6644" y="8511"/>
                    <a:pt x="6576" y="7316"/>
                  </a:cubicBezTo>
                  <a:cubicBezTo>
                    <a:pt x="6542" y="6499"/>
                    <a:pt x="6747" y="5625"/>
                    <a:pt x="7158" y="4809"/>
                  </a:cubicBezTo>
                  <a:cubicBezTo>
                    <a:pt x="7192" y="4780"/>
                    <a:pt x="7192" y="4750"/>
                    <a:pt x="7226" y="4721"/>
                  </a:cubicBezTo>
                  <a:cubicBezTo>
                    <a:pt x="7877" y="5537"/>
                    <a:pt x="9177" y="6295"/>
                    <a:pt x="10752" y="6383"/>
                  </a:cubicBezTo>
                  <a:cubicBezTo>
                    <a:pt x="10923" y="6383"/>
                    <a:pt x="11060" y="6412"/>
                    <a:pt x="11197" y="6412"/>
                  </a:cubicBezTo>
                  <a:cubicBezTo>
                    <a:pt x="14209" y="6354"/>
                    <a:pt x="10958" y="7957"/>
                    <a:pt x="13422" y="8219"/>
                  </a:cubicBezTo>
                  <a:cubicBezTo>
                    <a:pt x="15202" y="8423"/>
                    <a:pt x="14860" y="8686"/>
                    <a:pt x="13970" y="9531"/>
                  </a:cubicBezTo>
                  <a:cubicBezTo>
                    <a:pt x="13354" y="10114"/>
                    <a:pt x="13525" y="10872"/>
                    <a:pt x="14826" y="11047"/>
                  </a:cubicBezTo>
                  <a:cubicBezTo>
                    <a:pt x="13970" y="12417"/>
                    <a:pt x="12601" y="13408"/>
                    <a:pt x="10752" y="13408"/>
                  </a:cubicBezTo>
                  <a:cubicBezTo>
                    <a:pt x="10752" y="13408"/>
                    <a:pt x="10752" y="13408"/>
                    <a:pt x="10752" y="13408"/>
                  </a:cubicBezTo>
                  <a:cubicBezTo>
                    <a:pt x="8698" y="13408"/>
                    <a:pt x="7192" y="12184"/>
                    <a:pt x="6370" y="10522"/>
                  </a:cubicBezTo>
                  <a:cubicBezTo>
                    <a:pt x="5309" y="10376"/>
                    <a:pt x="4830" y="8919"/>
                    <a:pt x="5070" y="7840"/>
                  </a:cubicBezTo>
                  <a:close/>
                  <a:moveTo>
                    <a:pt x="3837" y="16206"/>
                  </a:moveTo>
                  <a:cubicBezTo>
                    <a:pt x="4762" y="15944"/>
                    <a:pt x="5789" y="15740"/>
                    <a:pt x="6781" y="15448"/>
                  </a:cubicBezTo>
                  <a:cubicBezTo>
                    <a:pt x="7945" y="15069"/>
                    <a:pt x="8185" y="14311"/>
                    <a:pt x="8151" y="13408"/>
                  </a:cubicBezTo>
                  <a:cubicBezTo>
                    <a:pt x="8904" y="13816"/>
                    <a:pt x="9759" y="14049"/>
                    <a:pt x="10752" y="14049"/>
                  </a:cubicBezTo>
                  <a:cubicBezTo>
                    <a:pt x="10752" y="14049"/>
                    <a:pt x="10752" y="14049"/>
                    <a:pt x="10752" y="14049"/>
                  </a:cubicBezTo>
                  <a:cubicBezTo>
                    <a:pt x="11711" y="14049"/>
                    <a:pt x="12566" y="13816"/>
                    <a:pt x="13319" y="13408"/>
                  </a:cubicBezTo>
                  <a:cubicBezTo>
                    <a:pt x="13285" y="14311"/>
                    <a:pt x="13525" y="15069"/>
                    <a:pt x="14689" y="15448"/>
                  </a:cubicBezTo>
                  <a:cubicBezTo>
                    <a:pt x="15716" y="15769"/>
                    <a:pt x="16777" y="15973"/>
                    <a:pt x="17701" y="16235"/>
                  </a:cubicBezTo>
                  <a:cubicBezTo>
                    <a:pt x="17085" y="17751"/>
                    <a:pt x="13901" y="18334"/>
                    <a:pt x="10752" y="18305"/>
                  </a:cubicBezTo>
                  <a:cubicBezTo>
                    <a:pt x="7124" y="18276"/>
                    <a:pt x="3529" y="17401"/>
                    <a:pt x="3837" y="16206"/>
                  </a:cubicBezTo>
                  <a:close/>
                  <a:moveTo>
                    <a:pt x="10821" y="20083"/>
                  </a:moveTo>
                  <a:cubicBezTo>
                    <a:pt x="10752" y="20083"/>
                    <a:pt x="10752" y="20083"/>
                    <a:pt x="10752" y="20083"/>
                  </a:cubicBezTo>
                  <a:cubicBezTo>
                    <a:pt x="6234" y="20083"/>
                    <a:pt x="2331" y="19005"/>
                    <a:pt x="1510" y="17139"/>
                  </a:cubicBezTo>
                  <a:cubicBezTo>
                    <a:pt x="1715" y="16993"/>
                    <a:pt x="1955" y="16848"/>
                    <a:pt x="2229" y="16702"/>
                  </a:cubicBezTo>
                  <a:cubicBezTo>
                    <a:pt x="2605" y="18392"/>
                    <a:pt x="6336" y="19354"/>
                    <a:pt x="10752" y="19354"/>
                  </a:cubicBezTo>
                  <a:cubicBezTo>
                    <a:pt x="10821" y="19354"/>
                    <a:pt x="10821" y="19354"/>
                    <a:pt x="10821" y="19354"/>
                  </a:cubicBezTo>
                  <a:cubicBezTo>
                    <a:pt x="15271" y="19354"/>
                    <a:pt x="18796" y="18422"/>
                    <a:pt x="19241" y="16760"/>
                  </a:cubicBezTo>
                  <a:cubicBezTo>
                    <a:pt x="19515" y="16906"/>
                    <a:pt x="19721" y="17052"/>
                    <a:pt x="19960" y="17226"/>
                  </a:cubicBezTo>
                  <a:cubicBezTo>
                    <a:pt x="19070" y="19063"/>
                    <a:pt x="15373" y="20083"/>
                    <a:pt x="10821" y="20083"/>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07" name="Shape 8307"/>
            <p:cNvSpPr/>
            <p:nvPr/>
          </p:nvSpPr>
          <p:spPr>
            <a:xfrm flipH="1">
              <a:off x="6219993" y="29195"/>
              <a:ext cx="1201215" cy="1326760"/>
            </a:xfrm>
            <a:custGeom>
              <a:avLst/>
              <a:gdLst/>
              <a:ahLst/>
              <a:cxnLst>
                <a:cxn ang="0">
                  <a:pos x="wd2" y="hd2"/>
                </a:cxn>
                <a:cxn ang="5400000">
                  <a:pos x="wd2" y="hd2"/>
                </a:cxn>
                <a:cxn ang="10800000">
                  <a:pos x="wd2" y="hd2"/>
                </a:cxn>
                <a:cxn ang="16200000">
                  <a:pos x="wd2" y="hd2"/>
                </a:cxn>
              </a:cxnLst>
              <a:rect l="0" t="0" r="r" b="b"/>
              <a:pathLst>
                <a:path w="21233" h="21600" fill="norm" stroke="1" extrusionOk="0">
                  <a:moveTo>
                    <a:pt x="20454" y="17647"/>
                  </a:moveTo>
                  <a:cubicBezTo>
                    <a:pt x="21569" y="15500"/>
                    <a:pt x="19439" y="15437"/>
                    <a:pt x="18865" y="14784"/>
                  </a:cubicBezTo>
                  <a:cubicBezTo>
                    <a:pt x="18730" y="14628"/>
                    <a:pt x="18696" y="14410"/>
                    <a:pt x="18831" y="14130"/>
                  </a:cubicBezTo>
                  <a:cubicBezTo>
                    <a:pt x="18865" y="14099"/>
                    <a:pt x="18865" y="14068"/>
                    <a:pt x="18865" y="14037"/>
                  </a:cubicBezTo>
                  <a:cubicBezTo>
                    <a:pt x="19473" y="12792"/>
                    <a:pt x="19270" y="12107"/>
                    <a:pt x="18865" y="11640"/>
                  </a:cubicBezTo>
                  <a:cubicBezTo>
                    <a:pt x="18189" y="10893"/>
                    <a:pt x="16904" y="10769"/>
                    <a:pt x="17580" y="9773"/>
                  </a:cubicBezTo>
                  <a:cubicBezTo>
                    <a:pt x="18865" y="7937"/>
                    <a:pt x="17073" y="7065"/>
                    <a:pt x="16870" y="5602"/>
                  </a:cubicBezTo>
                  <a:cubicBezTo>
                    <a:pt x="16769" y="4855"/>
                    <a:pt x="16600" y="4139"/>
                    <a:pt x="16330" y="3486"/>
                  </a:cubicBezTo>
                  <a:cubicBezTo>
                    <a:pt x="16127" y="2957"/>
                    <a:pt x="15856" y="2459"/>
                    <a:pt x="15484" y="2023"/>
                  </a:cubicBezTo>
                  <a:cubicBezTo>
                    <a:pt x="15315" y="1774"/>
                    <a:pt x="15079" y="1525"/>
                    <a:pt x="14842" y="1307"/>
                  </a:cubicBezTo>
                  <a:cubicBezTo>
                    <a:pt x="14437" y="996"/>
                    <a:pt x="13963" y="716"/>
                    <a:pt x="13456" y="498"/>
                  </a:cubicBezTo>
                  <a:cubicBezTo>
                    <a:pt x="12679" y="156"/>
                    <a:pt x="11766" y="0"/>
                    <a:pt x="10651" y="0"/>
                  </a:cubicBezTo>
                  <a:cubicBezTo>
                    <a:pt x="10414" y="0"/>
                    <a:pt x="10177" y="0"/>
                    <a:pt x="9975" y="31"/>
                  </a:cubicBezTo>
                  <a:cubicBezTo>
                    <a:pt x="8893" y="93"/>
                    <a:pt x="8014" y="342"/>
                    <a:pt x="7304" y="747"/>
                  </a:cubicBezTo>
                  <a:cubicBezTo>
                    <a:pt x="5546" y="1712"/>
                    <a:pt x="4735" y="3517"/>
                    <a:pt x="4431" y="5602"/>
                  </a:cubicBezTo>
                  <a:cubicBezTo>
                    <a:pt x="4431" y="5696"/>
                    <a:pt x="4431" y="5758"/>
                    <a:pt x="4397" y="5820"/>
                  </a:cubicBezTo>
                  <a:cubicBezTo>
                    <a:pt x="4093" y="7127"/>
                    <a:pt x="2504" y="8030"/>
                    <a:pt x="3721" y="9773"/>
                  </a:cubicBezTo>
                  <a:cubicBezTo>
                    <a:pt x="4837" y="11391"/>
                    <a:pt x="780" y="10738"/>
                    <a:pt x="2470" y="14130"/>
                  </a:cubicBezTo>
                  <a:cubicBezTo>
                    <a:pt x="2741" y="14659"/>
                    <a:pt x="2369" y="14908"/>
                    <a:pt x="1862" y="15188"/>
                  </a:cubicBezTo>
                  <a:cubicBezTo>
                    <a:pt x="1084" y="15562"/>
                    <a:pt x="3" y="15967"/>
                    <a:pt x="848" y="17585"/>
                  </a:cubicBezTo>
                  <a:cubicBezTo>
                    <a:pt x="307" y="18083"/>
                    <a:pt x="-31" y="18737"/>
                    <a:pt x="3" y="19639"/>
                  </a:cubicBezTo>
                  <a:cubicBezTo>
                    <a:pt x="37" y="20293"/>
                    <a:pt x="307" y="20946"/>
                    <a:pt x="713" y="21600"/>
                  </a:cubicBezTo>
                  <a:cubicBezTo>
                    <a:pt x="1862" y="21600"/>
                    <a:pt x="1862" y="21600"/>
                    <a:pt x="1862" y="21600"/>
                  </a:cubicBezTo>
                  <a:cubicBezTo>
                    <a:pt x="4397" y="21600"/>
                    <a:pt x="4397" y="21600"/>
                    <a:pt x="4397" y="21600"/>
                  </a:cubicBezTo>
                  <a:cubicBezTo>
                    <a:pt x="7304" y="21600"/>
                    <a:pt x="7304" y="21600"/>
                    <a:pt x="7304" y="21600"/>
                  </a:cubicBezTo>
                  <a:cubicBezTo>
                    <a:pt x="9975" y="21600"/>
                    <a:pt x="9975" y="21600"/>
                    <a:pt x="9975" y="21600"/>
                  </a:cubicBezTo>
                  <a:cubicBezTo>
                    <a:pt x="13456" y="21600"/>
                    <a:pt x="13456" y="21600"/>
                    <a:pt x="13456" y="21600"/>
                  </a:cubicBezTo>
                  <a:cubicBezTo>
                    <a:pt x="14842" y="21600"/>
                    <a:pt x="14842" y="21600"/>
                    <a:pt x="14842" y="21600"/>
                  </a:cubicBezTo>
                  <a:cubicBezTo>
                    <a:pt x="15484" y="21600"/>
                    <a:pt x="15484" y="21600"/>
                    <a:pt x="15484" y="21600"/>
                  </a:cubicBezTo>
                  <a:cubicBezTo>
                    <a:pt x="16330" y="21600"/>
                    <a:pt x="16330" y="21600"/>
                    <a:pt x="16330" y="21600"/>
                  </a:cubicBezTo>
                  <a:cubicBezTo>
                    <a:pt x="18865" y="21600"/>
                    <a:pt x="18865" y="21600"/>
                    <a:pt x="18865" y="21600"/>
                  </a:cubicBezTo>
                  <a:cubicBezTo>
                    <a:pt x="20521" y="21600"/>
                    <a:pt x="20521" y="21600"/>
                    <a:pt x="20521" y="21600"/>
                  </a:cubicBezTo>
                  <a:cubicBezTo>
                    <a:pt x="20961" y="20946"/>
                    <a:pt x="21231" y="20293"/>
                    <a:pt x="21231" y="19639"/>
                  </a:cubicBezTo>
                  <a:cubicBezTo>
                    <a:pt x="21265" y="18768"/>
                    <a:pt x="20961" y="18114"/>
                    <a:pt x="20454" y="17647"/>
                  </a:cubicBezTo>
                  <a:close/>
                  <a:moveTo>
                    <a:pt x="15958" y="9960"/>
                  </a:moveTo>
                  <a:cubicBezTo>
                    <a:pt x="15823" y="9835"/>
                    <a:pt x="15654" y="9742"/>
                    <a:pt x="15484" y="9680"/>
                  </a:cubicBezTo>
                  <a:cubicBezTo>
                    <a:pt x="15383" y="9648"/>
                    <a:pt x="15282" y="9617"/>
                    <a:pt x="15180" y="9617"/>
                  </a:cubicBezTo>
                  <a:cubicBezTo>
                    <a:pt x="15011" y="9617"/>
                    <a:pt x="14910" y="9555"/>
                    <a:pt x="14842" y="9462"/>
                  </a:cubicBezTo>
                  <a:cubicBezTo>
                    <a:pt x="14639" y="9244"/>
                    <a:pt x="14707" y="8777"/>
                    <a:pt x="14842" y="8279"/>
                  </a:cubicBezTo>
                  <a:cubicBezTo>
                    <a:pt x="14842" y="8186"/>
                    <a:pt x="14842" y="8186"/>
                    <a:pt x="14842" y="8186"/>
                  </a:cubicBezTo>
                  <a:cubicBezTo>
                    <a:pt x="14910" y="8092"/>
                    <a:pt x="14977" y="7874"/>
                    <a:pt x="15079" y="7625"/>
                  </a:cubicBezTo>
                  <a:cubicBezTo>
                    <a:pt x="15180" y="7376"/>
                    <a:pt x="15349" y="7221"/>
                    <a:pt x="15484" y="7159"/>
                  </a:cubicBezTo>
                  <a:cubicBezTo>
                    <a:pt x="15789" y="7065"/>
                    <a:pt x="16093" y="7345"/>
                    <a:pt x="16228" y="7905"/>
                  </a:cubicBezTo>
                  <a:cubicBezTo>
                    <a:pt x="16363" y="8559"/>
                    <a:pt x="16262" y="9368"/>
                    <a:pt x="15958" y="9960"/>
                  </a:cubicBezTo>
                  <a:close/>
                  <a:moveTo>
                    <a:pt x="13456" y="8933"/>
                  </a:moveTo>
                  <a:cubicBezTo>
                    <a:pt x="13254" y="9057"/>
                    <a:pt x="13017" y="9119"/>
                    <a:pt x="12780" y="9119"/>
                  </a:cubicBezTo>
                  <a:cubicBezTo>
                    <a:pt x="12341" y="9150"/>
                    <a:pt x="11901" y="8964"/>
                    <a:pt x="11631" y="8684"/>
                  </a:cubicBezTo>
                  <a:cubicBezTo>
                    <a:pt x="11225" y="8279"/>
                    <a:pt x="11428" y="7937"/>
                    <a:pt x="12206" y="7719"/>
                  </a:cubicBezTo>
                  <a:cubicBezTo>
                    <a:pt x="12408" y="7656"/>
                    <a:pt x="12611" y="7625"/>
                    <a:pt x="12780" y="7594"/>
                  </a:cubicBezTo>
                  <a:cubicBezTo>
                    <a:pt x="13220" y="7563"/>
                    <a:pt x="13592" y="7563"/>
                    <a:pt x="13828" y="7594"/>
                  </a:cubicBezTo>
                  <a:cubicBezTo>
                    <a:pt x="13828" y="7719"/>
                    <a:pt x="13794" y="7874"/>
                    <a:pt x="13727" y="8030"/>
                  </a:cubicBezTo>
                  <a:cubicBezTo>
                    <a:pt x="13592" y="8341"/>
                    <a:pt x="13558" y="8621"/>
                    <a:pt x="13524" y="8901"/>
                  </a:cubicBezTo>
                  <a:cubicBezTo>
                    <a:pt x="13524" y="8901"/>
                    <a:pt x="13490" y="8933"/>
                    <a:pt x="13456" y="8933"/>
                  </a:cubicBezTo>
                  <a:close/>
                  <a:moveTo>
                    <a:pt x="8555" y="7283"/>
                  </a:moveTo>
                  <a:cubicBezTo>
                    <a:pt x="8454" y="7252"/>
                    <a:pt x="8454" y="7252"/>
                    <a:pt x="8454" y="7252"/>
                  </a:cubicBezTo>
                  <a:cubicBezTo>
                    <a:pt x="7845" y="7127"/>
                    <a:pt x="7000" y="7034"/>
                    <a:pt x="6493" y="7127"/>
                  </a:cubicBezTo>
                  <a:cubicBezTo>
                    <a:pt x="6493" y="7096"/>
                    <a:pt x="6493" y="7065"/>
                    <a:pt x="6493" y="7034"/>
                  </a:cubicBezTo>
                  <a:cubicBezTo>
                    <a:pt x="6527" y="6100"/>
                    <a:pt x="6831" y="5322"/>
                    <a:pt x="7304" y="4731"/>
                  </a:cubicBezTo>
                  <a:cubicBezTo>
                    <a:pt x="7473" y="4482"/>
                    <a:pt x="7710" y="4264"/>
                    <a:pt x="7946" y="4077"/>
                  </a:cubicBezTo>
                  <a:cubicBezTo>
                    <a:pt x="8656" y="3828"/>
                    <a:pt x="9332" y="3766"/>
                    <a:pt x="9975" y="3828"/>
                  </a:cubicBezTo>
                  <a:cubicBezTo>
                    <a:pt x="11361" y="3984"/>
                    <a:pt x="12375" y="4793"/>
                    <a:pt x="12172" y="5540"/>
                  </a:cubicBezTo>
                  <a:cubicBezTo>
                    <a:pt x="11699" y="7345"/>
                    <a:pt x="12814" y="6972"/>
                    <a:pt x="13456" y="7034"/>
                  </a:cubicBezTo>
                  <a:cubicBezTo>
                    <a:pt x="13558" y="7034"/>
                    <a:pt x="13659" y="7065"/>
                    <a:pt x="13727" y="7127"/>
                  </a:cubicBezTo>
                  <a:cubicBezTo>
                    <a:pt x="13389" y="7127"/>
                    <a:pt x="13084" y="7190"/>
                    <a:pt x="12780" y="7252"/>
                  </a:cubicBezTo>
                  <a:cubicBezTo>
                    <a:pt x="12713" y="7283"/>
                    <a:pt x="12713" y="7283"/>
                    <a:pt x="12713" y="7283"/>
                  </a:cubicBezTo>
                  <a:cubicBezTo>
                    <a:pt x="12172" y="7376"/>
                    <a:pt x="11665" y="7625"/>
                    <a:pt x="11192" y="7719"/>
                  </a:cubicBezTo>
                  <a:cubicBezTo>
                    <a:pt x="10786" y="7812"/>
                    <a:pt x="10380" y="7812"/>
                    <a:pt x="9975" y="7688"/>
                  </a:cubicBezTo>
                  <a:cubicBezTo>
                    <a:pt x="9501" y="7594"/>
                    <a:pt x="9062" y="7376"/>
                    <a:pt x="8555" y="7283"/>
                  </a:cubicBezTo>
                  <a:close/>
                  <a:moveTo>
                    <a:pt x="9603" y="8684"/>
                  </a:moveTo>
                  <a:cubicBezTo>
                    <a:pt x="9366" y="8964"/>
                    <a:pt x="8927" y="9150"/>
                    <a:pt x="8454" y="9119"/>
                  </a:cubicBezTo>
                  <a:cubicBezTo>
                    <a:pt x="8217" y="9119"/>
                    <a:pt x="8014" y="9057"/>
                    <a:pt x="7777" y="8933"/>
                  </a:cubicBezTo>
                  <a:cubicBezTo>
                    <a:pt x="7135" y="8559"/>
                    <a:pt x="6966" y="7812"/>
                    <a:pt x="7203" y="7656"/>
                  </a:cubicBezTo>
                  <a:cubicBezTo>
                    <a:pt x="7372" y="7563"/>
                    <a:pt x="7879" y="7532"/>
                    <a:pt x="8454" y="7594"/>
                  </a:cubicBezTo>
                  <a:cubicBezTo>
                    <a:pt x="8656" y="7625"/>
                    <a:pt x="8859" y="7656"/>
                    <a:pt x="9028" y="7719"/>
                  </a:cubicBezTo>
                  <a:cubicBezTo>
                    <a:pt x="9806" y="7937"/>
                    <a:pt x="10008" y="8279"/>
                    <a:pt x="9603" y="8684"/>
                  </a:cubicBezTo>
                  <a:close/>
                  <a:moveTo>
                    <a:pt x="7304" y="2210"/>
                  </a:moveTo>
                  <a:cubicBezTo>
                    <a:pt x="8082" y="1556"/>
                    <a:pt x="8994" y="1183"/>
                    <a:pt x="9975" y="1058"/>
                  </a:cubicBezTo>
                  <a:cubicBezTo>
                    <a:pt x="11158" y="934"/>
                    <a:pt x="12408" y="1183"/>
                    <a:pt x="13456" y="1836"/>
                  </a:cubicBezTo>
                  <a:cubicBezTo>
                    <a:pt x="13963" y="2179"/>
                    <a:pt x="14437" y="2583"/>
                    <a:pt x="14842" y="3112"/>
                  </a:cubicBezTo>
                  <a:cubicBezTo>
                    <a:pt x="15079" y="3424"/>
                    <a:pt x="15315" y="3797"/>
                    <a:pt x="15484" y="4233"/>
                  </a:cubicBezTo>
                  <a:cubicBezTo>
                    <a:pt x="15687" y="4669"/>
                    <a:pt x="15856" y="5167"/>
                    <a:pt x="15958" y="5696"/>
                  </a:cubicBezTo>
                  <a:cubicBezTo>
                    <a:pt x="15823" y="5478"/>
                    <a:pt x="15687" y="5291"/>
                    <a:pt x="15518" y="5104"/>
                  </a:cubicBezTo>
                  <a:cubicBezTo>
                    <a:pt x="15518" y="5073"/>
                    <a:pt x="15518" y="5073"/>
                    <a:pt x="15484" y="5042"/>
                  </a:cubicBezTo>
                  <a:cubicBezTo>
                    <a:pt x="15383" y="4637"/>
                    <a:pt x="15113" y="4451"/>
                    <a:pt x="14842" y="4295"/>
                  </a:cubicBezTo>
                  <a:cubicBezTo>
                    <a:pt x="14741" y="4264"/>
                    <a:pt x="14673" y="4202"/>
                    <a:pt x="14572" y="4171"/>
                  </a:cubicBezTo>
                  <a:cubicBezTo>
                    <a:pt x="14403" y="4015"/>
                    <a:pt x="14200" y="3890"/>
                    <a:pt x="14031" y="3766"/>
                  </a:cubicBezTo>
                  <a:cubicBezTo>
                    <a:pt x="13930" y="3641"/>
                    <a:pt x="13896" y="3486"/>
                    <a:pt x="13896" y="3268"/>
                  </a:cubicBezTo>
                  <a:cubicBezTo>
                    <a:pt x="13896" y="2863"/>
                    <a:pt x="13727" y="2521"/>
                    <a:pt x="13456" y="2241"/>
                  </a:cubicBezTo>
                  <a:cubicBezTo>
                    <a:pt x="12780" y="1587"/>
                    <a:pt x="11394" y="1307"/>
                    <a:pt x="9975" y="1712"/>
                  </a:cubicBezTo>
                  <a:cubicBezTo>
                    <a:pt x="9062" y="1961"/>
                    <a:pt x="8115" y="2490"/>
                    <a:pt x="7304" y="3361"/>
                  </a:cubicBezTo>
                  <a:cubicBezTo>
                    <a:pt x="7068" y="3610"/>
                    <a:pt x="6865" y="3859"/>
                    <a:pt x="6662" y="4139"/>
                  </a:cubicBezTo>
                  <a:cubicBezTo>
                    <a:pt x="6155" y="4575"/>
                    <a:pt x="5682" y="5073"/>
                    <a:pt x="5276" y="5696"/>
                  </a:cubicBezTo>
                  <a:cubicBezTo>
                    <a:pt x="5580" y="4139"/>
                    <a:pt x="6324" y="2988"/>
                    <a:pt x="7304" y="2210"/>
                  </a:cubicBezTo>
                  <a:close/>
                  <a:moveTo>
                    <a:pt x="5039" y="7874"/>
                  </a:moveTo>
                  <a:cubicBezTo>
                    <a:pt x="5242" y="6972"/>
                    <a:pt x="5749" y="6816"/>
                    <a:pt x="6189" y="7625"/>
                  </a:cubicBezTo>
                  <a:cubicBezTo>
                    <a:pt x="6358" y="7968"/>
                    <a:pt x="6459" y="8248"/>
                    <a:pt x="6493" y="8248"/>
                  </a:cubicBezTo>
                  <a:cubicBezTo>
                    <a:pt x="6696" y="8528"/>
                    <a:pt x="6966" y="8808"/>
                    <a:pt x="7338" y="9057"/>
                  </a:cubicBezTo>
                  <a:cubicBezTo>
                    <a:pt x="7676" y="9306"/>
                    <a:pt x="8082" y="9431"/>
                    <a:pt x="8454" y="9431"/>
                  </a:cubicBezTo>
                  <a:cubicBezTo>
                    <a:pt x="8859" y="9462"/>
                    <a:pt x="9231" y="9368"/>
                    <a:pt x="9569" y="9182"/>
                  </a:cubicBezTo>
                  <a:cubicBezTo>
                    <a:pt x="9907" y="8995"/>
                    <a:pt x="10110" y="8621"/>
                    <a:pt x="10313" y="8403"/>
                  </a:cubicBezTo>
                  <a:cubicBezTo>
                    <a:pt x="10515" y="8154"/>
                    <a:pt x="10752" y="8154"/>
                    <a:pt x="10955" y="8403"/>
                  </a:cubicBezTo>
                  <a:cubicBezTo>
                    <a:pt x="11124" y="8621"/>
                    <a:pt x="11327" y="8995"/>
                    <a:pt x="11699" y="9182"/>
                  </a:cubicBezTo>
                  <a:cubicBezTo>
                    <a:pt x="12003" y="9368"/>
                    <a:pt x="12408" y="9462"/>
                    <a:pt x="12780" y="9431"/>
                  </a:cubicBezTo>
                  <a:cubicBezTo>
                    <a:pt x="13051" y="9431"/>
                    <a:pt x="13321" y="9368"/>
                    <a:pt x="13558" y="9244"/>
                  </a:cubicBezTo>
                  <a:cubicBezTo>
                    <a:pt x="13693" y="10115"/>
                    <a:pt x="14301" y="10676"/>
                    <a:pt x="14842" y="10738"/>
                  </a:cubicBezTo>
                  <a:cubicBezTo>
                    <a:pt x="14876" y="10769"/>
                    <a:pt x="14910" y="10769"/>
                    <a:pt x="14944" y="10769"/>
                  </a:cubicBezTo>
                  <a:cubicBezTo>
                    <a:pt x="14944" y="10769"/>
                    <a:pt x="14944" y="10800"/>
                    <a:pt x="14944" y="10800"/>
                  </a:cubicBezTo>
                  <a:cubicBezTo>
                    <a:pt x="14910" y="10893"/>
                    <a:pt x="14876" y="10956"/>
                    <a:pt x="14842" y="11049"/>
                  </a:cubicBezTo>
                  <a:cubicBezTo>
                    <a:pt x="14470" y="11734"/>
                    <a:pt x="14031" y="12356"/>
                    <a:pt x="13456" y="12823"/>
                  </a:cubicBezTo>
                  <a:cubicBezTo>
                    <a:pt x="12679" y="13477"/>
                    <a:pt x="11732" y="13881"/>
                    <a:pt x="10617" y="13881"/>
                  </a:cubicBezTo>
                  <a:cubicBezTo>
                    <a:pt x="10380" y="13881"/>
                    <a:pt x="10177" y="13850"/>
                    <a:pt x="9975" y="13819"/>
                  </a:cubicBezTo>
                  <a:cubicBezTo>
                    <a:pt x="8893" y="13663"/>
                    <a:pt x="7980" y="13103"/>
                    <a:pt x="7304" y="12325"/>
                  </a:cubicBezTo>
                  <a:cubicBezTo>
                    <a:pt x="6899" y="11889"/>
                    <a:pt x="6561" y="11360"/>
                    <a:pt x="6290" y="10800"/>
                  </a:cubicBezTo>
                  <a:cubicBezTo>
                    <a:pt x="5276" y="10644"/>
                    <a:pt x="4769" y="9057"/>
                    <a:pt x="5039" y="7874"/>
                  </a:cubicBezTo>
                  <a:close/>
                  <a:moveTo>
                    <a:pt x="1862" y="20075"/>
                  </a:moveTo>
                  <a:cubicBezTo>
                    <a:pt x="1592" y="20075"/>
                    <a:pt x="1355" y="19857"/>
                    <a:pt x="1355" y="19577"/>
                  </a:cubicBezTo>
                  <a:cubicBezTo>
                    <a:pt x="1355" y="19297"/>
                    <a:pt x="1592" y="19079"/>
                    <a:pt x="1862" y="19079"/>
                  </a:cubicBezTo>
                  <a:cubicBezTo>
                    <a:pt x="2166" y="19079"/>
                    <a:pt x="2403" y="19297"/>
                    <a:pt x="2403" y="19577"/>
                  </a:cubicBezTo>
                  <a:cubicBezTo>
                    <a:pt x="2403" y="19857"/>
                    <a:pt x="2166" y="20075"/>
                    <a:pt x="1862" y="20075"/>
                  </a:cubicBezTo>
                  <a:close/>
                  <a:moveTo>
                    <a:pt x="4397" y="20666"/>
                  </a:moveTo>
                  <a:cubicBezTo>
                    <a:pt x="4127" y="20666"/>
                    <a:pt x="3890" y="20448"/>
                    <a:pt x="3890" y="20168"/>
                  </a:cubicBezTo>
                  <a:cubicBezTo>
                    <a:pt x="3890" y="19888"/>
                    <a:pt x="4127" y="19639"/>
                    <a:pt x="4397" y="19639"/>
                  </a:cubicBezTo>
                  <a:cubicBezTo>
                    <a:pt x="4701" y="19639"/>
                    <a:pt x="4938" y="19888"/>
                    <a:pt x="4938" y="20168"/>
                  </a:cubicBezTo>
                  <a:cubicBezTo>
                    <a:pt x="4938" y="20448"/>
                    <a:pt x="4701" y="20666"/>
                    <a:pt x="4397" y="20666"/>
                  </a:cubicBezTo>
                  <a:close/>
                  <a:moveTo>
                    <a:pt x="7304" y="20853"/>
                  </a:moveTo>
                  <a:cubicBezTo>
                    <a:pt x="7000" y="20853"/>
                    <a:pt x="6763" y="20635"/>
                    <a:pt x="6763" y="20355"/>
                  </a:cubicBezTo>
                  <a:cubicBezTo>
                    <a:pt x="6763" y="20075"/>
                    <a:pt x="7000" y="19857"/>
                    <a:pt x="7304" y="19857"/>
                  </a:cubicBezTo>
                  <a:cubicBezTo>
                    <a:pt x="7575" y="19857"/>
                    <a:pt x="7811" y="20075"/>
                    <a:pt x="7811" y="20355"/>
                  </a:cubicBezTo>
                  <a:cubicBezTo>
                    <a:pt x="7811" y="20635"/>
                    <a:pt x="7575" y="20853"/>
                    <a:pt x="7304" y="20853"/>
                  </a:cubicBezTo>
                  <a:close/>
                  <a:moveTo>
                    <a:pt x="10380" y="20915"/>
                  </a:moveTo>
                  <a:cubicBezTo>
                    <a:pt x="10211" y="20915"/>
                    <a:pt x="10042" y="20822"/>
                    <a:pt x="9975" y="20697"/>
                  </a:cubicBezTo>
                  <a:cubicBezTo>
                    <a:pt x="9907" y="20635"/>
                    <a:pt x="9839" y="20511"/>
                    <a:pt x="9839" y="20386"/>
                  </a:cubicBezTo>
                  <a:cubicBezTo>
                    <a:pt x="9839" y="20293"/>
                    <a:pt x="9907" y="20168"/>
                    <a:pt x="9975" y="20075"/>
                  </a:cubicBezTo>
                  <a:cubicBezTo>
                    <a:pt x="10042" y="19982"/>
                    <a:pt x="10211" y="19888"/>
                    <a:pt x="10380" y="19888"/>
                  </a:cubicBezTo>
                  <a:cubicBezTo>
                    <a:pt x="10651" y="19888"/>
                    <a:pt x="10887" y="20106"/>
                    <a:pt x="10887" y="20386"/>
                  </a:cubicBezTo>
                  <a:cubicBezTo>
                    <a:pt x="10887" y="20666"/>
                    <a:pt x="10651" y="20915"/>
                    <a:pt x="10380" y="20915"/>
                  </a:cubicBezTo>
                  <a:close/>
                  <a:moveTo>
                    <a:pt x="13456" y="20853"/>
                  </a:moveTo>
                  <a:cubicBezTo>
                    <a:pt x="13152" y="20853"/>
                    <a:pt x="12915" y="20635"/>
                    <a:pt x="12915" y="20355"/>
                  </a:cubicBezTo>
                  <a:cubicBezTo>
                    <a:pt x="12915" y="20075"/>
                    <a:pt x="13152" y="19857"/>
                    <a:pt x="13456" y="19857"/>
                  </a:cubicBezTo>
                  <a:cubicBezTo>
                    <a:pt x="13727" y="19857"/>
                    <a:pt x="13963" y="20075"/>
                    <a:pt x="13963" y="20355"/>
                  </a:cubicBezTo>
                  <a:cubicBezTo>
                    <a:pt x="13963" y="20635"/>
                    <a:pt x="13727" y="20853"/>
                    <a:pt x="13456" y="20853"/>
                  </a:cubicBezTo>
                  <a:close/>
                  <a:moveTo>
                    <a:pt x="16330" y="20666"/>
                  </a:moveTo>
                  <a:cubicBezTo>
                    <a:pt x="16059" y="20666"/>
                    <a:pt x="15823" y="20448"/>
                    <a:pt x="15823" y="20168"/>
                  </a:cubicBezTo>
                  <a:cubicBezTo>
                    <a:pt x="15823" y="19888"/>
                    <a:pt x="16059" y="19639"/>
                    <a:pt x="16330" y="19639"/>
                  </a:cubicBezTo>
                  <a:cubicBezTo>
                    <a:pt x="16634" y="19639"/>
                    <a:pt x="16870" y="19888"/>
                    <a:pt x="16870" y="20168"/>
                  </a:cubicBezTo>
                  <a:cubicBezTo>
                    <a:pt x="16870" y="20448"/>
                    <a:pt x="16634" y="20666"/>
                    <a:pt x="16330" y="20666"/>
                  </a:cubicBezTo>
                  <a:close/>
                  <a:moveTo>
                    <a:pt x="18865" y="20075"/>
                  </a:moveTo>
                  <a:cubicBezTo>
                    <a:pt x="18594" y="20075"/>
                    <a:pt x="18358" y="19857"/>
                    <a:pt x="18358" y="19577"/>
                  </a:cubicBezTo>
                  <a:cubicBezTo>
                    <a:pt x="18358" y="19297"/>
                    <a:pt x="18594" y="19079"/>
                    <a:pt x="18865" y="19079"/>
                  </a:cubicBezTo>
                  <a:cubicBezTo>
                    <a:pt x="19169" y="19079"/>
                    <a:pt x="19406" y="19297"/>
                    <a:pt x="19406" y="19577"/>
                  </a:cubicBezTo>
                  <a:cubicBezTo>
                    <a:pt x="19406" y="19857"/>
                    <a:pt x="19169" y="20075"/>
                    <a:pt x="18865" y="20075"/>
                  </a:cubicBezTo>
                  <a:close/>
                  <a:moveTo>
                    <a:pt x="18865" y="18519"/>
                  </a:moveTo>
                  <a:cubicBezTo>
                    <a:pt x="18324" y="18768"/>
                    <a:pt x="17445" y="18954"/>
                    <a:pt x="16330" y="19079"/>
                  </a:cubicBezTo>
                  <a:cubicBezTo>
                    <a:pt x="16059" y="19110"/>
                    <a:pt x="15789" y="19141"/>
                    <a:pt x="15484" y="19172"/>
                  </a:cubicBezTo>
                  <a:cubicBezTo>
                    <a:pt x="15282" y="19172"/>
                    <a:pt x="15045" y="19203"/>
                    <a:pt x="14842" y="19203"/>
                  </a:cubicBezTo>
                  <a:cubicBezTo>
                    <a:pt x="14403" y="19235"/>
                    <a:pt x="13930" y="19266"/>
                    <a:pt x="13456" y="19297"/>
                  </a:cubicBezTo>
                  <a:cubicBezTo>
                    <a:pt x="12341" y="19328"/>
                    <a:pt x="11124" y="19359"/>
                    <a:pt x="9975" y="19328"/>
                  </a:cubicBezTo>
                  <a:cubicBezTo>
                    <a:pt x="9062" y="19328"/>
                    <a:pt x="8149" y="19297"/>
                    <a:pt x="7304" y="19235"/>
                  </a:cubicBezTo>
                  <a:cubicBezTo>
                    <a:pt x="6223" y="19172"/>
                    <a:pt x="5242" y="19079"/>
                    <a:pt x="4397" y="18954"/>
                  </a:cubicBezTo>
                  <a:cubicBezTo>
                    <a:pt x="3045" y="18737"/>
                    <a:pt x="2099" y="18488"/>
                    <a:pt x="1862" y="18145"/>
                  </a:cubicBezTo>
                  <a:cubicBezTo>
                    <a:pt x="1828" y="18052"/>
                    <a:pt x="1794" y="17990"/>
                    <a:pt x="1828" y="17896"/>
                  </a:cubicBezTo>
                  <a:cubicBezTo>
                    <a:pt x="1862" y="17865"/>
                    <a:pt x="1862" y="17865"/>
                    <a:pt x="1862" y="17865"/>
                  </a:cubicBezTo>
                  <a:cubicBezTo>
                    <a:pt x="2470" y="17305"/>
                    <a:pt x="3383" y="16994"/>
                    <a:pt x="4397" y="16714"/>
                  </a:cubicBezTo>
                  <a:cubicBezTo>
                    <a:pt x="5141" y="16496"/>
                    <a:pt x="5952" y="16309"/>
                    <a:pt x="6730" y="16060"/>
                  </a:cubicBezTo>
                  <a:cubicBezTo>
                    <a:pt x="6932" y="15967"/>
                    <a:pt x="7135" y="15873"/>
                    <a:pt x="7304" y="15780"/>
                  </a:cubicBezTo>
                  <a:cubicBezTo>
                    <a:pt x="7946" y="15313"/>
                    <a:pt x="8082" y="14659"/>
                    <a:pt x="8082" y="13881"/>
                  </a:cubicBezTo>
                  <a:cubicBezTo>
                    <a:pt x="8623" y="14224"/>
                    <a:pt x="9265" y="14441"/>
                    <a:pt x="9975" y="14535"/>
                  </a:cubicBezTo>
                  <a:cubicBezTo>
                    <a:pt x="10177" y="14566"/>
                    <a:pt x="10380" y="14566"/>
                    <a:pt x="10617" y="14566"/>
                  </a:cubicBezTo>
                  <a:cubicBezTo>
                    <a:pt x="11563" y="14566"/>
                    <a:pt x="12442" y="14317"/>
                    <a:pt x="13186" y="13881"/>
                  </a:cubicBezTo>
                  <a:cubicBezTo>
                    <a:pt x="13152" y="14379"/>
                    <a:pt x="13220" y="14877"/>
                    <a:pt x="13456" y="15251"/>
                  </a:cubicBezTo>
                  <a:cubicBezTo>
                    <a:pt x="13659" y="15593"/>
                    <a:pt x="13997" y="15873"/>
                    <a:pt x="14538" y="16060"/>
                  </a:cubicBezTo>
                  <a:cubicBezTo>
                    <a:pt x="14639" y="16091"/>
                    <a:pt x="14741" y="16122"/>
                    <a:pt x="14842" y="16153"/>
                  </a:cubicBezTo>
                  <a:cubicBezTo>
                    <a:pt x="15045" y="16216"/>
                    <a:pt x="15282" y="16278"/>
                    <a:pt x="15484" y="16340"/>
                  </a:cubicBezTo>
                  <a:cubicBezTo>
                    <a:pt x="15789" y="16433"/>
                    <a:pt x="16059" y="16496"/>
                    <a:pt x="16330" y="16558"/>
                  </a:cubicBezTo>
                  <a:cubicBezTo>
                    <a:pt x="17310" y="16838"/>
                    <a:pt x="18189" y="17056"/>
                    <a:pt x="18865" y="17492"/>
                  </a:cubicBezTo>
                  <a:cubicBezTo>
                    <a:pt x="19068" y="17616"/>
                    <a:pt x="19270" y="17741"/>
                    <a:pt x="19406" y="17896"/>
                  </a:cubicBezTo>
                  <a:cubicBezTo>
                    <a:pt x="19473" y="18145"/>
                    <a:pt x="19270" y="18363"/>
                    <a:pt x="18865" y="18519"/>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08" name="Shape 8308"/>
            <p:cNvSpPr/>
            <p:nvPr/>
          </p:nvSpPr>
          <p:spPr>
            <a:xfrm flipH="1">
              <a:off x="4703342" y="29985"/>
              <a:ext cx="1226928" cy="1325179"/>
            </a:xfrm>
            <a:custGeom>
              <a:avLst/>
              <a:gdLst/>
              <a:ahLst/>
              <a:cxnLst>
                <a:cxn ang="0">
                  <a:pos x="wd2" y="hd2"/>
                </a:cxn>
                <a:cxn ang="5400000">
                  <a:pos x="wd2" y="hd2"/>
                </a:cxn>
                <a:cxn ang="10800000">
                  <a:pos x="wd2" y="hd2"/>
                </a:cxn>
                <a:cxn ang="16200000">
                  <a:pos x="wd2" y="hd2"/>
                </a:cxn>
              </a:cxnLst>
              <a:rect l="0" t="0" r="r" b="b"/>
              <a:pathLst>
                <a:path w="21600" h="21581" fill="norm" stroke="1" extrusionOk="0">
                  <a:moveTo>
                    <a:pt x="20741" y="17483"/>
                  </a:moveTo>
                  <a:cubicBezTo>
                    <a:pt x="20329" y="17134"/>
                    <a:pt x="19814" y="16848"/>
                    <a:pt x="19231" y="16594"/>
                  </a:cubicBezTo>
                  <a:cubicBezTo>
                    <a:pt x="18853" y="16435"/>
                    <a:pt x="18441" y="16308"/>
                    <a:pt x="17994" y="16149"/>
                  </a:cubicBezTo>
                  <a:cubicBezTo>
                    <a:pt x="17823" y="16117"/>
                    <a:pt x="17651" y="16054"/>
                    <a:pt x="17479" y="15990"/>
                  </a:cubicBezTo>
                  <a:cubicBezTo>
                    <a:pt x="17685" y="15832"/>
                    <a:pt x="17857" y="15641"/>
                    <a:pt x="17994" y="15419"/>
                  </a:cubicBezTo>
                  <a:cubicBezTo>
                    <a:pt x="18200" y="15069"/>
                    <a:pt x="18303" y="14720"/>
                    <a:pt x="18303" y="14307"/>
                  </a:cubicBezTo>
                  <a:cubicBezTo>
                    <a:pt x="18303" y="13894"/>
                    <a:pt x="18200" y="13513"/>
                    <a:pt x="17994" y="13195"/>
                  </a:cubicBezTo>
                  <a:cubicBezTo>
                    <a:pt x="17960" y="13100"/>
                    <a:pt x="17857" y="12973"/>
                    <a:pt x="17788" y="12877"/>
                  </a:cubicBezTo>
                  <a:cubicBezTo>
                    <a:pt x="17857" y="12846"/>
                    <a:pt x="17926" y="12782"/>
                    <a:pt x="17994" y="12750"/>
                  </a:cubicBezTo>
                  <a:cubicBezTo>
                    <a:pt x="18544" y="12337"/>
                    <a:pt x="18921" y="11702"/>
                    <a:pt x="18921" y="10972"/>
                  </a:cubicBezTo>
                  <a:cubicBezTo>
                    <a:pt x="18921" y="10305"/>
                    <a:pt x="18578" y="9669"/>
                    <a:pt x="18097" y="9288"/>
                  </a:cubicBezTo>
                  <a:cubicBezTo>
                    <a:pt x="18132" y="9097"/>
                    <a:pt x="18166" y="8907"/>
                    <a:pt x="18166" y="8685"/>
                  </a:cubicBezTo>
                  <a:cubicBezTo>
                    <a:pt x="18166" y="8399"/>
                    <a:pt x="18097" y="8113"/>
                    <a:pt x="17994" y="7859"/>
                  </a:cubicBezTo>
                  <a:cubicBezTo>
                    <a:pt x="17857" y="7509"/>
                    <a:pt x="17651" y="7223"/>
                    <a:pt x="17342" y="7001"/>
                  </a:cubicBezTo>
                  <a:cubicBezTo>
                    <a:pt x="17342" y="6969"/>
                    <a:pt x="17307" y="6937"/>
                    <a:pt x="17273" y="6937"/>
                  </a:cubicBezTo>
                  <a:cubicBezTo>
                    <a:pt x="17376" y="4968"/>
                    <a:pt x="16689" y="3412"/>
                    <a:pt x="15659" y="2300"/>
                  </a:cubicBezTo>
                  <a:cubicBezTo>
                    <a:pt x="15487" y="2109"/>
                    <a:pt x="15316" y="1950"/>
                    <a:pt x="15110" y="1760"/>
                  </a:cubicBezTo>
                  <a:cubicBezTo>
                    <a:pt x="14766" y="1474"/>
                    <a:pt x="14423" y="1220"/>
                    <a:pt x="14045" y="1029"/>
                  </a:cubicBezTo>
                  <a:cubicBezTo>
                    <a:pt x="13633" y="743"/>
                    <a:pt x="13152" y="553"/>
                    <a:pt x="12706" y="394"/>
                  </a:cubicBezTo>
                  <a:cubicBezTo>
                    <a:pt x="12191" y="203"/>
                    <a:pt x="11676" y="108"/>
                    <a:pt x="11195" y="45"/>
                  </a:cubicBezTo>
                  <a:cubicBezTo>
                    <a:pt x="11058" y="13"/>
                    <a:pt x="10920" y="13"/>
                    <a:pt x="10783" y="13"/>
                  </a:cubicBezTo>
                  <a:cubicBezTo>
                    <a:pt x="10371" y="-19"/>
                    <a:pt x="9993" y="13"/>
                    <a:pt x="9684" y="76"/>
                  </a:cubicBezTo>
                  <a:cubicBezTo>
                    <a:pt x="9238" y="140"/>
                    <a:pt x="8894" y="299"/>
                    <a:pt x="8619" y="489"/>
                  </a:cubicBezTo>
                  <a:cubicBezTo>
                    <a:pt x="8482" y="489"/>
                    <a:pt x="8345" y="521"/>
                    <a:pt x="8207" y="521"/>
                  </a:cubicBezTo>
                  <a:cubicBezTo>
                    <a:pt x="7761" y="616"/>
                    <a:pt x="7349" y="775"/>
                    <a:pt x="6971" y="997"/>
                  </a:cubicBezTo>
                  <a:cubicBezTo>
                    <a:pt x="6696" y="1188"/>
                    <a:pt x="6422" y="1410"/>
                    <a:pt x="6147" y="1665"/>
                  </a:cubicBezTo>
                  <a:cubicBezTo>
                    <a:pt x="6044" y="1792"/>
                    <a:pt x="5941" y="1887"/>
                    <a:pt x="5838" y="2014"/>
                  </a:cubicBezTo>
                  <a:cubicBezTo>
                    <a:pt x="5014" y="3030"/>
                    <a:pt x="4464" y="4428"/>
                    <a:pt x="4258" y="5826"/>
                  </a:cubicBezTo>
                  <a:cubicBezTo>
                    <a:pt x="4190" y="6143"/>
                    <a:pt x="4190" y="6429"/>
                    <a:pt x="4155" y="6715"/>
                  </a:cubicBezTo>
                  <a:cubicBezTo>
                    <a:pt x="3949" y="6810"/>
                    <a:pt x="3743" y="6969"/>
                    <a:pt x="3606" y="7128"/>
                  </a:cubicBezTo>
                  <a:cubicBezTo>
                    <a:pt x="3194" y="7541"/>
                    <a:pt x="2919" y="8081"/>
                    <a:pt x="2919" y="8685"/>
                  </a:cubicBezTo>
                  <a:cubicBezTo>
                    <a:pt x="2919" y="8843"/>
                    <a:pt x="2953" y="9002"/>
                    <a:pt x="2988" y="9161"/>
                  </a:cubicBezTo>
                  <a:cubicBezTo>
                    <a:pt x="2747" y="9320"/>
                    <a:pt x="2541" y="9510"/>
                    <a:pt x="2369" y="9765"/>
                  </a:cubicBezTo>
                  <a:cubicBezTo>
                    <a:pt x="2129" y="10114"/>
                    <a:pt x="1992" y="10527"/>
                    <a:pt x="1992" y="10972"/>
                  </a:cubicBezTo>
                  <a:cubicBezTo>
                    <a:pt x="1992" y="11416"/>
                    <a:pt x="2129" y="11829"/>
                    <a:pt x="2369" y="12179"/>
                  </a:cubicBezTo>
                  <a:cubicBezTo>
                    <a:pt x="2644" y="12623"/>
                    <a:pt x="3091" y="12941"/>
                    <a:pt x="3606" y="13100"/>
                  </a:cubicBezTo>
                  <a:cubicBezTo>
                    <a:pt x="3709" y="13132"/>
                    <a:pt x="3846" y="13163"/>
                    <a:pt x="3983" y="13163"/>
                  </a:cubicBezTo>
                  <a:cubicBezTo>
                    <a:pt x="3777" y="13513"/>
                    <a:pt x="3674" y="13894"/>
                    <a:pt x="3674" y="14307"/>
                  </a:cubicBezTo>
                  <a:cubicBezTo>
                    <a:pt x="3674" y="14879"/>
                    <a:pt x="3880" y="15387"/>
                    <a:pt x="4258" y="15768"/>
                  </a:cubicBezTo>
                  <a:cubicBezTo>
                    <a:pt x="4293" y="15832"/>
                    <a:pt x="4327" y="15863"/>
                    <a:pt x="4396" y="15927"/>
                  </a:cubicBezTo>
                  <a:cubicBezTo>
                    <a:pt x="4258" y="15959"/>
                    <a:pt x="4258" y="15959"/>
                    <a:pt x="4258" y="15959"/>
                  </a:cubicBezTo>
                  <a:cubicBezTo>
                    <a:pt x="4018" y="16022"/>
                    <a:pt x="3812" y="16086"/>
                    <a:pt x="3606" y="16149"/>
                  </a:cubicBezTo>
                  <a:cubicBezTo>
                    <a:pt x="3159" y="16308"/>
                    <a:pt x="2747" y="16435"/>
                    <a:pt x="2369" y="16594"/>
                  </a:cubicBezTo>
                  <a:cubicBezTo>
                    <a:pt x="1786" y="16848"/>
                    <a:pt x="1271" y="17134"/>
                    <a:pt x="893" y="17483"/>
                  </a:cubicBezTo>
                  <a:cubicBezTo>
                    <a:pt x="309" y="17992"/>
                    <a:pt x="0" y="18659"/>
                    <a:pt x="0" y="19612"/>
                  </a:cubicBezTo>
                  <a:cubicBezTo>
                    <a:pt x="34" y="20247"/>
                    <a:pt x="309" y="20914"/>
                    <a:pt x="721" y="21581"/>
                  </a:cubicBezTo>
                  <a:cubicBezTo>
                    <a:pt x="893" y="21581"/>
                    <a:pt x="893" y="21581"/>
                    <a:pt x="893" y="21581"/>
                  </a:cubicBezTo>
                  <a:cubicBezTo>
                    <a:pt x="2369" y="21581"/>
                    <a:pt x="2369" y="21581"/>
                    <a:pt x="2369" y="21581"/>
                  </a:cubicBezTo>
                  <a:cubicBezTo>
                    <a:pt x="3606" y="21581"/>
                    <a:pt x="3606" y="21581"/>
                    <a:pt x="3606" y="21581"/>
                  </a:cubicBezTo>
                  <a:cubicBezTo>
                    <a:pt x="4258" y="21581"/>
                    <a:pt x="4258" y="21581"/>
                    <a:pt x="4258" y="21581"/>
                  </a:cubicBezTo>
                  <a:cubicBezTo>
                    <a:pt x="5838" y="21581"/>
                    <a:pt x="5838" y="21581"/>
                    <a:pt x="5838" y="21581"/>
                  </a:cubicBezTo>
                  <a:cubicBezTo>
                    <a:pt x="6147" y="21581"/>
                    <a:pt x="6147" y="21581"/>
                    <a:pt x="6147" y="21581"/>
                  </a:cubicBezTo>
                  <a:cubicBezTo>
                    <a:pt x="6971" y="21581"/>
                    <a:pt x="6971" y="21581"/>
                    <a:pt x="6971" y="21581"/>
                  </a:cubicBezTo>
                  <a:cubicBezTo>
                    <a:pt x="8207" y="21581"/>
                    <a:pt x="8207" y="21581"/>
                    <a:pt x="8207" y="21581"/>
                  </a:cubicBezTo>
                  <a:cubicBezTo>
                    <a:pt x="9684" y="21581"/>
                    <a:pt x="9684" y="21581"/>
                    <a:pt x="9684" y="21581"/>
                  </a:cubicBezTo>
                  <a:cubicBezTo>
                    <a:pt x="10783" y="21581"/>
                    <a:pt x="10783" y="21581"/>
                    <a:pt x="10783" y="21581"/>
                  </a:cubicBezTo>
                  <a:cubicBezTo>
                    <a:pt x="11195" y="21581"/>
                    <a:pt x="11195" y="21581"/>
                    <a:pt x="11195" y="21581"/>
                  </a:cubicBezTo>
                  <a:cubicBezTo>
                    <a:pt x="12706" y="21581"/>
                    <a:pt x="12706" y="21581"/>
                    <a:pt x="12706" y="21581"/>
                  </a:cubicBezTo>
                  <a:cubicBezTo>
                    <a:pt x="14045" y="21581"/>
                    <a:pt x="14045" y="21581"/>
                    <a:pt x="14045" y="21581"/>
                  </a:cubicBezTo>
                  <a:cubicBezTo>
                    <a:pt x="15110" y="21581"/>
                    <a:pt x="15110" y="21581"/>
                    <a:pt x="15110" y="21581"/>
                  </a:cubicBezTo>
                  <a:cubicBezTo>
                    <a:pt x="15659" y="21581"/>
                    <a:pt x="15659" y="21581"/>
                    <a:pt x="15659" y="21581"/>
                  </a:cubicBezTo>
                  <a:cubicBezTo>
                    <a:pt x="17342" y="21581"/>
                    <a:pt x="17342" y="21581"/>
                    <a:pt x="17342" y="21581"/>
                  </a:cubicBezTo>
                  <a:cubicBezTo>
                    <a:pt x="17994" y="21581"/>
                    <a:pt x="17994" y="21581"/>
                    <a:pt x="17994" y="21581"/>
                  </a:cubicBezTo>
                  <a:cubicBezTo>
                    <a:pt x="19231" y="21581"/>
                    <a:pt x="19231" y="21581"/>
                    <a:pt x="19231" y="21581"/>
                  </a:cubicBezTo>
                  <a:cubicBezTo>
                    <a:pt x="20741" y="21581"/>
                    <a:pt x="20741" y="21581"/>
                    <a:pt x="20741" y="21581"/>
                  </a:cubicBezTo>
                  <a:cubicBezTo>
                    <a:pt x="20879" y="21581"/>
                    <a:pt x="20879" y="21581"/>
                    <a:pt x="20879" y="21581"/>
                  </a:cubicBezTo>
                  <a:cubicBezTo>
                    <a:pt x="21291" y="20914"/>
                    <a:pt x="21566" y="20247"/>
                    <a:pt x="21600" y="19612"/>
                  </a:cubicBezTo>
                  <a:cubicBezTo>
                    <a:pt x="21600" y="18659"/>
                    <a:pt x="21291" y="17992"/>
                    <a:pt x="20741" y="17483"/>
                  </a:cubicBezTo>
                  <a:close/>
                  <a:moveTo>
                    <a:pt x="996" y="18087"/>
                  </a:moveTo>
                  <a:cubicBezTo>
                    <a:pt x="996" y="18087"/>
                    <a:pt x="996" y="18087"/>
                    <a:pt x="996" y="18087"/>
                  </a:cubicBezTo>
                  <a:cubicBezTo>
                    <a:pt x="962" y="18087"/>
                    <a:pt x="962" y="18087"/>
                    <a:pt x="962" y="18087"/>
                  </a:cubicBezTo>
                  <a:cubicBezTo>
                    <a:pt x="962" y="18087"/>
                    <a:pt x="962" y="18087"/>
                    <a:pt x="962" y="18087"/>
                  </a:cubicBezTo>
                  <a:cubicBezTo>
                    <a:pt x="962" y="18087"/>
                    <a:pt x="962" y="18087"/>
                    <a:pt x="962" y="18087"/>
                  </a:cubicBezTo>
                  <a:cubicBezTo>
                    <a:pt x="927" y="18087"/>
                    <a:pt x="927" y="18087"/>
                    <a:pt x="927" y="18087"/>
                  </a:cubicBezTo>
                  <a:cubicBezTo>
                    <a:pt x="927" y="18087"/>
                    <a:pt x="927" y="18087"/>
                    <a:pt x="927" y="18087"/>
                  </a:cubicBezTo>
                  <a:cubicBezTo>
                    <a:pt x="927" y="18087"/>
                    <a:pt x="927" y="18087"/>
                    <a:pt x="927" y="18087"/>
                  </a:cubicBezTo>
                  <a:cubicBezTo>
                    <a:pt x="893" y="18087"/>
                    <a:pt x="893" y="18087"/>
                    <a:pt x="893" y="18087"/>
                  </a:cubicBezTo>
                  <a:cubicBezTo>
                    <a:pt x="893" y="18087"/>
                    <a:pt x="893" y="18087"/>
                    <a:pt x="893" y="18087"/>
                  </a:cubicBezTo>
                  <a:cubicBezTo>
                    <a:pt x="893" y="18087"/>
                    <a:pt x="893" y="18087"/>
                    <a:pt x="893" y="18087"/>
                  </a:cubicBezTo>
                  <a:cubicBezTo>
                    <a:pt x="893" y="18087"/>
                    <a:pt x="893" y="18087"/>
                    <a:pt x="893" y="18087"/>
                  </a:cubicBezTo>
                  <a:cubicBezTo>
                    <a:pt x="859" y="18087"/>
                    <a:pt x="859" y="18087"/>
                    <a:pt x="859" y="18087"/>
                  </a:cubicBezTo>
                  <a:cubicBezTo>
                    <a:pt x="859" y="18087"/>
                    <a:pt x="859" y="18087"/>
                    <a:pt x="859" y="18087"/>
                  </a:cubicBezTo>
                  <a:cubicBezTo>
                    <a:pt x="859" y="18087"/>
                    <a:pt x="859" y="18087"/>
                    <a:pt x="859" y="18087"/>
                  </a:cubicBezTo>
                  <a:cubicBezTo>
                    <a:pt x="824" y="18087"/>
                    <a:pt x="824" y="18087"/>
                    <a:pt x="824" y="18087"/>
                  </a:cubicBezTo>
                  <a:cubicBezTo>
                    <a:pt x="824" y="18087"/>
                    <a:pt x="824" y="18087"/>
                    <a:pt x="824" y="18087"/>
                  </a:cubicBezTo>
                  <a:cubicBezTo>
                    <a:pt x="824" y="18087"/>
                    <a:pt x="824" y="18087"/>
                    <a:pt x="824" y="18087"/>
                  </a:cubicBezTo>
                  <a:cubicBezTo>
                    <a:pt x="790" y="18087"/>
                    <a:pt x="790" y="18087"/>
                    <a:pt x="790" y="18087"/>
                  </a:cubicBezTo>
                  <a:cubicBezTo>
                    <a:pt x="790" y="18087"/>
                    <a:pt x="790" y="18087"/>
                    <a:pt x="790" y="18087"/>
                  </a:cubicBezTo>
                  <a:cubicBezTo>
                    <a:pt x="790" y="18087"/>
                    <a:pt x="790" y="18087"/>
                    <a:pt x="790" y="18087"/>
                  </a:cubicBezTo>
                  <a:cubicBezTo>
                    <a:pt x="755" y="18087"/>
                    <a:pt x="755" y="18087"/>
                    <a:pt x="755" y="18087"/>
                  </a:cubicBezTo>
                  <a:cubicBezTo>
                    <a:pt x="755" y="18087"/>
                    <a:pt x="755" y="18087"/>
                    <a:pt x="755" y="18087"/>
                  </a:cubicBezTo>
                  <a:cubicBezTo>
                    <a:pt x="755" y="18087"/>
                    <a:pt x="755" y="18087"/>
                    <a:pt x="755" y="18087"/>
                  </a:cubicBezTo>
                  <a:cubicBezTo>
                    <a:pt x="687" y="18087"/>
                    <a:pt x="618" y="18023"/>
                    <a:pt x="618" y="17960"/>
                  </a:cubicBezTo>
                  <a:cubicBezTo>
                    <a:pt x="618" y="17896"/>
                    <a:pt x="687" y="17833"/>
                    <a:pt x="755" y="17833"/>
                  </a:cubicBezTo>
                  <a:cubicBezTo>
                    <a:pt x="755" y="17833"/>
                    <a:pt x="755" y="17833"/>
                    <a:pt x="755" y="17833"/>
                  </a:cubicBezTo>
                  <a:cubicBezTo>
                    <a:pt x="755" y="17833"/>
                    <a:pt x="755" y="17833"/>
                    <a:pt x="755" y="17833"/>
                  </a:cubicBezTo>
                  <a:cubicBezTo>
                    <a:pt x="790" y="17833"/>
                    <a:pt x="790" y="17833"/>
                    <a:pt x="790" y="17833"/>
                  </a:cubicBezTo>
                  <a:cubicBezTo>
                    <a:pt x="790" y="17833"/>
                    <a:pt x="790" y="17833"/>
                    <a:pt x="790" y="17833"/>
                  </a:cubicBezTo>
                  <a:cubicBezTo>
                    <a:pt x="790" y="17833"/>
                    <a:pt x="790" y="17833"/>
                    <a:pt x="790" y="17833"/>
                  </a:cubicBezTo>
                  <a:cubicBezTo>
                    <a:pt x="824" y="17833"/>
                    <a:pt x="824" y="17833"/>
                    <a:pt x="824" y="17833"/>
                  </a:cubicBezTo>
                  <a:cubicBezTo>
                    <a:pt x="824" y="17833"/>
                    <a:pt x="824" y="17833"/>
                    <a:pt x="824" y="17833"/>
                  </a:cubicBezTo>
                  <a:cubicBezTo>
                    <a:pt x="824" y="17833"/>
                    <a:pt x="824" y="17833"/>
                    <a:pt x="824" y="17833"/>
                  </a:cubicBezTo>
                  <a:cubicBezTo>
                    <a:pt x="859" y="17833"/>
                    <a:pt x="859" y="17833"/>
                    <a:pt x="859" y="17833"/>
                  </a:cubicBezTo>
                  <a:cubicBezTo>
                    <a:pt x="859" y="17833"/>
                    <a:pt x="859" y="17833"/>
                    <a:pt x="859" y="17833"/>
                  </a:cubicBezTo>
                  <a:cubicBezTo>
                    <a:pt x="859" y="17833"/>
                    <a:pt x="859" y="17833"/>
                    <a:pt x="859" y="17833"/>
                  </a:cubicBezTo>
                  <a:cubicBezTo>
                    <a:pt x="893" y="17833"/>
                    <a:pt x="893" y="17833"/>
                    <a:pt x="893" y="17833"/>
                  </a:cubicBezTo>
                  <a:cubicBezTo>
                    <a:pt x="893" y="17833"/>
                    <a:pt x="893" y="17833"/>
                    <a:pt x="893" y="17833"/>
                  </a:cubicBezTo>
                  <a:cubicBezTo>
                    <a:pt x="893" y="17833"/>
                    <a:pt x="893" y="17833"/>
                    <a:pt x="893" y="17833"/>
                  </a:cubicBezTo>
                  <a:cubicBezTo>
                    <a:pt x="927" y="17833"/>
                    <a:pt x="927" y="17833"/>
                    <a:pt x="927" y="17833"/>
                  </a:cubicBezTo>
                  <a:cubicBezTo>
                    <a:pt x="927" y="17833"/>
                    <a:pt x="927" y="17833"/>
                    <a:pt x="927" y="17833"/>
                  </a:cubicBezTo>
                  <a:cubicBezTo>
                    <a:pt x="927" y="17833"/>
                    <a:pt x="927" y="17833"/>
                    <a:pt x="927" y="17833"/>
                  </a:cubicBezTo>
                  <a:cubicBezTo>
                    <a:pt x="962" y="17833"/>
                    <a:pt x="962" y="17833"/>
                    <a:pt x="962" y="17833"/>
                  </a:cubicBezTo>
                  <a:cubicBezTo>
                    <a:pt x="962" y="17833"/>
                    <a:pt x="962" y="17833"/>
                    <a:pt x="962" y="17833"/>
                  </a:cubicBezTo>
                  <a:cubicBezTo>
                    <a:pt x="996" y="17833"/>
                    <a:pt x="996" y="17833"/>
                    <a:pt x="996" y="17833"/>
                  </a:cubicBezTo>
                  <a:cubicBezTo>
                    <a:pt x="996" y="17833"/>
                    <a:pt x="996" y="17833"/>
                    <a:pt x="996" y="17833"/>
                  </a:cubicBezTo>
                  <a:cubicBezTo>
                    <a:pt x="996" y="17833"/>
                    <a:pt x="996" y="17833"/>
                    <a:pt x="996" y="17833"/>
                  </a:cubicBezTo>
                  <a:cubicBezTo>
                    <a:pt x="996" y="17833"/>
                    <a:pt x="996" y="17833"/>
                    <a:pt x="996" y="17833"/>
                  </a:cubicBezTo>
                  <a:cubicBezTo>
                    <a:pt x="1030" y="17833"/>
                    <a:pt x="1030" y="17833"/>
                    <a:pt x="1030" y="17833"/>
                  </a:cubicBezTo>
                  <a:cubicBezTo>
                    <a:pt x="1168" y="17865"/>
                    <a:pt x="1168" y="18087"/>
                    <a:pt x="996" y="18087"/>
                  </a:cubicBezTo>
                  <a:close/>
                  <a:moveTo>
                    <a:pt x="2438" y="18436"/>
                  </a:moveTo>
                  <a:cubicBezTo>
                    <a:pt x="2404" y="18436"/>
                    <a:pt x="2404" y="18436"/>
                    <a:pt x="2404" y="18436"/>
                  </a:cubicBezTo>
                  <a:cubicBezTo>
                    <a:pt x="2404" y="18405"/>
                    <a:pt x="2404" y="18405"/>
                    <a:pt x="2404" y="18405"/>
                  </a:cubicBezTo>
                  <a:cubicBezTo>
                    <a:pt x="2369" y="18405"/>
                    <a:pt x="2369" y="18405"/>
                    <a:pt x="2369" y="18405"/>
                  </a:cubicBezTo>
                  <a:cubicBezTo>
                    <a:pt x="2369" y="18405"/>
                    <a:pt x="2369" y="18405"/>
                    <a:pt x="2369" y="18405"/>
                  </a:cubicBezTo>
                  <a:cubicBezTo>
                    <a:pt x="2369" y="18405"/>
                    <a:pt x="2369" y="18405"/>
                    <a:pt x="2369" y="18405"/>
                  </a:cubicBezTo>
                  <a:cubicBezTo>
                    <a:pt x="2335" y="18405"/>
                    <a:pt x="2335" y="18405"/>
                    <a:pt x="2335" y="18405"/>
                  </a:cubicBezTo>
                  <a:cubicBezTo>
                    <a:pt x="2335" y="18373"/>
                    <a:pt x="2335" y="18373"/>
                    <a:pt x="2335" y="18373"/>
                  </a:cubicBezTo>
                  <a:cubicBezTo>
                    <a:pt x="2301" y="18373"/>
                    <a:pt x="2301" y="18373"/>
                    <a:pt x="2301" y="18373"/>
                  </a:cubicBezTo>
                  <a:cubicBezTo>
                    <a:pt x="2301" y="18373"/>
                    <a:pt x="2301" y="18373"/>
                    <a:pt x="2301" y="18373"/>
                  </a:cubicBezTo>
                  <a:cubicBezTo>
                    <a:pt x="2266" y="18373"/>
                    <a:pt x="2266" y="18373"/>
                    <a:pt x="2266" y="18373"/>
                  </a:cubicBezTo>
                  <a:cubicBezTo>
                    <a:pt x="2266" y="18373"/>
                    <a:pt x="2266" y="18373"/>
                    <a:pt x="2266" y="18373"/>
                  </a:cubicBezTo>
                  <a:cubicBezTo>
                    <a:pt x="2232" y="18341"/>
                    <a:pt x="2232" y="18341"/>
                    <a:pt x="2232" y="18341"/>
                  </a:cubicBezTo>
                  <a:cubicBezTo>
                    <a:pt x="2232" y="18341"/>
                    <a:pt x="2232" y="18341"/>
                    <a:pt x="2232" y="18341"/>
                  </a:cubicBezTo>
                  <a:cubicBezTo>
                    <a:pt x="2198" y="18341"/>
                    <a:pt x="2198" y="18341"/>
                    <a:pt x="2198" y="18341"/>
                  </a:cubicBezTo>
                  <a:cubicBezTo>
                    <a:pt x="2198" y="18341"/>
                    <a:pt x="2198" y="18341"/>
                    <a:pt x="2198" y="18341"/>
                  </a:cubicBezTo>
                  <a:cubicBezTo>
                    <a:pt x="2060" y="18246"/>
                    <a:pt x="2163" y="18055"/>
                    <a:pt x="2301" y="18119"/>
                  </a:cubicBezTo>
                  <a:cubicBezTo>
                    <a:pt x="2301" y="18119"/>
                    <a:pt x="2301" y="18119"/>
                    <a:pt x="2301" y="18119"/>
                  </a:cubicBezTo>
                  <a:cubicBezTo>
                    <a:pt x="2335" y="18119"/>
                    <a:pt x="2335" y="18119"/>
                    <a:pt x="2335" y="18119"/>
                  </a:cubicBezTo>
                  <a:cubicBezTo>
                    <a:pt x="2335" y="18119"/>
                    <a:pt x="2335" y="18119"/>
                    <a:pt x="2335" y="18119"/>
                  </a:cubicBezTo>
                  <a:cubicBezTo>
                    <a:pt x="2369" y="18119"/>
                    <a:pt x="2369" y="18119"/>
                    <a:pt x="2369" y="18119"/>
                  </a:cubicBezTo>
                  <a:cubicBezTo>
                    <a:pt x="2369" y="18119"/>
                    <a:pt x="2369" y="18119"/>
                    <a:pt x="2369" y="18119"/>
                  </a:cubicBezTo>
                  <a:cubicBezTo>
                    <a:pt x="2404" y="18150"/>
                    <a:pt x="2404" y="18150"/>
                    <a:pt x="2404" y="18150"/>
                  </a:cubicBezTo>
                  <a:cubicBezTo>
                    <a:pt x="2404" y="18150"/>
                    <a:pt x="2404" y="18150"/>
                    <a:pt x="2404" y="18150"/>
                  </a:cubicBezTo>
                  <a:cubicBezTo>
                    <a:pt x="2438" y="18150"/>
                    <a:pt x="2438" y="18150"/>
                    <a:pt x="2438" y="18150"/>
                  </a:cubicBezTo>
                  <a:cubicBezTo>
                    <a:pt x="2438" y="18150"/>
                    <a:pt x="2438" y="18150"/>
                    <a:pt x="2438" y="18150"/>
                  </a:cubicBezTo>
                  <a:cubicBezTo>
                    <a:pt x="2472" y="18182"/>
                    <a:pt x="2472" y="18182"/>
                    <a:pt x="2472" y="18182"/>
                  </a:cubicBezTo>
                  <a:cubicBezTo>
                    <a:pt x="2472" y="18182"/>
                    <a:pt x="2472" y="18182"/>
                    <a:pt x="2472" y="18182"/>
                  </a:cubicBezTo>
                  <a:cubicBezTo>
                    <a:pt x="2507" y="18182"/>
                    <a:pt x="2507" y="18182"/>
                    <a:pt x="2507" y="18182"/>
                  </a:cubicBezTo>
                  <a:cubicBezTo>
                    <a:pt x="2507" y="18214"/>
                    <a:pt x="2507" y="18214"/>
                    <a:pt x="2507" y="18214"/>
                  </a:cubicBezTo>
                  <a:cubicBezTo>
                    <a:pt x="2541" y="18214"/>
                    <a:pt x="2541" y="18214"/>
                    <a:pt x="2541" y="18214"/>
                  </a:cubicBezTo>
                  <a:cubicBezTo>
                    <a:pt x="2541" y="18214"/>
                    <a:pt x="2541" y="18214"/>
                    <a:pt x="2576" y="18214"/>
                  </a:cubicBezTo>
                  <a:cubicBezTo>
                    <a:pt x="2679" y="18309"/>
                    <a:pt x="2576" y="18500"/>
                    <a:pt x="2438" y="18436"/>
                  </a:cubicBezTo>
                  <a:close/>
                  <a:moveTo>
                    <a:pt x="3606" y="19357"/>
                  </a:moveTo>
                  <a:cubicBezTo>
                    <a:pt x="3571" y="19326"/>
                    <a:pt x="3571" y="19326"/>
                    <a:pt x="3571" y="19326"/>
                  </a:cubicBezTo>
                  <a:cubicBezTo>
                    <a:pt x="3571" y="19294"/>
                    <a:pt x="3571" y="19294"/>
                    <a:pt x="3571" y="19294"/>
                  </a:cubicBezTo>
                  <a:cubicBezTo>
                    <a:pt x="3537" y="19294"/>
                    <a:pt x="3537" y="19294"/>
                    <a:pt x="3537" y="19294"/>
                  </a:cubicBezTo>
                  <a:cubicBezTo>
                    <a:pt x="3537" y="19262"/>
                    <a:pt x="3537" y="19262"/>
                    <a:pt x="3537" y="19262"/>
                  </a:cubicBezTo>
                  <a:cubicBezTo>
                    <a:pt x="3503" y="19262"/>
                    <a:pt x="3503" y="19262"/>
                    <a:pt x="3503" y="19262"/>
                  </a:cubicBezTo>
                  <a:cubicBezTo>
                    <a:pt x="3503" y="19230"/>
                    <a:pt x="3503" y="19230"/>
                    <a:pt x="3503" y="19230"/>
                  </a:cubicBezTo>
                  <a:cubicBezTo>
                    <a:pt x="3503" y="19230"/>
                    <a:pt x="3503" y="19230"/>
                    <a:pt x="3503" y="19230"/>
                  </a:cubicBezTo>
                  <a:cubicBezTo>
                    <a:pt x="3468" y="19199"/>
                    <a:pt x="3468" y="19199"/>
                    <a:pt x="3468" y="19199"/>
                  </a:cubicBezTo>
                  <a:cubicBezTo>
                    <a:pt x="3468" y="19167"/>
                    <a:pt x="3468" y="19167"/>
                    <a:pt x="3468" y="19167"/>
                  </a:cubicBezTo>
                  <a:cubicBezTo>
                    <a:pt x="3434" y="19167"/>
                    <a:pt x="3434" y="19167"/>
                    <a:pt x="3434" y="19167"/>
                  </a:cubicBezTo>
                  <a:cubicBezTo>
                    <a:pt x="3434" y="19135"/>
                    <a:pt x="3434" y="19135"/>
                    <a:pt x="3434" y="19135"/>
                  </a:cubicBezTo>
                  <a:cubicBezTo>
                    <a:pt x="3400" y="19135"/>
                    <a:pt x="3400" y="19135"/>
                    <a:pt x="3400" y="19135"/>
                  </a:cubicBezTo>
                  <a:cubicBezTo>
                    <a:pt x="3400" y="19135"/>
                    <a:pt x="3400" y="19103"/>
                    <a:pt x="3400" y="19103"/>
                  </a:cubicBezTo>
                  <a:cubicBezTo>
                    <a:pt x="3331" y="18976"/>
                    <a:pt x="3503" y="18881"/>
                    <a:pt x="3606" y="18945"/>
                  </a:cubicBezTo>
                  <a:cubicBezTo>
                    <a:pt x="3606" y="18945"/>
                    <a:pt x="3606" y="18976"/>
                    <a:pt x="3606" y="18976"/>
                  </a:cubicBezTo>
                  <a:cubicBezTo>
                    <a:pt x="3606" y="18976"/>
                    <a:pt x="3606" y="18976"/>
                    <a:pt x="3606" y="18976"/>
                  </a:cubicBezTo>
                  <a:cubicBezTo>
                    <a:pt x="3640" y="19008"/>
                    <a:pt x="3640" y="19008"/>
                    <a:pt x="3640" y="19008"/>
                  </a:cubicBezTo>
                  <a:cubicBezTo>
                    <a:pt x="3640" y="19008"/>
                    <a:pt x="3640" y="19008"/>
                    <a:pt x="3640" y="19008"/>
                  </a:cubicBezTo>
                  <a:cubicBezTo>
                    <a:pt x="3674" y="19040"/>
                    <a:pt x="3674" y="19040"/>
                    <a:pt x="3674" y="19040"/>
                  </a:cubicBezTo>
                  <a:cubicBezTo>
                    <a:pt x="3674" y="19072"/>
                    <a:pt x="3674" y="19072"/>
                    <a:pt x="3674" y="19072"/>
                  </a:cubicBezTo>
                  <a:cubicBezTo>
                    <a:pt x="3709" y="19072"/>
                    <a:pt x="3709" y="19072"/>
                    <a:pt x="3709" y="19072"/>
                  </a:cubicBezTo>
                  <a:cubicBezTo>
                    <a:pt x="3709" y="19103"/>
                    <a:pt x="3709" y="19103"/>
                    <a:pt x="3709" y="19103"/>
                  </a:cubicBezTo>
                  <a:cubicBezTo>
                    <a:pt x="3743" y="19103"/>
                    <a:pt x="3743" y="19103"/>
                    <a:pt x="3743" y="19103"/>
                  </a:cubicBezTo>
                  <a:cubicBezTo>
                    <a:pt x="3743" y="19135"/>
                    <a:pt x="3743" y="19135"/>
                    <a:pt x="3743" y="19135"/>
                  </a:cubicBezTo>
                  <a:cubicBezTo>
                    <a:pt x="3777" y="19167"/>
                    <a:pt x="3777" y="19167"/>
                    <a:pt x="3777" y="19167"/>
                  </a:cubicBezTo>
                  <a:cubicBezTo>
                    <a:pt x="3777" y="19167"/>
                    <a:pt x="3777" y="19167"/>
                    <a:pt x="3777" y="19167"/>
                  </a:cubicBezTo>
                  <a:cubicBezTo>
                    <a:pt x="3777" y="19167"/>
                    <a:pt x="3777" y="19167"/>
                    <a:pt x="3777" y="19167"/>
                  </a:cubicBezTo>
                  <a:cubicBezTo>
                    <a:pt x="3846" y="19294"/>
                    <a:pt x="3709" y="19421"/>
                    <a:pt x="3606" y="19357"/>
                  </a:cubicBezTo>
                  <a:close/>
                  <a:moveTo>
                    <a:pt x="4258" y="20723"/>
                  </a:moveTo>
                  <a:cubicBezTo>
                    <a:pt x="4190" y="20723"/>
                    <a:pt x="4155" y="20692"/>
                    <a:pt x="4155" y="20628"/>
                  </a:cubicBezTo>
                  <a:cubicBezTo>
                    <a:pt x="4155" y="20628"/>
                    <a:pt x="4155" y="20628"/>
                    <a:pt x="4155" y="20628"/>
                  </a:cubicBezTo>
                  <a:cubicBezTo>
                    <a:pt x="4155" y="20596"/>
                    <a:pt x="4155" y="20596"/>
                    <a:pt x="4155" y="20596"/>
                  </a:cubicBezTo>
                  <a:cubicBezTo>
                    <a:pt x="4121" y="20565"/>
                    <a:pt x="4121" y="20565"/>
                    <a:pt x="4121" y="20565"/>
                  </a:cubicBezTo>
                  <a:cubicBezTo>
                    <a:pt x="4121" y="20533"/>
                    <a:pt x="4121" y="20533"/>
                    <a:pt x="4121" y="20533"/>
                  </a:cubicBezTo>
                  <a:cubicBezTo>
                    <a:pt x="4121" y="20501"/>
                    <a:pt x="4121" y="20501"/>
                    <a:pt x="4121" y="20501"/>
                  </a:cubicBezTo>
                  <a:cubicBezTo>
                    <a:pt x="4121" y="20469"/>
                    <a:pt x="4121" y="20469"/>
                    <a:pt x="4121" y="20469"/>
                  </a:cubicBezTo>
                  <a:cubicBezTo>
                    <a:pt x="4121" y="20437"/>
                    <a:pt x="4121" y="20437"/>
                    <a:pt x="4121" y="20437"/>
                  </a:cubicBezTo>
                  <a:cubicBezTo>
                    <a:pt x="4086" y="20437"/>
                    <a:pt x="4086" y="20437"/>
                    <a:pt x="4086" y="20437"/>
                  </a:cubicBezTo>
                  <a:cubicBezTo>
                    <a:pt x="4086" y="20406"/>
                    <a:pt x="4086" y="20406"/>
                    <a:pt x="4086" y="20406"/>
                  </a:cubicBezTo>
                  <a:cubicBezTo>
                    <a:pt x="4086" y="20406"/>
                    <a:pt x="4086" y="20406"/>
                    <a:pt x="4086" y="20406"/>
                  </a:cubicBezTo>
                  <a:cubicBezTo>
                    <a:pt x="4086" y="20279"/>
                    <a:pt x="4155" y="20247"/>
                    <a:pt x="4258" y="20247"/>
                  </a:cubicBezTo>
                  <a:cubicBezTo>
                    <a:pt x="4293" y="20247"/>
                    <a:pt x="4327" y="20279"/>
                    <a:pt x="4327" y="20342"/>
                  </a:cubicBezTo>
                  <a:cubicBezTo>
                    <a:pt x="4361" y="20374"/>
                    <a:pt x="4361" y="20374"/>
                    <a:pt x="4361" y="20374"/>
                  </a:cubicBezTo>
                  <a:cubicBezTo>
                    <a:pt x="4361" y="20406"/>
                    <a:pt x="4361" y="20406"/>
                    <a:pt x="4361" y="20406"/>
                  </a:cubicBezTo>
                  <a:cubicBezTo>
                    <a:pt x="4361" y="20437"/>
                    <a:pt x="4361" y="20437"/>
                    <a:pt x="4361" y="20437"/>
                  </a:cubicBezTo>
                  <a:cubicBezTo>
                    <a:pt x="4361" y="20469"/>
                    <a:pt x="4361" y="20469"/>
                    <a:pt x="4361" y="20469"/>
                  </a:cubicBezTo>
                  <a:cubicBezTo>
                    <a:pt x="4361" y="20501"/>
                    <a:pt x="4361" y="20501"/>
                    <a:pt x="4361" y="20501"/>
                  </a:cubicBezTo>
                  <a:cubicBezTo>
                    <a:pt x="4396" y="20533"/>
                    <a:pt x="4396" y="20533"/>
                    <a:pt x="4396" y="20533"/>
                  </a:cubicBezTo>
                  <a:cubicBezTo>
                    <a:pt x="4396" y="20565"/>
                    <a:pt x="4396" y="20565"/>
                    <a:pt x="4396" y="20565"/>
                  </a:cubicBezTo>
                  <a:cubicBezTo>
                    <a:pt x="4396" y="20596"/>
                    <a:pt x="4396" y="20596"/>
                    <a:pt x="4396" y="20596"/>
                  </a:cubicBezTo>
                  <a:cubicBezTo>
                    <a:pt x="4396" y="20596"/>
                    <a:pt x="4396" y="20596"/>
                    <a:pt x="4396" y="20596"/>
                  </a:cubicBezTo>
                  <a:cubicBezTo>
                    <a:pt x="4396" y="20596"/>
                    <a:pt x="4396" y="20596"/>
                    <a:pt x="4396" y="20596"/>
                  </a:cubicBezTo>
                  <a:cubicBezTo>
                    <a:pt x="4430" y="20692"/>
                    <a:pt x="4327" y="20755"/>
                    <a:pt x="4258" y="20723"/>
                  </a:cubicBezTo>
                  <a:close/>
                  <a:moveTo>
                    <a:pt x="5838" y="16340"/>
                  </a:moveTo>
                  <a:cubicBezTo>
                    <a:pt x="5803" y="16340"/>
                    <a:pt x="5735" y="16276"/>
                    <a:pt x="5735" y="16213"/>
                  </a:cubicBezTo>
                  <a:cubicBezTo>
                    <a:pt x="5735" y="16149"/>
                    <a:pt x="5735" y="16149"/>
                    <a:pt x="5735" y="16149"/>
                  </a:cubicBezTo>
                  <a:cubicBezTo>
                    <a:pt x="5735" y="16086"/>
                    <a:pt x="5735" y="16086"/>
                    <a:pt x="5735" y="16086"/>
                  </a:cubicBezTo>
                  <a:cubicBezTo>
                    <a:pt x="5735" y="16022"/>
                    <a:pt x="5735" y="16022"/>
                    <a:pt x="5735" y="16022"/>
                  </a:cubicBezTo>
                  <a:cubicBezTo>
                    <a:pt x="5700" y="15959"/>
                    <a:pt x="5700" y="15959"/>
                    <a:pt x="5700" y="15959"/>
                  </a:cubicBezTo>
                  <a:cubicBezTo>
                    <a:pt x="5700" y="15895"/>
                    <a:pt x="5769" y="15832"/>
                    <a:pt x="5838" y="15832"/>
                  </a:cubicBezTo>
                  <a:cubicBezTo>
                    <a:pt x="5872" y="15832"/>
                    <a:pt x="5907" y="15863"/>
                    <a:pt x="5941" y="15863"/>
                  </a:cubicBezTo>
                  <a:cubicBezTo>
                    <a:pt x="5975" y="15895"/>
                    <a:pt x="5975" y="15927"/>
                    <a:pt x="5975" y="15959"/>
                  </a:cubicBezTo>
                  <a:cubicBezTo>
                    <a:pt x="5975" y="16022"/>
                    <a:pt x="5975" y="16022"/>
                    <a:pt x="5975" y="16022"/>
                  </a:cubicBezTo>
                  <a:cubicBezTo>
                    <a:pt x="5975" y="16086"/>
                    <a:pt x="5975" y="16086"/>
                    <a:pt x="5975" y="16086"/>
                  </a:cubicBezTo>
                  <a:cubicBezTo>
                    <a:pt x="5975" y="16149"/>
                    <a:pt x="5975" y="16149"/>
                    <a:pt x="5975" y="16149"/>
                  </a:cubicBezTo>
                  <a:cubicBezTo>
                    <a:pt x="5975" y="16213"/>
                    <a:pt x="5975" y="16213"/>
                    <a:pt x="5975" y="16213"/>
                  </a:cubicBezTo>
                  <a:cubicBezTo>
                    <a:pt x="5975" y="16213"/>
                    <a:pt x="5975" y="16213"/>
                    <a:pt x="5975" y="16245"/>
                  </a:cubicBezTo>
                  <a:cubicBezTo>
                    <a:pt x="5975" y="16308"/>
                    <a:pt x="5907" y="16340"/>
                    <a:pt x="5838" y="16340"/>
                  </a:cubicBezTo>
                  <a:close/>
                  <a:moveTo>
                    <a:pt x="6147" y="17769"/>
                  </a:moveTo>
                  <a:cubicBezTo>
                    <a:pt x="6113" y="17769"/>
                    <a:pt x="6113" y="17737"/>
                    <a:pt x="6078" y="17706"/>
                  </a:cubicBezTo>
                  <a:cubicBezTo>
                    <a:pt x="6078" y="17674"/>
                    <a:pt x="6078" y="17674"/>
                    <a:pt x="6078" y="17674"/>
                  </a:cubicBezTo>
                  <a:cubicBezTo>
                    <a:pt x="6044" y="17610"/>
                    <a:pt x="6044" y="17610"/>
                    <a:pt x="6044" y="17610"/>
                  </a:cubicBezTo>
                  <a:cubicBezTo>
                    <a:pt x="6010" y="17579"/>
                    <a:pt x="6010" y="17579"/>
                    <a:pt x="6010" y="17579"/>
                  </a:cubicBezTo>
                  <a:cubicBezTo>
                    <a:pt x="6010" y="17515"/>
                    <a:pt x="6010" y="17515"/>
                    <a:pt x="6010" y="17515"/>
                  </a:cubicBezTo>
                  <a:cubicBezTo>
                    <a:pt x="5975" y="17483"/>
                    <a:pt x="5975" y="17483"/>
                    <a:pt x="5975" y="17483"/>
                  </a:cubicBezTo>
                  <a:cubicBezTo>
                    <a:pt x="5941" y="17420"/>
                    <a:pt x="6010" y="17325"/>
                    <a:pt x="6078" y="17325"/>
                  </a:cubicBezTo>
                  <a:cubicBezTo>
                    <a:pt x="6113" y="17293"/>
                    <a:pt x="6113" y="17293"/>
                    <a:pt x="6147" y="17325"/>
                  </a:cubicBezTo>
                  <a:cubicBezTo>
                    <a:pt x="6181" y="17325"/>
                    <a:pt x="6216" y="17356"/>
                    <a:pt x="6216" y="17388"/>
                  </a:cubicBezTo>
                  <a:cubicBezTo>
                    <a:pt x="6250" y="17420"/>
                    <a:pt x="6250" y="17420"/>
                    <a:pt x="6250" y="17420"/>
                  </a:cubicBezTo>
                  <a:cubicBezTo>
                    <a:pt x="6250" y="17483"/>
                    <a:pt x="6250" y="17483"/>
                    <a:pt x="6250" y="17483"/>
                  </a:cubicBezTo>
                  <a:cubicBezTo>
                    <a:pt x="6284" y="17547"/>
                    <a:pt x="6284" y="17547"/>
                    <a:pt x="6284" y="17547"/>
                  </a:cubicBezTo>
                  <a:cubicBezTo>
                    <a:pt x="6284" y="17579"/>
                    <a:pt x="6284" y="17579"/>
                    <a:pt x="6284" y="17579"/>
                  </a:cubicBezTo>
                  <a:cubicBezTo>
                    <a:pt x="6319" y="17610"/>
                    <a:pt x="6319" y="17610"/>
                    <a:pt x="6319" y="17610"/>
                  </a:cubicBezTo>
                  <a:cubicBezTo>
                    <a:pt x="6319" y="17610"/>
                    <a:pt x="6319" y="17642"/>
                    <a:pt x="6319" y="17642"/>
                  </a:cubicBezTo>
                  <a:cubicBezTo>
                    <a:pt x="6353" y="17737"/>
                    <a:pt x="6250" y="17801"/>
                    <a:pt x="6147" y="17769"/>
                  </a:cubicBezTo>
                  <a:close/>
                  <a:moveTo>
                    <a:pt x="6971" y="18976"/>
                  </a:moveTo>
                  <a:cubicBezTo>
                    <a:pt x="6971" y="18976"/>
                    <a:pt x="6971" y="18976"/>
                    <a:pt x="6971" y="18976"/>
                  </a:cubicBezTo>
                  <a:cubicBezTo>
                    <a:pt x="6971" y="18976"/>
                    <a:pt x="6971" y="18976"/>
                    <a:pt x="6971" y="18976"/>
                  </a:cubicBezTo>
                  <a:cubicBezTo>
                    <a:pt x="6937" y="18945"/>
                    <a:pt x="6937" y="18945"/>
                    <a:pt x="6937" y="18945"/>
                  </a:cubicBezTo>
                  <a:cubicBezTo>
                    <a:pt x="6902" y="18913"/>
                    <a:pt x="6902" y="18913"/>
                    <a:pt x="6902" y="18913"/>
                  </a:cubicBezTo>
                  <a:cubicBezTo>
                    <a:pt x="6868" y="18849"/>
                    <a:pt x="6868" y="18849"/>
                    <a:pt x="6868" y="18849"/>
                  </a:cubicBezTo>
                  <a:cubicBezTo>
                    <a:pt x="6834" y="18817"/>
                    <a:pt x="6834" y="18817"/>
                    <a:pt x="6834" y="18817"/>
                  </a:cubicBezTo>
                  <a:cubicBezTo>
                    <a:pt x="6799" y="18786"/>
                    <a:pt x="6799" y="18786"/>
                    <a:pt x="6799" y="18786"/>
                  </a:cubicBezTo>
                  <a:cubicBezTo>
                    <a:pt x="6799" y="18786"/>
                    <a:pt x="6765" y="18786"/>
                    <a:pt x="6765" y="18754"/>
                  </a:cubicBezTo>
                  <a:cubicBezTo>
                    <a:pt x="6731" y="18627"/>
                    <a:pt x="6868" y="18532"/>
                    <a:pt x="6971" y="18627"/>
                  </a:cubicBezTo>
                  <a:cubicBezTo>
                    <a:pt x="6971" y="18627"/>
                    <a:pt x="6971" y="18627"/>
                    <a:pt x="6971" y="18627"/>
                  </a:cubicBezTo>
                  <a:cubicBezTo>
                    <a:pt x="7005" y="18659"/>
                    <a:pt x="7005" y="18659"/>
                    <a:pt x="7005" y="18659"/>
                  </a:cubicBezTo>
                  <a:cubicBezTo>
                    <a:pt x="7040" y="18690"/>
                    <a:pt x="7040" y="18690"/>
                    <a:pt x="7040" y="18690"/>
                  </a:cubicBezTo>
                  <a:cubicBezTo>
                    <a:pt x="7074" y="18722"/>
                    <a:pt x="7074" y="18722"/>
                    <a:pt x="7074" y="18722"/>
                  </a:cubicBezTo>
                  <a:cubicBezTo>
                    <a:pt x="7108" y="18754"/>
                    <a:pt x="7108" y="18754"/>
                    <a:pt x="7108" y="18754"/>
                  </a:cubicBezTo>
                  <a:cubicBezTo>
                    <a:pt x="7143" y="18817"/>
                    <a:pt x="7143" y="18817"/>
                    <a:pt x="7143" y="18817"/>
                  </a:cubicBezTo>
                  <a:cubicBezTo>
                    <a:pt x="7143" y="18817"/>
                    <a:pt x="7143" y="18817"/>
                    <a:pt x="7143" y="18817"/>
                  </a:cubicBezTo>
                  <a:cubicBezTo>
                    <a:pt x="7177" y="18817"/>
                    <a:pt x="7177" y="18817"/>
                    <a:pt x="7177" y="18849"/>
                  </a:cubicBezTo>
                  <a:cubicBezTo>
                    <a:pt x="7246" y="18976"/>
                    <a:pt x="7074" y="19072"/>
                    <a:pt x="6971" y="18976"/>
                  </a:cubicBezTo>
                  <a:close/>
                  <a:moveTo>
                    <a:pt x="8276" y="19834"/>
                  </a:moveTo>
                  <a:cubicBezTo>
                    <a:pt x="8242" y="19834"/>
                    <a:pt x="8242" y="19834"/>
                    <a:pt x="8242" y="19834"/>
                  </a:cubicBezTo>
                  <a:cubicBezTo>
                    <a:pt x="8207" y="19834"/>
                    <a:pt x="8207" y="19834"/>
                    <a:pt x="8207" y="19834"/>
                  </a:cubicBezTo>
                  <a:cubicBezTo>
                    <a:pt x="8207" y="19802"/>
                    <a:pt x="8207" y="19802"/>
                    <a:pt x="8207" y="19802"/>
                  </a:cubicBezTo>
                  <a:cubicBezTo>
                    <a:pt x="8139" y="19770"/>
                    <a:pt x="8139" y="19770"/>
                    <a:pt x="8139" y="19770"/>
                  </a:cubicBezTo>
                  <a:cubicBezTo>
                    <a:pt x="8104" y="19770"/>
                    <a:pt x="8104" y="19770"/>
                    <a:pt x="8104" y="19770"/>
                  </a:cubicBezTo>
                  <a:cubicBezTo>
                    <a:pt x="8036" y="19739"/>
                    <a:pt x="8036" y="19739"/>
                    <a:pt x="8036" y="19739"/>
                  </a:cubicBezTo>
                  <a:cubicBezTo>
                    <a:pt x="7933" y="19675"/>
                    <a:pt x="7967" y="19516"/>
                    <a:pt x="8070" y="19485"/>
                  </a:cubicBezTo>
                  <a:cubicBezTo>
                    <a:pt x="8104" y="19485"/>
                    <a:pt x="8139" y="19516"/>
                    <a:pt x="8173" y="19516"/>
                  </a:cubicBezTo>
                  <a:cubicBezTo>
                    <a:pt x="8207" y="19548"/>
                    <a:pt x="8207" y="19548"/>
                    <a:pt x="8207" y="19548"/>
                  </a:cubicBezTo>
                  <a:cubicBezTo>
                    <a:pt x="8207" y="19548"/>
                    <a:pt x="8207" y="19548"/>
                    <a:pt x="8207" y="19548"/>
                  </a:cubicBezTo>
                  <a:cubicBezTo>
                    <a:pt x="8242" y="19548"/>
                    <a:pt x="8242" y="19548"/>
                    <a:pt x="8242" y="19548"/>
                  </a:cubicBezTo>
                  <a:cubicBezTo>
                    <a:pt x="8310" y="19580"/>
                    <a:pt x="8310" y="19580"/>
                    <a:pt x="8310" y="19580"/>
                  </a:cubicBezTo>
                  <a:cubicBezTo>
                    <a:pt x="8345" y="19612"/>
                    <a:pt x="8345" y="19612"/>
                    <a:pt x="8345" y="19612"/>
                  </a:cubicBezTo>
                  <a:cubicBezTo>
                    <a:pt x="8379" y="19612"/>
                    <a:pt x="8379" y="19612"/>
                    <a:pt x="8379" y="19612"/>
                  </a:cubicBezTo>
                  <a:cubicBezTo>
                    <a:pt x="8413" y="19643"/>
                    <a:pt x="8413" y="19643"/>
                    <a:pt x="8413" y="19643"/>
                  </a:cubicBezTo>
                  <a:cubicBezTo>
                    <a:pt x="8516" y="19739"/>
                    <a:pt x="8413" y="19897"/>
                    <a:pt x="8276" y="19834"/>
                  </a:cubicBezTo>
                  <a:close/>
                  <a:moveTo>
                    <a:pt x="9787" y="20310"/>
                  </a:moveTo>
                  <a:cubicBezTo>
                    <a:pt x="9753" y="20279"/>
                    <a:pt x="9753" y="20279"/>
                    <a:pt x="9753" y="20279"/>
                  </a:cubicBezTo>
                  <a:cubicBezTo>
                    <a:pt x="9684" y="20279"/>
                    <a:pt x="9684" y="20279"/>
                    <a:pt x="9684" y="20279"/>
                  </a:cubicBezTo>
                  <a:cubicBezTo>
                    <a:pt x="9684" y="20279"/>
                    <a:pt x="9684" y="20279"/>
                    <a:pt x="9684" y="20279"/>
                  </a:cubicBezTo>
                  <a:cubicBezTo>
                    <a:pt x="9615" y="20279"/>
                    <a:pt x="9615" y="20279"/>
                    <a:pt x="9615" y="20279"/>
                  </a:cubicBezTo>
                  <a:cubicBezTo>
                    <a:pt x="9581" y="20247"/>
                    <a:pt x="9581" y="20247"/>
                    <a:pt x="9581" y="20247"/>
                  </a:cubicBezTo>
                  <a:cubicBezTo>
                    <a:pt x="9512" y="20247"/>
                    <a:pt x="9512" y="20247"/>
                    <a:pt x="9512" y="20247"/>
                  </a:cubicBezTo>
                  <a:cubicBezTo>
                    <a:pt x="9409" y="20215"/>
                    <a:pt x="9375" y="20056"/>
                    <a:pt x="9478" y="20025"/>
                  </a:cubicBezTo>
                  <a:cubicBezTo>
                    <a:pt x="9512" y="19993"/>
                    <a:pt x="9547" y="19993"/>
                    <a:pt x="9581" y="19993"/>
                  </a:cubicBezTo>
                  <a:cubicBezTo>
                    <a:pt x="9615" y="20025"/>
                    <a:pt x="9615" y="20025"/>
                    <a:pt x="9615" y="20025"/>
                  </a:cubicBezTo>
                  <a:cubicBezTo>
                    <a:pt x="9684" y="20025"/>
                    <a:pt x="9684" y="20025"/>
                    <a:pt x="9684" y="20025"/>
                  </a:cubicBezTo>
                  <a:cubicBezTo>
                    <a:pt x="9684" y="20025"/>
                    <a:pt x="9684" y="20025"/>
                    <a:pt x="9684" y="20025"/>
                  </a:cubicBezTo>
                  <a:cubicBezTo>
                    <a:pt x="9718" y="20025"/>
                    <a:pt x="9718" y="20025"/>
                    <a:pt x="9718" y="20025"/>
                  </a:cubicBezTo>
                  <a:cubicBezTo>
                    <a:pt x="9787" y="20056"/>
                    <a:pt x="9787" y="20056"/>
                    <a:pt x="9787" y="20056"/>
                  </a:cubicBezTo>
                  <a:cubicBezTo>
                    <a:pt x="9821" y="20056"/>
                    <a:pt x="9821" y="20056"/>
                    <a:pt x="9821" y="20056"/>
                  </a:cubicBezTo>
                  <a:cubicBezTo>
                    <a:pt x="9856" y="20056"/>
                    <a:pt x="9924" y="20088"/>
                    <a:pt x="9924" y="20152"/>
                  </a:cubicBezTo>
                  <a:cubicBezTo>
                    <a:pt x="9924" y="20247"/>
                    <a:pt x="9856" y="20310"/>
                    <a:pt x="9787" y="20310"/>
                  </a:cubicBezTo>
                  <a:close/>
                  <a:moveTo>
                    <a:pt x="11332" y="20342"/>
                  </a:moveTo>
                  <a:cubicBezTo>
                    <a:pt x="11332" y="20342"/>
                    <a:pt x="11332" y="20342"/>
                    <a:pt x="11332" y="20342"/>
                  </a:cubicBezTo>
                  <a:cubicBezTo>
                    <a:pt x="11264" y="20374"/>
                    <a:pt x="11264" y="20374"/>
                    <a:pt x="11264" y="20374"/>
                  </a:cubicBezTo>
                  <a:cubicBezTo>
                    <a:pt x="11195" y="20374"/>
                    <a:pt x="11195" y="20374"/>
                    <a:pt x="11195" y="20374"/>
                  </a:cubicBezTo>
                  <a:cubicBezTo>
                    <a:pt x="11195" y="20374"/>
                    <a:pt x="11195" y="20374"/>
                    <a:pt x="11195" y="20374"/>
                  </a:cubicBezTo>
                  <a:cubicBezTo>
                    <a:pt x="11161" y="20374"/>
                    <a:pt x="11161" y="20374"/>
                    <a:pt x="11161" y="20374"/>
                  </a:cubicBezTo>
                  <a:cubicBezTo>
                    <a:pt x="11092" y="20374"/>
                    <a:pt x="11092" y="20374"/>
                    <a:pt x="11092" y="20374"/>
                  </a:cubicBezTo>
                  <a:cubicBezTo>
                    <a:pt x="11058" y="20374"/>
                    <a:pt x="11058" y="20374"/>
                    <a:pt x="11058" y="20374"/>
                  </a:cubicBezTo>
                  <a:cubicBezTo>
                    <a:pt x="11058" y="20374"/>
                    <a:pt x="11058" y="20374"/>
                    <a:pt x="11058" y="20374"/>
                  </a:cubicBezTo>
                  <a:cubicBezTo>
                    <a:pt x="10886" y="20342"/>
                    <a:pt x="10920" y="20120"/>
                    <a:pt x="11058" y="20120"/>
                  </a:cubicBezTo>
                  <a:cubicBezTo>
                    <a:pt x="11092" y="20120"/>
                    <a:pt x="11092" y="20120"/>
                    <a:pt x="11092" y="20120"/>
                  </a:cubicBezTo>
                  <a:cubicBezTo>
                    <a:pt x="11126" y="20120"/>
                    <a:pt x="11126" y="20120"/>
                    <a:pt x="11126" y="20120"/>
                  </a:cubicBezTo>
                  <a:cubicBezTo>
                    <a:pt x="11195" y="20120"/>
                    <a:pt x="11195" y="20120"/>
                    <a:pt x="11195" y="20120"/>
                  </a:cubicBezTo>
                  <a:cubicBezTo>
                    <a:pt x="11195" y="20120"/>
                    <a:pt x="11195" y="20120"/>
                    <a:pt x="11195" y="20120"/>
                  </a:cubicBezTo>
                  <a:cubicBezTo>
                    <a:pt x="11229" y="20120"/>
                    <a:pt x="11229" y="20120"/>
                    <a:pt x="11229" y="20120"/>
                  </a:cubicBezTo>
                  <a:cubicBezTo>
                    <a:pt x="11298" y="20120"/>
                    <a:pt x="11298" y="20120"/>
                    <a:pt x="11298" y="20120"/>
                  </a:cubicBezTo>
                  <a:cubicBezTo>
                    <a:pt x="11298" y="20088"/>
                    <a:pt x="11298" y="20088"/>
                    <a:pt x="11298" y="20088"/>
                  </a:cubicBezTo>
                  <a:cubicBezTo>
                    <a:pt x="11332" y="20088"/>
                    <a:pt x="11332" y="20088"/>
                    <a:pt x="11332" y="20088"/>
                  </a:cubicBezTo>
                  <a:cubicBezTo>
                    <a:pt x="11504" y="20120"/>
                    <a:pt x="11504" y="20342"/>
                    <a:pt x="11332" y="20342"/>
                  </a:cubicBezTo>
                  <a:close/>
                  <a:moveTo>
                    <a:pt x="12878" y="20025"/>
                  </a:moveTo>
                  <a:cubicBezTo>
                    <a:pt x="12809" y="20056"/>
                    <a:pt x="12809" y="20056"/>
                    <a:pt x="12809" y="20056"/>
                  </a:cubicBezTo>
                  <a:cubicBezTo>
                    <a:pt x="12740" y="20056"/>
                    <a:pt x="12740" y="20056"/>
                    <a:pt x="12740" y="20056"/>
                  </a:cubicBezTo>
                  <a:cubicBezTo>
                    <a:pt x="12706" y="20088"/>
                    <a:pt x="12706" y="20088"/>
                    <a:pt x="12706" y="20088"/>
                  </a:cubicBezTo>
                  <a:cubicBezTo>
                    <a:pt x="12706" y="20088"/>
                    <a:pt x="12706" y="20088"/>
                    <a:pt x="12706" y="20088"/>
                  </a:cubicBezTo>
                  <a:cubicBezTo>
                    <a:pt x="12637" y="20088"/>
                    <a:pt x="12637" y="20088"/>
                    <a:pt x="12637" y="20088"/>
                  </a:cubicBezTo>
                  <a:cubicBezTo>
                    <a:pt x="12603" y="20120"/>
                    <a:pt x="12603" y="20120"/>
                    <a:pt x="12603" y="20120"/>
                  </a:cubicBezTo>
                  <a:cubicBezTo>
                    <a:pt x="12603" y="20120"/>
                    <a:pt x="12603" y="20120"/>
                    <a:pt x="12603" y="20120"/>
                  </a:cubicBezTo>
                  <a:cubicBezTo>
                    <a:pt x="12431" y="20152"/>
                    <a:pt x="12397" y="19929"/>
                    <a:pt x="12534" y="19866"/>
                  </a:cubicBezTo>
                  <a:cubicBezTo>
                    <a:pt x="12569" y="19866"/>
                    <a:pt x="12569" y="19866"/>
                    <a:pt x="12569" y="19866"/>
                  </a:cubicBezTo>
                  <a:cubicBezTo>
                    <a:pt x="12603" y="19834"/>
                    <a:pt x="12603" y="19834"/>
                    <a:pt x="12603" y="19834"/>
                  </a:cubicBezTo>
                  <a:cubicBezTo>
                    <a:pt x="12672" y="19834"/>
                    <a:pt x="12672" y="19834"/>
                    <a:pt x="12672" y="19834"/>
                  </a:cubicBezTo>
                  <a:cubicBezTo>
                    <a:pt x="12706" y="19834"/>
                    <a:pt x="12706" y="19834"/>
                    <a:pt x="12706" y="19834"/>
                  </a:cubicBezTo>
                  <a:cubicBezTo>
                    <a:pt x="12740" y="19802"/>
                    <a:pt x="12740" y="19802"/>
                    <a:pt x="12740" y="19802"/>
                  </a:cubicBezTo>
                  <a:cubicBezTo>
                    <a:pt x="12775" y="19802"/>
                    <a:pt x="12775" y="19802"/>
                    <a:pt x="12775" y="19802"/>
                  </a:cubicBezTo>
                  <a:cubicBezTo>
                    <a:pt x="12775" y="19802"/>
                    <a:pt x="12775" y="19802"/>
                    <a:pt x="12809" y="19802"/>
                  </a:cubicBezTo>
                  <a:cubicBezTo>
                    <a:pt x="12946" y="19770"/>
                    <a:pt x="13015" y="19993"/>
                    <a:pt x="12878" y="20025"/>
                  </a:cubicBezTo>
                  <a:close/>
                  <a:moveTo>
                    <a:pt x="14251" y="19294"/>
                  </a:moveTo>
                  <a:cubicBezTo>
                    <a:pt x="14217" y="19326"/>
                    <a:pt x="14217" y="19326"/>
                    <a:pt x="14217" y="19326"/>
                  </a:cubicBezTo>
                  <a:cubicBezTo>
                    <a:pt x="14183" y="19357"/>
                    <a:pt x="14183" y="19357"/>
                    <a:pt x="14183" y="19357"/>
                  </a:cubicBezTo>
                  <a:cubicBezTo>
                    <a:pt x="14114" y="19389"/>
                    <a:pt x="14114" y="19389"/>
                    <a:pt x="14114" y="19389"/>
                  </a:cubicBezTo>
                  <a:cubicBezTo>
                    <a:pt x="14079" y="19421"/>
                    <a:pt x="14079" y="19421"/>
                    <a:pt x="14079" y="19421"/>
                  </a:cubicBezTo>
                  <a:cubicBezTo>
                    <a:pt x="14045" y="19421"/>
                    <a:pt x="14045" y="19421"/>
                    <a:pt x="14045" y="19421"/>
                  </a:cubicBezTo>
                  <a:cubicBezTo>
                    <a:pt x="14045" y="19453"/>
                    <a:pt x="14045" y="19453"/>
                    <a:pt x="14045" y="19453"/>
                  </a:cubicBezTo>
                  <a:cubicBezTo>
                    <a:pt x="14011" y="19453"/>
                    <a:pt x="14011" y="19453"/>
                    <a:pt x="14011" y="19453"/>
                  </a:cubicBezTo>
                  <a:cubicBezTo>
                    <a:pt x="14011" y="19453"/>
                    <a:pt x="14011" y="19453"/>
                    <a:pt x="14011" y="19453"/>
                  </a:cubicBezTo>
                  <a:cubicBezTo>
                    <a:pt x="13873" y="19516"/>
                    <a:pt x="13770" y="19326"/>
                    <a:pt x="13873" y="19230"/>
                  </a:cubicBezTo>
                  <a:cubicBezTo>
                    <a:pt x="13908" y="19230"/>
                    <a:pt x="13908" y="19230"/>
                    <a:pt x="13908" y="19230"/>
                  </a:cubicBezTo>
                  <a:cubicBezTo>
                    <a:pt x="13942" y="19199"/>
                    <a:pt x="13942" y="19199"/>
                    <a:pt x="13942" y="19199"/>
                  </a:cubicBezTo>
                  <a:cubicBezTo>
                    <a:pt x="13976" y="19167"/>
                    <a:pt x="13976" y="19167"/>
                    <a:pt x="13976" y="19167"/>
                  </a:cubicBezTo>
                  <a:cubicBezTo>
                    <a:pt x="14011" y="19135"/>
                    <a:pt x="14011" y="19135"/>
                    <a:pt x="14011" y="19135"/>
                  </a:cubicBezTo>
                  <a:cubicBezTo>
                    <a:pt x="14045" y="19103"/>
                    <a:pt x="14045" y="19103"/>
                    <a:pt x="14045" y="19103"/>
                  </a:cubicBezTo>
                  <a:cubicBezTo>
                    <a:pt x="14079" y="19103"/>
                    <a:pt x="14079" y="19103"/>
                    <a:pt x="14079" y="19103"/>
                  </a:cubicBezTo>
                  <a:cubicBezTo>
                    <a:pt x="14079" y="19103"/>
                    <a:pt x="14079" y="19103"/>
                    <a:pt x="14079" y="19103"/>
                  </a:cubicBezTo>
                  <a:cubicBezTo>
                    <a:pt x="14114" y="19072"/>
                    <a:pt x="14114" y="19072"/>
                    <a:pt x="14148" y="19072"/>
                  </a:cubicBezTo>
                  <a:cubicBezTo>
                    <a:pt x="14286" y="19040"/>
                    <a:pt x="14354" y="19230"/>
                    <a:pt x="14251" y="19294"/>
                  </a:cubicBezTo>
                  <a:close/>
                  <a:moveTo>
                    <a:pt x="14045" y="18277"/>
                  </a:moveTo>
                  <a:cubicBezTo>
                    <a:pt x="13702" y="18627"/>
                    <a:pt x="13221" y="18913"/>
                    <a:pt x="12706" y="19103"/>
                  </a:cubicBezTo>
                  <a:cubicBezTo>
                    <a:pt x="12225" y="19294"/>
                    <a:pt x="11710" y="19421"/>
                    <a:pt x="11195" y="19453"/>
                  </a:cubicBezTo>
                  <a:cubicBezTo>
                    <a:pt x="11058" y="19453"/>
                    <a:pt x="10920" y="19453"/>
                    <a:pt x="10783" y="19485"/>
                  </a:cubicBezTo>
                  <a:cubicBezTo>
                    <a:pt x="10405" y="19485"/>
                    <a:pt x="10027" y="19453"/>
                    <a:pt x="9684" y="19389"/>
                  </a:cubicBezTo>
                  <a:cubicBezTo>
                    <a:pt x="9134" y="19294"/>
                    <a:pt x="8654" y="19103"/>
                    <a:pt x="8207" y="18881"/>
                  </a:cubicBezTo>
                  <a:cubicBezTo>
                    <a:pt x="7692" y="18563"/>
                    <a:pt x="7246" y="18150"/>
                    <a:pt x="6971" y="17610"/>
                  </a:cubicBezTo>
                  <a:cubicBezTo>
                    <a:pt x="6731" y="17134"/>
                    <a:pt x="6628" y="16594"/>
                    <a:pt x="6731" y="15927"/>
                  </a:cubicBezTo>
                  <a:cubicBezTo>
                    <a:pt x="6799" y="15895"/>
                    <a:pt x="6902" y="15863"/>
                    <a:pt x="6971" y="15800"/>
                  </a:cubicBezTo>
                  <a:cubicBezTo>
                    <a:pt x="7555" y="15546"/>
                    <a:pt x="7933" y="15037"/>
                    <a:pt x="8207" y="14466"/>
                  </a:cubicBezTo>
                  <a:cubicBezTo>
                    <a:pt x="8310" y="14243"/>
                    <a:pt x="8413" y="14021"/>
                    <a:pt x="8482" y="13767"/>
                  </a:cubicBezTo>
                  <a:cubicBezTo>
                    <a:pt x="8860" y="13989"/>
                    <a:pt x="9238" y="14148"/>
                    <a:pt x="9684" y="14243"/>
                  </a:cubicBezTo>
                  <a:cubicBezTo>
                    <a:pt x="10027" y="14307"/>
                    <a:pt x="10405" y="14339"/>
                    <a:pt x="10783" y="14370"/>
                  </a:cubicBezTo>
                  <a:cubicBezTo>
                    <a:pt x="10817" y="14370"/>
                    <a:pt x="10817" y="14370"/>
                    <a:pt x="10817" y="14370"/>
                  </a:cubicBezTo>
                  <a:cubicBezTo>
                    <a:pt x="10920" y="14370"/>
                    <a:pt x="11058" y="14339"/>
                    <a:pt x="11195" y="14339"/>
                  </a:cubicBezTo>
                  <a:cubicBezTo>
                    <a:pt x="11744" y="14307"/>
                    <a:pt x="12225" y="14180"/>
                    <a:pt x="12706" y="13989"/>
                  </a:cubicBezTo>
                  <a:cubicBezTo>
                    <a:pt x="12878" y="13926"/>
                    <a:pt x="13015" y="13830"/>
                    <a:pt x="13187" y="13767"/>
                  </a:cubicBezTo>
                  <a:cubicBezTo>
                    <a:pt x="13358" y="14402"/>
                    <a:pt x="13633" y="15006"/>
                    <a:pt x="14045" y="15419"/>
                  </a:cubicBezTo>
                  <a:cubicBezTo>
                    <a:pt x="14286" y="15641"/>
                    <a:pt x="14526" y="15800"/>
                    <a:pt x="14801" y="15927"/>
                  </a:cubicBezTo>
                  <a:cubicBezTo>
                    <a:pt x="14938" y="16912"/>
                    <a:pt x="14629" y="17674"/>
                    <a:pt x="14045" y="18277"/>
                  </a:cubicBezTo>
                  <a:close/>
                  <a:moveTo>
                    <a:pt x="15281" y="18150"/>
                  </a:moveTo>
                  <a:cubicBezTo>
                    <a:pt x="15281" y="18150"/>
                    <a:pt x="15281" y="18150"/>
                    <a:pt x="15281" y="18150"/>
                  </a:cubicBezTo>
                  <a:cubicBezTo>
                    <a:pt x="15247" y="18182"/>
                    <a:pt x="15247" y="18182"/>
                    <a:pt x="15247" y="18182"/>
                  </a:cubicBezTo>
                  <a:cubicBezTo>
                    <a:pt x="15213" y="18246"/>
                    <a:pt x="15213" y="18246"/>
                    <a:pt x="15213" y="18246"/>
                  </a:cubicBezTo>
                  <a:cubicBezTo>
                    <a:pt x="15178" y="18277"/>
                    <a:pt x="15178" y="18277"/>
                    <a:pt x="15178" y="18277"/>
                  </a:cubicBezTo>
                  <a:cubicBezTo>
                    <a:pt x="15144" y="18341"/>
                    <a:pt x="15144" y="18341"/>
                    <a:pt x="15144" y="18341"/>
                  </a:cubicBezTo>
                  <a:cubicBezTo>
                    <a:pt x="15144" y="18373"/>
                    <a:pt x="15144" y="18373"/>
                    <a:pt x="15144" y="18373"/>
                  </a:cubicBezTo>
                  <a:cubicBezTo>
                    <a:pt x="15144" y="18373"/>
                    <a:pt x="15144" y="18373"/>
                    <a:pt x="15110" y="18373"/>
                  </a:cubicBezTo>
                  <a:cubicBezTo>
                    <a:pt x="15110" y="18373"/>
                    <a:pt x="15110" y="18405"/>
                    <a:pt x="15110" y="18405"/>
                  </a:cubicBezTo>
                  <a:cubicBezTo>
                    <a:pt x="15007" y="18468"/>
                    <a:pt x="14835" y="18341"/>
                    <a:pt x="14938" y="18214"/>
                  </a:cubicBezTo>
                  <a:cubicBezTo>
                    <a:pt x="14938" y="18182"/>
                    <a:pt x="14938" y="18182"/>
                    <a:pt x="14938" y="18182"/>
                  </a:cubicBezTo>
                  <a:cubicBezTo>
                    <a:pt x="14972" y="18150"/>
                    <a:pt x="14972" y="18150"/>
                    <a:pt x="14972" y="18150"/>
                  </a:cubicBezTo>
                  <a:cubicBezTo>
                    <a:pt x="15007" y="18119"/>
                    <a:pt x="15007" y="18119"/>
                    <a:pt x="15007" y="18119"/>
                  </a:cubicBezTo>
                  <a:cubicBezTo>
                    <a:pt x="15041" y="18055"/>
                    <a:pt x="15041" y="18055"/>
                    <a:pt x="15041" y="18055"/>
                  </a:cubicBezTo>
                  <a:cubicBezTo>
                    <a:pt x="15075" y="18023"/>
                    <a:pt x="15075" y="18023"/>
                    <a:pt x="15075" y="18023"/>
                  </a:cubicBezTo>
                  <a:cubicBezTo>
                    <a:pt x="15075" y="18023"/>
                    <a:pt x="15075" y="18023"/>
                    <a:pt x="15075" y="18023"/>
                  </a:cubicBezTo>
                  <a:cubicBezTo>
                    <a:pt x="15075" y="17992"/>
                    <a:pt x="15075" y="17992"/>
                    <a:pt x="15110" y="17992"/>
                  </a:cubicBezTo>
                  <a:cubicBezTo>
                    <a:pt x="15110" y="17960"/>
                    <a:pt x="15110" y="17960"/>
                    <a:pt x="15110" y="17960"/>
                  </a:cubicBezTo>
                  <a:cubicBezTo>
                    <a:pt x="15213" y="17896"/>
                    <a:pt x="15350" y="18023"/>
                    <a:pt x="15281" y="18150"/>
                  </a:cubicBezTo>
                  <a:close/>
                  <a:moveTo>
                    <a:pt x="15797" y="16689"/>
                  </a:moveTo>
                  <a:cubicBezTo>
                    <a:pt x="15797" y="16753"/>
                    <a:pt x="15797" y="16753"/>
                    <a:pt x="15797" y="16753"/>
                  </a:cubicBezTo>
                  <a:cubicBezTo>
                    <a:pt x="15797" y="16816"/>
                    <a:pt x="15797" y="16816"/>
                    <a:pt x="15797" y="16816"/>
                  </a:cubicBezTo>
                  <a:cubicBezTo>
                    <a:pt x="15762" y="16880"/>
                    <a:pt x="15762" y="16880"/>
                    <a:pt x="15762" y="16880"/>
                  </a:cubicBezTo>
                  <a:cubicBezTo>
                    <a:pt x="15762" y="16943"/>
                    <a:pt x="15762" y="16943"/>
                    <a:pt x="15762" y="16943"/>
                  </a:cubicBezTo>
                  <a:cubicBezTo>
                    <a:pt x="15762" y="16943"/>
                    <a:pt x="15762" y="16943"/>
                    <a:pt x="15762" y="16943"/>
                  </a:cubicBezTo>
                  <a:cubicBezTo>
                    <a:pt x="15762" y="17007"/>
                    <a:pt x="15693" y="17039"/>
                    <a:pt x="15659" y="17039"/>
                  </a:cubicBezTo>
                  <a:cubicBezTo>
                    <a:pt x="15625" y="17039"/>
                    <a:pt x="15590" y="17039"/>
                    <a:pt x="15556" y="17007"/>
                  </a:cubicBezTo>
                  <a:cubicBezTo>
                    <a:pt x="15522" y="16975"/>
                    <a:pt x="15487" y="16943"/>
                    <a:pt x="15522" y="16880"/>
                  </a:cubicBezTo>
                  <a:cubicBezTo>
                    <a:pt x="15522" y="16880"/>
                    <a:pt x="15522" y="16880"/>
                    <a:pt x="15522" y="16880"/>
                  </a:cubicBezTo>
                  <a:cubicBezTo>
                    <a:pt x="15522" y="16816"/>
                    <a:pt x="15522" y="16816"/>
                    <a:pt x="15522" y="16816"/>
                  </a:cubicBezTo>
                  <a:cubicBezTo>
                    <a:pt x="15522" y="16753"/>
                    <a:pt x="15522" y="16753"/>
                    <a:pt x="15522" y="16753"/>
                  </a:cubicBezTo>
                  <a:cubicBezTo>
                    <a:pt x="15556" y="16689"/>
                    <a:pt x="15556" y="16689"/>
                    <a:pt x="15556" y="16689"/>
                  </a:cubicBezTo>
                  <a:cubicBezTo>
                    <a:pt x="15556" y="16657"/>
                    <a:pt x="15556" y="16657"/>
                    <a:pt x="15556" y="16657"/>
                  </a:cubicBezTo>
                  <a:cubicBezTo>
                    <a:pt x="15556" y="16626"/>
                    <a:pt x="15556" y="16626"/>
                    <a:pt x="15556" y="16626"/>
                  </a:cubicBezTo>
                  <a:cubicBezTo>
                    <a:pt x="15590" y="16562"/>
                    <a:pt x="15625" y="16562"/>
                    <a:pt x="15659" y="16562"/>
                  </a:cubicBezTo>
                  <a:cubicBezTo>
                    <a:pt x="15728" y="16530"/>
                    <a:pt x="15831" y="16594"/>
                    <a:pt x="15797" y="16689"/>
                  </a:cubicBezTo>
                  <a:close/>
                  <a:moveTo>
                    <a:pt x="15659" y="10400"/>
                  </a:moveTo>
                  <a:cubicBezTo>
                    <a:pt x="15522" y="10495"/>
                    <a:pt x="15350" y="10559"/>
                    <a:pt x="15178" y="10590"/>
                  </a:cubicBezTo>
                  <a:cubicBezTo>
                    <a:pt x="15178" y="10622"/>
                    <a:pt x="15144" y="10686"/>
                    <a:pt x="15110" y="10749"/>
                  </a:cubicBezTo>
                  <a:cubicBezTo>
                    <a:pt x="14835" y="11321"/>
                    <a:pt x="14492" y="11829"/>
                    <a:pt x="14045" y="12274"/>
                  </a:cubicBezTo>
                  <a:cubicBezTo>
                    <a:pt x="13667" y="12687"/>
                    <a:pt x="13221" y="13036"/>
                    <a:pt x="12706" y="13290"/>
                  </a:cubicBezTo>
                  <a:cubicBezTo>
                    <a:pt x="12225" y="13513"/>
                    <a:pt x="11744" y="13640"/>
                    <a:pt x="11195" y="13703"/>
                  </a:cubicBezTo>
                  <a:cubicBezTo>
                    <a:pt x="11058" y="13703"/>
                    <a:pt x="10920" y="13703"/>
                    <a:pt x="10817" y="13703"/>
                  </a:cubicBezTo>
                  <a:cubicBezTo>
                    <a:pt x="10783" y="13703"/>
                    <a:pt x="10783" y="13703"/>
                    <a:pt x="10783" y="13703"/>
                  </a:cubicBezTo>
                  <a:cubicBezTo>
                    <a:pt x="10405" y="13703"/>
                    <a:pt x="10027" y="13672"/>
                    <a:pt x="9684" y="13576"/>
                  </a:cubicBezTo>
                  <a:cubicBezTo>
                    <a:pt x="9134" y="13417"/>
                    <a:pt x="8654" y="13195"/>
                    <a:pt x="8207" y="12877"/>
                  </a:cubicBezTo>
                  <a:cubicBezTo>
                    <a:pt x="7727" y="12528"/>
                    <a:pt x="7314" y="12083"/>
                    <a:pt x="6971" y="11575"/>
                  </a:cubicBezTo>
                  <a:cubicBezTo>
                    <a:pt x="6765" y="11257"/>
                    <a:pt x="6559" y="10940"/>
                    <a:pt x="6422" y="10590"/>
                  </a:cubicBezTo>
                  <a:cubicBezTo>
                    <a:pt x="6319" y="10559"/>
                    <a:pt x="6250" y="10527"/>
                    <a:pt x="6147" y="10495"/>
                  </a:cubicBezTo>
                  <a:cubicBezTo>
                    <a:pt x="6044" y="10463"/>
                    <a:pt x="5941" y="10400"/>
                    <a:pt x="5838" y="10305"/>
                  </a:cubicBezTo>
                  <a:cubicBezTo>
                    <a:pt x="5254" y="9828"/>
                    <a:pt x="4945" y="8780"/>
                    <a:pt x="5082" y="7859"/>
                  </a:cubicBezTo>
                  <a:cubicBezTo>
                    <a:pt x="5185" y="7001"/>
                    <a:pt x="5529" y="6556"/>
                    <a:pt x="5838" y="6652"/>
                  </a:cubicBezTo>
                  <a:cubicBezTo>
                    <a:pt x="5941" y="6683"/>
                    <a:pt x="6044" y="6779"/>
                    <a:pt x="6147" y="6937"/>
                  </a:cubicBezTo>
                  <a:cubicBezTo>
                    <a:pt x="6284" y="7160"/>
                    <a:pt x="6353" y="7477"/>
                    <a:pt x="6422" y="7890"/>
                  </a:cubicBezTo>
                  <a:cubicBezTo>
                    <a:pt x="6593" y="7890"/>
                    <a:pt x="6799" y="7795"/>
                    <a:pt x="6971" y="7668"/>
                  </a:cubicBezTo>
                  <a:cubicBezTo>
                    <a:pt x="7417" y="7382"/>
                    <a:pt x="7864" y="6779"/>
                    <a:pt x="8207" y="6143"/>
                  </a:cubicBezTo>
                  <a:cubicBezTo>
                    <a:pt x="8654" y="5349"/>
                    <a:pt x="8997" y="4460"/>
                    <a:pt x="9100" y="3825"/>
                  </a:cubicBezTo>
                  <a:cubicBezTo>
                    <a:pt x="9134" y="4460"/>
                    <a:pt x="9306" y="5095"/>
                    <a:pt x="9684" y="5603"/>
                  </a:cubicBezTo>
                  <a:cubicBezTo>
                    <a:pt x="9924" y="5953"/>
                    <a:pt x="10302" y="6207"/>
                    <a:pt x="10783" y="6366"/>
                  </a:cubicBezTo>
                  <a:cubicBezTo>
                    <a:pt x="10920" y="6397"/>
                    <a:pt x="11058" y="6429"/>
                    <a:pt x="11195" y="6429"/>
                  </a:cubicBezTo>
                  <a:cubicBezTo>
                    <a:pt x="11607" y="6493"/>
                    <a:pt x="12122" y="6461"/>
                    <a:pt x="12706" y="6302"/>
                  </a:cubicBezTo>
                  <a:cubicBezTo>
                    <a:pt x="12775" y="6302"/>
                    <a:pt x="12878" y="6270"/>
                    <a:pt x="12981" y="6239"/>
                  </a:cubicBezTo>
                  <a:cubicBezTo>
                    <a:pt x="13496" y="6080"/>
                    <a:pt x="13770" y="6588"/>
                    <a:pt x="14045" y="7223"/>
                  </a:cubicBezTo>
                  <a:cubicBezTo>
                    <a:pt x="14320" y="7732"/>
                    <a:pt x="14595" y="8303"/>
                    <a:pt x="15110" y="8621"/>
                  </a:cubicBezTo>
                  <a:cubicBezTo>
                    <a:pt x="15281" y="8748"/>
                    <a:pt x="15453" y="8812"/>
                    <a:pt x="15659" y="8843"/>
                  </a:cubicBezTo>
                  <a:cubicBezTo>
                    <a:pt x="15900" y="8875"/>
                    <a:pt x="16174" y="8875"/>
                    <a:pt x="16518" y="8812"/>
                  </a:cubicBezTo>
                  <a:cubicBezTo>
                    <a:pt x="16415" y="9479"/>
                    <a:pt x="16106" y="10082"/>
                    <a:pt x="15659" y="10400"/>
                  </a:cubicBezTo>
                  <a:close/>
                  <a:moveTo>
                    <a:pt x="17514" y="20406"/>
                  </a:moveTo>
                  <a:cubicBezTo>
                    <a:pt x="17514" y="20437"/>
                    <a:pt x="17514" y="20437"/>
                    <a:pt x="17514" y="20437"/>
                  </a:cubicBezTo>
                  <a:cubicBezTo>
                    <a:pt x="17479" y="20437"/>
                    <a:pt x="17479" y="20437"/>
                    <a:pt x="17479" y="20437"/>
                  </a:cubicBezTo>
                  <a:cubicBezTo>
                    <a:pt x="17479" y="20469"/>
                    <a:pt x="17479" y="20469"/>
                    <a:pt x="17479" y="20469"/>
                  </a:cubicBezTo>
                  <a:cubicBezTo>
                    <a:pt x="17479" y="20501"/>
                    <a:pt x="17479" y="20501"/>
                    <a:pt x="17479" y="20501"/>
                  </a:cubicBezTo>
                  <a:cubicBezTo>
                    <a:pt x="17479" y="20533"/>
                    <a:pt x="17479" y="20533"/>
                    <a:pt x="17479" y="20533"/>
                  </a:cubicBezTo>
                  <a:cubicBezTo>
                    <a:pt x="17479" y="20565"/>
                    <a:pt x="17479" y="20565"/>
                    <a:pt x="17479" y="20565"/>
                  </a:cubicBezTo>
                  <a:cubicBezTo>
                    <a:pt x="17445" y="20596"/>
                    <a:pt x="17445" y="20596"/>
                    <a:pt x="17445" y="20596"/>
                  </a:cubicBezTo>
                  <a:cubicBezTo>
                    <a:pt x="17445" y="20628"/>
                    <a:pt x="17445" y="20628"/>
                    <a:pt x="17445" y="20628"/>
                  </a:cubicBezTo>
                  <a:cubicBezTo>
                    <a:pt x="17445" y="20628"/>
                    <a:pt x="17445" y="20628"/>
                    <a:pt x="17445" y="20628"/>
                  </a:cubicBezTo>
                  <a:cubicBezTo>
                    <a:pt x="17445" y="20660"/>
                    <a:pt x="17445" y="20660"/>
                    <a:pt x="17445" y="20660"/>
                  </a:cubicBezTo>
                  <a:cubicBezTo>
                    <a:pt x="17410" y="20723"/>
                    <a:pt x="17376" y="20723"/>
                    <a:pt x="17342" y="20723"/>
                  </a:cubicBezTo>
                  <a:cubicBezTo>
                    <a:pt x="17273" y="20755"/>
                    <a:pt x="17170" y="20692"/>
                    <a:pt x="17204" y="20596"/>
                  </a:cubicBezTo>
                  <a:cubicBezTo>
                    <a:pt x="17204" y="20596"/>
                    <a:pt x="17204" y="20596"/>
                    <a:pt x="17204" y="20596"/>
                  </a:cubicBezTo>
                  <a:cubicBezTo>
                    <a:pt x="17204" y="20565"/>
                    <a:pt x="17204" y="20565"/>
                    <a:pt x="17204" y="20565"/>
                  </a:cubicBezTo>
                  <a:cubicBezTo>
                    <a:pt x="17204" y="20533"/>
                    <a:pt x="17204" y="20533"/>
                    <a:pt x="17204" y="20533"/>
                  </a:cubicBezTo>
                  <a:cubicBezTo>
                    <a:pt x="17239" y="20501"/>
                    <a:pt x="17239" y="20501"/>
                    <a:pt x="17239" y="20501"/>
                  </a:cubicBezTo>
                  <a:cubicBezTo>
                    <a:pt x="17239" y="20469"/>
                    <a:pt x="17239" y="20469"/>
                    <a:pt x="17239" y="20469"/>
                  </a:cubicBezTo>
                  <a:cubicBezTo>
                    <a:pt x="17239" y="20437"/>
                    <a:pt x="17239" y="20437"/>
                    <a:pt x="17239" y="20437"/>
                  </a:cubicBezTo>
                  <a:cubicBezTo>
                    <a:pt x="17239" y="20406"/>
                    <a:pt x="17239" y="20406"/>
                    <a:pt x="17239" y="20406"/>
                  </a:cubicBezTo>
                  <a:cubicBezTo>
                    <a:pt x="17239" y="20374"/>
                    <a:pt x="17239" y="20374"/>
                    <a:pt x="17239" y="20374"/>
                  </a:cubicBezTo>
                  <a:cubicBezTo>
                    <a:pt x="17273" y="20342"/>
                    <a:pt x="17273" y="20342"/>
                    <a:pt x="17273" y="20342"/>
                  </a:cubicBezTo>
                  <a:cubicBezTo>
                    <a:pt x="17273" y="20342"/>
                    <a:pt x="17273" y="20310"/>
                    <a:pt x="17273" y="20310"/>
                  </a:cubicBezTo>
                  <a:cubicBezTo>
                    <a:pt x="17273" y="20279"/>
                    <a:pt x="17307" y="20247"/>
                    <a:pt x="17342" y="20247"/>
                  </a:cubicBezTo>
                  <a:cubicBezTo>
                    <a:pt x="17445" y="20247"/>
                    <a:pt x="17548" y="20310"/>
                    <a:pt x="17514" y="20406"/>
                  </a:cubicBezTo>
                  <a:close/>
                  <a:moveTo>
                    <a:pt x="18200" y="19135"/>
                  </a:moveTo>
                  <a:cubicBezTo>
                    <a:pt x="18166" y="19135"/>
                    <a:pt x="18166" y="19135"/>
                    <a:pt x="18166" y="19135"/>
                  </a:cubicBezTo>
                  <a:cubicBezTo>
                    <a:pt x="18166" y="19167"/>
                    <a:pt x="18166" y="19167"/>
                    <a:pt x="18166" y="19167"/>
                  </a:cubicBezTo>
                  <a:cubicBezTo>
                    <a:pt x="18132" y="19167"/>
                    <a:pt x="18132" y="19167"/>
                    <a:pt x="18132" y="19167"/>
                  </a:cubicBezTo>
                  <a:cubicBezTo>
                    <a:pt x="18132" y="19199"/>
                    <a:pt x="18132" y="19199"/>
                    <a:pt x="18132" y="19199"/>
                  </a:cubicBezTo>
                  <a:cubicBezTo>
                    <a:pt x="18097" y="19230"/>
                    <a:pt x="18097" y="19230"/>
                    <a:pt x="18097" y="19230"/>
                  </a:cubicBezTo>
                  <a:cubicBezTo>
                    <a:pt x="18097" y="19230"/>
                    <a:pt x="18097" y="19230"/>
                    <a:pt x="18097" y="19230"/>
                  </a:cubicBezTo>
                  <a:cubicBezTo>
                    <a:pt x="18097" y="19262"/>
                    <a:pt x="18097" y="19262"/>
                    <a:pt x="18097" y="19262"/>
                  </a:cubicBezTo>
                  <a:cubicBezTo>
                    <a:pt x="18063" y="19262"/>
                    <a:pt x="18063" y="19262"/>
                    <a:pt x="18063" y="19262"/>
                  </a:cubicBezTo>
                  <a:cubicBezTo>
                    <a:pt x="18063" y="19294"/>
                    <a:pt x="18063" y="19294"/>
                    <a:pt x="18063" y="19294"/>
                  </a:cubicBezTo>
                  <a:cubicBezTo>
                    <a:pt x="18029" y="19294"/>
                    <a:pt x="18029" y="19294"/>
                    <a:pt x="18029" y="19294"/>
                  </a:cubicBezTo>
                  <a:cubicBezTo>
                    <a:pt x="18029" y="19326"/>
                    <a:pt x="18029" y="19326"/>
                    <a:pt x="18029" y="19326"/>
                  </a:cubicBezTo>
                  <a:cubicBezTo>
                    <a:pt x="18029" y="19326"/>
                    <a:pt x="18029" y="19326"/>
                    <a:pt x="17994" y="19357"/>
                  </a:cubicBezTo>
                  <a:cubicBezTo>
                    <a:pt x="17994" y="19357"/>
                    <a:pt x="17994" y="19357"/>
                    <a:pt x="17994" y="19357"/>
                  </a:cubicBezTo>
                  <a:cubicBezTo>
                    <a:pt x="17857" y="19421"/>
                    <a:pt x="17754" y="19262"/>
                    <a:pt x="17823" y="19167"/>
                  </a:cubicBezTo>
                  <a:cubicBezTo>
                    <a:pt x="17823" y="19167"/>
                    <a:pt x="17823" y="19167"/>
                    <a:pt x="17823" y="19167"/>
                  </a:cubicBezTo>
                  <a:cubicBezTo>
                    <a:pt x="17857" y="19135"/>
                    <a:pt x="17857" y="19135"/>
                    <a:pt x="17857" y="19135"/>
                  </a:cubicBezTo>
                  <a:cubicBezTo>
                    <a:pt x="17857" y="19103"/>
                    <a:pt x="17857" y="19103"/>
                    <a:pt x="17857" y="19103"/>
                  </a:cubicBezTo>
                  <a:cubicBezTo>
                    <a:pt x="17891" y="19103"/>
                    <a:pt x="17891" y="19103"/>
                    <a:pt x="17891" y="19103"/>
                  </a:cubicBezTo>
                  <a:cubicBezTo>
                    <a:pt x="17891" y="19072"/>
                    <a:pt x="17891" y="19072"/>
                    <a:pt x="17891" y="19072"/>
                  </a:cubicBezTo>
                  <a:cubicBezTo>
                    <a:pt x="17926" y="19072"/>
                    <a:pt x="17926" y="19072"/>
                    <a:pt x="17926" y="19072"/>
                  </a:cubicBezTo>
                  <a:cubicBezTo>
                    <a:pt x="17926" y="19040"/>
                    <a:pt x="17926" y="19040"/>
                    <a:pt x="17926" y="19040"/>
                  </a:cubicBezTo>
                  <a:cubicBezTo>
                    <a:pt x="17960" y="19008"/>
                    <a:pt x="17960" y="19008"/>
                    <a:pt x="17960" y="19008"/>
                  </a:cubicBezTo>
                  <a:cubicBezTo>
                    <a:pt x="17960" y="19008"/>
                    <a:pt x="17960" y="19008"/>
                    <a:pt x="17960" y="19008"/>
                  </a:cubicBezTo>
                  <a:cubicBezTo>
                    <a:pt x="17994" y="18976"/>
                    <a:pt x="17994" y="18976"/>
                    <a:pt x="17994" y="18976"/>
                  </a:cubicBezTo>
                  <a:cubicBezTo>
                    <a:pt x="17994" y="18976"/>
                    <a:pt x="17994" y="18976"/>
                    <a:pt x="17994" y="18976"/>
                  </a:cubicBezTo>
                  <a:cubicBezTo>
                    <a:pt x="17994" y="18976"/>
                    <a:pt x="17994" y="18945"/>
                    <a:pt x="17994" y="18945"/>
                  </a:cubicBezTo>
                  <a:cubicBezTo>
                    <a:pt x="17994" y="18945"/>
                    <a:pt x="17994" y="18945"/>
                    <a:pt x="17994" y="18945"/>
                  </a:cubicBezTo>
                  <a:cubicBezTo>
                    <a:pt x="18132" y="18849"/>
                    <a:pt x="18269" y="19040"/>
                    <a:pt x="18200" y="19135"/>
                  </a:cubicBezTo>
                  <a:close/>
                  <a:moveTo>
                    <a:pt x="19402" y="18341"/>
                  </a:moveTo>
                  <a:cubicBezTo>
                    <a:pt x="19368" y="18341"/>
                    <a:pt x="19368" y="18341"/>
                    <a:pt x="19368" y="18341"/>
                  </a:cubicBezTo>
                  <a:cubicBezTo>
                    <a:pt x="19368" y="18341"/>
                    <a:pt x="19368" y="18341"/>
                    <a:pt x="19368" y="18341"/>
                  </a:cubicBezTo>
                  <a:cubicBezTo>
                    <a:pt x="19334" y="18373"/>
                    <a:pt x="19334" y="18373"/>
                    <a:pt x="19334" y="18373"/>
                  </a:cubicBezTo>
                  <a:cubicBezTo>
                    <a:pt x="19334" y="18373"/>
                    <a:pt x="19334" y="18373"/>
                    <a:pt x="19334" y="18373"/>
                  </a:cubicBezTo>
                  <a:cubicBezTo>
                    <a:pt x="19299" y="18373"/>
                    <a:pt x="19299" y="18373"/>
                    <a:pt x="19299" y="18373"/>
                  </a:cubicBezTo>
                  <a:cubicBezTo>
                    <a:pt x="19299" y="18373"/>
                    <a:pt x="19299" y="18373"/>
                    <a:pt x="19299" y="18373"/>
                  </a:cubicBezTo>
                  <a:cubicBezTo>
                    <a:pt x="19265" y="18373"/>
                    <a:pt x="19265" y="18373"/>
                    <a:pt x="19265" y="18373"/>
                  </a:cubicBezTo>
                  <a:cubicBezTo>
                    <a:pt x="19265" y="18405"/>
                    <a:pt x="19265" y="18405"/>
                    <a:pt x="19265" y="18405"/>
                  </a:cubicBezTo>
                  <a:cubicBezTo>
                    <a:pt x="19231" y="18405"/>
                    <a:pt x="19231" y="18405"/>
                    <a:pt x="19231" y="18405"/>
                  </a:cubicBezTo>
                  <a:cubicBezTo>
                    <a:pt x="19231" y="18405"/>
                    <a:pt x="19231" y="18405"/>
                    <a:pt x="19231" y="18405"/>
                  </a:cubicBezTo>
                  <a:cubicBezTo>
                    <a:pt x="19231" y="18405"/>
                    <a:pt x="19231" y="18405"/>
                    <a:pt x="19231" y="18405"/>
                  </a:cubicBezTo>
                  <a:cubicBezTo>
                    <a:pt x="19196" y="18405"/>
                    <a:pt x="19196" y="18405"/>
                    <a:pt x="19196" y="18405"/>
                  </a:cubicBezTo>
                  <a:cubicBezTo>
                    <a:pt x="19196" y="18436"/>
                    <a:pt x="19196" y="18436"/>
                    <a:pt x="19196" y="18436"/>
                  </a:cubicBezTo>
                  <a:cubicBezTo>
                    <a:pt x="19162" y="18436"/>
                    <a:pt x="19162" y="18436"/>
                    <a:pt x="19162" y="18436"/>
                  </a:cubicBezTo>
                  <a:cubicBezTo>
                    <a:pt x="19162" y="18436"/>
                    <a:pt x="19162" y="18436"/>
                    <a:pt x="19128" y="18436"/>
                  </a:cubicBezTo>
                  <a:cubicBezTo>
                    <a:pt x="18990" y="18468"/>
                    <a:pt x="18921" y="18277"/>
                    <a:pt x="19059" y="18214"/>
                  </a:cubicBezTo>
                  <a:cubicBezTo>
                    <a:pt x="19093" y="18214"/>
                    <a:pt x="19093" y="18214"/>
                    <a:pt x="19093" y="18214"/>
                  </a:cubicBezTo>
                  <a:cubicBezTo>
                    <a:pt x="19093" y="18182"/>
                    <a:pt x="19093" y="18182"/>
                    <a:pt x="19093" y="18182"/>
                  </a:cubicBezTo>
                  <a:cubicBezTo>
                    <a:pt x="19128" y="18182"/>
                    <a:pt x="19128" y="18182"/>
                    <a:pt x="19128" y="18182"/>
                  </a:cubicBezTo>
                  <a:cubicBezTo>
                    <a:pt x="19128" y="18182"/>
                    <a:pt x="19128" y="18182"/>
                    <a:pt x="19128" y="18182"/>
                  </a:cubicBezTo>
                  <a:cubicBezTo>
                    <a:pt x="19162" y="18150"/>
                    <a:pt x="19162" y="18150"/>
                    <a:pt x="19162" y="18150"/>
                  </a:cubicBezTo>
                  <a:cubicBezTo>
                    <a:pt x="19162" y="18150"/>
                    <a:pt x="19162" y="18150"/>
                    <a:pt x="19162" y="18150"/>
                  </a:cubicBezTo>
                  <a:cubicBezTo>
                    <a:pt x="19196" y="18150"/>
                    <a:pt x="19196" y="18150"/>
                    <a:pt x="19196" y="18150"/>
                  </a:cubicBezTo>
                  <a:cubicBezTo>
                    <a:pt x="19231" y="18150"/>
                    <a:pt x="19231" y="18150"/>
                    <a:pt x="19231" y="18150"/>
                  </a:cubicBezTo>
                  <a:cubicBezTo>
                    <a:pt x="19231" y="18119"/>
                    <a:pt x="19231" y="18119"/>
                    <a:pt x="19231" y="18119"/>
                  </a:cubicBezTo>
                  <a:cubicBezTo>
                    <a:pt x="19231" y="18119"/>
                    <a:pt x="19231" y="18119"/>
                    <a:pt x="19231" y="18119"/>
                  </a:cubicBezTo>
                  <a:cubicBezTo>
                    <a:pt x="19265" y="18119"/>
                    <a:pt x="19265" y="18119"/>
                    <a:pt x="19265" y="18119"/>
                  </a:cubicBezTo>
                  <a:cubicBezTo>
                    <a:pt x="19265" y="18119"/>
                    <a:pt x="19265" y="18119"/>
                    <a:pt x="19265" y="18119"/>
                  </a:cubicBezTo>
                  <a:cubicBezTo>
                    <a:pt x="19299" y="18119"/>
                    <a:pt x="19299" y="18119"/>
                    <a:pt x="19299" y="18119"/>
                  </a:cubicBezTo>
                  <a:cubicBezTo>
                    <a:pt x="19299" y="18119"/>
                    <a:pt x="19299" y="18119"/>
                    <a:pt x="19299" y="18119"/>
                  </a:cubicBezTo>
                  <a:cubicBezTo>
                    <a:pt x="19368" y="18087"/>
                    <a:pt x="19471" y="18119"/>
                    <a:pt x="19471" y="18182"/>
                  </a:cubicBezTo>
                  <a:cubicBezTo>
                    <a:pt x="19505" y="18246"/>
                    <a:pt x="19471" y="18309"/>
                    <a:pt x="19402" y="18341"/>
                  </a:cubicBezTo>
                  <a:close/>
                  <a:moveTo>
                    <a:pt x="20845" y="18087"/>
                  </a:moveTo>
                  <a:cubicBezTo>
                    <a:pt x="20845" y="18087"/>
                    <a:pt x="20845" y="18087"/>
                    <a:pt x="20845" y="18087"/>
                  </a:cubicBezTo>
                  <a:cubicBezTo>
                    <a:pt x="20845" y="18087"/>
                    <a:pt x="20845" y="18087"/>
                    <a:pt x="20845" y="18087"/>
                  </a:cubicBezTo>
                  <a:cubicBezTo>
                    <a:pt x="20810" y="18087"/>
                    <a:pt x="20810" y="18087"/>
                    <a:pt x="20810" y="18087"/>
                  </a:cubicBezTo>
                  <a:cubicBezTo>
                    <a:pt x="20810" y="18087"/>
                    <a:pt x="20810" y="18087"/>
                    <a:pt x="20810" y="18087"/>
                  </a:cubicBezTo>
                  <a:cubicBezTo>
                    <a:pt x="20810" y="18087"/>
                    <a:pt x="20810" y="18087"/>
                    <a:pt x="20810" y="18087"/>
                  </a:cubicBezTo>
                  <a:cubicBezTo>
                    <a:pt x="20776" y="18087"/>
                    <a:pt x="20776" y="18087"/>
                    <a:pt x="20776" y="18087"/>
                  </a:cubicBezTo>
                  <a:cubicBezTo>
                    <a:pt x="20776" y="18087"/>
                    <a:pt x="20776" y="18087"/>
                    <a:pt x="20776" y="18087"/>
                  </a:cubicBezTo>
                  <a:cubicBezTo>
                    <a:pt x="20776" y="18087"/>
                    <a:pt x="20776" y="18087"/>
                    <a:pt x="20776" y="18087"/>
                  </a:cubicBezTo>
                  <a:cubicBezTo>
                    <a:pt x="20741" y="18087"/>
                    <a:pt x="20741" y="18087"/>
                    <a:pt x="20741" y="18087"/>
                  </a:cubicBezTo>
                  <a:cubicBezTo>
                    <a:pt x="20741" y="18087"/>
                    <a:pt x="20741" y="18087"/>
                    <a:pt x="20741" y="18087"/>
                  </a:cubicBezTo>
                  <a:cubicBezTo>
                    <a:pt x="20741" y="18087"/>
                    <a:pt x="20741" y="18087"/>
                    <a:pt x="20741" y="18087"/>
                  </a:cubicBezTo>
                  <a:cubicBezTo>
                    <a:pt x="20741" y="18087"/>
                    <a:pt x="20741" y="18087"/>
                    <a:pt x="20741" y="18087"/>
                  </a:cubicBezTo>
                  <a:cubicBezTo>
                    <a:pt x="20707" y="18087"/>
                    <a:pt x="20707" y="18087"/>
                    <a:pt x="20707" y="18087"/>
                  </a:cubicBezTo>
                  <a:cubicBezTo>
                    <a:pt x="20707" y="18087"/>
                    <a:pt x="20707" y="18087"/>
                    <a:pt x="20707" y="18087"/>
                  </a:cubicBezTo>
                  <a:cubicBezTo>
                    <a:pt x="20707" y="18087"/>
                    <a:pt x="20707" y="18087"/>
                    <a:pt x="20707" y="18087"/>
                  </a:cubicBezTo>
                  <a:cubicBezTo>
                    <a:pt x="20673" y="18087"/>
                    <a:pt x="20673" y="18087"/>
                    <a:pt x="20673" y="18087"/>
                  </a:cubicBezTo>
                  <a:cubicBezTo>
                    <a:pt x="20673" y="18087"/>
                    <a:pt x="20673" y="18087"/>
                    <a:pt x="20673" y="18087"/>
                  </a:cubicBezTo>
                  <a:cubicBezTo>
                    <a:pt x="20673" y="18087"/>
                    <a:pt x="20673" y="18087"/>
                    <a:pt x="20673" y="18087"/>
                  </a:cubicBezTo>
                  <a:cubicBezTo>
                    <a:pt x="20638" y="18087"/>
                    <a:pt x="20638" y="18087"/>
                    <a:pt x="20638" y="18087"/>
                  </a:cubicBezTo>
                  <a:cubicBezTo>
                    <a:pt x="20638" y="18087"/>
                    <a:pt x="20638" y="18087"/>
                    <a:pt x="20638" y="18087"/>
                  </a:cubicBezTo>
                  <a:cubicBezTo>
                    <a:pt x="20638" y="18087"/>
                    <a:pt x="20638" y="18087"/>
                    <a:pt x="20638" y="18087"/>
                  </a:cubicBezTo>
                  <a:cubicBezTo>
                    <a:pt x="20604" y="18087"/>
                    <a:pt x="20604" y="18087"/>
                    <a:pt x="20604" y="18087"/>
                  </a:cubicBezTo>
                  <a:cubicBezTo>
                    <a:pt x="20604" y="18087"/>
                    <a:pt x="20604" y="18087"/>
                    <a:pt x="20604" y="18087"/>
                  </a:cubicBezTo>
                  <a:cubicBezTo>
                    <a:pt x="20570" y="18087"/>
                    <a:pt x="20570" y="18087"/>
                    <a:pt x="20570" y="18087"/>
                  </a:cubicBezTo>
                  <a:cubicBezTo>
                    <a:pt x="20432" y="18023"/>
                    <a:pt x="20467" y="17833"/>
                    <a:pt x="20604" y="17833"/>
                  </a:cubicBezTo>
                  <a:cubicBezTo>
                    <a:pt x="20604" y="17833"/>
                    <a:pt x="20604" y="17833"/>
                    <a:pt x="20604" y="17833"/>
                  </a:cubicBezTo>
                  <a:cubicBezTo>
                    <a:pt x="20604" y="17833"/>
                    <a:pt x="20604" y="17833"/>
                    <a:pt x="20604" y="17833"/>
                  </a:cubicBezTo>
                  <a:cubicBezTo>
                    <a:pt x="20638" y="17833"/>
                    <a:pt x="20638" y="17833"/>
                    <a:pt x="20638" y="17833"/>
                  </a:cubicBezTo>
                  <a:cubicBezTo>
                    <a:pt x="20638" y="17833"/>
                    <a:pt x="20638" y="17833"/>
                    <a:pt x="20638" y="17833"/>
                  </a:cubicBezTo>
                  <a:cubicBezTo>
                    <a:pt x="20638" y="17833"/>
                    <a:pt x="20638" y="17833"/>
                    <a:pt x="20638" y="17833"/>
                  </a:cubicBezTo>
                  <a:cubicBezTo>
                    <a:pt x="20673" y="17833"/>
                    <a:pt x="20673" y="17833"/>
                    <a:pt x="20673" y="17833"/>
                  </a:cubicBezTo>
                  <a:cubicBezTo>
                    <a:pt x="20673" y="17833"/>
                    <a:pt x="20673" y="17833"/>
                    <a:pt x="20673" y="17833"/>
                  </a:cubicBezTo>
                  <a:cubicBezTo>
                    <a:pt x="20673" y="17833"/>
                    <a:pt x="20673" y="17833"/>
                    <a:pt x="20673" y="17833"/>
                  </a:cubicBezTo>
                  <a:cubicBezTo>
                    <a:pt x="20707" y="17833"/>
                    <a:pt x="20707" y="17833"/>
                    <a:pt x="20707" y="17833"/>
                  </a:cubicBezTo>
                  <a:cubicBezTo>
                    <a:pt x="20707" y="17833"/>
                    <a:pt x="20707" y="17833"/>
                    <a:pt x="20707" y="17833"/>
                  </a:cubicBezTo>
                  <a:cubicBezTo>
                    <a:pt x="20741" y="17833"/>
                    <a:pt x="20741" y="17833"/>
                    <a:pt x="20741" y="17833"/>
                  </a:cubicBezTo>
                  <a:cubicBezTo>
                    <a:pt x="20741" y="17833"/>
                    <a:pt x="20741" y="17833"/>
                    <a:pt x="20741" y="17833"/>
                  </a:cubicBezTo>
                  <a:cubicBezTo>
                    <a:pt x="20741" y="17833"/>
                    <a:pt x="20741" y="17833"/>
                    <a:pt x="20741" y="17833"/>
                  </a:cubicBezTo>
                  <a:cubicBezTo>
                    <a:pt x="20741" y="17833"/>
                    <a:pt x="20741" y="17833"/>
                    <a:pt x="20741" y="17833"/>
                  </a:cubicBezTo>
                  <a:cubicBezTo>
                    <a:pt x="20776" y="17833"/>
                    <a:pt x="20776" y="17833"/>
                    <a:pt x="20776" y="17833"/>
                  </a:cubicBezTo>
                  <a:cubicBezTo>
                    <a:pt x="20776" y="17833"/>
                    <a:pt x="20776" y="17833"/>
                    <a:pt x="20776" y="17833"/>
                  </a:cubicBezTo>
                  <a:cubicBezTo>
                    <a:pt x="20776" y="17833"/>
                    <a:pt x="20776" y="17833"/>
                    <a:pt x="20776" y="17833"/>
                  </a:cubicBezTo>
                  <a:cubicBezTo>
                    <a:pt x="20810" y="17833"/>
                    <a:pt x="20810" y="17833"/>
                    <a:pt x="20810" y="17833"/>
                  </a:cubicBezTo>
                  <a:cubicBezTo>
                    <a:pt x="20810" y="17833"/>
                    <a:pt x="20810" y="17833"/>
                    <a:pt x="20810" y="17833"/>
                  </a:cubicBezTo>
                  <a:cubicBezTo>
                    <a:pt x="20810" y="17833"/>
                    <a:pt x="20810" y="17833"/>
                    <a:pt x="20810" y="17833"/>
                  </a:cubicBezTo>
                  <a:cubicBezTo>
                    <a:pt x="20845" y="17833"/>
                    <a:pt x="20845" y="17833"/>
                    <a:pt x="20845" y="17833"/>
                  </a:cubicBezTo>
                  <a:cubicBezTo>
                    <a:pt x="20845" y="17833"/>
                    <a:pt x="20845" y="17833"/>
                    <a:pt x="20845" y="17833"/>
                  </a:cubicBezTo>
                  <a:cubicBezTo>
                    <a:pt x="20845" y="17833"/>
                    <a:pt x="20845" y="17833"/>
                    <a:pt x="20845" y="17833"/>
                  </a:cubicBezTo>
                  <a:cubicBezTo>
                    <a:pt x="20879" y="17833"/>
                    <a:pt x="20879" y="17833"/>
                    <a:pt x="20879" y="17833"/>
                  </a:cubicBezTo>
                  <a:cubicBezTo>
                    <a:pt x="21016" y="17896"/>
                    <a:pt x="20982" y="18087"/>
                    <a:pt x="20845" y="18087"/>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09" name="Shape 8309"/>
            <p:cNvSpPr/>
            <p:nvPr/>
          </p:nvSpPr>
          <p:spPr>
            <a:xfrm flipH="1">
              <a:off x="3182898" y="30695"/>
              <a:ext cx="1230719" cy="1323760"/>
            </a:xfrm>
            <a:custGeom>
              <a:avLst/>
              <a:gdLst/>
              <a:ahLst/>
              <a:cxnLst>
                <a:cxn ang="0">
                  <a:pos x="wd2" y="hd2"/>
                </a:cxn>
                <a:cxn ang="5400000">
                  <a:pos x="wd2" y="hd2"/>
                </a:cxn>
                <a:cxn ang="10800000">
                  <a:pos x="wd2" y="hd2"/>
                </a:cxn>
                <a:cxn ang="16200000">
                  <a:pos x="wd2" y="hd2"/>
                </a:cxn>
              </a:cxnLst>
              <a:rect l="0" t="0" r="r" b="b"/>
              <a:pathLst>
                <a:path w="21432" h="21507" fill="norm" stroke="1" extrusionOk="0">
                  <a:moveTo>
                    <a:pt x="15358" y="15272"/>
                  </a:moveTo>
                  <a:cubicBezTo>
                    <a:pt x="14471" y="14922"/>
                    <a:pt x="14027" y="14381"/>
                    <a:pt x="13822" y="13745"/>
                  </a:cubicBezTo>
                  <a:cubicBezTo>
                    <a:pt x="14198" y="13968"/>
                    <a:pt x="14539" y="14254"/>
                    <a:pt x="14914" y="14572"/>
                  </a:cubicBezTo>
                  <a:cubicBezTo>
                    <a:pt x="18327" y="11645"/>
                    <a:pt x="19930" y="989"/>
                    <a:pt x="13583" y="989"/>
                  </a:cubicBezTo>
                  <a:cubicBezTo>
                    <a:pt x="12867" y="384"/>
                    <a:pt x="11877" y="34"/>
                    <a:pt x="10785" y="2"/>
                  </a:cubicBezTo>
                  <a:cubicBezTo>
                    <a:pt x="7612" y="-93"/>
                    <a:pt x="3654" y="2293"/>
                    <a:pt x="3722" y="7669"/>
                  </a:cubicBezTo>
                  <a:cubicBezTo>
                    <a:pt x="3756" y="10946"/>
                    <a:pt x="4711" y="12536"/>
                    <a:pt x="6383" y="14508"/>
                  </a:cubicBezTo>
                  <a:cubicBezTo>
                    <a:pt x="6793" y="14159"/>
                    <a:pt x="7202" y="13872"/>
                    <a:pt x="7612" y="13586"/>
                  </a:cubicBezTo>
                  <a:cubicBezTo>
                    <a:pt x="7441" y="14318"/>
                    <a:pt x="7032" y="14890"/>
                    <a:pt x="6042" y="15272"/>
                  </a:cubicBezTo>
                  <a:cubicBezTo>
                    <a:pt x="3517" y="16258"/>
                    <a:pt x="-100" y="16513"/>
                    <a:pt x="2" y="19503"/>
                  </a:cubicBezTo>
                  <a:cubicBezTo>
                    <a:pt x="2" y="20171"/>
                    <a:pt x="275" y="20839"/>
                    <a:pt x="719" y="21507"/>
                  </a:cubicBezTo>
                  <a:cubicBezTo>
                    <a:pt x="10785" y="21507"/>
                    <a:pt x="10785" y="21507"/>
                    <a:pt x="10785" y="21507"/>
                  </a:cubicBezTo>
                  <a:cubicBezTo>
                    <a:pt x="20715" y="21507"/>
                    <a:pt x="20715" y="21507"/>
                    <a:pt x="20715" y="21507"/>
                  </a:cubicBezTo>
                  <a:cubicBezTo>
                    <a:pt x="21125" y="20839"/>
                    <a:pt x="21398" y="20171"/>
                    <a:pt x="21432" y="19503"/>
                  </a:cubicBezTo>
                  <a:cubicBezTo>
                    <a:pt x="21500" y="16513"/>
                    <a:pt x="17917" y="16258"/>
                    <a:pt x="15358" y="15272"/>
                  </a:cubicBezTo>
                  <a:close/>
                  <a:moveTo>
                    <a:pt x="6349" y="10468"/>
                  </a:moveTo>
                  <a:cubicBezTo>
                    <a:pt x="6145" y="10437"/>
                    <a:pt x="5974" y="10373"/>
                    <a:pt x="5803" y="10246"/>
                  </a:cubicBezTo>
                  <a:cubicBezTo>
                    <a:pt x="7134" y="9514"/>
                    <a:pt x="8328" y="8114"/>
                    <a:pt x="10785" y="5983"/>
                  </a:cubicBezTo>
                  <a:cubicBezTo>
                    <a:pt x="11161" y="5665"/>
                    <a:pt x="11536" y="5315"/>
                    <a:pt x="11980" y="4965"/>
                  </a:cubicBezTo>
                  <a:cubicBezTo>
                    <a:pt x="11741" y="5347"/>
                    <a:pt x="11400" y="5888"/>
                    <a:pt x="10785" y="6619"/>
                  </a:cubicBezTo>
                  <a:cubicBezTo>
                    <a:pt x="10103" y="7446"/>
                    <a:pt x="9045" y="8496"/>
                    <a:pt x="7373" y="9896"/>
                  </a:cubicBezTo>
                  <a:cubicBezTo>
                    <a:pt x="8260" y="10023"/>
                    <a:pt x="9523" y="9546"/>
                    <a:pt x="10785" y="8782"/>
                  </a:cubicBezTo>
                  <a:cubicBezTo>
                    <a:pt x="11980" y="8051"/>
                    <a:pt x="13140" y="7065"/>
                    <a:pt x="13993" y="6015"/>
                  </a:cubicBezTo>
                  <a:cubicBezTo>
                    <a:pt x="14402" y="7510"/>
                    <a:pt x="14982" y="9164"/>
                    <a:pt x="15733" y="10118"/>
                  </a:cubicBezTo>
                  <a:cubicBezTo>
                    <a:pt x="15528" y="10309"/>
                    <a:pt x="15324" y="10437"/>
                    <a:pt x="15051" y="10468"/>
                  </a:cubicBezTo>
                  <a:cubicBezTo>
                    <a:pt x="14266" y="12250"/>
                    <a:pt x="12799" y="13586"/>
                    <a:pt x="10785" y="13618"/>
                  </a:cubicBezTo>
                  <a:cubicBezTo>
                    <a:pt x="10717" y="13618"/>
                    <a:pt x="10717" y="13618"/>
                    <a:pt x="10717" y="13618"/>
                  </a:cubicBezTo>
                  <a:cubicBezTo>
                    <a:pt x="8670" y="13618"/>
                    <a:pt x="7168" y="12282"/>
                    <a:pt x="6349" y="10468"/>
                  </a:cubicBezTo>
                  <a:close/>
                  <a:moveTo>
                    <a:pt x="10785" y="20266"/>
                  </a:moveTo>
                  <a:cubicBezTo>
                    <a:pt x="7714" y="20330"/>
                    <a:pt x="4745" y="19248"/>
                    <a:pt x="2732" y="17085"/>
                  </a:cubicBezTo>
                  <a:cubicBezTo>
                    <a:pt x="3824" y="16608"/>
                    <a:pt x="5257" y="16290"/>
                    <a:pt x="6622" y="15845"/>
                  </a:cubicBezTo>
                  <a:cubicBezTo>
                    <a:pt x="7544" y="15495"/>
                    <a:pt x="8055" y="14668"/>
                    <a:pt x="8363" y="13681"/>
                  </a:cubicBezTo>
                  <a:cubicBezTo>
                    <a:pt x="9045" y="14031"/>
                    <a:pt x="9830" y="14254"/>
                    <a:pt x="10717" y="14254"/>
                  </a:cubicBezTo>
                  <a:cubicBezTo>
                    <a:pt x="10785" y="14254"/>
                    <a:pt x="10785" y="14254"/>
                    <a:pt x="10785" y="14254"/>
                  </a:cubicBezTo>
                  <a:cubicBezTo>
                    <a:pt x="11604" y="14254"/>
                    <a:pt x="12355" y="14031"/>
                    <a:pt x="13037" y="13681"/>
                  </a:cubicBezTo>
                  <a:cubicBezTo>
                    <a:pt x="13310" y="14636"/>
                    <a:pt x="13788" y="15495"/>
                    <a:pt x="14641" y="15845"/>
                  </a:cubicBezTo>
                  <a:cubicBezTo>
                    <a:pt x="15801" y="16290"/>
                    <a:pt x="17576" y="16608"/>
                    <a:pt x="18838" y="17181"/>
                  </a:cubicBezTo>
                  <a:cubicBezTo>
                    <a:pt x="16552" y="19217"/>
                    <a:pt x="13618" y="20235"/>
                    <a:pt x="10785" y="20266"/>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grpSp>
      <p:grpSp>
        <p:nvGrpSpPr>
          <p:cNvPr id="8316" name="Group 8316"/>
          <p:cNvGrpSpPr/>
          <p:nvPr/>
        </p:nvGrpSpPr>
        <p:grpSpPr>
          <a:xfrm>
            <a:off x="9858593" y="8033657"/>
            <a:ext cx="7558529" cy="1385151"/>
            <a:chOff x="0" y="0"/>
            <a:chExt cx="7558527" cy="1385149"/>
          </a:xfrm>
        </p:grpSpPr>
        <p:sp>
          <p:nvSpPr>
            <p:cNvPr id="8311" name="Shape 8311"/>
            <p:cNvSpPr/>
            <p:nvPr/>
          </p:nvSpPr>
          <p:spPr>
            <a:xfrm flipH="1">
              <a:off x="3089190" y="30695"/>
              <a:ext cx="1230719" cy="1323760"/>
            </a:xfrm>
            <a:custGeom>
              <a:avLst/>
              <a:gdLst/>
              <a:ahLst/>
              <a:cxnLst>
                <a:cxn ang="0">
                  <a:pos x="wd2" y="hd2"/>
                </a:cxn>
                <a:cxn ang="5400000">
                  <a:pos x="wd2" y="hd2"/>
                </a:cxn>
                <a:cxn ang="10800000">
                  <a:pos x="wd2" y="hd2"/>
                </a:cxn>
                <a:cxn ang="16200000">
                  <a:pos x="wd2" y="hd2"/>
                </a:cxn>
              </a:cxnLst>
              <a:rect l="0" t="0" r="r" b="b"/>
              <a:pathLst>
                <a:path w="21432" h="21507" fill="norm" stroke="1" extrusionOk="0">
                  <a:moveTo>
                    <a:pt x="15358" y="15272"/>
                  </a:moveTo>
                  <a:cubicBezTo>
                    <a:pt x="14471" y="14922"/>
                    <a:pt x="14027" y="14381"/>
                    <a:pt x="13822" y="13745"/>
                  </a:cubicBezTo>
                  <a:cubicBezTo>
                    <a:pt x="14198" y="13968"/>
                    <a:pt x="14539" y="14254"/>
                    <a:pt x="14914" y="14572"/>
                  </a:cubicBezTo>
                  <a:cubicBezTo>
                    <a:pt x="18327" y="11645"/>
                    <a:pt x="19930" y="989"/>
                    <a:pt x="13583" y="989"/>
                  </a:cubicBezTo>
                  <a:cubicBezTo>
                    <a:pt x="12867" y="384"/>
                    <a:pt x="11877" y="34"/>
                    <a:pt x="10785" y="2"/>
                  </a:cubicBezTo>
                  <a:cubicBezTo>
                    <a:pt x="7612" y="-93"/>
                    <a:pt x="3654" y="2293"/>
                    <a:pt x="3722" y="7669"/>
                  </a:cubicBezTo>
                  <a:cubicBezTo>
                    <a:pt x="3756" y="10946"/>
                    <a:pt x="4711" y="12536"/>
                    <a:pt x="6383" y="14508"/>
                  </a:cubicBezTo>
                  <a:cubicBezTo>
                    <a:pt x="6793" y="14159"/>
                    <a:pt x="7202" y="13872"/>
                    <a:pt x="7612" y="13586"/>
                  </a:cubicBezTo>
                  <a:cubicBezTo>
                    <a:pt x="7441" y="14318"/>
                    <a:pt x="7032" y="14890"/>
                    <a:pt x="6042" y="15272"/>
                  </a:cubicBezTo>
                  <a:cubicBezTo>
                    <a:pt x="3517" y="16258"/>
                    <a:pt x="-100" y="16513"/>
                    <a:pt x="2" y="19503"/>
                  </a:cubicBezTo>
                  <a:cubicBezTo>
                    <a:pt x="2" y="20171"/>
                    <a:pt x="275" y="20839"/>
                    <a:pt x="719" y="21507"/>
                  </a:cubicBezTo>
                  <a:cubicBezTo>
                    <a:pt x="10785" y="21507"/>
                    <a:pt x="10785" y="21507"/>
                    <a:pt x="10785" y="21507"/>
                  </a:cubicBezTo>
                  <a:cubicBezTo>
                    <a:pt x="20715" y="21507"/>
                    <a:pt x="20715" y="21507"/>
                    <a:pt x="20715" y="21507"/>
                  </a:cubicBezTo>
                  <a:cubicBezTo>
                    <a:pt x="21125" y="20839"/>
                    <a:pt x="21398" y="20171"/>
                    <a:pt x="21432" y="19503"/>
                  </a:cubicBezTo>
                  <a:cubicBezTo>
                    <a:pt x="21500" y="16513"/>
                    <a:pt x="17917" y="16258"/>
                    <a:pt x="15358" y="15272"/>
                  </a:cubicBezTo>
                  <a:close/>
                  <a:moveTo>
                    <a:pt x="6349" y="10468"/>
                  </a:moveTo>
                  <a:cubicBezTo>
                    <a:pt x="6145" y="10437"/>
                    <a:pt x="5974" y="10373"/>
                    <a:pt x="5803" y="10246"/>
                  </a:cubicBezTo>
                  <a:cubicBezTo>
                    <a:pt x="7134" y="9514"/>
                    <a:pt x="8328" y="8114"/>
                    <a:pt x="10785" y="5983"/>
                  </a:cubicBezTo>
                  <a:cubicBezTo>
                    <a:pt x="11161" y="5665"/>
                    <a:pt x="11536" y="5315"/>
                    <a:pt x="11980" y="4965"/>
                  </a:cubicBezTo>
                  <a:cubicBezTo>
                    <a:pt x="11741" y="5347"/>
                    <a:pt x="11400" y="5888"/>
                    <a:pt x="10785" y="6619"/>
                  </a:cubicBezTo>
                  <a:cubicBezTo>
                    <a:pt x="10103" y="7446"/>
                    <a:pt x="9045" y="8496"/>
                    <a:pt x="7373" y="9896"/>
                  </a:cubicBezTo>
                  <a:cubicBezTo>
                    <a:pt x="8260" y="10023"/>
                    <a:pt x="9523" y="9546"/>
                    <a:pt x="10785" y="8782"/>
                  </a:cubicBezTo>
                  <a:cubicBezTo>
                    <a:pt x="11980" y="8051"/>
                    <a:pt x="13140" y="7065"/>
                    <a:pt x="13993" y="6015"/>
                  </a:cubicBezTo>
                  <a:cubicBezTo>
                    <a:pt x="14402" y="7510"/>
                    <a:pt x="14982" y="9164"/>
                    <a:pt x="15733" y="10118"/>
                  </a:cubicBezTo>
                  <a:cubicBezTo>
                    <a:pt x="15528" y="10309"/>
                    <a:pt x="15324" y="10437"/>
                    <a:pt x="15051" y="10468"/>
                  </a:cubicBezTo>
                  <a:cubicBezTo>
                    <a:pt x="14266" y="12250"/>
                    <a:pt x="12799" y="13586"/>
                    <a:pt x="10785" y="13618"/>
                  </a:cubicBezTo>
                  <a:cubicBezTo>
                    <a:pt x="10717" y="13618"/>
                    <a:pt x="10717" y="13618"/>
                    <a:pt x="10717" y="13618"/>
                  </a:cubicBezTo>
                  <a:cubicBezTo>
                    <a:pt x="8670" y="13618"/>
                    <a:pt x="7168" y="12282"/>
                    <a:pt x="6349" y="10468"/>
                  </a:cubicBezTo>
                  <a:close/>
                  <a:moveTo>
                    <a:pt x="10785" y="20266"/>
                  </a:moveTo>
                  <a:cubicBezTo>
                    <a:pt x="7714" y="20330"/>
                    <a:pt x="4745" y="19248"/>
                    <a:pt x="2732" y="17085"/>
                  </a:cubicBezTo>
                  <a:cubicBezTo>
                    <a:pt x="3824" y="16608"/>
                    <a:pt x="5257" y="16290"/>
                    <a:pt x="6622" y="15845"/>
                  </a:cubicBezTo>
                  <a:cubicBezTo>
                    <a:pt x="7544" y="15495"/>
                    <a:pt x="8055" y="14668"/>
                    <a:pt x="8363" y="13681"/>
                  </a:cubicBezTo>
                  <a:cubicBezTo>
                    <a:pt x="9045" y="14031"/>
                    <a:pt x="9830" y="14254"/>
                    <a:pt x="10717" y="14254"/>
                  </a:cubicBezTo>
                  <a:cubicBezTo>
                    <a:pt x="10785" y="14254"/>
                    <a:pt x="10785" y="14254"/>
                    <a:pt x="10785" y="14254"/>
                  </a:cubicBezTo>
                  <a:cubicBezTo>
                    <a:pt x="11604" y="14254"/>
                    <a:pt x="12355" y="14031"/>
                    <a:pt x="13037" y="13681"/>
                  </a:cubicBezTo>
                  <a:cubicBezTo>
                    <a:pt x="13310" y="14636"/>
                    <a:pt x="13788" y="15495"/>
                    <a:pt x="14641" y="15845"/>
                  </a:cubicBezTo>
                  <a:cubicBezTo>
                    <a:pt x="15801" y="16290"/>
                    <a:pt x="17576" y="16608"/>
                    <a:pt x="18838" y="17181"/>
                  </a:cubicBezTo>
                  <a:cubicBezTo>
                    <a:pt x="16552" y="19217"/>
                    <a:pt x="13618" y="20235"/>
                    <a:pt x="10785" y="20266"/>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12" name="Shape 8312"/>
            <p:cNvSpPr/>
            <p:nvPr/>
          </p:nvSpPr>
          <p:spPr>
            <a:xfrm flipH="1">
              <a:off x="4632821" y="23219"/>
              <a:ext cx="1274341" cy="1338711"/>
            </a:xfrm>
            <a:custGeom>
              <a:avLst/>
              <a:gdLst/>
              <a:ahLst/>
              <a:cxnLst>
                <a:cxn ang="0">
                  <a:pos x="wd2" y="hd2"/>
                </a:cxn>
                <a:cxn ang="5400000">
                  <a:pos x="wd2" y="hd2"/>
                </a:cxn>
                <a:cxn ang="10800000">
                  <a:pos x="wd2" y="hd2"/>
                </a:cxn>
                <a:cxn ang="16200000">
                  <a:pos x="wd2" y="hd2"/>
                </a:cxn>
              </a:cxnLst>
              <a:rect l="0" t="0" r="r" b="b"/>
              <a:pathLst>
                <a:path w="21501" h="21387" fill="norm" stroke="1" extrusionOk="0">
                  <a:moveTo>
                    <a:pt x="19036" y="16230"/>
                  </a:moveTo>
                  <a:cubicBezTo>
                    <a:pt x="17906" y="15776"/>
                    <a:pt x="16537" y="15484"/>
                    <a:pt x="15408" y="15030"/>
                  </a:cubicBezTo>
                  <a:cubicBezTo>
                    <a:pt x="14928" y="14836"/>
                    <a:pt x="14586" y="14576"/>
                    <a:pt x="14312" y="14284"/>
                  </a:cubicBezTo>
                  <a:cubicBezTo>
                    <a:pt x="14689" y="14446"/>
                    <a:pt x="15100" y="14544"/>
                    <a:pt x="15579" y="14609"/>
                  </a:cubicBezTo>
                  <a:cubicBezTo>
                    <a:pt x="15305" y="13863"/>
                    <a:pt x="15134" y="13246"/>
                    <a:pt x="15031" y="12695"/>
                  </a:cubicBezTo>
                  <a:cubicBezTo>
                    <a:pt x="15476" y="13019"/>
                    <a:pt x="16024" y="13279"/>
                    <a:pt x="16640" y="13473"/>
                  </a:cubicBezTo>
                  <a:cubicBezTo>
                    <a:pt x="16332" y="12857"/>
                    <a:pt x="16058" y="12273"/>
                    <a:pt x="15853" y="11722"/>
                  </a:cubicBezTo>
                  <a:cubicBezTo>
                    <a:pt x="16229" y="11949"/>
                    <a:pt x="16640" y="12176"/>
                    <a:pt x="17085" y="12371"/>
                  </a:cubicBezTo>
                  <a:cubicBezTo>
                    <a:pt x="16811" y="11657"/>
                    <a:pt x="16640" y="11009"/>
                    <a:pt x="16571" y="10457"/>
                  </a:cubicBezTo>
                  <a:cubicBezTo>
                    <a:pt x="17119" y="10490"/>
                    <a:pt x="17633" y="10457"/>
                    <a:pt x="18180" y="10392"/>
                  </a:cubicBezTo>
                  <a:cubicBezTo>
                    <a:pt x="17598" y="9841"/>
                    <a:pt x="17153" y="9355"/>
                    <a:pt x="16845" y="8933"/>
                  </a:cubicBezTo>
                  <a:cubicBezTo>
                    <a:pt x="17359" y="8868"/>
                    <a:pt x="17975" y="8706"/>
                    <a:pt x="18660" y="8382"/>
                  </a:cubicBezTo>
                  <a:cubicBezTo>
                    <a:pt x="17461" y="7863"/>
                    <a:pt x="16914" y="6792"/>
                    <a:pt x="16674" y="5722"/>
                  </a:cubicBezTo>
                  <a:cubicBezTo>
                    <a:pt x="16263" y="3582"/>
                    <a:pt x="14654" y="241"/>
                    <a:pt x="12258" y="273"/>
                  </a:cubicBezTo>
                  <a:cubicBezTo>
                    <a:pt x="11779" y="144"/>
                    <a:pt x="11300" y="46"/>
                    <a:pt x="10855" y="14"/>
                  </a:cubicBezTo>
                  <a:cubicBezTo>
                    <a:pt x="7466" y="-213"/>
                    <a:pt x="5172" y="2317"/>
                    <a:pt x="4762" y="5657"/>
                  </a:cubicBezTo>
                  <a:cubicBezTo>
                    <a:pt x="4488" y="6760"/>
                    <a:pt x="3974" y="7863"/>
                    <a:pt x="2742" y="8382"/>
                  </a:cubicBezTo>
                  <a:cubicBezTo>
                    <a:pt x="3427" y="8706"/>
                    <a:pt x="4043" y="8868"/>
                    <a:pt x="4556" y="8933"/>
                  </a:cubicBezTo>
                  <a:cubicBezTo>
                    <a:pt x="4248" y="9355"/>
                    <a:pt x="3803" y="9841"/>
                    <a:pt x="3221" y="10392"/>
                  </a:cubicBezTo>
                  <a:cubicBezTo>
                    <a:pt x="3735" y="10457"/>
                    <a:pt x="4282" y="10490"/>
                    <a:pt x="4830" y="10457"/>
                  </a:cubicBezTo>
                  <a:cubicBezTo>
                    <a:pt x="4762" y="11009"/>
                    <a:pt x="4590" y="11657"/>
                    <a:pt x="4317" y="12371"/>
                  </a:cubicBezTo>
                  <a:cubicBezTo>
                    <a:pt x="4762" y="12176"/>
                    <a:pt x="5172" y="11949"/>
                    <a:pt x="5549" y="11722"/>
                  </a:cubicBezTo>
                  <a:cubicBezTo>
                    <a:pt x="5344" y="12273"/>
                    <a:pt x="5070" y="12857"/>
                    <a:pt x="4762" y="13473"/>
                  </a:cubicBezTo>
                  <a:cubicBezTo>
                    <a:pt x="5378" y="13279"/>
                    <a:pt x="5925" y="13019"/>
                    <a:pt x="6370" y="12695"/>
                  </a:cubicBezTo>
                  <a:cubicBezTo>
                    <a:pt x="6268" y="13246"/>
                    <a:pt x="6097" y="13863"/>
                    <a:pt x="5823" y="14609"/>
                  </a:cubicBezTo>
                  <a:cubicBezTo>
                    <a:pt x="6370" y="14544"/>
                    <a:pt x="6816" y="14414"/>
                    <a:pt x="7226" y="14252"/>
                  </a:cubicBezTo>
                  <a:cubicBezTo>
                    <a:pt x="6952" y="14544"/>
                    <a:pt x="6610" y="14803"/>
                    <a:pt x="6097" y="15030"/>
                  </a:cubicBezTo>
                  <a:cubicBezTo>
                    <a:pt x="4933" y="15484"/>
                    <a:pt x="3598" y="15776"/>
                    <a:pt x="2434" y="16230"/>
                  </a:cubicBezTo>
                  <a:cubicBezTo>
                    <a:pt x="1030" y="16846"/>
                    <a:pt x="-65" y="17657"/>
                    <a:pt x="3" y="19344"/>
                  </a:cubicBezTo>
                  <a:cubicBezTo>
                    <a:pt x="3" y="20025"/>
                    <a:pt x="277" y="20706"/>
                    <a:pt x="722" y="21387"/>
                  </a:cubicBezTo>
                  <a:cubicBezTo>
                    <a:pt x="2434" y="21387"/>
                    <a:pt x="2434" y="21387"/>
                    <a:pt x="2434" y="21387"/>
                  </a:cubicBezTo>
                  <a:cubicBezTo>
                    <a:pt x="10855" y="21387"/>
                    <a:pt x="10855" y="21387"/>
                    <a:pt x="10855" y="21387"/>
                  </a:cubicBezTo>
                  <a:cubicBezTo>
                    <a:pt x="19036" y="21387"/>
                    <a:pt x="19036" y="21387"/>
                    <a:pt x="19036" y="21387"/>
                  </a:cubicBezTo>
                  <a:cubicBezTo>
                    <a:pt x="20782" y="21387"/>
                    <a:pt x="20782" y="21387"/>
                    <a:pt x="20782" y="21387"/>
                  </a:cubicBezTo>
                  <a:cubicBezTo>
                    <a:pt x="21193" y="20706"/>
                    <a:pt x="21467" y="20025"/>
                    <a:pt x="21501" y="19344"/>
                  </a:cubicBezTo>
                  <a:cubicBezTo>
                    <a:pt x="21535" y="17657"/>
                    <a:pt x="20474" y="16846"/>
                    <a:pt x="19036" y="16230"/>
                  </a:cubicBezTo>
                  <a:close/>
                  <a:moveTo>
                    <a:pt x="6370" y="10133"/>
                  </a:moveTo>
                  <a:cubicBezTo>
                    <a:pt x="4967" y="9906"/>
                    <a:pt x="4556" y="7084"/>
                    <a:pt x="5652" y="6079"/>
                  </a:cubicBezTo>
                  <a:cubicBezTo>
                    <a:pt x="5891" y="6079"/>
                    <a:pt x="6097" y="6403"/>
                    <a:pt x="6199" y="6728"/>
                  </a:cubicBezTo>
                  <a:cubicBezTo>
                    <a:pt x="6097" y="7149"/>
                    <a:pt x="5891" y="7538"/>
                    <a:pt x="5515" y="7895"/>
                  </a:cubicBezTo>
                  <a:cubicBezTo>
                    <a:pt x="7089" y="7636"/>
                    <a:pt x="9314" y="6306"/>
                    <a:pt x="10855" y="4976"/>
                  </a:cubicBezTo>
                  <a:cubicBezTo>
                    <a:pt x="11129" y="4717"/>
                    <a:pt x="11368" y="4490"/>
                    <a:pt x="11608" y="4230"/>
                  </a:cubicBezTo>
                  <a:cubicBezTo>
                    <a:pt x="11437" y="4619"/>
                    <a:pt x="11197" y="4976"/>
                    <a:pt x="10855" y="5333"/>
                  </a:cubicBezTo>
                  <a:cubicBezTo>
                    <a:pt x="10170" y="6046"/>
                    <a:pt x="9109" y="6760"/>
                    <a:pt x="7603" y="7603"/>
                  </a:cubicBezTo>
                  <a:cubicBezTo>
                    <a:pt x="8835" y="7473"/>
                    <a:pt x="9931" y="7149"/>
                    <a:pt x="10855" y="6760"/>
                  </a:cubicBezTo>
                  <a:cubicBezTo>
                    <a:pt x="12190" y="6144"/>
                    <a:pt x="13148" y="5268"/>
                    <a:pt x="13662" y="4230"/>
                  </a:cubicBezTo>
                  <a:cubicBezTo>
                    <a:pt x="13422" y="5333"/>
                    <a:pt x="12943" y="5949"/>
                    <a:pt x="12087" y="6760"/>
                  </a:cubicBezTo>
                  <a:cubicBezTo>
                    <a:pt x="13388" y="6403"/>
                    <a:pt x="14312" y="6046"/>
                    <a:pt x="14894" y="5528"/>
                  </a:cubicBezTo>
                  <a:cubicBezTo>
                    <a:pt x="14928" y="5884"/>
                    <a:pt x="14963" y="6209"/>
                    <a:pt x="14928" y="6565"/>
                  </a:cubicBezTo>
                  <a:cubicBezTo>
                    <a:pt x="14894" y="7895"/>
                    <a:pt x="14997" y="7571"/>
                    <a:pt x="15236" y="6825"/>
                  </a:cubicBezTo>
                  <a:cubicBezTo>
                    <a:pt x="15373" y="6468"/>
                    <a:pt x="15579" y="6111"/>
                    <a:pt x="15853" y="6079"/>
                  </a:cubicBezTo>
                  <a:cubicBezTo>
                    <a:pt x="16948" y="7084"/>
                    <a:pt x="16537" y="9906"/>
                    <a:pt x="15134" y="10133"/>
                  </a:cubicBezTo>
                  <a:cubicBezTo>
                    <a:pt x="14312" y="11949"/>
                    <a:pt x="12840" y="13279"/>
                    <a:pt x="10855" y="13344"/>
                  </a:cubicBezTo>
                  <a:cubicBezTo>
                    <a:pt x="10821" y="13344"/>
                    <a:pt x="10786" y="13344"/>
                    <a:pt x="10752" y="13344"/>
                  </a:cubicBezTo>
                  <a:cubicBezTo>
                    <a:pt x="8698" y="13344"/>
                    <a:pt x="7192" y="11982"/>
                    <a:pt x="6370" y="10133"/>
                  </a:cubicBezTo>
                  <a:close/>
                  <a:moveTo>
                    <a:pt x="8424" y="13409"/>
                  </a:moveTo>
                  <a:cubicBezTo>
                    <a:pt x="9109" y="13798"/>
                    <a:pt x="9896" y="13992"/>
                    <a:pt x="10752" y="13992"/>
                  </a:cubicBezTo>
                  <a:cubicBezTo>
                    <a:pt x="10786" y="13992"/>
                    <a:pt x="10821" y="13992"/>
                    <a:pt x="10855" y="13992"/>
                  </a:cubicBezTo>
                  <a:cubicBezTo>
                    <a:pt x="11676" y="13992"/>
                    <a:pt x="12464" y="13765"/>
                    <a:pt x="13148" y="13376"/>
                  </a:cubicBezTo>
                  <a:cubicBezTo>
                    <a:pt x="13422" y="14382"/>
                    <a:pt x="13970" y="15257"/>
                    <a:pt x="14894" y="15614"/>
                  </a:cubicBezTo>
                  <a:cubicBezTo>
                    <a:pt x="13833" y="16846"/>
                    <a:pt x="12327" y="17495"/>
                    <a:pt x="10855" y="17528"/>
                  </a:cubicBezTo>
                  <a:cubicBezTo>
                    <a:pt x="9212" y="17592"/>
                    <a:pt x="7603" y="16976"/>
                    <a:pt x="6679" y="15614"/>
                  </a:cubicBezTo>
                  <a:cubicBezTo>
                    <a:pt x="7603" y="15257"/>
                    <a:pt x="8116" y="14414"/>
                    <a:pt x="8424" y="13409"/>
                  </a:cubicBezTo>
                  <a:close/>
                  <a:moveTo>
                    <a:pt x="3392" y="21355"/>
                  </a:moveTo>
                  <a:cubicBezTo>
                    <a:pt x="3358" y="20544"/>
                    <a:pt x="3084" y="19863"/>
                    <a:pt x="2708" y="19376"/>
                  </a:cubicBezTo>
                  <a:cubicBezTo>
                    <a:pt x="2639" y="19279"/>
                    <a:pt x="2537" y="19149"/>
                    <a:pt x="2434" y="19052"/>
                  </a:cubicBezTo>
                  <a:cubicBezTo>
                    <a:pt x="1989" y="18565"/>
                    <a:pt x="1510" y="18338"/>
                    <a:pt x="1236" y="18338"/>
                  </a:cubicBezTo>
                  <a:cubicBezTo>
                    <a:pt x="1236" y="18079"/>
                    <a:pt x="1236" y="18079"/>
                    <a:pt x="1236" y="18079"/>
                  </a:cubicBezTo>
                  <a:cubicBezTo>
                    <a:pt x="1510" y="18079"/>
                    <a:pt x="1989" y="18273"/>
                    <a:pt x="2434" y="18695"/>
                  </a:cubicBezTo>
                  <a:cubicBezTo>
                    <a:pt x="2605" y="18857"/>
                    <a:pt x="2776" y="19019"/>
                    <a:pt x="2913" y="19246"/>
                  </a:cubicBezTo>
                  <a:cubicBezTo>
                    <a:pt x="3290" y="19765"/>
                    <a:pt x="3598" y="20479"/>
                    <a:pt x="3632" y="21355"/>
                  </a:cubicBezTo>
                  <a:lnTo>
                    <a:pt x="3392" y="21355"/>
                  </a:lnTo>
                  <a:close/>
                  <a:moveTo>
                    <a:pt x="14654" y="17625"/>
                  </a:moveTo>
                  <a:cubicBezTo>
                    <a:pt x="13525" y="18403"/>
                    <a:pt x="12156" y="18792"/>
                    <a:pt x="10855" y="18825"/>
                  </a:cubicBezTo>
                  <a:cubicBezTo>
                    <a:pt x="10752" y="18825"/>
                    <a:pt x="10649" y="18825"/>
                    <a:pt x="10547" y="18825"/>
                  </a:cubicBezTo>
                  <a:cubicBezTo>
                    <a:pt x="9143" y="18792"/>
                    <a:pt x="7740" y="18338"/>
                    <a:pt x="6644" y="17495"/>
                  </a:cubicBezTo>
                  <a:cubicBezTo>
                    <a:pt x="6199" y="17138"/>
                    <a:pt x="5789" y="16717"/>
                    <a:pt x="5446" y="16198"/>
                  </a:cubicBezTo>
                  <a:cubicBezTo>
                    <a:pt x="5686" y="16068"/>
                    <a:pt x="5686" y="16068"/>
                    <a:pt x="5686" y="16068"/>
                  </a:cubicBezTo>
                  <a:cubicBezTo>
                    <a:pt x="5994" y="16555"/>
                    <a:pt x="6370" y="16944"/>
                    <a:pt x="6816" y="17301"/>
                  </a:cubicBezTo>
                  <a:cubicBezTo>
                    <a:pt x="7842" y="18111"/>
                    <a:pt x="9177" y="18533"/>
                    <a:pt x="10547" y="18565"/>
                  </a:cubicBezTo>
                  <a:cubicBezTo>
                    <a:pt x="10649" y="18565"/>
                    <a:pt x="10752" y="18565"/>
                    <a:pt x="10855" y="18565"/>
                  </a:cubicBezTo>
                  <a:cubicBezTo>
                    <a:pt x="12121" y="18533"/>
                    <a:pt x="13422" y="18144"/>
                    <a:pt x="14518" y="17430"/>
                  </a:cubicBezTo>
                  <a:cubicBezTo>
                    <a:pt x="15065" y="17041"/>
                    <a:pt x="15579" y="16555"/>
                    <a:pt x="16024" y="16003"/>
                  </a:cubicBezTo>
                  <a:cubicBezTo>
                    <a:pt x="16229" y="16165"/>
                    <a:pt x="16229" y="16165"/>
                    <a:pt x="16229" y="16165"/>
                  </a:cubicBezTo>
                  <a:cubicBezTo>
                    <a:pt x="15784" y="16749"/>
                    <a:pt x="15236" y="17236"/>
                    <a:pt x="14654" y="17625"/>
                  </a:cubicBezTo>
                  <a:close/>
                  <a:moveTo>
                    <a:pt x="20234" y="18338"/>
                  </a:moveTo>
                  <a:cubicBezTo>
                    <a:pt x="19960" y="18338"/>
                    <a:pt x="19481" y="18565"/>
                    <a:pt x="19036" y="19052"/>
                  </a:cubicBezTo>
                  <a:cubicBezTo>
                    <a:pt x="18933" y="19149"/>
                    <a:pt x="18865" y="19279"/>
                    <a:pt x="18762" y="19376"/>
                  </a:cubicBezTo>
                  <a:cubicBezTo>
                    <a:pt x="18420" y="19863"/>
                    <a:pt x="18146" y="20544"/>
                    <a:pt x="18078" y="21355"/>
                  </a:cubicBezTo>
                  <a:cubicBezTo>
                    <a:pt x="17838" y="21355"/>
                    <a:pt x="17838" y="21355"/>
                    <a:pt x="17838" y="21355"/>
                  </a:cubicBezTo>
                  <a:cubicBezTo>
                    <a:pt x="17872" y="20479"/>
                    <a:pt x="18180" y="19765"/>
                    <a:pt x="18557" y="19246"/>
                  </a:cubicBezTo>
                  <a:cubicBezTo>
                    <a:pt x="18728" y="19019"/>
                    <a:pt x="18865" y="18857"/>
                    <a:pt x="19036" y="18695"/>
                  </a:cubicBezTo>
                  <a:cubicBezTo>
                    <a:pt x="19481" y="18273"/>
                    <a:pt x="19960" y="18079"/>
                    <a:pt x="20234" y="18079"/>
                  </a:cubicBezTo>
                  <a:lnTo>
                    <a:pt x="20234" y="18338"/>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13" name="Shape 8313"/>
            <p:cNvSpPr/>
            <p:nvPr/>
          </p:nvSpPr>
          <p:spPr>
            <a:xfrm flipH="1">
              <a:off x="1516734" y="25268"/>
              <a:ext cx="1259544" cy="1334613"/>
            </a:xfrm>
            <a:custGeom>
              <a:avLst/>
              <a:gdLst/>
              <a:ahLst/>
              <a:cxnLst>
                <a:cxn ang="0">
                  <a:pos x="wd2" y="hd2"/>
                </a:cxn>
                <a:cxn ang="5400000">
                  <a:pos x="wd2" y="hd2"/>
                </a:cxn>
                <a:cxn ang="10800000">
                  <a:pos x="wd2" y="hd2"/>
                </a:cxn>
                <a:cxn ang="16200000">
                  <a:pos x="wd2" y="hd2"/>
                </a:cxn>
              </a:cxnLst>
              <a:rect l="0" t="0" r="r" b="b"/>
              <a:pathLst>
                <a:path w="21445" h="21322" fill="norm" stroke="1" extrusionOk="0">
                  <a:moveTo>
                    <a:pt x="15823" y="2941"/>
                  </a:moveTo>
                  <a:cubicBezTo>
                    <a:pt x="16251" y="3894"/>
                    <a:pt x="16545" y="5037"/>
                    <a:pt x="16703" y="6350"/>
                  </a:cubicBezTo>
                  <a:cubicBezTo>
                    <a:pt x="16861" y="6647"/>
                    <a:pt x="16974" y="6964"/>
                    <a:pt x="17019" y="7324"/>
                  </a:cubicBezTo>
                  <a:cubicBezTo>
                    <a:pt x="17109" y="7790"/>
                    <a:pt x="17087" y="8320"/>
                    <a:pt x="16996" y="8786"/>
                  </a:cubicBezTo>
                  <a:cubicBezTo>
                    <a:pt x="16883" y="9294"/>
                    <a:pt x="16680" y="9738"/>
                    <a:pt x="16387" y="10098"/>
                  </a:cubicBezTo>
                  <a:cubicBezTo>
                    <a:pt x="16229" y="10310"/>
                    <a:pt x="16026" y="10480"/>
                    <a:pt x="15823" y="10586"/>
                  </a:cubicBezTo>
                  <a:cubicBezTo>
                    <a:pt x="15823" y="9802"/>
                    <a:pt x="15823" y="9802"/>
                    <a:pt x="15823" y="9802"/>
                  </a:cubicBezTo>
                  <a:cubicBezTo>
                    <a:pt x="16409" y="9146"/>
                    <a:pt x="16613" y="7854"/>
                    <a:pt x="16274" y="6943"/>
                  </a:cubicBezTo>
                  <a:cubicBezTo>
                    <a:pt x="16139" y="6498"/>
                    <a:pt x="15958" y="6287"/>
                    <a:pt x="15823" y="6244"/>
                  </a:cubicBezTo>
                  <a:lnTo>
                    <a:pt x="15823" y="2941"/>
                  </a:lnTo>
                  <a:close/>
                  <a:moveTo>
                    <a:pt x="15823" y="15202"/>
                  </a:moveTo>
                  <a:cubicBezTo>
                    <a:pt x="18328" y="16070"/>
                    <a:pt x="21533" y="16473"/>
                    <a:pt x="21443" y="19310"/>
                  </a:cubicBezTo>
                  <a:cubicBezTo>
                    <a:pt x="21420" y="19967"/>
                    <a:pt x="21149" y="20644"/>
                    <a:pt x="20720" y="21322"/>
                  </a:cubicBezTo>
                  <a:cubicBezTo>
                    <a:pt x="15823" y="21322"/>
                    <a:pt x="15823" y="21322"/>
                    <a:pt x="15823" y="21322"/>
                  </a:cubicBezTo>
                  <a:lnTo>
                    <a:pt x="15823" y="15202"/>
                  </a:lnTo>
                  <a:close/>
                  <a:moveTo>
                    <a:pt x="10722" y="61"/>
                  </a:moveTo>
                  <a:cubicBezTo>
                    <a:pt x="13204" y="-278"/>
                    <a:pt x="14852" y="823"/>
                    <a:pt x="15823" y="2941"/>
                  </a:cubicBezTo>
                  <a:cubicBezTo>
                    <a:pt x="15823" y="6244"/>
                    <a:pt x="15823" y="6244"/>
                    <a:pt x="15823" y="6244"/>
                  </a:cubicBezTo>
                  <a:cubicBezTo>
                    <a:pt x="15574" y="6181"/>
                    <a:pt x="15371" y="6520"/>
                    <a:pt x="15281" y="7134"/>
                  </a:cubicBezTo>
                  <a:cubicBezTo>
                    <a:pt x="15168" y="7790"/>
                    <a:pt x="15146" y="8807"/>
                    <a:pt x="15258" y="10183"/>
                  </a:cubicBezTo>
                  <a:cubicBezTo>
                    <a:pt x="15462" y="10120"/>
                    <a:pt x="15665" y="9971"/>
                    <a:pt x="15823" y="9802"/>
                  </a:cubicBezTo>
                  <a:cubicBezTo>
                    <a:pt x="15823" y="10586"/>
                    <a:pt x="15823" y="10586"/>
                    <a:pt x="15823" y="10586"/>
                  </a:cubicBezTo>
                  <a:cubicBezTo>
                    <a:pt x="15732" y="10628"/>
                    <a:pt x="15642" y="10670"/>
                    <a:pt x="15552" y="10713"/>
                  </a:cubicBezTo>
                  <a:cubicBezTo>
                    <a:pt x="15371" y="11051"/>
                    <a:pt x="15168" y="11411"/>
                    <a:pt x="14942" y="11708"/>
                  </a:cubicBezTo>
                  <a:cubicBezTo>
                    <a:pt x="14694" y="12301"/>
                    <a:pt x="14265" y="12830"/>
                    <a:pt x="13791" y="13275"/>
                  </a:cubicBezTo>
                  <a:cubicBezTo>
                    <a:pt x="13949" y="14016"/>
                    <a:pt x="14378" y="14651"/>
                    <a:pt x="15371" y="15033"/>
                  </a:cubicBezTo>
                  <a:cubicBezTo>
                    <a:pt x="15507" y="15096"/>
                    <a:pt x="15665" y="15138"/>
                    <a:pt x="15823" y="15202"/>
                  </a:cubicBezTo>
                  <a:cubicBezTo>
                    <a:pt x="15823" y="21322"/>
                    <a:pt x="15823" y="21322"/>
                    <a:pt x="15823" y="21322"/>
                  </a:cubicBezTo>
                  <a:cubicBezTo>
                    <a:pt x="10722" y="21322"/>
                    <a:pt x="10722" y="21322"/>
                    <a:pt x="10722" y="21322"/>
                  </a:cubicBezTo>
                  <a:cubicBezTo>
                    <a:pt x="10722" y="20560"/>
                    <a:pt x="10722" y="20560"/>
                    <a:pt x="10722" y="20560"/>
                  </a:cubicBezTo>
                  <a:cubicBezTo>
                    <a:pt x="10744" y="20560"/>
                    <a:pt x="10744" y="20560"/>
                    <a:pt x="10767" y="20560"/>
                  </a:cubicBezTo>
                  <a:cubicBezTo>
                    <a:pt x="10925" y="20560"/>
                    <a:pt x="11060" y="20411"/>
                    <a:pt x="11060" y="20242"/>
                  </a:cubicBezTo>
                  <a:cubicBezTo>
                    <a:pt x="11060" y="20073"/>
                    <a:pt x="10925" y="19946"/>
                    <a:pt x="10767" y="19946"/>
                  </a:cubicBezTo>
                  <a:cubicBezTo>
                    <a:pt x="10744" y="19946"/>
                    <a:pt x="10744" y="19946"/>
                    <a:pt x="10722" y="19946"/>
                  </a:cubicBezTo>
                  <a:cubicBezTo>
                    <a:pt x="10722" y="19734"/>
                    <a:pt x="10722" y="19734"/>
                    <a:pt x="10722" y="19734"/>
                  </a:cubicBezTo>
                  <a:cubicBezTo>
                    <a:pt x="10744" y="19734"/>
                    <a:pt x="10744" y="19734"/>
                    <a:pt x="10767" y="19734"/>
                  </a:cubicBezTo>
                  <a:cubicBezTo>
                    <a:pt x="10925" y="19734"/>
                    <a:pt x="11060" y="19586"/>
                    <a:pt x="11060" y="19416"/>
                  </a:cubicBezTo>
                  <a:cubicBezTo>
                    <a:pt x="11060" y="19247"/>
                    <a:pt x="10925" y="19120"/>
                    <a:pt x="10767" y="19120"/>
                  </a:cubicBezTo>
                  <a:cubicBezTo>
                    <a:pt x="10744" y="19120"/>
                    <a:pt x="10744" y="19120"/>
                    <a:pt x="10722" y="19120"/>
                  </a:cubicBezTo>
                  <a:cubicBezTo>
                    <a:pt x="10722" y="18802"/>
                    <a:pt x="10722" y="18802"/>
                    <a:pt x="10722" y="18802"/>
                  </a:cubicBezTo>
                  <a:cubicBezTo>
                    <a:pt x="12482" y="18167"/>
                    <a:pt x="13430" y="17320"/>
                    <a:pt x="14852" y="15626"/>
                  </a:cubicBezTo>
                  <a:cubicBezTo>
                    <a:pt x="14040" y="15329"/>
                    <a:pt x="13520" y="14609"/>
                    <a:pt x="13227" y="13762"/>
                  </a:cubicBezTo>
                  <a:cubicBezTo>
                    <a:pt x="12415" y="14355"/>
                    <a:pt x="11534" y="14736"/>
                    <a:pt x="10880" y="14736"/>
                  </a:cubicBezTo>
                  <a:cubicBezTo>
                    <a:pt x="10835" y="14736"/>
                    <a:pt x="10789" y="14736"/>
                    <a:pt x="10744" y="14736"/>
                  </a:cubicBezTo>
                  <a:cubicBezTo>
                    <a:pt x="10722" y="14736"/>
                    <a:pt x="10722" y="14736"/>
                    <a:pt x="10722" y="14736"/>
                  </a:cubicBezTo>
                  <a:cubicBezTo>
                    <a:pt x="10722" y="12703"/>
                    <a:pt x="10722" y="12703"/>
                    <a:pt x="10722" y="12703"/>
                  </a:cubicBezTo>
                  <a:cubicBezTo>
                    <a:pt x="10744" y="12703"/>
                    <a:pt x="10744" y="12703"/>
                    <a:pt x="10744" y="12703"/>
                  </a:cubicBezTo>
                  <a:cubicBezTo>
                    <a:pt x="11060" y="12703"/>
                    <a:pt x="11286" y="13148"/>
                    <a:pt x="11647" y="13021"/>
                  </a:cubicBezTo>
                  <a:cubicBezTo>
                    <a:pt x="12460" y="12746"/>
                    <a:pt x="12821" y="12237"/>
                    <a:pt x="12821" y="11687"/>
                  </a:cubicBezTo>
                  <a:cubicBezTo>
                    <a:pt x="12821" y="10924"/>
                    <a:pt x="11783" y="10564"/>
                    <a:pt x="10722" y="10564"/>
                  </a:cubicBezTo>
                  <a:cubicBezTo>
                    <a:pt x="10722" y="9844"/>
                    <a:pt x="10722" y="9844"/>
                    <a:pt x="10722" y="9844"/>
                  </a:cubicBezTo>
                  <a:cubicBezTo>
                    <a:pt x="11918" y="9675"/>
                    <a:pt x="12708" y="9993"/>
                    <a:pt x="13182" y="10353"/>
                  </a:cubicBezTo>
                  <a:cubicBezTo>
                    <a:pt x="13204" y="10374"/>
                    <a:pt x="13250" y="10395"/>
                    <a:pt x="13272" y="10437"/>
                  </a:cubicBezTo>
                  <a:cubicBezTo>
                    <a:pt x="14468" y="11115"/>
                    <a:pt x="14897" y="8298"/>
                    <a:pt x="14920" y="6477"/>
                  </a:cubicBezTo>
                  <a:cubicBezTo>
                    <a:pt x="13024" y="6371"/>
                    <a:pt x="11918" y="5461"/>
                    <a:pt x="10722" y="4698"/>
                  </a:cubicBezTo>
                  <a:lnTo>
                    <a:pt x="10722" y="61"/>
                  </a:lnTo>
                  <a:close/>
                  <a:moveTo>
                    <a:pt x="5643" y="2750"/>
                  </a:moveTo>
                  <a:cubicBezTo>
                    <a:pt x="6275" y="1480"/>
                    <a:pt x="7268" y="527"/>
                    <a:pt x="8848" y="463"/>
                  </a:cubicBezTo>
                  <a:cubicBezTo>
                    <a:pt x="9142" y="378"/>
                    <a:pt x="9458" y="294"/>
                    <a:pt x="9796" y="251"/>
                  </a:cubicBezTo>
                  <a:cubicBezTo>
                    <a:pt x="10112" y="167"/>
                    <a:pt x="10428" y="103"/>
                    <a:pt x="10722" y="61"/>
                  </a:cubicBezTo>
                  <a:cubicBezTo>
                    <a:pt x="10722" y="4698"/>
                    <a:pt x="10722" y="4698"/>
                    <a:pt x="10722" y="4698"/>
                  </a:cubicBezTo>
                  <a:cubicBezTo>
                    <a:pt x="10338" y="4444"/>
                    <a:pt x="9954" y="4211"/>
                    <a:pt x="9525" y="4042"/>
                  </a:cubicBezTo>
                  <a:cubicBezTo>
                    <a:pt x="8465" y="3597"/>
                    <a:pt x="7449" y="3513"/>
                    <a:pt x="7065" y="4106"/>
                  </a:cubicBezTo>
                  <a:cubicBezTo>
                    <a:pt x="6772" y="4550"/>
                    <a:pt x="6614" y="5101"/>
                    <a:pt x="6569" y="5736"/>
                  </a:cubicBezTo>
                  <a:cubicBezTo>
                    <a:pt x="6569" y="5757"/>
                    <a:pt x="6569" y="5800"/>
                    <a:pt x="6569" y="5842"/>
                  </a:cubicBezTo>
                  <a:cubicBezTo>
                    <a:pt x="6478" y="7557"/>
                    <a:pt x="6772" y="11200"/>
                    <a:pt x="8104" y="10437"/>
                  </a:cubicBezTo>
                  <a:cubicBezTo>
                    <a:pt x="8149" y="10395"/>
                    <a:pt x="8171" y="10374"/>
                    <a:pt x="8216" y="10353"/>
                  </a:cubicBezTo>
                  <a:cubicBezTo>
                    <a:pt x="8690" y="9993"/>
                    <a:pt x="9480" y="9654"/>
                    <a:pt x="10699" y="9844"/>
                  </a:cubicBezTo>
                  <a:cubicBezTo>
                    <a:pt x="10722" y="9844"/>
                    <a:pt x="10722" y="9844"/>
                    <a:pt x="10722" y="9844"/>
                  </a:cubicBezTo>
                  <a:cubicBezTo>
                    <a:pt x="10722" y="10564"/>
                    <a:pt x="10722" y="10564"/>
                    <a:pt x="10722" y="10564"/>
                  </a:cubicBezTo>
                  <a:cubicBezTo>
                    <a:pt x="9683" y="10564"/>
                    <a:pt x="8600" y="10924"/>
                    <a:pt x="8555" y="11602"/>
                  </a:cubicBezTo>
                  <a:cubicBezTo>
                    <a:pt x="8510" y="12174"/>
                    <a:pt x="8961" y="12746"/>
                    <a:pt x="9819" y="13021"/>
                  </a:cubicBezTo>
                  <a:cubicBezTo>
                    <a:pt x="10180" y="13148"/>
                    <a:pt x="10406" y="12703"/>
                    <a:pt x="10722" y="12703"/>
                  </a:cubicBezTo>
                  <a:cubicBezTo>
                    <a:pt x="10722" y="14736"/>
                    <a:pt x="10722" y="14736"/>
                    <a:pt x="10722" y="14736"/>
                  </a:cubicBezTo>
                  <a:cubicBezTo>
                    <a:pt x="10699" y="14736"/>
                    <a:pt x="10654" y="14736"/>
                    <a:pt x="10586" y="14736"/>
                  </a:cubicBezTo>
                  <a:cubicBezTo>
                    <a:pt x="9954" y="14736"/>
                    <a:pt x="9074" y="14376"/>
                    <a:pt x="8284" y="13804"/>
                  </a:cubicBezTo>
                  <a:cubicBezTo>
                    <a:pt x="7991" y="14630"/>
                    <a:pt x="7472" y="15329"/>
                    <a:pt x="6659" y="15626"/>
                  </a:cubicBezTo>
                  <a:cubicBezTo>
                    <a:pt x="8013" y="17531"/>
                    <a:pt x="9119" y="18315"/>
                    <a:pt x="10722" y="18802"/>
                  </a:cubicBezTo>
                  <a:cubicBezTo>
                    <a:pt x="10722" y="18802"/>
                    <a:pt x="10722" y="18802"/>
                    <a:pt x="10722" y="18802"/>
                  </a:cubicBezTo>
                  <a:cubicBezTo>
                    <a:pt x="10722" y="19120"/>
                    <a:pt x="10722" y="19120"/>
                    <a:pt x="10722" y="19120"/>
                  </a:cubicBezTo>
                  <a:cubicBezTo>
                    <a:pt x="10564" y="19120"/>
                    <a:pt x="10451" y="19268"/>
                    <a:pt x="10451" y="19416"/>
                  </a:cubicBezTo>
                  <a:cubicBezTo>
                    <a:pt x="10451" y="19586"/>
                    <a:pt x="10564" y="19713"/>
                    <a:pt x="10722" y="19734"/>
                  </a:cubicBezTo>
                  <a:cubicBezTo>
                    <a:pt x="10722" y="19946"/>
                    <a:pt x="10722" y="19946"/>
                    <a:pt x="10722" y="19946"/>
                  </a:cubicBezTo>
                  <a:cubicBezTo>
                    <a:pt x="10564" y="19967"/>
                    <a:pt x="10451" y="20094"/>
                    <a:pt x="10451" y="20242"/>
                  </a:cubicBezTo>
                  <a:cubicBezTo>
                    <a:pt x="10451" y="20411"/>
                    <a:pt x="10564" y="20538"/>
                    <a:pt x="10722" y="20560"/>
                  </a:cubicBezTo>
                  <a:cubicBezTo>
                    <a:pt x="10722" y="21322"/>
                    <a:pt x="10722" y="21322"/>
                    <a:pt x="10722" y="21322"/>
                  </a:cubicBezTo>
                  <a:cubicBezTo>
                    <a:pt x="5643" y="21322"/>
                    <a:pt x="5643" y="21322"/>
                    <a:pt x="5643" y="21322"/>
                  </a:cubicBezTo>
                  <a:cubicBezTo>
                    <a:pt x="5643" y="15181"/>
                    <a:pt x="5643" y="15181"/>
                    <a:pt x="5643" y="15181"/>
                  </a:cubicBezTo>
                  <a:cubicBezTo>
                    <a:pt x="5801" y="15138"/>
                    <a:pt x="5937" y="15096"/>
                    <a:pt x="6072" y="15033"/>
                  </a:cubicBezTo>
                  <a:cubicBezTo>
                    <a:pt x="7088" y="14630"/>
                    <a:pt x="7517" y="14016"/>
                    <a:pt x="7652" y="13275"/>
                  </a:cubicBezTo>
                  <a:cubicBezTo>
                    <a:pt x="7201" y="12830"/>
                    <a:pt x="6794" y="12322"/>
                    <a:pt x="6546" y="11771"/>
                  </a:cubicBezTo>
                  <a:cubicBezTo>
                    <a:pt x="6298" y="11454"/>
                    <a:pt x="6095" y="11094"/>
                    <a:pt x="5914" y="10713"/>
                  </a:cubicBezTo>
                  <a:cubicBezTo>
                    <a:pt x="5824" y="10670"/>
                    <a:pt x="5734" y="10649"/>
                    <a:pt x="5643" y="10586"/>
                  </a:cubicBezTo>
                  <a:cubicBezTo>
                    <a:pt x="5643" y="9823"/>
                    <a:pt x="5643" y="9823"/>
                    <a:pt x="5643" y="9823"/>
                  </a:cubicBezTo>
                  <a:cubicBezTo>
                    <a:pt x="5801" y="9993"/>
                    <a:pt x="6004" y="10120"/>
                    <a:pt x="6208" y="10183"/>
                  </a:cubicBezTo>
                  <a:cubicBezTo>
                    <a:pt x="6320" y="8849"/>
                    <a:pt x="6320" y="7642"/>
                    <a:pt x="6162" y="6943"/>
                  </a:cubicBezTo>
                  <a:cubicBezTo>
                    <a:pt x="6050" y="6435"/>
                    <a:pt x="5846" y="6244"/>
                    <a:pt x="5643" y="6287"/>
                  </a:cubicBezTo>
                  <a:lnTo>
                    <a:pt x="5643" y="2750"/>
                  </a:lnTo>
                  <a:close/>
                  <a:moveTo>
                    <a:pt x="4763" y="6350"/>
                  </a:moveTo>
                  <a:cubicBezTo>
                    <a:pt x="4763" y="6350"/>
                    <a:pt x="4763" y="6350"/>
                    <a:pt x="4763" y="6350"/>
                  </a:cubicBezTo>
                  <a:cubicBezTo>
                    <a:pt x="4853" y="5186"/>
                    <a:pt x="5102" y="3851"/>
                    <a:pt x="5643" y="2750"/>
                  </a:cubicBezTo>
                  <a:cubicBezTo>
                    <a:pt x="5643" y="6287"/>
                    <a:pt x="5643" y="6287"/>
                    <a:pt x="5643" y="6287"/>
                  </a:cubicBezTo>
                  <a:cubicBezTo>
                    <a:pt x="5485" y="6329"/>
                    <a:pt x="5305" y="6562"/>
                    <a:pt x="5192" y="6901"/>
                  </a:cubicBezTo>
                  <a:cubicBezTo>
                    <a:pt x="4831" y="7833"/>
                    <a:pt x="5034" y="9146"/>
                    <a:pt x="5643" y="9823"/>
                  </a:cubicBezTo>
                  <a:cubicBezTo>
                    <a:pt x="5643" y="10586"/>
                    <a:pt x="5643" y="10586"/>
                    <a:pt x="5643" y="10586"/>
                  </a:cubicBezTo>
                  <a:cubicBezTo>
                    <a:pt x="5418" y="10480"/>
                    <a:pt x="5237" y="10310"/>
                    <a:pt x="5057" y="10098"/>
                  </a:cubicBezTo>
                  <a:cubicBezTo>
                    <a:pt x="4763" y="9738"/>
                    <a:pt x="4583" y="9294"/>
                    <a:pt x="4470" y="8786"/>
                  </a:cubicBezTo>
                  <a:cubicBezTo>
                    <a:pt x="4357" y="8320"/>
                    <a:pt x="4334" y="7790"/>
                    <a:pt x="4425" y="7324"/>
                  </a:cubicBezTo>
                  <a:cubicBezTo>
                    <a:pt x="4492" y="6964"/>
                    <a:pt x="4583" y="6626"/>
                    <a:pt x="4763" y="6350"/>
                  </a:cubicBezTo>
                  <a:moveTo>
                    <a:pt x="5643" y="21322"/>
                  </a:moveTo>
                  <a:cubicBezTo>
                    <a:pt x="723" y="21322"/>
                    <a:pt x="723" y="21322"/>
                    <a:pt x="723" y="21322"/>
                  </a:cubicBezTo>
                  <a:cubicBezTo>
                    <a:pt x="294" y="20644"/>
                    <a:pt x="23" y="19967"/>
                    <a:pt x="1" y="19310"/>
                  </a:cubicBezTo>
                  <a:cubicBezTo>
                    <a:pt x="-67" y="16473"/>
                    <a:pt x="3138" y="16070"/>
                    <a:pt x="5643" y="15181"/>
                  </a:cubicBezTo>
                  <a:lnTo>
                    <a:pt x="5643" y="21322"/>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14" name="Shape 8314"/>
            <p:cNvSpPr/>
            <p:nvPr/>
          </p:nvSpPr>
          <p:spPr>
            <a:xfrm flipH="1">
              <a:off x="0" y="0"/>
              <a:ext cx="1203821" cy="1385150"/>
            </a:xfrm>
            <a:custGeom>
              <a:avLst/>
              <a:gdLst/>
              <a:ahLst/>
              <a:cxnLst>
                <a:cxn ang="0">
                  <a:pos x="wd2" y="hd2"/>
                </a:cxn>
                <a:cxn ang="5400000">
                  <a:pos x="wd2" y="hd2"/>
                </a:cxn>
                <a:cxn ang="10800000">
                  <a:pos x="wd2" y="hd2"/>
                </a:cxn>
                <a:cxn ang="16200000">
                  <a:pos x="wd2" y="hd2"/>
                </a:cxn>
              </a:cxnLst>
              <a:rect l="0" t="0" r="r" b="b"/>
              <a:pathLst>
                <a:path w="21432" h="21386" fill="norm" stroke="1" extrusionOk="0">
                  <a:moveTo>
                    <a:pt x="15358" y="15587"/>
                  </a:moveTo>
                  <a:cubicBezTo>
                    <a:pt x="14232" y="15172"/>
                    <a:pt x="13822" y="14521"/>
                    <a:pt x="13720" y="13693"/>
                  </a:cubicBezTo>
                  <a:cubicBezTo>
                    <a:pt x="14471" y="13160"/>
                    <a:pt x="15085" y="12421"/>
                    <a:pt x="15528" y="11592"/>
                  </a:cubicBezTo>
                  <a:cubicBezTo>
                    <a:pt x="15870" y="11474"/>
                    <a:pt x="16143" y="11296"/>
                    <a:pt x="16382" y="11030"/>
                  </a:cubicBezTo>
                  <a:cubicBezTo>
                    <a:pt x="16655" y="10704"/>
                    <a:pt x="16859" y="10290"/>
                    <a:pt x="16962" y="9817"/>
                  </a:cubicBezTo>
                  <a:cubicBezTo>
                    <a:pt x="17064" y="9373"/>
                    <a:pt x="17098" y="8899"/>
                    <a:pt x="16996" y="8456"/>
                  </a:cubicBezTo>
                  <a:cubicBezTo>
                    <a:pt x="16962" y="8130"/>
                    <a:pt x="16859" y="7834"/>
                    <a:pt x="16689" y="7568"/>
                  </a:cubicBezTo>
                  <a:cubicBezTo>
                    <a:pt x="16484" y="6059"/>
                    <a:pt x="15801" y="4668"/>
                    <a:pt x="14812" y="3721"/>
                  </a:cubicBezTo>
                  <a:cubicBezTo>
                    <a:pt x="14607" y="3485"/>
                    <a:pt x="14368" y="3278"/>
                    <a:pt x="14129" y="3100"/>
                  </a:cubicBezTo>
                  <a:cubicBezTo>
                    <a:pt x="14880" y="1443"/>
                    <a:pt x="13072" y="-214"/>
                    <a:pt x="10683" y="23"/>
                  </a:cubicBezTo>
                  <a:cubicBezTo>
                    <a:pt x="10376" y="52"/>
                    <a:pt x="10035" y="111"/>
                    <a:pt x="9727" y="200"/>
                  </a:cubicBezTo>
                  <a:cubicBezTo>
                    <a:pt x="10137" y="378"/>
                    <a:pt x="10478" y="674"/>
                    <a:pt x="10683" y="970"/>
                  </a:cubicBezTo>
                  <a:cubicBezTo>
                    <a:pt x="10819" y="1236"/>
                    <a:pt x="10854" y="1502"/>
                    <a:pt x="10683" y="1798"/>
                  </a:cubicBezTo>
                  <a:cubicBezTo>
                    <a:pt x="10683" y="1768"/>
                    <a:pt x="10683" y="1768"/>
                    <a:pt x="10683" y="1739"/>
                  </a:cubicBezTo>
                  <a:cubicBezTo>
                    <a:pt x="9830" y="-214"/>
                    <a:pt x="7134" y="378"/>
                    <a:pt x="7100" y="1029"/>
                  </a:cubicBezTo>
                  <a:cubicBezTo>
                    <a:pt x="7782" y="1473"/>
                    <a:pt x="7987" y="1887"/>
                    <a:pt x="7987" y="2597"/>
                  </a:cubicBezTo>
                  <a:cubicBezTo>
                    <a:pt x="7202" y="2597"/>
                    <a:pt x="6929" y="2124"/>
                    <a:pt x="6622" y="1443"/>
                  </a:cubicBezTo>
                  <a:cubicBezTo>
                    <a:pt x="6213" y="2212"/>
                    <a:pt x="6179" y="3041"/>
                    <a:pt x="6452" y="3781"/>
                  </a:cubicBezTo>
                  <a:cubicBezTo>
                    <a:pt x="5496" y="4727"/>
                    <a:pt x="4814" y="6000"/>
                    <a:pt x="4711" y="7302"/>
                  </a:cubicBezTo>
                  <a:cubicBezTo>
                    <a:pt x="4711" y="7420"/>
                    <a:pt x="4711" y="7509"/>
                    <a:pt x="4711" y="7598"/>
                  </a:cubicBezTo>
                  <a:cubicBezTo>
                    <a:pt x="4575" y="7864"/>
                    <a:pt x="4473" y="8160"/>
                    <a:pt x="4404" y="8456"/>
                  </a:cubicBezTo>
                  <a:cubicBezTo>
                    <a:pt x="4336" y="8899"/>
                    <a:pt x="4336" y="9373"/>
                    <a:pt x="4438" y="9817"/>
                  </a:cubicBezTo>
                  <a:cubicBezTo>
                    <a:pt x="4541" y="10290"/>
                    <a:pt x="4745" y="10704"/>
                    <a:pt x="5053" y="11030"/>
                  </a:cubicBezTo>
                  <a:cubicBezTo>
                    <a:pt x="5257" y="11296"/>
                    <a:pt x="5564" y="11474"/>
                    <a:pt x="5872" y="11592"/>
                  </a:cubicBezTo>
                  <a:cubicBezTo>
                    <a:pt x="6315" y="12421"/>
                    <a:pt x="6929" y="13160"/>
                    <a:pt x="7680" y="13693"/>
                  </a:cubicBezTo>
                  <a:cubicBezTo>
                    <a:pt x="7578" y="14521"/>
                    <a:pt x="7202" y="15172"/>
                    <a:pt x="6076" y="15587"/>
                  </a:cubicBezTo>
                  <a:cubicBezTo>
                    <a:pt x="3517" y="16504"/>
                    <a:pt x="-100" y="16770"/>
                    <a:pt x="2" y="19551"/>
                  </a:cubicBezTo>
                  <a:cubicBezTo>
                    <a:pt x="2" y="20143"/>
                    <a:pt x="275" y="20765"/>
                    <a:pt x="719" y="21386"/>
                  </a:cubicBezTo>
                  <a:cubicBezTo>
                    <a:pt x="10683" y="21386"/>
                    <a:pt x="10683" y="21386"/>
                    <a:pt x="10683" y="21386"/>
                  </a:cubicBezTo>
                  <a:cubicBezTo>
                    <a:pt x="20715" y="21386"/>
                    <a:pt x="20715" y="21386"/>
                    <a:pt x="20715" y="21386"/>
                  </a:cubicBezTo>
                  <a:cubicBezTo>
                    <a:pt x="21125" y="20765"/>
                    <a:pt x="21398" y="20143"/>
                    <a:pt x="21432" y="19551"/>
                  </a:cubicBezTo>
                  <a:cubicBezTo>
                    <a:pt x="21500" y="16770"/>
                    <a:pt x="17917" y="16504"/>
                    <a:pt x="15358" y="15587"/>
                  </a:cubicBezTo>
                  <a:close/>
                  <a:moveTo>
                    <a:pt x="6349" y="11148"/>
                  </a:moveTo>
                  <a:cubicBezTo>
                    <a:pt x="5155" y="10971"/>
                    <a:pt x="4677" y="9047"/>
                    <a:pt x="5223" y="7923"/>
                  </a:cubicBezTo>
                  <a:cubicBezTo>
                    <a:pt x="5257" y="7923"/>
                    <a:pt x="5291" y="7893"/>
                    <a:pt x="5291" y="7893"/>
                  </a:cubicBezTo>
                  <a:cubicBezTo>
                    <a:pt x="6110" y="7450"/>
                    <a:pt x="6349" y="9521"/>
                    <a:pt x="6349" y="9698"/>
                  </a:cubicBezTo>
                  <a:cubicBezTo>
                    <a:pt x="6349" y="10438"/>
                    <a:pt x="7271" y="10704"/>
                    <a:pt x="7066" y="10201"/>
                  </a:cubicBezTo>
                  <a:cubicBezTo>
                    <a:pt x="6861" y="9669"/>
                    <a:pt x="6588" y="8870"/>
                    <a:pt x="6554" y="7864"/>
                  </a:cubicBezTo>
                  <a:cubicBezTo>
                    <a:pt x="6554" y="7834"/>
                    <a:pt x="6554" y="7834"/>
                    <a:pt x="6554" y="7805"/>
                  </a:cubicBezTo>
                  <a:cubicBezTo>
                    <a:pt x="6520" y="7035"/>
                    <a:pt x="6725" y="6177"/>
                    <a:pt x="7100" y="5408"/>
                  </a:cubicBezTo>
                  <a:cubicBezTo>
                    <a:pt x="7236" y="5260"/>
                    <a:pt x="7339" y="5112"/>
                    <a:pt x="7509" y="5023"/>
                  </a:cubicBezTo>
                  <a:cubicBezTo>
                    <a:pt x="8226" y="5526"/>
                    <a:pt x="9284" y="5763"/>
                    <a:pt x="10683" y="5556"/>
                  </a:cubicBezTo>
                  <a:cubicBezTo>
                    <a:pt x="11331" y="5438"/>
                    <a:pt x="12048" y="5260"/>
                    <a:pt x="12833" y="4934"/>
                  </a:cubicBezTo>
                  <a:cubicBezTo>
                    <a:pt x="12867" y="4934"/>
                    <a:pt x="12867" y="4905"/>
                    <a:pt x="12867" y="4905"/>
                  </a:cubicBezTo>
                  <a:cubicBezTo>
                    <a:pt x="13720" y="4727"/>
                    <a:pt x="13959" y="4964"/>
                    <a:pt x="14334" y="5438"/>
                  </a:cubicBezTo>
                  <a:cubicBezTo>
                    <a:pt x="14334" y="5438"/>
                    <a:pt x="14334" y="5438"/>
                    <a:pt x="14368" y="5467"/>
                  </a:cubicBezTo>
                  <a:cubicBezTo>
                    <a:pt x="14709" y="6177"/>
                    <a:pt x="14914" y="6976"/>
                    <a:pt x="14914" y="7745"/>
                  </a:cubicBezTo>
                  <a:cubicBezTo>
                    <a:pt x="14880" y="7775"/>
                    <a:pt x="14880" y="7834"/>
                    <a:pt x="14880" y="7864"/>
                  </a:cubicBezTo>
                  <a:cubicBezTo>
                    <a:pt x="14846" y="8870"/>
                    <a:pt x="14573" y="9669"/>
                    <a:pt x="14368" y="10201"/>
                  </a:cubicBezTo>
                  <a:cubicBezTo>
                    <a:pt x="14164" y="10704"/>
                    <a:pt x="15085" y="10438"/>
                    <a:pt x="15085" y="9698"/>
                  </a:cubicBezTo>
                  <a:cubicBezTo>
                    <a:pt x="15085" y="9521"/>
                    <a:pt x="15324" y="7450"/>
                    <a:pt x="16143" y="7893"/>
                  </a:cubicBezTo>
                  <a:cubicBezTo>
                    <a:pt x="16143" y="7893"/>
                    <a:pt x="16177" y="7893"/>
                    <a:pt x="16177" y="7923"/>
                  </a:cubicBezTo>
                  <a:cubicBezTo>
                    <a:pt x="16757" y="9047"/>
                    <a:pt x="16279" y="10971"/>
                    <a:pt x="15085" y="11148"/>
                  </a:cubicBezTo>
                  <a:cubicBezTo>
                    <a:pt x="14266" y="12805"/>
                    <a:pt x="12764" y="14048"/>
                    <a:pt x="10717" y="14048"/>
                  </a:cubicBezTo>
                  <a:cubicBezTo>
                    <a:pt x="10683" y="14048"/>
                    <a:pt x="10683" y="14048"/>
                    <a:pt x="10683" y="14048"/>
                  </a:cubicBezTo>
                  <a:cubicBezTo>
                    <a:pt x="8636" y="14048"/>
                    <a:pt x="7168" y="12805"/>
                    <a:pt x="6349" y="11148"/>
                  </a:cubicBezTo>
                  <a:close/>
                  <a:moveTo>
                    <a:pt x="8397" y="14107"/>
                  </a:moveTo>
                  <a:cubicBezTo>
                    <a:pt x="9045" y="14462"/>
                    <a:pt x="9830" y="14640"/>
                    <a:pt x="10683" y="14669"/>
                  </a:cubicBezTo>
                  <a:cubicBezTo>
                    <a:pt x="10717" y="14669"/>
                    <a:pt x="10717" y="14669"/>
                    <a:pt x="10717" y="14669"/>
                  </a:cubicBezTo>
                  <a:cubicBezTo>
                    <a:pt x="11604" y="14669"/>
                    <a:pt x="12389" y="14462"/>
                    <a:pt x="13106" y="14078"/>
                  </a:cubicBezTo>
                  <a:cubicBezTo>
                    <a:pt x="13242" y="14581"/>
                    <a:pt x="13583" y="15113"/>
                    <a:pt x="14027" y="15527"/>
                  </a:cubicBezTo>
                  <a:cubicBezTo>
                    <a:pt x="12662" y="16977"/>
                    <a:pt x="11707" y="17569"/>
                    <a:pt x="10785" y="18427"/>
                  </a:cubicBezTo>
                  <a:cubicBezTo>
                    <a:pt x="10751" y="18398"/>
                    <a:pt x="10717" y="18398"/>
                    <a:pt x="10683" y="18368"/>
                  </a:cubicBezTo>
                  <a:cubicBezTo>
                    <a:pt x="9864" y="17894"/>
                    <a:pt x="8840" y="16918"/>
                    <a:pt x="7544" y="15320"/>
                  </a:cubicBezTo>
                  <a:cubicBezTo>
                    <a:pt x="7919" y="14965"/>
                    <a:pt x="8226" y="14521"/>
                    <a:pt x="8397" y="14107"/>
                  </a:cubicBezTo>
                  <a:close/>
                  <a:moveTo>
                    <a:pt x="13652" y="19581"/>
                  </a:moveTo>
                  <a:cubicBezTo>
                    <a:pt x="13242" y="19167"/>
                    <a:pt x="12969" y="18457"/>
                    <a:pt x="12253" y="18102"/>
                  </a:cubicBezTo>
                  <a:cubicBezTo>
                    <a:pt x="11638" y="18457"/>
                    <a:pt x="10854" y="19581"/>
                    <a:pt x="10751" y="20114"/>
                  </a:cubicBezTo>
                  <a:cubicBezTo>
                    <a:pt x="10751" y="20025"/>
                    <a:pt x="10717" y="19907"/>
                    <a:pt x="10683" y="19818"/>
                  </a:cubicBezTo>
                  <a:cubicBezTo>
                    <a:pt x="10410" y="19137"/>
                    <a:pt x="9489" y="18575"/>
                    <a:pt x="9182" y="18309"/>
                  </a:cubicBezTo>
                  <a:cubicBezTo>
                    <a:pt x="8499" y="18575"/>
                    <a:pt x="8294" y="19108"/>
                    <a:pt x="7851" y="19611"/>
                  </a:cubicBezTo>
                  <a:cubicBezTo>
                    <a:pt x="7407" y="19108"/>
                    <a:pt x="6145" y="17599"/>
                    <a:pt x="5769" y="16238"/>
                  </a:cubicBezTo>
                  <a:cubicBezTo>
                    <a:pt x="6281" y="16149"/>
                    <a:pt x="6759" y="15912"/>
                    <a:pt x="7168" y="15616"/>
                  </a:cubicBezTo>
                  <a:cubicBezTo>
                    <a:pt x="7168" y="15646"/>
                    <a:pt x="7202" y="15675"/>
                    <a:pt x="7202" y="15705"/>
                  </a:cubicBezTo>
                  <a:cubicBezTo>
                    <a:pt x="8090" y="16770"/>
                    <a:pt x="9625" y="18309"/>
                    <a:pt x="10683" y="19078"/>
                  </a:cubicBezTo>
                  <a:cubicBezTo>
                    <a:pt x="10717" y="19108"/>
                    <a:pt x="10751" y="19137"/>
                    <a:pt x="10785" y="19167"/>
                  </a:cubicBezTo>
                  <a:cubicBezTo>
                    <a:pt x="11877" y="17894"/>
                    <a:pt x="13140" y="16977"/>
                    <a:pt x="14402" y="15794"/>
                  </a:cubicBezTo>
                  <a:cubicBezTo>
                    <a:pt x="14744" y="16030"/>
                    <a:pt x="15119" y="16208"/>
                    <a:pt x="15563" y="16297"/>
                  </a:cubicBezTo>
                  <a:cubicBezTo>
                    <a:pt x="15119" y="17303"/>
                    <a:pt x="14402" y="18960"/>
                    <a:pt x="13652" y="19581"/>
                  </a:cubicBez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sp>
          <p:nvSpPr>
            <p:cNvPr id="8315" name="Shape 8315"/>
            <p:cNvSpPr/>
            <p:nvPr/>
          </p:nvSpPr>
          <p:spPr>
            <a:xfrm flipH="1">
              <a:off x="6298984" y="25268"/>
              <a:ext cx="1259544" cy="1334613"/>
            </a:xfrm>
            <a:custGeom>
              <a:avLst/>
              <a:gdLst/>
              <a:ahLst/>
              <a:cxnLst>
                <a:cxn ang="0">
                  <a:pos x="wd2" y="hd2"/>
                </a:cxn>
                <a:cxn ang="5400000">
                  <a:pos x="wd2" y="hd2"/>
                </a:cxn>
                <a:cxn ang="10800000">
                  <a:pos x="wd2" y="hd2"/>
                </a:cxn>
                <a:cxn ang="16200000">
                  <a:pos x="wd2" y="hd2"/>
                </a:cxn>
              </a:cxnLst>
              <a:rect l="0" t="0" r="r" b="b"/>
              <a:pathLst>
                <a:path w="21445" h="21322" fill="norm" stroke="1" extrusionOk="0">
                  <a:moveTo>
                    <a:pt x="15823" y="2941"/>
                  </a:moveTo>
                  <a:cubicBezTo>
                    <a:pt x="16251" y="3894"/>
                    <a:pt x="16545" y="5037"/>
                    <a:pt x="16703" y="6350"/>
                  </a:cubicBezTo>
                  <a:cubicBezTo>
                    <a:pt x="16861" y="6647"/>
                    <a:pt x="16974" y="6964"/>
                    <a:pt x="17019" y="7324"/>
                  </a:cubicBezTo>
                  <a:cubicBezTo>
                    <a:pt x="17109" y="7790"/>
                    <a:pt x="17087" y="8320"/>
                    <a:pt x="16996" y="8786"/>
                  </a:cubicBezTo>
                  <a:cubicBezTo>
                    <a:pt x="16883" y="9294"/>
                    <a:pt x="16680" y="9738"/>
                    <a:pt x="16387" y="10098"/>
                  </a:cubicBezTo>
                  <a:cubicBezTo>
                    <a:pt x="16229" y="10310"/>
                    <a:pt x="16026" y="10480"/>
                    <a:pt x="15823" y="10586"/>
                  </a:cubicBezTo>
                  <a:cubicBezTo>
                    <a:pt x="15823" y="9802"/>
                    <a:pt x="15823" y="9802"/>
                    <a:pt x="15823" y="9802"/>
                  </a:cubicBezTo>
                  <a:cubicBezTo>
                    <a:pt x="16409" y="9146"/>
                    <a:pt x="16613" y="7854"/>
                    <a:pt x="16274" y="6943"/>
                  </a:cubicBezTo>
                  <a:cubicBezTo>
                    <a:pt x="16139" y="6498"/>
                    <a:pt x="15958" y="6287"/>
                    <a:pt x="15823" y="6244"/>
                  </a:cubicBezTo>
                  <a:lnTo>
                    <a:pt x="15823" y="2941"/>
                  </a:lnTo>
                  <a:close/>
                  <a:moveTo>
                    <a:pt x="15823" y="15202"/>
                  </a:moveTo>
                  <a:cubicBezTo>
                    <a:pt x="18328" y="16070"/>
                    <a:pt x="21533" y="16473"/>
                    <a:pt x="21443" y="19310"/>
                  </a:cubicBezTo>
                  <a:cubicBezTo>
                    <a:pt x="21420" y="19967"/>
                    <a:pt x="21149" y="20644"/>
                    <a:pt x="20720" y="21322"/>
                  </a:cubicBezTo>
                  <a:cubicBezTo>
                    <a:pt x="15823" y="21322"/>
                    <a:pt x="15823" y="21322"/>
                    <a:pt x="15823" y="21322"/>
                  </a:cubicBezTo>
                  <a:lnTo>
                    <a:pt x="15823" y="15202"/>
                  </a:lnTo>
                  <a:close/>
                  <a:moveTo>
                    <a:pt x="10722" y="61"/>
                  </a:moveTo>
                  <a:cubicBezTo>
                    <a:pt x="13204" y="-278"/>
                    <a:pt x="14852" y="823"/>
                    <a:pt x="15823" y="2941"/>
                  </a:cubicBezTo>
                  <a:cubicBezTo>
                    <a:pt x="15823" y="6244"/>
                    <a:pt x="15823" y="6244"/>
                    <a:pt x="15823" y="6244"/>
                  </a:cubicBezTo>
                  <a:cubicBezTo>
                    <a:pt x="15574" y="6181"/>
                    <a:pt x="15371" y="6520"/>
                    <a:pt x="15281" y="7134"/>
                  </a:cubicBezTo>
                  <a:cubicBezTo>
                    <a:pt x="15168" y="7790"/>
                    <a:pt x="15146" y="8807"/>
                    <a:pt x="15258" y="10183"/>
                  </a:cubicBezTo>
                  <a:cubicBezTo>
                    <a:pt x="15462" y="10120"/>
                    <a:pt x="15665" y="9971"/>
                    <a:pt x="15823" y="9802"/>
                  </a:cubicBezTo>
                  <a:cubicBezTo>
                    <a:pt x="15823" y="10586"/>
                    <a:pt x="15823" y="10586"/>
                    <a:pt x="15823" y="10586"/>
                  </a:cubicBezTo>
                  <a:cubicBezTo>
                    <a:pt x="15732" y="10628"/>
                    <a:pt x="15642" y="10670"/>
                    <a:pt x="15552" y="10713"/>
                  </a:cubicBezTo>
                  <a:cubicBezTo>
                    <a:pt x="15371" y="11051"/>
                    <a:pt x="15168" y="11411"/>
                    <a:pt x="14942" y="11708"/>
                  </a:cubicBezTo>
                  <a:cubicBezTo>
                    <a:pt x="14694" y="12301"/>
                    <a:pt x="14265" y="12830"/>
                    <a:pt x="13791" y="13275"/>
                  </a:cubicBezTo>
                  <a:cubicBezTo>
                    <a:pt x="13949" y="14016"/>
                    <a:pt x="14378" y="14651"/>
                    <a:pt x="15371" y="15033"/>
                  </a:cubicBezTo>
                  <a:cubicBezTo>
                    <a:pt x="15507" y="15096"/>
                    <a:pt x="15665" y="15138"/>
                    <a:pt x="15823" y="15202"/>
                  </a:cubicBezTo>
                  <a:cubicBezTo>
                    <a:pt x="15823" y="21322"/>
                    <a:pt x="15823" y="21322"/>
                    <a:pt x="15823" y="21322"/>
                  </a:cubicBezTo>
                  <a:cubicBezTo>
                    <a:pt x="10722" y="21322"/>
                    <a:pt x="10722" y="21322"/>
                    <a:pt x="10722" y="21322"/>
                  </a:cubicBezTo>
                  <a:cubicBezTo>
                    <a:pt x="10722" y="20560"/>
                    <a:pt x="10722" y="20560"/>
                    <a:pt x="10722" y="20560"/>
                  </a:cubicBezTo>
                  <a:cubicBezTo>
                    <a:pt x="10744" y="20560"/>
                    <a:pt x="10744" y="20560"/>
                    <a:pt x="10767" y="20560"/>
                  </a:cubicBezTo>
                  <a:cubicBezTo>
                    <a:pt x="10925" y="20560"/>
                    <a:pt x="11060" y="20411"/>
                    <a:pt x="11060" y="20242"/>
                  </a:cubicBezTo>
                  <a:cubicBezTo>
                    <a:pt x="11060" y="20073"/>
                    <a:pt x="10925" y="19946"/>
                    <a:pt x="10767" y="19946"/>
                  </a:cubicBezTo>
                  <a:cubicBezTo>
                    <a:pt x="10744" y="19946"/>
                    <a:pt x="10744" y="19946"/>
                    <a:pt x="10722" y="19946"/>
                  </a:cubicBezTo>
                  <a:cubicBezTo>
                    <a:pt x="10722" y="19734"/>
                    <a:pt x="10722" y="19734"/>
                    <a:pt x="10722" y="19734"/>
                  </a:cubicBezTo>
                  <a:cubicBezTo>
                    <a:pt x="10744" y="19734"/>
                    <a:pt x="10744" y="19734"/>
                    <a:pt x="10767" y="19734"/>
                  </a:cubicBezTo>
                  <a:cubicBezTo>
                    <a:pt x="10925" y="19734"/>
                    <a:pt x="11060" y="19586"/>
                    <a:pt x="11060" y="19416"/>
                  </a:cubicBezTo>
                  <a:cubicBezTo>
                    <a:pt x="11060" y="19247"/>
                    <a:pt x="10925" y="19120"/>
                    <a:pt x="10767" y="19120"/>
                  </a:cubicBezTo>
                  <a:cubicBezTo>
                    <a:pt x="10744" y="19120"/>
                    <a:pt x="10744" y="19120"/>
                    <a:pt x="10722" y="19120"/>
                  </a:cubicBezTo>
                  <a:cubicBezTo>
                    <a:pt x="10722" y="18802"/>
                    <a:pt x="10722" y="18802"/>
                    <a:pt x="10722" y="18802"/>
                  </a:cubicBezTo>
                  <a:cubicBezTo>
                    <a:pt x="12482" y="18167"/>
                    <a:pt x="13430" y="17320"/>
                    <a:pt x="14852" y="15626"/>
                  </a:cubicBezTo>
                  <a:cubicBezTo>
                    <a:pt x="14040" y="15329"/>
                    <a:pt x="13520" y="14609"/>
                    <a:pt x="13227" y="13762"/>
                  </a:cubicBezTo>
                  <a:cubicBezTo>
                    <a:pt x="12415" y="14355"/>
                    <a:pt x="11534" y="14736"/>
                    <a:pt x="10880" y="14736"/>
                  </a:cubicBezTo>
                  <a:cubicBezTo>
                    <a:pt x="10835" y="14736"/>
                    <a:pt x="10789" y="14736"/>
                    <a:pt x="10744" y="14736"/>
                  </a:cubicBezTo>
                  <a:cubicBezTo>
                    <a:pt x="10722" y="14736"/>
                    <a:pt x="10722" y="14736"/>
                    <a:pt x="10722" y="14736"/>
                  </a:cubicBezTo>
                  <a:cubicBezTo>
                    <a:pt x="10722" y="12703"/>
                    <a:pt x="10722" y="12703"/>
                    <a:pt x="10722" y="12703"/>
                  </a:cubicBezTo>
                  <a:cubicBezTo>
                    <a:pt x="10744" y="12703"/>
                    <a:pt x="10744" y="12703"/>
                    <a:pt x="10744" y="12703"/>
                  </a:cubicBezTo>
                  <a:cubicBezTo>
                    <a:pt x="11060" y="12703"/>
                    <a:pt x="11286" y="13148"/>
                    <a:pt x="11647" y="13021"/>
                  </a:cubicBezTo>
                  <a:cubicBezTo>
                    <a:pt x="12460" y="12746"/>
                    <a:pt x="12821" y="12237"/>
                    <a:pt x="12821" y="11687"/>
                  </a:cubicBezTo>
                  <a:cubicBezTo>
                    <a:pt x="12821" y="10924"/>
                    <a:pt x="11783" y="10564"/>
                    <a:pt x="10722" y="10564"/>
                  </a:cubicBezTo>
                  <a:cubicBezTo>
                    <a:pt x="10722" y="9844"/>
                    <a:pt x="10722" y="9844"/>
                    <a:pt x="10722" y="9844"/>
                  </a:cubicBezTo>
                  <a:cubicBezTo>
                    <a:pt x="11918" y="9675"/>
                    <a:pt x="12708" y="9993"/>
                    <a:pt x="13182" y="10353"/>
                  </a:cubicBezTo>
                  <a:cubicBezTo>
                    <a:pt x="13204" y="10374"/>
                    <a:pt x="13250" y="10395"/>
                    <a:pt x="13272" y="10437"/>
                  </a:cubicBezTo>
                  <a:cubicBezTo>
                    <a:pt x="14468" y="11115"/>
                    <a:pt x="14897" y="8298"/>
                    <a:pt x="14920" y="6477"/>
                  </a:cubicBezTo>
                  <a:cubicBezTo>
                    <a:pt x="13024" y="6371"/>
                    <a:pt x="11918" y="5461"/>
                    <a:pt x="10722" y="4698"/>
                  </a:cubicBezTo>
                  <a:lnTo>
                    <a:pt x="10722" y="61"/>
                  </a:lnTo>
                  <a:close/>
                  <a:moveTo>
                    <a:pt x="5643" y="2750"/>
                  </a:moveTo>
                  <a:cubicBezTo>
                    <a:pt x="6275" y="1480"/>
                    <a:pt x="7268" y="527"/>
                    <a:pt x="8848" y="463"/>
                  </a:cubicBezTo>
                  <a:cubicBezTo>
                    <a:pt x="9142" y="378"/>
                    <a:pt x="9458" y="294"/>
                    <a:pt x="9796" y="251"/>
                  </a:cubicBezTo>
                  <a:cubicBezTo>
                    <a:pt x="10112" y="167"/>
                    <a:pt x="10428" y="103"/>
                    <a:pt x="10722" y="61"/>
                  </a:cubicBezTo>
                  <a:cubicBezTo>
                    <a:pt x="10722" y="4698"/>
                    <a:pt x="10722" y="4698"/>
                    <a:pt x="10722" y="4698"/>
                  </a:cubicBezTo>
                  <a:cubicBezTo>
                    <a:pt x="10338" y="4444"/>
                    <a:pt x="9954" y="4211"/>
                    <a:pt x="9525" y="4042"/>
                  </a:cubicBezTo>
                  <a:cubicBezTo>
                    <a:pt x="8465" y="3597"/>
                    <a:pt x="7449" y="3513"/>
                    <a:pt x="7065" y="4106"/>
                  </a:cubicBezTo>
                  <a:cubicBezTo>
                    <a:pt x="6772" y="4550"/>
                    <a:pt x="6614" y="5101"/>
                    <a:pt x="6569" y="5736"/>
                  </a:cubicBezTo>
                  <a:cubicBezTo>
                    <a:pt x="6569" y="5757"/>
                    <a:pt x="6569" y="5800"/>
                    <a:pt x="6569" y="5842"/>
                  </a:cubicBezTo>
                  <a:cubicBezTo>
                    <a:pt x="6478" y="7557"/>
                    <a:pt x="6772" y="11200"/>
                    <a:pt x="8104" y="10437"/>
                  </a:cubicBezTo>
                  <a:cubicBezTo>
                    <a:pt x="8149" y="10395"/>
                    <a:pt x="8171" y="10374"/>
                    <a:pt x="8216" y="10353"/>
                  </a:cubicBezTo>
                  <a:cubicBezTo>
                    <a:pt x="8690" y="9993"/>
                    <a:pt x="9480" y="9654"/>
                    <a:pt x="10699" y="9844"/>
                  </a:cubicBezTo>
                  <a:cubicBezTo>
                    <a:pt x="10722" y="9844"/>
                    <a:pt x="10722" y="9844"/>
                    <a:pt x="10722" y="9844"/>
                  </a:cubicBezTo>
                  <a:cubicBezTo>
                    <a:pt x="10722" y="10564"/>
                    <a:pt x="10722" y="10564"/>
                    <a:pt x="10722" y="10564"/>
                  </a:cubicBezTo>
                  <a:cubicBezTo>
                    <a:pt x="9683" y="10564"/>
                    <a:pt x="8600" y="10924"/>
                    <a:pt x="8555" y="11602"/>
                  </a:cubicBezTo>
                  <a:cubicBezTo>
                    <a:pt x="8510" y="12174"/>
                    <a:pt x="8961" y="12746"/>
                    <a:pt x="9819" y="13021"/>
                  </a:cubicBezTo>
                  <a:cubicBezTo>
                    <a:pt x="10180" y="13148"/>
                    <a:pt x="10406" y="12703"/>
                    <a:pt x="10722" y="12703"/>
                  </a:cubicBezTo>
                  <a:cubicBezTo>
                    <a:pt x="10722" y="14736"/>
                    <a:pt x="10722" y="14736"/>
                    <a:pt x="10722" y="14736"/>
                  </a:cubicBezTo>
                  <a:cubicBezTo>
                    <a:pt x="10699" y="14736"/>
                    <a:pt x="10654" y="14736"/>
                    <a:pt x="10586" y="14736"/>
                  </a:cubicBezTo>
                  <a:cubicBezTo>
                    <a:pt x="9954" y="14736"/>
                    <a:pt x="9074" y="14376"/>
                    <a:pt x="8284" y="13804"/>
                  </a:cubicBezTo>
                  <a:cubicBezTo>
                    <a:pt x="7991" y="14630"/>
                    <a:pt x="7472" y="15329"/>
                    <a:pt x="6659" y="15626"/>
                  </a:cubicBezTo>
                  <a:cubicBezTo>
                    <a:pt x="8013" y="17531"/>
                    <a:pt x="9119" y="18315"/>
                    <a:pt x="10722" y="18802"/>
                  </a:cubicBezTo>
                  <a:cubicBezTo>
                    <a:pt x="10722" y="18802"/>
                    <a:pt x="10722" y="18802"/>
                    <a:pt x="10722" y="18802"/>
                  </a:cubicBezTo>
                  <a:cubicBezTo>
                    <a:pt x="10722" y="19120"/>
                    <a:pt x="10722" y="19120"/>
                    <a:pt x="10722" y="19120"/>
                  </a:cubicBezTo>
                  <a:cubicBezTo>
                    <a:pt x="10564" y="19120"/>
                    <a:pt x="10451" y="19268"/>
                    <a:pt x="10451" y="19416"/>
                  </a:cubicBezTo>
                  <a:cubicBezTo>
                    <a:pt x="10451" y="19586"/>
                    <a:pt x="10564" y="19713"/>
                    <a:pt x="10722" y="19734"/>
                  </a:cubicBezTo>
                  <a:cubicBezTo>
                    <a:pt x="10722" y="19946"/>
                    <a:pt x="10722" y="19946"/>
                    <a:pt x="10722" y="19946"/>
                  </a:cubicBezTo>
                  <a:cubicBezTo>
                    <a:pt x="10564" y="19967"/>
                    <a:pt x="10451" y="20094"/>
                    <a:pt x="10451" y="20242"/>
                  </a:cubicBezTo>
                  <a:cubicBezTo>
                    <a:pt x="10451" y="20411"/>
                    <a:pt x="10564" y="20538"/>
                    <a:pt x="10722" y="20560"/>
                  </a:cubicBezTo>
                  <a:cubicBezTo>
                    <a:pt x="10722" y="21322"/>
                    <a:pt x="10722" y="21322"/>
                    <a:pt x="10722" y="21322"/>
                  </a:cubicBezTo>
                  <a:cubicBezTo>
                    <a:pt x="5643" y="21322"/>
                    <a:pt x="5643" y="21322"/>
                    <a:pt x="5643" y="21322"/>
                  </a:cubicBezTo>
                  <a:cubicBezTo>
                    <a:pt x="5643" y="15181"/>
                    <a:pt x="5643" y="15181"/>
                    <a:pt x="5643" y="15181"/>
                  </a:cubicBezTo>
                  <a:cubicBezTo>
                    <a:pt x="5801" y="15138"/>
                    <a:pt x="5937" y="15096"/>
                    <a:pt x="6072" y="15033"/>
                  </a:cubicBezTo>
                  <a:cubicBezTo>
                    <a:pt x="7088" y="14630"/>
                    <a:pt x="7517" y="14016"/>
                    <a:pt x="7652" y="13275"/>
                  </a:cubicBezTo>
                  <a:cubicBezTo>
                    <a:pt x="7201" y="12830"/>
                    <a:pt x="6794" y="12322"/>
                    <a:pt x="6546" y="11771"/>
                  </a:cubicBezTo>
                  <a:cubicBezTo>
                    <a:pt x="6298" y="11454"/>
                    <a:pt x="6095" y="11094"/>
                    <a:pt x="5914" y="10713"/>
                  </a:cubicBezTo>
                  <a:cubicBezTo>
                    <a:pt x="5824" y="10670"/>
                    <a:pt x="5734" y="10649"/>
                    <a:pt x="5643" y="10586"/>
                  </a:cubicBezTo>
                  <a:cubicBezTo>
                    <a:pt x="5643" y="9823"/>
                    <a:pt x="5643" y="9823"/>
                    <a:pt x="5643" y="9823"/>
                  </a:cubicBezTo>
                  <a:cubicBezTo>
                    <a:pt x="5801" y="9993"/>
                    <a:pt x="6004" y="10120"/>
                    <a:pt x="6208" y="10183"/>
                  </a:cubicBezTo>
                  <a:cubicBezTo>
                    <a:pt x="6320" y="8849"/>
                    <a:pt x="6320" y="7642"/>
                    <a:pt x="6162" y="6943"/>
                  </a:cubicBezTo>
                  <a:cubicBezTo>
                    <a:pt x="6050" y="6435"/>
                    <a:pt x="5846" y="6244"/>
                    <a:pt x="5643" y="6287"/>
                  </a:cubicBezTo>
                  <a:lnTo>
                    <a:pt x="5643" y="2750"/>
                  </a:lnTo>
                  <a:close/>
                  <a:moveTo>
                    <a:pt x="4763" y="6350"/>
                  </a:moveTo>
                  <a:cubicBezTo>
                    <a:pt x="4763" y="6350"/>
                    <a:pt x="4763" y="6350"/>
                    <a:pt x="4763" y="6350"/>
                  </a:cubicBezTo>
                  <a:cubicBezTo>
                    <a:pt x="4853" y="5186"/>
                    <a:pt x="5102" y="3851"/>
                    <a:pt x="5643" y="2750"/>
                  </a:cubicBezTo>
                  <a:cubicBezTo>
                    <a:pt x="5643" y="6287"/>
                    <a:pt x="5643" y="6287"/>
                    <a:pt x="5643" y="6287"/>
                  </a:cubicBezTo>
                  <a:cubicBezTo>
                    <a:pt x="5485" y="6329"/>
                    <a:pt x="5305" y="6562"/>
                    <a:pt x="5192" y="6901"/>
                  </a:cubicBezTo>
                  <a:cubicBezTo>
                    <a:pt x="4831" y="7833"/>
                    <a:pt x="5034" y="9146"/>
                    <a:pt x="5643" y="9823"/>
                  </a:cubicBezTo>
                  <a:cubicBezTo>
                    <a:pt x="5643" y="10586"/>
                    <a:pt x="5643" y="10586"/>
                    <a:pt x="5643" y="10586"/>
                  </a:cubicBezTo>
                  <a:cubicBezTo>
                    <a:pt x="5418" y="10480"/>
                    <a:pt x="5237" y="10310"/>
                    <a:pt x="5057" y="10098"/>
                  </a:cubicBezTo>
                  <a:cubicBezTo>
                    <a:pt x="4763" y="9738"/>
                    <a:pt x="4583" y="9294"/>
                    <a:pt x="4470" y="8786"/>
                  </a:cubicBezTo>
                  <a:cubicBezTo>
                    <a:pt x="4357" y="8320"/>
                    <a:pt x="4334" y="7790"/>
                    <a:pt x="4425" y="7324"/>
                  </a:cubicBezTo>
                  <a:cubicBezTo>
                    <a:pt x="4492" y="6964"/>
                    <a:pt x="4583" y="6626"/>
                    <a:pt x="4763" y="6350"/>
                  </a:cubicBezTo>
                  <a:moveTo>
                    <a:pt x="5643" y="21322"/>
                  </a:moveTo>
                  <a:cubicBezTo>
                    <a:pt x="723" y="21322"/>
                    <a:pt x="723" y="21322"/>
                    <a:pt x="723" y="21322"/>
                  </a:cubicBezTo>
                  <a:cubicBezTo>
                    <a:pt x="294" y="20644"/>
                    <a:pt x="23" y="19967"/>
                    <a:pt x="1" y="19310"/>
                  </a:cubicBezTo>
                  <a:cubicBezTo>
                    <a:pt x="-67" y="16473"/>
                    <a:pt x="3138" y="16070"/>
                    <a:pt x="5643" y="15181"/>
                  </a:cubicBezTo>
                  <a:lnTo>
                    <a:pt x="5643" y="21322"/>
                  </a:lnTo>
                  <a:close/>
                </a:path>
              </a:pathLst>
            </a:custGeom>
            <a:solidFill>
              <a:srgbClr val="004B75"/>
            </a:solidFill>
            <a:ln w="12700" cap="flat">
              <a:noFill/>
              <a:miter lim="400000"/>
            </a:ln>
            <a:effectLst/>
          </p:spPr>
          <p:txBody>
            <a:bodyPr wrap="square" lIns="34289" tIns="34289" rIns="34289" bIns="34289" numCol="1" anchor="t">
              <a:noAutofit/>
            </a:bodyPr>
            <a:lstStyle/>
            <a:p>
              <a:pPr algn="l" defTabSz="685800">
                <a:defRPr sz="1800">
                  <a:latin typeface="Calibri"/>
                  <a:ea typeface="Calibri"/>
                  <a:cs typeface="Calibri"/>
                  <a:sym typeface="Calibri"/>
                </a:defRPr>
              </a:pPr>
            </a:p>
          </p:txBody>
        </p:sp>
      </p:grpSp>
      <p:grpSp>
        <p:nvGrpSpPr>
          <p:cNvPr id="8345" name="Group 8345"/>
          <p:cNvGrpSpPr/>
          <p:nvPr/>
        </p:nvGrpSpPr>
        <p:grpSpPr>
          <a:xfrm>
            <a:off x="12461216" y="2760850"/>
            <a:ext cx="2241400" cy="4351685"/>
            <a:chOff x="0" y="0"/>
            <a:chExt cx="2241399" cy="4351683"/>
          </a:xfrm>
        </p:grpSpPr>
        <p:sp>
          <p:nvSpPr>
            <p:cNvPr id="8317" name="Shape 8317"/>
            <p:cNvSpPr/>
            <p:nvPr/>
          </p:nvSpPr>
          <p:spPr>
            <a:xfrm>
              <a:off x="298588" y="2498870"/>
              <a:ext cx="1643092" cy="1852814"/>
            </a:xfrm>
            <a:custGeom>
              <a:avLst/>
              <a:gdLst/>
              <a:ahLst/>
              <a:cxnLst>
                <a:cxn ang="0">
                  <a:pos x="wd2" y="hd2"/>
                </a:cxn>
                <a:cxn ang="5400000">
                  <a:pos x="wd2" y="hd2"/>
                </a:cxn>
                <a:cxn ang="10800000">
                  <a:pos x="wd2" y="hd2"/>
                </a:cxn>
                <a:cxn ang="16200000">
                  <a:pos x="wd2" y="hd2"/>
                </a:cxn>
              </a:cxnLst>
              <a:rect l="0" t="0" r="r" b="b"/>
              <a:pathLst>
                <a:path w="21109" h="21272" fill="norm" stroke="1" extrusionOk="0">
                  <a:moveTo>
                    <a:pt x="21065" y="20392"/>
                  </a:moveTo>
                  <a:cubicBezTo>
                    <a:pt x="14262" y="1122"/>
                    <a:pt x="14262" y="1122"/>
                    <a:pt x="14262" y="1122"/>
                  </a:cubicBezTo>
                  <a:cubicBezTo>
                    <a:pt x="12941" y="1122"/>
                    <a:pt x="12941" y="1122"/>
                    <a:pt x="12941" y="1122"/>
                  </a:cubicBezTo>
                  <a:cubicBezTo>
                    <a:pt x="16165" y="10297"/>
                    <a:pt x="16165" y="10297"/>
                    <a:pt x="16165" y="10297"/>
                  </a:cubicBezTo>
                  <a:cubicBezTo>
                    <a:pt x="11200" y="10297"/>
                    <a:pt x="11200" y="10297"/>
                    <a:pt x="11200" y="10297"/>
                  </a:cubicBezTo>
                  <a:cubicBezTo>
                    <a:pt x="11200" y="575"/>
                    <a:pt x="11200" y="575"/>
                    <a:pt x="11200" y="575"/>
                  </a:cubicBezTo>
                  <a:cubicBezTo>
                    <a:pt x="11200" y="259"/>
                    <a:pt x="10910" y="0"/>
                    <a:pt x="10555" y="0"/>
                  </a:cubicBezTo>
                  <a:cubicBezTo>
                    <a:pt x="10200" y="0"/>
                    <a:pt x="9942" y="259"/>
                    <a:pt x="9942" y="575"/>
                  </a:cubicBezTo>
                  <a:cubicBezTo>
                    <a:pt x="9942" y="10297"/>
                    <a:pt x="9942" y="10297"/>
                    <a:pt x="9942" y="10297"/>
                  </a:cubicBezTo>
                  <a:cubicBezTo>
                    <a:pt x="4945" y="10297"/>
                    <a:pt x="4945" y="10297"/>
                    <a:pt x="4945" y="10297"/>
                  </a:cubicBezTo>
                  <a:cubicBezTo>
                    <a:pt x="8169" y="1122"/>
                    <a:pt x="8169" y="1122"/>
                    <a:pt x="8169" y="1122"/>
                  </a:cubicBezTo>
                  <a:cubicBezTo>
                    <a:pt x="6848" y="1122"/>
                    <a:pt x="6848" y="1122"/>
                    <a:pt x="6848" y="1122"/>
                  </a:cubicBezTo>
                  <a:cubicBezTo>
                    <a:pt x="45" y="20392"/>
                    <a:pt x="45" y="20392"/>
                    <a:pt x="45" y="20392"/>
                  </a:cubicBezTo>
                  <a:cubicBezTo>
                    <a:pt x="-245" y="21370"/>
                    <a:pt x="948" y="21600"/>
                    <a:pt x="1270" y="20737"/>
                  </a:cubicBezTo>
                  <a:cubicBezTo>
                    <a:pt x="4559" y="11418"/>
                    <a:pt x="4559" y="11418"/>
                    <a:pt x="4559" y="11418"/>
                  </a:cubicBezTo>
                  <a:cubicBezTo>
                    <a:pt x="9942" y="11418"/>
                    <a:pt x="9942" y="11418"/>
                    <a:pt x="9942" y="11418"/>
                  </a:cubicBezTo>
                  <a:cubicBezTo>
                    <a:pt x="9942" y="15560"/>
                    <a:pt x="9942" y="15560"/>
                    <a:pt x="9942" y="15560"/>
                  </a:cubicBezTo>
                  <a:cubicBezTo>
                    <a:pt x="9942" y="15876"/>
                    <a:pt x="10200" y="16135"/>
                    <a:pt x="10555" y="16135"/>
                  </a:cubicBezTo>
                  <a:cubicBezTo>
                    <a:pt x="10910" y="16135"/>
                    <a:pt x="11200" y="15876"/>
                    <a:pt x="11200" y="15560"/>
                  </a:cubicBezTo>
                  <a:cubicBezTo>
                    <a:pt x="11200" y="11418"/>
                    <a:pt x="11200" y="11418"/>
                    <a:pt x="11200" y="11418"/>
                  </a:cubicBezTo>
                  <a:cubicBezTo>
                    <a:pt x="16584" y="11418"/>
                    <a:pt x="16584" y="11418"/>
                    <a:pt x="16584" y="11418"/>
                  </a:cubicBezTo>
                  <a:cubicBezTo>
                    <a:pt x="19872" y="20737"/>
                    <a:pt x="19872" y="20737"/>
                    <a:pt x="19872" y="20737"/>
                  </a:cubicBezTo>
                  <a:cubicBezTo>
                    <a:pt x="20130" y="21485"/>
                    <a:pt x="21355" y="21226"/>
                    <a:pt x="21065" y="20392"/>
                  </a:cubicBezTo>
                  <a:close/>
                </a:path>
              </a:pathLst>
            </a:custGeom>
            <a:solidFill>
              <a:srgbClr val="383747"/>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18" name="Shape 8318"/>
            <p:cNvSpPr/>
            <p:nvPr/>
          </p:nvSpPr>
          <p:spPr>
            <a:xfrm>
              <a:off x="47644" y="49762"/>
              <a:ext cx="2143993" cy="2505032"/>
            </a:xfrm>
            <a:prstGeom prst="rect">
              <a:avLst/>
            </a:prstGeom>
            <a:solidFill>
              <a:srgbClr val="FFFFFF"/>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19" name="Shape 8319"/>
            <p:cNvSpPr/>
            <p:nvPr/>
          </p:nvSpPr>
          <p:spPr>
            <a:xfrm>
              <a:off x="233986" y="1034410"/>
              <a:ext cx="807836" cy="27529"/>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0" name="Shape 8320"/>
            <p:cNvSpPr/>
            <p:nvPr/>
          </p:nvSpPr>
          <p:spPr>
            <a:xfrm>
              <a:off x="233986" y="1094760"/>
              <a:ext cx="807836" cy="29646"/>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1" name="Shape 8321"/>
            <p:cNvSpPr/>
            <p:nvPr/>
          </p:nvSpPr>
          <p:spPr>
            <a:xfrm>
              <a:off x="233986" y="1157227"/>
              <a:ext cx="807836" cy="27529"/>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2" name="Shape 8322"/>
            <p:cNvSpPr/>
            <p:nvPr/>
          </p:nvSpPr>
          <p:spPr>
            <a:xfrm>
              <a:off x="233986" y="1219694"/>
              <a:ext cx="807836" cy="27528"/>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3" name="Shape 8323"/>
            <p:cNvSpPr/>
            <p:nvPr/>
          </p:nvSpPr>
          <p:spPr>
            <a:xfrm>
              <a:off x="233986" y="1280043"/>
              <a:ext cx="807836" cy="29646"/>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4" name="Shape 8324"/>
            <p:cNvSpPr/>
            <p:nvPr/>
          </p:nvSpPr>
          <p:spPr>
            <a:xfrm>
              <a:off x="233986" y="781366"/>
              <a:ext cx="807836" cy="150345"/>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5" name="Shape 8325"/>
            <p:cNvSpPr/>
            <p:nvPr/>
          </p:nvSpPr>
          <p:spPr>
            <a:xfrm>
              <a:off x="0" y="0"/>
              <a:ext cx="2241400" cy="26024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20" y="0"/>
                  </a:moveTo>
                  <a:lnTo>
                    <a:pt x="0" y="0"/>
                  </a:lnTo>
                  <a:lnTo>
                    <a:pt x="0" y="21600"/>
                  </a:lnTo>
                  <a:lnTo>
                    <a:pt x="21600" y="21600"/>
                  </a:lnTo>
                  <a:lnTo>
                    <a:pt x="21600" y="0"/>
                  </a:lnTo>
                  <a:lnTo>
                    <a:pt x="21120" y="0"/>
                  </a:lnTo>
                  <a:close/>
                  <a:moveTo>
                    <a:pt x="10795" y="20792"/>
                  </a:moveTo>
                  <a:lnTo>
                    <a:pt x="949" y="20792"/>
                  </a:lnTo>
                  <a:lnTo>
                    <a:pt x="949" y="3348"/>
                  </a:lnTo>
                  <a:lnTo>
                    <a:pt x="20661" y="3348"/>
                  </a:lnTo>
                  <a:lnTo>
                    <a:pt x="20661" y="20792"/>
                  </a:lnTo>
                  <a:lnTo>
                    <a:pt x="10795" y="20792"/>
                  </a:lnTo>
                  <a:close/>
                </a:path>
              </a:pathLst>
            </a:custGeom>
            <a:solidFill>
              <a:srgbClr val="63617D"/>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6" name="Shape 8326"/>
            <p:cNvSpPr/>
            <p:nvPr/>
          </p:nvSpPr>
          <p:spPr>
            <a:xfrm>
              <a:off x="1900477" y="2219165"/>
              <a:ext cx="243517" cy="2858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600"/>
                  </a:lnTo>
                  <a:lnTo>
                    <a:pt x="21600" y="21600"/>
                  </a:lnTo>
                  <a:lnTo>
                    <a:pt x="21600" y="0"/>
                  </a:lnTo>
                  <a:close/>
                </a:path>
              </a:pathLst>
            </a:custGeom>
            <a:solidFill>
              <a:srgbClr val="525068"/>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7" name="Shape 8327"/>
            <p:cNvSpPr/>
            <p:nvPr/>
          </p:nvSpPr>
          <p:spPr>
            <a:xfrm>
              <a:off x="1167814" y="1980944"/>
              <a:ext cx="804659" cy="27529"/>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8" name="Shape 8328"/>
            <p:cNvSpPr/>
            <p:nvPr/>
          </p:nvSpPr>
          <p:spPr>
            <a:xfrm>
              <a:off x="1167814" y="2044470"/>
              <a:ext cx="804659" cy="27528"/>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29" name="Shape 8329"/>
            <p:cNvSpPr/>
            <p:nvPr/>
          </p:nvSpPr>
          <p:spPr>
            <a:xfrm>
              <a:off x="1167814" y="2103760"/>
              <a:ext cx="804659" cy="27529"/>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0" name="Shape 8330"/>
            <p:cNvSpPr/>
            <p:nvPr/>
          </p:nvSpPr>
          <p:spPr>
            <a:xfrm>
              <a:off x="1167814" y="2166227"/>
              <a:ext cx="804659" cy="27529"/>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1" name="Shape 8331"/>
            <p:cNvSpPr/>
            <p:nvPr/>
          </p:nvSpPr>
          <p:spPr>
            <a:xfrm>
              <a:off x="1167814" y="2229753"/>
              <a:ext cx="804659" cy="27529"/>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2" name="Shape 8332"/>
            <p:cNvSpPr/>
            <p:nvPr/>
          </p:nvSpPr>
          <p:spPr>
            <a:xfrm>
              <a:off x="1167814" y="1727899"/>
              <a:ext cx="804659" cy="150346"/>
            </a:xfrm>
            <a:prstGeom prst="rect">
              <a:avLst/>
            </a:prstGeom>
            <a:solidFill>
              <a:srgbClr val="CCCCC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3" name="Shape 8333"/>
            <p:cNvSpPr/>
            <p:nvPr/>
          </p:nvSpPr>
          <p:spPr>
            <a:xfrm>
              <a:off x="1854951" y="2202225"/>
              <a:ext cx="289043" cy="3028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50"/>
                  </a:moveTo>
                  <a:cubicBezTo>
                    <a:pt x="3381" y="21600"/>
                    <a:pt x="3381" y="21600"/>
                    <a:pt x="3381" y="21600"/>
                  </a:cubicBezTo>
                  <a:cubicBezTo>
                    <a:pt x="5259" y="14460"/>
                    <a:pt x="4508" y="7140"/>
                    <a:pt x="0" y="0"/>
                  </a:cubicBezTo>
                  <a:cubicBezTo>
                    <a:pt x="6762" y="4641"/>
                    <a:pt x="14087" y="4463"/>
                    <a:pt x="21600" y="1250"/>
                  </a:cubicBezTo>
                  <a:close/>
                </a:path>
              </a:pathLst>
            </a:custGeom>
            <a:solidFill>
              <a:srgbClr val="E8E7E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4" name="Shape 8334"/>
            <p:cNvSpPr/>
            <p:nvPr/>
          </p:nvSpPr>
          <p:spPr>
            <a:xfrm>
              <a:off x="274219" y="1670726"/>
              <a:ext cx="685019" cy="683961"/>
            </a:xfrm>
            <a:prstGeom prst="ellipse">
              <a:avLst/>
            </a:prstGeom>
            <a:solidFill>
              <a:srgbClr val="B7D5F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5" name="Shape 8335"/>
            <p:cNvSpPr/>
            <p:nvPr/>
          </p:nvSpPr>
          <p:spPr>
            <a:xfrm>
              <a:off x="615140" y="2011648"/>
              <a:ext cx="305983" cy="2848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456" y="21600"/>
                  </a:moveTo>
                  <a:cubicBezTo>
                    <a:pt x="16820" y="19137"/>
                    <a:pt x="19652" y="15726"/>
                    <a:pt x="21600" y="11747"/>
                  </a:cubicBezTo>
                  <a:cubicBezTo>
                    <a:pt x="0" y="0"/>
                    <a:pt x="0" y="0"/>
                    <a:pt x="0" y="0"/>
                  </a:cubicBezTo>
                  <a:lnTo>
                    <a:pt x="13456" y="21600"/>
                  </a:lnTo>
                  <a:close/>
                </a:path>
              </a:pathLst>
            </a:custGeom>
            <a:solidFill>
              <a:srgbClr val="3F73A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6" name="Shape 8336"/>
            <p:cNvSpPr/>
            <p:nvPr/>
          </p:nvSpPr>
          <p:spPr>
            <a:xfrm>
              <a:off x="615140" y="1743781"/>
              <a:ext cx="344098" cy="4224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35" y="21600"/>
                  </a:moveTo>
                  <a:cubicBezTo>
                    <a:pt x="20812" y="19299"/>
                    <a:pt x="21600" y="16488"/>
                    <a:pt x="21600" y="13676"/>
                  </a:cubicBezTo>
                  <a:cubicBezTo>
                    <a:pt x="21600" y="8052"/>
                    <a:pt x="18289" y="3195"/>
                    <a:pt x="13401" y="0"/>
                  </a:cubicBezTo>
                  <a:cubicBezTo>
                    <a:pt x="0" y="13676"/>
                    <a:pt x="0" y="13676"/>
                    <a:pt x="0" y="13676"/>
                  </a:cubicBezTo>
                  <a:lnTo>
                    <a:pt x="19235" y="21600"/>
                  </a:lnTo>
                  <a:close/>
                </a:path>
              </a:pathLst>
            </a:custGeom>
            <a:solidFill>
              <a:srgbClr val="5D8CB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7" name="Shape 8337"/>
            <p:cNvSpPr/>
            <p:nvPr/>
          </p:nvSpPr>
          <p:spPr>
            <a:xfrm>
              <a:off x="615140" y="1670726"/>
              <a:ext cx="213871" cy="340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606"/>
                  </a:moveTo>
                  <a:cubicBezTo>
                    <a:pt x="15501" y="1588"/>
                    <a:pt x="8132" y="0"/>
                    <a:pt x="0" y="0"/>
                  </a:cubicBezTo>
                  <a:cubicBezTo>
                    <a:pt x="0" y="21600"/>
                    <a:pt x="0" y="21600"/>
                    <a:pt x="0" y="21600"/>
                  </a:cubicBezTo>
                  <a:lnTo>
                    <a:pt x="21600" y="4606"/>
                  </a:lnTo>
                  <a:close/>
                </a:path>
              </a:pathLst>
            </a:custGeom>
            <a:solidFill>
              <a:srgbClr val="7BA4C9"/>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8" name="Shape 8338"/>
            <p:cNvSpPr/>
            <p:nvPr/>
          </p:nvSpPr>
          <p:spPr>
            <a:xfrm>
              <a:off x="371625" y="1670726"/>
              <a:ext cx="243516" cy="3409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21600"/>
                    <a:pt x="21600" y="21600"/>
                    <a:pt x="21600" y="21600"/>
                  </a:cubicBezTo>
                  <a:cubicBezTo>
                    <a:pt x="0" y="6353"/>
                    <a:pt x="0" y="6353"/>
                    <a:pt x="0" y="6353"/>
                  </a:cubicBezTo>
                  <a:cubicBezTo>
                    <a:pt x="5567" y="2382"/>
                    <a:pt x="13138" y="0"/>
                    <a:pt x="21600" y="0"/>
                  </a:cubicBezTo>
                  <a:close/>
                </a:path>
              </a:pathLst>
            </a:custGeom>
            <a:solidFill>
              <a:srgbClr val="99BDD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39" name="Shape 8339"/>
            <p:cNvSpPr/>
            <p:nvPr/>
          </p:nvSpPr>
          <p:spPr>
            <a:xfrm>
              <a:off x="1167814" y="1430388"/>
              <a:ext cx="804659" cy="40232"/>
            </a:xfrm>
            <a:prstGeom prst="rect">
              <a:avLst/>
            </a:prstGeom>
            <a:solidFill>
              <a:srgbClr val="B9D53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40" name="Shape 8340"/>
            <p:cNvSpPr/>
            <p:nvPr/>
          </p:nvSpPr>
          <p:spPr>
            <a:xfrm>
              <a:off x="1829541" y="603494"/>
              <a:ext cx="142932" cy="826894"/>
            </a:xfrm>
            <a:prstGeom prst="rect">
              <a:avLst/>
            </a:prstGeom>
            <a:solidFill>
              <a:srgbClr val="3F73A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41" name="Shape 8341"/>
            <p:cNvSpPr/>
            <p:nvPr/>
          </p:nvSpPr>
          <p:spPr>
            <a:xfrm>
              <a:off x="1664373" y="916888"/>
              <a:ext cx="142933" cy="513500"/>
            </a:xfrm>
            <a:prstGeom prst="rect">
              <a:avLst/>
            </a:prstGeom>
            <a:solidFill>
              <a:srgbClr val="5D8CB5"/>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42" name="Shape 8342"/>
            <p:cNvSpPr/>
            <p:nvPr/>
          </p:nvSpPr>
          <p:spPr>
            <a:xfrm>
              <a:off x="1498148" y="1089466"/>
              <a:ext cx="143992" cy="340921"/>
            </a:xfrm>
            <a:prstGeom prst="rect">
              <a:avLst/>
            </a:prstGeom>
            <a:solidFill>
              <a:srgbClr val="7BA4C9"/>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43" name="Shape 8343"/>
            <p:cNvSpPr/>
            <p:nvPr/>
          </p:nvSpPr>
          <p:spPr>
            <a:xfrm>
              <a:off x="1332981" y="931710"/>
              <a:ext cx="142933" cy="498678"/>
            </a:xfrm>
            <a:prstGeom prst="rect">
              <a:avLst/>
            </a:prstGeom>
            <a:solidFill>
              <a:srgbClr val="99BDDC"/>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344" name="Shape 8344"/>
            <p:cNvSpPr/>
            <p:nvPr/>
          </p:nvSpPr>
          <p:spPr>
            <a:xfrm>
              <a:off x="1167814" y="1074643"/>
              <a:ext cx="142933" cy="355745"/>
            </a:xfrm>
            <a:prstGeom prst="rect">
              <a:avLst/>
            </a:prstGeom>
            <a:solidFill>
              <a:srgbClr val="B7D5F0"/>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grpSp>
        <p:nvGrpSpPr>
          <p:cNvPr id="8354" name="Group 8354"/>
          <p:cNvGrpSpPr/>
          <p:nvPr/>
        </p:nvGrpSpPr>
        <p:grpSpPr>
          <a:xfrm>
            <a:off x="6092371" y="8486572"/>
            <a:ext cx="2373780" cy="2717769"/>
            <a:chOff x="0" y="0"/>
            <a:chExt cx="2373778" cy="2717767"/>
          </a:xfrm>
        </p:grpSpPr>
        <p:sp>
          <p:nvSpPr>
            <p:cNvPr id="8346" name="Shape 8346"/>
            <p:cNvSpPr/>
            <p:nvPr/>
          </p:nvSpPr>
          <p:spPr>
            <a:xfrm>
              <a:off x="429984" y="515981"/>
              <a:ext cx="1943795" cy="22017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541"/>
                  </a:moveTo>
                  <a:cubicBezTo>
                    <a:pt x="21124" y="19390"/>
                    <a:pt x="16465" y="21600"/>
                    <a:pt x="10858" y="21600"/>
                  </a:cubicBezTo>
                  <a:cubicBezTo>
                    <a:pt x="5135" y="21600"/>
                    <a:pt x="596" y="19390"/>
                    <a:pt x="116" y="16541"/>
                  </a:cubicBezTo>
                  <a:cubicBezTo>
                    <a:pt x="0" y="16541"/>
                    <a:pt x="0" y="16541"/>
                    <a:pt x="0" y="16541"/>
                  </a:cubicBezTo>
                  <a:cubicBezTo>
                    <a:pt x="0" y="0"/>
                    <a:pt x="0" y="0"/>
                    <a:pt x="0" y="0"/>
                  </a:cubicBezTo>
                  <a:cubicBezTo>
                    <a:pt x="21600" y="526"/>
                    <a:pt x="21600" y="526"/>
                    <a:pt x="21600" y="526"/>
                  </a:cubicBezTo>
                  <a:lnTo>
                    <a:pt x="21600" y="16541"/>
                  </a:lnTo>
                </a:path>
              </a:pathLst>
            </a:custGeom>
            <a:solidFill>
              <a:srgbClr val="4BACC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47" name="Shape 8347"/>
            <p:cNvSpPr/>
            <p:nvPr/>
          </p:nvSpPr>
          <p:spPr>
            <a:xfrm>
              <a:off x="0" y="1041176"/>
              <a:ext cx="795123" cy="13971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755" y="1993"/>
                  </a:moveTo>
                  <a:cubicBezTo>
                    <a:pt x="16063" y="0"/>
                    <a:pt x="16063" y="0"/>
                    <a:pt x="16063" y="0"/>
                  </a:cubicBezTo>
                  <a:cubicBezTo>
                    <a:pt x="21600" y="1497"/>
                    <a:pt x="21600" y="1497"/>
                    <a:pt x="21600" y="1497"/>
                  </a:cubicBezTo>
                  <a:cubicBezTo>
                    <a:pt x="14302" y="3657"/>
                    <a:pt x="14302" y="3657"/>
                    <a:pt x="14302" y="3657"/>
                  </a:cubicBezTo>
                  <a:cubicBezTo>
                    <a:pt x="9636" y="4987"/>
                    <a:pt x="5840" y="8309"/>
                    <a:pt x="5840" y="10964"/>
                  </a:cubicBezTo>
                  <a:cubicBezTo>
                    <a:pt x="5840" y="18606"/>
                    <a:pt x="5840" y="18606"/>
                    <a:pt x="5840" y="18606"/>
                  </a:cubicBezTo>
                  <a:cubicBezTo>
                    <a:pt x="5840" y="18940"/>
                    <a:pt x="5840" y="18940"/>
                    <a:pt x="5840" y="18940"/>
                  </a:cubicBezTo>
                  <a:cubicBezTo>
                    <a:pt x="5840" y="20270"/>
                    <a:pt x="6720" y="21099"/>
                    <a:pt x="8178" y="21600"/>
                  </a:cubicBezTo>
                  <a:cubicBezTo>
                    <a:pt x="2622" y="19936"/>
                    <a:pt x="2622" y="19936"/>
                    <a:pt x="2622" y="19936"/>
                  </a:cubicBezTo>
                  <a:cubicBezTo>
                    <a:pt x="1164" y="19441"/>
                    <a:pt x="0" y="18606"/>
                    <a:pt x="0" y="17276"/>
                  </a:cubicBezTo>
                  <a:cubicBezTo>
                    <a:pt x="0" y="9300"/>
                    <a:pt x="0" y="9300"/>
                    <a:pt x="0" y="9300"/>
                  </a:cubicBezTo>
                  <a:cubicBezTo>
                    <a:pt x="0" y="6645"/>
                    <a:pt x="3796" y="3323"/>
                    <a:pt x="8755" y="1993"/>
                  </a:cubicBezTo>
                </a:path>
              </a:pathLst>
            </a:custGeom>
            <a:solidFill>
              <a:srgbClr val="93CDD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48" name="Shape 8348"/>
            <p:cNvSpPr/>
            <p:nvPr/>
          </p:nvSpPr>
          <p:spPr>
            <a:xfrm>
              <a:off x="354737" y="2030141"/>
              <a:ext cx="440386" cy="265633"/>
            </a:xfrm>
            <a:custGeom>
              <a:avLst/>
              <a:gdLst/>
              <a:ahLst/>
              <a:cxnLst>
                <a:cxn ang="0">
                  <a:pos x="wd2" y="hd2"/>
                </a:cxn>
                <a:cxn ang="5400000">
                  <a:pos x="wd2" y="hd2"/>
                </a:cxn>
                <a:cxn ang="10800000">
                  <a:pos x="wd2" y="hd2"/>
                </a:cxn>
                <a:cxn ang="16200000">
                  <a:pos x="wd2" y="hd2"/>
                </a:cxn>
              </a:cxnLst>
              <a:rect l="0" t="0" r="r" b="b"/>
              <a:pathLst>
                <a:path w="21600" h="19793" fill="norm" stroke="1" extrusionOk="0">
                  <a:moveTo>
                    <a:pt x="21600" y="8012"/>
                  </a:moveTo>
                  <a:cubicBezTo>
                    <a:pt x="8425" y="18411"/>
                    <a:pt x="8425" y="18411"/>
                    <a:pt x="8425" y="18411"/>
                  </a:cubicBezTo>
                  <a:cubicBezTo>
                    <a:pt x="3691" y="21600"/>
                    <a:pt x="0" y="19188"/>
                    <a:pt x="0" y="12006"/>
                  </a:cubicBezTo>
                  <a:cubicBezTo>
                    <a:pt x="0" y="8012"/>
                    <a:pt x="0" y="8012"/>
                    <a:pt x="0" y="8012"/>
                  </a:cubicBezTo>
                  <a:cubicBezTo>
                    <a:pt x="11603" y="0"/>
                    <a:pt x="11603" y="0"/>
                    <a:pt x="11603" y="0"/>
                  </a:cubicBezTo>
                  <a:lnTo>
                    <a:pt x="21600" y="8012"/>
                  </a:lnTo>
                </a:path>
              </a:pathLst>
            </a:custGeom>
            <a:solidFill>
              <a:srgbClr val="21596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49" name="Shape 8349"/>
            <p:cNvSpPr/>
            <p:nvPr/>
          </p:nvSpPr>
          <p:spPr>
            <a:xfrm>
              <a:off x="214992" y="1137922"/>
              <a:ext cx="580131" cy="1319121"/>
            </a:xfrm>
            <a:custGeom>
              <a:avLst/>
              <a:gdLst/>
              <a:ahLst/>
              <a:cxnLst>
                <a:cxn ang="0">
                  <a:pos x="wd2" y="hd2"/>
                </a:cxn>
                <a:cxn ang="5400000">
                  <a:pos x="wd2" y="hd2"/>
                </a:cxn>
                <a:cxn ang="10800000">
                  <a:pos x="wd2" y="hd2"/>
                </a:cxn>
                <a:cxn ang="16200000">
                  <a:pos x="wd2" y="hd2"/>
                </a:cxn>
              </a:cxnLst>
              <a:rect l="0" t="0" r="r" b="b"/>
              <a:pathLst>
                <a:path w="21600" h="21381" fill="norm" stroke="1" extrusionOk="0">
                  <a:moveTo>
                    <a:pt x="11598" y="2264"/>
                  </a:moveTo>
                  <a:cubicBezTo>
                    <a:pt x="21600" y="0"/>
                    <a:pt x="21600" y="0"/>
                    <a:pt x="21600" y="0"/>
                  </a:cubicBezTo>
                  <a:cubicBezTo>
                    <a:pt x="21600" y="2440"/>
                    <a:pt x="21600" y="2440"/>
                    <a:pt x="21600" y="2440"/>
                  </a:cubicBezTo>
                  <a:cubicBezTo>
                    <a:pt x="11598" y="4698"/>
                    <a:pt x="11598" y="4698"/>
                    <a:pt x="11598" y="4698"/>
                  </a:cubicBezTo>
                  <a:cubicBezTo>
                    <a:pt x="8004" y="5399"/>
                    <a:pt x="5202" y="7144"/>
                    <a:pt x="5202" y="8708"/>
                  </a:cubicBezTo>
                  <a:cubicBezTo>
                    <a:pt x="5202" y="16201"/>
                    <a:pt x="5202" y="16201"/>
                    <a:pt x="5202" y="16201"/>
                  </a:cubicBezTo>
                  <a:cubicBezTo>
                    <a:pt x="5202" y="17071"/>
                    <a:pt x="5202" y="17071"/>
                    <a:pt x="5202" y="17071"/>
                  </a:cubicBezTo>
                  <a:cubicBezTo>
                    <a:pt x="5202" y="18635"/>
                    <a:pt x="8004" y="19160"/>
                    <a:pt x="11598" y="18466"/>
                  </a:cubicBezTo>
                  <a:cubicBezTo>
                    <a:pt x="21600" y="16201"/>
                    <a:pt x="21600" y="16201"/>
                    <a:pt x="21600" y="16201"/>
                  </a:cubicBezTo>
                  <a:cubicBezTo>
                    <a:pt x="21600" y="18466"/>
                    <a:pt x="21600" y="18466"/>
                    <a:pt x="21600" y="18466"/>
                  </a:cubicBezTo>
                  <a:cubicBezTo>
                    <a:pt x="11598" y="20725"/>
                    <a:pt x="11598" y="20725"/>
                    <a:pt x="11598" y="20725"/>
                  </a:cubicBezTo>
                  <a:cubicBezTo>
                    <a:pt x="8394" y="21425"/>
                    <a:pt x="5591" y="21600"/>
                    <a:pt x="3204" y="21080"/>
                  </a:cubicBezTo>
                  <a:cubicBezTo>
                    <a:pt x="1206" y="20555"/>
                    <a:pt x="0" y="19686"/>
                    <a:pt x="0" y="18291"/>
                  </a:cubicBezTo>
                  <a:cubicBezTo>
                    <a:pt x="0" y="17941"/>
                    <a:pt x="0" y="17941"/>
                    <a:pt x="0" y="17941"/>
                  </a:cubicBezTo>
                  <a:cubicBezTo>
                    <a:pt x="0" y="9928"/>
                    <a:pt x="0" y="9928"/>
                    <a:pt x="0" y="9928"/>
                  </a:cubicBezTo>
                  <a:cubicBezTo>
                    <a:pt x="0" y="7144"/>
                    <a:pt x="5202" y="3659"/>
                    <a:pt x="11598" y="2264"/>
                  </a:cubicBezTo>
                </a:path>
              </a:pathLst>
            </a:custGeom>
            <a:solidFill>
              <a:srgbClr val="31859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50" name="Shape 8350"/>
            <p:cNvSpPr/>
            <p:nvPr/>
          </p:nvSpPr>
          <p:spPr>
            <a:xfrm>
              <a:off x="1976391" y="987428"/>
              <a:ext cx="214646" cy="16228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884"/>
                  </a:moveTo>
                  <a:cubicBezTo>
                    <a:pt x="14038" y="20455"/>
                    <a:pt x="8647" y="21169"/>
                    <a:pt x="0" y="21600"/>
                  </a:cubicBezTo>
                  <a:cubicBezTo>
                    <a:pt x="0" y="1716"/>
                    <a:pt x="0" y="1716"/>
                    <a:pt x="0" y="1716"/>
                  </a:cubicBezTo>
                  <a:cubicBezTo>
                    <a:pt x="8647" y="1145"/>
                    <a:pt x="14038" y="570"/>
                    <a:pt x="21600" y="0"/>
                  </a:cubicBezTo>
                  <a:lnTo>
                    <a:pt x="21600" y="19884"/>
                  </a:lnTo>
                </a:path>
              </a:pathLst>
            </a:custGeom>
            <a:solidFill>
              <a:srgbClr val="93CDD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51" name="Shape 8351"/>
            <p:cNvSpPr/>
            <p:nvPr/>
          </p:nvSpPr>
          <p:spPr>
            <a:xfrm>
              <a:off x="429984" y="0"/>
              <a:ext cx="1943795" cy="1128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58" y="0"/>
                  </a:moveTo>
                  <a:cubicBezTo>
                    <a:pt x="16825" y="0"/>
                    <a:pt x="21600" y="4735"/>
                    <a:pt x="21600" y="10697"/>
                  </a:cubicBezTo>
                  <a:cubicBezTo>
                    <a:pt x="21600" y="16658"/>
                    <a:pt x="16825" y="21600"/>
                    <a:pt x="10858" y="21600"/>
                  </a:cubicBezTo>
                  <a:cubicBezTo>
                    <a:pt x="4891" y="21600"/>
                    <a:pt x="0" y="16658"/>
                    <a:pt x="0" y="10697"/>
                  </a:cubicBezTo>
                  <a:cubicBezTo>
                    <a:pt x="0" y="4735"/>
                    <a:pt x="4891" y="0"/>
                    <a:pt x="10858" y="0"/>
                  </a:cubicBezTo>
                </a:path>
              </a:pathLst>
            </a:custGeom>
            <a:solidFill>
              <a:srgbClr val="B3E6F1"/>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52" name="Shape 8352"/>
            <p:cNvSpPr/>
            <p:nvPr/>
          </p:nvSpPr>
          <p:spPr>
            <a:xfrm>
              <a:off x="429984" y="0"/>
              <a:ext cx="1943795" cy="1128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58" y="0"/>
                  </a:moveTo>
                  <a:cubicBezTo>
                    <a:pt x="16825" y="0"/>
                    <a:pt x="21600" y="4735"/>
                    <a:pt x="21600" y="10697"/>
                  </a:cubicBezTo>
                  <a:cubicBezTo>
                    <a:pt x="21600" y="16658"/>
                    <a:pt x="16825" y="21600"/>
                    <a:pt x="10858" y="21600"/>
                  </a:cubicBezTo>
                  <a:cubicBezTo>
                    <a:pt x="4891" y="21600"/>
                    <a:pt x="0" y="16658"/>
                    <a:pt x="0" y="10697"/>
                  </a:cubicBezTo>
                  <a:cubicBezTo>
                    <a:pt x="0" y="4735"/>
                    <a:pt x="4891" y="0"/>
                    <a:pt x="10858" y="0"/>
                  </a:cubicBezTo>
                  <a:close/>
                  <a:moveTo>
                    <a:pt x="10858" y="19746"/>
                  </a:moveTo>
                  <a:cubicBezTo>
                    <a:pt x="16113" y="19746"/>
                    <a:pt x="20644" y="15631"/>
                    <a:pt x="20644" y="10697"/>
                  </a:cubicBezTo>
                  <a:cubicBezTo>
                    <a:pt x="20644" y="5762"/>
                    <a:pt x="16113" y="1647"/>
                    <a:pt x="10858" y="1647"/>
                  </a:cubicBezTo>
                  <a:cubicBezTo>
                    <a:pt x="5487" y="1647"/>
                    <a:pt x="1072" y="5762"/>
                    <a:pt x="1072" y="10697"/>
                  </a:cubicBezTo>
                  <a:cubicBezTo>
                    <a:pt x="1072" y="15631"/>
                    <a:pt x="5487" y="19746"/>
                    <a:pt x="10858" y="19746"/>
                  </a:cubicBezTo>
                  <a:close/>
                </a:path>
              </a:pathLst>
            </a:custGeom>
            <a:solidFill>
              <a:srgbClr val="93CDDD"/>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53" name="Shape 8353"/>
            <p:cNvSpPr/>
            <p:nvPr/>
          </p:nvSpPr>
          <p:spPr>
            <a:xfrm>
              <a:off x="580478" y="343987"/>
              <a:ext cx="1653557" cy="6876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15707" y="0"/>
                    <a:pt x="20058" y="5066"/>
                    <a:pt x="21600" y="11818"/>
                  </a:cubicBezTo>
                  <a:cubicBezTo>
                    <a:pt x="19917" y="17551"/>
                    <a:pt x="15570" y="21600"/>
                    <a:pt x="10800" y="21600"/>
                  </a:cubicBezTo>
                  <a:cubicBezTo>
                    <a:pt x="5893" y="21600"/>
                    <a:pt x="1683" y="17551"/>
                    <a:pt x="0" y="11818"/>
                  </a:cubicBezTo>
                  <a:cubicBezTo>
                    <a:pt x="1546" y="5066"/>
                    <a:pt x="5757" y="0"/>
                    <a:pt x="10800" y="0"/>
                  </a:cubicBezTo>
                </a:path>
              </a:pathLst>
            </a:custGeom>
            <a:solidFill>
              <a:srgbClr val="402415"/>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355" name="Shape 8355"/>
          <p:cNvSpPr/>
          <p:nvPr/>
        </p:nvSpPr>
        <p:spPr>
          <a:xfrm rot="21069692">
            <a:off x="6946850" y="7647174"/>
            <a:ext cx="322947" cy="13495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64" y="0"/>
                </a:moveTo>
                <a:cubicBezTo>
                  <a:pt x="11456" y="2074"/>
                  <a:pt x="1313" y="6221"/>
                  <a:pt x="4405" y="11057"/>
                </a:cubicBezTo>
                <a:cubicBezTo>
                  <a:pt x="7475" y="15205"/>
                  <a:pt x="4405" y="18481"/>
                  <a:pt x="0" y="20903"/>
                </a:cubicBezTo>
                <a:cubicBezTo>
                  <a:pt x="889" y="21077"/>
                  <a:pt x="2181" y="21418"/>
                  <a:pt x="3960" y="21600"/>
                </a:cubicBezTo>
                <a:cubicBezTo>
                  <a:pt x="9699" y="18829"/>
                  <a:pt x="15861" y="15030"/>
                  <a:pt x="12346" y="10194"/>
                </a:cubicBezTo>
                <a:cubicBezTo>
                  <a:pt x="9699" y="6570"/>
                  <a:pt x="16751" y="2936"/>
                  <a:pt x="21600" y="1037"/>
                </a:cubicBezTo>
                <a:cubicBezTo>
                  <a:pt x="20711" y="688"/>
                  <a:pt x="19398" y="348"/>
                  <a:pt x="18064" y="0"/>
                </a:cubicBezTo>
              </a:path>
            </a:pathLst>
          </a:custGeom>
          <a:solidFill>
            <a:srgbClr val="D9D9D9"/>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8356" name="Shape 8356"/>
          <p:cNvSpPr/>
          <p:nvPr/>
        </p:nvSpPr>
        <p:spPr>
          <a:xfrm rot="21069692">
            <a:off x="7643662" y="7647174"/>
            <a:ext cx="322948" cy="13495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64" y="0"/>
                </a:moveTo>
                <a:cubicBezTo>
                  <a:pt x="11456" y="2074"/>
                  <a:pt x="1313" y="6221"/>
                  <a:pt x="4405" y="11057"/>
                </a:cubicBezTo>
                <a:cubicBezTo>
                  <a:pt x="7475" y="15205"/>
                  <a:pt x="4405" y="18481"/>
                  <a:pt x="0" y="20903"/>
                </a:cubicBezTo>
                <a:cubicBezTo>
                  <a:pt x="889" y="21077"/>
                  <a:pt x="2181" y="21418"/>
                  <a:pt x="3960" y="21600"/>
                </a:cubicBezTo>
                <a:cubicBezTo>
                  <a:pt x="9699" y="18829"/>
                  <a:pt x="15861" y="15030"/>
                  <a:pt x="12346" y="10194"/>
                </a:cubicBezTo>
                <a:cubicBezTo>
                  <a:pt x="9699" y="6570"/>
                  <a:pt x="16751" y="2936"/>
                  <a:pt x="21600" y="1037"/>
                </a:cubicBezTo>
                <a:cubicBezTo>
                  <a:pt x="20711" y="688"/>
                  <a:pt x="19398" y="348"/>
                  <a:pt x="18064" y="0"/>
                </a:cubicBezTo>
              </a:path>
            </a:pathLst>
          </a:custGeom>
          <a:solidFill>
            <a:srgbClr val="D9D9D9"/>
          </a:solidFill>
          <a:ln w="12700">
            <a:miter lim="400000"/>
          </a:ln>
        </p:spPr>
        <p:txBody>
          <a:bodyPr lIns="45719" rIns="45719" anchor="ctr"/>
          <a:lstStyle/>
          <a:p>
            <a:pPr algn="l" defTabSz="457200">
              <a:defRPr sz="1800">
                <a:latin typeface="Calibri"/>
                <a:ea typeface="Calibri"/>
                <a:cs typeface="Calibri"/>
                <a:sym typeface="Calibri"/>
              </a:defRPr>
            </a:pPr>
          </a:p>
        </p:txBody>
      </p:sp>
      <p:sp>
        <p:nvSpPr>
          <p:cNvPr id="8357" name="Shape 8357"/>
          <p:cNvSpPr/>
          <p:nvPr/>
        </p:nvSpPr>
        <p:spPr>
          <a:xfrm rot="21069692">
            <a:off x="7332756" y="7918872"/>
            <a:ext cx="322947" cy="13495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64" y="0"/>
                </a:moveTo>
                <a:cubicBezTo>
                  <a:pt x="11456" y="2074"/>
                  <a:pt x="1313" y="6221"/>
                  <a:pt x="4405" y="11057"/>
                </a:cubicBezTo>
                <a:cubicBezTo>
                  <a:pt x="7475" y="15205"/>
                  <a:pt x="4405" y="18481"/>
                  <a:pt x="0" y="20903"/>
                </a:cubicBezTo>
                <a:cubicBezTo>
                  <a:pt x="889" y="21077"/>
                  <a:pt x="2181" y="21418"/>
                  <a:pt x="3960" y="21600"/>
                </a:cubicBezTo>
                <a:cubicBezTo>
                  <a:pt x="9699" y="18829"/>
                  <a:pt x="15861" y="15030"/>
                  <a:pt x="12346" y="10194"/>
                </a:cubicBezTo>
                <a:cubicBezTo>
                  <a:pt x="9699" y="6570"/>
                  <a:pt x="16751" y="2936"/>
                  <a:pt x="21600" y="1037"/>
                </a:cubicBezTo>
                <a:cubicBezTo>
                  <a:pt x="20711" y="688"/>
                  <a:pt x="19398" y="348"/>
                  <a:pt x="18064" y="0"/>
                </a:cubicBezTo>
              </a:path>
            </a:pathLst>
          </a:custGeom>
          <a:solidFill>
            <a:srgbClr val="D9D9D9"/>
          </a:solidFill>
          <a:ln w="12700">
            <a:miter lim="400000"/>
          </a:ln>
        </p:spPr>
        <p:txBody>
          <a:bodyPr lIns="45719" rIns="45719" anchor="ctr"/>
          <a:lstStyle/>
          <a:p>
            <a:pPr algn="l" defTabSz="457200">
              <a:defRPr sz="1800">
                <a:latin typeface="Calibri"/>
                <a:ea typeface="Calibri"/>
                <a:cs typeface="Calibri"/>
                <a:sym typeface="Calibri"/>
              </a:defRPr>
            </a:pPr>
          </a:p>
        </p:txBody>
      </p:sp>
      <p:grpSp>
        <p:nvGrpSpPr>
          <p:cNvPr id="8366" name="Group 8366"/>
          <p:cNvGrpSpPr/>
          <p:nvPr/>
        </p:nvGrpSpPr>
        <p:grpSpPr>
          <a:xfrm>
            <a:off x="15797517" y="2686897"/>
            <a:ext cx="3263136" cy="4685307"/>
            <a:chOff x="0" y="0"/>
            <a:chExt cx="3263134" cy="4685305"/>
          </a:xfrm>
        </p:grpSpPr>
        <p:sp>
          <p:nvSpPr>
            <p:cNvPr id="8358" name="Shape 8358"/>
            <p:cNvSpPr/>
            <p:nvPr/>
          </p:nvSpPr>
          <p:spPr>
            <a:xfrm>
              <a:off x="0" y="0"/>
              <a:ext cx="1639328" cy="7360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83" y="0"/>
                  </a:moveTo>
                  <a:cubicBezTo>
                    <a:pt x="3015" y="0"/>
                    <a:pt x="2677" y="734"/>
                    <a:pt x="2677" y="1485"/>
                  </a:cubicBezTo>
                  <a:cubicBezTo>
                    <a:pt x="2347" y="12670"/>
                    <a:pt x="2347" y="12670"/>
                    <a:pt x="2347" y="12670"/>
                  </a:cubicBezTo>
                  <a:cubicBezTo>
                    <a:pt x="1342" y="12670"/>
                    <a:pt x="1342" y="12670"/>
                    <a:pt x="1342" y="12670"/>
                  </a:cubicBezTo>
                  <a:cubicBezTo>
                    <a:pt x="667" y="12670"/>
                    <a:pt x="0" y="13780"/>
                    <a:pt x="0" y="15641"/>
                  </a:cubicBezTo>
                  <a:cubicBezTo>
                    <a:pt x="0" y="18254"/>
                    <a:pt x="0" y="18254"/>
                    <a:pt x="0" y="18254"/>
                  </a:cubicBezTo>
                  <a:cubicBezTo>
                    <a:pt x="0" y="20115"/>
                    <a:pt x="667" y="21600"/>
                    <a:pt x="1342" y="21600"/>
                  </a:cubicBezTo>
                  <a:cubicBezTo>
                    <a:pt x="21600" y="21600"/>
                    <a:pt x="21600" y="21600"/>
                    <a:pt x="21600" y="21600"/>
                  </a:cubicBezTo>
                  <a:cubicBezTo>
                    <a:pt x="21600" y="0"/>
                    <a:pt x="21600" y="0"/>
                    <a:pt x="21600" y="0"/>
                  </a:cubicBezTo>
                  <a:lnTo>
                    <a:pt x="3183" y="0"/>
                  </a:lnTo>
                </a:path>
              </a:pathLst>
            </a:custGeom>
            <a:solidFill>
              <a:srgbClr val="484F5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59" name="Shape 8359"/>
            <p:cNvSpPr/>
            <p:nvPr/>
          </p:nvSpPr>
          <p:spPr>
            <a:xfrm>
              <a:off x="163992" y="733939"/>
              <a:ext cx="1472647" cy="6849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0" y="0"/>
                    <a:pt x="0" y="0"/>
                    <a:pt x="0" y="0"/>
                  </a:cubicBezTo>
                  <a:cubicBezTo>
                    <a:pt x="742" y="21600"/>
                    <a:pt x="742" y="21600"/>
                    <a:pt x="742" y="21600"/>
                  </a:cubicBezTo>
                  <a:cubicBezTo>
                    <a:pt x="930" y="21600"/>
                    <a:pt x="1118" y="21600"/>
                    <a:pt x="1296" y="21600"/>
                  </a:cubicBezTo>
                  <a:lnTo>
                    <a:pt x="21600" y="21600"/>
                  </a:lnTo>
                </a:path>
              </a:pathLst>
            </a:custGeom>
            <a:solidFill>
              <a:srgbClr val="F2F2F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60" name="Shape 8360"/>
            <p:cNvSpPr/>
            <p:nvPr/>
          </p:nvSpPr>
          <p:spPr>
            <a:xfrm>
              <a:off x="430147" y="3744969"/>
              <a:ext cx="1206492" cy="9403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9" y="0"/>
                  </a:moveTo>
                  <a:lnTo>
                    <a:pt x="0" y="0"/>
                  </a:lnTo>
                  <a:cubicBezTo>
                    <a:pt x="1364" y="20142"/>
                    <a:pt x="1364" y="20142"/>
                    <a:pt x="1364" y="20142"/>
                  </a:cubicBezTo>
                  <a:cubicBezTo>
                    <a:pt x="1364" y="21011"/>
                    <a:pt x="11362" y="21600"/>
                    <a:pt x="21600" y="21600"/>
                  </a:cubicBezTo>
                  <a:cubicBezTo>
                    <a:pt x="21600" y="0"/>
                    <a:pt x="21600" y="0"/>
                    <a:pt x="21600" y="0"/>
                  </a:cubicBezTo>
                  <a:lnTo>
                    <a:pt x="229" y="0"/>
                  </a:lnTo>
                </a:path>
              </a:pathLst>
            </a:custGeom>
            <a:solidFill>
              <a:srgbClr val="F2F2F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61" name="Shape 8361"/>
            <p:cNvSpPr/>
            <p:nvPr/>
          </p:nvSpPr>
          <p:spPr>
            <a:xfrm>
              <a:off x="215073" y="1422174"/>
              <a:ext cx="1421566" cy="23221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0"/>
                    <a:pt x="21600" y="0"/>
                    <a:pt x="21600" y="0"/>
                  </a:cubicBezTo>
                  <a:cubicBezTo>
                    <a:pt x="574" y="0"/>
                    <a:pt x="574" y="0"/>
                    <a:pt x="574" y="0"/>
                  </a:cubicBezTo>
                  <a:cubicBezTo>
                    <a:pt x="389" y="0"/>
                    <a:pt x="194" y="0"/>
                    <a:pt x="0" y="0"/>
                  </a:cubicBezTo>
                  <a:cubicBezTo>
                    <a:pt x="3277" y="21600"/>
                    <a:pt x="3277" y="21600"/>
                    <a:pt x="3277" y="21600"/>
                  </a:cubicBezTo>
                  <a:lnTo>
                    <a:pt x="21600" y="21600"/>
                  </a:lnTo>
                </a:path>
              </a:pathLst>
            </a:custGeom>
            <a:solidFill>
              <a:srgbClr val="212E3C"/>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62" name="Shape 8362"/>
            <p:cNvSpPr/>
            <p:nvPr/>
          </p:nvSpPr>
          <p:spPr>
            <a:xfrm>
              <a:off x="1637248" y="0"/>
              <a:ext cx="1625887" cy="7360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87" y="12670"/>
                  </a:moveTo>
                  <a:cubicBezTo>
                    <a:pt x="20417" y="12670"/>
                    <a:pt x="20417" y="12670"/>
                    <a:pt x="20246" y="12670"/>
                  </a:cubicBezTo>
                  <a:cubicBezTo>
                    <a:pt x="19744" y="12670"/>
                    <a:pt x="19744" y="12670"/>
                    <a:pt x="19744" y="12670"/>
                  </a:cubicBezTo>
                  <a:cubicBezTo>
                    <a:pt x="19404" y="1485"/>
                    <a:pt x="19404" y="1485"/>
                    <a:pt x="19404" y="1485"/>
                  </a:cubicBezTo>
                  <a:cubicBezTo>
                    <a:pt x="19404" y="734"/>
                    <a:pt x="19063" y="0"/>
                    <a:pt x="18723" y="0"/>
                  </a:cubicBezTo>
                  <a:cubicBezTo>
                    <a:pt x="0" y="0"/>
                    <a:pt x="0" y="0"/>
                    <a:pt x="0" y="0"/>
                  </a:cubicBezTo>
                  <a:cubicBezTo>
                    <a:pt x="0" y="21600"/>
                    <a:pt x="0" y="21600"/>
                    <a:pt x="0" y="21600"/>
                  </a:cubicBezTo>
                  <a:cubicBezTo>
                    <a:pt x="19574" y="21600"/>
                    <a:pt x="19574" y="21600"/>
                    <a:pt x="19574" y="21600"/>
                  </a:cubicBezTo>
                  <a:cubicBezTo>
                    <a:pt x="20246" y="21600"/>
                    <a:pt x="20246" y="21600"/>
                    <a:pt x="20246" y="21600"/>
                  </a:cubicBezTo>
                  <a:cubicBezTo>
                    <a:pt x="21089" y="21600"/>
                    <a:pt x="21600" y="20115"/>
                    <a:pt x="21600" y="18254"/>
                  </a:cubicBezTo>
                  <a:cubicBezTo>
                    <a:pt x="21600" y="15641"/>
                    <a:pt x="21600" y="15641"/>
                    <a:pt x="21600" y="15641"/>
                  </a:cubicBezTo>
                  <a:cubicBezTo>
                    <a:pt x="21600" y="14155"/>
                    <a:pt x="21260" y="13028"/>
                    <a:pt x="20587" y="12670"/>
                  </a:cubicBezTo>
                </a:path>
              </a:pathLst>
            </a:custGeom>
            <a:solidFill>
              <a:srgbClr val="00000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63" name="Shape 8363"/>
            <p:cNvSpPr/>
            <p:nvPr/>
          </p:nvSpPr>
          <p:spPr>
            <a:xfrm>
              <a:off x="1637248" y="733939"/>
              <a:ext cx="1472647" cy="6849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20294" y="21600"/>
                    <a:pt x="20294" y="21600"/>
                    <a:pt x="20294" y="21600"/>
                  </a:cubicBezTo>
                  <a:cubicBezTo>
                    <a:pt x="20294" y="21600"/>
                    <a:pt x="20482" y="21600"/>
                    <a:pt x="20661" y="21600"/>
                  </a:cubicBezTo>
                  <a:cubicBezTo>
                    <a:pt x="21600" y="0"/>
                    <a:pt x="21600" y="0"/>
                    <a:pt x="21600" y="0"/>
                  </a:cubicBezTo>
                  <a:cubicBezTo>
                    <a:pt x="0" y="0"/>
                    <a:pt x="0" y="0"/>
                    <a:pt x="0" y="0"/>
                  </a:cubicBezTo>
                  <a:lnTo>
                    <a:pt x="0" y="21600"/>
                  </a:lnTo>
                </a:path>
              </a:pathLst>
            </a:custGeom>
            <a:solidFill>
              <a:srgbClr val="D9D9D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64" name="Shape 8364"/>
            <p:cNvSpPr/>
            <p:nvPr/>
          </p:nvSpPr>
          <p:spPr>
            <a:xfrm>
              <a:off x="1637248" y="3731525"/>
              <a:ext cx="1206493" cy="9510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23" y="290"/>
                  </a:moveTo>
                  <a:cubicBezTo>
                    <a:pt x="0" y="290"/>
                    <a:pt x="0" y="290"/>
                    <a:pt x="0" y="290"/>
                  </a:cubicBezTo>
                  <a:cubicBezTo>
                    <a:pt x="0" y="21600"/>
                    <a:pt x="0" y="21600"/>
                    <a:pt x="0" y="21600"/>
                  </a:cubicBezTo>
                  <a:cubicBezTo>
                    <a:pt x="6129" y="21600"/>
                    <a:pt x="12280" y="21310"/>
                    <a:pt x="16148" y="21019"/>
                  </a:cubicBezTo>
                  <a:cubicBezTo>
                    <a:pt x="16378" y="21019"/>
                    <a:pt x="16825" y="21019"/>
                    <a:pt x="17055" y="21019"/>
                  </a:cubicBezTo>
                  <a:cubicBezTo>
                    <a:pt x="17514" y="21019"/>
                    <a:pt x="17962" y="20729"/>
                    <a:pt x="18421" y="20729"/>
                  </a:cubicBezTo>
                  <a:cubicBezTo>
                    <a:pt x="19557" y="20452"/>
                    <a:pt x="20245" y="20452"/>
                    <a:pt x="20245" y="20162"/>
                  </a:cubicBezTo>
                  <a:cubicBezTo>
                    <a:pt x="21600" y="0"/>
                    <a:pt x="21600" y="0"/>
                    <a:pt x="21600" y="0"/>
                  </a:cubicBezTo>
                  <a:cubicBezTo>
                    <a:pt x="21381" y="290"/>
                    <a:pt x="21152" y="290"/>
                    <a:pt x="20923" y="290"/>
                  </a:cubicBezTo>
                </a:path>
              </a:pathLst>
            </a:custGeom>
            <a:solidFill>
              <a:srgbClr val="D9D9D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365" name="Shape 8365"/>
            <p:cNvSpPr/>
            <p:nvPr/>
          </p:nvSpPr>
          <p:spPr>
            <a:xfrm>
              <a:off x="1637248" y="1422174"/>
              <a:ext cx="1408125" cy="23221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06" y="21600"/>
                  </a:moveTo>
                  <a:cubicBezTo>
                    <a:pt x="18103" y="21600"/>
                    <a:pt x="18299" y="21600"/>
                    <a:pt x="18486" y="21481"/>
                  </a:cubicBezTo>
                  <a:cubicBezTo>
                    <a:pt x="21600" y="0"/>
                    <a:pt x="21600" y="0"/>
                    <a:pt x="21600" y="0"/>
                  </a:cubicBezTo>
                  <a:cubicBezTo>
                    <a:pt x="21413" y="0"/>
                    <a:pt x="21217" y="0"/>
                    <a:pt x="21217" y="0"/>
                  </a:cubicBezTo>
                  <a:cubicBezTo>
                    <a:pt x="0" y="0"/>
                    <a:pt x="0" y="0"/>
                    <a:pt x="0" y="0"/>
                  </a:cubicBezTo>
                  <a:cubicBezTo>
                    <a:pt x="0" y="21600"/>
                    <a:pt x="0" y="21600"/>
                    <a:pt x="0" y="21600"/>
                  </a:cubicBezTo>
                  <a:lnTo>
                    <a:pt x="17906" y="21600"/>
                  </a:lnTo>
                </a:path>
              </a:pathLst>
            </a:custGeom>
            <a:solidFill>
              <a:srgbClr val="161F2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388" name="Group 8388"/>
          <p:cNvGrpSpPr/>
          <p:nvPr/>
        </p:nvGrpSpPr>
        <p:grpSpPr>
          <a:xfrm>
            <a:off x="20155554" y="1817494"/>
            <a:ext cx="3520738" cy="6983238"/>
            <a:chOff x="0" y="0"/>
            <a:chExt cx="3520737" cy="6983237"/>
          </a:xfrm>
        </p:grpSpPr>
        <p:sp>
          <p:nvSpPr>
            <p:cNvPr id="8367" name="Shape 8367"/>
            <p:cNvSpPr/>
            <p:nvPr/>
          </p:nvSpPr>
          <p:spPr>
            <a:xfrm>
              <a:off x="905332" y="2925123"/>
              <a:ext cx="164125" cy="4341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938" y="0"/>
                  </a:moveTo>
                  <a:cubicBezTo>
                    <a:pt x="5959" y="0"/>
                    <a:pt x="2979" y="281"/>
                    <a:pt x="0" y="561"/>
                  </a:cubicBezTo>
                  <a:cubicBezTo>
                    <a:pt x="0" y="1683"/>
                    <a:pt x="745" y="2525"/>
                    <a:pt x="745" y="3647"/>
                  </a:cubicBezTo>
                  <a:cubicBezTo>
                    <a:pt x="745" y="3647"/>
                    <a:pt x="745" y="3647"/>
                    <a:pt x="745" y="3647"/>
                  </a:cubicBezTo>
                  <a:cubicBezTo>
                    <a:pt x="5959" y="7574"/>
                    <a:pt x="8938" y="12062"/>
                    <a:pt x="8938" y="16831"/>
                  </a:cubicBezTo>
                  <a:cubicBezTo>
                    <a:pt x="8938" y="18514"/>
                    <a:pt x="8938" y="20197"/>
                    <a:pt x="8193" y="21600"/>
                  </a:cubicBezTo>
                  <a:cubicBezTo>
                    <a:pt x="8193" y="21600"/>
                    <a:pt x="8938" y="21600"/>
                    <a:pt x="8938" y="21600"/>
                  </a:cubicBezTo>
                  <a:cubicBezTo>
                    <a:pt x="13407" y="21600"/>
                    <a:pt x="17876" y="21319"/>
                    <a:pt x="21600" y="20758"/>
                  </a:cubicBezTo>
                  <a:cubicBezTo>
                    <a:pt x="19366" y="13745"/>
                    <a:pt x="17876" y="6732"/>
                    <a:pt x="16386" y="281"/>
                  </a:cubicBezTo>
                  <a:cubicBezTo>
                    <a:pt x="14152" y="281"/>
                    <a:pt x="11917" y="0"/>
                    <a:pt x="8938" y="0"/>
                  </a:cubicBezTo>
                </a:path>
              </a:pathLst>
            </a:custGeom>
            <a:solidFill>
              <a:srgbClr val="F5D8B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68" name="Shape 8368"/>
            <p:cNvSpPr/>
            <p:nvPr/>
          </p:nvSpPr>
          <p:spPr>
            <a:xfrm>
              <a:off x="1350056" y="5013741"/>
              <a:ext cx="844449" cy="19694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19"/>
                  </a:moveTo>
                  <a:lnTo>
                    <a:pt x="10495" y="21600"/>
                  </a:lnTo>
                  <a:lnTo>
                    <a:pt x="21600" y="0"/>
                  </a:lnTo>
                  <a:lnTo>
                    <a:pt x="0" y="1219"/>
                  </a:ln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69" name="Shape 8369"/>
            <p:cNvSpPr/>
            <p:nvPr/>
          </p:nvSpPr>
          <p:spPr>
            <a:xfrm>
              <a:off x="1590948" y="5085214"/>
              <a:ext cx="367960" cy="13394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854"/>
                  </a:moveTo>
                  <a:lnTo>
                    <a:pt x="10256" y="21600"/>
                  </a:lnTo>
                  <a:lnTo>
                    <a:pt x="21600" y="0"/>
                  </a:lnTo>
                  <a:lnTo>
                    <a:pt x="0" y="854"/>
                  </a:lnTo>
                  <a:close/>
                </a:path>
              </a:pathLst>
            </a:custGeom>
            <a:solidFill>
              <a:srgbClr val="7BB8E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0" name="Shape 8370"/>
            <p:cNvSpPr/>
            <p:nvPr/>
          </p:nvSpPr>
          <p:spPr>
            <a:xfrm>
              <a:off x="0" y="3068069"/>
              <a:ext cx="1299761" cy="25518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60" y="21552"/>
                  </a:moveTo>
                  <a:cubicBezTo>
                    <a:pt x="3460" y="15558"/>
                    <a:pt x="11034" y="10515"/>
                    <a:pt x="21600" y="8707"/>
                  </a:cubicBezTo>
                  <a:cubicBezTo>
                    <a:pt x="20758" y="0"/>
                    <a:pt x="20758" y="0"/>
                    <a:pt x="20758" y="0"/>
                  </a:cubicBezTo>
                  <a:cubicBezTo>
                    <a:pt x="8696" y="1951"/>
                    <a:pt x="0" y="7707"/>
                    <a:pt x="0" y="14463"/>
                  </a:cubicBezTo>
                  <a:cubicBezTo>
                    <a:pt x="0" y="17033"/>
                    <a:pt x="1216" y="19459"/>
                    <a:pt x="3460" y="21600"/>
                  </a:cubicBezTo>
                  <a:lnTo>
                    <a:pt x="3460" y="21552"/>
                  </a:lnTo>
                  <a:close/>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1" name="Shape 8371"/>
            <p:cNvSpPr/>
            <p:nvPr/>
          </p:nvSpPr>
          <p:spPr>
            <a:xfrm>
              <a:off x="1000630" y="-1"/>
              <a:ext cx="1519477" cy="52837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454"/>
                  </a:moveTo>
                  <a:cubicBezTo>
                    <a:pt x="21600" y="5728"/>
                    <a:pt x="17440" y="2369"/>
                    <a:pt x="10800" y="0"/>
                  </a:cubicBezTo>
                  <a:cubicBezTo>
                    <a:pt x="4160" y="2369"/>
                    <a:pt x="0" y="5728"/>
                    <a:pt x="0" y="9454"/>
                  </a:cubicBezTo>
                  <a:cubicBezTo>
                    <a:pt x="0" y="11916"/>
                    <a:pt x="1840" y="17091"/>
                    <a:pt x="4960" y="20956"/>
                  </a:cubicBezTo>
                  <a:cubicBezTo>
                    <a:pt x="5040" y="20956"/>
                    <a:pt x="5040" y="20956"/>
                    <a:pt x="5040" y="20956"/>
                  </a:cubicBezTo>
                  <a:cubicBezTo>
                    <a:pt x="5120" y="21324"/>
                    <a:pt x="7680" y="21600"/>
                    <a:pt x="10800" y="21600"/>
                  </a:cubicBezTo>
                  <a:cubicBezTo>
                    <a:pt x="13920" y="21600"/>
                    <a:pt x="16480" y="21324"/>
                    <a:pt x="16560" y="20956"/>
                  </a:cubicBezTo>
                  <a:cubicBezTo>
                    <a:pt x="16640" y="20956"/>
                    <a:pt x="16640" y="20956"/>
                    <a:pt x="16640" y="20956"/>
                  </a:cubicBezTo>
                  <a:cubicBezTo>
                    <a:pt x="19760" y="17091"/>
                    <a:pt x="21600" y="11916"/>
                    <a:pt x="21600" y="9454"/>
                  </a:cubicBezTo>
                </a:path>
              </a:pathLst>
            </a:custGeom>
            <a:solidFill>
              <a:srgbClr val="F2F2F2"/>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2" name="Shape 8372"/>
            <p:cNvSpPr/>
            <p:nvPr/>
          </p:nvSpPr>
          <p:spPr>
            <a:xfrm>
              <a:off x="1090633" y="-1"/>
              <a:ext cx="1339469" cy="15644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4612" y="21600"/>
                    <a:pt x="18242" y="21134"/>
                    <a:pt x="21600" y="20124"/>
                  </a:cubicBezTo>
                  <a:cubicBezTo>
                    <a:pt x="19694" y="12354"/>
                    <a:pt x="15882" y="5439"/>
                    <a:pt x="10800" y="0"/>
                  </a:cubicBezTo>
                  <a:cubicBezTo>
                    <a:pt x="5718" y="5439"/>
                    <a:pt x="1906" y="12354"/>
                    <a:pt x="0" y="20124"/>
                  </a:cubicBezTo>
                  <a:cubicBezTo>
                    <a:pt x="3358" y="21134"/>
                    <a:pt x="6988" y="21600"/>
                    <a:pt x="10800" y="21600"/>
                  </a:cubicBezTo>
                </a:path>
              </a:pathLst>
            </a:custGeom>
            <a:solidFill>
              <a:srgbClr val="194D7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3" name="Shape 8373"/>
            <p:cNvSpPr/>
            <p:nvPr/>
          </p:nvSpPr>
          <p:spPr>
            <a:xfrm>
              <a:off x="1103868" y="-1"/>
              <a:ext cx="1315646" cy="15035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0144"/>
                  </a:moveTo>
                  <a:cubicBezTo>
                    <a:pt x="3415" y="21115"/>
                    <a:pt x="7015" y="21600"/>
                    <a:pt x="10800" y="21600"/>
                  </a:cubicBezTo>
                  <a:cubicBezTo>
                    <a:pt x="14585" y="21600"/>
                    <a:pt x="18185" y="21115"/>
                    <a:pt x="21600" y="20144"/>
                  </a:cubicBezTo>
                  <a:cubicBezTo>
                    <a:pt x="19569" y="12378"/>
                    <a:pt x="15785" y="5420"/>
                    <a:pt x="10800" y="0"/>
                  </a:cubicBezTo>
                  <a:cubicBezTo>
                    <a:pt x="5815" y="5420"/>
                    <a:pt x="2031" y="12378"/>
                    <a:pt x="0" y="20144"/>
                  </a:cubicBezTo>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4" name="Shape 8374"/>
            <p:cNvSpPr/>
            <p:nvPr/>
          </p:nvSpPr>
          <p:spPr>
            <a:xfrm>
              <a:off x="1215050" y="2099205"/>
              <a:ext cx="1090633" cy="1085344"/>
            </a:xfrm>
            <a:prstGeom prst="ellipse">
              <a:avLst/>
            </a:prstGeom>
            <a:solidFill>
              <a:srgbClr val="404040"/>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5" name="Shape 8375"/>
            <p:cNvSpPr/>
            <p:nvPr/>
          </p:nvSpPr>
          <p:spPr>
            <a:xfrm>
              <a:off x="1339467" y="2218327"/>
              <a:ext cx="844449" cy="849747"/>
            </a:xfrm>
            <a:prstGeom prst="ellipse">
              <a:avLst/>
            </a:pr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6" name="Shape 8376"/>
            <p:cNvSpPr/>
            <p:nvPr/>
          </p:nvSpPr>
          <p:spPr>
            <a:xfrm>
              <a:off x="1373879" y="2419513"/>
              <a:ext cx="386488" cy="5400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0" y="15525"/>
                    <a:pt x="0" y="15525"/>
                    <a:pt x="0" y="15525"/>
                  </a:cubicBezTo>
                  <a:cubicBezTo>
                    <a:pt x="1252" y="18000"/>
                    <a:pt x="3443" y="20025"/>
                    <a:pt x="5948" y="21600"/>
                  </a:cubicBezTo>
                  <a:cubicBezTo>
                    <a:pt x="11270" y="17775"/>
                    <a:pt x="16278" y="14175"/>
                    <a:pt x="21600" y="10350"/>
                  </a:cubicBezTo>
                  <a:cubicBezTo>
                    <a:pt x="21600" y="0"/>
                    <a:pt x="21600" y="0"/>
                    <a:pt x="21600" y="0"/>
                  </a:cubicBezTo>
                </a:path>
              </a:pathLst>
            </a:custGeom>
            <a:solidFill>
              <a:srgbClr val="2980B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7" name="Shape 8377"/>
            <p:cNvSpPr/>
            <p:nvPr/>
          </p:nvSpPr>
          <p:spPr>
            <a:xfrm>
              <a:off x="1720661" y="3023068"/>
              <a:ext cx="39710" cy="450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5429" y="8100"/>
                    <a:pt x="6171" y="13500"/>
                    <a:pt x="0" y="21600"/>
                  </a:cubicBezTo>
                  <a:cubicBezTo>
                    <a:pt x="6171" y="21600"/>
                    <a:pt x="12343" y="21600"/>
                    <a:pt x="21600" y="21600"/>
                  </a:cubicBezTo>
                  <a:cubicBezTo>
                    <a:pt x="21600" y="21600"/>
                    <a:pt x="21600" y="21600"/>
                    <a:pt x="21600" y="21600"/>
                  </a:cubicBezTo>
                  <a:cubicBezTo>
                    <a:pt x="21600" y="21600"/>
                    <a:pt x="21600" y="21600"/>
                    <a:pt x="21600" y="21600"/>
                  </a:cubicBezTo>
                  <a:cubicBezTo>
                    <a:pt x="21600" y="21600"/>
                    <a:pt x="21600" y="21600"/>
                    <a:pt x="21600" y="21600"/>
                  </a:cubicBezTo>
                  <a:cubicBezTo>
                    <a:pt x="21600" y="0"/>
                    <a:pt x="21600" y="0"/>
                    <a:pt x="21600" y="0"/>
                  </a:cubicBezTo>
                </a:path>
              </a:pathLst>
            </a:custGeom>
            <a:solidFill>
              <a:srgbClr val="2980B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8" name="Shape 8378"/>
            <p:cNvSpPr/>
            <p:nvPr/>
          </p:nvSpPr>
          <p:spPr>
            <a:xfrm>
              <a:off x="1154166" y="4039582"/>
              <a:ext cx="1215054" cy="12441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200" y="1759"/>
                  </a:moveTo>
                  <a:cubicBezTo>
                    <a:pt x="6700" y="1759"/>
                    <a:pt x="3300" y="1368"/>
                    <a:pt x="0" y="391"/>
                  </a:cubicBezTo>
                  <a:cubicBezTo>
                    <a:pt x="1000" y="6744"/>
                    <a:pt x="2200" y="13195"/>
                    <a:pt x="3500" y="18863"/>
                  </a:cubicBezTo>
                  <a:cubicBezTo>
                    <a:pt x="3600" y="18863"/>
                    <a:pt x="3600" y="18863"/>
                    <a:pt x="3600" y="18863"/>
                  </a:cubicBezTo>
                  <a:cubicBezTo>
                    <a:pt x="3700" y="20427"/>
                    <a:pt x="6900" y="21600"/>
                    <a:pt x="10800" y="21600"/>
                  </a:cubicBezTo>
                  <a:cubicBezTo>
                    <a:pt x="14700" y="21600"/>
                    <a:pt x="17900" y="20427"/>
                    <a:pt x="18000" y="18863"/>
                  </a:cubicBezTo>
                  <a:cubicBezTo>
                    <a:pt x="18100" y="18863"/>
                    <a:pt x="18100" y="18863"/>
                    <a:pt x="18100" y="18863"/>
                  </a:cubicBezTo>
                  <a:cubicBezTo>
                    <a:pt x="19500" y="12999"/>
                    <a:pt x="20700" y="6451"/>
                    <a:pt x="21600" y="0"/>
                  </a:cubicBezTo>
                  <a:cubicBezTo>
                    <a:pt x="18000" y="1173"/>
                    <a:pt x="14100" y="1759"/>
                    <a:pt x="10200" y="1759"/>
                  </a:cubicBezTo>
                </a:path>
              </a:pathLst>
            </a:custGeom>
            <a:solidFill>
              <a:srgbClr val="4098D4"/>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79" name="Shape 8379"/>
            <p:cNvSpPr/>
            <p:nvPr/>
          </p:nvSpPr>
          <p:spPr>
            <a:xfrm>
              <a:off x="2350686" y="3144839"/>
              <a:ext cx="1170052" cy="24751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85" y="0"/>
                  </a:moveTo>
                  <a:cubicBezTo>
                    <a:pt x="1765" y="2700"/>
                    <a:pt x="1038" y="5744"/>
                    <a:pt x="0" y="8738"/>
                  </a:cubicBezTo>
                  <a:cubicBezTo>
                    <a:pt x="10177" y="10849"/>
                    <a:pt x="17342" y="15513"/>
                    <a:pt x="17758" y="21011"/>
                  </a:cubicBezTo>
                  <a:cubicBezTo>
                    <a:pt x="17758" y="21011"/>
                    <a:pt x="17758" y="21011"/>
                    <a:pt x="17758" y="21011"/>
                  </a:cubicBezTo>
                  <a:cubicBezTo>
                    <a:pt x="17758" y="21011"/>
                    <a:pt x="17758" y="21060"/>
                    <a:pt x="17758" y="21109"/>
                  </a:cubicBezTo>
                  <a:cubicBezTo>
                    <a:pt x="17758" y="21109"/>
                    <a:pt x="17758" y="21109"/>
                    <a:pt x="17758" y="21109"/>
                  </a:cubicBezTo>
                  <a:cubicBezTo>
                    <a:pt x="17758" y="21109"/>
                    <a:pt x="17758" y="21109"/>
                    <a:pt x="17758" y="21109"/>
                  </a:cubicBezTo>
                  <a:cubicBezTo>
                    <a:pt x="17758" y="21109"/>
                    <a:pt x="17758" y="21109"/>
                    <a:pt x="17758" y="21109"/>
                  </a:cubicBezTo>
                  <a:cubicBezTo>
                    <a:pt x="17758" y="21158"/>
                    <a:pt x="17758" y="21158"/>
                    <a:pt x="17758" y="21158"/>
                  </a:cubicBezTo>
                  <a:cubicBezTo>
                    <a:pt x="17758" y="21158"/>
                    <a:pt x="17758" y="21158"/>
                    <a:pt x="17758" y="21158"/>
                  </a:cubicBezTo>
                  <a:cubicBezTo>
                    <a:pt x="17758" y="21158"/>
                    <a:pt x="17758" y="21158"/>
                    <a:pt x="17758" y="21158"/>
                  </a:cubicBezTo>
                  <a:cubicBezTo>
                    <a:pt x="17758" y="21158"/>
                    <a:pt x="17758" y="21158"/>
                    <a:pt x="17758" y="21158"/>
                  </a:cubicBezTo>
                  <a:cubicBezTo>
                    <a:pt x="17758" y="21158"/>
                    <a:pt x="17758" y="21158"/>
                    <a:pt x="17758" y="21158"/>
                  </a:cubicBezTo>
                  <a:cubicBezTo>
                    <a:pt x="17758" y="21158"/>
                    <a:pt x="17758" y="21158"/>
                    <a:pt x="17758" y="21158"/>
                  </a:cubicBezTo>
                  <a:cubicBezTo>
                    <a:pt x="17758" y="21207"/>
                    <a:pt x="17758" y="21207"/>
                    <a:pt x="17758" y="21207"/>
                  </a:cubicBezTo>
                  <a:cubicBezTo>
                    <a:pt x="17758" y="21207"/>
                    <a:pt x="17758" y="21207"/>
                    <a:pt x="17758" y="21207"/>
                  </a:cubicBezTo>
                  <a:cubicBezTo>
                    <a:pt x="17758" y="21207"/>
                    <a:pt x="17758" y="21207"/>
                    <a:pt x="17758" y="21207"/>
                  </a:cubicBezTo>
                  <a:cubicBezTo>
                    <a:pt x="17758" y="21207"/>
                    <a:pt x="17758" y="21207"/>
                    <a:pt x="17758" y="21207"/>
                  </a:cubicBezTo>
                  <a:cubicBezTo>
                    <a:pt x="17758" y="21207"/>
                    <a:pt x="17758" y="21207"/>
                    <a:pt x="17758" y="21207"/>
                  </a:cubicBezTo>
                  <a:cubicBezTo>
                    <a:pt x="17758" y="21207"/>
                    <a:pt x="17758" y="21256"/>
                    <a:pt x="17758" y="21256"/>
                  </a:cubicBezTo>
                  <a:cubicBezTo>
                    <a:pt x="17758" y="21256"/>
                    <a:pt x="17758" y="21256"/>
                    <a:pt x="17758" y="21256"/>
                  </a:cubicBezTo>
                  <a:cubicBezTo>
                    <a:pt x="17758" y="21256"/>
                    <a:pt x="17758" y="21256"/>
                    <a:pt x="17758" y="21256"/>
                  </a:cubicBezTo>
                  <a:cubicBezTo>
                    <a:pt x="17758" y="21256"/>
                    <a:pt x="17758" y="21256"/>
                    <a:pt x="17758" y="21256"/>
                  </a:cubicBezTo>
                  <a:cubicBezTo>
                    <a:pt x="17758" y="21256"/>
                    <a:pt x="17758" y="21256"/>
                    <a:pt x="17758" y="21256"/>
                  </a:cubicBezTo>
                  <a:cubicBezTo>
                    <a:pt x="17758" y="21256"/>
                    <a:pt x="17758" y="21256"/>
                    <a:pt x="17758" y="21256"/>
                  </a:cubicBezTo>
                  <a:cubicBezTo>
                    <a:pt x="17758" y="21256"/>
                    <a:pt x="17758" y="21305"/>
                    <a:pt x="17758" y="21305"/>
                  </a:cubicBezTo>
                  <a:cubicBezTo>
                    <a:pt x="17758" y="21305"/>
                    <a:pt x="17758" y="21305"/>
                    <a:pt x="17758" y="21305"/>
                  </a:cubicBezTo>
                  <a:cubicBezTo>
                    <a:pt x="17758" y="21305"/>
                    <a:pt x="17758" y="21305"/>
                    <a:pt x="17758" y="21355"/>
                  </a:cubicBezTo>
                  <a:cubicBezTo>
                    <a:pt x="17758" y="21355"/>
                    <a:pt x="17758" y="21355"/>
                    <a:pt x="17758" y="21355"/>
                  </a:cubicBezTo>
                  <a:cubicBezTo>
                    <a:pt x="17758" y="21355"/>
                    <a:pt x="17758" y="21355"/>
                    <a:pt x="17758" y="21355"/>
                  </a:cubicBezTo>
                  <a:cubicBezTo>
                    <a:pt x="17758" y="21355"/>
                    <a:pt x="17758" y="21355"/>
                    <a:pt x="17758" y="21355"/>
                  </a:cubicBezTo>
                  <a:cubicBezTo>
                    <a:pt x="17758" y="21355"/>
                    <a:pt x="17758" y="21355"/>
                    <a:pt x="17758" y="21355"/>
                  </a:cubicBezTo>
                  <a:cubicBezTo>
                    <a:pt x="17758" y="21355"/>
                    <a:pt x="17758" y="21355"/>
                    <a:pt x="17758" y="21355"/>
                  </a:cubicBezTo>
                  <a:cubicBezTo>
                    <a:pt x="17758" y="21355"/>
                    <a:pt x="17758" y="21404"/>
                    <a:pt x="17758" y="21404"/>
                  </a:cubicBezTo>
                  <a:cubicBezTo>
                    <a:pt x="17758" y="21404"/>
                    <a:pt x="17758" y="21404"/>
                    <a:pt x="17758" y="21404"/>
                  </a:cubicBezTo>
                  <a:cubicBezTo>
                    <a:pt x="17758" y="21404"/>
                    <a:pt x="17758" y="21404"/>
                    <a:pt x="17758" y="21404"/>
                  </a:cubicBezTo>
                  <a:cubicBezTo>
                    <a:pt x="17758" y="21404"/>
                    <a:pt x="17758" y="21404"/>
                    <a:pt x="17758" y="21404"/>
                  </a:cubicBezTo>
                  <a:cubicBezTo>
                    <a:pt x="17758" y="21404"/>
                    <a:pt x="17758" y="21404"/>
                    <a:pt x="17758" y="21404"/>
                  </a:cubicBezTo>
                  <a:cubicBezTo>
                    <a:pt x="17758" y="21404"/>
                    <a:pt x="17758" y="21404"/>
                    <a:pt x="17758" y="21404"/>
                  </a:cubicBezTo>
                  <a:cubicBezTo>
                    <a:pt x="17758" y="21453"/>
                    <a:pt x="17758" y="21453"/>
                    <a:pt x="17758" y="21453"/>
                  </a:cubicBezTo>
                  <a:cubicBezTo>
                    <a:pt x="17758" y="21453"/>
                    <a:pt x="17758" y="21453"/>
                    <a:pt x="17758" y="21453"/>
                  </a:cubicBezTo>
                  <a:cubicBezTo>
                    <a:pt x="17758" y="21453"/>
                    <a:pt x="17758" y="21453"/>
                    <a:pt x="17758" y="21453"/>
                  </a:cubicBezTo>
                  <a:cubicBezTo>
                    <a:pt x="17758" y="21453"/>
                    <a:pt x="17758" y="21453"/>
                    <a:pt x="17758" y="21453"/>
                  </a:cubicBezTo>
                  <a:cubicBezTo>
                    <a:pt x="17758" y="21453"/>
                    <a:pt x="17758" y="21453"/>
                    <a:pt x="17758" y="21453"/>
                  </a:cubicBezTo>
                  <a:cubicBezTo>
                    <a:pt x="17758" y="21453"/>
                    <a:pt x="17758" y="21453"/>
                    <a:pt x="17758" y="21502"/>
                  </a:cubicBezTo>
                  <a:cubicBezTo>
                    <a:pt x="17758" y="21502"/>
                    <a:pt x="17758" y="21502"/>
                    <a:pt x="17758" y="21502"/>
                  </a:cubicBezTo>
                  <a:cubicBezTo>
                    <a:pt x="17758" y="21502"/>
                    <a:pt x="17758" y="21502"/>
                    <a:pt x="17758" y="21502"/>
                  </a:cubicBezTo>
                  <a:cubicBezTo>
                    <a:pt x="17758" y="21502"/>
                    <a:pt x="17758" y="21502"/>
                    <a:pt x="17758" y="21502"/>
                  </a:cubicBezTo>
                  <a:cubicBezTo>
                    <a:pt x="17758" y="21502"/>
                    <a:pt x="17758" y="21502"/>
                    <a:pt x="17758" y="21502"/>
                  </a:cubicBezTo>
                  <a:cubicBezTo>
                    <a:pt x="17758" y="21502"/>
                    <a:pt x="17758" y="21502"/>
                    <a:pt x="17758" y="21551"/>
                  </a:cubicBezTo>
                  <a:cubicBezTo>
                    <a:pt x="17758" y="21551"/>
                    <a:pt x="17758" y="21551"/>
                    <a:pt x="17758" y="21551"/>
                  </a:cubicBezTo>
                  <a:cubicBezTo>
                    <a:pt x="17758" y="21551"/>
                    <a:pt x="17758" y="21551"/>
                    <a:pt x="17758" y="21551"/>
                  </a:cubicBezTo>
                  <a:cubicBezTo>
                    <a:pt x="17758" y="21600"/>
                    <a:pt x="17758" y="21600"/>
                    <a:pt x="17758" y="21600"/>
                  </a:cubicBezTo>
                  <a:cubicBezTo>
                    <a:pt x="20250" y="19391"/>
                    <a:pt x="21600" y="16887"/>
                    <a:pt x="21600" y="14236"/>
                  </a:cubicBezTo>
                  <a:cubicBezTo>
                    <a:pt x="21600" y="14236"/>
                    <a:pt x="21600" y="14236"/>
                    <a:pt x="21600" y="14236"/>
                  </a:cubicBezTo>
                  <a:cubicBezTo>
                    <a:pt x="21600" y="14236"/>
                    <a:pt x="21600" y="14236"/>
                    <a:pt x="21600" y="14236"/>
                  </a:cubicBezTo>
                  <a:cubicBezTo>
                    <a:pt x="21600" y="14236"/>
                    <a:pt x="21600" y="14236"/>
                    <a:pt x="21600" y="14187"/>
                  </a:cubicBezTo>
                  <a:cubicBezTo>
                    <a:pt x="21600" y="14187"/>
                    <a:pt x="21600" y="14187"/>
                    <a:pt x="21600" y="14187"/>
                  </a:cubicBezTo>
                  <a:cubicBezTo>
                    <a:pt x="21600" y="14187"/>
                    <a:pt x="21600" y="14187"/>
                    <a:pt x="21600" y="14187"/>
                  </a:cubicBezTo>
                  <a:cubicBezTo>
                    <a:pt x="21600" y="14187"/>
                    <a:pt x="21600" y="14187"/>
                    <a:pt x="21600" y="14187"/>
                  </a:cubicBezTo>
                  <a:cubicBezTo>
                    <a:pt x="21600" y="14187"/>
                    <a:pt x="21600" y="14187"/>
                    <a:pt x="21600" y="14187"/>
                  </a:cubicBezTo>
                  <a:cubicBezTo>
                    <a:pt x="21600" y="14187"/>
                    <a:pt x="21600" y="14138"/>
                    <a:pt x="21600" y="14138"/>
                  </a:cubicBezTo>
                  <a:cubicBezTo>
                    <a:pt x="21600" y="14138"/>
                    <a:pt x="21600" y="14138"/>
                    <a:pt x="21600" y="14138"/>
                  </a:cubicBezTo>
                  <a:cubicBezTo>
                    <a:pt x="21600" y="14138"/>
                    <a:pt x="21600" y="14138"/>
                    <a:pt x="21600" y="14138"/>
                  </a:cubicBezTo>
                  <a:cubicBezTo>
                    <a:pt x="21600" y="14138"/>
                    <a:pt x="21600" y="14138"/>
                    <a:pt x="21600" y="14138"/>
                  </a:cubicBezTo>
                  <a:cubicBezTo>
                    <a:pt x="21600" y="14138"/>
                    <a:pt x="21600" y="14138"/>
                    <a:pt x="21600" y="14138"/>
                  </a:cubicBezTo>
                  <a:cubicBezTo>
                    <a:pt x="21600" y="14138"/>
                    <a:pt x="21600" y="14089"/>
                    <a:pt x="21600" y="14089"/>
                  </a:cubicBezTo>
                  <a:cubicBezTo>
                    <a:pt x="21600" y="14089"/>
                    <a:pt x="21600" y="14089"/>
                    <a:pt x="21600" y="14089"/>
                  </a:cubicBezTo>
                  <a:cubicBezTo>
                    <a:pt x="21600" y="14089"/>
                    <a:pt x="21600" y="14089"/>
                    <a:pt x="21600" y="14089"/>
                  </a:cubicBezTo>
                  <a:cubicBezTo>
                    <a:pt x="21600" y="14089"/>
                    <a:pt x="21600" y="14089"/>
                    <a:pt x="21600" y="14089"/>
                  </a:cubicBezTo>
                  <a:cubicBezTo>
                    <a:pt x="21600" y="14089"/>
                    <a:pt x="21600" y="14089"/>
                    <a:pt x="21600" y="14089"/>
                  </a:cubicBezTo>
                  <a:cubicBezTo>
                    <a:pt x="21600" y="14040"/>
                    <a:pt x="21600" y="14040"/>
                    <a:pt x="21600" y="14040"/>
                  </a:cubicBezTo>
                  <a:cubicBezTo>
                    <a:pt x="21600" y="14040"/>
                    <a:pt x="21600" y="14040"/>
                    <a:pt x="21600" y="14040"/>
                  </a:cubicBezTo>
                  <a:cubicBezTo>
                    <a:pt x="21600" y="14040"/>
                    <a:pt x="21600" y="14040"/>
                    <a:pt x="21600" y="14040"/>
                  </a:cubicBezTo>
                  <a:cubicBezTo>
                    <a:pt x="21600" y="14040"/>
                    <a:pt x="21600" y="14040"/>
                    <a:pt x="21600" y="14040"/>
                  </a:cubicBezTo>
                  <a:cubicBezTo>
                    <a:pt x="21600" y="14040"/>
                    <a:pt x="21600" y="14040"/>
                    <a:pt x="21600" y="13991"/>
                  </a:cubicBezTo>
                  <a:cubicBezTo>
                    <a:pt x="21600" y="13991"/>
                    <a:pt x="21600" y="13991"/>
                    <a:pt x="21600" y="13991"/>
                  </a:cubicBezTo>
                  <a:cubicBezTo>
                    <a:pt x="21600" y="13991"/>
                    <a:pt x="21600" y="13991"/>
                    <a:pt x="21600" y="13991"/>
                  </a:cubicBezTo>
                  <a:cubicBezTo>
                    <a:pt x="21600" y="13991"/>
                    <a:pt x="21600" y="13991"/>
                    <a:pt x="21600" y="13991"/>
                  </a:cubicBezTo>
                  <a:cubicBezTo>
                    <a:pt x="21600" y="13991"/>
                    <a:pt x="21600" y="13991"/>
                    <a:pt x="21600" y="13991"/>
                  </a:cubicBezTo>
                  <a:cubicBezTo>
                    <a:pt x="21600" y="13991"/>
                    <a:pt x="21600" y="13991"/>
                    <a:pt x="21600" y="13942"/>
                  </a:cubicBezTo>
                  <a:cubicBezTo>
                    <a:pt x="21600" y="13942"/>
                    <a:pt x="21600" y="13942"/>
                    <a:pt x="21600" y="13942"/>
                  </a:cubicBezTo>
                  <a:cubicBezTo>
                    <a:pt x="21600" y="13942"/>
                    <a:pt x="21600" y="13942"/>
                    <a:pt x="21600" y="13942"/>
                  </a:cubicBezTo>
                  <a:cubicBezTo>
                    <a:pt x="21600" y="13942"/>
                    <a:pt x="21600" y="13942"/>
                    <a:pt x="21600" y="13942"/>
                  </a:cubicBezTo>
                  <a:cubicBezTo>
                    <a:pt x="21600" y="13942"/>
                    <a:pt x="21600" y="13942"/>
                    <a:pt x="21600" y="13942"/>
                  </a:cubicBezTo>
                  <a:cubicBezTo>
                    <a:pt x="21600" y="13942"/>
                    <a:pt x="21600" y="13942"/>
                    <a:pt x="21600" y="13893"/>
                  </a:cubicBezTo>
                  <a:cubicBezTo>
                    <a:pt x="21600" y="13893"/>
                    <a:pt x="21600" y="13893"/>
                    <a:pt x="21600" y="13893"/>
                  </a:cubicBezTo>
                  <a:cubicBezTo>
                    <a:pt x="21600" y="13893"/>
                    <a:pt x="21600" y="13893"/>
                    <a:pt x="21600" y="13893"/>
                  </a:cubicBezTo>
                  <a:cubicBezTo>
                    <a:pt x="21600" y="13893"/>
                    <a:pt x="21600" y="13893"/>
                    <a:pt x="21600" y="13893"/>
                  </a:cubicBezTo>
                  <a:cubicBezTo>
                    <a:pt x="21600" y="13893"/>
                    <a:pt x="21600" y="13893"/>
                    <a:pt x="21600" y="13893"/>
                  </a:cubicBezTo>
                  <a:cubicBezTo>
                    <a:pt x="21600" y="13893"/>
                    <a:pt x="21600" y="13893"/>
                    <a:pt x="21600" y="13844"/>
                  </a:cubicBezTo>
                  <a:cubicBezTo>
                    <a:pt x="21600" y="13844"/>
                    <a:pt x="21600" y="13844"/>
                    <a:pt x="21600" y="13844"/>
                  </a:cubicBezTo>
                  <a:cubicBezTo>
                    <a:pt x="21600" y="13844"/>
                    <a:pt x="21600" y="13844"/>
                    <a:pt x="21600" y="13844"/>
                  </a:cubicBezTo>
                  <a:cubicBezTo>
                    <a:pt x="21600" y="13844"/>
                    <a:pt x="21600" y="13844"/>
                    <a:pt x="21600" y="13844"/>
                  </a:cubicBezTo>
                  <a:cubicBezTo>
                    <a:pt x="21600" y="13844"/>
                    <a:pt x="21600" y="13844"/>
                    <a:pt x="21600" y="13844"/>
                  </a:cubicBezTo>
                  <a:cubicBezTo>
                    <a:pt x="21600" y="13795"/>
                    <a:pt x="21600" y="13795"/>
                    <a:pt x="21600" y="13795"/>
                  </a:cubicBezTo>
                  <a:cubicBezTo>
                    <a:pt x="21600" y="13795"/>
                    <a:pt x="21600" y="13795"/>
                    <a:pt x="21600" y="13795"/>
                  </a:cubicBezTo>
                  <a:cubicBezTo>
                    <a:pt x="21600" y="13795"/>
                    <a:pt x="21600" y="13795"/>
                    <a:pt x="21600" y="13795"/>
                  </a:cubicBezTo>
                  <a:cubicBezTo>
                    <a:pt x="21600" y="13795"/>
                    <a:pt x="21600" y="13795"/>
                    <a:pt x="21600" y="13795"/>
                  </a:cubicBezTo>
                  <a:cubicBezTo>
                    <a:pt x="21600" y="13795"/>
                    <a:pt x="21600" y="13795"/>
                    <a:pt x="21600" y="13795"/>
                  </a:cubicBezTo>
                  <a:cubicBezTo>
                    <a:pt x="21600" y="13745"/>
                    <a:pt x="21600" y="13745"/>
                    <a:pt x="21600" y="13745"/>
                  </a:cubicBezTo>
                  <a:cubicBezTo>
                    <a:pt x="21600" y="13745"/>
                    <a:pt x="21600" y="13745"/>
                    <a:pt x="21600" y="13745"/>
                  </a:cubicBezTo>
                  <a:cubicBezTo>
                    <a:pt x="21600" y="13745"/>
                    <a:pt x="21600" y="13745"/>
                    <a:pt x="21600" y="13745"/>
                  </a:cubicBezTo>
                  <a:cubicBezTo>
                    <a:pt x="21600" y="13745"/>
                    <a:pt x="21600" y="13745"/>
                    <a:pt x="21600" y="13745"/>
                  </a:cubicBezTo>
                  <a:cubicBezTo>
                    <a:pt x="21600" y="13745"/>
                    <a:pt x="21600" y="13745"/>
                    <a:pt x="21600" y="13745"/>
                  </a:cubicBezTo>
                  <a:cubicBezTo>
                    <a:pt x="21600" y="13696"/>
                    <a:pt x="21600" y="13696"/>
                    <a:pt x="21600" y="13696"/>
                  </a:cubicBezTo>
                  <a:cubicBezTo>
                    <a:pt x="21600" y="13696"/>
                    <a:pt x="21600" y="13696"/>
                    <a:pt x="21600" y="13696"/>
                  </a:cubicBezTo>
                  <a:cubicBezTo>
                    <a:pt x="21600" y="13696"/>
                    <a:pt x="21600" y="13696"/>
                    <a:pt x="21600" y="13696"/>
                  </a:cubicBezTo>
                  <a:cubicBezTo>
                    <a:pt x="21600" y="13696"/>
                    <a:pt x="21600" y="13696"/>
                    <a:pt x="21600" y="13696"/>
                  </a:cubicBezTo>
                  <a:cubicBezTo>
                    <a:pt x="21600" y="13696"/>
                    <a:pt x="21600" y="13647"/>
                    <a:pt x="21600" y="13647"/>
                  </a:cubicBezTo>
                  <a:cubicBezTo>
                    <a:pt x="21600" y="13647"/>
                    <a:pt x="21600" y="13647"/>
                    <a:pt x="21600" y="13647"/>
                  </a:cubicBezTo>
                  <a:cubicBezTo>
                    <a:pt x="21600" y="13647"/>
                    <a:pt x="21600" y="13647"/>
                    <a:pt x="21600" y="13647"/>
                  </a:cubicBezTo>
                  <a:cubicBezTo>
                    <a:pt x="21600" y="13598"/>
                    <a:pt x="21600" y="13598"/>
                    <a:pt x="21600" y="13598"/>
                  </a:cubicBezTo>
                  <a:cubicBezTo>
                    <a:pt x="21600" y="13598"/>
                    <a:pt x="21600" y="13598"/>
                    <a:pt x="21600" y="13598"/>
                  </a:cubicBezTo>
                  <a:cubicBezTo>
                    <a:pt x="21600" y="13598"/>
                    <a:pt x="21600" y="13598"/>
                    <a:pt x="21600" y="13598"/>
                  </a:cubicBezTo>
                  <a:cubicBezTo>
                    <a:pt x="21600" y="13598"/>
                    <a:pt x="21600" y="13598"/>
                    <a:pt x="21600" y="13598"/>
                  </a:cubicBezTo>
                  <a:cubicBezTo>
                    <a:pt x="21600" y="13598"/>
                    <a:pt x="21600" y="13598"/>
                    <a:pt x="21600" y="13598"/>
                  </a:cubicBezTo>
                  <a:cubicBezTo>
                    <a:pt x="21600" y="13598"/>
                    <a:pt x="21600" y="13549"/>
                    <a:pt x="21600" y="13549"/>
                  </a:cubicBezTo>
                  <a:cubicBezTo>
                    <a:pt x="21600" y="13549"/>
                    <a:pt x="21600" y="13549"/>
                    <a:pt x="21600" y="13549"/>
                  </a:cubicBezTo>
                  <a:cubicBezTo>
                    <a:pt x="21600" y="13549"/>
                    <a:pt x="21600" y="13549"/>
                    <a:pt x="21600" y="13549"/>
                  </a:cubicBezTo>
                  <a:cubicBezTo>
                    <a:pt x="21600" y="13549"/>
                    <a:pt x="21600" y="13549"/>
                    <a:pt x="21600" y="13549"/>
                  </a:cubicBezTo>
                  <a:cubicBezTo>
                    <a:pt x="21600" y="13549"/>
                    <a:pt x="21600" y="13549"/>
                    <a:pt x="21600" y="13549"/>
                  </a:cubicBezTo>
                  <a:cubicBezTo>
                    <a:pt x="21600" y="13549"/>
                    <a:pt x="21600" y="13549"/>
                    <a:pt x="21600" y="13549"/>
                  </a:cubicBezTo>
                  <a:cubicBezTo>
                    <a:pt x="21600" y="13500"/>
                    <a:pt x="21600" y="13451"/>
                    <a:pt x="21600" y="13451"/>
                  </a:cubicBezTo>
                  <a:cubicBezTo>
                    <a:pt x="21600" y="13451"/>
                    <a:pt x="21600" y="13451"/>
                    <a:pt x="21600" y="13451"/>
                  </a:cubicBezTo>
                  <a:cubicBezTo>
                    <a:pt x="21600" y="13451"/>
                    <a:pt x="21600" y="13402"/>
                    <a:pt x="21600" y="13402"/>
                  </a:cubicBezTo>
                  <a:cubicBezTo>
                    <a:pt x="21600" y="13402"/>
                    <a:pt x="21600" y="13402"/>
                    <a:pt x="21600" y="13402"/>
                  </a:cubicBezTo>
                  <a:cubicBezTo>
                    <a:pt x="21600" y="13402"/>
                    <a:pt x="21600" y="13402"/>
                    <a:pt x="21600" y="13402"/>
                  </a:cubicBezTo>
                  <a:cubicBezTo>
                    <a:pt x="21600" y="13402"/>
                    <a:pt x="21600" y="13402"/>
                    <a:pt x="21600" y="13402"/>
                  </a:cubicBezTo>
                  <a:cubicBezTo>
                    <a:pt x="21600" y="13402"/>
                    <a:pt x="21600" y="13402"/>
                    <a:pt x="21600" y="13402"/>
                  </a:cubicBezTo>
                  <a:cubicBezTo>
                    <a:pt x="21600" y="13402"/>
                    <a:pt x="21600" y="13402"/>
                    <a:pt x="21600" y="13402"/>
                  </a:cubicBezTo>
                  <a:cubicBezTo>
                    <a:pt x="21600" y="13353"/>
                    <a:pt x="21600" y="13353"/>
                    <a:pt x="21600" y="13353"/>
                  </a:cubicBezTo>
                  <a:cubicBezTo>
                    <a:pt x="21600" y="13353"/>
                    <a:pt x="21600" y="13353"/>
                    <a:pt x="21600" y="13353"/>
                  </a:cubicBezTo>
                  <a:cubicBezTo>
                    <a:pt x="20873" y="7413"/>
                    <a:pt x="13188" y="2356"/>
                    <a:pt x="2285" y="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0" name="Shape 8380"/>
            <p:cNvSpPr/>
            <p:nvPr/>
          </p:nvSpPr>
          <p:spPr>
            <a:xfrm>
              <a:off x="1760366" y="1299760"/>
              <a:ext cx="759739" cy="28483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80" y="43"/>
                  </a:moveTo>
                  <a:cubicBezTo>
                    <a:pt x="18400" y="427"/>
                    <a:pt x="18720" y="811"/>
                    <a:pt x="19040" y="1195"/>
                  </a:cubicBezTo>
                  <a:cubicBezTo>
                    <a:pt x="13120" y="1750"/>
                    <a:pt x="6720" y="2006"/>
                    <a:pt x="0" y="2006"/>
                  </a:cubicBezTo>
                  <a:cubicBezTo>
                    <a:pt x="0" y="6062"/>
                    <a:pt x="0" y="6062"/>
                    <a:pt x="0" y="6062"/>
                  </a:cubicBezTo>
                  <a:cubicBezTo>
                    <a:pt x="8480" y="6062"/>
                    <a:pt x="15520" y="7897"/>
                    <a:pt x="15520" y="10202"/>
                  </a:cubicBezTo>
                  <a:cubicBezTo>
                    <a:pt x="15520" y="12465"/>
                    <a:pt x="8480" y="14300"/>
                    <a:pt x="0" y="14300"/>
                  </a:cubicBezTo>
                  <a:cubicBezTo>
                    <a:pt x="0" y="21557"/>
                    <a:pt x="0" y="21557"/>
                    <a:pt x="0" y="21557"/>
                  </a:cubicBezTo>
                  <a:cubicBezTo>
                    <a:pt x="6080" y="21557"/>
                    <a:pt x="11840" y="21258"/>
                    <a:pt x="17280" y="20789"/>
                  </a:cubicBezTo>
                  <a:cubicBezTo>
                    <a:pt x="17280" y="20789"/>
                    <a:pt x="17280" y="20789"/>
                    <a:pt x="17280" y="20789"/>
                  </a:cubicBezTo>
                  <a:cubicBezTo>
                    <a:pt x="17280" y="20789"/>
                    <a:pt x="17280" y="20789"/>
                    <a:pt x="17280" y="20789"/>
                  </a:cubicBezTo>
                  <a:cubicBezTo>
                    <a:pt x="17120" y="21088"/>
                    <a:pt x="16960" y="21344"/>
                    <a:pt x="16800" y="21600"/>
                  </a:cubicBezTo>
                  <a:cubicBezTo>
                    <a:pt x="16800" y="21600"/>
                    <a:pt x="16800" y="21600"/>
                    <a:pt x="16800" y="21600"/>
                  </a:cubicBezTo>
                  <a:cubicBezTo>
                    <a:pt x="16800" y="21600"/>
                    <a:pt x="16800" y="21600"/>
                    <a:pt x="16800" y="21600"/>
                  </a:cubicBezTo>
                  <a:cubicBezTo>
                    <a:pt x="18400" y="18996"/>
                    <a:pt x="19520" y="16349"/>
                    <a:pt x="20320" y="14002"/>
                  </a:cubicBezTo>
                  <a:cubicBezTo>
                    <a:pt x="20320" y="14002"/>
                    <a:pt x="20320" y="14002"/>
                    <a:pt x="20320" y="14002"/>
                  </a:cubicBezTo>
                  <a:cubicBezTo>
                    <a:pt x="21120" y="11568"/>
                    <a:pt x="21600" y="9434"/>
                    <a:pt x="21600" y="7855"/>
                  </a:cubicBezTo>
                  <a:cubicBezTo>
                    <a:pt x="21600" y="7855"/>
                    <a:pt x="21600" y="7855"/>
                    <a:pt x="21600" y="7855"/>
                  </a:cubicBezTo>
                  <a:cubicBezTo>
                    <a:pt x="21600" y="7855"/>
                    <a:pt x="21600" y="7855"/>
                    <a:pt x="21600" y="7855"/>
                  </a:cubicBezTo>
                  <a:cubicBezTo>
                    <a:pt x="21600" y="7855"/>
                    <a:pt x="21600" y="7855"/>
                    <a:pt x="21600" y="7855"/>
                  </a:cubicBezTo>
                  <a:cubicBezTo>
                    <a:pt x="21600" y="7855"/>
                    <a:pt x="21600" y="7812"/>
                    <a:pt x="21600" y="7812"/>
                  </a:cubicBezTo>
                  <a:cubicBezTo>
                    <a:pt x="21600" y="7812"/>
                    <a:pt x="21600" y="7812"/>
                    <a:pt x="21600" y="7812"/>
                  </a:cubicBezTo>
                  <a:cubicBezTo>
                    <a:pt x="21600" y="7812"/>
                    <a:pt x="21600" y="7812"/>
                    <a:pt x="21600" y="7812"/>
                  </a:cubicBezTo>
                  <a:cubicBezTo>
                    <a:pt x="21600" y="7812"/>
                    <a:pt x="21600" y="7812"/>
                    <a:pt x="21600" y="7812"/>
                  </a:cubicBezTo>
                  <a:cubicBezTo>
                    <a:pt x="21600" y="7812"/>
                    <a:pt x="21600" y="7812"/>
                    <a:pt x="21600" y="7812"/>
                  </a:cubicBezTo>
                  <a:cubicBezTo>
                    <a:pt x="21600" y="7812"/>
                    <a:pt x="21600" y="7812"/>
                    <a:pt x="21600" y="7812"/>
                  </a:cubicBezTo>
                  <a:cubicBezTo>
                    <a:pt x="21600" y="7812"/>
                    <a:pt x="21600" y="7812"/>
                    <a:pt x="21600" y="7769"/>
                  </a:cubicBezTo>
                  <a:cubicBezTo>
                    <a:pt x="21600" y="7769"/>
                    <a:pt x="21600" y="7769"/>
                    <a:pt x="21600" y="7769"/>
                  </a:cubicBezTo>
                  <a:cubicBezTo>
                    <a:pt x="21600" y="7769"/>
                    <a:pt x="21600" y="7769"/>
                    <a:pt x="21600" y="7769"/>
                  </a:cubicBezTo>
                  <a:cubicBezTo>
                    <a:pt x="21600" y="7769"/>
                    <a:pt x="21600" y="7769"/>
                    <a:pt x="21600" y="7769"/>
                  </a:cubicBezTo>
                  <a:cubicBezTo>
                    <a:pt x="21600" y="7769"/>
                    <a:pt x="21600" y="7769"/>
                    <a:pt x="21600" y="7769"/>
                  </a:cubicBezTo>
                  <a:cubicBezTo>
                    <a:pt x="21600" y="7769"/>
                    <a:pt x="21600" y="7769"/>
                    <a:pt x="21600" y="7769"/>
                  </a:cubicBezTo>
                  <a:cubicBezTo>
                    <a:pt x="21600" y="7769"/>
                    <a:pt x="21600" y="7769"/>
                    <a:pt x="21600" y="7769"/>
                  </a:cubicBezTo>
                  <a:cubicBezTo>
                    <a:pt x="21600" y="7769"/>
                    <a:pt x="21600" y="7726"/>
                    <a:pt x="21600" y="7726"/>
                  </a:cubicBezTo>
                  <a:cubicBezTo>
                    <a:pt x="21600" y="7726"/>
                    <a:pt x="21600" y="7726"/>
                    <a:pt x="21600" y="7726"/>
                  </a:cubicBezTo>
                  <a:cubicBezTo>
                    <a:pt x="21600" y="7726"/>
                    <a:pt x="21600" y="7726"/>
                    <a:pt x="21600" y="7726"/>
                  </a:cubicBezTo>
                  <a:cubicBezTo>
                    <a:pt x="21600" y="7726"/>
                    <a:pt x="21600" y="7726"/>
                    <a:pt x="21600" y="7726"/>
                  </a:cubicBezTo>
                  <a:cubicBezTo>
                    <a:pt x="21600" y="7726"/>
                    <a:pt x="21600" y="7726"/>
                    <a:pt x="21600" y="7726"/>
                  </a:cubicBezTo>
                  <a:cubicBezTo>
                    <a:pt x="21600" y="7726"/>
                    <a:pt x="21600" y="7726"/>
                    <a:pt x="21600" y="7726"/>
                  </a:cubicBezTo>
                  <a:cubicBezTo>
                    <a:pt x="21600" y="7726"/>
                    <a:pt x="21600" y="7684"/>
                    <a:pt x="21600" y="7684"/>
                  </a:cubicBezTo>
                  <a:cubicBezTo>
                    <a:pt x="21600" y="7684"/>
                    <a:pt x="21600" y="7684"/>
                    <a:pt x="21600" y="7684"/>
                  </a:cubicBezTo>
                  <a:cubicBezTo>
                    <a:pt x="21600" y="7684"/>
                    <a:pt x="21600" y="7684"/>
                    <a:pt x="21600" y="7684"/>
                  </a:cubicBezTo>
                  <a:cubicBezTo>
                    <a:pt x="21600" y="7684"/>
                    <a:pt x="21600" y="7684"/>
                    <a:pt x="21600" y="7684"/>
                  </a:cubicBezTo>
                  <a:cubicBezTo>
                    <a:pt x="21600" y="7684"/>
                    <a:pt x="21600" y="7684"/>
                    <a:pt x="21600" y="7684"/>
                  </a:cubicBezTo>
                  <a:cubicBezTo>
                    <a:pt x="21600" y="7684"/>
                    <a:pt x="21600" y="7684"/>
                    <a:pt x="21600" y="7641"/>
                  </a:cubicBezTo>
                  <a:cubicBezTo>
                    <a:pt x="21600" y="7641"/>
                    <a:pt x="21600" y="7641"/>
                    <a:pt x="21600" y="7641"/>
                  </a:cubicBezTo>
                  <a:cubicBezTo>
                    <a:pt x="21600" y="7641"/>
                    <a:pt x="21600" y="7641"/>
                    <a:pt x="21600" y="7641"/>
                  </a:cubicBezTo>
                  <a:cubicBezTo>
                    <a:pt x="21600" y="7641"/>
                    <a:pt x="21600" y="7641"/>
                    <a:pt x="21600" y="7641"/>
                  </a:cubicBezTo>
                  <a:cubicBezTo>
                    <a:pt x="21600" y="7641"/>
                    <a:pt x="21600" y="7641"/>
                    <a:pt x="21600" y="7598"/>
                  </a:cubicBezTo>
                  <a:cubicBezTo>
                    <a:pt x="21600" y="7598"/>
                    <a:pt x="21600" y="7598"/>
                    <a:pt x="21600" y="7598"/>
                  </a:cubicBezTo>
                  <a:cubicBezTo>
                    <a:pt x="21600" y="7598"/>
                    <a:pt x="21600" y="7598"/>
                    <a:pt x="21600" y="7598"/>
                  </a:cubicBezTo>
                  <a:cubicBezTo>
                    <a:pt x="21600" y="7598"/>
                    <a:pt x="21600" y="7598"/>
                    <a:pt x="21600" y="7598"/>
                  </a:cubicBezTo>
                  <a:cubicBezTo>
                    <a:pt x="21600" y="7598"/>
                    <a:pt x="21600" y="7598"/>
                    <a:pt x="21600" y="7598"/>
                  </a:cubicBezTo>
                  <a:cubicBezTo>
                    <a:pt x="21600" y="7556"/>
                    <a:pt x="21600" y="7556"/>
                    <a:pt x="21600" y="7556"/>
                  </a:cubicBezTo>
                  <a:cubicBezTo>
                    <a:pt x="21600" y="7556"/>
                    <a:pt x="21600" y="7556"/>
                    <a:pt x="21600" y="7556"/>
                  </a:cubicBezTo>
                  <a:cubicBezTo>
                    <a:pt x="21600" y="7556"/>
                    <a:pt x="21600" y="7556"/>
                    <a:pt x="21600" y="7556"/>
                  </a:cubicBezTo>
                  <a:cubicBezTo>
                    <a:pt x="21600" y="7556"/>
                    <a:pt x="21600" y="7556"/>
                    <a:pt x="21600" y="7556"/>
                  </a:cubicBezTo>
                  <a:cubicBezTo>
                    <a:pt x="21600" y="7556"/>
                    <a:pt x="21600" y="7556"/>
                    <a:pt x="21600" y="7556"/>
                  </a:cubicBezTo>
                  <a:cubicBezTo>
                    <a:pt x="21600" y="4909"/>
                    <a:pt x="20320" y="2391"/>
                    <a:pt x="18080" y="43"/>
                  </a:cubicBezTo>
                  <a:moveTo>
                    <a:pt x="18080" y="0"/>
                  </a:moveTo>
                  <a:cubicBezTo>
                    <a:pt x="18080" y="0"/>
                    <a:pt x="18080" y="0"/>
                    <a:pt x="18080" y="0"/>
                  </a:cubicBezTo>
                  <a:cubicBezTo>
                    <a:pt x="18080" y="0"/>
                    <a:pt x="18080" y="0"/>
                    <a:pt x="18080" y="0"/>
                  </a:cubicBezTo>
                </a:path>
              </a:pathLst>
            </a:custGeom>
            <a:solidFill>
              <a:srgbClr val="D9D9D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1" name="Shape 8381"/>
            <p:cNvSpPr/>
            <p:nvPr/>
          </p:nvSpPr>
          <p:spPr>
            <a:xfrm>
              <a:off x="1760366" y="225008"/>
              <a:ext cx="669736" cy="13394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713" y="2813"/>
                  </a:moveTo>
                  <a:cubicBezTo>
                    <a:pt x="14339" y="7624"/>
                    <a:pt x="18514" y="13069"/>
                    <a:pt x="21237" y="18968"/>
                  </a:cubicBezTo>
                  <a:cubicBezTo>
                    <a:pt x="14521" y="20057"/>
                    <a:pt x="7442" y="20602"/>
                    <a:pt x="0" y="20602"/>
                  </a:cubicBezTo>
                  <a:cubicBezTo>
                    <a:pt x="0" y="21600"/>
                    <a:pt x="0" y="21600"/>
                    <a:pt x="0" y="21600"/>
                  </a:cubicBezTo>
                  <a:cubicBezTo>
                    <a:pt x="7624" y="21600"/>
                    <a:pt x="14884" y="21055"/>
                    <a:pt x="21600" y="19876"/>
                  </a:cubicBezTo>
                  <a:cubicBezTo>
                    <a:pt x="21237" y="19059"/>
                    <a:pt x="20874" y="18242"/>
                    <a:pt x="20511" y="17425"/>
                  </a:cubicBezTo>
                  <a:cubicBezTo>
                    <a:pt x="20511" y="17334"/>
                    <a:pt x="20511" y="17334"/>
                    <a:pt x="20511" y="17334"/>
                  </a:cubicBezTo>
                  <a:cubicBezTo>
                    <a:pt x="20511" y="17334"/>
                    <a:pt x="20511" y="17334"/>
                    <a:pt x="20511" y="17334"/>
                  </a:cubicBezTo>
                  <a:cubicBezTo>
                    <a:pt x="19966" y="16518"/>
                    <a:pt x="19603" y="15701"/>
                    <a:pt x="19059" y="14884"/>
                  </a:cubicBezTo>
                  <a:cubicBezTo>
                    <a:pt x="19059" y="14884"/>
                    <a:pt x="19059" y="14884"/>
                    <a:pt x="19059" y="14884"/>
                  </a:cubicBezTo>
                  <a:cubicBezTo>
                    <a:pt x="18151" y="13250"/>
                    <a:pt x="17062" y="11708"/>
                    <a:pt x="15792" y="10165"/>
                  </a:cubicBezTo>
                  <a:cubicBezTo>
                    <a:pt x="15792" y="10165"/>
                    <a:pt x="15792" y="10074"/>
                    <a:pt x="15792" y="10074"/>
                  </a:cubicBezTo>
                  <a:cubicBezTo>
                    <a:pt x="14884" y="9076"/>
                    <a:pt x="14158" y="8077"/>
                    <a:pt x="13250" y="7079"/>
                  </a:cubicBezTo>
                  <a:cubicBezTo>
                    <a:pt x="13250" y="7079"/>
                    <a:pt x="13250" y="7079"/>
                    <a:pt x="13250" y="7079"/>
                  </a:cubicBezTo>
                  <a:cubicBezTo>
                    <a:pt x="12706" y="6625"/>
                    <a:pt x="12343" y="6171"/>
                    <a:pt x="11980" y="5808"/>
                  </a:cubicBezTo>
                  <a:cubicBezTo>
                    <a:pt x="11798" y="5718"/>
                    <a:pt x="11798" y="5627"/>
                    <a:pt x="11617" y="5536"/>
                  </a:cubicBezTo>
                  <a:cubicBezTo>
                    <a:pt x="11254" y="5082"/>
                    <a:pt x="10891" y="4629"/>
                    <a:pt x="10346" y="4266"/>
                  </a:cubicBezTo>
                  <a:cubicBezTo>
                    <a:pt x="10346" y="4175"/>
                    <a:pt x="10346" y="4175"/>
                    <a:pt x="10346" y="4175"/>
                  </a:cubicBezTo>
                  <a:cubicBezTo>
                    <a:pt x="9802" y="3721"/>
                    <a:pt x="9257" y="3358"/>
                    <a:pt x="8894" y="2904"/>
                  </a:cubicBezTo>
                  <a:cubicBezTo>
                    <a:pt x="8894" y="2813"/>
                    <a:pt x="8713" y="2813"/>
                    <a:pt x="8713" y="2813"/>
                  </a:cubicBezTo>
                  <a:moveTo>
                    <a:pt x="5264" y="0"/>
                  </a:moveTo>
                  <a:cubicBezTo>
                    <a:pt x="5264" y="91"/>
                    <a:pt x="5445" y="91"/>
                    <a:pt x="5445" y="182"/>
                  </a:cubicBezTo>
                  <a:cubicBezTo>
                    <a:pt x="5445" y="91"/>
                    <a:pt x="5445" y="91"/>
                    <a:pt x="5445" y="91"/>
                  </a:cubicBezTo>
                  <a:cubicBezTo>
                    <a:pt x="5445" y="91"/>
                    <a:pt x="5264" y="91"/>
                    <a:pt x="5264" y="0"/>
                  </a:cubicBezTo>
                  <a:cubicBezTo>
                    <a:pt x="5264" y="0"/>
                    <a:pt x="5264" y="0"/>
                    <a:pt x="5264" y="0"/>
                  </a:cubicBezTo>
                </a:path>
              </a:pathLst>
            </a:custGeom>
            <a:solidFill>
              <a:srgbClr val="194D71"/>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2" name="Shape 8382"/>
            <p:cNvSpPr/>
            <p:nvPr/>
          </p:nvSpPr>
          <p:spPr>
            <a:xfrm>
              <a:off x="1760366" y="-1"/>
              <a:ext cx="659148" cy="15035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21600"/>
                    <a:pt x="0" y="21600"/>
                    <a:pt x="0" y="21600"/>
                  </a:cubicBezTo>
                  <a:cubicBezTo>
                    <a:pt x="7569" y="21600"/>
                    <a:pt x="14769" y="21115"/>
                    <a:pt x="21600" y="20144"/>
                  </a:cubicBezTo>
                  <a:cubicBezTo>
                    <a:pt x="18831" y="14885"/>
                    <a:pt x="14585" y="10031"/>
                    <a:pt x="8862" y="5744"/>
                  </a:cubicBezTo>
                  <a:cubicBezTo>
                    <a:pt x="8862" y="5663"/>
                    <a:pt x="8862" y="5663"/>
                    <a:pt x="8677" y="5582"/>
                  </a:cubicBezTo>
                  <a:cubicBezTo>
                    <a:pt x="8677" y="5582"/>
                    <a:pt x="8677" y="5582"/>
                    <a:pt x="8677" y="5582"/>
                  </a:cubicBezTo>
                  <a:cubicBezTo>
                    <a:pt x="8677" y="5582"/>
                    <a:pt x="8677" y="5501"/>
                    <a:pt x="8492" y="5501"/>
                  </a:cubicBezTo>
                  <a:cubicBezTo>
                    <a:pt x="8123" y="5178"/>
                    <a:pt x="7754" y="4935"/>
                    <a:pt x="7569" y="4692"/>
                  </a:cubicBezTo>
                  <a:cubicBezTo>
                    <a:pt x="7385" y="4611"/>
                    <a:pt x="7200" y="4530"/>
                    <a:pt x="7200" y="4449"/>
                  </a:cubicBezTo>
                  <a:cubicBezTo>
                    <a:pt x="7015" y="4369"/>
                    <a:pt x="7015" y="4369"/>
                    <a:pt x="7015" y="4369"/>
                  </a:cubicBezTo>
                  <a:cubicBezTo>
                    <a:pt x="6462" y="4045"/>
                    <a:pt x="6092" y="3721"/>
                    <a:pt x="5538" y="3398"/>
                  </a:cubicBezTo>
                  <a:cubicBezTo>
                    <a:pt x="5538" y="3398"/>
                    <a:pt x="5538" y="3398"/>
                    <a:pt x="5538" y="3398"/>
                  </a:cubicBezTo>
                  <a:cubicBezTo>
                    <a:pt x="5538" y="3317"/>
                    <a:pt x="5354" y="3317"/>
                    <a:pt x="5354" y="3236"/>
                  </a:cubicBezTo>
                  <a:cubicBezTo>
                    <a:pt x="5354" y="3236"/>
                    <a:pt x="5354" y="3236"/>
                    <a:pt x="5354" y="3236"/>
                  </a:cubicBezTo>
                  <a:cubicBezTo>
                    <a:pt x="4800" y="2912"/>
                    <a:pt x="4431" y="2589"/>
                    <a:pt x="3877" y="2346"/>
                  </a:cubicBezTo>
                  <a:cubicBezTo>
                    <a:pt x="3877" y="2265"/>
                    <a:pt x="3692" y="2184"/>
                    <a:pt x="3692" y="2184"/>
                  </a:cubicBezTo>
                  <a:cubicBezTo>
                    <a:pt x="3508" y="2103"/>
                    <a:pt x="3508" y="2022"/>
                    <a:pt x="3323" y="1942"/>
                  </a:cubicBezTo>
                  <a:cubicBezTo>
                    <a:pt x="2954" y="1780"/>
                    <a:pt x="2585" y="1537"/>
                    <a:pt x="2215" y="1294"/>
                  </a:cubicBezTo>
                  <a:cubicBezTo>
                    <a:pt x="2031" y="1213"/>
                    <a:pt x="2031" y="1133"/>
                    <a:pt x="1846" y="1052"/>
                  </a:cubicBezTo>
                  <a:cubicBezTo>
                    <a:pt x="1846" y="1052"/>
                    <a:pt x="1662" y="1052"/>
                    <a:pt x="1662" y="971"/>
                  </a:cubicBezTo>
                  <a:cubicBezTo>
                    <a:pt x="1108" y="647"/>
                    <a:pt x="554" y="324"/>
                    <a:pt x="0" y="0"/>
                  </a:cubicBezTo>
                  <a:cubicBezTo>
                    <a:pt x="0" y="0"/>
                    <a:pt x="0" y="0"/>
                    <a:pt x="0" y="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3" name="Shape 8383"/>
            <p:cNvSpPr/>
            <p:nvPr/>
          </p:nvSpPr>
          <p:spPr>
            <a:xfrm>
              <a:off x="1760366" y="2099205"/>
              <a:ext cx="545319" cy="10853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2350"/>
                    <a:pt x="0" y="2350"/>
                    <a:pt x="0" y="2350"/>
                  </a:cubicBezTo>
                  <a:cubicBezTo>
                    <a:pt x="9353" y="2350"/>
                    <a:pt x="16701" y="6155"/>
                    <a:pt x="16701" y="10856"/>
                  </a:cubicBezTo>
                  <a:cubicBezTo>
                    <a:pt x="16701" y="10856"/>
                    <a:pt x="16701" y="10856"/>
                    <a:pt x="16701" y="10856"/>
                  </a:cubicBezTo>
                  <a:cubicBezTo>
                    <a:pt x="16701" y="10856"/>
                    <a:pt x="16701" y="10856"/>
                    <a:pt x="16701" y="10856"/>
                  </a:cubicBezTo>
                  <a:cubicBezTo>
                    <a:pt x="16701" y="10856"/>
                    <a:pt x="16701" y="10856"/>
                    <a:pt x="16701" y="10856"/>
                  </a:cubicBezTo>
                  <a:cubicBezTo>
                    <a:pt x="16701" y="15445"/>
                    <a:pt x="9353" y="19250"/>
                    <a:pt x="0" y="19250"/>
                  </a:cubicBezTo>
                  <a:cubicBezTo>
                    <a:pt x="0" y="21600"/>
                    <a:pt x="0" y="21600"/>
                    <a:pt x="0" y="21600"/>
                  </a:cubicBezTo>
                  <a:cubicBezTo>
                    <a:pt x="11802" y="21600"/>
                    <a:pt x="21600" y="16788"/>
                    <a:pt x="21600" y="10856"/>
                  </a:cubicBezTo>
                  <a:cubicBezTo>
                    <a:pt x="21600" y="4812"/>
                    <a:pt x="11802" y="0"/>
                    <a:pt x="0" y="0"/>
                  </a:cubicBezTo>
                </a:path>
              </a:pathLst>
            </a:custGeom>
            <a:solidFill>
              <a:srgbClr val="262626"/>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4" name="Shape 8384"/>
            <p:cNvSpPr/>
            <p:nvPr/>
          </p:nvSpPr>
          <p:spPr>
            <a:xfrm>
              <a:off x="1760366" y="2218327"/>
              <a:ext cx="423548" cy="8047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5438"/>
                    <a:pt x="0" y="5438"/>
                    <a:pt x="0" y="5438"/>
                  </a:cubicBezTo>
                  <a:cubicBezTo>
                    <a:pt x="8640" y="906"/>
                    <a:pt x="8640" y="906"/>
                    <a:pt x="8640" y="906"/>
                  </a:cubicBezTo>
                  <a:cubicBezTo>
                    <a:pt x="11520" y="1662"/>
                    <a:pt x="14112" y="2568"/>
                    <a:pt x="16128" y="3927"/>
                  </a:cubicBezTo>
                  <a:cubicBezTo>
                    <a:pt x="10944" y="6646"/>
                    <a:pt x="5472" y="9516"/>
                    <a:pt x="0" y="12386"/>
                  </a:cubicBezTo>
                  <a:cubicBezTo>
                    <a:pt x="0" y="21600"/>
                    <a:pt x="0" y="21600"/>
                    <a:pt x="0" y="21600"/>
                  </a:cubicBezTo>
                  <a:cubicBezTo>
                    <a:pt x="7200" y="17824"/>
                    <a:pt x="14400" y="14048"/>
                    <a:pt x="21600" y="10271"/>
                  </a:cubicBezTo>
                  <a:cubicBezTo>
                    <a:pt x="21600" y="10724"/>
                    <a:pt x="21600" y="11027"/>
                    <a:pt x="21600" y="11480"/>
                  </a:cubicBezTo>
                  <a:cubicBezTo>
                    <a:pt x="21600" y="5136"/>
                    <a:pt x="12096" y="0"/>
                    <a:pt x="0" y="0"/>
                  </a:cubicBezTo>
                </a:path>
              </a:pathLst>
            </a:custGeom>
            <a:solidFill>
              <a:srgbClr val="14405D"/>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5" name="Shape 8385"/>
            <p:cNvSpPr/>
            <p:nvPr/>
          </p:nvSpPr>
          <p:spPr>
            <a:xfrm>
              <a:off x="1760366" y="2250095"/>
              <a:ext cx="315015" cy="4288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71" y="0"/>
                  </a:moveTo>
                  <a:cubicBezTo>
                    <a:pt x="0" y="8526"/>
                    <a:pt x="0" y="8526"/>
                    <a:pt x="0" y="8526"/>
                  </a:cubicBezTo>
                  <a:cubicBezTo>
                    <a:pt x="0" y="21600"/>
                    <a:pt x="0" y="21600"/>
                    <a:pt x="0" y="21600"/>
                  </a:cubicBezTo>
                  <a:cubicBezTo>
                    <a:pt x="7329" y="16200"/>
                    <a:pt x="14657" y="10800"/>
                    <a:pt x="21600" y="5684"/>
                  </a:cubicBezTo>
                  <a:cubicBezTo>
                    <a:pt x="18900" y="3126"/>
                    <a:pt x="15429" y="1421"/>
                    <a:pt x="11571" y="0"/>
                  </a:cubicBezTo>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6" name="Shape 8386"/>
            <p:cNvSpPr/>
            <p:nvPr/>
          </p:nvSpPr>
          <p:spPr>
            <a:xfrm>
              <a:off x="1760366" y="2599521"/>
              <a:ext cx="423548" cy="4685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4400" y="6506"/>
                    <a:pt x="7200" y="13012"/>
                    <a:pt x="0" y="19518"/>
                  </a:cubicBezTo>
                  <a:cubicBezTo>
                    <a:pt x="0" y="21600"/>
                    <a:pt x="0" y="21600"/>
                    <a:pt x="0" y="21600"/>
                  </a:cubicBezTo>
                  <a:cubicBezTo>
                    <a:pt x="12096" y="21600"/>
                    <a:pt x="21600" y="12752"/>
                    <a:pt x="21600" y="2082"/>
                  </a:cubicBezTo>
                  <a:cubicBezTo>
                    <a:pt x="21600" y="2082"/>
                    <a:pt x="21600" y="2082"/>
                    <a:pt x="21600" y="2082"/>
                  </a:cubicBezTo>
                  <a:cubicBezTo>
                    <a:pt x="21600" y="1301"/>
                    <a:pt x="21600" y="781"/>
                    <a:pt x="21600" y="0"/>
                  </a:cubicBezTo>
                </a:path>
              </a:pathLst>
            </a:custGeom>
            <a:solidFill>
              <a:srgbClr val="1F608B"/>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sp>
          <p:nvSpPr>
            <p:cNvPr id="8387" name="Shape 8387"/>
            <p:cNvSpPr/>
            <p:nvPr/>
          </p:nvSpPr>
          <p:spPr>
            <a:xfrm>
              <a:off x="1760366" y="4039582"/>
              <a:ext cx="608850" cy="12441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4800" y="1075"/>
                    <a:pt x="7600" y="1759"/>
                    <a:pt x="0" y="1759"/>
                  </a:cubicBezTo>
                  <a:cubicBezTo>
                    <a:pt x="0" y="21600"/>
                    <a:pt x="0" y="21600"/>
                    <a:pt x="0" y="21600"/>
                  </a:cubicBezTo>
                  <a:cubicBezTo>
                    <a:pt x="7800" y="21600"/>
                    <a:pt x="14200" y="20427"/>
                    <a:pt x="14400" y="18863"/>
                  </a:cubicBezTo>
                  <a:cubicBezTo>
                    <a:pt x="14600" y="18863"/>
                    <a:pt x="14600" y="18863"/>
                    <a:pt x="14600" y="18863"/>
                  </a:cubicBezTo>
                  <a:cubicBezTo>
                    <a:pt x="14600" y="18863"/>
                    <a:pt x="14600" y="18863"/>
                    <a:pt x="14600" y="18863"/>
                  </a:cubicBezTo>
                  <a:cubicBezTo>
                    <a:pt x="14600" y="18863"/>
                    <a:pt x="14600" y="18863"/>
                    <a:pt x="14600" y="18863"/>
                  </a:cubicBezTo>
                  <a:cubicBezTo>
                    <a:pt x="14800" y="18179"/>
                    <a:pt x="15200" y="17593"/>
                    <a:pt x="15400" y="16909"/>
                  </a:cubicBezTo>
                  <a:cubicBezTo>
                    <a:pt x="15600" y="16713"/>
                    <a:pt x="15600" y="16518"/>
                    <a:pt x="15600" y="16420"/>
                  </a:cubicBezTo>
                  <a:cubicBezTo>
                    <a:pt x="16000" y="15833"/>
                    <a:pt x="16200" y="15247"/>
                    <a:pt x="16400" y="14563"/>
                  </a:cubicBezTo>
                  <a:cubicBezTo>
                    <a:pt x="16400" y="14465"/>
                    <a:pt x="16600" y="14367"/>
                    <a:pt x="16600" y="14270"/>
                  </a:cubicBezTo>
                  <a:cubicBezTo>
                    <a:pt x="16800" y="13586"/>
                    <a:pt x="17200" y="12901"/>
                    <a:pt x="17400" y="12217"/>
                  </a:cubicBezTo>
                  <a:cubicBezTo>
                    <a:pt x="17600" y="12022"/>
                    <a:pt x="17600" y="11924"/>
                    <a:pt x="17600" y="11826"/>
                  </a:cubicBezTo>
                  <a:cubicBezTo>
                    <a:pt x="17800" y="11142"/>
                    <a:pt x="18200" y="10556"/>
                    <a:pt x="18400" y="9871"/>
                  </a:cubicBezTo>
                  <a:cubicBezTo>
                    <a:pt x="18400" y="9774"/>
                    <a:pt x="18400" y="9676"/>
                    <a:pt x="18400" y="9578"/>
                  </a:cubicBezTo>
                  <a:cubicBezTo>
                    <a:pt x="19000" y="8014"/>
                    <a:pt x="19600" y="6548"/>
                    <a:pt x="20000" y="4985"/>
                  </a:cubicBezTo>
                  <a:cubicBezTo>
                    <a:pt x="20200" y="4887"/>
                    <a:pt x="20200" y="4887"/>
                    <a:pt x="20200" y="4789"/>
                  </a:cubicBezTo>
                  <a:cubicBezTo>
                    <a:pt x="20400" y="3812"/>
                    <a:pt x="20800" y="2834"/>
                    <a:pt x="21000" y="1857"/>
                  </a:cubicBezTo>
                  <a:cubicBezTo>
                    <a:pt x="21000" y="1857"/>
                    <a:pt x="21000" y="1857"/>
                    <a:pt x="21000" y="1857"/>
                  </a:cubicBezTo>
                  <a:cubicBezTo>
                    <a:pt x="21200" y="1271"/>
                    <a:pt x="21400" y="684"/>
                    <a:pt x="21600" y="0"/>
                  </a:cubicBezTo>
                </a:path>
              </a:pathLst>
            </a:custGeom>
            <a:solidFill>
              <a:srgbClr val="2674A9"/>
            </a:solidFill>
            <a:ln w="12700" cap="flat">
              <a:noFill/>
              <a:miter lim="400000"/>
            </a:ln>
            <a:effectLst/>
          </p:spPr>
          <p:txBody>
            <a:bodyPr wrap="square" lIns="91392" tIns="91392" rIns="91392" bIns="91392" numCol="1" anchor="t">
              <a:noAutofit/>
            </a:bodyPr>
            <a:lstStyle/>
            <a:p>
              <a:pPr algn="l" defTabSz="1828800">
                <a:defRPr sz="3600">
                  <a:latin typeface="Helvetica"/>
                  <a:ea typeface="Helvetica"/>
                  <a:cs typeface="Helvetica"/>
                  <a:sym typeface="Helvetica"/>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8270"/>
                                        </p:tgtEl>
                                        <p:attrNameLst>
                                          <p:attrName>style.visibility</p:attrName>
                                        </p:attrNameLst>
                                      </p:cBhvr>
                                      <p:to>
                                        <p:strVal val="visible"/>
                                      </p:to>
                                    </p:set>
                                    <p:anim calcmode="lin" valueType="num">
                                      <p:cBhvr>
                                        <p:cTn id="7" dur="500" fill="hold"/>
                                        <p:tgtEl>
                                          <p:spTgt spid="8270"/>
                                        </p:tgtEl>
                                        <p:attrNameLst>
                                          <p:attrName>ppt_w</p:attrName>
                                        </p:attrNameLst>
                                      </p:cBhvr>
                                      <p:tavLst>
                                        <p:tav tm="0">
                                          <p:val>
                                            <p:fltVal val="0"/>
                                          </p:val>
                                        </p:tav>
                                        <p:tav tm="100000">
                                          <p:val>
                                            <p:strVal val="#ppt_w"/>
                                          </p:val>
                                        </p:tav>
                                      </p:tavLst>
                                    </p:anim>
                                    <p:anim calcmode="lin" valueType="num">
                                      <p:cBhvr>
                                        <p:cTn id="8" dur="500" fill="hold"/>
                                        <p:tgtEl>
                                          <p:spTgt spid="8270"/>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Class="entr" nodeType="afterEffect" presetID="9" grpId="2" fill="hold">
                                  <p:stCondLst>
                                    <p:cond delay="0"/>
                                  </p:stCondLst>
                                  <p:iterate type="el" backwards="0">
                                    <p:tmAbs val="0"/>
                                  </p:iterate>
                                  <p:childTnLst>
                                    <p:set>
                                      <p:cBhvr>
                                        <p:cTn id="11" fill="hold"/>
                                        <p:tgtEl>
                                          <p:spTgt spid="8304"/>
                                        </p:tgtEl>
                                        <p:attrNameLst>
                                          <p:attrName>style.visibility</p:attrName>
                                        </p:attrNameLst>
                                      </p:cBhvr>
                                      <p:to>
                                        <p:strVal val="visible"/>
                                      </p:to>
                                    </p:set>
                                    <p:animEffect filter="dissolve" transition="in">
                                      <p:cBhvr>
                                        <p:cTn id="12" dur="500"/>
                                        <p:tgtEl>
                                          <p:spTgt spid="8304"/>
                                        </p:tgtEl>
                                      </p:cBhvr>
                                    </p:animEffect>
                                  </p:childTnLst>
                                </p:cTn>
                              </p:par>
                            </p:childTnLst>
                          </p:cTn>
                        </p:par>
                        <p:par>
                          <p:cTn id="13" fill="hold">
                            <p:stCondLst>
                              <p:cond delay="1000"/>
                            </p:stCondLst>
                            <p:childTnLst>
                              <p:par>
                                <p:cTn id="14" presetClass="entr" nodeType="afterEffect" presetID="9" grpId="3" fill="hold">
                                  <p:stCondLst>
                                    <p:cond delay="0"/>
                                  </p:stCondLst>
                                  <p:iterate type="el" backwards="0">
                                    <p:tmAbs val="0"/>
                                  </p:iterate>
                                  <p:childTnLst>
                                    <p:set>
                                      <p:cBhvr>
                                        <p:cTn id="15" fill="hold"/>
                                        <p:tgtEl>
                                          <p:spTgt spid="8345"/>
                                        </p:tgtEl>
                                        <p:attrNameLst>
                                          <p:attrName>style.visibility</p:attrName>
                                        </p:attrNameLst>
                                      </p:cBhvr>
                                      <p:to>
                                        <p:strVal val="visible"/>
                                      </p:to>
                                    </p:set>
                                    <p:animEffect filter="dissolve" transition="in">
                                      <p:cBhvr>
                                        <p:cTn id="16" dur="500"/>
                                        <p:tgtEl>
                                          <p:spTgt spid="8345"/>
                                        </p:tgtEl>
                                      </p:cBhvr>
                                    </p:animEffect>
                                  </p:childTnLst>
                                </p:cTn>
                              </p:par>
                            </p:childTnLst>
                          </p:cTn>
                        </p:par>
                        <p:par>
                          <p:cTn id="17" fill="hold">
                            <p:stCondLst>
                              <p:cond delay="1500"/>
                            </p:stCondLst>
                            <p:childTnLst>
                              <p:par>
                                <p:cTn id="18" presetClass="entr" nodeType="afterEffect" presetID="9" grpId="4" fill="hold">
                                  <p:stCondLst>
                                    <p:cond delay="0"/>
                                  </p:stCondLst>
                                  <p:iterate type="el" backwards="0">
                                    <p:tmAbs val="0"/>
                                  </p:iterate>
                                  <p:childTnLst>
                                    <p:set>
                                      <p:cBhvr>
                                        <p:cTn id="19" fill="hold"/>
                                        <p:tgtEl>
                                          <p:spTgt spid="8354"/>
                                        </p:tgtEl>
                                        <p:attrNameLst>
                                          <p:attrName>style.visibility</p:attrName>
                                        </p:attrNameLst>
                                      </p:cBhvr>
                                      <p:to>
                                        <p:strVal val="visible"/>
                                      </p:to>
                                    </p:set>
                                    <p:animEffect filter="dissolve" transition="in">
                                      <p:cBhvr>
                                        <p:cTn id="20" dur="1000"/>
                                        <p:tgtEl>
                                          <p:spTgt spid="8354"/>
                                        </p:tgtEl>
                                      </p:cBhvr>
                                    </p:animEffect>
                                  </p:childTnLst>
                                </p:cTn>
                              </p:par>
                            </p:childTnLst>
                          </p:cTn>
                        </p:par>
                        <p:par>
                          <p:cTn id="21" fill="hold">
                            <p:stCondLst>
                              <p:cond delay="2500"/>
                            </p:stCondLst>
                            <p:childTnLst>
                              <p:par>
                                <p:cTn id="22" presetClass="entr" nodeType="afterEffect" presetSubtype="4" presetID="22" grpId="5" fill="hold">
                                  <p:stCondLst>
                                    <p:cond delay="0"/>
                                  </p:stCondLst>
                                  <p:iterate type="el" backwards="0">
                                    <p:tmAbs val="0"/>
                                  </p:iterate>
                                  <p:childTnLst>
                                    <p:set>
                                      <p:cBhvr>
                                        <p:cTn id="23" fill="hold"/>
                                        <p:tgtEl>
                                          <p:spTgt spid="8355"/>
                                        </p:tgtEl>
                                        <p:attrNameLst>
                                          <p:attrName>style.visibility</p:attrName>
                                        </p:attrNameLst>
                                      </p:cBhvr>
                                      <p:to>
                                        <p:strVal val="visible"/>
                                      </p:to>
                                    </p:set>
                                    <p:animEffect filter="wipe(down)" transition="in">
                                      <p:cBhvr>
                                        <p:cTn id="24" dur="500"/>
                                        <p:tgtEl>
                                          <p:spTgt spid="8355"/>
                                        </p:tgtEl>
                                      </p:cBhvr>
                                    </p:animEffect>
                                  </p:childTnLst>
                                </p:cTn>
                              </p:par>
                            </p:childTnLst>
                          </p:cTn>
                        </p:par>
                        <p:par>
                          <p:cTn id="25" fill="hold">
                            <p:stCondLst>
                              <p:cond delay="3000"/>
                            </p:stCondLst>
                            <p:childTnLst>
                              <p:par>
                                <p:cTn id="26" presetClass="entr" nodeType="afterEffect" presetSubtype="4" presetID="22" grpId="6" fill="hold">
                                  <p:stCondLst>
                                    <p:cond delay="0"/>
                                  </p:stCondLst>
                                  <p:iterate type="el" backwards="0">
                                    <p:tmAbs val="0"/>
                                  </p:iterate>
                                  <p:childTnLst>
                                    <p:set>
                                      <p:cBhvr>
                                        <p:cTn id="27" fill="hold"/>
                                        <p:tgtEl>
                                          <p:spTgt spid="8356"/>
                                        </p:tgtEl>
                                        <p:attrNameLst>
                                          <p:attrName>style.visibility</p:attrName>
                                        </p:attrNameLst>
                                      </p:cBhvr>
                                      <p:to>
                                        <p:strVal val="visible"/>
                                      </p:to>
                                    </p:set>
                                    <p:animEffect filter="wipe(down)" transition="in">
                                      <p:cBhvr>
                                        <p:cTn id="28" dur="500"/>
                                        <p:tgtEl>
                                          <p:spTgt spid="8356"/>
                                        </p:tgtEl>
                                      </p:cBhvr>
                                    </p:animEffect>
                                  </p:childTnLst>
                                </p:cTn>
                              </p:par>
                            </p:childTnLst>
                          </p:cTn>
                        </p:par>
                        <p:par>
                          <p:cTn id="29" fill="hold">
                            <p:stCondLst>
                              <p:cond delay="3500"/>
                            </p:stCondLst>
                            <p:childTnLst>
                              <p:par>
                                <p:cTn id="30" presetClass="entr" nodeType="afterEffect" presetSubtype="4" presetID="22" grpId="7" fill="hold">
                                  <p:stCondLst>
                                    <p:cond delay="0"/>
                                  </p:stCondLst>
                                  <p:iterate type="el" backwards="0">
                                    <p:tmAbs val="0"/>
                                  </p:iterate>
                                  <p:childTnLst>
                                    <p:set>
                                      <p:cBhvr>
                                        <p:cTn id="31" fill="hold"/>
                                        <p:tgtEl>
                                          <p:spTgt spid="8357"/>
                                        </p:tgtEl>
                                        <p:attrNameLst>
                                          <p:attrName>style.visibility</p:attrName>
                                        </p:attrNameLst>
                                      </p:cBhvr>
                                      <p:to>
                                        <p:strVal val="visible"/>
                                      </p:to>
                                    </p:set>
                                    <p:animEffect filter="wipe(down)" transition="in">
                                      <p:cBhvr>
                                        <p:cTn id="32" dur="500"/>
                                        <p:tgtEl>
                                          <p:spTgt spid="8357"/>
                                        </p:tgtEl>
                                      </p:cBhvr>
                                    </p:animEffect>
                                  </p:childTnLst>
                                </p:cTn>
                              </p:par>
                            </p:childTnLst>
                          </p:cTn>
                        </p:par>
                        <p:par>
                          <p:cTn id="33" fill="hold">
                            <p:stCondLst>
                              <p:cond delay="4000"/>
                            </p:stCondLst>
                            <p:childTnLst>
                              <p:par>
                                <p:cTn id="34" presetClass="entr" nodeType="afterEffect" presetSubtype="4" presetID="22" grpId="8" fill="hold">
                                  <p:stCondLst>
                                    <p:cond delay="0"/>
                                  </p:stCondLst>
                                  <p:iterate type="el" backwards="0">
                                    <p:tmAbs val="0"/>
                                  </p:iterate>
                                  <p:childTnLst>
                                    <p:set>
                                      <p:cBhvr>
                                        <p:cTn id="35" fill="hold"/>
                                        <p:tgtEl>
                                          <p:spTgt spid="8366"/>
                                        </p:tgtEl>
                                        <p:attrNameLst>
                                          <p:attrName>style.visibility</p:attrName>
                                        </p:attrNameLst>
                                      </p:cBhvr>
                                      <p:to>
                                        <p:strVal val="visible"/>
                                      </p:to>
                                    </p:set>
                                    <p:animEffect filter="wipe(down)" transition="in">
                                      <p:cBhvr>
                                        <p:cTn id="36" dur="500"/>
                                        <p:tgtEl>
                                          <p:spTgt spid="8366"/>
                                        </p:tgtEl>
                                      </p:cBhvr>
                                    </p:animEffect>
                                  </p:childTnLst>
                                </p:cTn>
                              </p:par>
                            </p:childTnLst>
                          </p:cTn>
                        </p:par>
                        <p:par>
                          <p:cTn id="37" fill="hold">
                            <p:stCondLst>
                              <p:cond delay="4500"/>
                            </p:stCondLst>
                            <p:childTnLst>
                              <p:par>
                                <p:cTn id="38" presetClass="entr" nodeType="afterEffect" presetSubtype="4" presetID="2" grpId="9" fill="hold">
                                  <p:stCondLst>
                                    <p:cond delay="0"/>
                                  </p:stCondLst>
                                  <p:iterate type="el" backwards="0">
                                    <p:tmAbs val="0"/>
                                  </p:iterate>
                                  <p:childTnLst>
                                    <p:set>
                                      <p:cBhvr>
                                        <p:cTn id="39" fill="hold"/>
                                        <p:tgtEl>
                                          <p:spTgt spid="8388"/>
                                        </p:tgtEl>
                                        <p:attrNameLst>
                                          <p:attrName>style.visibility</p:attrName>
                                        </p:attrNameLst>
                                      </p:cBhvr>
                                      <p:to>
                                        <p:strVal val="visible"/>
                                      </p:to>
                                    </p:set>
                                    <p:anim calcmode="lin" valueType="num">
                                      <p:cBhvr>
                                        <p:cTn id="40" dur="500" fill="hold"/>
                                        <p:tgtEl>
                                          <p:spTgt spid="8388"/>
                                        </p:tgtEl>
                                        <p:attrNameLst>
                                          <p:attrName>ppt_x</p:attrName>
                                        </p:attrNameLst>
                                      </p:cBhvr>
                                      <p:tavLst>
                                        <p:tav tm="0">
                                          <p:val>
                                            <p:strVal val="#ppt_x"/>
                                          </p:val>
                                        </p:tav>
                                        <p:tav tm="100000">
                                          <p:val>
                                            <p:strVal val="#ppt_x"/>
                                          </p:val>
                                        </p:tav>
                                      </p:tavLst>
                                    </p:anim>
                                    <p:anim calcmode="lin" valueType="num">
                                      <p:cBhvr>
                                        <p:cTn id="41" dur="500" fill="hold"/>
                                        <p:tgtEl>
                                          <p:spTgt spid="838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354" grpId="4"/>
      <p:bldP build="whole" bldLvl="1" animBg="1" rev="0" advAuto="0" spid="8270" grpId="1"/>
      <p:bldP build="whole" bldLvl="1" animBg="1" rev="0" advAuto="0" spid="8355" grpId="5"/>
      <p:bldP build="whole" bldLvl="1" animBg="1" rev="0" advAuto="0" spid="8357" grpId="7"/>
      <p:bldP build="whole" bldLvl="1" animBg="1" rev="0" advAuto="0" spid="8304" grpId="2"/>
      <p:bldP build="whole" bldLvl="1" animBg="1" rev="0" advAuto="0" spid="8388" grpId="9"/>
      <p:bldP build="whole" bldLvl="1" animBg="1" rev="0" advAuto="0" spid="8345" grpId="3"/>
      <p:bldP build="whole" bldLvl="1" animBg="1" rev="0" advAuto="0" spid="8356" grpId="6"/>
      <p:bldP build="whole" bldLvl="1" animBg="1" rev="0" advAuto="0" spid="8366" grpId="8"/>
    </p:bldLst>
  </p:timing>
</p:sld>
</file>

<file path=ppt/slides/slide19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390" name="Shape 8390"/>
          <p:cNvSpPr/>
          <p:nvPr/>
        </p:nvSpPr>
        <p:spPr>
          <a:xfrm>
            <a:off x="353841" y="681483"/>
            <a:ext cx="72440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grpSp>
        <p:nvGrpSpPr>
          <p:cNvPr id="8396" name="Group 8396"/>
          <p:cNvGrpSpPr/>
          <p:nvPr/>
        </p:nvGrpSpPr>
        <p:grpSpPr>
          <a:xfrm>
            <a:off x="8912367" y="1745732"/>
            <a:ext cx="5767167" cy="3427723"/>
            <a:chOff x="0" y="0"/>
            <a:chExt cx="5767165" cy="3427721"/>
          </a:xfrm>
        </p:grpSpPr>
        <p:sp>
          <p:nvSpPr>
            <p:cNvPr id="8391" name="Shape 8391"/>
            <p:cNvSpPr/>
            <p:nvPr/>
          </p:nvSpPr>
          <p:spPr>
            <a:xfrm>
              <a:off x="-1" y="0"/>
              <a:ext cx="5767167" cy="2509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 y="0"/>
                  </a:moveTo>
                  <a:lnTo>
                    <a:pt x="21443" y="0"/>
                  </a:lnTo>
                  <a:cubicBezTo>
                    <a:pt x="21530" y="0"/>
                    <a:pt x="21600" y="1612"/>
                    <a:pt x="21600" y="3600"/>
                  </a:cubicBezTo>
                  <a:lnTo>
                    <a:pt x="21600" y="21600"/>
                  </a:lnTo>
                  <a:lnTo>
                    <a:pt x="0" y="21600"/>
                  </a:lnTo>
                  <a:lnTo>
                    <a:pt x="0" y="3600"/>
                  </a:lnTo>
                  <a:cubicBezTo>
                    <a:pt x="0" y="1612"/>
                    <a:pt x="70" y="0"/>
                    <a:pt x="157" y="0"/>
                  </a:cubicBezTo>
                  <a:close/>
                </a:path>
              </a:pathLst>
            </a:custGeom>
            <a:solidFill>
              <a:srgbClr val="161F28"/>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392" name="Shape 8392"/>
            <p:cNvSpPr/>
            <p:nvPr/>
          </p:nvSpPr>
          <p:spPr>
            <a:xfrm>
              <a:off x="84303" y="84304"/>
              <a:ext cx="82389" cy="82388"/>
            </a:xfrm>
            <a:prstGeom prst="ellipse">
              <a:avLst/>
            </a:prstGeom>
            <a:solidFill>
              <a:srgbClr val="C0504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393" name="Shape 8393"/>
            <p:cNvSpPr/>
            <p:nvPr/>
          </p:nvSpPr>
          <p:spPr>
            <a:xfrm>
              <a:off x="197348" y="84304"/>
              <a:ext cx="82388" cy="82388"/>
            </a:xfrm>
            <a:prstGeom prst="ellipse">
              <a:avLst/>
            </a:prstGeom>
            <a:solidFill>
              <a:srgbClr val="F9C827"/>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394" name="Shape 8394"/>
            <p:cNvSpPr/>
            <p:nvPr/>
          </p:nvSpPr>
          <p:spPr>
            <a:xfrm>
              <a:off x="310392" y="84304"/>
              <a:ext cx="84306" cy="82388"/>
            </a:xfrm>
            <a:prstGeom prst="ellipse">
              <a:avLst/>
            </a:prstGeom>
            <a:solidFill>
              <a:srgbClr val="9BBB59"/>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395" name="Shape 8395"/>
            <p:cNvSpPr/>
            <p:nvPr/>
          </p:nvSpPr>
          <p:spPr>
            <a:xfrm>
              <a:off x="-1" y="250809"/>
              <a:ext cx="5767167" cy="3176914"/>
            </a:xfrm>
            <a:prstGeom prst="rect">
              <a:avLst/>
            </a:prstGeom>
            <a:solidFill>
              <a:srgbClr val="F2F2F2"/>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402" name="Group 8402"/>
          <p:cNvGrpSpPr/>
          <p:nvPr/>
        </p:nvGrpSpPr>
        <p:grpSpPr>
          <a:xfrm>
            <a:off x="16480711" y="1724294"/>
            <a:ext cx="5767167" cy="3427723"/>
            <a:chOff x="0" y="0"/>
            <a:chExt cx="5767165" cy="3427721"/>
          </a:xfrm>
        </p:grpSpPr>
        <p:sp>
          <p:nvSpPr>
            <p:cNvPr id="8397" name="Shape 8397"/>
            <p:cNvSpPr/>
            <p:nvPr/>
          </p:nvSpPr>
          <p:spPr>
            <a:xfrm>
              <a:off x="-1" y="0"/>
              <a:ext cx="5767167" cy="2509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 y="0"/>
                  </a:moveTo>
                  <a:lnTo>
                    <a:pt x="21443" y="0"/>
                  </a:lnTo>
                  <a:cubicBezTo>
                    <a:pt x="21530" y="0"/>
                    <a:pt x="21600" y="1612"/>
                    <a:pt x="21600" y="3600"/>
                  </a:cubicBezTo>
                  <a:lnTo>
                    <a:pt x="21600" y="21600"/>
                  </a:lnTo>
                  <a:lnTo>
                    <a:pt x="0" y="21600"/>
                  </a:lnTo>
                  <a:lnTo>
                    <a:pt x="0" y="3600"/>
                  </a:lnTo>
                  <a:cubicBezTo>
                    <a:pt x="0" y="1612"/>
                    <a:pt x="70" y="0"/>
                    <a:pt x="157" y="0"/>
                  </a:cubicBezTo>
                  <a:close/>
                </a:path>
              </a:pathLst>
            </a:custGeom>
            <a:solidFill>
              <a:srgbClr val="161F28"/>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398" name="Shape 8398"/>
            <p:cNvSpPr/>
            <p:nvPr/>
          </p:nvSpPr>
          <p:spPr>
            <a:xfrm>
              <a:off x="84303" y="84304"/>
              <a:ext cx="82389" cy="82388"/>
            </a:xfrm>
            <a:prstGeom prst="ellipse">
              <a:avLst/>
            </a:prstGeom>
            <a:solidFill>
              <a:srgbClr val="C0504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399" name="Shape 8399"/>
            <p:cNvSpPr/>
            <p:nvPr/>
          </p:nvSpPr>
          <p:spPr>
            <a:xfrm>
              <a:off x="197348" y="84304"/>
              <a:ext cx="82388" cy="82388"/>
            </a:xfrm>
            <a:prstGeom prst="ellipse">
              <a:avLst/>
            </a:prstGeom>
            <a:solidFill>
              <a:srgbClr val="F9C827"/>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00" name="Shape 8400"/>
            <p:cNvSpPr/>
            <p:nvPr/>
          </p:nvSpPr>
          <p:spPr>
            <a:xfrm>
              <a:off x="310392" y="84304"/>
              <a:ext cx="84306" cy="82388"/>
            </a:xfrm>
            <a:prstGeom prst="ellipse">
              <a:avLst/>
            </a:prstGeom>
            <a:solidFill>
              <a:srgbClr val="9BBB59"/>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01" name="Shape 8401"/>
            <p:cNvSpPr/>
            <p:nvPr/>
          </p:nvSpPr>
          <p:spPr>
            <a:xfrm>
              <a:off x="-1" y="250809"/>
              <a:ext cx="5767167" cy="3176914"/>
            </a:xfrm>
            <a:prstGeom prst="rect">
              <a:avLst/>
            </a:prstGeom>
            <a:solidFill>
              <a:srgbClr val="F2F2F2"/>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408" name="Group 8408"/>
          <p:cNvGrpSpPr/>
          <p:nvPr/>
        </p:nvGrpSpPr>
        <p:grpSpPr>
          <a:xfrm>
            <a:off x="11663176" y="1209731"/>
            <a:ext cx="7426532" cy="4413972"/>
            <a:chOff x="0" y="0"/>
            <a:chExt cx="7426531" cy="4413971"/>
          </a:xfrm>
        </p:grpSpPr>
        <p:sp>
          <p:nvSpPr>
            <p:cNvPr id="8403" name="Shape 8403"/>
            <p:cNvSpPr/>
            <p:nvPr/>
          </p:nvSpPr>
          <p:spPr>
            <a:xfrm>
              <a:off x="0" y="-1"/>
              <a:ext cx="7426532" cy="3232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 y="0"/>
                  </a:moveTo>
                  <a:lnTo>
                    <a:pt x="21443" y="0"/>
                  </a:lnTo>
                  <a:cubicBezTo>
                    <a:pt x="21530" y="0"/>
                    <a:pt x="21600" y="1612"/>
                    <a:pt x="21600" y="3600"/>
                  </a:cubicBezTo>
                  <a:lnTo>
                    <a:pt x="21600" y="21600"/>
                  </a:lnTo>
                  <a:lnTo>
                    <a:pt x="0" y="21600"/>
                  </a:lnTo>
                  <a:lnTo>
                    <a:pt x="0" y="3600"/>
                  </a:lnTo>
                  <a:cubicBezTo>
                    <a:pt x="0" y="1612"/>
                    <a:pt x="70" y="0"/>
                    <a:pt x="157" y="0"/>
                  </a:cubicBezTo>
                  <a:close/>
                </a:path>
              </a:pathLst>
            </a:custGeom>
            <a:solidFill>
              <a:srgbClr val="161F28"/>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04" name="Shape 8404"/>
            <p:cNvSpPr/>
            <p:nvPr/>
          </p:nvSpPr>
          <p:spPr>
            <a:xfrm>
              <a:off x="108560" y="108560"/>
              <a:ext cx="106094" cy="106094"/>
            </a:xfrm>
            <a:prstGeom prst="ellipse">
              <a:avLst/>
            </a:prstGeom>
            <a:solidFill>
              <a:srgbClr val="C0504D"/>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05" name="Shape 8405"/>
            <p:cNvSpPr/>
            <p:nvPr/>
          </p:nvSpPr>
          <p:spPr>
            <a:xfrm>
              <a:off x="254130" y="108560"/>
              <a:ext cx="106094" cy="106094"/>
            </a:xfrm>
            <a:prstGeom prst="ellipse">
              <a:avLst/>
            </a:prstGeom>
            <a:solidFill>
              <a:srgbClr val="F9C827"/>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06" name="Shape 8406"/>
            <p:cNvSpPr/>
            <p:nvPr/>
          </p:nvSpPr>
          <p:spPr>
            <a:xfrm>
              <a:off x="399700" y="108560"/>
              <a:ext cx="108562" cy="106094"/>
            </a:xfrm>
            <a:prstGeom prst="ellipse">
              <a:avLst/>
            </a:prstGeom>
            <a:solidFill>
              <a:srgbClr val="9BBB59"/>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07" name="Shape 8407"/>
            <p:cNvSpPr/>
            <p:nvPr/>
          </p:nvSpPr>
          <p:spPr>
            <a:xfrm>
              <a:off x="0" y="322973"/>
              <a:ext cx="7426532" cy="4090999"/>
            </a:xfrm>
            <a:prstGeom prst="rect">
              <a:avLst/>
            </a:prstGeom>
            <a:solidFill>
              <a:srgbClr val="F2F2F2"/>
            </a:solidFill>
            <a:ln w="12700" cap="flat">
              <a:noFill/>
              <a:miter lim="4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443" name="Group 8443"/>
          <p:cNvGrpSpPr/>
          <p:nvPr/>
        </p:nvGrpSpPr>
        <p:grpSpPr>
          <a:xfrm>
            <a:off x="2893441" y="4367688"/>
            <a:ext cx="2164880" cy="9337316"/>
            <a:chOff x="0" y="0"/>
            <a:chExt cx="2164878" cy="9337315"/>
          </a:xfrm>
        </p:grpSpPr>
        <p:sp>
          <p:nvSpPr>
            <p:cNvPr id="8409" name="Shape 8409"/>
            <p:cNvSpPr/>
            <p:nvPr/>
          </p:nvSpPr>
          <p:spPr>
            <a:xfrm>
              <a:off x="379412" y="1949449"/>
              <a:ext cx="974365" cy="73878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21600" y="628"/>
                    <a:pt x="21600" y="628"/>
                    <a:pt x="21600" y="628"/>
                  </a:cubicBezTo>
                  <a:cubicBezTo>
                    <a:pt x="21600" y="294"/>
                    <a:pt x="18902" y="0"/>
                    <a:pt x="15573" y="0"/>
                  </a:cubicBezTo>
                  <a:cubicBezTo>
                    <a:pt x="6035" y="0"/>
                    <a:pt x="6035" y="0"/>
                    <a:pt x="6035" y="0"/>
                  </a:cubicBezTo>
                  <a:cubicBezTo>
                    <a:pt x="2706" y="0"/>
                    <a:pt x="0" y="294"/>
                    <a:pt x="0" y="628"/>
                  </a:cubicBezTo>
                  <a:cubicBezTo>
                    <a:pt x="0" y="21600"/>
                    <a:pt x="0" y="21600"/>
                    <a:pt x="0" y="21600"/>
                  </a:cubicBezTo>
                  <a:lnTo>
                    <a:pt x="21600" y="21600"/>
                  </a:ln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nvGrpSpPr>
            <p:cNvPr id="8437" name="Group 8437"/>
            <p:cNvGrpSpPr/>
            <p:nvPr/>
          </p:nvGrpSpPr>
          <p:grpSpPr>
            <a:xfrm>
              <a:off x="-1" y="0"/>
              <a:ext cx="2164880" cy="2588321"/>
              <a:chOff x="0" y="0"/>
              <a:chExt cx="2164878" cy="2588320"/>
            </a:xfrm>
          </p:grpSpPr>
          <p:grpSp>
            <p:nvGrpSpPr>
              <p:cNvPr id="8413" name="Group 8413"/>
              <p:cNvGrpSpPr/>
              <p:nvPr/>
            </p:nvGrpSpPr>
            <p:grpSpPr>
              <a:xfrm>
                <a:off x="333429" y="50100"/>
                <a:ext cx="1401449" cy="1481237"/>
                <a:chOff x="0" y="0"/>
                <a:chExt cx="1401447" cy="1481236"/>
              </a:xfrm>
            </p:grpSpPr>
            <p:sp>
              <p:nvSpPr>
                <p:cNvPr id="8410" name="Shape 8410"/>
                <p:cNvSpPr/>
                <p:nvPr/>
              </p:nvSpPr>
              <p:spPr>
                <a:xfrm>
                  <a:off x="9470" y="699"/>
                  <a:ext cx="1188678" cy="12823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8" y="721"/>
                      </a:moveTo>
                      <a:cubicBezTo>
                        <a:pt x="654" y="20272"/>
                        <a:pt x="654" y="20272"/>
                        <a:pt x="654" y="20272"/>
                      </a:cubicBezTo>
                      <a:cubicBezTo>
                        <a:pt x="268" y="20636"/>
                        <a:pt x="0" y="21115"/>
                        <a:pt x="0" y="21600"/>
                      </a:cubicBezTo>
                      <a:cubicBezTo>
                        <a:pt x="21600" y="0"/>
                        <a:pt x="21600" y="0"/>
                        <a:pt x="21600" y="0"/>
                      </a:cubicBezTo>
                      <a:cubicBezTo>
                        <a:pt x="21077" y="115"/>
                        <a:pt x="20561" y="358"/>
                        <a:pt x="20168" y="721"/>
                      </a:cubicBezTo>
                    </a:path>
                  </a:pathLst>
                </a:custGeom>
                <a:solidFill>
                  <a:srgbClr val="FCBF8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1" name="Shape 8411"/>
                <p:cNvSpPr/>
                <p:nvPr/>
              </p:nvSpPr>
              <p:spPr>
                <a:xfrm>
                  <a:off x="0" y="-1"/>
                  <a:ext cx="1401443" cy="1481238"/>
                </a:xfrm>
                <a:custGeom>
                  <a:avLst/>
                  <a:gdLst/>
                  <a:ahLst/>
                  <a:cxnLst>
                    <a:cxn ang="0">
                      <a:pos x="wd2" y="hd2"/>
                    </a:cxn>
                    <a:cxn ang="5400000">
                      <a:pos x="wd2" y="hd2"/>
                    </a:cxn>
                    <a:cxn ang="10800000">
                      <a:pos x="wd2" y="hd2"/>
                    </a:cxn>
                    <a:cxn ang="16200000">
                      <a:pos x="wd2" y="hd2"/>
                    </a:cxn>
                  </a:cxnLst>
                  <a:rect l="0" t="0" r="r" b="b"/>
                  <a:pathLst>
                    <a:path w="21029" h="21153" fill="norm" stroke="1" extrusionOk="0">
                      <a:moveTo>
                        <a:pt x="4229" y="20462"/>
                      </a:moveTo>
                      <a:cubicBezTo>
                        <a:pt x="3370" y="21383"/>
                        <a:pt x="1863" y="21383"/>
                        <a:pt x="896" y="20462"/>
                      </a:cubicBezTo>
                      <a:cubicBezTo>
                        <a:pt x="-179" y="19542"/>
                        <a:pt x="-287" y="18107"/>
                        <a:pt x="572" y="17186"/>
                      </a:cubicBezTo>
                      <a:cubicBezTo>
                        <a:pt x="16803" y="601"/>
                        <a:pt x="16803" y="601"/>
                        <a:pt x="16803" y="601"/>
                      </a:cubicBezTo>
                      <a:cubicBezTo>
                        <a:pt x="17662" y="-217"/>
                        <a:pt x="19163" y="-217"/>
                        <a:pt x="20136" y="704"/>
                      </a:cubicBezTo>
                      <a:cubicBezTo>
                        <a:pt x="21210" y="1521"/>
                        <a:pt x="21313" y="2956"/>
                        <a:pt x="20454" y="3877"/>
                      </a:cubicBezTo>
                      <a:lnTo>
                        <a:pt x="4229" y="20462"/>
                      </a:ln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2" name="Shape 8412"/>
                <p:cNvSpPr/>
                <p:nvPr/>
              </p:nvSpPr>
              <p:spPr>
                <a:xfrm>
                  <a:off x="88845" y="7049"/>
                  <a:ext cx="1312603" cy="1470547"/>
                </a:xfrm>
                <a:custGeom>
                  <a:avLst/>
                  <a:gdLst/>
                  <a:ahLst/>
                  <a:cxnLst>
                    <a:cxn ang="0">
                      <a:pos x="wd2" y="hd2"/>
                    </a:cxn>
                    <a:cxn ang="5400000">
                      <a:pos x="wd2" y="hd2"/>
                    </a:cxn>
                    <a:cxn ang="10800000">
                      <a:pos x="wd2" y="hd2"/>
                    </a:cxn>
                    <a:cxn ang="16200000">
                      <a:pos x="wd2" y="hd2"/>
                    </a:cxn>
                  </a:cxnLst>
                  <a:rect l="0" t="0" r="r" b="b"/>
                  <a:pathLst>
                    <a:path w="21293" h="21405" fill="norm" stroke="1" extrusionOk="0">
                      <a:moveTo>
                        <a:pt x="3135" y="20767"/>
                      </a:moveTo>
                      <a:cubicBezTo>
                        <a:pt x="20672" y="3863"/>
                        <a:pt x="20672" y="3863"/>
                        <a:pt x="20672" y="3863"/>
                      </a:cubicBezTo>
                      <a:cubicBezTo>
                        <a:pt x="21600" y="2925"/>
                        <a:pt x="21489" y="1462"/>
                        <a:pt x="20327" y="524"/>
                      </a:cubicBezTo>
                      <a:cubicBezTo>
                        <a:pt x="20094" y="314"/>
                        <a:pt x="19744" y="210"/>
                        <a:pt x="19399" y="0"/>
                      </a:cubicBezTo>
                      <a:cubicBezTo>
                        <a:pt x="19627" y="110"/>
                        <a:pt x="19744" y="210"/>
                        <a:pt x="19977" y="419"/>
                      </a:cubicBezTo>
                      <a:cubicBezTo>
                        <a:pt x="21022" y="1363"/>
                        <a:pt x="21139" y="2820"/>
                        <a:pt x="20211" y="3653"/>
                      </a:cubicBezTo>
                      <a:cubicBezTo>
                        <a:pt x="2785" y="20557"/>
                        <a:pt x="2785" y="20557"/>
                        <a:pt x="2785" y="20557"/>
                      </a:cubicBezTo>
                      <a:cubicBezTo>
                        <a:pt x="2084" y="21286"/>
                        <a:pt x="1039" y="21396"/>
                        <a:pt x="0" y="21081"/>
                      </a:cubicBezTo>
                      <a:cubicBezTo>
                        <a:pt x="1039" y="21600"/>
                        <a:pt x="2434" y="21495"/>
                        <a:pt x="3135" y="20767"/>
                      </a:cubicBezTo>
                    </a:path>
                  </a:pathLst>
                </a:custGeom>
                <a:solidFill>
                  <a:srgbClr val="EE984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sp>
            <p:nvSpPr>
              <p:cNvPr id="8414" name="Shape 8414"/>
              <p:cNvSpPr/>
              <p:nvPr/>
            </p:nvSpPr>
            <p:spPr>
              <a:xfrm>
                <a:off x="669388" y="760738"/>
                <a:ext cx="1396306" cy="1481156"/>
              </a:xfrm>
              <a:custGeom>
                <a:avLst/>
                <a:gdLst/>
                <a:ahLst/>
                <a:cxnLst>
                  <a:cxn ang="0">
                    <a:pos x="wd2" y="hd2"/>
                  </a:cxn>
                  <a:cxn ang="5400000">
                    <a:pos x="wd2" y="hd2"/>
                  </a:cxn>
                  <a:cxn ang="10800000">
                    <a:pos x="wd2" y="hd2"/>
                  </a:cxn>
                  <a:cxn ang="16200000">
                    <a:pos x="wd2" y="hd2"/>
                  </a:cxn>
                </a:cxnLst>
                <a:rect l="0" t="0" r="r" b="b"/>
                <a:pathLst>
                  <a:path w="21045" h="21152" fill="norm" stroke="1" extrusionOk="0">
                    <a:moveTo>
                      <a:pt x="4258" y="20551"/>
                    </a:moveTo>
                    <a:cubicBezTo>
                      <a:pt x="3395" y="21369"/>
                      <a:pt x="1886" y="21369"/>
                      <a:pt x="801" y="20449"/>
                    </a:cubicBezTo>
                    <a:cubicBezTo>
                      <a:pt x="-170" y="19528"/>
                      <a:pt x="-279" y="18094"/>
                      <a:pt x="589" y="17276"/>
                    </a:cubicBezTo>
                    <a:cubicBezTo>
                      <a:pt x="16784" y="694"/>
                      <a:pt x="16784" y="694"/>
                      <a:pt x="16784" y="694"/>
                    </a:cubicBezTo>
                    <a:cubicBezTo>
                      <a:pt x="17647" y="-231"/>
                      <a:pt x="19161" y="-231"/>
                      <a:pt x="20241" y="694"/>
                    </a:cubicBezTo>
                    <a:cubicBezTo>
                      <a:pt x="21218" y="1615"/>
                      <a:pt x="21321" y="3044"/>
                      <a:pt x="20458" y="3867"/>
                    </a:cubicBezTo>
                    <a:lnTo>
                      <a:pt x="4258" y="20551"/>
                    </a:ln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5" name="Shape 8415"/>
              <p:cNvSpPr/>
              <p:nvPr/>
            </p:nvSpPr>
            <p:spPr>
              <a:xfrm>
                <a:off x="758825" y="773112"/>
                <a:ext cx="1306873" cy="1468616"/>
              </a:xfrm>
              <a:custGeom>
                <a:avLst/>
                <a:gdLst/>
                <a:ahLst/>
                <a:cxnLst>
                  <a:cxn ang="0">
                    <a:pos x="wd2" y="hd2"/>
                  </a:cxn>
                  <a:cxn ang="5400000">
                    <a:pos x="wd2" y="hd2"/>
                  </a:cxn>
                  <a:cxn ang="10800000">
                    <a:pos x="wd2" y="hd2"/>
                  </a:cxn>
                  <a:cxn ang="16200000">
                    <a:pos x="wd2" y="hd2"/>
                  </a:cxn>
                </a:cxnLst>
                <a:rect l="0" t="0" r="r" b="b"/>
                <a:pathLst>
                  <a:path w="21301" h="21377" fill="norm" stroke="1" extrusionOk="0">
                    <a:moveTo>
                      <a:pt x="3151" y="20662"/>
                    </a:moveTo>
                    <a:cubicBezTo>
                      <a:pt x="20667" y="3758"/>
                      <a:pt x="20667" y="3758"/>
                      <a:pt x="20667" y="3758"/>
                    </a:cubicBezTo>
                    <a:cubicBezTo>
                      <a:pt x="21600" y="2919"/>
                      <a:pt x="21489" y="1462"/>
                      <a:pt x="20432" y="524"/>
                    </a:cubicBezTo>
                    <a:cubicBezTo>
                      <a:pt x="20086" y="314"/>
                      <a:pt x="19734" y="105"/>
                      <a:pt x="19499" y="0"/>
                    </a:cubicBezTo>
                    <a:cubicBezTo>
                      <a:pt x="19617" y="105"/>
                      <a:pt x="19851" y="210"/>
                      <a:pt x="19963" y="314"/>
                    </a:cubicBezTo>
                    <a:cubicBezTo>
                      <a:pt x="21136" y="1253"/>
                      <a:pt x="21248" y="2715"/>
                      <a:pt x="20315" y="3653"/>
                    </a:cubicBezTo>
                    <a:cubicBezTo>
                      <a:pt x="2682" y="20557"/>
                      <a:pt x="2682" y="20557"/>
                      <a:pt x="2682" y="20557"/>
                    </a:cubicBezTo>
                    <a:cubicBezTo>
                      <a:pt x="1983" y="21181"/>
                      <a:pt x="933" y="21390"/>
                      <a:pt x="0" y="20976"/>
                    </a:cubicBezTo>
                    <a:cubicBezTo>
                      <a:pt x="1050" y="21600"/>
                      <a:pt x="2335" y="21495"/>
                      <a:pt x="3151" y="20662"/>
                    </a:cubicBezTo>
                  </a:path>
                </a:pathLst>
              </a:custGeom>
              <a:solidFill>
                <a:srgbClr val="EE984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6" name="Shape 8416"/>
              <p:cNvSpPr/>
              <p:nvPr/>
            </p:nvSpPr>
            <p:spPr>
              <a:xfrm>
                <a:off x="673100" y="758825"/>
                <a:ext cx="1196615" cy="12902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76" y="723"/>
                    </a:moveTo>
                    <a:cubicBezTo>
                      <a:pt x="650" y="20280"/>
                      <a:pt x="650" y="20280"/>
                      <a:pt x="650" y="20280"/>
                    </a:cubicBezTo>
                    <a:cubicBezTo>
                      <a:pt x="260" y="20642"/>
                      <a:pt x="0" y="21118"/>
                      <a:pt x="0" y="21600"/>
                    </a:cubicBezTo>
                    <a:cubicBezTo>
                      <a:pt x="21600" y="0"/>
                      <a:pt x="21600" y="0"/>
                      <a:pt x="21600" y="0"/>
                    </a:cubicBezTo>
                    <a:cubicBezTo>
                      <a:pt x="21080" y="121"/>
                      <a:pt x="20566" y="362"/>
                      <a:pt x="20176" y="723"/>
                    </a:cubicBezTo>
                  </a:path>
                </a:pathLst>
              </a:custGeom>
              <a:solidFill>
                <a:srgbClr val="FCBF8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7" name="Shape 8417"/>
              <p:cNvSpPr/>
              <p:nvPr/>
            </p:nvSpPr>
            <p:spPr>
              <a:xfrm>
                <a:off x="526513" y="366952"/>
                <a:ext cx="1396184" cy="1481238"/>
              </a:xfrm>
              <a:custGeom>
                <a:avLst/>
                <a:gdLst/>
                <a:ahLst/>
                <a:cxnLst>
                  <a:cxn ang="0">
                    <a:pos x="wd2" y="hd2"/>
                  </a:cxn>
                  <a:cxn ang="5400000">
                    <a:pos x="wd2" y="hd2"/>
                  </a:cxn>
                  <a:cxn ang="10800000">
                    <a:pos x="wd2" y="hd2"/>
                  </a:cxn>
                  <a:cxn ang="16200000">
                    <a:pos x="wd2" y="hd2"/>
                  </a:cxn>
                </a:cxnLst>
                <a:rect l="0" t="0" r="r" b="b"/>
                <a:pathLst>
                  <a:path w="21043" h="21153" fill="norm" stroke="1" extrusionOk="0">
                    <a:moveTo>
                      <a:pt x="4258" y="20552"/>
                    </a:moveTo>
                    <a:cubicBezTo>
                      <a:pt x="3395" y="21370"/>
                      <a:pt x="1881" y="21370"/>
                      <a:pt x="801" y="20449"/>
                    </a:cubicBezTo>
                    <a:cubicBezTo>
                      <a:pt x="-170" y="19632"/>
                      <a:pt x="-279" y="18197"/>
                      <a:pt x="589" y="17276"/>
                    </a:cubicBezTo>
                    <a:cubicBezTo>
                      <a:pt x="16784" y="691"/>
                      <a:pt x="16784" y="691"/>
                      <a:pt x="16784" y="691"/>
                    </a:cubicBezTo>
                    <a:cubicBezTo>
                      <a:pt x="17647" y="-230"/>
                      <a:pt x="19161" y="-230"/>
                      <a:pt x="20241" y="691"/>
                    </a:cubicBezTo>
                    <a:cubicBezTo>
                      <a:pt x="21212" y="1611"/>
                      <a:pt x="21321" y="3046"/>
                      <a:pt x="20458" y="3864"/>
                    </a:cubicBezTo>
                    <a:lnTo>
                      <a:pt x="4258" y="20552"/>
                    </a:ln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8" name="Shape 8418"/>
              <p:cNvSpPr/>
              <p:nvPr/>
            </p:nvSpPr>
            <p:spPr>
              <a:xfrm>
                <a:off x="615950" y="379412"/>
                <a:ext cx="1306751" cy="1470544"/>
              </a:xfrm>
              <a:custGeom>
                <a:avLst/>
                <a:gdLst/>
                <a:ahLst/>
                <a:cxnLst>
                  <a:cxn ang="0">
                    <a:pos x="wd2" y="hd2"/>
                  </a:cxn>
                  <a:cxn ang="5400000">
                    <a:pos x="wd2" y="hd2"/>
                  </a:cxn>
                  <a:cxn ang="10800000">
                    <a:pos x="wd2" y="hd2"/>
                  </a:cxn>
                  <a:cxn ang="16200000">
                    <a:pos x="wd2" y="hd2"/>
                  </a:cxn>
                </a:cxnLst>
                <a:rect l="0" t="0" r="r" b="b"/>
                <a:pathLst>
                  <a:path w="21299" h="21405" fill="norm" stroke="1" extrusionOk="0">
                    <a:moveTo>
                      <a:pt x="3151" y="20766"/>
                    </a:moveTo>
                    <a:cubicBezTo>
                      <a:pt x="20667" y="3754"/>
                      <a:pt x="20667" y="3754"/>
                      <a:pt x="20667" y="3754"/>
                    </a:cubicBezTo>
                    <a:cubicBezTo>
                      <a:pt x="21600" y="2920"/>
                      <a:pt x="21483" y="1457"/>
                      <a:pt x="20432" y="519"/>
                    </a:cubicBezTo>
                    <a:cubicBezTo>
                      <a:pt x="20086" y="309"/>
                      <a:pt x="19734" y="100"/>
                      <a:pt x="19499" y="0"/>
                    </a:cubicBezTo>
                    <a:cubicBezTo>
                      <a:pt x="19617" y="100"/>
                      <a:pt x="19845" y="204"/>
                      <a:pt x="19963" y="309"/>
                    </a:cubicBezTo>
                    <a:cubicBezTo>
                      <a:pt x="21136" y="1248"/>
                      <a:pt x="21248" y="2710"/>
                      <a:pt x="20315" y="3649"/>
                    </a:cubicBezTo>
                    <a:cubicBezTo>
                      <a:pt x="2682" y="20557"/>
                      <a:pt x="2682" y="20557"/>
                      <a:pt x="2682" y="20557"/>
                    </a:cubicBezTo>
                    <a:cubicBezTo>
                      <a:pt x="1983" y="21181"/>
                      <a:pt x="933" y="21390"/>
                      <a:pt x="0" y="21081"/>
                    </a:cubicBezTo>
                    <a:cubicBezTo>
                      <a:pt x="1050" y="21600"/>
                      <a:pt x="2335" y="21495"/>
                      <a:pt x="3151" y="20766"/>
                    </a:cubicBezTo>
                  </a:path>
                </a:pathLst>
              </a:custGeom>
              <a:solidFill>
                <a:srgbClr val="EE984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19" name="Shape 8419"/>
              <p:cNvSpPr/>
              <p:nvPr/>
            </p:nvSpPr>
            <p:spPr>
              <a:xfrm>
                <a:off x="530225" y="371475"/>
                <a:ext cx="1196615" cy="12823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76" y="727"/>
                    </a:moveTo>
                    <a:cubicBezTo>
                      <a:pt x="650" y="20273"/>
                      <a:pt x="650" y="20273"/>
                      <a:pt x="650" y="20273"/>
                    </a:cubicBezTo>
                    <a:cubicBezTo>
                      <a:pt x="260" y="20630"/>
                      <a:pt x="130" y="21115"/>
                      <a:pt x="0" y="21600"/>
                    </a:cubicBezTo>
                    <a:cubicBezTo>
                      <a:pt x="21600" y="0"/>
                      <a:pt x="21600" y="0"/>
                      <a:pt x="21600" y="0"/>
                    </a:cubicBezTo>
                    <a:cubicBezTo>
                      <a:pt x="21080" y="0"/>
                      <a:pt x="20566" y="242"/>
                      <a:pt x="20176" y="727"/>
                    </a:cubicBezTo>
                  </a:path>
                </a:pathLst>
              </a:custGeom>
              <a:solidFill>
                <a:srgbClr val="FCBF8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0" name="Shape 8420"/>
              <p:cNvSpPr/>
              <p:nvPr/>
            </p:nvSpPr>
            <p:spPr>
              <a:xfrm>
                <a:off x="1157337" y="1190862"/>
                <a:ext cx="1007542" cy="1051031"/>
              </a:xfrm>
              <a:custGeom>
                <a:avLst/>
                <a:gdLst/>
                <a:ahLst/>
                <a:cxnLst>
                  <a:cxn ang="0">
                    <a:pos x="wd2" y="hd2"/>
                  </a:cxn>
                  <a:cxn ang="5400000">
                    <a:pos x="wd2" y="hd2"/>
                  </a:cxn>
                  <a:cxn ang="10800000">
                    <a:pos x="wd2" y="hd2"/>
                  </a:cxn>
                  <a:cxn ang="16200000">
                    <a:pos x="wd2" y="hd2"/>
                  </a:cxn>
                </a:cxnLst>
                <a:rect l="0" t="0" r="r" b="b"/>
                <a:pathLst>
                  <a:path w="20810" h="20976" fill="norm" stroke="1" extrusionOk="0">
                    <a:moveTo>
                      <a:pt x="5820" y="20135"/>
                    </a:moveTo>
                    <a:cubicBezTo>
                      <a:pt x="4631" y="21278"/>
                      <a:pt x="2564" y="21278"/>
                      <a:pt x="1234" y="19992"/>
                    </a:cubicBezTo>
                    <a:cubicBezTo>
                      <a:pt x="-245" y="18706"/>
                      <a:pt x="-394" y="16701"/>
                      <a:pt x="788" y="15558"/>
                    </a:cubicBezTo>
                    <a:cubicBezTo>
                      <a:pt x="14992" y="964"/>
                      <a:pt x="14992" y="964"/>
                      <a:pt x="14992" y="964"/>
                    </a:cubicBezTo>
                    <a:cubicBezTo>
                      <a:pt x="16174" y="-322"/>
                      <a:pt x="18248" y="-322"/>
                      <a:pt x="19578" y="964"/>
                    </a:cubicBezTo>
                    <a:cubicBezTo>
                      <a:pt x="21057" y="2250"/>
                      <a:pt x="21206" y="4255"/>
                      <a:pt x="20017" y="5398"/>
                    </a:cubicBezTo>
                    <a:lnTo>
                      <a:pt x="5820" y="20135"/>
                    </a:ln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1" name="Shape 8421"/>
              <p:cNvSpPr/>
              <p:nvPr/>
            </p:nvSpPr>
            <p:spPr>
              <a:xfrm>
                <a:off x="1160462" y="1196975"/>
                <a:ext cx="802915" cy="8521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78" y="1085"/>
                    </a:moveTo>
                    <a:cubicBezTo>
                      <a:pt x="1153" y="19603"/>
                      <a:pt x="1153" y="19603"/>
                      <a:pt x="1153" y="19603"/>
                    </a:cubicBezTo>
                    <a:cubicBezTo>
                      <a:pt x="572" y="20150"/>
                      <a:pt x="194" y="20871"/>
                      <a:pt x="0" y="21600"/>
                    </a:cubicBezTo>
                    <a:cubicBezTo>
                      <a:pt x="21600" y="0"/>
                      <a:pt x="21600" y="0"/>
                      <a:pt x="21600" y="0"/>
                    </a:cubicBezTo>
                    <a:cubicBezTo>
                      <a:pt x="20825" y="0"/>
                      <a:pt x="20059" y="365"/>
                      <a:pt x="19478" y="1085"/>
                    </a:cubicBezTo>
                  </a:path>
                </a:pathLst>
              </a:custGeom>
              <a:solidFill>
                <a:srgbClr val="FCBF8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2" name="Shape 8422"/>
              <p:cNvSpPr/>
              <p:nvPr/>
            </p:nvSpPr>
            <p:spPr>
              <a:xfrm>
                <a:off x="218803" y="1131887"/>
                <a:ext cx="1463588" cy="1456434"/>
              </a:xfrm>
              <a:custGeom>
                <a:avLst/>
                <a:gdLst/>
                <a:ahLst/>
                <a:cxnLst>
                  <a:cxn ang="0">
                    <a:pos x="wd2" y="hd2"/>
                  </a:cxn>
                  <a:cxn ang="5400000">
                    <a:pos x="wd2" y="hd2"/>
                  </a:cxn>
                  <a:cxn ang="10800000">
                    <a:pos x="wd2" y="hd2"/>
                  </a:cxn>
                  <a:cxn ang="16200000">
                    <a:pos x="wd2" y="hd2"/>
                  </a:cxn>
                </a:cxnLst>
                <a:rect l="0" t="0" r="r" b="b"/>
                <a:pathLst>
                  <a:path w="20620" h="20604" fill="norm" stroke="1" extrusionOk="0">
                    <a:moveTo>
                      <a:pt x="7201" y="0"/>
                    </a:moveTo>
                    <a:cubicBezTo>
                      <a:pt x="2453" y="5171"/>
                      <a:pt x="2453" y="5171"/>
                      <a:pt x="2453" y="5171"/>
                    </a:cubicBezTo>
                    <a:cubicBezTo>
                      <a:pt x="-980" y="8925"/>
                      <a:pt x="-777" y="14702"/>
                      <a:pt x="2859" y="18151"/>
                    </a:cubicBezTo>
                    <a:cubicBezTo>
                      <a:pt x="6592" y="21600"/>
                      <a:pt x="12338" y="21396"/>
                      <a:pt x="15772" y="17642"/>
                    </a:cubicBezTo>
                    <a:cubicBezTo>
                      <a:pt x="20620" y="12471"/>
                      <a:pt x="20620" y="12471"/>
                      <a:pt x="20620" y="12471"/>
                    </a:cubicBezTo>
                    <a:lnTo>
                      <a:pt x="7201" y="0"/>
                    </a:ln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3" name="Shape 8423"/>
              <p:cNvSpPr/>
              <p:nvPr/>
            </p:nvSpPr>
            <p:spPr>
              <a:xfrm>
                <a:off x="573087" y="436562"/>
                <a:ext cx="13940" cy="236179"/>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4" name="Shape 8424"/>
              <p:cNvSpPr/>
              <p:nvPr/>
            </p:nvSpPr>
            <p:spPr>
              <a:xfrm>
                <a:off x="573087" y="766762"/>
                <a:ext cx="13940" cy="93303"/>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nvGrpSpPr>
              <p:cNvPr id="8432" name="Group 8432"/>
              <p:cNvGrpSpPr/>
              <p:nvPr/>
            </p:nvGrpSpPr>
            <p:grpSpPr>
              <a:xfrm>
                <a:off x="587375" y="0"/>
                <a:ext cx="1202977" cy="2401528"/>
                <a:chOff x="0" y="0"/>
                <a:chExt cx="1202976" cy="2401527"/>
              </a:xfrm>
            </p:grpSpPr>
            <p:sp>
              <p:nvSpPr>
                <p:cNvPr id="8425" name="Shape 8425"/>
                <p:cNvSpPr/>
                <p:nvPr/>
              </p:nvSpPr>
              <p:spPr>
                <a:xfrm>
                  <a:off x="1189037" y="436562"/>
                  <a:ext cx="13940" cy="236179"/>
                </a:xfrm>
                <a:prstGeom prst="rect">
                  <a:avLst/>
                </a:pr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6" name="Shape 8426"/>
                <p:cNvSpPr/>
                <p:nvPr/>
              </p:nvSpPr>
              <p:spPr>
                <a:xfrm>
                  <a:off x="0" y="0"/>
                  <a:ext cx="1188678" cy="24015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53" y="324"/>
                      </a:moveTo>
                      <a:cubicBezTo>
                        <a:pt x="20560" y="130"/>
                        <a:pt x="20037" y="0"/>
                        <a:pt x="19390" y="0"/>
                      </a:cubicBezTo>
                      <a:cubicBezTo>
                        <a:pt x="2217" y="0"/>
                        <a:pt x="2217" y="0"/>
                        <a:pt x="2217" y="0"/>
                      </a:cubicBezTo>
                      <a:cubicBezTo>
                        <a:pt x="1694" y="0"/>
                        <a:pt x="1171" y="130"/>
                        <a:pt x="654" y="324"/>
                      </a:cubicBezTo>
                      <a:cubicBezTo>
                        <a:pt x="262" y="583"/>
                        <a:pt x="0" y="839"/>
                        <a:pt x="0" y="1098"/>
                      </a:cubicBezTo>
                      <a:cubicBezTo>
                        <a:pt x="0" y="20505"/>
                        <a:pt x="0" y="20505"/>
                        <a:pt x="0" y="20505"/>
                      </a:cubicBezTo>
                      <a:cubicBezTo>
                        <a:pt x="0" y="20761"/>
                        <a:pt x="262" y="21020"/>
                        <a:pt x="654" y="21279"/>
                      </a:cubicBezTo>
                      <a:cubicBezTo>
                        <a:pt x="1171" y="21474"/>
                        <a:pt x="1694" y="21600"/>
                        <a:pt x="2217" y="21600"/>
                      </a:cubicBezTo>
                      <a:cubicBezTo>
                        <a:pt x="19390" y="21600"/>
                        <a:pt x="19390" y="21600"/>
                        <a:pt x="19390" y="21600"/>
                      </a:cubicBezTo>
                      <a:cubicBezTo>
                        <a:pt x="20037" y="21600"/>
                        <a:pt x="20560" y="21474"/>
                        <a:pt x="20953" y="21279"/>
                      </a:cubicBezTo>
                      <a:cubicBezTo>
                        <a:pt x="21469" y="21020"/>
                        <a:pt x="21600" y="20761"/>
                        <a:pt x="21600" y="20505"/>
                      </a:cubicBezTo>
                      <a:cubicBezTo>
                        <a:pt x="21600" y="1098"/>
                        <a:pt x="21600" y="1098"/>
                        <a:pt x="21600" y="1098"/>
                      </a:cubicBezTo>
                      <a:cubicBezTo>
                        <a:pt x="21600" y="839"/>
                        <a:pt x="21469" y="583"/>
                        <a:pt x="20953" y="324"/>
                      </a:cubicBezTo>
                    </a:path>
                  </a:pathLst>
                </a:custGeom>
                <a:solidFill>
                  <a:srgbClr val="161F2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7" name="Shape 8427"/>
                <p:cNvSpPr/>
                <p:nvPr/>
              </p:nvSpPr>
              <p:spPr>
                <a:xfrm>
                  <a:off x="0" y="279400"/>
                  <a:ext cx="1188678" cy="1783991"/>
                </a:xfrm>
                <a:prstGeom prst="rect">
                  <a:avLst/>
                </a:prstGeom>
                <a:solidFill>
                  <a:srgbClr val="FCD22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8" name="Shape 8428"/>
                <p:cNvSpPr/>
                <p:nvPr/>
              </p:nvSpPr>
              <p:spPr>
                <a:xfrm>
                  <a:off x="442912" y="2206625"/>
                  <a:ext cx="301265" cy="425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8000"/>
                        <a:pt x="21083" y="21600"/>
                        <a:pt x="20074" y="21600"/>
                      </a:cubicBezTo>
                      <a:cubicBezTo>
                        <a:pt x="1552" y="21600"/>
                        <a:pt x="1552" y="21600"/>
                        <a:pt x="1552" y="21600"/>
                      </a:cubicBezTo>
                      <a:cubicBezTo>
                        <a:pt x="1035" y="21600"/>
                        <a:pt x="0" y="18000"/>
                        <a:pt x="0" y="10800"/>
                      </a:cubicBezTo>
                      <a:cubicBezTo>
                        <a:pt x="0" y="7380"/>
                        <a:pt x="1035" y="0"/>
                        <a:pt x="1552" y="0"/>
                      </a:cubicBezTo>
                      <a:cubicBezTo>
                        <a:pt x="20074" y="0"/>
                        <a:pt x="20074" y="0"/>
                        <a:pt x="20074" y="0"/>
                      </a:cubicBezTo>
                      <a:cubicBezTo>
                        <a:pt x="21083" y="0"/>
                        <a:pt x="21600" y="7380"/>
                        <a:pt x="21600" y="10800"/>
                      </a:cubicBezTo>
                    </a:path>
                  </a:pathLst>
                </a:custGeom>
                <a:solidFill>
                  <a:srgbClr val="D9D8D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29" name="Shape 8429"/>
                <p:cNvSpPr/>
                <p:nvPr/>
              </p:nvSpPr>
              <p:spPr>
                <a:xfrm>
                  <a:off x="565150" y="107950"/>
                  <a:ext cx="64728" cy="647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946"/>
                      </a:moveTo>
                      <a:cubicBezTo>
                        <a:pt x="21600" y="16773"/>
                        <a:pt x="16800" y="21600"/>
                        <a:pt x="9600" y="21600"/>
                      </a:cubicBezTo>
                      <a:cubicBezTo>
                        <a:pt x="4920" y="21600"/>
                        <a:pt x="0" y="16773"/>
                        <a:pt x="0" y="11946"/>
                      </a:cubicBezTo>
                      <a:cubicBezTo>
                        <a:pt x="0" y="4827"/>
                        <a:pt x="4920" y="0"/>
                        <a:pt x="9600" y="0"/>
                      </a:cubicBezTo>
                      <a:cubicBezTo>
                        <a:pt x="16800" y="0"/>
                        <a:pt x="21600" y="4827"/>
                        <a:pt x="21600" y="11946"/>
                      </a:cubicBezTo>
                    </a:path>
                  </a:pathLst>
                </a:custGeom>
                <a:solidFill>
                  <a:srgbClr val="D9D8D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30" name="Shape 8430"/>
                <p:cNvSpPr/>
                <p:nvPr/>
              </p:nvSpPr>
              <p:spPr>
                <a:xfrm>
                  <a:off x="579437" y="128587"/>
                  <a:ext cx="28218" cy="282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663"/>
                      </a:moveTo>
                      <a:cubicBezTo>
                        <a:pt x="21600" y="16405"/>
                        <a:pt x="16132" y="21600"/>
                        <a:pt x="10663" y="21600"/>
                      </a:cubicBezTo>
                      <a:cubicBezTo>
                        <a:pt x="5195" y="21600"/>
                        <a:pt x="0" y="16405"/>
                        <a:pt x="0" y="10663"/>
                      </a:cubicBezTo>
                      <a:cubicBezTo>
                        <a:pt x="0" y="5195"/>
                        <a:pt x="5195" y="0"/>
                        <a:pt x="10663" y="0"/>
                      </a:cubicBezTo>
                      <a:cubicBezTo>
                        <a:pt x="16132" y="0"/>
                        <a:pt x="21600" y="5195"/>
                        <a:pt x="21600" y="10663"/>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31" name="Shape 8431"/>
                <p:cNvSpPr/>
                <p:nvPr/>
              </p:nvSpPr>
              <p:spPr>
                <a:xfrm>
                  <a:off x="0" y="852487"/>
                  <a:ext cx="197779" cy="652104"/>
                </a:xfrm>
                <a:custGeom>
                  <a:avLst/>
                  <a:gdLst/>
                  <a:ahLst/>
                  <a:cxnLst>
                    <a:cxn ang="0">
                      <a:pos x="wd2" y="hd2"/>
                    </a:cxn>
                    <a:cxn ang="5400000">
                      <a:pos x="wd2" y="hd2"/>
                    </a:cxn>
                    <a:cxn ang="10800000">
                      <a:pos x="wd2" y="hd2"/>
                    </a:cxn>
                    <a:cxn ang="16200000">
                      <a:pos x="wd2" y="hd2"/>
                    </a:cxn>
                  </a:cxnLst>
                  <a:rect l="0" t="0" r="r" b="b"/>
                  <a:pathLst>
                    <a:path w="15666" h="21600" fill="norm" stroke="1" extrusionOk="0">
                      <a:moveTo>
                        <a:pt x="13657" y="11623"/>
                      </a:moveTo>
                      <a:cubicBezTo>
                        <a:pt x="21600" y="4029"/>
                        <a:pt x="3429" y="0"/>
                        <a:pt x="3429" y="0"/>
                      </a:cubicBezTo>
                      <a:cubicBezTo>
                        <a:pt x="0" y="1895"/>
                        <a:pt x="0" y="1895"/>
                        <a:pt x="0" y="1895"/>
                      </a:cubicBezTo>
                      <a:cubicBezTo>
                        <a:pt x="0" y="21600"/>
                        <a:pt x="0" y="21600"/>
                        <a:pt x="0" y="21600"/>
                      </a:cubicBezTo>
                      <a:cubicBezTo>
                        <a:pt x="3429" y="19705"/>
                        <a:pt x="8543" y="16379"/>
                        <a:pt x="13657" y="11623"/>
                      </a:cubicBezTo>
                    </a:path>
                  </a:pathLst>
                </a:custGeom>
                <a:solidFill>
                  <a:srgbClr val="D7A02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436" name="Group 8436"/>
              <p:cNvGrpSpPr/>
              <p:nvPr/>
            </p:nvGrpSpPr>
            <p:grpSpPr>
              <a:xfrm>
                <a:off x="-1" y="781049"/>
                <a:ext cx="627851" cy="1447729"/>
                <a:chOff x="0" y="0"/>
                <a:chExt cx="627849" cy="1447727"/>
              </a:xfrm>
            </p:grpSpPr>
            <p:sp>
              <p:nvSpPr>
                <p:cNvPr id="8433" name="Shape 8433"/>
                <p:cNvSpPr/>
                <p:nvPr/>
              </p:nvSpPr>
              <p:spPr>
                <a:xfrm>
                  <a:off x="0" y="0"/>
                  <a:ext cx="627850" cy="1447728"/>
                </a:xfrm>
                <a:custGeom>
                  <a:avLst/>
                  <a:gdLst/>
                  <a:ahLst/>
                  <a:cxnLst>
                    <a:cxn ang="0">
                      <a:pos x="wd2" y="hd2"/>
                    </a:cxn>
                    <a:cxn ang="5400000">
                      <a:pos x="wd2" y="hd2"/>
                    </a:cxn>
                    <a:cxn ang="10800000">
                      <a:pos x="wd2" y="hd2"/>
                    </a:cxn>
                    <a:cxn ang="16200000">
                      <a:pos x="wd2" y="hd2"/>
                    </a:cxn>
                  </a:cxnLst>
                  <a:rect l="0" t="0" r="r" b="b"/>
                  <a:pathLst>
                    <a:path w="19294" h="20588" fill="norm" stroke="1" extrusionOk="0">
                      <a:moveTo>
                        <a:pt x="5502" y="17112"/>
                      </a:moveTo>
                      <a:cubicBezTo>
                        <a:pt x="0" y="9375"/>
                        <a:pt x="0" y="9375"/>
                        <a:pt x="0" y="9375"/>
                      </a:cubicBezTo>
                      <a:cubicBezTo>
                        <a:pt x="14548" y="0"/>
                        <a:pt x="14548" y="0"/>
                        <a:pt x="14548" y="0"/>
                      </a:cubicBezTo>
                      <a:cubicBezTo>
                        <a:pt x="14548" y="0"/>
                        <a:pt x="21600" y="1735"/>
                        <a:pt x="18511" y="4994"/>
                      </a:cubicBezTo>
                      <a:cubicBezTo>
                        <a:pt x="15433" y="8254"/>
                        <a:pt x="12123" y="9984"/>
                        <a:pt x="12123" y="9984"/>
                      </a:cubicBezTo>
                      <a:cubicBezTo>
                        <a:pt x="12123" y="9984"/>
                        <a:pt x="17625" y="16196"/>
                        <a:pt x="17847" y="16708"/>
                      </a:cubicBezTo>
                      <a:cubicBezTo>
                        <a:pt x="18290" y="17829"/>
                        <a:pt x="18511" y="19563"/>
                        <a:pt x="14105" y="20377"/>
                      </a:cubicBezTo>
                      <a:cubicBezTo>
                        <a:pt x="7938" y="21600"/>
                        <a:pt x="5502" y="17112"/>
                        <a:pt x="5502" y="17112"/>
                      </a:cubicBezTo>
                    </a:path>
                  </a:pathLst>
                </a:custGeom>
                <a:solidFill>
                  <a:srgbClr val="F9AF7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34" name="Shape 8434"/>
                <p:cNvSpPr/>
                <p:nvPr/>
              </p:nvSpPr>
              <p:spPr>
                <a:xfrm>
                  <a:off x="307975" y="36512"/>
                  <a:ext cx="216139" cy="301265"/>
                </a:xfrm>
                <a:custGeom>
                  <a:avLst/>
                  <a:gdLst/>
                  <a:ahLst/>
                  <a:cxnLst>
                    <a:cxn ang="0">
                      <a:pos x="wd2" y="hd2"/>
                    </a:cxn>
                    <a:cxn ang="5400000">
                      <a:pos x="wd2" y="hd2"/>
                    </a:cxn>
                    <a:cxn ang="10800000">
                      <a:pos x="wd2" y="hd2"/>
                    </a:cxn>
                    <a:cxn ang="16200000">
                      <a:pos x="wd2" y="hd2"/>
                    </a:cxn>
                  </a:cxnLst>
                  <a:rect l="0" t="0" r="r" b="b"/>
                  <a:pathLst>
                    <a:path w="19767" h="21600" fill="norm" stroke="1" extrusionOk="0">
                      <a:moveTo>
                        <a:pt x="1973" y="14391"/>
                      </a:moveTo>
                      <a:cubicBezTo>
                        <a:pt x="4603" y="15942"/>
                        <a:pt x="6542" y="18500"/>
                        <a:pt x="7200" y="21083"/>
                      </a:cubicBezTo>
                      <a:cubicBezTo>
                        <a:pt x="8515" y="21083"/>
                        <a:pt x="9830" y="21600"/>
                        <a:pt x="11770" y="21600"/>
                      </a:cubicBezTo>
                      <a:cubicBezTo>
                        <a:pt x="16997" y="16458"/>
                        <a:pt x="16997" y="16458"/>
                        <a:pt x="16997" y="16458"/>
                      </a:cubicBezTo>
                      <a:cubicBezTo>
                        <a:pt x="21600" y="11833"/>
                        <a:pt x="20285" y="4625"/>
                        <a:pt x="14400" y="1008"/>
                      </a:cubicBezTo>
                      <a:cubicBezTo>
                        <a:pt x="13742" y="1008"/>
                        <a:pt x="13085" y="491"/>
                        <a:pt x="12427" y="0"/>
                      </a:cubicBezTo>
                      <a:cubicBezTo>
                        <a:pt x="0" y="13358"/>
                        <a:pt x="0" y="13358"/>
                        <a:pt x="0" y="13358"/>
                      </a:cubicBezTo>
                      <a:cubicBezTo>
                        <a:pt x="658" y="13875"/>
                        <a:pt x="1315" y="13875"/>
                        <a:pt x="1973" y="14391"/>
                      </a:cubicBezTo>
                    </a:path>
                  </a:pathLst>
                </a:custGeom>
                <a:solidFill>
                  <a:srgbClr val="FCD7B3"/>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35" name="Shape 8435"/>
                <p:cNvSpPr/>
                <p:nvPr/>
              </p:nvSpPr>
              <p:spPr>
                <a:xfrm>
                  <a:off x="279400" y="222250"/>
                  <a:ext cx="107591" cy="1075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114" y="2890"/>
                      </a:moveTo>
                      <a:cubicBezTo>
                        <a:pt x="8669" y="1445"/>
                        <a:pt x="7224" y="1445"/>
                        <a:pt x="5779" y="0"/>
                      </a:cubicBezTo>
                      <a:cubicBezTo>
                        <a:pt x="0" y="10114"/>
                        <a:pt x="0" y="10114"/>
                        <a:pt x="0" y="10114"/>
                      </a:cubicBezTo>
                      <a:cubicBezTo>
                        <a:pt x="5779" y="14376"/>
                        <a:pt x="12931" y="18710"/>
                        <a:pt x="21600" y="21600"/>
                      </a:cubicBezTo>
                      <a:cubicBezTo>
                        <a:pt x="20155" y="14376"/>
                        <a:pt x="15893" y="7224"/>
                        <a:pt x="10114" y="2890"/>
                      </a:cubicBezTo>
                    </a:path>
                  </a:pathLst>
                </a:custGeom>
                <a:solidFill>
                  <a:srgbClr val="FFE6C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grpSp>
          <p:nvGrpSpPr>
            <p:cNvPr id="8442" name="Group 8442"/>
            <p:cNvGrpSpPr/>
            <p:nvPr/>
          </p:nvGrpSpPr>
          <p:grpSpPr>
            <a:xfrm>
              <a:off x="279400" y="2673350"/>
              <a:ext cx="1174391" cy="6663966"/>
              <a:chOff x="0" y="0"/>
              <a:chExt cx="1174390" cy="6663965"/>
            </a:xfrm>
          </p:grpSpPr>
          <p:sp>
            <p:nvSpPr>
              <p:cNvPr id="8438" name="Shape 8438"/>
              <p:cNvSpPr/>
              <p:nvPr/>
            </p:nvSpPr>
            <p:spPr>
              <a:xfrm>
                <a:off x="0" y="0"/>
                <a:ext cx="1174391" cy="6663966"/>
              </a:xfrm>
              <a:prstGeom prst="rect">
                <a:avLst/>
              </a:prstGeom>
              <a:solidFill>
                <a:srgbClr val="17507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39" name="Shape 8439"/>
              <p:cNvSpPr/>
              <p:nvPr/>
            </p:nvSpPr>
            <p:spPr>
              <a:xfrm>
                <a:off x="0" y="0"/>
                <a:ext cx="1174391" cy="164740"/>
              </a:xfrm>
              <a:prstGeom prst="rect">
                <a:avLst/>
              </a:prstGeom>
              <a:solidFill>
                <a:srgbClr val="C1E1D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0" name="Shape 8440"/>
              <p:cNvSpPr/>
              <p:nvPr/>
            </p:nvSpPr>
            <p:spPr>
              <a:xfrm>
                <a:off x="587375" y="93662"/>
                <a:ext cx="587016" cy="6570304"/>
              </a:xfrm>
              <a:prstGeom prst="rect">
                <a:avLst/>
              </a:prstGeom>
              <a:solidFill>
                <a:srgbClr val="103754"/>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1" name="Shape 8441"/>
              <p:cNvSpPr/>
              <p:nvPr/>
            </p:nvSpPr>
            <p:spPr>
              <a:xfrm>
                <a:off x="587375" y="0"/>
                <a:ext cx="587016" cy="164740"/>
              </a:xfrm>
              <a:prstGeom prst="rect">
                <a:avLst/>
              </a:prstGeom>
              <a:solidFill>
                <a:srgbClr val="9AD5D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grpSp>
        <p:nvGrpSpPr>
          <p:cNvPr id="8458" name="Group 8458"/>
          <p:cNvGrpSpPr/>
          <p:nvPr/>
        </p:nvGrpSpPr>
        <p:grpSpPr>
          <a:xfrm>
            <a:off x="3371278" y="4647087"/>
            <a:ext cx="1441091" cy="645753"/>
            <a:chOff x="0" y="0"/>
            <a:chExt cx="1441089" cy="645751"/>
          </a:xfrm>
        </p:grpSpPr>
        <p:sp>
          <p:nvSpPr>
            <p:cNvPr id="8444" name="Shape 8444"/>
            <p:cNvSpPr/>
            <p:nvPr/>
          </p:nvSpPr>
          <p:spPr>
            <a:xfrm>
              <a:off x="122237" y="250825"/>
              <a:ext cx="1188679" cy="3949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21600"/>
                    <a:pt x="0" y="21600"/>
                    <a:pt x="0" y="21600"/>
                  </a:cubicBezTo>
                  <a:cubicBezTo>
                    <a:pt x="1171" y="21600"/>
                    <a:pt x="2086" y="18447"/>
                    <a:pt x="2086" y="14919"/>
                  </a:cubicBezTo>
                  <a:cubicBezTo>
                    <a:pt x="2086" y="18841"/>
                    <a:pt x="3126" y="21600"/>
                    <a:pt x="4296" y="21600"/>
                  </a:cubicBezTo>
                  <a:cubicBezTo>
                    <a:pt x="5467" y="21600"/>
                    <a:pt x="6507" y="18841"/>
                    <a:pt x="6507" y="14919"/>
                  </a:cubicBezTo>
                  <a:cubicBezTo>
                    <a:pt x="6507" y="18841"/>
                    <a:pt x="7422" y="21600"/>
                    <a:pt x="8724" y="21600"/>
                  </a:cubicBezTo>
                  <a:cubicBezTo>
                    <a:pt x="9888" y="21600"/>
                    <a:pt x="10797" y="18841"/>
                    <a:pt x="10797" y="14919"/>
                  </a:cubicBezTo>
                  <a:cubicBezTo>
                    <a:pt x="10797" y="18841"/>
                    <a:pt x="11837" y="21600"/>
                    <a:pt x="13014" y="21600"/>
                  </a:cubicBezTo>
                  <a:cubicBezTo>
                    <a:pt x="14184" y="21600"/>
                    <a:pt x="15224" y="18841"/>
                    <a:pt x="15224" y="14919"/>
                  </a:cubicBezTo>
                  <a:cubicBezTo>
                    <a:pt x="15224" y="18841"/>
                    <a:pt x="16140" y="21600"/>
                    <a:pt x="17434" y="21600"/>
                  </a:cubicBezTo>
                  <a:cubicBezTo>
                    <a:pt x="18605" y="21600"/>
                    <a:pt x="19520" y="18841"/>
                    <a:pt x="19520" y="14919"/>
                  </a:cubicBezTo>
                  <a:cubicBezTo>
                    <a:pt x="19520" y="18447"/>
                    <a:pt x="20429" y="21600"/>
                    <a:pt x="21600" y="21600"/>
                  </a:cubicBezTo>
                  <a:cubicBezTo>
                    <a:pt x="21600" y="0"/>
                    <a:pt x="21600" y="0"/>
                    <a:pt x="21600" y="0"/>
                  </a:cubicBezTo>
                  <a:lnTo>
                    <a:pt x="0" y="0"/>
                  </a:lnTo>
                </a:path>
              </a:pathLst>
            </a:custGeom>
            <a:solidFill>
              <a:srgbClr val="D7A029"/>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5" name="Shape 8445"/>
            <p:cNvSpPr/>
            <p:nvPr/>
          </p:nvSpPr>
          <p:spPr>
            <a:xfrm>
              <a:off x="0" y="136525"/>
              <a:ext cx="321904" cy="229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8148" y="0"/>
                  </a:lnTo>
                  <a:lnTo>
                    <a:pt x="0" y="21600"/>
                  </a:lnTo>
                  <a:lnTo>
                    <a:pt x="15838" y="21600"/>
                  </a:lnTo>
                  <a:lnTo>
                    <a:pt x="21600" y="0"/>
                  </a:lnTo>
                </a:path>
              </a:pathLst>
            </a:custGeom>
            <a:solidFill>
              <a:srgbClr val="EA654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6" name="Shape 8446"/>
            <p:cNvSpPr/>
            <p:nvPr/>
          </p:nvSpPr>
          <p:spPr>
            <a:xfrm>
              <a:off x="236538" y="136525"/>
              <a:ext cx="286977" cy="229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6485" y="0"/>
                  </a:lnTo>
                  <a:lnTo>
                    <a:pt x="0" y="21600"/>
                  </a:lnTo>
                  <a:lnTo>
                    <a:pt x="18344" y="21600"/>
                  </a:lnTo>
                  <a:lnTo>
                    <a:pt x="21600" y="0"/>
                  </a:ln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7" name="Shape 8447"/>
            <p:cNvSpPr/>
            <p:nvPr/>
          </p:nvSpPr>
          <p:spPr>
            <a:xfrm>
              <a:off x="479425" y="136525"/>
              <a:ext cx="236178" cy="229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600" y="0"/>
                  </a:lnTo>
                  <a:lnTo>
                    <a:pt x="3951" y="0"/>
                  </a:lnTo>
                  <a:lnTo>
                    <a:pt x="0" y="21600"/>
                  </a:lnTo>
                  <a:lnTo>
                    <a:pt x="21600" y="21600"/>
                  </a:lnTo>
                </a:path>
              </a:pathLst>
            </a:custGeom>
            <a:solidFill>
              <a:srgbClr val="EA654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8" name="Shape 8448"/>
            <p:cNvSpPr/>
            <p:nvPr/>
          </p:nvSpPr>
          <p:spPr>
            <a:xfrm>
              <a:off x="1117600" y="136525"/>
              <a:ext cx="321904" cy="229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2946" y="0"/>
                  </a:lnTo>
                  <a:lnTo>
                    <a:pt x="21600" y="21600"/>
                  </a:lnTo>
                  <a:lnTo>
                    <a:pt x="5279" y="21600"/>
                  </a:lnTo>
                  <a:lnTo>
                    <a:pt x="0" y="0"/>
                  </a:ln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49" name="Shape 8449"/>
            <p:cNvSpPr/>
            <p:nvPr/>
          </p:nvSpPr>
          <p:spPr>
            <a:xfrm>
              <a:off x="915987" y="136525"/>
              <a:ext cx="279042" cy="229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15512" y="0"/>
                  </a:lnTo>
                  <a:lnTo>
                    <a:pt x="21600" y="21600"/>
                  </a:lnTo>
                  <a:lnTo>
                    <a:pt x="3336" y="21600"/>
                  </a:lnTo>
                  <a:lnTo>
                    <a:pt x="0" y="0"/>
                  </a:lnTo>
                </a:path>
              </a:pathLst>
            </a:custGeom>
            <a:solidFill>
              <a:srgbClr val="EA654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0" name="Shape 8450"/>
            <p:cNvSpPr/>
            <p:nvPr/>
          </p:nvSpPr>
          <p:spPr>
            <a:xfrm>
              <a:off x="715963" y="136525"/>
              <a:ext cx="244115" cy="229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17771" y="0"/>
                  </a:lnTo>
                  <a:lnTo>
                    <a:pt x="21600" y="21600"/>
                  </a:lnTo>
                  <a:lnTo>
                    <a:pt x="0" y="21600"/>
                  </a:ln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1" name="Shape 8451"/>
            <p:cNvSpPr/>
            <p:nvPr/>
          </p:nvSpPr>
          <p:spPr>
            <a:xfrm>
              <a:off x="0" y="365125"/>
              <a:ext cx="236179" cy="17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6910"/>
                    <a:pt x="0" y="6910"/>
                    <a:pt x="0" y="6910"/>
                  </a:cubicBezTo>
                  <a:cubicBezTo>
                    <a:pt x="0" y="14690"/>
                    <a:pt x="4570" y="21600"/>
                    <a:pt x="11112" y="21600"/>
                  </a:cubicBezTo>
                  <a:cubicBezTo>
                    <a:pt x="16997" y="21600"/>
                    <a:pt x="21600" y="14690"/>
                    <a:pt x="21600" y="6910"/>
                  </a:cubicBezTo>
                  <a:cubicBezTo>
                    <a:pt x="21600" y="0"/>
                    <a:pt x="21600" y="0"/>
                    <a:pt x="21600" y="0"/>
                  </a:cubicBezTo>
                  <a:lnTo>
                    <a:pt x="0" y="0"/>
                  </a:lnTo>
                </a:path>
              </a:pathLst>
            </a:cu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2" name="Shape 8452"/>
            <p:cNvSpPr/>
            <p:nvPr/>
          </p:nvSpPr>
          <p:spPr>
            <a:xfrm>
              <a:off x="236538" y="365125"/>
              <a:ext cx="244114" cy="17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6910"/>
                    <a:pt x="0" y="6910"/>
                    <a:pt x="0" y="6910"/>
                  </a:cubicBezTo>
                  <a:cubicBezTo>
                    <a:pt x="0" y="14690"/>
                    <a:pt x="5080" y="21600"/>
                    <a:pt x="10800" y="21600"/>
                  </a:cubicBezTo>
                  <a:cubicBezTo>
                    <a:pt x="16520" y="21600"/>
                    <a:pt x="21600" y="14690"/>
                    <a:pt x="21600" y="6910"/>
                  </a:cubicBezTo>
                  <a:cubicBezTo>
                    <a:pt x="21600" y="0"/>
                    <a:pt x="21600" y="0"/>
                    <a:pt x="21600" y="0"/>
                  </a:cubicBezTo>
                  <a:lnTo>
                    <a:pt x="0" y="0"/>
                  </a:lnTo>
                </a:path>
              </a:pathLst>
            </a:custGeom>
            <a:solidFill>
              <a:srgbClr val="E7E7E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3" name="Shape 8453"/>
            <p:cNvSpPr/>
            <p:nvPr/>
          </p:nvSpPr>
          <p:spPr>
            <a:xfrm>
              <a:off x="479425" y="365125"/>
              <a:ext cx="236178" cy="17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6910"/>
                    <a:pt x="0" y="6910"/>
                    <a:pt x="0" y="6910"/>
                  </a:cubicBezTo>
                  <a:cubicBezTo>
                    <a:pt x="0" y="14690"/>
                    <a:pt x="4610" y="21600"/>
                    <a:pt x="11162" y="21600"/>
                  </a:cubicBezTo>
                  <a:cubicBezTo>
                    <a:pt x="17023" y="21600"/>
                    <a:pt x="21600" y="14690"/>
                    <a:pt x="21600" y="6910"/>
                  </a:cubicBezTo>
                  <a:cubicBezTo>
                    <a:pt x="21600" y="0"/>
                    <a:pt x="21600" y="0"/>
                    <a:pt x="21600" y="0"/>
                  </a:cubicBezTo>
                  <a:lnTo>
                    <a:pt x="0" y="0"/>
                  </a:lnTo>
                </a:path>
              </a:pathLst>
            </a:cu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4" name="Shape 8454"/>
            <p:cNvSpPr/>
            <p:nvPr/>
          </p:nvSpPr>
          <p:spPr>
            <a:xfrm>
              <a:off x="715963" y="365125"/>
              <a:ext cx="244115" cy="17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6910"/>
                    <a:pt x="0" y="6910"/>
                    <a:pt x="0" y="6910"/>
                  </a:cubicBezTo>
                  <a:cubicBezTo>
                    <a:pt x="0" y="14690"/>
                    <a:pt x="5073" y="21600"/>
                    <a:pt x="10816" y="21600"/>
                  </a:cubicBezTo>
                  <a:cubicBezTo>
                    <a:pt x="16527" y="21600"/>
                    <a:pt x="21600" y="14690"/>
                    <a:pt x="21600" y="6910"/>
                  </a:cubicBezTo>
                  <a:cubicBezTo>
                    <a:pt x="21600" y="0"/>
                    <a:pt x="21600" y="0"/>
                    <a:pt x="21600" y="0"/>
                  </a:cubicBezTo>
                  <a:lnTo>
                    <a:pt x="0" y="0"/>
                  </a:lnTo>
                </a:path>
              </a:pathLst>
            </a:custGeom>
            <a:solidFill>
              <a:srgbClr val="E7E7E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5" name="Shape 8455"/>
            <p:cNvSpPr/>
            <p:nvPr/>
          </p:nvSpPr>
          <p:spPr>
            <a:xfrm>
              <a:off x="960437" y="365125"/>
              <a:ext cx="236179" cy="17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6910"/>
                    <a:pt x="0" y="6910"/>
                    <a:pt x="0" y="6910"/>
                  </a:cubicBezTo>
                  <a:cubicBezTo>
                    <a:pt x="0" y="14690"/>
                    <a:pt x="4603" y="21600"/>
                    <a:pt x="11112" y="21600"/>
                  </a:cubicBezTo>
                  <a:cubicBezTo>
                    <a:pt x="16997" y="21600"/>
                    <a:pt x="21600" y="14690"/>
                    <a:pt x="21600" y="6910"/>
                  </a:cubicBezTo>
                  <a:cubicBezTo>
                    <a:pt x="21600" y="0"/>
                    <a:pt x="21600" y="0"/>
                    <a:pt x="21600" y="0"/>
                  </a:cubicBezTo>
                  <a:lnTo>
                    <a:pt x="0" y="0"/>
                  </a:lnTo>
                </a:path>
              </a:pathLst>
            </a:cu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6" name="Shape 8456"/>
            <p:cNvSpPr/>
            <p:nvPr/>
          </p:nvSpPr>
          <p:spPr>
            <a:xfrm>
              <a:off x="1196975" y="365125"/>
              <a:ext cx="244115" cy="179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6910"/>
                    <a:pt x="0" y="6910"/>
                    <a:pt x="0" y="6910"/>
                  </a:cubicBezTo>
                  <a:cubicBezTo>
                    <a:pt x="0" y="14690"/>
                    <a:pt x="5073" y="21600"/>
                    <a:pt x="10784" y="21600"/>
                  </a:cubicBezTo>
                  <a:cubicBezTo>
                    <a:pt x="16527" y="21600"/>
                    <a:pt x="21600" y="14690"/>
                    <a:pt x="21600" y="6910"/>
                  </a:cubicBezTo>
                  <a:cubicBezTo>
                    <a:pt x="21600" y="0"/>
                    <a:pt x="21600" y="0"/>
                    <a:pt x="21600" y="0"/>
                  </a:cubicBezTo>
                  <a:lnTo>
                    <a:pt x="0" y="0"/>
                  </a:lnTo>
                </a:path>
              </a:pathLst>
            </a:custGeom>
            <a:solidFill>
              <a:srgbClr val="E7E7E7"/>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57" name="Shape 8457"/>
            <p:cNvSpPr/>
            <p:nvPr/>
          </p:nvSpPr>
          <p:spPr>
            <a:xfrm>
              <a:off x="122237" y="0"/>
              <a:ext cx="1188679" cy="136165"/>
            </a:xfrm>
            <a:prstGeom prst="rect">
              <a:avLst/>
            </a:pr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461" name="Group 8461"/>
          <p:cNvGrpSpPr/>
          <p:nvPr/>
        </p:nvGrpSpPr>
        <p:grpSpPr>
          <a:xfrm>
            <a:off x="3642741" y="5320188"/>
            <a:ext cx="868003" cy="852129"/>
            <a:chOff x="0" y="0"/>
            <a:chExt cx="868001" cy="852127"/>
          </a:xfrm>
        </p:grpSpPr>
        <p:sp>
          <p:nvSpPr>
            <p:cNvPr id="8459" name="Shape 8459"/>
            <p:cNvSpPr/>
            <p:nvPr/>
          </p:nvSpPr>
          <p:spPr>
            <a:xfrm>
              <a:off x="0" y="0"/>
              <a:ext cx="429853" cy="8521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15" y="729"/>
                  </a:moveTo>
                  <a:cubicBezTo>
                    <a:pt x="19429" y="365"/>
                    <a:pt x="18362" y="0"/>
                    <a:pt x="17294" y="0"/>
                  </a:cubicBezTo>
                  <a:lnTo>
                    <a:pt x="16933" y="0"/>
                  </a:lnTo>
                  <a:cubicBezTo>
                    <a:pt x="15485" y="182"/>
                    <a:pt x="14762" y="912"/>
                    <a:pt x="14056" y="1450"/>
                  </a:cubicBezTo>
                  <a:cubicBezTo>
                    <a:pt x="13676" y="1632"/>
                    <a:pt x="13333" y="1997"/>
                    <a:pt x="13333" y="1997"/>
                  </a:cubicBezTo>
                  <a:cubicBezTo>
                    <a:pt x="13333" y="1997"/>
                    <a:pt x="13333" y="1997"/>
                    <a:pt x="12971" y="1997"/>
                  </a:cubicBezTo>
                  <a:cubicBezTo>
                    <a:pt x="12609" y="1997"/>
                    <a:pt x="12247" y="1997"/>
                    <a:pt x="11885" y="1997"/>
                  </a:cubicBezTo>
                  <a:cubicBezTo>
                    <a:pt x="11162" y="1997"/>
                    <a:pt x="10800" y="1814"/>
                    <a:pt x="10094" y="1814"/>
                  </a:cubicBezTo>
                  <a:cubicBezTo>
                    <a:pt x="9353" y="1814"/>
                    <a:pt x="8647" y="1997"/>
                    <a:pt x="7924" y="2179"/>
                  </a:cubicBezTo>
                  <a:cubicBezTo>
                    <a:pt x="6856" y="2717"/>
                    <a:pt x="6856" y="3447"/>
                    <a:pt x="6856" y="3994"/>
                  </a:cubicBezTo>
                  <a:cubicBezTo>
                    <a:pt x="6856" y="4176"/>
                    <a:pt x="6856" y="4714"/>
                    <a:pt x="6476" y="4714"/>
                  </a:cubicBezTo>
                  <a:cubicBezTo>
                    <a:pt x="6476" y="4714"/>
                    <a:pt x="5771" y="4896"/>
                    <a:pt x="5409" y="4896"/>
                  </a:cubicBezTo>
                  <a:cubicBezTo>
                    <a:pt x="3962" y="5088"/>
                    <a:pt x="2533" y="5261"/>
                    <a:pt x="2153" y="5990"/>
                  </a:cubicBezTo>
                  <a:cubicBezTo>
                    <a:pt x="1447" y="6720"/>
                    <a:pt x="1809" y="7440"/>
                    <a:pt x="2533" y="7987"/>
                  </a:cubicBezTo>
                  <a:cubicBezTo>
                    <a:pt x="2533" y="8170"/>
                    <a:pt x="2894" y="8525"/>
                    <a:pt x="2894" y="8525"/>
                  </a:cubicBezTo>
                  <a:cubicBezTo>
                    <a:pt x="2894" y="8717"/>
                    <a:pt x="2153" y="8890"/>
                    <a:pt x="1809" y="9072"/>
                  </a:cubicBezTo>
                  <a:cubicBezTo>
                    <a:pt x="1085" y="9437"/>
                    <a:pt x="0" y="9984"/>
                    <a:pt x="0" y="10704"/>
                  </a:cubicBezTo>
                  <a:cubicBezTo>
                    <a:pt x="0" y="11434"/>
                    <a:pt x="1085" y="11981"/>
                    <a:pt x="1809" y="12528"/>
                  </a:cubicBezTo>
                  <a:cubicBezTo>
                    <a:pt x="2153" y="12528"/>
                    <a:pt x="2894" y="12883"/>
                    <a:pt x="2894" y="12883"/>
                  </a:cubicBezTo>
                  <a:cubicBezTo>
                    <a:pt x="2894" y="13066"/>
                    <a:pt x="2533" y="13430"/>
                    <a:pt x="2533" y="13613"/>
                  </a:cubicBezTo>
                  <a:cubicBezTo>
                    <a:pt x="1809" y="14160"/>
                    <a:pt x="1447" y="14880"/>
                    <a:pt x="2153" y="15610"/>
                  </a:cubicBezTo>
                  <a:cubicBezTo>
                    <a:pt x="2533" y="16157"/>
                    <a:pt x="3962" y="16330"/>
                    <a:pt x="5409" y="16512"/>
                  </a:cubicBezTo>
                  <a:cubicBezTo>
                    <a:pt x="5771" y="16704"/>
                    <a:pt x="6476" y="16704"/>
                    <a:pt x="6476" y="16877"/>
                  </a:cubicBezTo>
                  <a:cubicBezTo>
                    <a:pt x="6856" y="16877"/>
                    <a:pt x="6856" y="17242"/>
                    <a:pt x="6856" y="17606"/>
                  </a:cubicBezTo>
                  <a:cubicBezTo>
                    <a:pt x="6856" y="18153"/>
                    <a:pt x="6856" y="18883"/>
                    <a:pt x="7924" y="19421"/>
                  </a:cubicBezTo>
                  <a:cubicBezTo>
                    <a:pt x="8647" y="19603"/>
                    <a:pt x="9353" y="19786"/>
                    <a:pt x="10094" y="19786"/>
                  </a:cubicBezTo>
                  <a:cubicBezTo>
                    <a:pt x="10800" y="19786"/>
                    <a:pt x="11162" y="19603"/>
                    <a:pt x="11885" y="19603"/>
                  </a:cubicBezTo>
                  <a:cubicBezTo>
                    <a:pt x="12247" y="19603"/>
                    <a:pt x="12609" y="19603"/>
                    <a:pt x="12971" y="19603"/>
                  </a:cubicBezTo>
                  <a:cubicBezTo>
                    <a:pt x="13333" y="19603"/>
                    <a:pt x="13333" y="19603"/>
                    <a:pt x="13333" y="19603"/>
                  </a:cubicBezTo>
                  <a:cubicBezTo>
                    <a:pt x="13333" y="19603"/>
                    <a:pt x="13676" y="19968"/>
                    <a:pt x="14056" y="20141"/>
                  </a:cubicBezTo>
                  <a:cubicBezTo>
                    <a:pt x="14762" y="20688"/>
                    <a:pt x="15485" y="21418"/>
                    <a:pt x="16933" y="21418"/>
                  </a:cubicBezTo>
                  <a:cubicBezTo>
                    <a:pt x="16933" y="21600"/>
                    <a:pt x="17294" y="21600"/>
                    <a:pt x="17294" y="21600"/>
                  </a:cubicBezTo>
                  <a:cubicBezTo>
                    <a:pt x="18362" y="21600"/>
                    <a:pt x="19429" y="21235"/>
                    <a:pt x="20515" y="20871"/>
                  </a:cubicBezTo>
                  <a:cubicBezTo>
                    <a:pt x="20858" y="20688"/>
                    <a:pt x="21238" y="20515"/>
                    <a:pt x="21600" y="20515"/>
                  </a:cubicBezTo>
                  <a:cubicBezTo>
                    <a:pt x="21600" y="1085"/>
                    <a:pt x="21600" y="1085"/>
                    <a:pt x="21600" y="1085"/>
                  </a:cubicBezTo>
                  <a:cubicBezTo>
                    <a:pt x="21238" y="1085"/>
                    <a:pt x="20858" y="912"/>
                    <a:pt x="20515" y="729"/>
                  </a:cubicBezTo>
                </a:path>
              </a:pathLst>
            </a:custGeom>
            <a:solidFill>
              <a:srgbClr val="EA654E"/>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460" name="Shape 8460"/>
            <p:cNvSpPr/>
            <p:nvPr/>
          </p:nvSpPr>
          <p:spPr>
            <a:xfrm>
              <a:off x="430212" y="0"/>
              <a:ext cx="437790" cy="8521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65" y="12528"/>
                  </a:moveTo>
                  <a:cubicBezTo>
                    <a:pt x="20532" y="11981"/>
                    <a:pt x="21600" y="11616"/>
                    <a:pt x="21600" y="10704"/>
                  </a:cubicBezTo>
                  <a:cubicBezTo>
                    <a:pt x="21600" y="9984"/>
                    <a:pt x="20532" y="9437"/>
                    <a:pt x="19465" y="9072"/>
                  </a:cubicBezTo>
                  <a:cubicBezTo>
                    <a:pt x="19109" y="8890"/>
                    <a:pt x="18415" y="8717"/>
                    <a:pt x="18415" y="8717"/>
                  </a:cubicBezTo>
                  <a:cubicBezTo>
                    <a:pt x="18415" y="8525"/>
                    <a:pt x="18753" y="8170"/>
                    <a:pt x="19109" y="7987"/>
                  </a:cubicBezTo>
                  <a:cubicBezTo>
                    <a:pt x="19465" y="7440"/>
                    <a:pt x="19821" y="6720"/>
                    <a:pt x="19465" y="5990"/>
                  </a:cubicBezTo>
                  <a:cubicBezTo>
                    <a:pt x="18753" y="5261"/>
                    <a:pt x="17348" y="5088"/>
                    <a:pt x="16280" y="4896"/>
                  </a:cubicBezTo>
                  <a:cubicBezTo>
                    <a:pt x="15568" y="4896"/>
                    <a:pt x="14857" y="4714"/>
                    <a:pt x="14857" y="4714"/>
                  </a:cubicBezTo>
                  <a:cubicBezTo>
                    <a:pt x="14857" y="4714"/>
                    <a:pt x="14857" y="4176"/>
                    <a:pt x="14501" y="3994"/>
                  </a:cubicBezTo>
                  <a:cubicBezTo>
                    <a:pt x="14501" y="3447"/>
                    <a:pt x="14501" y="2717"/>
                    <a:pt x="13451" y="2179"/>
                  </a:cubicBezTo>
                  <a:cubicBezTo>
                    <a:pt x="12739" y="1997"/>
                    <a:pt x="12384" y="1814"/>
                    <a:pt x="11316" y="1814"/>
                  </a:cubicBezTo>
                  <a:cubicBezTo>
                    <a:pt x="10978" y="1814"/>
                    <a:pt x="10266" y="1997"/>
                    <a:pt x="9555" y="1997"/>
                  </a:cubicBezTo>
                  <a:cubicBezTo>
                    <a:pt x="9199" y="1997"/>
                    <a:pt x="8843" y="1997"/>
                    <a:pt x="8487" y="1997"/>
                  </a:cubicBezTo>
                  <a:lnTo>
                    <a:pt x="8131" y="1997"/>
                  </a:lnTo>
                  <a:cubicBezTo>
                    <a:pt x="8131" y="1997"/>
                    <a:pt x="7775" y="1632"/>
                    <a:pt x="7419" y="1450"/>
                  </a:cubicBezTo>
                  <a:cubicBezTo>
                    <a:pt x="7081" y="912"/>
                    <a:pt x="6352" y="182"/>
                    <a:pt x="4946" y="0"/>
                  </a:cubicBezTo>
                  <a:cubicBezTo>
                    <a:pt x="4590" y="0"/>
                    <a:pt x="4590" y="0"/>
                    <a:pt x="4235" y="0"/>
                  </a:cubicBezTo>
                  <a:cubicBezTo>
                    <a:pt x="3185" y="0"/>
                    <a:pt x="2117" y="365"/>
                    <a:pt x="1406" y="729"/>
                  </a:cubicBezTo>
                  <a:cubicBezTo>
                    <a:pt x="1050" y="912"/>
                    <a:pt x="338" y="1085"/>
                    <a:pt x="0" y="1085"/>
                  </a:cubicBezTo>
                  <a:cubicBezTo>
                    <a:pt x="0" y="20515"/>
                    <a:pt x="0" y="20515"/>
                    <a:pt x="0" y="20515"/>
                  </a:cubicBezTo>
                  <a:cubicBezTo>
                    <a:pt x="338" y="20515"/>
                    <a:pt x="1050" y="20688"/>
                    <a:pt x="1406" y="20871"/>
                  </a:cubicBezTo>
                  <a:cubicBezTo>
                    <a:pt x="2117" y="21235"/>
                    <a:pt x="3185" y="21600"/>
                    <a:pt x="4235" y="21600"/>
                  </a:cubicBezTo>
                  <a:cubicBezTo>
                    <a:pt x="4590" y="21600"/>
                    <a:pt x="4590" y="21600"/>
                    <a:pt x="4946" y="21418"/>
                  </a:cubicBezTo>
                  <a:cubicBezTo>
                    <a:pt x="6352" y="21418"/>
                    <a:pt x="7081" y="20688"/>
                    <a:pt x="7419" y="20141"/>
                  </a:cubicBezTo>
                  <a:cubicBezTo>
                    <a:pt x="7775" y="19968"/>
                    <a:pt x="8131" y="19603"/>
                    <a:pt x="8131" y="19603"/>
                  </a:cubicBezTo>
                  <a:cubicBezTo>
                    <a:pt x="8131" y="19603"/>
                    <a:pt x="8131" y="19603"/>
                    <a:pt x="8487" y="19603"/>
                  </a:cubicBezTo>
                  <a:cubicBezTo>
                    <a:pt x="8843" y="19603"/>
                    <a:pt x="9199" y="19603"/>
                    <a:pt x="9555" y="19603"/>
                  </a:cubicBezTo>
                  <a:cubicBezTo>
                    <a:pt x="10266" y="19603"/>
                    <a:pt x="10978" y="19786"/>
                    <a:pt x="11316" y="19786"/>
                  </a:cubicBezTo>
                  <a:cubicBezTo>
                    <a:pt x="12384" y="19786"/>
                    <a:pt x="12739" y="19603"/>
                    <a:pt x="13451" y="19421"/>
                  </a:cubicBezTo>
                  <a:cubicBezTo>
                    <a:pt x="14501" y="18883"/>
                    <a:pt x="14501" y="18153"/>
                    <a:pt x="14501" y="17606"/>
                  </a:cubicBezTo>
                  <a:cubicBezTo>
                    <a:pt x="14857" y="17242"/>
                    <a:pt x="14857" y="16877"/>
                    <a:pt x="14857" y="16877"/>
                  </a:cubicBezTo>
                  <a:cubicBezTo>
                    <a:pt x="14857" y="16704"/>
                    <a:pt x="15568" y="16704"/>
                    <a:pt x="16280" y="16512"/>
                  </a:cubicBezTo>
                  <a:cubicBezTo>
                    <a:pt x="17348" y="16330"/>
                    <a:pt x="18753" y="16157"/>
                    <a:pt x="19465" y="15610"/>
                  </a:cubicBezTo>
                  <a:cubicBezTo>
                    <a:pt x="19821" y="14880"/>
                    <a:pt x="19465" y="14160"/>
                    <a:pt x="19109" y="13613"/>
                  </a:cubicBezTo>
                  <a:cubicBezTo>
                    <a:pt x="18753" y="13430"/>
                    <a:pt x="18415" y="13066"/>
                    <a:pt x="18415" y="12883"/>
                  </a:cubicBezTo>
                  <a:cubicBezTo>
                    <a:pt x="18415" y="12883"/>
                    <a:pt x="19109" y="12528"/>
                    <a:pt x="19465" y="12528"/>
                  </a:cubicBezTo>
                </a:path>
              </a:pathLst>
            </a:custGeom>
            <a:solidFill>
              <a:srgbClr val="CF3C2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480" name="Group 8480"/>
          <p:cNvGrpSpPr/>
          <p:nvPr/>
        </p:nvGrpSpPr>
        <p:grpSpPr>
          <a:xfrm>
            <a:off x="9982376" y="6596619"/>
            <a:ext cx="11635656" cy="5273891"/>
            <a:chOff x="0" y="0"/>
            <a:chExt cx="11635654" cy="5273889"/>
          </a:xfrm>
        </p:grpSpPr>
        <p:grpSp>
          <p:nvGrpSpPr>
            <p:cNvPr id="8467" name="Group 8467"/>
            <p:cNvGrpSpPr/>
            <p:nvPr/>
          </p:nvGrpSpPr>
          <p:grpSpPr>
            <a:xfrm>
              <a:off x="5883138" y="863783"/>
              <a:ext cx="5752517" cy="3419016"/>
              <a:chOff x="0" y="0"/>
              <a:chExt cx="5752515" cy="3419015"/>
            </a:xfrm>
          </p:grpSpPr>
          <p:sp>
            <p:nvSpPr>
              <p:cNvPr id="8462" name="Shape 8462"/>
              <p:cNvSpPr/>
              <p:nvPr/>
            </p:nvSpPr>
            <p:spPr>
              <a:xfrm>
                <a:off x="-1" y="0"/>
                <a:ext cx="5752517" cy="2503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 y="0"/>
                    </a:moveTo>
                    <a:lnTo>
                      <a:pt x="21443" y="0"/>
                    </a:lnTo>
                    <a:cubicBezTo>
                      <a:pt x="21530" y="0"/>
                      <a:pt x="21600" y="1612"/>
                      <a:pt x="21600" y="3600"/>
                    </a:cubicBezTo>
                    <a:lnTo>
                      <a:pt x="21600" y="21600"/>
                    </a:lnTo>
                    <a:lnTo>
                      <a:pt x="0" y="21600"/>
                    </a:lnTo>
                    <a:lnTo>
                      <a:pt x="0" y="3600"/>
                    </a:lnTo>
                    <a:cubicBezTo>
                      <a:pt x="0" y="1612"/>
                      <a:pt x="70" y="0"/>
                      <a:pt x="157" y="0"/>
                    </a:cubicBezTo>
                    <a:close/>
                  </a:path>
                </a:pathLst>
              </a:custGeom>
              <a:solidFill>
                <a:srgbClr val="161F28"/>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63" name="Shape 8463"/>
              <p:cNvSpPr/>
              <p:nvPr/>
            </p:nvSpPr>
            <p:spPr>
              <a:xfrm>
                <a:off x="84089" y="84090"/>
                <a:ext cx="82179" cy="82178"/>
              </a:xfrm>
              <a:prstGeom prst="ellipse">
                <a:avLst/>
              </a:prstGeom>
              <a:solidFill>
                <a:srgbClr val="C0504D"/>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64" name="Shape 8464"/>
              <p:cNvSpPr/>
              <p:nvPr/>
            </p:nvSpPr>
            <p:spPr>
              <a:xfrm>
                <a:off x="196846" y="84090"/>
                <a:ext cx="82179" cy="82178"/>
              </a:xfrm>
              <a:prstGeom prst="ellipse">
                <a:avLst/>
              </a:prstGeom>
              <a:solidFill>
                <a:srgbClr val="F9C827"/>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65" name="Shape 8465"/>
              <p:cNvSpPr/>
              <p:nvPr/>
            </p:nvSpPr>
            <p:spPr>
              <a:xfrm>
                <a:off x="309603" y="84090"/>
                <a:ext cx="84092" cy="82178"/>
              </a:xfrm>
              <a:prstGeom prst="ellipse">
                <a:avLst/>
              </a:prstGeom>
              <a:solidFill>
                <a:srgbClr val="9BBB59"/>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66" name="Shape 8466"/>
              <p:cNvSpPr/>
              <p:nvPr/>
            </p:nvSpPr>
            <p:spPr>
              <a:xfrm>
                <a:off x="-1" y="250172"/>
                <a:ext cx="5752517" cy="3168844"/>
              </a:xfrm>
              <a:prstGeom prst="rect">
                <a:avLst/>
              </a:prstGeom>
              <a:solidFill>
                <a:srgbClr val="F2F2F2"/>
              </a:solidFill>
              <a:ln w="3175" cap="flat">
                <a:solidFill>
                  <a:srgbClr val="000000"/>
                </a:solidFill>
                <a:prstDash val="solid"/>
                <a:miter lim="8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473" name="Group 8473"/>
            <p:cNvGrpSpPr/>
            <p:nvPr/>
          </p:nvGrpSpPr>
          <p:grpSpPr>
            <a:xfrm>
              <a:off x="4649518" y="1383231"/>
              <a:ext cx="5721041" cy="3400312"/>
              <a:chOff x="0" y="0"/>
              <a:chExt cx="5721040" cy="3400310"/>
            </a:xfrm>
          </p:grpSpPr>
          <p:sp>
            <p:nvSpPr>
              <p:cNvPr id="8468" name="Shape 8468"/>
              <p:cNvSpPr/>
              <p:nvPr/>
            </p:nvSpPr>
            <p:spPr>
              <a:xfrm>
                <a:off x="-1" y="-1"/>
                <a:ext cx="5721042" cy="2489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 y="0"/>
                    </a:moveTo>
                    <a:lnTo>
                      <a:pt x="21443" y="0"/>
                    </a:lnTo>
                    <a:cubicBezTo>
                      <a:pt x="21530" y="0"/>
                      <a:pt x="21600" y="1612"/>
                      <a:pt x="21600" y="3600"/>
                    </a:cubicBezTo>
                    <a:lnTo>
                      <a:pt x="21600" y="21600"/>
                    </a:lnTo>
                    <a:lnTo>
                      <a:pt x="0" y="21600"/>
                    </a:lnTo>
                    <a:lnTo>
                      <a:pt x="0" y="3600"/>
                    </a:lnTo>
                    <a:cubicBezTo>
                      <a:pt x="0" y="1612"/>
                      <a:pt x="70" y="0"/>
                      <a:pt x="157" y="0"/>
                    </a:cubicBezTo>
                    <a:close/>
                  </a:path>
                </a:pathLst>
              </a:custGeom>
              <a:solidFill>
                <a:srgbClr val="161F28"/>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69" name="Shape 8469"/>
              <p:cNvSpPr/>
              <p:nvPr/>
            </p:nvSpPr>
            <p:spPr>
              <a:xfrm>
                <a:off x="83629" y="83629"/>
                <a:ext cx="81731" cy="81731"/>
              </a:xfrm>
              <a:prstGeom prst="ellipse">
                <a:avLst/>
              </a:prstGeom>
              <a:solidFill>
                <a:srgbClr val="C0504D"/>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0" name="Shape 8470"/>
              <p:cNvSpPr/>
              <p:nvPr/>
            </p:nvSpPr>
            <p:spPr>
              <a:xfrm>
                <a:off x="195769" y="83629"/>
                <a:ext cx="81731" cy="81731"/>
              </a:xfrm>
              <a:prstGeom prst="ellipse">
                <a:avLst/>
              </a:prstGeom>
              <a:solidFill>
                <a:srgbClr val="F9C827"/>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1" name="Shape 8471"/>
              <p:cNvSpPr/>
              <p:nvPr/>
            </p:nvSpPr>
            <p:spPr>
              <a:xfrm>
                <a:off x="307909" y="83629"/>
                <a:ext cx="83631" cy="81731"/>
              </a:xfrm>
              <a:prstGeom prst="ellipse">
                <a:avLst/>
              </a:prstGeom>
              <a:solidFill>
                <a:srgbClr val="9BBB59"/>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2" name="Shape 8472"/>
              <p:cNvSpPr/>
              <p:nvPr/>
            </p:nvSpPr>
            <p:spPr>
              <a:xfrm>
                <a:off x="-1" y="248803"/>
                <a:ext cx="5721042" cy="3151508"/>
              </a:xfrm>
              <a:prstGeom prst="rect">
                <a:avLst/>
              </a:prstGeom>
              <a:solidFill>
                <a:srgbClr val="F2F2F2"/>
              </a:solidFill>
              <a:ln w="3175" cap="flat">
                <a:solidFill>
                  <a:srgbClr val="000000"/>
                </a:solidFill>
                <a:prstDash val="solid"/>
                <a:miter lim="8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nvGrpSpPr>
            <p:cNvPr id="8479" name="Group 8479"/>
            <p:cNvGrpSpPr/>
            <p:nvPr/>
          </p:nvGrpSpPr>
          <p:grpSpPr>
            <a:xfrm>
              <a:off x="0" y="0"/>
              <a:ext cx="8873356" cy="5273890"/>
              <a:chOff x="0" y="0"/>
              <a:chExt cx="8873355" cy="5273889"/>
            </a:xfrm>
          </p:grpSpPr>
          <p:sp>
            <p:nvSpPr>
              <p:cNvPr id="8474" name="Shape 8474"/>
              <p:cNvSpPr/>
              <p:nvPr/>
            </p:nvSpPr>
            <p:spPr>
              <a:xfrm>
                <a:off x="0" y="-1"/>
                <a:ext cx="8873357" cy="3861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 y="0"/>
                    </a:moveTo>
                    <a:lnTo>
                      <a:pt x="21443" y="0"/>
                    </a:lnTo>
                    <a:cubicBezTo>
                      <a:pt x="21530" y="0"/>
                      <a:pt x="21600" y="1612"/>
                      <a:pt x="21600" y="3600"/>
                    </a:cubicBezTo>
                    <a:lnTo>
                      <a:pt x="21600" y="21600"/>
                    </a:lnTo>
                    <a:lnTo>
                      <a:pt x="0" y="21600"/>
                    </a:lnTo>
                    <a:lnTo>
                      <a:pt x="0" y="3600"/>
                    </a:lnTo>
                    <a:cubicBezTo>
                      <a:pt x="0" y="1612"/>
                      <a:pt x="70" y="0"/>
                      <a:pt x="157" y="0"/>
                    </a:cubicBezTo>
                    <a:close/>
                  </a:path>
                </a:pathLst>
              </a:custGeom>
              <a:solidFill>
                <a:srgbClr val="161F28"/>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5" name="Shape 8475"/>
              <p:cNvSpPr/>
              <p:nvPr/>
            </p:nvSpPr>
            <p:spPr>
              <a:xfrm>
                <a:off x="129709" y="129710"/>
                <a:ext cx="126762" cy="126762"/>
              </a:xfrm>
              <a:prstGeom prst="ellipse">
                <a:avLst/>
              </a:prstGeom>
              <a:solidFill>
                <a:srgbClr val="C0504D"/>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6" name="Shape 8476"/>
              <p:cNvSpPr/>
              <p:nvPr/>
            </p:nvSpPr>
            <p:spPr>
              <a:xfrm>
                <a:off x="303639" y="129710"/>
                <a:ext cx="126765" cy="126762"/>
              </a:xfrm>
              <a:prstGeom prst="ellipse">
                <a:avLst/>
              </a:prstGeom>
              <a:solidFill>
                <a:srgbClr val="F9C827"/>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7" name="Shape 8477"/>
              <p:cNvSpPr/>
              <p:nvPr/>
            </p:nvSpPr>
            <p:spPr>
              <a:xfrm>
                <a:off x="477569" y="129710"/>
                <a:ext cx="129712" cy="126762"/>
              </a:xfrm>
              <a:prstGeom prst="ellipse">
                <a:avLst/>
              </a:prstGeom>
              <a:solidFill>
                <a:srgbClr val="9BBB59"/>
              </a:solidFill>
              <a:ln w="3175" cap="flat">
                <a:solidFill>
                  <a:srgbClr val="000000"/>
                </a:solidFill>
                <a:prstDash val="solid"/>
                <a:round/>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sp>
            <p:nvSpPr>
              <p:cNvPr id="8478" name="Shape 8478"/>
              <p:cNvSpPr/>
              <p:nvPr/>
            </p:nvSpPr>
            <p:spPr>
              <a:xfrm>
                <a:off x="0" y="385894"/>
                <a:ext cx="8873356" cy="4887996"/>
              </a:xfrm>
              <a:prstGeom prst="rect">
                <a:avLst/>
              </a:prstGeom>
              <a:solidFill>
                <a:srgbClr val="F2F2F2"/>
              </a:solidFill>
              <a:ln w="3175" cap="flat">
                <a:solidFill>
                  <a:srgbClr val="000000"/>
                </a:solidFill>
                <a:prstDash val="solid"/>
                <a:miter lim="800000"/>
              </a:ln>
              <a:effectLst/>
            </p:spPr>
            <p:txBody>
              <a:bodyPr wrap="square" lIns="45719" tIns="45719" rIns="45719" bIns="45719" numCol="1" anchor="ctr">
                <a:noAutofit/>
              </a:bodyPr>
              <a:lstStyle/>
              <a:p>
                <a:pPr defTabSz="457200">
                  <a:defRPr sz="1800">
                    <a:solidFill>
                      <a:srgbClr val="FFFFFF"/>
                    </a:solidFill>
                    <a:latin typeface="Calibri"/>
                    <a:ea typeface="Calibri"/>
                    <a:cs typeface="Calibri"/>
                    <a:sym typeface="Calibri"/>
                  </a:defRPr>
                </a:pPr>
              </a:p>
            </p:txBody>
          </p:sp>
        </p:gr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8458"/>
                                        </p:tgtEl>
                                        <p:attrNameLst>
                                          <p:attrName>style.visibility</p:attrName>
                                        </p:attrNameLst>
                                      </p:cBhvr>
                                      <p:to>
                                        <p:strVal val="visible"/>
                                      </p:to>
                                    </p:set>
                                    <p:animEffect filter="wipe(up)" transition="in">
                                      <p:cBhvr>
                                        <p:cTn id="7" dur="500"/>
                                        <p:tgtEl>
                                          <p:spTgt spid="8458"/>
                                        </p:tgtEl>
                                      </p:cBhvr>
                                    </p:animEffect>
                                  </p:childTnLst>
                                </p:cTn>
                              </p:par>
                            </p:childTnLst>
                          </p:cTn>
                        </p:par>
                        <p:par>
                          <p:cTn id="8" fill="hold">
                            <p:stCondLst>
                              <p:cond delay="500"/>
                            </p:stCondLst>
                            <p:childTnLst>
                              <p:par>
                                <p:cTn id="9" presetClass="entr" nodeType="afterEffect" presetSubtype="32" presetID="4" grpId="2" fill="hold">
                                  <p:stCondLst>
                                    <p:cond delay="0"/>
                                  </p:stCondLst>
                                  <p:iterate type="el" backwards="0">
                                    <p:tmAbs val="0"/>
                                  </p:iterate>
                                  <p:childTnLst>
                                    <p:set>
                                      <p:cBhvr>
                                        <p:cTn id="10" fill="hold"/>
                                        <p:tgtEl>
                                          <p:spTgt spid="8461"/>
                                        </p:tgtEl>
                                        <p:attrNameLst>
                                          <p:attrName>style.visibility</p:attrName>
                                        </p:attrNameLst>
                                      </p:cBhvr>
                                      <p:to>
                                        <p:strVal val="visible"/>
                                      </p:to>
                                    </p:set>
                                    <p:animEffect filter="box(out)" transition="in">
                                      <p:cBhvr>
                                        <p:cTn id="11" dur="500"/>
                                        <p:tgtEl>
                                          <p:spTgt spid="84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461" grpId="2"/>
      <p:bldP build="whole" bldLvl="1" animBg="1" rev="0" advAuto="0" spid="8458" grpId="1"/>
    </p:bldLst>
  </p:timing>
</p:sld>
</file>

<file path=ppt/slides/slide19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482" name="Shape 8482"/>
          <p:cNvSpPr/>
          <p:nvPr/>
        </p:nvSpPr>
        <p:spPr>
          <a:xfrm>
            <a:off x="353841" y="681483"/>
            <a:ext cx="72440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grpSp>
        <p:nvGrpSpPr>
          <p:cNvPr id="8615" name="Group 8615"/>
          <p:cNvGrpSpPr/>
          <p:nvPr/>
        </p:nvGrpSpPr>
        <p:grpSpPr>
          <a:xfrm>
            <a:off x="6567616" y="2961696"/>
            <a:ext cx="10846041" cy="10794945"/>
            <a:chOff x="0" y="0"/>
            <a:chExt cx="10846040" cy="10794944"/>
          </a:xfrm>
        </p:grpSpPr>
        <p:sp>
          <p:nvSpPr>
            <p:cNvPr id="8483" name="Shape 8483"/>
            <p:cNvSpPr/>
            <p:nvPr/>
          </p:nvSpPr>
          <p:spPr>
            <a:xfrm>
              <a:off x="3781561" y="7128634"/>
              <a:ext cx="3460088" cy="3666311"/>
            </a:xfrm>
            <a:custGeom>
              <a:avLst/>
              <a:gdLst/>
              <a:ahLst/>
              <a:cxnLst>
                <a:cxn ang="0">
                  <a:pos x="wd2" y="hd2"/>
                </a:cxn>
                <a:cxn ang="5400000">
                  <a:pos x="wd2" y="hd2"/>
                </a:cxn>
                <a:cxn ang="10800000">
                  <a:pos x="wd2" y="hd2"/>
                </a:cxn>
                <a:cxn ang="16200000">
                  <a:pos x="wd2" y="hd2"/>
                </a:cxn>
              </a:cxnLst>
              <a:rect l="0" t="0" r="r" b="b"/>
              <a:pathLst>
                <a:path w="21445" h="21322" fill="norm" stroke="1" extrusionOk="0">
                  <a:moveTo>
                    <a:pt x="15823" y="2941"/>
                  </a:moveTo>
                  <a:cubicBezTo>
                    <a:pt x="16251" y="3894"/>
                    <a:pt x="16545" y="5037"/>
                    <a:pt x="16703" y="6350"/>
                  </a:cubicBezTo>
                  <a:cubicBezTo>
                    <a:pt x="16861" y="6647"/>
                    <a:pt x="16974" y="6964"/>
                    <a:pt x="17019" y="7324"/>
                  </a:cubicBezTo>
                  <a:cubicBezTo>
                    <a:pt x="17109" y="7790"/>
                    <a:pt x="17087" y="8320"/>
                    <a:pt x="16996" y="8786"/>
                  </a:cubicBezTo>
                  <a:cubicBezTo>
                    <a:pt x="16883" y="9294"/>
                    <a:pt x="16680" y="9738"/>
                    <a:pt x="16387" y="10098"/>
                  </a:cubicBezTo>
                  <a:cubicBezTo>
                    <a:pt x="16229" y="10310"/>
                    <a:pt x="16026" y="10480"/>
                    <a:pt x="15823" y="10586"/>
                  </a:cubicBezTo>
                  <a:cubicBezTo>
                    <a:pt x="15823" y="9802"/>
                    <a:pt x="15823" y="9802"/>
                    <a:pt x="15823" y="9802"/>
                  </a:cubicBezTo>
                  <a:cubicBezTo>
                    <a:pt x="16409" y="9146"/>
                    <a:pt x="16613" y="7854"/>
                    <a:pt x="16274" y="6943"/>
                  </a:cubicBezTo>
                  <a:cubicBezTo>
                    <a:pt x="16139" y="6498"/>
                    <a:pt x="15958" y="6287"/>
                    <a:pt x="15823" y="6244"/>
                  </a:cubicBezTo>
                  <a:lnTo>
                    <a:pt x="15823" y="2941"/>
                  </a:lnTo>
                  <a:close/>
                  <a:moveTo>
                    <a:pt x="15823" y="15202"/>
                  </a:moveTo>
                  <a:cubicBezTo>
                    <a:pt x="18328" y="16070"/>
                    <a:pt x="21533" y="16473"/>
                    <a:pt x="21443" y="19310"/>
                  </a:cubicBezTo>
                  <a:cubicBezTo>
                    <a:pt x="21420" y="19967"/>
                    <a:pt x="21149" y="20644"/>
                    <a:pt x="20720" y="21322"/>
                  </a:cubicBezTo>
                  <a:cubicBezTo>
                    <a:pt x="15823" y="21322"/>
                    <a:pt x="15823" y="21322"/>
                    <a:pt x="15823" y="21322"/>
                  </a:cubicBezTo>
                  <a:lnTo>
                    <a:pt x="15823" y="15202"/>
                  </a:lnTo>
                  <a:close/>
                  <a:moveTo>
                    <a:pt x="10722" y="61"/>
                  </a:moveTo>
                  <a:cubicBezTo>
                    <a:pt x="13204" y="-278"/>
                    <a:pt x="14852" y="823"/>
                    <a:pt x="15823" y="2941"/>
                  </a:cubicBezTo>
                  <a:cubicBezTo>
                    <a:pt x="15823" y="6244"/>
                    <a:pt x="15823" y="6244"/>
                    <a:pt x="15823" y="6244"/>
                  </a:cubicBezTo>
                  <a:cubicBezTo>
                    <a:pt x="15574" y="6181"/>
                    <a:pt x="15371" y="6520"/>
                    <a:pt x="15281" y="7134"/>
                  </a:cubicBezTo>
                  <a:cubicBezTo>
                    <a:pt x="15168" y="7790"/>
                    <a:pt x="15146" y="8807"/>
                    <a:pt x="15258" y="10183"/>
                  </a:cubicBezTo>
                  <a:cubicBezTo>
                    <a:pt x="15462" y="10120"/>
                    <a:pt x="15665" y="9971"/>
                    <a:pt x="15823" y="9802"/>
                  </a:cubicBezTo>
                  <a:cubicBezTo>
                    <a:pt x="15823" y="10586"/>
                    <a:pt x="15823" y="10586"/>
                    <a:pt x="15823" y="10586"/>
                  </a:cubicBezTo>
                  <a:cubicBezTo>
                    <a:pt x="15732" y="10628"/>
                    <a:pt x="15642" y="10670"/>
                    <a:pt x="15552" y="10713"/>
                  </a:cubicBezTo>
                  <a:cubicBezTo>
                    <a:pt x="15371" y="11051"/>
                    <a:pt x="15168" y="11411"/>
                    <a:pt x="14942" y="11708"/>
                  </a:cubicBezTo>
                  <a:cubicBezTo>
                    <a:pt x="14694" y="12301"/>
                    <a:pt x="14265" y="12830"/>
                    <a:pt x="13791" y="13275"/>
                  </a:cubicBezTo>
                  <a:cubicBezTo>
                    <a:pt x="13949" y="14016"/>
                    <a:pt x="14378" y="14651"/>
                    <a:pt x="15371" y="15033"/>
                  </a:cubicBezTo>
                  <a:cubicBezTo>
                    <a:pt x="15507" y="15096"/>
                    <a:pt x="15665" y="15138"/>
                    <a:pt x="15823" y="15202"/>
                  </a:cubicBezTo>
                  <a:cubicBezTo>
                    <a:pt x="15823" y="21322"/>
                    <a:pt x="15823" y="21322"/>
                    <a:pt x="15823" y="21322"/>
                  </a:cubicBezTo>
                  <a:cubicBezTo>
                    <a:pt x="10722" y="21322"/>
                    <a:pt x="10722" y="21322"/>
                    <a:pt x="10722" y="21322"/>
                  </a:cubicBezTo>
                  <a:cubicBezTo>
                    <a:pt x="10722" y="20560"/>
                    <a:pt x="10722" y="20560"/>
                    <a:pt x="10722" y="20560"/>
                  </a:cubicBezTo>
                  <a:cubicBezTo>
                    <a:pt x="10744" y="20560"/>
                    <a:pt x="10744" y="20560"/>
                    <a:pt x="10767" y="20560"/>
                  </a:cubicBezTo>
                  <a:cubicBezTo>
                    <a:pt x="10925" y="20560"/>
                    <a:pt x="11060" y="20411"/>
                    <a:pt x="11060" y="20242"/>
                  </a:cubicBezTo>
                  <a:cubicBezTo>
                    <a:pt x="11060" y="20073"/>
                    <a:pt x="10925" y="19946"/>
                    <a:pt x="10767" y="19946"/>
                  </a:cubicBezTo>
                  <a:cubicBezTo>
                    <a:pt x="10744" y="19946"/>
                    <a:pt x="10744" y="19946"/>
                    <a:pt x="10722" y="19946"/>
                  </a:cubicBezTo>
                  <a:cubicBezTo>
                    <a:pt x="10722" y="19734"/>
                    <a:pt x="10722" y="19734"/>
                    <a:pt x="10722" y="19734"/>
                  </a:cubicBezTo>
                  <a:cubicBezTo>
                    <a:pt x="10744" y="19734"/>
                    <a:pt x="10744" y="19734"/>
                    <a:pt x="10767" y="19734"/>
                  </a:cubicBezTo>
                  <a:cubicBezTo>
                    <a:pt x="10925" y="19734"/>
                    <a:pt x="11060" y="19586"/>
                    <a:pt x="11060" y="19416"/>
                  </a:cubicBezTo>
                  <a:cubicBezTo>
                    <a:pt x="11060" y="19247"/>
                    <a:pt x="10925" y="19120"/>
                    <a:pt x="10767" y="19120"/>
                  </a:cubicBezTo>
                  <a:cubicBezTo>
                    <a:pt x="10744" y="19120"/>
                    <a:pt x="10744" y="19120"/>
                    <a:pt x="10722" y="19120"/>
                  </a:cubicBezTo>
                  <a:cubicBezTo>
                    <a:pt x="10722" y="18802"/>
                    <a:pt x="10722" y="18802"/>
                    <a:pt x="10722" y="18802"/>
                  </a:cubicBezTo>
                  <a:cubicBezTo>
                    <a:pt x="12482" y="18167"/>
                    <a:pt x="13430" y="17320"/>
                    <a:pt x="14852" y="15626"/>
                  </a:cubicBezTo>
                  <a:cubicBezTo>
                    <a:pt x="14040" y="15329"/>
                    <a:pt x="13520" y="14609"/>
                    <a:pt x="13227" y="13762"/>
                  </a:cubicBezTo>
                  <a:cubicBezTo>
                    <a:pt x="12415" y="14355"/>
                    <a:pt x="11534" y="14736"/>
                    <a:pt x="10880" y="14736"/>
                  </a:cubicBezTo>
                  <a:cubicBezTo>
                    <a:pt x="10835" y="14736"/>
                    <a:pt x="10789" y="14736"/>
                    <a:pt x="10744" y="14736"/>
                  </a:cubicBezTo>
                  <a:cubicBezTo>
                    <a:pt x="10722" y="14736"/>
                    <a:pt x="10722" y="14736"/>
                    <a:pt x="10722" y="14736"/>
                  </a:cubicBezTo>
                  <a:cubicBezTo>
                    <a:pt x="10722" y="12703"/>
                    <a:pt x="10722" y="12703"/>
                    <a:pt x="10722" y="12703"/>
                  </a:cubicBezTo>
                  <a:cubicBezTo>
                    <a:pt x="10744" y="12703"/>
                    <a:pt x="10744" y="12703"/>
                    <a:pt x="10744" y="12703"/>
                  </a:cubicBezTo>
                  <a:cubicBezTo>
                    <a:pt x="11060" y="12703"/>
                    <a:pt x="11286" y="13148"/>
                    <a:pt x="11647" y="13021"/>
                  </a:cubicBezTo>
                  <a:cubicBezTo>
                    <a:pt x="12460" y="12746"/>
                    <a:pt x="12821" y="12237"/>
                    <a:pt x="12821" y="11687"/>
                  </a:cubicBezTo>
                  <a:cubicBezTo>
                    <a:pt x="12821" y="10924"/>
                    <a:pt x="11783" y="10564"/>
                    <a:pt x="10722" y="10564"/>
                  </a:cubicBezTo>
                  <a:cubicBezTo>
                    <a:pt x="10722" y="9844"/>
                    <a:pt x="10722" y="9844"/>
                    <a:pt x="10722" y="9844"/>
                  </a:cubicBezTo>
                  <a:cubicBezTo>
                    <a:pt x="11918" y="9675"/>
                    <a:pt x="12708" y="9993"/>
                    <a:pt x="13182" y="10353"/>
                  </a:cubicBezTo>
                  <a:cubicBezTo>
                    <a:pt x="13204" y="10374"/>
                    <a:pt x="13250" y="10395"/>
                    <a:pt x="13272" y="10437"/>
                  </a:cubicBezTo>
                  <a:cubicBezTo>
                    <a:pt x="14468" y="11115"/>
                    <a:pt x="14897" y="8298"/>
                    <a:pt x="14920" y="6477"/>
                  </a:cubicBezTo>
                  <a:cubicBezTo>
                    <a:pt x="13024" y="6371"/>
                    <a:pt x="11918" y="5461"/>
                    <a:pt x="10722" y="4698"/>
                  </a:cubicBezTo>
                  <a:lnTo>
                    <a:pt x="10722" y="61"/>
                  </a:lnTo>
                  <a:close/>
                  <a:moveTo>
                    <a:pt x="5643" y="2750"/>
                  </a:moveTo>
                  <a:cubicBezTo>
                    <a:pt x="6275" y="1480"/>
                    <a:pt x="7268" y="527"/>
                    <a:pt x="8848" y="463"/>
                  </a:cubicBezTo>
                  <a:cubicBezTo>
                    <a:pt x="9142" y="378"/>
                    <a:pt x="9458" y="294"/>
                    <a:pt x="9796" y="251"/>
                  </a:cubicBezTo>
                  <a:cubicBezTo>
                    <a:pt x="10112" y="167"/>
                    <a:pt x="10428" y="103"/>
                    <a:pt x="10722" y="61"/>
                  </a:cubicBezTo>
                  <a:cubicBezTo>
                    <a:pt x="10722" y="4698"/>
                    <a:pt x="10722" y="4698"/>
                    <a:pt x="10722" y="4698"/>
                  </a:cubicBezTo>
                  <a:cubicBezTo>
                    <a:pt x="10338" y="4444"/>
                    <a:pt x="9954" y="4211"/>
                    <a:pt x="9525" y="4042"/>
                  </a:cubicBezTo>
                  <a:cubicBezTo>
                    <a:pt x="8465" y="3597"/>
                    <a:pt x="7449" y="3513"/>
                    <a:pt x="7065" y="4106"/>
                  </a:cubicBezTo>
                  <a:cubicBezTo>
                    <a:pt x="6772" y="4550"/>
                    <a:pt x="6614" y="5101"/>
                    <a:pt x="6569" y="5736"/>
                  </a:cubicBezTo>
                  <a:cubicBezTo>
                    <a:pt x="6569" y="5757"/>
                    <a:pt x="6569" y="5800"/>
                    <a:pt x="6569" y="5842"/>
                  </a:cubicBezTo>
                  <a:cubicBezTo>
                    <a:pt x="6478" y="7557"/>
                    <a:pt x="6772" y="11200"/>
                    <a:pt x="8104" y="10437"/>
                  </a:cubicBezTo>
                  <a:cubicBezTo>
                    <a:pt x="8149" y="10395"/>
                    <a:pt x="8171" y="10374"/>
                    <a:pt x="8216" y="10353"/>
                  </a:cubicBezTo>
                  <a:cubicBezTo>
                    <a:pt x="8690" y="9993"/>
                    <a:pt x="9480" y="9654"/>
                    <a:pt x="10699" y="9844"/>
                  </a:cubicBezTo>
                  <a:cubicBezTo>
                    <a:pt x="10722" y="9844"/>
                    <a:pt x="10722" y="9844"/>
                    <a:pt x="10722" y="9844"/>
                  </a:cubicBezTo>
                  <a:cubicBezTo>
                    <a:pt x="10722" y="10564"/>
                    <a:pt x="10722" y="10564"/>
                    <a:pt x="10722" y="10564"/>
                  </a:cubicBezTo>
                  <a:cubicBezTo>
                    <a:pt x="9683" y="10564"/>
                    <a:pt x="8600" y="10924"/>
                    <a:pt x="8555" y="11602"/>
                  </a:cubicBezTo>
                  <a:cubicBezTo>
                    <a:pt x="8510" y="12174"/>
                    <a:pt x="8961" y="12746"/>
                    <a:pt x="9819" y="13021"/>
                  </a:cubicBezTo>
                  <a:cubicBezTo>
                    <a:pt x="10180" y="13148"/>
                    <a:pt x="10406" y="12703"/>
                    <a:pt x="10722" y="12703"/>
                  </a:cubicBezTo>
                  <a:cubicBezTo>
                    <a:pt x="10722" y="14736"/>
                    <a:pt x="10722" y="14736"/>
                    <a:pt x="10722" y="14736"/>
                  </a:cubicBezTo>
                  <a:cubicBezTo>
                    <a:pt x="10699" y="14736"/>
                    <a:pt x="10654" y="14736"/>
                    <a:pt x="10586" y="14736"/>
                  </a:cubicBezTo>
                  <a:cubicBezTo>
                    <a:pt x="9954" y="14736"/>
                    <a:pt x="9074" y="14376"/>
                    <a:pt x="8284" y="13804"/>
                  </a:cubicBezTo>
                  <a:cubicBezTo>
                    <a:pt x="7991" y="14630"/>
                    <a:pt x="7472" y="15329"/>
                    <a:pt x="6659" y="15626"/>
                  </a:cubicBezTo>
                  <a:cubicBezTo>
                    <a:pt x="8013" y="17531"/>
                    <a:pt x="9119" y="18315"/>
                    <a:pt x="10722" y="18802"/>
                  </a:cubicBezTo>
                  <a:cubicBezTo>
                    <a:pt x="10722" y="18802"/>
                    <a:pt x="10722" y="18802"/>
                    <a:pt x="10722" y="18802"/>
                  </a:cubicBezTo>
                  <a:cubicBezTo>
                    <a:pt x="10722" y="19120"/>
                    <a:pt x="10722" y="19120"/>
                    <a:pt x="10722" y="19120"/>
                  </a:cubicBezTo>
                  <a:cubicBezTo>
                    <a:pt x="10564" y="19120"/>
                    <a:pt x="10451" y="19268"/>
                    <a:pt x="10451" y="19416"/>
                  </a:cubicBezTo>
                  <a:cubicBezTo>
                    <a:pt x="10451" y="19586"/>
                    <a:pt x="10564" y="19713"/>
                    <a:pt x="10722" y="19734"/>
                  </a:cubicBezTo>
                  <a:cubicBezTo>
                    <a:pt x="10722" y="19946"/>
                    <a:pt x="10722" y="19946"/>
                    <a:pt x="10722" y="19946"/>
                  </a:cubicBezTo>
                  <a:cubicBezTo>
                    <a:pt x="10564" y="19967"/>
                    <a:pt x="10451" y="20094"/>
                    <a:pt x="10451" y="20242"/>
                  </a:cubicBezTo>
                  <a:cubicBezTo>
                    <a:pt x="10451" y="20411"/>
                    <a:pt x="10564" y="20538"/>
                    <a:pt x="10722" y="20560"/>
                  </a:cubicBezTo>
                  <a:cubicBezTo>
                    <a:pt x="10722" y="21322"/>
                    <a:pt x="10722" y="21322"/>
                    <a:pt x="10722" y="21322"/>
                  </a:cubicBezTo>
                  <a:cubicBezTo>
                    <a:pt x="5643" y="21322"/>
                    <a:pt x="5643" y="21322"/>
                    <a:pt x="5643" y="21322"/>
                  </a:cubicBezTo>
                  <a:cubicBezTo>
                    <a:pt x="5643" y="15181"/>
                    <a:pt x="5643" y="15181"/>
                    <a:pt x="5643" y="15181"/>
                  </a:cubicBezTo>
                  <a:cubicBezTo>
                    <a:pt x="5801" y="15138"/>
                    <a:pt x="5937" y="15096"/>
                    <a:pt x="6072" y="15033"/>
                  </a:cubicBezTo>
                  <a:cubicBezTo>
                    <a:pt x="7088" y="14630"/>
                    <a:pt x="7517" y="14016"/>
                    <a:pt x="7652" y="13275"/>
                  </a:cubicBezTo>
                  <a:cubicBezTo>
                    <a:pt x="7201" y="12830"/>
                    <a:pt x="6794" y="12322"/>
                    <a:pt x="6546" y="11771"/>
                  </a:cubicBezTo>
                  <a:cubicBezTo>
                    <a:pt x="6298" y="11454"/>
                    <a:pt x="6095" y="11094"/>
                    <a:pt x="5914" y="10713"/>
                  </a:cubicBezTo>
                  <a:cubicBezTo>
                    <a:pt x="5824" y="10670"/>
                    <a:pt x="5734" y="10649"/>
                    <a:pt x="5643" y="10586"/>
                  </a:cubicBezTo>
                  <a:cubicBezTo>
                    <a:pt x="5643" y="9823"/>
                    <a:pt x="5643" y="9823"/>
                    <a:pt x="5643" y="9823"/>
                  </a:cubicBezTo>
                  <a:cubicBezTo>
                    <a:pt x="5801" y="9993"/>
                    <a:pt x="6004" y="10120"/>
                    <a:pt x="6208" y="10183"/>
                  </a:cubicBezTo>
                  <a:cubicBezTo>
                    <a:pt x="6320" y="8849"/>
                    <a:pt x="6320" y="7642"/>
                    <a:pt x="6162" y="6943"/>
                  </a:cubicBezTo>
                  <a:cubicBezTo>
                    <a:pt x="6050" y="6435"/>
                    <a:pt x="5846" y="6244"/>
                    <a:pt x="5643" y="6287"/>
                  </a:cubicBezTo>
                  <a:lnTo>
                    <a:pt x="5643" y="2750"/>
                  </a:lnTo>
                  <a:close/>
                  <a:moveTo>
                    <a:pt x="4763" y="6350"/>
                  </a:moveTo>
                  <a:cubicBezTo>
                    <a:pt x="4763" y="6350"/>
                    <a:pt x="4763" y="6350"/>
                    <a:pt x="4763" y="6350"/>
                  </a:cubicBezTo>
                  <a:cubicBezTo>
                    <a:pt x="4853" y="5186"/>
                    <a:pt x="5102" y="3851"/>
                    <a:pt x="5643" y="2750"/>
                  </a:cubicBezTo>
                  <a:cubicBezTo>
                    <a:pt x="5643" y="6287"/>
                    <a:pt x="5643" y="6287"/>
                    <a:pt x="5643" y="6287"/>
                  </a:cubicBezTo>
                  <a:cubicBezTo>
                    <a:pt x="5485" y="6329"/>
                    <a:pt x="5305" y="6562"/>
                    <a:pt x="5192" y="6901"/>
                  </a:cubicBezTo>
                  <a:cubicBezTo>
                    <a:pt x="4831" y="7833"/>
                    <a:pt x="5034" y="9146"/>
                    <a:pt x="5643" y="9823"/>
                  </a:cubicBezTo>
                  <a:cubicBezTo>
                    <a:pt x="5643" y="10586"/>
                    <a:pt x="5643" y="10586"/>
                    <a:pt x="5643" y="10586"/>
                  </a:cubicBezTo>
                  <a:cubicBezTo>
                    <a:pt x="5418" y="10480"/>
                    <a:pt x="5237" y="10310"/>
                    <a:pt x="5057" y="10098"/>
                  </a:cubicBezTo>
                  <a:cubicBezTo>
                    <a:pt x="4763" y="9738"/>
                    <a:pt x="4583" y="9294"/>
                    <a:pt x="4470" y="8786"/>
                  </a:cubicBezTo>
                  <a:cubicBezTo>
                    <a:pt x="4357" y="8320"/>
                    <a:pt x="4334" y="7790"/>
                    <a:pt x="4425" y="7324"/>
                  </a:cubicBezTo>
                  <a:cubicBezTo>
                    <a:pt x="4492" y="6964"/>
                    <a:pt x="4583" y="6626"/>
                    <a:pt x="4763" y="6350"/>
                  </a:cubicBezTo>
                  <a:moveTo>
                    <a:pt x="5643" y="21322"/>
                  </a:moveTo>
                  <a:cubicBezTo>
                    <a:pt x="723" y="21322"/>
                    <a:pt x="723" y="21322"/>
                    <a:pt x="723" y="21322"/>
                  </a:cubicBezTo>
                  <a:cubicBezTo>
                    <a:pt x="294" y="20644"/>
                    <a:pt x="23" y="19967"/>
                    <a:pt x="1" y="19310"/>
                  </a:cubicBezTo>
                  <a:cubicBezTo>
                    <a:pt x="-67" y="16473"/>
                    <a:pt x="3138" y="16070"/>
                    <a:pt x="5643" y="15181"/>
                  </a:cubicBezTo>
                  <a:lnTo>
                    <a:pt x="5643" y="21322"/>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4800">
                  <a:solidFill>
                    <a:srgbClr val="0A0A0A"/>
                  </a:solidFill>
                  <a:latin typeface="Calibri"/>
                  <a:ea typeface="Calibri"/>
                  <a:cs typeface="Calibri"/>
                  <a:sym typeface="Calibri"/>
                </a:defRPr>
              </a:pPr>
            </a:p>
          </p:txBody>
        </p:sp>
        <p:sp>
          <p:nvSpPr>
            <p:cNvPr id="8484" name="Shape 8484"/>
            <p:cNvSpPr/>
            <p:nvPr/>
          </p:nvSpPr>
          <p:spPr>
            <a:xfrm>
              <a:off x="372490" y="2681381"/>
              <a:ext cx="1733725" cy="17337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31" y="0"/>
                  </a:moveTo>
                  <a:cubicBezTo>
                    <a:pt x="4828" y="0"/>
                    <a:pt x="0" y="4828"/>
                    <a:pt x="0" y="10769"/>
                  </a:cubicBezTo>
                  <a:cubicBezTo>
                    <a:pt x="0" y="16772"/>
                    <a:pt x="4828" y="21600"/>
                    <a:pt x="10831" y="21600"/>
                  </a:cubicBezTo>
                  <a:cubicBezTo>
                    <a:pt x="16772" y="21600"/>
                    <a:pt x="21600" y="16772"/>
                    <a:pt x="21600" y="10769"/>
                  </a:cubicBezTo>
                  <a:cubicBezTo>
                    <a:pt x="21600" y="4828"/>
                    <a:pt x="16772" y="0"/>
                    <a:pt x="10831" y="0"/>
                  </a:cubicBezTo>
                  <a:close/>
                  <a:moveTo>
                    <a:pt x="11017" y="17887"/>
                  </a:moveTo>
                  <a:cubicBezTo>
                    <a:pt x="11017" y="17887"/>
                    <a:pt x="11017" y="17887"/>
                    <a:pt x="11017" y="17887"/>
                  </a:cubicBezTo>
                  <a:cubicBezTo>
                    <a:pt x="11017" y="17887"/>
                    <a:pt x="11017" y="17887"/>
                    <a:pt x="11017" y="17887"/>
                  </a:cubicBezTo>
                  <a:cubicBezTo>
                    <a:pt x="11017" y="17887"/>
                    <a:pt x="11017" y="17887"/>
                    <a:pt x="11017" y="17887"/>
                  </a:cubicBezTo>
                  <a:cubicBezTo>
                    <a:pt x="11017" y="17887"/>
                    <a:pt x="11017" y="17887"/>
                    <a:pt x="11017" y="17887"/>
                  </a:cubicBezTo>
                  <a:cubicBezTo>
                    <a:pt x="8789" y="15906"/>
                    <a:pt x="4518" y="13616"/>
                    <a:pt x="4456" y="10212"/>
                  </a:cubicBezTo>
                  <a:cubicBezTo>
                    <a:pt x="4456" y="5942"/>
                    <a:pt x="9717" y="5323"/>
                    <a:pt x="10707" y="9346"/>
                  </a:cubicBezTo>
                  <a:cubicBezTo>
                    <a:pt x="10893" y="9964"/>
                    <a:pt x="10893" y="9964"/>
                    <a:pt x="10893" y="9964"/>
                  </a:cubicBezTo>
                  <a:cubicBezTo>
                    <a:pt x="11017" y="9346"/>
                    <a:pt x="11017" y="9346"/>
                    <a:pt x="11017" y="9346"/>
                  </a:cubicBezTo>
                  <a:cubicBezTo>
                    <a:pt x="11945" y="5323"/>
                    <a:pt x="17268" y="5756"/>
                    <a:pt x="17330" y="10026"/>
                  </a:cubicBezTo>
                  <a:cubicBezTo>
                    <a:pt x="17330" y="13492"/>
                    <a:pt x="13121" y="15844"/>
                    <a:pt x="11017" y="17887"/>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85" name="Shape 8485"/>
            <p:cNvSpPr/>
            <p:nvPr/>
          </p:nvSpPr>
          <p:spPr>
            <a:xfrm>
              <a:off x="1391360" y="917529"/>
              <a:ext cx="1747418" cy="17474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8" y="0"/>
                    <a:pt x="0" y="4848"/>
                    <a:pt x="0" y="10800"/>
                  </a:cubicBezTo>
                  <a:cubicBezTo>
                    <a:pt x="0" y="16752"/>
                    <a:pt x="4848" y="21600"/>
                    <a:pt x="10800" y="21600"/>
                  </a:cubicBezTo>
                  <a:cubicBezTo>
                    <a:pt x="16752" y="21600"/>
                    <a:pt x="21600" y="16752"/>
                    <a:pt x="21600" y="10800"/>
                  </a:cubicBezTo>
                  <a:cubicBezTo>
                    <a:pt x="21600" y="4848"/>
                    <a:pt x="16752" y="0"/>
                    <a:pt x="10800" y="0"/>
                  </a:cubicBezTo>
                  <a:close/>
                  <a:moveTo>
                    <a:pt x="5461" y="5523"/>
                  </a:moveTo>
                  <a:cubicBezTo>
                    <a:pt x="16139" y="5523"/>
                    <a:pt x="16139" y="5523"/>
                    <a:pt x="16139" y="5523"/>
                  </a:cubicBezTo>
                  <a:cubicBezTo>
                    <a:pt x="16445" y="5523"/>
                    <a:pt x="16691" y="5584"/>
                    <a:pt x="16936" y="5707"/>
                  </a:cubicBezTo>
                  <a:cubicBezTo>
                    <a:pt x="10800" y="11168"/>
                    <a:pt x="10800" y="11168"/>
                    <a:pt x="10800" y="11168"/>
                  </a:cubicBezTo>
                  <a:cubicBezTo>
                    <a:pt x="4602" y="5707"/>
                    <a:pt x="4602" y="5707"/>
                    <a:pt x="4602" y="5707"/>
                  </a:cubicBezTo>
                  <a:cubicBezTo>
                    <a:pt x="4848" y="5584"/>
                    <a:pt x="5155" y="5523"/>
                    <a:pt x="5461" y="5523"/>
                  </a:cubicBezTo>
                  <a:close/>
                  <a:moveTo>
                    <a:pt x="3682" y="14420"/>
                  </a:moveTo>
                  <a:cubicBezTo>
                    <a:pt x="3682" y="7302"/>
                    <a:pt x="3682" y="7302"/>
                    <a:pt x="3682" y="7302"/>
                  </a:cubicBezTo>
                  <a:cubicBezTo>
                    <a:pt x="3682" y="6934"/>
                    <a:pt x="3805" y="6627"/>
                    <a:pt x="3989" y="6320"/>
                  </a:cubicBezTo>
                  <a:cubicBezTo>
                    <a:pt x="8407" y="10248"/>
                    <a:pt x="8407" y="10248"/>
                    <a:pt x="8407" y="10248"/>
                  </a:cubicBezTo>
                  <a:cubicBezTo>
                    <a:pt x="3927" y="15218"/>
                    <a:pt x="3927" y="15218"/>
                    <a:pt x="3927" y="15218"/>
                  </a:cubicBezTo>
                  <a:cubicBezTo>
                    <a:pt x="3805" y="14973"/>
                    <a:pt x="3682" y="14727"/>
                    <a:pt x="3682" y="14420"/>
                  </a:cubicBezTo>
                  <a:close/>
                  <a:moveTo>
                    <a:pt x="16139" y="16139"/>
                  </a:moveTo>
                  <a:cubicBezTo>
                    <a:pt x="5461" y="16139"/>
                    <a:pt x="5461" y="16139"/>
                    <a:pt x="5461" y="16139"/>
                  </a:cubicBezTo>
                  <a:cubicBezTo>
                    <a:pt x="5093" y="16139"/>
                    <a:pt x="4786" y="16077"/>
                    <a:pt x="4541" y="15893"/>
                  </a:cubicBezTo>
                  <a:cubicBezTo>
                    <a:pt x="9082" y="10800"/>
                    <a:pt x="9082" y="10800"/>
                    <a:pt x="9082" y="10800"/>
                  </a:cubicBezTo>
                  <a:cubicBezTo>
                    <a:pt x="10493" y="12089"/>
                    <a:pt x="10493" y="12089"/>
                    <a:pt x="10493" y="12089"/>
                  </a:cubicBezTo>
                  <a:cubicBezTo>
                    <a:pt x="10555" y="12150"/>
                    <a:pt x="10677" y="12150"/>
                    <a:pt x="10800" y="12150"/>
                  </a:cubicBezTo>
                  <a:cubicBezTo>
                    <a:pt x="10923" y="12150"/>
                    <a:pt x="10984" y="12150"/>
                    <a:pt x="11107" y="12089"/>
                  </a:cubicBezTo>
                  <a:cubicBezTo>
                    <a:pt x="12518" y="10800"/>
                    <a:pt x="12518" y="10800"/>
                    <a:pt x="12518" y="10800"/>
                  </a:cubicBezTo>
                  <a:cubicBezTo>
                    <a:pt x="17059" y="15893"/>
                    <a:pt x="17059" y="15893"/>
                    <a:pt x="17059" y="15893"/>
                  </a:cubicBezTo>
                  <a:cubicBezTo>
                    <a:pt x="16814" y="16077"/>
                    <a:pt x="16445" y="16139"/>
                    <a:pt x="16139" y="16139"/>
                  </a:cubicBezTo>
                  <a:close/>
                  <a:moveTo>
                    <a:pt x="17550" y="14298"/>
                  </a:moveTo>
                  <a:cubicBezTo>
                    <a:pt x="17550" y="14605"/>
                    <a:pt x="17489" y="14911"/>
                    <a:pt x="17366" y="15157"/>
                  </a:cubicBezTo>
                  <a:cubicBezTo>
                    <a:pt x="12948" y="10248"/>
                    <a:pt x="12948" y="10248"/>
                    <a:pt x="12948" y="10248"/>
                  </a:cubicBezTo>
                  <a:cubicBezTo>
                    <a:pt x="17305" y="6443"/>
                    <a:pt x="17305" y="6443"/>
                    <a:pt x="17305" y="6443"/>
                  </a:cubicBezTo>
                  <a:cubicBezTo>
                    <a:pt x="17489" y="6689"/>
                    <a:pt x="17550" y="7057"/>
                    <a:pt x="17550" y="7364"/>
                  </a:cubicBezTo>
                  <a:lnTo>
                    <a:pt x="17550" y="14298"/>
                  </a:ln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86" name="Shape 8486"/>
            <p:cNvSpPr/>
            <p:nvPr/>
          </p:nvSpPr>
          <p:spPr>
            <a:xfrm>
              <a:off x="2779983" y="5527098"/>
              <a:ext cx="98601" cy="98601"/>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87" name="Shape 8487"/>
            <p:cNvSpPr/>
            <p:nvPr/>
          </p:nvSpPr>
          <p:spPr>
            <a:xfrm>
              <a:off x="2730682" y="4710906"/>
              <a:ext cx="199941" cy="27389"/>
            </a:xfrm>
            <a:prstGeom prst="rect">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88" name="Shape 8488"/>
            <p:cNvSpPr/>
            <p:nvPr/>
          </p:nvSpPr>
          <p:spPr>
            <a:xfrm>
              <a:off x="2114429" y="4434278"/>
              <a:ext cx="1421489" cy="14242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4" y="0"/>
                    <a:pt x="0" y="4817"/>
                    <a:pt x="0" y="10762"/>
                  </a:cubicBezTo>
                  <a:cubicBezTo>
                    <a:pt x="0" y="16708"/>
                    <a:pt x="4834" y="21600"/>
                    <a:pt x="10800" y="21600"/>
                  </a:cubicBezTo>
                  <a:cubicBezTo>
                    <a:pt x="16766" y="21600"/>
                    <a:pt x="21600" y="16708"/>
                    <a:pt x="21600" y="10762"/>
                  </a:cubicBezTo>
                  <a:cubicBezTo>
                    <a:pt x="21600" y="4817"/>
                    <a:pt x="16766" y="0"/>
                    <a:pt x="10800" y="0"/>
                  </a:cubicBezTo>
                  <a:close/>
                  <a:moveTo>
                    <a:pt x="15180" y="17611"/>
                  </a:moveTo>
                  <a:cubicBezTo>
                    <a:pt x="15180" y="18213"/>
                    <a:pt x="14727" y="18665"/>
                    <a:pt x="14123" y="18665"/>
                  </a:cubicBezTo>
                  <a:cubicBezTo>
                    <a:pt x="7628" y="18665"/>
                    <a:pt x="7628" y="18665"/>
                    <a:pt x="7628" y="18665"/>
                  </a:cubicBezTo>
                  <a:cubicBezTo>
                    <a:pt x="7024" y="18665"/>
                    <a:pt x="6571" y="18213"/>
                    <a:pt x="6571" y="17611"/>
                  </a:cubicBezTo>
                  <a:cubicBezTo>
                    <a:pt x="6571" y="4516"/>
                    <a:pt x="6571" y="4516"/>
                    <a:pt x="6571" y="4516"/>
                  </a:cubicBezTo>
                  <a:cubicBezTo>
                    <a:pt x="6571" y="3914"/>
                    <a:pt x="7024" y="3462"/>
                    <a:pt x="7628" y="3462"/>
                  </a:cubicBezTo>
                  <a:cubicBezTo>
                    <a:pt x="14123" y="3462"/>
                    <a:pt x="14123" y="3462"/>
                    <a:pt x="14123" y="3462"/>
                  </a:cubicBezTo>
                  <a:cubicBezTo>
                    <a:pt x="14727" y="3462"/>
                    <a:pt x="15180" y="3914"/>
                    <a:pt x="15180" y="4516"/>
                  </a:cubicBezTo>
                  <a:lnTo>
                    <a:pt x="15180" y="17611"/>
                  </a:ln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89" name="Shape 8489"/>
            <p:cNvSpPr/>
            <p:nvPr/>
          </p:nvSpPr>
          <p:spPr>
            <a:xfrm>
              <a:off x="2974443" y="4708167"/>
              <a:ext cx="38345" cy="32869"/>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0" name="Shape 8490"/>
            <p:cNvSpPr/>
            <p:nvPr/>
          </p:nvSpPr>
          <p:spPr>
            <a:xfrm>
              <a:off x="2601953" y="4787595"/>
              <a:ext cx="457397" cy="690203"/>
            </a:xfrm>
            <a:prstGeom prst="rect">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1" name="Shape 8491"/>
            <p:cNvSpPr/>
            <p:nvPr/>
          </p:nvSpPr>
          <p:spPr>
            <a:xfrm>
              <a:off x="0" y="4653390"/>
              <a:ext cx="1766592" cy="1761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54" y="0"/>
                    <a:pt x="0" y="4807"/>
                    <a:pt x="0" y="10770"/>
                  </a:cubicBezTo>
                  <a:cubicBezTo>
                    <a:pt x="0" y="16732"/>
                    <a:pt x="4854" y="21600"/>
                    <a:pt x="10800" y="21600"/>
                  </a:cubicBezTo>
                  <a:cubicBezTo>
                    <a:pt x="16746" y="21600"/>
                    <a:pt x="21600" y="16732"/>
                    <a:pt x="21600" y="10770"/>
                  </a:cubicBezTo>
                  <a:cubicBezTo>
                    <a:pt x="21600" y="4807"/>
                    <a:pt x="16746" y="0"/>
                    <a:pt x="10800" y="0"/>
                  </a:cubicBezTo>
                  <a:close/>
                  <a:moveTo>
                    <a:pt x="11285" y="7545"/>
                  </a:moveTo>
                  <a:cubicBezTo>
                    <a:pt x="11285" y="14968"/>
                    <a:pt x="11285" y="14968"/>
                    <a:pt x="11285" y="14968"/>
                  </a:cubicBezTo>
                  <a:cubicBezTo>
                    <a:pt x="11285" y="15941"/>
                    <a:pt x="10011" y="16793"/>
                    <a:pt x="8494" y="16793"/>
                  </a:cubicBezTo>
                  <a:cubicBezTo>
                    <a:pt x="6978" y="16793"/>
                    <a:pt x="5703" y="15941"/>
                    <a:pt x="5703" y="14968"/>
                  </a:cubicBezTo>
                  <a:cubicBezTo>
                    <a:pt x="5703" y="13934"/>
                    <a:pt x="6978" y="13082"/>
                    <a:pt x="8494" y="13082"/>
                  </a:cubicBezTo>
                  <a:cubicBezTo>
                    <a:pt x="9222" y="13082"/>
                    <a:pt x="9829" y="13264"/>
                    <a:pt x="10315" y="13568"/>
                  </a:cubicBezTo>
                  <a:cubicBezTo>
                    <a:pt x="10315" y="4746"/>
                    <a:pt x="10315" y="4746"/>
                    <a:pt x="10315" y="4746"/>
                  </a:cubicBezTo>
                  <a:cubicBezTo>
                    <a:pt x="11285" y="4746"/>
                    <a:pt x="11285" y="4746"/>
                    <a:pt x="11285" y="4746"/>
                  </a:cubicBezTo>
                  <a:cubicBezTo>
                    <a:pt x="11285" y="4746"/>
                    <a:pt x="15290" y="4746"/>
                    <a:pt x="15897" y="11256"/>
                  </a:cubicBezTo>
                  <a:cubicBezTo>
                    <a:pt x="14926" y="9857"/>
                    <a:pt x="13591" y="7180"/>
                    <a:pt x="11285" y="7545"/>
                  </a:cubicBez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2" name="Shape 8492"/>
            <p:cNvSpPr/>
            <p:nvPr/>
          </p:nvSpPr>
          <p:spPr>
            <a:xfrm>
              <a:off x="2002135" y="8085228"/>
              <a:ext cx="1766593" cy="17720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93" y="0"/>
                    <a:pt x="0" y="4840"/>
                    <a:pt x="0" y="10830"/>
                  </a:cubicBezTo>
                  <a:cubicBezTo>
                    <a:pt x="0" y="16760"/>
                    <a:pt x="4793" y="21600"/>
                    <a:pt x="10800" y="21600"/>
                  </a:cubicBezTo>
                  <a:cubicBezTo>
                    <a:pt x="16807" y="21600"/>
                    <a:pt x="21600" y="16760"/>
                    <a:pt x="21600" y="10830"/>
                  </a:cubicBezTo>
                  <a:cubicBezTo>
                    <a:pt x="21600" y="4840"/>
                    <a:pt x="16807" y="0"/>
                    <a:pt x="10800" y="0"/>
                  </a:cubicBezTo>
                  <a:close/>
                  <a:moveTo>
                    <a:pt x="16746" y="16215"/>
                  </a:moveTo>
                  <a:cubicBezTo>
                    <a:pt x="4854" y="16215"/>
                    <a:pt x="4854" y="16215"/>
                    <a:pt x="4854" y="16215"/>
                  </a:cubicBezTo>
                  <a:cubicBezTo>
                    <a:pt x="4854" y="11496"/>
                    <a:pt x="4854" y="11496"/>
                    <a:pt x="4854" y="11496"/>
                  </a:cubicBezTo>
                  <a:cubicBezTo>
                    <a:pt x="8980" y="11496"/>
                    <a:pt x="8980" y="11496"/>
                    <a:pt x="8980" y="11496"/>
                  </a:cubicBezTo>
                  <a:cubicBezTo>
                    <a:pt x="8980" y="12706"/>
                    <a:pt x="8980" y="12706"/>
                    <a:pt x="8980" y="12706"/>
                  </a:cubicBezTo>
                  <a:cubicBezTo>
                    <a:pt x="8980" y="13553"/>
                    <a:pt x="8980" y="13553"/>
                    <a:pt x="8980" y="13553"/>
                  </a:cubicBezTo>
                  <a:cubicBezTo>
                    <a:pt x="12620" y="13553"/>
                    <a:pt x="12620" y="13553"/>
                    <a:pt x="12620" y="13553"/>
                  </a:cubicBezTo>
                  <a:cubicBezTo>
                    <a:pt x="12620" y="13553"/>
                    <a:pt x="12620" y="13553"/>
                    <a:pt x="12620" y="13553"/>
                  </a:cubicBezTo>
                  <a:cubicBezTo>
                    <a:pt x="12620" y="12706"/>
                    <a:pt x="12620" y="12706"/>
                    <a:pt x="12620" y="12706"/>
                  </a:cubicBezTo>
                  <a:cubicBezTo>
                    <a:pt x="12620" y="11496"/>
                    <a:pt x="12620" y="11496"/>
                    <a:pt x="12620" y="11496"/>
                  </a:cubicBezTo>
                  <a:cubicBezTo>
                    <a:pt x="16746" y="11496"/>
                    <a:pt x="16746" y="11496"/>
                    <a:pt x="16746" y="11496"/>
                  </a:cubicBezTo>
                  <a:lnTo>
                    <a:pt x="16746" y="16215"/>
                  </a:lnTo>
                  <a:close/>
                  <a:moveTo>
                    <a:pt x="16746" y="10649"/>
                  </a:moveTo>
                  <a:cubicBezTo>
                    <a:pt x="11771" y="10649"/>
                    <a:pt x="11771" y="10649"/>
                    <a:pt x="11771" y="10649"/>
                  </a:cubicBezTo>
                  <a:cubicBezTo>
                    <a:pt x="11771" y="10649"/>
                    <a:pt x="11771" y="10649"/>
                    <a:pt x="11771" y="10649"/>
                  </a:cubicBezTo>
                  <a:cubicBezTo>
                    <a:pt x="11771" y="10649"/>
                    <a:pt x="11771" y="10649"/>
                    <a:pt x="11771" y="10649"/>
                  </a:cubicBezTo>
                  <a:cubicBezTo>
                    <a:pt x="11771" y="12706"/>
                    <a:pt x="11771" y="12706"/>
                    <a:pt x="11771" y="12706"/>
                  </a:cubicBezTo>
                  <a:cubicBezTo>
                    <a:pt x="9829" y="12706"/>
                    <a:pt x="9829" y="12706"/>
                    <a:pt x="9829" y="12706"/>
                  </a:cubicBezTo>
                  <a:cubicBezTo>
                    <a:pt x="9829" y="10649"/>
                    <a:pt x="9829" y="10649"/>
                    <a:pt x="9829" y="10649"/>
                  </a:cubicBezTo>
                  <a:cubicBezTo>
                    <a:pt x="9829" y="10649"/>
                    <a:pt x="9829" y="10649"/>
                    <a:pt x="9829" y="10649"/>
                  </a:cubicBezTo>
                  <a:cubicBezTo>
                    <a:pt x="4854" y="10649"/>
                    <a:pt x="4854" y="10649"/>
                    <a:pt x="4854" y="10649"/>
                  </a:cubicBezTo>
                  <a:cubicBezTo>
                    <a:pt x="4854" y="7321"/>
                    <a:pt x="4854" y="7321"/>
                    <a:pt x="4854" y="7321"/>
                  </a:cubicBezTo>
                  <a:cubicBezTo>
                    <a:pt x="8434" y="7321"/>
                    <a:pt x="8434" y="7321"/>
                    <a:pt x="8434" y="7321"/>
                  </a:cubicBezTo>
                  <a:cubicBezTo>
                    <a:pt x="8434" y="7321"/>
                    <a:pt x="8434" y="7321"/>
                    <a:pt x="8434" y="7321"/>
                  </a:cubicBezTo>
                  <a:cubicBezTo>
                    <a:pt x="8434" y="5022"/>
                    <a:pt x="8434" y="5022"/>
                    <a:pt x="8434" y="5022"/>
                  </a:cubicBezTo>
                  <a:cubicBezTo>
                    <a:pt x="13166" y="5022"/>
                    <a:pt x="13166" y="5022"/>
                    <a:pt x="13166" y="5022"/>
                  </a:cubicBezTo>
                  <a:cubicBezTo>
                    <a:pt x="13166" y="7321"/>
                    <a:pt x="13166" y="7321"/>
                    <a:pt x="13166" y="7321"/>
                  </a:cubicBezTo>
                  <a:cubicBezTo>
                    <a:pt x="13166" y="7321"/>
                    <a:pt x="13166" y="7321"/>
                    <a:pt x="13166" y="7321"/>
                  </a:cubicBezTo>
                  <a:cubicBezTo>
                    <a:pt x="16746" y="7321"/>
                    <a:pt x="16746" y="7321"/>
                    <a:pt x="16746" y="7321"/>
                  </a:cubicBezTo>
                  <a:lnTo>
                    <a:pt x="16746" y="10649"/>
                  </a:ln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3" name="Shape 8493"/>
            <p:cNvSpPr/>
            <p:nvPr/>
          </p:nvSpPr>
          <p:spPr>
            <a:xfrm>
              <a:off x="2796416" y="8619314"/>
              <a:ext cx="178031" cy="65734"/>
            </a:xfrm>
            <a:prstGeom prst="rect">
              <a:avLst/>
            </a:pr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4" name="Shape 8494"/>
            <p:cNvSpPr/>
            <p:nvPr/>
          </p:nvSpPr>
          <p:spPr>
            <a:xfrm>
              <a:off x="4713646" y="3481140"/>
              <a:ext cx="1388623" cy="1391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83" y="0"/>
                    <a:pt x="0" y="4783"/>
                    <a:pt x="0" y="10800"/>
                  </a:cubicBezTo>
                  <a:cubicBezTo>
                    <a:pt x="0" y="16740"/>
                    <a:pt x="4783" y="21600"/>
                    <a:pt x="10800" y="21600"/>
                  </a:cubicBezTo>
                  <a:cubicBezTo>
                    <a:pt x="16740" y="21600"/>
                    <a:pt x="21600" y="16740"/>
                    <a:pt x="21600" y="10800"/>
                  </a:cubicBezTo>
                  <a:cubicBezTo>
                    <a:pt x="21600" y="4783"/>
                    <a:pt x="16740" y="0"/>
                    <a:pt x="10800" y="0"/>
                  </a:cubicBezTo>
                  <a:close/>
                  <a:moveTo>
                    <a:pt x="14271" y="5323"/>
                  </a:moveTo>
                  <a:cubicBezTo>
                    <a:pt x="15351" y="5323"/>
                    <a:pt x="16277" y="6249"/>
                    <a:pt x="16277" y="7329"/>
                  </a:cubicBezTo>
                  <a:cubicBezTo>
                    <a:pt x="16277" y="8486"/>
                    <a:pt x="15351" y="9411"/>
                    <a:pt x="14271" y="9411"/>
                  </a:cubicBezTo>
                  <a:cubicBezTo>
                    <a:pt x="13963" y="9411"/>
                    <a:pt x="13654" y="9334"/>
                    <a:pt x="13423" y="9180"/>
                  </a:cubicBezTo>
                  <a:cubicBezTo>
                    <a:pt x="13346" y="8409"/>
                    <a:pt x="12883" y="7714"/>
                    <a:pt x="12189" y="7329"/>
                  </a:cubicBezTo>
                  <a:cubicBezTo>
                    <a:pt x="12266" y="6249"/>
                    <a:pt x="13114" y="5323"/>
                    <a:pt x="14271" y="5323"/>
                  </a:cubicBezTo>
                  <a:close/>
                  <a:moveTo>
                    <a:pt x="10877" y="7406"/>
                  </a:moveTo>
                  <a:cubicBezTo>
                    <a:pt x="12034" y="7406"/>
                    <a:pt x="12883" y="8331"/>
                    <a:pt x="12883" y="9489"/>
                  </a:cubicBezTo>
                  <a:cubicBezTo>
                    <a:pt x="12883" y="10569"/>
                    <a:pt x="12034" y="11494"/>
                    <a:pt x="10877" y="11494"/>
                  </a:cubicBezTo>
                  <a:cubicBezTo>
                    <a:pt x="9797" y="11494"/>
                    <a:pt x="8871" y="10569"/>
                    <a:pt x="8871" y="9489"/>
                  </a:cubicBezTo>
                  <a:cubicBezTo>
                    <a:pt x="8871" y="8331"/>
                    <a:pt x="9797" y="7406"/>
                    <a:pt x="10877" y="7406"/>
                  </a:cubicBezTo>
                  <a:close/>
                  <a:moveTo>
                    <a:pt x="7329" y="5323"/>
                  </a:moveTo>
                  <a:cubicBezTo>
                    <a:pt x="8409" y="5323"/>
                    <a:pt x="9334" y="6249"/>
                    <a:pt x="9334" y="7329"/>
                  </a:cubicBezTo>
                  <a:cubicBezTo>
                    <a:pt x="9334" y="7406"/>
                    <a:pt x="9334" y="7406"/>
                    <a:pt x="9334" y="7483"/>
                  </a:cubicBezTo>
                  <a:cubicBezTo>
                    <a:pt x="8871" y="7869"/>
                    <a:pt x="8486" y="8409"/>
                    <a:pt x="8409" y="9103"/>
                  </a:cubicBezTo>
                  <a:cubicBezTo>
                    <a:pt x="8100" y="9257"/>
                    <a:pt x="7714" y="9411"/>
                    <a:pt x="7329" y="9411"/>
                  </a:cubicBezTo>
                  <a:cubicBezTo>
                    <a:pt x="6171" y="9411"/>
                    <a:pt x="5246" y="8486"/>
                    <a:pt x="5246" y="7329"/>
                  </a:cubicBezTo>
                  <a:cubicBezTo>
                    <a:pt x="5246" y="6249"/>
                    <a:pt x="6171" y="5323"/>
                    <a:pt x="7329" y="5323"/>
                  </a:cubicBezTo>
                  <a:close/>
                  <a:moveTo>
                    <a:pt x="6943" y="14889"/>
                  </a:moveTo>
                  <a:cubicBezTo>
                    <a:pt x="6094" y="14811"/>
                    <a:pt x="5091" y="14657"/>
                    <a:pt x="4011" y="14349"/>
                  </a:cubicBezTo>
                  <a:cubicBezTo>
                    <a:pt x="3857" y="14271"/>
                    <a:pt x="3857" y="14271"/>
                    <a:pt x="3857" y="14271"/>
                  </a:cubicBezTo>
                  <a:cubicBezTo>
                    <a:pt x="3857" y="14271"/>
                    <a:pt x="3857" y="14271"/>
                    <a:pt x="3857" y="14271"/>
                  </a:cubicBezTo>
                  <a:cubicBezTo>
                    <a:pt x="3857" y="12111"/>
                    <a:pt x="3857" y="12111"/>
                    <a:pt x="3857" y="12111"/>
                  </a:cubicBezTo>
                  <a:cubicBezTo>
                    <a:pt x="3857" y="10723"/>
                    <a:pt x="5014" y="9566"/>
                    <a:pt x="6480" y="9566"/>
                  </a:cubicBezTo>
                  <a:cubicBezTo>
                    <a:pt x="8177" y="9566"/>
                    <a:pt x="8177" y="9566"/>
                    <a:pt x="8177" y="9566"/>
                  </a:cubicBezTo>
                  <a:cubicBezTo>
                    <a:pt x="8254" y="9566"/>
                    <a:pt x="8331" y="9566"/>
                    <a:pt x="8331" y="9566"/>
                  </a:cubicBezTo>
                  <a:cubicBezTo>
                    <a:pt x="8409" y="10183"/>
                    <a:pt x="8717" y="10800"/>
                    <a:pt x="9103" y="11263"/>
                  </a:cubicBezTo>
                  <a:cubicBezTo>
                    <a:pt x="7869" y="11649"/>
                    <a:pt x="6943" y="12806"/>
                    <a:pt x="6943" y="14271"/>
                  </a:cubicBezTo>
                  <a:lnTo>
                    <a:pt x="6943" y="14889"/>
                  </a:lnTo>
                  <a:close/>
                  <a:moveTo>
                    <a:pt x="14349" y="16354"/>
                  </a:moveTo>
                  <a:cubicBezTo>
                    <a:pt x="14349" y="16354"/>
                    <a:pt x="14349" y="16354"/>
                    <a:pt x="14349" y="16354"/>
                  </a:cubicBezTo>
                  <a:cubicBezTo>
                    <a:pt x="14194" y="16431"/>
                    <a:pt x="14194" y="16431"/>
                    <a:pt x="14194" y="16431"/>
                  </a:cubicBezTo>
                  <a:cubicBezTo>
                    <a:pt x="14117" y="16431"/>
                    <a:pt x="13037" y="16971"/>
                    <a:pt x="11109" y="16971"/>
                  </a:cubicBezTo>
                  <a:cubicBezTo>
                    <a:pt x="10106" y="16971"/>
                    <a:pt x="8949" y="16817"/>
                    <a:pt x="7560" y="16431"/>
                  </a:cubicBezTo>
                  <a:cubicBezTo>
                    <a:pt x="7406" y="16354"/>
                    <a:pt x="7406" y="16354"/>
                    <a:pt x="7406" y="16354"/>
                  </a:cubicBezTo>
                  <a:cubicBezTo>
                    <a:pt x="7406" y="16354"/>
                    <a:pt x="7406" y="16354"/>
                    <a:pt x="7406" y="16354"/>
                  </a:cubicBezTo>
                  <a:cubicBezTo>
                    <a:pt x="7406" y="14271"/>
                    <a:pt x="7406" y="14271"/>
                    <a:pt x="7406" y="14271"/>
                  </a:cubicBezTo>
                  <a:cubicBezTo>
                    <a:pt x="7406" y="12806"/>
                    <a:pt x="8563" y="11649"/>
                    <a:pt x="10029" y="11649"/>
                  </a:cubicBezTo>
                  <a:cubicBezTo>
                    <a:pt x="11726" y="11649"/>
                    <a:pt x="11726" y="11649"/>
                    <a:pt x="11726" y="11649"/>
                  </a:cubicBezTo>
                  <a:cubicBezTo>
                    <a:pt x="13191" y="11649"/>
                    <a:pt x="14349" y="12806"/>
                    <a:pt x="14349" y="14271"/>
                  </a:cubicBezTo>
                  <a:lnTo>
                    <a:pt x="14349" y="16354"/>
                  </a:lnTo>
                  <a:close/>
                  <a:moveTo>
                    <a:pt x="17743" y="14271"/>
                  </a:moveTo>
                  <a:cubicBezTo>
                    <a:pt x="17743" y="14271"/>
                    <a:pt x="17743" y="14271"/>
                    <a:pt x="17743" y="14271"/>
                  </a:cubicBezTo>
                  <a:cubicBezTo>
                    <a:pt x="17589" y="14349"/>
                    <a:pt x="17589" y="14349"/>
                    <a:pt x="17589" y="14349"/>
                  </a:cubicBezTo>
                  <a:cubicBezTo>
                    <a:pt x="17511" y="14349"/>
                    <a:pt x="16509" y="14811"/>
                    <a:pt x="14811" y="14889"/>
                  </a:cubicBezTo>
                  <a:cubicBezTo>
                    <a:pt x="14811" y="14271"/>
                    <a:pt x="14811" y="14271"/>
                    <a:pt x="14811" y="14271"/>
                  </a:cubicBezTo>
                  <a:cubicBezTo>
                    <a:pt x="14811" y="12806"/>
                    <a:pt x="13886" y="11649"/>
                    <a:pt x="12651" y="11263"/>
                  </a:cubicBezTo>
                  <a:cubicBezTo>
                    <a:pt x="13114" y="10800"/>
                    <a:pt x="13346" y="10183"/>
                    <a:pt x="13423" y="9566"/>
                  </a:cubicBezTo>
                  <a:cubicBezTo>
                    <a:pt x="15120" y="9566"/>
                    <a:pt x="15120" y="9566"/>
                    <a:pt x="15120" y="9566"/>
                  </a:cubicBezTo>
                  <a:cubicBezTo>
                    <a:pt x="16586" y="9566"/>
                    <a:pt x="17743" y="10723"/>
                    <a:pt x="17743" y="12111"/>
                  </a:cubicBezTo>
                  <a:lnTo>
                    <a:pt x="17743" y="14271"/>
                  </a:ln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5" name="Shape 8495"/>
            <p:cNvSpPr/>
            <p:nvPr/>
          </p:nvSpPr>
          <p:spPr>
            <a:xfrm>
              <a:off x="6162521" y="391663"/>
              <a:ext cx="933967" cy="933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26" y="0"/>
                    <a:pt x="0" y="4826"/>
                    <a:pt x="0" y="10800"/>
                  </a:cubicBezTo>
                  <a:cubicBezTo>
                    <a:pt x="0" y="16774"/>
                    <a:pt x="4826" y="21600"/>
                    <a:pt x="10800" y="21600"/>
                  </a:cubicBezTo>
                  <a:cubicBezTo>
                    <a:pt x="16774" y="21600"/>
                    <a:pt x="21600" y="16774"/>
                    <a:pt x="21600" y="10800"/>
                  </a:cubicBezTo>
                  <a:cubicBezTo>
                    <a:pt x="21600" y="4826"/>
                    <a:pt x="16774" y="0"/>
                    <a:pt x="10800" y="0"/>
                  </a:cubicBezTo>
                  <a:close/>
                  <a:moveTo>
                    <a:pt x="15855" y="4136"/>
                  </a:moveTo>
                  <a:cubicBezTo>
                    <a:pt x="16774" y="4136"/>
                    <a:pt x="17464" y="5285"/>
                    <a:pt x="17464" y="6664"/>
                  </a:cubicBezTo>
                  <a:cubicBezTo>
                    <a:pt x="17464" y="8043"/>
                    <a:pt x="16774" y="9191"/>
                    <a:pt x="15855" y="9191"/>
                  </a:cubicBezTo>
                  <a:cubicBezTo>
                    <a:pt x="14936" y="9191"/>
                    <a:pt x="14132" y="8043"/>
                    <a:pt x="14132" y="6664"/>
                  </a:cubicBezTo>
                  <a:cubicBezTo>
                    <a:pt x="14132" y="5285"/>
                    <a:pt x="14936" y="4136"/>
                    <a:pt x="15855" y="4136"/>
                  </a:cubicBezTo>
                  <a:close/>
                  <a:moveTo>
                    <a:pt x="5860" y="4136"/>
                  </a:moveTo>
                  <a:cubicBezTo>
                    <a:pt x="6779" y="4136"/>
                    <a:pt x="7468" y="5285"/>
                    <a:pt x="7468" y="6664"/>
                  </a:cubicBezTo>
                  <a:cubicBezTo>
                    <a:pt x="7468" y="8043"/>
                    <a:pt x="6779" y="9191"/>
                    <a:pt x="5860" y="9191"/>
                  </a:cubicBezTo>
                  <a:cubicBezTo>
                    <a:pt x="4940" y="9191"/>
                    <a:pt x="4136" y="8043"/>
                    <a:pt x="4136" y="6664"/>
                  </a:cubicBezTo>
                  <a:cubicBezTo>
                    <a:pt x="4136" y="5285"/>
                    <a:pt x="4940" y="4136"/>
                    <a:pt x="5860" y="4136"/>
                  </a:cubicBezTo>
                  <a:close/>
                  <a:moveTo>
                    <a:pt x="10800" y="19187"/>
                  </a:moveTo>
                  <a:cubicBezTo>
                    <a:pt x="6434" y="19187"/>
                    <a:pt x="2872" y="15511"/>
                    <a:pt x="2528" y="10915"/>
                  </a:cubicBezTo>
                  <a:cubicBezTo>
                    <a:pt x="4940" y="12294"/>
                    <a:pt x="7813" y="13098"/>
                    <a:pt x="10800" y="13098"/>
                  </a:cubicBezTo>
                  <a:cubicBezTo>
                    <a:pt x="13787" y="13098"/>
                    <a:pt x="16660" y="12294"/>
                    <a:pt x="19187" y="10915"/>
                  </a:cubicBezTo>
                  <a:cubicBezTo>
                    <a:pt x="18728" y="15511"/>
                    <a:pt x="15166" y="19187"/>
                    <a:pt x="10800" y="19187"/>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6" name="Shape 8496"/>
            <p:cNvSpPr/>
            <p:nvPr/>
          </p:nvSpPr>
          <p:spPr>
            <a:xfrm>
              <a:off x="5770860" y="0"/>
              <a:ext cx="1722771" cy="17227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9" y="0"/>
                  </a:moveTo>
                  <a:cubicBezTo>
                    <a:pt x="4793" y="0"/>
                    <a:pt x="0" y="4793"/>
                    <a:pt x="0" y="10769"/>
                  </a:cubicBezTo>
                  <a:cubicBezTo>
                    <a:pt x="0" y="16745"/>
                    <a:pt x="4793" y="21600"/>
                    <a:pt x="10769" y="21600"/>
                  </a:cubicBezTo>
                  <a:cubicBezTo>
                    <a:pt x="16745" y="21600"/>
                    <a:pt x="21600" y="16745"/>
                    <a:pt x="21600" y="10769"/>
                  </a:cubicBezTo>
                  <a:cubicBezTo>
                    <a:pt x="21600" y="4793"/>
                    <a:pt x="16745" y="0"/>
                    <a:pt x="10769" y="0"/>
                  </a:cubicBezTo>
                  <a:close/>
                  <a:moveTo>
                    <a:pt x="10769" y="17990"/>
                  </a:moveTo>
                  <a:cubicBezTo>
                    <a:pt x="6785" y="17990"/>
                    <a:pt x="3548" y="14753"/>
                    <a:pt x="3548" y="10769"/>
                  </a:cubicBezTo>
                  <a:cubicBezTo>
                    <a:pt x="3548" y="6785"/>
                    <a:pt x="6785" y="3548"/>
                    <a:pt x="10769" y="3548"/>
                  </a:cubicBezTo>
                  <a:cubicBezTo>
                    <a:pt x="14753" y="3548"/>
                    <a:pt x="17990" y="6785"/>
                    <a:pt x="17990" y="10769"/>
                  </a:cubicBezTo>
                  <a:cubicBezTo>
                    <a:pt x="17990" y="14753"/>
                    <a:pt x="14753" y="17990"/>
                    <a:pt x="10769" y="17990"/>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7" name="Shape 8497"/>
            <p:cNvSpPr/>
            <p:nvPr/>
          </p:nvSpPr>
          <p:spPr>
            <a:xfrm>
              <a:off x="7404656" y="8452239"/>
              <a:ext cx="1003768" cy="1003362"/>
            </a:xfrm>
            <a:custGeom>
              <a:avLst/>
              <a:gdLst/>
              <a:ahLst/>
              <a:cxnLst>
                <a:cxn ang="0">
                  <a:pos x="wd2" y="hd2"/>
                </a:cxn>
                <a:cxn ang="5400000">
                  <a:pos x="wd2" y="hd2"/>
                </a:cxn>
                <a:cxn ang="10800000">
                  <a:pos x="wd2" y="hd2"/>
                </a:cxn>
                <a:cxn ang="16200000">
                  <a:pos x="wd2" y="hd2"/>
                </a:cxn>
              </a:cxnLst>
              <a:rect l="0" t="0" r="r" b="b"/>
              <a:pathLst>
                <a:path w="20669" h="20714" fill="norm" stroke="1" extrusionOk="0">
                  <a:moveTo>
                    <a:pt x="19133" y="9520"/>
                  </a:moveTo>
                  <a:cubicBezTo>
                    <a:pt x="19031" y="9009"/>
                    <a:pt x="18929" y="8906"/>
                    <a:pt x="18417" y="8701"/>
                  </a:cubicBezTo>
                  <a:cubicBezTo>
                    <a:pt x="17803" y="8599"/>
                    <a:pt x="17598" y="8292"/>
                    <a:pt x="17803" y="7780"/>
                  </a:cubicBezTo>
                  <a:cubicBezTo>
                    <a:pt x="17905" y="7371"/>
                    <a:pt x="18110" y="6961"/>
                    <a:pt x="18212" y="6552"/>
                  </a:cubicBezTo>
                  <a:cubicBezTo>
                    <a:pt x="18417" y="6245"/>
                    <a:pt x="18519" y="5835"/>
                    <a:pt x="18417" y="5323"/>
                  </a:cubicBezTo>
                  <a:cubicBezTo>
                    <a:pt x="18314" y="4914"/>
                    <a:pt x="18417" y="4504"/>
                    <a:pt x="18724" y="4197"/>
                  </a:cubicBezTo>
                  <a:cubicBezTo>
                    <a:pt x="18417" y="3788"/>
                    <a:pt x="18110" y="3481"/>
                    <a:pt x="17700" y="3071"/>
                  </a:cubicBezTo>
                  <a:cubicBezTo>
                    <a:pt x="17598" y="2866"/>
                    <a:pt x="17496" y="2969"/>
                    <a:pt x="17393" y="3173"/>
                  </a:cubicBezTo>
                  <a:cubicBezTo>
                    <a:pt x="17393" y="3276"/>
                    <a:pt x="17393" y="3378"/>
                    <a:pt x="17393" y="3378"/>
                  </a:cubicBezTo>
                  <a:cubicBezTo>
                    <a:pt x="17291" y="3890"/>
                    <a:pt x="16881" y="3992"/>
                    <a:pt x="16472" y="3685"/>
                  </a:cubicBezTo>
                  <a:cubicBezTo>
                    <a:pt x="16472" y="3685"/>
                    <a:pt x="16369" y="3583"/>
                    <a:pt x="16267" y="3583"/>
                  </a:cubicBezTo>
                  <a:cubicBezTo>
                    <a:pt x="16165" y="3481"/>
                    <a:pt x="15960" y="3481"/>
                    <a:pt x="15858" y="3481"/>
                  </a:cubicBezTo>
                  <a:cubicBezTo>
                    <a:pt x="15448" y="3583"/>
                    <a:pt x="15346" y="3481"/>
                    <a:pt x="15346" y="3071"/>
                  </a:cubicBezTo>
                  <a:cubicBezTo>
                    <a:pt x="15448" y="2764"/>
                    <a:pt x="15346" y="2559"/>
                    <a:pt x="14936" y="2662"/>
                  </a:cubicBezTo>
                  <a:cubicBezTo>
                    <a:pt x="14834" y="2662"/>
                    <a:pt x="14732" y="2662"/>
                    <a:pt x="14629" y="2662"/>
                  </a:cubicBezTo>
                  <a:cubicBezTo>
                    <a:pt x="14322" y="2662"/>
                    <a:pt x="14117" y="2355"/>
                    <a:pt x="14220" y="2047"/>
                  </a:cubicBezTo>
                  <a:cubicBezTo>
                    <a:pt x="14220" y="1843"/>
                    <a:pt x="14322" y="1740"/>
                    <a:pt x="14322" y="1536"/>
                  </a:cubicBezTo>
                  <a:cubicBezTo>
                    <a:pt x="14424" y="1433"/>
                    <a:pt x="14424" y="1228"/>
                    <a:pt x="14322" y="1126"/>
                  </a:cubicBezTo>
                  <a:cubicBezTo>
                    <a:pt x="14117" y="921"/>
                    <a:pt x="13810" y="717"/>
                    <a:pt x="13503" y="512"/>
                  </a:cubicBezTo>
                  <a:cubicBezTo>
                    <a:pt x="12991" y="102"/>
                    <a:pt x="12377" y="409"/>
                    <a:pt x="11865" y="512"/>
                  </a:cubicBezTo>
                  <a:cubicBezTo>
                    <a:pt x="11763" y="921"/>
                    <a:pt x="11763" y="1024"/>
                    <a:pt x="11251" y="921"/>
                  </a:cubicBezTo>
                  <a:cubicBezTo>
                    <a:pt x="10739" y="717"/>
                    <a:pt x="10330" y="512"/>
                    <a:pt x="9920" y="102"/>
                  </a:cubicBezTo>
                  <a:cubicBezTo>
                    <a:pt x="9920" y="0"/>
                    <a:pt x="9818" y="0"/>
                    <a:pt x="9715" y="0"/>
                  </a:cubicBezTo>
                  <a:cubicBezTo>
                    <a:pt x="9204" y="102"/>
                    <a:pt x="8692" y="102"/>
                    <a:pt x="8180" y="205"/>
                  </a:cubicBezTo>
                  <a:cubicBezTo>
                    <a:pt x="8078" y="205"/>
                    <a:pt x="7975" y="307"/>
                    <a:pt x="7975" y="409"/>
                  </a:cubicBezTo>
                  <a:cubicBezTo>
                    <a:pt x="7975" y="512"/>
                    <a:pt x="7975" y="614"/>
                    <a:pt x="8078" y="717"/>
                  </a:cubicBezTo>
                  <a:cubicBezTo>
                    <a:pt x="8282" y="717"/>
                    <a:pt x="8487" y="717"/>
                    <a:pt x="8589" y="614"/>
                  </a:cubicBezTo>
                  <a:cubicBezTo>
                    <a:pt x="8794" y="512"/>
                    <a:pt x="8999" y="409"/>
                    <a:pt x="9204" y="307"/>
                  </a:cubicBezTo>
                  <a:cubicBezTo>
                    <a:pt x="9511" y="205"/>
                    <a:pt x="9613" y="205"/>
                    <a:pt x="9715" y="512"/>
                  </a:cubicBezTo>
                  <a:cubicBezTo>
                    <a:pt x="9818" y="819"/>
                    <a:pt x="9715" y="1126"/>
                    <a:pt x="9408" y="1331"/>
                  </a:cubicBezTo>
                  <a:cubicBezTo>
                    <a:pt x="9101" y="1536"/>
                    <a:pt x="8692" y="1740"/>
                    <a:pt x="8282" y="1945"/>
                  </a:cubicBezTo>
                  <a:cubicBezTo>
                    <a:pt x="8078" y="2047"/>
                    <a:pt x="7770" y="2252"/>
                    <a:pt x="7566" y="2355"/>
                  </a:cubicBezTo>
                  <a:cubicBezTo>
                    <a:pt x="7361" y="2559"/>
                    <a:pt x="7156" y="2764"/>
                    <a:pt x="7361" y="3071"/>
                  </a:cubicBezTo>
                  <a:cubicBezTo>
                    <a:pt x="7463" y="3276"/>
                    <a:pt x="7770" y="3173"/>
                    <a:pt x="7975" y="3173"/>
                  </a:cubicBezTo>
                  <a:cubicBezTo>
                    <a:pt x="8180" y="3071"/>
                    <a:pt x="8385" y="2969"/>
                    <a:pt x="8589" y="2866"/>
                  </a:cubicBezTo>
                  <a:cubicBezTo>
                    <a:pt x="8692" y="2764"/>
                    <a:pt x="8794" y="2662"/>
                    <a:pt x="8896" y="2559"/>
                  </a:cubicBezTo>
                  <a:cubicBezTo>
                    <a:pt x="9101" y="2457"/>
                    <a:pt x="9204" y="2457"/>
                    <a:pt x="9306" y="2764"/>
                  </a:cubicBezTo>
                  <a:cubicBezTo>
                    <a:pt x="9511" y="3173"/>
                    <a:pt x="9818" y="3276"/>
                    <a:pt x="10125" y="3071"/>
                  </a:cubicBezTo>
                  <a:cubicBezTo>
                    <a:pt x="10330" y="2969"/>
                    <a:pt x="10432" y="2764"/>
                    <a:pt x="10637" y="2662"/>
                  </a:cubicBezTo>
                  <a:cubicBezTo>
                    <a:pt x="10944" y="2559"/>
                    <a:pt x="11149" y="2662"/>
                    <a:pt x="11149" y="2969"/>
                  </a:cubicBezTo>
                  <a:cubicBezTo>
                    <a:pt x="11251" y="3378"/>
                    <a:pt x="11353" y="3481"/>
                    <a:pt x="11763" y="3378"/>
                  </a:cubicBezTo>
                  <a:cubicBezTo>
                    <a:pt x="11968" y="3378"/>
                    <a:pt x="12172" y="3378"/>
                    <a:pt x="12377" y="3276"/>
                  </a:cubicBezTo>
                  <a:cubicBezTo>
                    <a:pt x="12377" y="3378"/>
                    <a:pt x="12479" y="3378"/>
                    <a:pt x="12479" y="3378"/>
                  </a:cubicBezTo>
                  <a:cubicBezTo>
                    <a:pt x="12377" y="3481"/>
                    <a:pt x="12377" y="3685"/>
                    <a:pt x="12172" y="3788"/>
                  </a:cubicBezTo>
                  <a:cubicBezTo>
                    <a:pt x="12070" y="3992"/>
                    <a:pt x="11763" y="4095"/>
                    <a:pt x="11558" y="4197"/>
                  </a:cubicBezTo>
                  <a:cubicBezTo>
                    <a:pt x="11251" y="4300"/>
                    <a:pt x="10944" y="4402"/>
                    <a:pt x="10944" y="4402"/>
                  </a:cubicBezTo>
                  <a:cubicBezTo>
                    <a:pt x="10944" y="4402"/>
                    <a:pt x="11353" y="4607"/>
                    <a:pt x="11149" y="4709"/>
                  </a:cubicBezTo>
                  <a:cubicBezTo>
                    <a:pt x="10739" y="4811"/>
                    <a:pt x="10125" y="5426"/>
                    <a:pt x="11046" y="5118"/>
                  </a:cubicBezTo>
                  <a:cubicBezTo>
                    <a:pt x="11149" y="5118"/>
                    <a:pt x="11353" y="5118"/>
                    <a:pt x="11558" y="5016"/>
                  </a:cubicBezTo>
                  <a:cubicBezTo>
                    <a:pt x="11353" y="5528"/>
                    <a:pt x="10944" y="5733"/>
                    <a:pt x="10637" y="5937"/>
                  </a:cubicBezTo>
                  <a:cubicBezTo>
                    <a:pt x="9511" y="6552"/>
                    <a:pt x="9408" y="8087"/>
                    <a:pt x="10023" y="8804"/>
                  </a:cubicBezTo>
                  <a:cubicBezTo>
                    <a:pt x="10125" y="9009"/>
                    <a:pt x="10227" y="9111"/>
                    <a:pt x="10330" y="9316"/>
                  </a:cubicBezTo>
                  <a:cubicBezTo>
                    <a:pt x="10432" y="9520"/>
                    <a:pt x="10432" y="9827"/>
                    <a:pt x="10227" y="9930"/>
                  </a:cubicBezTo>
                  <a:cubicBezTo>
                    <a:pt x="10125" y="10032"/>
                    <a:pt x="9818" y="9930"/>
                    <a:pt x="9715" y="9930"/>
                  </a:cubicBezTo>
                  <a:cubicBezTo>
                    <a:pt x="9408" y="9623"/>
                    <a:pt x="9101" y="9418"/>
                    <a:pt x="8896" y="9111"/>
                  </a:cubicBezTo>
                  <a:cubicBezTo>
                    <a:pt x="8589" y="8701"/>
                    <a:pt x="8385" y="8292"/>
                    <a:pt x="8078" y="7882"/>
                  </a:cubicBezTo>
                  <a:cubicBezTo>
                    <a:pt x="7054" y="6756"/>
                    <a:pt x="5825" y="6961"/>
                    <a:pt x="4904" y="7882"/>
                  </a:cubicBezTo>
                  <a:cubicBezTo>
                    <a:pt x="4597" y="8087"/>
                    <a:pt x="4699" y="8292"/>
                    <a:pt x="4904" y="8497"/>
                  </a:cubicBezTo>
                  <a:cubicBezTo>
                    <a:pt x="5006" y="8497"/>
                    <a:pt x="5109" y="8599"/>
                    <a:pt x="5211" y="8599"/>
                  </a:cubicBezTo>
                  <a:cubicBezTo>
                    <a:pt x="5723" y="8804"/>
                    <a:pt x="6133" y="9009"/>
                    <a:pt x="6542" y="9111"/>
                  </a:cubicBezTo>
                  <a:cubicBezTo>
                    <a:pt x="6644" y="9213"/>
                    <a:pt x="6747" y="9213"/>
                    <a:pt x="6849" y="9316"/>
                  </a:cubicBezTo>
                  <a:cubicBezTo>
                    <a:pt x="6951" y="9418"/>
                    <a:pt x="6951" y="9520"/>
                    <a:pt x="6747" y="9623"/>
                  </a:cubicBezTo>
                  <a:cubicBezTo>
                    <a:pt x="6644" y="9725"/>
                    <a:pt x="6440" y="9725"/>
                    <a:pt x="6337" y="9725"/>
                  </a:cubicBezTo>
                  <a:cubicBezTo>
                    <a:pt x="6030" y="9827"/>
                    <a:pt x="5723" y="9827"/>
                    <a:pt x="5518" y="9930"/>
                  </a:cubicBezTo>
                  <a:cubicBezTo>
                    <a:pt x="5314" y="10032"/>
                    <a:pt x="5109" y="10237"/>
                    <a:pt x="5109" y="10339"/>
                  </a:cubicBezTo>
                  <a:cubicBezTo>
                    <a:pt x="5109" y="10442"/>
                    <a:pt x="5314" y="10646"/>
                    <a:pt x="5416" y="10749"/>
                  </a:cubicBezTo>
                  <a:cubicBezTo>
                    <a:pt x="5518" y="10851"/>
                    <a:pt x="5621" y="10851"/>
                    <a:pt x="5723" y="10954"/>
                  </a:cubicBezTo>
                  <a:cubicBezTo>
                    <a:pt x="5928" y="11056"/>
                    <a:pt x="6133" y="11158"/>
                    <a:pt x="6235" y="11261"/>
                  </a:cubicBezTo>
                  <a:cubicBezTo>
                    <a:pt x="6440" y="11568"/>
                    <a:pt x="6644" y="11568"/>
                    <a:pt x="6849" y="11465"/>
                  </a:cubicBezTo>
                  <a:cubicBezTo>
                    <a:pt x="7156" y="11261"/>
                    <a:pt x="7361" y="11158"/>
                    <a:pt x="7668" y="10954"/>
                  </a:cubicBezTo>
                  <a:cubicBezTo>
                    <a:pt x="7975" y="10749"/>
                    <a:pt x="7975" y="10749"/>
                    <a:pt x="8180" y="11056"/>
                  </a:cubicBezTo>
                  <a:cubicBezTo>
                    <a:pt x="8385" y="11465"/>
                    <a:pt x="8692" y="11773"/>
                    <a:pt x="9204" y="11670"/>
                  </a:cubicBezTo>
                  <a:cubicBezTo>
                    <a:pt x="9511" y="11670"/>
                    <a:pt x="9920" y="11465"/>
                    <a:pt x="10227" y="11363"/>
                  </a:cubicBezTo>
                  <a:cubicBezTo>
                    <a:pt x="10432" y="11261"/>
                    <a:pt x="10637" y="11158"/>
                    <a:pt x="10944" y="11158"/>
                  </a:cubicBezTo>
                  <a:cubicBezTo>
                    <a:pt x="11456" y="11056"/>
                    <a:pt x="11763" y="11465"/>
                    <a:pt x="11763" y="12080"/>
                  </a:cubicBezTo>
                  <a:cubicBezTo>
                    <a:pt x="11865" y="12694"/>
                    <a:pt x="11558" y="13103"/>
                    <a:pt x="11149" y="13410"/>
                  </a:cubicBezTo>
                  <a:cubicBezTo>
                    <a:pt x="10739" y="13820"/>
                    <a:pt x="10534" y="14229"/>
                    <a:pt x="10739" y="14844"/>
                  </a:cubicBezTo>
                  <a:cubicBezTo>
                    <a:pt x="10944" y="15355"/>
                    <a:pt x="10739" y="15867"/>
                    <a:pt x="10227" y="16277"/>
                  </a:cubicBezTo>
                  <a:cubicBezTo>
                    <a:pt x="9920" y="16584"/>
                    <a:pt x="9613" y="16789"/>
                    <a:pt x="9204" y="17096"/>
                  </a:cubicBezTo>
                  <a:cubicBezTo>
                    <a:pt x="8794" y="17300"/>
                    <a:pt x="8180" y="18836"/>
                    <a:pt x="8282" y="19348"/>
                  </a:cubicBezTo>
                  <a:cubicBezTo>
                    <a:pt x="8282" y="19450"/>
                    <a:pt x="8385" y="19553"/>
                    <a:pt x="8282" y="19655"/>
                  </a:cubicBezTo>
                  <a:cubicBezTo>
                    <a:pt x="8282" y="20167"/>
                    <a:pt x="7975" y="20064"/>
                    <a:pt x="7463" y="20167"/>
                  </a:cubicBezTo>
                  <a:cubicBezTo>
                    <a:pt x="7156" y="20269"/>
                    <a:pt x="7259" y="19655"/>
                    <a:pt x="7156" y="19348"/>
                  </a:cubicBezTo>
                  <a:cubicBezTo>
                    <a:pt x="7054" y="19041"/>
                    <a:pt x="7054" y="18734"/>
                    <a:pt x="7156" y="18529"/>
                  </a:cubicBezTo>
                  <a:cubicBezTo>
                    <a:pt x="7156" y="18222"/>
                    <a:pt x="7361" y="18017"/>
                    <a:pt x="7361" y="17710"/>
                  </a:cubicBezTo>
                  <a:cubicBezTo>
                    <a:pt x="7566" y="17198"/>
                    <a:pt x="7463" y="16686"/>
                    <a:pt x="7054" y="16277"/>
                  </a:cubicBezTo>
                  <a:cubicBezTo>
                    <a:pt x="6849" y="16174"/>
                    <a:pt x="6644" y="15970"/>
                    <a:pt x="6542" y="15765"/>
                  </a:cubicBezTo>
                  <a:cubicBezTo>
                    <a:pt x="5825" y="15151"/>
                    <a:pt x="5518" y="14434"/>
                    <a:pt x="5518" y="13513"/>
                  </a:cubicBezTo>
                  <a:cubicBezTo>
                    <a:pt x="5518" y="13103"/>
                    <a:pt x="5723" y="12899"/>
                    <a:pt x="6133" y="12899"/>
                  </a:cubicBezTo>
                  <a:cubicBezTo>
                    <a:pt x="6235" y="12899"/>
                    <a:pt x="6337" y="12796"/>
                    <a:pt x="6440" y="12796"/>
                  </a:cubicBezTo>
                  <a:cubicBezTo>
                    <a:pt x="6337" y="12489"/>
                    <a:pt x="6235" y="12284"/>
                    <a:pt x="5825" y="12284"/>
                  </a:cubicBezTo>
                  <a:cubicBezTo>
                    <a:pt x="5518" y="12284"/>
                    <a:pt x="5314" y="12080"/>
                    <a:pt x="5211" y="11773"/>
                  </a:cubicBezTo>
                  <a:cubicBezTo>
                    <a:pt x="5109" y="11670"/>
                    <a:pt x="5109" y="11465"/>
                    <a:pt x="5109" y="11363"/>
                  </a:cubicBezTo>
                  <a:cubicBezTo>
                    <a:pt x="4904" y="11056"/>
                    <a:pt x="4904" y="10646"/>
                    <a:pt x="4699" y="10442"/>
                  </a:cubicBezTo>
                  <a:cubicBezTo>
                    <a:pt x="4495" y="10135"/>
                    <a:pt x="4392" y="9930"/>
                    <a:pt x="4392" y="9623"/>
                  </a:cubicBezTo>
                  <a:cubicBezTo>
                    <a:pt x="4392" y="9418"/>
                    <a:pt x="4290" y="9316"/>
                    <a:pt x="4187" y="9111"/>
                  </a:cubicBezTo>
                  <a:cubicBezTo>
                    <a:pt x="3880" y="8906"/>
                    <a:pt x="3676" y="8599"/>
                    <a:pt x="3369" y="8394"/>
                  </a:cubicBezTo>
                  <a:cubicBezTo>
                    <a:pt x="3266" y="8292"/>
                    <a:pt x="3164" y="8190"/>
                    <a:pt x="2959" y="7985"/>
                  </a:cubicBezTo>
                  <a:cubicBezTo>
                    <a:pt x="2959" y="8292"/>
                    <a:pt x="2959" y="8497"/>
                    <a:pt x="2959" y="8599"/>
                  </a:cubicBezTo>
                  <a:cubicBezTo>
                    <a:pt x="2959" y="8804"/>
                    <a:pt x="2959" y="9111"/>
                    <a:pt x="2857" y="9316"/>
                  </a:cubicBezTo>
                  <a:cubicBezTo>
                    <a:pt x="2857" y="9418"/>
                    <a:pt x="2652" y="9623"/>
                    <a:pt x="2550" y="9623"/>
                  </a:cubicBezTo>
                  <a:cubicBezTo>
                    <a:pt x="2447" y="9623"/>
                    <a:pt x="2242" y="9418"/>
                    <a:pt x="2140" y="9316"/>
                  </a:cubicBezTo>
                  <a:cubicBezTo>
                    <a:pt x="2140" y="9111"/>
                    <a:pt x="2140" y="8804"/>
                    <a:pt x="2140" y="8599"/>
                  </a:cubicBezTo>
                  <a:cubicBezTo>
                    <a:pt x="2345" y="7473"/>
                    <a:pt x="2447" y="6347"/>
                    <a:pt x="2345" y="5323"/>
                  </a:cubicBezTo>
                  <a:cubicBezTo>
                    <a:pt x="2345" y="4914"/>
                    <a:pt x="2242" y="4504"/>
                    <a:pt x="2140" y="3992"/>
                  </a:cubicBezTo>
                  <a:cubicBezTo>
                    <a:pt x="93" y="6552"/>
                    <a:pt x="-931" y="11056"/>
                    <a:pt x="1116" y="15151"/>
                  </a:cubicBezTo>
                  <a:cubicBezTo>
                    <a:pt x="3369" y="19450"/>
                    <a:pt x="8180" y="21600"/>
                    <a:pt x="12889" y="20372"/>
                  </a:cubicBezTo>
                  <a:cubicBezTo>
                    <a:pt x="14117" y="20064"/>
                    <a:pt x="15243" y="19553"/>
                    <a:pt x="16165" y="18938"/>
                  </a:cubicBezTo>
                  <a:cubicBezTo>
                    <a:pt x="15653" y="18734"/>
                    <a:pt x="14936" y="18427"/>
                    <a:pt x="14834" y="16482"/>
                  </a:cubicBezTo>
                  <a:cubicBezTo>
                    <a:pt x="14732" y="13615"/>
                    <a:pt x="15141" y="13001"/>
                    <a:pt x="15448" y="13001"/>
                  </a:cubicBezTo>
                  <a:cubicBezTo>
                    <a:pt x="15653" y="13001"/>
                    <a:pt x="15858" y="12899"/>
                    <a:pt x="16677" y="13718"/>
                  </a:cubicBezTo>
                  <a:cubicBezTo>
                    <a:pt x="17393" y="14639"/>
                    <a:pt x="17803" y="14229"/>
                    <a:pt x="17905" y="13615"/>
                  </a:cubicBezTo>
                  <a:cubicBezTo>
                    <a:pt x="17905" y="13001"/>
                    <a:pt x="18519" y="12080"/>
                    <a:pt x="18826" y="13001"/>
                  </a:cubicBezTo>
                  <a:cubicBezTo>
                    <a:pt x="18929" y="13615"/>
                    <a:pt x="19338" y="14434"/>
                    <a:pt x="19645" y="14946"/>
                  </a:cubicBezTo>
                  <a:cubicBezTo>
                    <a:pt x="20260" y="13820"/>
                    <a:pt x="20567" y="12591"/>
                    <a:pt x="20669" y="11363"/>
                  </a:cubicBezTo>
                  <a:cubicBezTo>
                    <a:pt x="20464" y="11261"/>
                    <a:pt x="20362" y="11261"/>
                    <a:pt x="20157" y="11158"/>
                  </a:cubicBezTo>
                  <a:cubicBezTo>
                    <a:pt x="19543" y="10851"/>
                    <a:pt x="19133" y="10339"/>
                    <a:pt x="19133" y="952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8" name="Shape 8498"/>
            <p:cNvSpPr/>
            <p:nvPr/>
          </p:nvSpPr>
          <p:spPr>
            <a:xfrm>
              <a:off x="7028015" y="8074272"/>
              <a:ext cx="1747419" cy="17474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8" y="0"/>
                    <a:pt x="0" y="4848"/>
                    <a:pt x="0" y="10800"/>
                  </a:cubicBezTo>
                  <a:cubicBezTo>
                    <a:pt x="0" y="16752"/>
                    <a:pt x="4848" y="21600"/>
                    <a:pt x="10800" y="21600"/>
                  </a:cubicBezTo>
                  <a:cubicBezTo>
                    <a:pt x="16752" y="21600"/>
                    <a:pt x="21600" y="16752"/>
                    <a:pt x="21600" y="10800"/>
                  </a:cubicBezTo>
                  <a:cubicBezTo>
                    <a:pt x="21600" y="4848"/>
                    <a:pt x="16752" y="0"/>
                    <a:pt x="10800" y="0"/>
                  </a:cubicBezTo>
                  <a:close/>
                  <a:moveTo>
                    <a:pt x="15832" y="16016"/>
                  </a:moveTo>
                  <a:cubicBezTo>
                    <a:pt x="14605" y="17182"/>
                    <a:pt x="13193" y="17857"/>
                    <a:pt x="11536" y="18041"/>
                  </a:cubicBezTo>
                  <a:cubicBezTo>
                    <a:pt x="9389" y="18225"/>
                    <a:pt x="7486" y="17611"/>
                    <a:pt x="5891" y="16139"/>
                  </a:cubicBezTo>
                  <a:cubicBezTo>
                    <a:pt x="4602" y="14911"/>
                    <a:pt x="3805" y="13377"/>
                    <a:pt x="3620" y="11598"/>
                  </a:cubicBezTo>
                  <a:cubicBezTo>
                    <a:pt x="3191" y="7793"/>
                    <a:pt x="5891" y="4234"/>
                    <a:pt x="9634" y="3682"/>
                  </a:cubicBezTo>
                  <a:cubicBezTo>
                    <a:pt x="10002" y="3620"/>
                    <a:pt x="10370" y="3620"/>
                    <a:pt x="10739" y="3559"/>
                  </a:cubicBezTo>
                  <a:cubicBezTo>
                    <a:pt x="10800" y="3559"/>
                    <a:pt x="10800" y="3559"/>
                    <a:pt x="10800" y="3559"/>
                  </a:cubicBezTo>
                  <a:cubicBezTo>
                    <a:pt x="11230" y="3620"/>
                    <a:pt x="11598" y="3620"/>
                    <a:pt x="12027" y="3682"/>
                  </a:cubicBezTo>
                  <a:cubicBezTo>
                    <a:pt x="13930" y="4050"/>
                    <a:pt x="15525" y="5032"/>
                    <a:pt x="16691" y="6627"/>
                  </a:cubicBezTo>
                  <a:cubicBezTo>
                    <a:pt x="17366" y="7609"/>
                    <a:pt x="17857" y="8714"/>
                    <a:pt x="17980" y="9941"/>
                  </a:cubicBezTo>
                  <a:cubicBezTo>
                    <a:pt x="18225" y="12273"/>
                    <a:pt x="17550" y="14359"/>
                    <a:pt x="15832" y="16016"/>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499" name="Shape 8499"/>
            <p:cNvSpPr/>
            <p:nvPr/>
          </p:nvSpPr>
          <p:spPr>
            <a:xfrm>
              <a:off x="8819253" y="2577303"/>
              <a:ext cx="1772069" cy="17665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70" y="0"/>
                  </a:moveTo>
                  <a:cubicBezTo>
                    <a:pt x="4840" y="0"/>
                    <a:pt x="0" y="4854"/>
                    <a:pt x="0" y="10800"/>
                  </a:cubicBezTo>
                  <a:cubicBezTo>
                    <a:pt x="0" y="16807"/>
                    <a:pt x="4840" y="21600"/>
                    <a:pt x="10770" y="21600"/>
                  </a:cubicBezTo>
                  <a:cubicBezTo>
                    <a:pt x="16760" y="21600"/>
                    <a:pt x="21600" y="16807"/>
                    <a:pt x="21600" y="10800"/>
                  </a:cubicBezTo>
                  <a:cubicBezTo>
                    <a:pt x="21600" y="4854"/>
                    <a:pt x="16760" y="0"/>
                    <a:pt x="10770" y="0"/>
                  </a:cubicBezTo>
                  <a:close/>
                  <a:moveTo>
                    <a:pt x="13311" y="4672"/>
                  </a:moveTo>
                  <a:cubicBezTo>
                    <a:pt x="15610" y="4672"/>
                    <a:pt x="15610" y="4672"/>
                    <a:pt x="15610" y="4672"/>
                  </a:cubicBezTo>
                  <a:cubicBezTo>
                    <a:pt x="15610" y="7584"/>
                    <a:pt x="15610" y="7584"/>
                    <a:pt x="15610" y="7584"/>
                  </a:cubicBezTo>
                  <a:cubicBezTo>
                    <a:pt x="13311" y="5703"/>
                    <a:pt x="13311" y="5703"/>
                    <a:pt x="13311" y="5703"/>
                  </a:cubicBezTo>
                  <a:lnTo>
                    <a:pt x="13311" y="4672"/>
                  </a:lnTo>
                  <a:close/>
                  <a:moveTo>
                    <a:pt x="15610" y="12135"/>
                  </a:moveTo>
                  <a:cubicBezTo>
                    <a:pt x="15610" y="16503"/>
                    <a:pt x="15610" y="16503"/>
                    <a:pt x="15610" y="16503"/>
                  </a:cubicBezTo>
                  <a:cubicBezTo>
                    <a:pt x="12585" y="16503"/>
                    <a:pt x="12585" y="16503"/>
                    <a:pt x="12585" y="16503"/>
                  </a:cubicBezTo>
                  <a:cubicBezTo>
                    <a:pt x="12585" y="11225"/>
                    <a:pt x="12585" y="11225"/>
                    <a:pt x="12585" y="11225"/>
                  </a:cubicBezTo>
                  <a:cubicBezTo>
                    <a:pt x="9015" y="11225"/>
                    <a:pt x="9015" y="11225"/>
                    <a:pt x="9015" y="11225"/>
                  </a:cubicBezTo>
                  <a:cubicBezTo>
                    <a:pt x="9015" y="16503"/>
                    <a:pt x="9015" y="16503"/>
                    <a:pt x="9015" y="16503"/>
                  </a:cubicBezTo>
                  <a:cubicBezTo>
                    <a:pt x="5929" y="16503"/>
                    <a:pt x="5929" y="16503"/>
                    <a:pt x="5929" y="16503"/>
                  </a:cubicBezTo>
                  <a:cubicBezTo>
                    <a:pt x="5929" y="11164"/>
                    <a:pt x="5929" y="11164"/>
                    <a:pt x="5929" y="11164"/>
                  </a:cubicBezTo>
                  <a:cubicBezTo>
                    <a:pt x="10770" y="7160"/>
                    <a:pt x="10770" y="7160"/>
                    <a:pt x="10770" y="7160"/>
                  </a:cubicBezTo>
                  <a:cubicBezTo>
                    <a:pt x="13311" y="9222"/>
                    <a:pt x="13311" y="9222"/>
                    <a:pt x="13311" y="9222"/>
                  </a:cubicBezTo>
                  <a:cubicBezTo>
                    <a:pt x="15610" y="11164"/>
                    <a:pt x="15610" y="11164"/>
                    <a:pt x="15610" y="11164"/>
                  </a:cubicBezTo>
                  <a:lnTo>
                    <a:pt x="15610" y="12135"/>
                  </a:lnTo>
                  <a:close/>
                  <a:moveTo>
                    <a:pt x="16699" y="11528"/>
                  </a:moveTo>
                  <a:cubicBezTo>
                    <a:pt x="15610" y="10618"/>
                    <a:pt x="15610" y="10618"/>
                    <a:pt x="15610" y="10618"/>
                  </a:cubicBezTo>
                  <a:cubicBezTo>
                    <a:pt x="13311" y="8737"/>
                    <a:pt x="13311" y="8737"/>
                    <a:pt x="13311" y="8737"/>
                  </a:cubicBezTo>
                  <a:cubicBezTo>
                    <a:pt x="10770" y="6674"/>
                    <a:pt x="10770" y="6674"/>
                    <a:pt x="10770" y="6674"/>
                  </a:cubicBezTo>
                  <a:cubicBezTo>
                    <a:pt x="5929" y="10618"/>
                    <a:pt x="5929" y="10618"/>
                    <a:pt x="5929" y="10618"/>
                  </a:cubicBezTo>
                  <a:cubicBezTo>
                    <a:pt x="4901" y="11528"/>
                    <a:pt x="4901" y="11528"/>
                    <a:pt x="4901" y="11528"/>
                  </a:cubicBezTo>
                  <a:cubicBezTo>
                    <a:pt x="3630" y="10011"/>
                    <a:pt x="3630" y="10011"/>
                    <a:pt x="3630" y="10011"/>
                  </a:cubicBezTo>
                  <a:cubicBezTo>
                    <a:pt x="10770" y="4187"/>
                    <a:pt x="10770" y="4187"/>
                    <a:pt x="10770" y="4187"/>
                  </a:cubicBezTo>
                  <a:cubicBezTo>
                    <a:pt x="13311" y="6189"/>
                    <a:pt x="13311" y="6189"/>
                    <a:pt x="13311" y="6189"/>
                  </a:cubicBezTo>
                  <a:cubicBezTo>
                    <a:pt x="15610" y="8130"/>
                    <a:pt x="15610" y="8130"/>
                    <a:pt x="15610" y="8130"/>
                  </a:cubicBezTo>
                  <a:cubicBezTo>
                    <a:pt x="17909" y="10011"/>
                    <a:pt x="17909" y="10011"/>
                    <a:pt x="17909" y="10011"/>
                  </a:cubicBezTo>
                  <a:lnTo>
                    <a:pt x="16699" y="11528"/>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0" name="Shape 8500"/>
            <p:cNvSpPr/>
            <p:nvPr/>
          </p:nvSpPr>
          <p:spPr>
            <a:xfrm>
              <a:off x="1391360" y="7285469"/>
              <a:ext cx="136945" cy="14242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1" name="Shape 8501"/>
            <p:cNvSpPr/>
            <p:nvPr/>
          </p:nvSpPr>
          <p:spPr>
            <a:xfrm>
              <a:off x="1583083" y="7285469"/>
              <a:ext cx="145164" cy="1424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28" y="21600"/>
                  </a:moveTo>
                  <a:cubicBezTo>
                    <a:pt x="11172" y="21600"/>
                    <a:pt x="11172" y="21600"/>
                    <a:pt x="11172" y="21600"/>
                  </a:cubicBezTo>
                  <a:cubicBezTo>
                    <a:pt x="17131" y="20855"/>
                    <a:pt x="21600" y="16386"/>
                    <a:pt x="21600" y="10428"/>
                  </a:cubicBezTo>
                  <a:cubicBezTo>
                    <a:pt x="21600" y="5214"/>
                    <a:pt x="17131" y="745"/>
                    <a:pt x="11172" y="0"/>
                  </a:cubicBezTo>
                  <a:cubicBezTo>
                    <a:pt x="11172" y="0"/>
                    <a:pt x="11172" y="0"/>
                    <a:pt x="10428" y="0"/>
                  </a:cubicBezTo>
                  <a:cubicBezTo>
                    <a:pt x="5214" y="0"/>
                    <a:pt x="0" y="5214"/>
                    <a:pt x="0" y="10428"/>
                  </a:cubicBezTo>
                  <a:cubicBezTo>
                    <a:pt x="0" y="16386"/>
                    <a:pt x="5214" y="21600"/>
                    <a:pt x="10428" y="2160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2" name="Shape 8502"/>
            <p:cNvSpPr/>
            <p:nvPr/>
          </p:nvSpPr>
          <p:spPr>
            <a:xfrm>
              <a:off x="1783024" y="7285469"/>
              <a:ext cx="139685" cy="14242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3" name="Shape 8503"/>
            <p:cNvSpPr/>
            <p:nvPr/>
          </p:nvSpPr>
          <p:spPr>
            <a:xfrm>
              <a:off x="1196900" y="7285469"/>
              <a:ext cx="139685" cy="14242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4" name="Shape 8504"/>
            <p:cNvSpPr/>
            <p:nvPr/>
          </p:nvSpPr>
          <p:spPr>
            <a:xfrm>
              <a:off x="514914" y="6633612"/>
              <a:ext cx="1750157" cy="17474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786" y="0"/>
                    <a:pt x="0" y="4848"/>
                    <a:pt x="0" y="10800"/>
                  </a:cubicBezTo>
                  <a:cubicBezTo>
                    <a:pt x="0" y="16752"/>
                    <a:pt x="4786" y="21600"/>
                    <a:pt x="10800" y="21600"/>
                  </a:cubicBezTo>
                  <a:cubicBezTo>
                    <a:pt x="16752" y="21600"/>
                    <a:pt x="21600" y="16752"/>
                    <a:pt x="21600" y="10800"/>
                  </a:cubicBezTo>
                  <a:cubicBezTo>
                    <a:pt x="21600" y="4848"/>
                    <a:pt x="16752" y="0"/>
                    <a:pt x="10800" y="0"/>
                  </a:cubicBezTo>
                  <a:close/>
                  <a:moveTo>
                    <a:pt x="14114" y="15280"/>
                  </a:moveTo>
                  <a:cubicBezTo>
                    <a:pt x="6259" y="15280"/>
                    <a:pt x="6259" y="15280"/>
                    <a:pt x="6259" y="15280"/>
                  </a:cubicBezTo>
                  <a:cubicBezTo>
                    <a:pt x="4357" y="17305"/>
                    <a:pt x="4357" y="17305"/>
                    <a:pt x="4357" y="17305"/>
                  </a:cubicBezTo>
                  <a:cubicBezTo>
                    <a:pt x="4357" y="15280"/>
                    <a:pt x="4357" y="15280"/>
                    <a:pt x="4357" y="15280"/>
                  </a:cubicBezTo>
                  <a:cubicBezTo>
                    <a:pt x="3191" y="15280"/>
                    <a:pt x="3191" y="15280"/>
                    <a:pt x="3191" y="15280"/>
                  </a:cubicBezTo>
                  <a:cubicBezTo>
                    <a:pt x="3191" y="7916"/>
                    <a:pt x="3191" y="7916"/>
                    <a:pt x="3191" y="7916"/>
                  </a:cubicBezTo>
                  <a:cubicBezTo>
                    <a:pt x="6627" y="7916"/>
                    <a:pt x="6627" y="7916"/>
                    <a:pt x="6627" y="7916"/>
                  </a:cubicBezTo>
                  <a:cubicBezTo>
                    <a:pt x="6627" y="12641"/>
                    <a:pt x="6627" y="12641"/>
                    <a:pt x="6627" y="12641"/>
                  </a:cubicBezTo>
                  <a:cubicBezTo>
                    <a:pt x="6627" y="13070"/>
                    <a:pt x="6627" y="13070"/>
                    <a:pt x="6627" y="13070"/>
                  </a:cubicBezTo>
                  <a:cubicBezTo>
                    <a:pt x="6995" y="13070"/>
                    <a:pt x="6995" y="13070"/>
                    <a:pt x="6995" y="13070"/>
                  </a:cubicBezTo>
                  <a:cubicBezTo>
                    <a:pt x="14114" y="13070"/>
                    <a:pt x="14114" y="13070"/>
                    <a:pt x="14114" y="13070"/>
                  </a:cubicBezTo>
                  <a:lnTo>
                    <a:pt x="14114" y="15280"/>
                  </a:lnTo>
                  <a:close/>
                  <a:moveTo>
                    <a:pt x="18348" y="12641"/>
                  </a:moveTo>
                  <a:cubicBezTo>
                    <a:pt x="17120" y="12641"/>
                    <a:pt x="17120" y="12641"/>
                    <a:pt x="17120" y="12641"/>
                  </a:cubicBezTo>
                  <a:cubicBezTo>
                    <a:pt x="17120" y="14850"/>
                    <a:pt x="17120" y="14850"/>
                    <a:pt x="17120" y="14850"/>
                  </a:cubicBezTo>
                  <a:cubicBezTo>
                    <a:pt x="15157" y="12641"/>
                    <a:pt x="15157" y="12641"/>
                    <a:pt x="15157" y="12641"/>
                  </a:cubicBezTo>
                  <a:cubicBezTo>
                    <a:pt x="14114" y="12641"/>
                    <a:pt x="14114" y="12641"/>
                    <a:pt x="14114" y="12641"/>
                  </a:cubicBezTo>
                  <a:cubicBezTo>
                    <a:pt x="7057" y="12641"/>
                    <a:pt x="7057" y="12641"/>
                    <a:pt x="7057" y="12641"/>
                  </a:cubicBezTo>
                  <a:cubicBezTo>
                    <a:pt x="7057" y="7916"/>
                    <a:pt x="7057" y="7916"/>
                    <a:pt x="7057" y="7916"/>
                  </a:cubicBezTo>
                  <a:cubicBezTo>
                    <a:pt x="7057" y="5032"/>
                    <a:pt x="7057" y="5032"/>
                    <a:pt x="7057" y="5032"/>
                  </a:cubicBezTo>
                  <a:cubicBezTo>
                    <a:pt x="18348" y="5032"/>
                    <a:pt x="18348" y="5032"/>
                    <a:pt x="18348" y="5032"/>
                  </a:cubicBezTo>
                  <a:lnTo>
                    <a:pt x="18348" y="12641"/>
                  </a:ln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5" name="Shape 8505"/>
            <p:cNvSpPr/>
            <p:nvPr/>
          </p:nvSpPr>
          <p:spPr>
            <a:xfrm>
              <a:off x="5119002" y="5581874"/>
              <a:ext cx="408097" cy="4053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17" y="15805"/>
                  </a:moveTo>
                  <a:cubicBezTo>
                    <a:pt x="1580" y="16332"/>
                    <a:pt x="1844" y="16595"/>
                    <a:pt x="1844" y="16859"/>
                  </a:cubicBezTo>
                  <a:cubicBezTo>
                    <a:pt x="2107" y="16859"/>
                    <a:pt x="2107" y="17122"/>
                    <a:pt x="2371" y="17385"/>
                  </a:cubicBezTo>
                  <a:cubicBezTo>
                    <a:pt x="2371" y="17385"/>
                    <a:pt x="2634" y="17649"/>
                    <a:pt x="2634" y="17912"/>
                  </a:cubicBezTo>
                  <a:cubicBezTo>
                    <a:pt x="2898" y="17912"/>
                    <a:pt x="3161" y="18176"/>
                    <a:pt x="3161" y="18439"/>
                  </a:cubicBezTo>
                  <a:cubicBezTo>
                    <a:pt x="3424" y="18702"/>
                    <a:pt x="3688" y="18966"/>
                    <a:pt x="3951" y="18966"/>
                  </a:cubicBezTo>
                  <a:cubicBezTo>
                    <a:pt x="4215" y="19229"/>
                    <a:pt x="4215" y="19229"/>
                    <a:pt x="4478" y="19493"/>
                  </a:cubicBezTo>
                  <a:cubicBezTo>
                    <a:pt x="4741" y="19493"/>
                    <a:pt x="5005" y="19756"/>
                    <a:pt x="5268" y="20020"/>
                  </a:cubicBezTo>
                  <a:cubicBezTo>
                    <a:pt x="6059" y="20546"/>
                    <a:pt x="6849" y="20810"/>
                    <a:pt x="7639" y="21073"/>
                  </a:cubicBezTo>
                  <a:cubicBezTo>
                    <a:pt x="8693" y="21337"/>
                    <a:pt x="9746" y="21600"/>
                    <a:pt x="10800" y="21600"/>
                  </a:cubicBezTo>
                  <a:cubicBezTo>
                    <a:pt x="13961" y="21600"/>
                    <a:pt x="16859" y="20283"/>
                    <a:pt x="18702" y="17912"/>
                  </a:cubicBezTo>
                  <a:cubicBezTo>
                    <a:pt x="19229" y="17649"/>
                    <a:pt x="19493" y="17122"/>
                    <a:pt x="19756" y="16859"/>
                  </a:cubicBezTo>
                  <a:cubicBezTo>
                    <a:pt x="20283" y="16068"/>
                    <a:pt x="20546" y="15278"/>
                    <a:pt x="20810" y="14488"/>
                  </a:cubicBezTo>
                  <a:cubicBezTo>
                    <a:pt x="21337" y="13434"/>
                    <a:pt x="21600" y="12117"/>
                    <a:pt x="21600" y="10800"/>
                  </a:cubicBezTo>
                  <a:cubicBezTo>
                    <a:pt x="21600" y="10537"/>
                    <a:pt x="21600" y="10010"/>
                    <a:pt x="21600" y="9746"/>
                  </a:cubicBezTo>
                  <a:cubicBezTo>
                    <a:pt x="21337" y="9483"/>
                    <a:pt x="21337" y="8956"/>
                    <a:pt x="21337" y="8693"/>
                  </a:cubicBezTo>
                  <a:cubicBezTo>
                    <a:pt x="21073" y="7902"/>
                    <a:pt x="21073" y="7376"/>
                    <a:pt x="20810" y="6585"/>
                  </a:cubicBezTo>
                  <a:cubicBezTo>
                    <a:pt x="20546" y="6322"/>
                    <a:pt x="20546" y="6059"/>
                    <a:pt x="20283" y="5795"/>
                  </a:cubicBezTo>
                  <a:cubicBezTo>
                    <a:pt x="20020" y="5268"/>
                    <a:pt x="20020" y="5005"/>
                    <a:pt x="19756" y="4741"/>
                  </a:cubicBezTo>
                  <a:cubicBezTo>
                    <a:pt x="19493" y="4478"/>
                    <a:pt x="19229" y="3951"/>
                    <a:pt x="18702" y="3688"/>
                  </a:cubicBezTo>
                  <a:cubicBezTo>
                    <a:pt x="16859" y="1317"/>
                    <a:pt x="13961" y="0"/>
                    <a:pt x="10800" y="0"/>
                  </a:cubicBezTo>
                  <a:cubicBezTo>
                    <a:pt x="7902" y="0"/>
                    <a:pt x="5005" y="1317"/>
                    <a:pt x="3161" y="3424"/>
                  </a:cubicBezTo>
                  <a:cubicBezTo>
                    <a:pt x="2898" y="3688"/>
                    <a:pt x="2634" y="3688"/>
                    <a:pt x="2634" y="3951"/>
                  </a:cubicBezTo>
                  <a:cubicBezTo>
                    <a:pt x="2371" y="4215"/>
                    <a:pt x="2107" y="4478"/>
                    <a:pt x="1844" y="4741"/>
                  </a:cubicBezTo>
                  <a:cubicBezTo>
                    <a:pt x="1844" y="5005"/>
                    <a:pt x="1580" y="5268"/>
                    <a:pt x="1317" y="5795"/>
                  </a:cubicBezTo>
                  <a:cubicBezTo>
                    <a:pt x="1317" y="6059"/>
                    <a:pt x="1054" y="6322"/>
                    <a:pt x="1054" y="6585"/>
                  </a:cubicBezTo>
                  <a:cubicBezTo>
                    <a:pt x="790" y="7376"/>
                    <a:pt x="527" y="7902"/>
                    <a:pt x="263" y="8693"/>
                  </a:cubicBezTo>
                  <a:cubicBezTo>
                    <a:pt x="263" y="8956"/>
                    <a:pt x="263" y="9483"/>
                    <a:pt x="263" y="9746"/>
                  </a:cubicBezTo>
                  <a:cubicBezTo>
                    <a:pt x="0" y="10010"/>
                    <a:pt x="0" y="10537"/>
                    <a:pt x="0" y="10800"/>
                  </a:cubicBezTo>
                  <a:cubicBezTo>
                    <a:pt x="0" y="12117"/>
                    <a:pt x="263" y="13434"/>
                    <a:pt x="790" y="14488"/>
                  </a:cubicBezTo>
                  <a:cubicBezTo>
                    <a:pt x="1054" y="15015"/>
                    <a:pt x="1054" y="15541"/>
                    <a:pt x="1317" y="15805"/>
                  </a:cubicBezTo>
                  <a:close/>
                  <a:moveTo>
                    <a:pt x="10800" y="3161"/>
                  </a:moveTo>
                  <a:cubicBezTo>
                    <a:pt x="15015" y="3161"/>
                    <a:pt x="18439" y="6585"/>
                    <a:pt x="18439" y="10800"/>
                  </a:cubicBezTo>
                  <a:cubicBezTo>
                    <a:pt x="18439" y="15015"/>
                    <a:pt x="15015" y="18439"/>
                    <a:pt x="10800" y="18439"/>
                  </a:cubicBezTo>
                  <a:cubicBezTo>
                    <a:pt x="6585" y="18439"/>
                    <a:pt x="3161" y="15015"/>
                    <a:pt x="3161" y="10800"/>
                  </a:cubicBezTo>
                  <a:cubicBezTo>
                    <a:pt x="3161" y="6585"/>
                    <a:pt x="6585" y="3161"/>
                    <a:pt x="10800" y="3161"/>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6" name="Shape 8506"/>
            <p:cNvSpPr/>
            <p:nvPr/>
          </p:nvSpPr>
          <p:spPr>
            <a:xfrm>
              <a:off x="4861545" y="5119002"/>
              <a:ext cx="1180467" cy="11886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10" y="0"/>
                    <a:pt x="0" y="4880"/>
                    <a:pt x="0" y="10755"/>
                  </a:cubicBezTo>
                  <a:cubicBezTo>
                    <a:pt x="0" y="16720"/>
                    <a:pt x="4810" y="21600"/>
                    <a:pt x="10800" y="21600"/>
                  </a:cubicBezTo>
                  <a:cubicBezTo>
                    <a:pt x="16790" y="21600"/>
                    <a:pt x="21600" y="16720"/>
                    <a:pt x="21600" y="10755"/>
                  </a:cubicBezTo>
                  <a:cubicBezTo>
                    <a:pt x="21600" y="4880"/>
                    <a:pt x="16790" y="0"/>
                    <a:pt x="10800" y="0"/>
                  </a:cubicBezTo>
                  <a:close/>
                  <a:moveTo>
                    <a:pt x="12615" y="5965"/>
                  </a:moveTo>
                  <a:cubicBezTo>
                    <a:pt x="15066" y="5965"/>
                    <a:pt x="15066" y="5965"/>
                    <a:pt x="15066" y="5965"/>
                  </a:cubicBezTo>
                  <a:cubicBezTo>
                    <a:pt x="15066" y="7049"/>
                    <a:pt x="15066" y="7049"/>
                    <a:pt x="15066" y="7049"/>
                  </a:cubicBezTo>
                  <a:cubicBezTo>
                    <a:pt x="12615" y="7049"/>
                    <a:pt x="12615" y="7049"/>
                    <a:pt x="12615" y="7049"/>
                  </a:cubicBezTo>
                  <a:lnTo>
                    <a:pt x="12615" y="5965"/>
                  </a:lnTo>
                  <a:close/>
                  <a:moveTo>
                    <a:pt x="16518" y="16810"/>
                  </a:moveTo>
                  <a:cubicBezTo>
                    <a:pt x="3630" y="16810"/>
                    <a:pt x="3630" y="16810"/>
                    <a:pt x="3630" y="16810"/>
                  </a:cubicBezTo>
                  <a:cubicBezTo>
                    <a:pt x="3630" y="7411"/>
                    <a:pt x="3630" y="7411"/>
                    <a:pt x="3630" y="7411"/>
                  </a:cubicBezTo>
                  <a:cubicBezTo>
                    <a:pt x="16518" y="7411"/>
                    <a:pt x="16518" y="7411"/>
                    <a:pt x="16518" y="7411"/>
                  </a:cubicBezTo>
                  <a:lnTo>
                    <a:pt x="16518" y="16810"/>
                  </a:ln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7" name="Shape 8507"/>
            <p:cNvSpPr/>
            <p:nvPr/>
          </p:nvSpPr>
          <p:spPr>
            <a:xfrm>
              <a:off x="5546270" y="5587352"/>
              <a:ext cx="145163" cy="82167"/>
            </a:xfrm>
            <a:prstGeom prst="rect">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8" name="Shape 8508"/>
            <p:cNvSpPr/>
            <p:nvPr/>
          </p:nvSpPr>
          <p:spPr>
            <a:xfrm>
              <a:off x="3420885" y="8217"/>
              <a:ext cx="1698119" cy="17008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00" y="0"/>
                    <a:pt x="0" y="4863"/>
                    <a:pt x="0" y="10800"/>
                  </a:cubicBezTo>
                  <a:cubicBezTo>
                    <a:pt x="0" y="16800"/>
                    <a:pt x="4800" y="21600"/>
                    <a:pt x="10800" y="21600"/>
                  </a:cubicBezTo>
                  <a:cubicBezTo>
                    <a:pt x="16737" y="21600"/>
                    <a:pt x="21600" y="16800"/>
                    <a:pt x="21600" y="10800"/>
                  </a:cubicBezTo>
                  <a:cubicBezTo>
                    <a:pt x="21600" y="4863"/>
                    <a:pt x="16737" y="0"/>
                    <a:pt x="10800" y="0"/>
                  </a:cubicBezTo>
                  <a:close/>
                  <a:moveTo>
                    <a:pt x="3032" y="8842"/>
                  </a:moveTo>
                  <a:cubicBezTo>
                    <a:pt x="6695" y="8842"/>
                    <a:pt x="6695" y="8842"/>
                    <a:pt x="6695" y="8842"/>
                  </a:cubicBezTo>
                  <a:cubicBezTo>
                    <a:pt x="6821" y="10358"/>
                    <a:pt x="6821" y="10358"/>
                    <a:pt x="6821" y="10358"/>
                  </a:cubicBezTo>
                  <a:cubicBezTo>
                    <a:pt x="3411" y="10358"/>
                    <a:pt x="3411" y="10358"/>
                    <a:pt x="3411" y="10358"/>
                  </a:cubicBezTo>
                  <a:lnTo>
                    <a:pt x="3032" y="8842"/>
                  </a:lnTo>
                  <a:close/>
                  <a:moveTo>
                    <a:pt x="3537" y="10800"/>
                  </a:moveTo>
                  <a:cubicBezTo>
                    <a:pt x="6884" y="10800"/>
                    <a:pt x="6884" y="10800"/>
                    <a:pt x="6884" y="10800"/>
                  </a:cubicBezTo>
                  <a:cubicBezTo>
                    <a:pt x="7074" y="13200"/>
                    <a:pt x="7074" y="13200"/>
                    <a:pt x="7074" y="13200"/>
                  </a:cubicBezTo>
                  <a:cubicBezTo>
                    <a:pt x="4168" y="13200"/>
                    <a:pt x="4168" y="13200"/>
                    <a:pt x="4168" y="13200"/>
                  </a:cubicBezTo>
                  <a:lnTo>
                    <a:pt x="3537" y="10800"/>
                  </a:lnTo>
                  <a:close/>
                  <a:moveTo>
                    <a:pt x="6000" y="17874"/>
                  </a:moveTo>
                  <a:cubicBezTo>
                    <a:pt x="5368" y="17874"/>
                    <a:pt x="4800" y="17368"/>
                    <a:pt x="4800" y="16674"/>
                  </a:cubicBezTo>
                  <a:cubicBezTo>
                    <a:pt x="4800" y="16042"/>
                    <a:pt x="5368" y="15474"/>
                    <a:pt x="6000" y="15474"/>
                  </a:cubicBezTo>
                  <a:cubicBezTo>
                    <a:pt x="6695" y="15474"/>
                    <a:pt x="7200" y="16042"/>
                    <a:pt x="7200" y="16674"/>
                  </a:cubicBezTo>
                  <a:cubicBezTo>
                    <a:pt x="7200" y="17368"/>
                    <a:pt x="6695" y="17874"/>
                    <a:pt x="6000" y="17874"/>
                  </a:cubicBezTo>
                  <a:close/>
                  <a:moveTo>
                    <a:pt x="4611" y="15095"/>
                  </a:moveTo>
                  <a:cubicBezTo>
                    <a:pt x="4232" y="13642"/>
                    <a:pt x="4232" y="13642"/>
                    <a:pt x="4232" y="13642"/>
                  </a:cubicBezTo>
                  <a:cubicBezTo>
                    <a:pt x="7137" y="13642"/>
                    <a:pt x="7137" y="13642"/>
                    <a:pt x="7137" y="13642"/>
                  </a:cubicBezTo>
                  <a:cubicBezTo>
                    <a:pt x="7200" y="15095"/>
                    <a:pt x="7200" y="15095"/>
                    <a:pt x="7200" y="15095"/>
                  </a:cubicBezTo>
                  <a:lnTo>
                    <a:pt x="4611" y="15095"/>
                  </a:lnTo>
                  <a:close/>
                  <a:moveTo>
                    <a:pt x="10674" y="15095"/>
                  </a:moveTo>
                  <a:cubicBezTo>
                    <a:pt x="7705" y="15095"/>
                    <a:pt x="7705" y="15095"/>
                    <a:pt x="7705" y="15095"/>
                  </a:cubicBezTo>
                  <a:cubicBezTo>
                    <a:pt x="7579" y="13642"/>
                    <a:pt x="7579" y="13642"/>
                    <a:pt x="7579" y="13642"/>
                  </a:cubicBezTo>
                  <a:cubicBezTo>
                    <a:pt x="10800" y="13642"/>
                    <a:pt x="10800" y="13642"/>
                    <a:pt x="10800" y="13642"/>
                  </a:cubicBezTo>
                  <a:lnTo>
                    <a:pt x="10674" y="15095"/>
                  </a:lnTo>
                  <a:close/>
                  <a:moveTo>
                    <a:pt x="10800" y="13200"/>
                  </a:moveTo>
                  <a:cubicBezTo>
                    <a:pt x="7516" y="13200"/>
                    <a:pt x="7516" y="13200"/>
                    <a:pt x="7516" y="13200"/>
                  </a:cubicBezTo>
                  <a:cubicBezTo>
                    <a:pt x="7326" y="10800"/>
                    <a:pt x="7326" y="10800"/>
                    <a:pt x="7326" y="10800"/>
                  </a:cubicBezTo>
                  <a:cubicBezTo>
                    <a:pt x="11053" y="10800"/>
                    <a:pt x="11053" y="10800"/>
                    <a:pt x="11053" y="10800"/>
                  </a:cubicBezTo>
                  <a:lnTo>
                    <a:pt x="10800" y="13200"/>
                  </a:lnTo>
                  <a:close/>
                  <a:moveTo>
                    <a:pt x="7326" y="10358"/>
                  </a:moveTo>
                  <a:cubicBezTo>
                    <a:pt x="7200" y="8842"/>
                    <a:pt x="7200" y="8842"/>
                    <a:pt x="7200" y="8842"/>
                  </a:cubicBezTo>
                  <a:cubicBezTo>
                    <a:pt x="11179" y="8842"/>
                    <a:pt x="11179" y="8842"/>
                    <a:pt x="11179" y="8842"/>
                  </a:cubicBezTo>
                  <a:cubicBezTo>
                    <a:pt x="11053" y="10358"/>
                    <a:pt x="11053" y="10358"/>
                    <a:pt x="11053" y="10358"/>
                  </a:cubicBezTo>
                  <a:lnTo>
                    <a:pt x="7326" y="10358"/>
                  </a:lnTo>
                  <a:close/>
                  <a:moveTo>
                    <a:pt x="12379" y="17874"/>
                  </a:moveTo>
                  <a:cubicBezTo>
                    <a:pt x="11684" y="17874"/>
                    <a:pt x="11179" y="17368"/>
                    <a:pt x="11179" y="16674"/>
                  </a:cubicBezTo>
                  <a:cubicBezTo>
                    <a:pt x="11179" y="16042"/>
                    <a:pt x="11684" y="15474"/>
                    <a:pt x="12379" y="15474"/>
                  </a:cubicBezTo>
                  <a:cubicBezTo>
                    <a:pt x="13011" y="15474"/>
                    <a:pt x="13579" y="16042"/>
                    <a:pt x="13579" y="16674"/>
                  </a:cubicBezTo>
                  <a:cubicBezTo>
                    <a:pt x="13579" y="17368"/>
                    <a:pt x="13011" y="17874"/>
                    <a:pt x="12379" y="17874"/>
                  </a:cubicBezTo>
                  <a:close/>
                  <a:moveTo>
                    <a:pt x="13705" y="15095"/>
                  </a:moveTo>
                  <a:cubicBezTo>
                    <a:pt x="11116" y="15095"/>
                    <a:pt x="11116" y="15095"/>
                    <a:pt x="11116" y="15095"/>
                  </a:cubicBezTo>
                  <a:cubicBezTo>
                    <a:pt x="11242" y="13642"/>
                    <a:pt x="11242" y="13642"/>
                    <a:pt x="11242" y="13642"/>
                  </a:cubicBezTo>
                  <a:cubicBezTo>
                    <a:pt x="14084" y="13642"/>
                    <a:pt x="14084" y="13642"/>
                    <a:pt x="14084" y="13642"/>
                  </a:cubicBezTo>
                  <a:lnTo>
                    <a:pt x="13705" y="15095"/>
                  </a:lnTo>
                  <a:close/>
                  <a:moveTo>
                    <a:pt x="14211" y="13200"/>
                  </a:moveTo>
                  <a:cubicBezTo>
                    <a:pt x="11305" y="13200"/>
                    <a:pt x="11305" y="13200"/>
                    <a:pt x="11305" y="13200"/>
                  </a:cubicBezTo>
                  <a:cubicBezTo>
                    <a:pt x="11495" y="10800"/>
                    <a:pt x="11495" y="10800"/>
                    <a:pt x="11495" y="10800"/>
                  </a:cubicBezTo>
                  <a:cubicBezTo>
                    <a:pt x="14842" y="10800"/>
                    <a:pt x="14842" y="10800"/>
                    <a:pt x="14842" y="10800"/>
                  </a:cubicBezTo>
                  <a:lnTo>
                    <a:pt x="14211" y="13200"/>
                  </a:lnTo>
                  <a:close/>
                  <a:moveTo>
                    <a:pt x="17874" y="7958"/>
                  </a:moveTo>
                  <a:cubicBezTo>
                    <a:pt x="16674" y="7958"/>
                    <a:pt x="16674" y="7958"/>
                    <a:pt x="16674" y="7958"/>
                  </a:cubicBezTo>
                  <a:cubicBezTo>
                    <a:pt x="16168" y="8400"/>
                    <a:pt x="15726" y="8905"/>
                    <a:pt x="15221" y="9411"/>
                  </a:cubicBezTo>
                  <a:cubicBezTo>
                    <a:pt x="14968" y="10358"/>
                    <a:pt x="14968" y="10358"/>
                    <a:pt x="14968" y="10358"/>
                  </a:cubicBezTo>
                  <a:cubicBezTo>
                    <a:pt x="11495" y="10358"/>
                    <a:pt x="11495" y="10358"/>
                    <a:pt x="11495" y="10358"/>
                  </a:cubicBezTo>
                  <a:cubicBezTo>
                    <a:pt x="11621" y="8842"/>
                    <a:pt x="11621" y="8842"/>
                    <a:pt x="11621" y="8842"/>
                  </a:cubicBezTo>
                  <a:cubicBezTo>
                    <a:pt x="13895" y="8842"/>
                    <a:pt x="13895" y="8842"/>
                    <a:pt x="13895" y="8842"/>
                  </a:cubicBezTo>
                  <a:cubicBezTo>
                    <a:pt x="13958" y="8779"/>
                    <a:pt x="13958" y="8716"/>
                    <a:pt x="14021" y="8653"/>
                  </a:cubicBezTo>
                  <a:cubicBezTo>
                    <a:pt x="14653" y="8021"/>
                    <a:pt x="15284" y="7389"/>
                    <a:pt x="15916" y="6758"/>
                  </a:cubicBezTo>
                  <a:cubicBezTo>
                    <a:pt x="15916" y="6758"/>
                    <a:pt x="15979" y="6695"/>
                    <a:pt x="16042" y="6632"/>
                  </a:cubicBezTo>
                  <a:cubicBezTo>
                    <a:pt x="16168" y="6568"/>
                    <a:pt x="16295" y="6505"/>
                    <a:pt x="16421" y="6505"/>
                  </a:cubicBezTo>
                  <a:cubicBezTo>
                    <a:pt x="17874" y="6505"/>
                    <a:pt x="17874" y="6505"/>
                    <a:pt x="17874" y="6505"/>
                  </a:cubicBezTo>
                  <a:cubicBezTo>
                    <a:pt x="18758" y="6505"/>
                    <a:pt x="18758" y="7958"/>
                    <a:pt x="17874" y="7958"/>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09" name="Shape 8509"/>
            <p:cNvSpPr/>
            <p:nvPr/>
          </p:nvSpPr>
          <p:spPr>
            <a:xfrm>
              <a:off x="9153399" y="7041708"/>
              <a:ext cx="440963" cy="232807"/>
            </a:xfrm>
            <a:prstGeom prst="rect">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0" name="Shape 8510"/>
            <p:cNvSpPr/>
            <p:nvPr/>
          </p:nvSpPr>
          <p:spPr>
            <a:xfrm>
              <a:off x="8433069" y="6589790"/>
              <a:ext cx="1752897" cy="17528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9" y="0"/>
                  </a:moveTo>
                  <a:cubicBezTo>
                    <a:pt x="4834" y="0"/>
                    <a:pt x="0" y="4834"/>
                    <a:pt x="0" y="10769"/>
                  </a:cubicBezTo>
                  <a:cubicBezTo>
                    <a:pt x="0" y="16766"/>
                    <a:pt x="4834" y="21600"/>
                    <a:pt x="10769" y="21600"/>
                  </a:cubicBezTo>
                  <a:cubicBezTo>
                    <a:pt x="16766" y="21600"/>
                    <a:pt x="21600" y="16766"/>
                    <a:pt x="21600" y="10769"/>
                  </a:cubicBezTo>
                  <a:cubicBezTo>
                    <a:pt x="21600" y="4834"/>
                    <a:pt x="16766" y="0"/>
                    <a:pt x="10769" y="0"/>
                  </a:cubicBezTo>
                  <a:close/>
                  <a:moveTo>
                    <a:pt x="16582" y="17133"/>
                  </a:moveTo>
                  <a:cubicBezTo>
                    <a:pt x="6547" y="17133"/>
                    <a:pt x="6547" y="17133"/>
                    <a:pt x="6547" y="17133"/>
                  </a:cubicBezTo>
                  <a:cubicBezTo>
                    <a:pt x="6547" y="15726"/>
                    <a:pt x="6547" y="15726"/>
                    <a:pt x="6547" y="15726"/>
                  </a:cubicBezTo>
                  <a:cubicBezTo>
                    <a:pt x="6364" y="15726"/>
                    <a:pt x="6119" y="15726"/>
                    <a:pt x="5997" y="15848"/>
                  </a:cubicBezTo>
                  <a:cubicBezTo>
                    <a:pt x="5629" y="16093"/>
                    <a:pt x="5691" y="16644"/>
                    <a:pt x="5691" y="17011"/>
                  </a:cubicBezTo>
                  <a:cubicBezTo>
                    <a:pt x="5752" y="17439"/>
                    <a:pt x="5018" y="17439"/>
                    <a:pt x="5018" y="17011"/>
                  </a:cubicBezTo>
                  <a:cubicBezTo>
                    <a:pt x="4956" y="16399"/>
                    <a:pt x="5018" y="15787"/>
                    <a:pt x="5446" y="15359"/>
                  </a:cubicBezTo>
                  <a:cubicBezTo>
                    <a:pt x="5752" y="15114"/>
                    <a:pt x="6180" y="14992"/>
                    <a:pt x="6547" y="14992"/>
                  </a:cubicBezTo>
                  <a:cubicBezTo>
                    <a:pt x="6547" y="13033"/>
                    <a:pt x="6547" y="13033"/>
                    <a:pt x="6547" y="13033"/>
                  </a:cubicBezTo>
                  <a:cubicBezTo>
                    <a:pt x="6364" y="13033"/>
                    <a:pt x="6119" y="13033"/>
                    <a:pt x="5997" y="13156"/>
                  </a:cubicBezTo>
                  <a:cubicBezTo>
                    <a:pt x="5629" y="13401"/>
                    <a:pt x="5691" y="13951"/>
                    <a:pt x="5691" y="14318"/>
                  </a:cubicBezTo>
                  <a:cubicBezTo>
                    <a:pt x="5752" y="14747"/>
                    <a:pt x="5018" y="14747"/>
                    <a:pt x="5018" y="14318"/>
                  </a:cubicBezTo>
                  <a:cubicBezTo>
                    <a:pt x="4956" y="13707"/>
                    <a:pt x="5018" y="13095"/>
                    <a:pt x="5446" y="12666"/>
                  </a:cubicBezTo>
                  <a:cubicBezTo>
                    <a:pt x="5752" y="12360"/>
                    <a:pt x="6180" y="12299"/>
                    <a:pt x="6547" y="12299"/>
                  </a:cubicBezTo>
                  <a:cubicBezTo>
                    <a:pt x="6547" y="10341"/>
                    <a:pt x="6547" y="10341"/>
                    <a:pt x="6547" y="10341"/>
                  </a:cubicBezTo>
                  <a:cubicBezTo>
                    <a:pt x="6364" y="10341"/>
                    <a:pt x="6119" y="10341"/>
                    <a:pt x="5997" y="10463"/>
                  </a:cubicBezTo>
                  <a:cubicBezTo>
                    <a:pt x="5629" y="10708"/>
                    <a:pt x="5691" y="11259"/>
                    <a:pt x="5691" y="11626"/>
                  </a:cubicBezTo>
                  <a:cubicBezTo>
                    <a:pt x="5752" y="12054"/>
                    <a:pt x="5018" y="12054"/>
                    <a:pt x="5018" y="11626"/>
                  </a:cubicBezTo>
                  <a:cubicBezTo>
                    <a:pt x="4956" y="11014"/>
                    <a:pt x="5018" y="10402"/>
                    <a:pt x="5446" y="9974"/>
                  </a:cubicBezTo>
                  <a:cubicBezTo>
                    <a:pt x="5752" y="9668"/>
                    <a:pt x="6180" y="9607"/>
                    <a:pt x="6547" y="9607"/>
                  </a:cubicBezTo>
                  <a:cubicBezTo>
                    <a:pt x="6547" y="7649"/>
                    <a:pt x="6547" y="7649"/>
                    <a:pt x="6547" y="7649"/>
                  </a:cubicBezTo>
                  <a:cubicBezTo>
                    <a:pt x="6364" y="7649"/>
                    <a:pt x="6119" y="7649"/>
                    <a:pt x="5997" y="7771"/>
                  </a:cubicBezTo>
                  <a:cubicBezTo>
                    <a:pt x="5629" y="8016"/>
                    <a:pt x="5691" y="8567"/>
                    <a:pt x="5691" y="8934"/>
                  </a:cubicBezTo>
                  <a:cubicBezTo>
                    <a:pt x="5752" y="9362"/>
                    <a:pt x="5018" y="9362"/>
                    <a:pt x="5018" y="8934"/>
                  </a:cubicBezTo>
                  <a:cubicBezTo>
                    <a:pt x="4956" y="8322"/>
                    <a:pt x="5018" y="7710"/>
                    <a:pt x="5446" y="7282"/>
                  </a:cubicBezTo>
                  <a:cubicBezTo>
                    <a:pt x="5752" y="6976"/>
                    <a:pt x="6180" y="6914"/>
                    <a:pt x="6547" y="6914"/>
                  </a:cubicBezTo>
                  <a:cubicBezTo>
                    <a:pt x="6547" y="4956"/>
                    <a:pt x="6547" y="4956"/>
                    <a:pt x="6547" y="4956"/>
                  </a:cubicBezTo>
                  <a:cubicBezTo>
                    <a:pt x="6364" y="4956"/>
                    <a:pt x="6119" y="4956"/>
                    <a:pt x="5997" y="5079"/>
                  </a:cubicBezTo>
                  <a:cubicBezTo>
                    <a:pt x="5629" y="5324"/>
                    <a:pt x="5691" y="5874"/>
                    <a:pt x="5691" y="6241"/>
                  </a:cubicBezTo>
                  <a:cubicBezTo>
                    <a:pt x="5752" y="6670"/>
                    <a:pt x="5018" y="6670"/>
                    <a:pt x="5018" y="6241"/>
                  </a:cubicBezTo>
                  <a:cubicBezTo>
                    <a:pt x="4956" y="5629"/>
                    <a:pt x="5018" y="5018"/>
                    <a:pt x="5446" y="4589"/>
                  </a:cubicBezTo>
                  <a:cubicBezTo>
                    <a:pt x="5752" y="4283"/>
                    <a:pt x="6180" y="4222"/>
                    <a:pt x="6547" y="4222"/>
                  </a:cubicBezTo>
                  <a:cubicBezTo>
                    <a:pt x="6547" y="4222"/>
                    <a:pt x="6547" y="4222"/>
                    <a:pt x="6547" y="4222"/>
                  </a:cubicBezTo>
                  <a:cubicBezTo>
                    <a:pt x="16582" y="4222"/>
                    <a:pt x="16582" y="4222"/>
                    <a:pt x="16582" y="4222"/>
                  </a:cubicBezTo>
                  <a:lnTo>
                    <a:pt x="16582" y="17133"/>
                  </a:ln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1" name="Shape 8511"/>
            <p:cNvSpPr/>
            <p:nvPr/>
          </p:nvSpPr>
          <p:spPr>
            <a:xfrm>
              <a:off x="7370378" y="3355151"/>
              <a:ext cx="123252" cy="1698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0329"/>
                  </a:moveTo>
                  <a:cubicBezTo>
                    <a:pt x="0" y="21600"/>
                    <a:pt x="1728" y="21600"/>
                    <a:pt x="2592" y="21600"/>
                  </a:cubicBezTo>
                  <a:cubicBezTo>
                    <a:pt x="7776" y="21600"/>
                    <a:pt x="15552" y="17788"/>
                    <a:pt x="21600" y="0"/>
                  </a:cubicBezTo>
                  <a:cubicBezTo>
                    <a:pt x="17280" y="0"/>
                    <a:pt x="12960" y="1271"/>
                    <a:pt x="11232" y="2541"/>
                  </a:cubicBezTo>
                  <a:cubicBezTo>
                    <a:pt x="5184" y="6988"/>
                    <a:pt x="0" y="14612"/>
                    <a:pt x="0" y="20329"/>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2" name="Shape 8512"/>
            <p:cNvSpPr/>
            <p:nvPr/>
          </p:nvSpPr>
          <p:spPr>
            <a:xfrm>
              <a:off x="6754124" y="2700553"/>
              <a:ext cx="1424229" cy="14214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2" y="0"/>
                  </a:moveTo>
                  <a:cubicBezTo>
                    <a:pt x="4817" y="0"/>
                    <a:pt x="0" y="4834"/>
                    <a:pt x="0" y="10800"/>
                  </a:cubicBezTo>
                  <a:cubicBezTo>
                    <a:pt x="0" y="16766"/>
                    <a:pt x="4817" y="21600"/>
                    <a:pt x="10762" y="21600"/>
                  </a:cubicBezTo>
                  <a:cubicBezTo>
                    <a:pt x="16783" y="21600"/>
                    <a:pt x="21600" y="16766"/>
                    <a:pt x="21600" y="10800"/>
                  </a:cubicBezTo>
                  <a:cubicBezTo>
                    <a:pt x="21600" y="4834"/>
                    <a:pt x="16783" y="0"/>
                    <a:pt x="10762" y="0"/>
                  </a:cubicBezTo>
                  <a:close/>
                  <a:moveTo>
                    <a:pt x="16708" y="12915"/>
                  </a:moveTo>
                  <a:cubicBezTo>
                    <a:pt x="15955" y="14048"/>
                    <a:pt x="14902" y="14652"/>
                    <a:pt x="13547" y="14652"/>
                  </a:cubicBezTo>
                  <a:cubicBezTo>
                    <a:pt x="12569" y="14652"/>
                    <a:pt x="12117" y="14350"/>
                    <a:pt x="11590" y="13897"/>
                  </a:cubicBezTo>
                  <a:cubicBezTo>
                    <a:pt x="10988" y="14350"/>
                    <a:pt x="10386" y="14652"/>
                    <a:pt x="9408" y="14652"/>
                  </a:cubicBezTo>
                  <a:cubicBezTo>
                    <a:pt x="7902" y="14652"/>
                    <a:pt x="6849" y="13745"/>
                    <a:pt x="6849" y="12462"/>
                  </a:cubicBezTo>
                  <a:cubicBezTo>
                    <a:pt x="6849" y="11329"/>
                    <a:pt x="7451" y="9969"/>
                    <a:pt x="8279" y="9063"/>
                  </a:cubicBezTo>
                  <a:cubicBezTo>
                    <a:pt x="8956" y="8308"/>
                    <a:pt x="10010" y="7779"/>
                    <a:pt x="12794" y="7779"/>
                  </a:cubicBezTo>
                  <a:cubicBezTo>
                    <a:pt x="13020" y="7779"/>
                    <a:pt x="13321" y="7779"/>
                    <a:pt x="13547" y="7779"/>
                  </a:cubicBezTo>
                  <a:cubicBezTo>
                    <a:pt x="14074" y="7855"/>
                    <a:pt x="14074" y="7855"/>
                    <a:pt x="14074" y="7855"/>
                  </a:cubicBezTo>
                  <a:cubicBezTo>
                    <a:pt x="13923" y="8308"/>
                    <a:pt x="13923" y="8308"/>
                    <a:pt x="13923" y="8308"/>
                  </a:cubicBezTo>
                  <a:cubicBezTo>
                    <a:pt x="13397" y="11253"/>
                    <a:pt x="13397" y="11253"/>
                    <a:pt x="13397" y="11253"/>
                  </a:cubicBezTo>
                  <a:cubicBezTo>
                    <a:pt x="13321" y="11253"/>
                    <a:pt x="13321" y="11329"/>
                    <a:pt x="13321" y="11404"/>
                  </a:cubicBezTo>
                  <a:cubicBezTo>
                    <a:pt x="13321" y="11631"/>
                    <a:pt x="13171" y="12008"/>
                    <a:pt x="13171" y="12235"/>
                  </a:cubicBezTo>
                  <a:cubicBezTo>
                    <a:pt x="13171" y="12462"/>
                    <a:pt x="13321" y="12537"/>
                    <a:pt x="13622" y="12537"/>
                  </a:cubicBezTo>
                  <a:cubicBezTo>
                    <a:pt x="14074" y="12537"/>
                    <a:pt x="14450" y="12235"/>
                    <a:pt x="14751" y="11631"/>
                  </a:cubicBezTo>
                  <a:cubicBezTo>
                    <a:pt x="15052" y="11027"/>
                    <a:pt x="15128" y="10271"/>
                    <a:pt x="15128" y="9894"/>
                  </a:cubicBezTo>
                  <a:cubicBezTo>
                    <a:pt x="15128" y="8761"/>
                    <a:pt x="14751" y="7779"/>
                    <a:pt x="13999" y="7099"/>
                  </a:cubicBezTo>
                  <a:cubicBezTo>
                    <a:pt x="13246" y="6344"/>
                    <a:pt x="12192" y="6042"/>
                    <a:pt x="10988" y="6042"/>
                  </a:cubicBezTo>
                  <a:cubicBezTo>
                    <a:pt x="8429" y="6042"/>
                    <a:pt x="5946" y="8081"/>
                    <a:pt x="5946" y="12159"/>
                  </a:cubicBezTo>
                  <a:cubicBezTo>
                    <a:pt x="5946" y="13368"/>
                    <a:pt x="6322" y="14350"/>
                    <a:pt x="7075" y="15029"/>
                  </a:cubicBezTo>
                  <a:cubicBezTo>
                    <a:pt x="7827" y="15709"/>
                    <a:pt x="8881" y="16087"/>
                    <a:pt x="10160" y="16087"/>
                  </a:cubicBezTo>
                  <a:cubicBezTo>
                    <a:pt x="12117" y="16087"/>
                    <a:pt x="13698" y="15331"/>
                    <a:pt x="15128" y="14576"/>
                  </a:cubicBezTo>
                  <a:cubicBezTo>
                    <a:pt x="15504" y="14425"/>
                    <a:pt x="15504" y="14425"/>
                    <a:pt x="15504" y="14425"/>
                  </a:cubicBezTo>
                  <a:cubicBezTo>
                    <a:pt x="15654" y="14803"/>
                    <a:pt x="15654" y="14803"/>
                    <a:pt x="15654" y="14803"/>
                  </a:cubicBezTo>
                  <a:cubicBezTo>
                    <a:pt x="16256" y="16011"/>
                    <a:pt x="16256" y="16011"/>
                    <a:pt x="16256" y="16011"/>
                  </a:cubicBezTo>
                  <a:cubicBezTo>
                    <a:pt x="16407" y="16389"/>
                    <a:pt x="16407" y="16389"/>
                    <a:pt x="16407" y="16389"/>
                  </a:cubicBezTo>
                  <a:cubicBezTo>
                    <a:pt x="16106" y="16540"/>
                    <a:pt x="16106" y="16540"/>
                    <a:pt x="16106" y="16540"/>
                  </a:cubicBezTo>
                  <a:cubicBezTo>
                    <a:pt x="14224" y="17597"/>
                    <a:pt x="12117" y="18126"/>
                    <a:pt x="10010" y="18126"/>
                  </a:cubicBezTo>
                  <a:cubicBezTo>
                    <a:pt x="8354" y="18126"/>
                    <a:pt x="6774" y="17597"/>
                    <a:pt x="5569" y="16691"/>
                  </a:cubicBezTo>
                  <a:cubicBezTo>
                    <a:pt x="4139" y="15634"/>
                    <a:pt x="3462" y="14048"/>
                    <a:pt x="3462" y="12084"/>
                  </a:cubicBezTo>
                  <a:cubicBezTo>
                    <a:pt x="3462" y="10120"/>
                    <a:pt x="4139" y="8157"/>
                    <a:pt x="5344" y="6646"/>
                  </a:cubicBezTo>
                  <a:cubicBezTo>
                    <a:pt x="6322" y="5438"/>
                    <a:pt x="8128" y="3927"/>
                    <a:pt x="11139" y="3927"/>
                  </a:cubicBezTo>
                  <a:cubicBezTo>
                    <a:pt x="12569" y="3927"/>
                    <a:pt x="14149" y="4456"/>
                    <a:pt x="15353" y="5287"/>
                  </a:cubicBezTo>
                  <a:cubicBezTo>
                    <a:pt x="16332" y="6042"/>
                    <a:pt x="17611" y="7401"/>
                    <a:pt x="17611" y="9743"/>
                  </a:cubicBezTo>
                  <a:cubicBezTo>
                    <a:pt x="17611" y="10876"/>
                    <a:pt x="17235" y="12008"/>
                    <a:pt x="16708" y="12915"/>
                  </a:cubicBez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3" name="Shape 8513"/>
            <p:cNvSpPr/>
            <p:nvPr/>
          </p:nvSpPr>
          <p:spPr>
            <a:xfrm>
              <a:off x="4686258" y="1711811"/>
              <a:ext cx="1440663" cy="14351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41" y="0"/>
                    <a:pt x="0" y="4783"/>
                    <a:pt x="0" y="10763"/>
                  </a:cubicBezTo>
                  <a:cubicBezTo>
                    <a:pt x="0" y="16742"/>
                    <a:pt x="4841" y="21600"/>
                    <a:pt x="10800" y="21600"/>
                  </a:cubicBezTo>
                  <a:cubicBezTo>
                    <a:pt x="16759" y="21600"/>
                    <a:pt x="21600" y="16742"/>
                    <a:pt x="21600" y="10763"/>
                  </a:cubicBezTo>
                  <a:cubicBezTo>
                    <a:pt x="21600" y="4783"/>
                    <a:pt x="16759" y="0"/>
                    <a:pt x="10800" y="0"/>
                  </a:cubicBezTo>
                  <a:close/>
                  <a:moveTo>
                    <a:pt x="12886" y="10763"/>
                  </a:moveTo>
                  <a:cubicBezTo>
                    <a:pt x="12886" y="17639"/>
                    <a:pt x="12886" y="17639"/>
                    <a:pt x="12886" y="17639"/>
                  </a:cubicBezTo>
                  <a:cubicBezTo>
                    <a:pt x="5884" y="14724"/>
                    <a:pt x="5884" y="14724"/>
                    <a:pt x="5884" y="14724"/>
                  </a:cubicBezTo>
                  <a:cubicBezTo>
                    <a:pt x="5884" y="13678"/>
                    <a:pt x="5884" y="13678"/>
                    <a:pt x="5884" y="13678"/>
                  </a:cubicBezTo>
                  <a:cubicBezTo>
                    <a:pt x="3426" y="13678"/>
                    <a:pt x="3426" y="13678"/>
                    <a:pt x="3426" y="13678"/>
                  </a:cubicBezTo>
                  <a:cubicBezTo>
                    <a:pt x="3426" y="7922"/>
                    <a:pt x="3426" y="7922"/>
                    <a:pt x="3426" y="7922"/>
                  </a:cubicBezTo>
                  <a:cubicBezTo>
                    <a:pt x="5884" y="7922"/>
                    <a:pt x="5884" y="7922"/>
                    <a:pt x="5884" y="7922"/>
                  </a:cubicBezTo>
                  <a:cubicBezTo>
                    <a:pt x="5884" y="6801"/>
                    <a:pt x="5884" y="6801"/>
                    <a:pt x="5884" y="6801"/>
                  </a:cubicBezTo>
                  <a:cubicBezTo>
                    <a:pt x="12886" y="3961"/>
                    <a:pt x="12886" y="3961"/>
                    <a:pt x="12886" y="3961"/>
                  </a:cubicBezTo>
                  <a:lnTo>
                    <a:pt x="12886" y="10763"/>
                  </a:lnTo>
                  <a:close/>
                  <a:moveTo>
                    <a:pt x="13556" y="14649"/>
                  </a:moveTo>
                  <a:cubicBezTo>
                    <a:pt x="14152" y="13603"/>
                    <a:pt x="14450" y="12183"/>
                    <a:pt x="14450" y="10763"/>
                  </a:cubicBezTo>
                  <a:cubicBezTo>
                    <a:pt x="14450" y="9343"/>
                    <a:pt x="14152" y="7997"/>
                    <a:pt x="13556" y="6951"/>
                  </a:cubicBezTo>
                  <a:cubicBezTo>
                    <a:pt x="14673" y="6278"/>
                    <a:pt x="14673" y="6278"/>
                    <a:pt x="14673" y="6278"/>
                  </a:cubicBezTo>
                  <a:cubicBezTo>
                    <a:pt x="15343" y="7549"/>
                    <a:pt x="15716" y="9193"/>
                    <a:pt x="15716" y="10763"/>
                  </a:cubicBezTo>
                  <a:cubicBezTo>
                    <a:pt x="15716" y="12407"/>
                    <a:pt x="15343" y="13976"/>
                    <a:pt x="14673" y="15247"/>
                  </a:cubicBezTo>
                  <a:lnTo>
                    <a:pt x="13556" y="14649"/>
                  </a:lnTo>
                  <a:close/>
                  <a:moveTo>
                    <a:pt x="16759" y="16817"/>
                  </a:moveTo>
                  <a:cubicBezTo>
                    <a:pt x="15641" y="16144"/>
                    <a:pt x="15641" y="16144"/>
                    <a:pt x="15641" y="16144"/>
                  </a:cubicBezTo>
                  <a:cubicBezTo>
                    <a:pt x="16461" y="14649"/>
                    <a:pt x="16908" y="12781"/>
                    <a:pt x="16908" y="10763"/>
                  </a:cubicBezTo>
                  <a:cubicBezTo>
                    <a:pt x="16908" y="8819"/>
                    <a:pt x="16461" y="6951"/>
                    <a:pt x="15641" y="5381"/>
                  </a:cubicBezTo>
                  <a:cubicBezTo>
                    <a:pt x="16759" y="4783"/>
                    <a:pt x="16759" y="4783"/>
                    <a:pt x="16759" y="4783"/>
                  </a:cubicBezTo>
                  <a:cubicBezTo>
                    <a:pt x="17652" y="6502"/>
                    <a:pt x="18174" y="8595"/>
                    <a:pt x="18174" y="10763"/>
                  </a:cubicBezTo>
                  <a:cubicBezTo>
                    <a:pt x="18174" y="13005"/>
                    <a:pt x="17652" y="15098"/>
                    <a:pt x="16759" y="16817"/>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4" name="Shape 8514"/>
            <p:cNvSpPr/>
            <p:nvPr/>
          </p:nvSpPr>
          <p:spPr>
            <a:xfrm>
              <a:off x="10194182" y="5368238"/>
              <a:ext cx="95865" cy="9312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5" name="Shape 8515"/>
            <p:cNvSpPr/>
            <p:nvPr/>
          </p:nvSpPr>
          <p:spPr>
            <a:xfrm>
              <a:off x="9093144" y="4658866"/>
              <a:ext cx="1752897" cy="17474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9" y="0"/>
                  </a:moveTo>
                  <a:cubicBezTo>
                    <a:pt x="4834" y="0"/>
                    <a:pt x="0" y="4848"/>
                    <a:pt x="0" y="10800"/>
                  </a:cubicBezTo>
                  <a:cubicBezTo>
                    <a:pt x="0" y="16814"/>
                    <a:pt x="4834" y="21600"/>
                    <a:pt x="10769" y="21600"/>
                  </a:cubicBezTo>
                  <a:cubicBezTo>
                    <a:pt x="16766" y="21600"/>
                    <a:pt x="21600" y="16814"/>
                    <a:pt x="21600" y="10800"/>
                  </a:cubicBezTo>
                  <a:cubicBezTo>
                    <a:pt x="21600" y="4848"/>
                    <a:pt x="16766" y="0"/>
                    <a:pt x="10769" y="0"/>
                  </a:cubicBezTo>
                  <a:close/>
                  <a:moveTo>
                    <a:pt x="17561" y="9941"/>
                  </a:moveTo>
                  <a:cubicBezTo>
                    <a:pt x="16399" y="11230"/>
                    <a:pt x="16399" y="11230"/>
                    <a:pt x="16399" y="11230"/>
                  </a:cubicBezTo>
                  <a:cubicBezTo>
                    <a:pt x="16399" y="15280"/>
                    <a:pt x="13707" y="17734"/>
                    <a:pt x="9790" y="17734"/>
                  </a:cubicBezTo>
                  <a:cubicBezTo>
                    <a:pt x="6486" y="17734"/>
                    <a:pt x="3855" y="14175"/>
                    <a:pt x="3855" y="11720"/>
                  </a:cubicBezTo>
                  <a:cubicBezTo>
                    <a:pt x="3855" y="10616"/>
                    <a:pt x="4283" y="11843"/>
                    <a:pt x="5140" y="12395"/>
                  </a:cubicBezTo>
                  <a:cubicBezTo>
                    <a:pt x="6058" y="13009"/>
                    <a:pt x="8628" y="13377"/>
                    <a:pt x="8567" y="10739"/>
                  </a:cubicBezTo>
                  <a:cubicBezTo>
                    <a:pt x="8505" y="10493"/>
                    <a:pt x="8505" y="10248"/>
                    <a:pt x="8505" y="10064"/>
                  </a:cubicBezTo>
                  <a:cubicBezTo>
                    <a:pt x="8505" y="7855"/>
                    <a:pt x="9852" y="5952"/>
                    <a:pt x="12054" y="5952"/>
                  </a:cubicBezTo>
                  <a:cubicBezTo>
                    <a:pt x="14012" y="5952"/>
                    <a:pt x="15481" y="7118"/>
                    <a:pt x="15848" y="8407"/>
                  </a:cubicBezTo>
                  <a:cubicBezTo>
                    <a:pt x="17561" y="9205"/>
                    <a:pt x="17561" y="9205"/>
                    <a:pt x="17561" y="9205"/>
                  </a:cubicBezTo>
                  <a:cubicBezTo>
                    <a:pt x="17684" y="9327"/>
                    <a:pt x="17745" y="9450"/>
                    <a:pt x="17745" y="9573"/>
                  </a:cubicBezTo>
                  <a:cubicBezTo>
                    <a:pt x="17745" y="9695"/>
                    <a:pt x="17684" y="9818"/>
                    <a:pt x="17561" y="9941"/>
                  </a:cubicBezTo>
                  <a:close/>
                </a:path>
              </a:pathLst>
            </a:custGeom>
            <a:solidFill>
              <a:srgbClr val="029FDC"/>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6" name="Shape 8516"/>
            <p:cNvSpPr/>
            <p:nvPr/>
          </p:nvSpPr>
          <p:spPr>
            <a:xfrm>
              <a:off x="7616877" y="923009"/>
              <a:ext cx="1739203" cy="17392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14" y="0"/>
                    <a:pt x="0" y="4814"/>
                    <a:pt x="0" y="10800"/>
                  </a:cubicBezTo>
                  <a:cubicBezTo>
                    <a:pt x="0" y="16786"/>
                    <a:pt x="4814" y="21600"/>
                    <a:pt x="10800" y="21600"/>
                  </a:cubicBezTo>
                  <a:cubicBezTo>
                    <a:pt x="16725" y="21600"/>
                    <a:pt x="21600" y="16786"/>
                    <a:pt x="21600" y="10800"/>
                  </a:cubicBezTo>
                  <a:cubicBezTo>
                    <a:pt x="21600" y="4814"/>
                    <a:pt x="16725" y="0"/>
                    <a:pt x="10800" y="0"/>
                  </a:cubicBezTo>
                  <a:close/>
                  <a:moveTo>
                    <a:pt x="17095" y="15861"/>
                  </a:moveTo>
                  <a:cubicBezTo>
                    <a:pt x="16539" y="16107"/>
                    <a:pt x="16539" y="16107"/>
                    <a:pt x="16539" y="16107"/>
                  </a:cubicBezTo>
                  <a:cubicBezTo>
                    <a:pt x="16293" y="16231"/>
                    <a:pt x="16046" y="16293"/>
                    <a:pt x="15737" y="16293"/>
                  </a:cubicBezTo>
                  <a:cubicBezTo>
                    <a:pt x="15737" y="16478"/>
                    <a:pt x="15552" y="16663"/>
                    <a:pt x="15305" y="16663"/>
                  </a:cubicBezTo>
                  <a:cubicBezTo>
                    <a:pt x="14194" y="16663"/>
                    <a:pt x="14194" y="16663"/>
                    <a:pt x="14194" y="16663"/>
                  </a:cubicBezTo>
                  <a:cubicBezTo>
                    <a:pt x="13947" y="16663"/>
                    <a:pt x="13762" y="16478"/>
                    <a:pt x="13762" y="16293"/>
                  </a:cubicBezTo>
                  <a:cubicBezTo>
                    <a:pt x="13762" y="10800"/>
                    <a:pt x="13762" y="10800"/>
                    <a:pt x="13762" y="10800"/>
                  </a:cubicBezTo>
                  <a:cubicBezTo>
                    <a:pt x="13762" y="10553"/>
                    <a:pt x="13947" y="10430"/>
                    <a:pt x="14194" y="10430"/>
                  </a:cubicBezTo>
                  <a:cubicBezTo>
                    <a:pt x="15305" y="10430"/>
                    <a:pt x="15305" y="10430"/>
                    <a:pt x="15305" y="10430"/>
                  </a:cubicBezTo>
                  <a:cubicBezTo>
                    <a:pt x="15552" y="10430"/>
                    <a:pt x="15737" y="10553"/>
                    <a:pt x="15737" y="10800"/>
                  </a:cubicBezTo>
                  <a:cubicBezTo>
                    <a:pt x="15861" y="10800"/>
                    <a:pt x="15984" y="10800"/>
                    <a:pt x="16169" y="10862"/>
                  </a:cubicBezTo>
                  <a:cubicBezTo>
                    <a:pt x="15922" y="8085"/>
                    <a:pt x="13577" y="5925"/>
                    <a:pt x="10800" y="5925"/>
                  </a:cubicBezTo>
                  <a:cubicBezTo>
                    <a:pt x="7961" y="5925"/>
                    <a:pt x="5678" y="8085"/>
                    <a:pt x="5431" y="10862"/>
                  </a:cubicBezTo>
                  <a:cubicBezTo>
                    <a:pt x="5554" y="10800"/>
                    <a:pt x="5678" y="10800"/>
                    <a:pt x="5863" y="10800"/>
                  </a:cubicBezTo>
                  <a:cubicBezTo>
                    <a:pt x="5863" y="10553"/>
                    <a:pt x="6048" y="10430"/>
                    <a:pt x="6233" y="10430"/>
                  </a:cubicBezTo>
                  <a:cubicBezTo>
                    <a:pt x="7406" y="10430"/>
                    <a:pt x="7406" y="10430"/>
                    <a:pt x="7406" y="10430"/>
                  </a:cubicBezTo>
                  <a:cubicBezTo>
                    <a:pt x="7591" y="10430"/>
                    <a:pt x="7776" y="10553"/>
                    <a:pt x="7776" y="10800"/>
                  </a:cubicBezTo>
                  <a:cubicBezTo>
                    <a:pt x="7776" y="16293"/>
                    <a:pt x="7776" y="16293"/>
                    <a:pt x="7776" y="16293"/>
                  </a:cubicBezTo>
                  <a:cubicBezTo>
                    <a:pt x="7776" y="16478"/>
                    <a:pt x="7591" y="16663"/>
                    <a:pt x="7406" y="16663"/>
                  </a:cubicBezTo>
                  <a:cubicBezTo>
                    <a:pt x="6233" y="16663"/>
                    <a:pt x="6233" y="16663"/>
                    <a:pt x="6233" y="16663"/>
                  </a:cubicBezTo>
                  <a:cubicBezTo>
                    <a:pt x="6048" y="16663"/>
                    <a:pt x="5863" y="16478"/>
                    <a:pt x="5863" y="16293"/>
                  </a:cubicBezTo>
                  <a:cubicBezTo>
                    <a:pt x="4382" y="16231"/>
                    <a:pt x="3209" y="14997"/>
                    <a:pt x="3209" y="13515"/>
                  </a:cubicBezTo>
                  <a:cubicBezTo>
                    <a:pt x="3209" y="12590"/>
                    <a:pt x="3641" y="11787"/>
                    <a:pt x="4382" y="11294"/>
                  </a:cubicBezTo>
                  <a:cubicBezTo>
                    <a:pt x="4382" y="7776"/>
                    <a:pt x="7282" y="4937"/>
                    <a:pt x="10800" y="4937"/>
                  </a:cubicBezTo>
                  <a:cubicBezTo>
                    <a:pt x="14318" y="4937"/>
                    <a:pt x="17157" y="7776"/>
                    <a:pt x="17218" y="11294"/>
                  </a:cubicBezTo>
                  <a:cubicBezTo>
                    <a:pt x="17897" y="11787"/>
                    <a:pt x="18391" y="12590"/>
                    <a:pt x="18391" y="13515"/>
                  </a:cubicBezTo>
                  <a:cubicBezTo>
                    <a:pt x="18391" y="14503"/>
                    <a:pt x="17897" y="15367"/>
                    <a:pt x="17095" y="15861"/>
                  </a:cubicBez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7" name="Shape 8517"/>
            <p:cNvSpPr/>
            <p:nvPr/>
          </p:nvSpPr>
          <p:spPr>
            <a:xfrm>
              <a:off x="2651254" y="2651253"/>
              <a:ext cx="1435183" cy="14351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37" y="0"/>
                  </a:moveTo>
                  <a:cubicBezTo>
                    <a:pt x="4858" y="0"/>
                    <a:pt x="0" y="4858"/>
                    <a:pt x="0" y="10837"/>
                  </a:cubicBezTo>
                  <a:cubicBezTo>
                    <a:pt x="0" y="16742"/>
                    <a:pt x="4858" y="21600"/>
                    <a:pt x="10837" y="21600"/>
                  </a:cubicBezTo>
                  <a:cubicBezTo>
                    <a:pt x="16817" y="21600"/>
                    <a:pt x="21600" y="16742"/>
                    <a:pt x="21600" y="10837"/>
                  </a:cubicBezTo>
                  <a:cubicBezTo>
                    <a:pt x="21600" y="4858"/>
                    <a:pt x="16817" y="0"/>
                    <a:pt x="10837" y="0"/>
                  </a:cubicBezTo>
                  <a:close/>
                  <a:moveTo>
                    <a:pt x="10837" y="16966"/>
                  </a:moveTo>
                  <a:cubicBezTo>
                    <a:pt x="9866" y="16966"/>
                    <a:pt x="9044" y="16219"/>
                    <a:pt x="9044" y="15247"/>
                  </a:cubicBezTo>
                  <a:cubicBezTo>
                    <a:pt x="9044" y="14275"/>
                    <a:pt x="9866" y="13528"/>
                    <a:pt x="10837" y="13528"/>
                  </a:cubicBezTo>
                  <a:cubicBezTo>
                    <a:pt x="11809" y="13528"/>
                    <a:pt x="12556" y="14275"/>
                    <a:pt x="12556" y="15247"/>
                  </a:cubicBezTo>
                  <a:cubicBezTo>
                    <a:pt x="12556" y="16219"/>
                    <a:pt x="11809" y="16966"/>
                    <a:pt x="10837" y="16966"/>
                  </a:cubicBezTo>
                  <a:close/>
                  <a:moveTo>
                    <a:pt x="15397" y="13005"/>
                  </a:moveTo>
                  <a:cubicBezTo>
                    <a:pt x="14948" y="13453"/>
                    <a:pt x="14275" y="13453"/>
                    <a:pt x="13827" y="13005"/>
                  </a:cubicBezTo>
                  <a:cubicBezTo>
                    <a:pt x="13453" y="12556"/>
                    <a:pt x="13453" y="12556"/>
                    <a:pt x="13453" y="12556"/>
                  </a:cubicBezTo>
                  <a:cubicBezTo>
                    <a:pt x="12033" y="11211"/>
                    <a:pt x="9866" y="11211"/>
                    <a:pt x="8446" y="12556"/>
                  </a:cubicBezTo>
                  <a:cubicBezTo>
                    <a:pt x="7848" y="13154"/>
                    <a:pt x="7848" y="13154"/>
                    <a:pt x="7848" y="13154"/>
                  </a:cubicBezTo>
                  <a:cubicBezTo>
                    <a:pt x="7474" y="13603"/>
                    <a:pt x="6727" y="13603"/>
                    <a:pt x="6353" y="13154"/>
                  </a:cubicBezTo>
                  <a:cubicBezTo>
                    <a:pt x="5904" y="12781"/>
                    <a:pt x="5904" y="12033"/>
                    <a:pt x="6353" y="11660"/>
                  </a:cubicBezTo>
                  <a:cubicBezTo>
                    <a:pt x="6652" y="11286"/>
                    <a:pt x="6652" y="11286"/>
                    <a:pt x="6652" y="11286"/>
                  </a:cubicBezTo>
                  <a:cubicBezTo>
                    <a:pt x="6951" y="11062"/>
                    <a:pt x="6951" y="11062"/>
                    <a:pt x="6951" y="11062"/>
                  </a:cubicBezTo>
                  <a:cubicBezTo>
                    <a:pt x="9044" y="8894"/>
                    <a:pt x="12482" y="8819"/>
                    <a:pt x="14799" y="10837"/>
                  </a:cubicBezTo>
                  <a:cubicBezTo>
                    <a:pt x="14799" y="10837"/>
                    <a:pt x="14799" y="10912"/>
                    <a:pt x="14799" y="10912"/>
                  </a:cubicBezTo>
                  <a:cubicBezTo>
                    <a:pt x="14873" y="10987"/>
                    <a:pt x="14873" y="10987"/>
                    <a:pt x="14873" y="10987"/>
                  </a:cubicBezTo>
                  <a:cubicBezTo>
                    <a:pt x="14948" y="10987"/>
                    <a:pt x="14948" y="10987"/>
                    <a:pt x="14948" y="11062"/>
                  </a:cubicBezTo>
                  <a:cubicBezTo>
                    <a:pt x="15397" y="11510"/>
                    <a:pt x="15397" y="11510"/>
                    <a:pt x="15397" y="11510"/>
                  </a:cubicBezTo>
                  <a:cubicBezTo>
                    <a:pt x="15621" y="11660"/>
                    <a:pt x="15696" y="11958"/>
                    <a:pt x="15696" y="12257"/>
                  </a:cubicBezTo>
                  <a:cubicBezTo>
                    <a:pt x="15696" y="12556"/>
                    <a:pt x="15621" y="12781"/>
                    <a:pt x="15397" y="13005"/>
                  </a:cubicBezTo>
                  <a:close/>
                  <a:moveTo>
                    <a:pt x="17938" y="10314"/>
                  </a:moveTo>
                  <a:cubicBezTo>
                    <a:pt x="17564" y="10688"/>
                    <a:pt x="16891" y="10688"/>
                    <a:pt x="16518" y="10314"/>
                  </a:cubicBezTo>
                  <a:cubicBezTo>
                    <a:pt x="15994" y="9791"/>
                    <a:pt x="15994" y="9791"/>
                    <a:pt x="15994" y="9791"/>
                  </a:cubicBezTo>
                  <a:cubicBezTo>
                    <a:pt x="13154" y="7026"/>
                    <a:pt x="8595" y="7100"/>
                    <a:pt x="5680" y="9866"/>
                  </a:cubicBezTo>
                  <a:cubicBezTo>
                    <a:pt x="5680" y="9866"/>
                    <a:pt x="5680" y="9866"/>
                    <a:pt x="5680" y="9866"/>
                  </a:cubicBezTo>
                  <a:cubicBezTo>
                    <a:pt x="5008" y="10538"/>
                    <a:pt x="5008" y="10538"/>
                    <a:pt x="5008" y="10538"/>
                  </a:cubicBezTo>
                  <a:cubicBezTo>
                    <a:pt x="4634" y="10912"/>
                    <a:pt x="4036" y="10912"/>
                    <a:pt x="3662" y="10538"/>
                  </a:cubicBezTo>
                  <a:cubicBezTo>
                    <a:pt x="3214" y="10090"/>
                    <a:pt x="3214" y="9492"/>
                    <a:pt x="3588" y="9118"/>
                  </a:cubicBezTo>
                  <a:cubicBezTo>
                    <a:pt x="4260" y="8446"/>
                    <a:pt x="4260" y="8446"/>
                    <a:pt x="4260" y="8446"/>
                  </a:cubicBezTo>
                  <a:cubicBezTo>
                    <a:pt x="4260" y="8446"/>
                    <a:pt x="4335" y="8446"/>
                    <a:pt x="4335" y="8371"/>
                  </a:cubicBezTo>
                  <a:cubicBezTo>
                    <a:pt x="7848" y="5008"/>
                    <a:pt x="13453" y="4858"/>
                    <a:pt x="17116" y="8147"/>
                  </a:cubicBezTo>
                  <a:cubicBezTo>
                    <a:pt x="17190" y="8147"/>
                    <a:pt x="17265" y="8221"/>
                    <a:pt x="17265" y="8221"/>
                  </a:cubicBezTo>
                  <a:cubicBezTo>
                    <a:pt x="17564" y="8520"/>
                    <a:pt x="17564" y="8520"/>
                    <a:pt x="17564" y="8520"/>
                  </a:cubicBezTo>
                  <a:cubicBezTo>
                    <a:pt x="17564" y="8520"/>
                    <a:pt x="17564" y="8520"/>
                    <a:pt x="17564" y="8520"/>
                  </a:cubicBezTo>
                  <a:cubicBezTo>
                    <a:pt x="17938" y="8894"/>
                    <a:pt x="17938" y="8894"/>
                    <a:pt x="17938" y="8894"/>
                  </a:cubicBezTo>
                  <a:cubicBezTo>
                    <a:pt x="18311" y="9268"/>
                    <a:pt x="18311" y="9940"/>
                    <a:pt x="17938" y="10314"/>
                  </a:cubicBez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8" name="Shape 8518"/>
            <p:cNvSpPr/>
            <p:nvPr/>
          </p:nvSpPr>
          <p:spPr>
            <a:xfrm>
              <a:off x="7608662" y="5143651"/>
              <a:ext cx="128729" cy="54777"/>
            </a:xfrm>
            <a:prstGeom prst="rect">
              <a:avLst/>
            </a:pr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19" name="Shape 8519"/>
            <p:cNvSpPr/>
            <p:nvPr/>
          </p:nvSpPr>
          <p:spPr>
            <a:xfrm>
              <a:off x="7718217" y="5376458"/>
              <a:ext cx="131468" cy="1314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850"/>
                  </a:moveTo>
                  <a:lnTo>
                    <a:pt x="6300" y="21600"/>
                  </a:lnTo>
                  <a:lnTo>
                    <a:pt x="21600" y="6750"/>
                  </a:lnTo>
                  <a:lnTo>
                    <a:pt x="15300" y="0"/>
                  </a:lnTo>
                  <a:lnTo>
                    <a:pt x="0" y="1485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0" name="Shape 8520"/>
            <p:cNvSpPr/>
            <p:nvPr/>
          </p:nvSpPr>
          <p:spPr>
            <a:xfrm>
              <a:off x="7718217" y="4836893"/>
              <a:ext cx="131468" cy="1342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171"/>
                  </a:moveTo>
                  <a:lnTo>
                    <a:pt x="15300" y="21600"/>
                  </a:lnTo>
                  <a:lnTo>
                    <a:pt x="21600" y="14988"/>
                  </a:lnTo>
                  <a:lnTo>
                    <a:pt x="6300" y="0"/>
                  </a:lnTo>
                  <a:lnTo>
                    <a:pt x="0" y="6171"/>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1" name="Shape 8521"/>
            <p:cNvSpPr/>
            <p:nvPr/>
          </p:nvSpPr>
          <p:spPr>
            <a:xfrm>
              <a:off x="8024975" y="4727337"/>
              <a:ext cx="54777" cy="128729"/>
            </a:xfrm>
            <a:prstGeom prst="rect">
              <a:avLst/>
            </a:pr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2" name="Shape 8522"/>
            <p:cNvSpPr/>
            <p:nvPr/>
          </p:nvSpPr>
          <p:spPr>
            <a:xfrm>
              <a:off x="8257782" y="4836893"/>
              <a:ext cx="128730" cy="1342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171"/>
                  </a:moveTo>
                  <a:lnTo>
                    <a:pt x="15166" y="0"/>
                  </a:lnTo>
                  <a:lnTo>
                    <a:pt x="0" y="14988"/>
                  </a:lnTo>
                  <a:lnTo>
                    <a:pt x="6894" y="21600"/>
                  </a:lnTo>
                  <a:lnTo>
                    <a:pt x="21600" y="6171"/>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3" name="Shape 8523"/>
            <p:cNvSpPr/>
            <p:nvPr/>
          </p:nvSpPr>
          <p:spPr>
            <a:xfrm>
              <a:off x="8367338" y="5143651"/>
              <a:ext cx="128729" cy="54777"/>
            </a:xfrm>
            <a:prstGeom prst="rect">
              <a:avLst/>
            </a:pr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4" name="Shape 8524"/>
            <p:cNvSpPr/>
            <p:nvPr/>
          </p:nvSpPr>
          <p:spPr>
            <a:xfrm>
              <a:off x="8257782" y="5376458"/>
              <a:ext cx="128730" cy="1314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750"/>
                  </a:moveTo>
                  <a:lnTo>
                    <a:pt x="15166" y="21600"/>
                  </a:lnTo>
                  <a:lnTo>
                    <a:pt x="21600" y="14850"/>
                  </a:lnTo>
                  <a:lnTo>
                    <a:pt x="6894" y="0"/>
                  </a:lnTo>
                  <a:lnTo>
                    <a:pt x="0" y="675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5" name="Shape 8525"/>
            <p:cNvSpPr/>
            <p:nvPr/>
          </p:nvSpPr>
          <p:spPr>
            <a:xfrm>
              <a:off x="7285471" y="4404148"/>
              <a:ext cx="1533785" cy="15337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35" y="0"/>
                  </a:moveTo>
                  <a:cubicBezTo>
                    <a:pt x="4823" y="0"/>
                    <a:pt x="0" y="4893"/>
                    <a:pt x="0" y="10835"/>
                  </a:cubicBezTo>
                  <a:cubicBezTo>
                    <a:pt x="0" y="16777"/>
                    <a:pt x="4823" y="21600"/>
                    <a:pt x="10835" y="21600"/>
                  </a:cubicBezTo>
                  <a:cubicBezTo>
                    <a:pt x="16777" y="21600"/>
                    <a:pt x="21600" y="16777"/>
                    <a:pt x="21600" y="10835"/>
                  </a:cubicBezTo>
                  <a:cubicBezTo>
                    <a:pt x="21600" y="4893"/>
                    <a:pt x="16777" y="0"/>
                    <a:pt x="10835" y="0"/>
                  </a:cubicBezTo>
                  <a:close/>
                  <a:moveTo>
                    <a:pt x="10835" y="17685"/>
                  </a:moveTo>
                  <a:cubicBezTo>
                    <a:pt x="6990" y="17685"/>
                    <a:pt x="3915" y="14610"/>
                    <a:pt x="3915" y="10835"/>
                  </a:cubicBezTo>
                  <a:cubicBezTo>
                    <a:pt x="3915" y="7060"/>
                    <a:pt x="6990" y="3984"/>
                    <a:pt x="10835" y="3984"/>
                  </a:cubicBezTo>
                  <a:cubicBezTo>
                    <a:pt x="14610" y="3984"/>
                    <a:pt x="17685" y="7060"/>
                    <a:pt x="17685" y="10835"/>
                  </a:cubicBezTo>
                  <a:cubicBezTo>
                    <a:pt x="17685" y="14610"/>
                    <a:pt x="14610" y="17685"/>
                    <a:pt x="10835" y="17685"/>
                  </a:cubicBez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6" name="Shape 8526"/>
            <p:cNvSpPr/>
            <p:nvPr/>
          </p:nvSpPr>
          <p:spPr>
            <a:xfrm>
              <a:off x="8024975" y="5491491"/>
              <a:ext cx="54777" cy="128729"/>
            </a:xfrm>
            <a:prstGeom prst="rect">
              <a:avLst/>
            </a:pr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7" name="Shape 8527"/>
            <p:cNvSpPr/>
            <p:nvPr/>
          </p:nvSpPr>
          <p:spPr>
            <a:xfrm>
              <a:off x="7934591" y="4990272"/>
              <a:ext cx="314976" cy="227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40" y="14053"/>
                  </a:moveTo>
                  <a:lnTo>
                    <a:pt x="2817" y="6506"/>
                  </a:lnTo>
                  <a:lnTo>
                    <a:pt x="0" y="10410"/>
                  </a:lnTo>
                  <a:lnTo>
                    <a:pt x="8640" y="21600"/>
                  </a:lnTo>
                  <a:lnTo>
                    <a:pt x="21600" y="3904"/>
                  </a:lnTo>
                  <a:lnTo>
                    <a:pt x="18783" y="0"/>
                  </a:lnTo>
                  <a:lnTo>
                    <a:pt x="8640" y="14053"/>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8" name="Shape 8528"/>
            <p:cNvSpPr/>
            <p:nvPr/>
          </p:nvSpPr>
          <p:spPr>
            <a:xfrm>
              <a:off x="7584011" y="6932154"/>
              <a:ext cx="134208" cy="1972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0" y="0"/>
                  </a:moveTo>
                  <a:cubicBezTo>
                    <a:pt x="7200" y="0"/>
                    <a:pt x="7200" y="0"/>
                    <a:pt x="7200" y="0"/>
                  </a:cubicBezTo>
                  <a:cubicBezTo>
                    <a:pt x="7200" y="7560"/>
                    <a:pt x="4800" y="14580"/>
                    <a:pt x="0" y="21060"/>
                  </a:cubicBezTo>
                  <a:cubicBezTo>
                    <a:pt x="1600" y="21600"/>
                    <a:pt x="3200" y="21600"/>
                    <a:pt x="4800" y="21600"/>
                  </a:cubicBezTo>
                  <a:cubicBezTo>
                    <a:pt x="13600" y="21600"/>
                    <a:pt x="21600" y="16740"/>
                    <a:pt x="21600" y="10800"/>
                  </a:cubicBezTo>
                  <a:cubicBezTo>
                    <a:pt x="21600" y="5400"/>
                    <a:pt x="15200" y="540"/>
                    <a:pt x="7200" y="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29" name="Shape 8529"/>
            <p:cNvSpPr/>
            <p:nvPr/>
          </p:nvSpPr>
          <p:spPr>
            <a:xfrm>
              <a:off x="6469277" y="6126918"/>
              <a:ext cx="1531047" cy="15310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9" y="0"/>
                    <a:pt x="0" y="4839"/>
                    <a:pt x="0" y="10800"/>
                  </a:cubicBezTo>
                  <a:cubicBezTo>
                    <a:pt x="0" y="16761"/>
                    <a:pt x="4839" y="21600"/>
                    <a:pt x="10800" y="21600"/>
                  </a:cubicBezTo>
                  <a:cubicBezTo>
                    <a:pt x="16761" y="21600"/>
                    <a:pt x="21600" y="16761"/>
                    <a:pt x="21600" y="10800"/>
                  </a:cubicBezTo>
                  <a:cubicBezTo>
                    <a:pt x="21600" y="4839"/>
                    <a:pt x="16761" y="0"/>
                    <a:pt x="10800" y="0"/>
                  </a:cubicBezTo>
                  <a:close/>
                  <a:moveTo>
                    <a:pt x="11571" y="4348"/>
                  </a:moveTo>
                  <a:cubicBezTo>
                    <a:pt x="12203" y="3927"/>
                    <a:pt x="12834" y="4979"/>
                    <a:pt x="12203" y="5400"/>
                  </a:cubicBezTo>
                  <a:cubicBezTo>
                    <a:pt x="11852" y="5540"/>
                    <a:pt x="12062" y="6031"/>
                    <a:pt x="12203" y="6312"/>
                  </a:cubicBezTo>
                  <a:cubicBezTo>
                    <a:pt x="12413" y="6662"/>
                    <a:pt x="12694" y="7083"/>
                    <a:pt x="12764" y="7504"/>
                  </a:cubicBezTo>
                  <a:cubicBezTo>
                    <a:pt x="12974" y="8345"/>
                    <a:pt x="12694" y="9257"/>
                    <a:pt x="11852" y="9538"/>
                  </a:cubicBezTo>
                  <a:cubicBezTo>
                    <a:pt x="11081" y="9818"/>
                    <a:pt x="10730" y="8626"/>
                    <a:pt x="11501" y="8416"/>
                  </a:cubicBezTo>
                  <a:cubicBezTo>
                    <a:pt x="12062" y="8205"/>
                    <a:pt x="11010" y="6662"/>
                    <a:pt x="10940" y="6382"/>
                  </a:cubicBezTo>
                  <a:cubicBezTo>
                    <a:pt x="10660" y="5610"/>
                    <a:pt x="10800" y="4769"/>
                    <a:pt x="11571" y="4348"/>
                  </a:cubicBezTo>
                  <a:close/>
                  <a:moveTo>
                    <a:pt x="8205" y="4348"/>
                  </a:moveTo>
                  <a:cubicBezTo>
                    <a:pt x="8836" y="3927"/>
                    <a:pt x="9468" y="4979"/>
                    <a:pt x="8766" y="5400"/>
                  </a:cubicBezTo>
                  <a:cubicBezTo>
                    <a:pt x="8486" y="5540"/>
                    <a:pt x="8696" y="6031"/>
                    <a:pt x="8836" y="6312"/>
                  </a:cubicBezTo>
                  <a:cubicBezTo>
                    <a:pt x="9047" y="6662"/>
                    <a:pt x="9327" y="7083"/>
                    <a:pt x="9397" y="7504"/>
                  </a:cubicBezTo>
                  <a:cubicBezTo>
                    <a:pt x="9608" y="8345"/>
                    <a:pt x="9327" y="9257"/>
                    <a:pt x="8416" y="9538"/>
                  </a:cubicBezTo>
                  <a:cubicBezTo>
                    <a:pt x="7714" y="9818"/>
                    <a:pt x="7364" y="8626"/>
                    <a:pt x="8135" y="8416"/>
                  </a:cubicBezTo>
                  <a:cubicBezTo>
                    <a:pt x="8696" y="8205"/>
                    <a:pt x="7644" y="6662"/>
                    <a:pt x="7574" y="6382"/>
                  </a:cubicBezTo>
                  <a:cubicBezTo>
                    <a:pt x="7294" y="5610"/>
                    <a:pt x="7434" y="4769"/>
                    <a:pt x="8205" y="4348"/>
                  </a:cubicBezTo>
                  <a:close/>
                  <a:moveTo>
                    <a:pt x="16130" y="15288"/>
                  </a:moveTo>
                  <a:cubicBezTo>
                    <a:pt x="15779" y="15288"/>
                    <a:pt x="15358" y="15218"/>
                    <a:pt x="15078" y="15078"/>
                  </a:cubicBezTo>
                  <a:cubicBezTo>
                    <a:pt x="13956" y="16481"/>
                    <a:pt x="12273" y="17322"/>
                    <a:pt x="10309" y="17322"/>
                  </a:cubicBezTo>
                  <a:cubicBezTo>
                    <a:pt x="7013" y="17322"/>
                    <a:pt x="4348" y="14657"/>
                    <a:pt x="4348" y="11361"/>
                  </a:cubicBezTo>
                  <a:cubicBezTo>
                    <a:pt x="4348" y="10940"/>
                    <a:pt x="4348" y="10590"/>
                    <a:pt x="4418" y="10239"/>
                  </a:cubicBezTo>
                  <a:cubicBezTo>
                    <a:pt x="16270" y="10239"/>
                    <a:pt x="16270" y="10239"/>
                    <a:pt x="16270" y="10239"/>
                  </a:cubicBezTo>
                  <a:cubicBezTo>
                    <a:pt x="16270" y="10239"/>
                    <a:pt x="16270" y="10239"/>
                    <a:pt x="16270" y="10239"/>
                  </a:cubicBezTo>
                  <a:cubicBezTo>
                    <a:pt x="17603" y="10309"/>
                    <a:pt x="18655" y="11361"/>
                    <a:pt x="18655" y="12764"/>
                  </a:cubicBezTo>
                  <a:cubicBezTo>
                    <a:pt x="18655" y="14166"/>
                    <a:pt x="17532" y="15288"/>
                    <a:pt x="16130" y="15288"/>
                  </a:cubicBezTo>
                  <a:close/>
                </a:path>
              </a:pathLst>
            </a:custGeom>
            <a:solidFill>
              <a:srgbClr val="67B3E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0" name="Shape 8530"/>
            <p:cNvSpPr/>
            <p:nvPr/>
          </p:nvSpPr>
          <p:spPr>
            <a:xfrm>
              <a:off x="3675602" y="6473900"/>
              <a:ext cx="178031" cy="110411"/>
            </a:xfrm>
            <a:custGeom>
              <a:avLst/>
              <a:gdLst/>
              <a:ahLst/>
              <a:cxnLst>
                <a:cxn ang="0">
                  <a:pos x="wd2" y="hd2"/>
                </a:cxn>
                <a:cxn ang="5400000">
                  <a:pos x="wd2" y="hd2"/>
                </a:cxn>
                <a:cxn ang="10800000">
                  <a:pos x="wd2" y="hd2"/>
                </a:cxn>
                <a:cxn ang="16200000">
                  <a:pos x="wd2" y="hd2"/>
                </a:cxn>
              </a:cxnLst>
              <a:rect l="0" t="0" r="r" b="b"/>
              <a:pathLst>
                <a:path w="21600" h="20732" fill="norm" stroke="1" extrusionOk="0">
                  <a:moveTo>
                    <a:pt x="21600" y="1010"/>
                  </a:moveTo>
                  <a:cubicBezTo>
                    <a:pt x="21000" y="1010"/>
                    <a:pt x="21000" y="71"/>
                    <a:pt x="20400" y="71"/>
                  </a:cubicBezTo>
                  <a:cubicBezTo>
                    <a:pt x="11400" y="-868"/>
                    <a:pt x="3000" y="7584"/>
                    <a:pt x="0" y="20732"/>
                  </a:cubicBezTo>
                  <a:cubicBezTo>
                    <a:pt x="4800" y="19793"/>
                    <a:pt x="9000" y="16975"/>
                    <a:pt x="13200" y="13219"/>
                  </a:cubicBezTo>
                  <a:cubicBezTo>
                    <a:pt x="15000" y="10402"/>
                    <a:pt x="17400" y="8523"/>
                    <a:pt x="19200" y="4767"/>
                  </a:cubicBezTo>
                  <a:cubicBezTo>
                    <a:pt x="19200" y="4767"/>
                    <a:pt x="21000" y="1949"/>
                    <a:pt x="21600" y="101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1" name="Shape 8531"/>
            <p:cNvSpPr/>
            <p:nvPr/>
          </p:nvSpPr>
          <p:spPr>
            <a:xfrm>
              <a:off x="3218207" y="6473900"/>
              <a:ext cx="178030" cy="110411"/>
            </a:xfrm>
            <a:custGeom>
              <a:avLst/>
              <a:gdLst/>
              <a:ahLst/>
              <a:cxnLst>
                <a:cxn ang="0">
                  <a:pos x="wd2" y="hd2"/>
                </a:cxn>
                <a:cxn ang="5400000">
                  <a:pos x="wd2" y="hd2"/>
                </a:cxn>
                <a:cxn ang="10800000">
                  <a:pos x="wd2" y="hd2"/>
                </a:cxn>
                <a:cxn ang="16200000">
                  <a:pos x="wd2" y="hd2"/>
                </a:cxn>
              </a:cxnLst>
              <a:rect l="0" t="0" r="r" b="b"/>
              <a:pathLst>
                <a:path w="21600" h="20732" fill="norm" stroke="1" extrusionOk="0">
                  <a:moveTo>
                    <a:pt x="2400" y="4767"/>
                  </a:moveTo>
                  <a:cubicBezTo>
                    <a:pt x="4200" y="8523"/>
                    <a:pt x="6000" y="10402"/>
                    <a:pt x="8400" y="13219"/>
                  </a:cubicBezTo>
                  <a:cubicBezTo>
                    <a:pt x="12600" y="16975"/>
                    <a:pt x="16800" y="19793"/>
                    <a:pt x="21600" y="20732"/>
                  </a:cubicBezTo>
                  <a:cubicBezTo>
                    <a:pt x="18600" y="7584"/>
                    <a:pt x="10200" y="-868"/>
                    <a:pt x="1200" y="71"/>
                  </a:cubicBezTo>
                  <a:cubicBezTo>
                    <a:pt x="600" y="71"/>
                    <a:pt x="600" y="1010"/>
                    <a:pt x="0" y="1010"/>
                  </a:cubicBezTo>
                  <a:cubicBezTo>
                    <a:pt x="600" y="1949"/>
                    <a:pt x="1800" y="4767"/>
                    <a:pt x="2400" y="4767"/>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2" name="Shape 8532"/>
            <p:cNvSpPr/>
            <p:nvPr/>
          </p:nvSpPr>
          <p:spPr>
            <a:xfrm>
              <a:off x="2766287" y="6083093"/>
              <a:ext cx="1544741" cy="1539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5" y="0"/>
                  </a:moveTo>
                  <a:cubicBezTo>
                    <a:pt x="4862" y="0"/>
                    <a:pt x="0" y="4808"/>
                    <a:pt x="0" y="10800"/>
                  </a:cubicBezTo>
                  <a:cubicBezTo>
                    <a:pt x="0" y="16723"/>
                    <a:pt x="4862" y="21600"/>
                    <a:pt x="10765" y="21600"/>
                  </a:cubicBezTo>
                  <a:cubicBezTo>
                    <a:pt x="16738" y="21600"/>
                    <a:pt x="21600" y="16723"/>
                    <a:pt x="21600" y="10800"/>
                  </a:cubicBezTo>
                  <a:cubicBezTo>
                    <a:pt x="21600" y="4808"/>
                    <a:pt x="16738" y="0"/>
                    <a:pt x="10765" y="0"/>
                  </a:cubicBezTo>
                  <a:close/>
                  <a:moveTo>
                    <a:pt x="12988" y="5086"/>
                  </a:moveTo>
                  <a:cubicBezTo>
                    <a:pt x="13405" y="4738"/>
                    <a:pt x="13891" y="4599"/>
                    <a:pt x="14446" y="4529"/>
                  </a:cubicBezTo>
                  <a:cubicBezTo>
                    <a:pt x="14863" y="4459"/>
                    <a:pt x="15419" y="4459"/>
                    <a:pt x="15766" y="4668"/>
                  </a:cubicBezTo>
                  <a:cubicBezTo>
                    <a:pt x="16808" y="5435"/>
                    <a:pt x="15766" y="6550"/>
                    <a:pt x="15071" y="7107"/>
                  </a:cubicBezTo>
                  <a:cubicBezTo>
                    <a:pt x="14863" y="7246"/>
                    <a:pt x="14655" y="7386"/>
                    <a:pt x="14446" y="7525"/>
                  </a:cubicBezTo>
                  <a:cubicBezTo>
                    <a:pt x="11529" y="7525"/>
                    <a:pt x="11529" y="7525"/>
                    <a:pt x="11529" y="7525"/>
                  </a:cubicBezTo>
                  <a:cubicBezTo>
                    <a:pt x="11668" y="6550"/>
                    <a:pt x="12154" y="5574"/>
                    <a:pt x="12988" y="5086"/>
                  </a:cubicBezTo>
                  <a:close/>
                  <a:moveTo>
                    <a:pt x="10279" y="6410"/>
                  </a:moveTo>
                  <a:cubicBezTo>
                    <a:pt x="10279" y="5714"/>
                    <a:pt x="11321" y="5714"/>
                    <a:pt x="11321" y="6410"/>
                  </a:cubicBezTo>
                  <a:cubicBezTo>
                    <a:pt x="11321" y="7525"/>
                    <a:pt x="11321" y="7525"/>
                    <a:pt x="11321" y="7525"/>
                  </a:cubicBezTo>
                  <a:cubicBezTo>
                    <a:pt x="10279" y="7525"/>
                    <a:pt x="10279" y="7525"/>
                    <a:pt x="10279" y="7525"/>
                  </a:cubicBezTo>
                  <a:lnTo>
                    <a:pt x="10279" y="6410"/>
                  </a:lnTo>
                  <a:close/>
                  <a:moveTo>
                    <a:pt x="5765" y="4668"/>
                  </a:moveTo>
                  <a:cubicBezTo>
                    <a:pt x="6112" y="4459"/>
                    <a:pt x="6668" y="4459"/>
                    <a:pt x="7084" y="4529"/>
                  </a:cubicBezTo>
                  <a:cubicBezTo>
                    <a:pt x="7570" y="4599"/>
                    <a:pt x="8057" y="4738"/>
                    <a:pt x="8543" y="5086"/>
                  </a:cubicBezTo>
                  <a:cubicBezTo>
                    <a:pt x="9376" y="5574"/>
                    <a:pt x="9862" y="6550"/>
                    <a:pt x="9932" y="7525"/>
                  </a:cubicBezTo>
                  <a:cubicBezTo>
                    <a:pt x="7084" y="7525"/>
                    <a:pt x="7084" y="7525"/>
                    <a:pt x="7084" y="7525"/>
                  </a:cubicBezTo>
                  <a:cubicBezTo>
                    <a:pt x="6876" y="7386"/>
                    <a:pt x="6668" y="7246"/>
                    <a:pt x="6390" y="7107"/>
                  </a:cubicBezTo>
                  <a:cubicBezTo>
                    <a:pt x="5695" y="6550"/>
                    <a:pt x="4653" y="5435"/>
                    <a:pt x="5765" y="4668"/>
                  </a:cubicBezTo>
                  <a:close/>
                  <a:moveTo>
                    <a:pt x="16530" y="17071"/>
                  </a:moveTo>
                  <a:cubicBezTo>
                    <a:pt x="5070" y="17071"/>
                    <a:pt x="5070" y="17071"/>
                    <a:pt x="5070" y="17071"/>
                  </a:cubicBezTo>
                  <a:cubicBezTo>
                    <a:pt x="5070" y="7943"/>
                    <a:pt x="5070" y="7943"/>
                    <a:pt x="5070" y="7943"/>
                  </a:cubicBezTo>
                  <a:cubicBezTo>
                    <a:pt x="8057" y="7943"/>
                    <a:pt x="8057" y="7943"/>
                    <a:pt x="8057" y="7943"/>
                  </a:cubicBezTo>
                  <a:cubicBezTo>
                    <a:pt x="9515" y="7943"/>
                    <a:pt x="9515" y="7943"/>
                    <a:pt x="9515" y="7943"/>
                  </a:cubicBezTo>
                  <a:cubicBezTo>
                    <a:pt x="9515" y="8222"/>
                    <a:pt x="9515" y="8222"/>
                    <a:pt x="9515" y="8222"/>
                  </a:cubicBezTo>
                  <a:cubicBezTo>
                    <a:pt x="9515" y="12751"/>
                    <a:pt x="9515" y="12751"/>
                    <a:pt x="9515" y="12751"/>
                  </a:cubicBezTo>
                  <a:cubicBezTo>
                    <a:pt x="10835" y="11636"/>
                    <a:pt x="10835" y="11636"/>
                    <a:pt x="10835" y="11636"/>
                  </a:cubicBezTo>
                  <a:cubicBezTo>
                    <a:pt x="12154" y="12751"/>
                    <a:pt x="12154" y="12751"/>
                    <a:pt x="12154" y="12751"/>
                  </a:cubicBezTo>
                  <a:cubicBezTo>
                    <a:pt x="12154" y="8152"/>
                    <a:pt x="12154" y="8152"/>
                    <a:pt x="12154" y="8152"/>
                  </a:cubicBezTo>
                  <a:cubicBezTo>
                    <a:pt x="12154" y="7943"/>
                    <a:pt x="12154" y="7943"/>
                    <a:pt x="12154" y="7943"/>
                  </a:cubicBezTo>
                  <a:cubicBezTo>
                    <a:pt x="13474" y="7943"/>
                    <a:pt x="13474" y="7943"/>
                    <a:pt x="13474" y="7943"/>
                  </a:cubicBezTo>
                  <a:cubicBezTo>
                    <a:pt x="16530" y="7943"/>
                    <a:pt x="16530" y="7943"/>
                    <a:pt x="16530" y="7943"/>
                  </a:cubicBezTo>
                  <a:lnTo>
                    <a:pt x="16530" y="17071"/>
                  </a:lnTo>
                  <a:close/>
                </a:path>
              </a:pathLst>
            </a:custGeom>
            <a:solidFill>
              <a:srgbClr val="144973"/>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3" name="Shape 8533"/>
            <p:cNvSpPr/>
            <p:nvPr/>
          </p:nvSpPr>
          <p:spPr>
            <a:xfrm>
              <a:off x="3694951" y="5150611"/>
              <a:ext cx="702280" cy="5571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907"/>
                  </a:moveTo>
                  <a:cubicBezTo>
                    <a:pt x="19455" y="5014"/>
                    <a:pt x="19455" y="5014"/>
                    <a:pt x="19455" y="5014"/>
                  </a:cubicBezTo>
                  <a:cubicBezTo>
                    <a:pt x="17464" y="0"/>
                    <a:pt x="17464" y="0"/>
                    <a:pt x="17464" y="0"/>
                  </a:cubicBezTo>
                  <a:cubicBezTo>
                    <a:pt x="4289" y="0"/>
                    <a:pt x="4289" y="0"/>
                    <a:pt x="4289" y="0"/>
                  </a:cubicBezTo>
                  <a:cubicBezTo>
                    <a:pt x="2145" y="5014"/>
                    <a:pt x="2145" y="5014"/>
                    <a:pt x="2145" y="5014"/>
                  </a:cubicBezTo>
                  <a:cubicBezTo>
                    <a:pt x="0" y="7907"/>
                    <a:pt x="0" y="7907"/>
                    <a:pt x="0" y="7907"/>
                  </a:cubicBezTo>
                  <a:cubicBezTo>
                    <a:pt x="0" y="16586"/>
                    <a:pt x="0" y="16586"/>
                    <a:pt x="0" y="16586"/>
                  </a:cubicBezTo>
                  <a:cubicBezTo>
                    <a:pt x="0" y="17357"/>
                    <a:pt x="0" y="17357"/>
                    <a:pt x="0" y="17357"/>
                  </a:cubicBezTo>
                  <a:cubicBezTo>
                    <a:pt x="0" y="20443"/>
                    <a:pt x="0" y="20443"/>
                    <a:pt x="0" y="20443"/>
                  </a:cubicBezTo>
                  <a:cubicBezTo>
                    <a:pt x="0" y="21214"/>
                    <a:pt x="460" y="21600"/>
                    <a:pt x="1072" y="21600"/>
                  </a:cubicBezTo>
                  <a:cubicBezTo>
                    <a:pt x="4136" y="21600"/>
                    <a:pt x="4136" y="21600"/>
                    <a:pt x="4136" y="21600"/>
                  </a:cubicBezTo>
                  <a:cubicBezTo>
                    <a:pt x="4749" y="21600"/>
                    <a:pt x="5209" y="21214"/>
                    <a:pt x="5209" y="20443"/>
                  </a:cubicBezTo>
                  <a:cubicBezTo>
                    <a:pt x="5209" y="17357"/>
                    <a:pt x="5209" y="17357"/>
                    <a:pt x="5209" y="17357"/>
                  </a:cubicBezTo>
                  <a:cubicBezTo>
                    <a:pt x="16545" y="17357"/>
                    <a:pt x="16545" y="17357"/>
                    <a:pt x="16545" y="17357"/>
                  </a:cubicBezTo>
                  <a:cubicBezTo>
                    <a:pt x="16545" y="20443"/>
                    <a:pt x="16545" y="20443"/>
                    <a:pt x="16545" y="20443"/>
                  </a:cubicBezTo>
                  <a:cubicBezTo>
                    <a:pt x="16545" y="21214"/>
                    <a:pt x="17004" y="21600"/>
                    <a:pt x="17464" y="21600"/>
                  </a:cubicBezTo>
                  <a:cubicBezTo>
                    <a:pt x="20681" y="21600"/>
                    <a:pt x="20681" y="21600"/>
                    <a:pt x="20681" y="21600"/>
                  </a:cubicBezTo>
                  <a:cubicBezTo>
                    <a:pt x="21140" y="21600"/>
                    <a:pt x="21600" y="21214"/>
                    <a:pt x="21600" y="20443"/>
                  </a:cubicBezTo>
                  <a:cubicBezTo>
                    <a:pt x="21600" y="17357"/>
                    <a:pt x="21600" y="17357"/>
                    <a:pt x="21600" y="17357"/>
                  </a:cubicBezTo>
                  <a:lnTo>
                    <a:pt x="21600" y="7907"/>
                  </a:lnTo>
                  <a:close/>
                  <a:moveTo>
                    <a:pt x="5362" y="1929"/>
                  </a:moveTo>
                  <a:cubicBezTo>
                    <a:pt x="16238" y="1929"/>
                    <a:pt x="16238" y="1929"/>
                    <a:pt x="16238" y="1929"/>
                  </a:cubicBezTo>
                  <a:cubicBezTo>
                    <a:pt x="18077" y="6171"/>
                    <a:pt x="18077" y="6171"/>
                    <a:pt x="18077" y="6171"/>
                  </a:cubicBezTo>
                  <a:cubicBezTo>
                    <a:pt x="3677" y="6171"/>
                    <a:pt x="3677" y="6171"/>
                    <a:pt x="3677" y="6171"/>
                  </a:cubicBezTo>
                  <a:lnTo>
                    <a:pt x="5362" y="1929"/>
                  </a:lnTo>
                  <a:close/>
                  <a:moveTo>
                    <a:pt x="6281" y="15236"/>
                  </a:moveTo>
                  <a:cubicBezTo>
                    <a:pt x="1991" y="15236"/>
                    <a:pt x="1991" y="15236"/>
                    <a:pt x="1991" y="15236"/>
                  </a:cubicBezTo>
                  <a:cubicBezTo>
                    <a:pt x="1991" y="12343"/>
                    <a:pt x="1991" y="12343"/>
                    <a:pt x="1991" y="12343"/>
                  </a:cubicBezTo>
                  <a:cubicBezTo>
                    <a:pt x="6281" y="12343"/>
                    <a:pt x="6281" y="12343"/>
                    <a:pt x="6281" y="12343"/>
                  </a:cubicBezTo>
                  <a:lnTo>
                    <a:pt x="6281" y="15236"/>
                  </a:lnTo>
                  <a:close/>
                  <a:moveTo>
                    <a:pt x="19762" y="15236"/>
                  </a:moveTo>
                  <a:cubicBezTo>
                    <a:pt x="15319" y="15236"/>
                    <a:pt x="15319" y="15236"/>
                    <a:pt x="15319" y="15236"/>
                  </a:cubicBezTo>
                  <a:cubicBezTo>
                    <a:pt x="15319" y="12343"/>
                    <a:pt x="15319" y="12343"/>
                    <a:pt x="15319" y="12343"/>
                  </a:cubicBezTo>
                  <a:cubicBezTo>
                    <a:pt x="19762" y="12343"/>
                    <a:pt x="19762" y="12343"/>
                    <a:pt x="19762" y="12343"/>
                  </a:cubicBezTo>
                  <a:lnTo>
                    <a:pt x="19762" y="15236"/>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39" name="Group 8539"/>
            <p:cNvGrpSpPr/>
            <p:nvPr/>
          </p:nvGrpSpPr>
          <p:grpSpPr>
            <a:xfrm>
              <a:off x="6478964" y="5335642"/>
              <a:ext cx="708329" cy="477095"/>
              <a:chOff x="0" y="0"/>
              <a:chExt cx="708327" cy="477093"/>
            </a:xfrm>
          </p:grpSpPr>
          <p:sp>
            <p:nvSpPr>
              <p:cNvPr id="8534" name="Shape 8534"/>
              <p:cNvSpPr/>
              <p:nvPr/>
            </p:nvSpPr>
            <p:spPr>
              <a:xfrm>
                <a:off x="130110" y="302778"/>
                <a:ext cx="180804" cy="174316"/>
              </a:xfrm>
              <a:custGeom>
                <a:avLst/>
                <a:gdLst/>
                <a:ahLst/>
                <a:cxnLst>
                  <a:cxn ang="0">
                    <a:pos x="wd2" y="hd2"/>
                  </a:cxn>
                  <a:cxn ang="5400000">
                    <a:pos x="wd2" y="hd2"/>
                  </a:cxn>
                  <a:cxn ang="10800000">
                    <a:pos x="wd2" y="hd2"/>
                  </a:cxn>
                  <a:cxn ang="16200000">
                    <a:pos x="wd2" y="hd2"/>
                  </a:cxn>
                </a:cxnLst>
                <a:rect l="0" t="0" r="r" b="b"/>
                <a:pathLst>
                  <a:path w="19148" h="20349" fill="norm" stroke="1" extrusionOk="0">
                    <a:moveTo>
                      <a:pt x="16062" y="0"/>
                    </a:moveTo>
                    <a:cubicBezTo>
                      <a:pt x="13428" y="2335"/>
                      <a:pt x="10267" y="3503"/>
                      <a:pt x="6579" y="3503"/>
                    </a:cubicBezTo>
                    <a:cubicBezTo>
                      <a:pt x="6053" y="3503"/>
                      <a:pt x="4999" y="3503"/>
                      <a:pt x="3945" y="2919"/>
                    </a:cubicBezTo>
                    <a:cubicBezTo>
                      <a:pt x="3945" y="2919"/>
                      <a:pt x="3945" y="2919"/>
                      <a:pt x="3945" y="3503"/>
                    </a:cubicBezTo>
                    <a:cubicBezTo>
                      <a:pt x="-269" y="8173"/>
                      <a:pt x="-1323" y="14595"/>
                      <a:pt x="1838" y="18097"/>
                    </a:cubicBezTo>
                    <a:cubicBezTo>
                      <a:pt x="5526" y="21600"/>
                      <a:pt x="11321" y="21016"/>
                      <a:pt x="15536" y="16346"/>
                    </a:cubicBezTo>
                    <a:cubicBezTo>
                      <a:pt x="19750" y="11676"/>
                      <a:pt x="20277" y="4670"/>
                      <a:pt x="17116" y="1168"/>
                    </a:cubicBezTo>
                    <a:cubicBezTo>
                      <a:pt x="16589" y="1168"/>
                      <a:pt x="16589" y="584"/>
                      <a:pt x="16062" y="0"/>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5" name="Shape 8535"/>
              <p:cNvSpPr/>
              <p:nvPr/>
            </p:nvSpPr>
            <p:spPr>
              <a:xfrm>
                <a:off x="-1" y="0"/>
                <a:ext cx="312477" cy="313292"/>
              </a:xfrm>
              <a:custGeom>
                <a:avLst/>
                <a:gdLst/>
                <a:ahLst/>
                <a:cxnLst>
                  <a:cxn ang="0">
                    <a:pos x="wd2" y="hd2"/>
                  </a:cxn>
                  <a:cxn ang="5400000">
                    <a:pos x="wd2" y="hd2"/>
                  </a:cxn>
                  <a:cxn ang="10800000">
                    <a:pos x="wd2" y="hd2"/>
                  </a:cxn>
                  <a:cxn ang="16200000">
                    <a:pos x="wd2" y="hd2"/>
                  </a:cxn>
                </a:cxnLst>
                <a:rect l="0" t="0" r="r" b="b"/>
                <a:pathLst>
                  <a:path w="19107" h="21600" fill="norm" stroke="1" extrusionOk="0">
                    <a:moveTo>
                      <a:pt x="3574" y="17486"/>
                    </a:moveTo>
                    <a:cubicBezTo>
                      <a:pt x="6007" y="19886"/>
                      <a:pt x="8745" y="21600"/>
                      <a:pt x="11483" y="21600"/>
                    </a:cubicBezTo>
                    <a:cubicBezTo>
                      <a:pt x="11788" y="21600"/>
                      <a:pt x="11788" y="21600"/>
                      <a:pt x="11788" y="21600"/>
                    </a:cubicBezTo>
                    <a:cubicBezTo>
                      <a:pt x="13309" y="21600"/>
                      <a:pt x="14526" y="21257"/>
                      <a:pt x="15743" y="20571"/>
                    </a:cubicBezTo>
                    <a:cubicBezTo>
                      <a:pt x="16351" y="20229"/>
                      <a:pt x="16655" y="19886"/>
                      <a:pt x="16960" y="19200"/>
                    </a:cubicBezTo>
                    <a:cubicBezTo>
                      <a:pt x="20306" y="15771"/>
                      <a:pt x="19698" y="8914"/>
                      <a:pt x="15438" y="4114"/>
                    </a:cubicBezTo>
                    <a:cubicBezTo>
                      <a:pt x="13005" y="1371"/>
                      <a:pt x="9962" y="0"/>
                      <a:pt x="7224" y="0"/>
                    </a:cubicBezTo>
                    <a:cubicBezTo>
                      <a:pt x="5095" y="0"/>
                      <a:pt x="3269" y="686"/>
                      <a:pt x="2052" y="2400"/>
                    </a:cubicBezTo>
                    <a:cubicBezTo>
                      <a:pt x="-1294" y="5829"/>
                      <a:pt x="-381" y="12686"/>
                      <a:pt x="3574" y="17486"/>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6" name="Shape 8536"/>
              <p:cNvSpPr/>
              <p:nvPr/>
            </p:nvSpPr>
            <p:spPr>
              <a:xfrm>
                <a:off x="396032" y="302778"/>
                <a:ext cx="181196" cy="174316"/>
              </a:xfrm>
              <a:custGeom>
                <a:avLst/>
                <a:gdLst/>
                <a:ahLst/>
                <a:cxnLst>
                  <a:cxn ang="0">
                    <a:pos x="wd2" y="hd2"/>
                  </a:cxn>
                  <a:cxn ang="5400000">
                    <a:pos x="wd2" y="hd2"/>
                  </a:cxn>
                  <a:cxn ang="10800000">
                    <a:pos x="wd2" y="hd2"/>
                  </a:cxn>
                  <a:cxn ang="16200000">
                    <a:pos x="wd2" y="hd2"/>
                  </a:cxn>
                </a:cxnLst>
                <a:rect l="0" t="0" r="r" b="b"/>
                <a:pathLst>
                  <a:path w="18802" h="20349" fill="norm" stroke="1" extrusionOk="0">
                    <a:moveTo>
                      <a:pt x="16601" y="18097"/>
                    </a:moveTo>
                    <a:cubicBezTo>
                      <a:pt x="20201" y="14595"/>
                      <a:pt x="19172" y="8173"/>
                      <a:pt x="15058" y="3503"/>
                    </a:cubicBezTo>
                    <a:cubicBezTo>
                      <a:pt x="15058" y="2919"/>
                      <a:pt x="15058" y="2919"/>
                      <a:pt x="15058" y="2919"/>
                    </a:cubicBezTo>
                    <a:cubicBezTo>
                      <a:pt x="14030" y="3503"/>
                      <a:pt x="13001" y="3503"/>
                      <a:pt x="11972" y="3503"/>
                    </a:cubicBezTo>
                    <a:cubicBezTo>
                      <a:pt x="8887" y="3503"/>
                      <a:pt x="5801" y="2335"/>
                      <a:pt x="3230" y="0"/>
                    </a:cubicBezTo>
                    <a:cubicBezTo>
                      <a:pt x="2715" y="584"/>
                      <a:pt x="2201" y="1168"/>
                      <a:pt x="2201" y="1168"/>
                    </a:cubicBezTo>
                    <a:cubicBezTo>
                      <a:pt x="-1399" y="4670"/>
                      <a:pt x="-370" y="11676"/>
                      <a:pt x="3744" y="16346"/>
                    </a:cubicBezTo>
                    <a:cubicBezTo>
                      <a:pt x="7858" y="21016"/>
                      <a:pt x="13515" y="21600"/>
                      <a:pt x="16601" y="18097"/>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7" name="Shape 8537"/>
              <p:cNvSpPr/>
              <p:nvPr/>
            </p:nvSpPr>
            <p:spPr>
              <a:xfrm>
                <a:off x="394899" y="0"/>
                <a:ext cx="313429" cy="313292"/>
              </a:xfrm>
              <a:custGeom>
                <a:avLst/>
                <a:gdLst/>
                <a:ahLst/>
                <a:cxnLst>
                  <a:cxn ang="0">
                    <a:pos x="wd2" y="hd2"/>
                  </a:cxn>
                  <a:cxn ang="5400000">
                    <a:pos x="wd2" y="hd2"/>
                  </a:cxn>
                  <a:cxn ang="10800000">
                    <a:pos x="wd2" y="hd2"/>
                  </a:cxn>
                  <a:cxn ang="16200000">
                    <a:pos x="wd2" y="hd2"/>
                  </a:cxn>
                </a:cxnLst>
                <a:rect l="0" t="0" r="r" b="b"/>
                <a:pathLst>
                  <a:path w="19166" h="21600" fill="norm" stroke="1" extrusionOk="0">
                    <a:moveTo>
                      <a:pt x="17113" y="2400"/>
                    </a:moveTo>
                    <a:cubicBezTo>
                      <a:pt x="15896" y="686"/>
                      <a:pt x="14070" y="0"/>
                      <a:pt x="11941" y="0"/>
                    </a:cubicBezTo>
                    <a:cubicBezTo>
                      <a:pt x="9203" y="0"/>
                      <a:pt x="6160" y="1371"/>
                      <a:pt x="3727" y="4114"/>
                    </a:cubicBezTo>
                    <a:cubicBezTo>
                      <a:pt x="-533" y="8914"/>
                      <a:pt x="-1141" y="15771"/>
                      <a:pt x="1901" y="19200"/>
                    </a:cubicBezTo>
                    <a:cubicBezTo>
                      <a:pt x="2510" y="19886"/>
                      <a:pt x="2814" y="20229"/>
                      <a:pt x="3422" y="20571"/>
                    </a:cubicBezTo>
                    <a:cubicBezTo>
                      <a:pt x="4335" y="21257"/>
                      <a:pt x="5856" y="21600"/>
                      <a:pt x="7073" y="21600"/>
                    </a:cubicBezTo>
                    <a:cubicBezTo>
                      <a:pt x="7377" y="21600"/>
                      <a:pt x="7377" y="21600"/>
                      <a:pt x="7682" y="21600"/>
                    </a:cubicBezTo>
                    <a:cubicBezTo>
                      <a:pt x="10115" y="21600"/>
                      <a:pt x="13158" y="19886"/>
                      <a:pt x="15591" y="17486"/>
                    </a:cubicBezTo>
                    <a:cubicBezTo>
                      <a:pt x="19546" y="12686"/>
                      <a:pt x="20459" y="5829"/>
                      <a:pt x="17113" y="2400"/>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38" name="Shape 8538"/>
              <p:cNvSpPr/>
              <p:nvPr/>
            </p:nvSpPr>
            <p:spPr>
              <a:xfrm>
                <a:off x="298788" y="28873"/>
                <a:ext cx="110754" cy="437911"/>
              </a:xfrm>
              <a:custGeom>
                <a:avLst/>
                <a:gdLst/>
                <a:ahLst/>
                <a:cxnLst>
                  <a:cxn ang="0">
                    <a:pos x="wd2" y="hd2"/>
                  </a:cxn>
                  <a:cxn ang="5400000">
                    <a:pos x="wd2" y="hd2"/>
                  </a:cxn>
                  <a:cxn ang="10800000">
                    <a:pos x="wd2" y="hd2"/>
                  </a:cxn>
                  <a:cxn ang="16200000">
                    <a:pos x="wd2" y="hd2"/>
                  </a:cxn>
                </a:cxnLst>
                <a:rect l="0" t="0" r="r" b="b"/>
                <a:pathLst>
                  <a:path w="19284" h="21422" fill="norm" stroke="1" extrusionOk="0">
                    <a:moveTo>
                      <a:pt x="18714" y="793"/>
                    </a:moveTo>
                    <a:cubicBezTo>
                      <a:pt x="20442" y="307"/>
                      <a:pt x="17850" y="-178"/>
                      <a:pt x="16122" y="65"/>
                    </a:cubicBezTo>
                    <a:cubicBezTo>
                      <a:pt x="14394" y="793"/>
                      <a:pt x="12666" y="1521"/>
                      <a:pt x="10938" y="2249"/>
                    </a:cubicBezTo>
                    <a:cubicBezTo>
                      <a:pt x="10938" y="2249"/>
                      <a:pt x="10074" y="2249"/>
                      <a:pt x="9210" y="2249"/>
                    </a:cubicBezTo>
                    <a:cubicBezTo>
                      <a:pt x="9210" y="2249"/>
                      <a:pt x="8346" y="2249"/>
                      <a:pt x="8346" y="2249"/>
                    </a:cubicBezTo>
                    <a:cubicBezTo>
                      <a:pt x="6618" y="1521"/>
                      <a:pt x="4890" y="793"/>
                      <a:pt x="3162" y="65"/>
                    </a:cubicBezTo>
                    <a:cubicBezTo>
                      <a:pt x="1434" y="-178"/>
                      <a:pt x="-1158" y="307"/>
                      <a:pt x="570" y="793"/>
                    </a:cubicBezTo>
                    <a:cubicBezTo>
                      <a:pt x="2298" y="1521"/>
                      <a:pt x="4026" y="2006"/>
                      <a:pt x="5754" y="2977"/>
                    </a:cubicBezTo>
                    <a:cubicBezTo>
                      <a:pt x="4890" y="2977"/>
                      <a:pt x="4890" y="3220"/>
                      <a:pt x="4890" y="3462"/>
                    </a:cubicBezTo>
                    <a:cubicBezTo>
                      <a:pt x="4890" y="6375"/>
                      <a:pt x="4890" y="6375"/>
                      <a:pt x="4890" y="6375"/>
                    </a:cubicBezTo>
                    <a:cubicBezTo>
                      <a:pt x="4890" y="9773"/>
                      <a:pt x="4890" y="9773"/>
                      <a:pt x="4890" y="9773"/>
                    </a:cubicBezTo>
                    <a:cubicBezTo>
                      <a:pt x="4890" y="19966"/>
                      <a:pt x="4890" y="19966"/>
                      <a:pt x="4890" y="19966"/>
                    </a:cubicBezTo>
                    <a:cubicBezTo>
                      <a:pt x="4890" y="20694"/>
                      <a:pt x="6618" y="21422"/>
                      <a:pt x="9210" y="21422"/>
                    </a:cubicBezTo>
                    <a:cubicBezTo>
                      <a:pt x="11802" y="21422"/>
                      <a:pt x="14394" y="20694"/>
                      <a:pt x="14394" y="19966"/>
                    </a:cubicBezTo>
                    <a:cubicBezTo>
                      <a:pt x="14394" y="9773"/>
                      <a:pt x="14394" y="9773"/>
                      <a:pt x="14394" y="9773"/>
                    </a:cubicBezTo>
                    <a:cubicBezTo>
                      <a:pt x="14394" y="6375"/>
                      <a:pt x="14394" y="6375"/>
                      <a:pt x="14394" y="6375"/>
                    </a:cubicBezTo>
                    <a:cubicBezTo>
                      <a:pt x="14394" y="3462"/>
                      <a:pt x="14394" y="3462"/>
                      <a:pt x="14394" y="3462"/>
                    </a:cubicBezTo>
                    <a:cubicBezTo>
                      <a:pt x="14394" y="3220"/>
                      <a:pt x="14394" y="2977"/>
                      <a:pt x="13530" y="2977"/>
                    </a:cubicBezTo>
                    <a:cubicBezTo>
                      <a:pt x="15258" y="2006"/>
                      <a:pt x="16122" y="1521"/>
                      <a:pt x="18714" y="793"/>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542" name="Group 8542"/>
            <p:cNvGrpSpPr/>
            <p:nvPr/>
          </p:nvGrpSpPr>
          <p:grpSpPr>
            <a:xfrm>
              <a:off x="3709669" y="4149758"/>
              <a:ext cx="857875" cy="588739"/>
              <a:chOff x="0" y="0"/>
              <a:chExt cx="857873" cy="588738"/>
            </a:xfrm>
          </p:grpSpPr>
          <p:sp>
            <p:nvSpPr>
              <p:cNvPr id="8540" name="Shape 8540"/>
              <p:cNvSpPr/>
              <p:nvPr/>
            </p:nvSpPr>
            <p:spPr>
              <a:xfrm>
                <a:off x="-1" y="508837"/>
                <a:ext cx="857875" cy="799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0" y="21600"/>
                    </a:lnTo>
                    <a:lnTo>
                      <a:pt x="21600" y="21600"/>
                    </a:lnTo>
                    <a:lnTo>
                      <a:pt x="21600" y="0"/>
                    </a:lnTo>
                    <a:close/>
                    <a:moveTo>
                      <a:pt x="20594" y="13642"/>
                    </a:moveTo>
                    <a:lnTo>
                      <a:pt x="18794" y="13642"/>
                    </a:lnTo>
                    <a:lnTo>
                      <a:pt x="18794" y="7958"/>
                    </a:lnTo>
                    <a:lnTo>
                      <a:pt x="20594" y="7958"/>
                    </a:lnTo>
                    <a:lnTo>
                      <a:pt x="20594" y="13642"/>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41" name="Shape 8541"/>
              <p:cNvSpPr/>
              <p:nvPr/>
            </p:nvSpPr>
            <p:spPr>
              <a:xfrm>
                <a:off x="39949" y="-1"/>
                <a:ext cx="777975" cy="4836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0" y="21600"/>
                    </a:lnTo>
                    <a:lnTo>
                      <a:pt x="21600" y="21600"/>
                    </a:lnTo>
                    <a:lnTo>
                      <a:pt x="21600" y="0"/>
                    </a:lnTo>
                    <a:close/>
                    <a:moveTo>
                      <a:pt x="19206" y="18501"/>
                    </a:moveTo>
                    <a:lnTo>
                      <a:pt x="2394" y="18501"/>
                    </a:lnTo>
                    <a:lnTo>
                      <a:pt x="2394" y="3193"/>
                    </a:lnTo>
                    <a:lnTo>
                      <a:pt x="19206" y="3193"/>
                    </a:lnTo>
                    <a:lnTo>
                      <a:pt x="19206" y="18501"/>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43" name="Shape 8543"/>
            <p:cNvSpPr/>
            <p:nvPr/>
          </p:nvSpPr>
          <p:spPr>
            <a:xfrm>
              <a:off x="5988921" y="5932788"/>
              <a:ext cx="592941" cy="6476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60" y="0"/>
                  </a:moveTo>
                  <a:lnTo>
                    <a:pt x="11106" y="140"/>
                  </a:lnTo>
                  <a:lnTo>
                    <a:pt x="230" y="15288"/>
                  </a:lnTo>
                  <a:lnTo>
                    <a:pt x="0" y="15288"/>
                  </a:lnTo>
                  <a:lnTo>
                    <a:pt x="230" y="15429"/>
                  </a:lnTo>
                  <a:lnTo>
                    <a:pt x="10187" y="21600"/>
                  </a:lnTo>
                  <a:lnTo>
                    <a:pt x="10340" y="21600"/>
                  </a:lnTo>
                  <a:lnTo>
                    <a:pt x="21447" y="6452"/>
                  </a:lnTo>
                  <a:lnTo>
                    <a:pt x="21600" y="6312"/>
                  </a:lnTo>
                  <a:lnTo>
                    <a:pt x="21447" y="6312"/>
                  </a:lnTo>
                  <a:lnTo>
                    <a:pt x="19072" y="4769"/>
                  </a:lnTo>
                  <a:lnTo>
                    <a:pt x="20145" y="3296"/>
                  </a:lnTo>
                  <a:lnTo>
                    <a:pt x="20145" y="3156"/>
                  </a:lnTo>
                  <a:lnTo>
                    <a:pt x="15089" y="0"/>
                  </a:lnTo>
                  <a:lnTo>
                    <a:pt x="14936" y="0"/>
                  </a:lnTo>
                  <a:lnTo>
                    <a:pt x="13787" y="1683"/>
                  </a:lnTo>
                  <a:lnTo>
                    <a:pt x="11260" y="140"/>
                  </a:lnTo>
                  <a:lnTo>
                    <a:pt x="11260" y="0"/>
                  </a:lnTo>
                  <a:close/>
                  <a:moveTo>
                    <a:pt x="13098" y="14797"/>
                  </a:moveTo>
                  <a:lnTo>
                    <a:pt x="5821" y="10309"/>
                  </a:lnTo>
                  <a:lnTo>
                    <a:pt x="8349" y="6803"/>
                  </a:lnTo>
                  <a:lnTo>
                    <a:pt x="15779" y="11291"/>
                  </a:lnTo>
                  <a:lnTo>
                    <a:pt x="13098" y="14797"/>
                  </a:lnTo>
                  <a:close/>
                  <a:moveTo>
                    <a:pt x="9804" y="19216"/>
                  </a:moveTo>
                  <a:lnTo>
                    <a:pt x="2604" y="14797"/>
                  </a:lnTo>
                  <a:lnTo>
                    <a:pt x="5132" y="11291"/>
                  </a:lnTo>
                  <a:lnTo>
                    <a:pt x="12562" y="15779"/>
                  </a:lnTo>
                  <a:lnTo>
                    <a:pt x="9804" y="19216"/>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46" name="Group 8546"/>
            <p:cNvGrpSpPr/>
            <p:nvPr/>
          </p:nvGrpSpPr>
          <p:grpSpPr>
            <a:xfrm>
              <a:off x="1840431" y="5983251"/>
              <a:ext cx="620277" cy="621612"/>
              <a:chOff x="0" y="0"/>
              <a:chExt cx="620276" cy="621611"/>
            </a:xfrm>
          </p:grpSpPr>
          <p:sp>
            <p:nvSpPr>
              <p:cNvPr id="8544" name="Shape 8544"/>
              <p:cNvSpPr/>
              <p:nvPr/>
            </p:nvSpPr>
            <p:spPr>
              <a:xfrm>
                <a:off x="0" y="0"/>
                <a:ext cx="298574" cy="621612"/>
              </a:xfrm>
              <a:custGeom>
                <a:avLst/>
                <a:gdLst/>
                <a:ahLst/>
                <a:cxnLst>
                  <a:cxn ang="0">
                    <a:pos x="wd2" y="hd2"/>
                  </a:cxn>
                  <a:cxn ang="5400000">
                    <a:pos x="wd2" y="hd2"/>
                  </a:cxn>
                  <a:cxn ang="10800000">
                    <a:pos x="wd2" y="hd2"/>
                  </a:cxn>
                  <a:cxn ang="16200000">
                    <a:pos x="wd2" y="hd2"/>
                  </a:cxn>
                </a:cxnLst>
                <a:rect l="0" t="0" r="r" b="b"/>
                <a:pathLst>
                  <a:path w="21600" h="21429" fill="norm" stroke="1" extrusionOk="0">
                    <a:moveTo>
                      <a:pt x="360" y="20914"/>
                    </a:moveTo>
                    <a:cubicBezTo>
                      <a:pt x="1440" y="19029"/>
                      <a:pt x="5760" y="18514"/>
                      <a:pt x="10800" y="18514"/>
                    </a:cubicBezTo>
                    <a:cubicBezTo>
                      <a:pt x="15840" y="18514"/>
                      <a:pt x="19800" y="19029"/>
                      <a:pt x="21240" y="20914"/>
                    </a:cubicBezTo>
                    <a:cubicBezTo>
                      <a:pt x="21600" y="21600"/>
                      <a:pt x="21600" y="21600"/>
                      <a:pt x="21600" y="20914"/>
                    </a:cubicBezTo>
                    <a:cubicBezTo>
                      <a:pt x="21600" y="17486"/>
                      <a:pt x="21600" y="8057"/>
                      <a:pt x="21600" y="4629"/>
                    </a:cubicBezTo>
                    <a:cubicBezTo>
                      <a:pt x="21600" y="3943"/>
                      <a:pt x="21600" y="2914"/>
                      <a:pt x="21240" y="2229"/>
                    </a:cubicBezTo>
                    <a:cubicBezTo>
                      <a:pt x="19800" y="514"/>
                      <a:pt x="15840" y="0"/>
                      <a:pt x="10800" y="0"/>
                    </a:cubicBezTo>
                    <a:cubicBezTo>
                      <a:pt x="5760" y="0"/>
                      <a:pt x="1800" y="514"/>
                      <a:pt x="360" y="2229"/>
                    </a:cubicBezTo>
                    <a:cubicBezTo>
                      <a:pt x="0" y="2914"/>
                      <a:pt x="0" y="3943"/>
                      <a:pt x="0" y="4629"/>
                    </a:cubicBezTo>
                    <a:cubicBezTo>
                      <a:pt x="0" y="8057"/>
                      <a:pt x="0" y="17486"/>
                      <a:pt x="0" y="20914"/>
                    </a:cubicBezTo>
                    <a:cubicBezTo>
                      <a:pt x="0" y="21600"/>
                      <a:pt x="0" y="21600"/>
                      <a:pt x="360" y="20914"/>
                    </a:cubicBezTo>
                    <a:moveTo>
                      <a:pt x="3240" y="3600"/>
                    </a:moveTo>
                    <a:cubicBezTo>
                      <a:pt x="5040" y="3086"/>
                      <a:pt x="7560" y="2914"/>
                      <a:pt x="10800" y="2914"/>
                    </a:cubicBezTo>
                    <a:cubicBezTo>
                      <a:pt x="14040" y="2914"/>
                      <a:pt x="16200" y="3086"/>
                      <a:pt x="18000" y="3600"/>
                    </a:cubicBezTo>
                    <a:cubicBezTo>
                      <a:pt x="18360" y="3600"/>
                      <a:pt x="18720" y="3771"/>
                      <a:pt x="18360" y="3943"/>
                    </a:cubicBezTo>
                    <a:cubicBezTo>
                      <a:pt x="18360" y="4114"/>
                      <a:pt x="18000" y="4114"/>
                      <a:pt x="18000" y="4114"/>
                    </a:cubicBezTo>
                    <a:cubicBezTo>
                      <a:pt x="17640" y="4114"/>
                      <a:pt x="17640" y="4114"/>
                      <a:pt x="17640" y="4114"/>
                    </a:cubicBezTo>
                    <a:cubicBezTo>
                      <a:pt x="17280" y="3943"/>
                      <a:pt x="16560" y="3943"/>
                      <a:pt x="16200" y="3771"/>
                    </a:cubicBezTo>
                    <a:cubicBezTo>
                      <a:pt x="14760" y="3600"/>
                      <a:pt x="12960" y="3429"/>
                      <a:pt x="10800" y="3429"/>
                    </a:cubicBezTo>
                    <a:cubicBezTo>
                      <a:pt x="8640" y="3429"/>
                      <a:pt x="6840" y="3600"/>
                      <a:pt x="5400" y="3771"/>
                    </a:cubicBezTo>
                    <a:cubicBezTo>
                      <a:pt x="5040" y="3943"/>
                      <a:pt x="4320" y="3943"/>
                      <a:pt x="3960" y="4114"/>
                    </a:cubicBezTo>
                    <a:cubicBezTo>
                      <a:pt x="3600" y="4114"/>
                      <a:pt x="3240" y="4114"/>
                      <a:pt x="3240" y="3943"/>
                    </a:cubicBezTo>
                    <a:cubicBezTo>
                      <a:pt x="2880" y="3771"/>
                      <a:pt x="3240" y="3600"/>
                      <a:pt x="3240" y="3600"/>
                    </a:cubicBezTo>
                    <a:moveTo>
                      <a:pt x="3240" y="6514"/>
                    </a:moveTo>
                    <a:cubicBezTo>
                      <a:pt x="5040" y="6000"/>
                      <a:pt x="7560" y="5829"/>
                      <a:pt x="10800" y="5829"/>
                    </a:cubicBezTo>
                    <a:cubicBezTo>
                      <a:pt x="14040" y="5829"/>
                      <a:pt x="16200" y="6000"/>
                      <a:pt x="18000" y="6514"/>
                    </a:cubicBezTo>
                    <a:cubicBezTo>
                      <a:pt x="18360" y="6514"/>
                      <a:pt x="18720" y="6686"/>
                      <a:pt x="18360" y="6857"/>
                    </a:cubicBezTo>
                    <a:cubicBezTo>
                      <a:pt x="18360" y="7029"/>
                      <a:pt x="18000" y="7029"/>
                      <a:pt x="18000" y="7029"/>
                    </a:cubicBezTo>
                    <a:cubicBezTo>
                      <a:pt x="17640" y="7029"/>
                      <a:pt x="17640" y="7029"/>
                      <a:pt x="17640" y="7029"/>
                    </a:cubicBezTo>
                    <a:cubicBezTo>
                      <a:pt x="17280" y="6857"/>
                      <a:pt x="16560" y="6857"/>
                      <a:pt x="16200" y="6686"/>
                    </a:cubicBezTo>
                    <a:cubicBezTo>
                      <a:pt x="14760" y="6514"/>
                      <a:pt x="12960" y="6343"/>
                      <a:pt x="10800" y="6343"/>
                    </a:cubicBezTo>
                    <a:cubicBezTo>
                      <a:pt x="8640" y="6343"/>
                      <a:pt x="6840" y="6514"/>
                      <a:pt x="5400" y="6686"/>
                    </a:cubicBezTo>
                    <a:cubicBezTo>
                      <a:pt x="5040" y="6857"/>
                      <a:pt x="4320" y="6857"/>
                      <a:pt x="3960" y="7029"/>
                    </a:cubicBezTo>
                    <a:cubicBezTo>
                      <a:pt x="3600" y="7029"/>
                      <a:pt x="3240" y="7029"/>
                      <a:pt x="3240" y="6857"/>
                    </a:cubicBezTo>
                    <a:cubicBezTo>
                      <a:pt x="2880" y="6686"/>
                      <a:pt x="3240" y="6514"/>
                      <a:pt x="3240" y="6514"/>
                    </a:cubicBezTo>
                    <a:moveTo>
                      <a:pt x="3240" y="9429"/>
                    </a:moveTo>
                    <a:cubicBezTo>
                      <a:pt x="5040" y="8914"/>
                      <a:pt x="7560" y="8743"/>
                      <a:pt x="10800" y="8743"/>
                    </a:cubicBezTo>
                    <a:cubicBezTo>
                      <a:pt x="14040" y="8743"/>
                      <a:pt x="16200" y="8914"/>
                      <a:pt x="18000" y="9429"/>
                    </a:cubicBezTo>
                    <a:cubicBezTo>
                      <a:pt x="18360" y="9429"/>
                      <a:pt x="18720" y="9600"/>
                      <a:pt x="18360" y="9771"/>
                    </a:cubicBezTo>
                    <a:cubicBezTo>
                      <a:pt x="18360" y="9943"/>
                      <a:pt x="18000" y="9943"/>
                      <a:pt x="18000" y="9943"/>
                    </a:cubicBezTo>
                    <a:cubicBezTo>
                      <a:pt x="17640" y="9943"/>
                      <a:pt x="17640" y="9943"/>
                      <a:pt x="17640" y="9943"/>
                    </a:cubicBezTo>
                    <a:cubicBezTo>
                      <a:pt x="17280" y="9771"/>
                      <a:pt x="16560" y="9771"/>
                      <a:pt x="16200" y="9600"/>
                    </a:cubicBezTo>
                    <a:cubicBezTo>
                      <a:pt x="14760" y="9429"/>
                      <a:pt x="12960" y="9257"/>
                      <a:pt x="10800" y="9257"/>
                    </a:cubicBezTo>
                    <a:cubicBezTo>
                      <a:pt x="8640" y="9257"/>
                      <a:pt x="6840" y="9429"/>
                      <a:pt x="5400" y="9600"/>
                    </a:cubicBezTo>
                    <a:cubicBezTo>
                      <a:pt x="5040" y="9771"/>
                      <a:pt x="4320" y="9771"/>
                      <a:pt x="3960" y="9943"/>
                    </a:cubicBezTo>
                    <a:cubicBezTo>
                      <a:pt x="3600" y="9943"/>
                      <a:pt x="3240" y="9943"/>
                      <a:pt x="3240" y="9771"/>
                    </a:cubicBezTo>
                    <a:cubicBezTo>
                      <a:pt x="2880" y="9600"/>
                      <a:pt x="3240" y="9429"/>
                      <a:pt x="3240" y="9429"/>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45" name="Shape 8545"/>
              <p:cNvSpPr/>
              <p:nvPr/>
            </p:nvSpPr>
            <p:spPr>
              <a:xfrm>
                <a:off x="321702" y="0"/>
                <a:ext cx="298575" cy="621612"/>
              </a:xfrm>
              <a:custGeom>
                <a:avLst/>
                <a:gdLst/>
                <a:ahLst/>
                <a:cxnLst>
                  <a:cxn ang="0">
                    <a:pos x="wd2" y="hd2"/>
                  </a:cxn>
                  <a:cxn ang="5400000">
                    <a:pos x="wd2" y="hd2"/>
                  </a:cxn>
                  <a:cxn ang="10800000">
                    <a:pos x="wd2" y="hd2"/>
                  </a:cxn>
                  <a:cxn ang="16200000">
                    <a:pos x="wd2" y="hd2"/>
                  </a:cxn>
                </a:cxnLst>
                <a:rect l="0" t="0" r="r" b="b"/>
                <a:pathLst>
                  <a:path w="21600" h="21429" fill="norm" stroke="1" extrusionOk="0">
                    <a:moveTo>
                      <a:pt x="21240" y="20914"/>
                    </a:moveTo>
                    <a:cubicBezTo>
                      <a:pt x="21600" y="21600"/>
                      <a:pt x="21600" y="21600"/>
                      <a:pt x="21600" y="20914"/>
                    </a:cubicBezTo>
                    <a:cubicBezTo>
                      <a:pt x="21600" y="17486"/>
                      <a:pt x="21600" y="8057"/>
                      <a:pt x="21600" y="4629"/>
                    </a:cubicBezTo>
                    <a:cubicBezTo>
                      <a:pt x="21600" y="3943"/>
                      <a:pt x="21600" y="2914"/>
                      <a:pt x="21240" y="2229"/>
                    </a:cubicBezTo>
                    <a:cubicBezTo>
                      <a:pt x="19800" y="514"/>
                      <a:pt x="15840" y="0"/>
                      <a:pt x="10800" y="0"/>
                    </a:cubicBezTo>
                    <a:cubicBezTo>
                      <a:pt x="5760" y="0"/>
                      <a:pt x="1800" y="514"/>
                      <a:pt x="360" y="2229"/>
                    </a:cubicBezTo>
                    <a:cubicBezTo>
                      <a:pt x="0" y="2914"/>
                      <a:pt x="0" y="3943"/>
                      <a:pt x="0" y="4629"/>
                    </a:cubicBezTo>
                    <a:cubicBezTo>
                      <a:pt x="0" y="8057"/>
                      <a:pt x="0" y="17486"/>
                      <a:pt x="0" y="20914"/>
                    </a:cubicBezTo>
                    <a:cubicBezTo>
                      <a:pt x="0" y="21600"/>
                      <a:pt x="0" y="21600"/>
                      <a:pt x="360" y="20914"/>
                    </a:cubicBezTo>
                    <a:cubicBezTo>
                      <a:pt x="1440" y="19029"/>
                      <a:pt x="5760" y="18514"/>
                      <a:pt x="10800" y="18514"/>
                    </a:cubicBezTo>
                    <a:cubicBezTo>
                      <a:pt x="15840" y="18514"/>
                      <a:pt x="20160" y="19029"/>
                      <a:pt x="21240" y="20914"/>
                    </a:cubicBezTo>
                    <a:moveTo>
                      <a:pt x="18360" y="9771"/>
                    </a:moveTo>
                    <a:cubicBezTo>
                      <a:pt x="18360" y="9943"/>
                      <a:pt x="18000" y="9943"/>
                      <a:pt x="18000" y="9943"/>
                    </a:cubicBezTo>
                    <a:cubicBezTo>
                      <a:pt x="17640" y="9943"/>
                      <a:pt x="17640" y="9943"/>
                      <a:pt x="17640" y="9943"/>
                    </a:cubicBezTo>
                    <a:cubicBezTo>
                      <a:pt x="17280" y="9771"/>
                      <a:pt x="16560" y="9771"/>
                      <a:pt x="16200" y="9600"/>
                    </a:cubicBezTo>
                    <a:cubicBezTo>
                      <a:pt x="14760" y="9429"/>
                      <a:pt x="12960" y="9257"/>
                      <a:pt x="10800" y="9257"/>
                    </a:cubicBezTo>
                    <a:cubicBezTo>
                      <a:pt x="8640" y="9257"/>
                      <a:pt x="6840" y="9429"/>
                      <a:pt x="5400" y="9600"/>
                    </a:cubicBezTo>
                    <a:cubicBezTo>
                      <a:pt x="5040" y="9771"/>
                      <a:pt x="4320" y="9771"/>
                      <a:pt x="3960" y="9943"/>
                    </a:cubicBezTo>
                    <a:cubicBezTo>
                      <a:pt x="3600" y="9943"/>
                      <a:pt x="3240" y="9943"/>
                      <a:pt x="3240" y="9771"/>
                    </a:cubicBezTo>
                    <a:cubicBezTo>
                      <a:pt x="2880" y="9600"/>
                      <a:pt x="3240" y="9429"/>
                      <a:pt x="3600" y="9429"/>
                    </a:cubicBezTo>
                    <a:cubicBezTo>
                      <a:pt x="5400" y="8914"/>
                      <a:pt x="7560" y="8743"/>
                      <a:pt x="10800" y="8743"/>
                    </a:cubicBezTo>
                    <a:cubicBezTo>
                      <a:pt x="14040" y="8743"/>
                      <a:pt x="16560" y="8914"/>
                      <a:pt x="18360" y="9429"/>
                    </a:cubicBezTo>
                    <a:cubicBezTo>
                      <a:pt x="18360" y="9429"/>
                      <a:pt x="18720" y="9600"/>
                      <a:pt x="18360" y="9771"/>
                    </a:cubicBezTo>
                    <a:moveTo>
                      <a:pt x="18360" y="6857"/>
                    </a:moveTo>
                    <a:cubicBezTo>
                      <a:pt x="18360" y="7029"/>
                      <a:pt x="18000" y="7029"/>
                      <a:pt x="18000" y="7029"/>
                    </a:cubicBezTo>
                    <a:cubicBezTo>
                      <a:pt x="17640" y="7029"/>
                      <a:pt x="17640" y="7029"/>
                      <a:pt x="17640" y="7029"/>
                    </a:cubicBezTo>
                    <a:cubicBezTo>
                      <a:pt x="17280" y="6857"/>
                      <a:pt x="16560" y="6857"/>
                      <a:pt x="16200" y="6686"/>
                    </a:cubicBezTo>
                    <a:cubicBezTo>
                      <a:pt x="14760" y="6514"/>
                      <a:pt x="12960" y="6343"/>
                      <a:pt x="10800" y="6343"/>
                    </a:cubicBezTo>
                    <a:cubicBezTo>
                      <a:pt x="8640" y="6343"/>
                      <a:pt x="6840" y="6514"/>
                      <a:pt x="5400" y="6686"/>
                    </a:cubicBezTo>
                    <a:cubicBezTo>
                      <a:pt x="5040" y="6857"/>
                      <a:pt x="4320" y="6857"/>
                      <a:pt x="3960" y="7029"/>
                    </a:cubicBezTo>
                    <a:cubicBezTo>
                      <a:pt x="3600" y="7029"/>
                      <a:pt x="3240" y="7029"/>
                      <a:pt x="3240" y="6857"/>
                    </a:cubicBezTo>
                    <a:cubicBezTo>
                      <a:pt x="2880" y="6686"/>
                      <a:pt x="3240" y="6514"/>
                      <a:pt x="3600" y="6514"/>
                    </a:cubicBezTo>
                    <a:cubicBezTo>
                      <a:pt x="5400" y="6000"/>
                      <a:pt x="7560" y="5829"/>
                      <a:pt x="10800" y="5829"/>
                    </a:cubicBezTo>
                    <a:cubicBezTo>
                      <a:pt x="14040" y="5829"/>
                      <a:pt x="16560" y="6000"/>
                      <a:pt x="18360" y="6514"/>
                    </a:cubicBezTo>
                    <a:cubicBezTo>
                      <a:pt x="18360" y="6514"/>
                      <a:pt x="18720" y="6686"/>
                      <a:pt x="18360" y="6857"/>
                    </a:cubicBezTo>
                    <a:moveTo>
                      <a:pt x="18360" y="3943"/>
                    </a:moveTo>
                    <a:cubicBezTo>
                      <a:pt x="18360" y="4114"/>
                      <a:pt x="18000" y="4114"/>
                      <a:pt x="18000" y="4114"/>
                    </a:cubicBezTo>
                    <a:cubicBezTo>
                      <a:pt x="17640" y="4114"/>
                      <a:pt x="17640" y="4114"/>
                      <a:pt x="17640" y="4114"/>
                    </a:cubicBezTo>
                    <a:cubicBezTo>
                      <a:pt x="17280" y="3943"/>
                      <a:pt x="16560" y="3943"/>
                      <a:pt x="16200" y="3771"/>
                    </a:cubicBezTo>
                    <a:cubicBezTo>
                      <a:pt x="14760" y="3600"/>
                      <a:pt x="12960" y="3429"/>
                      <a:pt x="10800" y="3429"/>
                    </a:cubicBezTo>
                    <a:cubicBezTo>
                      <a:pt x="8640" y="3429"/>
                      <a:pt x="6840" y="3600"/>
                      <a:pt x="5400" y="3771"/>
                    </a:cubicBezTo>
                    <a:cubicBezTo>
                      <a:pt x="5040" y="3943"/>
                      <a:pt x="4320" y="3943"/>
                      <a:pt x="3960" y="4114"/>
                    </a:cubicBezTo>
                    <a:cubicBezTo>
                      <a:pt x="3600" y="4114"/>
                      <a:pt x="3240" y="4114"/>
                      <a:pt x="3240" y="3943"/>
                    </a:cubicBezTo>
                    <a:cubicBezTo>
                      <a:pt x="2880" y="3771"/>
                      <a:pt x="3240" y="3600"/>
                      <a:pt x="3600" y="3600"/>
                    </a:cubicBezTo>
                    <a:cubicBezTo>
                      <a:pt x="5400" y="3086"/>
                      <a:pt x="7560" y="2914"/>
                      <a:pt x="10800" y="2914"/>
                    </a:cubicBezTo>
                    <a:cubicBezTo>
                      <a:pt x="14040" y="2914"/>
                      <a:pt x="16560" y="3086"/>
                      <a:pt x="18360" y="3600"/>
                    </a:cubicBezTo>
                    <a:cubicBezTo>
                      <a:pt x="18360" y="3600"/>
                      <a:pt x="18720" y="3771"/>
                      <a:pt x="18360" y="3943"/>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549" name="Group 8549"/>
            <p:cNvGrpSpPr/>
            <p:nvPr/>
          </p:nvGrpSpPr>
          <p:grpSpPr>
            <a:xfrm>
              <a:off x="4323639" y="3133807"/>
              <a:ext cx="472941" cy="480165"/>
              <a:chOff x="0" y="0"/>
              <a:chExt cx="472939" cy="480164"/>
            </a:xfrm>
          </p:grpSpPr>
          <p:sp>
            <p:nvSpPr>
              <p:cNvPr id="8547" name="Shape 8547"/>
              <p:cNvSpPr/>
              <p:nvPr/>
            </p:nvSpPr>
            <p:spPr>
              <a:xfrm>
                <a:off x="0" y="0"/>
                <a:ext cx="456272" cy="254801"/>
              </a:xfrm>
              <a:custGeom>
                <a:avLst/>
                <a:gdLst/>
                <a:ahLst/>
                <a:cxnLst>
                  <a:cxn ang="0">
                    <a:pos x="wd2" y="hd2"/>
                  </a:cxn>
                  <a:cxn ang="5400000">
                    <a:pos x="wd2" y="hd2"/>
                  </a:cxn>
                  <a:cxn ang="10800000">
                    <a:pos x="wd2" y="hd2"/>
                  </a:cxn>
                  <a:cxn ang="16200000">
                    <a:pos x="wd2" y="hd2"/>
                  </a:cxn>
                </a:cxnLst>
                <a:rect l="0" t="0" r="r" b="b"/>
                <a:pathLst>
                  <a:path w="21600" h="20135" fill="norm" stroke="1" extrusionOk="0">
                    <a:moveTo>
                      <a:pt x="6104" y="10317"/>
                    </a:moveTo>
                    <a:cubicBezTo>
                      <a:pt x="8452" y="5997"/>
                      <a:pt x="12443" y="5604"/>
                      <a:pt x="15261" y="8353"/>
                    </a:cubicBezTo>
                    <a:cubicBezTo>
                      <a:pt x="14322" y="9924"/>
                      <a:pt x="13148" y="11888"/>
                      <a:pt x="13148" y="11888"/>
                    </a:cubicBezTo>
                    <a:cubicBezTo>
                      <a:pt x="12443" y="13459"/>
                      <a:pt x="13383" y="14637"/>
                      <a:pt x="13852" y="14637"/>
                    </a:cubicBezTo>
                    <a:cubicBezTo>
                      <a:pt x="19017" y="14637"/>
                      <a:pt x="19017" y="14637"/>
                      <a:pt x="19017" y="14637"/>
                    </a:cubicBezTo>
                    <a:cubicBezTo>
                      <a:pt x="19252" y="14637"/>
                      <a:pt x="19487" y="14637"/>
                      <a:pt x="19487" y="14637"/>
                    </a:cubicBezTo>
                    <a:cubicBezTo>
                      <a:pt x="19957" y="14637"/>
                      <a:pt x="19957" y="14637"/>
                      <a:pt x="19957" y="14637"/>
                    </a:cubicBezTo>
                    <a:cubicBezTo>
                      <a:pt x="21130" y="14637"/>
                      <a:pt x="21130" y="14637"/>
                      <a:pt x="21130" y="14637"/>
                    </a:cubicBezTo>
                    <a:cubicBezTo>
                      <a:pt x="21365" y="14637"/>
                      <a:pt x="21600" y="14244"/>
                      <a:pt x="21600" y="13459"/>
                    </a:cubicBezTo>
                    <a:cubicBezTo>
                      <a:pt x="21600" y="1284"/>
                      <a:pt x="21600" y="1284"/>
                      <a:pt x="21600" y="1284"/>
                    </a:cubicBezTo>
                    <a:cubicBezTo>
                      <a:pt x="21600" y="499"/>
                      <a:pt x="20896" y="-680"/>
                      <a:pt x="20191" y="499"/>
                    </a:cubicBezTo>
                    <a:cubicBezTo>
                      <a:pt x="20191" y="499"/>
                      <a:pt x="18783" y="2462"/>
                      <a:pt x="18078" y="4033"/>
                    </a:cubicBezTo>
                    <a:cubicBezTo>
                      <a:pt x="13617" y="-1465"/>
                      <a:pt x="7278" y="-680"/>
                      <a:pt x="3287" y="5997"/>
                    </a:cubicBezTo>
                    <a:cubicBezTo>
                      <a:pt x="1174" y="9924"/>
                      <a:pt x="0" y="15030"/>
                      <a:pt x="0" y="20135"/>
                    </a:cubicBezTo>
                    <a:cubicBezTo>
                      <a:pt x="3991" y="20135"/>
                      <a:pt x="3991" y="20135"/>
                      <a:pt x="3991" y="20135"/>
                    </a:cubicBezTo>
                    <a:cubicBezTo>
                      <a:pt x="3757" y="16600"/>
                      <a:pt x="4461" y="13066"/>
                      <a:pt x="6104" y="10317"/>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48" name="Shape 8548"/>
              <p:cNvSpPr/>
              <p:nvPr/>
            </p:nvSpPr>
            <p:spPr>
              <a:xfrm>
                <a:off x="18922" y="225363"/>
                <a:ext cx="454018" cy="254802"/>
              </a:xfrm>
              <a:custGeom>
                <a:avLst/>
                <a:gdLst/>
                <a:ahLst/>
                <a:cxnLst>
                  <a:cxn ang="0">
                    <a:pos x="wd2" y="hd2"/>
                  </a:cxn>
                  <a:cxn ang="5400000">
                    <a:pos x="wd2" y="hd2"/>
                  </a:cxn>
                  <a:cxn ang="10800000">
                    <a:pos x="wd2" y="hd2"/>
                  </a:cxn>
                  <a:cxn ang="16200000">
                    <a:pos x="wd2" y="hd2"/>
                  </a:cxn>
                </a:cxnLst>
                <a:rect l="0" t="0" r="r" b="b"/>
                <a:pathLst>
                  <a:path w="21395" h="20135" fill="norm" stroke="1" extrusionOk="0">
                    <a:moveTo>
                      <a:pt x="17609" y="0"/>
                    </a:moveTo>
                    <a:cubicBezTo>
                      <a:pt x="17843" y="3535"/>
                      <a:pt x="17139" y="7069"/>
                      <a:pt x="15496" y="9818"/>
                    </a:cubicBezTo>
                    <a:cubicBezTo>
                      <a:pt x="12913" y="14138"/>
                      <a:pt x="9157" y="14531"/>
                      <a:pt x="6339" y="11782"/>
                    </a:cubicBezTo>
                    <a:cubicBezTo>
                      <a:pt x="7278" y="10211"/>
                      <a:pt x="8452" y="8247"/>
                      <a:pt x="8452" y="8247"/>
                    </a:cubicBezTo>
                    <a:cubicBezTo>
                      <a:pt x="9157" y="6676"/>
                      <a:pt x="8217" y="5498"/>
                      <a:pt x="7748" y="5498"/>
                    </a:cubicBezTo>
                    <a:cubicBezTo>
                      <a:pt x="2583" y="5498"/>
                      <a:pt x="2583" y="5498"/>
                      <a:pt x="2583" y="5498"/>
                    </a:cubicBezTo>
                    <a:cubicBezTo>
                      <a:pt x="2113" y="5498"/>
                      <a:pt x="1878" y="5498"/>
                      <a:pt x="1878" y="5498"/>
                    </a:cubicBezTo>
                    <a:cubicBezTo>
                      <a:pt x="1409" y="5498"/>
                      <a:pt x="1409" y="5498"/>
                      <a:pt x="1409" y="5498"/>
                    </a:cubicBezTo>
                    <a:cubicBezTo>
                      <a:pt x="470" y="5498"/>
                      <a:pt x="470" y="5498"/>
                      <a:pt x="470" y="5498"/>
                    </a:cubicBezTo>
                    <a:cubicBezTo>
                      <a:pt x="235" y="5498"/>
                      <a:pt x="0" y="5891"/>
                      <a:pt x="0" y="6676"/>
                    </a:cubicBezTo>
                    <a:cubicBezTo>
                      <a:pt x="0" y="18851"/>
                      <a:pt x="0" y="18851"/>
                      <a:pt x="0" y="18851"/>
                    </a:cubicBezTo>
                    <a:cubicBezTo>
                      <a:pt x="0" y="19636"/>
                      <a:pt x="704" y="20815"/>
                      <a:pt x="1409" y="19636"/>
                    </a:cubicBezTo>
                    <a:cubicBezTo>
                      <a:pt x="1409" y="19636"/>
                      <a:pt x="2583" y="17673"/>
                      <a:pt x="3522" y="16102"/>
                    </a:cubicBezTo>
                    <a:cubicBezTo>
                      <a:pt x="7983" y="21600"/>
                      <a:pt x="14087" y="20815"/>
                      <a:pt x="18078" y="14138"/>
                    </a:cubicBezTo>
                    <a:cubicBezTo>
                      <a:pt x="20426" y="10211"/>
                      <a:pt x="21600" y="5105"/>
                      <a:pt x="21365" y="0"/>
                    </a:cubicBezTo>
                    <a:cubicBezTo>
                      <a:pt x="17609" y="0"/>
                      <a:pt x="17609" y="0"/>
                      <a:pt x="17609" y="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50" name="Shape 8550"/>
            <p:cNvSpPr/>
            <p:nvPr/>
          </p:nvSpPr>
          <p:spPr>
            <a:xfrm>
              <a:off x="6319034" y="4290636"/>
              <a:ext cx="914647" cy="809125"/>
            </a:xfrm>
            <a:custGeom>
              <a:avLst/>
              <a:gdLst/>
              <a:ahLst/>
              <a:cxnLst>
                <a:cxn ang="0">
                  <a:pos x="wd2" y="hd2"/>
                </a:cxn>
                <a:cxn ang="5400000">
                  <a:pos x="wd2" y="hd2"/>
                </a:cxn>
                <a:cxn ang="10800000">
                  <a:pos x="wd2" y="hd2"/>
                </a:cxn>
                <a:cxn ang="16200000">
                  <a:pos x="wd2" y="hd2"/>
                </a:cxn>
              </a:cxnLst>
              <a:rect l="0" t="0" r="r" b="b"/>
              <a:pathLst>
                <a:path w="21600" h="21534" fill="norm" stroke="1" extrusionOk="0">
                  <a:moveTo>
                    <a:pt x="19017" y="0"/>
                  </a:moveTo>
                  <a:cubicBezTo>
                    <a:pt x="2465" y="0"/>
                    <a:pt x="2465" y="0"/>
                    <a:pt x="2465" y="0"/>
                  </a:cubicBezTo>
                  <a:cubicBezTo>
                    <a:pt x="1057" y="0"/>
                    <a:pt x="0" y="1193"/>
                    <a:pt x="0" y="2783"/>
                  </a:cubicBezTo>
                  <a:cubicBezTo>
                    <a:pt x="0" y="12854"/>
                    <a:pt x="0" y="12854"/>
                    <a:pt x="0" y="12854"/>
                  </a:cubicBezTo>
                  <a:cubicBezTo>
                    <a:pt x="0" y="14444"/>
                    <a:pt x="1057" y="15769"/>
                    <a:pt x="2465" y="15769"/>
                  </a:cubicBezTo>
                  <a:cubicBezTo>
                    <a:pt x="3757" y="15769"/>
                    <a:pt x="3757" y="15769"/>
                    <a:pt x="3757" y="15769"/>
                  </a:cubicBezTo>
                  <a:cubicBezTo>
                    <a:pt x="3757" y="20805"/>
                    <a:pt x="3757" y="20805"/>
                    <a:pt x="3757" y="20805"/>
                  </a:cubicBezTo>
                  <a:cubicBezTo>
                    <a:pt x="3757" y="20937"/>
                    <a:pt x="3874" y="21202"/>
                    <a:pt x="3991" y="21335"/>
                  </a:cubicBezTo>
                  <a:cubicBezTo>
                    <a:pt x="4226" y="21600"/>
                    <a:pt x="4578" y="21600"/>
                    <a:pt x="4930" y="21335"/>
                  </a:cubicBezTo>
                  <a:cubicBezTo>
                    <a:pt x="10096" y="15769"/>
                    <a:pt x="10096" y="15769"/>
                    <a:pt x="10096" y="15769"/>
                  </a:cubicBezTo>
                  <a:cubicBezTo>
                    <a:pt x="19017" y="15769"/>
                    <a:pt x="19017" y="15769"/>
                    <a:pt x="19017" y="15769"/>
                  </a:cubicBezTo>
                  <a:cubicBezTo>
                    <a:pt x="20426" y="15769"/>
                    <a:pt x="21600" y="14444"/>
                    <a:pt x="21600" y="12854"/>
                  </a:cubicBezTo>
                  <a:cubicBezTo>
                    <a:pt x="21600" y="2783"/>
                    <a:pt x="21600" y="2783"/>
                    <a:pt x="21600" y="2783"/>
                  </a:cubicBezTo>
                  <a:cubicBezTo>
                    <a:pt x="21600" y="1193"/>
                    <a:pt x="20426" y="0"/>
                    <a:pt x="19017" y="0"/>
                  </a:cubicBezTo>
                  <a:moveTo>
                    <a:pt x="4461" y="4240"/>
                  </a:moveTo>
                  <a:cubicBezTo>
                    <a:pt x="14557" y="4240"/>
                    <a:pt x="14557" y="4240"/>
                    <a:pt x="14557" y="4240"/>
                  </a:cubicBezTo>
                  <a:cubicBezTo>
                    <a:pt x="14909" y="4240"/>
                    <a:pt x="15261" y="4638"/>
                    <a:pt x="15261" y="5036"/>
                  </a:cubicBezTo>
                  <a:cubicBezTo>
                    <a:pt x="15261" y="5433"/>
                    <a:pt x="14909" y="5698"/>
                    <a:pt x="14557" y="5698"/>
                  </a:cubicBezTo>
                  <a:cubicBezTo>
                    <a:pt x="4461" y="5698"/>
                    <a:pt x="4461" y="5698"/>
                    <a:pt x="4461" y="5698"/>
                  </a:cubicBezTo>
                  <a:cubicBezTo>
                    <a:pt x="4109" y="5698"/>
                    <a:pt x="3757" y="5433"/>
                    <a:pt x="3757" y="5036"/>
                  </a:cubicBezTo>
                  <a:cubicBezTo>
                    <a:pt x="3757" y="4638"/>
                    <a:pt x="4109" y="4240"/>
                    <a:pt x="4461" y="4240"/>
                  </a:cubicBezTo>
                  <a:moveTo>
                    <a:pt x="9509" y="11396"/>
                  </a:moveTo>
                  <a:cubicBezTo>
                    <a:pt x="4461" y="11396"/>
                    <a:pt x="4461" y="11396"/>
                    <a:pt x="4461" y="11396"/>
                  </a:cubicBezTo>
                  <a:cubicBezTo>
                    <a:pt x="4109" y="11396"/>
                    <a:pt x="3757" y="11131"/>
                    <a:pt x="3757" y="10734"/>
                  </a:cubicBezTo>
                  <a:cubicBezTo>
                    <a:pt x="3757" y="10336"/>
                    <a:pt x="4109" y="10071"/>
                    <a:pt x="4461" y="10071"/>
                  </a:cubicBezTo>
                  <a:cubicBezTo>
                    <a:pt x="9509" y="10071"/>
                    <a:pt x="9509" y="10071"/>
                    <a:pt x="9509" y="10071"/>
                  </a:cubicBezTo>
                  <a:cubicBezTo>
                    <a:pt x="9861" y="10071"/>
                    <a:pt x="10096" y="10336"/>
                    <a:pt x="10096" y="10734"/>
                  </a:cubicBezTo>
                  <a:cubicBezTo>
                    <a:pt x="10096" y="11131"/>
                    <a:pt x="9861" y="11396"/>
                    <a:pt x="9509" y="11396"/>
                  </a:cubicBezTo>
                  <a:moveTo>
                    <a:pt x="17139" y="8613"/>
                  </a:moveTo>
                  <a:cubicBezTo>
                    <a:pt x="4461" y="8613"/>
                    <a:pt x="4461" y="8613"/>
                    <a:pt x="4461" y="8613"/>
                  </a:cubicBezTo>
                  <a:cubicBezTo>
                    <a:pt x="4109" y="8613"/>
                    <a:pt x="3757" y="8216"/>
                    <a:pt x="3757" y="7818"/>
                  </a:cubicBezTo>
                  <a:cubicBezTo>
                    <a:pt x="3757" y="7421"/>
                    <a:pt x="4109" y="7156"/>
                    <a:pt x="4461" y="7156"/>
                  </a:cubicBezTo>
                  <a:cubicBezTo>
                    <a:pt x="17139" y="7156"/>
                    <a:pt x="17139" y="7156"/>
                    <a:pt x="17139" y="7156"/>
                  </a:cubicBezTo>
                  <a:cubicBezTo>
                    <a:pt x="17491" y="7156"/>
                    <a:pt x="17726" y="7421"/>
                    <a:pt x="17726" y="7818"/>
                  </a:cubicBezTo>
                  <a:cubicBezTo>
                    <a:pt x="17726" y="8216"/>
                    <a:pt x="17491" y="8613"/>
                    <a:pt x="17139" y="8613"/>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54" name="Group 8554"/>
            <p:cNvGrpSpPr/>
            <p:nvPr/>
          </p:nvGrpSpPr>
          <p:grpSpPr>
            <a:xfrm>
              <a:off x="8036616" y="6277765"/>
              <a:ext cx="629219" cy="503364"/>
              <a:chOff x="0" y="0"/>
              <a:chExt cx="629217" cy="503363"/>
            </a:xfrm>
          </p:grpSpPr>
          <p:sp>
            <p:nvSpPr>
              <p:cNvPr id="8551" name="Shape 8551"/>
              <p:cNvSpPr/>
              <p:nvPr/>
            </p:nvSpPr>
            <p:spPr>
              <a:xfrm>
                <a:off x="317820" y="346847"/>
                <a:ext cx="156518" cy="156517"/>
              </a:xfrm>
              <a:custGeom>
                <a:avLst/>
                <a:gdLst/>
                <a:ahLst/>
                <a:cxnLst>
                  <a:cxn ang="0">
                    <a:pos x="wd2" y="hd2"/>
                  </a:cxn>
                  <a:cxn ang="5400000">
                    <a:pos x="wd2" y="hd2"/>
                  </a:cxn>
                  <a:cxn ang="10800000">
                    <a:pos x="wd2" y="hd2"/>
                  </a:cxn>
                  <a:cxn ang="16200000">
                    <a:pos x="wd2" y="hd2"/>
                  </a:cxn>
                </a:cxnLst>
                <a:rect l="0" t="0" r="r" b="b"/>
                <a:pathLst>
                  <a:path w="19372" h="19372" fill="norm" stroke="1" extrusionOk="0">
                    <a:moveTo>
                      <a:pt x="6715" y="543"/>
                    </a:moveTo>
                    <a:cubicBezTo>
                      <a:pt x="11652" y="-1308"/>
                      <a:pt x="17206" y="1778"/>
                      <a:pt x="19058" y="6715"/>
                    </a:cubicBezTo>
                    <a:cubicBezTo>
                      <a:pt x="20292" y="11652"/>
                      <a:pt x="17823" y="17206"/>
                      <a:pt x="12886" y="19058"/>
                    </a:cubicBezTo>
                    <a:cubicBezTo>
                      <a:pt x="7949" y="20292"/>
                      <a:pt x="2395" y="17823"/>
                      <a:pt x="543" y="12886"/>
                    </a:cubicBezTo>
                    <a:cubicBezTo>
                      <a:pt x="-1308" y="7949"/>
                      <a:pt x="1778" y="2395"/>
                      <a:pt x="6715" y="543"/>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52" name="Shape 8552"/>
              <p:cNvSpPr/>
              <p:nvPr/>
            </p:nvSpPr>
            <p:spPr>
              <a:xfrm>
                <a:off x="149389" y="161594"/>
                <a:ext cx="412280" cy="248456"/>
              </a:xfrm>
              <a:custGeom>
                <a:avLst/>
                <a:gdLst/>
                <a:ahLst/>
                <a:cxnLst>
                  <a:cxn ang="0">
                    <a:pos x="wd2" y="hd2"/>
                  </a:cxn>
                  <a:cxn ang="5400000">
                    <a:pos x="wd2" y="hd2"/>
                  </a:cxn>
                  <a:cxn ang="10800000">
                    <a:pos x="wd2" y="hd2"/>
                  </a:cxn>
                  <a:cxn ang="16200000">
                    <a:pos x="wd2" y="hd2"/>
                  </a:cxn>
                </a:cxnLst>
                <a:rect l="0" t="0" r="r" b="b"/>
                <a:pathLst>
                  <a:path w="21283" h="18630" fill="norm" stroke="1" extrusionOk="0">
                    <a:moveTo>
                      <a:pt x="18712" y="1959"/>
                    </a:moveTo>
                    <a:cubicBezTo>
                      <a:pt x="18712" y="1959"/>
                      <a:pt x="18454" y="1959"/>
                      <a:pt x="18454" y="1959"/>
                    </a:cubicBezTo>
                    <a:cubicBezTo>
                      <a:pt x="18197" y="1587"/>
                      <a:pt x="18197" y="1587"/>
                      <a:pt x="18197" y="1587"/>
                    </a:cubicBezTo>
                    <a:cubicBezTo>
                      <a:pt x="18197" y="1587"/>
                      <a:pt x="18197" y="1587"/>
                      <a:pt x="18197" y="1587"/>
                    </a:cubicBezTo>
                    <a:cubicBezTo>
                      <a:pt x="11512" y="-2510"/>
                      <a:pt x="4312" y="1587"/>
                      <a:pt x="1226" y="10897"/>
                    </a:cubicBezTo>
                    <a:cubicBezTo>
                      <a:pt x="712" y="11642"/>
                      <a:pt x="712" y="11642"/>
                      <a:pt x="712" y="11642"/>
                    </a:cubicBezTo>
                    <a:cubicBezTo>
                      <a:pt x="197" y="13131"/>
                      <a:pt x="197" y="13131"/>
                      <a:pt x="197" y="13131"/>
                    </a:cubicBezTo>
                    <a:cubicBezTo>
                      <a:pt x="-317" y="14993"/>
                      <a:pt x="197" y="17228"/>
                      <a:pt x="1483" y="18345"/>
                    </a:cubicBezTo>
                    <a:cubicBezTo>
                      <a:pt x="2769" y="19090"/>
                      <a:pt x="4312" y="18345"/>
                      <a:pt x="4826" y="16483"/>
                    </a:cubicBezTo>
                    <a:cubicBezTo>
                      <a:pt x="5597" y="13876"/>
                      <a:pt x="5597" y="13876"/>
                      <a:pt x="5597" y="13876"/>
                    </a:cubicBezTo>
                    <a:cubicBezTo>
                      <a:pt x="7654" y="8290"/>
                      <a:pt x="12540" y="5683"/>
                      <a:pt x="16397" y="8662"/>
                    </a:cubicBezTo>
                    <a:cubicBezTo>
                      <a:pt x="17683" y="9407"/>
                      <a:pt x="17683" y="9407"/>
                      <a:pt x="17683" y="9407"/>
                    </a:cubicBezTo>
                    <a:cubicBezTo>
                      <a:pt x="18969" y="10152"/>
                      <a:pt x="20512" y="9407"/>
                      <a:pt x="21026" y="7545"/>
                    </a:cubicBezTo>
                    <a:cubicBezTo>
                      <a:pt x="21283" y="6800"/>
                      <a:pt x="21283" y="5683"/>
                      <a:pt x="21283" y="4938"/>
                    </a:cubicBezTo>
                    <a:cubicBezTo>
                      <a:pt x="21026" y="4193"/>
                      <a:pt x="20512" y="3449"/>
                      <a:pt x="19997" y="2704"/>
                    </a:cubicBezTo>
                    <a:lnTo>
                      <a:pt x="18712" y="1959"/>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53" name="Shape 8553"/>
              <p:cNvSpPr/>
              <p:nvPr/>
            </p:nvSpPr>
            <p:spPr>
              <a:xfrm>
                <a:off x="-1" y="0"/>
                <a:ext cx="629219" cy="334433"/>
              </a:xfrm>
              <a:custGeom>
                <a:avLst/>
                <a:gdLst/>
                <a:ahLst/>
                <a:cxnLst>
                  <a:cxn ang="0">
                    <a:pos x="wd2" y="hd2"/>
                  </a:cxn>
                  <a:cxn ang="5400000">
                    <a:pos x="wd2" y="hd2"/>
                  </a:cxn>
                  <a:cxn ang="10800000">
                    <a:pos x="wd2" y="hd2"/>
                  </a:cxn>
                  <a:cxn ang="16200000">
                    <a:pos x="wd2" y="hd2"/>
                  </a:cxn>
                </a:cxnLst>
                <a:rect l="0" t="0" r="r" b="b"/>
                <a:pathLst>
                  <a:path w="21193" h="18372" fill="norm" stroke="1" extrusionOk="0">
                    <a:moveTo>
                      <a:pt x="20391" y="2846"/>
                    </a:moveTo>
                    <a:cubicBezTo>
                      <a:pt x="19722" y="2299"/>
                      <a:pt x="19722" y="2299"/>
                      <a:pt x="19722" y="2299"/>
                    </a:cubicBezTo>
                    <a:cubicBezTo>
                      <a:pt x="19554" y="2299"/>
                      <a:pt x="19554" y="2299"/>
                      <a:pt x="19554" y="2299"/>
                    </a:cubicBezTo>
                    <a:cubicBezTo>
                      <a:pt x="19052" y="1752"/>
                      <a:pt x="19052" y="1752"/>
                      <a:pt x="19052" y="1752"/>
                    </a:cubicBezTo>
                    <a:cubicBezTo>
                      <a:pt x="19052" y="1752"/>
                      <a:pt x="18884" y="1752"/>
                      <a:pt x="18717" y="1752"/>
                    </a:cubicBezTo>
                    <a:cubicBezTo>
                      <a:pt x="12019" y="-2896"/>
                      <a:pt x="4149" y="2026"/>
                      <a:pt x="801" y="12689"/>
                    </a:cubicBezTo>
                    <a:cubicBezTo>
                      <a:pt x="801" y="12689"/>
                      <a:pt x="801" y="12689"/>
                      <a:pt x="633" y="12689"/>
                    </a:cubicBezTo>
                    <a:cubicBezTo>
                      <a:pt x="131" y="14876"/>
                      <a:pt x="131" y="14876"/>
                      <a:pt x="131" y="14876"/>
                    </a:cubicBezTo>
                    <a:cubicBezTo>
                      <a:pt x="-204" y="15970"/>
                      <a:pt x="131" y="17610"/>
                      <a:pt x="801" y="18157"/>
                    </a:cubicBezTo>
                    <a:cubicBezTo>
                      <a:pt x="1470" y="18704"/>
                      <a:pt x="2475" y="18157"/>
                      <a:pt x="2810" y="17063"/>
                    </a:cubicBezTo>
                    <a:cubicBezTo>
                      <a:pt x="3480" y="14876"/>
                      <a:pt x="3480" y="14876"/>
                      <a:pt x="3480" y="14876"/>
                    </a:cubicBezTo>
                    <a:cubicBezTo>
                      <a:pt x="3480" y="14876"/>
                      <a:pt x="3480" y="14876"/>
                      <a:pt x="3480" y="14876"/>
                    </a:cubicBezTo>
                    <a:cubicBezTo>
                      <a:pt x="6159" y="6127"/>
                      <a:pt x="12522" y="2572"/>
                      <a:pt x="18047" y="6400"/>
                    </a:cubicBezTo>
                    <a:cubicBezTo>
                      <a:pt x="19052" y="7220"/>
                      <a:pt x="19052" y="7220"/>
                      <a:pt x="19052" y="7220"/>
                    </a:cubicBezTo>
                    <a:cubicBezTo>
                      <a:pt x="19722" y="7767"/>
                      <a:pt x="20726" y="7220"/>
                      <a:pt x="21061" y="6127"/>
                    </a:cubicBezTo>
                    <a:cubicBezTo>
                      <a:pt x="21396" y="5033"/>
                      <a:pt x="21061" y="3393"/>
                      <a:pt x="20391" y="2846"/>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55" name="Shape 8555"/>
            <p:cNvSpPr/>
            <p:nvPr/>
          </p:nvSpPr>
          <p:spPr>
            <a:xfrm>
              <a:off x="8285740" y="3776506"/>
              <a:ext cx="510846" cy="474176"/>
            </a:xfrm>
            <a:custGeom>
              <a:avLst/>
              <a:gdLst/>
              <a:ahLst/>
              <a:cxnLst>
                <a:cxn ang="0">
                  <a:pos x="wd2" y="hd2"/>
                </a:cxn>
                <a:cxn ang="5400000">
                  <a:pos x="wd2" y="hd2"/>
                </a:cxn>
                <a:cxn ang="10800000">
                  <a:pos x="wd2" y="hd2"/>
                </a:cxn>
                <a:cxn ang="16200000">
                  <a:pos x="wd2" y="hd2"/>
                </a:cxn>
              </a:cxnLst>
              <a:rect l="0" t="0" r="r" b="b"/>
              <a:pathLst>
                <a:path w="19436" h="19407" fill="norm" stroke="1" extrusionOk="0">
                  <a:moveTo>
                    <a:pt x="19286" y="9015"/>
                  </a:moveTo>
                  <a:cubicBezTo>
                    <a:pt x="20612" y="2086"/>
                    <a:pt x="12844" y="-563"/>
                    <a:pt x="10191" y="5550"/>
                  </a:cubicBezTo>
                  <a:cubicBezTo>
                    <a:pt x="9812" y="6569"/>
                    <a:pt x="9812" y="6569"/>
                    <a:pt x="9812" y="6569"/>
                  </a:cubicBezTo>
                  <a:cubicBezTo>
                    <a:pt x="9623" y="5550"/>
                    <a:pt x="9623" y="5550"/>
                    <a:pt x="9623" y="5550"/>
                  </a:cubicBezTo>
                  <a:cubicBezTo>
                    <a:pt x="9433" y="-1174"/>
                    <a:pt x="1475" y="-2193"/>
                    <a:pt x="149" y="4735"/>
                  </a:cubicBezTo>
                  <a:cubicBezTo>
                    <a:pt x="-988" y="10237"/>
                    <a:pt x="4696" y="15332"/>
                    <a:pt x="7349" y="19407"/>
                  </a:cubicBezTo>
                  <a:cubicBezTo>
                    <a:pt x="7349" y="19407"/>
                    <a:pt x="7349" y="19407"/>
                    <a:pt x="7349" y="19407"/>
                  </a:cubicBezTo>
                  <a:cubicBezTo>
                    <a:pt x="7349" y="19407"/>
                    <a:pt x="7349" y="19407"/>
                    <a:pt x="7349" y="19407"/>
                  </a:cubicBezTo>
                  <a:cubicBezTo>
                    <a:pt x="7349" y="19407"/>
                    <a:pt x="7349" y="19407"/>
                    <a:pt x="7349" y="19407"/>
                  </a:cubicBezTo>
                  <a:cubicBezTo>
                    <a:pt x="7349" y="19407"/>
                    <a:pt x="7349" y="19407"/>
                    <a:pt x="7349" y="19407"/>
                  </a:cubicBezTo>
                  <a:cubicBezTo>
                    <a:pt x="11138" y="16758"/>
                    <a:pt x="18149" y="14516"/>
                    <a:pt x="19286" y="9015"/>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56" name="Shape 8556"/>
            <p:cNvSpPr/>
            <p:nvPr/>
          </p:nvSpPr>
          <p:spPr>
            <a:xfrm>
              <a:off x="2366088" y="7349962"/>
              <a:ext cx="677049" cy="5740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8" y="6010"/>
                  </a:moveTo>
                  <a:cubicBezTo>
                    <a:pt x="159" y="6198"/>
                    <a:pt x="0" y="6386"/>
                    <a:pt x="0" y="6574"/>
                  </a:cubicBezTo>
                  <a:cubicBezTo>
                    <a:pt x="0" y="6950"/>
                    <a:pt x="159" y="7137"/>
                    <a:pt x="318" y="7325"/>
                  </a:cubicBezTo>
                  <a:cubicBezTo>
                    <a:pt x="2224" y="9579"/>
                    <a:pt x="2224" y="9579"/>
                    <a:pt x="2224" y="9579"/>
                  </a:cubicBezTo>
                  <a:cubicBezTo>
                    <a:pt x="2224" y="16904"/>
                    <a:pt x="6353" y="21600"/>
                    <a:pt x="12388" y="21600"/>
                  </a:cubicBezTo>
                  <a:cubicBezTo>
                    <a:pt x="17471" y="21600"/>
                    <a:pt x="21600" y="15026"/>
                    <a:pt x="21600" y="10518"/>
                  </a:cubicBezTo>
                  <a:cubicBezTo>
                    <a:pt x="21600" y="8452"/>
                    <a:pt x="20965" y="10894"/>
                    <a:pt x="19535" y="11833"/>
                  </a:cubicBezTo>
                  <a:cubicBezTo>
                    <a:pt x="18106" y="12772"/>
                    <a:pt x="14135" y="13523"/>
                    <a:pt x="14294" y="8640"/>
                  </a:cubicBezTo>
                  <a:cubicBezTo>
                    <a:pt x="14294" y="8264"/>
                    <a:pt x="14294" y="7889"/>
                    <a:pt x="14294" y="7513"/>
                  </a:cubicBezTo>
                  <a:cubicBezTo>
                    <a:pt x="14294" y="3569"/>
                    <a:pt x="12229" y="0"/>
                    <a:pt x="8894" y="0"/>
                  </a:cubicBezTo>
                  <a:cubicBezTo>
                    <a:pt x="5718" y="0"/>
                    <a:pt x="3494" y="2066"/>
                    <a:pt x="3018" y="4508"/>
                  </a:cubicBezTo>
                  <a:cubicBezTo>
                    <a:pt x="318" y="6010"/>
                    <a:pt x="318" y="6010"/>
                    <a:pt x="318" y="6010"/>
                  </a:cubicBezTo>
                  <a:moveTo>
                    <a:pt x="5559" y="7325"/>
                  </a:moveTo>
                  <a:cubicBezTo>
                    <a:pt x="5082" y="7325"/>
                    <a:pt x="4606" y="6762"/>
                    <a:pt x="4606" y="6198"/>
                  </a:cubicBezTo>
                  <a:cubicBezTo>
                    <a:pt x="4606" y="5635"/>
                    <a:pt x="5082" y="5071"/>
                    <a:pt x="5559" y="5071"/>
                  </a:cubicBezTo>
                  <a:cubicBezTo>
                    <a:pt x="6035" y="5071"/>
                    <a:pt x="6512" y="5635"/>
                    <a:pt x="6512" y="6198"/>
                  </a:cubicBezTo>
                  <a:cubicBezTo>
                    <a:pt x="6512" y="6762"/>
                    <a:pt x="6035" y="7325"/>
                    <a:pt x="5559" y="7325"/>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57" name="Shape 8557"/>
            <p:cNvSpPr/>
            <p:nvPr/>
          </p:nvSpPr>
          <p:spPr>
            <a:xfrm>
              <a:off x="4401433" y="6016893"/>
              <a:ext cx="473093" cy="666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86" y="0"/>
                  </a:moveTo>
                  <a:cubicBezTo>
                    <a:pt x="4775" y="0"/>
                    <a:pt x="0" y="3385"/>
                    <a:pt x="0" y="7576"/>
                  </a:cubicBezTo>
                  <a:cubicBezTo>
                    <a:pt x="0" y="11767"/>
                    <a:pt x="10686" y="21600"/>
                    <a:pt x="10686" y="21600"/>
                  </a:cubicBezTo>
                  <a:cubicBezTo>
                    <a:pt x="10686" y="21600"/>
                    <a:pt x="21600" y="11767"/>
                    <a:pt x="21600" y="7576"/>
                  </a:cubicBezTo>
                  <a:cubicBezTo>
                    <a:pt x="21600" y="3385"/>
                    <a:pt x="16598" y="0"/>
                    <a:pt x="10686" y="0"/>
                  </a:cubicBezTo>
                  <a:close/>
                  <a:moveTo>
                    <a:pt x="10686" y="8866"/>
                  </a:moveTo>
                  <a:cubicBezTo>
                    <a:pt x="8867" y="8866"/>
                    <a:pt x="7276" y="7737"/>
                    <a:pt x="7276" y="6448"/>
                  </a:cubicBezTo>
                  <a:cubicBezTo>
                    <a:pt x="7276" y="5158"/>
                    <a:pt x="8867" y="4030"/>
                    <a:pt x="10686" y="4030"/>
                  </a:cubicBezTo>
                  <a:cubicBezTo>
                    <a:pt x="12505" y="4030"/>
                    <a:pt x="14097" y="5158"/>
                    <a:pt x="14097" y="6448"/>
                  </a:cubicBezTo>
                  <a:cubicBezTo>
                    <a:pt x="14097" y="7737"/>
                    <a:pt x="12505" y="8866"/>
                    <a:pt x="10686" y="8866"/>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58" name="Shape 8558"/>
            <p:cNvSpPr/>
            <p:nvPr/>
          </p:nvSpPr>
          <p:spPr>
            <a:xfrm>
              <a:off x="6213902" y="3479020"/>
              <a:ext cx="353243" cy="502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52" y="0"/>
                  </a:moveTo>
                  <a:cubicBezTo>
                    <a:pt x="4868" y="0"/>
                    <a:pt x="0" y="3422"/>
                    <a:pt x="0" y="7699"/>
                  </a:cubicBezTo>
                  <a:cubicBezTo>
                    <a:pt x="0" y="11762"/>
                    <a:pt x="10952" y="21600"/>
                    <a:pt x="10952" y="21600"/>
                  </a:cubicBezTo>
                  <a:cubicBezTo>
                    <a:pt x="10952" y="21600"/>
                    <a:pt x="21600" y="11762"/>
                    <a:pt x="21600" y="7699"/>
                  </a:cubicBezTo>
                  <a:cubicBezTo>
                    <a:pt x="21600" y="3422"/>
                    <a:pt x="16732" y="0"/>
                    <a:pt x="10952" y="0"/>
                  </a:cubicBezTo>
                  <a:close/>
                  <a:moveTo>
                    <a:pt x="10952" y="8768"/>
                  </a:moveTo>
                  <a:cubicBezTo>
                    <a:pt x="9127" y="8768"/>
                    <a:pt x="7606" y="7913"/>
                    <a:pt x="7606" y="6416"/>
                  </a:cubicBezTo>
                  <a:cubicBezTo>
                    <a:pt x="7606" y="5133"/>
                    <a:pt x="9127" y="4063"/>
                    <a:pt x="10952" y="4063"/>
                  </a:cubicBezTo>
                  <a:cubicBezTo>
                    <a:pt x="12777" y="4063"/>
                    <a:pt x="14299" y="5133"/>
                    <a:pt x="14299" y="6416"/>
                  </a:cubicBezTo>
                  <a:cubicBezTo>
                    <a:pt x="14299" y="7913"/>
                    <a:pt x="12777" y="8768"/>
                    <a:pt x="10952" y="8768"/>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62" name="Group 8562"/>
            <p:cNvGrpSpPr/>
            <p:nvPr/>
          </p:nvGrpSpPr>
          <p:grpSpPr>
            <a:xfrm>
              <a:off x="5038531" y="1334337"/>
              <a:ext cx="801104" cy="212365"/>
              <a:chOff x="0" y="0"/>
              <a:chExt cx="801102" cy="212363"/>
            </a:xfrm>
          </p:grpSpPr>
          <p:sp>
            <p:nvSpPr>
              <p:cNvPr id="8559" name="Shape 8559"/>
              <p:cNvSpPr/>
              <p:nvPr/>
            </p:nvSpPr>
            <p:spPr>
              <a:xfrm>
                <a:off x="-1" y="0"/>
                <a:ext cx="258625" cy="2123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569" y="21600"/>
                    </a:moveTo>
                    <a:cubicBezTo>
                      <a:pt x="0" y="0"/>
                      <a:pt x="0" y="0"/>
                      <a:pt x="0" y="0"/>
                    </a:cubicBezTo>
                    <a:cubicBezTo>
                      <a:pt x="2492" y="0"/>
                      <a:pt x="2492" y="0"/>
                      <a:pt x="2492" y="0"/>
                    </a:cubicBezTo>
                    <a:cubicBezTo>
                      <a:pt x="4569" y="11051"/>
                      <a:pt x="4569" y="11051"/>
                      <a:pt x="4569" y="11051"/>
                    </a:cubicBezTo>
                    <a:cubicBezTo>
                      <a:pt x="4985" y="13563"/>
                      <a:pt x="5400" y="16074"/>
                      <a:pt x="5815" y="18586"/>
                    </a:cubicBezTo>
                    <a:cubicBezTo>
                      <a:pt x="5815" y="18586"/>
                      <a:pt x="5815" y="18586"/>
                      <a:pt x="5815" y="18586"/>
                    </a:cubicBezTo>
                    <a:cubicBezTo>
                      <a:pt x="6231" y="16074"/>
                      <a:pt x="6646" y="13563"/>
                      <a:pt x="7477" y="11051"/>
                    </a:cubicBezTo>
                    <a:cubicBezTo>
                      <a:pt x="9554" y="0"/>
                      <a:pt x="9554" y="0"/>
                      <a:pt x="9554" y="0"/>
                    </a:cubicBezTo>
                    <a:cubicBezTo>
                      <a:pt x="12046" y="0"/>
                      <a:pt x="12046" y="0"/>
                      <a:pt x="12046" y="0"/>
                    </a:cubicBezTo>
                    <a:cubicBezTo>
                      <a:pt x="14123" y="11051"/>
                      <a:pt x="14123" y="11051"/>
                      <a:pt x="14123" y="11051"/>
                    </a:cubicBezTo>
                    <a:cubicBezTo>
                      <a:pt x="14538" y="13563"/>
                      <a:pt x="15369" y="16074"/>
                      <a:pt x="15369" y="18084"/>
                    </a:cubicBezTo>
                    <a:cubicBezTo>
                      <a:pt x="15369" y="18084"/>
                      <a:pt x="15369" y="18084"/>
                      <a:pt x="15369" y="18084"/>
                    </a:cubicBezTo>
                    <a:cubicBezTo>
                      <a:pt x="15785" y="16074"/>
                      <a:pt x="16200" y="13563"/>
                      <a:pt x="17031" y="11051"/>
                    </a:cubicBezTo>
                    <a:cubicBezTo>
                      <a:pt x="19108" y="0"/>
                      <a:pt x="19108" y="0"/>
                      <a:pt x="19108" y="0"/>
                    </a:cubicBezTo>
                    <a:cubicBezTo>
                      <a:pt x="21600" y="0"/>
                      <a:pt x="21600" y="0"/>
                      <a:pt x="21600" y="0"/>
                    </a:cubicBezTo>
                    <a:cubicBezTo>
                      <a:pt x="16615" y="21600"/>
                      <a:pt x="16615" y="21600"/>
                      <a:pt x="16615" y="21600"/>
                    </a:cubicBezTo>
                    <a:cubicBezTo>
                      <a:pt x="14123" y="21600"/>
                      <a:pt x="14123" y="21600"/>
                      <a:pt x="14123" y="21600"/>
                    </a:cubicBezTo>
                    <a:cubicBezTo>
                      <a:pt x="12046" y="10549"/>
                      <a:pt x="12046" y="10549"/>
                      <a:pt x="12046" y="10549"/>
                    </a:cubicBezTo>
                    <a:cubicBezTo>
                      <a:pt x="11631" y="7535"/>
                      <a:pt x="11215" y="5526"/>
                      <a:pt x="10800" y="3516"/>
                    </a:cubicBezTo>
                    <a:cubicBezTo>
                      <a:pt x="10800" y="3516"/>
                      <a:pt x="10800" y="3516"/>
                      <a:pt x="10800" y="3516"/>
                    </a:cubicBezTo>
                    <a:cubicBezTo>
                      <a:pt x="10385" y="5526"/>
                      <a:pt x="9969" y="7535"/>
                      <a:pt x="9554" y="10549"/>
                    </a:cubicBezTo>
                    <a:cubicBezTo>
                      <a:pt x="7062" y="21600"/>
                      <a:pt x="7062" y="21600"/>
                      <a:pt x="7062" y="21600"/>
                    </a:cubicBezTo>
                    <a:lnTo>
                      <a:pt x="4569" y="2160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0" name="Shape 8560"/>
              <p:cNvSpPr/>
              <p:nvPr/>
            </p:nvSpPr>
            <p:spPr>
              <a:xfrm>
                <a:off x="275443" y="0"/>
                <a:ext cx="258625" cy="2123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154" y="21600"/>
                    </a:moveTo>
                    <a:cubicBezTo>
                      <a:pt x="0" y="0"/>
                      <a:pt x="0" y="0"/>
                      <a:pt x="0" y="0"/>
                    </a:cubicBezTo>
                    <a:cubicBezTo>
                      <a:pt x="2077" y="0"/>
                      <a:pt x="2077" y="0"/>
                      <a:pt x="2077" y="0"/>
                    </a:cubicBezTo>
                    <a:cubicBezTo>
                      <a:pt x="4154" y="11051"/>
                      <a:pt x="4154" y="11051"/>
                      <a:pt x="4154" y="11051"/>
                    </a:cubicBezTo>
                    <a:cubicBezTo>
                      <a:pt x="4985" y="13563"/>
                      <a:pt x="5400" y="16074"/>
                      <a:pt x="5815" y="18586"/>
                    </a:cubicBezTo>
                    <a:cubicBezTo>
                      <a:pt x="5815" y="18586"/>
                      <a:pt x="5815" y="18586"/>
                      <a:pt x="5815" y="18586"/>
                    </a:cubicBezTo>
                    <a:cubicBezTo>
                      <a:pt x="5815" y="16074"/>
                      <a:pt x="6646" y="13563"/>
                      <a:pt x="7062" y="11051"/>
                    </a:cubicBezTo>
                    <a:cubicBezTo>
                      <a:pt x="9554" y="0"/>
                      <a:pt x="9554" y="0"/>
                      <a:pt x="9554" y="0"/>
                    </a:cubicBezTo>
                    <a:cubicBezTo>
                      <a:pt x="12046" y="0"/>
                      <a:pt x="12046" y="0"/>
                      <a:pt x="12046" y="0"/>
                    </a:cubicBezTo>
                    <a:cubicBezTo>
                      <a:pt x="14123" y="11051"/>
                      <a:pt x="14123" y="11051"/>
                      <a:pt x="14123" y="11051"/>
                    </a:cubicBezTo>
                    <a:cubicBezTo>
                      <a:pt x="14538" y="13563"/>
                      <a:pt x="14954" y="16074"/>
                      <a:pt x="15369" y="18084"/>
                    </a:cubicBezTo>
                    <a:cubicBezTo>
                      <a:pt x="15369" y="18084"/>
                      <a:pt x="15369" y="18084"/>
                      <a:pt x="15369" y="18084"/>
                    </a:cubicBezTo>
                    <a:cubicBezTo>
                      <a:pt x="15785" y="16074"/>
                      <a:pt x="16200" y="13563"/>
                      <a:pt x="16615" y="11051"/>
                    </a:cubicBezTo>
                    <a:cubicBezTo>
                      <a:pt x="19108" y="0"/>
                      <a:pt x="19108" y="0"/>
                      <a:pt x="19108" y="0"/>
                    </a:cubicBezTo>
                    <a:cubicBezTo>
                      <a:pt x="21600" y="0"/>
                      <a:pt x="21600" y="0"/>
                      <a:pt x="21600" y="0"/>
                    </a:cubicBezTo>
                    <a:cubicBezTo>
                      <a:pt x="16615" y="21600"/>
                      <a:pt x="16615" y="21600"/>
                      <a:pt x="16615" y="21600"/>
                    </a:cubicBezTo>
                    <a:cubicBezTo>
                      <a:pt x="14123" y="21600"/>
                      <a:pt x="14123" y="21600"/>
                      <a:pt x="14123" y="21600"/>
                    </a:cubicBezTo>
                    <a:cubicBezTo>
                      <a:pt x="11631" y="10549"/>
                      <a:pt x="11631" y="10549"/>
                      <a:pt x="11631" y="10549"/>
                    </a:cubicBezTo>
                    <a:cubicBezTo>
                      <a:pt x="11215" y="7535"/>
                      <a:pt x="10800" y="5526"/>
                      <a:pt x="10800" y="3516"/>
                    </a:cubicBezTo>
                    <a:cubicBezTo>
                      <a:pt x="10385" y="3516"/>
                      <a:pt x="10385" y="3516"/>
                      <a:pt x="10385" y="3516"/>
                    </a:cubicBezTo>
                    <a:cubicBezTo>
                      <a:pt x="10385" y="5526"/>
                      <a:pt x="9969" y="7535"/>
                      <a:pt x="9138" y="10549"/>
                    </a:cubicBezTo>
                    <a:cubicBezTo>
                      <a:pt x="6646" y="21600"/>
                      <a:pt x="6646" y="21600"/>
                      <a:pt x="6646" y="21600"/>
                    </a:cubicBezTo>
                    <a:lnTo>
                      <a:pt x="4154" y="2160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1" name="Shape 8561"/>
              <p:cNvSpPr/>
              <p:nvPr/>
            </p:nvSpPr>
            <p:spPr>
              <a:xfrm>
                <a:off x="542478" y="0"/>
                <a:ext cx="258625" cy="2123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569" y="21600"/>
                    </a:moveTo>
                    <a:cubicBezTo>
                      <a:pt x="0" y="0"/>
                      <a:pt x="0" y="0"/>
                      <a:pt x="0" y="0"/>
                    </a:cubicBezTo>
                    <a:cubicBezTo>
                      <a:pt x="2492" y="0"/>
                      <a:pt x="2492" y="0"/>
                      <a:pt x="2492" y="0"/>
                    </a:cubicBezTo>
                    <a:cubicBezTo>
                      <a:pt x="4569" y="11051"/>
                      <a:pt x="4569" y="11051"/>
                      <a:pt x="4569" y="11051"/>
                    </a:cubicBezTo>
                    <a:cubicBezTo>
                      <a:pt x="4985" y="13563"/>
                      <a:pt x="5400" y="16074"/>
                      <a:pt x="5815" y="18586"/>
                    </a:cubicBezTo>
                    <a:cubicBezTo>
                      <a:pt x="5815" y="18586"/>
                      <a:pt x="5815" y="18586"/>
                      <a:pt x="5815" y="18586"/>
                    </a:cubicBezTo>
                    <a:cubicBezTo>
                      <a:pt x="6231" y="16074"/>
                      <a:pt x="6646" y="13563"/>
                      <a:pt x="7477" y="11051"/>
                    </a:cubicBezTo>
                    <a:cubicBezTo>
                      <a:pt x="9554" y="0"/>
                      <a:pt x="9554" y="0"/>
                      <a:pt x="9554" y="0"/>
                    </a:cubicBezTo>
                    <a:cubicBezTo>
                      <a:pt x="12046" y="0"/>
                      <a:pt x="12046" y="0"/>
                      <a:pt x="12046" y="0"/>
                    </a:cubicBezTo>
                    <a:cubicBezTo>
                      <a:pt x="14123" y="11051"/>
                      <a:pt x="14123" y="11051"/>
                      <a:pt x="14123" y="11051"/>
                    </a:cubicBezTo>
                    <a:cubicBezTo>
                      <a:pt x="14954" y="13563"/>
                      <a:pt x="15369" y="16074"/>
                      <a:pt x="15369" y="18084"/>
                    </a:cubicBezTo>
                    <a:cubicBezTo>
                      <a:pt x="15369" y="18084"/>
                      <a:pt x="15369" y="18084"/>
                      <a:pt x="15369" y="18084"/>
                    </a:cubicBezTo>
                    <a:cubicBezTo>
                      <a:pt x="15785" y="16074"/>
                      <a:pt x="16615" y="13563"/>
                      <a:pt x="17031" y="11051"/>
                    </a:cubicBezTo>
                    <a:cubicBezTo>
                      <a:pt x="19108" y="0"/>
                      <a:pt x="19108" y="0"/>
                      <a:pt x="19108" y="0"/>
                    </a:cubicBezTo>
                    <a:cubicBezTo>
                      <a:pt x="21600" y="0"/>
                      <a:pt x="21600" y="0"/>
                      <a:pt x="21600" y="0"/>
                    </a:cubicBezTo>
                    <a:cubicBezTo>
                      <a:pt x="16615" y="21600"/>
                      <a:pt x="16615" y="21600"/>
                      <a:pt x="16615" y="21600"/>
                    </a:cubicBezTo>
                    <a:cubicBezTo>
                      <a:pt x="14123" y="21600"/>
                      <a:pt x="14123" y="21600"/>
                      <a:pt x="14123" y="21600"/>
                    </a:cubicBezTo>
                    <a:cubicBezTo>
                      <a:pt x="12046" y="10549"/>
                      <a:pt x="12046" y="10549"/>
                      <a:pt x="12046" y="10549"/>
                    </a:cubicBezTo>
                    <a:cubicBezTo>
                      <a:pt x="11631" y="7535"/>
                      <a:pt x="11215" y="5526"/>
                      <a:pt x="10800" y="3516"/>
                    </a:cubicBezTo>
                    <a:cubicBezTo>
                      <a:pt x="10800" y="3516"/>
                      <a:pt x="10800" y="3516"/>
                      <a:pt x="10800" y="3516"/>
                    </a:cubicBezTo>
                    <a:cubicBezTo>
                      <a:pt x="10385" y="5526"/>
                      <a:pt x="9969" y="7535"/>
                      <a:pt x="9554" y="10549"/>
                    </a:cubicBezTo>
                    <a:cubicBezTo>
                      <a:pt x="7062" y="21600"/>
                      <a:pt x="7062" y="21600"/>
                      <a:pt x="7062" y="21600"/>
                    </a:cubicBezTo>
                    <a:lnTo>
                      <a:pt x="4569" y="2160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571" name="Group 8571"/>
            <p:cNvGrpSpPr/>
            <p:nvPr/>
          </p:nvGrpSpPr>
          <p:grpSpPr>
            <a:xfrm>
              <a:off x="3815315" y="7799923"/>
              <a:ext cx="606633" cy="904133"/>
              <a:chOff x="0" y="0"/>
              <a:chExt cx="606632" cy="904131"/>
            </a:xfrm>
          </p:grpSpPr>
          <p:sp>
            <p:nvSpPr>
              <p:cNvPr id="8563" name="Shape 8563"/>
              <p:cNvSpPr/>
              <p:nvPr/>
            </p:nvSpPr>
            <p:spPr>
              <a:xfrm>
                <a:off x="284567" y="271335"/>
                <a:ext cx="36997" cy="90318"/>
              </a:xfrm>
              <a:custGeom>
                <a:avLst/>
                <a:gdLst/>
                <a:ahLst/>
                <a:cxnLst>
                  <a:cxn ang="0">
                    <a:pos x="wd2" y="hd2"/>
                  </a:cxn>
                  <a:cxn ang="5400000">
                    <a:pos x="wd2" y="hd2"/>
                  </a:cxn>
                  <a:cxn ang="10800000">
                    <a:pos x="wd2" y="hd2"/>
                  </a:cxn>
                  <a:cxn ang="16200000">
                    <a:pos x="wd2" y="hd2"/>
                  </a:cxn>
                </a:cxnLst>
                <a:rect l="0" t="0" r="r" b="b"/>
                <a:pathLst>
                  <a:path w="13573" h="17182" fill="norm" stroke="1" extrusionOk="0">
                    <a:moveTo>
                      <a:pt x="10350" y="12486"/>
                    </a:moveTo>
                    <a:cubicBezTo>
                      <a:pt x="21150" y="278"/>
                      <a:pt x="1350" y="-4418"/>
                      <a:pt x="1350" y="4973"/>
                    </a:cubicBezTo>
                    <a:cubicBezTo>
                      <a:pt x="-450" y="6852"/>
                      <a:pt x="-450" y="8730"/>
                      <a:pt x="1350" y="10608"/>
                    </a:cubicBezTo>
                    <a:cubicBezTo>
                      <a:pt x="1350" y="12486"/>
                      <a:pt x="1350" y="15304"/>
                      <a:pt x="3150" y="17182"/>
                    </a:cubicBezTo>
                    <a:cubicBezTo>
                      <a:pt x="6750" y="16243"/>
                      <a:pt x="8550" y="14365"/>
                      <a:pt x="10350" y="12486"/>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4" name="Shape 8564"/>
              <p:cNvSpPr/>
              <p:nvPr/>
            </p:nvSpPr>
            <p:spPr>
              <a:xfrm>
                <a:off x="151893" y="321703"/>
                <a:ext cx="36830" cy="50464"/>
              </a:xfrm>
              <a:custGeom>
                <a:avLst/>
                <a:gdLst/>
                <a:ahLst/>
                <a:cxnLst>
                  <a:cxn ang="0">
                    <a:pos x="wd2" y="hd2"/>
                  </a:cxn>
                  <a:cxn ang="5400000">
                    <a:pos x="wd2" y="hd2"/>
                  </a:cxn>
                  <a:cxn ang="10800000">
                    <a:pos x="wd2" y="hd2"/>
                  </a:cxn>
                  <a:cxn ang="16200000">
                    <a:pos x="wd2" y="hd2"/>
                  </a:cxn>
                </a:cxnLst>
                <a:rect l="0" t="0" r="r" b="b"/>
                <a:pathLst>
                  <a:path w="19912" h="21600" fill="norm" stroke="1" extrusionOk="0">
                    <a:moveTo>
                      <a:pt x="9112" y="17280"/>
                    </a:moveTo>
                    <a:cubicBezTo>
                      <a:pt x="11812" y="19440"/>
                      <a:pt x="14512" y="19440"/>
                      <a:pt x="19912" y="21600"/>
                    </a:cubicBezTo>
                    <a:cubicBezTo>
                      <a:pt x="14512" y="12960"/>
                      <a:pt x="9112" y="4320"/>
                      <a:pt x="1012" y="0"/>
                    </a:cubicBezTo>
                    <a:cubicBezTo>
                      <a:pt x="-1688" y="8640"/>
                      <a:pt x="1012" y="12960"/>
                      <a:pt x="9112" y="1728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5" name="Shape 8565"/>
              <p:cNvSpPr/>
              <p:nvPr/>
            </p:nvSpPr>
            <p:spPr>
              <a:xfrm>
                <a:off x="373754" y="391298"/>
                <a:ext cx="86564" cy="64973"/>
              </a:xfrm>
              <a:custGeom>
                <a:avLst/>
                <a:gdLst/>
                <a:ahLst/>
                <a:cxnLst>
                  <a:cxn ang="0">
                    <a:pos x="wd2" y="hd2"/>
                  </a:cxn>
                  <a:cxn ang="5400000">
                    <a:pos x="wd2" y="hd2"/>
                  </a:cxn>
                  <a:cxn ang="10800000">
                    <a:pos x="wd2" y="hd2"/>
                  </a:cxn>
                  <a:cxn ang="16200000">
                    <a:pos x="wd2" y="hd2"/>
                  </a:cxn>
                </a:cxnLst>
                <a:rect l="0" t="0" r="r" b="b"/>
                <a:pathLst>
                  <a:path w="19761" h="20226" fill="norm" stroke="1" extrusionOk="0">
                    <a:moveTo>
                      <a:pt x="6821" y="20226"/>
                    </a:moveTo>
                    <a:cubicBezTo>
                      <a:pt x="9095" y="20226"/>
                      <a:pt x="11368" y="18683"/>
                      <a:pt x="13642" y="17140"/>
                    </a:cubicBezTo>
                    <a:cubicBezTo>
                      <a:pt x="21600" y="10969"/>
                      <a:pt x="21600" y="4797"/>
                      <a:pt x="14779" y="169"/>
                    </a:cubicBezTo>
                    <a:cubicBezTo>
                      <a:pt x="9095" y="-1374"/>
                      <a:pt x="3411" y="7883"/>
                      <a:pt x="0" y="18683"/>
                    </a:cubicBezTo>
                    <a:cubicBezTo>
                      <a:pt x="2274" y="20226"/>
                      <a:pt x="4547" y="20226"/>
                      <a:pt x="6821" y="20226"/>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6" name="Shape 8566"/>
              <p:cNvSpPr/>
              <p:nvPr/>
            </p:nvSpPr>
            <p:spPr>
              <a:xfrm>
                <a:off x="232877" y="401603"/>
                <a:ext cx="115646" cy="2838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926"/>
                    </a:moveTo>
                    <a:cubicBezTo>
                      <a:pt x="17843" y="4547"/>
                      <a:pt x="14087" y="3411"/>
                      <a:pt x="12209" y="2653"/>
                    </a:cubicBezTo>
                    <a:cubicBezTo>
                      <a:pt x="11270" y="1895"/>
                      <a:pt x="9391" y="1137"/>
                      <a:pt x="8452" y="0"/>
                    </a:cubicBezTo>
                    <a:cubicBezTo>
                      <a:pt x="5635" y="379"/>
                      <a:pt x="2817" y="758"/>
                      <a:pt x="0" y="758"/>
                    </a:cubicBezTo>
                    <a:cubicBezTo>
                      <a:pt x="4696" y="7200"/>
                      <a:pt x="5635" y="14021"/>
                      <a:pt x="7513" y="20842"/>
                    </a:cubicBezTo>
                    <a:cubicBezTo>
                      <a:pt x="7513" y="20842"/>
                      <a:pt x="6574" y="21221"/>
                      <a:pt x="6574" y="21600"/>
                    </a:cubicBezTo>
                    <a:cubicBezTo>
                      <a:pt x="13148" y="21600"/>
                      <a:pt x="13148" y="21600"/>
                      <a:pt x="13148" y="21600"/>
                    </a:cubicBezTo>
                    <a:cubicBezTo>
                      <a:pt x="21600" y="21600"/>
                      <a:pt x="21600" y="21600"/>
                      <a:pt x="21600" y="21600"/>
                    </a:cubicBezTo>
                    <a:cubicBezTo>
                      <a:pt x="16904" y="15916"/>
                      <a:pt x="16904" y="10232"/>
                      <a:pt x="21600" y="4926"/>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7" name="Shape 8567"/>
              <p:cNvSpPr/>
              <p:nvPr/>
            </p:nvSpPr>
            <p:spPr>
              <a:xfrm>
                <a:off x="-1" y="0"/>
                <a:ext cx="606634" cy="686907"/>
              </a:xfrm>
              <a:custGeom>
                <a:avLst/>
                <a:gdLst/>
                <a:ahLst/>
                <a:cxnLst>
                  <a:cxn ang="0">
                    <a:pos x="wd2" y="hd2"/>
                  </a:cxn>
                  <a:cxn ang="5400000">
                    <a:pos x="wd2" y="hd2"/>
                  </a:cxn>
                  <a:cxn ang="10800000">
                    <a:pos x="wd2" y="hd2"/>
                  </a:cxn>
                  <a:cxn ang="16200000">
                    <a:pos x="wd2" y="hd2"/>
                  </a:cxn>
                </a:cxnLst>
                <a:rect l="0" t="0" r="r" b="b"/>
                <a:pathLst>
                  <a:path w="16443" h="21448" fill="norm" stroke="1" extrusionOk="0">
                    <a:moveTo>
                      <a:pt x="13756" y="2331"/>
                    </a:moveTo>
                    <a:cubicBezTo>
                      <a:pt x="12676" y="1243"/>
                      <a:pt x="11326" y="0"/>
                      <a:pt x="8221" y="0"/>
                    </a:cubicBezTo>
                    <a:cubicBezTo>
                      <a:pt x="5116" y="0"/>
                      <a:pt x="3766" y="1243"/>
                      <a:pt x="2686" y="2331"/>
                    </a:cubicBezTo>
                    <a:cubicBezTo>
                      <a:pt x="-2579" y="8391"/>
                      <a:pt x="1471" y="14607"/>
                      <a:pt x="1741" y="15384"/>
                    </a:cubicBezTo>
                    <a:cubicBezTo>
                      <a:pt x="2146" y="16006"/>
                      <a:pt x="3091" y="18337"/>
                      <a:pt x="3226" y="19891"/>
                    </a:cubicBezTo>
                    <a:cubicBezTo>
                      <a:pt x="3361" y="21600"/>
                      <a:pt x="3901" y="21445"/>
                      <a:pt x="3901" y="21445"/>
                    </a:cubicBezTo>
                    <a:cubicBezTo>
                      <a:pt x="6601" y="21445"/>
                      <a:pt x="6601" y="21445"/>
                      <a:pt x="6601" y="21445"/>
                    </a:cubicBezTo>
                    <a:cubicBezTo>
                      <a:pt x="6466" y="18647"/>
                      <a:pt x="6331" y="15695"/>
                      <a:pt x="5521" y="13053"/>
                    </a:cubicBezTo>
                    <a:cubicBezTo>
                      <a:pt x="5521" y="13053"/>
                      <a:pt x="5521" y="12898"/>
                      <a:pt x="5386" y="12898"/>
                    </a:cubicBezTo>
                    <a:cubicBezTo>
                      <a:pt x="5116" y="12742"/>
                      <a:pt x="4711" y="12587"/>
                      <a:pt x="4306" y="12432"/>
                    </a:cubicBezTo>
                    <a:cubicBezTo>
                      <a:pt x="3766" y="11965"/>
                      <a:pt x="2821" y="11188"/>
                      <a:pt x="3091" y="10256"/>
                    </a:cubicBezTo>
                    <a:cubicBezTo>
                      <a:pt x="3901" y="7459"/>
                      <a:pt x="5386" y="10101"/>
                      <a:pt x="5926" y="11499"/>
                    </a:cubicBezTo>
                    <a:cubicBezTo>
                      <a:pt x="5926" y="11655"/>
                      <a:pt x="5926" y="11810"/>
                      <a:pt x="6061" y="11965"/>
                    </a:cubicBezTo>
                    <a:cubicBezTo>
                      <a:pt x="6466" y="12121"/>
                      <a:pt x="6871" y="11965"/>
                      <a:pt x="7276" y="11810"/>
                    </a:cubicBezTo>
                    <a:cubicBezTo>
                      <a:pt x="6871" y="10256"/>
                      <a:pt x="6601" y="8081"/>
                      <a:pt x="7951" y="7459"/>
                    </a:cubicBezTo>
                    <a:cubicBezTo>
                      <a:pt x="8761" y="7148"/>
                      <a:pt x="9436" y="8391"/>
                      <a:pt x="9436" y="9168"/>
                    </a:cubicBezTo>
                    <a:cubicBezTo>
                      <a:pt x="9436" y="10256"/>
                      <a:pt x="8896" y="11344"/>
                      <a:pt x="8221" y="11965"/>
                    </a:cubicBezTo>
                    <a:cubicBezTo>
                      <a:pt x="8221" y="12121"/>
                      <a:pt x="8356" y="12276"/>
                      <a:pt x="8491" y="12432"/>
                    </a:cubicBezTo>
                    <a:cubicBezTo>
                      <a:pt x="8761" y="13053"/>
                      <a:pt x="9166" y="13519"/>
                      <a:pt x="9706" y="13830"/>
                    </a:cubicBezTo>
                    <a:cubicBezTo>
                      <a:pt x="9841" y="13519"/>
                      <a:pt x="9976" y="13209"/>
                      <a:pt x="10111" y="12898"/>
                    </a:cubicBezTo>
                    <a:cubicBezTo>
                      <a:pt x="10516" y="12276"/>
                      <a:pt x="11326" y="11188"/>
                      <a:pt x="12136" y="11344"/>
                    </a:cubicBezTo>
                    <a:cubicBezTo>
                      <a:pt x="12811" y="11499"/>
                      <a:pt x="13486" y="12432"/>
                      <a:pt x="13216" y="13209"/>
                    </a:cubicBezTo>
                    <a:cubicBezTo>
                      <a:pt x="12811" y="15073"/>
                      <a:pt x="11326" y="15384"/>
                      <a:pt x="9976" y="14918"/>
                    </a:cubicBezTo>
                    <a:cubicBezTo>
                      <a:pt x="9841" y="15229"/>
                      <a:pt x="9706" y="15540"/>
                      <a:pt x="9706" y="15695"/>
                    </a:cubicBezTo>
                    <a:cubicBezTo>
                      <a:pt x="9571" y="17560"/>
                      <a:pt x="9706" y="19424"/>
                      <a:pt x="10246" y="21134"/>
                    </a:cubicBezTo>
                    <a:cubicBezTo>
                      <a:pt x="10246" y="21134"/>
                      <a:pt x="10246" y="21289"/>
                      <a:pt x="10246" y="21445"/>
                    </a:cubicBezTo>
                    <a:cubicBezTo>
                      <a:pt x="12541" y="21445"/>
                      <a:pt x="12541" y="21445"/>
                      <a:pt x="12541" y="21445"/>
                    </a:cubicBezTo>
                    <a:cubicBezTo>
                      <a:pt x="12541" y="21445"/>
                      <a:pt x="13081" y="21600"/>
                      <a:pt x="13216" y="19891"/>
                    </a:cubicBezTo>
                    <a:cubicBezTo>
                      <a:pt x="13351" y="18337"/>
                      <a:pt x="14296" y="16006"/>
                      <a:pt x="14701" y="15384"/>
                    </a:cubicBezTo>
                    <a:cubicBezTo>
                      <a:pt x="14971" y="14607"/>
                      <a:pt x="19021" y="8391"/>
                      <a:pt x="13756" y="2331"/>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8" name="Shape 8568"/>
              <p:cNvSpPr/>
              <p:nvPr/>
            </p:nvSpPr>
            <p:spPr>
              <a:xfrm>
                <a:off x="134054" y="714895"/>
                <a:ext cx="349038" cy="60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49" y="0"/>
                    </a:moveTo>
                    <a:cubicBezTo>
                      <a:pt x="1851" y="0"/>
                      <a:pt x="1851" y="0"/>
                      <a:pt x="1851" y="0"/>
                    </a:cubicBezTo>
                    <a:cubicBezTo>
                      <a:pt x="926" y="0"/>
                      <a:pt x="0" y="5400"/>
                      <a:pt x="0" y="10800"/>
                    </a:cubicBezTo>
                    <a:cubicBezTo>
                      <a:pt x="0" y="18000"/>
                      <a:pt x="926" y="21600"/>
                      <a:pt x="1851" y="21600"/>
                    </a:cubicBezTo>
                    <a:cubicBezTo>
                      <a:pt x="19749" y="21600"/>
                      <a:pt x="19749" y="21600"/>
                      <a:pt x="19749" y="21600"/>
                    </a:cubicBezTo>
                    <a:cubicBezTo>
                      <a:pt x="20674" y="21600"/>
                      <a:pt x="21600" y="18000"/>
                      <a:pt x="21600" y="10800"/>
                    </a:cubicBezTo>
                    <a:cubicBezTo>
                      <a:pt x="21600" y="5400"/>
                      <a:pt x="20674" y="0"/>
                      <a:pt x="19749" y="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69" name="Shape 8569"/>
              <p:cNvSpPr/>
              <p:nvPr/>
            </p:nvSpPr>
            <p:spPr>
              <a:xfrm>
                <a:off x="144567" y="790589"/>
                <a:ext cx="328011" cy="546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64" y="0"/>
                    </a:moveTo>
                    <a:cubicBezTo>
                      <a:pt x="1964" y="0"/>
                      <a:pt x="1964" y="0"/>
                      <a:pt x="1964" y="0"/>
                    </a:cubicBezTo>
                    <a:cubicBezTo>
                      <a:pt x="982" y="0"/>
                      <a:pt x="0" y="5891"/>
                      <a:pt x="0" y="11782"/>
                    </a:cubicBezTo>
                    <a:cubicBezTo>
                      <a:pt x="0" y="17673"/>
                      <a:pt x="982" y="21600"/>
                      <a:pt x="1964" y="21600"/>
                    </a:cubicBezTo>
                    <a:cubicBezTo>
                      <a:pt x="19964" y="21600"/>
                      <a:pt x="19964" y="21600"/>
                      <a:pt x="19964" y="21600"/>
                    </a:cubicBezTo>
                    <a:cubicBezTo>
                      <a:pt x="20945" y="21600"/>
                      <a:pt x="21600" y="17673"/>
                      <a:pt x="21600" y="11782"/>
                    </a:cubicBezTo>
                    <a:cubicBezTo>
                      <a:pt x="21600" y="5891"/>
                      <a:pt x="20945" y="0"/>
                      <a:pt x="19964" y="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70" name="Shape 8570"/>
              <p:cNvSpPr/>
              <p:nvPr/>
            </p:nvSpPr>
            <p:spPr>
              <a:xfrm>
                <a:off x="218159" y="859977"/>
                <a:ext cx="180828" cy="441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0"/>
                    </a:moveTo>
                    <a:cubicBezTo>
                      <a:pt x="2400" y="0"/>
                      <a:pt x="2400" y="0"/>
                      <a:pt x="2400" y="0"/>
                    </a:cubicBezTo>
                    <a:cubicBezTo>
                      <a:pt x="1200" y="0"/>
                      <a:pt x="0" y="4800"/>
                      <a:pt x="0" y="9600"/>
                    </a:cubicBezTo>
                    <a:cubicBezTo>
                      <a:pt x="0" y="16800"/>
                      <a:pt x="1200" y="21600"/>
                      <a:pt x="2400" y="21600"/>
                    </a:cubicBezTo>
                    <a:cubicBezTo>
                      <a:pt x="19200" y="21600"/>
                      <a:pt x="19200" y="21600"/>
                      <a:pt x="19200" y="21600"/>
                    </a:cubicBezTo>
                    <a:cubicBezTo>
                      <a:pt x="20400" y="21600"/>
                      <a:pt x="21600" y="16800"/>
                      <a:pt x="21600" y="9600"/>
                    </a:cubicBezTo>
                    <a:cubicBezTo>
                      <a:pt x="21600" y="4800"/>
                      <a:pt x="20400" y="0"/>
                      <a:pt x="19200" y="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72" name="Shape 8572"/>
            <p:cNvSpPr/>
            <p:nvPr/>
          </p:nvSpPr>
          <p:spPr>
            <a:xfrm>
              <a:off x="3964088" y="2169081"/>
              <a:ext cx="542479" cy="7064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81" y="19479"/>
                  </a:moveTo>
                  <a:lnTo>
                    <a:pt x="11888" y="16329"/>
                  </a:lnTo>
                  <a:lnTo>
                    <a:pt x="19423" y="2764"/>
                  </a:lnTo>
                  <a:lnTo>
                    <a:pt x="8121" y="15107"/>
                  </a:lnTo>
                  <a:lnTo>
                    <a:pt x="0" y="12214"/>
                  </a:lnTo>
                  <a:lnTo>
                    <a:pt x="21600" y="0"/>
                  </a:lnTo>
                  <a:lnTo>
                    <a:pt x="21181" y="19479"/>
                  </a:lnTo>
                  <a:close/>
                  <a:moveTo>
                    <a:pt x="9126" y="21600"/>
                  </a:moveTo>
                  <a:lnTo>
                    <a:pt x="7702" y="16907"/>
                  </a:lnTo>
                  <a:lnTo>
                    <a:pt x="12893" y="18450"/>
                  </a:lnTo>
                  <a:lnTo>
                    <a:pt x="9126" y="21600"/>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75" name="Group 8575"/>
            <p:cNvGrpSpPr/>
            <p:nvPr/>
          </p:nvGrpSpPr>
          <p:grpSpPr>
            <a:xfrm>
              <a:off x="6829973" y="1695989"/>
              <a:ext cx="723307" cy="738023"/>
              <a:chOff x="0" y="0"/>
              <a:chExt cx="723305" cy="738022"/>
            </a:xfrm>
          </p:grpSpPr>
          <p:sp>
            <p:nvSpPr>
              <p:cNvPr id="8573" name="Shape 8573"/>
              <p:cNvSpPr/>
              <p:nvPr/>
            </p:nvSpPr>
            <p:spPr>
              <a:xfrm>
                <a:off x="0" y="235494"/>
                <a:ext cx="504633" cy="502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208" y="16253"/>
                    </a:moveTo>
                    <a:cubicBezTo>
                      <a:pt x="1925" y="17323"/>
                      <a:pt x="1925" y="17323"/>
                      <a:pt x="1925" y="17323"/>
                    </a:cubicBezTo>
                    <a:cubicBezTo>
                      <a:pt x="4491" y="19675"/>
                      <a:pt x="4491" y="19675"/>
                      <a:pt x="4491" y="19675"/>
                    </a:cubicBezTo>
                    <a:cubicBezTo>
                      <a:pt x="5560" y="18606"/>
                      <a:pt x="5560" y="18606"/>
                      <a:pt x="5560" y="18606"/>
                    </a:cubicBezTo>
                    <a:cubicBezTo>
                      <a:pt x="6630" y="19248"/>
                      <a:pt x="7913" y="19675"/>
                      <a:pt x="9196" y="19889"/>
                    </a:cubicBezTo>
                    <a:cubicBezTo>
                      <a:pt x="9196" y="21600"/>
                      <a:pt x="9196" y="21600"/>
                      <a:pt x="9196" y="21600"/>
                    </a:cubicBezTo>
                    <a:cubicBezTo>
                      <a:pt x="12618" y="21600"/>
                      <a:pt x="12618" y="21600"/>
                      <a:pt x="12618" y="21600"/>
                    </a:cubicBezTo>
                    <a:cubicBezTo>
                      <a:pt x="12618" y="19889"/>
                      <a:pt x="12618" y="19889"/>
                      <a:pt x="12618" y="19889"/>
                    </a:cubicBezTo>
                    <a:cubicBezTo>
                      <a:pt x="13901" y="19675"/>
                      <a:pt x="15184" y="19248"/>
                      <a:pt x="16040" y="18392"/>
                    </a:cubicBezTo>
                    <a:cubicBezTo>
                      <a:pt x="17323" y="19461"/>
                      <a:pt x="17323" y="19461"/>
                      <a:pt x="17323" y="19461"/>
                    </a:cubicBezTo>
                    <a:cubicBezTo>
                      <a:pt x="19675" y="17109"/>
                      <a:pt x="19675" y="17109"/>
                      <a:pt x="19675" y="17109"/>
                    </a:cubicBezTo>
                    <a:cubicBezTo>
                      <a:pt x="18606" y="16040"/>
                      <a:pt x="18606" y="16040"/>
                      <a:pt x="18606" y="16040"/>
                    </a:cubicBezTo>
                    <a:cubicBezTo>
                      <a:pt x="19248" y="14970"/>
                      <a:pt x="19675" y="13687"/>
                      <a:pt x="19889" y="12404"/>
                    </a:cubicBezTo>
                    <a:cubicBezTo>
                      <a:pt x="21600" y="12404"/>
                      <a:pt x="21600" y="12404"/>
                      <a:pt x="21600" y="12404"/>
                    </a:cubicBezTo>
                    <a:cubicBezTo>
                      <a:pt x="21600" y="8982"/>
                      <a:pt x="21600" y="8982"/>
                      <a:pt x="21600" y="8982"/>
                    </a:cubicBezTo>
                    <a:cubicBezTo>
                      <a:pt x="19889" y="8982"/>
                      <a:pt x="19889" y="8982"/>
                      <a:pt x="19889" y="8982"/>
                    </a:cubicBezTo>
                    <a:cubicBezTo>
                      <a:pt x="19675" y="7699"/>
                      <a:pt x="19034" y="6416"/>
                      <a:pt x="18392" y="5347"/>
                    </a:cubicBezTo>
                    <a:cubicBezTo>
                      <a:pt x="19461" y="4277"/>
                      <a:pt x="19461" y="4277"/>
                      <a:pt x="19461" y="4277"/>
                    </a:cubicBezTo>
                    <a:cubicBezTo>
                      <a:pt x="17109" y="1925"/>
                      <a:pt x="17109" y="1925"/>
                      <a:pt x="17109" y="1925"/>
                    </a:cubicBezTo>
                    <a:cubicBezTo>
                      <a:pt x="15826" y="2994"/>
                      <a:pt x="15826" y="2994"/>
                      <a:pt x="15826" y="2994"/>
                    </a:cubicBezTo>
                    <a:cubicBezTo>
                      <a:pt x="14756" y="2352"/>
                      <a:pt x="13687" y="1711"/>
                      <a:pt x="12404" y="1497"/>
                    </a:cubicBezTo>
                    <a:cubicBezTo>
                      <a:pt x="12190" y="0"/>
                      <a:pt x="12190" y="0"/>
                      <a:pt x="12190" y="0"/>
                    </a:cubicBezTo>
                    <a:cubicBezTo>
                      <a:pt x="8768" y="0"/>
                      <a:pt x="8768" y="0"/>
                      <a:pt x="8768" y="0"/>
                    </a:cubicBezTo>
                    <a:cubicBezTo>
                      <a:pt x="8982" y="1711"/>
                      <a:pt x="8982" y="1711"/>
                      <a:pt x="8982" y="1711"/>
                    </a:cubicBezTo>
                    <a:cubicBezTo>
                      <a:pt x="7485" y="1925"/>
                      <a:pt x="6416" y="2352"/>
                      <a:pt x="5347" y="3208"/>
                    </a:cubicBezTo>
                    <a:cubicBezTo>
                      <a:pt x="4277" y="2139"/>
                      <a:pt x="4277" y="2139"/>
                      <a:pt x="4277" y="2139"/>
                    </a:cubicBezTo>
                    <a:cubicBezTo>
                      <a:pt x="1711" y="4491"/>
                      <a:pt x="1711" y="4491"/>
                      <a:pt x="1711" y="4491"/>
                    </a:cubicBezTo>
                    <a:cubicBezTo>
                      <a:pt x="2994" y="5560"/>
                      <a:pt x="2994" y="5560"/>
                      <a:pt x="2994" y="5560"/>
                    </a:cubicBezTo>
                    <a:cubicBezTo>
                      <a:pt x="2139" y="6630"/>
                      <a:pt x="1711" y="7913"/>
                      <a:pt x="1497" y="9196"/>
                    </a:cubicBezTo>
                    <a:cubicBezTo>
                      <a:pt x="0" y="9196"/>
                      <a:pt x="0" y="9196"/>
                      <a:pt x="0" y="9196"/>
                    </a:cubicBezTo>
                    <a:cubicBezTo>
                      <a:pt x="0" y="12618"/>
                      <a:pt x="0" y="12618"/>
                      <a:pt x="0" y="12618"/>
                    </a:cubicBezTo>
                    <a:cubicBezTo>
                      <a:pt x="1497" y="12618"/>
                      <a:pt x="1497" y="12618"/>
                      <a:pt x="1497" y="12618"/>
                    </a:cubicBezTo>
                    <a:cubicBezTo>
                      <a:pt x="1925" y="13901"/>
                      <a:pt x="2352" y="15184"/>
                      <a:pt x="3208" y="16253"/>
                    </a:cubicBezTo>
                    <a:moveTo>
                      <a:pt x="10693" y="3850"/>
                    </a:moveTo>
                    <a:cubicBezTo>
                      <a:pt x="14543" y="3850"/>
                      <a:pt x="17537" y="6844"/>
                      <a:pt x="17537" y="10693"/>
                    </a:cubicBezTo>
                    <a:cubicBezTo>
                      <a:pt x="17750" y="14543"/>
                      <a:pt x="14543" y="17537"/>
                      <a:pt x="10907" y="17750"/>
                    </a:cubicBezTo>
                    <a:cubicBezTo>
                      <a:pt x="7057" y="17750"/>
                      <a:pt x="3850" y="14756"/>
                      <a:pt x="3850" y="10907"/>
                    </a:cubicBezTo>
                    <a:cubicBezTo>
                      <a:pt x="3850" y="7057"/>
                      <a:pt x="6844" y="3850"/>
                      <a:pt x="10693" y="3850"/>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74" name="Shape 8574"/>
              <p:cNvSpPr/>
              <p:nvPr/>
            </p:nvSpPr>
            <p:spPr>
              <a:xfrm>
                <a:off x="378474" y="-1"/>
                <a:ext cx="344832" cy="344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35" y="9078"/>
                    </a:moveTo>
                    <a:cubicBezTo>
                      <a:pt x="21600" y="8139"/>
                      <a:pt x="21600" y="8139"/>
                      <a:pt x="21600" y="8139"/>
                    </a:cubicBezTo>
                    <a:cubicBezTo>
                      <a:pt x="19722" y="4696"/>
                      <a:pt x="19722" y="4696"/>
                      <a:pt x="19722" y="4696"/>
                    </a:cubicBezTo>
                    <a:cubicBezTo>
                      <a:pt x="18470" y="5322"/>
                      <a:pt x="18470" y="5322"/>
                      <a:pt x="18470" y="5322"/>
                    </a:cubicBezTo>
                    <a:cubicBezTo>
                      <a:pt x="17843" y="4383"/>
                      <a:pt x="16904" y="3757"/>
                      <a:pt x="15965" y="3130"/>
                    </a:cubicBezTo>
                    <a:cubicBezTo>
                      <a:pt x="16591" y="1565"/>
                      <a:pt x="16591" y="1565"/>
                      <a:pt x="16591" y="1565"/>
                    </a:cubicBezTo>
                    <a:cubicBezTo>
                      <a:pt x="12835" y="0"/>
                      <a:pt x="12835" y="0"/>
                      <a:pt x="12835" y="0"/>
                    </a:cubicBezTo>
                    <a:cubicBezTo>
                      <a:pt x="12209" y="1565"/>
                      <a:pt x="12209" y="1565"/>
                      <a:pt x="12209" y="1565"/>
                    </a:cubicBezTo>
                    <a:cubicBezTo>
                      <a:pt x="11270" y="1252"/>
                      <a:pt x="10017" y="1565"/>
                      <a:pt x="9078" y="1565"/>
                    </a:cubicBezTo>
                    <a:cubicBezTo>
                      <a:pt x="8452" y="313"/>
                      <a:pt x="8452" y="313"/>
                      <a:pt x="8452" y="313"/>
                    </a:cubicBezTo>
                    <a:cubicBezTo>
                      <a:pt x="4696" y="1878"/>
                      <a:pt x="4696" y="1878"/>
                      <a:pt x="4696" y="1878"/>
                    </a:cubicBezTo>
                    <a:cubicBezTo>
                      <a:pt x="5322" y="3130"/>
                      <a:pt x="5322" y="3130"/>
                      <a:pt x="5322" y="3130"/>
                    </a:cubicBezTo>
                    <a:cubicBezTo>
                      <a:pt x="4383" y="4070"/>
                      <a:pt x="3757" y="4696"/>
                      <a:pt x="3130" y="5635"/>
                    </a:cubicBezTo>
                    <a:cubicBezTo>
                      <a:pt x="1565" y="5009"/>
                      <a:pt x="1565" y="5009"/>
                      <a:pt x="1565" y="5009"/>
                    </a:cubicBezTo>
                    <a:cubicBezTo>
                      <a:pt x="0" y="8765"/>
                      <a:pt x="0" y="8765"/>
                      <a:pt x="0" y="8765"/>
                    </a:cubicBezTo>
                    <a:cubicBezTo>
                      <a:pt x="1565" y="9391"/>
                      <a:pt x="1565" y="9391"/>
                      <a:pt x="1565" y="9391"/>
                    </a:cubicBezTo>
                    <a:cubicBezTo>
                      <a:pt x="1565" y="10330"/>
                      <a:pt x="1565" y="11583"/>
                      <a:pt x="1565" y="12522"/>
                    </a:cubicBezTo>
                    <a:cubicBezTo>
                      <a:pt x="313" y="13461"/>
                      <a:pt x="313" y="13461"/>
                      <a:pt x="313" y="13461"/>
                    </a:cubicBezTo>
                    <a:cubicBezTo>
                      <a:pt x="1878" y="16904"/>
                      <a:pt x="1878" y="16904"/>
                      <a:pt x="1878" y="16904"/>
                    </a:cubicBezTo>
                    <a:cubicBezTo>
                      <a:pt x="3443" y="16278"/>
                      <a:pt x="3443" y="16278"/>
                      <a:pt x="3443" y="16278"/>
                    </a:cubicBezTo>
                    <a:cubicBezTo>
                      <a:pt x="4070" y="17217"/>
                      <a:pt x="4696" y="17843"/>
                      <a:pt x="5635" y="18470"/>
                    </a:cubicBezTo>
                    <a:cubicBezTo>
                      <a:pt x="5009" y="20035"/>
                      <a:pt x="5009" y="20035"/>
                      <a:pt x="5009" y="20035"/>
                    </a:cubicBezTo>
                    <a:cubicBezTo>
                      <a:pt x="8765" y="21600"/>
                      <a:pt x="8765" y="21600"/>
                      <a:pt x="8765" y="21600"/>
                    </a:cubicBezTo>
                    <a:cubicBezTo>
                      <a:pt x="9391" y="20035"/>
                      <a:pt x="9391" y="20035"/>
                      <a:pt x="9391" y="20035"/>
                    </a:cubicBezTo>
                    <a:cubicBezTo>
                      <a:pt x="10643" y="20035"/>
                      <a:pt x="11583" y="20035"/>
                      <a:pt x="12835" y="20035"/>
                    </a:cubicBezTo>
                    <a:cubicBezTo>
                      <a:pt x="13461" y="21287"/>
                      <a:pt x="13461" y="21287"/>
                      <a:pt x="13461" y="21287"/>
                    </a:cubicBezTo>
                    <a:cubicBezTo>
                      <a:pt x="16904" y="19722"/>
                      <a:pt x="16904" y="19722"/>
                      <a:pt x="16904" y="19722"/>
                    </a:cubicBezTo>
                    <a:cubicBezTo>
                      <a:pt x="16278" y="18157"/>
                      <a:pt x="16278" y="18157"/>
                      <a:pt x="16278" y="18157"/>
                    </a:cubicBezTo>
                    <a:cubicBezTo>
                      <a:pt x="17217" y="17530"/>
                      <a:pt x="18157" y="16904"/>
                      <a:pt x="18470" y="15965"/>
                    </a:cubicBezTo>
                    <a:cubicBezTo>
                      <a:pt x="20035" y="16591"/>
                      <a:pt x="20035" y="16591"/>
                      <a:pt x="20035" y="16591"/>
                    </a:cubicBezTo>
                    <a:cubicBezTo>
                      <a:pt x="21600" y="12835"/>
                      <a:pt x="21600" y="12835"/>
                      <a:pt x="21600" y="12835"/>
                    </a:cubicBezTo>
                    <a:cubicBezTo>
                      <a:pt x="20035" y="12209"/>
                      <a:pt x="20035" y="12209"/>
                      <a:pt x="20035" y="12209"/>
                    </a:cubicBezTo>
                    <a:cubicBezTo>
                      <a:pt x="20348" y="10957"/>
                      <a:pt x="20035" y="10017"/>
                      <a:pt x="20035" y="9078"/>
                    </a:cubicBezTo>
                    <a:moveTo>
                      <a:pt x="13461" y="16591"/>
                    </a:moveTo>
                    <a:cubicBezTo>
                      <a:pt x="12522" y="16904"/>
                      <a:pt x="11896" y="16904"/>
                      <a:pt x="10957" y="16904"/>
                    </a:cubicBezTo>
                    <a:cubicBezTo>
                      <a:pt x="8452" y="17217"/>
                      <a:pt x="6261" y="15652"/>
                      <a:pt x="5009" y="13461"/>
                    </a:cubicBezTo>
                    <a:cubicBezTo>
                      <a:pt x="3757" y="10330"/>
                      <a:pt x="5009" y="6574"/>
                      <a:pt x="8139" y="5009"/>
                    </a:cubicBezTo>
                    <a:cubicBezTo>
                      <a:pt x="9078" y="4696"/>
                      <a:pt x="10017" y="4696"/>
                      <a:pt x="10643" y="4383"/>
                    </a:cubicBezTo>
                    <a:cubicBezTo>
                      <a:pt x="13148" y="4383"/>
                      <a:pt x="15652" y="5948"/>
                      <a:pt x="16591" y="8139"/>
                    </a:cubicBezTo>
                    <a:cubicBezTo>
                      <a:pt x="17843" y="11270"/>
                      <a:pt x="16591" y="15026"/>
                      <a:pt x="13461" y="16591"/>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76" name="Shape 8576"/>
            <p:cNvSpPr/>
            <p:nvPr/>
          </p:nvSpPr>
          <p:spPr>
            <a:xfrm>
              <a:off x="6571313" y="7849775"/>
              <a:ext cx="508106" cy="606220"/>
            </a:xfrm>
            <a:custGeom>
              <a:avLst/>
              <a:gdLst/>
              <a:ahLst/>
              <a:cxnLst>
                <a:cxn ang="0">
                  <a:pos x="wd2" y="hd2"/>
                </a:cxn>
                <a:cxn ang="5400000">
                  <a:pos x="wd2" y="hd2"/>
                </a:cxn>
                <a:cxn ang="10800000">
                  <a:pos x="wd2" y="hd2"/>
                </a:cxn>
                <a:cxn ang="16200000">
                  <a:pos x="wd2" y="hd2"/>
                </a:cxn>
              </a:cxnLst>
              <a:rect l="0" t="0" r="r" b="b"/>
              <a:pathLst>
                <a:path w="20076" h="20285" fill="norm" stroke="1" extrusionOk="0">
                  <a:moveTo>
                    <a:pt x="13196" y="17926"/>
                  </a:moveTo>
                  <a:cubicBezTo>
                    <a:pt x="19283" y="8455"/>
                    <a:pt x="19283" y="8455"/>
                    <a:pt x="19283" y="8455"/>
                  </a:cubicBezTo>
                  <a:cubicBezTo>
                    <a:pt x="20854" y="5631"/>
                    <a:pt x="20069" y="2806"/>
                    <a:pt x="17123" y="1477"/>
                  </a:cubicBezTo>
                  <a:cubicBezTo>
                    <a:pt x="14963" y="480"/>
                    <a:pt x="14963" y="480"/>
                    <a:pt x="14963" y="480"/>
                  </a:cubicBezTo>
                  <a:cubicBezTo>
                    <a:pt x="12214" y="-683"/>
                    <a:pt x="9072" y="314"/>
                    <a:pt x="7305" y="2972"/>
                  </a:cubicBezTo>
                  <a:cubicBezTo>
                    <a:pt x="629" y="13772"/>
                    <a:pt x="629" y="13772"/>
                    <a:pt x="629" y="13772"/>
                  </a:cubicBezTo>
                  <a:cubicBezTo>
                    <a:pt x="-746" y="15932"/>
                    <a:pt x="236" y="18591"/>
                    <a:pt x="2592" y="19754"/>
                  </a:cubicBezTo>
                  <a:cubicBezTo>
                    <a:pt x="2789" y="19754"/>
                    <a:pt x="2789" y="19754"/>
                    <a:pt x="2789" y="19754"/>
                  </a:cubicBezTo>
                  <a:cubicBezTo>
                    <a:pt x="5341" y="20917"/>
                    <a:pt x="8483" y="20086"/>
                    <a:pt x="9858" y="18092"/>
                  </a:cubicBezTo>
                  <a:cubicBezTo>
                    <a:pt x="14570" y="10615"/>
                    <a:pt x="14570" y="10615"/>
                    <a:pt x="14570" y="10615"/>
                  </a:cubicBezTo>
                  <a:cubicBezTo>
                    <a:pt x="15552" y="8954"/>
                    <a:pt x="14767" y="7126"/>
                    <a:pt x="12999" y="6295"/>
                  </a:cubicBezTo>
                  <a:cubicBezTo>
                    <a:pt x="12803" y="6129"/>
                    <a:pt x="12803" y="6129"/>
                    <a:pt x="12803" y="6129"/>
                  </a:cubicBezTo>
                  <a:cubicBezTo>
                    <a:pt x="11036" y="5299"/>
                    <a:pt x="8876" y="5963"/>
                    <a:pt x="7894" y="7625"/>
                  </a:cubicBezTo>
                  <a:cubicBezTo>
                    <a:pt x="3967" y="13772"/>
                    <a:pt x="3967" y="13772"/>
                    <a:pt x="3967" y="13772"/>
                  </a:cubicBezTo>
                  <a:cubicBezTo>
                    <a:pt x="5734" y="14603"/>
                    <a:pt x="5734" y="14603"/>
                    <a:pt x="5734" y="14603"/>
                  </a:cubicBezTo>
                  <a:cubicBezTo>
                    <a:pt x="9661" y="8289"/>
                    <a:pt x="9661" y="8289"/>
                    <a:pt x="9661" y="8289"/>
                  </a:cubicBezTo>
                  <a:cubicBezTo>
                    <a:pt x="10054" y="7625"/>
                    <a:pt x="10839" y="7126"/>
                    <a:pt x="11821" y="7625"/>
                  </a:cubicBezTo>
                  <a:cubicBezTo>
                    <a:pt x="12214" y="7791"/>
                    <a:pt x="12214" y="7791"/>
                    <a:pt x="12214" y="7791"/>
                  </a:cubicBezTo>
                  <a:cubicBezTo>
                    <a:pt x="12999" y="8123"/>
                    <a:pt x="13196" y="8954"/>
                    <a:pt x="12803" y="9785"/>
                  </a:cubicBezTo>
                  <a:cubicBezTo>
                    <a:pt x="8090" y="17095"/>
                    <a:pt x="8090" y="17095"/>
                    <a:pt x="8090" y="17095"/>
                  </a:cubicBezTo>
                  <a:cubicBezTo>
                    <a:pt x="7305" y="18425"/>
                    <a:pt x="5341" y="19089"/>
                    <a:pt x="3770" y="18259"/>
                  </a:cubicBezTo>
                  <a:cubicBezTo>
                    <a:pt x="2789" y="17926"/>
                    <a:pt x="2199" y="17262"/>
                    <a:pt x="2003" y="16431"/>
                  </a:cubicBezTo>
                  <a:cubicBezTo>
                    <a:pt x="1807" y="15766"/>
                    <a:pt x="2003" y="14935"/>
                    <a:pt x="2789" y="13772"/>
                  </a:cubicBezTo>
                  <a:cubicBezTo>
                    <a:pt x="9072" y="3803"/>
                    <a:pt x="9072" y="3803"/>
                    <a:pt x="9072" y="3803"/>
                  </a:cubicBezTo>
                  <a:cubicBezTo>
                    <a:pt x="10447" y="1477"/>
                    <a:pt x="12607" y="1311"/>
                    <a:pt x="13981" y="1975"/>
                  </a:cubicBezTo>
                  <a:cubicBezTo>
                    <a:pt x="16338" y="2972"/>
                    <a:pt x="16338" y="2972"/>
                    <a:pt x="16338" y="2972"/>
                  </a:cubicBezTo>
                  <a:cubicBezTo>
                    <a:pt x="18498" y="3969"/>
                    <a:pt x="18498" y="5963"/>
                    <a:pt x="17516" y="7625"/>
                  </a:cubicBezTo>
                  <a:cubicBezTo>
                    <a:pt x="11429" y="17262"/>
                    <a:pt x="11429" y="17262"/>
                    <a:pt x="11429" y="17262"/>
                  </a:cubicBezTo>
                  <a:lnTo>
                    <a:pt x="13196" y="17926"/>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79" name="Group 8579"/>
            <p:cNvGrpSpPr/>
            <p:nvPr/>
          </p:nvGrpSpPr>
          <p:grpSpPr>
            <a:xfrm>
              <a:off x="2121099" y="3668258"/>
              <a:ext cx="495204" cy="685459"/>
              <a:chOff x="0" y="0"/>
              <a:chExt cx="495202" cy="685458"/>
            </a:xfrm>
          </p:grpSpPr>
          <p:sp>
            <p:nvSpPr>
              <p:cNvPr id="8577" name="Shape 8577"/>
              <p:cNvSpPr/>
              <p:nvPr/>
            </p:nvSpPr>
            <p:spPr>
              <a:xfrm>
                <a:off x="-1" y="0"/>
                <a:ext cx="232915" cy="685459"/>
              </a:xfrm>
              <a:custGeom>
                <a:avLst/>
                <a:gdLst/>
                <a:ahLst/>
                <a:cxnLst>
                  <a:cxn ang="0">
                    <a:pos x="wd2" y="hd2"/>
                  </a:cxn>
                  <a:cxn ang="5400000">
                    <a:pos x="wd2" y="hd2"/>
                  </a:cxn>
                  <a:cxn ang="10800000">
                    <a:pos x="wd2" y="hd2"/>
                  </a:cxn>
                  <a:cxn ang="16200000">
                    <a:pos x="wd2" y="hd2"/>
                  </a:cxn>
                </a:cxnLst>
                <a:rect l="0" t="0" r="r" b="b"/>
                <a:pathLst>
                  <a:path w="20988" h="21600" fill="norm" stroke="1" extrusionOk="0">
                    <a:moveTo>
                      <a:pt x="2419" y="2504"/>
                    </a:moveTo>
                    <a:cubicBezTo>
                      <a:pt x="1519" y="3443"/>
                      <a:pt x="169" y="4383"/>
                      <a:pt x="169" y="5322"/>
                    </a:cubicBezTo>
                    <a:cubicBezTo>
                      <a:pt x="-281" y="6104"/>
                      <a:pt x="169" y="6730"/>
                      <a:pt x="1519" y="7513"/>
                    </a:cubicBezTo>
                    <a:cubicBezTo>
                      <a:pt x="2869" y="8296"/>
                      <a:pt x="5119" y="9391"/>
                      <a:pt x="7369" y="9861"/>
                    </a:cubicBezTo>
                    <a:cubicBezTo>
                      <a:pt x="7369" y="21600"/>
                      <a:pt x="7369" y="21600"/>
                      <a:pt x="7369" y="21600"/>
                    </a:cubicBezTo>
                    <a:cubicBezTo>
                      <a:pt x="13219" y="21600"/>
                      <a:pt x="13219" y="21600"/>
                      <a:pt x="13219" y="21600"/>
                    </a:cubicBezTo>
                    <a:cubicBezTo>
                      <a:pt x="13219" y="9861"/>
                      <a:pt x="13219" y="9861"/>
                      <a:pt x="13219" y="9861"/>
                    </a:cubicBezTo>
                    <a:cubicBezTo>
                      <a:pt x="15919" y="9391"/>
                      <a:pt x="18169" y="8296"/>
                      <a:pt x="19519" y="7513"/>
                    </a:cubicBezTo>
                    <a:cubicBezTo>
                      <a:pt x="20419" y="6730"/>
                      <a:pt x="21319" y="6104"/>
                      <a:pt x="20869" y="5322"/>
                    </a:cubicBezTo>
                    <a:cubicBezTo>
                      <a:pt x="20419" y="4383"/>
                      <a:pt x="19519" y="3443"/>
                      <a:pt x="18619" y="2504"/>
                    </a:cubicBezTo>
                    <a:cubicBezTo>
                      <a:pt x="18169" y="1878"/>
                      <a:pt x="16369" y="157"/>
                      <a:pt x="14119" y="0"/>
                    </a:cubicBezTo>
                    <a:cubicBezTo>
                      <a:pt x="15469" y="5165"/>
                      <a:pt x="15469" y="5165"/>
                      <a:pt x="15469" y="5165"/>
                    </a:cubicBezTo>
                    <a:cubicBezTo>
                      <a:pt x="13669" y="5165"/>
                      <a:pt x="13669" y="5165"/>
                      <a:pt x="13669" y="5165"/>
                    </a:cubicBezTo>
                    <a:cubicBezTo>
                      <a:pt x="11869" y="0"/>
                      <a:pt x="11869" y="0"/>
                      <a:pt x="11869" y="0"/>
                    </a:cubicBezTo>
                    <a:cubicBezTo>
                      <a:pt x="10519" y="0"/>
                      <a:pt x="10519" y="0"/>
                      <a:pt x="10519" y="0"/>
                    </a:cubicBezTo>
                    <a:cubicBezTo>
                      <a:pt x="8719" y="0"/>
                      <a:pt x="8719" y="0"/>
                      <a:pt x="8719" y="0"/>
                    </a:cubicBezTo>
                    <a:cubicBezTo>
                      <a:pt x="7369" y="5165"/>
                      <a:pt x="7369" y="5165"/>
                      <a:pt x="7369" y="5165"/>
                    </a:cubicBezTo>
                    <a:cubicBezTo>
                      <a:pt x="5569" y="5165"/>
                      <a:pt x="5569" y="5165"/>
                      <a:pt x="5569" y="5165"/>
                    </a:cubicBezTo>
                    <a:cubicBezTo>
                      <a:pt x="6919" y="0"/>
                      <a:pt x="6919" y="0"/>
                      <a:pt x="6919" y="0"/>
                    </a:cubicBezTo>
                    <a:cubicBezTo>
                      <a:pt x="4219" y="157"/>
                      <a:pt x="2869" y="1878"/>
                      <a:pt x="2419" y="2504"/>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78" name="Shape 8578"/>
              <p:cNvSpPr/>
              <p:nvPr/>
            </p:nvSpPr>
            <p:spPr>
              <a:xfrm>
                <a:off x="339608" y="0"/>
                <a:ext cx="155595" cy="6854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104"/>
                    </a:moveTo>
                    <a:cubicBezTo>
                      <a:pt x="0" y="11426"/>
                      <a:pt x="9755" y="12052"/>
                      <a:pt x="12542" y="12052"/>
                    </a:cubicBezTo>
                    <a:cubicBezTo>
                      <a:pt x="12542" y="21600"/>
                      <a:pt x="12542" y="21600"/>
                      <a:pt x="12542" y="21600"/>
                    </a:cubicBezTo>
                    <a:cubicBezTo>
                      <a:pt x="21600" y="21600"/>
                      <a:pt x="21600" y="21600"/>
                      <a:pt x="21600" y="21600"/>
                    </a:cubicBezTo>
                    <a:cubicBezTo>
                      <a:pt x="21600" y="0"/>
                      <a:pt x="21600" y="0"/>
                      <a:pt x="21600" y="0"/>
                    </a:cubicBezTo>
                    <a:cubicBezTo>
                      <a:pt x="12542" y="0"/>
                      <a:pt x="12542" y="0"/>
                      <a:pt x="12542" y="0"/>
                    </a:cubicBezTo>
                    <a:cubicBezTo>
                      <a:pt x="12542" y="0"/>
                      <a:pt x="0" y="0"/>
                      <a:pt x="0" y="6104"/>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585" name="Group 8585"/>
            <p:cNvGrpSpPr/>
            <p:nvPr/>
          </p:nvGrpSpPr>
          <p:grpSpPr>
            <a:xfrm>
              <a:off x="6194978" y="2463449"/>
              <a:ext cx="645509" cy="626584"/>
              <a:chOff x="0" y="0"/>
              <a:chExt cx="645507" cy="626583"/>
            </a:xfrm>
          </p:grpSpPr>
          <p:sp>
            <p:nvSpPr>
              <p:cNvPr id="8580" name="Shape 8580"/>
              <p:cNvSpPr/>
              <p:nvPr/>
            </p:nvSpPr>
            <p:spPr>
              <a:xfrm>
                <a:off x="0" y="0"/>
                <a:ext cx="645508" cy="397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820"/>
                    </a:moveTo>
                    <a:cubicBezTo>
                      <a:pt x="21600" y="15660"/>
                      <a:pt x="20603" y="14040"/>
                      <a:pt x="19274" y="14040"/>
                    </a:cubicBezTo>
                    <a:cubicBezTo>
                      <a:pt x="19606" y="12960"/>
                      <a:pt x="19606" y="11880"/>
                      <a:pt x="19606" y="10800"/>
                    </a:cubicBezTo>
                    <a:cubicBezTo>
                      <a:pt x="19606" y="4860"/>
                      <a:pt x="16615" y="0"/>
                      <a:pt x="12960" y="0"/>
                    </a:cubicBezTo>
                    <a:cubicBezTo>
                      <a:pt x="9305" y="0"/>
                      <a:pt x="6314" y="4860"/>
                      <a:pt x="6314" y="10530"/>
                    </a:cubicBezTo>
                    <a:cubicBezTo>
                      <a:pt x="5649" y="9720"/>
                      <a:pt x="4818" y="9180"/>
                      <a:pt x="3822" y="9180"/>
                    </a:cubicBezTo>
                    <a:cubicBezTo>
                      <a:pt x="1662" y="9180"/>
                      <a:pt x="0" y="11880"/>
                      <a:pt x="0" y="15390"/>
                    </a:cubicBezTo>
                    <a:cubicBezTo>
                      <a:pt x="0" y="18900"/>
                      <a:pt x="1662" y="21600"/>
                      <a:pt x="3822" y="21600"/>
                    </a:cubicBezTo>
                    <a:cubicBezTo>
                      <a:pt x="12628" y="21600"/>
                      <a:pt x="12628" y="21600"/>
                      <a:pt x="12628" y="21600"/>
                    </a:cubicBezTo>
                    <a:cubicBezTo>
                      <a:pt x="12960" y="21600"/>
                      <a:pt x="12960" y="21600"/>
                      <a:pt x="12960" y="21600"/>
                    </a:cubicBezTo>
                    <a:cubicBezTo>
                      <a:pt x="19274" y="21600"/>
                      <a:pt x="19274" y="21600"/>
                      <a:pt x="19274" y="21600"/>
                    </a:cubicBezTo>
                    <a:cubicBezTo>
                      <a:pt x="20603" y="21600"/>
                      <a:pt x="21600" y="19980"/>
                      <a:pt x="21600" y="17820"/>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81" name="Shape 8581"/>
              <p:cNvSpPr/>
              <p:nvPr/>
            </p:nvSpPr>
            <p:spPr>
              <a:xfrm>
                <a:off x="92515" y="437347"/>
                <a:ext cx="56771" cy="119849"/>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82" name="Shape 8582"/>
              <p:cNvSpPr/>
              <p:nvPr/>
            </p:nvSpPr>
            <p:spPr>
              <a:xfrm>
                <a:off x="227084" y="502529"/>
                <a:ext cx="54669" cy="124055"/>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83" name="Shape 8583"/>
              <p:cNvSpPr/>
              <p:nvPr/>
            </p:nvSpPr>
            <p:spPr>
              <a:xfrm>
                <a:off x="361652" y="437347"/>
                <a:ext cx="54669" cy="119849"/>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84" name="Shape 8584"/>
              <p:cNvSpPr/>
              <p:nvPr/>
            </p:nvSpPr>
            <p:spPr>
              <a:xfrm>
                <a:off x="496220" y="502529"/>
                <a:ext cx="60977" cy="124055"/>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86" name="Shape 8586"/>
            <p:cNvSpPr/>
            <p:nvPr/>
          </p:nvSpPr>
          <p:spPr>
            <a:xfrm>
              <a:off x="8348071" y="2867153"/>
              <a:ext cx="513043" cy="4226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82" y="0"/>
                  </a:moveTo>
                  <a:lnTo>
                    <a:pt x="7790" y="12143"/>
                  </a:lnTo>
                  <a:lnTo>
                    <a:pt x="3984" y="7630"/>
                  </a:lnTo>
                  <a:lnTo>
                    <a:pt x="0" y="12466"/>
                  </a:lnTo>
                  <a:lnTo>
                    <a:pt x="3807" y="16979"/>
                  </a:lnTo>
                  <a:lnTo>
                    <a:pt x="7790" y="21600"/>
                  </a:lnTo>
                  <a:lnTo>
                    <a:pt x="11774" y="16979"/>
                  </a:lnTo>
                  <a:lnTo>
                    <a:pt x="21600" y="4836"/>
                  </a:lnTo>
                  <a:lnTo>
                    <a:pt x="17882"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589" name="Group 8589"/>
            <p:cNvGrpSpPr/>
            <p:nvPr/>
          </p:nvGrpSpPr>
          <p:grpSpPr>
            <a:xfrm>
              <a:off x="8667674" y="5703604"/>
              <a:ext cx="458375" cy="542479"/>
              <a:chOff x="0" y="0"/>
              <a:chExt cx="458374" cy="542477"/>
            </a:xfrm>
          </p:grpSpPr>
          <p:sp>
            <p:nvSpPr>
              <p:cNvPr id="8587" name="Shape 8587"/>
              <p:cNvSpPr/>
              <p:nvPr/>
            </p:nvSpPr>
            <p:spPr>
              <a:xfrm>
                <a:off x="0" y="98823"/>
                <a:ext cx="458375" cy="4436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16670" y="21600"/>
                      <a:pt x="21600" y="16503"/>
                      <a:pt x="21600" y="10436"/>
                    </a:cubicBezTo>
                    <a:cubicBezTo>
                      <a:pt x="21600" y="5825"/>
                      <a:pt x="18783" y="1699"/>
                      <a:pt x="14791" y="0"/>
                    </a:cubicBezTo>
                    <a:cubicBezTo>
                      <a:pt x="13383" y="2184"/>
                      <a:pt x="13383" y="2184"/>
                      <a:pt x="13383" y="2184"/>
                    </a:cubicBezTo>
                    <a:cubicBezTo>
                      <a:pt x="16670" y="3155"/>
                      <a:pt x="19252" y="6553"/>
                      <a:pt x="19252" y="10436"/>
                    </a:cubicBezTo>
                    <a:cubicBezTo>
                      <a:pt x="19252" y="15290"/>
                      <a:pt x="15496" y="19173"/>
                      <a:pt x="10800" y="19173"/>
                    </a:cubicBezTo>
                    <a:cubicBezTo>
                      <a:pt x="6104" y="19173"/>
                      <a:pt x="2348" y="15290"/>
                      <a:pt x="2348" y="10436"/>
                    </a:cubicBezTo>
                    <a:cubicBezTo>
                      <a:pt x="2348" y="6553"/>
                      <a:pt x="4696" y="3155"/>
                      <a:pt x="8217" y="2184"/>
                    </a:cubicBezTo>
                    <a:cubicBezTo>
                      <a:pt x="6574" y="0"/>
                      <a:pt x="6574" y="0"/>
                      <a:pt x="6574" y="0"/>
                    </a:cubicBezTo>
                    <a:cubicBezTo>
                      <a:pt x="2817" y="1699"/>
                      <a:pt x="0" y="5825"/>
                      <a:pt x="0" y="10436"/>
                    </a:cubicBezTo>
                    <a:cubicBezTo>
                      <a:pt x="0" y="16503"/>
                      <a:pt x="4696" y="21600"/>
                      <a:pt x="10800" y="21600"/>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88" name="Shape 8588"/>
              <p:cNvSpPr/>
              <p:nvPr/>
            </p:nvSpPr>
            <p:spPr>
              <a:xfrm>
                <a:off x="119849" y="-1"/>
                <a:ext cx="212368" cy="1598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057" y="18758"/>
                    </a:moveTo>
                    <a:lnTo>
                      <a:pt x="8554" y="21600"/>
                    </a:lnTo>
                    <a:lnTo>
                      <a:pt x="13046" y="21600"/>
                    </a:lnTo>
                    <a:lnTo>
                      <a:pt x="15184" y="18758"/>
                    </a:lnTo>
                    <a:lnTo>
                      <a:pt x="21600" y="5968"/>
                    </a:lnTo>
                    <a:lnTo>
                      <a:pt x="18178" y="0"/>
                    </a:lnTo>
                    <a:lnTo>
                      <a:pt x="3422" y="0"/>
                    </a:lnTo>
                    <a:lnTo>
                      <a:pt x="0" y="5968"/>
                    </a:lnTo>
                    <a:lnTo>
                      <a:pt x="4063" y="12789"/>
                    </a:lnTo>
                    <a:lnTo>
                      <a:pt x="7057" y="18758"/>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592" name="Group 8592"/>
            <p:cNvGrpSpPr/>
            <p:nvPr/>
          </p:nvGrpSpPr>
          <p:grpSpPr>
            <a:xfrm>
              <a:off x="2317728" y="2747305"/>
              <a:ext cx="393193" cy="651815"/>
              <a:chOff x="0" y="0"/>
              <a:chExt cx="393191" cy="651814"/>
            </a:xfrm>
          </p:grpSpPr>
          <p:sp>
            <p:nvSpPr>
              <p:cNvPr id="8590" name="Shape 8590"/>
              <p:cNvSpPr/>
              <p:nvPr/>
            </p:nvSpPr>
            <p:spPr>
              <a:xfrm>
                <a:off x="0" y="98822"/>
                <a:ext cx="338525" cy="5529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68" y="21600"/>
                    </a:moveTo>
                    <a:lnTo>
                      <a:pt x="6037" y="19300"/>
                    </a:lnTo>
                    <a:lnTo>
                      <a:pt x="17709" y="5831"/>
                    </a:lnTo>
                    <a:lnTo>
                      <a:pt x="21600" y="1560"/>
                    </a:lnTo>
                    <a:lnTo>
                      <a:pt x="20258" y="1150"/>
                    </a:lnTo>
                    <a:lnTo>
                      <a:pt x="19319" y="986"/>
                    </a:lnTo>
                    <a:lnTo>
                      <a:pt x="18112" y="575"/>
                    </a:lnTo>
                    <a:lnTo>
                      <a:pt x="15563" y="0"/>
                    </a:lnTo>
                    <a:lnTo>
                      <a:pt x="14221" y="1396"/>
                    </a:lnTo>
                    <a:lnTo>
                      <a:pt x="13684" y="2135"/>
                    </a:lnTo>
                    <a:lnTo>
                      <a:pt x="13014" y="2957"/>
                    </a:lnTo>
                    <a:lnTo>
                      <a:pt x="8586" y="7802"/>
                    </a:lnTo>
                    <a:lnTo>
                      <a:pt x="0" y="17740"/>
                    </a:lnTo>
                    <a:lnTo>
                      <a:pt x="268" y="2160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91" name="Shape 8591"/>
              <p:cNvSpPr/>
              <p:nvPr/>
            </p:nvSpPr>
            <p:spPr>
              <a:xfrm>
                <a:off x="258623" y="0"/>
                <a:ext cx="134569" cy="1093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412" y="0"/>
                    </a:moveTo>
                    <a:lnTo>
                      <a:pt x="0" y="13708"/>
                    </a:lnTo>
                    <a:lnTo>
                      <a:pt x="11137" y="19523"/>
                    </a:lnTo>
                    <a:lnTo>
                      <a:pt x="14175" y="21600"/>
                    </a:lnTo>
                    <a:lnTo>
                      <a:pt x="15187" y="21600"/>
                    </a:lnTo>
                    <a:lnTo>
                      <a:pt x="15862" y="20769"/>
                    </a:lnTo>
                    <a:lnTo>
                      <a:pt x="17550" y="16615"/>
                    </a:lnTo>
                    <a:lnTo>
                      <a:pt x="21600" y="7892"/>
                    </a:lnTo>
                    <a:lnTo>
                      <a:pt x="6412"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593" name="Shape 8593"/>
            <p:cNvSpPr/>
            <p:nvPr/>
          </p:nvSpPr>
          <p:spPr>
            <a:xfrm>
              <a:off x="7790874" y="7276369"/>
              <a:ext cx="514579" cy="546685"/>
            </a:xfrm>
            <a:custGeom>
              <a:avLst/>
              <a:gdLst/>
              <a:ahLst/>
              <a:cxnLst>
                <a:cxn ang="0">
                  <a:pos x="wd2" y="hd2"/>
                </a:cxn>
                <a:cxn ang="5400000">
                  <a:pos x="wd2" y="hd2"/>
                </a:cxn>
                <a:cxn ang="10800000">
                  <a:pos x="wd2" y="hd2"/>
                </a:cxn>
                <a:cxn ang="16200000">
                  <a:pos x="wd2" y="hd2"/>
                </a:cxn>
              </a:cxnLst>
              <a:rect l="0" t="0" r="r" b="b"/>
              <a:pathLst>
                <a:path w="20100" h="21600" fill="norm" stroke="1" extrusionOk="0">
                  <a:moveTo>
                    <a:pt x="14595" y="0"/>
                  </a:moveTo>
                  <a:cubicBezTo>
                    <a:pt x="14984" y="0"/>
                    <a:pt x="15373" y="0"/>
                    <a:pt x="15568" y="0"/>
                  </a:cubicBezTo>
                  <a:cubicBezTo>
                    <a:pt x="19459" y="196"/>
                    <a:pt x="21600" y="5498"/>
                    <a:pt x="18876" y="8444"/>
                  </a:cubicBezTo>
                  <a:cubicBezTo>
                    <a:pt x="17708" y="9818"/>
                    <a:pt x="14984" y="10800"/>
                    <a:pt x="12843" y="9622"/>
                  </a:cubicBezTo>
                  <a:cubicBezTo>
                    <a:pt x="12259" y="9818"/>
                    <a:pt x="11870" y="10211"/>
                    <a:pt x="11481" y="10800"/>
                  </a:cubicBezTo>
                  <a:cubicBezTo>
                    <a:pt x="10314" y="11978"/>
                    <a:pt x="8951" y="13353"/>
                    <a:pt x="7589" y="14727"/>
                  </a:cubicBezTo>
                  <a:cubicBezTo>
                    <a:pt x="7784" y="15316"/>
                    <a:pt x="9341" y="15905"/>
                    <a:pt x="9341" y="16691"/>
                  </a:cubicBezTo>
                  <a:cubicBezTo>
                    <a:pt x="9341" y="17280"/>
                    <a:pt x="8562" y="17869"/>
                    <a:pt x="8562" y="17869"/>
                  </a:cubicBezTo>
                  <a:cubicBezTo>
                    <a:pt x="8562" y="17869"/>
                    <a:pt x="7978" y="18458"/>
                    <a:pt x="7589" y="18458"/>
                  </a:cubicBezTo>
                  <a:cubicBezTo>
                    <a:pt x="6811" y="18458"/>
                    <a:pt x="6227" y="17084"/>
                    <a:pt x="5643" y="16691"/>
                  </a:cubicBezTo>
                  <a:cubicBezTo>
                    <a:pt x="5254" y="17084"/>
                    <a:pt x="4865" y="17476"/>
                    <a:pt x="4476" y="17673"/>
                  </a:cubicBezTo>
                  <a:cubicBezTo>
                    <a:pt x="4865" y="18458"/>
                    <a:pt x="6227" y="18851"/>
                    <a:pt x="6227" y="19833"/>
                  </a:cubicBezTo>
                  <a:cubicBezTo>
                    <a:pt x="6227" y="20225"/>
                    <a:pt x="5643" y="20815"/>
                    <a:pt x="5643" y="20815"/>
                  </a:cubicBezTo>
                  <a:cubicBezTo>
                    <a:pt x="5643" y="20815"/>
                    <a:pt x="5059" y="21600"/>
                    <a:pt x="4476" y="21600"/>
                  </a:cubicBezTo>
                  <a:cubicBezTo>
                    <a:pt x="3892" y="21600"/>
                    <a:pt x="2919" y="20225"/>
                    <a:pt x="2919" y="20225"/>
                  </a:cubicBezTo>
                  <a:cubicBezTo>
                    <a:pt x="2530" y="19833"/>
                    <a:pt x="2530" y="19833"/>
                    <a:pt x="2530" y="19833"/>
                  </a:cubicBezTo>
                  <a:cubicBezTo>
                    <a:pt x="2530" y="19833"/>
                    <a:pt x="1946" y="20225"/>
                    <a:pt x="1751" y="20225"/>
                  </a:cubicBezTo>
                  <a:cubicBezTo>
                    <a:pt x="778" y="20422"/>
                    <a:pt x="195" y="19636"/>
                    <a:pt x="0" y="19047"/>
                  </a:cubicBezTo>
                  <a:cubicBezTo>
                    <a:pt x="0" y="18851"/>
                    <a:pt x="0" y="18655"/>
                    <a:pt x="0" y="18655"/>
                  </a:cubicBezTo>
                  <a:cubicBezTo>
                    <a:pt x="389" y="17869"/>
                    <a:pt x="973" y="17280"/>
                    <a:pt x="1557" y="16691"/>
                  </a:cubicBezTo>
                  <a:cubicBezTo>
                    <a:pt x="4670" y="13549"/>
                    <a:pt x="7784" y="10407"/>
                    <a:pt x="10703" y="7462"/>
                  </a:cubicBezTo>
                  <a:cubicBezTo>
                    <a:pt x="10508" y="6873"/>
                    <a:pt x="10314" y="6284"/>
                    <a:pt x="10119" y="5498"/>
                  </a:cubicBezTo>
                  <a:cubicBezTo>
                    <a:pt x="9924" y="2356"/>
                    <a:pt x="12065" y="589"/>
                    <a:pt x="14595" y="0"/>
                  </a:cubicBezTo>
                  <a:close/>
                  <a:moveTo>
                    <a:pt x="13038" y="5105"/>
                  </a:moveTo>
                  <a:cubicBezTo>
                    <a:pt x="13038" y="7462"/>
                    <a:pt x="16151" y="7855"/>
                    <a:pt x="17124" y="6087"/>
                  </a:cubicBezTo>
                  <a:cubicBezTo>
                    <a:pt x="17903" y="4320"/>
                    <a:pt x="16346" y="2749"/>
                    <a:pt x="14789" y="2945"/>
                  </a:cubicBezTo>
                  <a:cubicBezTo>
                    <a:pt x="13816" y="3142"/>
                    <a:pt x="13038" y="3927"/>
                    <a:pt x="13038" y="5105"/>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94" name="Shape 8594"/>
            <p:cNvSpPr/>
            <p:nvPr/>
          </p:nvSpPr>
          <p:spPr>
            <a:xfrm>
              <a:off x="1525036" y="4484078"/>
              <a:ext cx="630124" cy="502527"/>
            </a:xfrm>
            <a:custGeom>
              <a:avLst/>
              <a:gdLst/>
              <a:ahLst/>
              <a:cxnLst>
                <a:cxn ang="0">
                  <a:pos x="wd2" y="hd2"/>
                </a:cxn>
                <a:cxn ang="5400000">
                  <a:pos x="wd2" y="hd2"/>
                </a:cxn>
                <a:cxn ang="10800000">
                  <a:pos x="wd2" y="hd2"/>
                </a:cxn>
                <a:cxn ang="16200000">
                  <a:pos x="wd2" y="hd2"/>
                </a:cxn>
              </a:cxnLst>
              <a:rect l="0" t="0" r="r" b="b"/>
              <a:pathLst>
                <a:path w="21506" h="21600" fill="norm" stroke="1" extrusionOk="0">
                  <a:moveTo>
                    <a:pt x="21430" y="6630"/>
                  </a:moveTo>
                  <a:cubicBezTo>
                    <a:pt x="18709" y="1925"/>
                    <a:pt x="18709" y="1925"/>
                    <a:pt x="18709" y="1925"/>
                  </a:cubicBezTo>
                  <a:cubicBezTo>
                    <a:pt x="18539" y="1711"/>
                    <a:pt x="18369" y="1497"/>
                    <a:pt x="18198" y="1497"/>
                  </a:cubicBezTo>
                  <a:cubicBezTo>
                    <a:pt x="18198" y="1497"/>
                    <a:pt x="18198" y="1497"/>
                    <a:pt x="18198" y="1497"/>
                  </a:cubicBezTo>
                  <a:cubicBezTo>
                    <a:pt x="10035" y="0"/>
                    <a:pt x="10035" y="0"/>
                    <a:pt x="10035" y="0"/>
                  </a:cubicBezTo>
                  <a:cubicBezTo>
                    <a:pt x="9865" y="0"/>
                    <a:pt x="9694" y="0"/>
                    <a:pt x="9694" y="0"/>
                  </a:cubicBezTo>
                  <a:cubicBezTo>
                    <a:pt x="3061" y="3208"/>
                    <a:pt x="3061" y="3208"/>
                    <a:pt x="3061" y="3208"/>
                  </a:cubicBezTo>
                  <a:cubicBezTo>
                    <a:pt x="3061" y="3208"/>
                    <a:pt x="3061" y="3208"/>
                    <a:pt x="3061" y="3208"/>
                  </a:cubicBezTo>
                  <a:cubicBezTo>
                    <a:pt x="3061" y="3208"/>
                    <a:pt x="3061" y="3208"/>
                    <a:pt x="3061" y="3208"/>
                  </a:cubicBezTo>
                  <a:cubicBezTo>
                    <a:pt x="3061" y="3208"/>
                    <a:pt x="3061" y="3208"/>
                    <a:pt x="3061" y="3208"/>
                  </a:cubicBezTo>
                  <a:cubicBezTo>
                    <a:pt x="2891" y="3208"/>
                    <a:pt x="2891" y="3208"/>
                    <a:pt x="2891" y="3208"/>
                  </a:cubicBezTo>
                  <a:cubicBezTo>
                    <a:pt x="2891" y="3208"/>
                    <a:pt x="2891" y="3422"/>
                    <a:pt x="2891" y="3422"/>
                  </a:cubicBezTo>
                  <a:cubicBezTo>
                    <a:pt x="2891" y="3422"/>
                    <a:pt x="2891" y="3422"/>
                    <a:pt x="2891" y="3422"/>
                  </a:cubicBezTo>
                  <a:cubicBezTo>
                    <a:pt x="0" y="8127"/>
                    <a:pt x="0" y="8127"/>
                    <a:pt x="0" y="8127"/>
                  </a:cubicBezTo>
                  <a:cubicBezTo>
                    <a:pt x="0" y="8341"/>
                    <a:pt x="0" y="8554"/>
                    <a:pt x="0" y="8768"/>
                  </a:cubicBezTo>
                  <a:cubicBezTo>
                    <a:pt x="0" y="8982"/>
                    <a:pt x="170" y="9196"/>
                    <a:pt x="340" y="9196"/>
                  </a:cubicBezTo>
                  <a:cubicBezTo>
                    <a:pt x="2721" y="10051"/>
                    <a:pt x="2721" y="10051"/>
                    <a:pt x="2721" y="10051"/>
                  </a:cubicBezTo>
                  <a:cubicBezTo>
                    <a:pt x="2721" y="17537"/>
                    <a:pt x="2721" y="17537"/>
                    <a:pt x="2721" y="17537"/>
                  </a:cubicBezTo>
                  <a:cubicBezTo>
                    <a:pt x="2721" y="17750"/>
                    <a:pt x="2891" y="18178"/>
                    <a:pt x="3231" y="18178"/>
                  </a:cubicBezTo>
                  <a:cubicBezTo>
                    <a:pt x="12076" y="21600"/>
                    <a:pt x="12076" y="21600"/>
                    <a:pt x="12076" y="21600"/>
                  </a:cubicBezTo>
                  <a:cubicBezTo>
                    <a:pt x="12076" y="21600"/>
                    <a:pt x="12076" y="21600"/>
                    <a:pt x="12076" y="21600"/>
                  </a:cubicBezTo>
                  <a:cubicBezTo>
                    <a:pt x="12076" y="21600"/>
                    <a:pt x="12076" y="21600"/>
                    <a:pt x="12246" y="21600"/>
                  </a:cubicBezTo>
                  <a:cubicBezTo>
                    <a:pt x="12246" y="21600"/>
                    <a:pt x="12246" y="21600"/>
                    <a:pt x="12246" y="21600"/>
                  </a:cubicBezTo>
                  <a:cubicBezTo>
                    <a:pt x="12246" y="21600"/>
                    <a:pt x="12246" y="21600"/>
                    <a:pt x="12246" y="21600"/>
                  </a:cubicBezTo>
                  <a:cubicBezTo>
                    <a:pt x="12416" y="21600"/>
                    <a:pt x="12416" y="21600"/>
                    <a:pt x="12416" y="21600"/>
                  </a:cubicBezTo>
                  <a:cubicBezTo>
                    <a:pt x="12416" y="21600"/>
                    <a:pt x="12416" y="21600"/>
                    <a:pt x="12416" y="21600"/>
                  </a:cubicBezTo>
                  <a:cubicBezTo>
                    <a:pt x="18709" y="17109"/>
                    <a:pt x="18709" y="17109"/>
                    <a:pt x="18709" y="17109"/>
                  </a:cubicBezTo>
                  <a:cubicBezTo>
                    <a:pt x="18879" y="16895"/>
                    <a:pt x="19049" y="16681"/>
                    <a:pt x="19049" y="16467"/>
                  </a:cubicBezTo>
                  <a:cubicBezTo>
                    <a:pt x="19049" y="8982"/>
                    <a:pt x="19049" y="8982"/>
                    <a:pt x="19049" y="8982"/>
                  </a:cubicBezTo>
                  <a:cubicBezTo>
                    <a:pt x="21260" y="7699"/>
                    <a:pt x="21260" y="7699"/>
                    <a:pt x="21260" y="7699"/>
                  </a:cubicBezTo>
                  <a:cubicBezTo>
                    <a:pt x="21430" y="7699"/>
                    <a:pt x="21430" y="7485"/>
                    <a:pt x="21430" y="7271"/>
                  </a:cubicBezTo>
                  <a:cubicBezTo>
                    <a:pt x="21600" y="7057"/>
                    <a:pt x="21430" y="6844"/>
                    <a:pt x="21430" y="6630"/>
                  </a:cubicBezTo>
                  <a:close/>
                  <a:moveTo>
                    <a:pt x="1361" y="8127"/>
                  </a:moveTo>
                  <a:cubicBezTo>
                    <a:pt x="3572" y="4491"/>
                    <a:pt x="3572" y="4491"/>
                    <a:pt x="3572" y="4491"/>
                  </a:cubicBezTo>
                  <a:cubicBezTo>
                    <a:pt x="11225" y="6416"/>
                    <a:pt x="11225" y="6416"/>
                    <a:pt x="11225" y="6416"/>
                  </a:cubicBezTo>
                  <a:cubicBezTo>
                    <a:pt x="9014" y="10693"/>
                    <a:pt x="9014" y="10693"/>
                    <a:pt x="9014" y="10693"/>
                  </a:cubicBezTo>
                  <a:lnTo>
                    <a:pt x="1361" y="8127"/>
                  </a:lnTo>
                  <a:close/>
                  <a:moveTo>
                    <a:pt x="11565" y="19889"/>
                  </a:moveTo>
                  <a:cubicBezTo>
                    <a:pt x="3912" y="17109"/>
                    <a:pt x="3912" y="17109"/>
                    <a:pt x="3912" y="17109"/>
                  </a:cubicBezTo>
                  <a:cubicBezTo>
                    <a:pt x="3912" y="10265"/>
                    <a:pt x="3912" y="10265"/>
                    <a:pt x="3912" y="10265"/>
                  </a:cubicBezTo>
                  <a:cubicBezTo>
                    <a:pt x="9014" y="11976"/>
                    <a:pt x="9014" y="11976"/>
                    <a:pt x="9014" y="11976"/>
                  </a:cubicBezTo>
                  <a:cubicBezTo>
                    <a:pt x="9184" y="11976"/>
                    <a:pt x="9184" y="11976"/>
                    <a:pt x="9184" y="11976"/>
                  </a:cubicBezTo>
                  <a:cubicBezTo>
                    <a:pt x="9354" y="11976"/>
                    <a:pt x="9524" y="11976"/>
                    <a:pt x="9694" y="11762"/>
                  </a:cubicBezTo>
                  <a:cubicBezTo>
                    <a:pt x="11565" y="8127"/>
                    <a:pt x="11565" y="8127"/>
                    <a:pt x="11565" y="8127"/>
                  </a:cubicBezTo>
                  <a:lnTo>
                    <a:pt x="11565" y="19889"/>
                  </a:lnTo>
                  <a:close/>
                  <a:moveTo>
                    <a:pt x="12076" y="5133"/>
                  </a:moveTo>
                  <a:cubicBezTo>
                    <a:pt x="5272" y="3636"/>
                    <a:pt x="5272" y="3636"/>
                    <a:pt x="5272" y="3636"/>
                  </a:cubicBezTo>
                  <a:cubicBezTo>
                    <a:pt x="9865" y="1497"/>
                    <a:pt x="9865" y="1497"/>
                    <a:pt x="9865" y="1497"/>
                  </a:cubicBezTo>
                  <a:cubicBezTo>
                    <a:pt x="16328" y="2566"/>
                    <a:pt x="16328" y="2566"/>
                    <a:pt x="16328" y="2566"/>
                  </a:cubicBezTo>
                  <a:lnTo>
                    <a:pt x="12076" y="5133"/>
                  </a:lnTo>
                  <a:close/>
                  <a:moveTo>
                    <a:pt x="12756" y="19675"/>
                  </a:moveTo>
                  <a:cubicBezTo>
                    <a:pt x="12756" y="8982"/>
                    <a:pt x="12756" y="8982"/>
                    <a:pt x="12756" y="8982"/>
                  </a:cubicBezTo>
                  <a:cubicBezTo>
                    <a:pt x="13606" y="11549"/>
                    <a:pt x="13606" y="11549"/>
                    <a:pt x="13606" y="11549"/>
                  </a:cubicBezTo>
                  <a:cubicBezTo>
                    <a:pt x="13776" y="11549"/>
                    <a:pt x="13776" y="11762"/>
                    <a:pt x="13946" y="11762"/>
                  </a:cubicBezTo>
                  <a:cubicBezTo>
                    <a:pt x="14117" y="11762"/>
                    <a:pt x="14117" y="11762"/>
                    <a:pt x="14117" y="11762"/>
                  </a:cubicBezTo>
                  <a:cubicBezTo>
                    <a:pt x="14287" y="11762"/>
                    <a:pt x="14287" y="11762"/>
                    <a:pt x="14457" y="11762"/>
                  </a:cubicBezTo>
                  <a:cubicBezTo>
                    <a:pt x="18028" y="9624"/>
                    <a:pt x="18028" y="9624"/>
                    <a:pt x="18028" y="9624"/>
                  </a:cubicBezTo>
                  <a:cubicBezTo>
                    <a:pt x="18028" y="16040"/>
                    <a:pt x="18028" y="16040"/>
                    <a:pt x="18028" y="16040"/>
                  </a:cubicBezTo>
                  <a:cubicBezTo>
                    <a:pt x="18028" y="16040"/>
                    <a:pt x="18028" y="16040"/>
                    <a:pt x="18028" y="16040"/>
                  </a:cubicBezTo>
                  <a:lnTo>
                    <a:pt x="12756" y="19675"/>
                  </a:lnTo>
                  <a:close/>
                  <a:moveTo>
                    <a:pt x="14457" y="10265"/>
                  </a:moveTo>
                  <a:cubicBezTo>
                    <a:pt x="12926" y="6202"/>
                    <a:pt x="12926" y="6202"/>
                    <a:pt x="12926" y="6202"/>
                  </a:cubicBezTo>
                  <a:cubicBezTo>
                    <a:pt x="18028" y="3208"/>
                    <a:pt x="18028" y="3208"/>
                    <a:pt x="18028" y="3208"/>
                  </a:cubicBezTo>
                  <a:cubicBezTo>
                    <a:pt x="20069" y="6844"/>
                    <a:pt x="20069" y="6844"/>
                    <a:pt x="20069" y="6844"/>
                  </a:cubicBezTo>
                  <a:lnTo>
                    <a:pt x="14457" y="10265"/>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12" name="Group 8612"/>
            <p:cNvGrpSpPr/>
            <p:nvPr/>
          </p:nvGrpSpPr>
          <p:grpSpPr>
            <a:xfrm>
              <a:off x="3287039" y="1746453"/>
              <a:ext cx="637098" cy="641301"/>
              <a:chOff x="0" y="0"/>
              <a:chExt cx="637097" cy="641299"/>
            </a:xfrm>
          </p:grpSpPr>
          <p:sp>
            <p:nvSpPr>
              <p:cNvPr id="8595" name="Shape 8595"/>
              <p:cNvSpPr/>
              <p:nvPr/>
            </p:nvSpPr>
            <p:spPr>
              <a:xfrm>
                <a:off x="105131" y="109336"/>
                <a:ext cx="428937" cy="422629"/>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96" name="Shape 8596"/>
              <p:cNvSpPr/>
              <p:nvPr/>
            </p:nvSpPr>
            <p:spPr>
              <a:xfrm>
                <a:off x="294368" y="-1"/>
                <a:ext cx="54669" cy="79899"/>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97" name="Shape 8597"/>
              <p:cNvSpPr/>
              <p:nvPr/>
            </p:nvSpPr>
            <p:spPr>
              <a:xfrm>
                <a:off x="563505" y="294367"/>
                <a:ext cx="73593" cy="54669"/>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98" name="Shape 8598"/>
              <p:cNvSpPr/>
              <p:nvPr/>
            </p:nvSpPr>
            <p:spPr>
              <a:xfrm>
                <a:off x="294368" y="563503"/>
                <a:ext cx="54669" cy="77797"/>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599" name="Shape 8599"/>
              <p:cNvSpPr/>
              <p:nvPr/>
            </p:nvSpPr>
            <p:spPr>
              <a:xfrm>
                <a:off x="0" y="294367"/>
                <a:ext cx="75695" cy="54669"/>
              </a:xfrm>
              <a:prstGeom prst="rect">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0" name="Shape 8600"/>
              <p:cNvSpPr/>
              <p:nvPr/>
            </p:nvSpPr>
            <p:spPr>
              <a:xfrm>
                <a:off x="473092" y="75694"/>
                <a:ext cx="90415" cy="946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640"/>
                    </a:moveTo>
                    <a:lnTo>
                      <a:pt x="9544" y="21600"/>
                    </a:lnTo>
                    <a:lnTo>
                      <a:pt x="0" y="12480"/>
                    </a:lnTo>
                    <a:lnTo>
                      <a:pt x="13060" y="0"/>
                    </a:lnTo>
                    <a:lnTo>
                      <a:pt x="21600" y="864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1" name="Shape 8601"/>
              <p:cNvSpPr/>
              <p:nvPr/>
            </p:nvSpPr>
            <p:spPr>
              <a:xfrm>
                <a:off x="473092" y="473090"/>
                <a:ext cx="90415" cy="946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44" y="0"/>
                    </a:moveTo>
                    <a:lnTo>
                      <a:pt x="21600" y="12480"/>
                    </a:lnTo>
                    <a:lnTo>
                      <a:pt x="13060" y="21600"/>
                    </a:lnTo>
                    <a:lnTo>
                      <a:pt x="0" y="9120"/>
                    </a:lnTo>
                    <a:lnTo>
                      <a:pt x="9544"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2" name="Shape 8602"/>
              <p:cNvSpPr/>
              <p:nvPr/>
            </p:nvSpPr>
            <p:spPr>
              <a:xfrm>
                <a:off x="75694" y="473090"/>
                <a:ext cx="88312" cy="946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71" y="0"/>
                    </a:moveTo>
                    <a:lnTo>
                      <a:pt x="21600" y="9120"/>
                    </a:lnTo>
                    <a:lnTo>
                      <a:pt x="9771" y="21600"/>
                    </a:lnTo>
                    <a:lnTo>
                      <a:pt x="0" y="12480"/>
                    </a:lnTo>
                    <a:lnTo>
                      <a:pt x="13371"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3" name="Shape 8603"/>
              <p:cNvSpPr/>
              <p:nvPr/>
            </p:nvSpPr>
            <p:spPr>
              <a:xfrm>
                <a:off x="75694" y="75694"/>
                <a:ext cx="88312" cy="946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480"/>
                    </a:moveTo>
                    <a:lnTo>
                      <a:pt x="13371" y="21600"/>
                    </a:lnTo>
                    <a:lnTo>
                      <a:pt x="0" y="8640"/>
                    </a:lnTo>
                    <a:lnTo>
                      <a:pt x="9771" y="0"/>
                    </a:lnTo>
                    <a:lnTo>
                      <a:pt x="21600" y="1248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4" name="Shape 8604"/>
              <p:cNvSpPr/>
              <p:nvPr/>
            </p:nvSpPr>
            <p:spPr>
              <a:xfrm>
                <a:off x="388987" y="14717"/>
                <a:ext cx="79901" cy="904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023"/>
                    </a:moveTo>
                    <a:lnTo>
                      <a:pt x="13642" y="21600"/>
                    </a:lnTo>
                    <a:lnTo>
                      <a:pt x="0" y="16577"/>
                    </a:lnTo>
                    <a:lnTo>
                      <a:pt x="6821" y="0"/>
                    </a:lnTo>
                    <a:lnTo>
                      <a:pt x="21600" y="5023"/>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5" name="Shape 8605"/>
              <p:cNvSpPr/>
              <p:nvPr/>
            </p:nvSpPr>
            <p:spPr>
              <a:xfrm>
                <a:off x="534068" y="388985"/>
                <a:ext cx="94620" cy="799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320" y="0"/>
                    </a:moveTo>
                    <a:lnTo>
                      <a:pt x="21600" y="7958"/>
                    </a:lnTo>
                    <a:lnTo>
                      <a:pt x="15840" y="21600"/>
                    </a:lnTo>
                    <a:lnTo>
                      <a:pt x="0" y="13074"/>
                    </a:lnTo>
                    <a:lnTo>
                      <a:pt x="4320"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6" name="Shape 8606"/>
              <p:cNvSpPr/>
              <p:nvPr/>
            </p:nvSpPr>
            <p:spPr>
              <a:xfrm>
                <a:off x="174519" y="538272"/>
                <a:ext cx="79901" cy="883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629"/>
                    </a:moveTo>
                    <a:lnTo>
                      <a:pt x="13642" y="21600"/>
                    </a:lnTo>
                    <a:lnTo>
                      <a:pt x="0" y="16971"/>
                    </a:lnTo>
                    <a:lnTo>
                      <a:pt x="7958" y="0"/>
                    </a:lnTo>
                    <a:lnTo>
                      <a:pt x="21600" y="4629"/>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7" name="Shape 8607"/>
              <p:cNvSpPr/>
              <p:nvPr/>
            </p:nvSpPr>
            <p:spPr>
              <a:xfrm>
                <a:off x="14719" y="174517"/>
                <a:ext cx="90414" cy="799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079" y="21600"/>
                    </a:moveTo>
                    <a:lnTo>
                      <a:pt x="0" y="13642"/>
                    </a:lnTo>
                    <a:lnTo>
                      <a:pt x="5023" y="0"/>
                    </a:lnTo>
                    <a:lnTo>
                      <a:pt x="21600" y="7958"/>
                    </a:lnTo>
                    <a:lnTo>
                      <a:pt x="17079" y="2160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8" name="Shape 8608"/>
              <p:cNvSpPr/>
              <p:nvPr/>
            </p:nvSpPr>
            <p:spPr>
              <a:xfrm>
                <a:off x="534068" y="174517"/>
                <a:ext cx="88311" cy="799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7958"/>
                    </a:moveTo>
                    <a:lnTo>
                      <a:pt x="16971" y="0"/>
                    </a:lnTo>
                    <a:lnTo>
                      <a:pt x="21600" y="13642"/>
                    </a:lnTo>
                    <a:lnTo>
                      <a:pt x="4629" y="21600"/>
                    </a:lnTo>
                    <a:lnTo>
                      <a:pt x="0" y="7958"/>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09" name="Shape 8609"/>
              <p:cNvSpPr/>
              <p:nvPr/>
            </p:nvSpPr>
            <p:spPr>
              <a:xfrm>
                <a:off x="388987" y="531963"/>
                <a:ext cx="79901" cy="946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840"/>
                    </a:moveTo>
                    <a:lnTo>
                      <a:pt x="7958" y="21600"/>
                    </a:lnTo>
                    <a:lnTo>
                      <a:pt x="0" y="5760"/>
                    </a:lnTo>
                    <a:lnTo>
                      <a:pt x="13642" y="0"/>
                    </a:lnTo>
                    <a:lnTo>
                      <a:pt x="21600" y="1584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10" name="Shape 8610"/>
              <p:cNvSpPr/>
              <p:nvPr/>
            </p:nvSpPr>
            <p:spPr>
              <a:xfrm>
                <a:off x="14719" y="388985"/>
                <a:ext cx="90414" cy="799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074"/>
                    </a:moveTo>
                    <a:lnTo>
                      <a:pt x="5023" y="21600"/>
                    </a:lnTo>
                    <a:lnTo>
                      <a:pt x="0" y="7958"/>
                    </a:lnTo>
                    <a:lnTo>
                      <a:pt x="17079" y="0"/>
                    </a:lnTo>
                    <a:lnTo>
                      <a:pt x="21600" y="13074"/>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11" name="Shape 8611"/>
              <p:cNvSpPr/>
              <p:nvPr/>
            </p:nvSpPr>
            <p:spPr>
              <a:xfrm>
                <a:off x="170313" y="14717"/>
                <a:ext cx="79901" cy="904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577"/>
                    </a:moveTo>
                    <a:lnTo>
                      <a:pt x="7958" y="21600"/>
                    </a:lnTo>
                    <a:lnTo>
                      <a:pt x="0" y="5023"/>
                    </a:lnTo>
                    <a:lnTo>
                      <a:pt x="13074" y="0"/>
                    </a:lnTo>
                    <a:lnTo>
                      <a:pt x="21600" y="16577"/>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13" name="Shape 8613"/>
            <p:cNvSpPr/>
            <p:nvPr/>
          </p:nvSpPr>
          <p:spPr>
            <a:xfrm>
              <a:off x="9040136" y="4295299"/>
              <a:ext cx="128318" cy="136713"/>
            </a:xfrm>
            <a:custGeom>
              <a:avLst/>
              <a:gdLst/>
              <a:ahLst/>
              <a:cxnLst>
                <a:cxn ang="0">
                  <a:pos x="wd2" y="hd2"/>
                </a:cxn>
                <a:cxn ang="5400000">
                  <a:pos x="wd2" y="hd2"/>
                </a:cxn>
                <a:cxn ang="10800000">
                  <a:pos x="wd2" y="hd2"/>
                </a:cxn>
                <a:cxn ang="16200000">
                  <a:pos x="wd2" y="hd2"/>
                </a:cxn>
              </a:cxnLst>
              <a:rect l="0" t="0" r="r" b="b"/>
              <a:pathLst>
                <a:path w="18566" h="19239" fill="norm" stroke="1" extrusionOk="0">
                  <a:moveTo>
                    <a:pt x="18180" y="16763"/>
                  </a:moveTo>
                  <a:cubicBezTo>
                    <a:pt x="20340" y="7705"/>
                    <a:pt x="13140" y="-656"/>
                    <a:pt x="3780" y="41"/>
                  </a:cubicBezTo>
                  <a:cubicBezTo>
                    <a:pt x="-1260" y="738"/>
                    <a:pt x="-1260" y="7705"/>
                    <a:pt x="3780" y="7705"/>
                  </a:cubicBezTo>
                  <a:cubicBezTo>
                    <a:pt x="8100" y="7009"/>
                    <a:pt x="11700" y="9796"/>
                    <a:pt x="10980" y="14673"/>
                  </a:cubicBezTo>
                  <a:cubicBezTo>
                    <a:pt x="10260" y="19550"/>
                    <a:pt x="17460" y="20944"/>
                    <a:pt x="18180" y="16763"/>
                  </a:cubicBezTo>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14" name="Shape 8614"/>
            <p:cNvSpPr/>
            <p:nvPr/>
          </p:nvSpPr>
          <p:spPr>
            <a:xfrm>
              <a:off x="8901822" y="4433616"/>
              <a:ext cx="485943" cy="433141"/>
            </a:xfrm>
            <a:custGeom>
              <a:avLst/>
              <a:gdLst/>
              <a:ahLst/>
              <a:cxnLst>
                <a:cxn ang="0">
                  <a:pos x="wd2" y="hd2"/>
                </a:cxn>
                <a:cxn ang="5400000">
                  <a:pos x="wd2" y="hd2"/>
                </a:cxn>
                <a:cxn ang="10800000">
                  <a:pos x="wd2" y="hd2"/>
                </a:cxn>
                <a:cxn ang="16200000">
                  <a:pos x="wd2" y="hd2"/>
                </a:cxn>
              </a:cxnLst>
              <a:rect l="0" t="0" r="r" b="b"/>
              <a:pathLst>
                <a:path w="19576" h="21600" fill="norm" stroke="1" extrusionOk="0">
                  <a:moveTo>
                    <a:pt x="400" y="3724"/>
                  </a:moveTo>
                  <a:cubicBezTo>
                    <a:pt x="-200" y="5710"/>
                    <a:pt x="0" y="8193"/>
                    <a:pt x="200" y="10179"/>
                  </a:cubicBezTo>
                  <a:cubicBezTo>
                    <a:pt x="800" y="14152"/>
                    <a:pt x="2400" y="20359"/>
                    <a:pt x="6000" y="21600"/>
                  </a:cubicBezTo>
                  <a:cubicBezTo>
                    <a:pt x="6200" y="21600"/>
                    <a:pt x="6600" y="21600"/>
                    <a:pt x="6800" y="21600"/>
                  </a:cubicBezTo>
                  <a:cubicBezTo>
                    <a:pt x="7800" y="21600"/>
                    <a:pt x="8800" y="21103"/>
                    <a:pt x="9800" y="20359"/>
                  </a:cubicBezTo>
                  <a:cubicBezTo>
                    <a:pt x="10600" y="21352"/>
                    <a:pt x="11600" y="21600"/>
                    <a:pt x="12600" y="21600"/>
                  </a:cubicBezTo>
                  <a:cubicBezTo>
                    <a:pt x="17800" y="21600"/>
                    <a:pt x="21400" y="7200"/>
                    <a:pt x="18600" y="2483"/>
                  </a:cubicBezTo>
                  <a:cubicBezTo>
                    <a:pt x="18400" y="2234"/>
                    <a:pt x="18200" y="1986"/>
                    <a:pt x="18000" y="1738"/>
                  </a:cubicBezTo>
                  <a:cubicBezTo>
                    <a:pt x="17000" y="497"/>
                    <a:pt x="15400" y="0"/>
                    <a:pt x="13800" y="0"/>
                  </a:cubicBezTo>
                  <a:cubicBezTo>
                    <a:pt x="12400" y="0"/>
                    <a:pt x="10800" y="497"/>
                    <a:pt x="9800" y="993"/>
                  </a:cubicBezTo>
                  <a:cubicBezTo>
                    <a:pt x="9800" y="993"/>
                    <a:pt x="9800" y="993"/>
                    <a:pt x="9800" y="993"/>
                  </a:cubicBezTo>
                  <a:cubicBezTo>
                    <a:pt x="9600" y="993"/>
                    <a:pt x="8800" y="745"/>
                    <a:pt x="8800" y="497"/>
                  </a:cubicBezTo>
                  <a:cubicBezTo>
                    <a:pt x="7800" y="248"/>
                    <a:pt x="7000" y="0"/>
                    <a:pt x="6000" y="0"/>
                  </a:cubicBezTo>
                  <a:cubicBezTo>
                    <a:pt x="6000" y="0"/>
                    <a:pt x="5800" y="0"/>
                    <a:pt x="5800" y="0"/>
                  </a:cubicBezTo>
                  <a:cubicBezTo>
                    <a:pt x="3600" y="0"/>
                    <a:pt x="1200" y="993"/>
                    <a:pt x="400" y="3724"/>
                  </a:cubicBezTo>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624" name="Group 8624"/>
          <p:cNvGrpSpPr/>
          <p:nvPr/>
        </p:nvGrpSpPr>
        <p:grpSpPr>
          <a:xfrm>
            <a:off x="2634728" y="3189187"/>
            <a:ext cx="1791011" cy="1551384"/>
            <a:chOff x="0" y="0"/>
            <a:chExt cx="1791010" cy="1551383"/>
          </a:xfrm>
        </p:grpSpPr>
        <p:sp>
          <p:nvSpPr>
            <p:cNvPr id="8616" name="Shape 8616"/>
            <p:cNvSpPr/>
            <p:nvPr/>
          </p:nvSpPr>
          <p:spPr>
            <a:xfrm>
              <a:off x="298502" y="171457"/>
              <a:ext cx="1192975" cy="13799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91" y="0"/>
                  </a:moveTo>
                  <a:lnTo>
                    <a:pt x="0" y="5416"/>
                  </a:lnTo>
                  <a:lnTo>
                    <a:pt x="0" y="16232"/>
                  </a:lnTo>
                  <a:lnTo>
                    <a:pt x="10791" y="21600"/>
                  </a:lnTo>
                  <a:lnTo>
                    <a:pt x="21600" y="16232"/>
                  </a:lnTo>
                  <a:lnTo>
                    <a:pt x="21600" y="5416"/>
                  </a:lnTo>
                  <a:lnTo>
                    <a:pt x="10791" y="0"/>
                  </a:lnTo>
                  <a:close/>
                </a:path>
              </a:pathLst>
            </a:custGeom>
            <a:blipFill rotWithShape="1">
              <a:blip r:embed="rId2"/>
              <a:srcRect l="0" t="0" r="0" b="0"/>
              <a:tile tx="0" ty="0" sx="100000" sy="100000" flip="none" algn="tl"/>
            </a:blip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17" name="Shape 8617"/>
            <p:cNvSpPr/>
            <p:nvPr/>
          </p:nvSpPr>
          <p:spPr>
            <a:xfrm>
              <a:off x="298502" y="171457"/>
              <a:ext cx="1192975" cy="6889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49"/>
                  </a:moveTo>
                  <a:lnTo>
                    <a:pt x="10791" y="0"/>
                  </a:lnTo>
                  <a:lnTo>
                    <a:pt x="56" y="10849"/>
                  </a:lnTo>
                  <a:lnTo>
                    <a:pt x="0" y="10849"/>
                  </a:lnTo>
                  <a:lnTo>
                    <a:pt x="56" y="10849"/>
                  </a:lnTo>
                  <a:lnTo>
                    <a:pt x="10791" y="21600"/>
                  </a:lnTo>
                  <a:lnTo>
                    <a:pt x="21600" y="10849"/>
                  </a:lnTo>
                  <a:close/>
                </a:path>
              </a:pathLst>
            </a:custGeom>
            <a:solidFill>
              <a:srgbClr val="629DD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18" name="Shape 8618"/>
            <p:cNvSpPr/>
            <p:nvPr/>
          </p:nvSpPr>
          <p:spPr>
            <a:xfrm>
              <a:off x="298502" y="517472"/>
              <a:ext cx="598037" cy="10339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 y="0"/>
                  </a:moveTo>
                  <a:lnTo>
                    <a:pt x="0" y="0"/>
                  </a:lnTo>
                  <a:lnTo>
                    <a:pt x="0" y="14436"/>
                  </a:lnTo>
                  <a:lnTo>
                    <a:pt x="21525" y="21600"/>
                  </a:lnTo>
                  <a:lnTo>
                    <a:pt x="21600" y="21600"/>
                  </a:lnTo>
                  <a:lnTo>
                    <a:pt x="21600" y="7164"/>
                  </a:lnTo>
                  <a:lnTo>
                    <a:pt x="21525" y="7164"/>
                  </a:lnTo>
                  <a:lnTo>
                    <a:pt x="112" y="0"/>
                  </a:lnTo>
                  <a:close/>
                </a:path>
              </a:pathLst>
            </a:custGeom>
            <a:solidFill>
              <a:srgbClr val="629DD1"/>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19" name="Shape 8619"/>
            <p:cNvSpPr/>
            <p:nvPr/>
          </p:nvSpPr>
          <p:spPr>
            <a:xfrm>
              <a:off x="298502" y="171457"/>
              <a:ext cx="598037" cy="6889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97"/>
                  </a:moveTo>
                  <a:lnTo>
                    <a:pt x="21525" y="0"/>
                  </a:lnTo>
                  <a:lnTo>
                    <a:pt x="112" y="10849"/>
                  </a:lnTo>
                  <a:lnTo>
                    <a:pt x="0" y="10849"/>
                  </a:lnTo>
                  <a:lnTo>
                    <a:pt x="112" y="10849"/>
                  </a:lnTo>
                  <a:lnTo>
                    <a:pt x="21525" y="21600"/>
                  </a:lnTo>
                  <a:lnTo>
                    <a:pt x="21600" y="21600"/>
                  </a:lnTo>
                  <a:lnTo>
                    <a:pt x="21600" y="97"/>
                  </a:lnTo>
                  <a:close/>
                </a:path>
              </a:pathLst>
            </a:custGeom>
            <a:blipFill rotWithShape="1">
              <a:blip r:embed="rId2"/>
              <a:srcRect l="0" t="0" r="0" b="0"/>
              <a:tile tx="0" ty="0" sx="100000" sy="100000" flip="none" algn="tl"/>
            </a:blip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20" name="Shape 8620"/>
            <p:cNvSpPr/>
            <p:nvPr/>
          </p:nvSpPr>
          <p:spPr>
            <a:xfrm>
              <a:off x="0" y="-1"/>
              <a:ext cx="894473" cy="5174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4443"/>
                  </a:moveTo>
                  <a:lnTo>
                    <a:pt x="7208" y="21600"/>
                  </a:lnTo>
                  <a:lnTo>
                    <a:pt x="21600" y="7157"/>
                  </a:lnTo>
                  <a:lnTo>
                    <a:pt x="14442" y="0"/>
                  </a:lnTo>
                  <a:lnTo>
                    <a:pt x="0" y="14443"/>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21" name="Shape 8621"/>
            <p:cNvSpPr/>
            <p:nvPr/>
          </p:nvSpPr>
          <p:spPr>
            <a:xfrm>
              <a:off x="896538" y="-1"/>
              <a:ext cx="894473" cy="5174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43"/>
                  </a:moveTo>
                  <a:lnTo>
                    <a:pt x="14367" y="21600"/>
                  </a:lnTo>
                  <a:lnTo>
                    <a:pt x="0" y="7286"/>
                  </a:lnTo>
                  <a:lnTo>
                    <a:pt x="7158" y="0"/>
                  </a:lnTo>
                  <a:lnTo>
                    <a:pt x="21600" y="14443"/>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22" name="Shape 8622"/>
            <p:cNvSpPr/>
            <p:nvPr/>
          </p:nvSpPr>
          <p:spPr>
            <a:xfrm>
              <a:off x="0" y="517472"/>
              <a:ext cx="896539" cy="5174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7157"/>
                  </a:moveTo>
                  <a:lnTo>
                    <a:pt x="7192" y="0"/>
                  </a:lnTo>
                  <a:lnTo>
                    <a:pt x="21600" y="14314"/>
                  </a:lnTo>
                  <a:lnTo>
                    <a:pt x="14408" y="21600"/>
                  </a:lnTo>
                  <a:lnTo>
                    <a:pt x="0" y="7157"/>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sp>
          <p:nvSpPr>
            <p:cNvPr id="8623" name="Shape 8623"/>
            <p:cNvSpPr/>
            <p:nvPr/>
          </p:nvSpPr>
          <p:spPr>
            <a:xfrm>
              <a:off x="896538" y="517472"/>
              <a:ext cx="894473" cy="5174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157"/>
                  </a:moveTo>
                  <a:lnTo>
                    <a:pt x="14367" y="0"/>
                  </a:lnTo>
                  <a:lnTo>
                    <a:pt x="0" y="14314"/>
                  </a:lnTo>
                  <a:lnTo>
                    <a:pt x="7158" y="21600"/>
                  </a:lnTo>
                  <a:lnTo>
                    <a:pt x="21600" y="7157"/>
                  </a:lnTo>
                  <a:close/>
                </a:path>
              </a:pathLst>
            </a:custGeom>
            <a:solidFill>
              <a:srgbClr val="A1C4E3"/>
            </a:solidFill>
            <a:ln w="12700" cap="flat">
              <a:noFill/>
              <a:miter lim="400000"/>
            </a:ln>
            <a:effectLst/>
          </p:spPr>
          <p:txBody>
            <a:bodyPr wrap="square" lIns="34289" tIns="34289" rIns="34289" bIns="34289" numCol="1" anchor="t">
              <a:noAutofit/>
            </a:bodyPr>
            <a:lstStyle/>
            <a:p>
              <a:pPr algn="l" defTabSz="685800">
                <a:defRPr sz="1200">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6" presetID="23" grpId="1" fill="hold">
                                  <p:stCondLst>
                                    <p:cond delay="0"/>
                                  </p:stCondLst>
                                  <p:iterate type="el" backwards="0">
                                    <p:tmAbs val="0"/>
                                  </p:iterate>
                                  <p:childTnLst>
                                    <p:set>
                                      <p:cBhvr>
                                        <p:cTn id="6" fill="hold"/>
                                        <p:tgtEl>
                                          <p:spTgt spid="8624"/>
                                        </p:tgtEl>
                                        <p:attrNameLst>
                                          <p:attrName>style.visibility</p:attrName>
                                        </p:attrNameLst>
                                      </p:cBhvr>
                                      <p:to>
                                        <p:strVal val="visible"/>
                                      </p:to>
                                    </p:set>
                                    <p:anim calcmode="lin" valueType="num">
                                      <p:cBhvr>
                                        <p:cTn id="7" dur="500" fill="hold"/>
                                        <p:tgtEl>
                                          <p:spTgt spid="8624"/>
                                        </p:tgtEl>
                                        <p:attrNameLst>
                                          <p:attrName>ppt_w</p:attrName>
                                        </p:attrNameLst>
                                      </p:cBhvr>
                                      <p:tavLst>
                                        <p:tav tm="0">
                                          <p:val>
                                            <p:fltVal val="0"/>
                                          </p:val>
                                        </p:tav>
                                        <p:tav tm="100000">
                                          <p:val>
                                            <p:strVal val="#ppt_w"/>
                                          </p:val>
                                        </p:tav>
                                      </p:tavLst>
                                    </p:anim>
                                    <p:anim calcmode="lin" valueType="num">
                                      <p:cBhvr>
                                        <p:cTn id="8" dur="500" fill="hold"/>
                                        <p:tgtEl>
                                          <p:spTgt spid="86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624" grpId="1"/>
    </p:bldLst>
  </p:timing>
</p:sld>
</file>

<file path=ppt/slides/slide19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626" name="Shape 8626"/>
          <p:cNvSpPr/>
          <p:nvPr/>
        </p:nvSpPr>
        <p:spPr>
          <a:xfrm>
            <a:off x="353841" y="681483"/>
            <a:ext cx="7244081"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p>
            <a:pPr algn="l" defTabSz="825500">
              <a:lnSpc>
                <a:spcPct val="90000"/>
              </a:lnSpc>
              <a:defRPr spc="-100">
                <a:solidFill>
                  <a:srgbClr val="144973"/>
                </a:solidFill>
                <a:latin typeface="Raleway Heavy"/>
                <a:ea typeface="Raleway Heavy"/>
                <a:cs typeface="Raleway Heavy"/>
                <a:sym typeface="Raleway Heavy"/>
              </a:defRPr>
            </a:pPr>
            <a:r>
              <a:t>Ilustraciones editables</a:t>
            </a:r>
          </a:p>
          <a:p>
            <a:pPr algn="l" defTabSz="825500">
              <a:lnSpc>
                <a:spcPct val="90000"/>
              </a:lnSpc>
              <a:defRPr spc="-50" sz="2500">
                <a:latin typeface="Raleway SemiBold"/>
                <a:ea typeface="Raleway SemiBold"/>
                <a:cs typeface="Raleway SemiBold"/>
                <a:sym typeface="Raleway SemiBold"/>
              </a:defRPr>
            </a:pPr>
            <a:r>
              <a:t>Puedes cambiar el color de todo</a:t>
            </a:r>
          </a:p>
        </p:txBody>
      </p:sp>
      <p:grpSp>
        <p:nvGrpSpPr>
          <p:cNvPr id="8769" name="Group 8769"/>
          <p:cNvGrpSpPr/>
          <p:nvPr/>
        </p:nvGrpSpPr>
        <p:grpSpPr>
          <a:xfrm>
            <a:off x="8723916" y="1842660"/>
            <a:ext cx="6936169" cy="10746241"/>
            <a:chOff x="0" y="0"/>
            <a:chExt cx="6936167" cy="10746239"/>
          </a:xfrm>
        </p:grpSpPr>
        <p:grpSp>
          <p:nvGrpSpPr>
            <p:cNvPr id="8629" name="Group 8629"/>
            <p:cNvGrpSpPr/>
            <p:nvPr/>
          </p:nvGrpSpPr>
          <p:grpSpPr>
            <a:xfrm>
              <a:off x="4668686" y="1246930"/>
              <a:ext cx="1167538" cy="793350"/>
              <a:chOff x="0" y="0"/>
              <a:chExt cx="1167537" cy="793348"/>
            </a:xfrm>
          </p:grpSpPr>
          <p:sp>
            <p:nvSpPr>
              <p:cNvPr id="8627" name="Shape 8627"/>
              <p:cNvSpPr/>
              <p:nvPr/>
            </p:nvSpPr>
            <p:spPr>
              <a:xfrm rot="7782">
                <a:off x="616" y="150966"/>
                <a:ext cx="633891" cy="5452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9382"/>
                    </a:moveTo>
                    <a:cubicBezTo>
                      <a:pt x="0" y="4145"/>
                      <a:pt x="4737" y="0"/>
                      <a:pt x="10800" y="0"/>
                    </a:cubicBezTo>
                    <a:cubicBezTo>
                      <a:pt x="16674" y="0"/>
                      <a:pt x="21600" y="4145"/>
                      <a:pt x="21600" y="9382"/>
                    </a:cubicBezTo>
                    <a:cubicBezTo>
                      <a:pt x="21600" y="14400"/>
                      <a:pt x="16674" y="18764"/>
                      <a:pt x="10800" y="18764"/>
                    </a:cubicBezTo>
                    <a:cubicBezTo>
                      <a:pt x="9284" y="18764"/>
                      <a:pt x="7768" y="18327"/>
                      <a:pt x="6253" y="17891"/>
                    </a:cubicBezTo>
                    <a:cubicBezTo>
                      <a:pt x="1326" y="21600"/>
                      <a:pt x="1326" y="21600"/>
                      <a:pt x="1326" y="21600"/>
                    </a:cubicBezTo>
                    <a:cubicBezTo>
                      <a:pt x="947" y="21382"/>
                      <a:pt x="947" y="21382"/>
                      <a:pt x="947" y="21382"/>
                    </a:cubicBezTo>
                    <a:cubicBezTo>
                      <a:pt x="3411" y="16145"/>
                      <a:pt x="3411" y="16145"/>
                      <a:pt x="3411" y="16145"/>
                    </a:cubicBezTo>
                    <a:cubicBezTo>
                      <a:pt x="1137" y="14400"/>
                      <a:pt x="0" y="12000"/>
                      <a:pt x="0" y="9382"/>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28" name="Shape 8628"/>
              <p:cNvSpPr/>
              <p:nvPr/>
            </p:nvSpPr>
            <p:spPr>
              <a:xfrm rot="7782">
                <a:off x="368532" y="902"/>
                <a:ext cx="798111" cy="7915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450" y="17069"/>
                    </a:moveTo>
                    <a:cubicBezTo>
                      <a:pt x="11100" y="17069"/>
                      <a:pt x="12600" y="16766"/>
                      <a:pt x="13950" y="16313"/>
                    </a:cubicBezTo>
                    <a:cubicBezTo>
                      <a:pt x="14400" y="16162"/>
                      <a:pt x="14400" y="16162"/>
                      <a:pt x="14400" y="16162"/>
                    </a:cubicBezTo>
                    <a:cubicBezTo>
                      <a:pt x="17100" y="17975"/>
                      <a:pt x="17100" y="17975"/>
                      <a:pt x="17100" y="17975"/>
                    </a:cubicBezTo>
                    <a:cubicBezTo>
                      <a:pt x="15750" y="15407"/>
                      <a:pt x="15750" y="15407"/>
                      <a:pt x="15750" y="15407"/>
                    </a:cubicBezTo>
                    <a:cubicBezTo>
                      <a:pt x="16500" y="14954"/>
                      <a:pt x="16500" y="14954"/>
                      <a:pt x="16500" y="14954"/>
                    </a:cubicBezTo>
                    <a:cubicBezTo>
                      <a:pt x="18600" y="13594"/>
                      <a:pt x="19800" y="11480"/>
                      <a:pt x="19800" y="9365"/>
                    </a:cubicBezTo>
                    <a:cubicBezTo>
                      <a:pt x="19800" y="5287"/>
                      <a:pt x="15150" y="1813"/>
                      <a:pt x="9450" y="1813"/>
                    </a:cubicBezTo>
                    <a:cubicBezTo>
                      <a:pt x="6750" y="1813"/>
                      <a:pt x="4200" y="2568"/>
                      <a:pt x="2400" y="3927"/>
                    </a:cubicBezTo>
                    <a:cubicBezTo>
                      <a:pt x="1650" y="3625"/>
                      <a:pt x="900" y="3474"/>
                      <a:pt x="0" y="3323"/>
                    </a:cubicBezTo>
                    <a:cubicBezTo>
                      <a:pt x="2250" y="1359"/>
                      <a:pt x="5700" y="0"/>
                      <a:pt x="9450" y="0"/>
                    </a:cubicBezTo>
                    <a:cubicBezTo>
                      <a:pt x="16200" y="0"/>
                      <a:pt x="21600" y="4229"/>
                      <a:pt x="21600" y="9365"/>
                    </a:cubicBezTo>
                    <a:cubicBezTo>
                      <a:pt x="21600" y="11933"/>
                      <a:pt x="20400" y="14350"/>
                      <a:pt x="18150" y="16011"/>
                    </a:cubicBezTo>
                    <a:cubicBezTo>
                      <a:pt x="20550" y="21600"/>
                      <a:pt x="20550" y="21600"/>
                      <a:pt x="20550" y="21600"/>
                    </a:cubicBezTo>
                    <a:cubicBezTo>
                      <a:pt x="14100" y="18126"/>
                      <a:pt x="14100" y="18126"/>
                      <a:pt x="14100" y="18126"/>
                    </a:cubicBezTo>
                    <a:cubicBezTo>
                      <a:pt x="12600" y="18579"/>
                      <a:pt x="11100" y="18881"/>
                      <a:pt x="9450" y="18881"/>
                    </a:cubicBezTo>
                    <a:cubicBezTo>
                      <a:pt x="6750" y="18881"/>
                      <a:pt x="4350" y="18277"/>
                      <a:pt x="2400" y="17220"/>
                    </a:cubicBezTo>
                    <a:cubicBezTo>
                      <a:pt x="3150" y="16917"/>
                      <a:pt x="3900" y="16464"/>
                      <a:pt x="4500" y="16162"/>
                    </a:cubicBezTo>
                    <a:cubicBezTo>
                      <a:pt x="6000" y="16766"/>
                      <a:pt x="7650" y="17069"/>
                      <a:pt x="9450" y="17069"/>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30" name="Shape 8630"/>
            <p:cNvSpPr/>
            <p:nvPr/>
          </p:nvSpPr>
          <p:spPr>
            <a:xfrm rot="7782">
              <a:off x="5351563" y="4467964"/>
              <a:ext cx="1408245" cy="956263"/>
            </a:xfrm>
            <a:custGeom>
              <a:avLst/>
              <a:gdLst/>
              <a:ahLst/>
              <a:cxnLst>
                <a:cxn ang="0">
                  <a:pos x="wd2" y="hd2"/>
                </a:cxn>
                <a:cxn ang="5400000">
                  <a:pos x="wd2" y="hd2"/>
                </a:cxn>
                <a:cxn ang="10800000">
                  <a:pos x="wd2" y="hd2"/>
                </a:cxn>
                <a:cxn ang="16200000">
                  <a:pos x="wd2" y="hd2"/>
                </a:cxn>
              </a:cxnLst>
              <a:rect l="0" t="0" r="r" b="b"/>
              <a:pathLst>
                <a:path w="21193" h="21104" fill="norm" stroke="1" extrusionOk="0">
                  <a:moveTo>
                    <a:pt x="21172" y="2197"/>
                  </a:moveTo>
                  <a:cubicBezTo>
                    <a:pt x="21255" y="1708"/>
                    <a:pt x="21088" y="1220"/>
                    <a:pt x="20838" y="976"/>
                  </a:cubicBezTo>
                  <a:cubicBezTo>
                    <a:pt x="20755" y="976"/>
                    <a:pt x="9746" y="0"/>
                    <a:pt x="9746" y="0"/>
                  </a:cubicBezTo>
                  <a:cubicBezTo>
                    <a:pt x="9496" y="0"/>
                    <a:pt x="9246" y="244"/>
                    <a:pt x="9162" y="610"/>
                  </a:cubicBezTo>
                  <a:cubicBezTo>
                    <a:pt x="4992" y="15132"/>
                    <a:pt x="4992" y="15132"/>
                    <a:pt x="4992" y="15132"/>
                  </a:cubicBezTo>
                  <a:cubicBezTo>
                    <a:pt x="4492" y="14400"/>
                    <a:pt x="4158" y="13912"/>
                    <a:pt x="3658" y="13668"/>
                  </a:cubicBezTo>
                  <a:cubicBezTo>
                    <a:pt x="2240" y="12814"/>
                    <a:pt x="656" y="13424"/>
                    <a:pt x="155" y="15132"/>
                  </a:cubicBezTo>
                  <a:cubicBezTo>
                    <a:pt x="-345" y="16841"/>
                    <a:pt x="406" y="18915"/>
                    <a:pt x="1823" y="19769"/>
                  </a:cubicBezTo>
                  <a:cubicBezTo>
                    <a:pt x="3241" y="20624"/>
                    <a:pt x="4742" y="19892"/>
                    <a:pt x="5243" y="18183"/>
                  </a:cubicBezTo>
                  <a:cubicBezTo>
                    <a:pt x="5243" y="18183"/>
                    <a:pt x="5243" y="18183"/>
                    <a:pt x="5243" y="18183"/>
                  </a:cubicBezTo>
                  <a:cubicBezTo>
                    <a:pt x="5243" y="18183"/>
                    <a:pt x="5243" y="18183"/>
                    <a:pt x="5243" y="18183"/>
                  </a:cubicBezTo>
                  <a:cubicBezTo>
                    <a:pt x="9079" y="4759"/>
                    <a:pt x="9079" y="4759"/>
                    <a:pt x="9079" y="4759"/>
                  </a:cubicBezTo>
                  <a:cubicBezTo>
                    <a:pt x="18753" y="5614"/>
                    <a:pt x="18753" y="5614"/>
                    <a:pt x="18753" y="5614"/>
                  </a:cubicBezTo>
                  <a:cubicBezTo>
                    <a:pt x="15751" y="15986"/>
                    <a:pt x="15751" y="15986"/>
                    <a:pt x="15751" y="15986"/>
                  </a:cubicBezTo>
                  <a:cubicBezTo>
                    <a:pt x="15584" y="15376"/>
                    <a:pt x="15084" y="14888"/>
                    <a:pt x="14500" y="14522"/>
                  </a:cubicBezTo>
                  <a:cubicBezTo>
                    <a:pt x="13082" y="13668"/>
                    <a:pt x="11581" y="14400"/>
                    <a:pt x="11080" y="16108"/>
                  </a:cubicBezTo>
                  <a:cubicBezTo>
                    <a:pt x="10580" y="17817"/>
                    <a:pt x="11331" y="19892"/>
                    <a:pt x="12748" y="20746"/>
                  </a:cubicBezTo>
                  <a:cubicBezTo>
                    <a:pt x="14166" y="21600"/>
                    <a:pt x="15751" y="20868"/>
                    <a:pt x="16168" y="19159"/>
                  </a:cubicBezTo>
                  <a:cubicBezTo>
                    <a:pt x="16168" y="19159"/>
                    <a:pt x="16251" y="19159"/>
                    <a:pt x="16251" y="19159"/>
                  </a:cubicBezTo>
                  <a:cubicBezTo>
                    <a:pt x="16251" y="19159"/>
                    <a:pt x="16335" y="19159"/>
                    <a:pt x="16335" y="19159"/>
                  </a:cubicBezTo>
                  <a:lnTo>
                    <a:pt x="21172" y="2197"/>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33" name="Group 8633"/>
            <p:cNvGrpSpPr/>
            <p:nvPr/>
          </p:nvGrpSpPr>
          <p:grpSpPr>
            <a:xfrm>
              <a:off x="5214862" y="5461121"/>
              <a:ext cx="677510" cy="409032"/>
              <a:chOff x="0" y="0"/>
              <a:chExt cx="677508" cy="409031"/>
            </a:xfrm>
          </p:grpSpPr>
          <p:sp>
            <p:nvSpPr>
              <p:cNvPr id="8631" name="Shape 8631"/>
              <p:cNvSpPr/>
              <p:nvPr/>
            </p:nvSpPr>
            <p:spPr>
              <a:xfrm rot="7782">
                <a:off x="460" y="765"/>
                <a:ext cx="676589" cy="407502"/>
              </a:xfrm>
              <a:custGeom>
                <a:avLst/>
                <a:gdLst/>
                <a:ahLst/>
                <a:cxnLst>
                  <a:cxn ang="0">
                    <a:pos x="wd2" y="hd2"/>
                  </a:cxn>
                  <a:cxn ang="5400000">
                    <a:pos x="wd2" y="hd2"/>
                  </a:cxn>
                  <a:cxn ang="10800000">
                    <a:pos x="wd2" y="hd2"/>
                  </a:cxn>
                  <a:cxn ang="16200000">
                    <a:pos x="wd2" y="hd2"/>
                  </a:cxn>
                </a:cxnLst>
                <a:rect l="0" t="0" r="r" b="b"/>
                <a:pathLst>
                  <a:path w="21600" h="15764" fill="norm" stroke="1" extrusionOk="0">
                    <a:moveTo>
                      <a:pt x="0" y="6278"/>
                    </a:moveTo>
                    <a:cubicBezTo>
                      <a:pt x="0" y="7347"/>
                      <a:pt x="0" y="7347"/>
                      <a:pt x="0" y="7347"/>
                    </a:cubicBezTo>
                    <a:cubicBezTo>
                      <a:pt x="4249" y="17613"/>
                      <a:pt x="15934" y="18682"/>
                      <a:pt x="21600" y="9486"/>
                    </a:cubicBezTo>
                    <a:cubicBezTo>
                      <a:pt x="21600" y="8417"/>
                      <a:pt x="21600" y="8417"/>
                      <a:pt x="21600" y="8417"/>
                    </a:cubicBezTo>
                    <a:cubicBezTo>
                      <a:pt x="17351" y="-1849"/>
                      <a:pt x="5489" y="-2918"/>
                      <a:pt x="0" y="6278"/>
                    </a:cubicBezTo>
                    <a:close/>
                    <a:moveTo>
                      <a:pt x="10623" y="13763"/>
                    </a:moveTo>
                    <a:cubicBezTo>
                      <a:pt x="7967" y="13549"/>
                      <a:pt x="5843" y="10769"/>
                      <a:pt x="6020" y="7347"/>
                    </a:cubicBezTo>
                    <a:cubicBezTo>
                      <a:pt x="6374" y="4139"/>
                      <a:pt x="8675" y="1787"/>
                      <a:pt x="11331" y="2001"/>
                    </a:cubicBezTo>
                    <a:cubicBezTo>
                      <a:pt x="13987" y="2215"/>
                      <a:pt x="16111" y="5209"/>
                      <a:pt x="15934" y="8417"/>
                    </a:cubicBezTo>
                    <a:cubicBezTo>
                      <a:pt x="15580" y="11625"/>
                      <a:pt x="13279" y="13977"/>
                      <a:pt x="10623" y="13763"/>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32" name="Shape 8632"/>
              <p:cNvSpPr/>
              <p:nvPr/>
            </p:nvSpPr>
            <p:spPr>
              <a:xfrm rot="7782">
                <a:off x="266498" y="128985"/>
                <a:ext cx="154369" cy="151085"/>
              </a:xfrm>
              <a:prstGeom prst="ellipse">
                <a:avLst/>
              </a:pr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636" name="Group 8636"/>
            <p:cNvGrpSpPr/>
            <p:nvPr/>
          </p:nvGrpSpPr>
          <p:grpSpPr>
            <a:xfrm>
              <a:off x="4805820" y="5598967"/>
              <a:ext cx="1341337" cy="2506644"/>
              <a:chOff x="0" y="0"/>
              <a:chExt cx="1341335" cy="2506643"/>
            </a:xfrm>
          </p:grpSpPr>
          <p:sp>
            <p:nvSpPr>
              <p:cNvPr id="8634" name="Shape 8634"/>
              <p:cNvSpPr/>
              <p:nvPr/>
            </p:nvSpPr>
            <p:spPr>
              <a:xfrm rot="7782">
                <a:off x="649" y="1931039"/>
                <a:ext cx="594361" cy="574933"/>
              </a:xfrm>
              <a:custGeom>
                <a:avLst/>
                <a:gdLst/>
                <a:ahLst/>
                <a:cxnLst>
                  <a:cxn ang="0">
                    <a:pos x="wd2" y="hd2"/>
                  </a:cxn>
                  <a:cxn ang="5400000">
                    <a:pos x="wd2" y="hd2"/>
                  </a:cxn>
                  <a:cxn ang="10800000">
                    <a:pos x="wd2" y="hd2"/>
                  </a:cxn>
                  <a:cxn ang="16200000">
                    <a:pos x="wd2" y="hd2"/>
                  </a:cxn>
                </a:cxnLst>
                <a:rect l="0" t="0" r="r" b="b"/>
                <a:pathLst>
                  <a:path w="20358" h="20775" fill="norm" stroke="1" extrusionOk="0">
                    <a:moveTo>
                      <a:pt x="19705" y="9975"/>
                    </a:moveTo>
                    <a:cubicBezTo>
                      <a:pt x="21600" y="5975"/>
                      <a:pt x="19137" y="3175"/>
                      <a:pt x="15347" y="1375"/>
                    </a:cubicBezTo>
                    <a:cubicBezTo>
                      <a:pt x="11558" y="-625"/>
                      <a:pt x="7579" y="-825"/>
                      <a:pt x="5874" y="3375"/>
                    </a:cubicBezTo>
                    <a:cubicBezTo>
                      <a:pt x="4168" y="7375"/>
                      <a:pt x="5495" y="12575"/>
                      <a:pt x="0" y="20775"/>
                    </a:cubicBezTo>
                    <a:cubicBezTo>
                      <a:pt x="8147" y="15975"/>
                      <a:pt x="18000" y="13975"/>
                      <a:pt x="19705" y="9975"/>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35" name="Shape 8635"/>
              <p:cNvSpPr/>
              <p:nvPr/>
            </p:nvSpPr>
            <p:spPr>
              <a:xfrm rot="7782">
                <a:off x="311713" y="1160"/>
                <a:ext cx="1027395" cy="1969718"/>
              </a:xfrm>
              <a:custGeom>
                <a:avLst/>
                <a:gdLst/>
                <a:ahLst/>
                <a:cxnLst>
                  <a:cxn ang="0">
                    <a:pos x="wd2" y="hd2"/>
                  </a:cxn>
                  <a:cxn ang="5400000">
                    <a:pos x="wd2" y="hd2"/>
                  </a:cxn>
                  <a:cxn ang="10800000">
                    <a:pos x="wd2" y="hd2"/>
                  </a:cxn>
                  <a:cxn ang="16200000">
                    <a:pos x="wd2" y="hd2"/>
                  </a:cxn>
                </a:cxnLst>
                <a:rect l="0" t="0" r="r" b="b"/>
                <a:pathLst>
                  <a:path w="19528" h="21132" fill="norm" stroke="1" extrusionOk="0">
                    <a:moveTo>
                      <a:pt x="138" y="19636"/>
                    </a:moveTo>
                    <a:cubicBezTo>
                      <a:pt x="2983" y="20350"/>
                      <a:pt x="2983" y="20350"/>
                      <a:pt x="2983" y="20350"/>
                    </a:cubicBezTo>
                    <a:cubicBezTo>
                      <a:pt x="2983" y="20350"/>
                      <a:pt x="2983" y="20350"/>
                      <a:pt x="2983" y="20350"/>
                    </a:cubicBezTo>
                    <a:cubicBezTo>
                      <a:pt x="5828" y="21124"/>
                      <a:pt x="5828" y="21124"/>
                      <a:pt x="5828" y="21124"/>
                    </a:cubicBezTo>
                    <a:cubicBezTo>
                      <a:pt x="7830" y="21600"/>
                      <a:pt x="19736" y="655"/>
                      <a:pt x="19525" y="0"/>
                    </a:cubicBezTo>
                    <a:cubicBezTo>
                      <a:pt x="19525" y="0"/>
                      <a:pt x="19525" y="0"/>
                      <a:pt x="19525" y="0"/>
                    </a:cubicBezTo>
                    <a:cubicBezTo>
                      <a:pt x="18577" y="179"/>
                      <a:pt x="-1864" y="19101"/>
                      <a:pt x="138" y="19636"/>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640" name="Group 8640"/>
            <p:cNvGrpSpPr/>
            <p:nvPr/>
          </p:nvGrpSpPr>
          <p:grpSpPr>
            <a:xfrm>
              <a:off x="1337172" y="6977574"/>
              <a:ext cx="651110" cy="1212276"/>
              <a:chOff x="0" y="0"/>
              <a:chExt cx="651109" cy="1212274"/>
            </a:xfrm>
          </p:grpSpPr>
          <p:sp>
            <p:nvSpPr>
              <p:cNvPr id="8637" name="Shape 8637"/>
              <p:cNvSpPr/>
              <p:nvPr/>
            </p:nvSpPr>
            <p:spPr>
              <a:xfrm rot="7782">
                <a:off x="279629" y="909689"/>
                <a:ext cx="371139" cy="3021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18350" y="11035"/>
                    </a:lnTo>
                    <a:lnTo>
                      <a:pt x="15483" y="21600"/>
                    </a:lnTo>
                    <a:lnTo>
                      <a:pt x="7646" y="15026"/>
                    </a:lnTo>
                    <a:lnTo>
                      <a:pt x="0" y="8217"/>
                    </a:lnTo>
                    <a:lnTo>
                      <a:pt x="10704" y="4226"/>
                    </a:lnTo>
                    <a:lnTo>
                      <a:pt x="21600"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38" name="Shape 8638"/>
              <p:cNvSpPr/>
              <p:nvPr/>
            </p:nvSpPr>
            <p:spPr>
              <a:xfrm rot="7782">
                <a:off x="63914" y="226270"/>
                <a:ext cx="571489" cy="7357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062" y="19189"/>
                    </a:moveTo>
                    <a:lnTo>
                      <a:pt x="11297" y="18707"/>
                    </a:lnTo>
                    <a:lnTo>
                      <a:pt x="4841" y="2411"/>
                    </a:lnTo>
                    <a:lnTo>
                      <a:pt x="9434" y="1350"/>
                    </a:lnTo>
                    <a:lnTo>
                      <a:pt x="16138" y="17550"/>
                    </a:lnTo>
                    <a:lnTo>
                      <a:pt x="18497" y="16971"/>
                    </a:lnTo>
                    <a:lnTo>
                      <a:pt x="11793" y="675"/>
                    </a:lnTo>
                    <a:lnTo>
                      <a:pt x="14028" y="0"/>
                    </a:lnTo>
                    <a:lnTo>
                      <a:pt x="21600" y="18225"/>
                    </a:lnTo>
                    <a:lnTo>
                      <a:pt x="7572" y="21600"/>
                    </a:lnTo>
                    <a:lnTo>
                      <a:pt x="0" y="3568"/>
                    </a:lnTo>
                    <a:lnTo>
                      <a:pt x="2483" y="2989"/>
                    </a:lnTo>
                    <a:lnTo>
                      <a:pt x="9062" y="19189"/>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39" name="Shape 8639"/>
              <p:cNvSpPr/>
              <p:nvPr/>
            </p:nvSpPr>
            <p:spPr>
              <a:xfrm rot="7782">
                <a:off x="325" y="466"/>
                <a:ext cx="412756" cy="287885"/>
              </a:xfrm>
              <a:custGeom>
                <a:avLst/>
                <a:gdLst/>
                <a:ahLst/>
                <a:cxnLst>
                  <a:cxn ang="0">
                    <a:pos x="wd2" y="hd2"/>
                  </a:cxn>
                  <a:cxn ang="5400000">
                    <a:pos x="wd2" y="hd2"/>
                  </a:cxn>
                  <a:cxn ang="10800000">
                    <a:pos x="wd2" y="hd2"/>
                  </a:cxn>
                  <a:cxn ang="16200000">
                    <a:pos x="wd2" y="hd2"/>
                  </a:cxn>
                </a:cxnLst>
                <a:rect l="0" t="0" r="r" b="b"/>
                <a:pathLst>
                  <a:path w="21207" h="21036" fill="norm" stroke="1" extrusionOk="0">
                    <a:moveTo>
                      <a:pt x="2165" y="5957"/>
                    </a:moveTo>
                    <a:cubicBezTo>
                      <a:pt x="14954" y="251"/>
                      <a:pt x="14954" y="251"/>
                      <a:pt x="14954" y="251"/>
                    </a:cubicBezTo>
                    <a:cubicBezTo>
                      <a:pt x="16660" y="-564"/>
                      <a:pt x="18649" y="659"/>
                      <a:pt x="19218" y="3104"/>
                    </a:cubicBezTo>
                    <a:cubicBezTo>
                      <a:pt x="19218" y="3511"/>
                      <a:pt x="19218" y="3511"/>
                      <a:pt x="19218" y="3511"/>
                    </a:cubicBezTo>
                    <a:cubicBezTo>
                      <a:pt x="19218" y="3511"/>
                      <a:pt x="19218" y="3511"/>
                      <a:pt x="19218" y="3511"/>
                    </a:cubicBezTo>
                    <a:cubicBezTo>
                      <a:pt x="21207" y="12070"/>
                      <a:pt x="21207" y="12070"/>
                      <a:pt x="21207" y="12070"/>
                    </a:cubicBezTo>
                    <a:cubicBezTo>
                      <a:pt x="2165" y="21036"/>
                      <a:pt x="2165" y="21036"/>
                      <a:pt x="2165" y="21036"/>
                    </a:cubicBezTo>
                    <a:cubicBezTo>
                      <a:pt x="175" y="12070"/>
                      <a:pt x="175" y="12070"/>
                      <a:pt x="175" y="12070"/>
                    </a:cubicBezTo>
                    <a:cubicBezTo>
                      <a:pt x="175" y="12070"/>
                      <a:pt x="175" y="12070"/>
                      <a:pt x="175" y="12070"/>
                    </a:cubicBezTo>
                    <a:cubicBezTo>
                      <a:pt x="175" y="11662"/>
                      <a:pt x="175" y="11662"/>
                      <a:pt x="175" y="11662"/>
                    </a:cubicBezTo>
                    <a:cubicBezTo>
                      <a:pt x="-393" y="9217"/>
                      <a:pt x="460" y="6772"/>
                      <a:pt x="2165" y="5957"/>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41" name="Shape 8641"/>
            <p:cNvSpPr/>
            <p:nvPr/>
          </p:nvSpPr>
          <p:spPr>
            <a:xfrm rot="7782">
              <a:off x="4990603" y="5943984"/>
              <a:ext cx="394129" cy="6634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75" y="0"/>
                  </a:moveTo>
                  <a:cubicBezTo>
                    <a:pt x="2130" y="0"/>
                    <a:pt x="2130" y="0"/>
                    <a:pt x="2130" y="0"/>
                  </a:cubicBezTo>
                  <a:cubicBezTo>
                    <a:pt x="913" y="0"/>
                    <a:pt x="0" y="540"/>
                    <a:pt x="0" y="1080"/>
                  </a:cubicBezTo>
                  <a:cubicBezTo>
                    <a:pt x="0" y="20340"/>
                    <a:pt x="0" y="20340"/>
                    <a:pt x="0" y="20340"/>
                  </a:cubicBezTo>
                  <a:cubicBezTo>
                    <a:pt x="0" y="21060"/>
                    <a:pt x="913" y="21600"/>
                    <a:pt x="2130" y="21600"/>
                  </a:cubicBezTo>
                  <a:cubicBezTo>
                    <a:pt x="19775" y="21600"/>
                    <a:pt x="19775" y="21600"/>
                    <a:pt x="19775" y="21600"/>
                  </a:cubicBezTo>
                  <a:cubicBezTo>
                    <a:pt x="20687" y="21600"/>
                    <a:pt x="21600" y="21060"/>
                    <a:pt x="21600" y="20340"/>
                  </a:cubicBezTo>
                  <a:cubicBezTo>
                    <a:pt x="21600" y="1080"/>
                    <a:pt x="21600" y="1080"/>
                    <a:pt x="21600" y="1080"/>
                  </a:cubicBezTo>
                  <a:cubicBezTo>
                    <a:pt x="21600" y="540"/>
                    <a:pt x="20687" y="0"/>
                    <a:pt x="19775" y="0"/>
                  </a:cubicBezTo>
                  <a:close/>
                  <a:moveTo>
                    <a:pt x="9127" y="1080"/>
                  </a:moveTo>
                  <a:cubicBezTo>
                    <a:pt x="12473" y="1080"/>
                    <a:pt x="12473" y="1080"/>
                    <a:pt x="12473" y="1080"/>
                  </a:cubicBezTo>
                  <a:cubicBezTo>
                    <a:pt x="12777" y="1080"/>
                    <a:pt x="13082" y="1260"/>
                    <a:pt x="13082" y="1260"/>
                  </a:cubicBezTo>
                  <a:cubicBezTo>
                    <a:pt x="13082" y="1440"/>
                    <a:pt x="12777" y="1620"/>
                    <a:pt x="12473" y="1620"/>
                  </a:cubicBezTo>
                  <a:cubicBezTo>
                    <a:pt x="9127" y="1620"/>
                    <a:pt x="9127" y="1620"/>
                    <a:pt x="9127" y="1620"/>
                  </a:cubicBezTo>
                  <a:cubicBezTo>
                    <a:pt x="8823" y="1620"/>
                    <a:pt x="8823" y="1440"/>
                    <a:pt x="8823" y="1260"/>
                  </a:cubicBezTo>
                  <a:cubicBezTo>
                    <a:pt x="8823" y="1260"/>
                    <a:pt x="8823" y="1080"/>
                    <a:pt x="9127" y="1080"/>
                  </a:cubicBezTo>
                  <a:close/>
                  <a:moveTo>
                    <a:pt x="10952" y="20700"/>
                  </a:moveTo>
                  <a:cubicBezTo>
                    <a:pt x="10344" y="20700"/>
                    <a:pt x="9735" y="20340"/>
                    <a:pt x="9735" y="19980"/>
                  </a:cubicBezTo>
                  <a:cubicBezTo>
                    <a:pt x="9735" y="19620"/>
                    <a:pt x="10344" y="19440"/>
                    <a:pt x="10952" y="19440"/>
                  </a:cubicBezTo>
                  <a:cubicBezTo>
                    <a:pt x="11561" y="19440"/>
                    <a:pt x="11865" y="19620"/>
                    <a:pt x="11865" y="19980"/>
                  </a:cubicBezTo>
                  <a:cubicBezTo>
                    <a:pt x="11865" y="20340"/>
                    <a:pt x="11561" y="20700"/>
                    <a:pt x="10952" y="20700"/>
                  </a:cubicBezTo>
                  <a:close/>
                  <a:moveTo>
                    <a:pt x="19470" y="18000"/>
                  </a:moveTo>
                  <a:cubicBezTo>
                    <a:pt x="19470" y="18360"/>
                    <a:pt x="18862" y="18720"/>
                    <a:pt x="18558" y="18720"/>
                  </a:cubicBezTo>
                  <a:cubicBezTo>
                    <a:pt x="3346" y="18720"/>
                    <a:pt x="3346" y="18720"/>
                    <a:pt x="3346" y="18720"/>
                  </a:cubicBezTo>
                  <a:cubicBezTo>
                    <a:pt x="2738" y="18720"/>
                    <a:pt x="2434" y="18360"/>
                    <a:pt x="2434" y="18000"/>
                  </a:cubicBezTo>
                  <a:cubicBezTo>
                    <a:pt x="2434" y="2880"/>
                    <a:pt x="2434" y="2880"/>
                    <a:pt x="2434" y="2880"/>
                  </a:cubicBezTo>
                  <a:cubicBezTo>
                    <a:pt x="2434" y="2520"/>
                    <a:pt x="2738" y="2340"/>
                    <a:pt x="3346" y="2340"/>
                  </a:cubicBezTo>
                  <a:cubicBezTo>
                    <a:pt x="18558" y="2340"/>
                    <a:pt x="18558" y="2340"/>
                    <a:pt x="18558" y="2340"/>
                  </a:cubicBezTo>
                  <a:cubicBezTo>
                    <a:pt x="18862" y="2340"/>
                    <a:pt x="19470" y="2520"/>
                    <a:pt x="19470" y="2880"/>
                  </a:cubicBezTo>
                  <a:lnTo>
                    <a:pt x="19470" y="1800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45" name="Group 8645"/>
            <p:cNvGrpSpPr/>
            <p:nvPr/>
          </p:nvGrpSpPr>
          <p:grpSpPr>
            <a:xfrm>
              <a:off x="1549556" y="4396709"/>
              <a:ext cx="1445087" cy="1430183"/>
              <a:chOff x="0" y="0"/>
              <a:chExt cx="1445086" cy="1430181"/>
            </a:xfrm>
          </p:grpSpPr>
          <p:sp>
            <p:nvSpPr>
              <p:cNvPr id="8642" name="Shape 8642"/>
              <p:cNvSpPr/>
              <p:nvPr/>
            </p:nvSpPr>
            <p:spPr>
              <a:xfrm rot="7782">
                <a:off x="1399" y="190555"/>
                <a:ext cx="1241507" cy="12382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36" y="6654"/>
                    </a:moveTo>
                    <a:cubicBezTo>
                      <a:pt x="18707" y="5786"/>
                      <a:pt x="18707" y="5786"/>
                      <a:pt x="18707" y="5786"/>
                    </a:cubicBezTo>
                    <a:cubicBezTo>
                      <a:pt x="17357" y="7232"/>
                      <a:pt x="17357" y="7232"/>
                      <a:pt x="17357" y="7232"/>
                    </a:cubicBezTo>
                    <a:cubicBezTo>
                      <a:pt x="17936" y="8293"/>
                      <a:pt x="18225" y="9450"/>
                      <a:pt x="18225" y="10800"/>
                    </a:cubicBezTo>
                    <a:cubicBezTo>
                      <a:pt x="18225" y="14946"/>
                      <a:pt x="14850" y="18225"/>
                      <a:pt x="10800" y="18225"/>
                    </a:cubicBezTo>
                    <a:cubicBezTo>
                      <a:pt x="6654" y="18225"/>
                      <a:pt x="3375" y="14946"/>
                      <a:pt x="3375" y="10800"/>
                    </a:cubicBezTo>
                    <a:cubicBezTo>
                      <a:pt x="3375" y="6654"/>
                      <a:pt x="6654" y="3375"/>
                      <a:pt x="10800" y="3375"/>
                    </a:cubicBezTo>
                    <a:cubicBezTo>
                      <a:pt x="12150" y="3375"/>
                      <a:pt x="13500" y="3761"/>
                      <a:pt x="14561" y="4339"/>
                    </a:cubicBezTo>
                    <a:cubicBezTo>
                      <a:pt x="15911" y="3086"/>
                      <a:pt x="15911" y="3086"/>
                      <a:pt x="15911" y="3086"/>
                    </a:cubicBezTo>
                    <a:cubicBezTo>
                      <a:pt x="15043" y="1157"/>
                      <a:pt x="15043" y="1157"/>
                      <a:pt x="15043" y="1157"/>
                    </a:cubicBezTo>
                    <a:cubicBezTo>
                      <a:pt x="14946" y="771"/>
                      <a:pt x="14946" y="771"/>
                      <a:pt x="14946" y="771"/>
                    </a:cubicBezTo>
                    <a:cubicBezTo>
                      <a:pt x="13693" y="289"/>
                      <a:pt x="12246" y="0"/>
                      <a:pt x="10800" y="0"/>
                    </a:cubicBezTo>
                    <a:cubicBezTo>
                      <a:pt x="4821" y="0"/>
                      <a:pt x="0" y="4821"/>
                      <a:pt x="0" y="10800"/>
                    </a:cubicBezTo>
                    <a:cubicBezTo>
                      <a:pt x="0" y="16779"/>
                      <a:pt x="4821" y="21600"/>
                      <a:pt x="10800" y="21600"/>
                    </a:cubicBezTo>
                    <a:cubicBezTo>
                      <a:pt x="16779" y="21600"/>
                      <a:pt x="21600" y="16779"/>
                      <a:pt x="21600" y="10800"/>
                    </a:cubicBezTo>
                    <a:cubicBezTo>
                      <a:pt x="21600" y="9354"/>
                      <a:pt x="21311" y="8004"/>
                      <a:pt x="20829" y="6750"/>
                    </a:cubicBezTo>
                    <a:lnTo>
                      <a:pt x="20636" y="6654"/>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43" name="Shape 8643"/>
              <p:cNvSpPr/>
              <p:nvPr/>
            </p:nvSpPr>
            <p:spPr>
              <a:xfrm rot="7782">
                <a:off x="595732" y="959"/>
                <a:ext cx="848402" cy="843224"/>
              </a:xfrm>
              <a:custGeom>
                <a:avLst/>
                <a:gdLst/>
                <a:ahLst/>
                <a:cxnLst>
                  <a:cxn ang="0">
                    <a:pos x="wd2" y="hd2"/>
                  </a:cxn>
                  <a:cxn ang="5400000">
                    <a:pos x="wd2" y="hd2"/>
                  </a:cxn>
                  <a:cxn ang="10800000">
                    <a:pos x="wd2" y="hd2"/>
                  </a:cxn>
                  <a:cxn ang="16200000">
                    <a:pos x="wd2" y="hd2"/>
                  </a:cxn>
                </a:cxnLst>
                <a:rect l="0" t="0" r="r" b="b"/>
                <a:pathLst>
                  <a:path w="21460" h="21494" fill="norm" stroke="1" extrusionOk="0">
                    <a:moveTo>
                      <a:pt x="18374" y="2965"/>
                    </a:moveTo>
                    <a:cubicBezTo>
                      <a:pt x="17954" y="2541"/>
                      <a:pt x="17112" y="2541"/>
                      <a:pt x="16691" y="2965"/>
                    </a:cubicBezTo>
                    <a:cubicBezTo>
                      <a:pt x="15850" y="3812"/>
                      <a:pt x="15850" y="3812"/>
                      <a:pt x="15850" y="3812"/>
                    </a:cubicBezTo>
                    <a:cubicBezTo>
                      <a:pt x="14307" y="0"/>
                      <a:pt x="14307" y="0"/>
                      <a:pt x="14307" y="0"/>
                    </a:cubicBezTo>
                    <a:cubicBezTo>
                      <a:pt x="8416" y="5788"/>
                      <a:pt x="8416" y="5788"/>
                      <a:pt x="8416" y="5788"/>
                    </a:cubicBezTo>
                    <a:cubicBezTo>
                      <a:pt x="10099" y="9600"/>
                      <a:pt x="10099" y="9600"/>
                      <a:pt x="10099" y="9600"/>
                    </a:cubicBezTo>
                    <a:cubicBezTo>
                      <a:pt x="421" y="19341"/>
                      <a:pt x="421" y="19341"/>
                      <a:pt x="421" y="19341"/>
                    </a:cubicBezTo>
                    <a:cubicBezTo>
                      <a:pt x="-140" y="19906"/>
                      <a:pt x="-140" y="20612"/>
                      <a:pt x="421" y="21176"/>
                    </a:cubicBezTo>
                    <a:cubicBezTo>
                      <a:pt x="842" y="21600"/>
                      <a:pt x="1683" y="21600"/>
                      <a:pt x="2104" y="21176"/>
                    </a:cubicBezTo>
                    <a:cubicBezTo>
                      <a:pt x="11782" y="11294"/>
                      <a:pt x="11782" y="11294"/>
                      <a:pt x="11782" y="11294"/>
                    </a:cubicBezTo>
                    <a:cubicBezTo>
                      <a:pt x="15569" y="12988"/>
                      <a:pt x="15569" y="12988"/>
                      <a:pt x="15569" y="12988"/>
                    </a:cubicBezTo>
                    <a:cubicBezTo>
                      <a:pt x="21460" y="7200"/>
                      <a:pt x="21460" y="7200"/>
                      <a:pt x="21460" y="7200"/>
                    </a:cubicBezTo>
                    <a:cubicBezTo>
                      <a:pt x="17673" y="5506"/>
                      <a:pt x="17673" y="5506"/>
                      <a:pt x="17673" y="5506"/>
                    </a:cubicBezTo>
                    <a:cubicBezTo>
                      <a:pt x="18374" y="4800"/>
                      <a:pt x="18374" y="4800"/>
                      <a:pt x="18374" y="4800"/>
                    </a:cubicBezTo>
                    <a:cubicBezTo>
                      <a:pt x="18935" y="4235"/>
                      <a:pt x="18935" y="3529"/>
                      <a:pt x="18374" y="2965"/>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44" name="Shape 8644"/>
              <p:cNvSpPr/>
              <p:nvPr/>
            </p:nvSpPr>
            <p:spPr>
              <a:xfrm rot="7782">
                <a:off x="313419" y="505854"/>
                <a:ext cx="614184" cy="6076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13156"/>
                    </a:moveTo>
                    <a:cubicBezTo>
                      <a:pt x="12843" y="14727"/>
                      <a:pt x="10314" y="14727"/>
                      <a:pt x="8951" y="13156"/>
                    </a:cubicBezTo>
                    <a:cubicBezTo>
                      <a:pt x="7395" y="11585"/>
                      <a:pt x="7395" y="9033"/>
                      <a:pt x="8951" y="7462"/>
                    </a:cubicBezTo>
                    <a:cubicBezTo>
                      <a:pt x="15373" y="982"/>
                      <a:pt x="15373" y="982"/>
                      <a:pt x="15373" y="982"/>
                    </a:cubicBezTo>
                    <a:cubicBezTo>
                      <a:pt x="14011" y="196"/>
                      <a:pt x="12454" y="0"/>
                      <a:pt x="10897" y="0"/>
                    </a:cubicBezTo>
                    <a:cubicBezTo>
                      <a:pt x="4865" y="0"/>
                      <a:pt x="0" y="4713"/>
                      <a:pt x="0" y="10800"/>
                    </a:cubicBezTo>
                    <a:cubicBezTo>
                      <a:pt x="0" y="16887"/>
                      <a:pt x="4865" y="21600"/>
                      <a:pt x="10897" y="21600"/>
                    </a:cubicBezTo>
                    <a:cubicBezTo>
                      <a:pt x="16735" y="21600"/>
                      <a:pt x="21600" y="16887"/>
                      <a:pt x="21600" y="10800"/>
                    </a:cubicBezTo>
                    <a:cubicBezTo>
                      <a:pt x="21600" y="9425"/>
                      <a:pt x="21405" y="8051"/>
                      <a:pt x="20822" y="6676"/>
                    </a:cubicBezTo>
                    <a:lnTo>
                      <a:pt x="14400" y="13156"/>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46" name="Shape 8646"/>
            <p:cNvSpPr/>
            <p:nvPr/>
          </p:nvSpPr>
          <p:spPr>
            <a:xfrm rot="7782">
              <a:off x="1046843" y="5705878"/>
              <a:ext cx="1221089" cy="1169514"/>
            </a:xfrm>
            <a:custGeom>
              <a:avLst/>
              <a:gdLst/>
              <a:ahLst/>
              <a:cxnLst>
                <a:cxn ang="0">
                  <a:pos x="wd2" y="hd2"/>
                </a:cxn>
                <a:cxn ang="5400000">
                  <a:pos x="wd2" y="hd2"/>
                </a:cxn>
                <a:cxn ang="10800000">
                  <a:pos x="wd2" y="hd2"/>
                </a:cxn>
                <a:cxn ang="16200000">
                  <a:pos x="wd2" y="hd2"/>
                </a:cxn>
              </a:cxnLst>
              <a:rect l="0" t="0" r="r" b="b"/>
              <a:pathLst>
                <a:path w="21189" h="21015" fill="norm" stroke="1" extrusionOk="0">
                  <a:moveTo>
                    <a:pt x="11307" y="19458"/>
                  </a:moveTo>
                  <a:cubicBezTo>
                    <a:pt x="11114" y="18065"/>
                    <a:pt x="11114" y="18065"/>
                    <a:pt x="11114" y="18065"/>
                  </a:cubicBezTo>
                  <a:cubicBezTo>
                    <a:pt x="10149" y="17866"/>
                    <a:pt x="9282" y="17069"/>
                    <a:pt x="8896" y="15974"/>
                  </a:cubicBezTo>
                  <a:cubicBezTo>
                    <a:pt x="8414" y="14382"/>
                    <a:pt x="9185" y="12690"/>
                    <a:pt x="10728" y="12192"/>
                  </a:cubicBezTo>
                  <a:cubicBezTo>
                    <a:pt x="12367" y="11694"/>
                    <a:pt x="14007" y="12491"/>
                    <a:pt x="14489" y="14083"/>
                  </a:cubicBezTo>
                  <a:cubicBezTo>
                    <a:pt x="14874" y="15278"/>
                    <a:pt x="14489" y="16472"/>
                    <a:pt x="13814" y="17169"/>
                  </a:cubicBezTo>
                  <a:cubicBezTo>
                    <a:pt x="14296" y="18065"/>
                    <a:pt x="14296" y="18065"/>
                    <a:pt x="14296" y="18065"/>
                  </a:cubicBezTo>
                  <a:cubicBezTo>
                    <a:pt x="15742" y="17368"/>
                    <a:pt x="16803" y="16870"/>
                    <a:pt x="16803" y="16870"/>
                  </a:cubicBezTo>
                  <a:cubicBezTo>
                    <a:pt x="17189" y="16671"/>
                    <a:pt x="17478" y="16174"/>
                    <a:pt x="17285" y="15775"/>
                  </a:cubicBezTo>
                  <a:cubicBezTo>
                    <a:pt x="17285" y="15775"/>
                    <a:pt x="16514" y="13884"/>
                    <a:pt x="15646" y="11694"/>
                  </a:cubicBezTo>
                  <a:cubicBezTo>
                    <a:pt x="16224" y="11296"/>
                    <a:pt x="16224" y="11296"/>
                    <a:pt x="16224" y="11296"/>
                  </a:cubicBezTo>
                  <a:cubicBezTo>
                    <a:pt x="16899" y="12092"/>
                    <a:pt x="18057" y="12391"/>
                    <a:pt x="19214" y="11993"/>
                  </a:cubicBezTo>
                  <a:cubicBezTo>
                    <a:pt x="20757" y="11495"/>
                    <a:pt x="21528" y="9803"/>
                    <a:pt x="21046" y="8210"/>
                  </a:cubicBezTo>
                  <a:cubicBezTo>
                    <a:pt x="20564" y="6618"/>
                    <a:pt x="18924" y="5722"/>
                    <a:pt x="17382" y="6220"/>
                  </a:cubicBezTo>
                  <a:cubicBezTo>
                    <a:pt x="16321" y="6618"/>
                    <a:pt x="15549" y="7514"/>
                    <a:pt x="15357" y="8609"/>
                  </a:cubicBezTo>
                  <a:cubicBezTo>
                    <a:pt x="14585" y="8708"/>
                    <a:pt x="14585" y="8708"/>
                    <a:pt x="14585" y="8708"/>
                  </a:cubicBezTo>
                  <a:cubicBezTo>
                    <a:pt x="14103" y="7016"/>
                    <a:pt x="13717" y="5324"/>
                    <a:pt x="13621" y="4229"/>
                  </a:cubicBezTo>
                  <a:cubicBezTo>
                    <a:pt x="13332" y="3831"/>
                    <a:pt x="13042" y="3432"/>
                    <a:pt x="12560" y="3632"/>
                  </a:cubicBezTo>
                  <a:cubicBezTo>
                    <a:pt x="12560" y="3632"/>
                    <a:pt x="10535" y="4627"/>
                    <a:pt x="8028" y="5622"/>
                  </a:cubicBezTo>
                  <a:cubicBezTo>
                    <a:pt x="7739" y="5125"/>
                    <a:pt x="7739" y="5125"/>
                    <a:pt x="7739" y="5125"/>
                  </a:cubicBezTo>
                  <a:cubicBezTo>
                    <a:pt x="8510" y="4428"/>
                    <a:pt x="8799" y="3233"/>
                    <a:pt x="8510" y="2039"/>
                  </a:cubicBezTo>
                  <a:cubicBezTo>
                    <a:pt x="7932" y="446"/>
                    <a:pt x="6292" y="-350"/>
                    <a:pt x="4749" y="148"/>
                  </a:cubicBezTo>
                  <a:cubicBezTo>
                    <a:pt x="3207" y="645"/>
                    <a:pt x="2339" y="2338"/>
                    <a:pt x="2917" y="3930"/>
                  </a:cubicBezTo>
                  <a:cubicBezTo>
                    <a:pt x="3207" y="5025"/>
                    <a:pt x="4171" y="5821"/>
                    <a:pt x="5135" y="6021"/>
                  </a:cubicBezTo>
                  <a:cubicBezTo>
                    <a:pt x="5232" y="6717"/>
                    <a:pt x="5232" y="6717"/>
                    <a:pt x="5232" y="6717"/>
                  </a:cubicBezTo>
                  <a:cubicBezTo>
                    <a:pt x="3303" y="7414"/>
                    <a:pt x="1471" y="7912"/>
                    <a:pt x="507" y="7713"/>
                  </a:cubicBezTo>
                  <a:cubicBezTo>
                    <a:pt x="121" y="8011"/>
                    <a:pt x="-72" y="8409"/>
                    <a:pt x="24" y="8808"/>
                  </a:cubicBezTo>
                  <a:cubicBezTo>
                    <a:pt x="-72" y="9903"/>
                    <a:pt x="410" y="11694"/>
                    <a:pt x="989" y="13585"/>
                  </a:cubicBezTo>
                  <a:cubicBezTo>
                    <a:pt x="2049" y="13486"/>
                    <a:pt x="2049" y="13486"/>
                    <a:pt x="2049" y="13486"/>
                  </a:cubicBezTo>
                  <a:cubicBezTo>
                    <a:pt x="2242" y="12391"/>
                    <a:pt x="2917" y="11495"/>
                    <a:pt x="3978" y="11097"/>
                  </a:cubicBezTo>
                  <a:cubicBezTo>
                    <a:pt x="5521" y="10599"/>
                    <a:pt x="7160" y="11495"/>
                    <a:pt x="7739" y="13088"/>
                  </a:cubicBezTo>
                  <a:cubicBezTo>
                    <a:pt x="8221" y="14680"/>
                    <a:pt x="7353" y="16373"/>
                    <a:pt x="5810" y="16870"/>
                  </a:cubicBezTo>
                  <a:cubicBezTo>
                    <a:pt x="4749" y="17268"/>
                    <a:pt x="3592" y="16970"/>
                    <a:pt x="2821" y="16174"/>
                  </a:cubicBezTo>
                  <a:cubicBezTo>
                    <a:pt x="2146" y="16671"/>
                    <a:pt x="2146" y="16671"/>
                    <a:pt x="2146" y="16671"/>
                  </a:cubicBezTo>
                  <a:cubicBezTo>
                    <a:pt x="2917" y="18762"/>
                    <a:pt x="3689" y="20354"/>
                    <a:pt x="3689" y="20354"/>
                  </a:cubicBezTo>
                  <a:cubicBezTo>
                    <a:pt x="3785" y="20852"/>
                    <a:pt x="3785" y="20752"/>
                    <a:pt x="4749" y="20951"/>
                  </a:cubicBezTo>
                  <a:cubicBezTo>
                    <a:pt x="6196" y="21250"/>
                    <a:pt x="8896" y="20454"/>
                    <a:pt x="11307" y="19458"/>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49" name="Group 8649"/>
            <p:cNvGrpSpPr/>
            <p:nvPr/>
          </p:nvGrpSpPr>
          <p:grpSpPr>
            <a:xfrm>
              <a:off x="3486767" y="6584009"/>
              <a:ext cx="1342194" cy="1567973"/>
              <a:chOff x="0" y="0"/>
              <a:chExt cx="1342193" cy="1567971"/>
            </a:xfrm>
          </p:grpSpPr>
          <p:sp>
            <p:nvSpPr>
              <p:cNvPr id="8647" name="Shape 8647"/>
              <p:cNvSpPr/>
              <p:nvPr/>
            </p:nvSpPr>
            <p:spPr>
              <a:xfrm rot="7782">
                <a:off x="56595" y="1451"/>
                <a:ext cx="1284203" cy="12349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24" y="3487"/>
                    </a:moveTo>
                    <a:cubicBezTo>
                      <a:pt x="20855" y="3487"/>
                      <a:pt x="21600" y="2712"/>
                      <a:pt x="21600" y="1743"/>
                    </a:cubicBezTo>
                    <a:cubicBezTo>
                      <a:pt x="21600" y="775"/>
                      <a:pt x="20855" y="0"/>
                      <a:pt x="19924" y="0"/>
                    </a:cubicBezTo>
                    <a:cubicBezTo>
                      <a:pt x="18993" y="0"/>
                      <a:pt x="18248" y="775"/>
                      <a:pt x="18248" y="1743"/>
                    </a:cubicBezTo>
                    <a:cubicBezTo>
                      <a:pt x="18248" y="2131"/>
                      <a:pt x="18434" y="2422"/>
                      <a:pt x="18528" y="2712"/>
                    </a:cubicBezTo>
                    <a:cubicBezTo>
                      <a:pt x="10334" y="8427"/>
                      <a:pt x="10334" y="8427"/>
                      <a:pt x="10334" y="8427"/>
                    </a:cubicBezTo>
                    <a:cubicBezTo>
                      <a:pt x="2886" y="678"/>
                      <a:pt x="2886" y="678"/>
                      <a:pt x="2886" y="678"/>
                    </a:cubicBezTo>
                    <a:cubicBezTo>
                      <a:pt x="2421" y="194"/>
                      <a:pt x="1676" y="0"/>
                      <a:pt x="1024" y="291"/>
                    </a:cubicBezTo>
                    <a:cubicBezTo>
                      <a:pt x="372" y="581"/>
                      <a:pt x="0" y="1259"/>
                      <a:pt x="0" y="1937"/>
                    </a:cubicBezTo>
                    <a:cubicBezTo>
                      <a:pt x="0" y="7071"/>
                      <a:pt x="1769" y="12108"/>
                      <a:pt x="5493" y="15885"/>
                    </a:cubicBezTo>
                    <a:cubicBezTo>
                      <a:pt x="9124" y="19760"/>
                      <a:pt x="13966" y="21600"/>
                      <a:pt x="18900" y="21600"/>
                    </a:cubicBezTo>
                    <a:cubicBezTo>
                      <a:pt x="19552" y="21600"/>
                      <a:pt x="20203" y="21213"/>
                      <a:pt x="20483" y="20535"/>
                    </a:cubicBezTo>
                    <a:cubicBezTo>
                      <a:pt x="20762" y="19857"/>
                      <a:pt x="20576" y="19082"/>
                      <a:pt x="20110" y="18597"/>
                    </a:cubicBezTo>
                    <a:cubicBezTo>
                      <a:pt x="13500" y="11720"/>
                      <a:pt x="13500" y="11720"/>
                      <a:pt x="13500" y="11720"/>
                    </a:cubicBezTo>
                    <a:cubicBezTo>
                      <a:pt x="18993" y="3100"/>
                      <a:pt x="18993" y="3100"/>
                      <a:pt x="18993" y="3100"/>
                    </a:cubicBezTo>
                    <a:cubicBezTo>
                      <a:pt x="19272" y="3293"/>
                      <a:pt x="19552" y="3487"/>
                      <a:pt x="19924" y="3487"/>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48" name="Shape 8648"/>
              <p:cNvSpPr/>
              <p:nvPr/>
            </p:nvSpPr>
            <p:spPr>
              <a:xfrm rot="7782">
                <a:off x="631" y="1008905"/>
                <a:ext cx="633889" cy="558350"/>
              </a:xfrm>
              <a:custGeom>
                <a:avLst/>
                <a:gdLst/>
                <a:ahLst/>
                <a:cxnLst>
                  <a:cxn ang="0">
                    <a:pos x="wd2" y="hd2"/>
                  </a:cxn>
                  <a:cxn ang="5400000">
                    <a:pos x="wd2" y="hd2"/>
                  </a:cxn>
                  <a:cxn ang="10800000">
                    <a:pos x="wd2" y="hd2"/>
                  </a:cxn>
                  <a:cxn ang="16200000">
                    <a:pos x="wd2" y="hd2"/>
                  </a:cxn>
                </a:cxnLst>
                <a:rect l="0" t="0" r="r" b="b"/>
                <a:pathLst>
                  <a:path w="21489" h="21600" fill="norm" stroke="1" extrusionOk="0">
                    <a:moveTo>
                      <a:pt x="18736" y="8341"/>
                    </a:moveTo>
                    <a:cubicBezTo>
                      <a:pt x="18548" y="7699"/>
                      <a:pt x="18360" y="7485"/>
                      <a:pt x="17984" y="7057"/>
                    </a:cubicBezTo>
                    <a:cubicBezTo>
                      <a:pt x="14979" y="5347"/>
                      <a:pt x="12162" y="2780"/>
                      <a:pt x="9532" y="0"/>
                    </a:cubicBezTo>
                    <a:cubicBezTo>
                      <a:pt x="9532" y="0"/>
                      <a:pt x="9532" y="0"/>
                      <a:pt x="9532" y="0"/>
                    </a:cubicBezTo>
                    <a:cubicBezTo>
                      <a:pt x="9344" y="0"/>
                      <a:pt x="9344" y="0"/>
                      <a:pt x="9344" y="0"/>
                    </a:cubicBezTo>
                    <a:cubicBezTo>
                      <a:pt x="141" y="18820"/>
                      <a:pt x="141" y="18820"/>
                      <a:pt x="141" y="18820"/>
                    </a:cubicBezTo>
                    <a:cubicBezTo>
                      <a:pt x="-47" y="19461"/>
                      <a:pt x="-47" y="20103"/>
                      <a:pt x="141" y="20745"/>
                    </a:cubicBezTo>
                    <a:cubicBezTo>
                      <a:pt x="516" y="21386"/>
                      <a:pt x="1080" y="21600"/>
                      <a:pt x="1643" y="21600"/>
                    </a:cubicBezTo>
                    <a:cubicBezTo>
                      <a:pt x="19863" y="21600"/>
                      <a:pt x="19863" y="21600"/>
                      <a:pt x="19863" y="21600"/>
                    </a:cubicBezTo>
                    <a:cubicBezTo>
                      <a:pt x="20426" y="21600"/>
                      <a:pt x="20802" y="21386"/>
                      <a:pt x="21177" y="20958"/>
                    </a:cubicBezTo>
                    <a:cubicBezTo>
                      <a:pt x="21553" y="20531"/>
                      <a:pt x="21553" y="19889"/>
                      <a:pt x="21365" y="19248"/>
                    </a:cubicBezTo>
                    <a:lnTo>
                      <a:pt x="18736" y="8341"/>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50" name="Shape 8650"/>
            <p:cNvSpPr/>
            <p:nvPr/>
          </p:nvSpPr>
          <p:spPr>
            <a:xfrm rot="7782">
              <a:off x="2038521" y="6759543"/>
              <a:ext cx="1399159" cy="13991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29" y="14855"/>
                  </a:moveTo>
                  <a:cubicBezTo>
                    <a:pt x="21343" y="13575"/>
                    <a:pt x="21600" y="12209"/>
                    <a:pt x="21600" y="10757"/>
                  </a:cubicBezTo>
                  <a:cubicBezTo>
                    <a:pt x="21600" y="4781"/>
                    <a:pt x="16800" y="0"/>
                    <a:pt x="10800" y="0"/>
                  </a:cubicBezTo>
                  <a:cubicBezTo>
                    <a:pt x="4800" y="0"/>
                    <a:pt x="0" y="4781"/>
                    <a:pt x="0" y="10757"/>
                  </a:cubicBezTo>
                  <a:cubicBezTo>
                    <a:pt x="0" y="16734"/>
                    <a:pt x="4800" y="21600"/>
                    <a:pt x="10800" y="21600"/>
                  </a:cubicBezTo>
                  <a:cubicBezTo>
                    <a:pt x="15257" y="21600"/>
                    <a:pt x="19029" y="18953"/>
                    <a:pt x="20743" y="15111"/>
                  </a:cubicBezTo>
                  <a:cubicBezTo>
                    <a:pt x="20829" y="15111"/>
                    <a:pt x="20829" y="15111"/>
                    <a:pt x="20829" y="15111"/>
                  </a:cubicBezTo>
                  <a:lnTo>
                    <a:pt x="20829" y="14855"/>
                  </a:lnTo>
                  <a:close/>
                  <a:moveTo>
                    <a:pt x="10800" y="19978"/>
                  </a:moveTo>
                  <a:cubicBezTo>
                    <a:pt x="9343" y="19978"/>
                    <a:pt x="7800" y="18014"/>
                    <a:pt x="7029" y="15111"/>
                  </a:cubicBezTo>
                  <a:cubicBezTo>
                    <a:pt x="14571" y="15111"/>
                    <a:pt x="14571" y="15111"/>
                    <a:pt x="14571" y="15111"/>
                  </a:cubicBezTo>
                  <a:cubicBezTo>
                    <a:pt x="13800" y="18014"/>
                    <a:pt x="12257" y="19978"/>
                    <a:pt x="10800" y="19978"/>
                  </a:cubicBezTo>
                  <a:close/>
                  <a:moveTo>
                    <a:pt x="6686" y="13489"/>
                  </a:moveTo>
                  <a:cubicBezTo>
                    <a:pt x="6514" y="12636"/>
                    <a:pt x="6429" y="11696"/>
                    <a:pt x="6429" y="10757"/>
                  </a:cubicBezTo>
                  <a:cubicBezTo>
                    <a:pt x="6429" y="9904"/>
                    <a:pt x="6514" y="9135"/>
                    <a:pt x="6600" y="8367"/>
                  </a:cubicBezTo>
                  <a:cubicBezTo>
                    <a:pt x="15000" y="8367"/>
                    <a:pt x="15000" y="8367"/>
                    <a:pt x="15000" y="8367"/>
                  </a:cubicBezTo>
                  <a:cubicBezTo>
                    <a:pt x="15086" y="9135"/>
                    <a:pt x="15171" y="9904"/>
                    <a:pt x="15171" y="10757"/>
                  </a:cubicBezTo>
                  <a:cubicBezTo>
                    <a:pt x="15171" y="11696"/>
                    <a:pt x="15086" y="12636"/>
                    <a:pt x="14914" y="13489"/>
                  </a:cubicBezTo>
                  <a:lnTo>
                    <a:pt x="6686" y="13489"/>
                  </a:lnTo>
                  <a:close/>
                  <a:moveTo>
                    <a:pt x="10800" y="1537"/>
                  </a:moveTo>
                  <a:cubicBezTo>
                    <a:pt x="12257" y="1537"/>
                    <a:pt x="13886" y="3586"/>
                    <a:pt x="14657" y="6745"/>
                  </a:cubicBezTo>
                  <a:cubicBezTo>
                    <a:pt x="6943" y="6745"/>
                    <a:pt x="6943" y="6745"/>
                    <a:pt x="6943" y="6745"/>
                  </a:cubicBezTo>
                  <a:cubicBezTo>
                    <a:pt x="7714" y="3586"/>
                    <a:pt x="9343" y="1537"/>
                    <a:pt x="10800" y="1537"/>
                  </a:cubicBezTo>
                  <a:close/>
                  <a:moveTo>
                    <a:pt x="16629" y="8367"/>
                  </a:moveTo>
                  <a:cubicBezTo>
                    <a:pt x="19714" y="8367"/>
                    <a:pt x="19714" y="8367"/>
                    <a:pt x="19714" y="8367"/>
                  </a:cubicBezTo>
                  <a:cubicBezTo>
                    <a:pt x="19886" y="9135"/>
                    <a:pt x="20057" y="9904"/>
                    <a:pt x="20057" y="10757"/>
                  </a:cubicBezTo>
                  <a:cubicBezTo>
                    <a:pt x="20057" y="11696"/>
                    <a:pt x="19886" y="12636"/>
                    <a:pt x="19629" y="13489"/>
                  </a:cubicBezTo>
                  <a:cubicBezTo>
                    <a:pt x="16629" y="13489"/>
                    <a:pt x="16629" y="13489"/>
                    <a:pt x="16629" y="13489"/>
                  </a:cubicBezTo>
                  <a:cubicBezTo>
                    <a:pt x="16714" y="12636"/>
                    <a:pt x="16800" y="11696"/>
                    <a:pt x="16800" y="10757"/>
                  </a:cubicBezTo>
                  <a:cubicBezTo>
                    <a:pt x="16800" y="9904"/>
                    <a:pt x="16714" y="9135"/>
                    <a:pt x="16629" y="8367"/>
                  </a:cubicBezTo>
                  <a:close/>
                  <a:moveTo>
                    <a:pt x="19114" y="6745"/>
                  </a:moveTo>
                  <a:cubicBezTo>
                    <a:pt x="16371" y="6745"/>
                    <a:pt x="16371" y="6745"/>
                    <a:pt x="16371" y="6745"/>
                  </a:cubicBezTo>
                  <a:cubicBezTo>
                    <a:pt x="15943" y="5037"/>
                    <a:pt x="15343" y="3500"/>
                    <a:pt x="14571" y="2391"/>
                  </a:cubicBezTo>
                  <a:cubicBezTo>
                    <a:pt x="16543" y="3244"/>
                    <a:pt x="18171" y="4781"/>
                    <a:pt x="19114" y="6745"/>
                  </a:cubicBezTo>
                  <a:close/>
                  <a:moveTo>
                    <a:pt x="7029" y="2391"/>
                  </a:moveTo>
                  <a:cubicBezTo>
                    <a:pt x="6257" y="3500"/>
                    <a:pt x="5657" y="5037"/>
                    <a:pt x="5229" y="6745"/>
                  </a:cubicBezTo>
                  <a:cubicBezTo>
                    <a:pt x="2486" y="6745"/>
                    <a:pt x="2486" y="6745"/>
                    <a:pt x="2486" y="6745"/>
                  </a:cubicBezTo>
                  <a:cubicBezTo>
                    <a:pt x="3429" y="4781"/>
                    <a:pt x="5057" y="3244"/>
                    <a:pt x="7029" y="2391"/>
                  </a:cubicBezTo>
                  <a:close/>
                  <a:moveTo>
                    <a:pt x="1886" y="8367"/>
                  </a:moveTo>
                  <a:cubicBezTo>
                    <a:pt x="4971" y="8367"/>
                    <a:pt x="4971" y="8367"/>
                    <a:pt x="4971" y="8367"/>
                  </a:cubicBezTo>
                  <a:cubicBezTo>
                    <a:pt x="4886" y="9135"/>
                    <a:pt x="4800" y="9904"/>
                    <a:pt x="4800" y="10757"/>
                  </a:cubicBezTo>
                  <a:cubicBezTo>
                    <a:pt x="4800" y="11696"/>
                    <a:pt x="4886" y="12636"/>
                    <a:pt x="4971" y="13489"/>
                  </a:cubicBezTo>
                  <a:cubicBezTo>
                    <a:pt x="1971" y="13489"/>
                    <a:pt x="1971" y="13489"/>
                    <a:pt x="1971" y="13489"/>
                  </a:cubicBezTo>
                  <a:cubicBezTo>
                    <a:pt x="1714" y="12636"/>
                    <a:pt x="1543" y="11696"/>
                    <a:pt x="1543" y="10757"/>
                  </a:cubicBezTo>
                  <a:cubicBezTo>
                    <a:pt x="1543" y="9904"/>
                    <a:pt x="1714" y="9135"/>
                    <a:pt x="1886" y="8367"/>
                  </a:cubicBezTo>
                  <a:close/>
                  <a:moveTo>
                    <a:pt x="2657" y="15111"/>
                  </a:moveTo>
                  <a:cubicBezTo>
                    <a:pt x="5314" y="15111"/>
                    <a:pt x="5314" y="15111"/>
                    <a:pt x="5314" y="15111"/>
                  </a:cubicBezTo>
                  <a:cubicBezTo>
                    <a:pt x="5743" y="16734"/>
                    <a:pt x="6257" y="18100"/>
                    <a:pt x="7029" y="19124"/>
                  </a:cubicBezTo>
                  <a:cubicBezTo>
                    <a:pt x="5143" y="18270"/>
                    <a:pt x="3600" y="16904"/>
                    <a:pt x="2657" y="15111"/>
                  </a:cubicBezTo>
                  <a:close/>
                  <a:moveTo>
                    <a:pt x="14571" y="19124"/>
                  </a:moveTo>
                  <a:cubicBezTo>
                    <a:pt x="15343" y="18100"/>
                    <a:pt x="15857" y="16734"/>
                    <a:pt x="16286" y="15111"/>
                  </a:cubicBezTo>
                  <a:cubicBezTo>
                    <a:pt x="18943" y="15111"/>
                    <a:pt x="18943" y="15111"/>
                    <a:pt x="18943" y="15111"/>
                  </a:cubicBezTo>
                  <a:cubicBezTo>
                    <a:pt x="18000" y="16904"/>
                    <a:pt x="16457" y="18270"/>
                    <a:pt x="14571" y="19124"/>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54" name="Group 8654"/>
            <p:cNvGrpSpPr/>
            <p:nvPr/>
          </p:nvGrpSpPr>
          <p:grpSpPr>
            <a:xfrm>
              <a:off x="2391864" y="5904813"/>
              <a:ext cx="1049328" cy="711803"/>
              <a:chOff x="0" y="0"/>
              <a:chExt cx="1049327" cy="711801"/>
            </a:xfrm>
          </p:grpSpPr>
          <p:sp>
            <p:nvSpPr>
              <p:cNvPr id="8651" name="Shape 8651"/>
              <p:cNvSpPr/>
              <p:nvPr/>
            </p:nvSpPr>
            <p:spPr>
              <a:xfrm rot="7782">
                <a:off x="122181" y="247984"/>
                <a:ext cx="804679" cy="341111"/>
              </a:xfrm>
              <a:custGeom>
                <a:avLst/>
                <a:gdLst/>
                <a:ahLst/>
                <a:cxnLst>
                  <a:cxn ang="0">
                    <a:pos x="wd2" y="hd2"/>
                  </a:cxn>
                  <a:cxn ang="5400000">
                    <a:pos x="wd2" y="hd2"/>
                  </a:cxn>
                  <a:cxn ang="10800000">
                    <a:pos x="wd2" y="hd2"/>
                  </a:cxn>
                  <a:cxn ang="16200000">
                    <a:pos x="wd2" y="hd2"/>
                  </a:cxn>
                </a:cxnLst>
                <a:rect l="0" t="0" r="r" b="b"/>
                <a:pathLst>
                  <a:path w="21600" h="19852" fill="norm" stroke="1" extrusionOk="0">
                    <a:moveTo>
                      <a:pt x="21600" y="15661"/>
                    </a:moveTo>
                    <a:cubicBezTo>
                      <a:pt x="20855" y="12759"/>
                      <a:pt x="18919" y="7924"/>
                      <a:pt x="15939" y="12437"/>
                    </a:cubicBezTo>
                    <a:cubicBezTo>
                      <a:pt x="12215" y="17918"/>
                      <a:pt x="9087" y="5989"/>
                      <a:pt x="6406" y="831"/>
                    </a:cubicBezTo>
                    <a:cubicBezTo>
                      <a:pt x="4916" y="-1748"/>
                      <a:pt x="2086" y="2121"/>
                      <a:pt x="0" y="6312"/>
                    </a:cubicBezTo>
                    <a:cubicBezTo>
                      <a:pt x="0" y="19852"/>
                      <a:pt x="0" y="19852"/>
                      <a:pt x="0" y="19852"/>
                    </a:cubicBezTo>
                    <a:cubicBezTo>
                      <a:pt x="21600" y="19852"/>
                      <a:pt x="21600" y="19852"/>
                      <a:pt x="21600" y="19852"/>
                    </a:cubicBezTo>
                    <a:lnTo>
                      <a:pt x="21600" y="15661"/>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52" name="Shape 8652"/>
              <p:cNvSpPr/>
              <p:nvPr/>
            </p:nvSpPr>
            <p:spPr>
              <a:xfrm rot="7782">
                <a:off x="801" y="1184"/>
                <a:ext cx="1047725" cy="7094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0"/>
                    </a:lnTo>
                    <a:lnTo>
                      <a:pt x="0" y="0"/>
                    </a:lnTo>
                    <a:close/>
                    <a:moveTo>
                      <a:pt x="19772" y="16500"/>
                    </a:moveTo>
                    <a:lnTo>
                      <a:pt x="19772" y="18900"/>
                    </a:lnTo>
                    <a:lnTo>
                      <a:pt x="1896" y="18900"/>
                    </a:lnTo>
                    <a:lnTo>
                      <a:pt x="1896" y="2700"/>
                    </a:lnTo>
                    <a:lnTo>
                      <a:pt x="19772" y="2700"/>
                    </a:lnTo>
                    <a:lnTo>
                      <a:pt x="19772" y="1650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53" name="Shape 8653"/>
              <p:cNvSpPr/>
              <p:nvPr/>
            </p:nvSpPr>
            <p:spPr>
              <a:xfrm rot="7782">
                <a:off x="749972" y="133245"/>
                <a:ext cx="154365" cy="157653"/>
              </a:xfrm>
              <a:prstGeom prst="ellipse">
                <a:avLst/>
              </a:pr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55" name="Shape 8655"/>
            <p:cNvSpPr/>
            <p:nvPr/>
          </p:nvSpPr>
          <p:spPr>
            <a:xfrm rot="7782">
              <a:off x="532220" y="5039229"/>
              <a:ext cx="1011441" cy="974187"/>
            </a:xfrm>
            <a:custGeom>
              <a:avLst/>
              <a:gdLst/>
              <a:ahLst/>
              <a:cxnLst>
                <a:cxn ang="0">
                  <a:pos x="wd2" y="hd2"/>
                </a:cxn>
                <a:cxn ang="5400000">
                  <a:pos x="wd2" y="hd2"/>
                </a:cxn>
                <a:cxn ang="10800000">
                  <a:pos x="wd2" y="hd2"/>
                </a:cxn>
                <a:cxn ang="16200000">
                  <a:pos x="wd2" y="hd2"/>
                </a:cxn>
              </a:cxnLst>
              <a:rect l="0" t="0" r="r" b="b"/>
              <a:pathLst>
                <a:path w="21457" h="20937" fill="norm" stroke="1" extrusionOk="0">
                  <a:moveTo>
                    <a:pt x="16761" y="1724"/>
                  </a:moveTo>
                  <a:cubicBezTo>
                    <a:pt x="16761" y="1724"/>
                    <a:pt x="12887" y="3156"/>
                    <a:pt x="9248" y="1366"/>
                  </a:cubicBezTo>
                  <a:cubicBezTo>
                    <a:pt x="5374" y="-663"/>
                    <a:pt x="3496" y="-305"/>
                    <a:pt x="1500" y="1604"/>
                  </a:cubicBezTo>
                  <a:cubicBezTo>
                    <a:pt x="1266" y="1485"/>
                    <a:pt x="914" y="1366"/>
                    <a:pt x="561" y="1485"/>
                  </a:cubicBezTo>
                  <a:cubicBezTo>
                    <a:pt x="92" y="1724"/>
                    <a:pt x="-143" y="2320"/>
                    <a:pt x="92" y="2798"/>
                  </a:cubicBezTo>
                  <a:cubicBezTo>
                    <a:pt x="7957" y="20340"/>
                    <a:pt x="7957" y="20340"/>
                    <a:pt x="7957" y="20340"/>
                  </a:cubicBezTo>
                  <a:cubicBezTo>
                    <a:pt x="8074" y="20698"/>
                    <a:pt x="8427" y="20818"/>
                    <a:pt x="8661" y="20937"/>
                  </a:cubicBezTo>
                  <a:cubicBezTo>
                    <a:pt x="8896" y="20937"/>
                    <a:pt x="9014" y="20937"/>
                    <a:pt x="9248" y="20818"/>
                  </a:cubicBezTo>
                  <a:cubicBezTo>
                    <a:pt x="9718" y="20579"/>
                    <a:pt x="9953" y="19982"/>
                    <a:pt x="9718" y="19505"/>
                  </a:cubicBezTo>
                  <a:cubicBezTo>
                    <a:pt x="6196" y="11748"/>
                    <a:pt x="6196" y="11748"/>
                    <a:pt x="6196" y="11748"/>
                  </a:cubicBezTo>
                  <a:cubicBezTo>
                    <a:pt x="8192" y="9839"/>
                    <a:pt x="10070" y="9481"/>
                    <a:pt x="13944" y="11390"/>
                  </a:cubicBezTo>
                  <a:cubicBezTo>
                    <a:pt x="17466" y="13180"/>
                    <a:pt x="21457" y="11867"/>
                    <a:pt x="21457" y="11867"/>
                  </a:cubicBezTo>
                  <a:lnTo>
                    <a:pt x="16761" y="1724"/>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58" name="Group 8658"/>
            <p:cNvGrpSpPr/>
            <p:nvPr/>
          </p:nvGrpSpPr>
          <p:grpSpPr>
            <a:xfrm>
              <a:off x="4151001" y="4660721"/>
              <a:ext cx="945068" cy="1082702"/>
              <a:chOff x="0" y="0"/>
              <a:chExt cx="945067" cy="1082701"/>
            </a:xfrm>
          </p:grpSpPr>
          <p:sp>
            <p:nvSpPr>
              <p:cNvPr id="8656" name="Shape 8656"/>
              <p:cNvSpPr/>
              <p:nvPr/>
            </p:nvSpPr>
            <p:spPr>
              <a:xfrm rot="7782">
                <a:off x="1827" y="1066"/>
                <a:ext cx="942625" cy="5452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5" y="21600"/>
                    </a:moveTo>
                    <a:cubicBezTo>
                      <a:pt x="20075" y="21600"/>
                      <a:pt x="20075" y="21600"/>
                      <a:pt x="20075" y="21600"/>
                    </a:cubicBezTo>
                    <a:cubicBezTo>
                      <a:pt x="20965" y="21600"/>
                      <a:pt x="21600" y="20278"/>
                      <a:pt x="21600" y="18955"/>
                    </a:cubicBezTo>
                    <a:cubicBezTo>
                      <a:pt x="21600" y="17412"/>
                      <a:pt x="20965" y="16090"/>
                      <a:pt x="20075" y="16090"/>
                    </a:cubicBezTo>
                    <a:cubicBezTo>
                      <a:pt x="15501" y="16090"/>
                      <a:pt x="15501" y="16090"/>
                      <a:pt x="15501" y="16090"/>
                    </a:cubicBezTo>
                    <a:cubicBezTo>
                      <a:pt x="14612" y="16090"/>
                      <a:pt x="13849" y="14988"/>
                      <a:pt x="13849" y="13445"/>
                    </a:cubicBezTo>
                    <a:cubicBezTo>
                      <a:pt x="13849" y="2645"/>
                      <a:pt x="13849" y="2645"/>
                      <a:pt x="13849" y="2645"/>
                    </a:cubicBezTo>
                    <a:cubicBezTo>
                      <a:pt x="13849" y="1322"/>
                      <a:pt x="13214" y="0"/>
                      <a:pt x="12325" y="0"/>
                    </a:cubicBezTo>
                    <a:cubicBezTo>
                      <a:pt x="9275" y="0"/>
                      <a:pt x="9275" y="0"/>
                      <a:pt x="9275" y="0"/>
                    </a:cubicBezTo>
                    <a:cubicBezTo>
                      <a:pt x="8386" y="0"/>
                      <a:pt x="7751" y="1322"/>
                      <a:pt x="7751" y="2645"/>
                    </a:cubicBezTo>
                    <a:cubicBezTo>
                      <a:pt x="7751" y="13445"/>
                      <a:pt x="7751" y="13445"/>
                      <a:pt x="7751" y="13445"/>
                    </a:cubicBezTo>
                    <a:cubicBezTo>
                      <a:pt x="7751" y="14988"/>
                      <a:pt x="6988" y="16090"/>
                      <a:pt x="6226" y="16090"/>
                    </a:cubicBezTo>
                    <a:cubicBezTo>
                      <a:pt x="1525" y="16090"/>
                      <a:pt x="1525" y="16090"/>
                      <a:pt x="1525" y="16090"/>
                    </a:cubicBezTo>
                    <a:cubicBezTo>
                      <a:pt x="635" y="16090"/>
                      <a:pt x="0" y="17412"/>
                      <a:pt x="0" y="18955"/>
                    </a:cubicBezTo>
                    <a:cubicBezTo>
                      <a:pt x="0" y="20278"/>
                      <a:pt x="635" y="21600"/>
                      <a:pt x="1525" y="21600"/>
                    </a:cubicBezTo>
                    <a:close/>
                    <a:moveTo>
                      <a:pt x="10038" y="2645"/>
                    </a:moveTo>
                    <a:cubicBezTo>
                      <a:pt x="11562" y="2645"/>
                      <a:pt x="11562" y="2645"/>
                      <a:pt x="11562" y="2645"/>
                    </a:cubicBezTo>
                    <a:cubicBezTo>
                      <a:pt x="12071" y="2645"/>
                      <a:pt x="12325" y="3306"/>
                      <a:pt x="12325" y="4188"/>
                    </a:cubicBezTo>
                    <a:cubicBezTo>
                      <a:pt x="12325" y="4849"/>
                      <a:pt x="12071" y="5510"/>
                      <a:pt x="11562" y="5510"/>
                    </a:cubicBezTo>
                    <a:cubicBezTo>
                      <a:pt x="10038" y="5510"/>
                      <a:pt x="10038" y="5510"/>
                      <a:pt x="10038" y="5510"/>
                    </a:cubicBezTo>
                    <a:cubicBezTo>
                      <a:pt x="9656" y="5510"/>
                      <a:pt x="9275" y="4849"/>
                      <a:pt x="9275" y="4188"/>
                    </a:cubicBezTo>
                    <a:cubicBezTo>
                      <a:pt x="9275" y="3306"/>
                      <a:pt x="9656" y="2645"/>
                      <a:pt x="10038" y="2645"/>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57" name="Shape 8657"/>
              <p:cNvSpPr/>
              <p:nvPr/>
            </p:nvSpPr>
            <p:spPr>
              <a:xfrm rot="7782">
                <a:off x="530" y="611963"/>
                <a:ext cx="942625" cy="4696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40" y="0"/>
                    </a:moveTo>
                    <a:cubicBezTo>
                      <a:pt x="2160" y="0"/>
                      <a:pt x="2160" y="0"/>
                      <a:pt x="2160" y="0"/>
                    </a:cubicBezTo>
                    <a:cubicBezTo>
                      <a:pt x="1779" y="0"/>
                      <a:pt x="1525" y="508"/>
                      <a:pt x="1398" y="1271"/>
                    </a:cubicBezTo>
                    <a:cubicBezTo>
                      <a:pt x="0" y="21600"/>
                      <a:pt x="0" y="21600"/>
                      <a:pt x="0" y="21600"/>
                    </a:cubicBezTo>
                    <a:cubicBezTo>
                      <a:pt x="4574" y="21600"/>
                      <a:pt x="4574" y="21600"/>
                      <a:pt x="4574" y="21600"/>
                    </a:cubicBezTo>
                    <a:cubicBezTo>
                      <a:pt x="6226" y="12452"/>
                      <a:pt x="6226" y="12452"/>
                      <a:pt x="6226" y="12452"/>
                    </a:cubicBezTo>
                    <a:cubicBezTo>
                      <a:pt x="6226" y="21600"/>
                      <a:pt x="6226" y="21600"/>
                      <a:pt x="6226" y="21600"/>
                    </a:cubicBezTo>
                    <a:cubicBezTo>
                      <a:pt x="15501" y="21600"/>
                      <a:pt x="15501" y="21600"/>
                      <a:pt x="15501" y="21600"/>
                    </a:cubicBezTo>
                    <a:cubicBezTo>
                      <a:pt x="15501" y="12452"/>
                      <a:pt x="15501" y="12452"/>
                      <a:pt x="15501" y="12452"/>
                    </a:cubicBezTo>
                    <a:cubicBezTo>
                      <a:pt x="17026" y="21600"/>
                      <a:pt x="17026" y="21600"/>
                      <a:pt x="17026" y="21600"/>
                    </a:cubicBezTo>
                    <a:cubicBezTo>
                      <a:pt x="21600" y="21600"/>
                      <a:pt x="21600" y="21600"/>
                      <a:pt x="21600" y="21600"/>
                    </a:cubicBezTo>
                    <a:cubicBezTo>
                      <a:pt x="20202" y="1271"/>
                      <a:pt x="20202" y="1271"/>
                      <a:pt x="20202" y="1271"/>
                    </a:cubicBezTo>
                    <a:cubicBezTo>
                      <a:pt x="20202" y="508"/>
                      <a:pt x="19821" y="0"/>
                      <a:pt x="19440" y="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59" name="Shape 8659"/>
            <p:cNvSpPr/>
            <p:nvPr/>
          </p:nvSpPr>
          <p:spPr>
            <a:xfrm rot="7782">
              <a:off x="2930585" y="4502930"/>
              <a:ext cx="1100275" cy="1253261"/>
            </a:xfrm>
            <a:custGeom>
              <a:avLst/>
              <a:gdLst/>
              <a:ahLst/>
              <a:cxnLst>
                <a:cxn ang="0">
                  <a:pos x="wd2" y="hd2"/>
                </a:cxn>
                <a:cxn ang="5400000">
                  <a:pos x="wd2" y="hd2"/>
                </a:cxn>
                <a:cxn ang="10800000">
                  <a:pos x="wd2" y="hd2"/>
                </a:cxn>
                <a:cxn ang="16200000">
                  <a:pos x="wd2" y="hd2"/>
                </a:cxn>
              </a:cxnLst>
              <a:rect l="0" t="0" r="r" b="b"/>
              <a:pathLst>
                <a:path w="21600" h="21576" fill="norm" stroke="1" extrusionOk="0">
                  <a:moveTo>
                    <a:pt x="0" y="21576"/>
                  </a:moveTo>
                  <a:cubicBezTo>
                    <a:pt x="20073" y="21576"/>
                    <a:pt x="20073" y="21576"/>
                    <a:pt x="20073" y="21576"/>
                  </a:cubicBezTo>
                  <a:cubicBezTo>
                    <a:pt x="20073" y="20054"/>
                    <a:pt x="18655" y="20244"/>
                    <a:pt x="17018" y="20244"/>
                  </a:cubicBezTo>
                  <a:cubicBezTo>
                    <a:pt x="17018" y="17484"/>
                    <a:pt x="17018" y="17484"/>
                    <a:pt x="17018" y="17484"/>
                  </a:cubicBezTo>
                  <a:cubicBezTo>
                    <a:pt x="17018" y="16818"/>
                    <a:pt x="17018" y="16818"/>
                    <a:pt x="17018" y="16818"/>
                  </a:cubicBezTo>
                  <a:cubicBezTo>
                    <a:pt x="17018" y="16438"/>
                    <a:pt x="17345" y="16152"/>
                    <a:pt x="17782" y="16152"/>
                  </a:cubicBezTo>
                  <a:cubicBezTo>
                    <a:pt x="18000" y="16152"/>
                    <a:pt x="18000" y="16152"/>
                    <a:pt x="18000" y="16152"/>
                  </a:cubicBezTo>
                  <a:cubicBezTo>
                    <a:pt x="21600" y="16152"/>
                    <a:pt x="21600" y="16152"/>
                    <a:pt x="21600" y="16152"/>
                  </a:cubicBezTo>
                  <a:cubicBezTo>
                    <a:pt x="21600" y="14820"/>
                    <a:pt x="21600" y="14820"/>
                    <a:pt x="21600" y="14820"/>
                  </a:cubicBezTo>
                  <a:cubicBezTo>
                    <a:pt x="18436" y="14820"/>
                    <a:pt x="18436" y="14820"/>
                    <a:pt x="18436" y="14820"/>
                  </a:cubicBezTo>
                  <a:cubicBezTo>
                    <a:pt x="15164" y="14820"/>
                    <a:pt x="15164" y="14820"/>
                    <a:pt x="15164" y="14820"/>
                  </a:cubicBezTo>
                  <a:cubicBezTo>
                    <a:pt x="9273" y="14820"/>
                    <a:pt x="9273" y="14820"/>
                    <a:pt x="9273" y="14820"/>
                  </a:cubicBezTo>
                  <a:cubicBezTo>
                    <a:pt x="9273" y="16152"/>
                    <a:pt x="9273" y="16152"/>
                    <a:pt x="9273" y="16152"/>
                  </a:cubicBezTo>
                  <a:cubicBezTo>
                    <a:pt x="13091" y="16152"/>
                    <a:pt x="13091" y="16152"/>
                    <a:pt x="13091" y="16152"/>
                  </a:cubicBezTo>
                  <a:cubicBezTo>
                    <a:pt x="13527" y="16152"/>
                    <a:pt x="13855" y="16438"/>
                    <a:pt x="13855" y="16818"/>
                  </a:cubicBezTo>
                  <a:cubicBezTo>
                    <a:pt x="13855" y="17484"/>
                    <a:pt x="13855" y="17484"/>
                    <a:pt x="13855" y="17484"/>
                  </a:cubicBezTo>
                  <a:cubicBezTo>
                    <a:pt x="12764" y="18341"/>
                    <a:pt x="10800" y="18912"/>
                    <a:pt x="9273" y="18912"/>
                  </a:cubicBezTo>
                  <a:cubicBezTo>
                    <a:pt x="5891" y="18912"/>
                    <a:pt x="3055" y="16438"/>
                    <a:pt x="3055" y="13488"/>
                  </a:cubicBezTo>
                  <a:cubicBezTo>
                    <a:pt x="3055" y="10728"/>
                    <a:pt x="5455" y="8445"/>
                    <a:pt x="8509" y="8159"/>
                  </a:cubicBezTo>
                  <a:cubicBezTo>
                    <a:pt x="10145" y="10919"/>
                    <a:pt x="10145" y="10919"/>
                    <a:pt x="10145" y="10919"/>
                  </a:cubicBezTo>
                  <a:cubicBezTo>
                    <a:pt x="10582" y="11680"/>
                    <a:pt x="11564" y="11965"/>
                    <a:pt x="12327" y="11585"/>
                  </a:cubicBezTo>
                  <a:cubicBezTo>
                    <a:pt x="12327" y="11585"/>
                    <a:pt x="12327" y="11585"/>
                    <a:pt x="12327" y="11585"/>
                  </a:cubicBezTo>
                  <a:cubicBezTo>
                    <a:pt x="12982" y="12822"/>
                    <a:pt x="12982" y="12822"/>
                    <a:pt x="12982" y="12822"/>
                  </a:cubicBezTo>
                  <a:cubicBezTo>
                    <a:pt x="15709" y="11680"/>
                    <a:pt x="15709" y="11680"/>
                    <a:pt x="15709" y="11680"/>
                  </a:cubicBezTo>
                  <a:cubicBezTo>
                    <a:pt x="15055" y="10443"/>
                    <a:pt x="15055" y="10443"/>
                    <a:pt x="15055" y="10443"/>
                  </a:cubicBezTo>
                  <a:cubicBezTo>
                    <a:pt x="15818" y="10157"/>
                    <a:pt x="16145" y="9301"/>
                    <a:pt x="15709" y="8540"/>
                  </a:cubicBezTo>
                  <a:cubicBezTo>
                    <a:pt x="10800" y="452"/>
                    <a:pt x="10800" y="452"/>
                    <a:pt x="10800" y="452"/>
                  </a:cubicBezTo>
                  <a:cubicBezTo>
                    <a:pt x="10691" y="261"/>
                    <a:pt x="10582" y="71"/>
                    <a:pt x="10364" y="71"/>
                  </a:cubicBezTo>
                  <a:cubicBezTo>
                    <a:pt x="10145" y="-24"/>
                    <a:pt x="9927" y="-24"/>
                    <a:pt x="9709" y="71"/>
                  </a:cubicBezTo>
                  <a:cubicBezTo>
                    <a:pt x="5564" y="1784"/>
                    <a:pt x="5564" y="1784"/>
                    <a:pt x="5564" y="1784"/>
                  </a:cubicBezTo>
                  <a:cubicBezTo>
                    <a:pt x="5236" y="1974"/>
                    <a:pt x="5018" y="2450"/>
                    <a:pt x="5236" y="2735"/>
                  </a:cubicBezTo>
                  <a:cubicBezTo>
                    <a:pt x="6982" y="5685"/>
                    <a:pt x="6982" y="5685"/>
                    <a:pt x="6982" y="5685"/>
                  </a:cubicBezTo>
                  <a:cubicBezTo>
                    <a:pt x="2945" y="6542"/>
                    <a:pt x="0" y="9682"/>
                    <a:pt x="0" y="13488"/>
                  </a:cubicBezTo>
                  <a:cubicBezTo>
                    <a:pt x="0" y="16247"/>
                    <a:pt x="1636" y="18817"/>
                    <a:pt x="4145" y="20244"/>
                  </a:cubicBezTo>
                  <a:cubicBezTo>
                    <a:pt x="3055" y="20244"/>
                    <a:pt x="3055" y="20244"/>
                    <a:pt x="3055" y="20244"/>
                  </a:cubicBezTo>
                  <a:cubicBezTo>
                    <a:pt x="1418" y="20244"/>
                    <a:pt x="0" y="20054"/>
                    <a:pt x="0" y="21576"/>
                  </a:cubicBezTo>
                  <a:close/>
                  <a:moveTo>
                    <a:pt x="8509" y="1784"/>
                  </a:moveTo>
                  <a:cubicBezTo>
                    <a:pt x="9382" y="1403"/>
                    <a:pt x="9382" y="1403"/>
                    <a:pt x="9382" y="1403"/>
                  </a:cubicBezTo>
                  <a:cubicBezTo>
                    <a:pt x="9600" y="1308"/>
                    <a:pt x="9709" y="1308"/>
                    <a:pt x="9927" y="1403"/>
                  </a:cubicBezTo>
                  <a:cubicBezTo>
                    <a:pt x="10145" y="1498"/>
                    <a:pt x="10364" y="1594"/>
                    <a:pt x="10364" y="1784"/>
                  </a:cubicBezTo>
                  <a:cubicBezTo>
                    <a:pt x="13855" y="7208"/>
                    <a:pt x="13855" y="7208"/>
                    <a:pt x="13855" y="7208"/>
                  </a:cubicBezTo>
                  <a:cubicBezTo>
                    <a:pt x="13855" y="7303"/>
                    <a:pt x="13855" y="7398"/>
                    <a:pt x="13855" y="7493"/>
                  </a:cubicBezTo>
                  <a:cubicBezTo>
                    <a:pt x="12545" y="8064"/>
                    <a:pt x="12545" y="8064"/>
                    <a:pt x="12545" y="8064"/>
                  </a:cubicBezTo>
                  <a:cubicBezTo>
                    <a:pt x="8945" y="2260"/>
                    <a:pt x="8945" y="2260"/>
                    <a:pt x="8945" y="2260"/>
                  </a:cubicBezTo>
                  <a:cubicBezTo>
                    <a:pt x="8836" y="2069"/>
                    <a:pt x="8727" y="1879"/>
                    <a:pt x="8509" y="1784"/>
                  </a:cubicBezTo>
                  <a:cubicBezTo>
                    <a:pt x="8509" y="1784"/>
                    <a:pt x="8509" y="1784"/>
                    <a:pt x="8509" y="1784"/>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60" name="Shape 8660"/>
            <p:cNvSpPr/>
            <p:nvPr/>
          </p:nvSpPr>
          <p:spPr>
            <a:xfrm rot="7782">
              <a:off x="3709485" y="5892456"/>
              <a:ext cx="955763" cy="9393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5845"/>
                  </a:moveTo>
                  <a:cubicBezTo>
                    <a:pt x="21600" y="2541"/>
                    <a:pt x="18963" y="0"/>
                    <a:pt x="15698" y="0"/>
                  </a:cubicBezTo>
                  <a:cubicBezTo>
                    <a:pt x="13688" y="0"/>
                    <a:pt x="11805" y="1016"/>
                    <a:pt x="10800" y="2668"/>
                  </a:cubicBezTo>
                  <a:cubicBezTo>
                    <a:pt x="9795" y="1016"/>
                    <a:pt x="7912" y="0"/>
                    <a:pt x="5902" y="0"/>
                  </a:cubicBezTo>
                  <a:cubicBezTo>
                    <a:pt x="2637" y="0"/>
                    <a:pt x="0" y="2541"/>
                    <a:pt x="0" y="5845"/>
                  </a:cubicBezTo>
                  <a:cubicBezTo>
                    <a:pt x="0" y="11944"/>
                    <a:pt x="10800" y="21600"/>
                    <a:pt x="10800" y="21600"/>
                  </a:cubicBezTo>
                  <a:cubicBezTo>
                    <a:pt x="10800" y="21600"/>
                    <a:pt x="21600" y="11562"/>
                    <a:pt x="21600" y="5845"/>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63" name="Group 8663"/>
            <p:cNvGrpSpPr/>
            <p:nvPr/>
          </p:nvGrpSpPr>
          <p:grpSpPr>
            <a:xfrm>
              <a:off x="1522014" y="8412147"/>
              <a:ext cx="3864432" cy="2334093"/>
              <a:chOff x="0" y="0"/>
              <a:chExt cx="3864431" cy="2334092"/>
            </a:xfrm>
          </p:grpSpPr>
          <p:sp>
            <p:nvSpPr>
              <p:cNvPr id="8661" name="Shape 8661"/>
              <p:cNvSpPr/>
              <p:nvPr/>
            </p:nvSpPr>
            <p:spPr>
              <a:xfrm rot="7782">
                <a:off x="1931" y="618548"/>
                <a:ext cx="3859179" cy="17111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705"/>
                    </a:moveTo>
                    <a:cubicBezTo>
                      <a:pt x="0" y="8598"/>
                      <a:pt x="1955" y="12303"/>
                      <a:pt x="4159" y="12303"/>
                    </a:cubicBezTo>
                    <a:cubicBezTo>
                      <a:pt x="5276" y="12303"/>
                      <a:pt x="5276" y="12303"/>
                      <a:pt x="5276" y="12303"/>
                    </a:cubicBezTo>
                    <a:cubicBezTo>
                      <a:pt x="5276" y="12932"/>
                      <a:pt x="5276" y="12932"/>
                      <a:pt x="5276" y="12932"/>
                    </a:cubicBezTo>
                    <a:cubicBezTo>
                      <a:pt x="5276" y="17895"/>
                      <a:pt x="6921" y="21600"/>
                      <a:pt x="9155" y="21600"/>
                    </a:cubicBezTo>
                    <a:cubicBezTo>
                      <a:pt x="12755" y="21600"/>
                      <a:pt x="12755" y="21600"/>
                      <a:pt x="12755" y="21600"/>
                    </a:cubicBezTo>
                    <a:cubicBezTo>
                      <a:pt x="14679" y="21600"/>
                      <a:pt x="16634" y="17895"/>
                      <a:pt x="16634" y="12932"/>
                    </a:cubicBezTo>
                    <a:cubicBezTo>
                      <a:pt x="16634" y="12303"/>
                      <a:pt x="16634" y="12303"/>
                      <a:pt x="16634" y="12303"/>
                    </a:cubicBezTo>
                    <a:cubicBezTo>
                      <a:pt x="17721" y="12303"/>
                      <a:pt x="17721" y="12303"/>
                      <a:pt x="17721" y="12303"/>
                    </a:cubicBezTo>
                    <a:cubicBezTo>
                      <a:pt x="19955" y="12303"/>
                      <a:pt x="21600" y="8598"/>
                      <a:pt x="21600" y="3705"/>
                    </a:cubicBezTo>
                    <a:cubicBezTo>
                      <a:pt x="21600" y="0"/>
                      <a:pt x="21600" y="0"/>
                      <a:pt x="21600" y="0"/>
                    </a:cubicBezTo>
                    <a:cubicBezTo>
                      <a:pt x="0" y="0"/>
                      <a:pt x="0" y="0"/>
                      <a:pt x="0" y="0"/>
                    </a:cubicBezTo>
                    <a:cubicBezTo>
                      <a:pt x="0" y="3705"/>
                      <a:pt x="0" y="3705"/>
                      <a:pt x="0" y="3705"/>
                    </a:cubicBezTo>
                    <a:cubicBezTo>
                      <a:pt x="0" y="3705"/>
                      <a:pt x="0" y="3705"/>
                      <a:pt x="0" y="3705"/>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62" name="Shape 8662"/>
              <p:cNvSpPr/>
              <p:nvPr/>
            </p:nvSpPr>
            <p:spPr>
              <a:xfrm rot="7782">
                <a:off x="4801" y="4367"/>
                <a:ext cx="3859178" cy="403984"/>
              </a:xfrm>
              <a:prstGeom prst="rect">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64" name="Shape 8664"/>
            <p:cNvSpPr/>
            <p:nvPr/>
          </p:nvSpPr>
          <p:spPr>
            <a:xfrm rot="7782">
              <a:off x="5371137" y="2845682"/>
              <a:ext cx="1563379" cy="14615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79" y="0"/>
                  </a:moveTo>
                  <a:cubicBezTo>
                    <a:pt x="4060" y="0"/>
                    <a:pt x="0" y="8673"/>
                    <a:pt x="0" y="14400"/>
                  </a:cubicBezTo>
                  <a:cubicBezTo>
                    <a:pt x="0" y="15873"/>
                    <a:pt x="2681" y="18736"/>
                    <a:pt x="4060" y="14400"/>
                  </a:cubicBezTo>
                  <a:cubicBezTo>
                    <a:pt x="4672" y="12518"/>
                    <a:pt x="8119" y="13009"/>
                    <a:pt x="8119" y="15873"/>
                  </a:cubicBezTo>
                  <a:cubicBezTo>
                    <a:pt x="8119" y="19064"/>
                    <a:pt x="9421" y="21600"/>
                    <a:pt x="12179" y="21600"/>
                  </a:cubicBezTo>
                  <a:cubicBezTo>
                    <a:pt x="20221" y="21600"/>
                    <a:pt x="21600" y="14400"/>
                    <a:pt x="21600" y="10145"/>
                  </a:cubicBezTo>
                  <a:cubicBezTo>
                    <a:pt x="21600" y="5809"/>
                    <a:pt x="20221" y="0"/>
                    <a:pt x="12179" y="0"/>
                  </a:cubicBezTo>
                  <a:close/>
                  <a:moveTo>
                    <a:pt x="5438" y="10473"/>
                  </a:moveTo>
                  <a:cubicBezTo>
                    <a:pt x="4443" y="10473"/>
                    <a:pt x="3753" y="9655"/>
                    <a:pt x="3753" y="8673"/>
                  </a:cubicBezTo>
                  <a:cubicBezTo>
                    <a:pt x="3753" y="7691"/>
                    <a:pt x="4443" y="6873"/>
                    <a:pt x="5438" y="6873"/>
                  </a:cubicBezTo>
                  <a:cubicBezTo>
                    <a:pt x="6357" y="6873"/>
                    <a:pt x="7123" y="7691"/>
                    <a:pt x="7123" y="8673"/>
                  </a:cubicBezTo>
                  <a:cubicBezTo>
                    <a:pt x="7123" y="9655"/>
                    <a:pt x="6357" y="10473"/>
                    <a:pt x="5438" y="10473"/>
                  </a:cubicBezTo>
                  <a:close/>
                  <a:moveTo>
                    <a:pt x="8426" y="5073"/>
                  </a:moveTo>
                  <a:cubicBezTo>
                    <a:pt x="8426" y="4091"/>
                    <a:pt x="9191" y="3273"/>
                    <a:pt x="10111" y="3273"/>
                  </a:cubicBezTo>
                  <a:cubicBezTo>
                    <a:pt x="11030" y="3273"/>
                    <a:pt x="11796" y="4091"/>
                    <a:pt x="11796" y="5073"/>
                  </a:cubicBezTo>
                  <a:cubicBezTo>
                    <a:pt x="11796" y="6055"/>
                    <a:pt x="11030" y="6873"/>
                    <a:pt x="10111" y="6873"/>
                  </a:cubicBezTo>
                  <a:cubicBezTo>
                    <a:pt x="9191" y="6873"/>
                    <a:pt x="8426" y="6055"/>
                    <a:pt x="8426" y="5073"/>
                  </a:cubicBezTo>
                  <a:close/>
                  <a:moveTo>
                    <a:pt x="12791" y="17673"/>
                  </a:moveTo>
                  <a:cubicBezTo>
                    <a:pt x="11489" y="17673"/>
                    <a:pt x="10494" y="16527"/>
                    <a:pt x="10494" y="15136"/>
                  </a:cubicBezTo>
                  <a:cubicBezTo>
                    <a:pt x="10494" y="13745"/>
                    <a:pt x="11489" y="12600"/>
                    <a:pt x="12791" y="12600"/>
                  </a:cubicBezTo>
                  <a:cubicBezTo>
                    <a:pt x="14094" y="12600"/>
                    <a:pt x="15166" y="13745"/>
                    <a:pt x="15166" y="15136"/>
                  </a:cubicBezTo>
                  <a:cubicBezTo>
                    <a:pt x="15166" y="16527"/>
                    <a:pt x="14094" y="17673"/>
                    <a:pt x="12791" y="17673"/>
                  </a:cubicBezTo>
                  <a:close/>
                  <a:moveTo>
                    <a:pt x="16851" y="13336"/>
                  </a:moveTo>
                  <a:cubicBezTo>
                    <a:pt x="16315" y="13336"/>
                    <a:pt x="15855" y="12845"/>
                    <a:pt x="15855" y="12273"/>
                  </a:cubicBezTo>
                  <a:cubicBezTo>
                    <a:pt x="15855" y="11700"/>
                    <a:pt x="16315" y="11209"/>
                    <a:pt x="16851" y="11209"/>
                  </a:cubicBezTo>
                  <a:cubicBezTo>
                    <a:pt x="17387" y="11209"/>
                    <a:pt x="17847" y="11700"/>
                    <a:pt x="17847" y="12273"/>
                  </a:cubicBezTo>
                  <a:cubicBezTo>
                    <a:pt x="17847" y="12845"/>
                    <a:pt x="17387" y="13336"/>
                    <a:pt x="16851" y="13336"/>
                  </a:cubicBezTo>
                  <a:close/>
                  <a:moveTo>
                    <a:pt x="15549" y="9000"/>
                  </a:moveTo>
                  <a:cubicBezTo>
                    <a:pt x="14247" y="9000"/>
                    <a:pt x="13174" y="7936"/>
                    <a:pt x="13174" y="6545"/>
                  </a:cubicBezTo>
                  <a:cubicBezTo>
                    <a:pt x="13174" y="5155"/>
                    <a:pt x="14247" y="4009"/>
                    <a:pt x="15549" y="4009"/>
                  </a:cubicBezTo>
                  <a:cubicBezTo>
                    <a:pt x="16851" y="4009"/>
                    <a:pt x="17847" y="5155"/>
                    <a:pt x="17847" y="6545"/>
                  </a:cubicBezTo>
                  <a:cubicBezTo>
                    <a:pt x="17847" y="7936"/>
                    <a:pt x="16851" y="9000"/>
                    <a:pt x="15549" y="900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68" name="Group 8668"/>
            <p:cNvGrpSpPr/>
            <p:nvPr/>
          </p:nvGrpSpPr>
          <p:grpSpPr>
            <a:xfrm>
              <a:off x="-1" y="2940635"/>
              <a:ext cx="993760" cy="1131589"/>
              <a:chOff x="0" y="0"/>
              <a:chExt cx="993758" cy="1131587"/>
            </a:xfrm>
          </p:grpSpPr>
          <p:sp>
            <p:nvSpPr>
              <p:cNvPr id="8665" name="Shape 8665"/>
              <p:cNvSpPr/>
              <p:nvPr/>
            </p:nvSpPr>
            <p:spPr>
              <a:xfrm rot="7782">
                <a:off x="933" y="304873"/>
                <a:ext cx="991893" cy="825594"/>
              </a:xfrm>
              <a:custGeom>
                <a:avLst/>
                <a:gdLst/>
                <a:ahLst/>
                <a:cxnLst>
                  <a:cxn ang="0">
                    <a:pos x="wd2" y="hd2"/>
                  </a:cxn>
                  <a:cxn ang="5400000">
                    <a:pos x="wd2" y="hd2"/>
                  </a:cxn>
                  <a:cxn ang="10800000">
                    <a:pos x="wd2" y="hd2"/>
                  </a:cxn>
                  <a:cxn ang="16200000">
                    <a:pos x="wd2" y="hd2"/>
                  </a:cxn>
                </a:cxnLst>
                <a:rect l="0" t="0" r="r" b="b"/>
                <a:pathLst>
                  <a:path w="21600" h="19391" fill="norm" stroke="1" extrusionOk="0">
                    <a:moveTo>
                      <a:pt x="10860" y="1044"/>
                    </a:moveTo>
                    <a:cubicBezTo>
                      <a:pt x="2775" y="-2209"/>
                      <a:pt x="0" y="2736"/>
                      <a:pt x="0" y="7680"/>
                    </a:cubicBezTo>
                    <a:cubicBezTo>
                      <a:pt x="0" y="12755"/>
                      <a:pt x="5551" y="19391"/>
                      <a:pt x="7723" y="19391"/>
                    </a:cubicBezTo>
                    <a:cubicBezTo>
                      <a:pt x="10860" y="19391"/>
                      <a:pt x="10860" y="17699"/>
                      <a:pt x="10860" y="17699"/>
                    </a:cubicBezTo>
                    <a:cubicBezTo>
                      <a:pt x="10860" y="17699"/>
                      <a:pt x="10740" y="19391"/>
                      <a:pt x="13877" y="19391"/>
                    </a:cubicBezTo>
                    <a:cubicBezTo>
                      <a:pt x="16170" y="19391"/>
                      <a:pt x="21600" y="12755"/>
                      <a:pt x="21600" y="7680"/>
                    </a:cubicBezTo>
                    <a:cubicBezTo>
                      <a:pt x="21600" y="2736"/>
                      <a:pt x="18945" y="-2209"/>
                      <a:pt x="10860" y="1044"/>
                    </a:cubicBezTo>
                    <a:close/>
                    <a:moveTo>
                      <a:pt x="4706" y="14316"/>
                    </a:moveTo>
                    <a:cubicBezTo>
                      <a:pt x="0" y="7680"/>
                      <a:pt x="4706" y="2736"/>
                      <a:pt x="4706" y="2736"/>
                    </a:cubicBezTo>
                    <a:cubicBezTo>
                      <a:pt x="7723" y="2736"/>
                      <a:pt x="7723" y="2736"/>
                      <a:pt x="7723" y="2736"/>
                    </a:cubicBezTo>
                    <a:cubicBezTo>
                      <a:pt x="7723" y="2736"/>
                      <a:pt x="4706" y="6119"/>
                      <a:pt x="4706" y="14316"/>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66" name="Shape 8666"/>
              <p:cNvSpPr/>
              <p:nvPr/>
            </p:nvSpPr>
            <p:spPr>
              <a:xfrm rot="7782">
                <a:off x="219008" y="319"/>
                <a:ext cx="282460" cy="2824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16094" y="10588"/>
                      <a:pt x="10588" y="0"/>
                      <a:pt x="10588" y="0"/>
                    </a:cubicBezTo>
                    <a:cubicBezTo>
                      <a:pt x="0" y="0"/>
                      <a:pt x="0" y="0"/>
                      <a:pt x="0" y="0"/>
                    </a:cubicBezTo>
                    <a:cubicBezTo>
                      <a:pt x="16094" y="21600"/>
                      <a:pt x="16094" y="21600"/>
                      <a:pt x="16094" y="21600"/>
                    </a:cubicBezTo>
                    <a:lnTo>
                      <a:pt x="21600" y="21600"/>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67" name="Shape 8667"/>
              <p:cNvSpPr/>
              <p:nvPr/>
            </p:nvSpPr>
            <p:spPr>
              <a:xfrm rot="7782">
                <a:off x="501466" y="1036"/>
                <a:ext cx="351432" cy="2824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21600" y="0"/>
                      <a:pt x="0" y="0"/>
                      <a:pt x="0" y="21600"/>
                    </a:cubicBezTo>
                    <a:cubicBezTo>
                      <a:pt x="0" y="21600"/>
                      <a:pt x="21600" y="21600"/>
                      <a:pt x="21600" y="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69" name="Shape 8669"/>
            <p:cNvSpPr/>
            <p:nvPr/>
          </p:nvSpPr>
          <p:spPr>
            <a:xfrm rot="7782">
              <a:off x="915683" y="3698386"/>
              <a:ext cx="670021" cy="13334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45" y="11562"/>
                  </a:moveTo>
                  <a:cubicBezTo>
                    <a:pt x="16245" y="9411"/>
                    <a:pt x="16245" y="9411"/>
                    <a:pt x="16245" y="9411"/>
                  </a:cubicBezTo>
                  <a:cubicBezTo>
                    <a:pt x="16245" y="2689"/>
                    <a:pt x="16245" y="2689"/>
                    <a:pt x="16245" y="2689"/>
                  </a:cubicBezTo>
                  <a:cubicBezTo>
                    <a:pt x="16245" y="1255"/>
                    <a:pt x="13745" y="0"/>
                    <a:pt x="10889" y="0"/>
                  </a:cubicBezTo>
                  <a:cubicBezTo>
                    <a:pt x="7855" y="0"/>
                    <a:pt x="5534" y="1255"/>
                    <a:pt x="5534" y="2689"/>
                  </a:cubicBezTo>
                  <a:cubicBezTo>
                    <a:pt x="5534" y="9411"/>
                    <a:pt x="5534" y="9411"/>
                    <a:pt x="5534" y="9411"/>
                  </a:cubicBezTo>
                  <a:cubicBezTo>
                    <a:pt x="5534" y="11562"/>
                    <a:pt x="5534" y="11562"/>
                    <a:pt x="5534" y="11562"/>
                  </a:cubicBezTo>
                  <a:cubicBezTo>
                    <a:pt x="2321" y="12458"/>
                    <a:pt x="0" y="14161"/>
                    <a:pt x="0" y="16133"/>
                  </a:cubicBezTo>
                  <a:cubicBezTo>
                    <a:pt x="0" y="19180"/>
                    <a:pt x="4820" y="21600"/>
                    <a:pt x="10889" y="21600"/>
                  </a:cubicBezTo>
                  <a:cubicBezTo>
                    <a:pt x="16780" y="21600"/>
                    <a:pt x="21600" y="19180"/>
                    <a:pt x="21600" y="16133"/>
                  </a:cubicBezTo>
                  <a:cubicBezTo>
                    <a:pt x="21600" y="14161"/>
                    <a:pt x="19458" y="12458"/>
                    <a:pt x="16245" y="11562"/>
                  </a:cubicBezTo>
                  <a:close/>
                  <a:moveTo>
                    <a:pt x="8212" y="8066"/>
                  </a:moveTo>
                  <a:cubicBezTo>
                    <a:pt x="10889" y="8066"/>
                    <a:pt x="10889" y="8066"/>
                    <a:pt x="10889" y="8066"/>
                  </a:cubicBezTo>
                  <a:cubicBezTo>
                    <a:pt x="10889" y="6722"/>
                    <a:pt x="10889" y="6722"/>
                    <a:pt x="10889" y="6722"/>
                  </a:cubicBezTo>
                  <a:cubicBezTo>
                    <a:pt x="8212" y="6722"/>
                    <a:pt x="8212" y="6722"/>
                    <a:pt x="8212" y="6722"/>
                  </a:cubicBezTo>
                  <a:cubicBezTo>
                    <a:pt x="8212" y="5378"/>
                    <a:pt x="8212" y="5378"/>
                    <a:pt x="8212" y="5378"/>
                  </a:cubicBezTo>
                  <a:cubicBezTo>
                    <a:pt x="10889" y="5378"/>
                    <a:pt x="10889" y="5378"/>
                    <a:pt x="10889" y="5378"/>
                  </a:cubicBezTo>
                  <a:cubicBezTo>
                    <a:pt x="10889" y="4033"/>
                    <a:pt x="10889" y="4033"/>
                    <a:pt x="10889" y="4033"/>
                  </a:cubicBezTo>
                  <a:cubicBezTo>
                    <a:pt x="8212" y="4033"/>
                    <a:pt x="8212" y="4033"/>
                    <a:pt x="8212" y="4033"/>
                  </a:cubicBezTo>
                  <a:cubicBezTo>
                    <a:pt x="8212" y="2689"/>
                    <a:pt x="8212" y="2689"/>
                    <a:pt x="8212" y="2689"/>
                  </a:cubicBezTo>
                  <a:cubicBezTo>
                    <a:pt x="8212" y="1972"/>
                    <a:pt x="9283" y="1344"/>
                    <a:pt x="10889" y="1344"/>
                  </a:cubicBezTo>
                  <a:cubicBezTo>
                    <a:pt x="12317" y="1344"/>
                    <a:pt x="13567" y="1972"/>
                    <a:pt x="13567" y="2689"/>
                  </a:cubicBezTo>
                  <a:cubicBezTo>
                    <a:pt x="13567" y="9411"/>
                    <a:pt x="13567" y="9411"/>
                    <a:pt x="13567" y="9411"/>
                  </a:cubicBezTo>
                  <a:cubicBezTo>
                    <a:pt x="8212" y="9411"/>
                    <a:pt x="8212" y="9411"/>
                    <a:pt x="8212" y="9411"/>
                  </a:cubicBezTo>
                  <a:lnTo>
                    <a:pt x="8212" y="8066"/>
                  </a:lnTo>
                  <a:close/>
                  <a:moveTo>
                    <a:pt x="10889" y="20256"/>
                  </a:moveTo>
                  <a:cubicBezTo>
                    <a:pt x="6426" y="20256"/>
                    <a:pt x="2856" y="18373"/>
                    <a:pt x="2856" y="16133"/>
                  </a:cubicBezTo>
                  <a:cubicBezTo>
                    <a:pt x="2856" y="15954"/>
                    <a:pt x="2856" y="15685"/>
                    <a:pt x="2856" y="15505"/>
                  </a:cubicBezTo>
                  <a:cubicBezTo>
                    <a:pt x="3570" y="17388"/>
                    <a:pt x="6783" y="18911"/>
                    <a:pt x="10889" y="18911"/>
                  </a:cubicBezTo>
                  <a:cubicBezTo>
                    <a:pt x="14817" y="18911"/>
                    <a:pt x="18030" y="17388"/>
                    <a:pt x="18744" y="15505"/>
                  </a:cubicBezTo>
                  <a:cubicBezTo>
                    <a:pt x="18744" y="15685"/>
                    <a:pt x="18922" y="15954"/>
                    <a:pt x="18922" y="16133"/>
                  </a:cubicBezTo>
                  <a:cubicBezTo>
                    <a:pt x="18922" y="18373"/>
                    <a:pt x="15352" y="20256"/>
                    <a:pt x="10889" y="20256"/>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0" name="Shape 8670"/>
            <p:cNvSpPr/>
            <p:nvPr/>
          </p:nvSpPr>
          <p:spPr>
            <a:xfrm rot="7782">
              <a:off x="2641305" y="1882"/>
              <a:ext cx="1665195" cy="17735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1417"/>
                  </a:moveTo>
                  <a:cubicBezTo>
                    <a:pt x="11520" y="675"/>
                    <a:pt x="11520" y="675"/>
                    <a:pt x="11520" y="675"/>
                  </a:cubicBezTo>
                  <a:cubicBezTo>
                    <a:pt x="11520" y="337"/>
                    <a:pt x="11232" y="0"/>
                    <a:pt x="10800" y="0"/>
                  </a:cubicBezTo>
                  <a:cubicBezTo>
                    <a:pt x="10440" y="0"/>
                    <a:pt x="10080" y="337"/>
                    <a:pt x="10080" y="675"/>
                  </a:cubicBezTo>
                  <a:cubicBezTo>
                    <a:pt x="10080" y="1417"/>
                    <a:pt x="10080" y="1417"/>
                    <a:pt x="10080" y="1417"/>
                  </a:cubicBezTo>
                  <a:cubicBezTo>
                    <a:pt x="4464" y="1755"/>
                    <a:pt x="0" y="6142"/>
                    <a:pt x="0" y="11475"/>
                  </a:cubicBezTo>
                  <a:cubicBezTo>
                    <a:pt x="0" y="11745"/>
                    <a:pt x="72" y="11947"/>
                    <a:pt x="72" y="12150"/>
                  </a:cubicBezTo>
                  <a:cubicBezTo>
                    <a:pt x="72" y="12150"/>
                    <a:pt x="72" y="12150"/>
                    <a:pt x="72" y="12150"/>
                  </a:cubicBezTo>
                  <a:cubicBezTo>
                    <a:pt x="432" y="10597"/>
                    <a:pt x="1872" y="9450"/>
                    <a:pt x="3600" y="9450"/>
                  </a:cubicBezTo>
                  <a:cubicBezTo>
                    <a:pt x="5328" y="9450"/>
                    <a:pt x="6840" y="10597"/>
                    <a:pt x="7128" y="12150"/>
                  </a:cubicBezTo>
                  <a:cubicBezTo>
                    <a:pt x="7272" y="12150"/>
                    <a:pt x="7272" y="12150"/>
                    <a:pt x="7272" y="12150"/>
                  </a:cubicBezTo>
                  <a:cubicBezTo>
                    <a:pt x="7560" y="10867"/>
                    <a:pt x="8712" y="9787"/>
                    <a:pt x="10080" y="9517"/>
                  </a:cubicBezTo>
                  <a:cubicBezTo>
                    <a:pt x="10080" y="16875"/>
                    <a:pt x="10080" y="16875"/>
                    <a:pt x="10080" y="16875"/>
                  </a:cubicBezTo>
                  <a:cubicBezTo>
                    <a:pt x="10080" y="20250"/>
                    <a:pt x="9216" y="20250"/>
                    <a:pt x="7920" y="20250"/>
                  </a:cubicBezTo>
                  <a:cubicBezTo>
                    <a:pt x="5760" y="20250"/>
                    <a:pt x="5760" y="19575"/>
                    <a:pt x="5760" y="18225"/>
                  </a:cubicBezTo>
                  <a:cubicBezTo>
                    <a:pt x="5760" y="17887"/>
                    <a:pt x="5472" y="17550"/>
                    <a:pt x="5040" y="17550"/>
                  </a:cubicBezTo>
                  <a:cubicBezTo>
                    <a:pt x="4680" y="17550"/>
                    <a:pt x="4320" y="17887"/>
                    <a:pt x="4320" y="18225"/>
                  </a:cubicBezTo>
                  <a:cubicBezTo>
                    <a:pt x="4320" y="19575"/>
                    <a:pt x="4320" y="21600"/>
                    <a:pt x="7920" y="21600"/>
                  </a:cubicBezTo>
                  <a:cubicBezTo>
                    <a:pt x="9864" y="21600"/>
                    <a:pt x="11520" y="21262"/>
                    <a:pt x="11520" y="16875"/>
                  </a:cubicBezTo>
                  <a:cubicBezTo>
                    <a:pt x="11520" y="9517"/>
                    <a:pt x="11520" y="9517"/>
                    <a:pt x="11520" y="9517"/>
                  </a:cubicBezTo>
                  <a:cubicBezTo>
                    <a:pt x="12960" y="9787"/>
                    <a:pt x="14040" y="10867"/>
                    <a:pt x="14328" y="12150"/>
                  </a:cubicBezTo>
                  <a:cubicBezTo>
                    <a:pt x="14472" y="12150"/>
                    <a:pt x="14472" y="12150"/>
                    <a:pt x="14472" y="12150"/>
                  </a:cubicBezTo>
                  <a:cubicBezTo>
                    <a:pt x="14832" y="10597"/>
                    <a:pt x="16272" y="9450"/>
                    <a:pt x="18000" y="9450"/>
                  </a:cubicBezTo>
                  <a:cubicBezTo>
                    <a:pt x="19728" y="9450"/>
                    <a:pt x="21168" y="10597"/>
                    <a:pt x="21528" y="12150"/>
                  </a:cubicBezTo>
                  <a:cubicBezTo>
                    <a:pt x="21600" y="12150"/>
                    <a:pt x="21600" y="12150"/>
                    <a:pt x="21600" y="12150"/>
                  </a:cubicBezTo>
                  <a:cubicBezTo>
                    <a:pt x="21600" y="11947"/>
                    <a:pt x="21600" y="11745"/>
                    <a:pt x="21600" y="11475"/>
                  </a:cubicBezTo>
                  <a:cubicBezTo>
                    <a:pt x="21600" y="6142"/>
                    <a:pt x="17136" y="1755"/>
                    <a:pt x="11520" y="1417"/>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1" name="Shape 8671"/>
            <p:cNvSpPr/>
            <p:nvPr/>
          </p:nvSpPr>
          <p:spPr>
            <a:xfrm rot="7782">
              <a:off x="4739099" y="6807106"/>
              <a:ext cx="295597" cy="604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20" y="0"/>
                  </a:moveTo>
                  <a:lnTo>
                    <a:pt x="11520" y="9509"/>
                  </a:lnTo>
                  <a:lnTo>
                    <a:pt x="21600" y="9509"/>
                  </a:lnTo>
                  <a:lnTo>
                    <a:pt x="6480" y="21600"/>
                  </a:lnTo>
                  <a:lnTo>
                    <a:pt x="11520" y="12678"/>
                  </a:lnTo>
                  <a:lnTo>
                    <a:pt x="0" y="12678"/>
                  </a:lnTo>
                  <a:lnTo>
                    <a:pt x="16320" y="0"/>
                  </a:ln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2" name="Shape 8672"/>
            <p:cNvSpPr/>
            <p:nvPr/>
          </p:nvSpPr>
          <p:spPr>
            <a:xfrm rot="7782">
              <a:off x="173127" y="4199266"/>
              <a:ext cx="709433" cy="5780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492"/>
                  </a:moveTo>
                  <a:cubicBezTo>
                    <a:pt x="20925" y="2908"/>
                    <a:pt x="19913" y="3323"/>
                    <a:pt x="19069" y="3323"/>
                  </a:cubicBezTo>
                  <a:cubicBezTo>
                    <a:pt x="20081" y="2700"/>
                    <a:pt x="20756" y="1662"/>
                    <a:pt x="21094" y="415"/>
                  </a:cubicBezTo>
                  <a:cubicBezTo>
                    <a:pt x="20250" y="1038"/>
                    <a:pt x="19238" y="1454"/>
                    <a:pt x="18225" y="1662"/>
                  </a:cubicBezTo>
                  <a:cubicBezTo>
                    <a:pt x="17381" y="623"/>
                    <a:pt x="16200" y="0"/>
                    <a:pt x="15019" y="0"/>
                  </a:cubicBezTo>
                  <a:cubicBezTo>
                    <a:pt x="12488" y="0"/>
                    <a:pt x="10463" y="2492"/>
                    <a:pt x="10463" y="5400"/>
                  </a:cubicBezTo>
                  <a:cubicBezTo>
                    <a:pt x="10463" y="5815"/>
                    <a:pt x="10631" y="6231"/>
                    <a:pt x="10631" y="6646"/>
                  </a:cubicBezTo>
                  <a:cubicBezTo>
                    <a:pt x="6919" y="6438"/>
                    <a:pt x="3713" y="4362"/>
                    <a:pt x="1519" y="1038"/>
                  </a:cubicBezTo>
                  <a:cubicBezTo>
                    <a:pt x="1013" y="1869"/>
                    <a:pt x="844" y="2700"/>
                    <a:pt x="844" y="3738"/>
                  </a:cubicBezTo>
                  <a:cubicBezTo>
                    <a:pt x="844" y="5608"/>
                    <a:pt x="1688" y="7269"/>
                    <a:pt x="2869" y="8308"/>
                  </a:cubicBezTo>
                  <a:cubicBezTo>
                    <a:pt x="2025" y="8308"/>
                    <a:pt x="1350" y="8100"/>
                    <a:pt x="844" y="7685"/>
                  </a:cubicBezTo>
                  <a:cubicBezTo>
                    <a:pt x="844" y="7685"/>
                    <a:pt x="844" y="7685"/>
                    <a:pt x="844" y="7685"/>
                  </a:cubicBezTo>
                  <a:cubicBezTo>
                    <a:pt x="844" y="10385"/>
                    <a:pt x="2363" y="12669"/>
                    <a:pt x="4388" y="13085"/>
                  </a:cubicBezTo>
                  <a:cubicBezTo>
                    <a:pt x="4050" y="13292"/>
                    <a:pt x="3544" y="13292"/>
                    <a:pt x="3206" y="13292"/>
                  </a:cubicBezTo>
                  <a:cubicBezTo>
                    <a:pt x="2869" y="13292"/>
                    <a:pt x="2700" y="13292"/>
                    <a:pt x="2363" y="13085"/>
                  </a:cubicBezTo>
                  <a:cubicBezTo>
                    <a:pt x="2869" y="15369"/>
                    <a:pt x="4556" y="16823"/>
                    <a:pt x="6581" y="17031"/>
                  </a:cubicBezTo>
                  <a:cubicBezTo>
                    <a:pt x="5063" y="18485"/>
                    <a:pt x="3038" y="19315"/>
                    <a:pt x="1013" y="19315"/>
                  </a:cubicBezTo>
                  <a:cubicBezTo>
                    <a:pt x="675" y="19315"/>
                    <a:pt x="338" y="19315"/>
                    <a:pt x="0" y="19315"/>
                  </a:cubicBezTo>
                  <a:cubicBezTo>
                    <a:pt x="1856" y="20769"/>
                    <a:pt x="4219" y="21600"/>
                    <a:pt x="6750" y="21600"/>
                  </a:cubicBezTo>
                  <a:cubicBezTo>
                    <a:pt x="15019" y="21600"/>
                    <a:pt x="19406" y="13292"/>
                    <a:pt x="19406" y="6023"/>
                  </a:cubicBezTo>
                  <a:cubicBezTo>
                    <a:pt x="19406" y="5815"/>
                    <a:pt x="19406" y="5608"/>
                    <a:pt x="19406" y="5400"/>
                  </a:cubicBezTo>
                  <a:cubicBezTo>
                    <a:pt x="20250" y="4569"/>
                    <a:pt x="21094" y="3738"/>
                    <a:pt x="21600" y="2492"/>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3" name="Shape 8673"/>
            <p:cNvSpPr/>
            <p:nvPr/>
          </p:nvSpPr>
          <p:spPr>
            <a:xfrm rot="7782">
              <a:off x="5365641" y="4002962"/>
              <a:ext cx="519392" cy="954330"/>
            </a:xfrm>
            <a:custGeom>
              <a:avLst/>
              <a:gdLst/>
              <a:ahLst/>
              <a:cxnLst>
                <a:cxn ang="0">
                  <a:pos x="wd2" y="hd2"/>
                </a:cxn>
                <a:cxn ang="5400000">
                  <a:pos x="wd2" y="hd2"/>
                </a:cxn>
                <a:cxn ang="10800000">
                  <a:pos x="wd2" y="hd2"/>
                </a:cxn>
                <a:cxn ang="16200000">
                  <a:pos x="wd2" y="hd2"/>
                </a:cxn>
              </a:cxnLst>
              <a:rect l="0" t="0" r="r" b="b"/>
              <a:pathLst>
                <a:path w="20828" h="21061" fill="norm" stroke="1" extrusionOk="0">
                  <a:moveTo>
                    <a:pt x="16090" y="219"/>
                  </a:moveTo>
                  <a:cubicBezTo>
                    <a:pt x="15645" y="219"/>
                    <a:pt x="15645" y="219"/>
                    <a:pt x="15645" y="219"/>
                  </a:cubicBezTo>
                  <a:cubicBezTo>
                    <a:pt x="12527" y="-269"/>
                    <a:pt x="9855" y="97"/>
                    <a:pt x="9410" y="951"/>
                  </a:cubicBezTo>
                  <a:cubicBezTo>
                    <a:pt x="6070" y="7053"/>
                    <a:pt x="6070" y="7053"/>
                    <a:pt x="6070" y="7053"/>
                  </a:cubicBezTo>
                  <a:cubicBezTo>
                    <a:pt x="5847" y="7785"/>
                    <a:pt x="6960" y="8639"/>
                    <a:pt x="8742" y="9128"/>
                  </a:cubicBezTo>
                  <a:cubicBezTo>
                    <a:pt x="7851" y="11202"/>
                    <a:pt x="7851" y="11202"/>
                    <a:pt x="7851" y="11202"/>
                  </a:cubicBezTo>
                  <a:cubicBezTo>
                    <a:pt x="5624" y="11080"/>
                    <a:pt x="3620" y="11446"/>
                    <a:pt x="3398" y="12178"/>
                  </a:cubicBezTo>
                  <a:cubicBezTo>
                    <a:pt x="57" y="18280"/>
                    <a:pt x="57" y="18280"/>
                    <a:pt x="57" y="18280"/>
                  </a:cubicBezTo>
                  <a:cubicBezTo>
                    <a:pt x="-388" y="19256"/>
                    <a:pt x="1839" y="20355"/>
                    <a:pt x="4734" y="20843"/>
                  </a:cubicBezTo>
                  <a:cubicBezTo>
                    <a:pt x="5179" y="20843"/>
                    <a:pt x="5179" y="20843"/>
                    <a:pt x="5179" y="20843"/>
                  </a:cubicBezTo>
                  <a:cubicBezTo>
                    <a:pt x="8297" y="21331"/>
                    <a:pt x="11191" y="20965"/>
                    <a:pt x="11637" y="20111"/>
                  </a:cubicBezTo>
                  <a:cubicBezTo>
                    <a:pt x="14754" y="14009"/>
                    <a:pt x="14754" y="14009"/>
                    <a:pt x="14754" y="14009"/>
                  </a:cubicBezTo>
                  <a:cubicBezTo>
                    <a:pt x="15200" y="13155"/>
                    <a:pt x="13641" y="12300"/>
                    <a:pt x="11414" y="11690"/>
                  </a:cubicBezTo>
                  <a:cubicBezTo>
                    <a:pt x="12305" y="9738"/>
                    <a:pt x="12305" y="9738"/>
                    <a:pt x="12305" y="9738"/>
                  </a:cubicBezTo>
                  <a:cubicBezTo>
                    <a:pt x="14977" y="9982"/>
                    <a:pt x="17204" y="9616"/>
                    <a:pt x="17649" y="8884"/>
                  </a:cubicBezTo>
                  <a:cubicBezTo>
                    <a:pt x="20767" y="2782"/>
                    <a:pt x="20767" y="2782"/>
                    <a:pt x="20767" y="2782"/>
                  </a:cubicBezTo>
                  <a:cubicBezTo>
                    <a:pt x="21212" y="1806"/>
                    <a:pt x="19208" y="707"/>
                    <a:pt x="16090" y="219"/>
                  </a:cubicBezTo>
                  <a:close/>
                  <a:moveTo>
                    <a:pt x="11637" y="14619"/>
                  </a:moveTo>
                  <a:cubicBezTo>
                    <a:pt x="9633" y="18646"/>
                    <a:pt x="9633" y="18646"/>
                    <a:pt x="9633" y="18646"/>
                  </a:cubicBezTo>
                  <a:cubicBezTo>
                    <a:pt x="9410" y="19134"/>
                    <a:pt x="7628" y="19500"/>
                    <a:pt x="6070" y="19134"/>
                  </a:cubicBezTo>
                  <a:cubicBezTo>
                    <a:pt x="5847" y="19134"/>
                    <a:pt x="5847" y="19134"/>
                    <a:pt x="5847" y="19134"/>
                  </a:cubicBezTo>
                  <a:cubicBezTo>
                    <a:pt x="4066" y="18890"/>
                    <a:pt x="2952" y="18158"/>
                    <a:pt x="3175" y="17670"/>
                  </a:cubicBezTo>
                  <a:cubicBezTo>
                    <a:pt x="5402" y="13643"/>
                    <a:pt x="5402" y="13643"/>
                    <a:pt x="5402" y="13643"/>
                  </a:cubicBezTo>
                  <a:cubicBezTo>
                    <a:pt x="5402" y="13399"/>
                    <a:pt x="6070" y="13155"/>
                    <a:pt x="6960" y="13033"/>
                  </a:cubicBezTo>
                  <a:cubicBezTo>
                    <a:pt x="6960" y="13033"/>
                    <a:pt x="6960" y="13033"/>
                    <a:pt x="6960" y="13033"/>
                  </a:cubicBezTo>
                  <a:cubicBezTo>
                    <a:pt x="6738" y="13521"/>
                    <a:pt x="7183" y="14131"/>
                    <a:pt x="8074" y="14253"/>
                  </a:cubicBezTo>
                  <a:cubicBezTo>
                    <a:pt x="8297" y="14253"/>
                    <a:pt x="8297" y="14253"/>
                    <a:pt x="8297" y="14253"/>
                  </a:cubicBezTo>
                  <a:cubicBezTo>
                    <a:pt x="9187" y="14375"/>
                    <a:pt x="10078" y="14131"/>
                    <a:pt x="10523" y="13643"/>
                  </a:cubicBezTo>
                  <a:cubicBezTo>
                    <a:pt x="10523" y="13521"/>
                    <a:pt x="10523" y="13521"/>
                    <a:pt x="10523" y="13521"/>
                  </a:cubicBezTo>
                  <a:cubicBezTo>
                    <a:pt x="11414" y="13765"/>
                    <a:pt x="11859" y="14253"/>
                    <a:pt x="11637" y="14619"/>
                  </a:cubicBezTo>
                  <a:close/>
                  <a:moveTo>
                    <a:pt x="17649" y="3392"/>
                  </a:moveTo>
                  <a:cubicBezTo>
                    <a:pt x="15645" y="7419"/>
                    <a:pt x="15645" y="7419"/>
                    <a:pt x="15645" y="7419"/>
                  </a:cubicBezTo>
                  <a:cubicBezTo>
                    <a:pt x="15422" y="7785"/>
                    <a:pt x="14309" y="8029"/>
                    <a:pt x="12973" y="8029"/>
                  </a:cubicBezTo>
                  <a:cubicBezTo>
                    <a:pt x="12973" y="7663"/>
                    <a:pt x="12527" y="7175"/>
                    <a:pt x="11859" y="7053"/>
                  </a:cubicBezTo>
                  <a:cubicBezTo>
                    <a:pt x="11637" y="7053"/>
                    <a:pt x="11637" y="7053"/>
                    <a:pt x="11637" y="7053"/>
                  </a:cubicBezTo>
                  <a:cubicBezTo>
                    <a:pt x="10969" y="6931"/>
                    <a:pt x="10301" y="7053"/>
                    <a:pt x="9855" y="7297"/>
                  </a:cubicBezTo>
                  <a:cubicBezTo>
                    <a:pt x="9410" y="7053"/>
                    <a:pt x="9187" y="6687"/>
                    <a:pt x="9187" y="6443"/>
                  </a:cubicBezTo>
                  <a:cubicBezTo>
                    <a:pt x="11414" y="2416"/>
                    <a:pt x="11414" y="2416"/>
                    <a:pt x="11414" y="2416"/>
                  </a:cubicBezTo>
                  <a:cubicBezTo>
                    <a:pt x="11637" y="1928"/>
                    <a:pt x="13196" y="1562"/>
                    <a:pt x="14977" y="1928"/>
                  </a:cubicBezTo>
                  <a:cubicBezTo>
                    <a:pt x="15200" y="1928"/>
                    <a:pt x="15200" y="1928"/>
                    <a:pt x="15200" y="1928"/>
                  </a:cubicBezTo>
                  <a:cubicBezTo>
                    <a:pt x="16758" y="2172"/>
                    <a:pt x="17872" y="2904"/>
                    <a:pt x="17649" y="3392"/>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676" name="Group 8676"/>
            <p:cNvGrpSpPr/>
            <p:nvPr/>
          </p:nvGrpSpPr>
          <p:grpSpPr>
            <a:xfrm>
              <a:off x="3592589" y="3604908"/>
              <a:ext cx="659005" cy="713599"/>
              <a:chOff x="0" y="0"/>
              <a:chExt cx="659003" cy="713598"/>
            </a:xfrm>
          </p:grpSpPr>
          <p:sp>
            <p:nvSpPr>
              <p:cNvPr id="8674" name="Shape 8674"/>
              <p:cNvSpPr/>
              <p:nvPr/>
            </p:nvSpPr>
            <p:spPr>
              <a:xfrm rot="7782">
                <a:off x="352" y="401263"/>
                <a:ext cx="279175" cy="3120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591" y="18189"/>
                    </a:moveTo>
                    <a:lnTo>
                      <a:pt x="0" y="21600"/>
                    </a:lnTo>
                    <a:lnTo>
                      <a:pt x="3049" y="16143"/>
                    </a:lnTo>
                    <a:lnTo>
                      <a:pt x="18551" y="0"/>
                    </a:lnTo>
                    <a:lnTo>
                      <a:pt x="21600" y="2501"/>
                    </a:lnTo>
                    <a:lnTo>
                      <a:pt x="5591" y="18189"/>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5" name="Shape 8675"/>
              <p:cNvSpPr/>
              <p:nvPr/>
            </p:nvSpPr>
            <p:spPr>
              <a:xfrm rot="7782">
                <a:off x="113058" y="616"/>
                <a:ext cx="545320" cy="553519"/>
              </a:xfrm>
              <a:custGeom>
                <a:avLst/>
                <a:gdLst/>
                <a:ahLst/>
                <a:cxnLst>
                  <a:cxn ang="0">
                    <a:pos x="wd2" y="hd2"/>
                  </a:cxn>
                  <a:cxn ang="5400000">
                    <a:pos x="wd2" y="hd2"/>
                  </a:cxn>
                  <a:cxn ang="10800000">
                    <a:pos x="wd2" y="hd2"/>
                  </a:cxn>
                  <a:cxn ang="16200000">
                    <a:pos x="wd2" y="hd2"/>
                  </a:cxn>
                </a:cxnLst>
                <a:rect l="0" t="0" r="r" b="b"/>
                <a:pathLst>
                  <a:path w="21221" h="21288" fill="norm" stroke="1" extrusionOk="0">
                    <a:moveTo>
                      <a:pt x="20897" y="6737"/>
                    </a:moveTo>
                    <a:cubicBezTo>
                      <a:pt x="13337" y="321"/>
                      <a:pt x="13337" y="321"/>
                      <a:pt x="13337" y="321"/>
                    </a:cubicBezTo>
                    <a:cubicBezTo>
                      <a:pt x="12905" y="-107"/>
                      <a:pt x="12041" y="-107"/>
                      <a:pt x="11609" y="321"/>
                    </a:cubicBezTo>
                    <a:cubicBezTo>
                      <a:pt x="10961" y="962"/>
                      <a:pt x="11177" y="1818"/>
                      <a:pt x="11609" y="2245"/>
                    </a:cubicBezTo>
                    <a:cubicBezTo>
                      <a:pt x="11825" y="2459"/>
                      <a:pt x="11825" y="2459"/>
                      <a:pt x="11825" y="2459"/>
                    </a:cubicBezTo>
                    <a:cubicBezTo>
                      <a:pt x="5561" y="11228"/>
                      <a:pt x="5561" y="11228"/>
                      <a:pt x="5561" y="11228"/>
                    </a:cubicBezTo>
                    <a:cubicBezTo>
                      <a:pt x="809" y="10158"/>
                      <a:pt x="809" y="10158"/>
                      <a:pt x="809" y="10158"/>
                    </a:cubicBezTo>
                    <a:cubicBezTo>
                      <a:pt x="-55" y="10158"/>
                      <a:pt x="-271" y="10586"/>
                      <a:pt x="377" y="11014"/>
                    </a:cubicBezTo>
                    <a:cubicBezTo>
                      <a:pt x="12041" y="21065"/>
                      <a:pt x="12041" y="21065"/>
                      <a:pt x="12041" y="21065"/>
                    </a:cubicBezTo>
                    <a:cubicBezTo>
                      <a:pt x="12473" y="21493"/>
                      <a:pt x="12905" y="21279"/>
                      <a:pt x="12689" y="20638"/>
                    </a:cubicBezTo>
                    <a:cubicBezTo>
                      <a:pt x="11609" y="15505"/>
                      <a:pt x="11609" y="15505"/>
                      <a:pt x="11609" y="15505"/>
                    </a:cubicBezTo>
                    <a:cubicBezTo>
                      <a:pt x="18953" y="8447"/>
                      <a:pt x="18953" y="8447"/>
                      <a:pt x="18953" y="8447"/>
                    </a:cubicBezTo>
                    <a:cubicBezTo>
                      <a:pt x="18953" y="8661"/>
                      <a:pt x="18953" y="8661"/>
                      <a:pt x="18953" y="8661"/>
                    </a:cubicBezTo>
                    <a:cubicBezTo>
                      <a:pt x="19601" y="9089"/>
                      <a:pt x="20465" y="9089"/>
                      <a:pt x="20897" y="8447"/>
                    </a:cubicBezTo>
                    <a:cubicBezTo>
                      <a:pt x="21329" y="8020"/>
                      <a:pt x="21329" y="7164"/>
                      <a:pt x="20897" y="6737"/>
                    </a:cubicBezTo>
                    <a:close/>
                    <a:moveTo>
                      <a:pt x="10529" y="15077"/>
                    </a:moveTo>
                    <a:cubicBezTo>
                      <a:pt x="11177" y="18713"/>
                      <a:pt x="11177" y="18713"/>
                      <a:pt x="11177" y="18713"/>
                    </a:cubicBezTo>
                    <a:cubicBezTo>
                      <a:pt x="8585" y="16360"/>
                      <a:pt x="8585" y="16360"/>
                      <a:pt x="8585" y="16360"/>
                    </a:cubicBezTo>
                    <a:cubicBezTo>
                      <a:pt x="16793" y="7164"/>
                      <a:pt x="16793" y="7164"/>
                      <a:pt x="16793" y="7164"/>
                    </a:cubicBezTo>
                    <a:cubicBezTo>
                      <a:pt x="17657" y="8020"/>
                      <a:pt x="17657" y="8020"/>
                      <a:pt x="17657" y="8020"/>
                    </a:cubicBezTo>
                    <a:lnTo>
                      <a:pt x="10529" y="15077"/>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680" name="Group 8680"/>
            <p:cNvGrpSpPr/>
            <p:nvPr/>
          </p:nvGrpSpPr>
          <p:grpSpPr>
            <a:xfrm>
              <a:off x="3742193" y="4262380"/>
              <a:ext cx="711037" cy="711038"/>
              <a:chOff x="0" y="0"/>
              <a:chExt cx="711036" cy="711036"/>
            </a:xfrm>
          </p:grpSpPr>
          <p:sp>
            <p:nvSpPr>
              <p:cNvPr id="8677" name="Shape 8677"/>
              <p:cNvSpPr/>
              <p:nvPr/>
            </p:nvSpPr>
            <p:spPr>
              <a:xfrm rot="7782">
                <a:off x="802" y="802"/>
                <a:ext cx="709433" cy="7094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44" y="1519"/>
                    </a:moveTo>
                    <a:cubicBezTo>
                      <a:pt x="11981" y="1519"/>
                      <a:pt x="12319" y="1856"/>
                      <a:pt x="12319" y="2363"/>
                    </a:cubicBezTo>
                    <a:cubicBezTo>
                      <a:pt x="12319" y="3375"/>
                      <a:pt x="12319" y="3375"/>
                      <a:pt x="12319" y="3375"/>
                    </a:cubicBezTo>
                    <a:cubicBezTo>
                      <a:pt x="13331" y="3544"/>
                      <a:pt x="14344" y="3881"/>
                      <a:pt x="15019" y="4388"/>
                    </a:cubicBezTo>
                    <a:cubicBezTo>
                      <a:pt x="15694" y="3713"/>
                      <a:pt x="15694" y="3713"/>
                      <a:pt x="15694" y="3713"/>
                    </a:cubicBezTo>
                    <a:cubicBezTo>
                      <a:pt x="15863" y="3544"/>
                      <a:pt x="16031" y="3544"/>
                      <a:pt x="16369" y="3544"/>
                    </a:cubicBezTo>
                    <a:cubicBezTo>
                      <a:pt x="16538" y="3544"/>
                      <a:pt x="16706" y="3544"/>
                      <a:pt x="16875" y="3713"/>
                    </a:cubicBezTo>
                    <a:cubicBezTo>
                      <a:pt x="17888" y="4894"/>
                      <a:pt x="17888" y="4894"/>
                      <a:pt x="17888" y="4894"/>
                    </a:cubicBezTo>
                    <a:cubicBezTo>
                      <a:pt x="18225" y="5231"/>
                      <a:pt x="18225" y="5569"/>
                      <a:pt x="17888" y="5906"/>
                    </a:cubicBezTo>
                    <a:cubicBezTo>
                      <a:pt x="17213" y="6581"/>
                      <a:pt x="17213" y="6581"/>
                      <a:pt x="17213" y="6581"/>
                    </a:cubicBezTo>
                    <a:cubicBezTo>
                      <a:pt x="17888" y="7425"/>
                      <a:pt x="18225" y="8269"/>
                      <a:pt x="18394" y="9281"/>
                    </a:cubicBezTo>
                    <a:cubicBezTo>
                      <a:pt x="19406" y="9281"/>
                      <a:pt x="19406" y="9281"/>
                      <a:pt x="19406" y="9281"/>
                    </a:cubicBezTo>
                    <a:cubicBezTo>
                      <a:pt x="19744" y="9281"/>
                      <a:pt x="20081" y="9619"/>
                      <a:pt x="20081" y="10125"/>
                    </a:cubicBezTo>
                    <a:cubicBezTo>
                      <a:pt x="20081" y="11644"/>
                      <a:pt x="20081" y="11644"/>
                      <a:pt x="20081" y="11644"/>
                    </a:cubicBezTo>
                    <a:cubicBezTo>
                      <a:pt x="20081" y="11981"/>
                      <a:pt x="19744" y="12319"/>
                      <a:pt x="19406" y="12319"/>
                    </a:cubicBezTo>
                    <a:cubicBezTo>
                      <a:pt x="18394" y="12319"/>
                      <a:pt x="18394" y="12319"/>
                      <a:pt x="18394" y="12319"/>
                    </a:cubicBezTo>
                    <a:cubicBezTo>
                      <a:pt x="18225" y="13331"/>
                      <a:pt x="17888" y="14344"/>
                      <a:pt x="17213" y="15019"/>
                    </a:cubicBezTo>
                    <a:cubicBezTo>
                      <a:pt x="17888" y="15694"/>
                      <a:pt x="17888" y="15694"/>
                      <a:pt x="17888" y="15694"/>
                    </a:cubicBezTo>
                    <a:cubicBezTo>
                      <a:pt x="18225" y="16031"/>
                      <a:pt x="18225" y="16538"/>
                      <a:pt x="17888" y="16875"/>
                    </a:cubicBezTo>
                    <a:cubicBezTo>
                      <a:pt x="16875" y="17888"/>
                      <a:pt x="16875" y="17888"/>
                      <a:pt x="16875" y="17888"/>
                    </a:cubicBezTo>
                    <a:cubicBezTo>
                      <a:pt x="16706" y="18056"/>
                      <a:pt x="16538" y="18225"/>
                      <a:pt x="16369" y="18225"/>
                    </a:cubicBezTo>
                    <a:cubicBezTo>
                      <a:pt x="16031" y="18225"/>
                      <a:pt x="15863" y="18056"/>
                      <a:pt x="15694" y="17888"/>
                    </a:cubicBezTo>
                    <a:cubicBezTo>
                      <a:pt x="15019" y="17213"/>
                      <a:pt x="15019" y="17213"/>
                      <a:pt x="15019" y="17213"/>
                    </a:cubicBezTo>
                    <a:cubicBezTo>
                      <a:pt x="14344" y="17888"/>
                      <a:pt x="13331" y="18225"/>
                      <a:pt x="12319" y="18394"/>
                    </a:cubicBezTo>
                    <a:cubicBezTo>
                      <a:pt x="12319" y="19406"/>
                      <a:pt x="12319" y="19406"/>
                      <a:pt x="12319" y="19406"/>
                    </a:cubicBezTo>
                    <a:cubicBezTo>
                      <a:pt x="12319" y="19744"/>
                      <a:pt x="11981" y="20081"/>
                      <a:pt x="11644" y="20081"/>
                    </a:cubicBezTo>
                    <a:cubicBezTo>
                      <a:pt x="10125" y="20081"/>
                      <a:pt x="10125" y="20081"/>
                      <a:pt x="10125" y="20081"/>
                    </a:cubicBezTo>
                    <a:cubicBezTo>
                      <a:pt x="9619" y="20081"/>
                      <a:pt x="9281" y="19744"/>
                      <a:pt x="9281" y="19406"/>
                    </a:cubicBezTo>
                    <a:cubicBezTo>
                      <a:pt x="9281" y="18394"/>
                      <a:pt x="9281" y="18394"/>
                      <a:pt x="9281" y="18394"/>
                    </a:cubicBezTo>
                    <a:cubicBezTo>
                      <a:pt x="8269" y="18225"/>
                      <a:pt x="7425" y="17888"/>
                      <a:pt x="6581" y="17213"/>
                    </a:cubicBezTo>
                    <a:cubicBezTo>
                      <a:pt x="5906" y="17888"/>
                      <a:pt x="5906" y="17888"/>
                      <a:pt x="5906" y="17888"/>
                    </a:cubicBezTo>
                    <a:cubicBezTo>
                      <a:pt x="5738" y="18056"/>
                      <a:pt x="5569" y="18225"/>
                      <a:pt x="5400" y="18225"/>
                    </a:cubicBezTo>
                    <a:cubicBezTo>
                      <a:pt x="5231" y="18225"/>
                      <a:pt x="5063" y="18056"/>
                      <a:pt x="4894" y="17888"/>
                    </a:cubicBezTo>
                    <a:cubicBezTo>
                      <a:pt x="3713" y="16875"/>
                      <a:pt x="3713" y="16875"/>
                      <a:pt x="3713" y="16875"/>
                    </a:cubicBezTo>
                    <a:cubicBezTo>
                      <a:pt x="3544" y="16538"/>
                      <a:pt x="3544" y="16031"/>
                      <a:pt x="3713" y="15694"/>
                    </a:cubicBezTo>
                    <a:cubicBezTo>
                      <a:pt x="4388" y="15019"/>
                      <a:pt x="4388" y="15019"/>
                      <a:pt x="4388" y="15019"/>
                    </a:cubicBezTo>
                    <a:cubicBezTo>
                      <a:pt x="3881" y="14344"/>
                      <a:pt x="3544" y="13331"/>
                      <a:pt x="3375" y="12319"/>
                    </a:cubicBezTo>
                    <a:cubicBezTo>
                      <a:pt x="2363" y="12319"/>
                      <a:pt x="2363" y="12319"/>
                      <a:pt x="2363" y="12319"/>
                    </a:cubicBezTo>
                    <a:cubicBezTo>
                      <a:pt x="1856" y="12319"/>
                      <a:pt x="1519" y="11981"/>
                      <a:pt x="1519" y="11644"/>
                    </a:cubicBezTo>
                    <a:cubicBezTo>
                      <a:pt x="1519" y="10125"/>
                      <a:pt x="1519" y="10125"/>
                      <a:pt x="1519" y="10125"/>
                    </a:cubicBezTo>
                    <a:cubicBezTo>
                      <a:pt x="1519" y="9619"/>
                      <a:pt x="1856" y="9281"/>
                      <a:pt x="2363" y="9281"/>
                    </a:cubicBezTo>
                    <a:cubicBezTo>
                      <a:pt x="3375" y="9281"/>
                      <a:pt x="3375" y="9281"/>
                      <a:pt x="3375" y="9281"/>
                    </a:cubicBezTo>
                    <a:cubicBezTo>
                      <a:pt x="3544" y="8269"/>
                      <a:pt x="3881" y="7425"/>
                      <a:pt x="4388" y="6581"/>
                    </a:cubicBezTo>
                    <a:cubicBezTo>
                      <a:pt x="3713" y="5906"/>
                      <a:pt x="3713" y="5906"/>
                      <a:pt x="3713" y="5906"/>
                    </a:cubicBezTo>
                    <a:cubicBezTo>
                      <a:pt x="3544" y="5569"/>
                      <a:pt x="3544" y="5231"/>
                      <a:pt x="3713" y="4894"/>
                    </a:cubicBezTo>
                    <a:cubicBezTo>
                      <a:pt x="4894" y="3713"/>
                      <a:pt x="4894" y="3713"/>
                      <a:pt x="4894" y="3713"/>
                    </a:cubicBezTo>
                    <a:cubicBezTo>
                      <a:pt x="5063" y="3544"/>
                      <a:pt x="5231" y="3544"/>
                      <a:pt x="5400" y="3544"/>
                    </a:cubicBezTo>
                    <a:cubicBezTo>
                      <a:pt x="5569" y="3544"/>
                      <a:pt x="5738" y="3544"/>
                      <a:pt x="5906" y="3713"/>
                    </a:cubicBezTo>
                    <a:cubicBezTo>
                      <a:pt x="6581" y="4388"/>
                      <a:pt x="6581" y="4388"/>
                      <a:pt x="6581" y="4388"/>
                    </a:cubicBezTo>
                    <a:cubicBezTo>
                      <a:pt x="7425" y="3881"/>
                      <a:pt x="8269" y="3544"/>
                      <a:pt x="9281" y="3375"/>
                    </a:cubicBezTo>
                    <a:cubicBezTo>
                      <a:pt x="9281" y="2363"/>
                      <a:pt x="9281" y="2363"/>
                      <a:pt x="9281" y="2363"/>
                    </a:cubicBezTo>
                    <a:cubicBezTo>
                      <a:pt x="9281" y="1856"/>
                      <a:pt x="9619" y="1519"/>
                      <a:pt x="10125" y="1519"/>
                    </a:cubicBezTo>
                    <a:cubicBezTo>
                      <a:pt x="11644" y="1519"/>
                      <a:pt x="11644" y="1519"/>
                      <a:pt x="11644" y="1519"/>
                    </a:cubicBezTo>
                    <a:moveTo>
                      <a:pt x="11644" y="0"/>
                    </a:moveTo>
                    <a:cubicBezTo>
                      <a:pt x="10125" y="0"/>
                      <a:pt x="10125" y="0"/>
                      <a:pt x="10125" y="0"/>
                    </a:cubicBezTo>
                    <a:cubicBezTo>
                      <a:pt x="8944" y="0"/>
                      <a:pt x="7931" y="1013"/>
                      <a:pt x="7763" y="2194"/>
                    </a:cubicBezTo>
                    <a:cubicBezTo>
                      <a:pt x="7425" y="2194"/>
                      <a:pt x="7088" y="2363"/>
                      <a:pt x="6919" y="2531"/>
                    </a:cubicBezTo>
                    <a:cubicBezTo>
                      <a:pt x="6413" y="2194"/>
                      <a:pt x="5906" y="2025"/>
                      <a:pt x="5400" y="2025"/>
                    </a:cubicBezTo>
                    <a:cubicBezTo>
                      <a:pt x="4725" y="2025"/>
                      <a:pt x="4219" y="2194"/>
                      <a:pt x="3713" y="2700"/>
                    </a:cubicBezTo>
                    <a:cubicBezTo>
                      <a:pt x="2700" y="3713"/>
                      <a:pt x="2700" y="3713"/>
                      <a:pt x="2700" y="3713"/>
                    </a:cubicBezTo>
                    <a:cubicBezTo>
                      <a:pt x="2194" y="4219"/>
                      <a:pt x="2025" y="4725"/>
                      <a:pt x="2025" y="5400"/>
                    </a:cubicBezTo>
                    <a:cubicBezTo>
                      <a:pt x="2025" y="5906"/>
                      <a:pt x="2194" y="6413"/>
                      <a:pt x="2531" y="6919"/>
                    </a:cubicBezTo>
                    <a:cubicBezTo>
                      <a:pt x="2363" y="7088"/>
                      <a:pt x="2194" y="7425"/>
                      <a:pt x="2194" y="7763"/>
                    </a:cubicBezTo>
                    <a:cubicBezTo>
                      <a:pt x="1013" y="7931"/>
                      <a:pt x="0" y="8944"/>
                      <a:pt x="0" y="10125"/>
                    </a:cubicBezTo>
                    <a:cubicBezTo>
                      <a:pt x="0" y="11644"/>
                      <a:pt x="0" y="11644"/>
                      <a:pt x="0" y="11644"/>
                    </a:cubicBezTo>
                    <a:cubicBezTo>
                      <a:pt x="0" y="12825"/>
                      <a:pt x="1013" y="13837"/>
                      <a:pt x="2194" y="14006"/>
                    </a:cubicBezTo>
                    <a:cubicBezTo>
                      <a:pt x="2194" y="14175"/>
                      <a:pt x="2363" y="14513"/>
                      <a:pt x="2531" y="14850"/>
                    </a:cubicBezTo>
                    <a:cubicBezTo>
                      <a:pt x="2194" y="15187"/>
                      <a:pt x="2025" y="15694"/>
                      <a:pt x="2025" y="16369"/>
                    </a:cubicBezTo>
                    <a:cubicBezTo>
                      <a:pt x="2025" y="16875"/>
                      <a:pt x="2194" y="17550"/>
                      <a:pt x="2700" y="17888"/>
                    </a:cubicBezTo>
                    <a:cubicBezTo>
                      <a:pt x="3713" y="19069"/>
                      <a:pt x="3713" y="19069"/>
                      <a:pt x="3713" y="19069"/>
                    </a:cubicBezTo>
                    <a:cubicBezTo>
                      <a:pt x="4219" y="19406"/>
                      <a:pt x="4725" y="19744"/>
                      <a:pt x="5400" y="19744"/>
                    </a:cubicBezTo>
                    <a:cubicBezTo>
                      <a:pt x="5906" y="19744"/>
                      <a:pt x="6413" y="19575"/>
                      <a:pt x="6919" y="19238"/>
                    </a:cubicBezTo>
                    <a:cubicBezTo>
                      <a:pt x="7088" y="19406"/>
                      <a:pt x="7425" y="19406"/>
                      <a:pt x="7763" y="19575"/>
                    </a:cubicBezTo>
                    <a:cubicBezTo>
                      <a:pt x="7931" y="20756"/>
                      <a:pt x="8944" y="21600"/>
                      <a:pt x="10125" y="21600"/>
                    </a:cubicBezTo>
                    <a:cubicBezTo>
                      <a:pt x="11644" y="21600"/>
                      <a:pt x="11644" y="21600"/>
                      <a:pt x="11644" y="21600"/>
                    </a:cubicBezTo>
                    <a:cubicBezTo>
                      <a:pt x="12825" y="21600"/>
                      <a:pt x="13837" y="20756"/>
                      <a:pt x="14006" y="19575"/>
                    </a:cubicBezTo>
                    <a:cubicBezTo>
                      <a:pt x="14175" y="19406"/>
                      <a:pt x="14513" y="19406"/>
                      <a:pt x="14850" y="19238"/>
                    </a:cubicBezTo>
                    <a:cubicBezTo>
                      <a:pt x="15187" y="19575"/>
                      <a:pt x="15694" y="19744"/>
                      <a:pt x="16369" y="19744"/>
                    </a:cubicBezTo>
                    <a:cubicBezTo>
                      <a:pt x="16875" y="19744"/>
                      <a:pt x="17550" y="19406"/>
                      <a:pt x="17888" y="19069"/>
                    </a:cubicBezTo>
                    <a:cubicBezTo>
                      <a:pt x="19069" y="17888"/>
                      <a:pt x="19069" y="17888"/>
                      <a:pt x="19069" y="17888"/>
                    </a:cubicBezTo>
                    <a:cubicBezTo>
                      <a:pt x="19406" y="17550"/>
                      <a:pt x="19744" y="16875"/>
                      <a:pt x="19744" y="16369"/>
                    </a:cubicBezTo>
                    <a:cubicBezTo>
                      <a:pt x="19744" y="15694"/>
                      <a:pt x="19575" y="15187"/>
                      <a:pt x="19238" y="14850"/>
                    </a:cubicBezTo>
                    <a:cubicBezTo>
                      <a:pt x="19406" y="14513"/>
                      <a:pt x="19406" y="14175"/>
                      <a:pt x="19575" y="14006"/>
                    </a:cubicBezTo>
                    <a:cubicBezTo>
                      <a:pt x="20756" y="13837"/>
                      <a:pt x="21600" y="12825"/>
                      <a:pt x="21600" y="11644"/>
                    </a:cubicBezTo>
                    <a:cubicBezTo>
                      <a:pt x="21600" y="10125"/>
                      <a:pt x="21600" y="10125"/>
                      <a:pt x="21600" y="10125"/>
                    </a:cubicBezTo>
                    <a:cubicBezTo>
                      <a:pt x="21600" y="8944"/>
                      <a:pt x="20756" y="7931"/>
                      <a:pt x="19575" y="7763"/>
                    </a:cubicBezTo>
                    <a:cubicBezTo>
                      <a:pt x="19406" y="7425"/>
                      <a:pt x="19406" y="7088"/>
                      <a:pt x="19238" y="6919"/>
                    </a:cubicBezTo>
                    <a:cubicBezTo>
                      <a:pt x="19575" y="6413"/>
                      <a:pt x="19744" y="5906"/>
                      <a:pt x="19744" y="5400"/>
                    </a:cubicBezTo>
                    <a:cubicBezTo>
                      <a:pt x="19744" y="4725"/>
                      <a:pt x="19406" y="4219"/>
                      <a:pt x="19069" y="3713"/>
                    </a:cubicBezTo>
                    <a:cubicBezTo>
                      <a:pt x="17888" y="2700"/>
                      <a:pt x="17888" y="2700"/>
                      <a:pt x="17888" y="2700"/>
                    </a:cubicBezTo>
                    <a:cubicBezTo>
                      <a:pt x="17550" y="2194"/>
                      <a:pt x="16875" y="2025"/>
                      <a:pt x="16369" y="2025"/>
                    </a:cubicBezTo>
                    <a:cubicBezTo>
                      <a:pt x="15694" y="2025"/>
                      <a:pt x="15187" y="2194"/>
                      <a:pt x="14850" y="2531"/>
                    </a:cubicBezTo>
                    <a:cubicBezTo>
                      <a:pt x="14513" y="2363"/>
                      <a:pt x="14175" y="2194"/>
                      <a:pt x="14006" y="2194"/>
                    </a:cubicBezTo>
                    <a:cubicBezTo>
                      <a:pt x="13837" y="1013"/>
                      <a:pt x="12825" y="0"/>
                      <a:pt x="11644" y="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8" name="Shape 8678"/>
              <p:cNvSpPr/>
              <p:nvPr/>
            </p:nvSpPr>
            <p:spPr>
              <a:xfrm rot="7782">
                <a:off x="194573" y="194588"/>
                <a:ext cx="328442" cy="3284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17" y="21600"/>
                    </a:moveTo>
                    <a:cubicBezTo>
                      <a:pt x="4759" y="21600"/>
                      <a:pt x="0" y="16841"/>
                      <a:pt x="0" y="10617"/>
                    </a:cubicBezTo>
                    <a:cubicBezTo>
                      <a:pt x="0" y="4759"/>
                      <a:pt x="4759" y="0"/>
                      <a:pt x="10617" y="0"/>
                    </a:cubicBezTo>
                    <a:cubicBezTo>
                      <a:pt x="16841" y="0"/>
                      <a:pt x="21600" y="4759"/>
                      <a:pt x="21600" y="10617"/>
                    </a:cubicBezTo>
                    <a:cubicBezTo>
                      <a:pt x="21600" y="16841"/>
                      <a:pt x="16841" y="21600"/>
                      <a:pt x="10617" y="21600"/>
                    </a:cubicBezTo>
                    <a:close/>
                    <a:moveTo>
                      <a:pt x="10617" y="1464"/>
                    </a:moveTo>
                    <a:cubicBezTo>
                      <a:pt x="5492" y="1464"/>
                      <a:pt x="1464" y="5492"/>
                      <a:pt x="1464" y="10617"/>
                    </a:cubicBezTo>
                    <a:cubicBezTo>
                      <a:pt x="1464" y="15742"/>
                      <a:pt x="5492" y="19769"/>
                      <a:pt x="10617" y="19769"/>
                    </a:cubicBezTo>
                    <a:cubicBezTo>
                      <a:pt x="15742" y="19769"/>
                      <a:pt x="19769" y="15742"/>
                      <a:pt x="19769" y="10617"/>
                    </a:cubicBezTo>
                    <a:cubicBezTo>
                      <a:pt x="19769" y="5492"/>
                      <a:pt x="15742" y="1464"/>
                      <a:pt x="10617" y="1464"/>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79" name="Shape 8679"/>
              <p:cNvSpPr/>
              <p:nvPr/>
            </p:nvSpPr>
            <p:spPr>
              <a:xfrm rot="7782">
                <a:off x="266838" y="266838"/>
                <a:ext cx="177359" cy="1773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725" y="21600"/>
                      <a:pt x="0" y="16875"/>
                      <a:pt x="0" y="10800"/>
                    </a:cubicBezTo>
                    <a:cubicBezTo>
                      <a:pt x="0" y="4725"/>
                      <a:pt x="4725" y="0"/>
                      <a:pt x="10800" y="0"/>
                    </a:cubicBezTo>
                    <a:cubicBezTo>
                      <a:pt x="16875" y="0"/>
                      <a:pt x="21600" y="4725"/>
                      <a:pt x="21600" y="10800"/>
                    </a:cubicBezTo>
                    <a:cubicBezTo>
                      <a:pt x="21600" y="16875"/>
                      <a:pt x="16875" y="21600"/>
                      <a:pt x="10800" y="21600"/>
                    </a:cubicBezTo>
                    <a:close/>
                    <a:moveTo>
                      <a:pt x="10800" y="3375"/>
                    </a:moveTo>
                    <a:cubicBezTo>
                      <a:pt x="6750" y="3375"/>
                      <a:pt x="3375" y="6750"/>
                      <a:pt x="3375" y="10800"/>
                    </a:cubicBezTo>
                    <a:cubicBezTo>
                      <a:pt x="3375" y="15525"/>
                      <a:pt x="6750" y="18900"/>
                      <a:pt x="10800" y="18900"/>
                    </a:cubicBezTo>
                    <a:cubicBezTo>
                      <a:pt x="15525" y="18900"/>
                      <a:pt x="18900" y="15525"/>
                      <a:pt x="18900" y="10800"/>
                    </a:cubicBezTo>
                    <a:cubicBezTo>
                      <a:pt x="18900" y="6750"/>
                      <a:pt x="15525" y="3375"/>
                      <a:pt x="10800" y="3375"/>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685" name="Group 8685"/>
            <p:cNvGrpSpPr/>
            <p:nvPr/>
          </p:nvGrpSpPr>
          <p:grpSpPr>
            <a:xfrm>
              <a:off x="4796907" y="4071230"/>
              <a:ext cx="553021" cy="880979"/>
              <a:chOff x="0" y="0"/>
              <a:chExt cx="553020" cy="880978"/>
            </a:xfrm>
          </p:grpSpPr>
          <p:sp>
            <p:nvSpPr>
              <p:cNvPr id="8681" name="Shape 8681"/>
              <p:cNvSpPr/>
              <p:nvPr/>
            </p:nvSpPr>
            <p:spPr>
              <a:xfrm rot="7782">
                <a:off x="620" y="167883"/>
                <a:ext cx="551781" cy="548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968" y="0"/>
                      <a:pt x="0" y="4800"/>
                      <a:pt x="0" y="10909"/>
                    </a:cubicBezTo>
                    <a:cubicBezTo>
                      <a:pt x="0" y="16800"/>
                      <a:pt x="4968" y="21600"/>
                      <a:pt x="10800" y="21600"/>
                    </a:cubicBezTo>
                    <a:cubicBezTo>
                      <a:pt x="16848" y="21600"/>
                      <a:pt x="21600" y="16800"/>
                      <a:pt x="21600" y="10909"/>
                    </a:cubicBezTo>
                    <a:cubicBezTo>
                      <a:pt x="21600" y="4800"/>
                      <a:pt x="16848" y="0"/>
                      <a:pt x="10800" y="0"/>
                    </a:cubicBezTo>
                    <a:close/>
                    <a:moveTo>
                      <a:pt x="10800" y="19636"/>
                    </a:moveTo>
                    <a:cubicBezTo>
                      <a:pt x="6048" y="19636"/>
                      <a:pt x="2160" y="15709"/>
                      <a:pt x="2160" y="10909"/>
                    </a:cubicBezTo>
                    <a:cubicBezTo>
                      <a:pt x="2160" y="6109"/>
                      <a:pt x="6048" y="2182"/>
                      <a:pt x="10800" y="2182"/>
                    </a:cubicBezTo>
                    <a:cubicBezTo>
                      <a:pt x="15552" y="2182"/>
                      <a:pt x="19440" y="6109"/>
                      <a:pt x="19440" y="10909"/>
                    </a:cubicBezTo>
                    <a:cubicBezTo>
                      <a:pt x="19440" y="15709"/>
                      <a:pt x="15552" y="19636"/>
                      <a:pt x="10800" y="19636"/>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82" name="Shape 8682"/>
              <p:cNvSpPr/>
              <p:nvPr/>
            </p:nvSpPr>
            <p:spPr>
              <a:xfrm rot="7782">
                <a:off x="109831" y="378"/>
                <a:ext cx="335011" cy="1543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5429"/>
                    </a:moveTo>
                    <a:cubicBezTo>
                      <a:pt x="14760" y="15429"/>
                      <a:pt x="18360" y="17743"/>
                      <a:pt x="21240" y="21600"/>
                    </a:cubicBezTo>
                    <a:cubicBezTo>
                      <a:pt x="21600" y="20829"/>
                      <a:pt x="21600" y="20057"/>
                      <a:pt x="21600" y="19286"/>
                    </a:cubicBezTo>
                    <a:cubicBezTo>
                      <a:pt x="21600" y="7714"/>
                      <a:pt x="21600" y="7714"/>
                      <a:pt x="21600" y="7714"/>
                    </a:cubicBezTo>
                    <a:cubicBezTo>
                      <a:pt x="21600" y="3857"/>
                      <a:pt x="19800" y="0"/>
                      <a:pt x="18000" y="0"/>
                    </a:cubicBezTo>
                    <a:cubicBezTo>
                      <a:pt x="3600" y="0"/>
                      <a:pt x="3600" y="0"/>
                      <a:pt x="3600" y="0"/>
                    </a:cubicBezTo>
                    <a:cubicBezTo>
                      <a:pt x="1800" y="0"/>
                      <a:pt x="0" y="3857"/>
                      <a:pt x="0" y="7714"/>
                    </a:cubicBezTo>
                    <a:cubicBezTo>
                      <a:pt x="0" y="19286"/>
                      <a:pt x="0" y="19286"/>
                      <a:pt x="0" y="19286"/>
                    </a:cubicBezTo>
                    <a:cubicBezTo>
                      <a:pt x="0" y="20057"/>
                      <a:pt x="0" y="20829"/>
                      <a:pt x="360" y="21600"/>
                    </a:cubicBezTo>
                    <a:cubicBezTo>
                      <a:pt x="3240" y="17743"/>
                      <a:pt x="6840" y="15429"/>
                      <a:pt x="10800" y="15429"/>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83" name="Shape 8683"/>
              <p:cNvSpPr/>
              <p:nvPr/>
            </p:nvSpPr>
            <p:spPr>
              <a:xfrm rot="7782">
                <a:off x="108181" y="732800"/>
                <a:ext cx="335010" cy="1478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5600"/>
                    </a:moveTo>
                    <a:cubicBezTo>
                      <a:pt x="6840" y="5600"/>
                      <a:pt x="3240" y="4000"/>
                      <a:pt x="360" y="0"/>
                    </a:cubicBezTo>
                    <a:cubicBezTo>
                      <a:pt x="0" y="800"/>
                      <a:pt x="0" y="800"/>
                      <a:pt x="0" y="1600"/>
                    </a:cubicBezTo>
                    <a:cubicBezTo>
                      <a:pt x="0" y="13600"/>
                      <a:pt x="0" y="13600"/>
                      <a:pt x="0" y="13600"/>
                    </a:cubicBezTo>
                    <a:cubicBezTo>
                      <a:pt x="0" y="18400"/>
                      <a:pt x="1800" y="21600"/>
                      <a:pt x="3600" y="21600"/>
                    </a:cubicBezTo>
                    <a:cubicBezTo>
                      <a:pt x="18000" y="21600"/>
                      <a:pt x="18000" y="21600"/>
                      <a:pt x="18000" y="21600"/>
                    </a:cubicBezTo>
                    <a:cubicBezTo>
                      <a:pt x="19800" y="21600"/>
                      <a:pt x="21600" y="18400"/>
                      <a:pt x="21600" y="13600"/>
                    </a:cubicBezTo>
                    <a:cubicBezTo>
                      <a:pt x="21600" y="1600"/>
                      <a:pt x="21600" y="1600"/>
                      <a:pt x="21600" y="1600"/>
                    </a:cubicBezTo>
                    <a:cubicBezTo>
                      <a:pt x="21600" y="800"/>
                      <a:pt x="21600" y="800"/>
                      <a:pt x="21240" y="0"/>
                    </a:cubicBezTo>
                    <a:cubicBezTo>
                      <a:pt x="18360" y="4000"/>
                      <a:pt x="14760" y="5600"/>
                      <a:pt x="10800" y="560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84" name="Shape 8684"/>
              <p:cNvSpPr/>
              <p:nvPr/>
            </p:nvSpPr>
            <p:spPr>
              <a:xfrm rot="7782">
                <a:off x="253661" y="282944"/>
                <a:ext cx="141229" cy="1937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280" y="15429"/>
                    </a:moveTo>
                    <a:cubicBezTo>
                      <a:pt x="8640" y="15429"/>
                      <a:pt x="8640" y="15429"/>
                      <a:pt x="8640" y="15429"/>
                    </a:cubicBezTo>
                    <a:cubicBezTo>
                      <a:pt x="8640" y="3086"/>
                      <a:pt x="8640" y="3086"/>
                      <a:pt x="8640" y="3086"/>
                    </a:cubicBezTo>
                    <a:cubicBezTo>
                      <a:pt x="8640" y="1234"/>
                      <a:pt x="6912" y="0"/>
                      <a:pt x="4320" y="0"/>
                    </a:cubicBezTo>
                    <a:cubicBezTo>
                      <a:pt x="1728" y="0"/>
                      <a:pt x="0" y="1234"/>
                      <a:pt x="0" y="3086"/>
                    </a:cubicBezTo>
                    <a:cubicBezTo>
                      <a:pt x="0" y="18514"/>
                      <a:pt x="0" y="18514"/>
                      <a:pt x="0" y="18514"/>
                    </a:cubicBezTo>
                    <a:cubicBezTo>
                      <a:pt x="0" y="19749"/>
                      <a:pt x="1728" y="21600"/>
                      <a:pt x="4320" y="21600"/>
                    </a:cubicBezTo>
                    <a:cubicBezTo>
                      <a:pt x="17280" y="21600"/>
                      <a:pt x="17280" y="21600"/>
                      <a:pt x="17280" y="21600"/>
                    </a:cubicBezTo>
                    <a:cubicBezTo>
                      <a:pt x="19872" y="21600"/>
                      <a:pt x="21600" y="19749"/>
                      <a:pt x="21600" y="18514"/>
                    </a:cubicBezTo>
                    <a:cubicBezTo>
                      <a:pt x="21600" y="16663"/>
                      <a:pt x="19872" y="15429"/>
                      <a:pt x="17280" y="15429"/>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689" name="Group 8689"/>
            <p:cNvGrpSpPr/>
            <p:nvPr/>
          </p:nvGrpSpPr>
          <p:grpSpPr>
            <a:xfrm>
              <a:off x="1520879" y="3721953"/>
              <a:ext cx="985599" cy="822497"/>
              <a:chOff x="0" y="0"/>
              <a:chExt cx="985598" cy="822496"/>
            </a:xfrm>
          </p:grpSpPr>
          <p:sp>
            <p:nvSpPr>
              <p:cNvPr id="8686" name="Shape 8686"/>
              <p:cNvSpPr/>
              <p:nvPr/>
            </p:nvSpPr>
            <p:spPr>
              <a:xfrm rot="7782">
                <a:off x="872" y="50183"/>
                <a:ext cx="777645" cy="771435"/>
              </a:xfrm>
              <a:custGeom>
                <a:avLst/>
                <a:gdLst/>
                <a:ahLst/>
                <a:cxnLst>
                  <a:cxn ang="0">
                    <a:pos x="wd2" y="hd2"/>
                  </a:cxn>
                  <a:cxn ang="5400000">
                    <a:pos x="wd2" y="hd2"/>
                  </a:cxn>
                  <a:cxn ang="10800000">
                    <a:pos x="wd2" y="hd2"/>
                  </a:cxn>
                  <a:cxn ang="16200000">
                    <a:pos x="wd2" y="hd2"/>
                  </a:cxn>
                </a:cxnLst>
                <a:rect l="0" t="0" r="r" b="b"/>
                <a:pathLst>
                  <a:path w="21133" h="21227" fill="norm" stroke="1" extrusionOk="0">
                    <a:moveTo>
                      <a:pt x="10787" y="1825"/>
                    </a:moveTo>
                    <a:cubicBezTo>
                      <a:pt x="19245" y="17645"/>
                      <a:pt x="19245" y="17645"/>
                      <a:pt x="19245" y="17645"/>
                    </a:cubicBezTo>
                    <a:cubicBezTo>
                      <a:pt x="10938" y="17341"/>
                      <a:pt x="10938" y="17341"/>
                      <a:pt x="10938" y="17341"/>
                    </a:cubicBezTo>
                    <a:cubicBezTo>
                      <a:pt x="6406" y="19166"/>
                      <a:pt x="6406" y="19166"/>
                      <a:pt x="6406" y="19166"/>
                    </a:cubicBezTo>
                    <a:cubicBezTo>
                      <a:pt x="5802" y="19470"/>
                      <a:pt x="5198" y="19166"/>
                      <a:pt x="4896" y="18710"/>
                    </a:cubicBezTo>
                    <a:cubicBezTo>
                      <a:pt x="2026" y="13234"/>
                      <a:pt x="2026" y="13234"/>
                      <a:pt x="2026" y="13234"/>
                    </a:cubicBezTo>
                    <a:cubicBezTo>
                      <a:pt x="1724" y="12777"/>
                      <a:pt x="2026" y="12017"/>
                      <a:pt x="2479" y="11865"/>
                    </a:cubicBezTo>
                    <a:cubicBezTo>
                      <a:pt x="6406" y="8975"/>
                      <a:pt x="6406" y="8975"/>
                      <a:pt x="6406" y="8975"/>
                    </a:cubicBezTo>
                    <a:cubicBezTo>
                      <a:pt x="10787" y="1825"/>
                      <a:pt x="10787" y="1825"/>
                      <a:pt x="10787" y="1825"/>
                    </a:cubicBezTo>
                    <a:moveTo>
                      <a:pt x="9880" y="152"/>
                    </a:moveTo>
                    <a:cubicBezTo>
                      <a:pt x="9578" y="304"/>
                      <a:pt x="9427" y="608"/>
                      <a:pt x="9276" y="913"/>
                    </a:cubicBezTo>
                    <a:cubicBezTo>
                      <a:pt x="5047" y="7606"/>
                      <a:pt x="5047" y="7606"/>
                      <a:pt x="5047" y="7606"/>
                    </a:cubicBezTo>
                    <a:cubicBezTo>
                      <a:pt x="1422" y="10192"/>
                      <a:pt x="1422" y="10192"/>
                      <a:pt x="1422" y="10192"/>
                    </a:cubicBezTo>
                    <a:cubicBezTo>
                      <a:pt x="62" y="10952"/>
                      <a:pt x="-391" y="12777"/>
                      <a:pt x="364" y="14146"/>
                    </a:cubicBezTo>
                    <a:cubicBezTo>
                      <a:pt x="3234" y="19623"/>
                      <a:pt x="3234" y="19623"/>
                      <a:pt x="3234" y="19623"/>
                    </a:cubicBezTo>
                    <a:cubicBezTo>
                      <a:pt x="3989" y="20992"/>
                      <a:pt x="5651" y="21600"/>
                      <a:pt x="7161" y="20992"/>
                    </a:cubicBezTo>
                    <a:cubicBezTo>
                      <a:pt x="11240" y="19318"/>
                      <a:pt x="11240" y="19318"/>
                      <a:pt x="11240" y="19318"/>
                    </a:cubicBezTo>
                    <a:cubicBezTo>
                      <a:pt x="19094" y="19623"/>
                      <a:pt x="19094" y="19623"/>
                      <a:pt x="19094" y="19623"/>
                    </a:cubicBezTo>
                    <a:cubicBezTo>
                      <a:pt x="19547" y="19623"/>
                      <a:pt x="19850" y="19470"/>
                      <a:pt x="20152" y="19318"/>
                    </a:cubicBezTo>
                    <a:cubicBezTo>
                      <a:pt x="20454" y="19166"/>
                      <a:pt x="20605" y="19014"/>
                      <a:pt x="20907" y="18710"/>
                    </a:cubicBezTo>
                    <a:cubicBezTo>
                      <a:pt x="21209" y="18101"/>
                      <a:pt x="21209" y="17341"/>
                      <a:pt x="20907" y="16732"/>
                    </a:cubicBezTo>
                    <a:cubicBezTo>
                      <a:pt x="12599" y="913"/>
                      <a:pt x="12599" y="913"/>
                      <a:pt x="12599" y="913"/>
                    </a:cubicBezTo>
                    <a:cubicBezTo>
                      <a:pt x="12146" y="304"/>
                      <a:pt x="11542" y="0"/>
                      <a:pt x="10938" y="0"/>
                    </a:cubicBezTo>
                    <a:cubicBezTo>
                      <a:pt x="10485" y="0"/>
                      <a:pt x="10182" y="0"/>
                      <a:pt x="9880" y="152"/>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87" name="Shape 8687"/>
              <p:cNvSpPr/>
              <p:nvPr/>
            </p:nvSpPr>
            <p:spPr>
              <a:xfrm rot="7782">
                <a:off x="564824" y="474"/>
                <a:ext cx="420088" cy="607032"/>
              </a:xfrm>
              <a:custGeom>
                <a:avLst/>
                <a:gdLst/>
                <a:ahLst/>
                <a:cxnLst>
                  <a:cxn ang="0">
                    <a:pos x="wd2" y="hd2"/>
                  </a:cxn>
                  <a:cxn ang="5400000">
                    <a:pos x="wd2" y="hd2"/>
                  </a:cxn>
                  <a:cxn ang="10800000">
                    <a:pos x="wd2" y="hd2"/>
                  </a:cxn>
                  <a:cxn ang="16200000">
                    <a:pos x="wd2" y="hd2"/>
                  </a:cxn>
                </a:cxnLst>
                <a:rect l="0" t="0" r="r" b="b"/>
                <a:pathLst>
                  <a:path w="20465" h="21348" fill="norm" stroke="1" extrusionOk="0">
                    <a:moveTo>
                      <a:pt x="16470" y="21220"/>
                    </a:moveTo>
                    <a:cubicBezTo>
                      <a:pt x="15930" y="21415"/>
                      <a:pt x="15390" y="21415"/>
                      <a:pt x="14580" y="21026"/>
                    </a:cubicBezTo>
                    <a:cubicBezTo>
                      <a:pt x="14040" y="20637"/>
                      <a:pt x="13770" y="19858"/>
                      <a:pt x="14310" y="19469"/>
                    </a:cubicBezTo>
                    <a:cubicBezTo>
                      <a:pt x="17550" y="16161"/>
                      <a:pt x="18090" y="11880"/>
                      <a:pt x="15390" y="8183"/>
                    </a:cubicBezTo>
                    <a:cubicBezTo>
                      <a:pt x="12690" y="4485"/>
                      <a:pt x="7560" y="2345"/>
                      <a:pt x="1890" y="2539"/>
                    </a:cubicBezTo>
                    <a:cubicBezTo>
                      <a:pt x="810" y="2539"/>
                      <a:pt x="0" y="1956"/>
                      <a:pt x="0" y="1372"/>
                    </a:cubicBezTo>
                    <a:cubicBezTo>
                      <a:pt x="0" y="593"/>
                      <a:pt x="810" y="10"/>
                      <a:pt x="1620" y="10"/>
                    </a:cubicBezTo>
                    <a:cubicBezTo>
                      <a:pt x="8640" y="-185"/>
                      <a:pt x="15120" y="2539"/>
                      <a:pt x="18360" y="7015"/>
                    </a:cubicBezTo>
                    <a:cubicBezTo>
                      <a:pt x="21600" y="11491"/>
                      <a:pt x="21060" y="16745"/>
                      <a:pt x="17010" y="20831"/>
                    </a:cubicBezTo>
                    <a:cubicBezTo>
                      <a:pt x="17010" y="21026"/>
                      <a:pt x="16740" y="21026"/>
                      <a:pt x="16470" y="2122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88" name="Shape 8688"/>
              <p:cNvSpPr/>
              <p:nvPr/>
            </p:nvSpPr>
            <p:spPr>
              <a:xfrm rot="7782">
                <a:off x="604198" y="156046"/>
                <a:ext cx="244250" cy="330345"/>
              </a:xfrm>
              <a:custGeom>
                <a:avLst/>
                <a:gdLst/>
                <a:ahLst/>
                <a:cxnLst>
                  <a:cxn ang="0">
                    <a:pos x="wd2" y="hd2"/>
                  </a:cxn>
                  <a:cxn ang="5400000">
                    <a:pos x="wd2" y="hd2"/>
                  </a:cxn>
                  <a:cxn ang="10800000">
                    <a:pos x="wd2" y="hd2"/>
                  </a:cxn>
                  <a:cxn ang="16200000">
                    <a:pos x="wd2" y="hd2"/>
                  </a:cxn>
                </a:cxnLst>
                <a:rect l="0" t="0" r="r" b="b"/>
                <a:pathLst>
                  <a:path w="20594" h="21510" fill="norm" stroke="1" extrusionOk="0">
                    <a:moveTo>
                      <a:pt x="16435" y="21240"/>
                    </a:moveTo>
                    <a:cubicBezTo>
                      <a:pt x="15496" y="21600"/>
                      <a:pt x="14087" y="21600"/>
                      <a:pt x="13148" y="21240"/>
                    </a:cubicBezTo>
                    <a:cubicBezTo>
                      <a:pt x="11739" y="20520"/>
                      <a:pt x="11739" y="19080"/>
                      <a:pt x="12678" y="18000"/>
                    </a:cubicBezTo>
                    <a:cubicBezTo>
                      <a:pt x="15026" y="15480"/>
                      <a:pt x="15496" y="11880"/>
                      <a:pt x="13617" y="9000"/>
                    </a:cubicBezTo>
                    <a:cubicBezTo>
                      <a:pt x="11270" y="6120"/>
                      <a:pt x="7513" y="4680"/>
                      <a:pt x="3287" y="4680"/>
                    </a:cubicBezTo>
                    <a:cubicBezTo>
                      <a:pt x="1878" y="4680"/>
                      <a:pt x="470" y="3600"/>
                      <a:pt x="0" y="2520"/>
                    </a:cubicBezTo>
                    <a:cubicBezTo>
                      <a:pt x="0" y="1080"/>
                      <a:pt x="1409" y="0"/>
                      <a:pt x="3287" y="0"/>
                    </a:cubicBezTo>
                    <a:cubicBezTo>
                      <a:pt x="9391" y="0"/>
                      <a:pt x="15496" y="2520"/>
                      <a:pt x="18783" y="6840"/>
                    </a:cubicBezTo>
                    <a:cubicBezTo>
                      <a:pt x="21600" y="11160"/>
                      <a:pt x="21130" y="16560"/>
                      <a:pt x="17374" y="20520"/>
                    </a:cubicBezTo>
                    <a:cubicBezTo>
                      <a:pt x="16904" y="20880"/>
                      <a:pt x="16904" y="21240"/>
                      <a:pt x="16435" y="2124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690" name="Shape 8690"/>
            <p:cNvSpPr/>
            <p:nvPr/>
          </p:nvSpPr>
          <p:spPr>
            <a:xfrm rot="7782">
              <a:off x="2637634" y="3588424"/>
              <a:ext cx="908771" cy="908133"/>
            </a:xfrm>
            <a:custGeom>
              <a:avLst/>
              <a:gdLst/>
              <a:ahLst/>
              <a:cxnLst>
                <a:cxn ang="0">
                  <a:pos x="wd2" y="hd2"/>
                </a:cxn>
                <a:cxn ang="5400000">
                  <a:pos x="wd2" y="hd2"/>
                </a:cxn>
                <a:cxn ang="10800000">
                  <a:pos x="wd2" y="hd2"/>
                </a:cxn>
                <a:cxn ang="16200000">
                  <a:pos x="wd2" y="hd2"/>
                </a:cxn>
              </a:cxnLst>
              <a:rect l="0" t="0" r="r" b="b"/>
              <a:pathLst>
                <a:path w="21421" h="21406" fill="norm" stroke="1" extrusionOk="0">
                  <a:moveTo>
                    <a:pt x="21387" y="8674"/>
                  </a:moveTo>
                  <a:cubicBezTo>
                    <a:pt x="20994" y="7103"/>
                    <a:pt x="20994" y="7103"/>
                    <a:pt x="20994" y="7103"/>
                  </a:cubicBezTo>
                  <a:cubicBezTo>
                    <a:pt x="20863" y="6710"/>
                    <a:pt x="20471" y="6448"/>
                    <a:pt x="20078" y="6579"/>
                  </a:cubicBezTo>
                  <a:cubicBezTo>
                    <a:pt x="19947" y="6579"/>
                    <a:pt x="19947" y="6579"/>
                    <a:pt x="19947" y="6579"/>
                  </a:cubicBezTo>
                  <a:cubicBezTo>
                    <a:pt x="18376" y="3045"/>
                    <a:pt x="14842" y="558"/>
                    <a:pt x="10653" y="558"/>
                  </a:cubicBezTo>
                  <a:cubicBezTo>
                    <a:pt x="10391" y="558"/>
                    <a:pt x="9998" y="688"/>
                    <a:pt x="9605" y="688"/>
                  </a:cubicBezTo>
                  <a:cubicBezTo>
                    <a:pt x="9605" y="558"/>
                    <a:pt x="9605" y="558"/>
                    <a:pt x="9605" y="558"/>
                  </a:cubicBezTo>
                  <a:cubicBezTo>
                    <a:pt x="9474" y="165"/>
                    <a:pt x="9082" y="-97"/>
                    <a:pt x="8689" y="34"/>
                  </a:cubicBezTo>
                  <a:cubicBezTo>
                    <a:pt x="7118" y="427"/>
                    <a:pt x="7118" y="427"/>
                    <a:pt x="7118" y="427"/>
                  </a:cubicBezTo>
                  <a:cubicBezTo>
                    <a:pt x="6725" y="558"/>
                    <a:pt x="6463" y="950"/>
                    <a:pt x="6594" y="1343"/>
                  </a:cubicBezTo>
                  <a:cubicBezTo>
                    <a:pt x="6594" y="1474"/>
                    <a:pt x="6594" y="1474"/>
                    <a:pt x="6594" y="1474"/>
                  </a:cubicBezTo>
                  <a:cubicBezTo>
                    <a:pt x="3060" y="3045"/>
                    <a:pt x="573" y="6579"/>
                    <a:pt x="573" y="10638"/>
                  </a:cubicBezTo>
                  <a:cubicBezTo>
                    <a:pt x="573" y="11030"/>
                    <a:pt x="573" y="11423"/>
                    <a:pt x="703" y="11816"/>
                  </a:cubicBezTo>
                  <a:cubicBezTo>
                    <a:pt x="442" y="11816"/>
                    <a:pt x="442" y="11816"/>
                    <a:pt x="442" y="11816"/>
                  </a:cubicBezTo>
                  <a:cubicBezTo>
                    <a:pt x="49" y="11947"/>
                    <a:pt x="-82" y="12339"/>
                    <a:pt x="49" y="12732"/>
                  </a:cubicBezTo>
                  <a:cubicBezTo>
                    <a:pt x="442" y="14303"/>
                    <a:pt x="442" y="14303"/>
                    <a:pt x="442" y="14303"/>
                  </a:cubicBezTo>
                  <a:cubicBezTo>
                    <a:pt x="442" y="14696"/>
                    <a:pt x="965" y="14958"/>
                    <a:pt x="1358" y="14827"/>
                  </a:cubicBezTo>
                  <a:cubicBezTo>
                    <a:pt x="1489" y="14827"/>
                    <a:pt x="1489" y="14827"/>
                    <a:pt x="1489" y="14827"/>
                  </a:cubicBezTo>
                  <a:cubicBezTo>
                    <a:pt x="3060" y="18361"/>
                    <a:pt x="6594" y="20848"/>
                    <a:pt x="10653" y="20848"/>
                  </a:cubicBezTo>
                  <a:cubicBezTo>
                    <a:pt x="11045" y="20848"/>
                    <a:pt x="11438" y="20718"/>
                    <a:pt x="11831" y="20718"/>
                  </a:cubicBezTo>
                  <a:cubicBezTo>
                    <a:pt x="11831" y="20848"/>
                    <a:pt x="11831" y="20848"/>
                    <a:pt x="11831" y="20848"/>
                  </a:cubicBezTo>
                  <a:cubicBezTo>
                    <a:pt x="11962" y="21241"/>
                    <a:pt x="12354" y="21503"/>
                    <a:pt x="12747" y="21372"/>
                  </a:cubicBezTo>
                  <a:cubicBezTo>
                    <a:pt x="14318" y="20979"/>
                    <a:pt x="14318" y="20979"/>
                    <a:pt x="14318" y="20979"/>
                  </a:cubicBezTo>
                  <a:cubicBezTo>
                    <a:pt x="14711" y="20848"/>
                    <a:pt x="14973" y="20456"/>
                    <a:pt x="14842" y="20063"/>
                  </a:cubicBezTo>
                  <a:cubicBezTo>
                    <a:pt x="14711" y="19932"/>
                    <a:pt x="14711" y="19932"/>
                    <a:pt x="14711" y="19932"/>
                  </a:cubicBezTo>
                  <a:cubicBezTo>
                    <a:pt x="18245" y="18361"/>
                    <a:pt x="20733" y="14827"/>
                    <a:pt x="20733" y="10638"/>
                  </a:cubicBezTo>
                  <a:cubicBezTo>
                    <a:pt x="20733" y="10376"/>
                    <a:pt x="20733" y="9983"/>
                    <a:pt x="20733" y="9590"/>
                  </a:cubicBezTo>
                  <a:cubicBezTo>
                    <a:pt x="20863" y="9590"/>
                    <a:pt x="20863" y="9590"/>
                    <a:pt x="20863" y="9590"/>
                  </a:cubicBezTo>
                  <a:cubicBezTo>
                    <a:pt x="21256" y="9459"/>
                    <a:pt x="21518" y="9067"/>
                    <a:pt x="21387" y="8674"/>
                  </a:cubicBezTo>
                  <a:close/>
                  <a:moveTo>
                    <a:pt x="10653" y="2128"/>
                  </a:moveTo>
                  <a:cubicBezTo>
                    <a:pt x="14056" y="2128"/>
                    <a:pt x="17067" y="4223"/>
                    <a:pt x="18376" y="6972"/>
                  </a:cubicBezTo>
                  <a:cubicBezTo>
                    <a:pt x="14580" y="8019"/>
                    <a:pt x="14580" y="8019"/>
                    <a:pt x="14580" y="8019"/>
                  </a:cubicBezTo>
                  <a:cubicBezTo>
                    <a:pt x="13794" y="6972"/>
                    <a:pt x="12485" y="6187"/>
                    <a:pt x="11045" y="6056"/>
                  </a:cubicBezTo>
                  <a:cubicBezTo>
                    <a:pt x="9998" y="2259"/>
                    <a:pt x="9998" y="2259"/>
                    <a:pt x="9998" y="2259"/>
                  </a:cubicBezTo>
                  <a:cubicBezTo>
                    <a:pt x="10260" y="2128"/>
                    <a:pt x="10522" y="2128"/>
                    <a:pt x="10653" y="2128"/>
                  </a:cubicBezTo>
                  <a:close/>
                  <a:moveTo>
                    <a:pt x="13794" y="10638"/>
                  </a:moveTo>
                  <a:cubicBezTo>
                    <a:pt x="13794" y="12470"/>
                    <a:pt x="12354" y="13779"/>
                    <a:pt x="10653" y="13779"/>
                  </a:cubicBezTo>
                  <a:cubicBezTo>
                    <a:pt x="8951" y="13779"/>
                    <a:pt x="7642" y="12470"/>
                    <a:pt x="7642" y="10638"/>
                  </a:cubicBezTo>
                  <a:cubicBezTo>
                    <a:pt x="7642" y="9198"/>
                    <a:pt x="8558" y="8019"/>
                    <a:pt x="9998" y="7627"/>
                  </a:cubicBezTo>
                  <a:cubicBezTo>
                    <a:pt x="10129" y="7627"/>
                    <a:pt x="10129" y="7627"/>
                    <a:pt x="10129" y="7627"/>
                  </a:cubicBezTo>
                  <a:cubicBezTo>
                    <a:pt x="10260" y="7627"/>
                    <a:pt x="10522" y="7627"/>
                    <a:pt x="10653" y="7627"/>
                  </a:cubicBezTo>
                  <a:cubicBezTo>
                    <a:pt x="12223" y="7627"/>
                    <a:pt x="13402" y="8674"/>
                    <a:pt x="13663" y="10114"/>
                  </a:cubicBezTo>
                  <a:cubicBezTo>
                    <a:pt x="13794" y="10114"/>
                    <a:pt x="13794" y="10114"/>
                    <a:pt x="13794" y="10114"/>
                  </a:cubicBezTo>
                  <a:cubicBezTo>
                    <a:pt x="13794" y="10245"/>
                    <a:pt x="13794" y="10507"/>
                    <a:pt x="13794" y="10638"/>
                  </a:cubicBezTo>
                  <a:close/>
                  <a:moveTo>
                    <a:pt x="2143" y="10638"/>
                  </a:moveTo>
                  <a:cubicBezTo>
                    <a:pt x="2143" y="7234"/>
                    <a:pt x="4107" y="4354"/>
                    <a:pt x="6987" y="3045"/>
                  </a:cubicBezTo>
                  <a:cubicBezTo>
                    <a:pt x="8034" y="6841"/>
                    <a:pt x="8034" y="6841"/>
                    <a:pt x="8034" y="6841"/>
                  </a:cubicBezTo>
                  <a:cubicBezTo>
                    <a:pt x="6987" y="7627"/>
                    <a:pt x="6202" y="8936"/>
                    <a:pt x="6071" y="10376"/>
                  </a:cubicBezTo>
                  <a:cubicBezTo>
                    <a:pt x="2143" y="11423"/>
                    <a:pt x="2143" y="11423"/>
                    <a:pt x="2143" y="11423"/>
                  </a:cubicBezTo>
                  <a:cubicBezTo>
                    <a:pt x="2143" y="11161"/>
                    <a:pt x="2143" y="10899"/>
                    <a:pt x="2143" y="10638"/>
                  </a:cubicBezTo>
                  <a:close/>
                  <a:moveTo>
                    <a:pt x="10653" y="19278"/>
                  </a:moveTo>
                  <a:cubicBezTo>
                    <a:pt x="7249" y="19278"/>
                    <a:pt x="4369" y="17183"/>
                    <a:pt x="2929" y="14303"/>
                  </a:cubicBezTo>
                  <a:cubicBezTo>
                    <a:pt x="6856" y="13387"/>
                    <a:pt x="6856" y="13387"/>
                    <a:pt x="6856" y="13387"/>
                  </a:cubicBezTo>
                  <a:cubicBezTo>
                    <a:pt x="7642" y="14434"/>
                    <a:pt x="8951" y="15219"/>
                    <a:pt x="10391" y="15350"/>
                  </a:cubicBezTo>
                  <a:cubicBezTo>
                    <a:pt x="11438" y="19147"/>
                    <a:pt x="11438" y="19147"/>
                    <a:pt x="11438" y="19147"/>
                  </a:cubicBezTo>
                  <a:cubicBezTo>
                    <a:pt x="11176" y="19278"/>
                    <a:pt x="10914" y="19278"/>
                    <a:pt x="10653" y="19278"/>
                  </a:cubicBezTo>
                  <a:close/>
                  <a:moveTo>
                    <a:pt x="19162" y="10638"/>
                  </a:moveTo>
                  <a:cubicBezTo>
                    <a:pt x="19162" y="14041"/>
                    <a:pt x="17198" y="17052"/>
                    <a:pt x="14318" y="18361"/>
                  </a:cubicBezTo>
                  <a:cubicBezTo>
                    <a:pt x="13271" y="14565"/>
                    <a:pt x="13271" y="14565"/>
                    <a:pt x="13271" y="14565"/>
                  </a:cubicBezTo>
                  <a:cubicBezTo>
                    <a:pt x="14449" y="13779"/>
                    <a:pt x="15234" y="12470"/>
                    <a:pt x="15365" y="11030"/>
                  </a:cubicBezTo>
                  <a:cubicBezTo>
                    <a:pt x="19162" y="9983"/>
                    <a:pt x="19162" y="9983"/>
                    <a:pt x="19162" y="9983"/>
                  </a:cubicBezTo>
                  <a:cubicBezTo>
                    <a:pt x="19162" y="10245"/>
                    <a:pt x="19162" y="10507"/>
                    <a:pt x="19162" y="10638"/>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1" name="Shape 8691"/>
            <p:cNvSpPr/>
            <p:nvPr/>
          </p:nvSpPr>
          <p:spPr>
            <a:xfrm rot="7782">
              <a:off x="4026120" y="2540323"/>
              <a:ext cx="670043" cy="642884"/>
            </a:xfrm>
            <a:custGeom>
              <a:avLst/>
              <a:gdLst/>
              <a:ahLst/>
              <a:cxnLst>
                <a:cxn ang="0">
                  <a:pos x="wd2" y="hd2"/>
                </a:cxn>
                <a:cxn ang="5400000">
                  <a:pos x="wd2" y="hd2"/>
                </a:cxn>
                <a:cxn ang="10800000">
                  <a:pos x="wd2" y="hd2"/>
                </a:cxn>
                <a:cxn ang="16200000">
                  <a:pos x="wd2" y="hd2"/>
                </a:cxn>
              </a:cxnLst>
              <a:rect l="0" t="0" r="r" b="b"/>
              <a:pathLst>
                <a:path w="21495" h="21462" fill="norm" stroke="1" extrusionOk="0">
                  <a:moveTo>
                    <a:pt x="17032" y="21462"/>
                  </a:moveTo>
                  <a:cubicBezTo>
                    <a:pt x="16854" y="21462"/>
                    <a:pt x="16675" y="21462"/>
                    <a:pt x="16675" y="21277"/>
                  </a:cubicBezTo>
                  <a:cubicBezTo>
                    <a:pt x="10784" y="18508"/>
                    <a:pt x="10784" y="18508"/>
                    <a:pt x="10784" y="18508"/>
                  </a:cubicBezTo>
                  <a:cubicBezTo>
                    <a:pt x="4893" y="21277"/>
                    <a:pt x="4893" y="21277"/>
                    <a:pt x="4893" y="21277"/>
                  </a:cubicBezTo>
                  <a:cubicBezTo>
                    <a:pt x="4536" y="21462"/>
                    <a:pt x="4358" y="21462"/>
                    <a:pt x="4179" y="21277"/>
                  </a:cubicBezTo>
                  <a:cubicBezTo>
                    <a:pt x="3822" y="21093"/>
                    <a:pt x="3822" y="20908"/>
                    <a:pt x="3822" y="20539"/>
                  </a:cubicBezTo>
                  <a:cubicBezTo>
                    <a:pt x="4715" y="13893"/>
                    <a:pt x="4715" y="13893"/>
                    <a:pt x="4715" y="13893"/>
                  </a:cubicBezTo>
                  <a:cubicBezTo>
                    <a:pt x="252" y="8908"/>
                    <a:pt x="252" y="8908"/>
                    <a:pt x="252" y="8908"/>
                  </a:cubicBezTo>
                  <a:cubicBezTo>
                    <a:pt x="74" y="8724"/>
                    <a:pt x="-105" y="8354"/>
                    <a:pt x="74" y="8170"/>
                  </a:cubicBezTo>
                  <a:cubicBezTo>
                    <a:pt x="74" y="7800"/>
                    <a:pt x="252" y="7616"/>
                    <a:pt x="609" y="7616"/>
                  </a:cubicBezTo>
                  <a:cubicBezTo>
                    <a:pt x="7035" y="6324"/>
                    <a:pt x="7035" y="6324"/>
                    <a:pt x="7035" y="6324"/>
                  </a:cubicBezTo>
                  <a:cubicBezTo>
                    <a:pt x="10070" y="416"/>
                    <a:pt x="10070" y="416"/>
                    <a:pt x="10070" y="416"/>
                  </a:cubicBezTo>
                  <a:cubicBezTo>
                    <a:pt x="10427" y="-138"/>
                    <a:pt x="11141" y="-138"/>
                    <a:pt x="11320" y="416"/>
                  </a:cubicBezTo>
                  <a:cubicBezTo>
                    <a:pt x="14533" y="6324"/>
                    <a:pt x="14533" y="6324"/>
                    <a:pt x="14533" y="6324"/>
                  </a:cubicBezTo>
                  <a:cubicBezTo>
                    <a:pt x="20959" y="7616"/>
                    <a:pt x="20959" y="7616"/>
                    <a:pt x="20959" y="7616"/>
                  </a:cubicBezTo>
                  <a:cubicBezTo>
                    <a:pt x="21138" y="7616"/>
                    <a:pt x="21316" y="7800"/>
                    <a:pt x="21495" y="8170"/>
                  </a:cubicBezTo>
                  <a:cubicBezTo>
                    <a:pt x="21495" y="8354"/>
                    <a:pt x="21495" y="8724"/>
                    <a:pt x="21316" y="8908"/>
                  </a:cubicBezTo>
                  <a:cubicBezTo>
                    <a:pt x="16854" y="13893"/>
                    <a:pt x="16854" y="13893"/>
                    <a:pt x="16854" y="13893"/>
                  </a:cubicBezTo>
                  <a:cubicBezTo>
                    <a:pt x="17746" y="20539"/>
                    <a:pt x="17746" y="20539"/>
                    <a:pt x="17746" y="20539"/>
                  </a:cubicBezTo>
                  <a:cubicBezTo>
                    <a:pt x="17746" y="20908"/>
                    <a:pt x="17568" y="21093"/>
                    <a:pt x="17389" y="21277"/>
                  </a:cubicBezTo>
                  <a:cubicBezTo>
                    <a:pt x="17211" y="21277"/>
                    <a:pt x="17032" y="21462"/>
                    <a:pt x="17032" y="21462"/>
                  </a:cubicBezTo>
                  <a:close/>
                  <a:moveTo>
                    <a:pt x="10784" y="16847"/>
                  </a:moveTo>
                  <a:cubicBezTo>
                    <a:pt x="10784" y="16847"/>
                    <a:pt x="10963" y="16847"/>
                    <a:pt x="11141" y="17031"/>
                  </a:cubicBezTo>
                  <a:cubicBezTo>
                    <a:pt x="16140" y="19431"/>
                    <a:pt x="16140" y="19431"/>
                    <a:pt x="16140" y="19431"/>
                  </a:cubicBezTo>
                  <a:cubicBezTo>
                    <a:pt x="15426" y="13708"/>
                    <a:pt x="15426" y="13708"/>
                    <a:pt x="15426" y="13708"/>
                  </a:cubicBezTo>
                  <a:cubicBezTo>
                    <a:pt x="15426" y="13524"/>
                    <a:pt x="15426" y="13154"/>
                    <a:pt x="15604" y="12970"/>
                  </a:cubicBezTo>
                  <a:cubicBezTo>
                    <a:pt x="19353" y="8724"/>
                    <a:pt x="19353" y="8724"/>
                    <a:pt x="19353" y="8724"/>
                  </a:cubicBezTo>
                  <a:cubicBezTo>
                    <a:pt x="13997" y="7800"/>
                    <a:pt x="13997" y="7800"/>
                    <a:pt x="13997" y="7800"/>
                  </a:cubicBezTo>
                  <a:cubicBezTo>
                    <a:pt x="13640" y="7616"/>
                    <a:pt x="13462" y="7616"/>
                    <a:pt x="13462" y="7431"/>
                  </a:cubicBezTo>
                  <a:cubicBezTo>
                    <a:pt x="10784" y="2262"/>
                    <a:pt x="10784" y="2262"/>
                    <a:pt x="10784" y="2262"/>
                  </a:cubicBezTo>
                  <a:cubicBezTo>
                    <a:pt x="8107" y="7431"/>
                    <a:pt x="8107" y="7431"/>
                    <a:pt x="8107" y="7431"/>
                  </a:cubicBezTo>
                  <a:cubicBezTo>
                    <a:pt x="7928" y="7616"/>
                    <a:pt x="7750" y="7616"/>
                    <a:pt x="7571" y="7800"/>
                  </a:cubicBezTo>
                  <a:cubicBezTo>
                    <a:pt x="2037" y="8724"/>
                    <a:pt x="2037" y="8724"/>
                    <a:pt x="2037" y="8724"/>
                  </a:cubicBezTo>
                  <a:cubicBezTo>
                    <a:pt x="5964" y="12970"/>
                    <a:pt x="5964" y="12970"/>
                    <a:pt x="5964" y="12970"/>
                  </a:cubicBezTo>
                  <a:cubicBezTo>
                    <a:pt x="5964" y="13154"/>
                    <a:pt x="6143" y="13524"/>
                    <a:pt x="6143" y="13708"/>
                  </a:cubicBezTo>
                  <a:cubicBezTo>
                    <a:pt x="5429" y="19431"/>
                    <a:pt x="5429" y="19431"/>
                    <a:pt x="5429" y="19431"/>
                  </a:cubicBezTo>
                  <a:cubicBezTo>
                    <a:pt x="10427" y="17031"/>
                    <a:pt x="10427" y="17031"/>
                    <a:pt x="10427" y="17031"/>
                  </a:cubicBezTo>
                  <a:cubicBezTo>
                    <a:pt x="10606" y="16847"/>
                    <a:pt x="10606" y="16847"/>
                    <a:pt x="10784" y="16847"/>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702" name="Group 8702"/>
            <p:cNvGrpSpPr/>
            <p:nvPr/>
          </p:nvGrpSpPr>
          <p:grpSpPr>
            <a:xfrm>
              <a:off x="1166882" y="2739153"/>
              <a:ext cx="1043251" cy="928558"/>
              <a:chOff x="0" y="0"/>
              <a:chExt cx="1043249" cy="928556"/>
            </a:xfrm>
          </p:grpSpPr>
          <p:sp>
            <p:nvSpPr>
              <p:cNvPr id="8692" name="Shape 8692"/>
              <p:cNvSpPr/>
              <p:nvPr/>
            </p:nvSpPr>
            <p:spPr>
              <a:xfrm rot="7782">
                <a:off x="1046" y="1177"/>
                <a:ext cx="1041158" cy="9262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26" y="776"/>
                    </a:moveTo>
                    <a:cubicBezTo>
                      <a:pt x="20911" y="776"/>
                      <a:pt x="18498" y="0"/>
                      <a:pt x="15970" y="0"/>
                    </a:cubicBezTo>
                    <a:cubicBezTo>
                      <a:pt x="14821" y="0"/>
                      <a:pt x="13787" y="129"/>
                      <a:pt x="12868" y="517"/>
                    </a:cubicBezTo>
                    <a:cubicBezTo>
                      <a:pt x="11834" y="905"/>
                      <a:pt x="11145" y="1423"/>
                      <a:pt x="10800" y="2069"/>
                    </a:cubicBezTo>
                    <a:cubicBezTo>
                      <a:pt x="10340" y="1423"/>
                      <a:pt x="9651" y="905"/>
                      <a:pt x="8617" y="517"/>
                    </a:cubicBezTo>
                    <a:cubicBezTo>
                      <a:pt x="7813" y="129"/>
                      <a:pt x="6664" y="0"/>
                      <a:pt x="5515" y="0"/>
                    </a:cubicBezTo>
                    <a:cubicBezTo>
                      <a:pt x="2987" y="0"/>
                      <a:pt x="574" y="776"/>
                      <a:pt x="460" y="776"/>
                    </a:cubicBezTo>
                    <a:cubicBezTo>
                      <a:pt x="0" y="1035"/>
                      <a:pt x="0" y="1035"/>
                      <a:pt x="0" y="1035"/>
                    </a:cubicBezTo>
                    <a:cubicBezTo>
                      <a:pt x="0" y="19789"/>
                      <a:pt x="0" y="19789"/>
                      <a:pt x="0" y="19789"/>
                    </a:cubicBezTo>
                    <a:cubicBezTo>
                      <a:pt x="919" y="19660"/>
                      <a:pt x="919" y="19660"/>
                      <a:pt x="919" y="19660"/>
                    </a:cubicBezTo>
                    <a:cubicBezTo>
                      <a:pt x="3677" y="19143"/>
                      <a:pt x="5400" y="19013"/>
                      <a:pt x="7928" y="19660"/>
                    </a:cubicBezTo>
                    <a:cubicBezTo>
                      <a:pt x="7928" y="19660"/>
                      <a:pt x="9996" y="19919"/>
                      <a:pt x="10800" y="21600"/>
                    </a:cubicBezTo>
                    <a:cubicBezTo>
                      <a:pt x="11489" y="19919"/>
                      <a:pt x="13557" y="19660"/>
                      <a:pt x="13557" y="19660"/>
                    </a:cubicBezTo>
                    <a:cubicBezTo>
                      <a:pt x="16200" y="19013"/>
                      <a:pt x="17809" y="19143"/>
                      <a:pt x="20681" y="19660"/>
                    </a:cubicBezTo>
                    <a:cubicBezTo>
                      <a:pt x="21600" y="19789"/>
                      <a:pt x="21600" y="19789"/>
                      <a:pt x="21600" y="19789"/>
                    </a:cubicBezTo>
                    <a:cubicBezTo>
                      <a:pt x="21600" y="1035"/>
                      <a:pt x="21600" y="1035"/>
                      <a:pt x="21600" y="1035"/>
                    </a:cubicBezTo>
                    <a:lnTo>
                      <a:pt x="21026" y="776"/>
                    </a:lnTo>
                    <a:close/>
                    <a:moveTo>
                      <a:pt x="9996" y="18884"/>
                    </a:moveTo>
                    <a:cubicBezTo>
                      <a:pt x="9536" y="18366"/>
                      <a:pt x="8962" y="18108"/>
                      <a:pt x="8502" y="17978"/>
                    </a:cubicBezTo>
                    <a:cubicBezTo>
                      <a:pt x="7468" y="17590"/>
                      <a:pt x="6089" y="17461"/>
                      <a:pt x="5170" y="17461"/>
                    </a:cubicBezTo>
                    <a:cubicBezTo>
                      <a:pt x="4021" y="17461"/>
                      <a:pt x="2757" y="17590"/>
                      <a:pt x="1494" y="17720"/>
                    </a:cubicBezTo>
                    <a:cubicBezTo>
                      <a:pt x="1494" y="2328"/>
                      <a:pt x="1494" y="2328"/>
                      <a:pt x="1494" y="2328"/>
                    </a:cubicBezTo>
                    <a:cubicBezTo>
                      <a:pt x="2298" y="2069"/>
                      <a:pt x="3906" y="1681"/>
                      <a:pt x="5515" y="1681"/>
                    </a:cubicBezTo>
                    <a:cubicBezTo>
                      <a:pt x="6549" y="1681"/>
                      <a:pt x="7353" y="1940"/>
                      <a:pt x="8043" y="2199"/>
                    </a:cubicBezTo>
                    <a:cubicBezTo>
                      <a:pt x="9651" y="2716"/>
                      <a:pt x="9881" y="3622"/>
                      <a:pt x="9996" y="4268"/>
                    </a:cubicBezTo>
                    <a:cubicBezTo>
                      <a:pt x="9996" y="4398"/>
                      <a:pt x="9996" y="4398"/>
                      <a:pt x="9996" y="4527"/>
                    </a:cubicBezTo>
                    <a:cubicBezTo>
                      <a:pt x="9996" y="18237"/>
                      <a:pt x="9996" y="18237"/>
                      <a:pt x="9996" y="18237"/>
                    </a:cubicBezTo>
                    <a:cubicBezTo>
                      <a:pt x="9996" y="18237"/>
                      <a:pt x="9996" y="18237"/>
                      <a:pt x="9996" y="18237"/>
                    </a:cubicBezTo>
                    <a:lnTo>
                      <a:pt x="9996" y="18884"/>
                    </a:lnTo>
                    <a:close/>
                    <a:moveTo>
                      <a:pt x="19991" y="17720"/>
                    </a:moveTo>
                    <a:cubicBezTo>
                      <a:pt x="18728" y="17590"/>
                      <a:pt x="17579" y="17461"/>
                      <a:pt x="16430" y="17461"/>
                    </a:cubicBezTo>
                    <a:cubicBezTo>
                      <a:pt x="15396" y="17461"/>
                      <a:pt x="14017" y="17590"/>
                      <a:pt x="12983" y="17978"/>
                    </a:cubicBezTo>
                    <a:cubicBezTo>
                      <a:pt x="12523" y="18108"/>
                      <a:pt x="12064" y="18366"/>
                      <a:pt x="11489" y="18884"/>
                    </a:cubicBezTo>
                    <a:cubicBezTo>
                      <a:pt x="11489" y="18237"/>
                      <a:pt x="11489" y="18237"/>
                      <a:pt x="11489" y="18237"/>
                    </a:cubicBezTo>
                    <a:cubicBezTo>
                      <a:pt x="11489" y="18237"/>
                      <a:pt x="11489" y="18237"/>
                      <a:pt x="11489" y="18237"/>
                    </a:cubicBezTo>
                    <a:cubicBezTo>
                      <a:pt x="11489" y="4527"/>
                      <a:pt x="11489" y="4527"/>
                      <a:pt x="11489" y="4527"/>
                    </a:cubicBezTo>
                    <a:cubicBezTo>
                      <a:pt x="11489" y="4398"/>
                      <a:pt x="11489" y="4398"/>
                      <a:pt x="11489" y="4268"/>
                    </a:cubicBezTo>
                    <a:cubicBezTo>
                      <a:pt x="11604" y="3622"/>
                      <a:pt x="11949" y="2716"/>
                      <a:pt x="13443" y="2199"/>
                    </a:cubicBezTo>
                    <a:cubicBezTo>
                      <a:pt x="14132" y="1940"/>
                      <a:pt x="14936" y="1681"/>
                      <a:pt x="15970" y="1681"/>
                    </a:cubicBezTo>
                    <a:cubicBezTo>
                      <a:pt x="17579" y="1681"/>
                      <a:pt x="19187" y="2069"/>
                      <a:pt x="19991" y="2328"/>
                    </a:cubicBezTo>
                    <a:lnTo>
                      <a:pt x="19991" y="17720"/>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3" name="Shape 8693"/>
              <p:cNvSpPr/>
              <p:nvPr/>
            </p:nvSpPr>
            <p:spPr>
              <a:xfrm rot="7782">
                <a:off x="129706" y="167027"/>
                <a:ext cx="297498" cy="93069"/>
              </a:xfrm>
              <a:custGeom>
                <a:avLst/>
                <a:gdLst/>
                <a:ahLst/>
                <a:cxnLst>
                  <a:cxn ang="0">
                    <a:pos x="wd2" y="hd2"/>
                  </a:cxn>
                  <a:cxn ang="5400000">
                    <a:pos x="wd2" y="hd2"/>
                  </a:cxn>
                  <a:cxn ang="10800000">
                    <a:pos x="wd2" y="hd2"/>
                  </a:cxn>
                  <a:cxn ang="16200000">
                    <a:pos x="wd2" y="hd2"/>
                  </a:cxn>
                </a:cxnLst>
                <a:rect l="0" t="0" r="r" b="b"/>
                <a:pathLst>
                  <a:path w="21500" h="18547" fill="norm" stroke="1" extrusionOk="0">
                    <a:moveTo>
                      <a:pt x="800" y="4507"/>
                    </a:moveTo>
                    <a:cubicBezTo>
                      <a:pt x="0" y="4507"/>
                      <a:pt x="0" y="6667"/>
                      <a:pt x="0" y="8827"/>
                    </a:cubicBezTo>
                    <a:cubicBezTo>
                      <a:pt x="400" y="10987"/>
                      <a:pt x="1200" y="12067"/>
                      <a:pt x="2000" y="10987"/>
                    </a:cubicBezTo>
                    <a:cubicBezTo>
                      <a:pt x="7200" y="5587"/>
                      <a:pt x="14400" y="4507"/>
                      <a:pt x="19200" y="17467"/>
                    </a:cubicBezTo>
                    <a:cubicBezTo>
                      <a:pt x="19600" y="18547"/>
                      <a:pt x="20000" y="18547"/>
                      <a:pt x="20000" y="18547"/>
                    </a:cubicBezTo>
                    <a:cubicBezTo>
                      <a:pt x="20400" y="18547"/>
                      <a:pt x="20800" y="18547"/>
                      <a:pt x="21200" y="17467"/>
                    </a:cubicBezTo>
                    <a:cubicBezTo>
                      <a:pt x="21600" y="16387"/>
                      <a:pt x="21600" y="13147"/>
                      <a:pt x="21200" y="12067"/>
                    </a:cubicBezTo>
                    <a:cubicBezTo>
                      <a:pt x="15200" y="-3053"/>
                      <a:pt x="6800" y="-1973"/>
                      <a:pt x="800" y="4507"/>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4" name="Shape 8694"/>
              <p:cNvSpPr/>
              <p:nvPr/>
            </p:nvSpPr>
            <p:spPr>
              <a:xfrm rot="7782">
                <a:off x="129468" y="272522"/>
                <a:ext cx="297497" cy="92674"/>
              </a:xfrm>
              <a:custGeom>
                <a:avLst/>
                <a:gdLst/>
                <a:ahLst/>
                <a:cxnLst>
                  <a:cxn ang="0">
                    <a:pos x="wd2" y="hd2"/>
                  </a:cxn>
                  <a:cxn ang="5400000">
                    <a:pos x="wd2" y="hd2"/>
                  </a:cxn>
                  <a:cxn ang="10800000">
                    <a:pos x="wd2" y="hd2"/>
                  </a:cxn>
                  <a:cxn ang="16200000">
                    <a:pos x="wd2" y="hd2"/>
                  </a:cxn>
                </a:cxnLst>
                <a:rect l="0" t="0" r="r" b="b"/>
                <a:pathLst>
                  <a:path w="21500" h="18469" fill="norm" stroke="1" extrusionOk="0">
                    <a:moveTo>
                      <a:pt x="800" y="4429"/>
                    </a:moveTo>
                    <a:cubicBezTo>
                      <a:pt x="0" y="5509"/>
                      <a:pt x="0" y="7669"/>
                      <a:pt x="0" y="8749"/>
                    </a:cubicBezTo>
                    <a:cubicBezTo>
                      <a:pt x="400" y="10909"/>
                      <a:pt x="1200" y="11989"/>
                      <a:pt x="2000" y="10909"/>
                    </a:cubicBezTo>
                    <a:cubicBezTo>
                      <a:pt x="7200" y="5509"/>
                      <a:pt x="14400" y="4429"/>
                      <a:pt x="19200" y="17389"/>
                    </a:cubicBezTo>
                    <a:cubicBezTo>
                      <a:pt x="19600" y="18469"/>
                      <a:pt x="20000" y="18469"/>
                      <a:pt x="20000" y="18469"/>
                    </a:cubicBezTo>
                    <a:cubicBezTo>
                      <a:pt x="20400" y="18469"/>
                      <a:pt x="20800" y="18469"/>
                      <a:pt x="21200" y="17389"/>
                    </a:cubicBezTo>
                    <a:cubicBezTo>
                      <a:pt x="21600" y="16309"/>
                      <a:pt x="21600" y="14149"/>
                      <a:pt x="21200" y="13069"/>
                    </a:cubicBezTo>
                    <a:cubicBezTo>
                      <a:pt x="15200" y="-3131"/>
                      <a:pt x="6800" y="-2051"/>
                      <a:pt x="800" y="4429"/>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5" name="Shape 8695"/>
              <p:cNvSpPr/>
              <p:nvPr/>
            </p:nvSpPr>
            <p:spPr>
              <a:xfrm rot="7782">
                <a:off x="129220" y="379843"/>
                <a:ext cx="297497" cy="97021"/>
              </a:xfrm>
              <a:custGeom>
                <a:avLst/>
                <a:gdLst/>
                <a:ahLst/>
                <a:cxnLst>
                  <a:cxn ang="0">
                    <a:pos x="wd2" y="hd2"/>
                  </a:cxn>
                  <a:cxn ang="5400000">
                    <a:pos x="wd2" y="hd2"/>
                  </a:cxn>
                  <a:cxn ang="10800000">
                    <a:pos x="wd2" y="hd2"/>
                  </a:cxn>
                  <a:cxn ang="16200000">
                    <a:pos x="wd2" y="hd2"/>
                  </a:cxn>
                </a:cxnLst>
                <a:rect l="0" t="0" r="r" b="b"/>
                <a:pathLst>
                  <a:path w="21500" h="18766" fill="norm" stroke="1" extrusionOk="0">
                    <a:moveTo>
                      <a:pt x="800" y="3646"/>
                    </a:moveTo>
                    <a:cubicBezTo>
                      <a:pt x="0" y="4726"/>
                      <a:pt x="0" y="6886"/>
                      <a:pt x="0" y="9046"/>
                    </a:cubicBezTo>
                    <a:cubicBezTo>
                      <a:pt x="400" y="11206"/>
                      <a:pt x="1200" y="11206"/>
                      <a:pt x="2000" y="11206"/>
                    </a:cubicBezTo>
                    <a:cubicBezTo>
                      <a:pt x="7200" y="5806"/>
                      <a:pt x="14400" y="4726"/>
                      <a:pt x="19200" y="17686"/>
                    </a:cubicBezTo>
                    <a:cubicBezTo>
                      <a:pt x="19600" y="17686"/>
                      <a:pt x="20000" y="18766"/>
                      <a:pt x="20000" y="18766"/>
                    </a:cubicBezTo>
                    <a:cubicBezTo>
                      <a:pt x="20400" y="18766"/>
                      <a:pt x="20800" y="17686"/>
                      <a:pt x="21200" y="17686"/>
                    </a:cubicBezTo>
                    <a:cubicBezTo>
                      <a:pt x="21600" y="15526"/>
                      <a:pt x="21600" y="13366"/>
                      <a:pt x="21200" y="12286"/>
                    </a:cubicBezTo>
                    <a:cubicBezTo>
                      <a:pt x="15200" y="-2834"/>
                      <a:pt x="6800" y="-1754"/>
                      <a:pt x="800" y="3646"/>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6" name="Shape 8696"/>
              <p:cNvSpPr/>
              <p:nvPr/>
            </p:nvSpPr>
            <p:spPr>
              <a:xfrm rot="7782">
                <a:off x="128981" y="486077"/>
                <a:ext cx="297497" cy="95887"/>
              </a:xfrm>
              <a:custGeom>
                <a:avLst/>
                <a:gdLst/>
                <a:ahLst/>
                <a:cxnLst>
                  <a:cxn ang="0">
                    <a:pos x="wd2" y="hd2"/>
                  </a:cxn>
                  <a:cxn ang="5400000">
                    <a:pos x="wd2" y="hd2"/>
                  </a:cxn>
                  <a:cxn ang="10800000">
                    <a:pos x="wd2" y="hd2"/>
                  </a:cxn>
                  <a:cxn ang="16200000">
                    <a:pos x="wd2" y="hd2"/>
                  </a:cxn>
                </a:cxnLst>
                <a:rect l="0" t="0" r="r" b="b"/>
                <a:pathLst>
                  <a:path w="21500" h="18547" fill="norm" stroke="1" extrusionOk="0">
                    <a:moveTo>
                      <a:pt x="800" y="4507"/>
                    </a:moveTo>
                    <a:cubicBezTo>
                      <a:pt x="0" y="5587"/>
                      <a:pt x="0" y="7747"/>
                      <a:pt x="0" y="8827"/>
                    </a:cubicBezTo>
                    <a:cubicBezTo>
                      <a:pt x="400" y="10987"/>
                      <a:pt x="1200" y="12067"/>
                      <a:pt x="2000" y="10987"/>
                    </a:cubicBezTo>
                    <a:cubicBezTo>
                      <a:pt x="7200" y="5587"/>
                      <a:pt x="14400" y="4507"/>
                      <a:pt x="19200" y="17467"/>
                    </a:cubicBezTo>
                    <a:cubicBezTo>
                      <a:pt x="19600" y="18547"/>
                      <a:pt x="20000" y="18547"/>
                      <a:pt x="20000" y="18547"/>
                    </a:cubicBezTo>
                    <a:cubicBezTo>
                      <a:pt x="20400" y="18547"/>
                      <a:pt x="20800" y="18547"/>
                      <a:pt x="21200" y="17467"/>
                    </a:cubicBezTo>
                    <a:cubicBezTo>
                      <a:pt x="21600" y="16387"/>
                      <a:pt x="21600" y="14227"/>
                      <a:pt x="21200" y="12067"/>
                    </a:cubicBezTo>
                    <a:cubicBezTo>
                      <a:pt x="15200" y="-3053"/>
                      <a:pt x="6800" y="-1973"/>
                      <a:pt x="800" y="4507"/>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7" name="Shape 8697"/>
              <p:cNvSpPr/>
              <p:nvPr/>
            </p:nvSpPr>
            <p:spPr>
              <a:xfrm rot="7782">
                <a:off x="128732" y="594114"/>
                <a:ext cx="297498" cy="99520"/>
              </a:xfrm>
              <a:custGeom>
                <a:avLst/>
                <a:gdLst/>
                <a:ahLst/>
                <a:cxnLst>
                  <a:cxn ang="0">
                    <a:pos x="wd2" y="hd2"/>
                  </a:cxn>
                  <a:cxn ang="5400000">
                    <a:pos x="wd2" y="hd2"/>
                  </a:cxn>
                  <a:cxn ang="10800000">
                    <a:pos x="wd2" y="hd2"/>
                  </a:cxn>
                  <a:cxn ang="16200000">
                    <a:pos x="wd2" y="hd2"/>
                  </a:cxn>
                </a:cxnLst>
                <a:rect l="0" t="0" r="r" b="b"/>
                <a:pathLst>
                  <a:path w="21500" h="18180" fill="norm" stroke="1" extrusionOk="0">
                    <a:moveTo>
                      <a:pt x="800" y="3780"/>
                    </a:moveTo>
                    <a:cubicBezTo>
                      <a:pt x="0" y="4809"/>
                      <a:pt x="0" y="6866"/>
                      <a:pt x="0" y="8923"/>
                    </a:cubicBezTo>
                    <a:cubicBezTo>
                      <a:pt x="400" y="9951"/>
                      <a:pt x="1200" y="10980"/>
                      <a:pt x="2000" y="10980"/>
                    </a:cubicBezTo>
                    <a:cubicBezTo>
                      <a:pt x="7200" y="5837"/>
                      <a:pt x="14400" y="3780"/>
                      <a:pt x="19200" y="17151"/>
                    </a:cubicBezTo>
                    <a:cubicBezTo>
                      <a:pt x="19600" y="17151"/>
                      <a:pt x="20000" y="18180"/>
                      <a:pt x="20000" y="18180"/>
                    </a:cubicBezTo>
                    <a:cubicBezTo>
                      <a:pt x="20400" y="18180"/>
                      <a:pt x="20800" y="17151"/>
                      <a:pt x="21200" y="17151"/>
                    </a:cubicBezTo>
                    <a:cubicBezTo>
                      <a:pt x="21600" y="15094"/>
                      <a:pt x="21600" y="13037"/>
                      <a:pt x="21200" y="12009"/>
                    </a:cubicBezTo>
                    <a:cubicBezTo>
                      <a:pt x="15200" y="-3420"/>
                      <a:pt x="6800" y="-1363"/>
                      <a:pt x="800" y="3780"/>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8" name="Shape 8698"/>
              <p:cNvSpPr/>
              <p:nvPr/>
            </p:nvSpPr>
            <p:spPr>
              <a:xfrm rot="7782">
                <a:off x="613885" y="168123"/>
                <a:ext cx="297455" cy="93069"/>
              </a:xfrm>
              <a:custGeom>
                <a:avLst/>
                <a:gdLst/>
                <a:ahLst/>
                <a:cxnLst>
                  <a:cxn ang="0">
                    <a:pos x="wd2" y="hd2"/>
                  </a:cxn>
                  <a:cxn ang="5400000">
                    <a:pos x="wd2" y="hd2"/>
                  </a:cxn>
                  <a:cxn ang="10800000">
                    <a:pos x="wd2" y="hd2"/>
                  </a:cxn>
                  <a:cxn ang="16200000">
                    <a:pos x="wd2" y="hd2"/>
                  </a:cxn>
                </a:cxnLst>
                <a:rect l="0" t="0" r="r" b="b"/>
                <a:pathLst>
                  <a:path w="21263" h="18547" fill="norm" stroke="1" extrusionOk="0">
                    <a:moveTo>
                      <a:pt x="295" y="17467"/>
                    </a:moveTo>
                    <a:cubicBezTo>
                      <a:pt x="687" y="18547"/>
                      <a:pt x="1080" y="18547"/>
                      <a:pt x="1473" y="18547"/>
                    </a:cubicBezTo>
                    <a:cubicBezTo>
                      <a:pt x="1866" y="18547"/>
                      <a:pt x="1866" y="18547"/>
                      <a:pt x="2258" y="17467"/>
                    </a:cubicBezTo>
                    <a:cubicBezTo>
                      <a:pt x="6971" y="4507"/>
                      <a:pt x="14433" y="5587"/>
                      <a:pt x="19538" y="10987"/>
                    </a:cubicBezTo>
                    <a:cubicBezTo>
                      <a:pt x="19931" y="12067"/>
                      <a:pt x="20717" y="10987"/>
                      <a:pt x="21109" y="8827"/>
                    </a:cubicBezTo>
                    <a:cubicBezTo>
                      <a:pt x="21502" y="6667"/>
                      <a:pt x="21109" y="4507"/>
                      <a:pt x="20324" y="4507"/>
                    </a:cubicBezTo>
                    <a:cubicBezTo>
                      <a:pt x="14433" y="-1973"/>
                      <a:pt x="6186" y="-3053"/>
                      <a:pt x="295" y="12067"/>
                    </a:cubicBezTo>
                    <a:cubicBezTo>
                      <a:pt x="-98" y="13147"/>
                      <a:pt x="-98" y="16387"/>
                      <a:pt x="295" y="17467"/>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699" name="Shape 8699"/>
              <p:cNvSpPr/>
              <p:nvPr/>
            </p:nvSpPr>
            <p:spPr>
              <a:xfrm rot="7782">
                <a:off x="613647" y="273618"/>
                <a:ext cx="297454" cy="92674"/>
              </a:xfrm>
              <a:custGeom>
                <a:avLst/>
                <a:gdLst/>
                <a:ahLst/>
                <a:cxnLst>
                  <a:cxn ang="0">
                    <a:pos x="wd2" y="hd2"/>
                  </a:cxn>
                  <a:cxn ang="5400000">
                    <a:pos x="wd2" y="hd2"/>
                  </a:cxn>
                  <a:cxn ang="10800000">
                    <a:pos x="wd2" y="hd2"/>
                  </a:cxn>
                  <a:cxn ang="16200000">
                    <a:pos x="wd2" y="hd2"/>
                  </a:cxn>
                </a:cxnLst>
                <a:rect l="0" t="0" r="r" b="b"/>
                <a:pathLst>
                  <a:path w="21263" h="18469" fill="norm" stroke="1" extrusionOk="0">
                    <a:moveTo>
                      <a:pt x="20324" y="4429"/>
                    </a:moveTo>
                    <a:cubicBezTo>
                      <a:pt x="14433" y="-2051"/>
                      <a:pt x="6186" y="-3131"/>
                      <a:pt x="295" y="13069"/>
                    </a:cubicBezTo>
                    <a:cubicBezTo>
                      <a:pt x="-98" y="14149"/>
                      <a:pt x="-98" y="16309"/>
                      <a:pt x="295" y="17389"/>
                    </a:cubicBezTo>
                    <a:cubicBezTo>
                      <a:pt x="687" y="18469"/>
                      <a:pt x="1080" y="18469"/>
                      <a:pt x="1473" y="18469"/>
                    </a:cubicBezTo>
                    <a:cubicBezTo>
                      <a:pt x="1866" y="18469"/>
                      <a:pt x="1866" y="18469"/>
                      <a:pt x="2258" y="17389"/>
                    </a:cubicBezTo>
                    <a:cubicBezTo>
                      <a:pt x="6971" y="4429"/>
                      <a:pt x="14433" y="5509"/>
                      <a:pt x="19538" y="10909"/>
                    </a:cubicBezTo>
                    <a:cubicBezTo>
                      <a:pt x="19931" y="11989"/>
                      <a:pt x="20717" y="10909"/>
                      <a:pt x="21109" y="8749"/>
                    </a:cubicBezTo>
                    <a:cubicBezTo>
                      <a:pt x="21502" y="7669"/>
                      <a:pt x="21109" y="5509"/>
                      <a:pt x="20324" y="4429"/>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00" name="Shape 8700"/>
              <p:cNvSpPr/>
              <p:nvPr/>
            </p:nvSpPr>
            <p:spPr>
              <a:xfrm rot="7782">
                <a:off x="613399" y="380939"/>
                <a:ext cx="297454" cy="97021"/>
              </a:xfrm>
              <a:custGeom>
                <a:avLst/>
                <a:gdLst/>
                <a:ahLst/>
                <a:cxnLst>
                  <a:cxn ang="0">
                    <a:pos x="wd2" y="hd2"/>
                  </a:cxn>
                  <a:cxn ang="5400000">
                    <a:pos x="wd2" y="hd2"/>
                  </a:cxn>
                  <a:cxn ang="10800000">
                    <a:pos x="wd2" y="hd2"/>
                  </a:cxn>
                  <a:cxn ang="16200000">
                    <a:pos x="wd2" y="hd2"/>
                  </a:cxn>
                </a:cxnLst>
                <a:rect l="0" t="0" r="r" b="b"/>
                <a:pathLst>
                  <a:path w="21263" h="18766" fill="norm" stroke="1" extrusionOk="0">
                    <a:moveTo>
                      <a:pt x="20324" y="3646"/>
                    </a:moveTo>
                    <a:cubicBezTo>
                      <a:pt x="14433" y="-1754"/>
                      <a:pt x="6186" y="-2834"/>
                      <a:pt x="295" y="12286"/>
                    </a:cubicBezTo>
                    <a:cubicBezTo>
                      <a:pt x="-98" y="13366"/>
                      <a:pt x="-98" y="15526"/>
                      <a:pt x="295" y="17686"/>
                    </a:cubicBezTo>
                    <a:cubicBezTo>
                      <a:pt x="687" y="17686"/>
                      <a:pt x="1080" y="18766"/>
                      <a:pt x="1473" y="18766"/>
                    </a:cubicBezTo>
                    <a:cubicBezTo>
                      <a:pt x="1866" y="18766"/>
                      <a:pt x="1866" y="17686"/>
                      <a:pt x="2258" y="17686"/>
                    </a:cubicBezTo>
                    <a:cubicBezTo>
                      <a:pt x="6971" y="4726"/>
                      <a:pt x="14433" y="5806"/>
                      <a:pt x="19538" y="11206"/>
                    </a:cubicBezTo>
                    <a:cubicBezTo>
                      <a:pt x="19931" y="11206"/>
                      <a:pt x="20717" y="11206"/>
                      <a:pt x="21109" y="9046"/>
                    </a:cubicBezTo>
                    <a:cubicBezTo>
                      <a:pt x="21502" y="6886"/>
                      <a:pt x="21109" y="4726"/>
                      <a:pt x="20324" y="3646"/>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01" name="Shape 8701"/>
              <p:cNvSpPr/>
              <p:nvPr/>
            </p:nvSpPr>
            <p:spPr>
              <a:xfrm rot="7782">
                <a:off x="613160" y="487173"/>
                <a:ext cx="297454" cy="95887"/>
              </a:xfrm>
              <a:custGeom>
                <a:avLst/>
                <a:gdLst/>
                <a:ahLst/>
                <a:cxnLst>
                  <a:cxn ang="0">
                    <a:pos x="wd2" y="hd2"/>
                  </a:cxn>
                  <a:cxn ang="5400000">
                    <a:pos x="wd2" y="hd2"/>
                  </a:cxn>
                  <a:cxn ang="10800000">
                    <a:pos x="wd2" y="hd2"/>
                  </a:cxn>
                  <a:cxn ang="16200000">
                    <a:pos x="wd2" y="hd2"/>
                  </a:cxn>
                </a:cxnLst>
                <a:rect l="0" t="0" r="r" b="b"/>
                <a:pathLst>
                  <a:path w="21263" h="18547" fill="norm" stroke="1" extrusionOk="0">
                    <a:moveTo>
                      <a:pt x="20324" y="4507"/>
                    </a:moveTo>
                    <a:cubicBezTo>
                      <a:pt x="14433" y="-1973"/>
                      <a:pt x="6186" y="-3053"/>
                      <a:pt x="295" y="12067"/>
                    </a:cubicBezTo>
                    <a:cubicBezTo>
                      <a:pt x="-98" y="14227"/>
                      <a:pt x="-98" y="16387"/>
                      <a:pt x="295" y="17467"/>
                    </a:cubicBezTo>
                    <a:cubicBezTo>
                      <a:pt x="687" y="18547"/>
                      <a:pt x="1080" y="18547"/>
                      <a:pt x="1473" y="18547"/>
                    </a:cubicBezTo>
                    <a:cubicBezTo>
                      <a:pt x="1866" y="18547"/>
                      <a:pt x="1866" y="18547"/>
                      <a:pt x="2258" y="17467"/>
                    </a:cubicBezTo>
                    <a:cubicBezTo>
                      <a:pt x="6971" y="4507"/>
                      <a:pt x="14433" y="5587"/>
                      <a:pt x="19538" y="10987"/>
                    </a:cubicBezTo>
                    <a:cubicBezTo>
                      <a:pt x="19931" y="12067"/>
                      <a:pt x="20717" y="10987"/>
                      <a:pt x="21109" y="8827"/>
                    </a:cubicBezTo>
                    <a:cubicBezTo>
                      <a:pt x="21502" y="7747"/>
                      <a:pt x="21109" y="5587"/>
                      <a:pt x="20324" y="4507"/>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706" name="Group 8706"/>
            <p:cNvGrpSpPr/>
            <p:nvPr/>
          </p:nvGrpSpPr>
          <p:grpSpPr>
            <a:xfrm>
              <a:off x="2346196" y="2837065"/>
              <a:ext cx="1706268" cy="739566"/>
              <a:chOff x="0" y="0"/>
              <a:chExt cx="1706267" cy="739564"/>
            </a:xfrm>
          </p:grpSpPr>
          <p:sp>
            <p:nvSpPr>
              <p:cNvPr id="8703" name="Shape 8703"/>
              <p:cNvSpPr/>
              <p:nvPr/>
            </p:nvSpPr>
            <p:spPr>
              <a:xfrm rot="7782">
                <a:off x="830" y="1928"/>
                <a:ext cx="1704607" cy="7357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886" y="0"/>
                    </a:moveTo>
                    <a:cubicBezTo>
                      <a:pt x="15057" y="0"/>
                      <a:pt x="13438" y="2598"/>
                      <a:pt x="12664" y="6334"/>
                    </a:cubicBezTo>
                    <a:cubicBezTo>
                      <a:pt x="12172" y="5359"/>
                      <a:pt x="11539" y="4872"/>
                      <a:pt x="10765" y="4872"/>
                    </a:cubicBezTo>
                    <a:cubicBezTo>
                      <a:pt x="10061" y="4872"/>
                      <a:pt x="9358" y="5359"/>
                      <a:pt x="8936" y="6334"/>
                    </a:cubicBezTo>
                    <a:cubicBezTo>
                      <a:pt x="8162" y="2598"/>
                      <a:pt x="6543" y="0"/>
                      <a:pt x="4644" y="0"/>
                    </a:cubicBezTo>
                    <a:cubicBezTo>
                      <a:pt x="2040" y="0"/>
                      <a:pt x="0" y="4872"/>
                      <a:pt x="0" y="10719"/>
                    </a:cubicBezTo>
                    <a:cubicBezTo>
                      <a:pt x="0" y="16728"/>
                      <a:pt x="2040" y="21600"/>
                      <a:pt x="4644" y="21600"/>
                    </a:cubicBezTo>
                    <a:cubicBezTo>
                      <a:pt x="7247" y="21600"/>
                      <a:pt x="9358" y="16728"/>
                      <a:pt x="9358" y="10719"/>
                    </a:cubicBezTo>
                    <a:cubicBezTo>
                      <a:pt x="9358" y="9744"/>
                      <a:pt x="9287" y="8770"/>
                      <a:pt x="9147" y="7958"/>
                    </a:cubicBezTo>
                    <a:cubicBezTo>
                      <a:pt x="9498" y="7146"/>
                      <a:pt x="10132" y="6659"/>
                      <a:pt x="10765" y="6659"/>
                    </a:cubicBezTo>
                    <a:cubicBezTo>
                      <a:pt x="11468" y="6659"/>
                      <a:pt x="12031" y="7146"/>
                      <a:pt x="12383" y="7958"/>
                    </a:cubicBezTo>
                    <a:cubicBezTo>
                      <a:pt x="12313" y="8770"/>
                      <a:pt x="12242" y="9744"/>
                      <a:pt x="12242" y="10719"/>
                    </a:cubicBezTo>
                    <a:cubicBezTo>
                      <a:pt x="12242" y="16728"/>
                      <a:pt x="14353" y="21600"/>
                      <a:pt x="16886" y="21600"/>
                    </a:cubicBezTo>
                    <a:cubicBezTo>
                      <a:pt x="19489" y="21600"/>
                      <a:pt x="21600" y="16728"/>
                      <a:pt x="21600" y="10719"/>
                    </a:cubicBezTo>
                    <a:cubicBezTo>
                      <a:pt x="21600" y="4872"/>
                      <a:pt x="19489" y="0"/>
                      <a:pt x="16886" y="0"/>
                    </a:cubicBezTo>
                    <a:close/>
                    <a:moveTo>
                      <a:pt x="4644" y="18189"/>
                    </a:moveTo>
                    <a:cubicBezTo>
                      <a:pt x="2885" y="18189"/>
                      <a:pt x="1407" y="14941"/>
                      <a:pt x="1407" y="10719"/>
                    </a:cubicBezTo>
                    <a:cubicBezTo>
                      <a:pt x="1407" y="6659"/>
                      <a:pt x="2885" y="3248"/>
                      <a:pt x="4644" y="3248"/>
                    </a:cubicBezTo>
                    <a:cubicBezTo>
                      <a:pt x="6473" y="3248"/>
                      <a:pt x="7880" y="6659"/>
                      <a:pt x="7880" y="10719"/>
                    </a:cubicBezTo>
                    <a:cubicBezTo>
                      <a:pt x="7880" y="14941"/>
                      <a:pt x="6473" y="18189"/>
                      <a:pt x="4644" y="18189"/>
                    </a:cubicBezTo>
                    <a:close/>
                    <a:moveTo>
                      <a:pt x="16886" y="18189"/>
                    </a:moveTo>
                    <a:cubicBezTo>
                      <a:pt x="15127" y="18189"/>
                      <a:pt x="13650" y="14941"/>
                      <a:pt x="13650" y="10719"/>
                    </a:cubicBezTo>
                    <a:cubicBezTo>
                      <a:pt x="13650" y="6659"/>
                      <a:pt x="15127" y="3248"/>
                      <a:pt x="16886" y="3248"/>
                    </a:cubicBezTo>
                    <a:cubicBezTo>
                      <a:pt x="18715" y="3248"/>
                      <a:pt x="20193" y="6659"/>
                      <a:pt x="20193" y="10719"/>
                    </a:cubicBezTo>
                    <a:cubicBezTo>
                      <a:pt x="20193" y="14941"/>
                      <a:pt x="18715" y="18189"/>
                      <a:pt x="16886" y="18189"/>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04" name="Shape 8704"/>
              <p:cNvSpPr/>
              <p:nvPr/>
            </p:nvSpPr>
            <p:spPr>
              <a:xfrm rot="7782">
                <a:off x="198026" y="197765"/>
                <a:ext cx="225859" cy="226626"/>
              </a:xfrm>
              <a:custGeom>
                <a:avLst/>
                <a:gdLst/>
                <a:ahLst/>
                <a:cxnLst>
                  <a:cxn ang="0">
                    <a:pos x="wd2" y="hd2"/>
                  </a:cxn>
                  <a:cxn ang="5400000">
                    <a:pos x="wd2" y="hd2"/>
                  </a:cxn>
                  <a:cxn ang="10800000">
                    <a:pos x="wd2" y="hd2"/>
                  </a:cxn>
                  <a:cxn ang="16200000">
                    <a:pos x="wd2" y="hd2"/>
                  </a:cxn>
                </a:cxnLst>
                <a:rect l="0" t="0" r="r" b="b"/>
                <a:pathLst>
                  <a:path w="21219" h="21600" fill="norm" stroke="1" extrusionOk="0">
                    <a:moveTo>
                      <a:pt x="19029" y="0"/>
                    </a:moveTo>
                    <a:cubicBezTo>
                      <a:pt x="18000" y="0"/>
                      <a:pt x="16971" y="0"/>
                      <a:pt x="15943" y="0"/>
                    </a:cubicBezTo>
                    <a:cubicBezTo>
                      <a:pt x="7200" y="0"/>
                      <a:pt x="0" y="6849"/>
                      <a:pt x="0" y="15805"/>
                    </a:cubicBezTo>
                    <a:cubicBezTo>
                      <a:pt x="0" y="16859"/>
                      <a:pt x="514" y="18439"/>
                      <a:pt x="514" y="19493"/>
                    </a:cubicBezTo>
                    <a:cubicBezTo>
                      <a:pt x="1029" y="20546"/>
                      <a:pt x="2057" y="21600"/>
                      <a:pt x="3086" y="21600"/>
                    </a:cubicBezTo>
                    <a:cubicBezTo>
                      <a:pt x="3086" y="21600"/>
                      <a:pt x="3600" y="21600"/>
                      <a:pt x="3600" y="21600"/>
                    </a:cubicBezTo>
                    <a:cubicBezTo>
                      <a:pt x="5143" y="21073"/>
                      <a:pt x="6171" y="19493"/>
                      <a:pt x="5657" y="17912"/>
                    </a:cubicBezTo>
                    <a:cubicBezTo>
                      <a:pt x="5657" y="17385"/>
                      <a:pt x="5657" y="16859"/>
                      <a:pt x="5657" y="15805"/>
                    </a:cubicBezTo>
                    <a:cubicBezTo>
                      <a:pt x="5657" y="10010"/>
                      <a:pt x="10286" y="5268"/>
                      <a:pt x="15943" y="5268"/>
                    </a:cubicBezTo>
                    <a:cubicBezTo>
                      <a:pt x="16971" y="5268"/>
                      <a:pt x="17486" y="5268"/>
                      <a:pt x="18000" y="5268"/>
                    </a:cubicBezTo>
                    <a:cubicBezTo>
                      <a:pt x="19543" y="5795"/>
                      <a:pt x="21086" y="4741"/>
                      <a:pt x="21086" y="3161"/>
                    </a:cubicBezTo>
                    <a:cubicBezTo>
                      <a:pt x="21600" y="1580"/>
                      <a:pt x="20571" y="527"/>
                      <a:pt x="19029" y="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05" name="Shape 8705"/>
              <p:cNvSpPr/>
              <p:nvPr/>
            </p:nvSpPr>
            <p:spPr>
              <a:xfrm rot="7782">
                <a:off x="1166922" y="199959"/>
                <a:ext cx="226624" cy="2266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93" y="0"/>
                    </a:moveTo>
                    <a:cubicBezTo>
                      <a:pt x="18439" y="0"/>
                      <a:pt x="17385" y="0"/>
                      <a:pt x="15805" y="0"/>
                    </a:cubicBezTo>
                    <a:cubicBezTo>
                      <a:pt x="6849" y="0"/>
                      <a:pt x="0" y="6849"/>
                      <a:pt x="0" y="15805"/>
                    </a:cubicBezTo>
                    <a:cubicBezTo>
                      <a:pt x="0" y="16859"/>
                      <a:pt x="0" y="18439"/>
                      <a:pt x="0" y="19493"/>
                    </a:cubicBezTo>
                    <a:cubicBezTo>
                      <a:pt x="527" y="20546"/>
                      <a:pt x="1580" y="21600"/>
                      <a:pt x="2634" y="21600"/>
                    </a:cubicBezTo>
                    <a:cubicBezTo>
                      <a:pt x="3161" y="21600"/>
                      <a:pt x="3161" y="21600"/>
                      <a:pt x="3161" y="21600"/>
                    </a:cubicBezTo>
                    <a:cubicBezTo>
                      <a:pt x="4741" y="21073"/>
                      <a:pt x="5795" y="19493"/>
                      <a:pt x="5268" y="17912"/>
                    </a:cubicBezTo>
                    <a:cubicBezTo>
                      <a:pt x="5268" y="17385"/>
                      <a:pt x="5268" y="16859"/>
                      <a:pt x="5268" y="15805"/>
                    </a:cubicBezTo>
                    <a:cubicBezTo>
                      <a:pt x="5268" y="10010"/>
                      <a:pt x="10010" y="5268"/>
                      <a:pt x="15805" y="5268"/>
                    </a:cubicBezTo>
                    <a:cubicBezTo>
                      <a:pt x="16859" y="5268"/>
                      <a:pt x="17385" y="5268"/>
                      <a:pt x="18439" y="5268"/>
                    </a:cubicBezTo>
                    <a:cubicBezTo>
                      <a:pt x="19493" y="5795"/>
                      <a:pt x="21073" y="4741"/>
                      <a:pt x="21600" y="3161"/>
                    </a:cubicBezTo>
                    <a:cubicBezTo>
                      <a:pt x="21600" y="1580"/>
                      <a:pt x="20546" y="527"/>
                      <a:pt x="19493" y="0"/>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710" name="Group 8710"/>
            <p:cNvGrpSpPr/>
            <p:nvPr/>
          </p:nvGrpSpPr>
          <p:grpSpPr>
            <a:xfrm>
              <a:off x="4272829" y="2967207"/>
              <a:ext cx="1029855" cy="950553"/>
              <a:chOff x="0" y="0"/>
              <a:chExt cx="1029853" cy="950551"/>
            </a:xfrm>
          </p:grpSpPr>
          <p:sp>
            <p:nvSpPr>
              <p:cNvPr id="8707" name="Shape 8707"/>
              <p:cNvSpPr/>
              <p:nvPr/>
            </p:nvSpPr>
            <p:spPr>
              <a:xfrm rot="7782">
                <a:off x="591237" y="524"/>
                <a:ext cx="142220" cy="321874"/>
              </a:xfrm>
              <a:custGeom>
                <a:avLst/>
                <a:gdLst/>
                <a:ahLst/>
                <a:cxnLst>
                  <a:cxn ang="0">
                    <a:pos x="wd2" y="hd2"/>
                  </a:cxn>
                  <a:cxn ang="5400000">
                    <a:pos x="wd2" y="hd2"/>
                  </a:cxn>
                  <a:cxn ang="10800000">
                    <a:pos x="wd2" y="hd2"/>
                  </a:cxn>
                  <a:cxn ang="16200000">
                    <a:pos x="wd2" y="hd2"/>
                  </a:cxn>
                </a:cxnLst>
                <a:rect l="0" t="0" r="r" b="b"/>
                <a:pathLst>
                  <a:path w="20333" h="21600" fill="norm" stroke="1" extrusionOk="0">
                    <a:moveTo>
                      <a:pt x="10587" y="9683"/>
                    </a:moveTo>
                    <a:cubicBezTo>
                      <a:pt x="18587" y="11172"/>
                      <a:pt x="20987" y="14524"/>
                      <a:pt x="20187" y="17131"/>
                    </a:cubicBezTo>
                    <a:cubicBezTo>
                      <a:pt x="19387" y="19738"/>
                      <a:pt x="14587" y="21600"/>
                      <a:pt x="8187" y="21600"/>
                    </a:cubicBezTo>
                    <a:cubicBezTo>
                      <a:pt x="6587" y="21600"/>
                      <a:pt x="5787" y="20855"/>
                      <a:pt x="5787" y="20483"/>
                    </a:cubicBezTo>
                    <a:cubicBezTo>
                      <a:pt x="5787" y="19738"/>
                      <a:pt x="6587" y="18993"/>
                      <a:pt x="8187" y="18993"/>
                    </a:cubicBezTo>
                    <a:cubicBezTo>
                      <a:pt x="12987" y="18993"/>
                      <a:pt x="14587" y="17876"/>
                      <a:pt x="15387" y="16759"/>
                    </a:cubicBezTo>
                    <a:cubicBezTo>
                      <a:pt x="16187" y="15269"/>
                      <a:pt x="14587" y="13034"/>
                      <a:pt x="8187" y="11917"/>
                    </a:cubicBezTo>
                    <a:cubicBezTo>
                      <a:pt x="987" y="10428"/>
                      <a:pt x="-613" y="7448"/>
                      <a:pt x="187" y="5214"/>
                    </a:cubicBezTo>
                    <a:cubicBezTo>
                      <a:pt x="987" y="2234"/>
                      <a:pt x="7387" y="0"/>
                      <a:pt x="14587" y="0"/>
                    </a:cubicBezTo>
                    <a:cubicBezTo>
                      <a:pt x="16187" y="0"/>
                      <a:pt x="16987" y="372"/>
                      <a:pt x="16987" y="1117"/>
                    </a:cubicBezTo>
                    <a:cubicBezTo>
                      <a:pt x="16987" y="1862"/>
                      <a:pt x="16187" y="2234"/>
                      <a:pt x="14587" y="2234"/>
                    </a:cubicBezTo>
                    <a:cubicBezTo>
                      <a:pt x="8987" y="2234"/>
                      <a:pt x="5787" y="4097"/>
                      <a:pt x="4987" y="5959"/>
                    </a:cubicBezTo>
                    <a:cubicBezTo>
                      <a:pt x="4187" y="7448"/>
                      <a:pt x="6587" y="8938"/>
                      <a:pt x="10587" y="9683"/>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08" name="Shape 8708"/>
              <p:cNvSpPr/>
              <p:nvPr/>
            </p:nvSpPr>
            <p:spPr>
              <a:xfrm rot="7782">
                <a:off x="430348" y="167"/>
                <a:ext cx="148705" cy="321874"/>
              </a:xfrm>
              <a:custGeom>
                <a:avLst/>
                <a:gdLst/>
                <a:ahLst/>
                <a:cxnLst>
                  <a:cxn ang="0">
                    <a:pos x="wd2" y="hd2"/>
                  </a:cxn>
                  <a:cxn ang="5400000">
                    <a:pos x="wd2" y="hd2"/>
                  </a:cxn>
                  <a:cxn ang="10800000">
                    <a:pos x="wd2" y="hd2"/>
                  </a:cxn>
                  <a:cxn ang="16200000">
                    <a:pos x="wd2" y="hd2"/>
                  </a:cxn>
                </a:cxnLst>
                <a:rect l="0" t="0" r="r" b="b"/>
                <a:pathLst>
                  <a:path w="20374" h="21600" fill="norm" stroke="1" extrusionOk="0">
                    <a:moveTo>
                      <a:pt x="10207" y="9683"/>
                    </a:moveTo>
                    <a:cubicBezTo>
                      <a:pt x="18693" y="11172"/>
                      <a:pt x="21007" y="14524"/>
                      <a:pt x="20236" y="17131"/>
                    </a:cubicBezTo>
                    <a:cubicBezTo>
                      <a:pt x="18693" y="19738"/>
                      <a:pt x="14064" y="21600"/>
                      <a:pt x="8664" y="21600"/>
                    </a:cubicBezTo>
                    <a:cubicBezTo>
                      <a:pt x="7121" y="21600"/>
                      <a:pt x="6350" y="20855"/>
                      <a:pt x="6350" y="20483"/>
                    </a:cubicBezTo>
                    <a:cubicBezTo>
                      <a:pt x="6350" y="19738"/>
                      <a:pt x="7121" y="18993"/>
                      <a:pt x="8664" y="18993"/>
                    </a:cubicBezTo>
                    <a:cubicBezTo>
                      <a:pt x="12521" y="18993"/>
                      <a:pt x="14836" y="17876"/>
                      <a:pt x="14836" y="16759"/>
                    </a:cubicBezTo>
                    <a:cubicBezTo>
                      <a:pt x="15607" y="15269"/>
                      <a:pt x="14064" y="13034"/>
                      <a:pt x="8664" y="11917"/>
                    </a:cubicBezTo>
                    <a:cubicBezTo>
                      <a:pt x="950" y="10428"/>
                      <a:pt x="-593" y="7448"/>
                      <a:pt x="178" y="5214"/>
                    </a:cubicBezTo>
                    <a:cubicBezTo>
                      <a:pt x="1721" y="2234"/>
                      <a:pt x="7893" y="0"/>
                      <a:pt x="14836" y="0"/>
                    </a:cubicBezTo>
                    <a:cubicBezTo>
                      <a:pt x="15607" y="0"/>
                      <a:pt x="17150" y="372"/>
                      <a:pt x="17150" y="1117"/>
                    </a:cubicBezTo>
                    <a:cubicBezTo>
                      <a:pt x="17150" y="1862"/>
                      <a:pt x="15607" y="2234"/>
                      <a:pt x="14836" y="2234"/>
                    </a:cubicBezTo>
                    <a:cubicBezTo>
                      <a:pt x="9436" y="2234"/>
                      <a:pt x="6350" y="4097"/>
                      <a:pt x="5578" y="5959"/>
                    </a:cubicBezTo>
                    <a:cubicBezTo>
                      <a:pt x="4807" y="7448"/>
                      <a:pt x="6350" y="8938"/>
                      <a:pt x="10207" y="9683"/>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09" name="Shape 8709"/>
              <p:cNvSpPr/>
              <p:nvPr/>
            </p:nvSpPr>
            <p:spPr>
              <a:xfrm rot="7782">
                <a:off x="645" y="377900"/>
                <a:ext cx="1028563" cy="571489"/>
              </a:xfrm>
              <a:custGeom>
                <a:avLst/>
                <a:gdLst/>
                <a:ahLst/>
                <a:cxnLst>
                  <a:cxn ang="0">
                    <a:pos x="wd2" y="hd2"/>
                  </a:cxn>
                  <a:cxn ang="5400000">
                    <a:pos x="wd2" y="hd2"/>
                  </a:cxn>
                  <a:cxn ang="10800000">
                    <a:pos x="wd2" y="hd2"/>
                  </a:cxn>
                  <a:cxn ang="16200000">
                    <a:pos x="wd2" y="hd2"/>
                  </a:cxn>
                </a:cxnLst>
                <a:rect l="0" t="0" r="r" b="b"/>
                <a:pathLst>
                  <a:path w="21339" h="21600" fill="norm" stroke="1" extrusionOk="0">
                    <a:moveTo>
                      <a:pt x="888" y="13631"/>
                    </a:moveTo>
                    <a:cubicBezTo>
                      <a:pt x="1577" y="15518"/>
                      <a:pt x="2726" y="16357"/>
                      <a:pt x="3875" y="16357"/>
                    </a:cubicBezTo>
                    <a:cubicBezTo>
                      <a:pt x="4105" y="16357"/>
                      <a:pt x="4450" y="16357"/>
                      <a:pt x="4794" y="16148"/>
                    </a:cubicBezTo>
                    <a:cubicBezTo>
                      <a:pt x="6518" y="19503"/>
                      <a:pt x="9160" y="21600"/>
                      <a:pt x="12033" y="21600"/>
                    </a:cubicBezTo>
                    <a:cubicBezTo>
                      <a:pt x="17203" y="21600"/>
                      <a:pt x="21339" y="15309"/>
                      <a:pt x="21339" y="7340"/>
                    </a:cubicBezTo>
                    <a:cubicBezTo>
                      <a:pt x="21339" y="3775"/>
                      <a:pt x="21339" y="3775"/>
                      <a:pt x="21339" y="3775"/>
                    </a:cubicBezTo>
                    <a:cubicBezTo>
                      <a:pt x="21339" y="1678"/>
                      <a:pt x="20420" y="0"/>
                      <a:pt x="19271" y="0"/>
                    </a:cubicBezTo>
                    <a:cubicBezTo>
                      <a:pt x="4909" y="0"/>
                      <a:pt x="4909" y="0"/>
                      <a:pt x="4909" y="0"/>
                    </a:cubicBezTo>
                    <a:cubicBezTo>
                      <a:pt x="3760" y="0"/>
                      <a:pt x="2726" y="1678"/>
                      <a:pt x="2726" y="3775"/>
                    </a:cubicBezTo>
                    <a:cubicBezTo>
                      <a:pt x="2726" y="3984"/>
                      <a:pt x="2726" y="3984"/>
                      <a:pt x="2726" y="3984"/>
                    </a:cubicBezTo>
                    <a:cubicBezTo>
                      <a:pt x="1233" y="4194"/>
                      <a:pt x="543" y="5872"/>
                      <a:pt x="313" y="6711"/>
                    </a:cubicBezTo>
                    <a:cubicBezTo>
                      <a:pt x="-261" y="8808"/>
                      <a:pt x="-31" y="11534"/>
                      <a:pt x="888" y="13631"/>
                    </a:cubicBezTo>
                    <a:close/>
                    <a:moveTo>
                      <a:pt x="4220" y="7340"/>
                    </a:moveTo>
                    <a:cubicBezTo>
                      <a:pt x="4220" y="3775"/>
                      <a:pt x="4220" y="3775"/>
                      <a:pt x="4220" y="3775"/>
                    </a:cubicBezTo>
                    <a:cubicBezTo>
                      <a:pt x="4220" y="3146"/>
                      <a:pt x="4565" y="2726"/>
                      <a:pt x="4909" y="2726"/>
                    </a:cubicBezTo>
                    <a:cubicBezTo>
                      <a:pt x="19271" y="2726"/>
                      <a:pt x="19271" y="2726"/>
                      <a:pt x="19271" y="2726"/>
                    </a:cubicBezTo>
                    <a:cubicBezTo>
                      <a:pt x="19616" y="2726"/>
                      <a:pt x="19845" y="3146"/>
                      <a:pt x="19845" y="3775"/>
                    </a:cubicBezTo>
                    <a:cubicBezTo>
                      <a:pt x="19845" y="7340"/>
                      <a:pt x="19845" y="7340"/>
                      <a:pt x="19845" y="7340"/>
                    </a:cubicBezTo>
                    <a:cubicBezTo>
                      <a:pt x="19845" y="13841"/>
                      <a:pt x="16399" y="18874"/>
                      <a:pt x="12033" y="18874"/>
                    </a:cubicBezTo>
                    <a:cubicBezTo>
                      <a:pt x="7782" y="18874"/>
                      <a:pt x="4220" y="13841"/>
                      <a:pt x="4220" y="7340"/>
                    </a:cubicBezTo>
                    <a:close/>
                    <a:moveTo>
                      <a:pt x="1577" y="7969"/>
                    </a:moveTo>
                    <a:cubicBezTo>
                      <a:pt x="1807" y="7340"/>
                      <a:pt x="2152" y="6920"/>
                      <a:pt x="2726" y="6711"/>
                    </a:cubicBezTo>
                    <a:cubicBezTo>
                      <a:pt x="2726" y="7340"/>
                      <a:pt x="2726" y="7340"/>
                      <a:pt x="2726" y="7340"/>
                    </a:cubicBezTo>
                    <a:cubicBezTo>
                      <a:pt x="2726" y="9647"/>
                      <a:pt x="3071" y="11744"/>
                      <a:pt x="3760" y="13631"/>
                    </a:cubicBezTo>
                    <a:cubicBezTo>
                      <a:pt x="2841" y="13631"/>
                      <a:pt x="2267" y="12583"/>
                      <a:pt x="2037" y="11953"/>
                    </a:cubicBezTo>
                    <a:cubicBezTo>
                      <a:pt x="1462" y="10695"/>
                      <a:pt x="1348" y="9017"/>
                      <a:pt x="1577" y="7969"/>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713" name="Group 8713"/>
            <p:cNvGrpSpPr/>
            <p:nvPr/>
          </p:nvGrpSpPr>
          <p:grpSpPr>
            <a:xfrm>
              <a:off x="4265630" y="3938406"/>
              <a:ext cx="502256" cy="497082"/>
              <a:chOff x="0" y="0"/>
              <a:chExt cx="502254" cy="497081"/>
            </a:xfrm>
          </p:grpSpPr>
          <p:sp>
            <p:nvSpPr>
              <p:cNvPr id="8711" name="Shape 8711"/>
              <p:cNvSpPr/>
              <p:nvPr/>
            </p:nvSpPr>
            <p:spPr>
              <a:xfrm rot="7782">
                <a:off x="560" y="566"/>
                <a:ext cx="501135" cy="495949"/>
              </a:xfrm>
              <a:custGeom>
                <a:avLst/>
                <a:gdLst/>
                <a:ahLst/>
                <a:cxnLst>
                  <a:cxn ang="0">
                    <a:pos x="wd2" y="hd2"/>
                  </a:cxn>
                  <a:cxn ang="5400000">
                    <a:pos x="wd2" y="hd2"/>
                  </a:cxn>
                  <a:cxn ang="10800000">
                    <a:pos x="wd2" y="hd2"/>
                  </a:cxn>
                  <a:cxn ang="16200000">
                    <a:pos x="wd2" y="hd2"/>
                  </a:cxn>
                </a:cxnLst>
                <a:rect l="0" t="0" r="r" b="b"/>
                <a:pathLst>
                  <a:path w="21541" h="21600" fill="norm" stroke="1" extrusionOk="0">
                    <a:moveTo>
                      <a:pt x="13055" y="21600"/>
                    </a:moveTo>
                    <a:cubicBezTo>
                      <a:pt x="13055" y="21600"/>
                      <a:pt x="12818" y="21600"/>
                      <a:pt x="12580" y="21360"/>
                    </a:cubicBezTo>
                    <a:cubicBezTo>
                      <a:pt x="237" y="9120"/>
                      <a:pt x="237" y="9120"/>
                      <a:pt x="237" y="9120"/>
                    </a:cubicBezTo>
                    <a:cubicBezTo>
                      <a:pt x="0" y="8880"/>
                      <a:pt x="0" y="8640"/>
                      <a:pt x="0" y="8400"/>
                    </a:cubicBezTo>
                    <a:cubicBezTo>
                      <a:pt x="0" y="720"/>
                      <a:pt x="0" y="720"/>
                      <a:pt x="0" y="720"/>
                    </a:cubicBezTo>
                    <a:cubicBezTo>
                      <a:pt x="0" y="240"/>
                      <a:pt x="237" y="0"/>
                      <a:pt x="712" y="0"/>
                    </a:cubicBezTo>
                    <a:cubicBezTo>
                      <a:pt x="8545" y="0"/>
                      <a:pt x="8545" y="0"/>
                      <a:pt x="8545" y="0"/>
                    </a:cubicBezTo>
                    <a:cubicBezTo>
                      <a:pt x="8782" y="0"/>
                      <a:pt x="9020" y="0"/>
                      <a:pt x="9020" y="240"/>
                    </a:cubicBezTo>
                    <a:cubicBezTo>
                      <a:pt x="21363" y="12480"/>
                      <a:pt x="21363" y="12480"/>
                      <a:pt x="21363" y="12480"/>
                    </a:cubicBezTo>
                    <a:cubicBezTo>
                      <a:pt x="21600" y="12960"/>
                      <a:pt x="21600" y="13440"/>
                      <a:pt x="21363" y="13680"/>
                    </a:cubicBezTo>
                    <a:cubicBezTo>
                      <a:pt x="13767" y="21360"/>
                      <a:pt x="13767" y="21360"/>
                      <a:pt x="13767" y="21360"/>
                    </a:cubicBezTo>
                    <a:cubicBezTo>
                      <a:pt x="13530" y="21600"/>
                      <a:pt x="13292" y="21600"/>
                      <a:pt x="13055" y="21600"/>
                    </a:cubicBezTo>
                    <a:close/>
                    <a:moveTo>
                      <a:pt x="1424" y="8160"/>
                    </a:moveTo>
                    <a:cubicBezTo>
                      <a:pt x="13055" y="19680"/>
                      <a:pt x="13055" y="19680"/>
                      <a:pt x="13055" y="19680"/>
                    </a:cubicBezTo>
                    <a:cubicBezTo>
                      <a:pt x="19701" y="13200"/>
                      <a:pt x="19701" y="13200"/>
                      <a:pt x="19701" y="13200"/>
                    </a:cubicBezTo>
                    <a:cubicBezTo>
                      <a:pt x="8308" y="1440"/>
                      <a:pt x="8308" y="1440"/>
                      <a:pt x="8308" y="1440"/>
                    </a:cubicBezTo>
                    <a:cubicBezTo>
                      <a:pt x="1424" y="1440"/>
                      <a:pt x="1424" y="1440"/>
                      <a:pt x="1424" y="1440"/>
                    </a:cubicBezTo>
                    <a:lnTo>
                      <a:pt x="1424" y="8160"/>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12" name="Shape 8712"/>
              <p:cNvSpPr/>
              <p:nvPr/>
            </p:nvSpPr>
            <p:spPr>
              <a:xfrm rot="7782">
                <a:off x="73104" y="69256"/>
                <a:ext cx="105102" cy="1051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232" y="3411"/>
                    </a:moveTo>
                    <a:cubicBezTo>
                      <a:pt x="14779" y="3411"/>
                      <a:pt x="18189" y="6821"/>
                      <a:pt x="18189" y="11368"/>
                    </a:cubicBezTo>
                    <a:cubicBezTo>
                      <a:pt x="18189" y="14779"/>
                      <a:pt x="14779" y="18189"/>
                      <a:pt x="10232" y="18189"/>
                    </a:cubicBezTo>
                    <a:cubicBezTo>
                      <a:pt x="6821" y="18189"/>
                      <a:pt x="3411" y="14779"/>
                      <a:pt x="3411" y="11368"/>
                    </a:cubicBezTo>
                    <a:cubicBezTo>
                      <a:pt x="3411" y="6821"/>
                      <a:pt x="6821" y="3411"/>
                      <a:pt x="10232" y="3411"/>
                    </a:cubicBezTo>
                    <a:moveTo>
                      <a:pt x="10232" y="0"/>
                    </a:moveTo>
                    <a:cubicBezTo>
                      <a:pt x="4547" y="0"/>
                      <a:pt x="0" y="4547"/>
                      <a:pt x="0" y="11368"/>
                    </a:cubicBezTo>
                    <a:cubicBezTo>
                      <a:pt x="0" y="17053"/>
                      <a:pt x="4547" y="21600"/>
                      <a:pt x="10232" y="21600"/>
                    </a:cubicBezTo>
                    <a:cubicBezTo>
                      <a:pt x="17053" y="21600"/>
                      <a:pt x="21600" y="17053"/>
                      <a:pt x="21600" y="11368"/>
                    </a:cubicBezTo>
                    <a:cubicBezTo>
                      <a:pt x="21600" y="4547"/>
                      <a:pt x="17053" y="0"/>
                      <a:pt x="10232" y="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716" name="Group 8716"/>
            <p:cNvGrpSpPr/>
            <p:nvPr/>
          </p:nvGrpSpPr>
          <p:grpSpPr>
            <a:xfrm>
              <a:off x="1779039" y="1355648"/>
              <a:ext cx="561127" cy="848771"/>
              <a:chOff x="0" y="0"/>
              <a:chExt cx="561125" cy="848770"/>
            </a:xfrm>
          </p:grpSpPr>
          <p:sp>
            <p:nvSpPr>
              <p:cNvPr id="8714" name="Shape 8714"/>
              <p:cNvSpPr/>
              <p:nvPr/>
            </p:nvSpPr>
            <p:spPr>
              <a:xfrm rot="7782">
                <a:off x="111985" y="100627"/>
                <a:ext cx="229941" cy="128657"/>
              </a:xfrm>
              <a:custGeom>
                <a:avLst/>
                <a:gdLst/>
                <a:ahLst/>
                <a:cxnLst>
                  <a:cxn ang="0">
                    <a:pos x="wd2" y="hd2"/>
                  </a:cxn>
                  <a:cxn ang="5400000">
                    <a:pos x="wd2" y="hd2"/>
                  </a:cxn>
                  <a:cxn ang="10800000">
                    <a:pos x="wd2" y="hd2"/>
                  </a:cxn>
                  <a:cxn ang="16200000">
                    <a:pos x="wd2" y="hd2"/>
                  </a:cxn>
                </a:cxnLst>
                <a:rect l="0" t="0" r="r" b="b"/>
                <a:pathLst>
                  <a:path w="21299" h="18394" fill="norm" stroke="1" extrusionOk="0">
                    <a:moveTo>
                      <a:pt x="20571" y="1594"/>
                    </a:moveTo>
                    <a:cubicBezTo>
                      <a:pt x="12343" y="-3206"/>
                      <a:pt x="3086" y="3194"/>
                      <a:pt x="0" y="15994"/>
                    </a:cubicBezTo>
                    <a:cubicBezTo>
                      <a:pt x="0" y="16794"/>
                      <a:pt x="514" y="18394"/>
                      <a:pt x="1029" y="18394"/>
                    </a:cubicBezTo>
                    <a:cubicBezTo>
                      <a:pt x="1543" y="18394"/>
                      <a:pt x="2057" y="18394"/>
                      <a:pt x="2057" y="17594"/>
                    </a:cubicBezTo>
                    <a:cubicBezTo>
                      <a:pt x="5143" y="6394"/>
                      <a:pt x="12857" y="794"/>
                      <a:pt x="20057" y="4794"/>
                    </a:cubicBezTo>
                    <a:cubicBezTo>
                      <a:pt x="20571" y="5594"/>
                      <a:pt x="21086" y="4794"/>
                      <a:pt x="21086" y="3994"/>
                    </a:cubicBezTo>
                    <a:cubicBezTo>
                      <a:pt x="21600" y="3194"/>
                      <a:pt x="21086" y="2394"/>
                      <a:pt x="20571" y="1594"/>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15" name="Shape 8715"/>
              <p:cNvSpPr/>
              <p:nvPr/>
            </p:nvSpPr>
            <p:spPr>
              <a:xfrm rot="7782">
                <a:off x="958" y="631"/>
                <a:ext cx="559210" cy="847508"/>
              </a:xfrm>
              <a:custGeom>
                <a:avLst/>
                <a:gdLst/>
                <a:ahLst/>
                <a:cxnLst>
                  <a:cxn ang="0">
                    <a:pos x="wd2" y="hd2"/>
                  </a:cxn>
                  <a:cxn ang="5400000">
                    <a:pos x="wd2" y="hd2"/>
                  </a:cxn>
                  <a:cxn ang="10800000">
                    <a:pos x="wd2" y="hd2"/>
                  </a:cxn>
                  <a:cxn ang="16200000">
                    <a:pos x="wd2" y="hd2"/>
                  </a:cxn>
                </a:cxnLst>
                <a:rect l="0" t="0" r="r" b="b"/>
                <a:pathLst>
                  <a:path w="19459" h="20567" fill="norm" stroke="1" extrusionOk="0">
                    <a:moveTo>
                      <a:pt x="19336" y="19220"/>
                    </a:moveTo>
                    <a:cubicBezTo>
                      <a:pt x="16057" y="13988"/>
                      <a:pt x="16057" y="13988"/>
                      <a:pt x="16057" y="13988"/>
                    </a:cubicBezTo>
                    <a:cubicBezTo>
                      <a:pt x="15864" y="13720"/>
                      <a:pt x="15286" y="13585"/>
                      <a:pt x="14707" y="13585"/>
                    </a:cubicBezTo>
                    <a:cubicBezTo>
                      <a:pt x="14129" y="12512"/>
                      <a:pt x="14129" y="12512"/>
                      <a:pt x="14129" y="12512"/>
                    </a:cubicBezTo>
                    <a:cubicBezTo>
                      <a:pt x="14129" y="12512"/>
                      <a:pt x="14129" y="12378"/>
                      <a:pt x="14129" y="12378"/>
                    </a:cubicBezTo>
                    <a:cubicBezTo>
                      <a:pt x="18371" y="10768"/>
                      <a:pt x="20300" y="7146"/>
                      <a:pt x="18179" y="3926"/>
                    </a:cubicBezTo>
                    <a:cubicBezTo>
                      <a:pt x="16057" y="572"/>
                      <a:pt x="10464" y="-904"/>
                      <a:pt x="5643" y="572"/>
                    </a:cubicBezTo>
                    <a:cubicBezTo>
                      <a:pt x="821" y="2048"/>
                      <a:pt x="-1300" y="6072"/>
                      <a:pt x="821" y="9292"/>
                    </a:cubicBezTo>
                    <a:cubicBezTo>
                      <a:pt x="2943" y="12512"/>
                      <a:pt x="8150" y="13988"/>
                      <a:pt x="12779" y="12915"/>
                    </a:cubicBezTo>
                    <a:cubicBezTo>
                      <a:pt x="12779" y="12915"/>
                      <a:pt x="12779" y="12915"/>
                      <a:pt x="12779" y="12915"/>
                    </a:cubicBezTo>
                    <a:cubicBezTo>
                      <a:pt x="13550" y="13988"/>
                      <a:pt x="13550" y="13988"/>
                      <a:pt x="13550" y="13988"/>
                    </a:cubicBezTo>
                    <a:cubicBezTo>
                      <a:pt x="13164" y="14256"/>
                      <a:pt x="12971" y="14525"/>
                      <a:pt x="13164" y="14927"/>
                    </a:cubicBezTo>
                    <a:cubicBezTo>
                      <a:pt x="16443" y="20159"/>
                      <a:pt x="16443" y="20159"/>
                      <a:pt x="16443" y="20159"/>
                    </a:cubicBezTo>
                    <a:cubicBezTo>
                      <a:pt x="16829" y="20562"/>
                      <a:pt x="17600" y="20696"/>
                      <a:pt x="18371" y="20428"/>
                    </a:cubicBezTo>
                    <a:cubicBezTo>
                      <a:pt x="19143" y="20159"/>
                      <a:pt x="19721" y="19623"/>
                      <a:pt x="19336" y="19220"/>
                    </a:cubicBezTo>
                    <a:close/>
                    <a:moveTo>
                      <a:pt x="12779" y="11707"/>
                    </a:moveTo>
                    <a:cubicBezTo>
                      <a:pt x="8729" y="12915"/>
                      <a:pt x="4100" y="11707"/>
                      <a:pt x="2364" y="8890"/>
                    </a:cubicBezTo>
                    <a:cubicBezTo>
                      <a:pt x="436" y="6072"/>
                      <a:pt x="2364" y="2853"/>
                      <a:pt x="6221" y="1645"/>
                    </a:cubicBezTo>
                    <a:cubicBezTo>
                      <a:pt x="10271" y="303"/>
                      <a:pt x="15093" y="1645"/>
                      <a:pt x="16829" y="4328"/>
                    </a:cubicBezTo>
                    <a:cubicBezTo>
                      <a:pt x="18564" y="7146"/>
                      <a:pt x="16829" y="10366"/>
                      <a:pt x="12779" y="11707"/>
                    </a:cubicBezTo>
                    <a:close/>
                  </a:path>
                </a:pathLst>
              </a:custGeom>
              <a:solidFill>
                <a:srgbClr val="40C0C0"/>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717" name="Shape 8717"/>
            <p:cNvSpPr/>
            <p:nvPr/>
          </p:nvSpPr>
          <p:spPr>
            <a:xfrm rot="7782">
              <a:off x="77155" y="1485912"/>
              <a:ext cx="1150495" cy="1307904"/>
            </a:xfrm>
            <a:custGeom>
              <a:avLst/>
              <a:gdLst/>
              <a:ahLst/>
              <a:cxnLst>
                <a:cxn ang="0">
                  <a:pos x="wd2" y="hd2"/>
                </a:cxn>
                <a:cxn ang="5400000">
                  <a:pos x="wd2" y="hd2"/>
                </a:cxn>
                <a:cxn ang="10800000">
                  <a:pos x="wd2" y="hd2"/>
                </a:cxn>
                <a:cxn ang="16200000">
                  <a:pos x="wd2" y="hd2"/>
                </a:cxn>
              </a:cxnLst>
              <a:rect l="0" t="0" r="r" b="b"/>
              <a:pathLst>
                <a:path w="20560" h="21397" fill="norm" stroke="1" extrusionOk="0">
                  <a:moveTo>
                    <a:pt x="17668" y="1521"/>
                  </a:moveTo>
                  <a:cubicBezTo>
                    <a:pt x="16082" y="342"/>
                    <a:pt x="14101" y="-203"/>
                    <a:pt x="12119" y="69"/>
                  </a:cubicBezTo>
                  <a:cubicBezTo>
                    <a:pt x="10038" y="251"/>
                    <a:pt x="8255" y="1158"/>
                    <a:pt x="7066" y="2610"/>
                  </a:cubicBezTo>
                  <a:cubicBezTo>
                    <a:pt x="5183" y="4789"/>
                    <a:pt x="4886" y="7784"/>
                    <a:pt x="6273" y="10143"/>
                  </a:cubicBezTo>
                  <a:cubicBezTo>
                    <a:pt x="923" y="16405"/>
                    <a:pt x="923" y="16405"/>
                    <a:pt x="923" y="16405"/>
                  </a:cubicBezTo>
                  <a:cubicBezTo>
                    <a:pt x="31" y="17404"/>
                    <a:pt x="-68" y="18402"/>
                    <a:pt x="31" y="18947"/>
                  </a:cubicBezTo>
                  <a:cubicBezTo>
                    <a:pt x="328" y="20308"/>
                    <a:pt x="1418" y="20943"/>
                    <a:pt x="1616" y="21034"/>
                  </a:cubicBezTo>
                  <a:cubicBezTo>
                    <a:pt x="2310" y="21397"/>
                    <a:pt x="2310" y="21397"/>
                    <a:pt x="2310" y="21397"/>
                  </a:cubicBezTo>
                  <a:cubicBezTo>
                    <a:pt x="3004" y="21215"/>
                    <a:pt x="3004" y="21215"/>
                    <a:pt x="3004" y="21215"/>
                  </a:cubicBezTo>
                  <a:cubicBezTo>
                    <a:pt x="7363" y="20217"/>
                    <a:pt x="7363" y="20217"/>
                    <a:pt x="7363" y="20217"/>
                  </a:cubicBezTo>
                  <a:cubicBezTo>
                    <a:pt x="8849" y="19854"/>
                    <a:pt x="8849" y="19854"/>
                    <a:pt x="8849" y="19854"/>
                  </a:cubicBezTo>
                  <a:cubicBezTo>
                    <a:pt x="8651" y="18402"/>
                    <a:pt x="8651" y="18402"/>
                    <a:pt x="8651" y="18402"/>
                  </a:cubicBezTo>
                  <a:cubicBezTo>
                    <a:pt x="8552" y="17767"/>
                    <a:pt x="8552" y="17767"/>
                    <a:pt x="8552" y="17767"/>
                  </a:cubicBezTo>
                  <a:cubicBezTo>
                    <a:pt x="9246" y="17676"/>
                    <a:pt x="9246" y="17676"/>
                    <a:pt x="9246" y="17676"/>
                  </a:cubicBezTo>
                  <a:cubicBezTo>
                    <a:pt x="10534" y="17585"/>
                    <a:pt x="10534" y="17585"/>
                    <a:pt x="10534" y="17585"/>
                  </a:cubicBezTo>
                  <a:cubicBezTo>
                    <a:pt x="10831" y="16405"/>
                    <a:pt x="10831" y="16405"/>
                    <a:pt x="10831" y="16405"/>
                  </a:cubicBezTo>
                  <a:cubicBezTo>
                    <a:pt x="11426" y="13683"/>
                    <a:pt x="11426" y="13683"/>
                    <a:pt x="11426" y="13683"/>
                  </a:cubicBezTo>
                  <a:cubicBezTo>
                    <a:pt x="12218" y="13864"/>
                    <a:pt x="13011" y="13864"/>
                    <a:pt x="13903" y="13773"/>
                  </a:cubicBezTo>
                  <a:cubicBezTo>
                    <a:pt x="15884" y="13592"/>
                    <a:pt x="17668" y="12684"/>
                    <a:pt x="18956" y="11232"/>
                  </a:cubicBezTo>
                  <a:cubicBezTo>
                    <a:pt x="21532" y="8237"/>
                    <a:pt x="20938" y="3881"/>
                    <a:pt x="17668" y="1521"/>
                  </a:cubicBezTo>
                  <a:close/>
                  <a:moveTo>
                    <a:pt x="17470" y="10234"/>
                  </a:moveTo>
                  <a:cubicBezTo>
                    <a:pt x="16479" y="11323"/>
                    <a:pt x="15092" y="12049"/>
                    <a:pt x="13704" y="12231"/>
                  </a:cubicBezTo>
                  <a:cubicBezTo>
                    <a:pt x="12615" y="12321"/>
                    <a:pt x="11525" y="12140"/>
                    <a:pt x="10534" y="11686"/>
                  </a:cubicBezTo>
                  <a:cubicBezTo>
                    <a:pt x="9840" y="12503"/>
                    <a:pt x="9840" y="12503"/>
                    <a:pt x="9840" y="12503"/>
                  </a:cubicBezTo>
                  <a:cubicBezTo>
                    <a:pt x="9048" y="16042"/>
                    <a:pt x="9048" y="16042"/>
                    <a:pt x="9048" y="16042"/>
                  </a:cubicBezTo>
                  <a:cubicBezTo>
                    <a:pt x="6571" y="16315"/>
                    <a:pt x="6571" y="16315"/>
                    <a:pt x="6571" y="16315"/>
                  </a:cubicBezTo>
                  <a:cubicBezTo>
                    <a:pt x="6868" y="18584"/>
                    <a:pt x="6868" y="18584"/>
                    <a:pt x="6868" y="18584"/>
                  </a:cubicBezTo>
                  <a:cubicBezTo>
                    <a:pt x="2607" y="19673"/>
                    <a:pt x="2607" y="19673"/>
                    <a:pt x="2607" y="19673"/>
                  </a:cubicBezTo>
                  <a:cubicBezTo>
                    <a:pt x="2607" y="19673"/>
                    <a:pt x="1022" y="18856"/>
                    <a:pt x="2310" y="17404"/>
                  </a:cubicBezTo>
                  <a:cubicBezTo>
                    <a:pt x="3301" y="16224"/>
                    <a:pt x="7165" y="11777"/>
                    <a:pt x="8453" y="10234"/>
                  </a:cubicBezTo>
                  <a:cubicBezTo>
                    <a:pt x="6769" y="8328"/>
                    <a:pt x="6769" y="5605"/>
                    <a:pt x="8453" y="3700"/>
                  </a:cubicBezTo>
                  <a:cubicBezTo>
                    <a:pt x="9444" y="2520"/>
                    <a:pt x="10831" y="1794"/>
                    <a:pt x="12317" y="1703"/>
                  </a:cubicBezTo>
                  <a:cubicBezTo>
                    <a:pt x="13704" y="1521"/>
                    <a:pt x="15290" y="1884"/>
                    <a:pt x="16578" y="2792"/>
                  </a:cubicBezTo>
                  <a:cubicBezTo>
                    <a:pt x="19055" y="4607"/>
                    <a:pt x="19451" y="7874"/>
                    <a:pt x="17470" y="10234"/>
                  </a:cubicBez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18" name="Shape 8718"/>
            <p:cNvSpPr/>
            <p:nvPr/>
          </p:nvSpPr>
          <p:spPr>
            <a:xfrm rot="7782">
              <a:off x="683560" y="1725512"/>
              <a:ext cx="294881" cy="296873"/>
            </a:xfrm>
            <a:custGeom>
              <a:avLst/>
              <a:gdLst/>
              <a:ahLst/>
              <a:cxnLst>
                <a:cxn ang="0">
                  <a:pos x="wd2" y="hd2"/>
                </a:cxn>
                <a:cxn ang="5400000">
                  <a:pos x="wd2" y="hd2"/>
                </a:cxn>
                <a:cxn ang="10800000">
                  <a:pos x="wd2" y="hd2"/>
                </a:cxn>
                <a:cxn ang="16200000">
                  <a:pos x="wd2" y="hd2"/>
                </a:cxn>
              </a:cxnLst>
              <a:rect l="0" t="0" r="r" b="b"/>
              <a:pathLst>
                <a:path w="19201" h="20337" fill="norm" stroke="1" extrusionOk="0">
                  <a:moveTo>
                    <a:pt x="2040" y="3663"/>
                  </a:moveTo>
                  <a:cubicBezTo>
                    <a:pt x="-1200" y="8211"/>
                    <a:pt x="-480" y="14653"/>
                    <a:pt x="3480" y="18063"/>
                  </a:cubicBezTo>
                  <a:cubicBezTo>
                    <a:pt x="5640" y="19579"/>
                    <a:pt x="8160" y="20337"/>
                    <a:pt x="10680" y="20337"/>
                  </a:cubicBezTo>
                  <a:cubicBezTo>
                    <a:pt x="13200" y="19958"/>
                    <a:pt x="15720" y="18442"/>
                    <a:pt x="17160" y="16548"/>
                  </a:cubicBezTo>
                  <a:cubicBezTo>
                    <a:pt x="20400" y="12000"/>
                    <a:pt x="19680" y="5558"/>
                    <a:pt x="15720" y="2148"/>
                  </a:cubicBezTo>
                  <a:cubicBezTo>
                    <a:pt x="11400" y="-1263"/>
                    <a:pt x="5280" y="-505"/>
                    <a:pt x="2040" y="3663"/>
                  </a:cubicBezTo>
                  <a:close/>
                  <a:moveTo>
                    <a:pt x="14640" y="14274"/>
                  </a:moveTo>
                  <a:cubicBezTo>
                    <a:pt x="12480" y="17305"/>
                    <a:pt x="8160" y="17684"/>
                    <a:pt x="5640" y="15411"/>
                  </a:cubicBezTo>
                  <a:cubicBezTo>
                    <a:pt x="2760" y="13137"/>
                    <a:pt x="2400" y="8969"/>
                    <a:pt x="4560" y="5937"/>
                  </a:cubicBezTo>
                  <a:cubicBezTo>
                    <a:pt x="5640" y="4421"/>
                    <a:pt x="7080" y="3663"/>
                    <a:pt x="8880" y="3284"/>
                  </a:cubicBezTo>
                  <a:cubicBezTo>
                    <a:pt x="10680" y="2905"/>
                    <a:pt x="12120" y="3663"/>
                    <a:pt x="13560" y="4800"/>
                  </a:cubicBezTo>
                  <a:cubicBezTo>
                    <a:pt x="16440" y="7074"/>
                    <a:pt x="16800" y="11242"/>
                    <a:pt x="14640" y="14274"/>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19" name="Shape 8719"/>
            <p:cNvSpPr/>
            <p:nvPr/>
          </p:nvSpPr>
          <p:spPr>
            <a:xfrm rot="7782">
              <a:off x="785255" y="2229960"/>
              <a:ext cx="673303" cy="5320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851" y="1800"/>
                  </a:moveTo>
                  <a:cubicBezTo>
                    <a:pt x="18030" y="1800"/>
                    <a:pt x="18208" y="2025"/>
                    <a:pt x="18387" y="2025"/>
                  </a:cubicBezTo>
                  <a:cubicBezTo>
                    <a:pt x="19815" y="4050"/>
                    <a:pt x="19815" y="4050"/>
                    <a:pt x="19815" y="4050"/>
                  </a:cubicBezTo>
                  <a:cubicBezTo>
                    <a:pt x="20172" y="4275"/>
                    <a:pt x="20172" y="4950"/>
                    <a:pt x="19815" y="5175"/>
                  </a:cubicBezTo>
                  <a:cubicBezTo>
                    <a:pt x="8569" y="19575"/>
                    <a:pt x="8569" y="19575"/>
                    <a:pt x="8569" y="19575"/>
                  </a:cubicBezTo>
                  <a:cubicBezTo>
                    <a:pt x="8390" y="19800"/>
                    <a:pt x="8212" y="19800"/>
                    <a:pt x="8033" y="19800"/>
                  </a:cubicBezTo>
                  <a:cubicBezTo>
                    <a:pt x="8033" y="19800"/>
                    <a:pt x="8033" y="19800"/>
                    <a:pt x="8033" y="19800"/>
                  </a:cubicBezTo>
                  <a:cubicBezTo>
                    <a:pt x="8033" y="19800"/>
                    <a:pt x="8033" y="19800"/>
                    <a:pt x="7855" y="19800"/>
                  </a:cubicBezTo>
                  <a:cubicBezTo>
                    <a:pt x="7676" y="19800"/>
                    <a:pt x="7498" y="19800"/>
                    <a:pt x="7498" y="19575"/>
                  </a:cubicBezTo>
                  <a:cubicBezTo>
                    <a:pt x="1785" y="12375"/>
                    <a:pt x="1785" y="12375"/>
                    <a:pt x="1785" y="12375"/>
                  </a:cubicBezTo>
                  <a:cubicBezTo>
                    <a:pt x="1428" y="11925"/>
                    <a:pt x="1428" y="11475"/>
                    <a:pt x="1785" y="11025"/>
                  </a:cubicBezTo>
                  <a:cubicBezTo>
                    <a:pt x="3213" y="9225"/>
                    <a:pt x="3213" y="9225"/>
                    <a:pt x="3213" y="9225"/>
                  </a:cubicBezTo>
                  <a:cubicBezTo>
                    <a:pt x="3392" y="9000"/>
                    <a:pt x="3570" y="9000"/>
                    <a:pt x="3749" y="9000"/>
                  </a:cubicBezTo>
                  <a:cubicBezTo>
                    <a:pt x="3927" y="9000"/>
                    <a:pt x="4106" y="9000"/>
                    <a:pt x="4284" y="9225"/>
                  </a:cubicBezTo>
                  <a:cubicBezTo>
                    <a:pt x="8033" y="13950"/>
                    <a:pt x="8033" y="13950"/>
                    <a:pt x="8033" y="13950"/>
                  </a:cubicBezTo>
                  <a:cubicBezTo>
                    <a:pt x="17316" y="2025"/>
                    <a:pt x="17316" y="2025"/>
                    <a:pt x="17316" y="2025"/>
                  </a:cubicBezTo>
                  <a:cubicBezTo>
                    <a:pt x="17494" y="2025"/>
                    <a:pt x="17673" y="1800"/>
                    <a:pt x="17851" y="1800"/>
                  </a:cubicBezTo>
                  <a:moveTo>
                    <a:pt x="6426" y="20925"/>
                  </a:moveTo>
                  <a:cubicBezTo>
                    <a:pt x="6783" y="21375"/>
                    <a:pt x="7319" y="21600"/>
                    <a:pt x="7855" y="21600"/>
                  </a:cubicBezTo>
                  <a:cubicBezTo>
                    <a:pt x="8033" y="21600"/>
                    <a:pt x="8033" y="21600"/>
                    <a:pt x="8033" y="21600"/>
                  </a:cubicBezTo>
                  <a:cubicBezTo>
                    <a:pt x="8033" y="21600"/>
                    <a:pt x="8033" y="21600"/>
                    <a:pt x="8033" y="21600"/>
                  </a:cubicBezTo>
                  <a:cubicBezTo>
                    <a:pt x="8569" y="21600"/>
                    <a:pt x="9104" y="21375"/>
                    <a:pt x="9461" y="20925"/>
                  </a:cubicBezTo>
                  <a:cubicBezTo>
                    <a:pt x="20886" y="6525"/>
                    <a:pt x="20886" y="6525"/>
                    <a:pt x="20886" y="6525"/>
                  </a:cubicBezTo>
                  <a:cubicBezTo>
                    <a:pt x="21243" y="6075"/>
                    <a:pt x="21600" y="5400"/>
                    <a:pt x="21600" y="4725"/>
                  </a:cubicBezTo>
                  <a:cubicBezTo>
                    <a:pt x="21600" y="3825"/>
                    <a:pt x="21243" y="3150"/>
                    <a:pt x="20886" y="2700"/>
                  </a:cubicBezTo>
                  <a:cubicBezTo>
                    <a:pt x="19458" y="900"/>
                    <a:pt x="19458" y="900"/>
                    <a:pt x="19458" y="900"/>
                  </a:cubicBezTo>
                  <a:cubicBezTo>
                    <a:pt x="18922" y="450"/>
                    <a:pt x="18387" y="0"/>
                    <a:pt x="17851" y="0"/>
                  </a:cubicBezTo>
                  <a:cubicBezTo>
                    <a:pt x="17851" y="0"/>
                    <a:pt x="17851" y="0"/>
                    <a:pt x="17851" y="0"/>
                  </a:cubicBezTo>
                  <a:cubicBezTo>
                    <a:pt x="17316" y="0"/>
                    <a:pt x="16780" y="450"/>
                    <a:pt x="16423" y="900"/>
                  </a:cubicBezTo>
                  <a:cubicBezTo>
                    <a:pt x="8033" y="11475"/>
                    <a:pt x="8033" y="11475"/>
                    <a:pt x="8033" y="11475"/>
                  </a:cubicBezTo>
                  <a:cubicBezTo>
                    <a:pt x="5177" y="7875"/>
                    <a:pt x="5177" y="7875"/>
                    <a:pt x="5177" y="7875"/>
                  </a:cubicBezTo>
                  <a:cubicBezTo>
                    <a:pt x="4820" y="7425"/>
                    <a:pt x="4284" y="7200"/>
                    <a:pt x="3749" y="7200"/>
                  </a:cubicBezTo>
                  <a:cubicBezTo>
                    <a:pt x="3213" y="7200"/>
                    <a:pt x="2678" y="7425"/>
                    <a:pt x="2142" y="7875"/>
                  </a:cubicBezTo>
                  <a:cubicBezTo>
                    <a:pt x="714" y="9900"/>
                    <a:pt x="714" y="9900"/>
                    <a:pt x="714" y="9900"/>
                  </a:cubicBezTo>
                  <a:cubicBezTo>
                    <a:pt x="357" y="10350"/>
                    <a:pt x="0" y="11025"/>
                    <a:pt x="0" y="11700"/>
                  </a:cubicBezTo>
                  <a:cubicBezTo>
                    <a:pt x="0" y="12375"/>
                    <a:pt x="357" y="13050"/>
                    <a:pt x="714" y="13500"/>
                  </a:cubicBezTo>
                  <a:lnTo>
                    <a:pt x="6426" y="20925"/>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0" name="Shape 8720"/>
            <p:cNvSpPr/>
            <p:nvPr/>
          </p:nvSpPr>
          <p:spPr>
            <a:xfrm rot="7782">
              <a:off x="5906593" y="1381416"/>
              <a:ext cx="1008313" cy="14024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147" y="0"/>
                  </a:moveTo>
                  <a:lnTo>
                    <a:pt x="0" y="3187"/>
                  </a:lnTo>
                  <a:lnTo>
                    <a:pt x="12453" y="21600"/>
                  </a:lnTo>
                  <a:lnTo>
                    <a:pt x="21600" y="18464"/>
                  </a:lnTo>
                  <a:lnTo>
                    <a:pt x="9147" y="0"/>
                  </a:lnTo>
                  <a:close/>
                  <a:moveTo>
                    <a:pt x="8865" y="1922"/>
                  </a:moveTo>
                  <a:lnTo>
                    <a:pt x="7247" y="2479"/>
                  </a:lnTo>
                  <a:lnTo>
                    <a:pt x="7950" y="3592"/>
                  </a:lnTo>
                  <a:lnTo>
                    <a:pt x="9569" y="2985"/>
                  </a:lnTo>
                  <a:lnTo>
                    <a:pt x="10061" y="3693"/>
                  </a:lnTo>
                  <a:lnTo>
                    <a:pt x="6473" y="4957"/>
                  </a:lnTo>
                  <a:lnTo>
                    <a:pt x="7247" y="5969"/>
                  </a:lnTo>
                  <a:lnTo>
                    <a:pt x="10765" y="4806"/>
                  </a:lnTo>
                  <a:lnTo>
                    <a:pt x="11257" y="5463"/>
                  </a:lnTo>
                  <a:lnTo>
                    <a:pt x="9569" y="6070"/>
                  </a:lnTo>
                  <a:lnTo>
                    <a:pt x="10272" y="7183"/>
                  </a:lnTo>
                  <a:lnTo>
                    <a:pt x="12102" y="6576"/>
                  </a:lnTo>
                  <a:lnTo>
                    <a:pt x="12594" y="7284"/>
                  </a:lnTo>
                  <a:lnTo>
                    <a:pt x="9006" y="8549"/>
                  </a:lnTo>
                  <a:lnTo>
                    <a:pt x="9709" y="9662"/>
                  </a:lnTo>
                  <a:lnTo>
                    <a:pt x="13298" y="8397"/>
                  </a:lnTo>
                  <a:lnTo>
                    <a:pt x="13720" y="9055"/>
                  </a:lnTo>
                  <a:lnTo>
                    <a:pt x="12102" y="9662"/>
                  </a:lnTo>
                  <a:lnTo>
                    <a:pt x="12805" y="10775"/>
                  </a:lnTo>
                  <a:lnTo>
                    <a:pt x="14494" y="10168"/>
                  </a:lnTo>
                  <a:lnTo>
                    <a:pt x="14916" y="10926"/>
                  </a:lnTo>
                  <a:lnTo>
                    <a:pt x="11398" y="12141"/>
                  </a:lnTo>
                  <a:lnTo>
                    <a:pt x="12242" y="13253"/>
                  </a:lnTo>
                  <a:lnTo>
                    <a:pt x="15760" y="11989"/>
                  </a:lnTo>
                  <a:lnTo>
                    <a:pt x="16253" y="12748"/>
                  </a:lnTo>
                  <a:lnTo>
                    <a:pt x="14494" y="13355"/>
                  </a:lnTo>
                  <a:lnTo>
                    <a:pt x="15268" y="14366"/>
                  </a:lnTo>
                  <a:lnTo>
                    <a:pt x="16956" y="13860"/>
                  </a:lnTo>
                  <a:lnTo>
                    <a:pt x="17449" y="14518"/>
                  </a:lnTo>
                  <a:lnTo>
                    <a:pt x="13861" y="15732"/>
                  </a:lnTo>
                  <a:lnTo>
                    <a:pt x="14564" y="16845"/>
                  </a:lnTo>
                  <a:lnTo>
                    <a:pt x="18152" y="15631"/>
                  </a:lnTo>
                  <a:lnTo>
                    <a:pt x="18645" y="16339"/>
                  </a:lnTo>
                  <a:lnTo>
                    <a:pt x="16956" y="16896"/>
                  </a:lnTo>
                  <a:lnTo>
                    <a:pt x="17660" y="18008"/>
                  </a:lnTo>
                  <a:lnTo>
                    <a:pt x="19419" y="17401"/>
                  </a:lnTo>
                  <a:lnTo>
                    <a:pt x="19841" y="18008"/>
                  </a:lnTo>
                  <a:lnTo>
                    <a:pt x="13157" y="20335"/>
                  </a:lnTo>
                  <a:lnTo>
                    <a:pt x="1759" y="3592"/>
                  </a:lnTo>
                  <a:lnTo>
                    <a:pt x="8373" y="1315"/>
                  </a:lnTo>
                  <a:lnTo>
                    <a:pt x="8865" y="1922"/>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1" name="Shape 8721"/>
            <p:cNvSpPr/>
            <p:nvPr/>
          </p:nvSpPr>
          <p:spPr>
            <a:xfrm rot="7782">
              <a:off x="5067873" y="2022668"/>
              <a:ext cx="482809" cy="11758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33" y="1327"/>
                  </a:moveTo>
                  <a:lnTo>
                    <a:pt x="15869" y="0"/>
                  </a:lnTo>
                  <a:lnTo>
                    <a:pt x="5878" y="0"/>
                  </a:lnTo>
                  <a:lnTo>
                    <a:pt x="3673" y="1327"/>
                  </a:lnTo>
                  <a:lnTo>
                    <a:pt x="6171" y="4404"/>
                  </a:lnTo>
                  <a:lnTo>
                    <a:pt x="0" y="16773"/>
                  </a:lnTo>
                  <a:lnTo>
                    <a:pt x="10580" y="21600"/>
                  </a:lnTo>
                  <a:lnTo>
                    <a:pt x="21600" y="16773"/>
                  </a:lnTo>
                  <a:lnTo>
                    <a:pt x="15282" y="4404"/>
                  </a:lnTo>
                  <a:lnTo>
                    <a:pt x="17633" y="1327"/>
                  </a:lnTo>
                  <a:close/>
                  <a:moveTo>
                    <a:pt x="7200" y="1026"/>
                  </a:moveTo>
                  <a:lnTo>
                    <a:pt x="14106" y="1026"/>
                  </a:lnTo>
                  <a:lnTo>
                    <a:pt x="14841" y="1448"/>
                  </a:lnTo>
                  <a:lnTo>
                    <a:pt x="12784" y="3741"/>
                  </a:lnTo>
                  <a:lnTo>
                    <a:pt x="8376" y="3741"/>
                  </a:lnTo>
                  <a:lnTo>
                    <a:pt x="6612" y="1448"/>
                  </a:lnTo>
                  <a:lnTo>
                    <a:pt x="7200" y="1026"/>
                  </a:lnTo>
                  <a:close/>
                  <a:moveTo>
                    <a:pt x="4702" y="12731"/>
                  </a:moveTo>
                  <a:lnTo>
                    <a:pt x="16016" y="17618"/>
                  </a:lnTo>
                  <a:lnTo>
                    <a:pt x="13812" y="18523"/>
                  </a:lnTo>
                  <a:lnTo>
                    <a:pt x="3967" y="14480"/>
                  </a:lnTo>
                  <a:lnTo>
                    <a:pt x="4702" y="12731"/>
                  </a:lnTo>
                  <a:close/>
                  <a:moveTo>
                    <a:pt x="4849" y="12127"/>
                  </a:moveTo>
                  <a:lnTo>
                    <a:pt x="5878" y="10378"/>
                  </a:lnTo>
                  <a:lnTo>
                    <a:pt x="18367" y="15747"/>
                  </a:lnTo>
                  <a:lnTo>
                    <a:pt x="18514" y="16472"/>
                  </a:lnTo>
                  <a:lnTo>
                    <a:pt x="16751" y="17196"/>
                  </a:lnTo>
                  <a:lnTo>
                    <a:pt x="4849" y="12127"/>
                  </a:lnTo>
                  <a:close/>
                  <a:moveTo>
                    <a:pt x="6171" y="9774"/>
                  </a:moveTo>
                  <a:lnTo>
                    <a:pt x="6906" y="8266"/>
                  </a:lnTo>
                  <a:lnTo>
                    <a:pt x="16310" y="12127"/>
                  </a:lnTo>
                  <a:lnTo>
                    <a:pt x="17780" y="14782"/>
                  </a:lnTo>
                  <a:lnTo>
                    <a:pt x="6171" y="9774"/>
                  </a:lnTo>
                  <a:close/>
                  <a:moveTo>
                    <a:pt x="7200" y="7663"/>
                  </a:moveTo>
                  <a:lnTo>
                    <a:pt x="8082" y="5792"/>
                  </a:lnTo>
                  <a:lnTo>
                    <a:pt x="14841" y="8749"/>
                  </a:lnTo>
                  <a:lnTo>
                    <a:pt x="15869" y="11222"/>
                  </a:lnTo>
                  <a:lnTo>
                    <a:pt x="7200" y="7663"/>
                  </a:lnTo>
                  <a:close/>
                  <a:moveTo>
                    <a:pt x="3380" y="15084"/>
                  </a:moveTo>
                  <a:lnTo>
                    <a:pt x="12784" y="18945"/>
                  </a:lnTo>
                  <a:lnTo>
                    <a:pt x="10580" y="19971"/>
                  </a:lnTo>
                  <a:lnTo>
                    <a:pt x="2939" y="16472"/>
                  </a:lnTo>
                  <a:lnTo>
                    <a:pt x="3380" y="15084"/>
                  </a:lnTo>
                  <a:close/>
                  <a:moveTo>
                    <a:pt x="12784" y="4887"/>
                  </a:moveTo>
                  <a:lnTo>
                    <a:pt x="14400" y="7723"/>
                  </a:lnTo>
                  <a:lnTo>
                    <a:pt x="8376" y="5189"/>
                  </a:lnTo>
                  <a:lnTo>
                    <a:pt x="8669" y="4887"/>
                  </a:lnTo>
                  <a:lnTo>
                    <a:pt x="12784" y="4887"/>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741" name="Group 8741"/>
            <p:cNvGrpSpPr/>
            <p:nvPr/>
          </p:nvGrpSpPr>
          <p:grpSpPr>
            <a:xfrm>
              <a:off x="5586444" y="2134968"/>
              <a:ext cx="553222" cy="638425"/>
              <a:chOff x="0" y="0"/>
              <a:chExt cx="553220" cy="638423"/>
            </a:xfrm>
          </p:grpSpPr>
          <p:sp>
            <p:nvSpPr>
              <p:cNvPr id="8722" name="Shape 8722"/>
              <p:cNvSpPr/>
              <p:nvPr/>
            </p:nvSpPr>
            <p:spPr>
              <a:xfrm rot="7782">
                <a:off x="720" y="623"/>
                <a:ext cx="551781" cy="6371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82" y="21600"/>
                    </a:moveTo>
                    <a:cubicBezTo>
                      <a:pt x="19636" y="21600"/>
                      <a:pt x="19636" y="21600"/>
                      <a:pt x="19636" y="21600"/>
                    </a:cubicBezTo>
                    <a:cubicBezTo>
                      <a:pt x="20727" y="21600"/>
                      <a:pt x="21600" y="20849"/>
                      <a:pt x="21600" y="19910"/>
                    </a:cubicBezTo>
                    <a:cubicBezTo>
                      <a:pt x="21600" y="1878"/>
                      <a:pt x="21600" y="1878"/>
                      <a:pt x="21600" y="1878"/>
                    </a:cubicBezTo>
                    <a:cubicBezTo>
                      <a:pt x="21600" y="939"/>
                      <a:pt x="20727" y="0"/>
                      <a:pt x="19636" y="0"/>
                    </a:cubicBezTo>
                    <a:cubicBezTo>
                      <a:pt x="2182" y="0"/>
                      <a:pt x="2182" y="0"/>
                      <a:pt x="2182" y="0"/>
                    </a:cubicBezTo>
                    <a:cubicBezTo>
                      <a:pt x="1091" y="0"/>
                      <a:pt x="0" y="939"/>
                      <a:pt x="0" y="1878"/>
                    </a:cubicBezTo>
                    <a:cubicBezTo>
                      <a:pt x="0" y="19910"/>
                      <a:pt x="0" y="19910"/>
                      <a:pt x="0" y="19910"/>
                    </a:cubicBezTo>
                    <a:cubicBezTo>
                      <a:pt x="0" y="20849"/>
                      <a:pt x="1091" y="21600"/>
                      <a:pt x="2182" y="21600"/>
                    </a:cubicBezTo>
                    <a:close/>
                    <a:moveTo>
                      <a:pt x="1527" y="1878"/>
                    </a:moveTo>
                    <a:cubicBezTo>
                      <a:pt x="1527" y="1503"/>
                      <a:pt x="1745" y="1315"/>
                      <a:pt x="2182" y="1315"/>
                    </a:cubicBezTo>
                    <a:cubicBezTo>
                      <a:pt x="19636" y="1315"/>
                      <a:pt x="19636" y="1315"/>
                      <a:pt x="19636" y="1315"/>
                    </a:cubicBezTo>
                    <a:cubicBezTo>
                      <a:pt x="20073" y="1315"/>
                      <a:pt x="20291" y="1503"/>
                      <a:pt x="20291" y="1878"/>
                    </a:cubicBezTo>
                    <a:cubicBezTo>
                      <a:pt x="20291" y="19910"/>
                      <a:pt x="20291" y="19910"/>
                      <a:pt x="20291" y="19910"/>
                    </a:cubicBezTo>
                    <a:cubicBezTo>
                      <a:pt x="20291" y="20097"/>
                      <a:pt x="20073" y="20473"/>
                      <a:pt x="19636" y="20473"/>
                    </a:cubicBezTo>
                    <a:cubicBezTo>
                      <a:pt x="2182" y="20473"/>
                      <a:pt x="2182" y="20473"/>
                      <a:pt x="2182" y="20473"/>
                    </a:cubicBezTo>
                    <a:cubicBezTo>
                      <a:pt x="1745" y="20473"/>
                      <a:pt x="1527" y="20097"/>
                      <a:pt x="1527" y="19910"/>
                    </a:cubicBezTo>
                    <a:lnTo>
                      <a:pt x="1527" y="1878"/>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3" name="Shape 8723"/>
              <p:cNvSpPr/>
              <p:nvPr/>
            </p:nvSpPr>
            <p:spPr>
              <a:xfrm rot="7782">
                <a:off x="56992" y="56463"/>
                <a:ext cx="443395" cy="1379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0" y="21600"/>
                    </a:moveTo>
                    <a:cubicBezTo>
                      <a:pt x="20250" y="21600"/>
                      <a:pt x="20250" y="21600"/>
                      <a:pt x="20250" y="21600"/>
                    </a:cubicBezTo>
                    <a:cubicBezTo>
                      <a:pt x="21060" y="21600"/>
                      <a:pt x="21600" y="19872"/>
                      <a:pt x="21600" y="17280"/>
                    </a:cubicBezTo>
                    <a:cubicBezTo>
                      <a:pt x="21600" y="5184"/>
                      <a:pt x="21600" y="5184"/>
                      <a:pt x="21600" y="5184"/>
                    </a:cubicBezTo>
                    <a:cubicBezTo>
                      <a:pt x="21600" y="2592"/>
                      <a:pt x="21060" y="0"/>
                      <a:pt x="20250" y="0"/>
                    </a:cubicBezTo>
                    <a:cubicBezTo>
                      <a:pt x="1350" y="0"/>
                      <a:pt x="1350" y="0"/>
                      <a:pt x="1350" y="0"/>
                    </a:cubicBezTo>
                    <a:cubicBezTo>
                      <a:pt x="540" y="0"/>
                      <a:pt x="0" y="2592"/>
                      <a:pt x="0" y="5184"/>
                    </a:cubicBezTo>
                    <a:cubicBezTo>
                      <a:pt x="0" y="17280"/>
                      <a:pt x="0" y="17280"/>
                      <a:pt x="0" y="17280"/>
                    </a:cubicBezTo>
                    <a:cubicBezTo>
                      <a:pt x="0" y="19872"/>
                      <a:pt x="540" y="21600"/>
                      <a:pt x="1350" y="21600"/>
                    </a:cubicBezTo>
                    <a:close/>
                    <a:moveTo>
                      <a:pt x="810" y="5184"/>
                    </a:moveTo>
                    <a:cubicBezTo>
                      <a:pt x="810" y="3456"/>
                      <a:pt x="1080" y="3456"/>
                      <a:pt x="1350" y="3456"/>
                    </a:cubicBezTo>
                    <a:cubicBezTo>
                      <a:pt x="20250" y="3456"/>
                      <a:pt x="20250" y="3456"/>
                      <a:pt x="20250" y="3456"/>
                    </a:cubicBezTo>
                    <a:cubicBezTo>
                      <a:pt x="20520" y="3456"/>
                      <a:pt x="20790" y="3456"/>
                      <a:pt x="20790" y="5184"/>
                    </a:cubicBezTo>
                    <a:cubicBezTo>
                      <a:pt x="20790" y="17280"/>
                      <a:pt x="20790" y="17280"/>
                      <a:pt x="20790" y="17280"/>
                    </a:cubicBezTo>
                    <a:cubicBezTo>
                      <a:pt x="20790" y="18144"/>
                      <a:pt x="20520" y="19008"/>
                      <a:pt x="20250" y="19008"/>
                    </a:cubicBezTo>
                    <a:cubicBezTo>
                      <a:pt x="1350" y="19008"/>
                      <a:pt x="1350" y="19008"/>
                      <a:pt x="1350" y="19008"/>
                    </a:cubicBezTo>
                    <a:cubicBezTo>
                      <a:pt x="1080" y="19008"/>
                      <a:pt x="810" y="18144"/>
                      <a:pt x="810" y="17280"/>
                    </a:cubicBezTo>
                    <a:lnTo>
                      <a:pt x="810" y="5184"/>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4" name="Shape 8724"/>
              <p:cNvSpPr/>
              <p:nvPr/>
            </p:nvSpPr>
            <p:spPr>
              <a:xfrm rot="7782">
                <a:off x="263904" y="92587"/>
                <a:ext cx="26275" cy="72257"/>
              </a:xfrm>
              <a:prstGeom prst="rect">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5" name="Shape 8725"/>
              <p:cNvSpPr/>
              <p:nvPr/>
            </p:nvSpPr>
            <p:spPr>
              <a:xfrm rot="7782">
                <a:off x="306600" y="92688"/>
                <a:ext cx="29559" cy="72257"/>
              </a:xfrm>
              <a:prstGeom prst="rect">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6" name="Shape 8726"/>
              <p:cNvSpPr/>
              <p:nvPr/>
            </p:nvSpPr>
            <p:spPr>
              <a:xfrm rot="7782">
                <a:off x="352581" y="92788"/>
                <a:ext cx="26275" cy="72257"/>
              </a:xfrm>
              <a:prstGeom prst="rect">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7" name="Shape 8727"/>
              <p:cNvSpPr/>
              <p:nvPr/>
            </p:nvSpPr>
            <p:spPr>
              <a:xfrm rot="7782">
                <a:off x="395279" y="92888"/>
                <a:ext cx="29559" cy="72257"/>
              </a:xfrm>
              <a:prstGeom prst="rect">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8" name="Shape 8728"/>
              <p:cNvSpPr/>
              <p:nvPr/>
            </p:nvSpPr>
            <p:spPr>
              <a:xfrm rot="7782">
                <a:off x="441261" y="92989"/>
                <a:ext cx="26275" cy="72257"/>
              </a:xfrm>
              <a:prstGeom prst="rect">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29" name="Shape 8729"/>
              <p:cNvSpPr/>
              <p:nvPr/>
            </p:nvSpPr>
            <p:spPr>
              <a:xfrm rot="7782">
                <a:off x="73055" y="243306"/>
                <a:ext cx="85396" cy="82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0"/>
                    </a:moveTo>
                    <a:cubicBezTo>
                      <a:pt x="5760" y="0"/>
                      <a:pt x="0" y="5760"/>
                      <a:pt x="0" y="11520"/>
                    </a:cubicBezTo>
                    <a:cubicBezTo>
                      <a:pt x="0" y="17280"/>
                      <a:pt x="5760" y="21600"/>
                      <a:pt x="11520" y="21600"/>
                    </a:cubicBezTo>
                    <a:cubicBezTo>
                      <a:pt x="17280" y="21600"/>
                      <a:pt x="21600" y="17280"/>
                      <a:pt x="21600" y="11520"/>
                    </a:cubicBezTo>
                    <a:cubicBezTo>
                      <a:pt x="21600" y="5760"/>
                      <a:pt x="17280" y="0"/>
                      <a:pt x="11520" y="0"/>
                    </a:cubicBezTo>
                    <a:close/>
                    <a:moveTo>
                      <a:pt x="11520" y="17280"/>
                    </a:moveTo>
                    <a:cubicBezTo>
                      <a:pt x="7200" y="17280"/>
                      <a:pt x="4320" y="14400"/>
                      <a:pt x="4320" y="11520"/>
                    </a:cubicBezTo>
                    <a:cubicBezTo>
                      <a:pt x="4320" y="7200"/>
                      <a:pt x="7200" y="4320"/>
                      <a:pt x="11520" y="4320"/>
                    </a:cubicBezTo>
                    <a:cubicBezTo>
                      <a:pt x="14400" y="4320"/>
                      <a:pt x="17280" y="7200"/>
                      <a:pt x="17280" y="11520"/>
                    </a:cubicBezTo>
                    <a:cubicBezTo>
                      <a:pt x="17280" y="14400"/>
                      <a:pt x="14400" y="17280"/>
                      <a:pt x="1152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0" name="Shape 8730"/>
              <p:cNvSpPr/>
              <p:nvPr/>
            </p:nvSpPr>
            <p:spPr>
              <a:xfrm rot="7782">
                <a:off x="184725" y="243555"/>
                <a:ext cx="82110" cy="82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80" y="0"/>
                    </a:moveTo>
                    <a:cubicBezTo>
                      <a:pt x="4320" y="0"/>
                      <a:pt x="0" y="5760"/>
                      <a:pt x="0" y="11520"/>
                    </a:cubicBezTo>
                    <a:cubicBezTo>
                      <a:pt x="0" y="17280"/>
                      <a:pt x="4320" y="21600"/>
                      <a:pt x="10080" y="21600"/>
                    </a:cubicBezTo>
                    <a:cubicBezTo>
                      <a:pt x="15840" y="21600"/>
                      <a:pt x="21600" y="17280"/>
                      <a:pt x="21600" y="11520"/>
                    </a:cubicBezTo>
                    <a:cubicBezTo>
                      <a:pt x="21600" y="5760"/>
                      <a:pt x="15840" y="0"/>
                      <a:pt x="10080" y="0"/>
                    </a:cubicBezTo>
                    <a:close/>
                    <a:moveTo>
                      <a:pt x="10080" y="17280"/>
                    </a:moveTo>
                    <a:cubicBezTo>
                      <a:pt x="7200" y="17280"/>
                      <a:pt x="4320" y="14400"/>
                      <a:pt x="4320" y="11520"/>
                    </a:cubicBezTo>
                    <a:cubicBezTo>
                      <a:pt x="4320" y="7200"/>
                      <a:pt x="7200" y="4320"/>
                      <a:pt x="10080" y="4320"/>
                    </a:cubicBezTo>
                    <a:cubicBezTo>
                      <a:pt x="14400" y="4320"/>
                      <a:pt x="17280" y="7200"/>
                      <a:pt x="17280" y="11520"/>
                    </a:cubicBezTo>
                    <a:cubicBezTo>
                      <a:pt x="17280" y="14400"/>
                      <a:pt x="14400" y="17280"/>
                      <a:pt x="1008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1" name="Shape 8731"/>
              <p:cNvSpPr/>
              <p:nvPr/>
            </p:nvSpPr>
            <p:spPr>
              <a:xfrm rot="7782">
                <a:off x="289826" y="243793"/>
                <a:ext cx="82110" cy="82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0"/>
                    </a:moveTo>
                    <a:cubicBezTo>
                      <a:pt x="5760" y="0"/>
                      <a:pt x="0" y="5760"/>
                      <a:pt x="0" y="11520"/>
                    </a:cubicBezTo>
                    <a:cubicBezTo>
                      <a:pt x="0" y="17280"/>
                      <a:pt x="5760" y="21600"/>
                      <a:pt x="11520" y="21600"/>
                    </a:cubicBezTo>
                    <a:cubicBezTo>
                      <a:pt x="17280" y="21600"/>
                      <a:pt x="21600" y="17280"/>
                      <a:pt x="21600" y="11520"/>
                    </a:cubicBezTo>
                    <a:cubicBezTo>
                      <a:pt x="21600" y="5760"/>
                      <a:pt x="17280" y="0"/>
                      <a:pt x="11520" y="0"/>
                    </a:cubicBezTo>
                    <a:close/>
                    <a:moveTo>
                      <a:pt x="11520" y="17280"/>
                    </a:moveTo>
                    <a:cubicBezTo>
                      <a:pt x="7200" y="17280"/>
                      <a:pt x="4320" y="14400"/>
                      <a:pt x="4320" y="11520"/>
                    </a:cubicBezTo>
                    <a:cubicBezTo>
                      <a:pt x="4320" y="7200"/>
                      <a:pt x="7200" y="4320"/>
                      <a:pt x="11520" y="4320"/>
                    </a:cubicBezTo>
                    <a:cubicBezTo>
                      <a:pt x="14400" y="4320"/>
                      <a:pt x="17280" y="7200"/>
                      <a:pt x="17280" y="11520"/>
                    </a:cubicBezTo>
                    <a:cubicBezTo>
                      <a:pt x="17280" y="14400"/>
                      <a:pt x="14400" y="17280"/>
                      <a:pt x="1152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2" name="Shape 8732"/>
              <p:cNvSpPr/>
              <p:nvPr/>
            </p:nvSpPr>
            <p:spPr>
              <a:xfrm rot="7782">
                <a:off x="401495" y="244045"/>
                <a:ext cx="82110" cy="82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80" y="0"/>
                    </a:moveTo>
                    <a:cubicBezTo>
                      <a:pt x="4320" y="0"/>
                      <a:pt x="0" y="5760"/>
                      <a:pt x="0" y="11520"/>
                    </a:cubicBezTo>
                    <a:cubicBezTo>
                      <a:pt x="0" y="17280"/>
                      <a:pt x="4320" y="21600"/>
                      <a:pt x="10080" y="21600"/>
                    </a:cubicBezTo>
                    <a:cubicBezTo>
                      <a:pt x="15840" y="21600"/>
                      <a:pt x="21600" y="17280"/>
                      <a:pt x="21600" y="11520"/>
                    </a:cubicBezTo>
                    <a:cubicBezTo>
                      <a:pt x="21600" y="5760"/>
                      <a:pt x="15840" y="0"/>
                      <a:pt x="10080" y="0"/>
                    </a:cubicBezTo>
                    <a:close/>
                    <a:moveTo>
                      <a:pt x="10080" y="17280"/>
                    </a:moveTo>
                    <a:cubicBezTo>
                      <a:pt x="7200" y="17280"/>
                      <a:pt x="4320" y="14400"/>
                      <a:pt x="4320" y="11520"/>
                    </a:cubicBezTo>
                    <a:cubicBezTo>
                      <a:pt x="4320" y="7200"/>
                      <a:pt x="7200" y="4320"/>
                      <a:pt x="10080" y="4320"/>
                    </a:cubicBezTo>
                    <a:cubicBezTo>
                      <a:pt x="14400" y="4320"/>
                      <a:pt x="17280" y="7200"/>
                      <a:pt x="17280" y="11520"/>
                    </a:cubicBezTo>
                    <a:cubicBezTo>
                      <a:pt x="17280" y="14400"/>
                      <a:pt x="14400" y="17280"/>
                      <a:pt x="1008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3" name="Shape 8733"/>
              <p:cNvSpPr/>
              <p:nvPr/>
            </p:nvSpPr>
            <p:spPr>
              <a:xfrm rot="7782">
                <a:off x="184472" y="355224"/>
                <a:ext cx="82110" cy="82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80" y="0"/>
                    </a:moveTo>
                    <a:cubicBezTo>
                      <a:pt x="4320" y="0"/>
                      <a:pt x="0" y="4320"/>
                      <a:pt x="0" y="10080"/>
                    </a:cubicBezTo>
                    <a:cubicBezTo>
                      <a:pt x="0" y="15840"/>
                      <a:pt x="4320" y="21600"/>
                      <a:pt x="10080" y="21600"/>
                    </a:cubicBezTo>
                    <a:cubicBezTo>
                      <a:pt x="15840" y="21600"/>
                      <a:pt x="21600" y="15840"/>
                      <a:pt x="21600" y="10080"/>
                    </a:cubicBezTo>
                    <a:cubicBezTo>
                      <a:pt x="21600" y="4320"/>
                      <a:pt x="15840" y="0"/>
                      <a:pt x="10080" y="0"/>
                    </a:cubicBezTo>
                    <a:close/>
                    <a:moveTo>
                      <a:pt x="10080" y="17280"/>
                    </a:moveTo>
                    <a:cubicBezTo>
                      <a:pt x="7200" y="17280"/>
                      <a:pt x="4320" y="14400"/>
                      <a:pt x="4320" y="10080"/>
                    </a:cubicBezTo>
                    <a:cubicBezTo>
                      <a:pt x="4320" y="7200"/>
                      <a:pt x="7200" y="4320"/>
                      <a:pt x="10080" y="4320"/>
                    </a:cubicBezTo>
                    <a:cubicBezTo>
                      <a:pt x="14400" y="4320"/>
                      <a:pt x="17280" y="7200"/>
                      <a:pt x="17280" y="10080"/>
                    </a:cubicBezTo>
                    <a:cubicBezTo>
                      <a:pt x="17280" y="14400"/>
                      <a:pt x="14400" y="17280"/>
                      <a:pt x="1008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4" name="Shape 8734"/>
              <p:cNvSpPr/>
              <p:nvPr/>
            </p:nvSpPr>
            <p:spPr>
              <a:xfrm rot="7782">
                <a:off x="289573" y="355462"/>
                <a:ext cx="82110" cy="82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0"/>
                    </a:moveTo>
                    <a:cubicBezTo>
                      <a:pt x="5760" y="0"/>
                      <a:pt x="0" y="4320"/>
                      <a:pt x="0" y="10080"/>
                    </a:cubicBezTo>
                    <a:cubicBezTo>
                      <a:pt x="0" y="15840"/>
                      <a:pt x="5760" y="21600"/>
                      <a:pt x="11520" y="21600"/>
                    </a:cubicBezTo>
                    <a:cubicBezTo>
                      <a:pt x="17280" y="21600"/>
                      <a:pt x="21600" y="15840"/>
                      <a:pt x="21600" y="10080"/>
                    </a:cubicBezTo>
                    <a:cubicBezTo>
                      <a:pt x="21600" y="4320"/>
                      <a:pt x="17280" y="0"/>
                      <a:pt x="11520" y="0"/>
                    </a:cubicBezTo>
                    <a:close/>
                    <a:moveTo>
                      <a:pt x="11520" y="17280"/>
                    </a:moveTo>
                    <a:cubicBezTo>
                      <a:pt x="7200" y="17280"/>
                      <a:pt x="4320" y="14400"/>
                      <a:pt x="4320" y="10080"/>
                    </a:cubicBezTo>
                    <a:cubicBezTo>
                      <a:pt x="4320" y="7200"/>
                      <a:pt x="7200" y="4320"/>
                      <a:pt x="11520" y="4320"/>
                    </a:cubicBezTo>
                    <a:cubicBezTo>
                      <a:pt x="14400" y="4320"/>
                      <a:pt x="17280" y="7200"/>
                      <a:pt x="17280" y="10080"/>
                    </a:cubicBezTo>
                    <a:cubicBezTo>
                      <a:pt x="17280" y="14400"/>
                      <a:pt x="14400" y="17280"/>
                      <a:pt x="1152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5" name="Shape 8735"/>
              <p:cNvSpPr/>
              <p:nvPr/>
            </p:nvSpPr>
            <p:spPr>
              <a:xfrm rot="7782">
                <a:off x="401242" y="355715"/>
                <a:ext cx="82110" cy="82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80" y="0"/>
                    </a:moveTo>
                    <a:cubicBezTo>
                      <a:pt x="4320" y="0"/>
                      <a:pt x="0" y="4320"/>
                      <a:pt x="0" y="10080"/>
                    </a:cubicBezTo>
                    <a:cubicBezTo>
                      <a:pt x="0" y="15840"/>
                      <a:pt x="4320" y="21600"/>
                      <a:pt x="10080" y="21600"/>
                    </a:cubicBezTo>
                    <a:cubicBezTo>
                      <a:pt x="15840" y="21600"/>
                      <a:pt x="21600" y="15840"/>
                      <a:pt x="21600" y="10080"/>
                    </a:cubicBezTo>
                    <a:cubicBezTo>
                      <a:pt x="21600" y="4320"/>
                      <a:pt x="15840" y="0"/>
                      <a:pt x="10080" y="0"/>
                    </a:cubicBezTo>
                    <a:close/>
                    <a:moveTo>
                      <a:pt x="10080" y="17280"/>
                    </a:moveTo>
                    <a:cubicBezTo>
                      <a:pt x="7200" y="17280"/>
                      <a:pt x="4320" y="14400"/>
                      <a:pt x="4320" y="10080"/>
                    </a:cubicBezTo>
                    <a:cubicBezTo>
                      <a:pt x="4320" y="7200"/>
                      <a:pt x="7200" y="4320"/>
                      <a:pt x="10080" y="4320"/>
                    </a:cubicBezTo>
                    <a:cubicBezTo>
                      <a:pt x="14400" y="4320"/>
                      <a:pt x="17280" y="7200"/>
                      <a:pt x="17280" y="10080"/>
                    </a:cubicBezTo>
                    <a:cubicBezTo>
                      <a:pt x="17280" y="14400"/>
                      <a:pt x="14400" y="17280"/>
                      <a:pt x="1008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6" name="Shape 8736"/>
              <p:cNvSpPr/>
              <p:nvPr/>
            </p:nvSpPr>
            <p:spPr>
              <a:xfrm rot="7782">
                <a:off x="72803" y="354975"/>
                <a:ext cx="85395" cy="82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0"/>
                    </a:moveTo>
                    <a:cubicBezTo>
                      <a:pt x="5760" y="0"/>
                      <a:pt x="0" y="4320"/>
                      <a:pt x="0" y="10080"/>
                    </a:cubicBezTo>
                    <a:cubicBezTo>
                      <a:pt x="0" y="15840"/>
                      <a:pt x="5760" y="21600"/>
                      <a:pt x="11520" y="21600"/>
                    </a:cubicBezTo>
                    <a:cubicBezTo>
                      <a:pt x="17280" y="21600"/>
                      <a:pt x="21600" y="15840"/>
                      <a:pt x="21600" y="10080"/>
                    </a:cubicBezTo>
                    <a:cubicBezTo>
                      <a:pt x="21600" y="4320"/>
                      <a:pt x="17280" y="0"/>
                      <a:pt x="11520" y="0"/>
                    </a:cubicBezTo>
                    <a:close/>
                    <a:moveTo>
                      <a:pt x="11520" y="17280"/>
                    </a:moveTo>
                    <a:cubicBezTo>
                      <a:pt x="7200" y="17280"/>
                      <a:pt x="4320" y="14400"/>
                      <a:pt x="4320" y="10080"/>
                    </a:cubicBezTo>
                    <a:cubicBezTo>
                      <a:pt x="4320" y="7200"/>
                      <a:pt x="7200" y="4320"/>
                      <a:pt x="11520" y="4320"/>
                    </a:cubicBezTo>
                    <a:cubicBezTo>
                      <a:pt x="14400" y="4320"/>
                      <a:pt x="17280" y="7200"/>
                      <a:pt x="17280" y="10080"/>
                    </a:cubicBezTo>
                    <a:cubicBezTo>
                      <a:pt x="17280" y="14400"/>
                      <a:pt x="14400" y="17280"/>
                      <a:pt x="1152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7" name="Shape 8737"/>
              <p:cNvSpPr/>
              <p:nvPr/>
            </p:nvSpPr>
            <p:spPr>
              <a:xfrm rot="7782">
                <a:off x="184234" y="460325"/>
                <a:ext cx="82110" cy="82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80" y="0"/>
                    </a:moveTo>
                    <a:cubicBezTo>
                      <a:pt x="4320" y="0"/>
                      <a:pt x="0" y="5760"/>
                      <a:pt x="0" y="11520"/>
                    </a:cubicBezTo>
                    <a:cubicBezTo>
                      <a:pt x="0" y="17280"/>
                      <a:pt x="4320" y="21600"/>
                      <a:pt x="10080" y="21600"/>
                    </a:cubicBezTo>
                    <a:cubicBezTo>
                      <a:pt x="15840" y="21600"/>
                      <a:pt x="21600" y="17280"/>
                      <a:pt x="21600" y="11520"/>
                    </a:cubicBezTo>
                    <a:cubicBezTo>
                      <a:pt x="21600" y="5760"/>
                      <a:pt x="15840" y="0"/>
                      <a:pt x="10080" y="0"/>
                    </a:cubicBezTo>
                    <a:close/>
                    <a:moveTo>
                      <a:pt x="10080" y="17280"/>
                    </a:moveTo>
                    <a:cubicBezTo>
                      <a:pt x="7200" y="17280"/>
                      <a:pt x="4320" y="14400"/>
                      <a:pt x="4320" y="11520"/>
                    </a:cubicBezTo>
                    <a:cubicBezTo>
                      <a:pt x="4320" y="7200"/>
                      <a:pt x="7200" y="4320"/>
                      <a:pt x="10080" y="4320"/>
                    </a:cubicBezTo>
                    <a:cubicBezTo>
                      <a:pt x="14400" y="4320"/>
                      <a:pt x="17280" y="7200"/>
                      <a:pt x="17280" y="11520"/>
                    </a:cubicBezTo>
                    <a:cubicBezTo>
                      <a:pt x="17280" y="14400"/>
                      <a:pt x="14400" y="17280"/>
                      <a:pt x="1008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8" name="Shape 8738"/>
              <p:cNvSpPr/>
              <p:nvPr/>
            </p:nvSpPr>
            <p:spPr>
              <a:xfrm rot="7782">
                <a:off x="289335" y="460563"/>
                <a:ext cx="82110" cy="82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0"/>
                    </a:moveTo>
                    <a:cubicBezTo>
                      <a:pt x="5760" y="0"/>
                      <a:pt x="0" y="5760"/>
                      <a:pt x="0" y="11520"/>
                    </a:cubicBezTo>
                    <a:cubicBezTo>
                      <a:pt x="0" y="17280"/>
                      <a:pt x="5760" y="21600"/>
                      <a:pt x="11520" y="21600"/>
                    </a:cubicBezTo>
                    <a:cubicBezTo>
                      <a:pt x="17280" y="21600"/>
                      <a:pt x="21600" y="17280"/>
                      <a:pt x="21600" y="11520"/>
                    </a:cubicBezTo>
                    <a:cubicBezTo>
                      <a:pt x="21600" y="5760"/>
                      <a:pt x="17280" y="0"/>
                      <a:pt x="11520" y="0"/>
                    </a:cubicBezTo>
                    <a:close/>
                    <a:moveTo>
                      <a:pt x="11520" y="17280"/>
                    </a:moveTo>
                    <a:cubicBezTo>
                      <a:pt x="7200" y="17280"/>
                      <a:pt x="4320" y="14400"/>
                      <a:pt x="4320" y="11520"/>
                    </a:cubicBezTo>
                    <a:cubicBezTo>
                      <a:pt x="4320" y="7200"/>
                      <a:pt x="7200" y="4320"/>
                      <a:pt x="11520" y="4320"/>
                    </a:cubicBezTo>
                    <a:cubicBezTo>
                      <a:pt x="14400" y="4320"/>
                      <a:pt x="17280" y="7200"/>
                      <a:pt x="17280" y="11520"/>
                    </a:cubicBezTo>
                    <a:cubicBezTo>
                      <a:pt x="17280" y="14400"/>
                      <a:pt x="14400" y="17280"/>
                      <a:pt x="1152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39" name="Shape 8739"/>
              <p:cNvSpPr/>
              <p:nvPr/>
            </p:nvSpPr>
            <p:spPr>
              <a:xfrm rot="7782">
                <a:off x="401004" y="460816"/>
                <a:ext cx="82110" cy="821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080" y="0"/>
                    </a:moveTo>
                    <a:cubicBezTo>
                      <a:pt x="4320" y="0"/>
                      <a:pt x="0" y="5760"/>
                      <a:pt x="0" y="11520"/>
                    </a:cubicBezTo>
                    <a:cubicBezTo>
                      <a:pt x="0" y="17280"/>
                      <a:pt x="4320" y="21600"/>
                      <a:pt x="10080" y="21600"/>
                    </a:cubicBezTo>
                    <a:cubicBezTo>
                      <a:pt x="15840" y="21600"/>
                      <a:pt x="21600" y="17280"/>
                      <a:pt x="21600" y="11520"/>
                    </a:cubicBezTo>
                    <a:cubicBezTo>
                      <a:pt x="21600" y="5760"/>
                      <a:pt x="15840" y="0"/>
                      <a:pt x="10080" y="0"/>
                    </a:cubicBezTo>
                    <a:close/>
                    <a:moveTo>
                      <a:pt x="10080" y="17280"/>
                    </a:moveTo>
                    <a:cubicBezTo>
                      <a:pt x="7200" y="17280"/>
                      <a:pt x="4320" y="14400"/>
                      <a:pt x="4320" y="11520"/>
                    </a:cubicBezTo>
                    <a:cubicBezTo>
                      <a:pt x="4320" y="7200"/>
                      <a:pt x="7200" y="4320"/>
                      <a:pt x="10080" y="4320"/>
                    </a:cubicBezTo>
                    <a:cubicBezTo>
                      <a:pt x="14400" y="4320"/>
                      <a:pt x="17280" y="7200"/>
                      <a:pt x="17280" y="11520"/>
                    </a:cubicBezTo>
                    <a:cubicBezTo>
                      <a:pt x="17280" y="14400"/>
                      <a:pt x="14400" y="17280"/>
                      <a:pt x="1008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40" name="Shape 8740"/>
              <p:cNvSpPr/>
              <p:nvPr/>
            </p:nvSpPr>
            <p:spPr>
              <a:xfrm rot="7782">
                <a:off x="72565" y="460076"/>
                <a:ext cx="85395" cy="82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520" y="0"/>
                    </a:moveTo>
                    <a:cubicBezTo>
                      <a:pt x="5760" y="0"/>
                      <a:pt x="0" y="5760"/>
                      <a:pt x="0" y="11520"/>
                    </a:cubicBezTo>
                    <a:cubicBezTo>
                      <a:pt x="0" y="17280"/>
                      <a:pt x="5760" y="21600"/>
                      <a:pt x="11520" y="21600"/>
                    </a:cubicBezTo>
                    <a:cubicBezTo>
                      <a:pt x="17280" y="21600"/>
                      <a:pt x="21600" y="17280"/>
                      <a:pt x="21600" y="11520"/>
                    </a:cubicBezTo>
                    <a:cubicBezTo>
                      <a:pt x="21600" y="5760"/>
                      <a:pt x="17280" y="0"/>
                      <a:pt x="11520" y="0"/>
                    </a:cubicBezTo>
                    <a:close/>
                    <a:moveTo>
                      <a:pt x="11520" y="17280"/>
                    </a:moveTo>
                    <a:cubicBezTo>
                      <a:pt x="7200" y="17280"/>
                      <a:pt x="4320" y="14400"/>
                      <a:pt x="4320" y="11520"/>
                    </a:cubicBezTo>
                    <a:cubicBezTo>
                      <a:pt x="4320" y="7200"/>
                      <a:pt x="7200" y="4320"/>
                      <a:pt x="11520" y="4320"/>
                    </a:cubicBezTo>
                    <a:cubicBezTo>
                      <a:pt x="14400" y="4320"/>
                      <a:pt x="17280" y="7200"/>
                      <a:pt x="17280" y="11520"/>
                    </a:cubicBezTo>
                    <a:cubicBezTo>
                      <a:pt x="17280" y="14400"/>
                      <a:pt x="14400" y="17280"/>
                      <a:pt x="11520" y="1728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745" name="Group 8745"/>
            <p:cNvGrpSpPr/>
            <p:nvPr/>
          </p:nvGrpSpPr>
          <p:grpSpPr>
            <a:xfrm>
              <a:off x="2075598" y="1989871"/>
              <a:ext cx="756187" cy="776034"/>
              <a:chOff x="0" y="0"/>
              <a:chExt cx="756186" cy="776032"/>
            </a:xfrm>
          </p:grpSpPr>
          <p:sp>
            <p:nvSpPr>
              <p:cNvPr id="8742" name="Shape 8742"/>
              <p:cNvSpPr/>
              <p:nvPr/>
            </p:nvSpPr>
            <p:spPr>
              <a:xfrm rot="7782">
                <a:off x="474" y="354774"/>
                <a:ext cx="755238" cy="420405"/>
              </a:xfrm>
              <a:custGeom>
                <a:avLst/>
                <a:gdLst/>
                <a:ahLst/>
                <a:cxnLst>
                  <a:cxn ang="0">
                    <a:pos x="wd2" y="hd2"/>
                  </a:cxn>
                  <a:cxn ang="5400000">
                    <a:pos x="wd2" y="hd2"/>
                  </a:cxn>
                  <a:cxn ang="10800000">
                    <a:pos x="wd2" y="hd2"/>
                  </a:cxn>
                  <a:cxn ang="16200000">
                    <a:pos x="wd2" y="hd2"/>
                  </a:cxn>
                </a:cxnLst>
                <a:rect l="0" t="0" r="r" b="b"/>
                <a:pathLst>
                  <a:path w="21501" h="21600" fill="norm" stroke="1" extrusionOk="0">
                    <a:moveTo>
                      <a:pt x="532" y="6537"/>
                    </a:moveTo>
                    <a:cubicBezTo>
                      <a:pt x="59" y="8242"/>
                      <a:pt x="-99" y="9947"/>
                      <a:pt x="59" y="11937"/>
                    </a:cubicBezTo>
                    <a:cubicBezTo>
                      <a:pt x="374" y="14211"/>
                      <a:pt x="1162" y="16200"/>
                      <a:pt x="2266" y="17337"/>
                    </a:cubicBezTo>
                    <a:cubicBezTo>
                      <a:pt x="3212" y="18189"/>
                      <a:pt x="4158" y="18758"/>
                      <a:pt x="5419" y="18758"/>
                    </a:cubicBezTo>
                    <a:cubicBezTo>
                      <a:pt x="6050" y="18758"/>
                      <a:pt x="6523" y="18758"/>
                      <a:pt x="7154" y="18474"/>
                    </a:cubicBezTo>
                    <a:cubicBezTo>
                      <a:pt x="7784" y="19611"/>
                      <a:pt x="8415" y="20747"/>
                      <a:pt x="9203" y="21316"/>
                    </a:cubicBezTo>
                    <a:cubicBezTo>
                      <a:pt x="9361" y="21600"/>
                      <a:pt x="9361" y="21600"/>
                      <a:pt x="9361" y="21600"/>
                    </a:cubicBezTo>
                    <a:cubicBezTo>
                      <a:pt x="15825" y="21600"/>
                      <a:pt x="15825" y="21600"/>
                      <a:pt x="15825" y="21600"/>
                    </a:cubicBezTo>
                    <a:cubicBezTo>
                      <a:pt x="15983" y="21316"/>
                      <a:pt x="15983" y="21316"/>
                      <a:pt x="15983" y="21316"/>
                    </a:cubicBezTo>
                    <a:cubicBezTo>
                      <a:pt x="17559" y="19895"/>
                      <a:pt x="18978" y="17053"/>
                      <a:pt x="20082" y="13358"/>
                    </a:cubicBezTo>
                    <a:cubicBezTo>
                      <a:pt x="21028" y="9663"/>
                      <a:pt x="21501" y="5400"/>
                      <a:pt x="21501" y="853"/>
                    </a:cubicBezTo>
                    <a:cubicBezTo>
                      <a:pt x="21501" y="0"/>
                      <a:pt x="21501" y="0"/>
                      <a:pt x="21501" y="0"/>
                    </a:cubicBezTo>
                    <a:cubicBezTo>
                      <a:pt x="3685" y="0"/>
                      <a:pt x="3685" y="0"/>
                      <a:pt x="3685" y="0"/>
                    </a:cubicBezTo>
                    <a:cubicBezTo>
                      <a:pt x="3685" y="853"/>
                      <a:pt x="3685" y="853"/>
                      <a:pt x="3685" y="853"/>
                    </a:cubicBezTo>
                    <a:cubicBezTo>
                      <a:pt x="3685" y="1421"/>
                      <a:pt x="3685" y="2274"/>
                      <a:pt x="3685" y="2842"/>
                    </a:cubicBezTo>
                    <a:cubicBezTo>
                      <a:pt x="3054" y="3126"/>
                      <a:pt x="3054" y="3126"/>
                      <a:pt x="3054" y="3126"/>
                    </a:cubicBezTo>
                    <a:cubicBezTo>
                      <a:pt x="3054" y="3126"/>
                      <a:pt x="3054" y="3126"/>
                      <a:pt x="3054" y="3126"/>
                    </a:cubicBezTo>
                    <a:cubicBezTo>
                      <a:pt x="1951" y="3411"/>
                      <a:pt x="1005" y="4547"/>
                      <a:pt x="532" y="6537"/>
                    </a:cubicBezTo>
                    <a:close/>
                    <a:moveTo>
                      <a:pt x="4789" y="1989"/>
                    </a:moveTo>
                    <a:cubicBezTo>
                      <a:pt x="12041" y="1989"/>
                      <a:pt x="12041" y="1989"/>
                      <a:pt x="12041" y="1989"/>
                    </a:cubicBezTo>
                    <a:cubicBezTo>
                      <a:pt x="12041" y="3411"/>
                      <a:pt x="12041" y="3411"/>
                      <a:pt x="12041" y="3411"/>
                    </a:cubicBezTo>
                    <a:cubicBezTo>
                      <a:pt x="4789" y="3411"/>
                      <a:pt x="4789" y="3411"/>
                      <a:pt x="4789" y="3411"/>
                    </a:cubicBezTo>
                    <a:cubicBezTo>
                      <a:pt x="4789" y="2842"/>
                      <a:pt x="4789" y="2274"/>
                      <a:pt x="4789" y="1989"/>
                    </a:cubicBezTo>
                    <a:close/>
                    <a:moveTo>
                      <a:pt x="20397" y="1989"/>
                    </a:moveTo>
                    <a:cubicBezTo>
                      <a:pt x="20397" y="2274"/>
                      <a:pt x="20397" y="2842"/>
                      <a:pt x="20397" y="3411"/>
                    </a:cubicBezTo>
                    <a:cubicBezTo>
                      <a:pt x="12514" y="3411"/>
                      <a:pt x="12514" y="3411"/>
                      <a:pt x="12514" y="3411"/>
                    </a:cubicBezTo>
                    <a:cubicBezTo>
                      <a:pt x="12514" y="1989"/>
                      <a:pt x="12514" y="1989"/>
                      <a:pt x="12514" y="1989"/>
                    </a:cubicBezTo>
                    <a:lnTo>
                      <a:pt x="20397" y="1989"/>
                    </a:lnTo>
                    <a:close/>
                    <a:moveTo>
                      <a:pt x="6208" y="12505"/>
                    </a:moveTo>
                    <a:cubicBezTo>
                      <a:pt x="5419" y="9947"/>
                      <a:pt x="5104" y="7105"/>
                      <a:pt x="4789" y="4263"/>
                    </a:cubicBezTo>
                    <a:cubicBezTo>
                      <a:pt x="12041" y="4263"/>
                      <a:pt x="12041" y="4263"/>
                      <a:pt x="12041" y="4263"/>
                    </a:cubicBezTo>
                    <a:cubicBezTo>
                      <a:pt x="12041" y="7105"/>
                      <a:pt x="12041" y="7105"/>
                      <a:pt x="12041" y="7105"/>
                    </a:cubicBezTo>
                    <a:cubicBezTo>
                      <a:pt x="9676" y="7105"/>
                      <a:pt x="9676" y="7105"/>
                      <a:pt x="9676" y="7105"/>
                    </a:cubicBezTo>
                    <a:cubicBezTo>
                      <a:pt x="9676" y="16484"/>
                      <a:pt x="9676" y="16484"/>
                      <a:pt x="9676" y="16484"/>
                    </a:cubicBezTo>
                    <a:cubicBezTo>
                      <a:pt x="14879" y="16484"/>
                      <a:pt x="14879" y="16484"/>
                      <a:pt x="14879" y="16484"/>
                    </a:cubicBezTo>
                    <a:cubicBezTo>
                      <a:pt x="14879" y="7105"/>
                      <a:pt x="14879" y="7105"/>
                      <a:pt x="14879" y="7105"/>
                    </a:cubicBezTo>
                    <a:cubicBezTo>
                      <a:pt x="12514" y="7105"/>
                      <a:pt x="12514" y="7105"/>
                      <a:pt x="12514" y="7105"/>
                    </a:cubicBezTo>
                    <a:cubicBezTo>
                      <a:pt x="12514" y="4263"/>
                      <a:pt x="12514" y="4263"/>
                      <a:pt x="12514" y="4263"/>
                    </a:cubicBezTo>
                    <a:cubicBezTo>
                      <a:pt x="20397" y="4263"/>
                      <a:pt x="20397" y="4263"/>
                      <a:pt x="20397" y="4263"/>
                    </a:cubicBezTo>
                    <a:cubicBezTo>
                      <a:pt x="20082" y="7105"/>
                      <a:pt x="19609" y="9947"/>
                      <a:pt x="18978" y="12505"/>
                    </a:cubicBezTo>
                    <a:cubicBezTo>
                      <a:pt x="18190" y="15632"/>
                      <a:pt x="16929" y="18189"/>
                      <a:pt x="15510" y="19611"/>
                    </a:cubicBezTo>
                    <a:cubicBezTo>
                      <a:pt x="9676" y="19611"/>
                      <a:pt x="9676" y="19611"/>
                      <a:pt x="9676" y="19611"/>
                    </a:cubicBezTo>
                    <a:cubicBezTo>
                      <a:pt x="8257" y="18189"/>
                      <a:pt x="6996" y="15632"/>
                      <a:pt x="6208" y="12505"/>
                    </a:cubicBezTo>
                    <a:close/>
                    <a:moveTo>
                      <a:pt x="14406" y="15347"/>
                    </a:moveTo>
                    <a:cubicBezTo>
                      <a:pt x="10149" y="15347"/>
                      <a:pt x="10149" y="15347"/>
                      <a:pt x="10149" y="15347"/>
                    </a:cubicBezTo>
                    <a:cubicBezTo>
                      <a:pt x="10149" y="8811"/>
                      <a:pt x="10149" y="8811"/>
                      <a:pt x="10149" y="8811"/>
                    </a:cubicBezTo>
                    <a:cubicBezTo>
                      <a:pt x="11095" y="10232"/>
                      <a:pt x="11095" y="10232"/>
                      <a:pt x="11095" y="10232"/>
                    </a:cubicBezTo>
                    <a:cubicBezTo>
                      <a:pt x="13460" y="10232"/>
                      <a:pt x="13460" y="10232"/>
                      <a:pt x="13460" y="10232"/>
                    </a:cubicBezTo>
                    <a:cubicBezTo>
                      <a:pt x="14406" y="8526"/>
                      <a:pt x="14406" y="8526"/>
                      <a:pt x="14406" y="8526"/>
                    </a:cubicBezTo>
                    <a:lnTo>
                      <a:pt x="14406" y="15347"/>
                    </a:lnTo>
                    <a:close/>
                    <a:moveTo>
                      <a:pt x="10622" y="7958"/>
                    </a:moveTo>
                    <a:cubicBezTo>
                      <a:pt x="13933" y="7958"/>
                      <a:pt x="13933" y="7958"/>
                      <a:pt x="13933" y="7958"/>
                    </a:cubicBezTo>
                    <a:cubicBezTo>
                      <a:pt x="13302" y="9095"/>
                      <a:pt x="13302" y="9095"/>
                      <a:pt x="13302" y="9095"/>
                    </a:cubicBezTo>
                    <a:cubicBezTo>
                      <a:pt x="11253" y="9095"/>
                      <a:pt x="11253" y="9095"/>
                      <a:pt x="11253" y="9095"/>
                    </a:cubicBezTo>
                    <a:lnTo>
                      <a:pt x="10622" y="7958"/>
                    </a:lnTo>
                    <a:close/>
                    <a:moveTo>
                      <a:pt x="2108" y="7958"/>
                    </a:moveTo>
                    <a:cubicBezTo>
                      <a:pt x="2266" y="7389"/>
                      <a:pt x="2739" y="6537"/>
                      <a:pt x="3370" y="6253"/>
                    </a:cubicBezTo>
                    <a:cubicBezTo>
                      <a:pt x="3843" y="5968"/>
                      <a:pt x="3843" y="5968"/>
                      <a:pt x="3843" y="5968"/>
                    </a:cubicBezTo>
                    <a:cubicBezTo>
                      <a:pt x="4158" y="8811"/>
                      <a:pt x="4473" y="11084"/>
                      <a:pt x="5104" y="13358"/>
                    </a:cubicBezTo>
                    <a:cubicBezTo>
                      <a:pt x="5419" y="14211"/>
                      <a:pt x="5577" y="14779"/>
                      <a:pt x="5892" y="15632"/>
                    </a:cubicBezTo>
                    <a:cubicBezTo>
                      <a:pt x="4789" y="15632"/>
                      <a:pt x="3843" y="15347"/>
                      <a:pt x="3212" y="14495"/>
                    </a:cubicBezTo>
                    <a:cubicBezTo>
                      <a:pt x="2266" y="13642"/>
                      <a:pt x="1951" y="12221"/>
                      <a:pt x="1793" y="11368"/>
                    </a:cubicBezTo>
                    <a:cubicBezTo>
                      <a:pt x="1793" y="10232"/>
                      <a:pt x="1793" y="9095"/>
                      <a:pt x="2108" y="7958"/>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43" name="Shape 8743"/>
              <p:cNvSpPr/>
              <p:nvPr/>
            </p:nvSpPr>
            <p:spPr>
              <a:xfrm rot="7782">
                <a:off x="441333" y="10166"/>
                <a:ext cx="98533" cy="2923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600" y="2038"/>
                    </a:moveTo>
                    <a:cubicBezTo>
                      <a:pt x="10800" y="2445"/>
                      <a:pt x="13200" y="2853"/>
                      <a:pt x="14400" y="3668"/>
                    </a:cubicBezTo>
                    <a:cubicBezTo>
                      <a:pt x="15600" y="4075"/>
                      <a:pt x="16800" y="4483"/>
                      <a:pt x="18000" y="5298"/>
                    </a:cubicBezTo>
                    <a:cubicBezTo>
                      <a:pt x="19200" y="6113"/>
                      <a:pt x="20400" y="6928"/>
                      <a:pt x="21600" y="7743"/>
                    </a:cubicBezTo>
                    <a:cubicBezTo>
                      <a:pt x="21600" y="8966"/>
                      <a:pt x="20400" y="9781"/>
                      <a:pt x="19200" y="10596"/>
                    </a:cubicBezTo>
                    <a:cubicBezTo>
                      <a:pt x="19200" y="11004"/>
                      <a:pt x="19200" y="11004"/>
                      <a:pt x="19200" y="11004"/>
                    </a:cubicBezTo>
                    <a:cubicBezTo>
                      <a:pt x="18000" y="11411"/>
                      <a:pt x="18000" y="11411"/>
                      <a:pt x="18000" y="11411"/>
                    </a:cubicBezTo>
                    <a:cubicBezTo>
                      <a:pt x="18000" y="11411"/>
                      <a:pt x="18000" y="11819"/>
                      <a:pt x="16800" y="11819"/>
                    </a:cubicBezTo>
                    <a:cubicBezTo>
                      <a:pt x="16800" y="12226"/>
                      <a:pt x="15600" y="12634"/>
                      <a:pt x="15600" y="12634"/>
                    </a:cubicBezTo>
                    <a:cubicBezTo>
                      <a:pt x="13200" y="13449"/>
                      <a:pt x="12000" y="13857"/>
                      <a:pt x="10800" y="14264"/>
                    </a:cubicBezTo>
                    <a:cubicBezTo>
                      <a:pt x="9600" y="15079"/>
                      <a:pt x="9600" y="15487"/>
                      <a:pt x="8400" y="16302"/>
                    </a:cubicBezTo>
                    <a:cubicBezTo>
                      <a:pt x="7200" y="16709"/>
                      <a:pt x="7200" y="17117"/>
                      <a:pt x="7200" y="17932"/>
                    </a:cubicBezTo>
                    <a:cubicBezTo>
                      <a:pt x="7200" y="18340"/>
                      <a:pt x="7200" y="18747"/>
                      <a:pt x="8400" y="19155"/>
                    </a:cubicBezTo>
                    <a:cubicBezTo>
                      <a:pt x="8400" y="19562"/>
                      <a:pt x="8400" y="19562"/>
                      <a:pt x="8400" y="19562"/>
                    </a:cubicBezTo>
                    <a:cubicBezTo>
                      <a:pt x="8400" y="19562"/>
                      <a:pt x="8400" y="19970"/>
                      <a:pt x="8400" y="19970"/>
                    </a:cubicBezTo>
                    <a:cubicBezTo>
                      <a:pt x="8400" y="19970"/>
                      <a:pt x="9600" y="20377"/>
                      <a:pt x="9600" y="20377"/>
                    </a:cubicBezTo>
                    <a:cubicBezTo>
                      <a:pt x="9600" y="20785"/>
                      <a:pt x="9600" y="20785"/>
                      <a:pt x="9600" y="20785"/>
                    </a:cubicBezTo>
                    <a:cubicBezTo>
                      <a:pt x="9600" y="21192"/>
                      <a:pt x="10800" y="21192"/>
                      <a:pt x="10800" y="21192"/>
                    </a:cubicBezTo>
                    <a:cubicBezTo>
                      <a:pt x="10800" y="21192"/>
                      <a:pt x="10800" y="21600"/>
                      <a:pt x="10800" y="21600"/>
                    </a:cubicBezTo>
                    <a:cubicBezTo>
                      <a:pt x="10800" y="21600"/>
                      <a:pt x="10800" y="21192"/>
                      <a:pt x="10800" y="21192"/>
                    </a:cubicBezTo>
                    <a:cubicBezTo>
                      <a:pt x="9600" y="21192"/>
                      <a:pt x="9600" y="21192"/>
                      <a:pt x="9600" y="20785"/>
                    </a:cubicBezTo>
                    <a:cubicBezTo>
                      <a:pt x="9600" y="20785"/>
                      <a:pt x="9600" y="20785"/>
                      <a:pt x="8400" y="20785"/>
                    </a:cubicBezTo>
                    <a:cubicBezTo>
                      <a:pt x="8400" y="20377"/>
                      <a:pt x="8400" y="20377"/>
                      <a:pt x="7200" y="19970"/>
                    </a:cubicBezTo>
                    <a:cubicBezTo>
                      <a:pt x="7200" y="19970"/>
                      <a:pt x="7200" y="19970"/>
                      <a:pt x="7200" y="19970"/>
                    </a:cubicBezTo>
                    <a:cubicBezTo>
                      <a:pt x="7200" y="19562"/>
                      <a:pt x="7200" y="19562"/>
                      <a:pt x="7200" y="19562"/>
                    </a:cubicBezTo>
                    <a:cubicBezTo>
                      <a:pt x="6000" y="19155"/>
                      <a:pt x="4800" y="18747"/>
                      <a:pt x="4800" y="17932"/>
                    </a:cubicBezTo>
                    <a:cubicBezTo>
                      <a:pt x="4800" y="17117"/>
                      <a:pt x="4800" y="16709"/>
                      <a:pt x="4800" y="15894"/>
                    </a:cubicBezTo>
                    <a:cubicBezTo>
                      <a:pt x="4800" y="15487"/>
                      <a:pt x="4800" y="15487"/>
                      <a:pt x="4800" y="15079"/>
                    </a:cubicBezTo>
                    <a:cubicBezTo>
                      <a:pt x="4800" y="15079"/>
                      <a:pt x="4800" y="15079"/>
                      <a:pt x="4800" y="14672"/>
                    </a:cubicBezTo>
                    <a:cubicBezTo>
                      <a:pt x="4800" y="14264"/>
                      <a:pt x="6000" y="13857"/>
                      <a:pt x="6000" y="13449"/>
                    </a:cubicBezTo>
                    <a:cubicBezTo>
                      <a:pt x="7200" y="12634"/>
                      <a:pt x="8400" y="12226"/>
                      <a:pt x="9600" y="11411"/>
                    </a:cubicBezTo>
                    <a:cubicBezTo>
                      <a:pt x="10800" y="10596"/>
                      <a:pt x="12000" y="10189"/>
                      <a:pt x="13200" y="9374"/>
                    </a:cubicBezTo>
                    <a:cubicBezTo>
                      <a:pt x="13200" y="8966"/>
                      <a:pt x="14400" y="8558"/>
                      <a:pt x="14400" y="8151"/>
                    </a:cubicBezTo>
                    <a:cubicBezTo>
                      <a:pt x="14400" y="7336"/>
                      <a:pt x="14400" y="6928"/>
                      <a:pt x="13200" y="6113"/>
                    </a:cubicBezTo>
                    <a:cubicBezTo>
                      <a:pt x="13200" y="5298"/>
                      <a:pt x="12000" y="4891"/>
                      <a:pt x="10800" y="4483"/>
                    </a:cubicBezTo>
                    <a:cubicBezTo>
                      <a:pt x="10800" y="3668"/>
                      <a:pt x="9600" y="3260"/>
                      <a:pt x="8400" y="2853"/>
                    </a:cubicBezTo>
                    <a:cubicBezTo>
                      <a:pt x="6000" y="1630"/>
                      <a:pt x="3600" y="1223"/>
                      <a:pt x="2400" y="408"/>
                    </a:cubicBezTo>
                    <a:cubicBezTo>
                      <a:pt x="1200" y="0"/>
                      <a:pt x="0" y="0"/>
                      <a:pt x="0" y="0"/>
                    </a:cubicBezTo>
                    <a:cubicBezTo>
                      <a:pt x="0" y="0"/>
                      <a:pt x="1200" y="0"/>
                      <a:pt x="3600" y="408"/>
                    </a:cubicBezTo>
                    <a:cubicBezTo>
                      <a:pt x="4800" y="815"/>
                      <a:pt x="7200" y="1223"/>
                      <a:pt x="9600" y="2038"/>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44" name="Shape 8744"/>
              <p:cNvSpPr/>
              <p:nvPr/>
            </p:nvSpPr>
            <p:spPr>
              <a:xfrm rot="7782">
                <a:off x="352622" y="122"/>
                <a:ext cx="108400" cy="341579"/>
              </a:xfrm>
              <a:custGeom>
                <a:avLst/>
                <a:gdLst/>
                <a:ahLst/>
                <a:cxnLst>
                  <a:cxn ang="0">
                    <a:pos x="wd2" y="hd2"/>
                  </a:cxn>
                  <a:cxn ang="5400000">
                    <a:pos x="wd2" y="hd2"/>
                  </a:cxn>
                  <a:cxn ang="10800000">
                    <a:pos x="wd2" y="hd2"/>
                  </a:cxn>
                  <a:cxn ang="16200000">
                    <a:pos x="wd2" y="hd2"/>
                  </a:cxn>
                </a:cxnLst>
                <a:rect l="0" t="0" r="r" b="b"/>
                <a:pathLst>
                  <a:path w="20967" h="21600" fill="norm" stroke="1" extrusionOk="0">
                    <a:moveTo>
                      <a:pt x="10800" y="4529"/>
                    </a:moveTo>
                    <a:cubicBezTo>
                      <a:pt x="9720" y="3832"/>
                      <a:pt x="8640" y="3484"/>
                      <a:pt x="7560" y="2787"/>
                    </a:cubicBezTo>
                    <a:cubicBezTo>
                      <a:pt x="5400" y="2090"/>
                      <a:pt x="3240" y="1394"/>
                      <a:pt x="2160" y="697"/>
                    </a:cubicBezTo>
                    <a:cubicBezTo>
                      <a:pt x="0" y="348"/>
                      <a:pt x="0" y="0"/>
                      <a:pt x="0" y="0"/>
                    </a:cubicBezTo>
                    <a:cubicBezTo>
                      <a:pt x="0" y="0"/>
                      <a:pt x="1080" y="348"/>
                      <a:pt x="2160" y="697"/>
                    </a:cubicBezTo>
                    <a:cubicBezTo>
                      <a:pt x="4320" y="1045"/>
                      <a:pt x="6480" y="1742"/>
                      <a:pt x="9720" y="2439"/>
                    </a:cubicBezTo>
                    <a:cubicBezTo>
                      <a:pt x="10800" y="2787"/>
                      <a:pt x="11880" y="3135"/>
                      <a:pt x="14040" y="3832"/>
                    </a:cubicBezTo>
                    <a:cubicBezTo>
                      <a:pt x="15120" y="4181"/>
                      <a:pt x="17280" y="4877"/>
                      <a:pt x="18360" y="5574"/>
                    </a:cubicBezTo>
                    <a:cubicBezTo>
                      <a:pt x="19440" y="6271"/>
                      <a:pt x="20520" y="6968"/>
                      <a:pt x="20520" y="8013"/>
                    </a:cubicBezTo>
                    <a:cubicBezTo>
                      <a:pt x="21600" y="9058"/>
                      <a:pt x="20520" y="10103"/>
                      <a:pt x="19440" y="10800"/>
                    </a:cubicBezTo>
                    <a:cubicBezTo>
                      <a:pt x="18360" y="11148"/>
                      <a:pt x="18360" y="11148"/>
                      <a:pt x="18360" y="11148"/>
                    </a:cubicBezTo>
                    <a:cubicBezTo>
                      <a:pt x="18360" y="11497"/>
                      <a:pt x="18360" y="11497"/>
                      <a:pt x="18360" y="11497"/>
                    </a:cubicBezTo>
                    <a:cubicBezTo>
                      <a:pt x="17280" y="11497"/>
                      <a:pt x="17280" y="11845"/>
                      <a:pt x="17280" y="11845"/>
                    </a:cubicBezTo>
                    <a:cubicBezTo>
                      <a:pt x="16200" y="12194"/>
                      <a:pt x="15120" y="12542"/>
                      <a:pt x="14040" y="12890"/>
                    </a:cubicBezTo>
                    <a:cubicBezTo>
                      <a:pt x="12960" y="13239"/>
                      <a:pt x="11880" y="13935"/>
                      <a:pt x="10800" y="14632"/>
                    </a:cubicBezTo>
                    <a:cubicBezTo>
                      <a:pt x="9720" y="14981"/>
                      <a:pt x="8640" y="15677"/>
                      <a:pt x="7560" y="16374"/>
                    </a:cubicBezTo>
                    <a:cubicBezTo>
                      <a:pt x="6480" y="16723"/>
                      <a:pt x="6480" y="17419"/>
                      <a:pt x="6480" y="17768"/>
                    </a:cubicBezTo>
                    <a:cubicBezTo>
                      <a:pt x="6480" y="18465"/>
                      <a:pt x="7560" y="18813"/>
                      <a:pt x="7560" y="19510"/>
                    </a:cubicBezTo>
                    <a:cubicBezTo>
                      <a:pt x="7560" y="19510"/>
                      <a:pt x="7560" y="19510"/>
                      <a:pt x="7560" y="19858"/>
                    </a:cubicBezTo>
                    <a:cubicBezTo>
                      <a:pt x="7560" y="19858"/>
                      <a:pt x="7560" y="19858"/>
                      <a:pt x="8640" y="20206"/>
                    </a:cubicBezTo>
                    <a:cubicBezTo>
                      <a:pt x="8640" y="20206"/>
                      <a:pt x="8640" y="20555"/>
                      <a:pt x="8640" y="20555"/>
                    </a:cubicBezTo>
                    <a:cubicBezTo>
                      <a:pt x="8640" y="20555"/>
                      <a:pt x="9720" y="20903"/>
                      <a:pt x="9720" y="20903"/>
                    </a:cubicBezTo>
                    <a:cubicBezTo>
                      <a:pt x="9720" y="20903"/>
                      <a:pt x="9720" y="21252"/>
                      <a:pt x="9720" y="21252"/>
                    </a:cubicBezTo>
                    <a:cubicBezTo>
                      <a:pt x="10800" y="21252"/>
                      <a:pt x="10800" y="21600"/>
                      <a:pt x="10800" y="21600"/>
                    </a:cubicBezTo>
                    <a:cubicBezTo>
                      <a:pt x="10800" y="21600"/>
                      <a:pt x="9720" y="21252"/>
                      <a:pt x="9720" y="21252"/>
                    </a:cubicBezTo>
                    <a:cubicBezTo>
                      <a:pt x="9720" y="21252"/>
                      <a:pt x="9720" y="21252"/>
                      <a:pt x="8640" y="20903"/>
                    </a:cubicBezTo>
                    <a:cubicBezTo>
                      <a:pt x="8640" y="20903"/>
                      <a:pt x="8640" y="20903"/>
                      <a:pt x="8640" y="20555"/>
                    </a:cubicBezTo>
                    <a:cubicBezTo>
                      <a:pt x="7560" y="20555"/>
                      <a:pt x="7560" y="20206"/>
                      <a:pt x="7560" y="20206"/>
                    </a:cubicBezTo>
                    <a:cubicBezTo>
                      <a:pt x="7560" y="20206"/>
                      <a:pt x="6480" y="19858"/>
                      <a:pt x="6480" y="19858"/>
                    </a:cubicBezTo>
                    <a:cubicBezTo>
                      <a:pt x="6480" y="19858"/>
                      <a:pt x="6480" y="19858"/>
                      <a:pt x="6480" y="19510"/>
                    </a:cubicBezTo>
                    <a:cubicBezTo>
                      <a:pt x="5400" y="19161"/>
                      <a:pt x="4320" y="18465"/>
                      <a:pt x="4320" y="18116"/>
                    </a:cubicBezTo>
                    <a:cubicBezTo>
                      <a:pt x="4320" y="17419"/>
                      <a:pt x="4320" y="16723"/>
                      <a:pt x="4320" y="16026"/>
                    </a:cubicBezTo>
                    <a:cubicBezTo>
                      <a:pt x="4320" y="15677"/>
                      <a:pt x="4320" y="15677"/>
                      <a:pt x="4320" y="15329"/>
                    </a:cubicBezTo>
                    <a:cubicBezTo>
                      <a:pt x="4320" y="15329"/>
                      <a:pt x="4320" y="14981"/>
                      <a:pt x="4320" y="14981"/>
                    </a:cubicBezTo>
                    <a:cubicBezTo>
                      <a:pt x="5400" y="14632"/>
                      <a:pt x="5400" y="13935"/>
                      <a:pt x="5400" y="13587"/>
                    </a:cubicBezTo>
                    <a:cubicBezTo>
                      <a:pt x="6480" y="12890"/>
                      <a:pt x="8640" y="12194"/>
                      <a:pt x="9720" y="11497"/>
                    </a:cubicBezTo>
                    <a:cubicBezTo>
                      <a:pt x="10800" y="10800"/>
                      <a:pt x="11880" y="10452"/>
                      <a:pt x="12960" y="9755"/>
                    </a:cubicBezTo>
                    <a:cubicBezTo>
                      <a:pt x="14040" y="9406"/>
                      <a:pt x="14040" y="8710"/>
                      <a:pt x="14040" y="8013"/>
                    </a:cubicBezTo>
                    <a:cubicBezTo>
                      <a:pt x="14040" y="7665"/>
                      <a:pt x="14040" y="6968"/>
                      <a:pt x="14040" y="6271"/>
                    </a:cubicBezTo>
                    <a:cubicBezTo>
                      <a:pt x="12960" y="5574"/>
                      <a:pt x="11880" y="4877"/>
                      <a:pt x="10800" y="4529"/>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746" name="Shape 8746"/>
            <p:cNvSpPr/>
            <p:nvPr/>
          </p:nvSpPr>
          <p:spPr>
            <a:xfrm rot="7782">
              <a:off x="3648425" y="1011624"/>
              <a:ext cx="909781" cy="8079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93" y="3847"/>
                  </a:moveTo>
                  <a:cubicBezTo>
                    <a:pt x="14883" y="3847"/>
                    <a:pt x="14883" y="3847"/>
                    <a:pt x="14883" y="3847"/>
                  </a:cubicBezTo>
                  <a:cubicBezTo>
                    <a:pt x="14883" y="2367"/>
                    <a:pt x="14883" y="2367"/>
                    <a:pt x="14883" y="2367"/>
                  </a:cubicBezTo>
                  <a:cubicBezTo>
                    <a:pt x="14883" y="1036"/>
                    <a:pt x="13961" y="0"/>
                    <a:pt x="12776" y="0"/>
                  </a:cubicBezTo>
                  <a:cubicBezTo>
                    <a:pt x="8824" y="0"/>
                    <a:pt x="8824" y="0"/>
                    <a:pt x="8824" y="0"/>
                  </a:cubicBezTo>
                  <a:cubicBezTo>
                    <a:pt x="7639" y="0"/>
                    <a:pt x="6717" y="1036"/>
                    <a:pt x="6717" y="2367"/>
                  </a:cubicBezTo>
                  <a:cubicBezTo>
                    <a:pt x="6717" y="3847"/>
                    <a:pt x="6717" y="3847"/>
                    <a:pt x="6717" y="3847"/>
                  </a:cubicBezTo>
                  <a:cubicBezTo>
                    <a:pt x="2239" y="3847"/>
                    <a:pt x="2239" y="3847"/>
                    <a:pt x="2239" y="3847"/>
                  </a:cubicBezTo>
                  <a:cubicBezTo>
                    <a:pt x="922" y="3847"/>
                    <a:pt x="0" y="4882"/>
                    <a:pt x="0" y="6362"/>
                  </a:cubicBezTo>
                  <a:cubicBezTo>
                    <a:pt x="0" y="19233"/>
                    <a:pt x="0" y="19233"/>
                    <a:pt x="0" y="19233"/>
                  </a:cubicBezTo>
                  <a:cubicBezTo>
                    <a:pt x="0" y="20564"/>
                    <a:pt x="922" y="21600"/>
                    <a:pt x="2239" y="21600"/>
                  </a:cubicBezTo>
                  <a:cubicBezTo>
                    <a:pt x="19493" y="21600"/>
                    <a:pt x="19493" y="21600"/>
                    <a:pt x="19493" y="21600"/>
                  </a:cubicBezTo>
                  <a:cubicBezTo>
                    <a:pt x="20678" y="21600"/>
                    <a:pt x="21600" y="20564"/>
                    <a:pt x="21600" y="19233"/>
                  </a:cubicBezTo>
                  <a:cubicBezTo>
                    <a:pt x="21600" y="6362"/>
                    <a:pt x="21600" y="6362"/>
                    <a:pt x="21600" y="6362"/>
                  </a:cubicBezTo>
                  <a:cubicBezTo>
                    <a:pt x="21600" y="4882"/>
                    <a:pt x="20678" y="3847"/>
                    <a:pt x="19493" y="3847"/>
                  </a:cubicBezTo>
                  <a:close/>
                  <a:moveTo>
                    <a:pt x="8561" y="2367"/>
                  </a:moveTo>
                  <a:cubicBezTo>
                    <a:pt x="8561" y="2219"/>
                    <a:pt x="8693" y="2071"/>
                    <a:pt x="8824" y="2071"/>
                  </a:cubicBezTo>
                  <a:cubicBezTo>
                    <a:pt x="12776" y="2071"/>
                    <a:pt x="12776" y="2071"/>
                    <a:pt x="12776" y="2071"/>
                  </a:cubicBezTo>
                  <a:cubicBezTo>
                    <a:pt x="12907" y="2071"/>
                    <a:pt x="13171" y="2219"/>
                    <a:pt x="13171" y="2367"/>
                  </a:cubicBezTo>
                  <a:cubicBezTo>
                    <a:pt x="13171" y="3847"/>
                    <a:pt x="13171" y="3847"/>
                    <a:pt x="13171" y="3847"/>
                  </a:cubicBezTo>
                  <a:cubicBezTo>
                    <a:pt x="8561" y="3847"/>
                    <a:pt x="8561" y="3847"/>
                    <a:pt x="8561" y="3847"/>
                  </a:cubicBezTo>
                  <a:lnTo>
                    <a:pt x="8561" y="2367"/>
                  </a:lnTo>
                  <a:close/>
                  <a:moveTo>
                    <a:pt x="2239" y="5326"/>
                  </a:moveTo>
                  <a:cubicBezTo>
                    <a:pt x="19493" y="5326"/>
                    <a:pt x="19493" y="5326"/>
                    <a:pt x="19493" y="5326"/>
                  </a:cubicBezTo>
                  <a:cubicBezTo>
                    <a:pt x="20020" y="5326"/>
                    <a:pt x="20415" y="5770"/>
                    <a:pt x="20415" y="6362"/>
                  </a:cubicBezTo>
                  <a:cubicBezTo>
                    <a:pt x="20415" y="11836"/>
                    <a:pt x="20415" y="11836"/>
                    <a:pt x="20415" y="11836"/>
                  </a:cubicBezTo>
                  <a:cubicBezTo>
                    <a:pt x="12512" y="11836"/>
                    <a:pt x="12512" y="11836"/>
                    <a:pt x="12512" y="11836"/>
                  </a:cubicBezTo>
                  <a:cubicBezTo>
                    <a:pt x="12512" y="11392"/>
                    <a:pt x="12512" y="11392"/>
                    <a:pt x="12512" y="11392"/>
                  </a:cubicBezTo>
                  <a:cubicBezTo>
                    <a:pt x="12512" y="10948"/>
                    <a:pt x="12117" y="10504"/>
                    <a:pt x="11722" y="10504"/>
                  </a:cubicBezTo>
                  <a:cubicBezTo>
                    <a:pt x="10010" y="10504"/>
                    <a:pt x="10010" y="10504"/>
                    <a:pt x="10010" y="10504"/>
                  </a:cubicBezTo>
                  <a:cubicBezTo>
                    <a:pt x="9483" y="10504"/>
                    <a:pt x="9220" y="10948"/>
                    <a:pt x="9220" y="11392"/>
                  </a:cubicBezTo>
                  <a:cubicBezTo>
                    <a:pt x="9220" y="11836"/>
                    <a:pt x="9220" y="11836"/>
                    <a:pt x="9220" y="11836"/>
                  </a:cubicBezTo>
                  <a:cubicBezTo>
                    <a:pt x="1317" y="11836"/>
                    <a:pt x="1317" y="11836"/>
                    <a:pt x="1317" y="11836"/>
                  </a:cubicBezTo>
                  <a:cubicBezTo>
                    <a:pt x="1317" y="6362"/>
                    <a:pt x="1317" y="6362"/>
                    <a:pt x="1317" y="6362"/>
                  </a:cubicBezTo>
                  <a:cubicBezTo>
                    <a:pt x="1317" y="5770"/>
                    <a:pt x="1712" y="5326"/>
                    <a:pt x="2239" y="5326"/>
                  </a:cubicBezTo>
                  <a:close/>
                  <a:moveTo>
                    <a:pt x="9878" y="11392"/>
                  </a:moveTo>
                  <a:cubicBezTo>
                    <a:pt x="9878" y="11392"/>
                    <a:pt x="9878" y="11244"/>
                    <a:pt x="10010" y="11244"/>
                  </a:cubicBezTo>
                  <a:cubicBezTo>
                    <a:pt x="11722" y="11244"/>
                    <a:pt x="11722" y="11244"/>
                    <a:pt x="11722" y="11244"/>
                  </a:cubicBezTo>
                  <a:cubicBezTo>
                    <a:pt x="11722" y="11244"/>
                    <a:pt x="11854" y="11392"/>
                    <a:pt x="11854" y="11392"/>
                  </a:cubicBezTo>
                  <a:cubicBezTo>
                    <a:pt x="11854" y="13315"/>
                    <a:pt x="11854" y="13315"/>
                    <a:pt x="11854" y="13315"/>
                  </a:cubicBezTo>
                  <a:cubicBezTo>
                    <a:pt x="11854" y="13463"/>
                    <a:pt x="11722" y="13463"/>
                    <a:pt x="11722" y="13463"/>
                  </a:cubicBezTo>
                  <a:cubicBezTo>
                    <a:pt x="10010" y="13463"/>
                    <a:pt x="10010" y="13463"/>
                    <a:pt x="10010" y="13463"/>
                  </a:cubicBezTo>
                  <a:cubicBezTo>
                    <a:pt x="9878" y="13463"/>
                    <a:pt x="9878" y="13463"/>
                    <a:pt x="9878" y="13315"/>
                  </a:cubicBezTo>
                  <a:lnTo>
                    <a:pt x="9878" y="11392"/>
                  </a:lnTo>
                  <a:close/>
                  <a:moveTo>
                    <a:pt x="19493" y="20121"/>
                  </a:moveTo>
                  <a:cubicBezTo>
                    <a:pt x="2239" y="20121"/>
                    <a:pt x="2239" y="20121"/>
                    <a:pt x="2239" y="20121"/>
                  </a:cubicBezTo>
                  <a:cubicBezTo>
                    <a:pt x="1712" y="20121"/>
                    <a:pt x="1317" y="19677"/>
                    <a:pt x="1317" y="19233"/>
                  </a:cubicBezTo>
                  <a:cubicBezTo>
                    <a:pt x="1317" y="12575"/>
                    <a:pt x="1317" y="12575"/>
                    <a:pt x="1317" y="12575"/>
                  </a:cubicBezTo>
                  <a:cubicBezTo>
                    <a:pt x="9220" y="12575"/>
                    <a:pt x="9220" y="12575"/>
                    <a:pt x="9220" y="12575"/>
                  </a:cubicBezTo>
                  <a:cubicBezTo>
                    <a:pt x="9220" y="13315"/>
                    <a:pt x="9220" y="13315"/>
                    <a:pt x="9220" y="13315"/>
                  </a:cubicBezTo>
                  <a:cubicBezTo>
                    <a:pt x="9220" y="13907"/>
                    <a:pt x="9483" y="14203"/>
                    <a:pt x="10010" y="14203"/>
                  </a:cubicBezTo>
                  <a:cubicBezTo>
                    <a:pt x="11722" y="14203"/>
                    <a:pt x="11722" y="14203"/>
                    <a:pt x="11722" y="14203"/>
                  </a:cubicBezTo>
                  <a:cubicBezTo>
                    <a:pt x="12117" y="14203"/>
                    <a:pt x="12512" y="13907"/>
                    <a:pt x="12512" y="13315"/>
                  </a:cubicBezTo>
                  <a:cubicBezTo>
                    <a:pt x="12512" y="12575"/>
                    <a:pt x="12512" y="12575"/>
                    <a:pt x="12512" y="12575"/>
                  </a:cubicBezTo>
                  <a:cubicBezTo>
                    <a:pt x="20415" y="12575"/>
                    <a:pt x="20415" y="12575"/>
                    <a:pt x="20415" y="12575"/>
                  </a:cubicBezTo>
                  <a:cubicBezTo>
                    <a:pt x="20415" y="19233"/>
                    <a:pt x="20415" y="19233"/>
                    <a:pt x="20415" y="19233"/>
                  </a:cubicBezTo>
                  <a:cubicBezTo>
                    <a:pt x="20415" y="19677"/>
                    <a:pt x="20020" y="20121"/>
                    <a:pt x="19493" y="20121"/>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47" name="Shape 8747"/>
            <p:cNvSpPr/>
            <p:nvPr/>
          </p:nvSpPr>
          <p:spPr>
            <a:xfrm rot="7782">
              <a:off x="2904093" y="1880188"/>
              <a:ext cx="804679" cy="886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63" y="0"/>
                  </a:moveTo>
                  <a:cubicBezTo>
                    <a:pt x="1937" y="0"/>
                    <a:pt x="1937" y="0"/>
                    <a:pt x="1937" y="0"/>
                  </a:cubicBezTo>
                  <a:cubicBezTo>
                    <a:pt x="894" y="0"/>
                    <a:pt x="0" y="810"/>
                    <a:pt x="0" y="1755"/>
                  </a:cubicBezTo>
                  <a:cubicBezTo>
                    <a:pt x="0" y="19845"/>
                    <a:pt x="0" y="19845"/>
                    <a:pt x="0" y="19845"/>
                  </a:cubicBezTo>
                  <a:cubicBezTo>
                    <a:pt x="0" y="20925"/>
                    <a:pt x="894" y="21600"/>
                    <a:pt x="1937" y="21600"/>
                  </a:cubicBezTo>
                  <a:cubicBezTo>
                    <a:pt x="19663" y="21600"/>
                    <a:pt x="19663" y="21600"/>
                    <a:pt x="19663" y="21600"/>
                  </a:cubicBezTo>
                  <a:cubicBezTo>
                    <a:pt x="20706" y="21600"/>
                    <a:pt x="21600" y="20925"/>
                    <a:pt x="21600" y="19845"/>
                  </a:cubicBezTo>
                  <a:cubicBezTo>
                    <a:pt x="21600" y="1755"/>
                    <a:pt x="21600" y="1755"/>
                    <a:pt x="21600" y="1755"/>
                  </a:cubicBezTo>
                  <a:cubicBezTo>
                    <a:pt x="21600" y="810"/>
                    <a:pt x="20706" y="0"/>
                    <a:pt x="19663" y="0"/>
                  </a:cubicBezTo>
                  <a:close/>
                  <a:moveTo>
                    <a:pt x="1490" y="19845"/>
                  </a:moveTo>
                  <a:cubicBezTo>
                    <a:pt x="1490" y="1755"/>
                    <a:pt x="1490" y="1755"/>
                    <a:pt x="1490" y="1755"/>
                  </a:cubicBezTo>
                  <a:cubicBezTo>
                    <a:pt x="1490" y="1620"/>
                    <a:pt x="1788" y="1350"/>
                    <a:pt x="1937" y="1350"/>
                  </a:cubicBezTo>
                  <a:cubicBezTo>
                    <a:pt x="5363" y="1350"/>
                    <a:pt x="5363" y="1350"/>
                    <a:pt x="5363" y="1350"/>
                  </a:cubicBezTo>
                  <a:cubicBezTo>
                    <a:pt x="5363" y="20250"/>
                    <a:pt x="5363" y="20250"/>
                    <a:pt x="5363" y="20250"/>
                  </a:cubicBezTo>
                  <a:cubicBezTo>
                    <a:pt x="1937" y="20250"/>
                    <a:pt x="1937" y="20250"/>
                    <a:pt x="1937" y="20250"/>
                  </a:cubicBezTo>
                  <a:cubicBezTo>
                    <a:pt x="1788" y="20250"/>
                    <a:pt x="1490" y="20115"/>
                    <a:pt x="1490" y="19845"/>
                  </a:cubicBezTo>
                  <a:close/>
                  <a:moveTo>
                    <a:pt x="19961" y="19845"/>
                  </a:moveTo>
                  <a:cubicBezTo>
                    <a:pt x="19961" y="20115"/>
                    <a:pt x="19812" y="20250"/>
                    <a:pt x="19663" y="20250"/>
                  </a:cubicBezTo>
                  <a:cubicBezTo>
                    <a:pt x="6108" y="20250"/>
                    <a:pt x="6108" y="20250"/>
                    <a:pt x="6108" y="20250"/>
                  </a:cubicBezTo>
                  <a:cubicBezTo>
                    <a:pt x="6108" y="1350"/>
                    <a:pt x="6108" y="1350"/>
                    <a:pt x="6108" y="1350"/>
                  </a:cubicBezTo>
                  <a:cubicBezTo>
                    <a:pt x="12662" y="1350"/>
                    <a:pt x="12662" y="1350"/>
                    <a:pt x="12662" y="1350"/>
                  </a:cubicBezTo>
                  <a:cubicBezTo>
                    <a:pt x="12662" y="6480"/>
                    <a:pt x="12662" y="6480"/>
                    <a:pt x="12662" y="6480"/>
                  </a:cubicBezTo>
                  <a:cubicBezTo>
                    <a:pt x="14599" y="4860"/>
                    <a:pt x="14599" y="4860"/>
                    <a:pt x="14599" y="4860"/>
                  </a:cubicBezTo>
                  <a:cubicBezTo>
                    <a:pt x="16535" y="6480"/>
                    <a:pt x="16535" y="6480"/>
                    <a:pt x="16535" y="6480"/>
                  </a:cubicBezTo>
                  <a:cubicBezTo>
                    <a:pt x="16535" y="1350"/>
                    <a:pt x="16535" y="1350"/>
                    <a:pt x="16535" y="1350"/>
                  </a:cubicBezTo>
                  <a:cubicBezTo>
                    <a:pt x="19663" y="1350"/>
                    <a:pt x="19663" y="1350"/>
                    <a:pt x="19663" y="1350"/>
                  </a:cubicBezTo>
                  <a:cubicBezTo>
                    <a:pt x="19812" y="1350"/>
                    <a:pt x="19961" y="1620"/>
                    <a:pt x="19961" y="1755"/>
                  </a:cubicBezTo>
                  <a:lnTo>
                    <a:pt x="19961" y="19845"/>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48" name="Shape 8748"/>
            <p:cNvSpPr/>
            <p:nvPr/>
          </p:nvSpPr>
          <p:spPr>
            <a:xfrm rot="7782">
              <a:off x="5409659" y="709880"/>
              <a:ext cx="663451" cy="7160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90" y="19123"/>
                  </a:moveTo>
                  <a:lnTo>
                    <a:pt x="21600" y="21600"/>
                  </a:lnTo>
                  <a:lnTo>
                    <a:pt x="19996" y="12583"/>
                  </a:lnTo>
                  <a:lnTo>
                    <a:pt x="7699" y="0"/>
                  </a:lnTo>
                  <a:lnTo>
                    <a:pt x="0" y="6539"/>
                  </a:lnTo>
                  <a:lnTo>
                    <a:pt x="12190" y="19123"/>
                  </a:lnTo>
                  <a:close/>
                  <a:moveTo>
                    <a:pt x="1925" y="6738"/>
                  </a:moveTo>
                  <a:lnTo>
                    <a:pt x="3208" y="5747"/>
                  </a:lnTo>
                  <a:lnTo>
                    <a:pt x="14008" y="16745"/>
                  </a:lnTo>
                  <a:lnTo>
                    <a:pt x="12939" y="17934"/>
                  </a:lnTo>
                  <a:lnTo>
                    <a:pt x="1925" y="6738"/>
                  </a:lnTo>
                  <a:close/>
                  <a:moveTo>
                    <a:pt x="13687" y="18132"/>
                  </a:moveTo>
                  <a:lnTo>
                    <a:pt x="14543" y="17240"/>
                  </a:lnTo>
                  <a:lnTo>
                    <a:pt x="17430" y="14862"/>
                  </a:lnTo>
                  <a:lnTo>
                    <a:pt x="18713" y="13872"/>
                  </a:lnTo>
                  <a:lnTo>
                    <a:pt x="19248" y="17042"/>
                  </a:lnTo>
                  <a:lnTo>
                    <a:pt x="17109" y="19123"/>
                  </a:lnTo>
                  <a:lnTo>
                    <a:pt x="13687" y="18132"/>
                  </a:lnTo>
                  <a:close/>
                  <a:moveTo>
                    <a:pt x="5560" y="3765"/>
                  </a:moveTo>
                  <a:lnTo>
                    <a:pt x="16360" y="14862"/>
                  </a:lnTo>
                  <a:lnTo>
                    <a:pt x="14543" y="16448"/>
                  </a:lnTo>
                  <a:lnTo>
                    <a:pt x="3743" y="5251"/>
                  </a:lnTo>
                  <a:lnTo>
                    <a:pt x="5560" y="3765"/>
                  </a:lnTo>
                  <a:close/>
                  <a:moveTo>
                    <a:pt x="18606" y="13079"/>
                  </a:moveTo>
                  <a:lnTo>
                    <a:pt x="16895" y="14367"/>
                  </a:lnTo>
                  <a:lnTo>
                    <a:pt x="6095" y="3171"/>
                  </a:lnTo>
                  <a:lnTo>
                    <a:pt x="7592" y="2081"/>
                  </a:lnTo>
                  <a:lnTo>
                    <a:pt x="18606" y="13079"/>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49" name="Shape 8749"/>
            <p:cNvSpPr/>
            <p:nvPr/>
          </p:nvSpPr>
          <p:spPr>
            <a:xfrm rot="7782">
              <a:off x="1617079" y="310590"/>
              <a:ext cx="788259" cy="7028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780" y="21600"/>
                  </a:moveTo>
                  <a:cubicBezTo>
                    <a:pt x="21600" y="12586"/>
                    <a:pt x="21600" y="12586"/>
                    <a:pt x="21600" y="12586"/>
                  </a:cubicBezTo>
                  <a:cubicBezTo>
                    <a:pt x="15820" y="0"/>
                    <a:pt x="15820" y="0"/>
                    <a:pt x="15820" y="0"/>
                  </a:cubicBezTo>
                  <a:cubicBezTo>
                    <a:pt x="0" y="9014"/>
                    <a:pt x="0" y="9014"/>
                    <a:pt x="0" y="9014"/>
                  </a:cubicBezTo>
                  <a:lnTo>
                    <a:pt x="5780" y="21600"/>
                  </a:lnTo>
                  <a:close/>
                  <a:moveTo>
                    <a:pt x="6541" y="19899"/>
                  </a:moveTo>
                  <a:cubicBezTo>
                    <a:pt x="9431" y="12416"/>
                    <a:pt x="9431" y="12416"/>
                    <a:pt x="9431" y="12416"/>
                  </a:cubicBezTo>
                  <a:cubicBezTo>
                    <a:pt x="10344" y="12756"/>
                    <a:pt x="10344" y="12756"/>
                    <a:pt x="10344" y="12756"/>
                  </a:cubicBezTo>
                  <a:cubicBezTo>
                    <a:pt x="10800" y="12926"/>
                    <a:pt x="11256" y="12756"/>
                    <a:pt x="11561" y="12586"/>
                  </a:cubicBezTo>
                  <a:cubicBezTo>
                    <a:pt x="12017" y="12416"/>
                    <a:pt x="12321" y="12076"/>
                    <a:pt x="12473" y="11565"/>
                  </a:cubicBezTo>
                  <a:cubicBezTo>
                    <a:pt x="12777" y="10545"/>
                    <a:pt x="12777" y="10545"/>
                    <a:pt x="12777" y="10545"/>
                  </a:cubicBezTo>
                  <a:cubicBezTo>
                    <a:pt x="19623" y="12416"/>
                    <a:pt x="19623" y="12416"/>
                    <a:pt x="19623" y="12416"/>
                  </a:cubicBezTo>
                  <a:lnTo>
                    <a:pt x="6541" y="19899"/>
                  </a:lnTo>
                  <a:close/>
                  <a:moveTo>
                    <a:pt x="12930" y="9865"/>
                  </a:moveTo>
                  <a:cubicBezTo>
                    <a:pt x="15515" y="2041"/>
                    <a:pt x="15515" y="2041"/>
                    <a:pt x="15515" y="2041"/>
                  </a:cubicBezTo>
                  <a:cubicBezTo>
                    <a:pt x="20079" y="11906"/>
                    <a:pt x="20079" y="11906"/>
                    <a:pt x="20079" y="11906"/>
                  </a:cubicBezTo>
                  <a:lnTo>
                    <a:pt x="12930" y="9865"/>
                  </a:lnTo>
                  <a:close/>
                  <a:moveTo>
                    <a:pt x="15059" y="1871"/>
                  </a:moveTo>
                  <a:cubicBezTo>
                    <a:pt x="12017" y="11225"/>
                    <a:pt x="12017" y="11225"/>
                    <a:pt x="12017" y="11225"/>
                  </a:cubicBezTo>
                  <a:cubicBezTo>
                    <a:pt x="11713" y="11906"/>
                    <a:pt x="11104" y="12246"/>
                    <a:pt x="10496" y="12076"/>
                  </a:cubicBezTo>
                  <a:cubicBezTo>
                    <a:pt x="1977" y="9354"/>
                    <a:pt x="1977" y="9354"/>
                    <a:pt x="1977" y="9354"/>
                  </a:cubicBezTo>
                  <a:lnTo>
                    <a:pt x="15059" y="1871"/>
                  </a:lnTo>
                  <a:close/>
                  <a:moveTo>
                    <a:pt x="8823" y="12246"/>
                  </a:moveTo>
                  <a:cubicBezTo>
                    <a:pt x="6085" y="19559"/>
                    <a:pt x="6085" y="19559"/>
                    <a:pt x="6085" y="19559"/>
                  </a:cubicBezTo>
                  <a:cubicBezTo>
                    <a:pt x="1673" y="9865"/>
                    <a:pt x="1673" y="9865"/>
                    <a:pt x="1673" y="9865"/>
                  </a:cubicBezTo>
                  <a:lnTo>
                    <a:pt x="8823" y="12246"/>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0" name="Shape 8750"/>
            <p:cNvSpPr/>
            <p:nvPr/>
          </p:nvSpPr>
          <p:spPr>
            <a:xfrm rot="7782">
              <a:off x="2059491" y="925486"/>
              <a:ext cx="532075" cy="34158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0" y="0"/>
                  </a:moveTo>
                  <a:cubicBezTo>
                    <a:pt x="1350" y="0"/>
                    <a:pt x="1350" y="0"/>
                    <a:pt x="1350" y="0"/>
                  </a:cubicBezTo>
                  <a:cubicBezTo>
                    <a:pt x="1350" y="17419"/>
                    <a:pt x="1350" y="17419"/>
                    <a:pt x="1350" y="17419"/>
                  </a:cubicBezTo>
                  <a:cubicBezTo>
                    <a:pt x="0" y="17419"/>
                    <a:pt x="0" y="17419"/>
                    <a:pt x="0" y="17419"/>
                  </a:cubicBezTo>
                  <a:cubicBezTo>
                    <a:pt x="0" y="19510"/>
                    <a:pt x="0" y="19510"/>
                    <a:pt x="0" y="19510"/>
                  </a:cubicBezTo>
                  <a:cubicBezTo>
                    <a:pt x="0" y="20555"/>
                    <a:pt x="675" y="21600"/>
                    <a:pt x="1350" y="21600"/>
                  </a:cubicBezTo>
                  <a:cubicBezTo>
                    <a:pt x="20250" y="21600"/>
                    <a:pt x="20250" y="21600"/>
                    <a:pt x="20250" y="21600"/>
                  </a:cubicBezTo>
                  <a:cubicBezTo>
                    <a:pt x="21150" y="21600"/>
                    <a:pt x="21600" y="20555"/>
                    <a:pt x="21600" y="19510"/>
                  </a:cubicBezTo>
                  <a:cubicBezTo>
                    <a:pt x="21600" y="17419"/>
                    <a:pt x="21600" y="17419"/>
                    <a:pt x="21600" y="17419"/>
                  </a:cubicBezTo>
                  <a:cubicBezTo>
                    <a:pt x="20250" y="17419"/>
                    <a:pt x="20250" y="17419"/>
                    <a:pt x="20250" y="17419"/>
                  </a:cubicBezTo>
                  <a:lnTo>
                    <a:pt x="20250" y="0"/>
                  </a:lnTo>
                  <a:close/>
                  <a:moveTo>
                    <a:pt x="2475" y="1394"/>
                  </a:moveTo>
                  <a:cubicBezTo>
                    <a:pt x="19125" y="1394"/>
                    <a:pt x="19125" y="1394"/>
                    <a:pt x="19125" y="1394"/>
                  </a:cubicBezTo>
                  <a:cubicBezTo>
                    <a:pt x="19125" y="17419"/>
                    <a:pt x="19125" y="17419"/>
                    <a:pt x="19125" y="17419"/>
                  </a:cubicBezTo>
                  <a:cubicBezTo>
                    <a:pt x="18675" y="17419"/>
                    <a:pt x="18675" y="17419"/>
                    <a:pt x="18675" y="17419"/>
                  </a:cubicBezTo>
                  <a:cubicBezTo>
                    <a:pt x="18675" y="2090"/>
                    <a:pt x="18675" y="2090"/>
                    <a:pt x="18675" y="2090"/>
                  </a:cubicBezTo>
                  <a:cubicBezTo>
                    <a:pt x="2925" y="2090"/>
                    <a:pt x="2925" y="2090"/>
                    <a:pt x="2925" y="2090"/>
                  </a:cubicBezTo>
                  <a:cubicBezTo>
                    <a:pt x="2925" y="17419"/>
                    <a:pt x="2925" y="17419"/>
                    <a:pt x="2925" y="17419"/>
                  </a:cubicBezTo>
                  <a:cubicBezTo>
                    <a:pt x="2475" y="17419"/>
                    <a:pt x="2475" y="17419"/>
                    <a:pt x="2475" y="17419"/>
                  </a:cubicBezTo>
                  <a:lnTo>
                    <a:pt x="2475" y="1394"/>
                  </a:lnTo>
                  <a:close/>
                  <a:moveTo>
                    <a:pt x="18225" y="17419"/>
                  </a:moveTo>
                  <a:cubicBezTo>
                    <a:pt x="3375" y="17419"/>
                    <a:pt x="3375" y="17419"/>
                    <a:pt x="3375" y="17419"/>
                  </a:cubicBezTo>
                  <a:cubicBezTo>
                    <a:pt x="3375" y="3135"/>
                    <a:pt x="3375" y="3135"/>
                    <a:pt x="3375" y="3135"/>
                  </a:cubicBezTo>
                  <a:cubicBezTo>
                    <a:pt x="18225" y="3135"/>
                    <a:pt x="18225" y="3135"/>
                    <a:pt x="18225" y="3135"/>
                  </a:cubicBezTo>
                  <a:lnTo>
                    <a:pt x="18225" y="17419"/>
                  </a:lnTo>
                  <a:close/>
                  <a:moveTo>
                    <a:pt x="20700" y="19510"/>
                  </a:moveTo>
                  <a:cubicBezTo>
                    <a:pt x="20700" y="19858"/>
                    <a:pt x="20475" y="20206"/>
                    <a:pt x="20250" y="20206"/>
                  </a:cubicBezTo>
                  <a:cubicBezTo>
                    <a:pt x="1350" y="20206"/>
                    <a:pt x="1350" y="20206"/>
                    <a:pt x="1350" y="20206"/>
                  </a:cubicBezTo>
                  <a:cubicBezTo>
                    <a:pt x="1125" y="20206"/>
                    <a:pt x="900" y="19858"/>
                    <a:pt x="900" y="19510"/>
                  </a:cubicBezTo>
                  <a:cubicBezTo>
                    <a:pt x="900" y="19161"/>
                    <a:pt x="900" y="19161"/>
                    <a:pt x="900" y="19161"/>
                  </a:cubicBezTo>
                  <a:cubicBezTo>
                    <a:pt x="7650" y="19161"/>
                    <a:pt x="7650" y="19161"/>
                    <a:pt x="7650" y="19161"/>
                  </a:cubicBezTo>
                  <a:cubicBezTo>
                    <a:pt x="7650" y="19858"/>
                    <a:pt x="7650" y="19858"/>
                    <a:pt x="7650" y="19858"/>
                  </a:cubicBezTo>
                  <a:cubicBezTo>
                    <a:pt x="13950" y="19858"/>
                    <a:pt x="13950" y="19858"/>
                    <a:pt x="13950" y="19858"/>
                  </a:cubicBezTo>
                  <a:cubicBezTo>
                    <a:pt x="13950" y="19161"/>
                    <a:pt x="13950" y="19161"/>
                    <a:pt x="13950" y="19161"/>
                  </a:cubicBezTo>
                  <a:cubicBezTo>
                    <a:pt x="20700" y="19161"/>
                    <a:pt x="20700" y="19161"/>
                    <a:pt x="20700" y="19161"/>
                  </a:cubicBezTo>
                  <a:lnTo>
                    <a:pt x="20700" y="19510"/>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1" name="Shape 8751"/>
            <p:cNvSpPr/>
            <p:nvPr/>
          </p:nvSpPr>
          <p:spPr>
            <a:xfrm rot="7782">
              <a:off x="2319279" y="951762"/>
              <a:ext cx="13137" cy="6573"/>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2" name="Shape 8752"/>
            <p:cNvSpPr/>
            <p:nvPr/>
          </p:nvSpPr>
          <p:spPr>
            <a:xfrm rot="7782">
              <a:off x="2541983" y="1231438"/>
              <a:ext cx="9853" cy="9857"/>
            </a:xfrm>
            <a:prstGeom prst="ellipse">
              <a:avLst/>
            </a:pr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757" name="Group 8757"/>
            <p:cNvGrpSpPr/>
            <p:nvPr/>
          </p:nvGrpSpPr>
          <p:grpSpPr>
            <a:xfrm>
              <a:off x="2742008" y="854182"/>
              <a:ext cx="349336" cy="526286"/>
              <a:chOff x="0" y="0"/>
              <a:chExt cx="349334" cy="526285"/>
            </a:xfrm>
          </p:grpSpPr>
          <p:sp>
            <p:nvSpPr>
              <p:cNvPr id="8753" name="Shape 8753"/>
              <p:cNvSpPr/>
              <p:nvPr/>
            </p:nvSpPr>
            <p:spPr>
              <a:xfrm rot="7782">
                <a:off x="449" y="128478"/>
                <a:ext cx="348147" cy="397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971" y="16800"/>
                    </a:moveTo>
                    <a:cubicBezTo>
                      <a:pt x="14057" y="16800"/>
                      <a:pt x="16457" y="18900"/>
                      <a:pt x="16457" y="21600"/>
                    </a:cubicBezTo>
                    <a:cubicBezTo>
                      <a:pt x="21600" y="21600"/>
                      <a:pt x="21600" y="21600"/>
                      <a:pt x="21600" y="21600"/>
                    </a:cubicBezTo>
                    <a:cubicBezTo>
                      <a:pt x="15086" y="15300"/>
                      <a:pt x="12343" y="7800"/>
                      <a:pt x="11314" y="4500"/>
                    </a:cubicBezTo>
                    <a:cubicBezTo>
                      <a:pt x="12686" y="4200"/>
                      <a:pt x="13371" y="3300"/>
                      <a:pt x="13371" y="2100"/>
                    </a:cubicBezTo>
                    <a:cubicBezTo>
                      <a:pt x="13371" y="900"/>
                      <a:pt x="12343" y="0"/>
                      <a:pt x="10971" y="0"/>
                    </a:cubicBezTo>
                    <a:cubicBezTo>
                      <a:pt x="9600" y="0"/>
                      <a:pt x="8229" y="900"/>
                      <a:pt x="8229" y="2100"/>
                    </a:cubicBezTo>
                    <a:cubicBezTo>
                      <a:pt x="8229" y="3300"/>
                      <a:pt x="9257" y="4200"/>
                      <a:pt x="10629" y="4500"/>
                    </a:cubicBezTo>
                    <a:cubicBezTo>
                      <a:pt x="9600" y="7800"/>
                      <a:pt x="6857" y="15300"/>
                      <a:pt x="0" y="21600"/>
                    </a:cubicBezTo>
                    <a:cubicBezTo>
                      <a:pt x="5486" y="21600"/>
                      <a:pt x="5486" y="21600"/>
                      <a:pt x="5486" y="21600"/>
                    </a:cubicBezTo>
                    <a:cubicBezTo>
                      <a:pt x="5486" y="18900"/>
                      <a:pt x="7886" y="16800"/>
                      <a:pt x="10971" y="16800"/>
                    </a:cubicBezTo>
                    <a:close/>
                    <a:moveTo>
                      <a:pt x="10971" y="9900"/>
                    </a:moveTo>
                    <a:cubicBezTo>
                      <a:pt x="10971" y="9600"/>
                      <a:pt x="10971" y="9600"/>
                      <a:pt x="10971" y="9600"/>
                    </a:cubicBezTo>
                    <a:cubicBezTo>
                      <a:pt x="10971" y="9600"/>
                      <a:pt x="10971" y="9600"/>
                      <a:pt x="10971" y="9900"/>
                    </a:cubicBezTo>
                    <a:cubicBezTo>
                      <a:pt x="12000" y="11700"/>
                      <a:pt x="13029" y="13800"/>
                      <a:pt x="14057" y="15600"/>
                    </a:cubicBezTo>
                    <a:cubicBezTo>
                      <a:pt x="13029" y="15000"/>
                      <a:pt x="12000" y="15000"/>
                      <a:pt x="10971" y="15000"/>
                    </a:cubicBezTo>
                    <a:cubicBezTo>
                      <a:pt x="9943" y="15000"/>
                      <a:pt x="8914" y="15000"/>
                      <a:pt x="7886" y="15600"/>
                    </a:cubicBezTo>
                    <a:cubicBezTo>
                      <a:pt x="8914" y="13800"/>
                      <a:pt x="9943" y="11700"/>
                      <a:pt x="10971" y="99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4" name="Shape 8754"/>
              <p:cNvSpPr/>
              <p:nvPr/>
            </p:nvSpPr>
            <p:spPr>
              <a:xfrm rot="7782">
                <a:off x="4113" y="389"/>
                <a:ext cx="344862" cy="318790"/>
              </a:xfrm>
              <a:custGeom>
                <a:avLst/>
                <a:gdLst/>
                <a:ahLst/>
                <a:cxnLst>
                  <a:cxn ang="0">
                    <a:pos x="wd2" y="hd2"/>
                  </a:cxn>
                  <a:cxn ang="5400000">
                    <a:pos x="wd2" y="hd2"/>
                  </a:cxn>
                  <a:cxn ang="10800000">
                    <a:pos x="wd2" y="hd2"/>
                  </a:cxn>
                  <a:cxn ang="16200000">
                    <a:pos x="wd2" y="hd2"/>
                  </a:cxn>
                </a:cxnLst>
                <a:rect l="0" t="0" r="r" b="b"/>
                <a:pathLst>
                  <a:path w="21600" h="21393" fill="norm" stroke="1" extrusionOk="0">
                    <a:moveTo>
                      <a:pt x="5226" y="21228"/>
                    </a:moveTo>
                    <a:cubicBezTo>
                      <a:pt x="5574" y="21600"/>
                      <a:pt x="5923" y="21228"/>
                      <a:pt x="6271" y="21228"/>
                    </a:cubicBezTo>
                    <a:cubicBezTo>
                      <a:pt x="6271" y="20855"/>
                      <a:pt x="6271" y="20483"/>
                      <a:pt x="5923" y="20110"/>
                    </a:cubicBezTo>
                    <a:cubicBezTo>
                      <a:pt x="2787" y="18621"/>
                      <a:pt x="1045" y="14897"/>
                      <a:pt x="1045" y="11172"/>
                    </a:cubicBezTo>
                    <a:cubicBezTo>
                      <a:pt x="1045" y="5586"/>
                      <a:pt x="5574" y="1117"/>
                      <a:pt x="10800" y="1117"/>
                    </a:cubicBezTo>
                    <a:cubicBezTo>
                      <a:pt x="16026" y="1117"/>
                      <a:pt x="20555" y="5586"/>
                      <a:pt x="20555" y="11172"/>
                    </a:cubicBezTo>
                    <a:cubicBezTo>
                      <a:pt x="20555" y="14897"/>
                      <a:pt x="18465" y="18621"/>
                      <a:pt x="15677" y="20110"/>
                    </a:cubicBezTo>
                    <a:cubicBezTo>
                      <a:pt x="15329" y="20483"/>
                      <a:pt x="15329" y="20855"/>
                      <a:pt x="15329" y="21228"/>
                    </a:cubicBezTo>
                    <a:cubicBezTo>
                      <a:pt x="15329" y="21228"/>
                      <a:pt x="15677" y="21228"/>
                      <a:pt x="15677" y="21228"/>
                    </a:cubicBezTo>
                    <a:cubicBezTo>
                      <a:pt x="16026" y="21228"/>
                      <a:pt x="16026" y="21228"/>
                      <a:pt x="16026" y="21228"/>
                    </a:cubicBezTo>
                    <a:cubicBezTo>
                      <a:pt x="17768" y="20110"/>
                      <a:pt x="19161" y="18993"/>
                      <a:pt x="19858" y="17131"/>
                    </a:cubicBezTo>
                    <a:cubicBezTo>
                      <a:pt x="20903" y="15269"/>
                      <a:pt x="21600" y="13407"/>
                      <a:pt x="21600" y="11172"/>
                    </a:cubicBezTo>
                    <a:cubicBezTo>
                      <a:pt x="21600" y="5214"/>
                      <a:pt x="16723" y="0"/>
                      <a:pt x="10800" y="0"/>
                    </a:cubicBezTo>
                    <a:cubicBezTo>
                      <a:pt x="4877" y="0"/>
                      <a:pt x="0" y="5214"/>
                      <a:pt x="0" y="11172"/>
                    </a:cubicBezTo>
                    <a:cubicBezTo>
                      <a:pt x="0" y="13407"/>
                      <a:pt x="697" y="15269"/>
                      <a:pt x="1394" y="17131"/>
                    </a:cubicBezTo>
                    <a:cubicBezTo>
                      <a:pt x="2439" y="18993"/>
                      <a:pt x="3832" y="20110"/>
                      <a:pt x="5226" y="21228"/>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5" name="Shape 8755"/>
              <p:cNvSpPr/>
              <p:nvPr/>
            </p:nvSpPr>
            <p:spPr>
              <a:xfrm rot="7782">
                <a:off x="43523" y="39795"/>
                <a:ext cx="259467" cy="2430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545" y="21600"/>
                    </a:moveTo>
                    <a:cubicBezTo>
                      <a:pt x="18383" y="20127"/>
                      <a:pt x="19302" y="19145"/>
                      <a:pt x="20221" y="17182"/>
                    </a:cubicBezTo>
                    <a:cubicBezTo>
                      <a:pt x="21140" y="15709"/>
                      <a:pt x="21600" y="13745"/>
                      <a:pt x="21600" y="11291"/>
                    </a:cubicBezTo>
                    <a:cubicBezTo>
                      <a:pt x="21600" y="5400"/>
                      <a:pt x="17004" y="0"/>
                      <a:pt x="11030" y="0"/>
                    </a:cubicBezTo>
                    <a:cubicBezTo>
                      <a:pt x="5055" y="0"/>
                      <a:pt x="0" y="5400"/>
                      <a:pt x="0" y="11291"/>
                    </a:cubicBezTo>
                    <a:cubicBezTo>
                      <a:pt x="0" y="13745"/>
                      <a:pt x="460" y="15709"/>
                      <a:pt x="1379" y="17182"/>
                    </a:cubicBezTo>
                    <a:cubicBezTo>
                      <a:pt x="2298" y="19145"/>
                      <a:pt x="3677" y="20127"/>
                      <a:pt x="5055" y="21600"/>
                    </a:cubicBezTo>
                    <a:cubicBezTo>
                      <a:pt x="5515" y="21600"/>
                      <a:pt x="5515" y="21600"/>
                      <a:pt x="5515" y="21600"/>
                    </a:cubicBezTo>
                    <a:cubicBezTo>
                      <a:pt x="5974" y="21600"/>
                      <a:pt x="5974" y="21109"/>
                      <a:pt x="6434" y="21109"/>
                    </a:cubicBezTo>
                    <a:cubicBezTo>
                      <a:pt x="6434" y="20618"/>
                      <a:pt x="6434" y="20127"/>
                      <a:pt x="5974" y="20127"/>
                    </a:cubicBezTo>
                    <a:cubicBezTo>
                      <a:pt x="3217" y="18164"/>
                      <a:pt x="1379" y="15218"/>
                      <a:pt x="1379" y="11291"/>
                    </a:cubicBezTo>
                    <a:cubicBezTo>
                      <a:pt x="1379" y="5891"/>
                      <a:pt x="5974" y="1473"/>
                      <a:pt x="11030" y="1473"/>
                    </a:cubicBezTo>
                    <a:cubicBezTo>
                      <a:pt x="16085" y="1473"/>
                      <a:pt x="20221" y="5891"/>
                      <a:pt x="20221" y="11291"/>
                    </a:cubicBezTo>
                    <a:cubicBezTo>
                      <a:pt x="20221" y="15218"/>
                      <a:pt x="18843" y="18164"/>
                      <a:pt x="16085" y="20127"/>
                    </a:cubicBezTo>
                    <a:cubicBezTo>
                      <a:pt x="15626" y="20127"/>
                      <a:pt x="15626" y="20618"/>
                      <a:pt x="15626" y="21109"/>
                    </a:cubicBezTo>
                    <a:cubicBezTo>
                      <a:pt x="16085" y="21600"/>
                      <a:pt x="16085" y="21600"/>
                      <a:pt x="16545" y="2160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6" name="Shape 8756"/>
              <p:cNvSpPr/>
              <p:nvPr/>
            </p:nvSpPr>
            <p:spPr>
              <a:xfrm rot="7782">
                <a:off x="89504" y="79219"/>
                <a:ext cx="177358" cy="1642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00" y="19440"/>
                    </a:moveTo>
                    <a:cubicBezTo>
                      <a:pt x="15525" y="20160"/>
                      <a:pt x="15525" y="20880"/>
                      <a:pt x="15525" y="20880"/>
                    </a:cubicBezTo>
                    <a:cubicBezTo>
                      <a:pt x="16200" y="21600"/>
                      <a:pt x="16200" y="21600"/>
                      <a:pt x="16875" y="21600"/>
                    </a:cubicBezTo>
                    <a:cubicBezTo>
                      <a:pt x="16875" y="21600"/>
                      <a:pt x="16875" y="21600"/>
                      <a:pt x="16875" y="21600"/>
                    </a:cubicBezTo>
                    <a:cubicBezTo>
                      <a:pt x="20250" y="19440"/>
                      <a:pt x="21600" y="15840"/>
                      <a:pt x="21600" y="11520"/>
                    </a:cubicBezTo>
                    <a:cubicBezTo>
                      <a:pt x="21600" y="5040"/>
                      <a:pt x="16875" y="0"/>
                      <a:pt x="10800" y="0"/>
                    </a:cubicBezTo>
                    <a:cubicBezTo>
                      <a:pt x="4725" y="0"/>
                      <a:pt x="0" y="5040"/>
                      <a:pt x="0" y="11520"/>
                    </a:cubicBezTo>
                    <a:cubicBezTo>
                      <a:pt x="0" y="15840"/>
                      <a:pt x="1350" y="19440"/>
                      <a:pt x="4050" y="21600"/>
                    </a:cubicBezTo>
                    <a:cubicBezTo>
                      <a:pt x="4725" y="21600"/>
                      <a:pt x="5400" y="21600"/>
                      <a:pt x="5400" y="20880"/>
                    </a:cubicBezTo>
                    <a:cubicBezTo>
                      <a:pt x="6075" y="20880"/>
                      <a:pt x="6075" y="20160"/>
                      <a:pt x="5400" y="19440"/>
                    </a:cubicBezTo>
                    <a:cubicBezTo>
                      <a:pt x="3375" y="18000"/>
                      <a:pt x="2025" y="15120"/>
                      <a:pt x="2025" y="11520"/>
                    </a:cubicBezTo>
                    <a:cubicBezTo>
                      <a:pt x="2025" y="6480"/>
                      <a:pt x="6075" y="2160"/>
                      <a:pt x="10800" y="2160"/>
                    </a:cubicBezTo>
                    <a:cubicBezTo>
                      <a:pt x="15525" y="2160"/>
                      <a:pt x="19575" y="6480"/>
                      <a:pt x="19575" y="11520"/>
                    </a:cubicBezTo>
                    <a:cubicBezTo>
                      <a:pt x="19575" y="15120"/>
                      <a:pt x="18225" y="18000"/>
                      <a:pt x="16200" y="19440"/>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758" name="Shape 8758"/>
            <p:cNvSpPr/>
            <p:nvPr/>
          </p:nvSpPr>
          <p:spPr>
            <a:xfrm rot="7782">
              <a:off x="909860" y="693548"/>
              <a:ext cx="877889" cy="948622"/>
            </a:xfrm>
            <a:custGeom>
              <a:avLst/>
              <a:gdLst/>
              <a:ahLst/>
              <a:cxnLst>
                <a:cxn ang="0">
                  <a:pos x="wd2" y="hd2"/>
                </a:cxn>
                <a:cxn ang="5400000">
                  <a:pos x="wd2" y="hd2"/>
                </a:cxn>
                <a:cxn ang="10800000">
                  <a:pos x="wd2" y="hd2"/>
                </a:cxn>
                <a:cxn ang="16200000">
                  <a:pos x="wd2" y="hd2"/>
                </a:cxn>
              </a:cxnLst>
              <a:rect l="0" t="0" r="r" b="b"/>
              <a:pathLst>
                <a:path w="21383" h="21365" fill="norm" stroke="1" extrusionOk="0">
                  <a:moveTo>
                    <a:pt x="16658" y="4417"/>
                  </a:moveTo>
                  <a:cubicBezTo>
                    <a:pt x="14363" y="421"/>
                    <a:pt x="14363" y="421"/>
                    <a:pt x="14363" y="421"/>
                  </a:cubicBezTo>
                  <a:cubicBezTo>
                    <a:pt x="14093" y="47"/>
                    <a:pt x="13418" y="-78"/>
                    <a:pt x="13013" y="47"/>
                  </a:cubicBezTo>
                  <a:cubicBezTo>
                    <a:pt x="12473" y="297"/>
                    <a:pt x="12473" y="297"/>
                    <a:pt x="12473" y="297"/>
                  </a:cubicBezTo>
                  <a:cubicBezTo>
                    <a:pt x="12068" y="546"/>
                    <a:pt x="11933" y="921"/>
                    <a:pt x="11933" y="1295"/>
                  </a:cubicBezTo>
                  <a:cubicBezTo>
                    <a:pt x="8558" y="6040"/>
                    <a:pt x="8558" y="6040"/>
                    <a:pt x="8558" y="6040"/>
                  </a:cubicBezTo>
                  <a:cubicBezTo>
                    <a:pt x="7478" y="6539"/>
                    <a:pt x="7478" y="6539"/>
                    <a:pt x="7478" y="6539"/>
                  </a:cubicBezTo>
                  <a:cubicBezTo>
                    <a:pt x="7208" y="6414"/>
                    <a:pt x="6938" y="6414"/>
                    <a:pt x="6533" y="6539"/>
                  </a:cubicBezTo>
                  <a:cubicBezTo>
                    <a:pt x="1943" y="8912"/>
                    <a:pt x="1943" y="8912"/>
                    <a:pt x="1943" y="8912"/>
                  </a:cubicBezTo>
                  <a:cubicBezTo>
                    <a:pt x="1268" y="9286"/>
                    <a:pt x="728" y="9786"/>
                    <a:pt x="458" y="10535"/>
                  </a:cubicBezTo>
                  <a:cubicBezTo>
                    <a:pt x="188" y="11034"/>
                    <a:pt x="188" y="11534"/>
                    <a:pt x="323" y="12033"/>
                  </a:cubicBezTo>
                  <a:cubicBezTo>
                    <a:pt x="-82" y="12408"/>
                    <a:pt x="-82" y="13032"/>
                    <a:pt x="188" y="13531"/>
                  </a:cubicBezTo>
                  <a:cubicBezTo>
                    <a:pt x="1808" y="16028"/>
                    <a:pt x="1808" y="16028"/>
                    <a:pt x="1808" y="16028"/>
                  </a:cubicBezTo>
                  <a:cubicBezTo>
                    <a:pt x="2078" y="16528"/>
                    <a:pt x="2618" y="16777"/>
                    <a:pt x="3158" y="16777"/>
                  </a:cubicBezTo>
                  <a:cubicBezTo>
                    <a:pt x="3563" y="17152"/>
                    <a:pt x="4103" y="17402"/>
                    <a:pt x="4643" y="17527"/>
                  </a:cubicBezTo>
                  <a:cubicBezTo>
                    <a:pt x="5183" y="17651"/>
                    <a:pt x="5858" y="17651"/>
                    <a:pt x="6533" y="17402"/>
                  </a:cubicBezTo>
                  <a:cubicBezTo>
                    <a:pt x="10448" y="20898"/>
                    <a:pt x="10448" y="20898"/>
                    <a:pt x="10448" y="20898"/>
                  </a:cubicBezTo>
                  <a:cubicBezTo>
                    <a:pt x="10988" y="21397"/>
                    <a:pt x="11798" y="21522"/>
                    <a:pt x="12338" y="21147"/>
                  </a:cubicBezTo>
                  <a:cubicBezTo>
                    <a:pt x="12473" y="21023"/>
                    <a:pt x="12608" y="21023"/>
                    <a:pt x="12743" y="20898"/>
                  </a:cubicBezTo>
                  <a:cubicBezTo>
                    <a:pt x="14363" y="19275"/>
                    <a:pt x="14363" y="19275"/>
                    <a:pt x="14363" y="19275"/>
                  </a:cubicBezTo>
                  <a:cubicBezTo>
                    <a:pt x="14633" y="19025"/>
                    <a:pt x="14768" y="18650"/>
                    <a:pt x="14903" y="18276"/>
                  </a:cubicBezTo>
                  <a:cubicBezTo>
                    <a:pt x="14903" y="17901"/>
                    <a:pt x="14633" y="17527"/>
                    <a:pt x="14363" y="17277"/>
                  </a:cubicBezTo>
                  <a:cubicBezTo>
                    <a:pt x="13283" y="16153"/>
                    <a:pt x="13283" y="16153"/>
                    <a:pt x="13283" y="16153"/>
                  </a:cubicBezTo>
                  <a:cubicBezTo>
                    <a:pt x="13418" y="16028"/>
                    <a:pt x="13418" y="16028"/>
                    <a:pt x="13418" y="16028"/>
                  </a:cubicBezTo>
                  <a:cubicBezTo>
                    <a:pt x="13553" y="15529"/>
                    <a:pt x="13418" y="15030"/>
                    <a:pt x="13013" y="14780"/>
                  </a:cubicBezTo>
                  <a:cubicBezTo>
                    <a:pt x="13013" y="14780"/>
                    <a:pt x="13013" y="14780"/>
                    <a:pt x="13013" y="14780"/>
                  </a:cubicBezTo>
                  <a:cubicBezTo>
                    <a:pt x="13013" y="14780"/>
                    <a:pt x="13013" y="14780"/>
                    <a:pt x="13013" y="14780"/>
                  </a:cubicBezTo>
                  <a:cubicBezTo>
                    <a:pt x="11933" y="14280"/>
                    <a:pt x="11933" y="14280"/>
                    <a:pt x="11933" y="14280"/>
                  </a:cubicBezTo>
                  <a:cubicBezTo>
                    <a:pt x="12068" y="14280"/>
                    <a:pt x="12068" y="14156"/>
                    <a:pt x="12068" y="14156"/>
                  </a:cubicBezTo>
                  <a:cubicBezTo>
                    <a:pt x="13013" y="13656"/>
                    <a:pt x="13013" y="13656"/>
                    <a:pt x="13013" y="13656"/>
                  </a:cubicBezTo>
                  <a:cubicBezTo>
                    <a:pt x="19223" y="13531"/>
                    <a:pt x="19223" y="13531"/>
                    <a:pt x="19223" y="13531"/>
                  </a:cubicBezTo>
                  <a:cubicBezTo>
                    <a:pt x="19493" y="13781"/>
                    <a:pt x="19898" y="13906"/>
                    <a:pt x="20303" y="13656"/>
                  </a:cubicBezTo>
                  <a:cubicBezTo>
                    <a:pt x="20843" y="13406"/>
                    <a:pt x="20843" y="13406"/>
                    <a:pt x="20843" y="13406"/>
                  </a:cubicBezTo>
                  <a:cubicBezTo>
                    <a:pt x="21383" y="13157"/>
                    <a:pt x="21518" y="12657"/>
                    <a:pt x="21248" y="12158"/>
                  </a:cubicBezTo>
                  <a:cubicBezTo>
                    <a:pt x="18818" y="8162"/>
                    <a:pt x="18818" y="8162"/>
                    <a:pt x="18818" y="8162"/>
                  </a:cubicBezTo>
                  <a:cubicBezTo>
                    <a:pt x="19088" y="7413"/>
                    <a:pt x="19088" y="6539"/>
                    <a:pt x="18548" y="5790"/>
                  </a:cubicBezTo>
                  <a:cubicBezTo>
                    <a:pt x="18143" y="5166"/>
                    <a:pt x="17468" y="4667"/>
                    <a:pt x="16658" y="4417"/>
                  </a:cubicBezTo>
                  <a:close/>
                  <a:moveTo>
                    <a:pt x="11798" y="20273"/>
                  </a:moveTo>
                  <a:cubicBezTo>
                    <a:pt x="11663" y="20398"/>
                    <a:pt x="11393" y="20398"/>
                    <a:pt x="11258" y="20273"/>
                  </a:cubicBezTo>
                  <a:cubicBezTo>
                    <a:pt x="7073" y="16528"/>
                    <a:pt x="7073" y="16528"/>
                    <a:pt x="7073" y="16528"/>
                  </a:cubicBezTo>
                  <a:cubicBezTo>
                    <a:pt x="10178" y="14905"/>
                    <a:pt x="10178" y="14905"/>
                    <a:pt x="10178" y="14905"/>
                  </a:cubicBezTo>
                  <a:cubicBezTo>
                    <a:pt x="13553" y="17901"/>
                    <a:pt x="13553" y="17901"/>
                    <a:pt x="13553" y="17901"/>
                  </a:cubicBezTo>
                  <a:cubicBezTo>
                    <a:pt x="13688" y="18026"/>
                    <a:pt x="13688" y="18151"/>
                    <a:pt x="13688" y="18276"/>
                  </a:cubicBezTo>
                  <a:cubicBezTo>
                    <a:pt x="13688" y="18401"/>
                    <a:pt x="13688" y="18525"/>
                    <a:pt x="13553" y="18650"/>
                  </a:cubicBezTo>
                  <a:cubicBezTo>
                    <a:pt x="11933" y="20149"/>
                    <a:pt x="11933" y="20149"/>
                    <a:pt x="11933" y="20149"/>
                  </a:cubicBezTo>
                  <a:cubicBezTo>
                    <a:pt x="11933" y="20149"/>
                    <a:pt x="11933" y="20273"/>
                    <a:pt x="11798" y="20273"/>
                  </a:cubicBezTo>
                  <a:close/>
                  <a:moveTo>
                    <a:pt x="2753" y="15654"/>
                  </a:moveTo>
                  <a:cubicBezTo>
                    <a:pt x="1133" y="13032"/>
                    <a:pt x="1133" y="13032"/>
                    <a:pt x="1133" y="13032"/>
                  </a:cubicBezTo>
                  <a:cubicBezTo>
                    <a:pt x="1133" y="12907"/>
                    <a:pt x="1133" y="12782"/>
                    <a:pt x="1133" y="12782"/>
                  </a:cubicBezTo>
                  <a:cubicBezTo>
                    <a:pt x="2888" y="15779"/>
                    <a:pt x="2888" y="15779"/>
                    <a:pt x="2888" y="15779"/>
                  </a:cubicBezTo>
                  <a:cubicBezTo>
                    <a:pt x="2888" y="15779"/>
                    <a:pt x="2753" y="15654"/>
                    <a:pt x="2753" y="15654"/>
                  </a:cubicBezTo>
                  <a:close/>
                  <a:moveTo>
                    <a:pt x="3428" y="15654"/>
                  </a:moveTo>
                  <a:cubicBezTo>
                    <a:pt x="1538" y="12408"/>
                    <a:pt x="1538" y="12408"/>
                    <a:pt x="1538" y="12408"/>
                  </a:cubicBezTo>
                  <a:cubicBezTo>
                    <a:pt x="998" y="11534"/>
                    <a:pt x="1403" y="10285"/>
                    <a:pt x="2348" y="9786"/>
                  </a:cubicBezTo>
                  <a:cubicBezTo>
                    <a:pt x="7073" y="7413"/>
                    <a:pt x="7073" y="7413"/>
                    <a:pt x="7073" y="7413"/>
                  </a:cubicBezTo>
                  <a:cubicBezTo>
                    <a:pt x="10988" y="14031"/>
                    <a:pt x="10988" y="14031"/>
                    <a:pt x="10988" y="14031"/>
                  </a:cubicBezTo>
                  <a:cubicBezTo>
                    <a:pt x="10313" y="14280"/>
                    <a:pt x="10313" y="14280"/>
                    <a:pt x="10313" y="14280"/>
                  </a:cubicBezTo>
                  <a:cubicBezTo>
                    <a:pt x="6263" y="16403"/>
                    <a:pt x="6263" y="16403"/>
                    <a:pt x="6263" y="16403"/>
                  </a:cubicBezTo>
                  <a:cubicBezTo>
                    <a:pt x="5318" y="16902"/>
                    <a:pt x="3968" y="16528"/>
                    <a:pt x="3428" y="15654"/>
                  </a:cubicBezTo>
                  <a:close/>
                  <a:moveTo>
                    <a:pt x="10988" y="14905"/>
                  </a:moveTo>
                  <a:cubicBezTo>
                    <a:pt x="12338" y="15654"/>
                    <a:pt x="12338" y="15654"/>
                    <a:pt x="12338" y="15654"/>
                  </a:cubicBezTo>
                  <a:cubicBezTo>
                    <a:pt x="12203" y="15904"/>
                    <a:pt x="12203" y="15904"/>
                    <a:pt x="12203" y="15904"/>
                  </a:cubicBezTo>
                  <a:lnTo>
                    <a:pt x="10988" y="14905"/>
                  </a:lnTo>
                  <a:close/>
                  <a:moveTo>
                    <a:pt x="7748" y="7538"/>
                  </a:moveTo>
                  <a:cubicBezTo>
                    <a:pt x="9233" y="6789"/>
                    <a:pt x="9233" y="6789"/>
                    <a:pt x="9233" y="6789"/>
                  </a:cubicBezTo>
                  <a:cubicBezTo>
                    <a:pt x="12878" y="1920"/>
                    <a:pt x="12878" y="1920"/>
                    <a:pt x="12878" y="1920"/>
                  </a:cubicBezTo>
                  <a:cubicBezTo>
                    <a:pt x="19088" y="12532"/>
                    <a:pt x="19088" y="12532"/>
                    <a:pt x="19088" y="12532"/>
                  </a:cubicBezTo>
                  <a:cubicBezTo>
                    <a:pt x="12743" y="12657"/>
                    <a:pt x="12743" y="12657"/>
                    <a:pt x="12743" y="12657"/>
                  </a:cubicBezTo>
                  <a:cubicBezTo>
                    <a:pt x="11258" y="13406"/>
                    <a:pt x="11258" y="13406"/>
                    <a:pt x="11258" y="13406"/>
                  </a:cubicBezTo>
                  <a:lnTo>
                    <a:pt x="7748" y="7538"/>
                  </a:lnTo>
                  <a:close/>
                  <a:moveTo>
                    <a:pt x="13148" y="1171"/>
                  </a:moveTo>
                  <a:cubicBezTo>
                    <a:pt x="13418" y="1046"/>
                    <a:pt x="13418" y="1046"/>
                    <a:pt x="13418" y="1046"/>
                  </a:cubicBezTo>
                  <a:cubicBezTo>
                    <a:pt x="20303" y="12657"/>
                    <a:pt x="20303" y="12657"/>
                    <a:pt x="20303" y="12657"/>
                  </a:cubicBezTo>
                  <a:cubicBezTo>
                    <a:pt x="19898" y="12782"/>
                    <a:pt x="19898" y="12782"/>
                    <a:pt x="19898" y="12782"/>
                  </a:cubicBezTo>
                  <a:lnTo>
                    <a:pt x="13148" y="1171"/>
                  </a:lnTo>
                  <a:close/>
                  <a:moveTo>
                    <a:pt x="17873" y="7538"/>
                  </a:moveTo>
                  <a:cubicBezTo>
                    <a:pt x="16658" y="5540"/>
                    <a:pt x="16658" y="5540"/>
                    <a:pt x="16658" y="5540"/>
                  </a:cubicBezTo>
                  <a:cubicBezTo>
                    <a:pt x="17063" y="5665"/>
                    <a:pt x="17468" y="5915"/>
                    <a:pt x="17603" y="6290"/>
                  </a:cubicBezTo>
                  <a:cubicBezTo>
                    <a:pt x="17873" y="6664"/>
                    <a:pt x="18008" y="7164"/>
                    <a:pt x="17873" y="7538"/>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59" name="Shape 8759"/>
            <p:cNvSpPr/>
            <p:nvPr/>
          </p:nvSpPr>
          <p:spPr>
            <a:xfrm rot="7782">
              <a:off x="4667477" y="2166168"/>
              <a:ext cx="387561" cy="62075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750"/>
                  </a:moveTo>
                  <a:cubicBezTo>
                    <a:pt x="21600" y="3086"/>
                    <a:pt x="16971" y="0"/>
                    <a:pt x="10800" y="0"/>
                  </a:cubicBezTo>
                  <a:cubicBezTo>
                    <a:pt x="4937" y="0"/>
                    <a:pt x="0" y="3086"/>
                    <a:pt x="0" y="6750"/>
                  </a:cubicBezTo>
                  <a:cubicBezTo>
                    <a:pt x="0" y="10029"/>
                    <a:pt x="3703" y="12729"/>
                    <a:pt x="8640" y="13307"/>
                  </a:cubicBezTo>
                  <a:cubicBezTo>
                    <a:pt x="8640" y="16200"/>
                    <a:pt x="8640" y="16200"/>
                    <a:pt x="8640" y="16200"/>
                  </a:cubicBezTo>
                  <a:cubicBezTo>
                    <a:pt x="4320" y="16200"/>
                    <a:pt x="4320" y="16200"/>
                    <a:pt x="4320" y="16200"/>
                  </a:cubicBezTo>
                  <a:cubicBezTo>
                    <a:pt x="4320" y="18900"/>
                    <a:pt x="4320" y="18900"/>
                    <a:pt x="4320" y="18900"/>
                  </a:cubicBezTo>
                  <a:cubicBezTo>
                    <a:pt x="8640" y="18900"/>
                    <a:pt x="8640" y="18900"/>
                    <a:pt x="8640" y="18900"/>
                  </a:cubicBezTo>
                  <a:cubicBezTo>
                    <a:pt x="8640" y="21600"/>
                    <a:pt x="8640" y="21600"/>
                    <a:pt x="8640" y="21600"/>
                  </a:cubicBezTo>
                  <a:cubicBezTo>
                    <a:pt x="12960" y="21600"/>
                    <a:pt x="12960" y="21600"/>
                    <a:pt x="12960" y="21600"/>
                  </a:cubicBezTo>
                  <a:cubicBezTo>
                    <a:pt x="12960" y="18900"/>
                    <a:pt x="12960" y="18900"/>
                    <a:pt x="12960" y="18900"/>
                  </a:cubicBezTo>
                  <a:cubicBezTo>
                    <a:pt x="17280" y="18900"/>
                    <a:pt x="17280" y="18900"/>
                    <a:pt x="17280" y="18900"/>
                  </a:cubicBezTo>
                  <a:cubicBezTo>
                    <a:pt x="17280" y="16200"/>
                    <a:pt x="17280" y="16200"/>
                    <a:pt x="17280" y="16200"/>
                  </a:cubicBezTo>
                  <a:cubicBezTo>
                    <a:pt x="12960" y="16200"/>
                    <a:pt x="12960" y="16200"/>
                    <a:pt x="12960" y="16200"/>
                  </a:cubicBezTo>
                  <a:cubicBezTo>
                    <a:pt x="12960" y="13307"/>
                    <a:pt x="12960" y="13307"/>
                    <a:pt x="12960" y="13307"/>
                  </a:cubicBezTo>
                  <a:cubicBezTo>
                    <a:pt x="17897" y="12729"/>
                    <a:pt x="21600" y="10029"/>
                    <a:pt x="21600" y="6750"/>
                  </a:cubicBezTo>
                  <a:close/>
                  <a:moveTo>
                    <a:pt x="10800" y="10800"/>
                  </a:moveTo>
                  <a:cubicBezTo>
                    <a:pt x="7406" y="10800"/>
                    <a:pt x="4320" y="9064"/>
                    <a:pt x="4320" y="6750"/>
                  </a:cubicBezTo>
                  <a:cubicBezTo>
                    <a:pt x="4320" y="4629"/>
                    <a:pt x="7406" y="2700"/>
                    <a:pt x="10800" y="2700"/>
                  </a:cubicBezTo>
                  <a:cubicBezTo>
                    <a:pt x="14503" y="2700"/>
                    <a:pt x="17280" y="4629"/>
                    <a:pt x="17280" y="6750"/>
                  </a:cubicBezTo>
                  <a:cubicBezTo>
                    <a:pt x="17280" y="9064"/>
                    <a:pt x="14503" y="10800"/>
                    <a:pt x="10800" y="10800"/>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60" name="Shape 8760"/>
            <p:cNvSpPr/>
            <p:nvPr/>
          </p:nvSpPr>
          <p:spPr>
            <a:xfrm rot="7782">
              <a:off x="1478459" y="2136140"/>
              <a:ext cx="548495" cy="548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45" y="0"/>
                  </a:moveTo>
                  <a:cubicBezTo>
                    <a:pt x="11345" y="3055"/>
                    <a:pt x="11345" y="3055"/>
                    <a:pt x="11345" y="3055"/>
                  </a:cubicBezTo>
                  <a:cubicBezTo>
                    <a:pt x="16582" y="3055"/>
                    <a:pt x="16582" y="3055"/>
                    <a:pt x="16582" y="3055"/>
                  </a:cubicBezTo>
                  <a:cubicBezTo>
                    <a:pt x="11127" y="8509"/>
                    <a:pt x="11127" y="8509"/>
                    <a:pt x="11127" y="8509"/>
                  </a:cubicBezTo>
                  <a:cubicBezTo>
                    <a:pt x="10036" y="7636"/>
                    <a:pt x="8509" y="7200"/>
                    <a:pt x="7200" y="7200"/>
                  </a:cubicBezTo>
                  <a:cubicBezTo>
                    <a:pt x="3055" y="7200"/>
                    <a:pt x="0" y="10473"/>
                    <a:pt x="0" y="14400"/>
                  </a:cubicBezTo>
                  <a:cubicBezTo>
                    <a:pt x="0" y="18545"/>
                    <a:pt x="3055" y="21600"/>
                    <a:pt x="7200" y="21600"/>
                  </a:cubicBezTo>
                  <a:cubicBezTo>
                    <a:pt x="11127" y="21600"/>
                    <a:pt x="14400" y="18545"/>
                    <a:pt x="14400" y="14400"/>
                  </a:cubicBezTo>
                  <a:cubicBezTo>
                    <a:pt x="14400" y="13091"/>
                    <a:pt x="13745" y="11564"/>
                    <a:pt x="13091" y="10473"/>
                  </a:cubicBezTo>
                  <a:cubicBezTo>
                    <a:pt x="18545" y="5018"/>
                    <a:pt x="18545" y="5018"/>
                    <a:pt x="18545" y="5018"/>
                  </a:cubicBezTo>
                  <a:cubicBezTo>
                    <a:pt x="18545" y="10255"/>
                    <a:pt x="18545" y="10255"/>
                    <a:pt x="18545" y="10255"/>
                  </a:cubicBezTo>
                  <a:cubicBezTo>
                    <a:pt x="21600" y="10255"/>
                    <a:pt x="21600" y="10255"/>
                    <a:pt x="21600" y="10255"/>
                  </a:cubicBezTo>
                  <a:cubicBezTo>
                    <a:pt x="21600" y="0"/>
                    <a:pt x="21600" y="0"/>
                    <a:pt x="21600" y="0"/>
                  </a:cubicBezTo>
                  <a:lnTo>
                    <a:pt x="11345" y="0"/>
                  </a:lnTo>
                  <a:close/>
                  <a:moveTo>
                    <a:pt x="7200" y="18764"/>
                  </a:moveTo>
                  <a:cubicBezTo>
                    <a:pt x="4800" y="18764"/>
                    <a:pt x="2836" y="16800"/>
                    <a:pt x="2836" y="14400"/>
                  </a:cubicBezTo>
                  <a:cubicBezTo>
                    <a:pt x="2836" y="12000"/>
                    <a:pt x="4800" y="10255"/>
                    <a:pt x="7200" y="10255"/>
                  </a:cubicBezTo>
                  <a:cubicBezTo>
                    <a:pt x="9382" y="10255"/>
                    <a:pt x="11345" y="12000"/>
                    <a:pt x="11345" y="14400"/>
                  </a:cubicBezTo>
                  <a:cubicBezTo>
                    <a:pt x="11345" y="16800"/>
                    <a:pt x="9382" y="18764"/>
                    <a:pt x="7200" y="18764"/>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61" name="Shape 8761"/>
            <p:cNvSpPr/>
            <p:nvPr/>
          </p:nvSpPr>
          <p:spPr>
            <a:xfrm rot="7782">
              <a:off x="1371343" y="1587244"/>
              <a:ext cx="410551" cy="5255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41" y="14324"/>
                  </a:moveTo>
                  <a:cubicBezTo>
                    <a:pt x="21600" y="15234"/>
                    <a:pt x="21600" y="15234"/>
                    <a:pt x="21600" y="15234"/>
                  </a:cubicBezTo>
                  <a:cubicBezTo>
                    <a:pt x="21016" y="13642"/>
                    <a:pt x="21016" y="13642"/>
                    <a:pt x="21016" y="13642"/>
                  </a:cubicBezTo>
                  <a:cubicBezTo>
                    <a:pt x="20432" y="12051"/>
                    <a:pt x="20432" y="12051"/>
                    <a:pt x="20432" y="12051"/>
                  </a:cubicBezTo>
                  <a:cubicBezTo>
                    <a:pt x="18973" y="13187"/>
                    <a:pt x="18973" y="13187"/>
                    <a:pt x="18973" y="13187"/>
                  </a:cubicBezTo>
                  <a:cubicBezTo>
                    <a:pt x="17514" y="14552"/>
                    <a:pt x="17514" y="14552"/>
                    <a:pt x="17514" y="14552"/>
                  </a:cubicBezTo>
                  <a:cubicBezTo>
                    <a:pt x="19265" y="14097"/>
                    <a:pt x="19265" y="14097"/>
                    <a:pt x="19265" y="14097"/>
                  </a:cubicBezTo>
                  <a:cubicBezTo>
                    <a:pt x="18097" y="16598"/>
                    <a:pt x="15178" y="18189"/>
                    <a:pt x="11968" y="18417"/>
                  </a:cubicBezTo>
                  <a:cubicBezTo>
                    <a:pt x="11968" y="7503"/>
                    <a:pt x="11968" y="7503"/>
                    <a:pt x="11968" y="7503"/>
                  </a:cubicBezTo>
                  <a:cubicBezTo>
                    <a:pt x="16346" y="7503"/>
                    <a:pt x="16346" y="7503"/>
                    <a:pt x="16346" y="7503"/>
                  </a:cubicBezTo>
                  <a:cubicBezTo>
                    <a:pt x="16346" y="6366"/>
                    <a:pt x="16346" y="6366"/>
                    <a:pt x="16346" y="6366"/>
                  </a:cubicBezTo>
                  <a:cubicBezTo>
                    <a:pt x="11968" y="6366"/>
                    <a:pt x="11968" y="6366"/>
                    <a:pt x="11968" y="6366"/>
                  </a:cubicBezTo>
                  <a:cubicBezTo>
                    <a:pt x="11968" y="5684"/>
                    <a:pt x="11968" y="5684"/>
                    <a:pt x="11968" y="5684"/>
                  </a:cubicBezTo>
                  <a:cubicBezTo>
                    <a:pt x="13427" y="5229"/>
                    <a:pt x="14595" y="4093"/>
                    <a:pt x="14595" y="2956"/>
                  </a:cubicBezTo>
                  <a:cubicBezTo>
                    <a:pt x="14595" y="1364"/>
                    <a:pt x="12843" y="0"/>
                    <a:pt x="10800" y="0"/>
                  </a:cubicBezTo>
                  <a:cubicBezTo>
                    <a:pt x="8757" y="0"/>
                    <a:pt x="7005" y="1364"/>
                    <a:pt x="7005" y="2956"/>
                  </a:cubicBezTo>
                  <a:cubicBezTo>
                    <a:pt x="7005" y="4093"/>
                    <a:pt x="8173" y="5229"/>
                    <a:pt x="9632" y="5684"/>
                  </a:cubicBezTo>
                  <a:cubicBezTo>
                    <a:pt x="9632" y="6366"/>
                    <a:pt x="9632" y="6366"/>
                    <a:pt x="9632" y="6366"/>
                  </a:cubicBezTo>
                  <a:cubicBezTo>
                    <a:pt x="5546" y="6366"/>
                    <a:pt x="5546" y="6366"/>
                    <a:pt x="5546" y="6366"/>
                  </a:cubicBezTo>
                  <a:cubicBezTo>
                    <a:pt x="5546" y="7503"/>
                    <a:pt x="5546" y="7503"/>
                    <a:pt x="5546" y="7503"/>
                  </a:cubicBezTo>
                  <a:cubicBezTo>
                    <a:pt x="9632" y="7503"/>
                    <a:pt x="9632" y="7503"/>
                    <a:pt x="9632" y="7503"/>
                  </a:cubicBezTo>
                  <a:cubicBezTo>
                    <a:pt x="9632" y="18417"/>
                    <a:pt x="9632" y="18417"/>
                    <a:pt x="9632" y="18417"/>
                  </a:cubicBezTo>
                  <a:cubicBezTo>
                    <a:pt x="6422" y="18189"/>
                    <a:pt x="3503" y="16598"/>
                    <a:pt x="2335" y="14097"/>
                  </a:cubicBezTo>
                  <a:cubicBezTo>
                    <a:pt x="3795" y="14552"/>
                    <a:pt x="3795" y="14552"/>
                    <a:pt x="3795" y="14552"/>
                  </a:cubicBezTo>
                  <a:cubicBezTo>
                    <a:pt x="2627" y="13187"/>
                    <a:pt x="2627" y="13187"/>
                    <a:pt x="2627" y="13187"/>
                  </a:cubicBezTo>
                  <a:cubicBezTo>
                    <a:pt x="1459" y="12505"/>
                    <a:pt x="1459" y="12505"/>
                    <a:pt x="1459" y="12505"/>
                  </a:cubicBezTo>
                  <a:cubicBezTo>
                    <a:pt x="1459" y="12505"/>
                    <a:pt x="1459" y="12505"/>
                    <a:pt x="1459" y="12505"/>
                  </a:cubicBezTo>
                  <a:cubicBezTo>
                    <a:pt x="1459" y="12505"/>
                    <a:pt x="1459" y="12505"/>
                    <a:pt x="1459" y="12505"/>
                  </a:cubicBezTo>
                  <a:cubicBezTo>
                    <a:pt x="1168" y="12051"/>
                    <a:pt x="1168" y="12051"/>
                    <a:pt x="1168" y="12051"/>
                  </a:cubicBezTo>
                  <a:cubicBezTo>
                    <a:pt x="584" y="13642"/>
                    <a:pt x="584" y="13642"/>
                    <a:pt x="584" y="13642"/>
                  </a:cubicBezTo>
                  <a:cubicBezTo>
                    <a:pt x="0" y="15234"/>
                    <a:pt x="0" y="15234"/>
                    <a:pt x="0" y="15234"/>
                  </a:cubicBezTo>
                  <a:cubicBezTo>
                    <a:pt x="1459" y="14324"/>
                    <a:pt x="1459" y="14324"/>
                    <a:pt x="1459" y="14324"/>
                  </a:cubicBezTo>
                  <a:cubicBezTo>
                    <a:pt x="1751" y="17735"/>
                    <a:pt x="5254" y="20463"/>
                    <a:pt x="9632" y="20918"/>
                  </a:cubicBezTo>
                  <a:cubicBezTo>
                    <a:pt x="9632" y="21373"/>
                    <a:pt x="10216" y="21600"/>
                    <a:pt x="10800" y="21600"/>
                  </a:cubicBezTo>
                  <a:cubicBezTo>
                    <a:pt x="11384" y="21600"/>
                    <a:pt x="11968" y="21373"/>
                    <a:pt x="11968" y="20918"/>
                  </a:cubicBezTo>
                  <a:cubicBezTo>
                    <a:pt x="16346" y="20463"/>
                    <a:pt x="19557" y="17735"/>
                    <a:pt x="20141" y="14324"/>
                  </a:cubicBezTo>
                  <a:close/>
                  <a:moveTo>
                    <a:pt x="8757" y="2956"/>
                  </a:moveTo>
                  <a:cubicBezTo>
                    <a:pt x="8757" y="2046"/>
                    <a:pt x="9632" y="1364"/>
                    <a:pt x="10800" y="1364"/>
                  </a:cubicBezTo>
                  <a:cubicBezTo>
                    <a:pt x="11968" y="1364"/>
                    <a:pt x="12843" y="2046"/>
                    <a:pt x="12843" y="2956"/>
                  </a:cubicBezTo>
                  <a:cubicBezTo>
                    <a:pt x="12843" y="3865"/>
                    <a:pt x="11968" y="4547"/>
                    <a:pt x="10800" y="4547"/>
                  </a:cubicBezTo>
                  <a:cubicBezTo>
                    <a:pt x="9632" y="4547"/>
                    <a:pt x="8757" y="3865"/>
                    <a:pt x="8757" y="2956"/>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62" name="Shape 8762"/>
            <p:cNvSpPr/>
            <p:nvPr/>
          </p:nvSpPr>
          <p:spPr>
            <a:xfrm rot="7782">
              <a:off x="4743318" y="540676"/>
              <a:ext cx="678530" cy="627531"/>
            </a:xfrm>
            <a:custGeom>
              <a:avLst/>
              <a:gdLst/>
              <a:ahLst/>
              <a:cxnLst>
                <a:cxn ang="0">
                  <a:pos x="wd2" y="hd2"/>
                </a:cxn>
                <a:cxn ang="5400000">
                  <a:pos x="wd2" y="hd2"/>
                </a:cxn>
                <a:cxn ang="10800000">
                  <a:pos x="wd2" y="hd2"/>
                </a:cxn>
                <a:cxn ang="16200000">
                  <a:pos x="wd2" y="hd2"/>
                </a:cxn>
              </a:cxnLst>
              <a:rect l="0" t="0" r="r" b="b"/>
              <a:pathLst>
                <a:path w="19152" h="20739" fill="norm" stroke="1" extrusionOk="0">
                  <a:moveTo>
                    <a:pt x="4096" y="20739"/>
                  </a:moveTo>
                  <a:cubicBezTo>
                    <a:pt x="3313" y="20739"/>
                    <a:pt x="2531" y="20373"/>
                    <a:pt x="1905" y="19458"/>
                  </a:cubicBezTo>
                  <a:cubicBezTo>
                    <a:pt x="1748" y="19458"/>
                    <a:pt x="1748" y="19458"/>
                    <a:pt x="1748" y="19458"/>
                  </a:cubicBezTo>
                  <a:cubicBezTo>
                    <a:pt x="1122" y="18542"/>
                    <a:pt x="-1852" y="15797"/>
                    <a:pt x="1748" y="11770"/>
                  </a:cubicBezTo>
                  <a:cubicBezTo>
                    <a:pt x="3313" y="10122"/>
                    <a:pt x="5191" y="7742"/>
                    <a:pt x="7226" y="5546"/>
                  </a:cubicBezTo>
                  <a:cubicBezTo>
                    <a:pt x="8322" y="4264"/>
                    <a:pt x="9418" y="2800"/>
                    <a:pt x="10513" y="1519"/>
                  </a:cubicBezTo>
                  <a:cubicBezTo>
                    <a:pt x="12705" y="-861"/>
                    <a:pt x="14113" y="-312"/>
                    <a:pt x="16461" y="2251"/>
                  </a:cubicBezTo>
                  <a:cubicBezTo>
                    <a:pt x="19278" y="5363"/>
                    <a:pt x="19748" y="8292"/>
                    <a:pt x="18496" y="9939"/>
                  </a:cubicBezTo>
                  <a:cubicBezTo>
                    <a:pt x="16931" y="12136"/>
                    <a:pt x="10983" y="19092"/>
                    <a:pt x="10670" y="19458"/>
                  </a:cubicBezTo>
                  <a:cubicBezTo>
                    <a:pt x="10357" y="19824"/>
                    <a:pt x="9887" y="19824"/>
                    <a:pt x="9574" y="19458"/>
                  </a:cubicBezTo>
                  <a:cubicBezTo>
                    <a:pt x="9105" y="19092"/>
                    <a:pt x="9105" y="18359"/>
                    <a:pt x="9574" y="17993"/>
                  </a:cubicBezTo>
                  <a:cubicBezTo>
                    <a:pt x="9574" y="17993"/>
                    <a:pt x="15678" y="10671"/>
                    <a:pt x="17244" y="8658"/>
                  </a:cubicBezTo>
                  <a:cubicBezTo>
                    <a:pt x="17557" y="8108"/>
                    <a:pt x="17713" y="6278"/>
                    <a:pt x="15365" y="3715"/>
                  </a:cubicBezTo>
                  <a:cubicBezTo>
                    <a:pt x="13957" y="2251"/>
                    <a:pt x="13487" y="970"/>
                    <a:pt x="11765" y="2983"/>
                  </a:cubicBezTo>
                  <a:cubicBezTo>
                    <a:pt x="10670" y="4264"/>
                    <a:pt x="9574" y="5546"/>
                    <a:pt x="8322" y="6827"/>
                  </a:cubicBezTo>
                  <a:cubicBezTo>
                    <a:pt x="6287" y="9207"/>
                    <a:pt x="4409" y="11586"/>
                    <a:pt x="3000" y="13234"/>
                  </a:cubicBezTo>
                  <a:cubicBezTo>
                    <a:pt x="809" y="15797"/>
                    <a:pt x="2218" y="17078"/>
                    <a:pt x="3000" y="17993"/>
                  </a:cubicBezTo>
                  <a:cubicBezTo>
                    <a:pt x="3157" y="18176"/>
                    <a:pt x="3157" y="18176"/>
                    <a:pt x="3157" y="18176"/>
                  </a:cubicBezTo>
                  <a:cubicBezTo>
                    <a:pt x="3783" y="18908"/>
                    <a:pt x="4252" y="19092"/>
                    <a:pt x="5191" y="17993"/>
                  </a:cubicBezTo>
                  <a:cubicBezTo>
                    <a:pt x="5505" y="17627"/>
                    <a:pt x="5974" y="17078"/>
                    <a:pt x="6600" y="16346"/>
                  </a:cubicBezTo>
                  <a:cubicBezTo>
                    <a:pt x="8478" y="14149"/>
                    <a:pt x="11922" y="10305"/>
                    <a:pt x="12705" y="9207"/>
                  </a:cubicBezTo>
                  <a:cubicBezTo>
                    <a:pt x="12861" y="8841"/>
                    <a:pt x="13174" y="8108"/>
                    <a:pt x="12861" y="7742"/>
                  </a:cubicBezTo>
                  <a:cubicBezTo>
                    <a:pt x="12548" y="7376"/>
                    <a:pt x="11765" y="8292"/>
                    <a:pt x="11452" y="8475"/>
                  </a:cubicBezTo>
                  <a:cubicBezTo>
                    <a:pt x="9105" y="11403"/>
                    <a:pt x="5818" y="15064"/>
                    <a:pt x="5818" y="15064"/>
                  </a:cubicBezTo>
                  <a:cubicBezTo>
                    <a:pt x="5505" y="15431"/>
                    <a:pt x="4878" y="15431"/>
                    <a:pt x="4565" y="15064"/>
                  </a:cubicBezTo>
                  <a:cubicBezTo>
                    <a:pt x="4252" y="14698"/>
                    <a:pt x="4252" y="13966"/>
                    <a:pt x="4565" y="13600"/>
                  </a:cubicBezTo>
                  <a:cubicBezTo>
                    <a:pt x="4722" y="13600"/>
                    <a:pt x="7852" y="10122"/>
                    <a:pt x="10200" y="7193"/>
                  </a:cubicBezTo>
                  <a:cubicBezTo>
                    <a:pt x="11765" y="5180"/>
                    <a:pt x="13174" y="5363"/>
                    <a:pt x="13957" y="6278"/>
                  </a:cubicBezTo>
                  <a:cubicBezTo>
                    <a:pt x="15052" y="7376"/>
                    <a:pt x="14739" y="9390"/>
                    <a:pt x="13957" y="10488"/>
                  </a:cubicBezTo>
                  <a:cubicBezTo>
                    <a:pt x="13331" y="11586"/>
                    <a:pt x="10513" y="14698"/>
                    <a:pt x="7852" y="17810"/>
                  </a:cubicBezTo>
                  <a:cubicBezTo>
                    <a:pt x="7226" y="18542"/>
                    <a:pt x="6600" y="19092"/>
                    <a:pt x="6444" y="19458"/>
                  </a:cubicBezTo>
                  <a:cubicBezTo>
                    <a:pt x="5661" y="20190"/>
                    <a:pt x="4878" y="20739"/>
                    <a:pt x="4096" y="20739"/>
                  </a:cubicBez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nvGrpSpPr>
            <p:cNvPr id="8765" name="Group 8765"/>
            <p:cNvGrpSpPr/>
            <p:nvPr/>
          </p:nvGrpSpPr>
          <p:grpSpPr>
            <a:xfrm>
              <a:off x="4333233" y="292857"/>
              <a:ext cx="539535" cy="500285"/>
              <a:chOff x="0" y="0"/>
              <a:chExt cx="539534" cy="500284"/>
            </a:xfrm>
          </p:grpSpPr>
          <p:sp>
            <p:nvSpPr>
              <p:cNvPr id="8763" name="Shape 8763"/>
              <p:cNvSpPr/>
              <p:nvPr/>
            </p:nvSpPr>
            <p:spPr>
              <a:xfrm rot="7782">
                <a:off x="72100" y="427581"/>
                <a:ext cx="394131" cy="722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96" y="0"/>
                    </a:moveTo>
                    <a:cubicBezTo>
                      <a:pt x="304" y="0"/>
                      <a:pt x="304" y="0"/>
                      <a:pt x="304" y="0"/>
                    </a:cubicBezTo>
                    <a:cubicBezTo>
                      <a:pt x="304" y="0"/>
                      <a:pt x="0" y="1662"/>
                      <a:pt x="0" y="3323"/>
                    </a:cubicBezTo>
                    <a:cubicBezTo>
                      <a:pt x="0" y="19938"/>
                      <a:pt x="0" y="19938"/>
                      <a:pt x="0" y="19938"/>
                    </a:cubicBezTo>
                    <a:cubicBezTo>
                      <a:pt x="0" y="21600"/>
                      <a:pt x="304" y="21600"/>
                      <a:pt x="304" y="21600"/>
                    </a:cubicBezTo>
                    <a:cubicBezTo>
                      <a:pt x="21296" y="21600"/>
                      <a:pt x="21296" y="21600"/>
                      <a:pt x="21296" y="21600"/>
                    </a:cubicBezTo>
                    <a:cubicBezTo>
                      <a:pt x="21600" y="21600"/>
                      <a:pt x="21600" y="21600"/>
                      <a:pt x="21600" y="19938"/>
                    </a:cubicBezTo>
                    <a:cubicBezTo>
                      <a:pt x="21600" y="3323"/>
                      <a:pt x="21600" y="3323"/>
                      <a:pt x="21600" y="3323"/>
                    </a:cubicBezTo>
                    <a:cubicBezTo>
                      <a:pt x="21600" y="1662"/>
                      <a:pt x="21600" y="0"/>
                      <a:pt x="21296" y="0"/>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64" name="Shape 8764"/>
              <p:cNvSpPr/>
              <p:nvPr/>
            </p:nvSpPr>
            <p:spPr>
              <a:xfrm rot="7782">
                <a:off x="445" y="609"/>
                <a:ext cx="538645" cy="3941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738"/>
                    </a:moveTo>
                    <a:cubicBezTo>
                      <a:pt x="21600" y="1217"/>
                      <a:pt x="20709" y="0"/>
                      <a:pt x="19596" y="0"/>
                    </a:cubicBezTo>
                    <a:cubicBezTo>
                      <a:pt x="18260" y="0"/>
                      <a:pt x="17369" y="1217"/>
                      <a:pt x="17369" y="2738"/>
                    </a:cubicBezTo>
                    <a:cubicBezTo>
                      <a:pt x="17369" y="3955"/>
                      <a:pt x="17814" y="4868"/>
                      <a:pt x="18260" y="5172"/>
                    </a:cubicBezTo>
                    <a:cubicBezTo>
                      <a:pt x="14474" y="15820"/>
                      <a:pt x="14474" y="15820"/>
                      <a:pt x="14474" y="15820"/>
                    </a:cubicBezTo>
                    <a:cubicBezTo>
                      <a:pt x="12025" y="5476"/>
                      <a:pt x="12025" y="5476"/>
                      <a:pt x="12025" y="5476"/>
                    </a:cubicBezTo>
                    <a:cubicBezTo>
                      <a:pt x="12693" y="4868"/>
                      <a:pt x="13138" y="3955"/>
                      <a:pt x="13138" y="2738"/>
                    </a:cubicBezTo>
                    <a:cubicBezTo>
                      <a:pt x="13138" y="1217"/>
                      <a:pt x="12025" y="0"/>
                      <a:pt x="10911" y="0"/>
                    </a:cubicBezTo>
                    <a:cubicBezTo>
                      <a:pt x="9575" y="0"/>
                      <a:pt x="8685" y="1217"/>
                      <a:pt x="8685" y="2738"/>
                    </a:cubicBezTo>
                    <a:cubicBezTo>
                      <a:pt x="8685" y="3955"/>
                      <a:pt x="9130" y="4868"/>
                      <a:pt x="9798" y="5476"/>
                    </a:cubicBezTo>
                    <a:cubicBezTo>
                      <a:pt x="7348" y="15820"/>
                      <a:pt x="7348" y="15820"/>
                      <a:pt x="7348" y="15820"/>
                    </a:cubicBezTo>
                    <a:cubicBezTo>
                      <a:pt x="3563" y="5172"/>
                      <a:pt x="3563" y="5172"/>
                      <a:pt x="3563" y="5172"/>
                    </a:cubicBezTo>
                    <a:cubicBezTo>
                      <a:pt x="4008" y="4868"/>
                      <a:pt x="4454" y="3955"/>
                      <a:pt x="4454" y="2738"/>
                    </a:cubicBezTo>
                    <a:cubicBezTo>
                      <a:pt x="4454" y="1217"/>
                      <a:pt x="3340" y="0"/>
                      <a:pt x="2227" y="0"/>
                    </a:cubicBezTo>
                    <a:cubicBezTo>
                      <a:pt x="1113" y="0"/>
                      <a:pt x="0" y="1217"/>
                      <a:pt x="0" y="2738"/>
                    </a:cubicBezTo>
                    <a:cubicBezTo>
                      <a:pt x="0" y="4259"/>
                      <a:pt x="668" y="5476"/>
                      <a:pt x="1559" y="5780"/>
                    </a:cubicBezTo>
                    <a:cubicBezTo>
                      <a:pt x="2895" y="21600"/>
                      <a:pt x="2895" y="21600"/>
                      <a:pt x="2895" y="21600"/>
                    </a:cubicBezTo>
                    <a:cubicBezTo>
                      <a:pt x="18705" y="21600"/>
                      <a:pt x="18705" y="21600"/>
                      <a:pt x="18705" y="21600"/>
                    </a:cubicBezTo>
                    <a:cubicBezTo>
                      <a:pt x="20041" y="5780"/>
                      <a:pt x="20041" y="5780"/>
                      <a:pt x="20041" y="5780"/>
                    </a:cubicBezTo>
                    <a:cubicBezTo>
                      <a:pt x="20932" y="5476"/>
                      <a:pt x="21600" y="4259"/>
                      <a:pt x="21600" y="2738"/>
                    </a:cubicBez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766" name="Shape 8766"/>
            <p:cNvSpPr/>
            <p:nvPr/>
          </p:nvSpPr>
          <p:spPr>
            <a:xfrm rot="7782">
              <a:off x="3764787" y="1872222"/>
              <a:ext cx="748845" cy="7455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7604"/>
                  </a:moveTo>
                  <a:lnTo>
                    <a:pt x="14874" y="10752"/>
                  </a:lnTo>
                  <a:lnTo>
                    <a:pt x="18853" y="10752"/>
                  </a:lnTo>
                  <a:lnTo>
                    <a:pt x="13453" y="5233"/>
                  </a:lnTo>
                  <a:lnTo>
                    <a:pt x="16105" y="5233"/>
                  </a:lnTo>
                  <a:lnTo>
                    <a:pt x="10705" y="0"/>
                  </a:lnTo>
                  <a:lnTo>
                    <a:pt x="5305" y="5233"/>
                  </a:lnTo>
                  <a:lnTo>
                    <a:pt x="7958" y="5233"/>
                  </a:lnTo>
                  <a:lnTo>
                    <a:pt x="2747" y="10752"/>
                  </a:lnTo>
                  <a:lnTo>
                    <a:pt x="6726" y="10752"/>
                  </a:lnTo>
                  <a:lnTo>
                    <a:pt x="0" y="17604"/>
                  </a:lnTo>
                  <a:lnTo>
                    <a:pt x="7958" y="17604"/>
                  </a:lnTo>
                  <a:lnTo>
                    <a:pt x="7958" y="21600"/>
                  </a:lnTo>
                  <a:lnTo>
                    <a:pt x="13453" y="21600"/>
                  </a:lnTo>
                  <a:lnTo>
                    <a:pt x="13453" y="17604"/>
                  </a:lnTo>
                  <a:lnTo>
                    <a:pt x="21600" y="17604"/>
                  </a:lnTo>
                  <a:close/>
                </a:path>
              </a:pathLst>
            </a:custGeom>
            <a:solidFill>
              <a:srgbClr val="8CD9D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67" name="Shape 8767"/>
            <p:cNvSpPr/>
            <p:nvPr/>
          </p:nvSpPr>
          <p:spPr>
            <a:xfrm rot="7782">
              <a:off x="2445679" y="1461540"/>
              <a:ext cx="371137" cy="4828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27" y="19690"/>
                  </a:moveTo>
                  <a:lnTo>
                    <a:pt x="12998" y="10727"/>
                  </a:lnTo>
                  <a:lnTo>
                    <a:pt x="21600" y="8669"/>
                  </a:lnTo>
                  <a:lnTo>
                    <a:pt x="0" y="0"/>
                  </a:lnTo>
                  <a:lnTo>
                    <a:pt x="3823" y="18661"/>
                  </a:lnTo>
                  <a:lnTo>
                    <a:pt x="8984" y="12931"/>
                  </a:lnTo>
                  <a:lnTo>
                    <a:pt x="17395" y="21600"/>
                  </a:lnTo>
                  <a:lnTo>
                    <a:pt x="21027" y="19690"/>
                  </a:lnTo>
                  <a:close/>
                </a:path>
              </a:pathLst>
            </a:custGeom>
            <a:solidFill>
              <a:srgbClr val="D8D8D8"/>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768" name="Shape 8768"/>
            <p:cNvSpPr/>
            <p:nvPr/>
          </p:nvSpPr>
          <p:spPr>
            <a:xfrm rot="7782">
              <a:off x="2399563" y="155613"/>
              <a:ext cx="354717" cy="310628"/>
            </a:xfrm>
            <a:custGeom>
              <a:avLst/>
              <a:gdLst/>
              <a:ahLst/>
              <a:cxnLst>
                <a:cxn ang="0">
                  <a:pos x="wd2" y="hd2"/>
                </a:cxn>
                <a:cxn ang="5400000">
                  <a:pos x="wd2" y="hd2"/>
                </a:cxn>
                <a:cxn ang="10800000">
                  <a:pos x="wd2" y="hd2"/>
                </a:cxn>
                <a:cxn ang="16200000">
                  <a:pos x="wd2" y="hd2"/>
                </a:cxn>
              </a:cxnLst>
              <a:rect l="0" t="0" r="r" b="b"/>
              <a:pathLst>
                <a:path w="21600" h="21504" fill="norm" stroke="1" extrusionOk="0">
                  <a:moveTo>
                    <a:pt x="20250" y="4533"/>
                  </a:moveTo>
                  <a:cubicBezTo>
                    <a:pt x="12488" y="4533"/>
                    <a:pt x="12488" y="4533"/>
                    <a:pt x="12488" y="4533"/>
                  </a:cubicBezTo>
                  <a:cubicBezTo>
                    <a:pt x="15525" y="1447"/>
                    <a:pt x="15525" y="1447"/>
                    <a:pt x="15525" y="1447"/>
                  </a:cubicBezTo>
                  <a:cubicBezTo>
                    <a:pt x="15863" y="1061"/>
                    <a:pt x="15863" y="675"/>
                    <a:pt x="15525" y="290"/>
                  </a:cubicBezTo>
                  <a:cubicBezTo>
                    <a:pt x="15187" y="-96"/>
                    <a:pt x="14850" y="-96"/>
                    <a:pt x="14513" y="290"/>
                  </a:cubicBezTo>
                  <a:cubicBezTo>
                    <a:pt x="10800" y="4533"/>
                    <a:pt x="10800" y="4533"/>
                    <a:pt x="10800" y="4533"/>
                  </a:cubicBezTo>
                  <a:cubicBezTo>
                    <a:pt x="9788" y="4533"/>
                    <a:pt x="9788" y="4533"/>
                    <a:pt x="9788" y="4533"/>
                  </a:cubicBezTo>
                  <a:cubicBezTo>
                    <a:pt x="6075" y="290"/>
                    <a:pt x="6075" y="290"/>
                    <a:pt x="6075" y="290"/>
                  </a:cubicBezTo>
                  <a:cubicBezTo>
                    <a:pt x="5738" y="-96"/>
                    <a:pt x="5400" y="-96"/>
                    <a:pt x="5063" y="290"/>
                  </a:cubicBezTo>
                  <a:cubicBezTo>
                    <a:pt x="4725" y="675"/>
                    <a:pt x="4725" y="1061"/>
                    <a:pt x="5063" y="1447"/>
                  </a:cubicBezTo>
                  <a:cubicBezTo>
                    <a:pt x="8100" y="4533"/>
                    <a:pt x="8100" y="4533"/>
                    <a:pt x="8100" y="4533"/>
                  </a:cubicBezTo>
                  <a:cubicBezTo>
                    <a:pt x="1350" y="4533"/>
                    <a:pt x="1350" y="4533"/>
                    <a:pt x="1350" y="4533"/>
                  </a:cubicBezTo>
                  <a:cubicBezTo>
                    <a:pt x="338" y="4533"/>
                    <a:pt x="0" y="5304"/>
                    <a:pt x="0" y="6075"/>
                  </a:cubicBezTo>
                  <a:cubicBezTo>
                    <a:pt x="0" y="19961"/>
                    <a:pt x="0" y="19961"/>
                    <a:pt x="0" y="19961"/>
                  </a:cubicBezTo>
                  <a:cubicBezTo>
                    <a:pt x="0" y="21118"/>
                    <a:pt x="338" y="21504"/>
                    <a:pt x="1350" y="21504"/>
                  </a:cubicBezTo>
                  <a:cubicBezTo>
                    <a:pt x="20250" y="21504"/>
                    <a:pt x="20250" y="21504"/>
                    <a:pt x="20250" y="21504"/>
                  </a:cubicBezTo>
                  <a:cubicBezTo>
                    <a:pt x="20925" y="21504"/>
                    <a:pt x="21600" y="21118"/>
                    <a:pt x="21600" y="19961"/>
                  </a:cubicBezTo>
                  <a:cubicBezTo>
                    <a:pt x="21600" y="6075"/>
                    <a:pt x="21600" y="6075"/>
                    <a:pt x="21600" y="6075"/>
                  </a:cubicBezTo>
                  <a:cubicBezTo>
                    <a:pt x="21600" y="5304"/>
                    <a:pt x="20925" y="4533"/>
                    <a:pt x="20250" y="4533"/>
                  </a:cubicBezTo>
                  <a:close/>
                  <a:moveTo>
                    <a:pt x="14850" y="18418"/>
                  </a:moveTo>
                  <a:cubicBezTo>
                    <a:pt x="2700" y="18418"/>
                    <a:pt x="2700" y="18418"/>
                    <a:pt x="2700" y="18418"/>
                  </a:cubicBezTo>
                  <a:cubicBezTo>
                    <a:pt x="2700" y="7618"/>
                    <a:pt x="2700" y="7618"/>
                    <a:pt x="2700" y="7618"/>
                  </a:cubicBezTo>
                  <a:cubicBezTo>
                    <a:pt x="14850" y="7618"/>
                    <a:pt x="14850" y="7618"/>
                    <a:pt x="14850" y="7618"/>
                  </a:cubicBezTo>
                  <a:lnTo>
                    <a:pt x="14850" y="18418"/>
                  </a:lnTo>
                  <a:close/>
                  <a:moveTo>
                    <a:pt x="18900" y="13790"/>
                  </a:moveTo>
                  <a:cubicBezTo>
                    <a:pt x="17550" y="13790"/>
                    <a:pt x="17550" y="13790"/>
                    <a:pt x="17550" y="13790"/>
                  </a:cubicBezTo>
                  <a:cubicBezTo>
                    <a:pt x="17550" y="12247"/>
                    <a:pt x="17550" y="12247"/>
                    <a:pt x="17550" y="12247"/>
                  </a:cubicBezTo>
                  <a:cubicBezTo>
                    <a:pt x="18900" y="12247"/>
                    <a:pt x="18900" y="12247"/>
                    <a:pt x="18900" y="12247"/>
                  </a:cubicBezTo>
                  <a:lnTo>
                    <a:pt x="18900" y="13790"/>
                  </a:lnTo>
                  <a:close/>
                  <a:moveTo>
                    <a:pt x="18900" y="10704"/>
                  </a:moveTo>
                  <a:cubicBezTo>
                    <a:pt x="17550" y="10704"/>
                    <a:pt x="17550" y="10704"/>
                    <a:pt x="17550" y="10704"/>
                  </a:cubicBezTo>
                  <a:cubicBezTo>
                    <a:pt x="17550" y="9161"/>
                    <a:pt x="17550" y="9161"/>
                    <a:pt x="17550" y="9161"/>
                  </a:cubicBezTo>
                  <a:cubicBezTo>
                    <a:pt x="18900" y="9161"/>
                    <a:pt x="18900" y="9161"/>
                    <a:pt x="18900" y="9161"/>
                  </a:cubicBezTo>
                  <a:lnTo>
                    <a:pt x="18900" y="10704"/>
                  </a:lnTo>
                  <a:close/>
                </a:path>
              </a:pathLst>
            </a:custGeom>
            <a:solidFill>
              <a:srgbClr val="878787"/>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Tree>
  </p:cSld>
  <p:clrMapOvr>
    <a:masterClrMapping/>
  </p:clrMapOvr>
  <p:transition xmlns:p14="http://schemas.microsoft.com/office/powerpoint/2010/main" spd="med" advClick="1" p14:dur="1000"/>
</p:sld>
</file>

<file path=ppt/slides/slide20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771" name="Shape 8771"/>
          <p:cNvSpPr/>
          <p:nvPr/>
        </p:nvSpPr>
        <p:spPr>
          <a:xfrm>
            <a:off x="3159785" y="4758988"/>
            <a:ext cx="643805" cy="6181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21024"/>
                  <a:pt x="0" y="21024"/>
                  <a:pt x="0" y="21024"/>
                </a:cubicBezTo>
                <a:cubicBezTo>
                  <a:pt x="0" y="17568"/>
                  <a:pt x="6369" y="14832"/>
                  <a:pt x="8031" y="14400"/>
                </a:cubicBezTo>
                <a:cubicBezTo>
                  <a:pt x="8169" y="14256"/>
                  <a:pt x="8169" y="13968"/>
                  <a:pt x="8169" y="13680"/>
                </a:cubicBezTo>
                <a:cubicBezTo>
                  <a:pt x="7754" y="13248"/>
                  <a:pt x="6923" y="11952"/>
                  <a:pt x="6508" y="10368"/>
                </a:cubicBezTo>
                <a:cubicBezTo>
                  <a:pt x="6092" y="10080"/>
                  <a:pt x="5815" y="9792"/>
                  <a:pt x="5677" y="9216"/>
                </a:cubicBezTo>
                <a:cubicBezTo>
                  <a:pt x="5400" y="8352"/>
                  <a:pt x="5400" y="7344"/>
                  <a:pt x="5815" y="6624"/>
                </a:cubicBezTo>
                <a:cubicBezTo>
                  <a:pt x="5815" y="6624"/>
                  <a:pt x="5815" y="6624"/>
                  <a:pt x="5815" y="6624"/>
                </a:cubicBezTo>
                <a:cubicBezTo>
                  <a:pt x="5815" y="5616"/>
                  <a:pt x="5538" y="3168"/>
                  <a:pt x="6923" y="1440"/>
                </a:cubicBezTo>
                <a:cubicBezTo>
                  <a:pt x="7754" y="432"/>
                  <a:pt x="9138" y="0"/>
                  <a:pt x="10800" y="0"/>
                </a:cubicBezTo>
                <a:cubicBezTo>
                  <a:pt x="12462" y="0"/>
                  <a:pt x="13846" y="432"/>
                  <a:pt x="14677" y="1440"/>
                </a:cubicBezTo>
                <a:cubicBezTo>
                  <a:pt x="16062" y="3168"/>
                  <a:pt x="15785" y="5616"/>
                  <a:pt x="15785" y="6624"/>
                </a:cubicBezTo>
                <a:cubicBezTo>
                  <a:pt x="15785" y="6624"/>
                  <a:pt x="15785" y="6624"/>
                  <a:pt x="15785" y="6624"/>
                </a:cubicBezTo>
                <a:cubicBezTo>
                  <a:pt x="16200" y="7344"/>
                  <a:pt x="16200" y="8352"/>
                  <a:pt x="15923" y="9216"/>
                </a:cubicBezTo>
                <a:cubicBezTo>
                  <a:pt x="15785" y="9792"/>
                  <a:pt x="15508" y="10080"/>
                  <a:pt x="15092" y="10368"/>
                </a:cubicBezTo>
                <a:cubicBezTo>
                  <a:pt x="14677" y="11952"/>
                  <a:pt x="13846" y="13248"/>
                  <a:pt x="13431" y="13680"/>
                </a:cubicBezTo>
                <a:cubicBezTo>
                  <a:pt x="13431" y="13968"/>
                  <a:pt x="13431" y="14256"/>
                  <a:pt x="13569" y="14400"/>
                </a:cubicBezTo>
                <a:cubicBezTo>
                  <a:pt x="15231" y="14832"/>
                  <a:pt x="21600" y="17568"/>
                  <a:pt x="21600" y="21024"/>
                </a:cubicBezTo>
                <a:lnTo>
                  <a:pt x="21600" y="21600"/>
                </a:lnTo>
                <a:close/>
                <a:moveTo>
                  <a:pt x="1246" y="20448"/>
                </a:moveTo>
                <a:cubicBezTo>
                  <a:pt x="20354" y="20448"/>
                  <a:pt x="20354" y="20448"/>
                  <a:pt x="20354" y="20448"/>
                </a:cubicBezTo>
                <a:cubicBezTo>
                  <a:pt x="20077" y="19584"/>
                  <a:pt x="19108" y="18432"/>
                  <a:pt x="17446" y="17424"/>
                </a:cubicBezTo>
                <a:cubicBezTo>
                  <a:pt x="15785" y="16416"/>
                  <a:pt x="13985" y="15696"/>
                  <a:pt x="13292" y="15552"/>
                </a:cubicBezTo>
                <a:cubicBezTo>
                  <a:pt x="12323" y="15408"/>
                  <a:pt x="12323" y="13968"/>
                  <a:pt x="12323" y="13392"/>
                </a:cubicBezTo>
                <a:cubicBezTo>
                  <a:pt x="12323" y="13248"/>
                  <a:pt x="12323" y="13248"/>
                  <a:pt x="12323" y="13248"/>
                </a:cubicBezTo>
                <a:cubicBezTo>
                  <a:pt x="12462" y="12960"/>
                  <a:pt x="12462" y="12960"/>
                  <a:pt x="12462" y="12960"/>
                </a:cubicBezTo>
                <a:cubicBezTo>
                  <a:pt x="12462" y="12960"/>
                  <a:pt x="13846" y="11520"/>
                  <a:pt x="14123" y="9792"/>
                </a:cubicBezTo>
                <a:cubicBezTo>
                  <a:pt x="14123" y="9216"/>
                  <a:pt x="14123" y="9216"/>
                  <a:pt x="14123" y="9216"/>
                </a:cubicBezTo>
                <a:cubicBezTo>
                  <a:pt x="14677" y="9216"/>
                  <a:pt x="14677" y="9216"/>
                  <a:pt x="14677" y="9216"/>
                </a:cubicBezTo>
                <a:cubicBezTo>
                  <a:pt x="14677" y="9216"/>
                  <a:pt x="14815" y="9072"/>
                  <a:pt x="14954" y="8640"/>
                </a:cubicBezTo>
                <a:cubicBezTo>
                  <a:pt x="15092" y="8064"/>
                  <a:pt x="15092" y="7488"/>
                  <a:pt x="14815" y="7344"/>
                </a:cubicBezTo>
                <a:cubicBezTo>
                  <a:pt x="14538" y="7200"/>
                  <a:pt x="14538" y="7200"/>
                  <a:pt x="14538" y="7200"/>
                </a:cubicBezTo>
                <a:cubicBezTo>
                  <a:pt x="14677" y="6912"/>
                  <a:pt x="14677" y="6912"/>
                  <a:pt x="14677" y="6912"/>
                </a:cubicBezTo>
                <a:cubicBezTo>
                  <a:pt x="14677" y="6768"/>
                  <a:pt x="14677" y="6624"/>
                  <a:pt x="14677" y="6480"/>
                </a:cubicBezTo>
                <a:cubicBezTo>
                  <a:pt x="14677" y="5616"/>
                  <a:pt x="14954" y="3456"/>
                  <a:pt x="13846" y="2160"/>
                </a:cubicBezTo>
                <a:cubicBezTo>
                  <a:pt x="13154" y="1440"/>
                  <a:pt x="12185" y="1152"/>
                  <a:pt x="10800" y="1152"/>
                </a:cubicBezTo>
                <a:cubicBezTo>
                  <a:pt x="9415" y="1152"/>
                  <a:pt x="8446" y="1440"/>
                  <a:pt x="7754" y="2160"/>
                </a:cubicBezTo>
                <a:cubicBezTo>
                  <a:pt x="6646" y="3456"/>
                  <a:pt x="6923" y="5616"/>
                  <a:pt x="6923" y="6480"/>
                </a:cubicBezTo>
                <a:cubicBezTo>
                  <a:pt x="6923" y="6624"/>
                  <a:pt x="6923" y="6768"/>
                  <a:pt x="6923" y="6912"/>
                </a:cubicBezTo>
                <a:cubicBezTo>
                  <a:pt x="7062" y="7200"/>
                  <a:pt x="7062" y="7200"/>
                  <a:pt x="7062" y="7200"/>
                </a:cubicBezTo>
                <a:cubicBezTo>
                  <a:pt x="6785" y="7344"/>
                  <a:pt x="6785" y="7344"/>
                  <a:pt x="6785" y="7344"/>
                </a:cubicBezTo>
                <a:cubicBezTo>
                  <a:pt x="6508" y="7488"/>
                  <a:pt x="6508" y="8064"/>
                  <a:pt x="6646" y="8640"/>
                </a:cubicBezTo>
                <a:cubicBezTo>
                  <a:pt x="6785" y="9072"/>
                  <a:pt x="6923" y="9216"/>
                  <a:pt x="6923" y="9216"/>
                </a:cubicBezTo>
                <a:cubicBezTo>
                  <a:pt x="7477" y="9216"/>
                  <a:pt x="7477" y="9216"/>
                  <a:pt x="7477" y="9216"/>
                </a:cubicBezTo>
                <a:cubicBezTo>
                  <a:pt x="7477" y="9792"/>
                  <a:pt x="7477" y="9792"/>
                  <a:pt x="7477" y="9792"/>
                </a:cubicBezTo>
                <a:cubicBezTo>
                  <a:pt x="7754" y="11520"/>
                  <a:pt x="9138" y="12960"/>
                  <a:pt x="9138" y="12960"/>
                </a:cubicBezTo>
                <a:cubicBezTo>
                  <a:pt x="9277" y="13248"/>
                  <a:pt x="9277" y="13248"/>
                  <a:pt x="9277" y="13248"/>
                </a:cubicBezTo>
                <a:cubicBezTo>
                  <a:pt x="9277" y="13392"/>
                  <a:pt x="9277" y="13392"/>
                  <a:pt x="9277" y="13392"/>
                </a:cubicBezTo>
                <a:cubicBezTo>
                  <a:pt x="9277" y="13968"/>
                  <a:pt x="9277" y="15408"/>
                  <a:pt x="8308" y="15552"/>
                </a:cubicBezTo>
                <a:cubicBezTo>
                  <a:pt x="7615" y="15696"/>
                  <a:pt x="5815" y="16416"/>
                  <a:pt x="4154" y="17424"/>
                </a:cubicBezTo>
                <a:cubicBezTo>
                  <a:pt x="2492" y="18432"/>
                  <a:pt x="1523" y="19584"/>
                  <a:pt x="1246" y="2044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2" name="Shape 8772"/>
          <p:cNvSpPr/>
          <p:nvPr/>
        </p:nvSpPr>
        <p:spPr>
          <a:xfrm>
            <a:off x="3160359" y="6719241"/>
            <a:ext cx="637676" cy="637701"/>
          </a:xfrm>
          <a:custGeom>
            <a:avLst/>
            <a:gdLst/>
            <a:ahLst/>
            <a:cxnLst>
              <a:cxn ang="0">
                <a:pos x="wd2" y="hd2"/>
              </a:cxn>
              <a:cxn ang="5400000">
                <a:pos x="wd2" y="hd2"/>
              </a:cxn>
              <a:cxn ang="10800000">
                <a:pos x="wd2" y="hd2"/>
              </a:cxn>
              <a:cxn ang="16200000">
                <a:pos x="wd2" y="hd2"/>
              </a:cxn>
            </a:cxnLst>
            <a:rect l="0" t="0" r="r" b="b"/>
            <a:pathLst>
              <a:path w="21433" h="21600" fill="norm" stroke="1" extrusionOk="0">
                <a:moveTo>
                  <a:pt x="7467" y="21600"/>
                </a:moveTo>
                <a:cubicBezTo>
                  <a:pt x="7467" y="21600"/>
                  <a:pt x="7467" y="21600"/>
                  <a:pt x="7467" y="21600"/>
                </a:cubicBezTo>
                <a:cubicBezTo>
                  <a:pt x="7067" y="21600"/>
                  <a:pt x="6933" y="21466"/>
                  <a:pt x="6667" y="21198"/>
                </a:cubicBezTo>
                <a:cubicBezTo>
                  <a:pt x="4000" y="17575"/>
                  <a:pt x="4000" y="17575"/>
                  <a:pt x="4000" y="17575"/>
                </a:cubicBezTo>
                <a:cubicBezTo>
                  <a:pt x="400" y="14892"/>
                  <a:pt x="400" y="14892"/>
                  <a:pt x="400" y="14892"/>
                </a:cubicBezTo>
                <a:cubicBezTo>
                  <a:pt x="133" y="14758"/>
                  <a:pt x="0" y="14489"/>
                  <a:pt x="0" y="14087"/>
                </a:cubicBezTo>
                <a:cubicBezTo>
                  <a:pt x="0" y="13819"/>
                  <a:pt x="0" y="13550"/>
                  <a:pt x="267" y="13416"/>
                </a:cubicBezTo>
                <a:cubicBezTo>
                  <a:pt x="1733" y="11940"/>
                  <a:pt x="1733" y="11940"/>
                  <a:pt x="1733" y="11940"/>
                </a:cubicBezTo>
                <a:cubicBezTo>
                  <a:pt x="1867" y="11672"/>
                  <a:pt x="2133" y="11672"/>
                  <a:pt x="2400" y="11672"/>
                </a:cubicBezTo>
                <a:cubicBezTo>
                  <a:pt x="2400" y="11672"/>
                  <a:pt x="2533" y="11672"/>
                  <a:pt x="2667" y="11672"/>
                </a:cubicBezTo>
                <a:cubicBezTo>
                  <a:pt x="5200" y="12343"/>
                  <a:pt x="5200" y="12343"/>
                  <a:pt x="5200" y="12343"/>
                </a:cubicBezTo>
                <a:cubicBezTo>
                  <a:pt x="8267" y="9257"/>
                  <a:pt x="8267" y="9257"/>
                  <a:pt x="8267" y="9257"/>
                </a:cubicBezTo>
                <a:cubicBezTo>
                  <a:pt x="1467" y="5501"/>
                  <a:pt x="1467" y="5501"/>
                  <a:pt x="1467" y="5501"/>
                </a:cubicBezTo>
                <a:cubicBezTo>
                  <a:pt x="1200" y="5366"/>
                  <a:pt x="933" y="5098"/>
                  <a:pt x="933" y="4830"/>
                </a:cubicBezTo>
                <a:cubicBezTo>
                  <a:pt x="933" y="4427"/>
                  <a:pt x="933" y="4159"/>
                  <a:pt x="1200" y="3891"/>
                </a:cubicBezTo>
                <a:cubicBezTo>
                  <a:pt x="3067" y="2012"/>
                  <a:pt x="3067" y="2012"/>
                  <a:pt x="3067" y="2012"/>
                </a:cubicBezTo>
                <a:cubicBezTo>
                  <a:pt x="3333" y="1744"/>
                  <a:pt x="3733" y="1744"/>
                  <a:pt x="4000" y="1744"/>
                </a:cubicBezTo>
                <a:cubicBezTo>
                  <a:pt x="13467" y="4025"/>
                  <a:pt x="13467" y="4025"/>
                  <a:pt x="13467" y="4025"/>
                </a:cubicBezTo>
                <a:cubicBezTo>
                  <a:pt x="15467" y="1878"/>
                  <a:pt x="15467" y="1878"/>
                  <a:pt x="15467" y="1878"/>
                </a:cubicBezTo>
                <a:cubicBezTo>
                  <a:pt x="16667" y="805"/>
                  <a:pt x="18267" y="0"/>
                  <a:pt x="19467" y="0"/>
                </a:cubicBezTo>
                <a:cubicBezTo>
                  <a:pt x="20133" y="0"/>
                  <a:pt x="20533" y="134"/>
                  <a:pt x="20933" y="537"/>
                </a:cubicBezTo>
                <a:cubicBezTo>
                  <a:pt x="21467" y="1073"/>
                  <a:pt x="21600" y="2012"/>
                  <a:pt x="21200" y="3220"/>
                </a:cubicBezTo>
                <a:cubicBezTo>
                  <a:pt x="20933" y="4159"/>
                  <a:pt x="20267" y="5232"/>
                  <a:pt x="19600" y="5903"/>
                </a:cubicBezTo>
                <a:cubicBezTo>
                  <a:pt x="17467" y="8184"/>
                  <a:pt x="17467" y="8184"/>
                  <a:pt x="17467" y="8184"/>
                </a:cubicBezTo>
                <a:cubicBezTo>
                  <a:pt x="19733" y="17978"/>
                  <a:pt x="19733" y="17978"/>
                  <a:pt x="19733" y="17978"/>
                </a:cubicBezTo>
                <a:cubicBezTo>
                  <a:pt x="19733" y="18380"/>
                  <a:pt x="19600" y="18783"/>
                  <a:pt x="19333" y="19051"/>
                </a:cubicBezTo>
                <a:cubicBezTo>
                  <a:pt x="17467" y="20527"/>
                  <a:pt x="17467" y="20527"/>
                  <a:pt x="17467" y="20527"/>
                </a:cubicBezTo>
                <a:cubicBezTo>
                  <a:pt x="17333" y="20661"/>
                  <a:pt x="17067" y="20661"/>
                  <a:pt x="16800" y="20661"/>
                </a:cubicBezTo>
                <a:cubicBezTo>
                  <a:pt x="16800" y="20661"/>
                  <a:pt x="16667" y="20661"/>
                  <a:pt x="16533" y="20661"/>
                </a:cubicBezTo>
                <a:cubicBezTo>
                  <a:pt x="16267" y="20527"/>
                  <a:pt x="16000" y="20393"/>
                  <a:pt x="16000" y="20124"/>
                </a:cubicBezTo>
                <a:cubicBezTo>
                  <a:pt x="12267" y="13282"/>
                  <a:pt x="12267" y="13282"/>
                  <a:pt x="12267" y="13282"/>
                </a:cubicBezTo>
                <a:cubicBezTo>
                  <a:pt x="9200" y="16368"/>
                  <a:pt x="9200" y="16368"/>
                  <a:pt x="9200" y="16368"/>
                </a:cubicBezTo>
                <a:cubicBezTo>
                  <a:pt x="9867" y="18917"/>
                  <a:pt x="9867" y="18917"/>
                  <a:pt x="9867" y="18917"/>
                </a:cubicBezTo>
                <a:cubicBezTo>
                  <a:pt x="10000" y="19319"/>
                  <a:pt x="9867" y="19588"/>
                  <a:pt x="9600" y="19856"/>
                </a:cubicBezTo>
                <a:cubicBezTo>
                  <a:pt x="8267" y="21332"/>
                  <a:pt x="8267" y="21332"/>
                  <a:pt x="8267" y="21332"/>
                </a:cubicBezTo>
                <a:cubicBezTo>
                  <a:pt x="8000" y="21466"/>
                  <a:pt x="7733" y="21600"/>
                  <a:pt x="7467" y="21600"/>
                </a:cubicBezTo>
                <a:close/>
                <a:moveTo>
                  <a:pt x="1067" y="14087"/>
                </a:moveTo>
                <a:cubicBezTo>
                  <a:pt x="4800" y="16904"/>
                  <a:pt x="4800" y="16904"/>
                  <a:pt x="4800" y="16904"/>
                </a:cubicBezTo>
                <a:cubicBezTo>
                  <a:pt x="7467" y="20527"/>
                  <a:pt x="7467" y="20527"/>
                  <a:pt x="7467" y="20527"/>
                </a:cubicBezTo>
                <a:cubicBezTo>
                  <a:pt x="8800" y="19185"/>
                  <a:pt x="8800" y="19185"/>
                  <a:pt x="8800" y="19185"/>
                </a:cubicBezTo>
                <a:cubicBezTo>
                  <a:pt x="8000" y="16099"/>
                  <a:pt x="8000" y="16099"/>
                  <a:pt x="8000" y="16099"/>
                </a:cubicBezTo>
                <a:cubicBezTo>
                  <a:pt x="12533" y="11538"/>
                  <a:pt x="12533" y="11538"/>
                  <a:pt x="12533" y="11538"/>
                </a:cubicBezTo>
                <a:cubicBezTo>
                  <a:pt x="16800" y="19588"/>
                  <a:pt x="16800" y="19588"/>
                  <a:pt x="16800" y="19588"/>
                </a:cubicBezTo>
                <a:cubicBezTo>
                  <a:pt x="18667" y="18246"/>
                  <a:pt x="18667" y="18246"/>
                  <a:pt x="18667" y="18246"/>
                </a:cubicBezTo>
                <a:cubicBezTo>
                  <a:pt x="16267" y="7781"/>
                  <a:pt x="16267" y="7781"/>
                  <a:pt x="16267" y="7781"/>
                </a:cubicBezTo>
                <a:cubicBezTo>
                  <a:pt x="18800" y="5232"/>
                  <a:pt x="18800" y="5232"/>
                  <a:pt x="18800" y="5232"/>
                </a:cubicBezTo>
                <a:cubicBezTo>
                  <a:pt x="19467" y="4561"/>
                  <a:pt x="20000" y="3757"/>
                  <a:pt x="20267" y="2952"/>
                </a:cubicBezTo>
                <a:cubicBezTo>
                  <a:pt x="20533" y="2147"/>
                  <a:pt x="20400" y="1610"/>
                  <a:pt x="20133" y="1342"/>
                </a:cubicBezTo>
                <a:cubicBezTo>
                  <a:pt x="20000" y="1073"/>
                  <a:pt x="19867" y="1073"/>
                  <a:pt x="19467" y="1073"/>
                </a:cubicBezTo>
                <a:cubicBezTo>
                  <a:pt x="18533" y="1073"/>
                  <a:pt x="17200" y="1744"/>
                  <a:pt x="16267" y="2683"/>
                </a:cubicBezTo>
                <a:cubicBezTo>
                  <a:pt x="13733" y="5232"/>
                  <a:pt x="13733" y="5232"/>
                  <a:pt x="13733" y="5232"/>
                </a:cubicBezTo>
                <a:cubicBezTo>
                  <a:pt x="3733" y="2817"/>
                  <a:pt x="3733" y="2817"/>
                  <a:pt x="3733" y="2817"/>
                </a:cubicBezTo>
                <a:cubicBezTo>
                  <a:pt x="2000" y="4696"/>
                  <a:pt x="2000" y="4696"/>
                  <a:pt x="2000" y="4696"/>
                </a:cubicBezTo>
                <a:cubicBezTo>
                  <a:pt x="10000" y="8989"/>
                  <a:pt x="10000" y="8989"/>
                  <a:pt x="10000" y="8989"/>
                </a:cubicBezTo>
                <a:cubicBezTo>
                  <a:pt x="5467" y="13550"/>
                  <a:pt x="5467" y="13550"/>
                  <a:pt x="5467" y="13550"/>
                </a:cubicBezTo>
                <a:cubicBezTo>
                  <a:pt x="2400" y="12745"/>
                  <a:pt x="2400" y="12745"/>
                  <a:pt x="2400" y="12745"/>
                </a:cubicBezTo>
                <a:lnTo>
                  <a:pt x="1067" y="140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3" name="Shape 8773"/>
          <p:cNvSpPr/>
          <p:nvPr/>
        </p:nvSpPr>
        <p:spPr>
          <a:xfrm>
            <a:off x="3205886" y="8786930"/>
            <a:ext cx="554828" cy="243348"/>
          </a:xfrm>
          <a:custGeom>
            <a:avLst/>
            <a:gdLst/>
            <a:ahLst/>
            <a:cxnLst>
              <a:cxn ang="0">
                <a:pos x="wd2" y="hd2"/>
              </a:cxn>
              <a:cxn ang="5400000">
                <a:pos x="wd2" y="hd2"/>
              </a:cxn>
              <a:cxn ang="10800000">
                <a:pos x="wd2" y="hd2"/>
              </a:cxn>
              <a:cxn ang="16200000">
                <a:pos x="wd2" y="hd2"/>
              </a:cxn>
            </a:cxnLst>
            <a:rect l="0" t="0" r="r" b="b"/>
            <a:pathLst>
              <a:path w="21475" h="21600" fill="norm" stroke="1" extrusionOk="0">
                <a:moveTo>
                  <a:pt x="10759" y="3086"/>
                </a:moveTo>
                <a:cubicBezTo>
                  <a:pt x="20135" y="11571"/>
                  <a:pt x="20135" y="11571"/>
                  <a:pt x="20135" y="11571"/>
                </a:cubicBezTo>
                <a:cubicBezTo>
                  <a:pt x="10759" y="18514"/>
                  <a:pt x="10759" y="18514"/>
                  <a:pt x="10759" y="18514"/>
                </a:cubicBezTo>
                <a:cubicBezTo>
                  <a:pt x="1382" y="11571"/>
                  <a:pt x="1382" y="11571"/>
                  <a:pt x="1382" y="11571"/>
                </a:cubicBezTo>
                <a:cubicBezTo>
                  <a:pt x="10759" y="3086"/>
                  <a:pt x="10759" y="3086"/>
                  <a:pt x="10759" y="3086"/>
                </a:cubicBezTo>
                <a:moveTo>
                  <a:pt x="10759" y="0"/>
                </a:moveTo>
                <a:cubicBezTo>
                  <a:pt x="10591" y="0"/>
                  <a:pt x="10424" y="0"/>
                  <a:pt x="10256" y="0"/>
                </a:cubicBezTo>
                <a:cubicBezTo>
                  <a:pt x="880" y="8486"/>
                  <a:pt x="880" y="8486"/>
                  <a:pt x="880" y="8486"/>
                </a:cubicBezTo>
                <a:cubicBezTo>
                  <a:pt x="210" y="9257"/>
                  <a:pt x="-125" y="10414"/>
                  <a:pt x="42" y="11571"/>
                </a:cubicBezTo>
                <a:cubicBezTo>
                  <a:pt x="42" y="13114"/>
                  <a:pt x="377" y="13886"/>
                  <a:pt x="880" y="14657"/>
                </a:cubicBezTo>
                <a:cubicBezTo>
                  <a:pt x="10256" y="21600"/>
                  <a:pt x="10256" y="21600"/>
                  <a:pt x="10256" y="21600"/>
                </a:cubicBezTo>
                <a:cubicBezTo>
                  <a:pt x="10424" y="21600"/>
                  <a:pt x="10591" y="21600"/>
                  <a:pt x="10759" y="21600"/>
                </a:cubicBezTo>
                <a:cubicBezTo>
                  <a:pt x="10759" y="21600"/>
                  <a:pt x="10926" y="21600"/>
                  <a:pt x="11094" y="21600"/>
                </a:cubicBezTo>
                <a:cubicBezTo>
                  <a:pt x="20470" y="14657"/>
                  <a:pt x="20470" y="14657"/>
                  <a:pt x="20470" y="14657"/>
                </a:cubicBezTo>
                <a:cubicBezTo>
                  <a:pt x="20973" y="13886"/>
                  <a:pt x="21308" y="13114"/>
                  <a:pt x="21475" y="11571"/>
                </a:cubicBezTo>
                <a:cubicBezTo>
                  <a:pt x="21475" y="10414"/>
                  <a:pt x="21140" y="9257"/>
                  <a:pt x="20470" y="8486"/>
                </a:cubicBezTo>
                <a:cubicBezTo>
                  <a:pt x="11094" y="0"/>
                  <a:pt x="11094" y="0"/>
                  <a:pt x="11094" y="0"/>
                </a:cubicBezTo>
                <a:cubicBezTo>
                  <a:pt x="11094" y="0"/>
                  <a:pt x="10926" y="0"/>
                  <a:pt x="10759"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4" name="Shape 8774"/>
          <p:cNvSpPr/>
          <p:nvPr/>
        </p:nvSpPr>
        <p:spPr>
          <a:xfrm>
            <a:off x="3205291" y="8976752"/>
            <a:ext cx="552794" cy="123053"/>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5" name="Shape 8775"/>
          <p:cNvSpPr/>
          <p:nvPr/>
        </p:nvSpPr>
        <p:spPr>
          <a:xfrm>
            <a:off x="3205291" y="9046279"/>
            <a:ext cx="552794" cy="123054"/>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6" name="Shape 8776"/>
          <p:cNvSpPr/>
          <p:nvPr/>
        </p:nvSpPr>
        <p:spPr>
          <a:xfrm>
            <a:off x="3370182" y="11028308"/>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500" y="21600"/>
                  <a:pt x="0" y="17100"/>
                  <a:pt x="0" y="10800"/>
                </a:cubicBezTo>
                <a:cubicBezTo>
                  <a:pt x="0" y="4500"/>
                  <a:pt x="4500" y="0"/>
                  <a:pt x="10800" y="0"/>
                </a:cubicBezTo>
                <a:cubicBezTo>
                  <a:pt x="17100" y="0"/>
                  <a:pt x="21600" y="4500"/>
                  <a:pt x="21600" y="10800"/>
                </a:cubicBezTo>
                <a:cubicBezTo>
                  <a:pt x="21600" y="17100"/>
                  <a:pt x="17100" y="21600"/>
                  <a:pt x="10800" y="21600"/>
                </a:cubicBezTo>
                <a:close/>
                <a:moveTo>
                  <a:pt x="10800" y="7200"/>
                </a:moveTo>
                <a:cubicBezTo>
                  <a:pt x="9000" y="7200"/>
                  <a:pt x="7200" y="9000"/>
                  <a:pt x="7200" y="10800"/>
                </a:cubicBezTo>
                <a:cubicBezTo>
                  <a:pt x="7200" y="12600"/>
                  <a:pt x="9000" y="14400"/>
                  <a:pt x="10800" y="14400"/>
                </a:cubicBezTo>
                <a:cubicBezTo>
                  <a:pt x="12600" y="14400"/>
                  <a:pt x="14400" y="12600"/>
                  <a:pt x="14400" y="10800"/>
                </a:cubicBezTo>
                <a:cubicBezTo>
                  <a:pt x="14400" y="9000"/>
                  <a:pt x="12600" y="7200"/>
                  <a:pt x="10800" y="72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7" name="Shape 8777"/>
          <p:cNvSpPr/>
          <p:nvPr/>
        </p:nvSpPr>
        <p:spPr>
          <a:xfrm>
            <a:off x="3556665" y="11028308"/>
            <a:ext cx="111507"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600" y="7200"/>
                  <a:pt x="14400" y="9000"/>
                  <a:pt x="14400" y="10800"/>
                </a:cubicBezTo>
                <a:cubicBezTo>
                  <a:pt x="14400" y="12600"/>
                  <a:pt x="12600" y="14400"/>
                  <a:pt x="10800" y="14400"/>
                </a:cubicBezTo>
                <a:cubicBezTo>
                  <a:pt x="9000" y="14400"/>
                  <a:pt x="7200" y="12600"/>
                  <a:pt x="7200" y="10800"/>
                </a:cubicBezTo>
                <a:cubicBezTo>
                  <a:pt x="7200" y="9000"/>
                  <a:pt x="9000" y="7200"/>
                  <a:pt x="10800" y="7200"/>
                </a:cubicBezTo>
                <a:moveTo>
                  <a:pt x="10800" y="0"/>
                </a:moveTo>
                <a:cubicBezTo>
                  <a:pt x="4500" y="0"/>
                  <a:pt x="0" y="4500"/>
                  <a:pt x="0" y="10800"/>
                </a:cubicBezTo>
                <a:cubicBezTo>
                  <a:pt x="0" y="17100"/>
                  <a:pt x="4500" y="21600"/>
                  <a:pt x="10800" y="21600"/>
                </a:cubicBezTo>
                <a:cubicBezTo>
                  <a:pt x="17100" y="21600"/>
                  <a:pt x="21600" y="17100"/>
                  <a:pt x="21600" y="10800"/>
                </a:cubicBezTo>
                <a:cubicBezTo>
                  <a:pt x="21600" y="4500"/>
                  <a:pt x="17100" y="0"/>
                  <a:pt x="108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8" name="Shape 8778"/>
          <p:cNvSpPr/>
          <p:nvPr/>
        </p:nvSpPr>
        <p:spPr>
          <a:xfrm>
            <a:off x="3212537" y="10699561"/>
            <a:ext cx="501775" cy="2999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00" y="18900"/>
                </a:moveTo>
                <a:cubicBezTo>
                  <a:pt x="5200" y="0"/>
                  <a:pt x="5200" y="0"/>
                  <a:pt x="5200" y="0"/>
                </a:cubicBezTo>
                <a:cubicBezTo>
                  <a:pt x="3200" y="0"/>
                  <a:pt x="3200" y="0"/>
                  <a:pt x="3200" y="0"/>
                </a:cubicBezTo>
                <a:cubicBezTo>
                  <a:pt x="800" y="0"/>
                  <a:pt x="800" y="0"/>
                  <a:pt x="800" y="0"/>
                </a:cubicBezTo>
                <a:cubicBezTo>
                  <a:pt x="800" y="0"/>
                  <a:pt x="800" y="0"/>
                  <a:pt x="800" y="0"/>
                </a:cubicBezTo>
                <a:cubicBezTo>
                  <a:pt x="400" y="0"/>
                  <a:pt x="0" y="675"/>
                  <a:pt x="0" y="1350"/>
                </a:cubicBezTo>
                <a:cubicBezTo>
                  <a:pt x="0" y="2025"/>
                  <a:pt x="400" y="2700"/>
                  <a:pt x="800" y="2700"/>
                </a:cubicBezTo>
                <a:cubicBezTo>
                  <a:pt x="800" y="2700"/>
                  <a:pt x="800" y="2700"/>
                  <a:pt x="800" y="2700"/>
                </a:cubicBezTo>
                <a:cubicBezTo>
                  <a:pt x="3800" y="2700"/>
                  <a:pt x="3800" y="2700"/>
                  <a:pt x="3800" y="2700"/>
                </a:cubicBezTo>
                <a:cubicBezTo>
                  <a:pt x="6000" y="21600"/>
                  <a:pt x="6000" y="21600"/>
                  <a:pt x="6000" y="21600"/>
                </a:cubicBezTo>
                <a:cubicBezTo>
                  <a:pt x="8400" y="21600"/>
                  <a:pt x="8400" y="21600"/>
                  <a:pt x="84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1200" y="21600"/>
                  <a:pt x="21600" y="20925"/>
                  <a:pt x="21600" y="20250"/>
                </a:cubicBezTo>
                <a:cubicBezTo>
                  <a:pt x="21600" y="19575"/>
                  <a:pt x="21200" y="18900"/>
                  <a:pt x="20800" y="18900"/>
                </a:cubicBezTo>
                <a:lnTo>
                  <a:pt x="7400" y="189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779" name="Shape 8779"/>
          <p:cNvSpPr/>
          <p:nvPr/>
        </p:nvSpPr>
        <p:spPr>
          <a:xfrm>
            <a:off x="3379795" y="10738011"/>
            <a:ext cx="371045" cy="1864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0" y="17280"/>
                </a:moveTo>
                <a:cubicBezTo>
                  <a:pt x="3240" y="17280"/>
                  <a:pt x="3240" y="17280"/>
                  <a:pt x="3240" y="17280"/>
                </a:cubicBezTo>
                <a:cubicBezTo>
                  <a:pt x="2700" y="17280"/>
                  <a:pt x="2160" y="18360"/>
                  <a:pt x="2160" y="19440"/>
                </a:cubicBezTo>
                <a:cubicBezTo>
                  <a:pt x="2160" y="20520"/>
                  <a:pt x="2700" y="21600"/>
                  <a:pt x="3240" y="21600"/>
                </a:cubicBezTo>
                <a:cubicBezTo>
                  <a:pt x="18360" y="21600"/>
                  <a:pt x="18360" y="21600"/>
                  <a:pt x="18360" y="21600"/>
                </a:cubicBezTo>
                <a:cubicBezTo>
                  <a:pt x="18900" y="21600"/>
                  <a:pt x="19440" y="20520"/>
                  <a:pt x="19440" y="19440"/>
                </a:cubicBezTo>
                <a:cubicBezTo>
                  <a:pt x="19440" y="18360"/>
                  <a:pt x="18900" y="17280"/>
                  <a:pt x="18360" y="17280"/>
                </a:cubicBezTo>
                <a:close/>
                <a:moveTo>
                  <a:pt x="19440" y="8640"/>
                </a:moveTo>
                <a:cubicBezTo>
                  <a:pt x="2160" y="8640"/>
                  <a:pt x="2160" y="8640"/>
                  <a:pt x="2160" y="8640"/>
                </a:cubicBezTo>
                <a:cubicBezTo>
                  <a:pt x="1620" y="8640"/>
                  <a:pt x="1080" y="9720"/>
                  <a:pt x="1080" y="10800"/>
                </a:cubicBezTo>
                <a:cubicBezTo>
                  <a:pt x="1080" y="11880"/>
                  <a:pt x="1620" y="12960"/>
                  <a:pt x="2160" y="12960"/>
                </a:cubicBezTo>
                <a:cubicBezTo>
                  <a:pt x="19440" y="12960"/>
                  <a:pt x="19440" y="12960"/>
                  <a:pt x="19440" y="12960"/>
                </a:cubicBezTo>
                <a:cubicBezTo>
                  <a:pt x="19980" y="12960"/>
                  <a:pt x="20520" y="11880"/>
                  <a:pt x="20520" y="10800"/>
                </a:cubicBezTo>
                <a:cubicBezTo>
                  <a:pt x="20520" y="9720"/>
                  <a:pt x="19980" y="8640"/>
                  <a:pt x="19440" y="8640"/>
                </a:cubicBezTo>
                <a:close/>
                <a:moveTo>
                  <a:pt x="20520" y="0"/>
                </a:moveTo>
                <a:cubicBezTo>
                  <a:pt x="1080" y="0"/>
                  <a:pt x="1080" y="0"/>
                  <a:pt x="1080" y="0"/>
                </a:cubicBezTo>
                <a:cubicBezTo>
                  <a:pt x="540" y="0"/>
                  <a:pt x="0" y="1080"/>
                  <a:pt x="0" y="2160"/>
                </a:cubicBezTo>
                <a:cubicBezTo>
                  <a:pt x="0" y="3240"/>
                  <a:pt x="540" y="4320"/>
                  <a:pt x="1080" y="4320"/>
                </a:cubicBezTo>
                <a:cubicBezTo>
                  <a:pt x="20520" y="4320"/>
                  <a:pt x="20520" y="4320"/>
                  <a:pt x="20520" y="4320"/>
                </a:cubicBezTo>
                <a:cubicBezTo>
                  <a:pt x="21060" y="4320"/>
                  <a:pt x="21600" y="3240"/>
                  <a:pt x="21600" y="2160"/>
                </a:cubicBezTo>
                <a:cubicBezTo>
                  <a:pt x="21600" y="1080"/>
                  <a:pt x="21060" y="0"/>
                  <a:pt x="2052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8803" name="Group 8803"/>
          <p:cNvGrpSpPr/>
          <p:nvPr/>
        </p:nvGrpSpPr>
        <p:grpSpPr>
          <a:xfrm>
            <a:off x="-6791325" y="3694112"/>
            <a:ext cx="22312315" cy="11456989"/>
            <a:chOff x="0" y="0"/>
            <a:chExt cx="22312314" cy="11456988"/>
          </a:xfrm>
        </p:grpSpPr>
        <p:sp>
          <p:nvSpPr>
            <p:cNvPr id="8780" name="Shape 8780"/>
            <p:cNvSpPr/>
            <p:nvPr/>
          </p:nvSpPr>
          <p:spPr>
            <a:xfrm flipH="1">
              <a:off x="0" y="142875"/>
              <a:ext cx="22161500" cy="106949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30"/>
                  </a:moveTo>
                  <a:cubicBezTo>
                    <a:pt x="101" y="20935"/>
                    <a:pt x="10611" y="0"/>
                    <a:pt x="10611" y="0"/>
                  </a:cubicBezTo>
                  <a:lnTo>
                    <a:pt x="21600" y="6550"/>
                  </a:lnTo>
                  <a:lnTo>
                    <a:pt x="15666" y="21600"/>
                  </a:lnTo>
                  <a:lnTo>
                    <a:pt x="0" y="2133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1" name="Shape 8781"/>
            <p:cNvSpPr/>
            <p:nvPr/>
          </p:nvSpPr>
          <p:spPr>
            <a:xfrm flipH="1">
              <a:off x="150810" y="0"/>
              <a:ext cx="22161505" cy="106934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30"/>
                  </a:moveTo>
                  <a:cubicBezTo>
                    <a:pt x="101" y="20935"/>
                    <a:pt x="10611" y="0"/>
                    <a:pt x="10611" y="0"/>
                  </a:cubicBezTo>
                  <a:lnTo>
                    <a:pt x="21600" y="6550"/>
                  </a:lnTo>
                  <a:lnTo>
                    <a:pt x="15666" y="21600"/>
                  </a:lnTo>
                  <a:lnTo>
                    <a:pt x="0" y="21330"/>
                  </a:lnTo>
                  <a:close/>
                </a:path>
              </a:pathLst>
            </a:custGeom>
            <a:solidFill>
              <a:srgbClr val="FFFFFF"/>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2" name="Shape 8782"/>
            <p:cNvSpPr/>
            <p:nvPr/>
          </p:nvSpPr>
          <p:spPr>
            <a:xfrm flipH="1">
              <a:off x="9009062" y="850900"/>
              <a:ext cx="3046413" cy="1384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68" y="0"/>
                  </a:moveTo>
                  <a:lnTo>
                    <a:pt x="0" y="8106"/>
                  </a:lnTo>
                  <a:lnTo>
                    <a:pt x="18424" y="21600"/>
                  </a:lnTo>
                  <a:lnTo>
                    <a:pt x="21600" y="13941"/>
                  </a:lnTo>
                  <a:lnTo>
                    <a:pt x="3868" y="0"/>
                  </a:lnTo>
                  <a:close/>
                </a:path>
              </a:pathLst>
            </a:custGeom>
            <a:solidFill>
              <a:srgbClr val="F2394A"/>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3" name="Shape 8783"/>
            <p:cNvSpPr/>
            <p:nvPr/>
          </p:nvSpPr>
          <p:spPr>
            <a:xfrm flipH="1">
              <a:off x="3157536" y="1957387"/>
              <a:ext cx="10045702" cy="37877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3" y="0"/>
                  </a:moveTo>
                  <a:lnTo>
                    <a:pt x="0" y="2964"/>
                  </a:lnTo>
                  <a:lnTo>
                    <a:pt x="20405" y="21600"/>
                  </a:lnTo>
                  <a:lnTo>
                    <a:pt x="21600" y="18300"/>
                  </a:lnTo>
                  <a:lnTo>
                    <a:pt x="1173" y="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4" name="Shape 8784"/>
            <p:cNvSpPr/>
            <p:nvPr/>
          </p:nvSpPr>
          <p:spPr>
            <a:xfrm flipH="1">
              <a:off x="6208711" y="5526087"/>
              <a:ext cx="10045702" cy="37861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3" y="0"/>
                  </a:moveTo>
                  <a:lnTo>
                    <a:pt x="0" y="2964"/>
                  </a:lnTo>
                  <a:lnTo>
                    <a:pt x="20405" y="21600"/>
                  </a:lnTo>
                  <a:lnTo>
                    <a:pt x="21600" y="18300"/>
                  </a:lnTo>
                  <a:lnTo>
                    <a:pt x="1173" y="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5" name="Shape 8785"/>
            <p:cNvSpPr/>
            <p:nvPr/>
          </p:nvSpPr>
          <p:spPr>
            <a:xfrm>
              <a:off x="6886575" y="3036887"/>
              <a:ext cx="8204200" cy="55499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00" y="21600"/>
                  </a:moveTo>
                  <a:lnTo>
                    <a:pt x="0" y="12117"/>
                  </a:lnTo>
                  <a:lnTo>
                    <a:pt x="5774" y="19095"/>
                  </a:lnTo>
                  <a:lnTo>
                    <a:pt x="4006" y="2959"/>
                  </a:lnTo>
                  <a:lnTo>
                    <a:pt x="10405" y="12508"/>
                  </a:lnTo>
                  <a:lnTo>
                    <a:pt x="9780" y="8422"/>
                  </a:lnTo>
                  <a:lnTo>
                    <a:pt x="11591" y="11077"/>
                  </a:lnTo>
                  <a:lnTo>
                    <a:pt x="10987" y="0"/>
                  </a:lnTo>
                  <a:lnTo>
                    <a:pt x="15794" y="6953"/>
                  </a:lnTo>
                  <a:lnTo>
                    <a:pt x="15276" y="1103"/>
                  </a:lnTo>
                  <a:lnTo>
                    <a:pt x="21600" y="10574"/>
                  </a:lnTo>
                </a:path>
              </a:pathLst>
            </a:custGeom>
            <a:noFill/>
            <a:ln w="127000" cap="flat">
              <a:solidFill>
                <a:srgbClr val="23A184"/>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nvGrpSpPr>
            <p:cNvPr id="8790" name="Group 8790"/>
            <p:cNvGrpSpPr/>
            <p:nvPr/>
          </p:nvGrpSpPr>
          <p:grpSpPr>
            <a:xfrm flipH="1">
              <a:off x="14112875" y="6556375"/>
              <a:ext cx="3351213" cy="1727201"/>
              <a:chOff x="0" y="0"/>
              <a:chExt cx="3351212" cy="1727200"/>
            </a:xfrm>
          </p:grpSpPr>
          <p:sp>
            <p:nvSpPr>
              <p:cNvPr id="8786" name="Shape 8786"/>
              <p:cNvSpPr/>
              <p:nvPr/>
            </p:nvSpPr>
            <p:spPr>
              <a:xfrm>
                <a:off x="684537" y="251057"/>
                <a:ext cx="2356967" cy="851683"/>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7" name="Shape 8787"/>
              <p:cNvSpPr/>
              <p:nvPr/>
            </p:nvSpPr>
            <p:spPr>
              <a:xfrm>
                <a:off x="327180" y="562492"/>
                <a:ext cx="2356967" cy="851683"/>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8" name="Shape 8788"/>
              <p:cNvSpPr/>
              <p:nvPr/>
            </p:nvSpPr>
            <p:spPr>
              <a:xfrm>
                <a:off x="0" y="875518"/>
                <a:ext cx="2356967" cy="851683"/>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89" name="Shape 8789"/>
              <p:cNvSpPr/>
              <p:nvPr/>
            </p:nvSpPr>
            <p:spPr>
              <a:xfrm>
                <a:off x="994246" y="0"/>
                <a:ext cx="2356967" cy="850094"/>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8795" name="Group 8795"/>
            <p:cNvGrpSpPr/>
            <p:nvPr/>
          </p:nvGrpSpPr>
          <p:grpSpPr>
            <a:xfrm flipH="1">
              <a:off x="10728325" y="7850187"/>
              <a:ext cx="3349625" cy="1725613"/>
              <a:chOff x="0" y="0"/>
              <a:chExt cx="3349625" cy="1725612"/>
            </a:xfrm>
          </p:grpSpPr>
          <p:sp>
            <p:nvSpPr>
              <p:cNvPr id="8791" name="Shape 8791"/>
              <p:cNvSpPr/>
              <p:nvPr/>
            </p:nvSpPr>
            <p:spPr>
              <a:xfrm>
                <a:off x="684212" y="250825"/>
                <a:ext cx="2355851"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92" name="Shape 8792"/>
              <p:cNvSpPr/>
              <p:nvPr/>
            </p:nvSpPr>
            <p:spPr>
              <a:xfrm>
                <a:off x="327025" y="561975"/>
                <a:ext cx="2355850"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93" name="Shape 8793"/>
              <p:cNvSpPr/>
              <p:nvPr/>
            </p:nvSpPr>
            <p:spPr>
              <a:xfrm>
                <a:off x="0" y="874712"/>
                <a:ext cx="2355850" cy="850901"/>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94" name="Shape 8794"/>
              <p:cNvSpPr/>
              <p:nvPr/>
            </p:nvSpPr>
            <p:spPr>
              <a:xfrm>
                <a:off x="993775" y="0"/>
                <a:ext cx="2355850" cy="849312"/>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8800" name="Group 8800"/>
            <p:cNvGrpSpPr/>
            <p:nvPr/>
          </p:nvGrpSpPr>
          <p:grpSpPr>
            <a:xfrm flipH="1">
              <a:off x="7350125" y="9082087"/>
              <a:ext cx="3349625" cy="1725613"/>
              <a:chOff x="0" y="0"/>
              <a:chExt cx="3349625" cy="1725612"/>
            </a:xfrm>
          </p:grpSpPr>
          <p:sp>
            <p:nvSpPr>
              <p:cNvPr id="8796" name="Shape 8796"/>
              <p:cNvSpPr/>
              <p:nvPr/>
            </p:nvSpPr>
            <p:spPr>
              <a:xfrm>
                <a:off x="684212" y="250825"/>
                <a:ext cx="2355851"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97" name="Shape 8797"/>
              <p:cNvSpPr/>
              <p:nvPr/>
            </p:nvSpPr>
            <p:spPr>
              <a:xfrm>
                <a:off x="327025" y="561975"/>
                <a:ext cx="2355850"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98" name="Shape 8798"/>
              <p:cNvSpPr/>
              <p:nvPr/>
            </p:nvSpPr>
            <p:spPr>
              <a:xfrm>
                <a:off x="0" y="874712"/>
                <a:ext cx="2355850" cy="850901"/>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799" name="Shape 8799"/>
              <p:cNvSpPr/>
              <p:nvPr/>
            </p:nvSpPr>
            <p:spPr>
              <a:xfrm>
                <a:off x="993775" y="0"/>
                <a:ext cx="2355850" cy="849313"/>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8801" name="Shape 8801"/>
            <p:cNvSpPr/>
            <p:nvPr/>
          </p:nvSpPr>
          <p:spPr>
            <a:xfrm>
              <a:off x="16230525" y="8439187"/>
              <a:ext cx="2501976" cy="1777964"/>
            </a:xfrm>
            <a:custGeom>
              <a:avLst/>
              <a:gdLst/>
              <a:ahLst/>
              <a:cxnLst>
                <a:cxn ang="0">
                  <a:pos x="wd2" y="hd2"/>
                </a:cxn>
                <a:cxn ang="5400000">
                  <a:pos x="wd2" y="hd2"/>
                </a:cxn>
                <a:cxn ang="10800000">
                  <a:pos x="wd2" y="hd2"/>
                </a:cxn>
                <a:cxn ang="16200000">
                  <a:pos x="wd2" y="hd2"/>
                </a:cxn>
              </a:cxnLst>
              <a:rect l="0" t="0" r="r" b="b"/>
              <a:pathLst>
                <a:path w="19975" h="21118" fill="norm" stroke="1" extrusionOk="0">
                  <a:moveTo>
                    <a:pt x="1599" y="21118"/>
                  </a:moveTo>
                  <a:cubicBezTo>
                    <a:pt x="1599" y="21118"/>
                    <a:pt x="-1625" y="12278"/>
                    <a:pt x="1084" y="13347"/>
                  </a:cubicBezTo>
                  <a:cubicBezTo>
                    <a:pt x="3793" y="14415"/>
                    <a:pt x="5649" y="17088"/>
                    <a:pt x="6911" y="15445"/>
                  </a:cubicBezTo>
                  <a:cubicBezTo>
                    <a:pt x="8173" y="13802"/>
                    <a:pt x="3506" y="-482"/>
                    <a:pt x="5980" y="13"/>
                  </a:cubicBezTo>
                  <a:cubicBezTo>
                    <a:pt x="8454" y="508"/>
                    <a:pt x="10734" y="8623"/>
                    <a:pt x="13693" y="8555"/>
                  </a:cubicBezTo>
                  <a:cubicBezTo>
                    <a:pt x="16651" y="8487"/>
                    <a:pt x="14890" y="6339"/>
                    <a:pt x="15045" y="4414"/>
                  </a:cubicBezTo>
                  <a:cubicBezTo>
                    <a:pt x="15201" y="2489"/>
                    <a:pt x="17367" y="4969"/>
                    <a:pt x="18671" y="6263"/>
                  </a:cubicBezTo>
                  <a:cubicBezTo>
                    <a:pt x="19975" y="7556"/>
                    <a:pt x="19975" y="6032"/>
                    <a:pt x="19975" y="6032"/>
                  </a:cubicBezTo>
                </a:path>
              </a:pathLst>
            </a:custGeom>
            <a:noFill/>
            <a:ln w="114300" cap="flat">
              <a:solidFill>
                <a:srgbClr val="DFE5E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02" name="Shape 8802"/>
            <p:cNvSpPr/>
            <p:nvPr/>
          </p:nvSpPr>
          <p:spPr>
            <a:xfrm>
              <a:off x="13903250" y="9679024"/>
              <a:ext cx="2501976" cy="1777965"/>
            </a:xfrm>
            <a:custGeom>
              <a:avLst/>
              <a:gdLst/>
              <a:ahLst/>
              <a:cxnLst>
                <a:cxn ang="0">
                  <a:pos x="wd2" y="hd2"/>
                </a:cxn>
                <a:cxn ang="5400000">
                  <a:pos x="wd2" y="hd2"/>
                </a:cxn>
                <a:cxn ang="10800000">
                  <a:pos x="wd2" y="hd2"/>
                </a:cxn>
                <a:cxn ang="16200000">
                  <a:pos x="wd2" y="hd2"/>
                </a:cxn>
              </a:cxnLst>
              <a:rect l="0" t="0" r="r" b="b"/>
              <a:pathLst>
                <a:path w="19975" h="21118" fill="norm" stroke="1" extrusionOk="0">
                  <a:moveTo>
                    <a:pt x="1599" y="21118"/>
                  </a:moveTo>
                  <a:cubicBezTo>
                    <a:pt x="1599" y="21118"/>
                    <a:pt x="-1625" y="12278"/>
                    <a:pt x="1084" y="13347"/>
                  </a:cubicBezTo>
                  <a:cubicBezTo>
                    <a:pt x="3793" y="14415"/>
                    <a:pt x="5649" y="17088"/>
                    <a:pt x="6911" y="15445"/>
                  </a:cubicBezTo>
                  <a:cubicBezTo>
                    <a:pt x="8173" y="13802"/>
                    <a:pt x="3506" y="-482"/>
                    <a:pt x="5980" y="13"/>
                  </a:cubicBezTo>
                  <a:cubicBezTo>
                    <a:pt x="8454" y="508"/>
                    <a:pt x="10734" y="8623"/>
                    <a:pt x="13693" y="8555"/>
                  </a:cubicBezTo>
                  <a:cubicBezTo>
                    <a:pt x="16651" y="8487"/>
                    <a:pt x="14890" y="6339"/>
                    <a:pt x="15045" y="4414"/>
                  </a:cubicBezTo>
                  <a:cubicBezTo>
                    <a:pt x="15201" y="2489"/>
                    <a:pt x="17367" y="4969"/>
                    <a:pt x="18671" y="6263"/>
                  </a:cubicBezTo>
                  <a:cubicBezTo>
                    <a:pt x="19975" y="7556"/>
                    <a:pt x="19975" y="6032"/>
                    <a:pt x="19975" y="6032"/>
                  </a:cubicBezTo>
                </a:path>
              </a:pathLst>
            </a:custGeom>
            <a:noFill/>
            <a:ln w="114300" cap="flat">
              <a:solidFill>
                <a:srgbClr val="DFE5E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8804" name="Shape 8804"/>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grpSp>
        <p:nvGrpSpPr>
          <p:cNvPr id="8845" name="Group 8845"/>
          <p:cNvGrpSpPr/>
          <p:nvPr/>
        </p:nvGrpSpPr>
        <p:grpSpPr>
          <a:xfrm>
            <a:off x="16610179" y="6090528"/>
            <a:ext cx="7113907" cy="8209965"/>
            <a:chOff x="0" y="0"/>
            <a:chExt cx="7113905" cy="8209963"/>
          </a:xfrm>
        </p:grpSpPr>
        <p:grpSp>
          <p:nvGrpSpPr>
            <p:cNvPr id="8830" name="Group 8830"/>
            <p:cNvGrpSpPr/>
            <p:nvPr/>
          </p:nvGrpSpPr>
          <p:grpSpPr>
            <a:xfrm>
              <a:off x="1133943" y="1242994"/>
              <a:ext cx="4921822" cy="6966970"/>
              <a:chOff x="0" y="0"/>
              <a:chExt cx="4921821" cy="6966969"/>
            </a:xfrm>
          </p:grpSpPr>
          <p:sp>
            <p:nvSpPr>
              <p:cNvPr id="8805" name="Shape 8805"/>
              <p:cNvSpPr/>
              <p:nvPr/>
            </p:nvSpPr>
            <p:spPr>
              <a:xfrm>
                <a:off x="1865801" y="2718204"/>
                <a:ext cx="710607" cy="306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039"/>
                    </a:moveTo>
                    <a:cubicBezTo>
                      <a:pt x="18685" y="18846"/>
                      <a:pt x="18685" y="18846"/>
                      <a:pt x="18685" y="18846"/>
                    </a:cubicBezTo>
                    <a:cubicBezTo>
                      <a:pt x="0" y="21600"/>
                      <a:pt x="0" y="21600"/>
                      <a:pt x="0" y="21600"/>
                    </a:cubicBezTo>
                    <a:cubicBezTo>
                      <a:pt x="4081" y="0"/>
                      <a:pt x="4081" y="0"/>
                      <a:pt x="4081" y="0"/>
                    </a:cubicBezTo>
                    <a:cubicBezTo>
                      <a:pt x="4665" y="1346"/>
                      <a:pt x="5248" y="2631"/>
                      <a:pt x="6440" y="2631"/>
                    </a:cubicBezTo>
                    <a:cubicBezTo>
                      <a:pt x="11078" y="8077"/>
                      <a:pt x="16935" y="8077"/>
                      <a:pt x="21600" y="4039"/>
                    </a:cubicBez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06" name="Shape 8806"/>
              <p:cNvSpPr/>
              <p:nvPr/>
            </p:nvSpPr>
            <p:spPr>
              <a:xfrm>
                <a:off x="2000404" y="2029801"/>
                <a:ext cx="825985" cy="790135"/>
              </a:xfrm>
              <a:custGeom>
                <a:avLst/>
                <a:gdLst/>
                <a:ahLst/>
                <a:cxnLst>
                  <a:cxn ang="0">
                    <a:pos x="wd2" y="hd2"/>
                  </a:cxn>
                  <a:cxn ang="5400000">
                    <a:pos x="wd2" y="hd2"/>
                  </a:cxn>
                  <a:cxn ang="10800000">
                    <a:pos x="wd2" y="hd2"/>
                  </a:cxn>
                  <a:cxn ang="16200000">
                    <a:pos x="wd2" y="hd2"/>
                  </a:cxn>
                </a:cxnLst>
                <a:rect l="0" t="0" r="r" b="b"/>
                <a:pathLst>
                  <a:path w="21600" h="21155" fill="norm" stroke="1" extrusionOk="0">
                    <a:moveTo>
                      <a:pt x="21600" y="6165"/>
                    </a:moveTo>
                    <a:cubicBezTo>
                      <a:pt x="15061" y="20059"/>
                      <a:pt x="15061" y="20059"/>
                      <a:pt x="15061" y="20059"/>
                    </a:cubicBezTo>
                    <a:cubicBezTo>
                      <a:pt x="11051" y="21600"/>
                      <a:pt x="6015" y="21600"/>
                      <a:pt x="2028" y="19522"/>
                    </a:cubicBezTo>
                    <a:cubicBezTo>
                      <a:pt x="1003" y="19522"/>
                      <a:pt x="501" y="19031"/>
                      <a:pt x="0" y="18518"/>
                    </a:cubicBezTo>
                    <a:cubicBezTo>
                      <a:pt x="8522" y="0"/>
                      <a:pt x="8522" y="0"/>
                      <a:pt x="8522" y="0"/>
                    </a:cubicBezTo>
                    <a:lnTo>
                      <a:pt x="21600" y="6165"/>
                    </a:lnTo>
                  </a:path>
                </a:pathLst>
              </a:custGeom>
              <a:solidFill>
                <a:srgbClr val="F69A8B"/>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07" name="Shape 8807"/>
              <p:cNvSpPr/>
              <p:nvPr/>
            </p:nvSpPr>
            <p:spPr>
              <a:xfrm>
                <a:off x="1673510" y="910667"/>
                <a:ext cx="691380" cy="7682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9" y="0"/>
                    </a:moveTo>
                    <a:lnTo>
                      <a:pt x="21600" y="1102"/>
                    </a:lnTo>
                    <a:lnTo>
                      <a:pt x="8406" y="21600"/>
                    </a:lnTo>
                    <a:lnTo>
                      <a:pt x="0" y="15673"/>
                    </a:lnTo>
                    <a:lnTo>
                      <a:pt x="18009" y="0"/>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08" name="Shape 8808"/>
              <p:cNvSpPr/>
              <p:nvPr/>
            </p:nvSpPr>
            <p:spPr>
              <a:xfrm>
                <a:off x="1729186" y="436172"/>
                <a:ext cx="1753962" cy="2264448"/>
              </a:xfrm>
              <a:custGeom>
                <a:avLst/>
                <a:gdLst/>
                <a:ahLst/>
                <a:cxnLst>
                  <a:cxn ang="0">
                    <a:pos x="wd2" y="hd2"/>
                  </a:cxn>
                  <a:cxn ang="5400000">
                    <a:pos x="wd2" y="hd2"/>
                  </a:cxn>
                  <a:cxn ang="10800000">
                    <a:pos x="wd2" y="hd2"/>
                  </a:cxn>
                  <a:cxn ang="16200000">
                    <a:pos x="wd2" y="hd2"/>
                  </a:cxn>
                </a:cxnLst>
                <a:rect l="0" t="0" r="r" b="b"/>
                <a:pathLst>
                  <a:path w="19516" h="20036" fill="norm" stroke="1" extrusionOk="0">
                    <a:moveTo>
                      <a:pt x="13926" y="16613"/>
                    </a:moveTo>
                    <a:cubicBezTo>
                      <a:pt x="12218" y="19506"/>
                      <a:pt x="7938" y="20864"/>
                      <a:pt x="4300" y="19506"/>
                    </a:cubicBezTo>
                    <a:cubicBezTo>
                      <a:pt x="671" y="18141"/>
                      <a:pt x="-1047" y="14739"/>
                      <a:pt x="671" y="11854"/>
                    </a:cubicBezTo>
                    <a:cubicBezTo>
                      <a:pt x="5580" y="3345"/>
                      <a:pt x="5580" y="3345"/>
                      <a:pt x="5580" y="3345"/>
                    </a:cubicBezTo>
                    <a:cubicBezTo>
                      <a:pt x="7298" y="460"/>
                      <a:pt x="11577" y="-736"/>
                      <a:pt x="15206" y="460"/>
                    </a:cubicBezTo>
                    <a:cubicBezTo>
                      <a:pt x="18855" y="1817"/>
                      <a:pt x="20553" y="5219"/>
                      <a:pt x="18855" y="8112"/>
                    </a:cubicBezTo>
                    <a:lnTo>
                      <a:pt x="13926" y="16613"/>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09" name="Shape 8809"/>
              <p:cNvSpPr/>
              <p:nvPr/>
            </p:nvSpPr>
            <p:spPr>
              <a:xfrm>
                <a:off x="1846571" y="564542"/>
                <a:ext cx="1632772" cy="2136063"/>
              </a:xfrm>
              <a:custGeom>
                <a:avLst/>
                <a:gdLst/>
                <a:ahLst/>
                <a:cxnLst>
                  <a:cxn ang="0">
                    <a:pos x="wd2" y="hd2"/>
                  </a:cxn>
                  <a:cxn ang="5400000">
                    <a:pos x="wd2" y="hd2"/>
                  </a:cxn>
                  <a:cxn ang="10800000">
                    <a:pos x="wd2" y="hd2"/>
                  </a:cxn>
                  <a:cxn ang="16200000">
                    <a:pos x="wd2" y="hd2"/>
                  </a:cxn>
                </a:cxnLst>
                <a:rect l="0" t="0" r="r" b="b"/>
                <a:pathLst>
                  <a:path w="20618" h="20693" fill="norm" stroke="1" extrusionOk="0">
                    <a:moveTo>
                      <a:pt x="16976" y="0"/>
                    </a:moveTo>
                    <a:cubicBezTo>
                      <a:pt x="18694" y="1673"/>
                      <a:pt x="18925" y="4089"/>
                      <a:pt x="17714" y="6141"/>
                    </a:cubicBezTo>
                    <a:cubicBezTo>
                      <a:pt x="12121" y="15459"/>
                      <a:pt x="12121" y="15459"/>
                      <a:pt x="12121" y="15459"/>
                    </a:cubicBezTo>
                    <a:cubicBezTo>
                      <a:pt x="10194" y="18618"/>
                      <a:pt x="5339" y="19927"/>
                      <a:pt x="1211" y="18432"/>
                    </a:cubicBezTo>
                    <a:cubicBezTo>
                      <a:pt x="716" y="18246"/>
                      <a:pt x="242" y="18061"/>
                      <a:pt x="0" y="17883"/>
                    </a:cubicBezTo>
                    <a:cubicBezTo>
                      <a:pt x="716" y="18812"/>
                      <a:pt x="1938" y="19547"/>
                      <a:pt x="3391" y="20113"/>
                    </a:cubicBezTo>
                    <a:cubicBezTo>
                      <a:pt x="7519" y="21600"/>
                      <a:pt x="12374" y="20113"/>
                      <a:pt x="14312" y="16945"/>
                    </a:cubicBezTo>
                    <a:cubicBezTo>
                      <a:pt x="19905" y="7636"/>
                      <a:pt x="19905" y="7636"/>
                      <a:pt x="19905" y="7636"/>
                    </a:cubicBezTo>
                    <a:cubicBezTo>
                      <a:pt x="21600" y="4840"/>
                      <a:pt x="20136" y="1673"/>
                      <a:pt x="16976" y="0"/>
                    </a:cubicBez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0" name="Shape 8810"/>
              <p:cNvSpPr/>
              <p:nvPr/>
            </p:nvSpPr>
            <p:spPr>
              <a:xfrm>
                <a:off x="2423442" y="549158"/>
                <a:ext cx="787527" cy="5183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14241" y="6389"/>
                    </a:lnTo>
                    <a:lnTo>
                      <a:pt x="6332" y="7188"/>
                    </a:lnTo>
                    <a:lnTo>
                      <a:pt x="0" y="799"/>
                    </a:lnTo>
                    <a:lnTo>
                      <a:pt x="13691" y="0"/>
                    </a:lnTo>
                    <a:lnTo>
                      <a:pt x="16319" y="2360"/>
                    </a:lnTo>
                    <a:lnTo>
                      <a:pt x="21600" y="21600"/>
                    </a:ln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1" name="Shape 8811"/>
              <p:cNvSpPr/>
              <p:nvPr/>
            </p:nvSpPr>
            <p:spPr>
              <a:xfrm>
                <a:off x="2423442" y="164575"/>
                <a:ext cx="1210565" cy="15951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174" y="1039"/>
                    </a:moveTo>
                    <a:lnTo>
                      <a:pt x="13700" y="1559"/>
                    </a:lnTo>
                    <a:lnTo>
                      <a:pt x="21258" y="8586"/>
                    </a:lnTo>
                    <a:lnTo>
                      <a:pt x="20558" y="13794"/>
                    </a:lnTo>
                    <a:lnTo>
                      <a:pt x="21600" y="15353"/>
                    </a:lnTo>
                    <a:lnTo>
                      <a:pt x="15768" y="21600"/>
                    </a:lnTo>
                    <a:lnTo>
                      <a:pt x="7884" y="19262"/>
                    </a:lnTo>
                    <a:lnTo>
                      <a:pt x="9937" y="13794"/>
                    </a:lnTo>
                    <a:lnTo>
                      <a:pt x="14058" y="12235"/>
                    </a:lnTo>
                    <a:lnTo>
                      <a:pt x="10279" y="6767"/>
                    </a:lnTo>
                    <a:lnTo>
                      <a:pt x="5132" y="6767"/>
                    </a:lnTo>
                    <a:lnTo>
                      <a:pt x="0" y="5468"/>
                    </a:lnTo>
                    <a:lnTo>
                      <a:pt x="0" y="0"/>
                    </a:lnTo>
                    <a:lnTo>
                      <a:pt x="6174" y="1039"/>
                    </a:lnTo>
                  </a:path>
                </a:pathLst>
              </a:custGeom>
              <a:solidFill>
                <a:srgbClr val="6E333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2" name="Shape 8812"/>
              <p:cNvSpPr/>
              <p:nvPr/>
            </p:nvSpPr>
            <p:spPr>
              <a:xfrm>
                <a:off x="2950431" y="1446724"/>
                <a:ext cx="579649" cy="573996"/>
              </a:xfrm>
              <a:custGeom>
                <a:avLst/>
                <a:gdLst/>
                <a:ahLst/>
                <a:cxnLst>
                  <a:cxn ang="0">
                    <a:pos x="wd2" y="hd2"/>
                  </a:cxn>
                  <a:cxn ang="5400000">
                    <a:pos x="wd2" y="hd2"/>
                  </a:cxn>
                  <a:cxn ang="10800000">
                    <a:pos x="wd2" y="hd2"/>
                  </a:cxn>
                  <a:cxn ang="16200000">
                    <a:pos x="wd2" y="hd2"/>
                  </a:cxn>
                </a:cxnLst>
                <a:rect l="0" t="0" r="r" b="b"/>
                <a:pathLst>
                  <a:path w="18627" h="18989" fill="norm" stroke="1" extrusionOk="0">
                    <a:moveTo>
                      <a:pt x="978" y="5804"/>
                    </a:moveTo>
                    <a:cubicBezTo>
                      <a:pt x="2855" y="736"/>
                      <a:pt x="8402" y="-1194"/>
                      <a:pt x="13333" y="736"/>
                    </a:cubicBezTo>
                    <a:cubicBezTo>
                      <a:pt x="17648" y="3299"/>
                      <a:pt x="20113" y="9001"/>
                      <a:pt x="17648" y="13436"/>
                    </a:cubicBezTo>
                    <a:cubicBezTo>
                      <a:pt x="15799" y="18505"/>
                      <a:pt x="10252" y="20406"/>
                      <a:pt x="5321" y="17872"/>
                    </a:cubicBezTo>
                    <a:cubicBezTo>
                      <a:pt x="978" y="15971"/>
                      <a:pt x="-1487" y="10240"/>
                      <a:pt x="978" y="5804"/>
                    </a:cubicBez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3" name="Shape 8813"/>
              <p:cNvSpPr/>
              <p:nvPr/>
            </p:nvSpPr>
            <p:spPr>
              <a:xfrm>
                <a:off x="2430067" y="891436"/>
                <a:ext cx="308178" cy="210654"/>
              </a:xfrm>
              <a:custGeom>
                <a:avLst/>
                <a:gdLst/>
                <a:ahLst/>
                <a:cxnLst>
                  <a:cxn ang="0">
                    <a:pos x="wd2" y="hd2"/>
                  </a:cxn>
                  <a:cxn ang="5400000">
                    <a:pos x="wd2" y="hd2"/>
                  </a:cxn>
                  <a:cxn ang="10800000">
                    <a:pos x="wd2" y="hd2"/>
                  </a:cxn>
                  <a:cxn ang="16200000">
                    <a:pos x="wd2" y="hd2"/>
                  </a:cxn>
                </a:cxnLst>
                <a:rect l="0" t="0" r="r" b="b"/>
                <a:pathLst>
                  <a:path w="20417" h="21600" fill="norm" stroke="1" extrusionOk="0">
                    <a:moveTo>
                      <a:pt x="828" y="1956"/>
                    </a:moveTo>
                    <a:cubicBezTo>
                      <a:pt x="-439" y="5956"/>
                      <a:pt x="-439" y="7911"/>
                      <a:pt x="2153" y="9778"/>
                    </a:cubicBezTo>
                    <a:cubicBezTo>
                      <a:pt x="16035" y="21600"/>
                      <a:pt x="16035" y="21600"/>
                      <a:pt x="16035" y="21600"/>
                    </a:cubicBezTo>
                    <a:cubicBezTo>
                      <a:pt x="17359" y="21600"/>
                      <a:pt x="18569" y="21600"/>
                      <a:pt x="19894" y="19644"/>
                    </a:cubicBezTo>
                    <a:cubicBezTo>
                      <a:pt x="21161" y="15733"/>
                      <a:pt x="19894" y="13778"/>
                      <a:pt x="18569" y="11822"/>
                    </a:cubicBezTo>
                    <a:cubicBezTo>
                      <a:pt x="4630" y="0"/>
                      <a:pt x="4630" y="0"/>
                      <a:pt x="4630" y="0"/>
                    </a:cubicBezTo>
                    <a:cubicBezTo>
                      <a:pt x="3363" y="0"/>
                      <a:pt x="828" y="0"/>
                      <a:pt x="828" y="1956"/>
                    </a:cubicBezTo>
                  </a:path>
                </a:pathLst>
              </a:custGeom>
              <a:solidFill>
                <a:srgbClr val="824F52"/>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4" name="Shape 8814"/>
              <p:cNvSpPr/>
              <p:nvPr/>
            </p:nvSpPr>
            <p:spPr>
              <a:xfrm>
                <a:off x="2358445" y="1153820"/>
                <a:ext cx="186654" cy="186644"/>
              </a:xfrm>
              <a:custGeom>
                <a:avLst/>
                <a:gdLst/>
                <a:ahLst/>
                <a:cxnLst>
                  <a:cxn ang="0">
                    <a:pos x="wd2" y="hd2"/>
                  </a:cxn>
                  <a:cxn ang="5400000">
                    <a:pos x="wd2" y="hd2"/>
                  </a:cxn>
                  <a:cxn ang="10800000">
                    <a:pos x="wd2" y="hd2"/>
                  </a:cxn>
                  <a:cxn ang="16200000">
                    <a:pos x="wd2" y="hd2"/>
                  </a:cxn>
                </a:cxnLst>
                <a:rect l="0" t="0" r="r" b="b"/>
                <a:pathLst>
                  <a:path w="19139" h="19138" fill="norm" stroke="1" extrusionOk="0">
                    <a:moveTo>
                      <a:pt x="734" y="6550"/>
                    </a:moveTo>
                    <a:cubicBezTo>
                      <a:pt x="2689" y="772"/>
                      <a:pt x="8556" y="-1272"/>
                      <a:pt x="14422" y="772"/>
                    </a:cubicBezTo>
                    <a:cubicBezTo>
                      <a:pt x="18334" y="2639"/>
                      <a:pt x="20378" y="8595"/>
                      <a:pt x="18334" y="14372"/>
                    </a:cubicBezTo>
                    <a:cubicBezTo>
                      <a:pt x="16378" y="18372"/>
                      <a:pt x="10600" y="20328"/>
                      <a:pt x="6600" y="18372"/>
                    </a:cubicBezTo>
                    <a:cubicBezTo>
                      <a:pt x="734" y="16328"/>
                      <a:pt x="-1222" y="10550"/>
                      <a:pt x="734" y="6550"/>
                    </a:cubicBezTo>
                  </a:path>
                </a:pathLst>
              </a:custGeom>
              <a:solidFill>
                <a:srgbClr val="3B241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5" name="Shape 8815"/>
              <p:cNvSpPr/>
              <p:nvPr/>
            </p:nvSpPr>
            <p:spPr>
              <a:xfrm>
                <a:off x="1731196" y="1775977"/>
                <a:ext cx="422174" cy="283142"/>
              </a:xfrm>
              <a:custGeom>
                <a:avLst/>
                <a:gdLst/>
                <a:ahLst/>
                <a:cxnLst>
                  <a:cxn ang="0">
                    <a:pos x="wd2" y="hd2"/>
                  </a:cxn>
                  <a:cxn ang="5400000">
                    <a:pos x="wd2" y="hd2"/>
                  </a:cxn>
                  <a:cxn ang="10800000">
                    <a:pos x="wd2" y="hd2"/>
                  </a:cxn>
                  <a:cxn ang="16200000">
                    <a:pos x="wd2" y="hd2"/>
                  </a:cxn>
                </a:cxnLst>
                <a:rect l="0" t="0" r="r" b="b"/>
                <a:pathLst>
                  <a:path w="21600" h="19935" fill="norm" stroke="1" extrusionOk="0">
                    <a:moveTo>
                      <a:pt x="2978" y="0"/>
                    </a:moveTo>
                    <a:cubicBezTo>
                      <a:pt x="21600" y="10800"/>
                      <a:pt x="21600" y="10800"/>
                      <a:pt x="21600" y="10800"/>
                    </a:cubicBezTo>
                    <a:lnTo>
                      <a:pt x="21600" y="12150"/>
                    </a:lnTo>
                    <a:cubicBezTo>
                      <a:pt x="18622" y="18900"/>
                      <a:pt x="12756" y="21600"/>
                      <a:pt x="7867" y="18900"/>
                    </a:cubicBezTo>
                    <a:cubicBezTo>
                      <a:pt x="0" y="14850"/>
                      <a:pt x="0" y="14850"/>
                      <a:pt x="0" y="14850"/>
                    </a:cubicBezTo>
                    <a:cubicBezTo>
                      <a:pt x="978" y="9450"/>
                      <a:pt x="2000" y="4050"/>
                      <a:pt x="2978" y="0"/>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6" name="Shape 8816"/>
              <p:cNvSpPr/>
              <p:nvPr/>
            </p:nvSpPr>
            <p:spPr>
              <a:xfrm>
                <a:off x="2577275" y="1449080"/>
                <a:ext cx="402945" cy="5952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8817"/>
                    </a:moveTo>
                    <a:lnTo>
                      <a:pt x="11337" y="21600"/>
                    </a:lnTo>
                    <a:lnTo>
                      <a:pt x="21600" y="6262"/>
                    </a:lnTo>
                    <a:lnTo>
                      <a:pt x="21600" y="0"/>
                    </a:lnTo>
                    <a:lnTo>
                      <a:pt x="15442" y="4870"/>
                    </a:lnTo>
                    <a:lnTo>
                      <a:pt x="6205" y="15338"/>
                    </a:lnTo>
                    <a:lnTo>
                      <a:pt x="0" y="18817"/>
                    </a:lnTo>
                  </a:path>
                </a:pathLst>
              </a:custGeom>
              <a:solidFill>
                <a:srgbClr val="6E333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7" name="Shape 8817"/>
              <p:cNvSpPr/>
              <p:nvPr/>
            </p:nvSpPr>
            <p:spPr>
              <a:xfrm>
                <a:off x="96719" y="1045269"/>
                <a:ext cx="441401" cy="6913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78" y="0"/>
                    </a:moveTo>
                    <a:lnTo>
                      <a:pt x="0" y="21600"/>
                    </a:lnTo>
                    <a:lnTo>
                      <a:pt x="21600" y="21600"/>
                    </a:lnTo>
                    <a:lnTo>
                      <a:pt x="21600" y="598"/>
                    </a:lnTo>
                    <a:lnTo>
                      <a:pt x="978" y="0"/>
                    </a:ln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8" name="Shape 8818"/>
              <p:cNvSpPr/>
              <p:nvPr/>
            </p:nvSpPr>
            <p:spPr>
              <a:xfrm>
                <a:off x="58261" y="293454"/>
                <a:ext cx="595232" cy="1000925"/>
              </a:xfrm>
              <a:custGeom>
                <a:avLst/>
                <a:gdLst/>
                <a:ahLst/>
                <a:cxnLst>
                  <a:cxn ang="0">
                    <a:pos x="wd2" y="hd2"/>
                  </a:cxn>
                  <a:cxn ang="5400000">
                    <a:pos x="wd2" y="hd2"/>
                  </a:cxn>
                  <a:cxn ang="10800000">
                    <a:pos x="wd2" y="hd2"/>
                  </a:cxn>
                  <a:cxn ang="16200000">
                    <a:pos x="wd2" y="hd2"/>
                  </a:cxn>
                </a:cxnLst>
                <a:rect l="0" t="0" r="r" b="b"/>
                <a:pathLst>
                  <a:path w="21600" h="21232" fill="norm" stroke="1" extrusionOk="0">
                    <a:moveTo>
                      <a:pt x="696" y="5753"/>
                    </a:moveTo>
                    <a:cubicBezTo>
                      <a:pt x="1392" y="2480"/>
                      <a:pt x="6293" y="-368"/>
                      <a:pt x="11859" y="39"/>
                    </a:cubicBezTo>
                    <a:cubicBezTo>
                      <a:pt x="17457" y="39"/>
                      <a:pt x="21600" y="2887"/>
                      <a:pt x="21600" y="6160"/>
                    </a:cubicBezTo>
                    <a:cubicBezTo>
                      <a:pt x="20936" y="15536"/>
                      <a:pt x="20936" y="15536"/>
                      <a:pt x="20936" y="15536"/>
                    </a:cubicBezTo>
                    <a:cubicBezTo>
                      <a:pt x="20240" y="18791"/>
                      <a:pt x="15338" y="21232"/>
                      <a:pt x="9772" y="21232"/>
                    </a:cubicBezTo>
                    <a:cubicBezTo>
                      <a:pt x="4175" y="20825"/>
                      <a:pt x="0" y="18403"/>
                      <a:pt x="0" y="15129"/>
                    </a:cubicBezTo>
                    <a:lnTo>
                      <a:pt x="696" y="5753"/>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19" name="Shape 8819"/>
              <p:cNvSpPr/>
              <p:nvPr/>
            </p:nvSpPr>
            <p:spPr>
              <a:xfrm>
                <a:off x="58261" y="293453"/>
                <a:ext cx="460630" cy="981696"/>
              </a:xfrm>
              <a:custGeom>
                <a:avLst/>
                <a:gdLst/>
                <a:ahLst/>
                <a:cxnLst>
                  <a:cxn ang="0">
                    <a:pos x="wd2" y="hd2"/>
                  </a:cxn>
                  <a:cxn ang="5400000">
                    <a:pos x="wd2" y="hd2"/>
                  </a:cxn>
                  <a:cxn ang="10800000">
                    <a:pos x="wd2" y="hd2"/>
                  </a:cxn>
                  <a:cxn ang="16200000">
                    <a:pos x="wd2" y="hd2"/>
                  </a:cxn>
                </a:cxnLst>
                <a:rect l="0" t="0" r="r" b="b"/>
                <a:pathLst>
                  <a:path w="21600" h="21225" fill="norm" stroke="1" extrusionOk="0">
                    <a:moveTo>
                      <a:pt x="10820" y="21225"/>
                    </a:moveTo>
                    <a:cubicBezTo>
                      <a:pt x="7227" y="20415"/>
                      <a:pt x="4532" y="18322"/>
                      <a:pt x="4532" y="16249"/>
                    </a:cubicBezTo>
                    <a:cubicBezTo>
                      <a:pt x="5390" y="6674"/>
                      <a:pt x="5390" y="6674"/>
                      <a:pt x="5390" y="6674"/>
                    </a:cubicBezTo>
                    <a:cubicBezTo>
                      <a:pt x="6288" y="3357"/>
                      <a:pt x="11719" y="869"/>
                      <a:pt x="18905" y="869"/>
                    </a:cubicBezTo>
                    <a:cubicBezTo>
                      <a:pt x="19803" y="869"/>
                      <a:pt x="20702" y="869"/>
                      <a:pt x="21600" y="869"/>
                    </a:cubicBezTo>
                    <a:cubicBezTo>
                      <a:pt x="19803" y="454"/>
                      <a:pt x="17109" y="40"/>
                      <a:pt x="15312" y="40"/>
                    </a:cubicBezTo>
                    <a:cubicBezTo>
                      <a:pt x="8126" y="-375"/>
                      <a:pt x="1797" y="2528"/>
                      <a:pt x="898" y="5864"/>
                    </a:cubicBezTo>
                    <a:cubicBezTo>
                      <a:pt x="0" y="15420"/>
                      <a:pt x="0" y="15420"/>
                      <a:pt x="0" y="15420"/>
                    </a:cubicBezTo>
                    <a:cubicBezTo>
                      <a:pt x="0" y="18322"/>
                      <a:pt x="4532" y="20829"/>
                      <a:pt x="10820" y="21225"/>
                    </a:cubicBez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0" name="Shape 8820"/>
              <p:cNvSpPr/>
              <p:nvPr/>
            </p:nvSpPr>
            <p:spPr>
              <a:xfrm>
                <a:off x="410968" y="949903"/>
                <a:ext cx="332328" cy="283839"/>
              </a:xfrm>
              <a:custGeom>
                <a:avLst/>
                <a:gdLst/>
                <a:ahLst/>
                <a:cxnLst>
                  <a:cxn ang="0">
                    <a:pos x="wd2" y="hd2"/>
                  </a:cxn>
                  <a:cxn ang="5400000">
                    <a:pos x="wd2" y="hd2"/>
                  </a:cxn>
                  <a:cxn ang="10800000">
                    <a:pos x="wd2" y="hd2"/>
                  </a:cxn>
                  <a:cxn ang="16200000">
                    <a:pos x="wd2" y="hd2"/>
                  </a:cxn>
                </a:cxnLst>
                <a:rect l="0" t="0" r="r" b="b"/>
                <a:pathLst>
                  <a:path w="20791" h="19984" fill="norm" stroke="1" extrusionOk="0">
                    <a:moveTo>
                      <a:pt x="12843" y="1554"/>
                    </a:moveTo>
                    <a:cubicBezTo>
                      <a:pt x="15188" y="-1138"/>
                      <a:pt x="17643" y="208"/>
                      <a:pt x="20043" y="1554"/>
                    </a:cubicBezTo>
                    <a:cubicBezTo>
                      <a:pt x="21188" y="4247"/>
                      <a:pt x="21188" y="8285"/>
                      <a:pt x="18843" y="9631"/>
                    </a:cubicBezTo>
                    <a:cubicBezTo>
                      <a:pt x="8043" y="19055"/>
                      <a:pt x="8043" y="19055"/>
                      <a:pt x="8043" y="19055"/>
                    </a:cubicBezTo>
                    <a:cubicBezTo>
                      <a:pt x="5588" y="20462"/>
                      <a:pt x="3188" y="20462"/>
                      <a:pt x="788" y="17708"/>
                    </a:cubicBezTo>
                    <a:cubicBezTo>
                      <a:pt x="-412" y="15077"/>
                      <a:pt x="-412" y="10978"/>
                      <a:pt x="1988" y="9631"/>
                    </a:cubicBezTo>
                    <a:lnTo>
                      <a:pt x="12843" y="1554"/>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1" name="Shape 8821"/>
              <p:cNvSpPr/>
              <p:nvPr/>
            </p:nvSpPr>
            <p:spPr>
              <a:xfrm>
                <a:off x="0" y="1314478"/>
                <a:ext cx="1978597" cy="2140445"/>
              </a:xfrm>
              <a:custGeom>
                <a:avLst/>
                <a:gdLst/>
                <a:ahLst/>
                <a:cxnLst>
                  <a:cxn ang="0">
                    <a:pos x="wd2" y="hd2"/>
                  </a:cxn>
                  <a:cxn ang="5400000">
                    <a:pos x="wd2" y="hd2"/>
                  </a:cxn>
                  <a:cxn ang="10800000">
                    <a:pos x="wd2" y="hd2"/>
                  </a:cxn>
                  <a:cxn ang="16200000">
                    <a:pos x="wd2" y="hd2"/>
                  </a:cxn>
                </a:cxnLst>
                <a:rect l="0" t="0" r="r" b="b"/>
                <a:pathLst>
                  <a:path w="20213" h="21286" fill="norm" stroke="1" extrusionOk="0">
                    <a:moveTo>
                      <a:pt x="17441" y="15290"/>
                    </a:moveTo>
                    <a:cubicBezTo>
                      <a:pt x="19213" y="15481"/>
                      <a:pt x="20388" y="17015"/>
                      <a:pt x="20192" y="18731"/>
                    </a:cubicBezTo>
                    <a:cubicBezTo>
                      <a:pt x="19800" y="20447"/>
                      <a:pt x="18233" y="21600"/>
                      <a:pt x="16462" y="21210"/>
                    </a:cubicBezTo>
                    <a:cubicBezTo>
                      <a:pt x="6062" y="19684"/>
                      <a:pt x="-1212" y="10133"/>
                      <a:pt x="168" y="0"/>
                    </a:cubicBezTo>
                    <a:cubicBezTo>
                      <a:pt x="6258" y="953"/>
                      <a:pt x="6258" y="953"/>
                      <a:pt x="6258" y="953"/>
                    </a:cubicBezTo>
                    <a:cubicBezTo>
                      <a:pt x="5475" y="7836"/>
                      <a:pt x="10380" y="14146"/>
                      <a:pt x="17441" y="15290"/>
                    </a:cubicBezTo>
                  </a:path>
                </a:pathLst>
              </a:custGeom>
              <a:solidFill>
                <a:srgbClr val="00AA9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2" name="Shape 8822"/>
              <p:cNvSpPr/>
              <p:nvPr/>
            </p:nvSpPr>
            <p:spPr>
              <a:xfrm>
                <a:off x="1423529" y="6333276"/>
                <a:ext cx="1729751" cy="633694"/>
              </a:xfrm>
              <a:prstGeom prst="rect">
                <a:avLst/>
              </a:prstGeom>
              <a:solidFill>
                <a:srgbClr val="3B241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3" name="Shape 8823"/>
              <p:cNvSpPr/>
              <p:nvPr/>
            </p:nvSpPr>
            <p:spPr>
              <a:xfrm>
                <a:off x="1423529" y="2814348"/>
                <a:ext cx="1729751" cy="355651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3151"/>
                    </a:moveTo>
                    <a:cubicBezTo>
                      <a:pt x="0" y="1398"/>
                      <a:pt x="2884" y="0"/>
                      <a:pt x="6246" y="0"/>
                    </a:cubicBezTo>
                    <a:cubicBezTo>
                      <a:pt x="15365" y="0"/>
                      <a:pt x="15365" y="0"/>
                      <a:pt x="15365" y="0"/>
                    </a:cubicBezTo>
                    <a:cubicBezTo>
                      <a:pt x="18967" y="0"/>
                      <a:pt x="21600" y="1398"/>
                      <a:pt x="21600" y="3151"/>
                    </a:cubicBezTo>
                    <a:cubicBezTo>
                      <a:pt x="21600" y="21600"/>
                      <a:pt x="21600" y="21600"/>
                      <a:pt x="21600" y="21600"/>
                    </a:cubicBezTo>
                    <a:cubicBezTo>
                      <a:pt x="0" y="21600"/>
                      <a:pt x="0" y="21600"/>
                      <a:pt x="0" y="21600"/>
                    </a:cubicBezTo>
                    <a:lnTo>
                      <a:pt x="0" y="3151"/>
                    </a:lnTo>
                  </a:path>
                </a:pathLst>
              </a:custGeom>
              <a:solidFill>
                <a:srgbClr val="00AA9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4" name="Shape 8824"/>
              <p:cNvSpPr/>
              <p:nvPr/>
            </p:nvSpPr>
            <p:spPr>
              <a:xfrm>
                <a:off x="2788798" y="3237390"/>
                <a:ext cx="326025" cy="31334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593"/>
                    </a:moveTo>
                    <a:cubicBezTo>
                      <a:pt x="21600" y="21600"/>
                      <a:pt x="21600" y="21600"/>
                      <a:pt x="21600" y="21600"/>
                    </a:cubicBezTo>
                    <a:cubicBezTo>
                      <a:pt x="0" y="21600"/>
                      <a:pt x="0" y="21600"/>
                      <a:pt x="0" y="21600"/>
                    </a:cubicBezTo>
                    <a:cubicBezTo>
                      <a:pt x="0" y="0"/>
                      <a:pt x="0" y="0"/>
                      <a:pt x="0" y="0"/>
                    </a:cubicBezTo>
                    <a:cubicBezTo>
                      <a:pt x="7603" y="397"/>
                      <a:pt x="15206" y="926"/>
                      <a:pt x="21600" y="1593"/>
                    </a:cubicBezTo>
                  </a:path>
                </a:pathLst>
              </a:custGeom>
              <a:solidFill>
                <a:srgbClr val="00C6A8"/>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5" name="Shape 8825"/>
              <p:cNvSpPr/>
              <p:nvPr/>
            </p:nvSpPr>
            <p:spPr>
              <a:xfrm>
                <a:off x="4327127" y="795292"/>
                <a:ext cx="518315" cy="7490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05" y="0"/>
                    </a:moveTo>
                    <a:lnTo>
                      <a:pt x="21600" y="19919"/>
                    </a:lnTo>
                    <a:lnTo>
                      <a:pt x="3993" y="21600"/>
                    </a:lnTo>
                    <a:lnTo>
                      <a:pt x="0" y="1681"/>
                    </a:lnTo>
                    <a:lnTo>
                      <a:pt x="18405" y="0"/>
                    </a:ln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6" name="Shape 8826"/>
              <p:cNvSpPr/>
              <p:nvPr/>
            </p:nvSpPr>
            <p:spPr>
              <a:xfrm>
                <a:off x="4151605" y="3"/>
                <a:ext cx="644297" cy="1065775"/>
              </a:xfrm>
              <a:custGeom>
                <a:avLst/>
                <a:gdLst/>
                <a:ahLst/>
                <a:cxnLst>
                  <a:cxn ang="0">
                    <a:pos x="wd2" y="hd2"/>
                  </a:cxn>
                  <a:cxn ang="5400000">
                    <a:pos x="wd2" y="hd2"/>
                  </a:cxn>
                  <a:cxn ang="10800000">
                    <a:pos x="wd2" y="hd2"/>
                  </a:cxn>
                  <a:cxn ang="16200000">
                    <a:pos x="wd2" y="hd2"/>
                  </a:cxn>
                </a:cxnLst>
                <a:rect l="0" t="0" r="r" b="b"/>
                <a:pathLst>
                  <a:path w="20129" h="20657" fill="norm" stroke="1" extrusionOk="0">
                    <a:moveTo>
                      <a:pt x="17508" y="4978"/>
                    </a:moveTo>
                    <a:cubicBezTo>
                      <a:pt x="16909" y="1634"/>
                      <a:pt x="12087" y="-612"/>
                      <a:pt x="7293" y="148"/>
                    </a:cubicBezTo>
                    <a:cubicBezTo>
                      <a:pt x="2499" y="503"/>
                      <a:pt x="-524" y="3492"/>
                      <a:pt x="75" y="6464"/>
                    </a:cubicBezTo>
                    <a:cubicBezTo>
                      <a:pt x="3071" y="15770"/>
                      <a:pt x="3071" y="15770"/>
                      <a:pt x="3071" y="15770"/>
                    </a:cubicBezTo>
                    <a:cubicBezTo>
                      <a:pt x="3671" y="18759"/>
                      <a:pt x="7893" y="20988"/>
                      <a:pt x="12687" y="20616"/>
                    </a:cubicBezTo>
                    <a:cubicBezTo>
                      <a:pt x="17508" y="19873"/>
                      <a:pt x="21076" y="17256"/>
                      <a:pt x="19905" y="13912"/>
                    </a:cubicBezTo>
                    <a:lnTo>
                      <a:pt x="17508" y="4978"/>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7" name="Shape 8827"/>
              <p:cNvSpPr/>
              <p:nvPr/>
            </p:nvSpPr>
            <p:spPr>
              <a:xfrm>
                <a:off x="4246364" y="0"/>
                <a:ext cx="540544" cy="1044399"/>
              </a:xfrm>
              <a:custGeom>
                <a:avLst/>
                <a:gdLst/>
                <a:ahLst/>
                <a:cxnLst>
                  <a:cxn ang="0">
                    <a:pos x="wd2" y="hd2"/>
                  </a:cxn>
                  <a:cxn ang="5400000">
                    <a:pos x="wd2" y="hd2"/>
                  </a:cxn>
                  <a:cxn ang="10800000">
                    <a:pos x="wd2" y="hd2"/>
                  </a:cxn>
                  <a:cxn ang="16200000">
                    <a:pos x="wd2" y="hd2"/>
                  </a:cxn>
                </a:cxnLst>
                <a:rect l="0" t="0" r="r" b="b"/>
                <a:pathLst>
                  <a:path w="20970" h="20966" fill="norm" stroke="1" extrusionOk="0">
                    <a:moveTo>
                      <a:pt x="14141" y="20966"/>
                    </a:moveTo>
                    <a:cubicBezTo>
                      <a:pt x="17145" y="19794"/>
                      <a:pt x="18596" y="17503"/>
                      <a:pt x="17888" y="15579"/>
                    </a:cubicBezTo>
                    <a:cubicBezTo>
                      <a:pt x="14884" y="5925"/>
                      <a:pt x="14884" y="5925"/>
                      <a:pt x="14884" y="5925"/>
                    </a:cubicBezTo>
                    <a:cubicBezTo>
                      <a:pt x="13399" y="2829"/>
                      <a:pt x="8201" y="520"/>
                      <a:pt x="2227" y="1307"/>
                    </a:cubicBezTo>
                    <a:cubicBezTo>
                      <a:pt x="1519" y="1307"/>
                      <a:pt x="742" y="1307"/>
                      <a:pt x="0" y="1307"/>
                    </a:cubicBezTo>
                    <a:cubicBezTo>
                      <a:pt x="1519" y="520"/>
                      <a:pt x="3712" y="153"/>
                      <a:pt x="5231" y="153"/>
                    </a:cubicBezTo>
                    <a:cubicBezTo>
                      <a:pt x="11171" y="-634"/>
                      <a:pt x="17145" y="1692"/>
                      <a:pt x="17888" y="5155"/>
                    </a:cubicBezTo>
                    <a:cubicBezTo>
                      <a:pt x="20858" y="14407"/>
                      <a:pt x="20858" y="14407"/>
                      <a:pt x="20858" y="14407"/>
                    </a:cubicBezTo>
                    <a:cubicBezTo>
                      <a:pt x="21600" y="17503"/>
                      <a:pt x="18596" y="20196"/>
                      <a:pt x="14141" y="20966"/>
                    </a:cubicBez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8" name="Shape 8828"/>
              <p:cNvSpPr/>
              <p:nvPr/>
            </p:nvSpPr>
            <p:spPr>
              <a:xfrm>
                <a:off x="4127238" y="755199"/>
                <a:ext cx="341624" cy="258360"/>
              </a:xfrm>
              <a:custGeom>
                <a:avLst/>
                <a:gdLst/>
                <a:ahLst/>
                <a:cxnLst>
                  <a:cxn ang="0">
                    <a:pos x="wd2" y="hd2"/>
                  </a:cxn>
                  <a:cxn ang="5400000">
                    <a:pos x="wd2" y="hd2"/>
                  </a:cxn>
                  <a:cxn ang="10800000">
                    <a:pos x="wd2" y="hd2"/>
                  </a:cxn>
                  <a:cxn ang="16200000">
                    <a:pos x="wd2" y="hd2"/>
                  </a:cxn>
                </a:cxnLst>
                <a:rect l="0" t="0" r="r" b="b"/>
                <a:pathLst>
                  <a:path w="20245" h="19406" fill="norm" stroke="1" extrusionOk="0">
                    <a:moveTo>
                      <a:pt x="7250" y="1616"/>
                    </a:moveTo>
                    <a:cubicBezTo>
                      <a:pt x="4982" y="-1321"/>
                      <a:pt x="1579" y="115"/>
                      <a:pt x="445" y="2986"/>
                    </a:cubicBezTo>
                    <a:cubicBezTo>
                      <a:pt x="-689" y="5857"/>
                      <a:pt x="445" y="8794"/>
                      <a:pt x="2713" y="11600"/>
                    </a:cubicBezTo>
                    <a:cubicBezTo>
                      <a:pt x="14055" y="18843"/>
                      <a:pt x="14055" y="18843"/>
                      <a:pt x="14055" y="18843"/>
                    </a:cubicBezTo>
                    <a:cubicBezTo>
                      <a:pt x="15240" y="20279"/>
                      <a:pt x="18591" y="18843"/>
                      <a:pt x="19777" y="15972"/>
                    </a:cubicBezTo>
                    <a:cubicBezTo>
                      <a:pt x="20911" y="13101"/>
                      <a:pt x="19777" y="10164"/>
                      <a:pt x="18591" y="8794"/>
                    </a:cubicBezTo>
                    <a:lnTo>
                      <a:pt x="7250" y="1616"/>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29" name="Shape 8829"/>
              <p:cNvSpPr/>
              <p:nvPr/>
            </p:nvSpPr>
            <p:spPr>
              <a:xfrm>
                <a:off x="2652329" y="1122186"/>
                <a:ext cx="2269493" cy="2408792"/>
              </a:xfrm>
              <a:custGeom>
                <a:avLst/>
                <a:gdLst/>
                <a:ahLst/>
                <a:cxnLst>
                  <a:cxn ang="0">
                    <a:pos x="wd2" y="hd2"/>
                  </a:cxn>
                  <a:cxn ang="5400000">
                    <a:pos x="wd2" y="hd2"/>
                  </a:cxn>
                  <a:cxn ang="10800000">
                    <a:pos x="wd2" y="hd2"/>
                  </a:cxn>
                  <a:cxn ang="16200000">
                    <a:pos x="wd2" y="hd2"/>
                  </a:cxn>
                </a:cxnLst>
                <a:rect l="0" t="0" r="r" b="b"/>
                <a:pathLst>
                  <a:path w="20240" h="21313" fill="norm" stroke="1" extrusionOk="0">
                    <a:moveTo>
                      <a:pt x="16" y="18707"/>
                    </a:moveTo>
                    <a:cubicBezTo>
                      <a:pt x="358" y="20404"/>
                      <a:pt x="1898" y="21600"/>
                      <a:pt x="3610" y="21253"/>
                    </a:cubicBezTo>
                    <a:cubicBezTo>
                      <a:pt x="14079" y="19895"/>
                      <a:pt x="21445" y="10376"/>
                      <a:pt x="20076" y="0"/>
                    </a:cubicBezTo>
                    <a:cubicBezTo>
                      <a:pt x="13900" y="170"/>
                      <a:pt x="13900" y="170"/>
                      <a:pt x="13900" y="170"/>
                    </a:cubicBezTo>
                    <a:cubicBezTo>
                      <a:pt x="13900" y="347"/>
                      <a:pt x="13900" y="347"/>
                      <a:pt x="13900" y="509"/>
                    </a:cubicBezTo>
                    <a:cubicBezTo>
                      <a:pt x="14935" y="7653"/>
                      <a:pt x="9957" y="14287"/>
                      <a:pt x="2754" y="15305"/>
                    </a:cubicBezTo>
                    <a:cubicBezTo>
                      <a:pt x="1043" y="15475"/>
                      <a:pt x="-155" y="17002"/>
                      <a:pt x="16" y="18707"/>
                    </a:cubicBezTo>
                  </a:path>
                </a:pathLst>
              </a:custGeom>
              <a:solidFill>
                <a:srgbClr val="00AA90"/>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834" name="Group 8834"/>
            <p:cNvGrpSpPr/>
            <p:nvPr/>
          </p:nvGrpSpPr>
          <p:grpSpPr>
            <a:xfrm>
              <a:off x="-1" y="326897"/>
              <a:ext cx="2518145" cy="2267213"/>
              <a:chOff x="0" y="0"/>
              <a:chExt cx="2518143" cy="2267212"/>
            </a:xfrm>
          </p:grpSpPr>
          <p:sp>
            <p:nvSpPr>
              <p:cNvPr id="8831" name="Shape 8831"/>
              <p:cNvSpPr/>
              <p:nvPr/>
            </p:nvSpPr>
            <p:spPr>
              <a:xfrm>
                <a:off x="0" y="0"/>
                <a:ext cx="2383540" cy="20951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19" y="0"/>
                    </a:moveTo>
                    <a:cubicBezTo>
                      <a:pt x="17245" y="0"/>
                      <a:pt x="17063" y="0"/>
                      <a:pt x="16897" y="0"/>
                    </a:cubicBezTo>
                    <a:cubicBezTo>
                      <a:pt x="8006" y="3173"/>
                      <a:pt x="8006" y="3173"/>
                      <a:pt x="8006" y="3173"/>
                    </a:cubicBezTo>
                    <a:cubicBezTo>
                      <a:pt x="7840" y="2778"/>
                      <a:pt x="7840" y="2778"/>
                      <a:pt x="7840" y="2778"/>
                    </a:cubicBezTo>
                    <a:cubicBezTo>
                      <a:pt x="7840" y="2580"/>
                      <a:pt x="7658" y="2382"/>
                      <a:pt x="7658" y="2382"/>
                    </a:cubicBezTo>
                    <a:cubicBezTo>
                      <a:pt x="7485" y="2382"/>
                      <a:pt x="7311" y="2382"/>
                      <a:pt x="6971" y="2382"/>
                    </a:cubicBezTo>
                    <a:cubicBezTo>
                      <a:pt x="522" y="4764"/>
                      <a:pt x="522" y="4764"/>
                      <a:pt x="522" y="4764"/>
                    </a:cubicBezTo>
                    <a:cubicBezTo>
                      <a:pt x="340" y="4764"/>
                      <a:pt x="166" y="4953"/>
                      <a:pt x="0" y="5160"/>
                    </a:cubicBezTo>
                    <a:cubicBezTo>
                      <a:pt x="0" y="5160"/>
                      <a:pt x="0" y="5348"/>
                      <a:pt x="0" y="5555"/>
                    </a:cubicBezTo>
                    <a:cubicBezTo>
                      <a:pt x="340" y="6544"/>
                      <a:pt x="340" y="6544"/>
                      <a:pt x="340" y="6544"/>
                    </a:cubicBezTo>
                    <a:cubicBezTo>
                      <a:pt x="1035" y="9519"/>
                      <a:pt x="1035" y="9519"/>
                      <a:pt x="1035" y="9519"/>
                    </a:cubicBezTo>
                    <a:cubicBezTo>
                      <a:pt x="1217" y="10112"/>
                      <a:pt x="1217" y="10112"/>
                      <a:pt x="1217" y="10112"/>
                    </a:cubicBezTo>
                    <a:cubicBezTo>
                      <a:pt x="2434" y="14274"/>
                      <a:pt x="2434" y="14274"/>
                      <a:pt x="2434" y="14274"/>
                    </a:cubicBezTo>
                    <a:cubicBezTo>
                      <a:pt x="4355" y="21204"/>
                      <a:pt x="4355" y="21204"/>
                      <a:pt x="4355" y="21204"/>
                    </a:cubicBezTo>
                    <a:cubicBezTo>
                      <a:pt x="4355" y="21411"/>
                      <a:pt x="4355" y="21411"/>
                      <a:pt x="4521" y="21600"/>
                    </a:cubicBezTo>
                    <a:cubicBezTo>
                      <a:pt x="4703" y="21600"/>
                      <a:pt x="4876" y="21600"/>
                      <a:pt x="5050" y="21600"/>
                    </a:cubicBezTo>
                    <a:cubicBezTo>
                      <a:pt x="21252" y="15856"/>
                      <a:pt x="21252" y="15856"/>
                      <a:pt x="21252" y="15856"/>
                    </a:cubicBezTo>
                    <a:cubicBezTo>
                      <a:pt x="21426" y="15856"/>
                      <a:pt x="21600" y="15649"/>
                      <a:pt x="21600" y="15461"/>
                    </a:cubicBezTo>
                    <a:cubicBezTo>
                      <a:pt x="21600" y="15461"/>
                      <a:pt x="21600" y="15263"/>
                      <a:pt x="21600" y="15065"/>
                    </a:cubicBezTo>
                    <a:cubicBezTo>
                      <a:pt x="19679" y="8126"/>
                      <a:pt x="19679" y="8126"/>
                      <a:pt x="19679" y="8126"/>
                    </a:cubicBezTo>
                    <a:cubicBezTo>
                      <a:pt x="17593" y="396"/>
                      <a:pt x="17593" y="396"/>
                      <a:pt x="17593" y="396"/>
                    </a:cubicBezTo>
                    <a:cubicBezTo>
                      <a:pt x="17593" y="207"/>
                      <a:pt x="17419" y="207"/>
                      <a:pt x="17419" y="0"/>
                    </a:cubicBezTo>
                  </a:path>
                </a:pathLst>
              </a:custGeom>
              <a:solidFill>
                <a:srgbClr val="F7964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32" name="Shape 8832"/>
              <p:cNvSpPr/>
              <p:nvPr/>
            </p:nvSpPr>
            <p:spPr>
              <a:xfrm>
                <a:off x="153833" y="157677"/>
                <a:ext cx="2133561" cy="18258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97" y="14998"/>
                    </a:moveTo>
                    <a:cubicBezTo>
                      <a:pt x="21600" y="14998"/>
                      <a:pt x="21600" y="14782"/>
                      <a:pt x="21600" y="14782"/>
                    </a:cubicBezTo>
                    <a:cubicBezTo>
                      <a:pt x="19649" y="7953"/>
                      <a:pt x="19649" y="7953"/>
                      <a:pt x="19649" y="7953"/>
                    </a:cubicBezTo>
                    <a:cubicBezTo>
                      <a:pt x="17707" y="444"/>
                      <a:pt x="17707" y="444"/>
                      <a:pt x="17707" y="444"/>
                    </a:cubicBezTo>
                    <a:cubicBezTo>
                      <a:pt x="17707" y="227"/>
                      <a:pt x="17504" y="0"/>
                      <a:pt x="17504" y="0"/>
                    </a:cubicBezTo>
                    <a:cubicBezTo>
                      <a:pt x="17319" y="0"/>
                      <a:pt x="17125" y="0"/>
                      <a:pt x="16930" y="0"/>
                    </a:cubicBezTo>
                    <a:cubicBezTo>
                      <a:pt x="388" y="5911"/>
                      <a:pt x="388" y="5911"/>
                      <a:pt x="388" y="5911"/>
                    </a:cubicBezTo>
                    <a:cubicBezTo>
                      <a:pt x="194" y="5911"/>
                      <a:pt x="0" y="6127"/>
                      <a:pt x="0" y="6364"/>
                    </a:cubicBezTo>
                    <a:cubicBezTo>
                      <a:pt x="0" y="6364"/>
                      <a:pt x="0" y="6591"/>
                      <a:pt x="0" y="6818"/>
                    </a:cubicBezTo>
                    <a:cubicBezTo>
                      <a:pt x="1942" y="14317"/>
                      <a:pt x="1942" y="14317"/>
                      <a:pt x="1942" y="14317"/>
                    </a:cubicBezTo>
                    <a:cubicBezTo>
                      <a:pt x="3699" y="21146"/>
                      <a:pt x="3699" y="21146"/>
                      <a:pt x="3699" y="21146"/>
                    </a:cubicBezTo>
                    <a:cubicBezTo>
                      <a:pt x="3893" y="21373"/>
                      <a:pt x="3893" y="21373"/>
                      <a:pt x="4087" y="21373"/>
                    </a:cubicBezTo>
                    <a:cubicBezTo>
                      <a:pt x="4087" y="21600"/>
                      <a:pt x="4281" y="21600"/>
                      <a:pt x="4670" y="21600"/>
                    </a:cubicBezTo>
                    <a:cubicBezTo>
                      <a:pt x="21017" y="15462"/>
                      <a:pt x="21017" y="15462"/>
                      <a:pt x="21017" y="15462"/>
                    </a:cubicBezTo>
                    <a:cubicBezTo>
                      <a:pt x="21212" y="15462"/>
                      <a:pt x="21397" y="15225"/>
                      <a:pt x="21397" y="14998"/>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33" name="Shape 8833"/>
              <p:cNvSpPr/>
              <p:nvPr/>
            </p:nvSpPr>
            <p:spPr>
              <a:xfrm>
                <a:off x="19227" y="80760"/>
                <a:ext cx="2498917" cy="2186453"/>
              </a:xfrm>
              <a:custGeom>
                <a:avLst/>
                <a:gdLst/>
                <a:ahLst/>
                <a:cxnLst>
                  <a:cxn ang="0">
                    <a:pos x="wd2" y="hd2"/>
                  </a:cxn>
                  <a:cxn ang="5400000">
                    <a:pos x="wd2" y="hd2"/>
                  </a:cxn>
                  <a:cxn ang="10800000">
                    <a:pos x="wd2" y="hd2"/>
                  </a:cxn>
                  <a:cxn ang="16200000">
                    <a:pos x="wd2" y="hd2"/>
                  </a:cxn>
                </a:cxnLst>
                <a:rect l="0" t="0" r="r" b="b"/>
                <a:pathLst>
                  <a:path w="21600" h="21553" fill="norm" stroke="1" extrusionOk="0">
                    <a:moveTo>
                      <a:pt x="17275" y="0"/>
                    </a:moveTo>
                    <a:cubicBezTo>
                      <a:pt x="17110" y="0"/>
                      <a:pt x="16944" y="0"/>
                      <a:pt x="16778" y="0"/>
                    </a:cubicBezTo>
                    <a:cubicBezTo>
                      <a:pt x="10638" y="2269"/>
                      <a:pt x="10638" y="2269"/>
                      <a:pt x="10638" y="2269"/>
                    </a:cubicBezTo>
                    <a:cubicBezTo>
                      <a:pt x="10465" y="2269"/>
                      <a:pt x="10299" y="2458"/>
                      <a:pt x="10133" y="2647"/>
                    </a:cubicBezTo>
                    <a:cubicBezTo>
                      <a:pt x="10133" y="2647"/>
                      <a:pt x="10133" y="2836"/>
                      <a:pt x="10133" y="3026"/>
                    </a:cubicBezTo>
                    <a:cubicBezTo>
                      <a:pt x="10299" y="3791"/>
                      <a:pt x="10299" y="3791"/>
                      <a:pt x="10299" y="3791"/>
                    </a:cubicBezTo>
                    <a:cubicBezTo>
                      <a:pt x="505" y="7194"/>
                      <a:pt x="505" y="7194"/>
                      <a:pt x="505" y="7194"/>
                    </a:cubicBezTo>
                    <a:cubicBezTo>
                      <a:pt x="339" y="7383"/>
                      <a:pt x="166" y="7383"/>
                      <a:pt x="166" y="7581"/>
                    </a:cubicBezTo>
                    <a:cubicBezTo>
                      <a:pt x="0" y="7762"/>
                      <a:pt x="0" y="7951"/>
                      <a:pt x="0" y="7951"/>
                    </a:cubicBezTo>
                    <a:cubicBezTo>
                      <a:pt x="1997" y="14964"/>
                      <a:pt x="1997" y="14964"/>
                      <a:pt x="1997" y="14964"/>
                    </a:cubicBezTo>
                    <a:cubicBezTo>
                      <a:pt x="3662" y="21213"/>
                      <a:pt x="3662" y="21213"/>
                      <a:pt x="3662" y="21213"/>
                    </a:cubicBezTo>
                    <a:cubicBezTo>
                      <a:pt x="3662" y="21213"/>
                      <a:pt x="3662" y="21411"/>
                      <a:pt x="3820" y="21411"/>
                    </a:cubicBezTo>
                    <a:cubicBezTo>
                      <a:pt x="3993" y="21600"/>
                      <a:pt x="4151" y="21600"/>
                      <a:pt x="4490" y="21411"/>
                    </a:cubicBezTo>
                    <a:cubicBezTo>
                      <a:pt x="21095" y="15532"/>
                      <a:pt x="21095" y="15532"/>
                      <a:pt x="21095" y="15532"/>
                    </a:cubicBezTo>
                    <a:cubicBezTo>
                      <a:pt x="21261" y="15532"/>
                      <a:pt x="21427" y="15343"/>
                      <a:pt x="21600" y="15154"/>
                    </a:cubicBezTo>
                    <a:cubicBezTo>
                      <a:pt x="21600" y="15154"/>
                      <a:pt x="21600" y="14964"/>
                      <a:pt x="21600" y="14775"/>
                    </a:cubicBezTo>
                    <a:cubicBezTo>
                      <a:pt x="19935" y="8707"/>
                      <a:pt x="19935" y="8707"/>
                      <a:pt x="19935" y="8707"/>
                    </a:cubicBezTo>
                    <a:cubicBezTo>
                      <a:pt x="18767" y="4736"/>
                      <a:pt x="18767" y="4736"/>
                      <a:pt x="18767" y="4736"/>
                    </a:cubicBezTo>
                    <a:cubicBezTo>
                      <a:pt x="18601" y="4169"/>
                      <a:pt x="18601" y="4169"/>
                      <a:pt x="18601" y="4169"/>
                    </a:cubicBezTo>
                    <a:cubicBezTo>
                      <a:pt x="17938" y="1702"/>
                      <a:pt x="17938" y="1702"/>
                      <a:pt x="17938" y="1702"/>
                    </a:cubicBezTo>
                    <a:cubicBezTo>
                      <a:pt x="17615" y="378"/>
                      <a:pt x="17615" y="378"/>
                      <a:pt x="17615" y="378"/>
                    </a:cubicBezTo>
                    <a:cubicBezTo>
                      <a:pt x="17615" y="181"/>
                      <a:pt x="17441" y="0"/>
                      <a:pt x="17275" y="0"/>
                    </a:cubicBezTo>
                  </a:path>
                </a:pathLst>
              </a:custGeom>
              <a:solidFill>
                <a:srgbClr val="FCE36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837" name="Group 8837"/>
            <p:cNvGrpSpPr/>
            <p:nvPr/>
          </p:nvGrpSpPr>
          <p:grpSpPr>
            <a:xfrm>
              <a:off x="1723472" y="1975417"/>
              <a:ext cx="217801" cy="358034"/>
              <a:chOff x="0" y="0"/>
              <a:chExt cx="217799" cy="358033"/>
            </a:xfrm>
          </p:grpSpPr>
          <p:sp>
            <p:nvSpPr>
              <p:cNvPr id="8835" name="Shape 8835"/>
              <p:cNvSpPr/>
              <p:nvPr/>
            </p:nvSpPr>
            <p:spPr>
              <a:xfrm>
                <a:off x="8" y="3"/>
                <a:ext cx="217792" cy="358031"/>
              </a:xfrm>
              <a:custGeom>
                <a:avLst/>
                <a:gdLst/>
                <a:ahLst/>
                <a:cxnLst>
                  <a:cxn ang="0">
                    <a:pos x="wd2" y="hd2"/>
                  </a:cxn>
                  <a:cxn ang="5400000">
                    <a:pos x="wd2" y="hd2"/>
                  </a:cxn>
                  <a:cxn ang="10800000">
                    <a:pos x="wd2" y="hd2"/>
                  </a:cxn>
                  <a:cxn ang="16200000">
                    <a:pos x="wd2" y="hd2"/>
                  </a:cxn>
                </a:cxnLst>
                <a:rect l="0" t="0" r="r" b="b"/>
                <a:pathLst>
                  <a:path w="20464" h="20154" fill="norm" stroke="1" extrusionOk="0">
                    <a:moveTo>
                      <a:pt x="6037" y="3519"/>
                    </a:moveTo>
                    <a:cubicBezTo>
                      <a:pt x="7830" y="1364"/>
                      <a:pt x="11498" y="-791"/>
                      <a:pt x="15003" y="287"/>
                    </a:cubicBezTo>
                    <a:cubicBezTo>
                      <a:pt x="18671" y="1364"/>
                      <a:pt x="20464" y="3519"/>
                      <a:pt x="20464" y="5674"/>
                    </a:cubicBezTo>
                    <a:cubicBezTo>
                      <a:pt x="15003" y="17576"/>
                      <a:pt x="15003" y="17576"/>
                      <a:pt x="15003" y="17576"/>
                    </a:cubicBezTo>
                    <a:cubicBezTo>
                      <a:pt x="13291" y="19731"/>
                      <a:pt x="9705" y="20809"/>
                      <a:pt x="4325" y="19731"/>
                    </a:cubicBezTo>
                    <a:cubicBezTo>
                      <a:pt x="739" y="19731"/>
                      <a:pt x="-1136" y="17576"/>
                      <a:pt x="739" y="14295"/>
                    </a:cubicBezTo>
                    <a:lnTo>
                      <a:pt x="6037" y="3519"/>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36" name="Shape 8836"/>
              <p:cNvSpPr/>
              <p:nvPr/>
            </p:nvSpPr>
            <p:spPr>
              <a:xfrm>
                <a:off x="0" y="0"/>
                <a:ext cx="198573" cy="350438"/>
              </a:xfrm>
              <a:custGeom>
                <a:avLst/>
                <a:gdLst/>
                <a:ahLst/>
                <a:cxnLst>
                  <a:cxn ang="0">
                    <a:pos x="wd2" y="hd2"/>
                  </a:cxn>
                  <a:cxn ang="5400000">
                    <a:pos x="wd2" y="hd2"/>
                  </a:cxn>
                  <a:cxn ang="10800000">
                    <a:pos x="wd2" y="hd2"/>
                  </a:cxn>
                  <a:cxn ang="16200000">
                    <a:pos x="wd2" y="hd2"/>
                  </a:cxn>
                </a:cxnLst>
                <a:rect l="0" t="0" r="r" b="b"/>
                <a:pathLst>
                  <a:path w="20361" h="20768" fill="norm" stroke="1" extrusionOk="0">
                    <a:moveTo>
                      <a:pt x="4717" y="20768"/>
                    </a:moveTo>
                    <a:cubicBezTo>
                      <a:pt x="2761" y="19634"/>
                      <a:pt x="2761" y="18500"/>
                      <a:pt x="2761" y="16231"/>
                    </a:cubicBezTo>
                    <a:cubicBezTo>
                      <a:pt x="8539" y="4839"/>
                      <a:pt x="8539" y="4839"/>
                      <a:pt x="8539" y="4839"/>
                    </a:cubicBezTo>
                    <a:cubicBezTo>
                      <a:pt x="10583" y="2622"/>
                      <a:pt x="14494" y="302"/>
                      <a:pt x="18405" y="1436"/>
                    </a:cubicBezTo>
                    <a:lnTo>
                      <a:pt x="20361" y="1436"/>
                    </a:lnTo>
                    <a:cubicBezTo>
                      <a:pt x="18405" y="1436"/>
                      <a:pt x="18405" y="302"/>
                      <a:pt x="16361" y="302"/>
                    </a:cubicBezTo>
                    <a:cubicBezTo>
                      <a:pt x="12539" y="-832"/>
                      <a:pt x="8539" y="1436"/>
                      <a:pt x="6583" y="3705"/>
                    </a:cubicBezTo>
                    <a:cubicBezTo>
                      <a:pt x="805" y="15046"/>
                      <a:pt x="805" y="15046"/>
                      <a:pt x="805" y="15046"/>
                    </a:cubicBezTo>
                    <a:cubicBezTo>
                      <a:pt x="-1239" y="17366"/>
                      <a:pt x="805" y="19634"/>
                      <a:pt x="4717" y="20768"/>
                    </a:cubicBez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841" name="Group 8841"/>
            <p:cNvGrpSpPr/>
            <p:nvPr/>
          </p:nvGrpSpPr>
          <p:grpSpPr>
            <a:xfrm>
              <a:off x="4557301" y="0"/>
              <a:ext cx="2556605" cy="2378745"/>
              <a:chOff x="0" y="0"/>
              <a:chExt cx="2556603" cy="2378744"/>
            </a:xfrm>
          </p:grpSpPr>
          <p:sp>
            <p:nvSpPr>
              <p:cNvPr id="8838" name="Shape 8838"/>
              <p:cNvSpPr/>
              <p:nvPr/>
            </p:nvSpPr>
            <p:spPr>
              <a:xfrm>
                <a:off x="134605" y="0"/>
                <a:ext cx="2383541" cy="22104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18" y="6763"/>
                    </a:moveTo>
                    <a:cubicBezTo>
                      <a:pt x="21418" y="6575"/>
                      <a:pt x="21244" y="6575"/>
                      <a:pt x="21071" y="6388"/>
                    </a:cubicBezTo>
                    <a:cubicBezTo>
                      <a:pt x="12190" y="3390"/>
                      <a:pt x="12190" y="3390"/>
                      <a:pt x="12190" y="3390"/>
                    </a:cubicBezTo>
                    <a:cubicBezTo>
                      <a:pt x="12356" y="3007"/>
                      <a:pt x="12356" y="3007"/>
                      <a:pt x="12356" y="3007"/>
                    </a:cubicBezTo>
                    <a:cubicBezTo>
                      <a:pt x="12356" y="2819"/>
                      <a:pt x="12356" y="2632"/>
                      <a:pt x="12190" y="2632"/>
                    </a:cubicBezTo>
                    <a:cubicBezTo>
                      <a:pt x="12190" y="2444"/>
                      <a:pt x="12017" y="2257"/>
                      <a:pt x="11843" y="2257"/>
                    </a:cubicBezTo>
                    <a:cubicBezTo>
                      <a:pt x="5222" y="0"/>
                      <a:pt x="5222" y="0"/>
                      <a:pt x="5222" y="0"/>
                    </a:cubicBezTo>
                    <a:cubicBezTo>
                      <a:pt x="5048" y="0"/>
                      <a:pt x="4875" y="0"/>
                      <a:pt x="4701" y="0"/>
                    </a:cubicBezTo>
                    <a:cubicBezTo>
                      <a:pt x="4519" y="0"/>
                      <a:pt x="4353" y="196"/>
                      <a:pt x="4353" y="196"/>
                    </a:cubicBezTo>
                    <a:cubicBezTo>
                      <a:pt x="4006" y="1320"/>
                      <a:pt x="4006" y="1320"/>
                      <a:pt x="4006" y="1320"/>
                    </a:cubicBezTo>
                    <a:cubicBezTo>
                      <a:pt x="3310" y="4131"/>
                      <a:pt x="3310" y="4131"/>
                      <a:pt x="3310" y="4131"/>
                    </a:cubicBezTo>
                    <a:cubicBezTo>
                      <a:pt x="3137" y="4702"/>
                      <a:pt x="3137" y="4702"/>
                      <a:pt x="3137" y="4702"/>
                    </a:cubicBezTo>
                    <a:cubicBezTo>
                      <a:pt x="1912" y="8645"/>
                      <a:pt x="1912" y="8645"/>
                      <a:pt x="1912" y="8645"/>
                    </a:cubicBezTo>
                    <a:cubicBezTo>
                      <a:pt x="0" y="15212"/>
                      <a:pt x="0" y="15212"/>
                      <a:pt x="0" y="15212"/>
                    </a:cubicBezTo>
                    <a:cubicBezTo>
                      <a:pt x="0" y="15399"/>
                      <a:pt x="0" y="15587"/>
                      <a:pt x="0" y="15587"/>
                    </a:cubicBezTo>
                    <a:cubicBezTo>
                      <a:pt x="0" y="15774"/>
                      <a:pt x="166" y="15970"/>
                      <a:pt x="348" y="15970"/>
                    </a:cubicBezTo>
                    <a:cubicBezTo>
                      <a:pt x="16552" y="21600"/>
                      <a:pt x="16552" y="21600"/>
                      <a:pt x="16552" y="21600"/>
                    </a:cubicBezTo>
                    <a:cubicBezTo>
                      <a:pt x="16717" y="21600"/>
                      <a:pt x="17065" y="21600"/>
                      <a:pt x="17247" y="21600"/>
                    </a:cubicBezTo>
                    <a:cubicBezTo>
                      <a:pt x="17247" y="21413"/>
                      <a:pt x="17421" y="21413"/>
                      <a:pt x="17421" y="21225"/>
                    </a:cubicBezTo>
                    <a:cubicBezTo>
                      <a:pt x="19333" y="14650"/>
                      <a:pt x="19333" y="14650"/>
                      <a:pt x="19333" y="14650"/>
                    </a:cubicBezTo>
                    <a:cubicBezTo>
                      <a:pt x="21600" y="7138"/>
                      <a:pt x="21600" y="7138"/>
                      <a:pt x="21600" y="7138"/>
                    </a:cubicBezTo>
                    <a:cubicBezTo>
                      <a:pt x="21600" y="7138"/>
                      <a:pt x="21600" y="6950"/>
                      <a:pt x="21418" y="6763"/>
                    </a:cubicBezTo>
                  </a:path>
                </a:pathLst>
              </a:custGeom>
              <a:solidFill>
                <a:srgbClr val="F7964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39" name="Shape 8839"/>
              <p:cNvSpPr/>
              <p:nvPr/>
            </p:nvSpPr>
            <p:spPr>
              <a:xfrm>
                <a:off x="230749" y="241402"/>
                <a:ext cx="2161365" cy="1853703"/>
              </a:xfrm>
              <a:custGeom>
                <a:avLst/>
                <a:gdLst/>
                <a:ahLst/>
                <a:cxnLst>
                  <a:cxn ang="0">
                    <a:pos x="wd2" y="hd2"/>
                  </a:cxn>
                  <a:cxn ang="5400000">
                    <a:pos x="wd2" y="hd2"/>
                  </a:cxn>
                  <a:cxn ang="10800000">
                    <a:pos x="wd2" y="hd2"/>
                  </a:cxn>
                  <a:cxn ang="16200000">
                    <a:pos x="wd2" y="hd2"/>
                  </a:cxn>
                </a:cxnLst>
                <a:rect l="0" t="0" r="r" b="b"/>
                <a:pathLst>
                  <a:path w="21494" h="21477" fill="norm" stroke="1" extrusionOk="0">
                    <a:moveTo>
                      <a:pt x="17394" y="21245"/>
                    </a:moveTo>
                    <a:cubicBezTo>
                      <a:pt x="17585" y="21245"/>
                      <a:pt x="17585" y="21245"/>
                      <a:pt x="17585" y="21023"/>
                    </a:cubicBezTo>
                    <a:cubicBezTo>
                      <a:pt x="19502" y="14348"/>
                      <a:pt x="19502" y="14348"/>
                      <a:pt x="19502" y="14348"/>
                    </a:cubicBezTo>
                    <a:cubicBezTo>
                      <a:pt x="21409" y="6784"/>
                      <a:pt x="21409" y="6784"/>
                      <a:pt x="21409" y="6784"/>
                    </a:cubicBezTo>
                    <a:cubicBezTo>
                      <a:pt x="21600" y="6784"/>
                      <a:pt x="21409" y="6552"/>
                      <a:pt x="21409" y="6340"/>
                    </a:cubicBezTo>
                    <a:cubicBezTo>
                      <a:pt x="21218" y="6340"/>
                      <a:pt x="21218" y="6108"/>
                      <a:pt x="21036" y="6108"/>
                    </a:cubicBezTo>
                    <a:cubicBezTo>
                      <a:pt x="4778" y="99"/>
                      <a:pt x="4778" y="99"/>
                      <a:pt x="4778" y="99"/>
                    </a:cubicBezTo>
                    <a:cubicBezTo>
                      <a:pt x="4587" y="-123"/>
                      <a:pt x="4396" y="99"/>
                      <a:pt x="4206" y="99"/>
                    </a:cubicBezTo>
                    <a:cubicBezTo>
                      <a:pt x="4006" y="99"/>
                      <a:pt x="4006" y="321"/>
                      <a:pt x="4006" y="321"/>
                    </a:cubicBezTo>
                    <a:cubicBezTo>
                      <a:pt x="1916" y="7895"/>
                      <a:pt x="1916" y="7895"/>
                      <a:pt x="1916" y="7895"/>
                    </a:cubicBezTo>
                    <a:cubicBezTo>
                      <a:pt x="0" y="14570"/>
                      <a:pt x="0" y="14570"/>
                      <a:pt x="0" y="14570"/>
                    </a:cubicBezTo>
                    <a:cubicBezTo>
                      <a:pt x="0" y="14570"/>
                      <a:pt x="0" y="14792"/>
                      <a:pt x="182" y="15014"/>
                    </a:cubicBezTo>
                    <a:cubicBezTo>
                      <a:pt x="182" y="15014"/>
                      <a:pt x="382" y="15236"/>
                      <a:pt x="572" y="15458"/>
                    </a:cubicBezTo>
                    <a:cubicBezTo>
                      <a:pt x="16822" y="21477"/>
                      <a:pt x="16822" y="21477"/>
                      <a:pt x="16822" y="21477"/>
                    </a:cubicBezTo>
                    <a:cubicBezTo>
                      <a:pt x="17013" y="21477"/>
                      <a:pt x="17212" y="21477"/>
                      <a:pt x="17394" y="21245"/>
                    </a:cubicBezTo>
                  </a:path>
                </a:pathLst>
              </a:custGeom>
              <a:solidFill>
                <a:srgbClr val="FFFFF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40" name="Shape 8840"/>
              <p:cNvSpPr/>
              <p:nvPr/>
            </p:nvSpPr>
            <p:spPr>
              <a:xfrm>
                <a:off x="0" y="307666"/>
                <a:ext cx="2556604" cy="2071079"/>
              </a:xfrm>
              <a:custGeom>
                <a:avLst/>
                <a:gdLst/>
                <a:ahLst/>
                <a:cxnLst>
                  <a:cxn ang="0">
                    <a:pos x="wd2" y="hd2"/>
                  </a:cxn>
                  <a:cxn ang="5400000">
                    <a:pos x="wd2" y="hd2"/>
                  </a:cxn>
                  <a:cxn ang="10800000">
                    <a:pos x="wd2" y="hd2"/>
                  </a:cxn>
                  <a:cxn ang="16200000">
                    <a:pos x="wd2" y="hd2"/>
                  </a:cxn>
                </a:cxnLst>
                <a:rect l="0" t="0" r="r" b="b"/>
                <a:pathLst>
                  <a:path w="21600" h="21550" fill="norm" stroke="1" extrusionOk="0">
                    <a:moveTo>
                      <a:pt x="21600" y="5407"/>
                    </a:moveTo>
                    <a:cubicBezTo>
                      <a:pt x="21445" y="5198"/>
                      <a:pt x="21283" y="5008"/>
                      <a:pt x="21114" y="5008"/>
                    </a:cubicBezTo>
                    <a:cubicBezTo>
                      <a:pt x="15100" y="2604"/>
                      <a:pt x="15100" y="2604"/>
                      <a:pt x="15100" y="2604"/>
                    </a:cubicBezTo>
                    <a:cubicBezTo>
                      <a:pt x="14783" y="2404"/>
                      <a:pt x="14621" y="2404"/>
                      <a:pt x="14452" y="2604"/>
                    </a:cubicBezTo>
                    <a:cubicBezTo>
                      <a:pt x="14289" y="2604"/>
                      <a:pt x="14289" y="2803"/>
                      <a:pt x="14289" y="2803"/>
                    </a:cubicBezTo>
                    <a:cubicBezTo>
                      <a:pt x="13973" y="3801"/>
                      <a:pt x="13973" y="3801"/>
                      <a:pt x="13973" y="3801"/>
                    </a:cubicBezTo>
                    <a:cubicBezTo>
                      <a:pt x="4385" y="0"/>
                      <a:pt x="4385" y="0"/>
                      <a:pt x="4385" y="0"/>
                    </a:cubicBezTo>
                    <a:cubicBezTo>
                      <a:pt x="4223" y="0"/>
                      <a:pt x="4061" y="0"/>
                      <a:pt x="3891" y="0"/>
                    </a:cubicBezTo>
                    <a:cubicBezTo>
                      <a:pt x="3729" y="0"/>
                      <a:pt x="3729" y="200"/>
                      <a:pt x="3574" y="408"/>
                    </a:cubicBezTo>
                    <a:cubicBezTo>
                      <a:pt x="1783" y="7602"/>
                      <a:pt x="1783" y="7602"/>
                      <a:pt x="1783" y="7602"/>
                    </a:cubicBezTo>
                    <a:cubicBezTo>
                      <a:pt x="0" y="14197"/>
                      <a:pt x="0" y="14197"/>
                      <a:pt x="0" y="14197"/>
                    </a:cubicBezTo>
                    <a:cubicBezTo>
                      <a:pt x="0" y="14397"/>
                      <a:pt x="0" y="14606"/>
                      <a:pt x="0" y="14606"/>
                    </a:cubicBezTo>
                    <a:cubicBezTo>
                      <a:pt x="155" y="14805"/>
                      <a:pt x="324" y="14996"/>
                      <a:pt x="479" y="14996"/>
                    </a:cubicBezTo>
                    <a:cubicBezTo>
                      <a:pt x="16891" y="21400"/>
                      <a:pt x="16891" y="21400"/>
                      <a:pt x="16891" y="21400"/>
                    </a:cubicBezTo>
                    <a:cubicBezTo>
                      <a:pt x="17053" y="21600"/>
                      <a:pt x="17385" y="21600"/>
                      <a:pt x="17539" y="21400"/>
                    </a:cubicBezTo>
                    <a:cubicBezTo>
                      <a:pt x="17539" y="21400"/>
                      <a:pt x="17539" y="21201"/>
                      <a:pt x="17702" y="21201"/>
                    </a:cubicBezTo>
                    <a:cubicBezTo>
                      <a:pt x="19330" y="14606"/>
                      <a:pt x="19330" y="14606"/>
                      <a:pt x="19330" y="14606"/>
                    </a:cubicBezTo>
                    <a:cubicBezTo>
                      <a:pt x="20465" y="10405"/>
                      <a:pt x="20465" y="10405"/>
                      <a:pt x="20465" y="10405"/>
                    </a:cubicBezTo>
                    <a:cubicBezTo>
                      <a:pt x="20635" y="9807"/>
                      <a:pt x="20635" y="9807"/>
                      <a:pt x="20635" y="9807"/>
                    </a:cubicBezTo>
                    <a:cubicBezTo>
                      <a:pt x="21283" y="7194"/>
                      <a:pt x="21283" y="7194"/>
                      <a:pt x="21283" y="7194"/>
                    </a:cubicBezTo>
                    <a:cubicBezTo>
                      <a:pt x="21600" y="5806"/>
                      <a:pt x="21600" y="5806"/>
                      <a:pt x="21600" y="5806"/>
                    </a:cubicBezTo>
                    <a:cubicBezTo>
                      <a:pt x="21600" y="5597"/>
                      <a:pt x="21600" y="5407"/>
                      <a:pt x="21600" y="5407"/>
                    </a:cubicBezTo>
                  </a:path>
                </a:pathLst>
              </a:custGeom>
              <a:solidFill>
                <a:srgbClr val="FCE36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nvGrpSpPr>
            <p:cNvPr id="8844" name="Group 8844"/>
            <p:cNvGrpSpPr/>
            <p:nvPr/>
          </p:nvGrpSpPr>
          <p:grpSpPr>
            <a:xfrm>
              <a:off x="5165016" y="1803792"/>
              <a:ext cx="244905" cy="352845"/>
              <a:chOff x="0" y="0"/>
              <a:chExt cx="244903" cy="352844"/>
            </a:xfrm>
          </p:grpSpPr>
          <p:sp>
            <p:nvSpPr>
              <p:cNvPr id="8842" name="Shape 8842"/>
              <p:cNvSpPr/>
              <p:nvPr/>
            </p:nvSpPr>
            <p:spPr>
              <a:xfrm>
                <a:off x="0" y="1"/>
                <a:ext cx="244643" cy="352844"/>
              </a:xfrm>
              <a:custGeom>
                <a:avLst/>
                <a:gdLst/>
                <a:ahLst/>
                <a:cxnLst>
                  <a:cxn ang="0">
                    <a:pos x="wd2" y="hd2"/>
                  </a:cxn>
                  <a:cxn ang="5400000">
                    <a:pos x="wd2" y="hd2"/>
                  </a:cxn>
                  <a:cxn ang="10800000">
                    <a:pos x="wd2" y="hd2"/>
                  </a:cxn>
                  <a:cxn ang="16200000">
                    <a:pos x="wd2" y="hd2"/>
                  </a:cxn>
                </a:cxnLst>
                <a:rect l="0" t="0" r="r" b="b"/>
                <a:pathLst>
                  <a:path w="19693" h="20910" fill="norm" stroke="1" extrusionOk="0">
                    <a:moveTo>
                      <a:pt x="12906" y="2669"/>
                    </a:moveTo>
                    <a:cubicBezTo>
                      <a:pt x="11368" y="447"/>
                      <a:pt x="8292" y="-690"/>
                      <a:pt x="3679" y="447"/>
                    </a:cubicBezTo>
                    <a:cubicBezTo>
                      <a:pt x="603" y="1584"/>
                      <a:pt x="-935" y="3857"/>
                      <a:pt x="603" y="6131"/>
                    </a:cubicBezTo>
                    <a:cubicBezTo>
                      <a:pt x="8292" y="17551"/>
                      <a:pt x="8292" y="17551"/>
                      <a:pt x="8292" y="17551"/>
                    </a:cubicBezTo>
                    <a:cubicBezTo>
                      <a:pt x="9830" y="19773"/>
                      <a:pt x="12906" y="20910"/>
                      <a:pt x="16051" y="20910"/>
                    </a:cubicBezTo>
                    <a:cubicBezTo>
                      <a:pt x="19057" y="19773"/>
                      <a:pt x="20665" y="16363"/>
                      <a:pt x="19057" y="14089"/>
                    </a:cubicBezTo>
                    <a:lnTo>
                      <a:pt x="12906" y="2669"/>
                    </a:lnTo>
                  </a:path>
                </a:pathLst>
              </a:custGeom>
              <a:solidFill>
                <a:srgbClr val="FBD1BF"/>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sp>
            <p:nvSpPr>
              <p:cNvPr id="8843" name="Shape 8843"/>
              <p:cNvSpPr/>
              <p:nvPr/>
            </p:nvSpPr>
            <p:spPr>
              <a:xfrm>
                <a:off x="23001" y="-1"/>
                <a:ext cx="221903" cy="333616"/>
              </a:xfrm>
              <a:custGeom>
                <a:avLst/>
                <a:gdLst/>
                <a:ahLst/>
                <a:cxnLst>
                  <a:cxn ang="0">
                    <a:pos x="wd2" y="hd2"/>
                  </a:cxn>
                  <a:cxn ang="5400000">
                    <a:pos x="wd2" y="hd2"/>
                  </a:cxn>
                  <a:cxn ang="10800000">
                    <a:pos x="wd2" y="hd2"/>
                  </a:cxn>
                  <a:cxn ang="16200000">
                    <a:pos x="wd2" y="hd2"/>
                  </a:cxn>
                </a:cxnLst>
                <a:rect l="0" t="0" r="r" b="b"/>
                <a:pathLst>
                  <a:path w="20508" h="20872" fill="norm" stroke="1" extrusionOk="0">
                    <a:moveTo>
                      <a:pt x="17946" y="20872"/>
                    </a:moveTo>
                    <a:cubicBezTo>
                      <a:pt x="19732" y="19727"/>
                      <a:pt x="19732" y="18527"/>
                      <a:pt x="17946" y="16072"/>
                    </a:cubicBezTo>
                    <a:cubicBezTo>
                      <a:pt x="10800" y="4072"/>
                      <a:pt x="10800" y="4072"/>
                      <a:pt x="10800" y="4072"/>
                    </a:cubicBezTo>
                    <a:cubicBezTo>
                      <a:pt x="9014" y="1672"/>
                      <a:pt x="3654" y="472"/>
                      <a:pt x="0" y="1672"/>
                    </a:cubicBezTo>
                    <a:lnTo>
                      <a:pt x="1868" y="472"/>
                    </a:lnTo>
                    <a:cubicBezTo>
                      <a:pt x="7227" y="-728"/>
                      <a:pt x="10800" y="472"/>
                      <a:pt x="12586" y="2817"/>
                    </a:cubicBezTo>
                    <a:cubicBezTo>
                      <a:pt x="19732" y="14872"/>
                      <a:pt x="19732" y="14872"/>
                      <a:pt x="19732" y="14872"/>
                    </a:cubicBezTo>
                    <a:cubicBezTo>
                      <a:pt x="21600" y="17272"/>
                      <a:pt x="19732" y="19727"/>
                      <a:pt x="17946" y="20872"/>
                    </a:cubicBezTo>
                  </a:path>
                </a:pathLst>
              </a:custGeom>
              <a:solidFill>
                <a:srgbClr val="F8B7A6"/>
              </a:solidFill>
              <a:ln w="12700" cap="flat">
                <a:noFill/>
                <a:miter lim="400000"/>
              </a:ln>
              <a:effectLst/>
            </p:spPr>
            <p:txBody>
              <a:bodyPr wrap="square" lIns="45719" tIns="45719" rIns="45719" bIns="45719" numCol="1" anchor="ctr">
                <a:noAutofit/>
              </a:bodyPr>
              <a:lstStyle/>
              <a:p>
                <a:pPr algn="l" defTabSz="457200">
                  <a:defRPr sz="1800">
                    <a:latin typeface="Calibri"/>
                    <a:ea typeface="Calibri"/>
                    <a:cs typeface="Calibri"/>
                    <a:sym typeface="Calibri"/>
                  </a:defRPr>
                </a:pPr>
              </a:p>
            </p:txBody>
          </p:sp>
        </p:gr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8771"/>
                                        </p:tgtEl>
                                        <p:attrNameLst>
                                          <p:attrName>style.visibility</p:attrName>
                                        </p:attrNameLst>
                                      </p:cBhvr>
                                      <p:to>
                                        <p:strVal val="visible"/>
                                      </p:to>
                                    </p:set>
                                    <p:animEffect filter="wipe(down)" transition="in">
                                      <p:cBhvr>
                                        <p:cTn id="7" dur="500"/>
                                        <p:tgtEl>
                                          <p:spTgt spid="8771"/>
                                        </p:tgtEl>
                                      </p:cBhvr>
                                    </p:animEffect>
                                  </p:childTnLst>
                                </p:cTn>
                              </p:par>
                            </p:childTnLst>
                          </p:cTn>
                        </p:par>
                        <p:par>
                          <p:cTn id="8" fill="hold">
                            <p:stCondLst>
                              <p:cond delay="500"/>
                            </p:stCondLst>
                            <p:childTnLst>
                              <p:par>
                                <p:cTn id="9" presetClass="entr" nodeType="afterEffect" presetSubtype="4" presetID="22" grpId="2" fill="hold">
                                  <p:stCondLst>
                                    <p:cond delay="0"/>
                                  </p:stCondLst>
                                  <p:iterate type="el" backwards="0">
                                    <p:tmAbs val="0"/>
                                  </p:iterate>
                                  <p:childTnLst>
                                    <p:set>
                                      <p:cBhvr>
                                        <p:cTn id="10" fill="hold"/>
                                        <p:tgtEl>
                                          <p:spTgt spid="8772"/>
                                        </p:tgtEl>
                                        <p:attrNameLst>
                                          <p:attrName>style.visibility</p:attrName>
                                        </p:attrNameLst>
                                      </p:cBhvr>
                                      <p:to>
                                        <p:strVal val="visible"/>
                                      </p:to>
                                    </p:set>
                                    <p:animEffect filter="wipe(down)" transition="in">
                                      <p:cBhvr>
                                        <p:cTn id="11" dur="500"/>
                                        <p:tgtEl>
                                          <p:spTgt spid="8772"/>
                                        </p:tgtEl>
                                      </p:cBhvr>
                                    </p:animEffect>
                                  </p:childTnLst>
                                </p:cTn>
                              </p:par>
                            </p:childTnLst>
                          </p:cTn>
                        </p:par>
                      </p:childTnLst>
                    </p:cTn>
                  </p:par>
                  <p:par>
                    <p:cTn id="12" fill="hold">
                      <p:stCondLst>
                        <p:cond delay="indefinite"/>
                      </p:stCondLst>
                      <p:childTnLst>
                        <p:par>
                          <p:cTn id="13" fill="hold">
                            <p:stCondLst>
                              <p:cond delay="0"/>
                            </p:stCondLst>
                            <p:childTnLst>
                              <p:par>
                                <p:cTn id="14" presetClass="entr" nodeType="clickEffect" presetSubtype="4" presetID="2" grpId="3" fill="hold">
                                  <p:stCondLst>
                                    <p:cond delay="0"/>
                                  </p:stCondLst>
                                  <p:iterate type="el" backwards="0">
                                    <p:tmAbs val="0"/>
                                  </p:iterate>
                                  <p:childTnLst>
                                    <p:set>
                                      <p:cBhvr>
                                        <p:cTn id="15" fill="hold"/>
                                        <p:tgtEl>
                                          <p:spTgt spid="8803"/>
                                        </p:tgtEl>
                                        <p:attrNameLst>
                                          <p:attrName>style.visibility</p:attrName>
                                        </p:attrNameLst>
                                      </p:cBhvr>
                                      <p:to>
                                        <p:strVal val="visible"/>
                                      </p:to>
                                    </p:set>
                                    <p:anim calcmode="lin" valueType="num">
                                      <p:cBhvr>
                                        <p:cTn id="16" dur="1000" fill="hold"/>
                                        <p:tgtEl>
                                          <p:spTgt spid="8803"/>
                                        </p:tgtEl>
                                        <p:attrNameLst>
                                          <p:attrName>ppt_x</p:attrName>
                                        </p:attrNameLst>
                                      </p:cBhvr>
                                      <p:tavLst>
                                        <p:tav tm="0">
                                          <p:val>
                                            <p:strVal val="#ppt_x"/>
                                          </p:val>
                                        </p:tav>
                                        <p:tav tm="100000">
                                          <p:val>
                                            <p:strVal val="#ppt_x"/>
                                          </p:val>
                                        </p:tav>
                                      </p:tavLst>
                                    </p:anim>
                                    <p:anim calcmode="lin" valueType="num">
                                      <p:cBhvr>
                                        <p:cTn id="17" dur="1000" fill="hold"/>
                                        <p:tgtEl>
                                          <p:spTgt spid="8803"/>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Class="entr" nodeType="afterEffect" presetSubtype="4" presetID="2" grpId="4" fill="hold">
                                  <p:stCondLst>
                                    <p:cond delay="0"/>
                                  </p:stCondLst>
                                  <p:iterate type="el" backwards="0">
                                    <p:tmAbs val="0"/>
                                  </p:iterate>
                                  <p:childTnLst>
                                    <p:set>
                                      <p:cBhvr>
                                        <p:cTn id="20" fill="hold"/>
                                        <p:tgtEl>
                                          <p:spTgt spid="8845"/>
                                        </p:tgtEl>
                                        <p:attrNameLst>
                                          <p:attrName>style.visibility</p:attrName>
                                        </p:attrNameLst>
                                      </p:cBhvr>
                                      <p:to>
                                        <p:strVal val="visible"/>
                                      </p:to>
                                    </p:set>
                                    <p:anim calcmode="lin" valueType="num">
                                      <p:cBhvr>
                                        <p:cTn id="21" dur="1000" fill="hold"/>
                                        <p:tgtEl>
                                          <p:spTgt spid="8845"/>
                                        </p:tgtEl>
                                        <p:attrNameLst>
                                          <p:attrName>ppt_x</p:attrName>
                                        </p:attrNameLst>
                                      </p:cBhvr>
                                      <p:tavLst>
                                        <p:tav tm="0">
                                          <p:val>
                                            <p:strVal val="#ppt_x"/>
                                          </p:val>
                                        </p:tav>
                                        <p:tav tm="100000">
                                          <p:val>
                                            <p:strVal val="#ppt_x"/>
                                          </p:val>
                                        </p:tav>
                                      </p:tavLst>
                                    </p:anim>
                                    <p:anim calcmode="lin" valueType="num">
                                      <p:cBhvr>
                                        <p:cTn id="22" dur="1000" fill="hold"/>
                                        <p:tgtEl>
                                          <p:spTgt spid="88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771" grpId="1"/>
      <p:bldP build="whole" bldLvl="1" animBg="1" rev="0" advAuto="0" spid="8772" grpId="2"/>
      <p:bldP build="whole" bldLvl="1" animBg="1" rev="0" advAuto="0" spid="8845" grpId="4"/>
      <p:bldP build="whole" bldLvl="1" animBg="1" rev="0" advAuto="0" spid="8803" grpId="3"/>
    </p:bldLst>
  </p:timing>
</p:sld>
</file>

<file path=ppt/slides/slide20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847" name="Shape 8847"/>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grpSp>
        <p:nvGrpSpPr>
          <p:cNvPr id="8852" name="Group 8852"/>
          <p:cNvGrpSpPr/>
          <p:nvPr/>
        </p:nvGrpSpPr>
        <p:grpSpPr>
          <a:xfrm>
            <a:off x="8863753" y="1230230"/>
            <a:ext cx="14846306" cy="12268200"/>
            <a:chOff x="0" y="0"/>
            <a:chExt cx="14846304" cy="12268199"/>
          </a:xfrm>
        </p:grpSpPr>
        <p:sp>
          <p:nvSpPr>
            <p:cNvPr id="8848" name="Shape 8848"/>
            <p:cNvSpPr/>
            <p:nvPr/>
          </p:nvSpPr>
          <p:spPr>
            <a:xfrm>
              <a:off x="5038013" y="10309404"/>
              <a:ext cx="4744415" cy="1958796"/>
            </a:xfrm>
            <a:custGeom>
              <a:avLst/>
              <a:gdLst/>
              <a:ahLst/>
              <a:cxnLst>
                <a:cxn ang="0">
                  <a:pos x="wd2" y="hd2"/>
                </a:cxn>
                <a:cxn ang="5400000">
                  <a:pos x="wd2" y="hd2"/>
                </a:cxn>
                <a:cxn ang="10800000">
                  <a:pos x="wd2" y="hd2"/>
                </a:cxn>
                <a:cxn ang="16200000">
                  <a:pos x="wd2" y="hd2"/>
                </a:cxn>
              </a:cxnLst>
              <a:rect l="0" t="0" r="r" b="b"/>
              <a:pathLst>
                <a:path w="19386" h="21600" fill="norm" stroke="1" extrusionOk="0">
                  <a:moveTo>
                    <a:pt x="17259" y="15951"/>
                  </a:moveTo>
                  <a:cubicBezTo>
                    <a:pt x="16713" y="14429"/>
                    <a:pt x="16423" y="5789"/>
                    <a:pt x="16287" y="0"/>
                  </a:cubicBezTo>
                  <a:lnTo>
                    <a:pt x="3205" y="0"/>
                  </a:lnTo>
                  <a:cubicBezTo>
                    <a:pt x="3064" y="5789"/>
                    <a:pt x="2764" y="14429"/>
                    <a:pt x="2199" y="15951"/>
                  </a:cubicBezTo>
                  <a:cubicBezTo>
                    <a:pt x="1337" y="18277"/>
                    <a:pt x="-1126" y="20603"/>
                    <a:pt x="598" y="21600"/>
                  </a:cubicBezTo>
                  <a:lnTo>
                    <a:pt x="18808" y="21600"/>
                  </a:lnTo>
                  <a:cubicBezTo>
                    <a:pt x="20474" y="20603"/>
                    <a:pt x="18093" y="18277"/>
                    <a:pt x="17259" y="15951"/>
                  </a:cubicBezTo>
                  <a:close/>
                </a:path>
              </a:pathLst>
            </a:custGeom>
            <a:solidFill>
              <a:srgbClr val="EBEBEB"/>
            </a:solidFill>
            <a:ln w="25400" cap="flat">
              <a:solidFill>
                <a:srgbClr val="AAAAAA"/>
              </a:solidFill>
              <a:prstDash val="solid"/>
              <a:miter lim="400000"/>
            </a:ln>
            <a:effectLst/>
          </p:spPr>
          <p:txBody>
            <a:bodyPr wrap="square" lIns="38100" tIns="38100" rIns="38100" bIns="38100" numCol="1" anchor="ctr">
              <a:noAutofit/>
            </a:bodyPr>
            <a:lstStyle/>
            <a:p>
              <a:pPr defTabSz="457200">
                <a:defRPr sz="1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8849" name="Shape 8849"/>
            <p:cNvSpPr/>
            <p:nvPr/>
          </p:nvSpPr>
          <p:spPr>
            <a:xfrm>
              <a:off x="0" y="0"/>
              <a:ext cx="14846305" cy="103063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077"/>
                  </a:moveTo>
                  <a:cubicBezTo>
                    <a:pt x="21600" y="21366"/>
                    <a:pt x="21437" y="21600"/>
                    <a:pt x="21237" y="21600"/>
                  </a:cubicBezTo>
                  <a:lnTo>
                    <a:pt x="363" y="21600"/>
                  </a:lnTo>
                  <a:cubicBezTo>
                    <a:pt x="163" y="21600"/>
                    <a:pt x="0" y="21366"/>
                    <a:pt x="0" y="21077"/>
                  </a:cubicBezTo>
                  <a:lnTo>
                    <a:pt x="0" y="523"/>
                  </a:lnTo>
                  <a:cubicBezTo>
                    <a:pt x="0" y="234"/>
                    <a:pt x="163" y="0"/>
                    <a:pt x="363" y="0"/>
                  </a:cubicBezTo>
                  <a:lnTo>
                    <a:pt x="21237" y="0"/>
                  </a:lnTo>
                  <a:cubicBezTo>
                    <a:pt x="21437" y="0"/>
                    <a:pt x="21600" y="234"/>
                    <a:pt x="21600" y="523"/>
                  </a:cubicBezTo>
                  <a:lnTo>
                    <a:pt x="21600" y="21077"/>
                  </a:lnTo>
                  <a:close/>
                </a:path>
              </a:pathLst>
            </a:custGeom>
            <a:noFill/>
            <a:ln w="63500" cap="flat">
              <a:solidFill>
                <a:srgbClr val="FFFFFF"/>
              </a:solidFill>
              <a:prstDash val="solid"/>
              <a:miter lim="400000"/>
            </a:ln>
            <a:effectLst/>
          </p:spPr>
          <p:txBody>
            <a:bodyPr wrap="square" lIns="38100" tIns="38100" rIns="38100" bIns="38100" numCol="1" anchor="ctr">
              <a:noAutofit/>
            </a:bodyPr>
            <a:lstStyle/>
            <a:p>
              <a:pPr defTabSz="457200">
                <a:defRPr sz="1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8850" name="Shape 8850"/>
            <p:cNvSpPr/>
            <p:nvPr/>
          </p:nvSpPr>
          <p:spPr>
            <a:xfrm flipH="1" flipV="1">
              <a:off x="2457" y="8924349"/>
              <a:ext cx="14831962" cy="4"/>
            </a:xfrm>
            <a:prstGeom prst="line">
              <a:avLst/>
            </a:prstGeom>
            <a:noFill/>
            <a:ln w="63500" cap="flat">
              <a:solidFill>
                <a:srgbClr val="FFFFFF"/>
              </a:solidFill>
              <a:prstDash val="solid"/>
              <a:miter lim="400000"/>
            </a:ln>
            <a:effectLst/>
          </p:spPr>
          <p:txBody>
            <a:bodyPr wrap="square" lIns="50800" tIns="50800" rIns="50800" bIns="50800" numCol="1" anchor="ctr">
              <a:noAutofit/>
            </a:bodyPr>
            <a:lstStyle/>
            <a:p>
              <a:pPr algn="l" defTabSz="457200">
                <a:defRPr sz="1200">
                  <a:latin typeface="Helvetica"/>
                  <a:ea typeface="Helvetica"/>
                  <a:cs typeface="Helvetica"/>
                  <a:sym typeface="Helvetica"/>
                </a:defRPr>
              </a:pPr>
            </a:p>
          </p:txBody>
        </p:sp>
        <p:sp>
          <p:nvSpPr>
            <p:cNvPr id="8851" name="Shape 8851"/>
            <p:cNvSpPr/>
            <p:nvPr/>
          </p:nvSpPr>
          <p:spPr>
            <a:xfrm>
              <a:off x="7093109" y="9315510"/>
              <a:ext cx="633068" cy="632844"/>
            </a:xfrm>
            <a:prstGeom prst="ellipse">
              <a:avLst/>
            </a:prstGeom>
            <a:solidFill>
              <a:srgbClr val="C0C0C0"/>
            </a:solidFill>
            <a:ln w="25400" cap="flat">
              <a:solidFill>
                <a:srgbClr val="AAAAAA"/>
              </a:solidFill>
              <a:prstDash val="solid"/>
              <a:miter lim="400000"/>
            </a:ln>
            <a:effectLst/>
          </p:spPr>
          <p:txBody>
            <a:bodyPr wrap="square" lIns="38100" tIns="38100" rIns="38100" bIns="38100" numCol="1" anchor="ctr">
              <a:noAutofit/>
            </a:bodyPr>
            <a:lstStyle/>
            <a:p>
              <a:pPr defTabSz="457200">
                <a:defRPr sz="1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pic>
        <p:nvPicPr>
          <p:cNvPr id="8853" name="placeholder.png"/>
          <p:cNvPicPr>
            <a:picLocks noChangeAspect="1"/>
          </p:cNvPicPr>
          <p:nvPr/>
        </p:nvPicPr>
        <p:blipFill>
          <a:blip r:embed="rId2">
            <a:extLst/>
          </a:blip>
          <a:srcRect l="0" t="0" r="0" b="134"/>
          <a:stretch>
            <a:fillRect/>
          </a:stretch>
        </p:blipFill>
        <p:spPr>
          <a:xfrm>
            <a:off x="9447955" y="1921933"/>
            <a:ext cx="13677901" cy="7683501"/>
          </a:xfrm>
          <a:prstGeom prst="rect">
            <a:avLst/>
          </a:prstGeom>
          <a:ln w="12700">
            <a:miter lim="400000"/>
          </a:ln>
        </p:spPr>
      </p:pic>
    </p:spTree>
  </p:cSld>
  <p:clrMapOvr>
    <a:masterClrMapping/>
  </p:clrMapOvr>
  <p:transition xmlns:p14="http://schemas.microsoft.com/office/powerpoint/2010/main" spd="med" advClick="1" p14:dur="1000"/>
</p:sld>
</file>

<file path=ppt/slides/slide20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8855" name="Shape 8855"/>
          <p:cNvSpPr/>
          <p:nvPr/>
        </p:nvSpPr>
        <p:spPr>
          <a:xfrm>
            <a:off x="3297537" y="2630749"/>
            <a:ext cx="58420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7" y="0"/>
                </a:moveTo>
                <a:cubicBezTo>
                  <a:pt x="20463" y="0"/>
                  <a:pt x="20463" y="0"/>
                  <a:pt x="20463" y="0"/>
                </a:cubicBezTo>
                <a:cubicBezTo>
                  <a:pt x="21032" y="0"/>
                  <a:pt x="21600" y="2700"/>
                  <a:pt x="21600" y="5400"/>
                </a:cubicBezTo>
                <a:cubicBezTo>
                  <a:pt x="21600" y="16200"/>
                  <a:pt x="21600" y="16200"/>
                  <a:pt x="21600" y="16200"/>
                </a:cubicBezTo>
                <a:cubicBezTo>
                  <a:pt x="21600" y="18900"/>
                  <a:pt x="21032" y="21600"/>
                  <a:pt x="20463" y="21600"/>
                </a:cubicBezTo>
                <a:cubicBezTo>
                  <a:pt x="1137" y="21600"/>
                  <a:pt x="1137" y="21600"/>
                  <a:pt x="1137" y="21600"/>
                </a:cubicBezTo>
                <a:cubicBezTo>
                  <a:pt x="568" y="21600"/>
                  <a:pt x="0" y="18900"/>
                  <a:pt x="0" y="16200"/>
                </a:cubicBezTo>
                <a:cubicBezTo>
                  <a:pt x="0" y="5400"/>
                  <a:pt x="0" y="5400"/>
                  <a:pt x="0" y="5400"/>
                </a:cubicBezTo>
                <a:cubicBezTo>
                  <a:pt x="0" y="2700"/>
                  <a:pt x="568" y="0"/>
                  <a:pt x="1137"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56" name="Shape 8856"/>
          <p:cNvSpPr/>
          <p:nvPr/>
        </p:nvSpPr>
        <p:spPr>
          <a:xfrm>
            <a:off x="3297537" y="2878399"/>
            <a:ext cx="4635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 y="0"/>
                </a:moveTo>
                <a:cubicBezTo>
                  <a:pt x="20160" y="0"/>
                  <a:pt x="20160" y="0"/>
                  <a:pt x="20160" y="0"/>
                </a:cubicBezTo>
                <a:cubicBezTo>
                  <a:pt x="20880" y="0"/>
                  <a:pt x="21600" y="2700"/>
                  <a:pt x="21600" y="5400"/>
                </a:cubicBezTo>
                <a:cubicBezTo>
                  <a:pt x="21600" y="16200"/>
                  <a:pt x="21600" y="16200"/>
                  <a:pt x="21600" y="16200"/>
                </a:cubicBezTo>
                <a:cubicBezTo>
                  <a:pt x="21600" y="18900"/>
                  <a:pt x="20880" y="21600"/>
                  <a:pt x="20160" y="21600"/>
                </a:cubicBezTo>
                <a:cubicBezTo>
                  <a:pt x="1440" y="21600"/>
                  <a:pt x="1440" y="21600"/>
                  <a:pt x="1440" y="21600"/>
                </a:cubicBezTo>
                <a:cubicBezTo>
                  <a:pt x="720" y="21600"/>
                  <a:pt x="0" y="18900"/>
                  <a:pt x="0" y="16200"/>
                </a:cubicBezTo>
                <a:cubicBezTo>
                  <a:pt x="0" y="5400"/>
                  <a:pt x="0" y="5400"/>
                  <a:pt x="0" y="5400"/>
                </a:cubicBezTo>
                <a:cubicBezTo>
                  <a:pt x="0" y="2700"/>
                  <a:pt x="720" y="0"/>
                  <a:pt x="144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57" name="Shape 8857"/>
          <p:cNvSpPr/>
          <p:nvPr/>
        </p:nvSpPr>
        <p:spPr>
          <a:xfrm>
            <a:off x="3297537" y="3126049"/>
            <a:ext cx="555627"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0"/>
                </a:moveTo>
                <a:cubicBezTo>
                  <a:pt x="20400" y="0"/>
                  <a:pt x="20400" y="0"/>
                  <a:pt x="20400" y="0"/>
                </a:cubicBezTo>
                <a:cubicBezTo>
                  <a:pt x="21000" y="0"/>
                  <a:pt x="21600" y="2700"/>
                  <a:pt x="21600" y="5400"/>
                </a:cubicBezTo>
                <a:cubicBezTo>
                  <a:pt x="21600" y="16200"/>
                  <a:pt x="21600" y="16200"/>
                  <a:pt x="21600" y="16200"/>
                </a:cubicBezTo>
                <a:cubicBezTo>
                  <a:pt x="21600" y="18900"/>
                  <a:pt x="21000" y="21600"/>
                  <a:pt x="20400" y="21600"/>
                </a:cubicBezTo>
                <a:cubicBezTo>
                  <a:pt x="1200" y="21600"/>
                  <a:pt x="1200" y="21600"/>
                  <a:pt x="1200" y="21600"/>
                </a:cubicBezTo>
                <a:cubicBezTo>
                  <a:pt x="600" y="21600"/>
                  <a:pt x="0" y="18900"/>
                  <a:pt x="0" y="16200"/>
                </a:cubicBezTo>
                <a:cubicBezTo>
                  <a:pt x="0" y="5400"/>
                  <a:pt x="0" y="5400"/>
                  <a:pt x="0" y="5400"/>
                </a:cubicBezTo>
                <a:cubicBezTo>
                  <a:pt x="0" y="2700"/>
                  <a:pt x="600" y="0"/>
                  <a:pt x="12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58" name="Shape 8858"/>
          <p:cNvSpPr/>
          <p:nvPr/>
        </p:nvSpPr>
        <p:spPr>
          <a:xfrm>
            <a:off x="3081637" y="26307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59" name="Shape 8859"/>
          <p:cNvSpPr/>
          <p:nvPr/>
        </p:nvSpPr>
        <p:spPr>
          <a:xfrm>
            <a:off x="3081637" y="287839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0" name="Shape 8860"/>
          <p:cNvSpPr/>
          <p:nvPr/>
        </p:nvSpPr>
        <p:spPr>
          <a:xfrm>
            <a:off x="3081637" y="31260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1" name="Shape 8861"/>
          <p:cNvSpPr/>
          <p:nvPr/>
        </p:nvSpPr>
        <p:spPr>
          <a:xfrm>
            <a:off x="3159785" y="4758988"/>
            <a:ext cx="643805" cy="6181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21024"/>
                  <a:pt x="0" y="21024"/>
                  <a:pt x="0" y="21024"/>
                </a:cubicBezTo>
                <a:cubicBezTo>
                  <a:pt x="0" y="17568"/>
                  <a:pt x="6369" y="14832"/>
                  <a:pt x="8031" y="14400"/>
                </a:cubicBezTo>
                <a:cubicBezTo>
                  <a:pt x="8169" y="14256"/>
                  <a:pt x="8169" y="13968"/>
                  <a:pt x="8169" y="13680"/>
                </a:cubicBezTo>
                <a:cubicBezTo>
                  <a:pt x="7754" y="13248"/>
                  <a:pt x="6923" y="11952"/>
                  <a:pt x="6508" y="10368"/>
                </a:cubicBezTo>
                <a:cubicBezTo>
                  <a:pt x="6092" y="10080"/>
                  <a:pt x="5815" y="9792"/>
                  <a:pt x="5677" y="9216"/>
                </a:cubicBezTo>
                <a:cubicBezTo>
                  <a:pt x="5400" y="8352"/>
                  <a:pt x="5400" y="7344"/>
                  <a:pt x="5815" y="6624"/>
                </a:cubicBezTo>
                <a:cubicBezTo>
                  <a:pt x="5815" y="6624"/>
                  <a:pt x="5815" y="6624"/>
                  <a:pt x="5815" y="6624"/>
                </a:cubicBezTo>
                <a:cubicBezTo>
                  <a:pt x="5815" y="5616"/>
                  <a:pt x="5538" y="3168"/>
                  <a:pt x="6923" y="1440"/>
                </a:cubicBezTo>
                <a:cubicBezTo>
                  <a:pt x="7754" y="432"/>
                  <a:pt x="9138" y="0"/>
                  <a:pt x="10800" y="0"/>
                </a:cubicBezTo>
                <a:cubicBezTo>
                  <a:pt x="12462" y="0"/>
                  <a:pt x="13846" y="432"/>
                  <a:pt x="14677" y="1440"/>
                </a:cubicBezTo>
                <a:cubicBezTo>
                  <a:pt x="16062" y="3168"/>
                  <a:pt x="15785" y="5616"/>
                  <a:pt x="15785" y="6624"/>
                </a:cubicBezTo>
                <a:cubicBezTo>
                  <a:pt x="15785" y="6624"/>
                  <a:pt x="15785" y="6624"/>
                  <a:pt x="15785" y="6624"/>
                </a:cubicBezTo>
                <a:cubicBezTo>
                  <a:pt x="16200" y="7344"/>
                  <a:pt x="16200" y="8352"/>
                  <a:pt x="15923" y="9216"/>
                </a:cubicBezTo>
                <a:cubicBezTo>
                  <a:pt x="15785" y="9792"/>
                  <a:pt x="15508" y="10080"/>
                  <a:pt x="15092" y="10368"/>
                </a:cubicBezTo>
                <a:cubicBezTo>
                  <a:pt x="14677" y="11952"/>
                  <a:pt x="13846" y="13248"/>
                  <a:pt x="13431" y="13680"/>
                </a:cubicBezTo>
                <a:cubicBezTo>
                  <a:pt x="13431" y="13968"/>
                  <a:pt x="13431" y="14256"/>
                  <a:pt x="13569" y="14400"/>
                </a:cubicBezTo>
                <a:cubicBezTo>
                  <a:pt x="15231" y="14832"/>
                  <a:pt x="21600" y="17568"/>
                  <a:pt x="21600" y="21024"/>
                </a:cubicBezTo>
                <a:lnTo>
                  <a:pt x="21600" y="21600"/>
                </a:lnTo>
                <a:close/>
                <a:moveTo>
                  <a:pt x="1246" y="20448"/>
                </a:moveTo>
                <a:cubicBezTo>
                  <a:pt x="20354" y="20448"/>
                  <a:pt x="20354" y="20448"/>
                  <a:pt x="20354" y="20448"/>
                </a:cubicBezTo>
                <a:cubicBezTo>
                  <a:pt x="20077" y="19584"/>
                  <a:pt x="19108" y="18432"/>
                  <a:pt x="17446" y="17424"/>
                </a:cubicBezTo>
                <a:cubicBezTo>
                  <a:pt x="15785" y="16416"/>
                  <a:pt x="13985" y="15696"/>
                  <a:pt x="13292" y="15552"/>
                </a:cubicBezTo>
                <a:cubicBezTo>
                  <a:pt x="12323" y="15408"/>
                  <a:pt x="12323" y="13968"/>
                  <a:pt x="12323" y="13392"/>
                </a:cubicBezTo>
                <a:cubicBezTo>
                  <a:pt x="12323" y="13248"/>
                  <a:pt x="12323" y="13248"/>
                  <a:pt x="12323" y="13248"/>
                </a:cubicBezTo>
                <a:cubicBezTo>
                  <a:pt x="12462" y="12960"/>
                  <a:pt x="12462" y="12960"/>
                  <a:pt x="12462" y="12960"/>
                </a:cubicBezTo>
                <a:cubicBezTo>
                  <a:pt x="12462" y="12960"/>
                  <a:pt x="13846" y="11520"/>
                  <a:pt x="14123" y="9792"/>
                </a:cubicBezTo>
                <a:cubicBezTo>
                  <a:pt x="14123" y="9216"/>
                  <a:pt x="14123" y="9216"/>
                  <a:pt x="14123" y="9216"/>
                </a:cubicBezTo>
                <a:cubicBezTo>
                  <a:pt x="14677" y="9216"/>
                  <a:pt x="14677" y="9216"/>
                  <a:pt x="14677" y="9216"/>
                </a:cubicBezTo>
                <a:cubicBezTo>
                  <a:pt x="14677" y="9216"/>
                  <a:pt x="14815" y="9072"/>
                  <a:pt x="14954" y="8640"/>
                </a:cubicBezTo>
                <a:cubicBezTo>
                  <a:pt x="15092" y="8064"/>
                  <a:pt x="15092" y="7488"/>
                  <a:pt x="14815" y="7344"/>
                </a:cubicBezTo>
                <a:cubicBezTo>
                  <a:pt x="14538" y="7200"/>
                  <a:pt x="14538" y="7200"/>
                  <a:pt x="14538" y="7200"/>
                </a:cubicBezTo>
                <a:cubicBezTo>
                  <a:pt x="14677" y="6912"/>
                  <a:pt x="14677" y="6912"/>
                  <a:pt x="14677" y="6912"/>
                </a:cubicBezTo>
                <a:cubicBezTo>
                  <a:pt x="14677" y="6768"/>
                  <a:pt x="14677" y="6624"/>
                  <a:pt x="14677" y="6480"/>
                </a:cubicBezTo>
                <a:cubicBezTo>
                  <a:pt x="14677" y="5616"/>
                  <a:pt x="14954" y="3456"/>
                  <a:pt x="13846" y="2160"/>
                </a:cubicBezTo>
                <a:cubicBezTo>
                  <a:pt x="13154" y="1440"/>
                  <a:pt x="12185" y="1152"/>
                  <a:pt x="10800" y="1152"/>
                </a:cubicBezTo>
                <a:cubicBezTo>
                  <a:pt x="9415" y="1152"/>
                  <a:pt x="8446" y="1440"/>
                  <a:pt x="7754" y="2160"/>
                </a:cubicBezTo>
                <a:cubicBezTo>
                  <a:pt x="6646" y="3456"/>
                  <a:pt x="6923" y="5616"/>
                  <a:pt x="6923" y="6480"/>
                </a:cubicBezTo>
                <a:cubicBezTo>
                  <a:pt x="6923" y="6624"/>
                  <a:pt x="6923" y="6768"/>
                  <a:pt x="6923" y="6912"/>
                </a:cubicBezTo>
                <a:cubicBezTo>
                  <a:pt x="7062" y="7200"/>
                  <a:pt x="7062" y="7200"/>
                  <a:pt x="7062" y="7200"/>
                </a:cubicBezTo>
                <a:cubicBezTo>
                  <a:pt x="6785" y="7344"/>
                  <a:pt x="6785" y="7344"/>
                  <a:pt x="6785" y="7344"/>
                </a:cubicBezTo>
                <a:cubicBezTo>
                  <a:pt x="6508" y="7488"/>
                  <a:pt x="6508" y="8064"/>
                  <a:pt x="6646" y="8640"/>
                </a:cubicBezTo>
                <a:cubicBezTo>
                  <a:pt x="6785" y="9072"/>
                  <a:pt x="6923" y="9216"/>
                  <a:pt x="6923" y="9216"/>
                </a:cubicBezTo>
                <a:cubicBezTo>
                  <a:pt x="7477" y="9216"/>
                  <a:pt x="7477" y="9216"/>
                  <a:pt x="7477" y="9216"/>
                </a:cubicBezTo>
                <a:cubicBezTo>
                  <a:pt x="7477" y="9792"/>
                  <a:pt x="7477" y="9792"/>
                  <a:pt x="7477" y="9792"/>
                </a:cubicBezTo>
                <a:cubicBezTo>
                  <a:pt x="7754" y="11520"/>
                  <a:pt x="9138" y="12960"/>
                  <a:pt x="9138" y="12960"/>
                </a:cubicBezTo>
                <a:cubicBezTo>
                  <a:pt x="9277" y="13248"/>
                  <a:pt x="9277" y="13248"/>
                  <a:pt x="9277" y="13248"/>
                </a:cubicBezTo>
                <a:cubicBezTo>
                  <a:pt x="9277" y="13392"/>
                  <a:pt x="9277" y="13392"/>
                  <a:pt x="9277" y="13392"/>
                </a:cubicBezTo>
                <a:cubicBezTo>
                  <a:pt x="9277" y="13968"/>
                  <a:pt x="9277" y="15408"/>
                  <a:pt x="8308" y="15552"/>
                </a:cubicBezTo>
                <a:cubicBezTo>
                  <a:pt x="7615" y="15696"/>
                  <a:pt x="5815" y="16416"/>
                  <a:pt x="4154" y="17424"/>
                </a:cubicBezTo>
                <a:cubicBezTo>
                  <a:pt x="2492" y="18432"/>
                  <a:pt x="1523" y="19584"/>
                  <a:pt x="1246" y="2044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2" name="Shape 8862"/>
          <p:cNvSpPr/>
          <p:nvPr/>
        </p:nvSpPr>
        <p:spPr>
          <a:xfrm>
            <a:off x="3160359" y="6719241"/>
            <a:ext cx="637676" cy="637701"/>
          </a:xfrm>
          <a:custGeom>
            <a:avLst/>
            <a:gdLst/>
            <a:ahLst/>
            <a:cxnLst>
              <a:cxn ang="0">
                <a:pos x="wd2" y="hd2"/>
              </a:cxn>
              <a:cxn ang="5400000">
                <a:pos x="wd2" y="hd2"/>
              </a:cxn>
              <a:cxn ang="10800000">
                <a:pos x="wd2" y="hd2"/>
              </a:cxn>
              <a:cxn ang="16200000">
                <a:pos x="wd2" y="hd2"/>
              </a:cxn>
            </a:cxnLst>
            <a:rect l="0" t="0" r="r" b="b"/>
            <a:pathLst>
              <a:path w="21433" h="21600" fill="norm" stroke="1" extrusionOk="0">
                <a:moveTo>
                  <a:pt x="7467" y="21600"/>
                </a:moveTo>
                <a:cubicBezTo>
                  <a:pt x="7467" y="21600"/>
                  <a:pt x="7467" y="21600"/>
                  <a:pt x="7467" y="21600"/>
                </a:cubicBezTo>
                <a:cubicBezTo>
                  <a:pt x="7067" y="21600"/>
                  <a:pt x="6933" y="21466"/>
                  <a:pt x="6667" y="21198"/>
                </a:cubicBezTo>
                <a:cubicBezTo>
                  <a:pt x="4000" y="17575"/>
                  <a:pt x="4000" y="17575"/>
                  <a:pt x="4000" y="17575"/>
                </a:cubicBezTo>
                <a:cubicBezTo>
                  <a:pt x="400" y="14892"/>
                  <a:pt x="400" y="14892"/>
                  <a:pt x="400" y="14892"/>
                </a:cubicBezTo>
                <a:cubicBezTo>
                  <a:pt x="133" y="14758"/>
                  <a:pt x="0" y="14489"/>
                  <a:pt x="0" y="14087"/>
                </a:cubicBezTo>
                <a:cubicBezTo>
                  <a:pt x="0" y="13819"/>
                  <a:pt x="0" y="13550"/>
                  <a:pt x="267" y="13416"/>
                </a:cubicBezTo>
                <a:cubicBezTo>
                  <a:pt x="1733" y="11940"/>
                  <a:pt x="1733" y="11940"/>
                  <a:pt x="1733" y="11940"/>
                </a:cubicBezTo>
                <a:cubicBezTo>
                  <a:pt x="1867" y="11672"/>
                  <a:pt x="2133" y="11672"/>
                  <a:pt x="2400" y="11672"/>
                </a:cubicBezTo>
                <a:cubicBezTo>
                  <a:pt x="2400" y="11672"/>
                  <a:pt x="2533" y="11672"/>
                  <a:pt x="2667" y="11672"/>
                </a:cubicBezTo>
                <a:cubicBezTo>
                  <a:pt x="5200" y="12343"/>
                  <a:pt x="5200" y="12343"/>
                  <a:pt x="5200" y="12343"/>
                </a:cubicBezTo>
                <a:cubicBezTo>
                  <a:pt x="8267" y="9257"/>
                  <a:pt x="8267" y="9257"/>
                  <a:pt x="8267" y="9257"/>
                </a:cubicBezTo>
                <a:cubicBezTo>
                  <a:pt x="1467" y="5501"/>
                  <a:pt x="1467" y="5501"/>
                  <a:pt x="1467" y="5501"/>
                </a:cubicBezTo>
                <a:cubicBezTo>
                  <a:pt x="1200" y="5366"/>
                  <a:pt x="933" y="5098"/>
                  <a:pt x="933" y="4830"/>
                </a:cubicBezTo>
                <a:cubicBezTo>
                  <a:pt x="933" y="4427"/>
                  <a:pt x="933" y="4159"/>
                  <a:pt x="1200" y="3891"/>
                </a:cubicBezTo>
                <a:cubicBezTo>
                  <a:pt x="3067" y="2012"/>
                  <a:pt x="3067" y="2012"/>
                  <a:pt x="3067" y="2012"/>
                </a:cubicBezTo>
                <a:cubicBezTo>
                  <a:pt x="3333" y="1744"/>
                  <a:pt x="3733" y="1744"/>
                  <a:pt x="4000" y="1744"/>
                </a:cubicBezTo>
                <a:cubicBezTo>
                  <a:pt x="13467" y="4025"/>
                  <a:pt x="13467" y="4025"/>
                  <a:pt x="13467" y="4025"/>
                </a:cubicBezTo>
                <a:cubicBezTo>
                  <a:pt x="15467" y="1878"/>
                  <a:pt x="15467" y="1878"/>
                  <a:pt x="15467" y="1878"/>
                </a:cubicBezTo>
                <a:cubicBezTo>
                  <a:pt x="16667" y="805"/>
                  <a:pt x="18267" y="0"/>
                  <a:pt x="19467" y="0"/>
                </a:cubicBezTo>
                <a:cubicBezTo>
                  <a:pt x="20133" y="0"/>
                  <a:pt x="20533" y="134"/>
                  <a:pt x="20933" y="537"/>
                </a:cubicBezTo>
                <a:cubicBezTo>
                  <a:pt x="21467" y="1073"/>
                  <a:pt x="21600" y="2012"/>
                  <a:pt x="21200" y="3220"/>
                </a:cubicBezTo>
                <a:cubicBezTo>
                  <a:pt x="20933" y="4159"/>
                  <a:pt x="20267" y="5232"/>
                  <a:pt x="19600" y="5903"/>
                </a:cubicBezTo>
                <a:cubicBezTo>
                  <a:pt x="17467" y="8184"/>
                  <a:pt x="17467" y="8184"/>
                  <a:pt x="17467" y="8184"/>
                </a:cubicBezTo>
                <a:cubicBezTo>
                  <a:pt x="19733" y="17978"/>
                  <a:pt x="19733" y="17978"/>
                  <a:pt x="19733" y="17978"/>
                </a:cubicBezTo>
                <a:cubicBezTo>
                  <a:pt x="19733" y="18380"/>
                  <a:pt x="19600" y="18783"/>
                  <a:pt x="19333" y="19051"/>
                </a:cubicBezTo>
                <a:cubicBezTo>
                  <a:pt x="17467" y="20527"/>
                  <a:pt x="17467" y="20527"/>
                  <a:pt x="17467" y="20527"/>
                </a:cubicBezTo>
                <a:cubicBezTo>
                  <a:pt x="17333" y="20661"/>
                  <a:pt x="17067" y="20661"/>
                  <a:pt x="16800" y="20661"/>
                </a:cubicBezTo>
                <a:cubicBezTo>
                  <a:pt x="16800" y="20661"/>
                  <a:pt x="16667" y="20661"/>
                  <a:pt x="16533" y="20661"/>
                </a:cubicBezTo>
                <a:cubicBezTo>
                  <a:pt x="16267" y="20527"/>
                  <a:pt x="16000" y="20393"/>
                  <a:pt x="16000" y="20124"/>
                </a:cubicBezTo>
                <a:cubicBezTo>
                  <a:pt x="12267" y="13282"/>
                  <a:pt x="12267" y="13282"/>
                  <a:pt x="12267" y="13282"/>
                </a:cubicBezTo>
                <a:cubicBezTo>
                  <a:pt x="9200" y="16368"/>
                  <a:pt x="9200" y="16368"/>
                  <a:pt x="9200" y="16368"/>
                </a:cubicBezTo>
                <a:cubicBezTo>
                  <a:pt x="9867" y="18917"/>
                  <a:pt x="9867" y="18917"/>
                  <a:pt x="9867" y="18917"/>
                </a:cubicBezTo>
                <a:cubicBezTo>
                  <a:pt x="10000" y="19319"/>
                  <a:pt x="9867" y="19588"/>
                  <a:pt x="9600" y="19856"/>
                </a:cubicBezTo>
                <a:cubicBezTo>
                  <a:pt x="8267" y="21332"/>
                  <a:pt x="8267" y="21332"/>
                  <a:pt x="8267" y="21332"/>
                </a:cubicBezTo>
                <a:cubicBezTo>
                  <a:pt x="8000" y="21466"/>
                  <a:pt x="7733" y="21600"/>
                  <a:pt x="7467" y="21600"/>
                </a:cubicBezTo>
                <a:close/>
                <a:moveTo>
                  <a:pt x="1067" y="14087"/>
                </a:moveTo>
                <a:cubicBezTo>
                  <a:pt x="4800" y="16904"/>
                  <a:pt x="4800" y="16904"/>
                  <a:pt x="4800" y="16904"/>
                </a:cubicBezTo>
                <a:cubicBezTo>
                  <a:pt x="7467" y="20527"/>
                  <a:pt x="7467" y="20527"/>
                  <a:pt x="7467" y="20527"/>
                </a:cubicBezTo>
                <a:cubicBezTo>
                  <a:pt x="8800" y="19185"/>
                  <a:pt x="8800" y="19185"/>
                  <a:pt x="8800" y="19185"/>
                </a:cubicBezTo>
                <a:cubicBezTo>
                  <a:pt x="8000" y="16099"/>
                  <a:pt x="8000" y="16099"/>
                  <a:pt x="8000" y="16099"/>
                </a:cubicBezTo>
                <a:cubicBezTo>
                  <a:pt x="12533" y="11538"/>
                  <a:pt x="12533" y="11538"/>
                  <a:pt x="12533" y="11538"/>
                </a:cubicBezTo>
                <a:cubicBezTo>
                  <a:pt x="16800" y="19588"/>
                  <a:pt x="16800" y="19588"/>
                  <a:pt x="16800" y="19588"/>
                </a:cubicBezTo>
                <a:cubicBezTo>
                  <a:pt x="18667" y="18246"/>
                  <a:pt x="18667" y="18246"/>
                  <a:pt x="18667" y="18246"/>
                </a:cubicBezTo>
                <a:cubicBezTo>
                  <a:pt x="16267" y="7781"/>
                  <a:pt x="16267" y="7781"/>
                  <a:pt x="16267" y="7781"/>
                </a:cubicBezTo>
                <a:cubicBezTo>
                  <a:pt x="18800" y="5232"/>
                  <a:pt x="18800" y="5232"/>
                  <a:pt x="18800" y="5232"/>
                </a:cubicBezTo>
                <a:cubicBezTo>
                  <a:pt x="19467" y="4561"/>
                  <a:pt x="20000" y="3757"/>
                  <a:pt x="20267" y="2952"/>
                </a:cubicBezTo>
                <a:cubicBezTo>
                  <a:pt x="20533" y="2147"/>
                  <a:pt x="20400" y="1610"/>
                  <a:pt x="20133" y="1342"/>
                </a:cubicBezTo>
                <a:cubicBezTo>
                  <a:pt x="20000" y="1073"/>
                  <a:pt x="19867" y="1073"/>
                  <a:pt x="19467" y="1073"/>
                </a:cubicBezTo>
                <a:cubicBezTo>
                  <a:pt x="18533" y="1073"/>
                  <a:pt x="17200" y="1744"/>
                  <a:pt x="16267" y="2683"/>
                </a:cubicBezTo>
                <a:cubicBezTo>
                  <a:pt x="13733" y="5232"/>
                  <a:pt x="13733" y="5232"/>
                  <a:pt x="13733" y="5232"/>
                </a:cubicBezTo>
                <a:cubicBezTo>
                  <a:pt x="3733" y="2817"/>
                  <a:pt x="3733" y="2817"/>
                  <a:pt x="3733" y="2817"/>
                </a:cubicBezTo>
                <a:cubicBezTo>
                  <a:pt x="2000" y="4696"/>
                  <a:pt x="2000" y="4696"/>
                  <a:pt x="2000" y="4696"/>
                </a:cubicBezTo>
                <a:cubicBezTo>
                  <a:pt x="10000" y="8989"/>
                  <a:pt x="10000" y="8989"/>
                  <a:pt x="10000" y="8989"/>
                </a:cubicBezTo>
                <a:cubicBezTo>
                  <a:pt x="5467" y="13550"/>
                  <a:pt x="5467" y="13550"/>
                  <a:pt x="5467" y="13550"/>
                </a:cubicBezTo>
                <a:cubicBezTo>
                  <a:pt x="2400" y="12745"/>
                  <a:pt x="2400" y="12745"/>
                  <a:pt x="2400" y="12745"/>
                </a:cubicBezTo>
                <a:lnTo>
                  <a:pt x="1067" y="140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3" name="Shape 8863"/>
          <p:cNvSpPr/>
          <p:nvPr/>
        </p:nvSpPr>
        <p:spPr>
          <a:xfrm>
            <a:off x="3205886" y="8786930"/>
            <a:ext cx="554828" cy="243348"/>
          </a:xfrm>
          <a:custGeom>
            <a:avLst/>
            <a:gdLst/>
            <a:ahLst/>
            <a:cxnLst>
              <a:cxn ang="0">
                <a:pos x="wd2" y="hd2"/>
              </a:cxn>
              <a:cxn ang="5400000">
                <a:pos x="wd2" y="hd2"/>
              </a:cxn>
              <a:cxn ang="10800000">
                <a:pos x="wd2" y="hd2"/>
              </a:cxn>
              <a:cxn ang="16200000">
                <a:pos x="wd2" y="hd2"/>
              </a:cxn>
            </a:cxnLst>
            <a:rect l="0" t="0" r="r" b="b"/>
            <a:pathLst>
              <a:path w="21475" h="21600" fill="norm" stroke="1" extrusionOk="0">
                <a:moveTo>
                  <a:pt x="10759" y="3086"/>
                </a:moveTo>
                <a:cubicBezTo>
                  <a:pt x="20135" y="11571"/>
                  <a:pt x="20135" y="11571"/>
                  <a:pt x="20135" y="11571"/>
                </a:cubicBezTo>
                <a:cubicBezTo>
                  <a:pt x="10759" y="18514"/>
                  <a:pt x="10759" y="18514"/>
                  <a:pt x="10759" y="18514"/>
                </a:cubicBezTo>
                <a:cubicBezTo>
                  <a:pt x="1382" y="11571"/>
                  <a:pt x="1382" y="11571"/>
                  <a:pt x="1382" y="11571"/>
                </a:cubicBezTo>
                <a:cubicBezTo>
                  <a:pt x="10759" y="3086"/>
                  <a:pt x="10759" y="3086"/>
                  <a:pt x="10759" y="3086"/>
                </a:cubicBezTo>
                <a:moveTo>
                  <a:pt x="10759" y="0"/>
                </a:moveTo>
                <a:cubicBezTo>
                  <a:pt x="10591" y="0"/>
                  <a:pt x="10424" y="0"/>
                  <a:pt x="10256" y="0"/>
                </a:cubicBezTo>
                <a:cubicBezTo>
                  <a:pt x="880" y="8486"/>
                  <a:pt x="880" y="8486"/>
                  <a:pt x="880" y="8486"/>
                </a:cubicBezTo>
                <a:cubicBezTo>
                  <a:pt x="210" y="9257"/>
                  <a:pt x="-125" y="10414"/>
                  <a:pt x="42" y="11571"/>
                </a:cubicBezTo>
                <a:cubicBezTo>
                  <a:pt x="42" y="13114"/>
                  <a:pt x="377" y="13886"/>
                  <a:pt x="880" y="14657"/>
                </a:cubicBezTo>
                <a:cubicBezTo>
                  <a:pt x="10256" y="21600"/>
                  <a:pt x="10256" y="21600"/>
                  <a:pt x="10256" y="21600"/>
                </a:cubicBezTo>
                <a:cubicBezTo>
                  <a:pt x="10424" y="21600"/>
                  <a:pt x="10591" y="21600"/>
                  <a:pt x="10759" y="21600"/>
                </a:cubicBezTo>
                <a:cubicBezTo>
                  <a:pt x="10759" y="21600"/>
                  <a:pt x="10926" y="21600"/>
                  <a:pt x="11094" y="21600"/>
                </a:cubicBezTo>
                <a:cubicBezTo>
                  <a:pt x="20470" y="14657"/>
                  <a:pt x="20470" y="14657"/>
                  <a:pt x="20470" y="14657"/>
                </a:cubicBezTo>
                <a:cubicBezTo>
                  <a:pt x="20973" y="13886"/>
                  <a:pt x="21308" y="13114"/>
                  <a:pt x="21475" y="11571"/>
                </a:cubicBezTo>
                <a:cubicBezTo>
                  <a:pt x="21475" y="10414"/>
                  <a:pt x="21140" y="9257"/>
                  <a:pt x="20470" y="8486"/>
                </a:cubicBezTo>
                <a:cubicBezTo>
                  <a:pt x="11094" y="0"/>
                  <a:pt x="11094" y="0"/>
                  <a:pt x="11094" y="0"/>
                </a:cubicBezTo>
                <a:cubicBezTo>
                  <a:pt x="11094" y="0"/>
                  <a:pt x="10926" y="0"/>
                  <a:pt x="10759"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4" name="Shape 8864"/>
          <p:cNvSpPr/>
          <p:nvPr/>
        </p:nvSpPr>
        <p:spPr>
          <a:xfrm>
            <a:off x="3205291" y="8976752"/>
            <a:ext cx="552794" cy="123053"/>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5" name="Shape 8865"/>
          <p:cNvSpPr/>
          <p:nvPr/>
        </p:nvSpPr>
        <p:spPr>
          <a:xfrm>
            <a:off x="3205291" y="9046279"/>
            <a:ext cx="552794" cy="123054"/>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6" name="Shape 8866"/>
          <p:cNvSpPr/>
          <p:nvPr/>
        </p:nvSpPr>
        <p:spPr>
          <a:xfrm>
            <a:off x="3370182" y="11028308"/>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500" y="21600"/>
                  <a:pt x="0" y="17100"/>
                  <a:pt x="0" y="10800"/>
                </a:cubicBezTo>
                <a:cubicBezTo>
                  <a:pt x="0" y="4500"/>
                  <a:pt x="4500" y="0"/>
                  <a:pt x="10800" y="0"/>
                </a:cubicBezTo>
                <a:cubicBezTo>
                  <a:pt x="17100" y="0"/>
                  <a:pt x="21600" y="4500"/>
                  <a:pt x="21600" y="10800"/>
                </a:cubicBezTo>
                <a:cubicBezTo>
                  <a:pt x="21600" y="17100"/>
                  <a:pt x="17100" y="21600"/>
                  <a:pt x="10800" y="21600"/>
                </a:cubicBezTo>
                <a:close/>
                <a:moveTo>
                  <a:pt x="10800" y="7200"/>
                </a:moveTo>
                <a:cubicBezTo>
                  <a:pt x="9000" y="7200"/>
                  <a:pt x="7200" y="9000"/>
                  <a:pt x="7200" y="10800"/>
                </a:cubicBezTo>
                <a:cubicBezTo>
                  <a:pt x="7200" y="12600"/>
                  <a:pt x="9000" y="14400"/>
                  <a:pt x="10800" y="14400"/>
                </a:cubicBezTo>
                <a:cubicBezTo>
                  <a:pt x="12600" y="14400"/>
                  <a:pt x="14400" y="12600"/>
                  <a:pt x="14400" y="10800"/>
                </a:cubicBezTo>
                <a:cubicBezTo>
                  <a:pt x="14400" y="9000"/>
                  <a:pt x="12600" y="7200"/>
                  <a:pt x="10800" y="72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7" name="Shape 8867"/>
          <p:cNvSpPr/>
          <p:nvPr/>
        </p:nvSpPr>
        <p:spPr>
          <a:xfrm>
            <a:off x="3556665" y="11028308"/>
            <a:ext cx="111507"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600" y="7200"/>
                  <a:pt x="14400" y="9000"/>
                  <a:pt x="14400" y="10800"/>
                </a:cubicBezTo>
                <a:cubicBezTo>
                  <a:pt x="14400" y="12600"/>
                  <a:pt x="12600" y="14400"/>
                  <a:pt x="10800" y="14400"/>
                </a:cubicBezTo>
                <a:cubicBezTo>
                  <a:pt x="9000" y="14400"/>
                  <a:pt x="7200" y="12600"/>
                  <a:pt x="7200" y="10800"/>
                </a:cubicBezTo>
                <a:cubicBezTo>
                  <a:pt x="7200" y="9000"/>
                  <a:pt x="9000" y="7200"/>
                  <a:pt x="10800" y="7200"/>
                </a:cubicBezTo>
                <a:moveTo>
                  <a:pt x="10800" y="0"/>
                </a:moveTo>
                <a:cubicBezTo>
                  <a:pt x="4500" y="0"/>
                  <a:pt x="0" y="4500"/>
                  <a:pt x="0" y="10800"/>
                </a:cubicBezTo>
                <a:cubicBezTo>
                  <a:pt x="0" y="17100"/>
                  <a:pt x="4500" y="21600"/>
                  <a:pt x="10800" y="21600"/>
                </a:cubicBezTo>
                <a:cubicBezTo>
                  <a:pt x="17100" y="21600"/>
                  <a:pt x="21600" y="17100"/>
                  <a:pt x="21600" y="10800"/>
                </a:cubicBezTo>
                <a:cubicBezTo>
                  <a:pt x="21600" y="4500"/>
                  <a:pt x="17100" y="0"/>
                  <a:pt x="108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8" name="Shape 8868"/>
          <p:cNvSpPr/>
          <p:nvPr/>
        </p:nvSpPr>
        <p:spPr>
          <a:xfrm>
            <a:off x="3212537" y="10699561"/>
            <a:ext cx="501775" cy="2999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00" y="18900"/>
                </a:moveTo>
                <a:cubicBezTo>
                  <a:pt x="5200" y="0"/>
                  <a:pt x="5200" y="0"/>
                  <a:pt x="5200" y="0"/>
                </a:cubicBezTo>
                <a:cubicBezTo>
                  <a:pt x="3200" y="0"/>
                  <a:pt x="3200" y="0"/>
                  <a:pt x="3200" y="0"/>
                </a:cubicBezTo>
                <a:cubicBezTo>
                  <a:pt x="800" y="0"/>
                  <a:pt x="800" y="0"/>
                  <a:pt x="800" y="0"/>
                </a:cubicBezTo>
                <a:cubicBezTo>
                  <a:pt x="800" y="0"/>
                  <a:pt x="800" y="0"/>
                  <a:pt x="800" y="0"/>
                </a:cubicBezTo>
                <a:cubicBezTo>
                  <a:pt x="400" y="0"/>
                  <a:pt x="0" y="675"/>
                  <a:pt x="0" y="1350"/>
                </a:cubicBezTo>
                <a:cubicBezTo>
                  <a:pt x="0" y="2025"/>
                  <a:pt x="400" y="2700"/>
                  <a:pt x="800" y="2700"/>
                </a:cubicBezTo>
                <a:cubicBezTo>
                  <a:pt x="800" y="2700"/>
                  <a:pt x="800" y="2700"/>
                  <a:pt x="800" y="2700"/>
                </a:cubicBezTo>
                <a:cubicBezTo>
                  <a:pt x="3800" y="2700"/>
                  <a:pt x="3800" y="2700"/>
                  <a:pt x="3800" y="2700"/>
                </a:cubicBezTo>
                <a:cubicBezTo>
                  <a:pt x="6000" y="21600"/>
                  <a:pt x="6000" y="21600"/>
                  <a:pt x="6000" y="21600"/>
                </a:cubicBezTo>
                <a:cubicBezTo>
                  <a:pt x="8400" y="21600"/>
                  <a:pt x="8400" y="21600"/>
                  <a:pt x="84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1200" y="21600"/>
                  <a:pt x="21600" y="20925"/>
                  <a:pt x="21600" y="20250"/>
                </a:cubicBezTo>
                <a:cubicBezTo>
                  <a:pt x="21600" y="19575"/>
                  <a:pt x="21200" y="18900"/>
                  <a:pt x="20800" y="18900"/>
                </a:cubicBezTo>
                <a:lnTo>
                  <a:pt x="7400" y="189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869" name="Shape 8869"/>
          <p:cNvSpPr/>
          <p:nvPr/>
        </p:nvSpPr>
        <p:spPr>
          <a:xfrm>
            <a:off x="3379795" y="10738011"/>
            <a:ext cx="371045" cy="1864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0" y="17280"/>
                </a:moveTo>
                <a:cubicBezTo>
                  <a:pt x="3240" y="17280"/>
                  <a:pt x="3240" y="17280"/>
                  <a:pt x="3240" y="17280"/>
                </a:cubicBezTo>
                <a:cubicBezTo>
                  <a:pt x="2700" y="17280"/>
                  <a:pt x="2160" y="18360"/>
                  <a:pt x="2160" y="19440"/>
                </a:cubicBezTo>
                <a:cubicBezTo>
                  <a:pt x="2160" y="20520"/>
                  <a:pt x="2700" y="21600"/>
                  <a:pt x="3240" y="21600"/>
                </a:cubicBezTo>
                <a:cubicBezTo>
                  <a:pt x="18360" y="21600"/>
                  <a:pt x="18360" y="21600"/>
                  <a:pt x="18360" y="21600"/>
                </a:cubicBezTo>
                <a:cubicBezTo>
                  <a:pt x="18900" y="21600"/>
                  <a:pt x="19440" y="20520"/>
                  <a:pt x="19440" y="19440"/>
                </a:cubicBezTo>
                <a:cubicBezTo>
                  <a:pt x="19440" y="18360"/>
                  <a:pt x="18900" y="17280"/>
                  <a:pt x="18360" y="17280"/>
                </a:cubicBezTo>
                <a:close/>
                <a:moveTo>
                  <a:pt x="19440" y="8640"/>
                </a:moveTo>
                <a:cubicBezTo>
                  <a:pt x="2160" y="8640"/>
                  <a:pt x="2160" y="8640"/>
                  <a:pt x="2160" y="8640"/>
                </a:cubicBezTo>
                <a:cubicBezTo>
                  <a:pt x="1620" y="8640"/>
                  <a:pt x="1080" y="9720"/>
                  <a:pt x="1080" y="10800"/>
                </a:cubicBezTo>
                <a:cubicBezTo>
                  <a:pt x="1080" y="11880"/>
                  <a:pt x="1620" y="12960"/>
                  <a:pt x="2160" y="12960"/>
                </a:cubicBezTo>
                <a:cubicBezTo>
                  <a:pt x="19440" y="12960"/>
                  <a:pt x="19440" y="12960"/>
                  <a:pt x="19440" y="12960"/>
                </a:cubicBezTo>
                <a:cubicBezTo>
                  <a:pt x="19980" y="12960"/>
                  <a:pt x="20520" y="11880"/>
                  <a:pt x="20520" y="10800"/>
                </a:cubicBezTo>
                <a:cubicBezTo>
                  <a:pt x="20520" y="9720"/>
                  <a:pt x="19980" y="8640"/>
                  <a:pt x="19440" y="8640"/>
                </a:cubicBezTo>
                <a:close/>
                <a:moveTo>
                  <a:pt x="20520" y="0"/>
                </a:moveTo>
                <a:cubicBezTo>
                  <a:pt x="1080" y="0"/>
                  <a:pt x="1080" y="0"/>
                  <a:pt x="1080" y="0"/>
                </a:cubicBezTo>
                <a:cubicBezTo>
                  <a:pt x="540" y="0"/>
                  <a:pt x="0" y="1080"/>
                  <a:pt x="0" y="2160"/>
                </a:cubicBezTo>
                <a:cubicBezTo>
                  <a:pt x="0" y="3240"/>
                  <a:pt x="540" y="4320"/>
                  <a:pt x="1080" y="4320"/>
                </a:cubicBezTo>
                <a:cubicBezTo>
                  <a:pt x="20520" y="4320"/>
                  <a:pt x="20520" y="4320"/>
                  <a:pt x="20520" y="4320"/>
                </a:cubicBezTo>
                <a:cubicBezTo>
                  <a:pt x="21060" y="4320"/>
                  <a:pt x="21600" y="3240"/>
                  <a:pt x="21600" y="2160"/>
                </a:cubicBezTo>
                <a:cubicBezTo>
                  <a:pt x="21600" y="1080"/>
                  <a:pt x="21060" y="0"/>
                  <a:pt x="2052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8888" name="Group 8888"/>
          <p:cNvGrpSpPr/>
          <p:nvPr/>
        </p:nvGrpSpPr>
        <p:grpSpPr>
          <a:xfrm>
            <a:off x="8853486" y="3160713"/>
            <a:ext cx="22313903" cy="11593171"/>
            <a:chOff x="0" y="0"/>
            <a:chExt cx="22313901" cy="11593169"/>
          </a:xfrm>
        </p:grpSpPr>
        <p:sp>
          <p:nvSpPr>
            <p:cNvPr id="8870" name="Shape 8870"/>
            <p:cNvSpPr/>
            <p:nvPr/>
          </p:nvSpPr>
          <p:spPr>
            <a:xfrm>
              <a:off x="150824" y="142875"/>
              <a:ext cx="22163078" cy="106949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30"/>
                  </a:moveTo>
                  <a:cubicBezTo>
                    <a:pt x="101" y="20935"/>
                    <a:pt x="10611" y="0"/>
                    <a:pt x="10611" y="0"/>
                  </a:cubicBezTo>
                  <a:lnTo>
                    <a:pt x="21600" y="6550"/>
                  </a:lnTo>
                  <a:lnTo>
                    <a:pt x="15666" y="21600"/>
                  </a:lnTo>
                  <a:lnTo>
                    <a:pt x="0" y="2133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1" name="Shape 8871"/>
            <p:cNvSpPr/>
            <p:nvPr/>
          </p:nvSpPr>
          <p:spPr>
            <a:xfrm>
              <a:off x="0" y="0"/>
              <a:ext cx="22163077" cy="106934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30"/>
                  </a:moveTo>
                  <a:cubicBezTo>
                    <a:pt x="101" y="20935"/>
                    <a:pt x="10611" y="0"/>
                    <a:pt x="10611" y="0"/>
                  </a:cubicBezTo>
                  <a:lnTo>
                    <a:pt x="21600" y="6550"/>
                  </a:lnTo>
                  <a:lnTo>
                    <a:pt x="15666" y="21600"/>
                  </a:lnTo>
                  <a:lnTo>
                    <a:pt x="0" y="21330"/>
                  </a:lnTo>
                  <a:close/>
                </a:path>
              </a:pathLst>
            </a:custGeom>
            <a:solidFill>
              <a:srgbClr val="FFFFFF"/>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2" name="Shape 8872"/>
            <p:cNvSpPr/>
            <p:nvPr/>
          </p:nvSpPr>
          <p:spPr>
            <a:xfrm>
              <a:off x="10255979" y="850900"/>
              <a:ext cx="3046630" cy="13843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68" y="0"/>
                  </a:moveTo>
                  <a:lnTo>
                    <a:pt x="0" y="8106"/>
                  </a:lnTo>
                  <a:lnTo>
                    <a:pt x="18424" y="21600"/>
                  </a:lnTo>
                  <a:lnTo>
                    <a:pt x="21600" y="13941"/>
                  </a:lnTo>
                  <a:lnTo>
                    <a:pt x="3868" y="0"/>
                  </a:lnTo>
                  <a:close/>
                </a:path>
              </a:pathLst>
            </a:custGeom>
            <a:solidFill>
              <a:srgbClr val="F2394A"/>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3" name="Shape 8873"/>
            <p:cNvSpPr/>
            <p:nvPr/>
          </p:nvSpPr>
          <p:spPr>
            <a:xfrm>
              <a:off x="9108136" y="1957387"/>
              <a:ext cx="10048003" cy="37877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3" y="0"/>
                  </a:moveTo>
                  <a:lnTo>
                    <a:pt x="0" y="2964"/>
                  </a:lnTo>
                  <a:lnTo>
                    <a:pt x="20405" y="21600"/>
                  </a:lnTo>
                  <a:lnTo>
                    <a:pt x="21600" y="18300"/>
                  </a:lnTo>
                  <a:lnTo>
                    <a:pt x="1173" y="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4" name="Shape 8874"/>
            <p:cNvSpPr/>
            <p:nvPr/>
          </p:nvSpPr>
          <p:spPr>
            <a:xfrm>
              <a:off x="8304802" y="2820987"/>
              <a:ext cx="10048003" cy="37861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3" y="0"/>
                  </a:moveTo>
                  <a:lnTo>
                    <a:pt x="0" y="2964"/>
                  </a:lnTo>
                  <a:lnTo>
                    <a:pt x="20405" y="21600"/>
                  </a:lnTo>
                  <a:lnTo>
                    <a:pt x="21600" y="18300"/>
                  </a:lnTo>
                  <a:lnTo>
                    <a:pt x="1173" y="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5" name="Shape 8875"/>
            <p:cNvSpPr/>
            <p:nvPr/>
          </p:nvSpPr>
          <p:spPr>
            <a:xfrm>
              <a:off x="7426852" y="3743325"/>
              <a:ext cx="10048004" cy="37861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3" y="0"/>
                  </a:moveTo>
                  <a:lnTo>
                    <a:pt x="0" y="2964"/>
                  </a:lnTo>
                  <a:lnTo>
                    <a:pt x="20405" y="21600"/>
                  </a:lnTo>
                  <a:lnTo>
                    <a:pt x="21600" y="18300"/>
                  </a:lnTo>
                  <a:lnTo>
                    <a:pt x="1173" y="0"/>
                  </a:lnTo>
                  <a:close/>
                </a:path>
              </a:pathLst>
            </a:custGeom>
            <a:solidFill>
              <a:srgbClr val="D6D6D6"/>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6" name="Shape 8876"/>
            <p:cNvSpPr/>
            <p:nvPr/>
          </p:nvSpPr>
          <p:spPr>
            <a:xfrm>
              <a:off x="9733654" y="5929312"/>
              <a:ext cx="3046630" cy="13843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68" y="0"/>
                  </a:moveTo>
                  <a:lnTo>
                    <a:pt x="0" y="8106"/>
                  </a:lnTo>
                  <a:lnTo>
                    <a:pt x="18424" y="21600"/>
                  </a:lnTo>
                  <a:lnTo>
                    <a:pt x="21600" y="13941"/>
                  </a:lnTo>
                  <a:lnTo>
                    <a:pt x="3868" y="0"/>
                  </a:lnTo>
                  <a:close/>
                </a:path>
              </a:pathLst>
            </a:custGeom>
            <a:solidFill>
              <a:srgbClr val="A7C46E"/>
            </a:solidFill>
            <a:ln w="381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7" name="Shape 8877"/>
            <p:cNvSpPr/>
            <p:nvPr/>
          </p:nvSpPr>
          <p:spPr>
            <a:xfrm rot="2940000">
              <a:off x="5490038" y="6135529"/>
              <a:ext cx="1830389" cy="2113087"/>
            </a:xfrm>
            <a:custGeom>
              <a:avLst/>
              <a:gdLst/>
              <a:ahLst/>
              <a:cxnLst>
                <a:cxn ang="0">
                  <a:pos x="wd2" y="hd2"/>
                </a:cxn>
                <a:cxn ang="5400000">
                  <a:pos x="wd2" y="hd2"/>
                </a:cxn>
                <a:cxn ang="10800000">
                  <a:pos x="wd2" y="hd2"/>
                </a:cxn>
                <a:cxn ang="16200000">
                  <a:pos x="wd2" y="hd2"/>
                </a:cxn>
              </a:cxnLst>
              <a:rect l="0" t="0" r="r" b="b"/>
              <a:pathLst>
                <a:path w="19677" h="19678" fill="norm" stroke="1" extrusionOk="0">
                  <a:moveTo>
                    <a:pt x="16798" y="2881"/>
                  </a:moveTo>
                  <a:cubicBezTo>
                    <a:pt x="20639" y="6722"/>
                    <a:pt x="20637" y="12952"/>
                    <a:pt x="16794" y="16795"/>
                  </a:cubicBezTo>
                  <a:cubicBezTo>
                    <a:pt x="12951" y="20638"/>
                    <a:pt x="6722" y="20639"/>
                    <a:pt x="2880" y="16797"/>
                  </a:cubicBezTo>
                  <a:cubicBezTo>
                    <a:pt x="-961" y="12956"/>
                    <a:pt x="-959" y="6726"/>
                    <a:pt x="2884" y="2883"/>
                  </a:cubicBezTo>
                  <a:cubicBezTo>
                    <a:pt x="6727" y="-960"/>
                    <a:pt x="12956" y="-961"/>
                    <a:pt x="16798" y="2881"/>
                  </a:cubicBezTo>
                </a:path>
              </a:pathLst>
            </a:custGeom>
            <a:solidFill>
              <a:srgbClr val="AAB3CB"/>
            </a:solidFill>
            <a:ln w="25400" cap="flat">
              <a:solidFill>
                <a:srgbClr val="FFFFFF"/>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8" name="Shape 8878"/>
            <p:cNvSpPr/>
            <p:nvPr/>
          </p:nvSpPr>
          <p:spPr>
            <a:xfrm rot="2940000">
              <a:off x="8887531" y="7638890"/>
              <a:ext cx="1830388" cy="2111499"/>
            </a:xfrm>
            <a:custGeom>
              <a:avLst/>
              <a:gdLst/>
              <a:ahLst/>
              <a:cxnLst>
                <a:cxn ang="0">
                  <a:pos x="wd2" y="hd2"/>
                </a:cxn>
                <a:cxn ang="5400000">
                  <a:pos x="wd2" y="hd2"/>
                </a:cxn>
                <a:cxn ang="10800000">
                  <a:pos x="wd2" y="hd2"/>
                </a:cxn>
                <a:cxn ang="16200000">
                  <a:pos x="wd2" y="hd2"/>
                </a:cxn>
              </a:cxnLst>
              <a:rect l="0" t="0" r="r" b="b"/>
              <a:pathLst>
                <a:path w="19677" h="19678" fill="norm" stroke="1" extrusionOk="0">
                  <a:moveTo>
                    <a:pt x="16798" y="2881"/>
                  </a:moveTo>
                  <a:cubicBezTo>
                    <a:pt x="20639" y="6722"/>
                    <a:pt x="20637" y="12952"/>
                    <a:pt x="16794" y="16795"/>
                  </a:cubicBezTo>
                  <a:cubicBezTo>
                    <a:pt x="12951" y="20638"/>
                    <a:pt x="6722" y="20639"/>
                    <a:pt x="2880" y="16797"/>
                  </a:cubicBezTo>
                  <a:cubicBezTo>
                    <a:pt x="-961" y="12956"/>
                    <a:pt x="-959" y="6726"/>
                    <a:pt x="2884" y="2883"/>
                  </a:cubicBezTo>
                  <a:cubicBezTo>
                    <a:pt x="6727" y="-960"/>
                    <a:pt x="12956" y="-961"/>
                    <a:pt x="16798" y="2881"/>
                  </a:cubicBezTo>
                </a:path>
              </a:pathLst>
            </a:custGeom>
            <a:solidFill>
              <a:srgbClr val="AAB3CB"/>
            </a:solidFill>
            <a:ln w="25400" cap="flat">
              <a:solidFill>
                <a:srgbClr val="FFFFFF"/>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79" name="Shape 8879"/>
            <p:cNvSpPr/>
            <p:nvPr/>
          </p:nvSpPr>
          <p:spPr>
            <a:xfrm rot="2940000">
              <a:off x="12223108" y="9153366"/>
              <a:ext cx="1828801" cy="2113086"/>
            </a:xfrm>
            <a:custGeom>
              <a:avLst/>
              <a:gdLst/>
              <a:ahLst/>
              <a:cxnLst>
                <a:cxn ang="0">
                  <a:pos x="wd2" y="hd2"/>
                </a:cxn>
                <a:cxn ang="5400000">
                  <a:pos x="wd2" y="hd2"/>
                </a:cxn>
                <a:cxn ang="10800000">
                  <a:pos x="wd2" y="hd2"/>
                </a:cxn>
                <a:cxn ang="16200000">
                  <a:pos x="wd2" y="hd2"/>
                </a:cxn>
              </a:cxnLst>
              <a:rect l="0" t="0" r="r" b="b"/>
              <a:pathLst>
                <a:path w="19677" h="19678" fill="norm" stroke="1" extrusionOk="0">
                  <a:moveTo>
                    <a:pt x="16797" y="2881"/>
                  </a:moveTo>
                  <a:cubicBezTo>
                    <a:pt x="20638" y="6722"/>
                    <a:pt x="20636" y="12952"/>
                    <a:pt x="16793" y="16795"/>
                  </a:cubicBezTo>
                  <a:cubicBezTo>
                    <a:pt x="12950" y="20638"/>
                    <a:pt x="6721" y="20639"/>
                    <a:pt x="2879" y="16797"/>
                  </a:cubicBezTo>
                  <a:cubicBezTo>
                    <a:pt x="-962" y="12956"/>
                    <a:pt x="-960" y="6726"/>
                    <a:pt x="2883" y="2883"/>
                  </a:cubicBezTo>
                  <a:cubicBezTo>
                    <a:pt x="6726" y="-960"/>
                    <a:pt x="12955" y="-961"/>
                    <a:pt x="16797" y="2881"/>
                  </a:cubicBezTo>
                </a:path>
              </a:pathLst>
            </a:custGeom>
            <a:solidFill>
              <a:srgbClr val="AAB3CB"/>
            </a:solidFill>
            <a:ln w="25400" cap="flat">
              <a:solidFill>
                <a:srgbClr val="FFFFFF"/>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0" name="Shape 8880"/>
            <p:cNvSpPr/>
            <p:nvPr/>
          </p:nvSpPr>
          <p:spPr>
            <a:xfrm>
              <a:off x="4224639" y="7953375"/>
              <a:ext cx="2356018"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1" name="Shape 8881"/>
            <p:cNvSpPr/>
            <p:nvPr/>
          </p:nvSpPr>
          <p:spPr>
            <a:xfrm>
              <a:off x="3915054" y="8204200"/>
              <a:ext cx="2356019"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2" name="Shape 8882"/>
            <p:cNvSpPr/>
            <p:nvPr/>
          </p:nvSpPr>
          <p:spPr>
            <a:xfrm>
              <a:off x="3557840" y="8516937"/>
              <a:ext cx="2356019" cy="850901"/>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3" name="Shape 8883"/>
            <p:cNvSpPr/>
            <p:nvPr/>
          </p:nvSpPr>
          <p:spPr>
            <a:xfrm>
              <a:off x="3230792" y="8829675"/>
              <a:ext cx="2356019" cy="850900"/>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4" name="Shape 8884"/>
            <p:cNvSpPr/>
            <p:nvPr/>
          </p:nvSpPr>
          <p:spPr>
            <a:xfrm>
              <a:off x="7844396" y="9424986"/>
              <a:ext cx="2356018" cy="849314"/>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5" name="Shape 8885"/>
            <p:cNvSpPr/>
            <p:nvPr/>
          </p:nvSpPr>
          <p:spPr>
            <a:xfrm>
              <a:off x="7531637" y="9677399"/>
              <a:ext cx="2356018" cy="850901"/>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6" name="Shape 8886"/>
            <p:cNvSpPr/>
            <p:nvPr/>
          </p:nvSpPr>
          <p:spPr>
            <a:xfrm>
              <a:off x="7174423" y="9990136"/>
              <a:ext cx="2356018" cy="850901"/>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8887" name="Shape 8887"/>
            <p:cNvSpPr/>
            <p:nvPr/>
          </p:nvSpPr>
          <p:spPr>
            <a:xfrm>
              <a:off x="6847375" y="10301288"/>
              <a:ext cx="2356018" cy="850901"/>
            </a:xfrm>
            <a:prstGeom prst="line">
              <a:avLst/>
            </a:prstGeom>
            <a:noFill/>
            <a:ln w="101600" cap="flat">
              <a:solidFill>
                <a:srgbClr val="AAAAAA"/>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8889" name="Shape 8889"/>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8861"/>
                                        </p:tgtEl>
                                        <p:attrNameLst>
                                          <p:attrName>style.visibility</p:attrName>
                                        </p:attrNameLst>
                                      </p:cBhvr>
                                      <p:to>
                                        <p:strVal val="visible"/>
                                      </p:to>
                                    </p:set>
                                    <p:animEffect filter="wipe(down)" transition="in">
                                      <p:cBhvr>
                                        <p:cTn id="7" dur="500"/>
                                        <p:tgtEl>
                                          <p:spTgt spid="8861"/>
                                        </p:tgtEl>
                                      </p:cBhvr>
                                    </p:animEffect>
                                  </p:childTnLst>
                                </p:cTn>
                              </p:par>
                            </p:childTnLst>
                          </p:cTn>
                        </p:par>
                        <p:par>
                          <p:cTn id="8" fill="hold">
                            <p:stCondLst>
                              <p:cond delay="500"/>
                            </p:stCondLst>
                            <p:childTnLst>
                              <p:par>
                                <p:cTn id="9" presetClass="entr" nodeType="afterEffect" presetSubtype="4" presetID="22" grpId="2" fill="hold">
                                  <p:stCondLst>
                                    <p:cond delay="0"/>
                                  </p:stCondLst>
                                  <p:iterate type="el" backwards="0">
                                    <p:tmAbs val="0"/>
                                  </p:iterate>
                                  <p:childTnLst>
                                    <p:set>
                                      <p:cBhvr>
                                        <p:cTn id="10" fill="hold"/>
                                        <p:tgtEl>
                                          <p:spTgt spid="8862"/>
                                        </p:tgtEl>
                                        <p:attrNameLst>
                                          <p:attrName>style.visibility</p:attrName>
                                        </p:attrNameLst>
                                      </p:cBhvr>
                                      <p:to>
                                        <p:strVal val="visible"/>
                                      </p:to>
                                    </p:set>
                                    <p:animEffect filter="wipe(down)" transition="in">
                                      <p:cBhvr>
                                        <p:cTn id="11" dur="500"/>
                                        <p:tgtEl>
                                          <p:spTgt spid="8862"/>
                                        </p:tgtEl>
                                      </p:cBhvr>
                                    </p:animEffect>
                                  </p:childTnLst>
                                </p:cTn>
                              </p:par>
                            </p:childTnLst>
                          </p:cTn>
                        </p:par>
                      </p:childTnLst>
                    </p:cTn>
                  </p:par>
                  <p:par>
                    <p:cTn id="12" fill="hold">
                      <p:stCondLst>
                        <p:cond delay="indefinite"/>
                      </p:stCondLst>
                      <p:childTnLst>
                        <p:par>
                          <p:cTn id="13" fill="hold">
                            <p:stCondLst>
                              <p:cond delay="0"/>
                            </p:stCondLst>
                            <p:childTnLst>
                              <p:par>
                                <p:cTn id="14" presetClass="entr" nodeType="clickEffect" presetSubtype="4" presetID="2" grpId="3" fill="hold">
                                  <p:stCondLst>
                                    <p:cond delay="0"/>
                                  </p:stCondLst>
                                  <p:iterate type="el" backwards="0">
                                    <p:tmAbs val="0"/>
                                  </p:iterate>
                                  <p:childTnLst>
                                    <p:set>
                                      <p:cBhvr>
                                        <p:cTn id="15" fill="hold"/>
                                        <p:tgtEl>
                                          <p:spTgt spid="8888"/>
                                        </p:tgtEl>
                                        <p:attrNameLst>
                                          <p:attrName>style.visibility</p:attrName>
                                        </p:attrNameLst>
                                      </p:cBhvr>
                                      <p:to>
                                        <p:strVal val="visible"/>
                                      </p:to>
                                    </p:set>
                                    <p:anim calcmode="lin" valueType="num">
                                      <p:cBhvr>
                                        <p:cTn id="16" dur="500" fill="hold"/>
                                        <p:tgtEl>
                                          <p:spTgt spid="8888"/>
                                        </p:tgtEl>
                                        <p:attrNameLst>
                                          <p:attrName>ppt_x</p:attrName>
                                        </p:attrNameLst>
                                      </p:cBhvr>
                                      <p:tavLst>
                                        <p:tav tm="0">
                                          <p:val>
                                            <p:strVal val="#ppt_x"/>
                                          </p:val>
                                        </p:tav>
                                        <p:tav tm="100000">
                                          <p:val>
                                            <p:strVal val="#ppt_x"/>
                                          </p:val>
                                        </p:tav>
                                      </p:tavLst>
                                    </p:anim>
                                    <p:anim calcmode="lin" valueType="num">
                                      <p:cBhvr>
                                        <p:cTn id="17" dur="500" fill="hold"/>
                                        <p:tgtEl>
                                          <p:spTgt spid="888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888" grpId="3"/>
      <p:bldP build="whole" bldLvl="1" animBg="1" rev="0" advAuto="0" spid="8861" grpId="1"/>
      <p:bldP build="whole" bldLvl="1" animBg="1" rev="0" advAuto="0" spid="8862" grpId="2"/>
    </p:bldLst>
  </p:timing>
</p:sld>
</file>

<file path=ppt/slides/slide20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grpSp>
        <p:nvGrpSpPr>
          <p:cNvPr id="8898" name="Group 8898"/>
          <p:cNvGrpSpPr/>
          <p:nvPr/>
        </p:nvGrpSpPr>
        <p:grpSpPr>
          <a:xfrm>
            <a:off x="9450637" y="4494969"/>
            <a:ext cx="844085" cy="660919"/>
            <a:chOff x="0" y="0"/>
            <a:chExt cx="844084" cy="660917"/>
          </a:xfrm>
        </p:grpSpPr>
        <p:sp>
          <p:nvSpPr>
            <p:cNvPr id="8891" name="Shape 8891"/>
            <p:cNvSpPr/>
            <p:nvPr/>
          </p:nvSpPr>
          <p:spPr>
            <a:xfrm>
              <a:off x="104244" y="100933"/>
              <a:ext cx="528840" cy="427026"/>
            </a:xfrm>
            <a:custGeom>
              <a:avLst/>
              <a:gdLst/>
              <a:ahLst/>
              <a:cxnLst>
                <a:cxn ang="0">
                  <a:pos x="wd2" y="hd2"/>
                </a:cxn>
                <a:cxn ang="5400000">
                  <a:pos x="wd2" y="hd2"/>
                </a:cxn>
                <a:cxn ang="10800000">
                  <a:pos x="wd2" y="hd2"/>
                </a:cxn>
                <a:cxn ang="16200000">
                  <a:pos x="wd2" y="hd2"/>
                </a:cxn>
              </a:cxnLst>
              <a:rect l="0" t="0" r="r" b="b"/>
              <a:pathLst>
                <a:path w="20832" h="21600" fill="norm" stroke="1" extrusionOk="0">
                  <a:moveTo>
                    <a:pt x="18957" y="1045"/>
                  </a:moveTo>
                  <a:cubicBezTo>
                    <a:pt x="16065" y="348"/>
                    <a:pt x="13263" y="0"/>
                    <a:pt x="10461" y="0"/>
                  </a:cubicBezTo>
                  <a:cubicBezTo>
                    <a:pt x="7569" y="0"/>
                    <a:pt x="4767" y="348"/>
                    <a:pt x="1966" y="1045"/>
                  </a:cubicBezTo>
                  <a:cubicBezTo>
                    <a:pt x="1604" y="1161"/>
                    <a:pt x="1243" y="1510"/>
                    <a:pt x="1152" y="1974"/>
                  </a:cubicBezTo>
                  <a:cubicBezTo>
                    <a:pt x="-384" y="7781"/>
                    <a:pt x="-384" y="13703"/>
                    <a:pt x="1152" y="19626"/>
                  </a:cubicBezTo>
                  <a:cubicBezTo>
                    <a:pt x="1243" y="20090"/>
                    <a:pt x="1604" y="20439"/>
                    <a:pt x="1966" y="20555"/>
                  </a:cubicBezTo>
                  <a:cubicBezTo>
                    <a:pt x="4767" y="21252"/>
                    <a:pt x="7569" y="21600"/>
                    <a:pt x="10461" y="21600"/>
                  </a:cubicBezTo>
                  <a:cubicBezTo>
                    <a:pt x="13263" y="21600"/>
                    <a:pt x="16065" y="21252"/>
                    <a:pt x="18957" y="20555"/>
                  </a:cubicBezTo>
                  <a:cubicBezTo>
                    <a:pt x="19318" y="20439"/>
                    <a:pt x="19589" y="20090"/>
                    <a:pt x="19680" y="19626"/>
                  </a:cubicBezTo>
                  <a:cubicBezTo>
                    <a:pt x="21216" y="13703"/>
                    <a:pt x="21216" y="7781"/>
                    <a:pt x="19680" y="1974"/>
                  </a:cubicBezTo>
                  <a:cubicBezTo>
                    <a:pt x="19589" y="1510"/>
                    <a:pt x="19318" y="1161"/>
                    <a:pt x="18957" y="1045"/>
                  </a:cubicBezTo>
                  <a:close/>
                  <a:moveTo>
                    <a:pt x="18685" y="19161"/>
                  </a:moveTo>
                  <a:cubicBezTo>
                    <a:pt x="13172" y="20671"/>
                    <a:pt x="7660" y="20671"/>
                    <a:pt x="2147" y="19161"/>
                  </a:cubicBezTo>
                  <a:cubicBezTo>
                    <a:pt x="701" y="13587"/>
                    <a:pt x="701" y="8013"/>
                    <a:pt x="2147" y="2439"/>
                  </a:cubicBezTo>
                  <a:cubicBezTo>
                    <a:pt x="7660" y="929"/>
                    <a:pt x="13172" y="929"/>
                    <a:pt x="18685" y="2439"/>
                  </a:cubicBezTo>
                  <a:cubicBezTo>
                    <a:pt x="20131" y="8013"/>
                    <a:pt x="20131" y="13587"/>
                    <a:pt x="18685" y="19161"/>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892" name="Shape 8892"/>
            <p:cNvSpPr/>
            <p:nvPr/>
          </p:nvSpPr>
          <p:spPr>
            <a:xfrm>
              <a:off x="-1" y="0"/>
              <a:ext cx="844086" cy="660919"/>
            </a:xfrm>
            <a:custGeom>
              <a:avLst/>
              <a:gdLst/>
              <a:ahLst/>
              <a:cxnLst>
                <a:cxn ang="0">
                  <a:pos x="wd2" y="hd2"/>
                </a:cxn>
                <a:cxn ang="5400000">
                  <a:pos x="wd2" y="hd2"/>
                </a:cxn>
                <a:cxn ang="10800000">
                  <a:pos x="wd2" y="hd2"/>
                </a:cxn>
                <a:cxn ang="16200000">
                  <a:pos x="wd2" y="hd2"/>
                </a:cxn>
              </a:cxnLst>
              <a:rect l="0" t="0" r="r" b="b"/>
              <a:pathLst>
                <a:path w="21084" h="21600" fill="norm" stroke="1" extrusionOk="0">
                  <a:moveTo>
                    <a:pt x="20311" y="2025"/>
                  </a:moveTo>
                  <a:cubicBezTo>
                    <a:pt x="20196" y="1275"/>
                    <a:pt x="19738" y="750"/>
                    <a:pt x="19222" y="675"/>
                  </a:cubicBezTo>
                  <a:cubicBezTo>
                    <a:pt x="16357" y="225"/>
                    <a:pt x="13435" y="0"/>
                    <a:pt x="10571" y="0"/>
                  </a:cubicBezTo>
                  <a:cubicBezTo>
                    <a:pt x="7649" y="0"/>
                    <a:pt x="4727" y="225"/>
                    <a:pt x="1862" y="675"/>
                  </a:cubicBezTo>
                  <a:cubicBezTo>
                    <a:pt x="1346" y="750"/>
                    <a:pt x="888" y="1275"/>
                    <a:pt x="773" y="2025"/>
                  </a:cubicBezTo>
                  <a:cubicBezTo>
                    <a:pt x="-258" y="7575"/>
                    <a:pt x="-258" y="13200"/>
                    <a:pt x="773" y="18750"/>
                  </a:cubicBezTo>
                  <a:cubicBezTo>
                    <a:pt x="888" y="19425"/>
                    <a:pt x="1346" y="19950"/>
                    <a:pt x="1862" y="20025"/>
                  </a:cubicBezTo>
                  <a:cubicBezTo>
                    <a:pt x="3237" y="20250"/>
                    <a:pt x="4669" y="20400"/>
                    <a:pt x="6044" y="20550"/>
                  </a:cubicBezTo>
                  <a:cubicBezTo>
                    <a:pt x="5987" y="20625"/>
                    <a:pt x="5930" y="20625"/>
                    <a:pt x="5930" y="20700"/>
                  </a:cubicBezTo>
                  <a:cubicBezTo>
                    <a:pt x="5930" y="21225"/>
                    <a:pt x="7992" y="21600"/>
                    <a:pt x="10571" y="21600"/>
                  </a:cubicBezTo>
                  <a:cubicBezTo>
                    <a:pt x="13092" y="21600"/>
                    <a:pt x="15154" y="21225"/>
                    <a:pt x="15154" y="20700"/>
                  </a:cubicBezTo>
                  <a:cubicBezTo>
                    <a:pt x="15154" y="20625"/>
                    <a:pt x="15097" y="20625"/>
                    <a:pt x="15040" y="20550"/>
                  </a:cubicBezTo>
                  <a:cubicBezTo>
                    <a:pt x="16415" y="20400"/>
                    <a:pt x="17847" y="20250"/>
                    <a:pt x="19222" y="20025"/>
                  </a:cubicBezTo>
                  <a:cubicBezTo>
                    <a:pt x="19738" y="19950"/>
                    <a:pt x="20196" y="19425"/>
                    <a:pt x="20311" y="18750"/>
                  </a:cubicBezTo>
                  <a:cubicBezTo>
                    <a:pt x="21342" y="13200"/>
                    <a:pt x="21342" y="7575"/>
                    <a:pt x="20311" y="2025"/>
                  </a:cubicBezTo>
                  <a:close/>
                  <a:moveTo>
                    <a:pt x="19050" y="18300"/>
                  </a:moveTo>
                  <a:cubicBezTo>
                    <a:pt x="13378" y="19200"/>
                    <a:pt x="7706" y="19200"/>
                    <a:pt x="2034" y="18300"/>
                  </a:cubicBezTo>
                  <a:cubicBezTo>
                    <a:pt x="1060" y="13050"/>
                    <a:pt x="1060" y="7725"/>
                    <a:pt x="2034" y="2400"/>
                  </a:cubicBezTo>
                  <a:cubicBezTo>
                    <a:pt x="7706" y="1500"/>
                    <a:pt x="13378" y="1500"/>
                    <a:pt x="19050" y="2400"/>
                  </a:cubicBezTo>
                  <a:cubicBezTo>
                    <a:pt x="20024" y="7725"/>
                    <a:pt x="20024" y="13050"/>
                    <a:pt x="19050" y="1830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893" name="Shape 8893"/>
            <p:cNvSpPr/>
            <p:nvPr/>
          </p:nvSpPr>
          <p:spPr>
            <a:xfrm>
              <a:off x="659332" y="132959"/>
              <a:ext cx="80554" cy="7861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91" y="21600"/>
                  </a:moveTo>
                  <a:cubicBezTo>
                    <a:pt x="16663" y="21600"/>
                    <a:pt x="21600" y="16518"/>
                    <a:pt x="21600" y="10800"/>
                  </a:cubicBezTo>
                  <a:cubicBezTo>
                    <a:pt x="21600" y="4447"/>
                    <a:pt x="16663" y="0"/>
                    <a:pt x="10491" y="0"/>
                  </a:cubicBezTo>
                  <a:cubicBezTo>
                    <a:pt x="4937" y="0"/>
                    <a:pt x="0" y="4447"/>
                    <a:pt x="0" y="10800"/>
                  </a:cubicBezTo>
                  <a:cubicBezTo>
                    <a:pt x="0" y="16518"/>
                    <a:pt x="4937" y="21600"/>
                    <a:pt x="10491" y="21600"/>
                  </a:cubicBezTo>
                  <a:close/>
                  <a:moveTo>
                    <a:pt x="10491" y="6988"/>
                  </a:moveTo>
                  <a:cubicBezTo>
                    <a:pt x="12960" y="6988"/>
                    <a:pt x="14194" y="8894"/>
                    <a:pt x="14194" y="10800"/>
                  </a:cubicBezTo>
                  <a:cubicBezTo>
                    <a:pt x="14194" y="12706"/>
                    <a:pt x="12960" y="14612"/>
                    <a:pt x="10491" y="14612"/>
                  </a:cubicBezTo>
                  <a:cubicBezTo>
                    <a:pt x="8640" y="14612"/>
                    <a:pt x="7406" y="12706"/>
                    <a:pt x="7406" y="10800"/>
                  </a:cubicBezTo>
                  <a:cubicBezTo>
                    <a:pt x="7406" y="8894"/>
                    <a:pt x="8640" y="6988"/>
                    <a:pt x="10491" y="6988"/>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894" name="Shape 8894"/>
            <p:cNvSpPr/>
            <p:nvPr/>
          </p:nvSpPr>
          <p:spPr>
            <a:xfrm>
              <a:off x="634099" y="474579"/>
              <a:ext cx="105787" cy="28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348" y="0"/>
                    <a:pt x="2348" y="0"/>
                    <a:pt x="2348" y="0"/>
                  </a:cubicBezTo>
                  <a:cubicBezTo>
                    <a:pt x="939" y="0"/>
                    <a:pt x="0" y="5400"/>
                    <a:pt x="0" y="10800"/>
                  </a:cubicBezTo>
                  <a:cubicBezTo>
                    <a:pt x="0" y="16200"/>
                    <a:pt x="939" y="21600"/>
                    <a:pt x="2348" y="21600"/>
                  </a:cubicBezTo>
                  <a:cubicBezTo>
                    <a:pt x="18783" y="21600"/>
                    <a:pt x="18783" y="21600"/>
                    <a:pt x="18783" y="21600"/>
                  </a:cubicBezTo>
                  <a:cubicBezTo>
                    <a:pt x="20191" y="21600"/>
                    <a:pt x="21600" y="16200"/>
                    <a:pt x="21600" y="10800"/>
                  </a:cubicBezTo>
                  <a:cubicBezTo>
                    <a:pt x="21600" y="5400"/>
                    <a:pt x="20191" y="0"/>
                    <a:pt x="1878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895" name="Shape 8895"/>
            <p:cNvSpPr/>
            <p:nvPr/>
          </p:nvSpPr>
          <p:spPr>
            <a:xfrm>
              <a:off x="659332" y="396938"/>
              <a:ext cx="105788" cy="252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817" y="0"/>
                    <a:pt x="2817" y="0"/>
                    <a:pt x="2817" y="0"/>
                  </a:cubicBezTo>
                  <a:cubicBezTo>
                    <a:pt x="1409" y="0"/>
                    <a:pt x="0" y="3927"/>
                    <a:pt x="0" y="9818"/>
                  </a:cubicBezTo>
                  <a:cubicBezTo>
                    <a:pt x="0" y="17673"/>
                    <a:pt x="1409" y="21600"/>
                    <a:pt x="2817" y="21600"/>
                  </a:cubicBezTo>
                  <a:cubicBezTo>
                    <a:pt x="18783" y="21600"/>
                    <a:pt x="18783" y="21600"/>
                    <a:pt x="18783" y="21600"/>
                  </a:cubicBezTo>
                  <a:cubicBezTo>
                    <a:pt x="20661" y="21600"/>
                    <a:pt x="21600" y="17673"/>
                    <a:pt x="21600" y="9818"/>
                  </a:cubicBezTo>
                  <a:cubicBezTo>
                    <a:pt x="21600" y="3927"/>
                    <a:pt x="20661" y="0"/>
                    <a:pt x="1878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896" name="Shape 8896"/>
            <p:cNvSpPr/>
            <p:nvPr/>
          </p:nvSpPr>
          <p:spPr>
            <a:xfrm>
              <a:off x="659332" y="316386"/>
              <a:ext cx="105788" cy="281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83" y="0"/>
                  </a:moveTo>
                  <a:cubicBezTo>
                    <a:pt x="2817" y="0"/>
                    <a:pt x="2817" y="0"/>
                    <a:pt x="2817" y="0"/>
                  </a:cubicBezTo>
                  <a:cubicBezTo>
                    <a:pt x="1409" y="0"/>
                    <a:pt x="0" y="5400"/>
                    <a:pt x="0" y="10800"/>
                  </a:cubicBezTo>
                  <a:cubicBezTo>
                    <a:pt x="0" y="16200"/>
                    <a:pt x="1409" y="21600"/>
                    <a:pt x="2817" y="21600"/>
                  </a:cubicBezTo>
                  <a:cubicBezTo>
                    <a:pt x="18783" y="21600"/>
                    <a:pt x="18783" y="21600"/>
                    <a:pt x="18783" y="21600"/>
                  </a:cubicBezTo>
                  <a:cubicBezTo>
                    <a:pt x="20661" y="21600"/>
                    <a:pt x="21600" y="16200"/>
                    <a:pt x="21600" y="10800"/>
                  </a:cubicBezTo>
                  <a:cubicBezTo>
                    <a:pt x="21600" y="5400"/>
                    <a:pt x="20661" y="0"/>
                    <a:pt x="18783"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897" name="Shape 8897"/>
            <p:cNvSpPr/>
            <p:nvPr/>
          </p:nvSpPr>
          <p:spPr>
            <a:xfrm>
              <a:off x="211925" y="206718"/>
              <a:ext cx="158195" cy="1096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22" y="0"/>
                  </a:moveTo>
                  <a:cubicBezTo>
                    <a:pt x="3130" y="1800"/>
                    <a:pt x="3130" y="1800"/>
                    <a:pt x="3130" y="1800"/>
                  </a:cubicBezTo>
                  <a:cubicBezTo>
                    <a:pt x="2191" y="1800"/>
                    <a:pt x="1252" y="3150"/>
                    <a:pt x="939" y="4500"/>
                  </a:cubicBezTo>
                  <a:cubicBezTo>
                    <a:pt x="0" y="18900"/>
                    <a:pt x="0" y="18900"/>
                    <a:pt x="0" y="18900"/>
                  </a:cubicBezTo>
                  <a:cubicBezTo>
                    <a:pt x="0" y="20700"/>
                    <a:pt x="626" y="21600"/>
                    <a:pt x="1565" y="21600"/>
                  </a:cubicBezTo>
                  <a:cubicBezTo>
                    <a:pt x="2504" y="21600"/>
                    <a:pt x="3443" y="20700"/>
                    <a:pt x="3443" y="18900"/>
                  </a:cubicBezTo>
                  <a:cubicBezTo>
                    <a:pt x="4070" y="9450"/>
                    <a:pt x="4070" y="9450"/>
                    <a:pt x="4070" y="9450"/>
                  </a:cubicBezTo>
                  <a:cubicBezTo>
                    <a:pt x="4383" y="7650"/>
                    <a:pt x="5009" y="6750"/>
                    <a:pt x="6261" y="6300"/>
                  </a:cubicBezTo>
                  <a:cubicBezTo>
                    <a:pt x="19722" y="4950"/>
                    <a:pt x="19722" y="4950"/>
                    <a:pt x="19722" y="4950"/>
                  </a:cubicBezTo>
                  <a:cubicBezTo>
                    <a:pt x="20661" y="4950"/>
                    <a:pt x="21600" y="4050"/>
                    <a:pt x="21600" y="2250"/>
                  </a:cubicBezTo>
                  <a:cubicBezTo>
                    <a:pt x="21600" y="900"/>
                    <a:pt x="20661" y="0"/>
                    <a:pt x="19722" y="0"/>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902" name="Group 8902"/>
          <p:cNvGrpSpPr/>
          <p:nvPr/>
        </p:nvGrpSpPr>
        <p:grpSpPr>
          <a:xfrm>
            <a:off x="7778966" y="4403254"/>
            <a:ext cx="790969" cy="844347"/>
            <a:chOff x="0" y="0"/>
            <a:chExt cx="790967" cy="844346"/>
          </a:xfrm>
        </p:grpSpPr>
        <p:sp>
          <p:nvSpPr>
            <p:cNvPr id="8899" name="Shape 8899"/>
            <p:cNvSpPr/>
            <p:nvPr/>
          </p:nvSpPr>
          <p:spPr>
            <a:xfrm>
              <a:off x="0" y="0"/>
              <a:ext cx="790968" cy="8443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0"/>
                  </a:moveTo>
                  <a:cubicBezTo>
                    <a:pt x="2880" y="0"/>
                    <a:pt x="2880" y="0"/>
                    <a:pt x="2880" y="0"/>
                  </a:cubicBezTo>
                  <a:cubicBezTo>
                    <a:pt x="1252" y="0"/>
                    <a:pt x="0" y="1233"/>
                    <a:pt x="0" y="2700"/>
                  </a:cubicBezTo>
                  <a:cubicBezTo>
                    <a:pt x="0" y="18900"/>
                    <a:pt x="0" y="18900"/>
                    <a:pt x="0" y="18900"/>
                  </a:cubicBezTo>
                  <a:cubicBezTo>
                    <a:pt x="0" y="20426"/>
                    <a:pt x="1252" y="21600"/>
                    <a:pt x="2880" y="21600"/>
                  </a:cubicBezTo>
                  <a:cubicBezTo>
                    <a:pt x="18720" y="21600"/>
                    <a:pt x="18720" y="21600"/>
                    <a:pt x="18720" y="21600"/>
                  </a:cubicBezTo>
                  <a:cubicBezTo>
                    <a:pt x="20285" y="21600"/>
                    <a:pt x="21600" y="20426"/>
                    <a:pt x="21600" y="18900"/>
                  </a:cubicBezTo>
                  <a:cubicBezTo>
                    <a:pt x="21600" y="2700"/>
                    <a:pt x="21600" y="2700"/>
                    <a:pt x="21600" y="2700"/>
                  </a:cubicBezTo>
                  <a:cubicBezTo>
                    <a:pt x="21600" y="1233"/>
                    <a:pt x="20285" y="0"/>
                    <a:pt x="18720" y="0"/>
                  </a:cubicBezTo>
                  <a:close/>
                  <a:moveTo>
                    <a:pt x="20160" y="18900"/>
                  </a:moveTo>
                  <a:cubicBezTo>
                    <a:pt x="20160" y="19663"/>
                    <a:pt x="19534" y="20250"/>
                    <a:pt x="18720" y="20250"/>
                  </a:cubicBezTo>
                  <a:cubicBezTo>
                    <a:pt x="2880" y="20250"/>
                    <a:pt x="2880" y="20250"/>
                    <a:pt x="2880" y="20250"/>
                  </a:cubicBezTo>
                  <a:cubicBezTo>
                    <a:pt x="2066" y="20250"/>
                    <a:pt x="1440" y="19663"/>
                    <a:pt x="1440" y="18900"/>
                  </a:cubicBezTo>
                  <a:cubicBezTo>
                    <a:pt x="1440" y="2700"/>
                    <a:pt x="1440" y="2700"/>
                    <a:pt x="1440" y="2700"/>
                  </a:cubicBezTo>
                  <a:cubicBezTo>
                    <a:pt x="1440" y="1937"/>
                    <a:pt x="2066" y="1350"/>
                    <a:pt x="2880" y="1350"/>
                  </a:cubicBezTo>
                  <a:cubicBezTo>
                    <a:pt x="18720" y="1350"/>
                    <a:pt x="18720" y="1350"/>
                    <a:pt x="18720" y="1350"/>
                  </a:cubicBezTo>
                  <a:cubicBezTo>
                    <a:pt x="19534" y="1350"/>
                    <a:pt x="20160" y="1937"/>
                    <a:pt x="20160" y="2700"/>
                  </a:cubicBezTo>
                  <a:lnTo>
                    <a:pt x="20160" y="1890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900" name="Shape 8900"/>
            <p:cNvSpPr/>
            <p:nvPr/>
          </p:nvSpPr>
          <p:spPr>
            <a:xfrm>
              <a:off x="104815" y="105786"/>
              <a:ext cx="580367" cy="5279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5" y="0"/>
                  </a:moveTo>
                  <a:cubicBezTo>
                    <a:pt x="939" y="0"/>
                    <a:pt x="939" y="0"/>
                    <a:pt x="939" y="0"/>
                  </a:cubicBezTo>
                  <a:cubicBezTo>
                    <a:pt x="427" y="0"/>
                    <a:pt x="0" y="470"/>
                    <a:pt x="0" y="1033"/>
                  </a:cubicBezTo>
                  <a:cubicBezTo>
                    <a:pt x="0" y="20567"/>
                    <a:pt x="0" y="20567"/>
                    <a:pt x="0" y="20567"/>
                  </a:cubicBezTo>
                  <a:cubicBezTo>
                    <a:pt x="0" y="21130"/>
                    <a:pt x="427" y="21600"/>
                    <a:pt x="939" y="21600"/>
                  </a:cubicBezTo>
                  <a:cubicBezTo>
                    <a:pt x="20575" y="21600"/>
                    <a:pt x="20575" y="21600"/>
                    <a:pt x="20575" y="21600"/>
                  </a:cubicBezTo>
                  <a:cubicBezTo>
                    <a:pt x="21173" y="21600"/>
                    <a:pt x="21600" y="21130"/>
                    <a:pt x="21600" y="20567"/>
                  </a:cubicBezTo>
                  <a:cubicBezTo>
                    <a:pt x="21600" y="1033"/>
                    <a:pt x="21600" y="1033"/>
                    <a:pt x="21600" y="1033"/>
                  </a:cubicBezTo>
                  <a:cubicBezTo>
                    <a:pt x="21600" y="470"/>
                    <a:pt x="21173" y="0"/>
                    <a:pt x="20575" y="0"/>
                  </a:cubicBezTo>
                  <a:close/>
                  <a:moveTo>
                    <a:pt x="20575" y="1033"/>
                  </a:moveTo>
                  <a:cubicBezTo>
                    <a:pt x="20575" y="16059"/>
                    <a:pt x="20575" y="16059"/>
                    <a:pt x="20575" y="16059"/>
                  </a:cubicBezTo>
                  <a:cubicBezTo>
                    <a:pt x="17417" y="12209"/>
                    <a:pt x="17417" y="12209"/>
                    <a:pt x="17417" y="12209"/>
                  </a:cubicBezTo>
                  <a:cubicBezTo>
                    <a:pt x="17246" y="12021"/>
                    <a:pt x="16990" y="11927"/>
                    <a:pt x="16648" y="11927"/>
                  </a:cubicBezTo>
                  <a:cubicBezTo>
                    <a:pt x="16392" y="11927"/>
                    <a:pt x="16136" y="12021"/>
                    <a:pt x="15965" y="12209"/>
                  </a:cubicBezTo>
                  <a:cubicBezTo>
                    <a:pt x="13404" y="15402"/>
                    <a:pt x="13404" y="15402"/>
                    <a:pt x="13404" y="15402"/>
                  </a:cubicBezTo>
                  <a:cubicBezTo>
                    <a:pt x="5635" y="5729"/>
                    <a:pt x="5635" y="5729"/>
                    <a:pt x="5635" y="5729"/>
                  </a:cubicBezTo>
                  <a:cubicBezTo>
                    <a:pt x="5464" y="5541"/>
                    <a:pt x="5208" y="5353"/>
                    <a:pt x="4866" y="5353"/>
                  </a:cubicBezTo>
                  <a:cubicBezTo>
                    <a:pt x="4610" y="5353"/>
                    <a:pt x="4354" y="5541"/>
                    <a:pt x="4183" y="5729"/>
                  </a:cubicBezTo>
                  <a:cubicBezTo>
                    <a:pt x="939" y="9861"/>
                    <a:pt x="939" y="9861"/>
                    <a:pt x="939" y="9861"/>
                  </a:cubicBezTo>
                  <a:cubicBezTo>
                    <a:pt x="939" y="1033"/>
                    <a:pt x="939" y="1033"/>
                    <a:pt x="939" y="1033"/>
                  </a:cubicBezTo>
                  <a:lnTo>
                    <a:pt x="20575" y="1033"/>
                  </a:lnTo>
                  <a:close/>
                  <a:moveTo>
                    <a:pt x="939" y="11457"/>
                  </a:moveTo>
                  <a:cubicBezTo>
                    <a:pt x="4866" y="6480"/>
                    <a:pt x="4866" y="6480"/>
                    <a:pt x="4866" y="6480"/>
                  </a:cubicBezTo>
                  <a:cubicBezTo>
                    <a:pt x="12806" y="16341"/>
                    <a:pt x="12806" y="16341"/>
                    <a:pt x="12806" y="16341"/>
                  </a:cubicBezTo>
                  <a:cubicBezTo>
                    <a:pt x="13404" y="17092"/>
                    <a:pt x="13404" y="17092"/>
                    <a:pt x="13404" y="17092"/>
                  </a:cubicBezTo>
                  <a:cubicBezTo>
                    <a:pt x="16136" y="20567"/>
                    <a:pt x="16136" y="20567"/>
                    <a:pt x="16136" y="20567"/>
                  </a:cubicBezTo>
                  <a:cubicBezTo>
                    <a:pt x="939" y="20567"/>
                    <a:pt x="939" y="20567"/>
                    <a:pt x="939" y="20567"/>
                  </a:cubicBezTo>
                  <a:lnTo>
                    <a:pt x="939" y="11457"/>
                  </a:lnTo>
                  <a:close/>
                  <a:moveTo>
                    <a:pt x="17417" y="20567"/>
                  </a:moveTo>
                  <a:cubicBezTo>
                    <a:pt x="14087" y="16247"/>
                    <a:pt x="14087" y="16247"/>
                    <a:pt x="14087" y="16247"/>
                  </a:cubicBezTo>
                  <a:cubicBezTo>
                    <a:pt x="16648" y="12960"/>
                    <a:pt x="16648" y="12960"/>
                    <a:pt x="16648" y="12960"/>
                  </a:cubicBezTo>
                  <a:cubicBezTo>
                    <a:pt x="20575" y="17656"/>
                    <a:pt x="20575" y="17656"/>
                    <a:pt x="20575" y="17656"/>
                  </a:cubicBezTo>
                  <a:cubicBezTo>
                    <a:pt x="20575" y="20567"/>
                    <a:pt x="20575" y="20567"/>
                    <a:pt x="20575" y="20567"/>
                  </a:cubicBezTo>
                  <a:lnTo>
                    <a:pt x="17417" y="20567"/>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901" name="Shape 8901"/>
            <p:cNvSpPr/>
            <p:nvPr/>
          </p:nvSpPr>
          <p:spPr>
            <a:xfrm>
              <a:off x="422172" y="183427"/>
              <a:ext cx="158195" cy="1611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43" y="21600"/>
                  </a:moveTo>
                  <a:cubicBezTo>
                    <a:pt x="16591" y="21600"/>
                    <a:pt x="21600" y="16663"/>
                    <a:pt x="21600" y="10800"/>
                  </a:cubicBezTo>
                  <a:cubicBezTo>
                    <a:pt x="21600" y="4937"/>
                    <a:pt x="16591" y="0"/>
                    <a:pt x="10643" y="0"/>
                  </a:cubicBezTo>
                  <a:cubicBezTo>
                    <a:pt x="4696" y="0"/>
                    <a:pt x="0" y="4937"/>
                    <a:pt x="0" y="10800"/>
                  </a:cubicBezTo>
                  <a:cubicBezTo>
                    <a:pt x="0" y="16663"/>
                    <a:pt x="4696" y="21600"/>
                    <a:pt x="10643" y="21600"/>
                  </a:cubicBezTo>
                  <a:close/>
                  <a:moveTo>
                    <a:pt x="10643" y="3703"/>
                  </a:moveTo>
                  <a:cubicBezTo>
                    <a:pt x="14713" y="3703"/>
                    <a:pt x="17843" y="6789"/>
                    <a:pt x="17843" y="10800"/>
                  </a:cubicBezTo>
                  <a:cubicBezTo>
                    <a:pt x="17843" y="14811"/>
                    <a:pt x="14713" y="17897"/>
                    <a:pt x="10643" y="17897"/>
                  </a:cubicBezTo>
                  <a:cubicBezTo>
                    <a:pt x="6887" y="17897"/>
                    <a:pt x="3443" y="14811"/>
                    <a:pt x="3443" y="10800"/>
                  </a:cubicBezTo>
                  <a:cubicBezTo>
                    <a:pt x="3443" y="6789"/>
                    <a:pt x="6887" y="3703"/>
                    <a:pt x="10643" y="3703"/>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sp>
        <p:nvSpPr>
          <p:cNvPr id="8903" name="Shape 8903"/>
          <p:cNvSpPr/>
          <p:nvPr/>
        </p:nvSpPr>
        <p:spPr>
          <a:xfrm>
            <a:off x="5099501" y="4561766"/>
            <a:ext cx="844347" cy="6085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91" y="7662"/>
                </a:moveTo>
                <a:cubicBezTo>
                  <a:pt x="17198" y="3342"/>
                  <a:pt x="14674" y="0"/>
                  <a:pt x="11504" y="0"/>
                </a:cubicBezTo>
                <a:cubicBezTo>
                  <a:pt x="9039" y="0"/>
                  <a:pt x="6926" y="2038"/>
                  <a:pt x="5987" y="4891"/>
                </a:cubicBezTo>
                <a:cubicBezTo>
                  <a:pt x="5693" y="4809"/>
                  <a:pt x="5400" y="4728"/>
                  <a:pt x="5048" y="4728"/>
                </a:cubicBezTo>
                <a:cubicBezTo>
                  <a:pt x="3404" y="4728"/>
                  <a:pt x="2054" y="6602"/>
                  <a:pt x="2054" y="8885"/>
                </a:cubicBezTo>
                <a:cubicBezTo>
                  <a:pt x="2054" y="9374"/>
                  <a:pt x="2113" y="9781"/>
                  <a:pt x="2172" y="10270"/>
                </a:cubicBezTo>
                <a:cubicBezTo>
                  <a:pt x="880" y="11330"/>
                  <a:pt x="0" y="13205"/>
                  <a:pt x="0" y="15487"/>
                </a:cubicBezTo>
                <a:cubicBezTo>
                  <a:pt x="0" y="18829"/>
                  <a:pt x="1996" y="21600"/>
                  <a:pt x="4402" y="21600"/>
                </a:cubicBezTo>
                <a:cubicBezTo>
                  <a:pt x="4402" y="21600"/>
                  <a:pt x="4402" y="21600"/>
                  <a:pt x="4402" y="21600"/>
                </a:cubicBezTo>
                <a:cubicBezTo>
                  <a:pt x="16552" y="21600"/>
                  <a:pt x="16552" y="21600"/>
                  <a:pt x="16552" y="21600"/>
                </a:cubicBezTo>
                <a:cubicBezTo>
                  <a:pt x="16552" y="21600"/>
                  <a:pt x="16552" y="21600"/>
                  <a:pt x="16552" y="21600"/>
                </a:cubicBezTo>
                <a:cubicBezTo>
                  <a:pt x="19370" y="21600"/>
                  <a:pt x="21600" y="18421"/>
                  <a:pt x="21600" y="14509"/>
                </a:cubicBezTo>
                <a:cubicBezTo>
                  <a:pt x="21600" y="11085"/>
                  <a:pt x="19839" y="8232"/>
                  <a:pt x="17491" y="7662"/>
                </a:cubicBezTo>
                <a:close/>
                <a:moveTo>
                  <a:pt x="16552" y="19725"/>
                </a:moveTo>
                <a:cubicBezTo>
                  <a:pt x="16552" y="19725"/>
                  <a:pt x="16552" y="19725"/>
                  <a:pt x="16552" y="19725"/>
                </a:cubicBezTo>
                <a:cubicBezTo>
                  <a:pt x="4402" y="19725"/>
                  <a:pt x="4402" y="19725"/>
                  <a:pt x="4402" y="19725"/>
                </a:cubicBezTo>
                <a:cubicBezTo>
                  <a:pt x="2700" y="19725"/>
                  <a:pt x="1350" y="17851"/>
                  <a:pt x="1350" y="15487"/>
                </a:cubicBezTo>
                <a:cubicBezTo>
                  <a:pt x="1350" y="14020"/>
                  <a:pt x="1937" y="12634"/>
                  <a:pt x="2876" y="11819"/>
                </a:cubicBezTo>
                <a:cubicBezTo>
                  <a:pt x="3815" y="11085"/>
                  <a:pt x="3874" y="11004"/>
                  <a:pt x="3463" y="9618"/>
                </a:cubicBezTo>
                <a:cubicBezTo>
                  <a:pt x="3404" y="9374"/>
                  <a:pt x="3404" y="9129"/>
                  <a:pt x="3404" y="8885"/>
                </a:cubicBezTo>
                <a:cubicBezTo>
                  <a:pt x="3404" y="7662"/>
                  <a:pt x="4109" y="6602"/>
                  <a:pt x="5048" y="6602"/>
                </a:cubicBezTo>
                <a:cubicBezTo>
                  <a:pt x="5048" y="6602"/>
                  <a:pt x="5517" y="6521"/>
                  <a:pt x="5987" y="6765"/>
                </a:cubicBezTo>
                <a:cubicBezTo>
                  <a:pt x="6750" y="7254"/>
                  <a:pt x="6867" y="6765"/>
                  <a:pt x="7220" y="5706"/>
                </a:cubicBezTo>
                <a:cubicBezTo>
                  <a:pt x="7983" y="3342"/>
                  <a:pt x="9685" y="1875"/>
                  <a:pt x="11504" y="1875"/>
                </a:cubicBezTo>
                <a:cubicBezTo>
                  <a:pt x="13911" y="1875"/>
                  <a:pt x="15907" y="4402"/>
                  <a:pt x="16141" y="7825"/>
                </a:cubicBezTo>
                <a:cubicBezTo>
                  <a:pt x="16259" y="9129"/>
                  <a:pt x="16259" y="9129"/>
                  <a:pt x="17257" y="9455"/>
                </a:cubicBezTo>
                <a:cubicBezTo>
                  <a:pt x="19017" y="9944"/>
                  <a:pt x="20250" y="12063"/>
                  <a:pt x="20250" y="14509"/>
                </a:cubicBezTo>
                <a:cubicBezTo>
                  <a:pt x="20250" y="17362"/>
                  <a:pt x="18607" y="19725"/>
                  <a:pt x="16552" y="19725"/>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8904" name="Shape 8904"/>
          <p:cNvSpPr/>
          <p:nvPr/>
        </p:nvSpPr>
        <p:spPr>
          <a:xfrm>
            <a:off x="4270771" y="5559222"/>
            <a:ext cx="807731" cy="10304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23" y="10800"/>
                </a:moveTo>
                <a:cubicBezTo>
                  <a:pt x="17004" y="10800"/>
                  <a:pt x="17004" y="10800"/>
                  <a:pt x="17004" y="10800"/>
                </a:cubicBezTo>
                <a:cubicBezTo>
                  <a:pt x="17004" y="9720"/>
                  <a:pt x="17004" y="9720"/>
                  <a:pt x="17004" y="9720"/>
                </a:cubicBezTo>
                <a:cubicBezTo>
                  <a:pt x="17004" y="9540"/>
                  <a:pt x="16774" y="9360"/>
                  <a:pt x="16545" y="9360"/>
                </a:cubicBezTo>
                <a:cubicBezTo>
                  <a:pt x="16315" y="9360"/>
                  <a:pt x="16315" y="9360"/>
                  <a:pt x="16315" y="9360"/>
                </a:cubicBezTo>
                <a:cubicBezTo>
                  <a:pt x="18038" y="5850"/>
                  <a:pt x="18038" y="5850"/>
                  <a:pt x="18038" y="5850"/>
                </a:cubicBezTo>
                <a:cubicBezTo>
                  <a:pt x="19187" y="5670"/>
                  <a:pt x="19991" y="4950"/>
                  <a:pt x="20221" y="3780"/>
                </a:cubicBezTo>
                <a:cubicBezTo>
                  <a:pt x="20451" y="2340"/>
                  <a:pt x="19532" y="540"/>
                  <a:pt x="16889" y="90"/>
                </a:cubicBezTo>
                <a:cubicBezTo>
                  <a:pt x="16774" y="0"/>
                  <a:pt x="16545" y="90"/>
                  <a:pt x="16430" y="180"/>
                </a:cubicBezTo>
                <a:cubicBezTo>
                  <a:pt x="16315" y="360"/>
                  <a:pt x="16315" y="450"/>
                  <a:pt x="16430" y="630"/>
                </a:cubicBezTo>
                <a:cubicBezTo>
                  <a:pt x="17119" y="1440"/>
                  <a:pt x="16660" y="1980"/>
                  <a:pt x="15970" y="2520"/>
                </a:cubicBezTo>
                <a:cubicBezTo>
                  <a:pt x="15740" y="2790"/>
                  <a:pt x="15511" y="2970"/>
                  <a:pt x="15396" y="3240"/>
                </a:cubicBezTo>
                <a:cubicBezTo>
                  <a:pt x="15166" y="3780"/>
                  <a:pt x="15166" y="4230"/>
                  <a:pt x="15396" y="4680"/>
                </a:cubicBezTo>
                <a:cubicBezTo>
                  <a:pt x="15511" y="4860"/>
                  <a:pt x="15626" y="5130"/>
                  <a:pt x="15855" y="5220"/>
                </a:cubicBezTo>
                <a:cubicBezTo>
                  <a:pt x="13328" y="8910"/>
                  <a:pt x="13328" y="8910"/>
                  <a:pt x="13328" y="8910"/>
                </a:cubicBezTo>
                <a:cubicBezTo>
                  <a:pt x="13328" y="360"/>
                  <a:pt x="13328" y="360"/>
                  <a:pt x="13328" y="360"/>
                </a:cubicBezTo>
                <a:cubicBezTo>
                  <a:pt x="13328" y="180"/>
                  <a:pt x="13098" y="0"/>
                  <a:pt x="12868" y="0"/>
                </a:cubicBezTo>
                <a:cubicBezTo>
                  <a:pt x="7353" y="0"/>
                  <a:pt x="7353" y="0"/>
                  <a:pt x="7353" y="0"/>
                </a:cubicBezTo>
                <a:cubicBezTo>
                  <a:pt x="7123" y="0"/>
                  <a:pt x="6894" y="180"/>
                  <a:pt x="6894" y="360"/>
                </a:cubicBezTo>
                <a:cubicBezTo>
                  <a:pt x="6894" y="9360"/>
                  <a:pt x="6894" y="9360"/>
                  <a:pt x="6894" y="9360"/>
                </a:cubicBezTo>
                <a:cubicBezTo>
                  <a:pt x="6664" y="9360"/>
                  <a:pt x="6664" y="9360"/>
                  <a:pt x="6664" y="9360"/>
                </a:cubicBezTo>
                <a:cubicBezTo>
                  <a:pt x="4136" y="5220"/>
                  <a:pt x="4136" y="5220"/>
                  <a:pt x="4136" y="5220"/>
                </a:cubicBezTo>
                <a:cubicBezTo>
                  <a:pt x="4136" y="5220"/>
                  <a:pt x="4021" y="5220"/>
                  <a:pt x="4021" y="5220"/>
                </a:cubicBezTo>
                <a:cubicBezTo>
                  <a:pt x="4021" y="5220"/>
                  <a:pt x="4021" y="5220"/>
                  <a:pt x="4021" y="5220"/>
                </a:cubicBezTo>
                <a:cubicBezTo>
                  <a:pt x="4021" y="5220"/>
                  <a:pt x="4021" y="5220"/>
                  <a:pt x="4021" y="5220"/>
                </a:cubicBezTo>
                <a:cubicBezTo>
                  <a:pt x="4021" y="5130"/>
                  <a:pt x="4021" y="5130"/>
                  <a:pt x="3906" y="5130"/>
                </a:cubicBezTo>
                <a:cubicBezTo>
                  <a:pt x="3906" y="5130"/>
                  <a:pt x="3906" y="5130"/>
                  <a:pt x="3906" y="5130"/>
                </a:cubicBezTo>
                <a:cubicBezTo>
                  <a:pt x="3906" y="5130"/>
                  <a:pt x="3906" y="5130"/>
                  <a:pt x="3906" y="5130"/>
                </a:cubicBezTo>
                <a:cubicBezTo>
                  <a:pt x="689" y="3690"/>
                  <a:pt x="689" y="3690"/>
                  <a:pt x="689" y="3690"/>
                </a:cubicBezTo>
                <a:cubicBezTo>
                  <a:pt x="574" y="3600"/>
                  <a:pt x="345" y="3600"/>
                  <a:pt x="230" y="3690"/>
                </a:cubicBezTo>
                <a:cubicBezTo>
                  <a:pt x="115" y="3780"/>
                  <a:pt x="0" y="3870"/>
                  <a:pt x="0" y="3960"/>
                </a:cubicBezTo>
                <a:cubicBezTo>
                  <a:pt x="460" y="6840"/>
                  <a:pt x="460" y="6840"/>
                  <a:pt x="460" y="6840"/>
                </a:cubicBezTo>
                <a:cubicBezTo>
                  <a:pt x="460" y="6930"/>
                  <a:pt x="460" y="6930"/>
                  <a:pt x="460" y="6930"/>
                </a:cubicBezTo>
                <a:cubicBezTo>
                  <a:pt x="460" y="6930"/>
                  <a:pt x="460" y="6930"/>
                  <a:pt x="460" y="6930"/>
                </a:cubicBezTo>
                <a:cubicBezTo>
                  <a:pt x="460" y="6930"/>
                  <a:pt x="460" y="7020"/>
                  <a:pt x="460" y="7020"/>
                </a:cubicBezTo>
                <a:cubicBezTo>
                  <a:pt x="2068" y="9360"/>
                  <a:pt x="2068" y="9360"/>
                  <a:pt x="2068" y="9360"/>
                </a:cubicBezTo>
                <a:cubicBezTo>
                  <a:pt x="1838" y="9360"/>
                  <a:pt x="1838" y="9360"/>
                  <a:pt x="1838" y="9360"/>
                </a:cubicBezTo>
                <a:cubicBezTo>
                  <a:pt x="1609" y="9360"/>
                  <a:pt x="1379" y="9540"/>
                  <a:pt x="1379" y="9720"/>
                </a:cubicBezTo>
                <a:cubicBezTo>
                  <a:pt x="1379" y="19440"/>
                  <a:pt x="1379" y="19440"/>
                  <a:pt x="1379" y="19440"/>
                </a:cubicBezTo>
                <a:cubicBezTo>
                  <a:pt x="1379" y="20610"/>
                  <a:pt x="2643" y="21600"/>
                  <a:pt x="4136" y="21600"/>
                </a:cubicBezTo>
                <a:cubicBezTo>
                  <a:pt x="14247" y="21600"/>
                  <a:pt x="14247" y="21600"/>
                  <a:pt x="14247" y="21600"/>
                </a:cubicBezTo>
                <a:cubicBezTo>
                  <a:pt x="15855" y="21600"/>
                  <a:pt x="17004" y="20700"/>
                  <a:pt x="17004" y="19440"/>
                </a:cubicBezTo>
                <a:cubicBezTo>
                  <a:pt x="17004" y="16560"/>
                  <a:pt x="17004" y="16560"/>
                  <a:pt x="17004" y="16560"/>
                </a:cubicBezTo>
                <a:cubicBezTo>
                  <a:pt x="17923" y="16560"/>
                  <a:pt x="17923" y="16560"/>
                  <a:pt x="17923" y="16560"/>
                </a:cubicBezTo>
                <a:cubicBezTo>
                  <a:pt x="20106" y="16560"/>
                  <a:pt x="21600" y="15390"/>
                  <a:pt x="21600" y="13680"/>
                </a:cubicBezTo>
                <a:cubicBezTo>
                  <a:pt x="21600" y="11970"/>
                  <a:pt x="20106" y="10800"/>
                  <a:pt x="17923" y="10800"/>
                </a:cubicBezTo>
                <a:close/>
                <a:moveTo>
                  <a:pt x="16315" y="3510"/>
                </a:moveTo>
                <a:cubicBezTo>
                  <a:pt x="16315" y="3420"/>
                  <a:pt x="16545" y="3150"/>
                  <a:pt x="16774" y="2970"/>
                </a:cubicBezTo>
                <a:cubicBezTo>
                  <a:pt x="17234" y="2520"/>
                  <a:pt x="17809" y="1890"/>
                  <a:pt x="17694" y="1080"/>
                </a:cubicBezTo>
                <a:cubicBezTo>
                  <a:pt x="18957" y="1620"/>
                  <a:pt x="19417" y="2790"/>
                  <a:pt x="19302" y="3690"/>
                </a:cubicBezTo>
                <a:cubicBezTo>
                  <a:pt x="19187" y="4320"/>
                  <a:pt x="18728" y="5130"/>
                  <a:pt x="17809" y="5130"/>
                </a:cubicBezTo>
                <a:cubicBezTo>
                  <a:pt x="17809" y="5130"/>
                  <a:pt x="17809" y="5130"/>
                  <a:pt x="17809" y="5130"/>
                </a:cubicBezTo>
                <a:cubicBezTo>
                  <a:pt x="17579" y="5130"/>
                  <a:pt x="17349" y="5040"/>
                  <a:pt x="17004" y="5040"/>
                </a:cubicBezTo>
                <a:cubicBezTo>
                  <a:pt x="16660" y="4860"/>
                  <a:pt x="16315" y="4680"/>
                  <a:pt x="16200" y="4410"/>
                </a:cubicBezTo>
                <a:cubicBezTo>
                  <a:pt x="16085" y="4140"/>
                  <a:pt x="16085" y="3870"/>
                  <a:pt x="16315" y="3510"/>
                </a:cubicBezTo>
                <a:close/>
                <a:moveTo>
                  <a:pt x="16660" y="5670"/>
                </a:moveTo>
                <a:cubicBezTo>
                  <a:pt x="16774" y="5670"/>
                  <a:pt x="17004" y="5760"/>
                  <a:pt x="17119" y="5760"/>
                </a:cubicBezTo>
                <a:cubicBezTo>
                  <a:pt x="15396" y="9360"/>
                  <a:pt x="15396" y="9360"/>
                  <a:pt x="15396" y="9360"/>
                </a:cubicBezTo>
                <a:cubicBezTo>
                  <a:pt x="14017" y="9360"/>
                  <a:pt x="14017" y="9360"/>
                  <a:pt x="14017" y="9360"/>
                </a:cubicBezTo>
                <a:cubicBezTo>
                  <a:pt x="16660" y="5670"/>
                  <a:pt x="16660" y="5670"/>
                  <a:pt x="16660" y="5670"/>
                </a:cubicBezTo>
                <a:cubicBezTo>
                  <a:pt x="16660" y="5670"/>
                  <a:pt x="16660" y="5670"/>
                  <a:pt x="16660" y="5670"/>
                </a:cubicBezTo>
                <a:close/>
                <a:moveTo>
                  <a:pt x="7813" y="720"/>
                </a:moveTo>
                <a:cubicBezTo>
                  <a:pt x="12409" y="720"/>
                  <a:pt x="12409" y="720"/>
                  <a:pt x="12409" y="720"/>
                </a:cubicBezTo>
                <a:cubicBezTo>
                  <a:pt x="12409" y="2160"/>
                  <a:pt x="12409" y="2160"/>
                  <a:pt x="12409" y="2160"/>
                </a:cubicBezTo>
                <a:cubicBezTo>
                  <a:pt x="10111" y="2160"/>
                  <a:pt x="10111" y="2160"/>
                  <a:pt x="10111" y="2160"/>
                </a:cubicBezTo>
                <a:cubicBezTo>
                  <a:pt x="9881" y="2160"/>
                  <a:pt x="9651" y="2340"/>
                  <a:pt x="9651" y="2520"/>
                </a:cubicBezTo>
                <a:cubicBezTo>
                  <a:pt x="9651" y="2700"/>
                  <a:pt x="9881" y="2880"/>
                  <a:pt x="10111" y="2880"/>
                </a:cubicBezTo>
                <a:cubicBezTo>
                  <a:pt x="12409" y="2880"/>
                  <a:pt x="12409" y="2880"/>
                  <a:pt x="12409" y="2880"/>
                </a:cubicBezTo>
                <a:cubicBezTo>
                  <a:pt x="12409" y="3600"/>
                  <a:pt x="12409" y="3600"/>
                  <a:pt x="12409" y="3600"/>
                </a:cubicBezTo>
                <a:cubicBezTo>
                  <a:pt x="11030" y="3600"/>
                  <a:pt x="11030" y="3600"/>
                  <a:pt x="11030" y="3600"/>
                </a:cubicBezTo>
                <a:cubicBezTo>
                  <a:pt x="10800" y="3600"/>
                  <a:pt x="10570" y="3780"/>
                  <a:pt x="10570" y="3960"/>
                </a:cubicBezTo>
                <a:cubicBezTo>
                  <a:pt x="10570" y="4140"/>
                  <a:pt x="10800" y="4320"/>
                  <a:pt x="11030" y="4320"/>
                </a:cubicBezTo>
                <a:cubicBezTo>
                  <a:pt x="12409" y="4320"/>
                  <a:pt x="12409" y="4320"/>
                  <a:pt x="12409" y="4320"/>
                </a:cubicBezTo>
                <a:cubicBezTo>
                  <a:pt x="12409" y="5040"/>
                  <a:pt x="12409" y="5040"/>
                  <a:pt x="12409" y="5040"/>
                </a:cubicBezTo>
                <a:cubicBezTo>
                  <a:pt x="10111" y="5040"/>
                  <a:pt x="10111" y="5040"/>
                  <a:pt x="10111" y="5040"/>
                </a:cubicBezTo>
                <a:cubicBezTo>
                  <a:pt x="9881" y="5040"/>
                  <a:pt x="9651" y="5220"/>
                  <a:pt x="9651" y="5400"/>
                </a:cubicBezTo>
                <a:cubicBezTo>
                  <a:pt x="9651" y="5580"/>
                  <a:pt x="9881" y="5760"/>
                  <a:pt x="10111" y="5760"/>
                </a:cubicBezTo>
                <a:cubicBezTo>
                  <a:pt x="12409" y="5760"/>
                  <a:pt x="12409" y="5760"/>
                  <a:pt x="12409" y="5760"/>
                </a:cubicBezTo>
                <a:cubicBezTo>
                  <a:pt x="12409" y="7200"/>
                  <a:pt x="12409" y="7200"/>
                  <a:pt x="12409" y="7200"/>
                </a:cubicBezTo>
                <a:cubicBezTo>
                  <a:pt x="11030" y="7200"/>
                  <a:pt x="11030" y="7200"/>
                  <a:pt x="11030" y="7200"/>
                </a:cubicBezTo>
                <a:cubicBezTo>
                  <a:pt x="10800" y="7200"/>
                  <a:pt x="10570" y="7380"/>
                  <a:pt x="10570" y="7560"/>
                </a:cubicBezTo>
                <a:cubicBezTo>
                  <a:pt x="10570" y="7740"/>
                  <a:pt x="10800" y="7920"/>
                  <a:pt x="11030" y="7920"/>
                </a:cubicBezTo>
                <a:cubicBezTo>
                  <a:pt x="12409" y="7920"/>
                  <a:pt x="12409" y="7920"/>
                  <a:pt x="12409" y="7920"/>
                </a:cubicBezTo>
                <a:cubicBezTo>
                  <a:pt x="12409" y="9360"/>
                  <a:pt x="12409" y="9360"/>
                  <a:pt x="12409" y="9360"/>
                </a:cubicBezTo>
                <a:cubicBezTo>
                  <a:pt x="7813" y="9360"/>
                  <a:pt x="7813" y="9360"/>
                  <a:pt x="7813" y="9360"/>
                </a:cubicBezTo>
                <a:lnTo>
                  <a:pt x="7813" y="720"/>
                </a:lnTo>
                <a:close/>
                <a:moveTo>
                  <a:pt x="2757" y="5400"/>
                </a:moveTo>
                <a:cubicBezTo>
                  <a:pt x="1264" y="6210"/>
                  <a:pt x="1264" y="6210"/>
                  <a:pt x="1264" y="6210"/>
                </a:cubicBezTo>
                <a:cubicBezTo>
                  <a:pt x="1034" y="4590"/>
                  <a:pt x="1034" y="4590"/>
                  <a:pt x="1034" y="4590"/>
                </a:cubicBezTo>
                <a:lnTo>
                  <a:pt x="2757" y="5400"/>
                </a:lnTo>
                <a:close/>
                <a:moveTo>
                  <a:pt x="1494" y="6930"/>
                </a:moveTo>
                <a:cubicBezTo>
                  <a:pt x="3447" y="5940"/>
                  <a:pt x="3447" y="5940"/>
                  <a:pt x="3447" y="5940"/>
                </a:cubicBezTo>
                <a:cubicBezTo>
                  <a:pt x="5745" y="9360"/>
                  <a:pt x="5745" y="9360"/>
                  <a:pt x="5745" y="9360"/>
                </a:cubicBezTo>
                <a:cubicBezTo>
                  <a:pt x="2987" y="9360"/>
                  <a:pt x="2987" y="9360"/>
                  <a:pt x="2987" y="9360"/>
                </a:cubicBezTo>
                <a:lnTo>
                  <a:pt x="1494" y="6930"/>
                </a:lnTo>
                <a:close/>
                <a:moveTo>
                  <a:pt x="16085" y="19440"/>
                </a:moveTo>
                <a:cubicBezTo>
                  <a:pt x="16085" y="20250"/>
                  <a:pt x="15281" y="20880"/>
                  <a:pt x="14247" y="20880"/>
                </a:cubicBezTo>
                <a:cubicBezTo>
                  <a:pt x="4136" y="20880"/>
                  <a:pt x="4136" y="20880"/>
                  <a:pt x="4136" y="20880"/>
                </a:cubicBezTo>
                <a:cubicBezTo>
                  <a:pt x="3102" y="20880"/>
                  <a:pt x="2298" y="20250"/>
                  <a:pt x="2298" y="19440"/>
                </a:cubicBezTo>
                <a:cubicBezTo>
                  <a:pt x="2298" y="10080"/>
                  <a:pt x="2298" y="10080"/>
                  <a:pt x="2298" y="10080"/>
                </a:cubicBezTo>
                <a:cubicBezTo>
                  <a:pt x="2757" y="10080"/>
                  <a:pt x="2757" y="10080"/>
                  <a:pt x="2757" y="10080"/>
                </a:cubicBezTo>
                <a:cubicBezTo>
                  <a:pt x="6434" y="10080"/>
                  <a:pt x="6434" y="10080"/>
                  <a:pt x="6434" y="10080"/>
                </a:cubicBezTo>
                <a:cubicBezTo>
                  <a:pt x="6434" y="10080"/>
                  <a:pt x="6434" y="10080"/>
                  <a:pt x="6434" y="10080"/>
                </a:cubicBezTo>
                <a:cubicBezTo>
                  <a:pt x="7353" y="10080"/>
                  <a:pt x="7353" y="10080"/>
                  <a:pt x="7353" y="10080"/>
                </a:cubicBezTo>
                <a:cubicBezTo>
                  <a:pt x="12868" y="10080"/>
                  <a:pt x="12868" y="10080"/>
                  <a:pt x="12868" y="10080"/>
                </a:cubicBezTo>
                <a:cubicBezTo>
                  <a:pt x="15626" y="10080"/>
                  <a:pt x="15626" y="10080"/>
                  <a:pt x="15626" y="10080"/>
                </a:cubicBezTo>
                <a:cubicBezTo>
                  <a:pt x="15626" y="10080"/>
                  <a:pt x="15626" y="10080"/>
                  <a:pt x="15626" y="10080"/>
                </a:cubicBezTo>
                <a:cubicBezTo>
                  <a:pt x="15626" y="10080"/>
                  <a:pt x="15626" y="10080"/>
                  <a:pt x="15626" y="10080"/>
                </a:cubicBezTo>
                <a:cubicBezTo>
                  <a:pt x="16085" y="10080"/>
                  <a:pt x="16085" y="10080"/>
                  <a:pt x="16085" y="10080"/>
                </a:cubicBezTo>
                <a:lnTo>
                  <a:pt x="16085" y="19440"/>
                </a:lnTo>
                <a:close/>
                <a:moveTo>
                  <a:pt x="17923" y="15840"/>
                </a:moveTo>
                <a:cubicBezTo>
                  <a:pt x="17004" y="15840"/>
                  <a:pt x="17004" y="15840"/>
                  <a:pt x="17004" y="15840"/>
                </a:cubicBezTo>
                <a:cubicBezTo>
                  <a:pt x="17004" y="11520"/>
                  <a:pt x="17004" y="11520"/>
                  <a:pt x="17004" y="11520"/>
                </a:cubicBezTo>
                <a:cubicBezTo>
                  <a:pt x="17923" y="11520"/>
                  <a:pt x="17923" y="11520"/>
                  <a:pt x="17923" y="11520"/>
                </a:cubicBezTo>
                <a:cubicBezTo>
                  <a:pt x="19532" y="11520"/>
                  <a:pt x="20681" y="12420"/>
                  <a:pt x="20681" y="13680"/>
                </a:cubicBezTo>
                <a:cubicBezTo>
                  <a:pt x="20681" y="14940"/>
                  <a:pt x="19532" y="15840"/>
                  <a:pt x="17923" y="1584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8907" name="Group 8907"/>
          <p:cNvGrpSpPr/>
          <p:nvPr/>
        </p:nvGrpSpPr>
        <p:grpSpPr>
          <a:xfrm>
            <a:off x="6806386" y="5541680"/>
            <a:ext cx="890097" cy="1065575"/>
            <a:chOff x="0" y="0"/>
            <a:chExt cx="890095" cy="1065574"/>
          </a:xfrm>
        </p:grpSpPr>
        <p:sp>
          <p:nvSpPr>
            <p:cNvPr id="8905" name="Shape 8905"/>
            <p:cNvSpPr/>
            <p:nvPr/>
          </p:nvSpPr>
          <p:spPr>
            <a:xfrm>
              <a:off x="0" y="-1"/>
              <a:ext cx="890096" cy="1065576"/>
            </a:xfrm>
            <a:custGeom>
              <a:avLst/>
              <a:gdLst/>
              <a:ahLst/>
              <a:cxnLst>
                <a:cxn ang="0">
                  <a:pos x="wd2" y="hd2"/>
                </a:cxn>
                <a:cxn ang="5400000">
                  <a:pos x="wd2" y="hd2"/>
                </a:cxn>
                <a:cxn ang="10800000">
                  <a:pos x="wd2" y="hd2"/>
                </a:cxn>
                <a:cxn ang="16200000">
                  <a:pos x="wd2" y="hd2"/>
                </a:cxn>
              </a:cxnLst>
              <a:rect l="0" t="0" r="r" b="b"/>
              <a:pathLst>
                <a:path w="21600" h="21534" fill="norm" stroke="1" extrusionOk="0">
                  <a:moveTo>
                    <a:pt x="10800" y="21534"/>
                  </a:moveTo>
                  <a:cubicBezTo>
                    <a:pt x="10694" y="21534"/>
                    <a:pt x="10694" y="21534"/>
                    <a:pt x="10588" y="21534"/>
                  </a:cubicBezTo>
                  <a:cubicBezTo>
                    <a:pt x="1271" y="19330"/>
                    <a:pt x="106" y="14216"/>
                    <a:pt x="0" y="14040"/>
                  </a:cubicBezTo>
                  <a:cubicBezTo>
                    <a:pt x="0" y="14040"/>
                    <a:pt x="0" y="13952"/>
                    <a:pt x="0" y="13952"/>
                  </a:cubicBezTo>
                  <a:cubicBezTo>
                    <a:pt x="0" y="1256"/>
                    <a:pt x="0" y="1256"/>
                    <a:pt x="0" y="1256"/>
                  </a:cubicBezTo>
                  <a:cubicBezTo>
                    <a:pt x="0" y="1080"/>
                    <a:pt x="106" y="816"/>
                    <a:pt x="424" y="727"/>
                  </a:cubicBezTo>
                  <a:cubicBezTo>
                    <a:pt x="635" y="727"/>
                    <a:pt x="953" y="727"/>
                    <a:pt x="1059" y="904"/>
                  </a:cubicBezTo>
                  <a:cubicBezTo>
                    <a:pt x="2224" y="1785"/>
                    <a:pt x="3176" y="2138"/>
                    <a:pt x="4871" y="2138"/>
                  </a:cubicBezTo>
                  <a:cubicBezTo>
                    <a:pt x="6988" y="2138"/>
                    <a:pt x="9212" y="1345"/>
                    <a:pt x="10271" y="198"/>
                  </a:cubicBezTo>
                  <a:cubicBezTo>
                    <a:pt x="10482" y="-66"/>
                    <a:pt x="11012" y="-66"/>
                    <a:pt x="11329" y="198"/>
                  </a:cubicBezTo>
                  <a:cubicBezTo>
                    <a:pt x="12388" y="1345"/>
                    <a:pt x="14612" y="2138"/>
                    <a:pt x="16729" y="2138"/>
                  </a:cubicBezTo>
                  <a:cubicBezTo>
                    <a:pt x="18424" y="2138"/>
                    <a:pt x="19376" y="1785"/>
                    <a:pt x="20541" y="904"/>
                  </a:cubicBezTo>
                  <a:cubicBezTo>
                    <a:pt x="20647" y="727"/>
                    <a:pt x="20965" y="727"/>
                    <a:pt x="21176" y="727"/>
                  </a:cubicBezTo>
                  <a:cubicBezTo>
                    <a:pt x="21494" y="816"/>
                    <a:pt x="21600" y="1080"/>
                    <a:pt x="21600" y="1256"/>
                  </a:cubicBezTo>
                  <a:cubicBezTo>
                    <a:pt x="21600" y="13952"/>
                    <a:pt x="21600" y="13952"/>
                    <a:pt x="21600" y="13952"/>
                  </a:cubicBezTo>
                  <a:cubicBezTo>
                    <a:pt x="21600" y="13952"/>
                    <a:pt x="21600" y="14040"/>
                    <a:pt x="21600" y="14040"/>
                  </a:cubicBezTo>
                  <a:cubicBezTo>
                    <a:pt x="21494" y="14216"/>
                    <a:pt x="20329" y="19330"/>
                    <a:pt x="11012" y="21534"/>
                  </a:cubicBezTo>
                  <a:cubicBezTo>
                    <a:pt x="10906" y="21534"/>
                    <a:pt x="10906" y="21534"/>
                    <a:pt x="10800" y="21534"/>
                  </a:cubicBezTo>
                  <a:close/>
                  <a:moveTo>
                    <a:pt x="1271" y="13864"/>
                  </a:moveTo>
                  <a:cubicBezTo>
                    <a:pt x="1376" y="14393"/>
                    <a:pt x="2647" y="18536"/>
                    <a:pt x="10800" y="20476"/>
                  </a:cubicBezTo>
                  <a:cubicBezTo>
                    <a:pt x="18953" y="18536"/>
                    <a:pt x="20224" y="14393"/>
                    <a:pt x="20329" y="13864"/>
                  </a:cubicBezTo>
                  <a:cubicBezTo>
                    <a:pt x="20329" y="2403"/>
                    <a:pt x="20329" y="2403"/>
                    <a:pt x="20329" y="2403"/>
                  </a:cubicBezTo>
                  <a:cubicBezTo>
                    <a:pt x="19271" y="2932"/>
                    <a:pt x="18212" y="3196"/>
                    <a:pt x="16729" y="3196"/>
                  </a:cubicBezTo>
                  <a:cubicBezTo>
                    <a:pt x="14506" y="3196"/>
                    <a:pt x="12176" y="2403"/>
                    <a:pt x="10800" y="1345"/>
                  </a:cubicBezTo>
                  <a:cubicBezTo>
                    <a:pt x="9424" y="2403"/>
                    <a:pt x="7094" y="3196"/>
                    <a:pt x="4871" y="3196"/>
                  </a:cubicBezTo>
                  <a:cubicBezTo>
                    <a:pt x="3388" y="3196"/>
                    <a:pt x="2329" y="2932"/>
                    <a:pt x="1271" y="2403"/>
                  </a:cubicBezTo>
                  <a:lnTo>
                    <a:pt x="1271" y="1386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906" name="Shape 8906"/>
            <p:cNvSpPr/>
            <p:nvPr/>
          </p:nvSpPr>
          <p:spPr>
            <a:xfrm>
              <a:off x="175100" y="244787"/>
              <a:ext cx="541720" cy="5417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587" y="21600"/>
                  </a:moveTo>
                  <a:cubicBezTo>
                    <a:pt x="8013" y="21600"/>
                    <a:pt x="8013" y="21600"/>
                    <a:pt x="8013" y="21600"/>
                  </a:cubicBezTo>
                  <a:cubicBezTo>
                    <a:pt x="7490" y="21600"/>
                    <a:pt x="6968" y="21077"/>
                    <a:pt x="6968" y="20555"/>
                  </a:cubicBezTo>
                  <a:cubicBezTo>
                    <a:pt x="6968" y="14632"/>
                    <a:pt x="6968" y="14632"/>
                    <a:pt x="6968" y="14632"/>
                  </a:cubicBezTo>
                  <a:cubicBezTo>
                    <a:pt x="1045" y="14632"/>
                    <a:pt x="1045" y="14632"/>
                    <a:pt x="1045" y="14632"/>
                  </a:cubicBezTo>
                  <a:cubicBezTo>
                    <a:pt x="523" y="14632"/>
                    <a:pt x="0" y="14110"/>
                    <a:pt x="0" y="13587"/>
                  </a:cubicBezTo>
                  <a:cubicBezTo>
                    <a:pt x="0" y="8013"/>
                    <a:pt x="0" y="8013"/>
                    <a:pt x="0" y="8013"/>
                  </a:cubicBezTo>
                  <a:cubicBezTo>
                    <a:pt x="0" y="7490"/>
                    <a:pt x="523" y="6968"/>
                    <a:pt x="1045" y="6968"/>
                  </a:cubicBezTo>
                  <a:cubicBezTo>
                    <a:pt x="6968" y="6968"/>
                    <a:pt x="6968" y="6968"/>
                    <a:pt x="6968" y="6968"/>
                  </a:cubicBezTo>
                  <a:cubicBezTo>
                    <a:pt x="6968" y="1045"/>
                    <a:pt x="6968" y="1045"/>
                    <a:pt x="6968" y="1045"/>
                  </a:cubicBezTo>
                  <a:cubicBezTo>
                    <a:pt x="6968" y="523"/>
                    <a:pt x="7490" y="0"/>
                    <a:pt x="8013" y="0"/>
                  </a:cubicBezTo>
                  <a:cubicBezTo>
                    <a:pt x="13587" y="0"/>
                    <a:pt x="13587" y="0"/>
                    <a:pt x="13587" y="0"/>
                  </a:cubicBezTo>
                  <a:cubicBezTo>
                    <a:pt x="14110" y="0"/>
                    <a:pt x="14632" y="523"/>
                    <a:pt x="14632" y="1045"/>
                  </a:cubicBezTo>
                  <a:cubicBezTo>
                    <a:pt x="14632" y="6968"/>
                    <a:pt x="14632" y="6968"/>
                    <a:pt x="14632" y="6968"/>
                  </a:cubicBezTo>
                  <a:cubicBezTo>
                    <a:pt x="20555" y="6968"/>
                    <a:pt x="20555" y="6968"/>
                    <a:pt x="20555" y="6968"/>
                  </a:cubicBezTo>
                  <a:cubicBezTo>
                    <a:pt x="21077" y="6968"/>
                    <a:pt x="21600" y="7490"/>
                    <a:pt x="21600" y="8013"/>
                  </a:cubicBezTo>
                  <a:cubicBezTo>
                    <a:pt x="21600" y="13587"/>
                    <a:pt x="21600" y="13587"/>
                    <a:pt x="21600" y="13587"/>
                  </a:cubicBezTo>
                  <a:cubicBezTo>
                    <a:pt x="21600" y="14110"/>
                    <a:pt x="21077" y="14632"/>
                    <a:pt x="20555" y="14632"/>
                  </a:cubicBezTo>
                  <a:cubicBezTo>
                    <a:pt x="14632" y="14632"/>
                    <a:pt x="14632" y="14632"/>
                    <a:pt x="14632" y="14632"/>
                  </a:cubicBezTo>
                  <a:cubicBezTo>
                    <a:pt x="14632" y="20555"/>
                    <a:pt x="14632" y="20555"/>
                    <a:pt x="14632" y="20555"/>
                  </a:cubicBezTo>
                  <a:cubicBezTo>
                    <a:pt x="14632" y="21077"/>
                    <a:pt x="14110" y="21600"/>
                    <a:pt x="13587" y="21600"/>
                  </a:cubicBezTo>
                  <a:close/>
                  <a:moveTo>
                    <a:pt x="9058" y="19510"/>
                  </a:moveTo>
                  <a:cubicBezTo>
                    <a:pt x="12542" y="19510"/>
                    <a:pt x="12542" y="19510"/>
                    <a:pt x="12542" y="19510"/>
                  </a:cubicBezTo>
                  <a:cubicBezTo>
                    <a:pt x="12542" y="13587"/>
                    <a:pt x="12542" y="13587"/>
                    <a:pt x="12542" y="13587"/>
                  </a:cubicBezTo>
                  <a:cubicBezTo>
                    <a:pt x="12542" y="13065"/>
                    <a:pt x="13065" y="12542"/>
                    <a:pt x="13587" y="12542"/>
                  </a:cubicBezTo>
                  <a:cubicBezTo>
                    <a:pt x="19510" y="12542"/>
                    <a:pt x="19510" y="12542"/>
                    <a:pt x="19510" y="12542"/>
                  </a:cubicBezTo>
                  <a:cubicBezTo>
                    <a:pt x="19510" y="9058"/>
                    <a:pt x="19510" y="9058"/>
                    <a:pt x="19510" y="9058"/>
                  </a:cubicBezTo>
                  <a:cubicBezTo>
                    <a:pt x="13587" y="9058"/>
                    <a:pt x="13587" y="9058"/>
                    <a:pt x="13587" y="9058"/>
                  </a:cubicBezTo>
                  <a:cubicBezTo>
                    <a:pt x="13065" y="9058"/>
                    <a:pt x="12542" y="8535"/>
                    <a:pt x="12542" y="8013"/>
                  </a:cubicBezTo>
                  <a:cubicBezTo>
                    <a:pt x="12542" y="2090"/>
                    <a:pt x="12542" y="2090"/>
                    <a:pt x="12542" y="2090"/>
                  </a:cubicBezTo>
                  <a:cubicBezTo>
                    <a:pt x="9058" y="2090"/>
                    <a:pt x="9058" y="2090"/>
                    <a:pt x="9058" y="2090"/>
                  </a:cubicBezTo>
                  <a:cubicBezTo>
                    <a:pt x="9058" y="8013"/>
                    <a:pt x="9058" y="8013"/>
                    <a:pt x="9058" y="8013"/>
                  </a:cubicBezTo>
                  <a:cubicBezTo>
                    <a:pt x="9058" y="8535"/>
                    <a:pt x="8535" y="9058"/>
                    <a:pt x="8013" y="9058"/>
                  </a:cubicBezTo>
                  <a:cubicBezTo>
                    <a:pt x="2090" y="9058"/>
                    <a:pt x="2090" y="9058"/>
                    <a:pt x="2090" y="9058"/>
                  </a:cubicBezTo>
                  <a:cubicBezTo>
                    <a:pt x="2090" y="12542"/>
                    <a:pt x="2090" y="12542"/>
                    <a:pt x="2090" y="12542"/>
                  </a:cubicBezTo>
                  <a:cubicBezTo>
                    <a:pt x="8013" y="12542"/>
                    <a:pt x="8013" y="12542"/>
                    <a:pt x="8013" y="12542"/>
                  </a:cubicBezTo>
                  <a:cubicBezTo>
                    <a:pt x="8535" y="12542"/>
                    <a:pt x="9058" y="13065"/>
                    <a:pt x="9058" y="13587"/>
                  </a:cubicBezTo>
                  <a:lnTo>
                    <a:pt x="9058" y="19510"/>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911" name="Group 8911"/>
          <p:cNvGrpSpPr/>
          <p:nvPr/>
        </p:nvGrpSpPr>
        <p:grpSpPr>
          <a:xfrm>
            <a:off x="3407195" y="4358435"/>
            <a:ext cx="1205294" cy="933985"/>
            <a:chOff x="0" y="0"/>
            <a:chExt cx="1205292" cy="933984"/>
          </a:xfrm>
        </p:grpSpPr>
        <p:sp>
          <p:nvSpPr>
            <p:cNvPr id="8908" name="Shape 8908"/>
            <p:cNvSpPr/>
            <p:nvPr/>
          </p:nvSpPr>
          <p:spPr>
            <a:xfrm>
              <a:off x="919570" y="421159"/>
              <a:ext cx="285723" cy="366658"/>
            </a:xfrm>
            <a:custGeom>
              <a:avLst/>
              <a:gdLst/>
              <a:ahLst/>
              <a:cxnLst>
                <a:cxn ang="0">
                  <a:pos x="wd2" y="hd2"/>
                </a:cxn>
                <a:cxn ang="5400000">
                  <a:pos x="wd2" y="hd2"/>
                </a:cxn>
                <a:cxn ang="10800000">
                  <a:pos x="wd2" y="hd2"/>
                </a:cxn>
                <a:cxn ang="16200000">
                  <a:pos x="wd2" y="hd2"/>
                </a:cxn>
              </a:cxnLst>
              <a:rect l="0" t="0" r="r" b="b"/>
              <a:pathLst>
                <a:path w="21292" h="21600" fill="norm" stroke="1" extrusionOk="0">
                  <a:moveTo>
                    <a:pt x="8422" y="21600"/>
                  </a:moveTo>
                  <a:cubicBezTo>
                    <a:pt x="8422" y="21600"/>
                    <a:pt x="8422" y="21600"/>
                    <a:pt x="8422" y="21600"/>
                  </a:cubicBezTo>
                  <a:cubicBezTo>
                    <a:pt x="7342" y="21600"/>
                    <a:pt x="6622" y="21032"/>
                    <a:pt x="6262" y="20463"/>
                  </a:cubicBezTo>
                  <a:cubicBezTo>
                    <a:pt x="862" y="14211"/>
                    <a:pt x="862" y="14211"/>
                    <a:pt x="862" y="14211"/>
                  </a:cubicBezTo>
                  <a:cubicBezTo>
                    <a:pt x="-218" y="13358"/>
                    <a:pt x="-218" y="11653"/>
                    <a:pt x="502" y="10800"/>
                  </a:cubicBezTo>
                  <a:cubicBezTo>
                    <a:pt x="5182" y="2558"/>
                    <a:pt x="5182" y="2558"/>
                    <a:pt x="5182" y="2558"/>
                  </a:cubicBezTo>
                  <a:cubicBezTo>
                    <a:pt x="5902" y="1421"/>
                    <a:pt x="7342" y="568"/>
                    <a:pt x="8782" y="568"/>
                  </a:cubicBezTo>
                  <a:cubicBezTo>
                    <a:pt x="18862" y="0"/>
                    <a:pt x="18862" y="0"/>
                    <a:pt x="18862" y="0"/>
                  </a:cubicBezTo>
                  <a:cubicBezTo>
                    <a:pt x="19582" y="0"/>
                    <a:pt x="20662" y="284"/>
                    <a:pt x="21022" y="853"/>
                  </a:cubicBezTo>
                  <a:cubicBezTo>
                    <a:pt x="21382" y="1421"/>
                    <a:pt x="21382" y="1989"/>
                    <a:pt x="21022" y="2558"/>
                  </a:cubicBezTo>
                  <a:cubicBezTo>
                    <a:pt x="10582" y="20179"/>
                    <a:pt x="10582" y="20179"/>
                    <a:pt x="10582" y="20179"/>
                  </a:cubicBezTo>
                  <a:cubicBezTo>
                    <a:pt x="9862" y="21032"/>
                    <a:pt x="9142" y="21600"/>
                    <a:pt x="8422" y="21600"/>
                  </a:cubicBezTo>
                  <a:close/>
                  <a:moveTo>
                    <a:pt x="18142" y="2274"/>
                  </a:moveTo>
                  <a:cubicBezTo>
                    <a:pt x="9142" y="2842"/>
                    <a:pt x="9142" y="2842"/>
                    <a:pt x="9142" y="2842"/>
                  </a:cubicBezTo>
                  <a:cubicBezTo>
                    <a:pt x="8782" y="2842"/>
                    <a:pt x="8062" y="3126"/>
                    <a:pt x="8062" y="3411"/>
                  </a:cubicBezTo>
                  <a:cubicBezTo>
                    <a:pt x="3022" y="11653"/>
                    <a:pt x="3022" y="11653"/>
                    <a:pt x="3022" y="11653"/>
                  </a:cubicBezTo>
                  <a:cubicBezTo>
                    <a:pt x="2662" y="11937"/>
                    <a:pt x="2662" y="12505"/>
                    <a:pt x="3022" y="12789"/>
                  </a:cubicBezTo>
                  <a:cubicBezTo>
                    <a:pt x="8062" y="18758"/>
                    <a:pt x="8062" y="18758"/>
                    <a:pt x="8062" y="18758"/>
                  </a:cubicBezTo>
                  <a:lnTo>
                    <a:pt x="18142" y="2274"/>
                  </a:ln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909" name="Shape 8909"/>
            <p:cNvSpPr/>
            <p:nvPr/>
          </p:nvSpPr>
          <p:spPr>
            <a:xfrm>
              <a:off x="201116" y="0"/>
              <a:ext cx="809223" cy="706063"/>
            </a:xfrm>
            <a:custGeom>
              <a:avLst/>
              <a:gdLst/>
              <a:ahLst/>
              <a:cxnLst>
                <a:cxn ang="0">
                  <a:pos x="wd2" y="hd2"/>
                </a:cxn>
                <a:cxn ang="5400000">
                  <a:pos x="wd2" y="hd2"/>
                </a:cxn>
                <a:cxn ang="10800000">
                  <a:pos x="wd2" y="hd2"/>
                </a:cxn>
                <a:cxn ang="16200000">
                  <a:pos x="wd2" y="hd2"/>
                </a:cxn>
              </a:cxnLst>
              <a:rect l="0" t="0" r="r" b="b"/>
              <a:pathLst>
                <a:path w="21445" h="21600" fill="norm" stroke="1" extrusionOk="0">
                  <a:moveTo>
                    <a:pt x="15260" y="21600"/>
                  </a:moveTo>
                  <a:cubicBezTo>
                    <a:pt x="15260" y="21600"/>
                    <a:pt x="15260" y="21600"/>
                    <a:pt x="15260" y="21600"/>
                  </a:cubicBezTo>
                  <a:cubicBezTo>
                    <a:pt x="14877" y="21600"/>
                    <a:pt x="14493" y="21600"/>
                    <a:pt x="14110" y="21304"/>
                  </a:cubicBezTo>
                  <a:cubicBezTo>
                    <a:pt x="1585" y="14351"/>
                    <a:pt x="1585" y="14351"/>
                    <a:pt x="1585" y="14351"/>
                  </a:cubicBezTo>
                  <a:cubicBezTo>
                    <a:pt x="818" y="14055"/>
                    <a:pt x="434" y="13463"/>
                    <a:pt x="179" y="12575"/>
                  </a:cubicBezTo>
                  <a:cubicBezTo>
                    <a:pt x="-77" y="11836"/>
                    <a:pt x="-77" y="10948"/>
                    <a:pt x="306" y="10208"/>
                  </a:cubicBezTo>
                  <a:cubicBezTo>
                    <a:pt x="3757" y="1775"/>
                    <a:pt x="3757" y="1775"/>
                    <a:pt x="3757" y="1775"/>
                  </a:cubicBezTo>
                  <a:cubicBezTo>
                    <a:pt x="4141" y="740"/>
                    <a:pt x="5163" y="0"/>
                    <a:pt x="6186" y="0"/>
                  </a:cubicBezTo>
                  <a:cubicBezTo>
                    <a:pt x="6569" y="0"/>
                    <a:pt x="6953" y="148"/>
                    <a:pt x="7336" y="296"/>
                  </a:cubicBezTo>
                  <a:cubicBezTo>
                    <a:pt x="19861" y="7249"/>
                    <a:pt x="19861" y="7249"/>
                    <a:pt x="19861" y="7249"/>
                  </a:cubicBezTo>
                  <a:cubicBezTo>
                    <a:pt x="20628" y="7545"/>
                    <a:pt x="21012" y="8285"/>
                    <a:pt x="21267" y="9025"/>
                  </a:cubicBezTo>
                  <a:cubicBezTo>
                    <a:pt x="21523" y="9764"/>
                    <a:pt x="21523" y="10652"/>
                    <a:pt x="21140" y="11392"/>
                  </a:cubicBezTo>
                  <a:cubicBezTo>
                    <a:pt x="17689" y="19825"/>
                    <a:pt x="17689" y="19825"/>
                    <a:pt x="17689" y="19825"/>
                  </a:cubicBezTo>
                  <a:cubicBezTo>
                    <a:pt x="17305" y="21008"/>
                    <a:pt x="16283" y="21600"/>
                    <a:pt x="15260" y="21600"/>
                  </a:cubicBezTo>
                  <a:close/>
                  <a:moveTo>
                    <a:pt x="6186" y="1184"/>
                  </a:moveTo>
                  <a:cubicBezTo>
                    <a:pt x="5547" y="1184"/>
                    <a:pt x="4908" y="1627"/>
                    <a:pt x="4652" y="2367"/>
                  </a:cubicBezTo>
                  <a:cubicBezTo>
                    <a:pt x="1201" y="10800"/>
                    <a:pt x="1201" y="10800"/>
                    <a:pt x="1201" y="10800"/>
                  </a:cubicBezTo>
                  <a:cubicBezTo>
                    <a:pt x="945" y="11244"/>
                    <a:pt x="945" y="11688"/>
                    <a:pt x="1073" y="12279"/>
                  </a:cubicBezTo>
                  <a:cubicBezTo>
                    <a:pt x="1201" y="12723"/>
                    <a:pt x="1585" y="13167"/>
                    <a:pt x="1968" y="13315"/>
                  </a:cubicBezTo>
                  <a:cubicBezTo>
                    <a:pt x="14493" y="20268"/>
                    <a:pt x="14493" y="20268"/>
                    <a:pt x="14493" y="20268"/>
                  </a:cubicBezTo>
                  <a:cubicBezTo>
                    <a:pt x="14749" y="20416"/>
                    <a:pt x="15005" y="20416"/>
                    <a:pt x="15260" y="20416"/>
                  </a:cubicBezTo>
                  <a:cubicBezTo>
                    <a:pt x="15899" y="20416"/>
                    <a:pt x="16538" y="20121"/>
                    <a:pt x="16794" y="19381"/>
                  </a:cubicBezTo>
                  <a:cubicBezTo>
                    <a:pt x="20245" y="10948"/>
                    <a:pt x="20245" y="10948"/>
                    <a:pt x="20245" y="10948"/>
                  </a:cubicBezTo>
                  <a:cubicBezTo>
                    <a:pt x="20501" y="10504"/>
                    <a:pt x="20501" y="9912"/>
                    <a:pt x="20373" y="9468"/>
                  </a:cubicBezTo>
                  <a:cubicBezTo>
                    <a:pt x="20245" y="8877"/>
                    <a:pt x="19861" y="8581"/>
                    <a:pt x="19478" y="8285"/>
                  </a:cubicBezTo>
                  <a:cubicBezTo>
                    <a:pt x="6953" y="1332"/>
                    <a:pt x="6953" y="1332"/>
                    <a:pt x="6953" y="1332"/>
                  </a:cubicBezTo>
                  <a:cubicBezTo>
                    <a:pt x="6697" y="1184"/>
                    <a:pt x="6441" y="1184"/>
                    <a:pt x="6186" y="118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sp>
          <p:nvSpPr>
            <p:cNvPr id="8910" name="Shape 8910"/>
            <p:cNvSpPr/>
            <p:nvPr/>
          </p:nvSpPr>
          <p:spPr>
            <a:xfrm>
              <a:off x="0" y="562372"/>
              <a:ext cx="564850" cy="3716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8" y="21600"/>
                  </a:moveTo>
                  <a:cubicBezTo>
                    <a:pt x="0" y="21600"/>
                    <a:pt x="0" y="21600"/>
                    <a:pt x="0" y="21600"/>
                  </a:cubicBezTo>
                  <a:cubicBezTo>
                    <a:pt x="0" y="0"/>
                    <a:pt x="0" y="0"/>
                    <a:pt x="0" y="0"/>
                  </a:cubicBezTo>
                  <a:cubicBezTo>
                    <a:pt x="738" y="0"/>
                    <a:pt x="738" y="0"/>
                    <a:pt x="738" y="0"/>
                  </a:cubicBezTo>
                  <a:cubicBezTo>
                    <a:pt x="3692" y="0"/>
                    <a:pt x="6277" y="2525"/>
                    <a:pt x="7385" y="6732"/>
                  </a:cubicBezTo>
                  <a:cubicBezTo>
                    <a:pt x="16246" y="6732"/>
                    <a:pt x="16246" y="6732"/>
                    <a:pt x="16246" y="6732"/>
                  </a:cubicBezTo>
                  <a:cubicBezTo>
                    <a:pt x="16246" y="1403"/>
                    <a:pt x="16246" y="1403"/>
                    <a:pt x="16246" y="1403"/>
                  </a:cubicBezTo>
                  <a:cubicBezTo>
                    <a:pt x="21600" y="5049"/>
                    <a:pt x="21600" y="5049"/>
                    <a:pt x="21600" y="5049"/>
                  </a:cubicBezTo>
                  <a:cubicBezTo>
                    <a:pt x="21600" y="14868"/>
                    <a:pt x="21600" y="14868"/>
                    <a:pt x="21600" y="14868"/>
                  </a:cubicBezTo>
                  <a:cubicBezTo>
                    <a:pt x="7385" y="14868"/>
                    <a:pt x="7385" y="14868"/>
                    <a:pt x="7385" y="14868"/>
                  </a:cubicBezTo>
                  <a:cubicBezTo>
                    <a:pt x="6277" y="19075"/>
                    <a:pt x="3692" y="21600"/>
                    <a:pt x="738" y="21600"/>
                  </a:cubicBezTo>
                  <a:close/>
                  <a:moveTo>
                    <a:pt x="1477" y="2244"/>
                  </a:moveTo>
                  <a:cubicBezTo>
                    <a:pt x="1477" y="19356"/>
                    <a:pt x="1477" y="19356"/>
                    <a:pt x="1477" y="19356"/>
                  </a:cubicBezTo>
                  <a:cubicBezTo>
                    <a:pt x="3692" y="19075"/>
                    <a:pt x="5538" y="16551"/>
                    <a:pt x="6092" y="13465"/>
                  </a:cubicBezTo>
                  <a:cubicBezTo>
                    <a:pt x="6277" y="12623"/>
                    <a:pt x="6277" y="12623"/>
                    <a:pt x="6277" y="12623"/>
                  </a:cubicBezTo>
                  <a:cubicBezTo>
                    <a:pt x="20123" y="12623"/>
                    <a:pt x="20123" y="12623"/>
                    <a:pt x="20123" y="12623"/>
                  </a:cubicBezTo>
                  <a:cubicBezTo>
                    <a:pt x="20123" y="6452"/>
                    <a:pt x="20123" y="6452"/>
                    <a:pt x="20123" y="6452"/>
                  </a:cubicBezTo>
                  <a:cubicBezTo>
                    <a:pt x="17723" y="4769"/>
                    <a:pt x="17723" y="4769"/>
                    <a:pt x="17723" y="4769"/>
                  </a:cubicBezTo>
                  <a:cubicBezTo>
                    <a:pt x="17723" y="8977"/>
                    <a:pt x="17723" y="8977"/>
                    <a:pt x="17723" y="8977"/>
                  </a:cubicBezTo>
                  <a:cubicBezTo>
                    <a:pt x="6277" y="8977"/>
                    <a:pt x="6277" y="8977"/>
                    <a:pt x="6277" y="8977"/>
                  </a:cubicBezTo>
                  <a:cubicBezTo>
                    <a:pt x="6092" y="8135"/>
                    <a:pt x="6092" y="8135"/>
                    <a:pt x="6092" y="8135"/>
                  </a:cubicBezTo>
                  <a:cubicBezTo>
                    <a:pt x="5538" y="5049"/>
                    <a:pt x="3692" y="2805"/>
                    <a:pt x="1477" y="2244"/>
                  </a:cubicBezTo>
                  <a:close/>
                </a:path>
              </a:pathLst>
            </a:custGeom>
            <a:solidFill>
              <a:srgbClr val="2F5379"/>
            </a:solidFill>
            <a:ln w="12700" cap="flat">
              <a:noFill/>
              <a:miter lim="400000"/>
              <a:tailEnd type="triangle" w="med" len="med"/>
            </a:ln>
            <a:effectLst/>
          </p:spPr>
          <p:txBody>
            <a:bodyPr wrap="square" lIns="91439" tIns="91439" rIns="91439" bIns="91439" numCol="1" anchor="t">
              <a:noAutofit/>
            </a:bodyPr>
            <a:lstStyle/>
            <a:p>
              <a:pPr algn="l" defTabSz="914400">
                <a:defRPr sz="3600">
                  <a:solidFill>
                    <a:srgbClr val="0A0A0A"/>
                  </a:solidFill>
                  <a:latin typeface="Calibri"/>
                  <a:ea typeface="Calibri"/>
                  <a:cs typeface="Calibri"/>
                  <a:sym typeface="Calibri"/>
                </a:defRPr>
              </a:pPr>
            </a:p>
          </p:txBody>
        </p:sp>
      </p:grpSp>
      <p:grpSp>
        <p:nvGrpSpPr>
          <p:cNvPr id="8927" name="Group 8927"/>
          <p:cNvGrpSpPr/>
          <p:nvPr/>
        </p:nvGrpSpPr>
        <p:grpSpPr>
          <a:xfrm>
            <a:off x="325316" y="2535390"/>
            <a:ext cx="8137843" cy="5450685"/>
            <a:chOff x="0" y="0"/>
            <a:chExt cx="8137842" cy="5450683"/>
          </a:xfrm>
        </p:grpSpPr>
        <p:sp>
          <p:nvSpPr>
            <p:cNvPr id="8912" name="Shape 8912"/>
            <p:cNvSpPr/>
            <p:nvPr/>
          </p:nvSpPr>
          <p:spPr>
            <a:xfrm>
              <a:off x="0" y="4064759"/>
              <a:ext cx="3814244" cy="13326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66" y="21216"/>
                  </a:moveTo>
                  <a:lnTo>
                    <a:pt x="17240" y="18912"/>
                  </a:lnTo>
                  <a:lnTo>
                    <a:pt x="16267" y="16704"/>
                  </a:lnTo>
                  <a:lnTo>
                    <a:pt x="12511" y="12768"/>
                  </a:lnTo>
                  <a:lnTo>
                    <a:pt x="0" y="0"/>
                  </a:lnTo>
                  <a:lnTo>
                    <a:pt x="34" y="480"/>
                  </a:lnTo>
                  <a:lnTo>
                    <a:pt x="16099" y="17088"/>
                  </a:lnTo>
                  <a:lnTo>
                    <a:pt x="17139" y="19392"/>
                  </a:lnTo>
                  <a:lnTo>
                    <a:pt x="21600" y="21600"/>
                  </a:lnTo>
                  <a:lnTo>
                    <a:pt x="21566" y="21216"/>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3" name="Shape 8913"/>
            <p:cNvSpPr/>
            <p:nvPr/>
          </p:nvSpPr>
          <p:spPr>
            <a:xfrm>
              <a:off x="0" y="428196"/>
              <a:ext cx="2908067" cy="46671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319"/>
                  </a:moveTo>
                  <a:cubicBezTo>
                    <a:pt x="21375" y="21600"/>
                    <a:pt x="21375" y="21600"/>
                    <a:pt x="21375" y="21600"/>
                  </a:cubicBezTo>
                  <a:cubicBezTo>
                    <a:pt x="0" y="16823"/>
                    <a:pt x="0" y="16823"/>
                    <a:pt x="0" y="16823"/>
                  </a:cubicBezTo>
                  <a:cubicBezTo>
                    <a:pt x="15019" y="0"/>
                    <a:pt x="15019" y="0"/>
                    <a:pt x="15019" y="0"/>
                  </a:cubicBezTo>
                  <a:cubicBezTo>
                    <a:pt x="16650" y="351"/>
                    <a:pt x="16650" y="351"/>
                    <a:pt x="16650" y="351"/>
                  </a:cubicBezTo>
                  <a:cubicBezTo>
                    <a:pt x="16537" y="492"/>
                    <a:pt x="16537" y="492"/>
                    <a:pt x="16537" y="492"/>
                  </a:cubicBezTo>
                  <a:cubicBezTo>
                    <a:pt x="15806" y="316"/>
                    <a:pt x="15806" y="316"/>
                    <a:pt x="15806" y="316"/>
                  </a:cubicBezTo>
                  <a:cubicBezTo>
                    <a:pt x="1237" y="16823"/>
                    <a:pt x="1237" y="16823"/>
                    <a:pt x="1237" y="16823"/>
                  </a:cubicBezTo>
                  <a:cubicBezTo>
                    <a:pt x="1237" y="16823"/>
                    <a:pt x="1181" y="16894"/>
                    <a:pt x="1294" y="16929"/>
                  </a:cubicBezTo>
                  <a:cubicBezTo>
                    <a:pt x="1294" y="16929"/>
                    <a:pt x="2362" y="17210"/>
                    <a:pt x="4669" y="17631"/>
                  </a:cubicBezTo>
                  <a:cubicBezTo>
                    <a:pt x="7031" y="18018"/>
                    <a:pt x="11306" y="18720"/>
                    <a:pt x="11306" y="18720"/>
                  </a:cubicBezTo>
                  <a:cubicBezTo>
                    <a:pt x="11306" y="18720"/>
                    <a:pt x="17325" y="19493"/>
                    <a:pt x="21600" y="21319"/>
                  </a:cubicBez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4" name="Shape 8914"/>
            <p:cNvSpPr/>
            <p:nvPr/>
          </p:nvSpPr>
          <p:spPr>
            <a:xfrm>
              <a:off x="2872526" y="5036088"/>
              <a:ext cx="207299" cy="1954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091"/>
                  </a:moveTo>
                  <a:lnTo>
                    <a:pt x="17897" y="21600"/>
                  </a:lnTo>
                  <a:lnTo>
                    <a:pt x="0" y="6545"/>
                  </a:lnTo>
                  <a:lnTo>
                    <a:pt x="3703" y="0"/>
                  </a:lnTo>
                  <a:lnTo>
                    <a:pt x="21600" y="13091"/>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5" name="Shape 8915"/>
            <p:cNvSpPr/>
            <p:nvPr/>
          </p:nvSpPr>
          <p:spPr>
            <a:xfrm>
              <a:off x="3044287" y="5148622"/>
              <a:ext cx="835109" cy="2250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0"/>
                  </a:moveTo>
                  <a:cubicBezTo>
                    <a:pt x="21600" y="1440"/>
                    <a:pt x="20238" y="12240"/>
                    <a:pt x="19654" y="21600"/>
                  </a:cubicBezTo>
                  <a:cubicBezTo>
                    <a:pt x="0" y="7920"/>
                    <a:pt x="0" y="7920"/>
                    <a:pt x="0" y="7920"/>
                  </a:cubicBezTo>
                  <a:cubicBezTo>
                    <a:pt x="973" y="0"/>
                    <a:pt x="973" y="0"/>
                    <a:pt x="973" y="0"/>
                  </a:cubicBezTo>
                  <a:cubicBezTo>
                    <a:pt x="973" y="0"/>
                    <a:pt x="3697" y="6480"/>
                    <a:pt x="4086" y="8640"/>
                  </a:cubicBezTo>
                  <a:cubicBezTo>
                    <a:pt x="4281" y="10080"/>
                    <a:pt x="4476" y="8640"/>
                    <a:pt x="4476" y="7920"/>
                  </a:cubicBezTo>
                  <a:cubicBezTo>
                    <a:pt x="17903" y="16560"/>
                    <a:pt x="17903" y="16560"/>
                    <a:pt x="17903" y="16560"/>
                  </a:cubicBezTo>
                  <a:cubicBezTo>
                    <a:pt x="17903" y="16560"/>
                    <a:pt x="18486" y="17280"/>
                    <a:pt x="18681" y="15840"/>
                  </a:cubicBezTo>
                  <a:cubicBezTo>
                    <a:pt x="18876" y="14400"/>
                    <a:pt x="21016" y="720"/>
                    <a:pt x="21600" y="1440"/>
                  </a:cubicBez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6" name="Shape 8916"/>
            <p:cNvSpPr/>
            <p:nvPr/>
          </p:nvSpPr>
          <p:spPr>
            <a:xfrm>
              <a:off x="3808319" y="5267076"/>
              <a:ext cx="3275277" cy="1836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405" y="16723"/>
                  </a:lnTo>
                  <a:lnTo>
                    <a:pt x="15429" y="11845"/>
                  </a:lnTo>
                  <a:lnTo>
                    <a:pt x="7578" y="5574"/>
                  </a:lnTo>
                  <a:lnTo>
                    <a:pt x="195" y="0"/>
                  </a:lnTo>
                  <a:lnTo>
                    <a:pt x="0" y="12542"/>
                  </a:lnTo>
                  <a:lnTo>
                    <a:pt x="0" y="15329"/>
                  </a:lnTo>
                  <a:lnTo>
                    <a:pt x="469" y="17419"/>
                  </a:lnTo>
                  <a:lnTo>
                    <a:pt x="742" y="4877"/>
                  </a:lnTo>
                  <a:lnTo>
                    <a:pt x="21600" y="21600"/>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7" name="Shape 8917"/>
            <p:cNvSpPr/>
            <p:nvPr/>
          </p:nvSpPr>
          <p:spPr>
            <a:xfrm>
              <a:off x="3837934" y="5025353"/>
              <a:ext cx="2894568" cy="366104"/>
            </a:xfrm>
            <a:custGeom>
              <a:avLst/>
              <a:gdLst/>
              <a:ahLst/>
              <a:cxnLst>
                <a:cxn ang="0">
                  <a:pos x="wd2" y="hd2"/>
                </a:cxn>
                <a:cxn ang="5400000">
                  <a:pos x="wd2" y="hd2"/>
                </a:cxn>
                <a:cxn ang="10800000">
                  <a:pos x="wd2" y="hd2"/>
                </a:cxn>
                <a:cxn ang="16200000">
                  <a:pos x="wd2" y="hd2"/>
                </a:cxn>
              </a:cxnLst>
              <a:rect l="0" t="0" r="r" b="b"/>
              <a:pathLst>
                <a:path w="21544" h="19350" fill="norm" stroke="1" extrusionOk="0">
                  <a:moveTo>
                    <a:pt x="21544" y="17750"/>
                  </a:moveTo>
                  <a:cubicBezTo>
                    <a:pt x="21544" y="19350"/>
                    <a:pt x="21544" y="19350"/>
                    <a:pt x="21544" y="19350"/>
                  </a:cubicBezTo>
                  <a:cubicBezTo>
                    <a:pt x="0" y="12950"/>
                    <a:pt x="0" y="12950"/>
                    <a:pt x="0" y="12950"/>
                  </a:cubicBezTo>
                  <a:cubicBezTo>
                    <a:pt x="282" y="6550"/>
                    <a:pt x="282" y="6550"/>
                    <a:pt x="282" y="6550"/>
                  </a:cubicBezTo>
                  <a:cubicBezTo>
                    <a:pt x="282" y="6550"/>
                    <a:pt x="1523" y="-2250"/>
                    <a:pt x="6598" y="550"/>
                  </a:cubicBezTo>
                  <a:cubicBezTo>
                    <a:pt x="11279" y="3350"/>
                    <a:pt x="11956" y="10950"/>
                    <a:pt x="16806" y="14950"/>
                  </a:cubicBezTo>
                  <a:cubicBezTo>
                    <a:pt x="21600" y="18550"/>
                    <a:pt x="21544" y="17750"/>
                    <a:pt x="21544" y="17750"/>
                  </a:cubicBez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8" name="Shape 8918"/>
            <p:cNvSpPr/>
            <p:nvPr/>
          </p:nvSpPr>
          <p:spPr>
            <a:xfrm>
              <a:off x="7053979" y="1026395"/>
              <a:ext cx="1083864" cy="44242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98"/>
                  </a:moveTo>
                  <a:lnTo>
                    <a:pt x="590" y="21600"/>
                  </a:lnTo>
                  <a:lnTo>
                    <a:pt x="21600" y="260"/>
                  </a:lnTo>
                  <a:lnTo>
                    <a:pt x="21128" y="0"/>
                  </a:lnTo>
                  <a:lnTo>
                    <a:pt x="0" y="21398"/>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19" name="Shape 8919"/>
            <p:cNvSpPr/>
            <p:nvPr/>
          </p:nvSpPr>
          <p:spPr>
            <a:xfrm>
              <a:off x="6728231" y="1026395"/>
              <a:ext cx="1397767" cy="43828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375"/>
                  </a:moveTo>
                  <a:cubicBezTo>
                    <a:pt x="1996" y="21413"/>
                    <a:pt x="1996" y="21413"/>
                    <a:pt x="1996" y="21413"/>
                  </a:cubicBezTo>
                  <a:cubicBezTo>
                    <a:pt x="1996" y="21413"/>
                    <a:pt x="2113" y="21450"/>
                    <a:pt x="2230" y="21226"/>
                  </a:cubicBezTo>
                  <a:cubicBezTo>
                    <a:pt x="2465" y="21038"/>
                    <a:pt x="18665" y="374"/>
                    <a:pt x="18665" y="374"/>
                  </a:cubicBezTo>
                  <a:cubicBezTo>
                    <a:pt x="18665" y="374"/>
                    <a:pt x="18783" y="262"/>
                    <a:pt x="18548" y="225"/>
                  </a:cubicBezTo>
                  <a:cubicBezTo>
                    <a:pt x="18313" y="225"/>
                    <a:pt x="17843" y="112"/>
                    <a:pt x="17843" y="112"/>
                  </a:cubicBezTo>
                  <a:cubicBezTo>
                    <a:pt x="21483" y="0"/>
                    <a:pt x="21483" y="0"/>
                    <a:pt x="21483" y="0"/>
                  </a:cubicBezTo>
                  <a:cubicBezTo>
                    <a:pt x="21600" y="0"/>
                    <a:pt x="21600" y="0"/>
                    <a:pt x="21600" y="0"/>
                  </a:cubicBezTo>
                  <a:cubicBezTo>
                    <a:pt x="5048" y="21600"/>
                    <a:pt x="5048" y="21600"/>
                    <a:pt x="5048" y="21600"/>
                  </a:cubicBezTo>
                  <a:cubicBezTo>
                    <a:pt x="0" y="21525"/>
                    <a:pt x="0" y="21525"/>
                    <a:pt x="0" y="21525"/>
                  </a:cubicBezTo>
                  <a:lnTo>
                    <a:pt x="0" y="21375"/>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0" name="Shape 8920"/>
            <p:cNvSpPr/>
            <p:nvPr/>
          </p:nvSpPr>
          <p:spPr>
            <a:xfrm>
              <a:off x="3216045" y="4720256"/>
              <a:ext cx="3650307" cy="647510"/>
            </a:xfrm>
            <a:custGeom>
              <a:avLst/>
              <a:gdLst/>
              <a:ahLst/>
              <a:cxnLst>
                <a:cxn ang="0">
                  <a:pos x="wd2" y="hd2"/>
                </a:cxn>
                <a:cxn ang="5400000">
                  <a:pos x="wd2" y="hd2"/>
                </a:cxn>
                <a:cxn ang="10800000">
                  <a:pos x="wd2" y="hd2"/>
                </a:cxn>
                <a:cxn ang="16200000">
                  <a:pos x="wd2" y="hd2"/>
                </a:cxn>
              </a:cxnLst>
              <a:rect l="0" t="0" r="r" b="b"/>
              <a:pathLst>
                <a:path w="21541" h="20898" fill="norm" stroke="1" extrusionOk="0">
                  <a:moveTo>
                    <a:pt x="21466" y="20407"/>
                  </a:moveTo>
                  <a:cubicBezTo>
                    <a:pt x="21466" y="20407"/>
                    <a:pt x="21600" y="20898"/>
                    <a:pt x="21511" y="20898"/>
                  </a:cubicBezTo>
                  <a:cubicBezTo>
                    <a:pt x="21466" y="20898"/>
                    <a:pt x="20706" y="20653"/>
                    <a:pt x="20706" y="20653"/>
                  </a:cubicBezTo>
                  <a:cubicBezTo>
                    <a:pt x="20706" y="20653"/>
                    <a:pt x="19766" y="20653"/>
                    <a:pt x="18738" y="19916"/>
                  </a:cubicBezTo>
                  <a:cubicBezTo>
                    <a:pt x="18738" y="19916"/>
                    <a:pt x="16234" y="18689"/>
                    <a:pt x="15563" y="17707"/>
                  </a:cubicBezTo>
                  <a:cubicBezTo>
                    <a:pt x="14892" y="16971"/>
                    <a:pt x="14445" y="16725"/>
                    <a:pt x="13282" y="14762"/>
                  </a:cubicBezTo>
                  <a:cubicBezTo>
                    <a:pt x="13282" y="14762"/>
                    <a:pt x="11806" y="12553"/>
                    <a:pt x="11270" y="11816"/>
                  </a:cubicBezTo>
                  <a:cubicBezTo>
                    <a:pt x="10688" y="11325"/>
                    <a:pt x="9391" y="10098"/>
                    <a:pt x="8184" y="9853"/>
                  </a:cubicBezTo>
                  <a:cubicBezTo>
                    <a:pt x="8184" y="9853"/>
                    <a:pt x="6932" y="9362"/>
                    <a:pt x="5724" y="10589"/>
                  </a:cubicBezTo>
                  <a:cubicBezTo>
                    <a:pt x="4472" y="11571"/>
                    <a:pt x="4025" y="13534"/>
                    <a:pt x="3935" y="14025"/>
                  </a:cubicBezTo>
                  <a:cubicBezTo>
                    <a:pt x="3846" y="14271"/>
                    <a:pt x="3667" y="15498"/>
                    <a:pt x="3220" y="19425"/>
                  </a:cubicBezTo>
                  <a:cubicBezTo>
                    <a:pt x="3220" y="19425"/>
                    <a:pt x="3175" y="19671"/>
                    <a:pt x="3086" y="19425"/>
                  </a:cubicBezTo>
                  <a:cubicBezTo>
                    <a:pt x="3041" y="19425"/>
                    <a:pt x="0" y="16480"/>
                    <a:pt x="0" y="16480"/>
                  </a:cubicBezTo>
                  <a:cubicBezTo>
                    <a:pt x="0" y="16480"/>
                    <a:pt x="179" y="14516"/>
                    <a:pt x="537" y="12798"/>
                  </a:cubicBezTo>
                  <a:cubicBezTo>
                    <a:pt x="850" y="11080"/>
                    <a:pt x="3891" y="2489"/>
                    <a:pt x="5411" y="1016"/>
                  </a:cubicBezTo>
                  <a:cubicBezTo>
                    <a:pt x="6932" y="-702"/>
                    <a:pt x="9928" y="-702"/>
                    <a:pt x="13998" y="4698"/>
                  </a:cubicBezTo>
                  <a:cubicBezTo>
                    <a:pt x="18067" y="10098"/>
                    <a:pt x="18514" y="11571"/>
                    <a:pt x="18514" y="11571"/>
                  </a:cubicBezTo>
                  <a:lnTo>
                    <a:pt x="21466" y="20407"/>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1" name="Shape 8921"/>
            <p:cNvSpPr/>
            <p:nvPr/>
          </p:nvSpPr>
          <p:spPr>
            <a:xfrm>
              <a:off x="3216045" y="718412"/>
              <a:ext cx="4288064" cy="45131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 y="21310"/>
                  </a:moveTo>
                  <a:cubicBezTo>
                    <a:pt x="114" y="21310"/>
                    <a:pt x="305" y="19458"/>
                    <a:pt x="2481" y="18551"/>
                  </a:cubicBezTo>
                  <a:cubicBezTo>
                    <a:pt x="4656" y="17643"/>
                    <a:pt x="7938" y="17825"/>
                    <a:pt x="9388" y="18079"/>
                  </a:cubicBezTo>
                  <a:cubicBezTo>
                    <a:pt x="10800" y="18333"/>
                    <a:pt x="11792" y="18587"/>
                    <a:pt x="13548" y="19131"/>
                  </a:cubicBezTo>
                  <a:cubicBezTo>
                    <a:pt x="19539" y="0"/>
                    <a:pt x="19539" y="0"/>
                    <a:pt x="19539" y="0"/>
                  </a:cubicBezTo>
                  <a:cubicBezTo>
                    <a:pt x="19539" y="0"/>
                    <a:pt x="20570" y="109"/>
                    <a:pt x="21600" y="581"/>
                  </a:cubicBezTo>
                  <a:cubicBezTo>
                    <a:pt x="15723" y="20801"/>
                    <a:pt x="15723" y="20801"/>
                    <a:pt x="15723" y="20801"/>
                  </a:cubicBezTo>
                  <a:cubicBezTo>
                    <a:pt x="15685" y="20838"/>
                    <a:pt x="15685" y="20838"/>
                    <a:pt x="15685" y="20838"/>
                  </a:cubicBezTo>
                  <a:cubicBezTo>
                    <a:pt x="15685" y="20838"/>
                    <a:pt x="13433" y="20148"/>
                    <a:pt x="11182" y="19712"/>
                  </a:cubicBezTo>
                  <a:cubicBezTo>
                    <a:pt x="8892" y="19240"/>
                    <a:pt x="6182" y="18950"/>
                    <a:pt x="4351" y="19349"/>
                  </a:cubicBezTo>
                  <a:cubicBezTo>
                    <a:pt x="2481" y="19785"/>
                    <a:pt x="840" y="20838"/>
                    <a:pt x="840" y="20838"/>
                  </a:cubicBezTo>
                  <a:cubicBezTo>
                    <a:pt x="840" y="20838"/>
                    <a:pt x="229" y="21092"/>
                    <a:pt x="0" y="21600"/>
                  </a:cubicBezTo>
                  <a:lnTo>
                    <a:pt x="114" y="21310"/>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2" name="Shape 8922"/>
            <p:cNvSpPr/>
            <p:nvPr/>
          </p:nvSpPr>
          <p:spPr>
            <a:xfrm>
              <a:off x="6331405" y="836867"/>
              <a:ext cx="1605314" cy="4524975"/>
            </a:xfrm>
            <a:custGeom>
              <a:avLst/>
              <a:gdLst/>
              <a:ahLst/>
              <a:cxnLst>
                <a:cxn ang="0">
                  <a:pos x="wd2" y="hd2"/>
                </a:cxn>
                <a:cxn ang="5400000">
                  <a:pos x="wd2" y="hd2"/>
                </a:cxn>
                <a:cxn ang="10800000">
                  <a:pos x="wd2" y="hd2"/>
                </a:cxn>
                <a:cxn ang="16200000">
                  <a:pos x="wd2" y="hd2"/>
                </a:cxn>
              </a:cxnLst>
              <a:rect l="0" t="0" r="r" b="b"/>
              <a:pathLst>
                <a:path w="21524" h="21600" fill="norm" stroke="1" extrusionOk="0">
                  <a:moveTo>
                    <a:pt x="0" y="20223"/>
                  </a:moveTo>
                  <a:cubicBezTo>
                    <a:pt x="7200" y="21600"/>
                    <a:pt x="7200" y="21600"/>
                    <a:pt x="7200" y="21600"/>
                  </a:cubicBezTo>
                  <a:cubicBezTo>
                    <a:pt x="7200" y="21600"/>
                    <a:pt x="7200" y="21600"/>
                    <a:pt x="7301" y="21564"/>
                  </a:cubicBezTo>
                  <a:cubicBezTo>
                    <a:pt x="7301" y="21528"/>
                    <a:pt x="7403" y="21419"/>
                    <a:pt x="7403" y="21419"/>
                  </a:cubicBezTo>
                  <a:cubicBezTo>
                    <a:pt x="21499" y="1268"/>
                    <a:pt x="21499" y="1268"/>
                    <a:pt x="21499" y="1268"/>
                  </a:cubicBezTo>
                  <a:cubicBezTo>
                    <a:pt x="21499" y="1268"/>
                    <a:pt x="21600" y="1160"/>
                    <a:pt x="21397" y="1123"/>
                  </a:cubicBezTo>
                  <a:cubicBezTo>
                    <a:pt x="21194" y="1087"/>
                    <a:pt x="20789" y="1015"/>
                    <a:pt x="20789" y="1015"/>
                  </a:cubicBezTo>
                  <a:cubicBezTo>
                    <a:pt x="20789" y="1015"/>
                    <a:pt x="17341" y="181"/>
                    <a:pt x="15718" y="0"/>
                  </a:cubicBezTo>
                  <a:lnTo>
                    <a:pt x="0" y="20223"/>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3" name="Shape 8923"/>
            <p:cNvSpPr/>
            <p:nvPr/>
          </p:nvSpPr>
          <p:spPr>
            <a:xfrm>
              <a:off x="3221969" y="400761"/>
              <a:ext cx="3873472" cy="4818934"/>
            </a:xfrm>
            <a:custGeom>
              <a:avLst/>
              <a:gdLst/>
              <a:ahLst/>
              <a:cxnLst>
                <a:cxn ang="0">
                  <a:pos x="wd2" y="hd2"/>
                </a:cxn>
                <a:cxn ang="5400000">
                  <a:pos x="wd2" y="hd2"/>
                </a:cxn>
                <a:cxn ang="10800000">
                  <a:pos x="wd2" y="hd2"/>
                </a:cxn>
                <a:cxn ang="16200000">
                  <a:pos x="wd2" y="hd2"/>
                </a:cxn>
              </a:cxnLst>
              <a:rect l="0" t="0" r="r" b="b"/>
              <a:pathLst>
                <a:path w="21600" h="21537" fill="norm" stroke="1" extrusionOk="0">
                  <a:moveTo>
                    <a:pt x="0" y="21537"/>
                  </a:moveTo>
                  <a:cubicBezTo>
                    <a:pt x="0" y="21537"/>
                    <a:pt x="169" y="20825"/>
                    <a:pt x="465" y="20248"/>
                  </a:cubicBezTo>
                  <a:cubicBezTo>
                    <a:pt x="8369" y="4549"/>
                    <a:pt x="8369" y="4549"/>
                    <a:pt x="8369" y="4549"/>
                  </a:cubicBezTo>
                  <a:cubicBezTo>
                    <a:pt x="8369" y="4549"/>
                    <a:pt x="8877" y="2514"/>
                    <a:pt x="10863" y="1293"/>
                  </a:cubicBezTo>
                  <a:cubicBezTo>
                    <a:pt x="12850" y="73"/>
                    <a:pt x="15598" y="-29"/>
                    <a:pt x="15724" y="5"/>
                  </a:cubicBezTo>
                  <a:cubicBezTo>
                    <a:pt x="15724" y="5"/>
                    <a:pt x="17331" y="-63"/>
                    <a:pt x="18979" y="378"/>
                  </a:cubicBezTo>
                  <a:cubicBezTo>
                    <a:pt x="18979" y="378"/>
                    <a:pt x="20543" y="819"/>
                    <a:pt x="21600" y="1429"/>
                  </a:cubicBezTo>
                  <a:cubicBezTo>
                    <a:pt x="14964" y="19299"/>
                    <a:pt x="14964" y="19299"/>
                    <a:pt x="14964" y="19299"/>
                  </a:cubicBezTo>
                  <a:cubicBezTo>
                    <a:pt x="14964" y="19299"/>
                    <a:pt x="12089" y="18519"/>
                    <a:pt x="10821" y="18417"/>
                  </a:cubicBezTo>
                  <a:cubicBezTo>
                    <a:pt x="10821" y="18417"/>
                    <a:pt x="8623" y="18044"/>
                    <a:pt x="6341" y="18146"/>
                  </a:cubicBezTo>
                  <a:cubicBezTo>
                    <a:pt x="4016" y="18282"/>
                    <a:pt x="1691" y="18756"/>
                    <a:pt x="676" y="20181"/>
                  </a:cubicBezTo>
                  <a:cubicBezTo>
                    <a:pt x="676" y="20181"/>
                    <a:pt x="169" y="20757"/>
                    <a:pt x="85" y="21367"/>
                  </a:cubicBezTo>
                  <a:lnTo>
                    <a:pt x="0" y="21537"/>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4" name="Shape 8924"/>
            <p:cNvSpPr/>
            <p:nvPr/>
          </p:nvSpPr>
          <p:spPr>
            <a:xfrm>
              <a:off x="159443" y="499269"/>
              <a:ext cx="3038836" cy="4732272"/>
            </a:xfrm>
            <a:custGeom>
              <a:avLst/>
              <a:gdLst/>
              <a:ahLst/>
              <a:cxnLst>
                <a:cxn ang="0">
                  <a:pos x="wd2" y="hd2"/>
                </a:cxn>
                <a:cxn ang="5400000">
                  <a:pos x="wd2" y="hd2"/>
                </a:cxn>
                <a:cxn ang="10800000">
                  <a:pos x="wd2" y="hd2"/>
                </a:cxn>
                <a:cxn ang="16200000">
                  <a:pos x="wd2" y="hd2"/>
                </a:cxn>
              </a:cxnLst>
              <a:rect l="0" t="0" r="r" b="b"/>
              <a:pathLst>
                <a:path w="21561" h="21600" fill="norm" stroke="1" extrusionOk="0">
                  <a:moveTo>
                    <a:pt x="21561" y="21600"/>
                  </a:moveTo>
                  <a:cubicBezTo>
                    <a:pt x="20701" y="21219"/>
                    <a:pt x="20701" y="21219"/>
                    <a:pt x="20701" y="21219"/>
                  </a:cubicBezTo>
                  <a:cubicBezTo>
                    <a:pt x="19465" y="20735"/>
                    <a:pt x="19465" y="20735"/>
                    <a:pt x="19465" y="20735"/>
                  </a:cubicBezTo>
                  <a:cubicBezTo>
                    <a:pt x="19465" y="20735"/>
                    <a:pt x="16833" y="19627"/>
                    <a:pt x="15006" y="19212"/>
                  </a:cubicBezTo>
                  <a:cubicBezTo>
                    <a:pt x="15006" y="19212"/>
                    <a:pt x="11997" y="18450"/>
                    <a:pt x="10062" y="18208"/>
                  </a:cubicBezTo>
                  <a:cubicBezTo>
                    <a:pt x="6409" y="17585"/>
                    <a:pt x="6409" y="17585"/>
                    <a:pt x="6409" y="17585"/>
                  </a:cubicBezTo>
                  <a:cubicBezTo>
                    <a:pt x="6409" y="17585"/>
                    <a:pt x="3400" y="17065"/>
                    <a:pt x="2540" y="16927"/>
                  </a:cubicBezTo>
                  <a:cubicBezTo>
                    <a:pt x="2540" y="16927"/>
                    <a:pt x="982" y="16615"/>
                    <a:pt x="68" y="16373"/>
                  </a:cubicBezTo>
                  <a:cubicBezTo>
                    <a:pt x="68" y="16373"/>
                    <a:pt x="-39" y="16338"/>
                    <a:pt x="15" y="16269"/>
                  </a:cubicBezTo>
                  <a:cubicBezTo>
                    <a:pt x="68" y="16200"/>
                    <a:pt x="13931" y="0"/>
                    <a:pt x="13931" y="0"/>
                  </a:cubicBezTo>
                  <a:cubicBezTo>
                    <a:pt x="14630" y="173"/>
                    <a:pt x="14630" y="173"/>
                    <a:pt x="14630" y="173"/>
                  </a:cubicBezTo>
                  <a:cubicBezTo>
                    <a:pt x="1519" y="15681"/>
                    <a:pt x="1519" y="15681"/>
                    <a:pt x="1519" y="15681"/>
                  </a:cubicBezTo>
                  <a:cubicBezTo>
                    <a:pt x="1519" y="15681"/>
                    <a:pt x="4474" y="15404"/>
                    <a:pt x="9471" y="16719"/>
                  </a:cubicBezTo>
                  <a:cubicBezTo>
                    <a:pt x="14254" y="17965"/>
                    <a:pt x="17424" y="19142"/>
                    <a:pt x="20594" y="21046"/>
                  </a:cubicBezTo>
                  <a:lnTo>
                    <a:pt x="21561" y="21600"/>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5" name="Shape 8925"/>
            <p:cNvSpPr/>
            <p:nvPr/>
          </p:nvSpPr>
          <p:spPr>
            <a:xfrm>
              <a:off x="373130" y="345278"/>
              <a:ext cx="2825149" cy="4886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606" y="14925"/>
                  </a:moveTo>
                  <a:cubicBezTo>
                    <a:pt x="2606" y="14925"/>
                    <a:pt x="6138" y="14858"/>
                    <a:pt x="11755" y="16602"/>
                  </a:cubicBezTo>
                  <a:cubicBezTo>
                    <a:pt x="17373" y="18347"/>
                    <a:pt x="21600" y="21600"/>
                    <a:pt x="21600" y="21600"/>
                  </a:cubicBezTo>
                  <a:cubicBezTo>
                    <a:pt x="21600" y="21600"/>
                    <a:pt x="18068" y="19755"/>
                    <a:pt x="15635" y="18883"/>
                  </a:cubicBezTo>
                  <a:cubicBezTo>
                    <a:pt x="13145" y="17978"/>
                    <a:pt x="5675" y="15831"/>
                    <a:pt x="0" y="15865"/>
                  </a:cubicBezTo>
                  <a:cubicBezTo>
                    <a:pt x="14246" y="704"/>
                    <a:pt x="14246" y="704"/>
                    <a:pt x="14246" y="704"/>
                  </a:cubicBezTo>
                  <a:cubicBezTo>
                    <a:pt x="14998" y="0"/>
                    <a:pt x="14998" y="0"/>
                    <a:pt x="14998" y="0"/>
                  </a:cubicBezTo>
                  <a:cubicBezTo>
                    <a:pt x="16157" y="34"/>
                    <a:pt x="16157" y="34"/>
                    <a:pt x="16157" y="34"/>
                  </a:cubicBezTo>
                  <a:lnTo>
                    <a:pt x="2606" y="14925"/>
                  </a:ln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26" name="Shape 8926"/>
            <p:cNvSpPr/>
            <p:nvPr/>
          </p:nvSpPr>
          <p:spPr>
            <a:xfrm>
              <a:off x="716649" y="-1"/>
              <a:ext cx="4003772" cy="5249308"/>
            </a:xfrm>
            <a:custGeom>
              <a:avLst/>
              <a:gdLst/>
              <a:ahLst/>
              <a:cxnLst>
                <a:cxn ang="0">
                  <a:pos x="wd2" y="hd2"/>
                </a:cxn>
                <a:cxn ang="5400000">
                  <a:pos x="wd2" y="hd2"/>
                </a:cxn>
                <a:cxn ang="10800000">
                  <a:pos x="wd2" y="hd2"/>
                </a:cxn>
                <a:cxn ang="16200000">
                  <a:pos x="wd2" y="hd2"/>
                </a:cxn>
              </a:cxnLst>
              <a:rect l="0" t="0" r="r" b="b"/>
              <a:pathLst>
                <a:path w="21600" h="21130" fill="norm" stroke="1" extrusionOk="0">
                  <a:moveTo>
                    <a:pt x="13515" y="21008"/>
                  </a:moveTo>
                  <a:cubicBezTo>
                    <a:pt x="13434" y="21130"/>
                    <a:pt x="13434" y="21130"/>
                    <a:pt x="13434" y="21130"/>
                  </a:cubicBezTo>
                  <a:cubicBezTo>
                    <a:pt x="13434" y="21130"/>
                    <a:pt x="12290" y="20061"/>
                    <a:pt x="11188" y="19266"/>
                  </a:cubicBezTo>
                  <a:cubicBezTo>
                    <a:pt x="11188" y="19266"/>
                    <a:pt x="8289" y="16975"/>
                    <a:pt x="5471" y="16150"/>
                  </a:cubicBezTo>
                  <a:cubicBezTo>
                    <a:pt x="5471" y="16150"/>
                    <a:pt x="2205" y="15020"/>
                    <a:pt x="0" y="14989"/>
                  </a:cubicBezTo>
                  <a:cubicBezTo>
                    <a:pt x="9555" y="1424"/>
                    <a:pt x="9555" y="1424"/>
                    <a:pt x="9555" y="1424"/>
                  </a:cubicBezTo>
                  <a:cubicBezTo>
                    <a:pt x="10739" y="110"/>
                    <a:pt x="10739" y="110"/>
                    <a:pt x="10739" y="110"/>
                  </a:cubicBezTo>
                  <a:cubicBezTo>
                    <a:pt x="10739" y="110"/>
                    <a:pt x="13474" y="-470"/>
                    <a:pt x="16455" y="1027"/>
                  </a:cubicBezTo>
                  <a:cubicBezTo>
                    <a:pt x="19395" y="2524"/>
                    <a:pt x="21273" y="5121"/>
                    <a:pt x="21600" y="5640"/>
                  </a:cubicBezTo>
                  <a:cubicBezTo>
                    <a:pt x="14087" y="19694"/>
                    <a:pt x="14087" y="19694"/>
                    <a:pt x="14087" y="19694"/>
                  </a:cubicBezTo>
                  <a:cubicBezTo>
                    <a:pt x="14087" y="19694"/>
                    <a:pt x="13474" y="20733"/>
                    <a:pt x="13515" y="21008"/>
                  </a:cubicBezTo>
                  <a:close/>
                </a:path>
              </a:pathLst>
            </a:custGeom>
            <a:solidFill>
              <a:srgbClr val="47D39C"/>
            </a:solidFill>
            <a:ln w="38100" cap="flat">
              <a:solidFill>
                <a:srgbClr val="FFFFF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8928" name="Shape 8928"/>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grpSp>
        <p:nvGrpSpPr>
          <p:cNvPr id="8937" name="Group 8937"/>
          <p:cNvGrpSpPr/>
          <p:nvPr/>
        </p:nvGrpSpPr>
        <p:grpSpPr>
          <a:xfrm>
            <a:off x="972604" y="8642241"/>
            <a:ext cx="7912921" cy="4603035"/>
            <a:chOff x="0" y="0"/>
            <a:chExt cx="7912920" cy="4603033"/>
          </a:xfrm>
        </p:grpSpPr>
        <p:sp>
          <p:nvSpPr>
            <p:cNvPr id="8929" name="Shape 8929"/>
            <p:cNvSpPr/>
            <p:nvPr/>
          </p:nvSpPr>
          <p:spPr>
            <a:xfrm>
              <a:off x="-1" y="1542903"/>
              <a:ext cx="7182317" cy="30601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898"/>
                  </a:moveTo>
                  <a:lnTo>
                    <a:pt x="10389" y="21600"/>
                  </a:lnTo>
                  <a:lnTo>
                    <a:pt x="21600" y="14647"/>
                  </a:lnTo>
                  <a:lnTo>
                    <a:pt x="11302" y="0"/>
                  </a:lnTo>
                  <a:lnTo>
                    <a:pt x="0" y="5898"/>
                  </a:lnTo>
                  <a:close/>
                </a:path>
              </a:pathLst>
            </a:custGeom>
            <a:solidFill>
              <a:srgbClr val="CFBEA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0" name="Shape 8930"/>
            <p:cNvSpPr/>
            <p:nvPr/>
          </p:nvSpPr>
          <p:spPr>
            <a:xfrm>
              <a:off x="0" y="1687624"/>
              <a:ext cx="3454608" cy="29154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5119"/>
                  </a:lnTo>
                  <a:lnTo>
                    <a:pt x="21600" y="21600"/>
                  </a:lnTo>
                  <a:lnTo>
                    <a:pt x="21600" y="16481"/>
                  </a:lnTo>
                  <a:lnTo>
                    <a:pt x="0" y="0"/>
                  </a:lnTo>
                  <a:close/>
                </a:path>
              </a:pathLst>
            </a:custGeom>
            <a:solidFill>
              <a:srgbClr val="15B9A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1" name="Shape 8931"/>
            <p:cNvSpPr/>
            <p:nvPr/>
          </p:nvSpPr>
          <p:spPr>
            <a:xfrm>
              <a:off x="3454607" y="2966763"/>
              <a:ext cx="3524633" cy="15545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368"/>
                  </a:moveTo>
                  <a:lnTo>
                    <a:pt x="21600" y="0"/>
                  </a:lnTo>
                  <a:lnTo>
                    <a:pt x="0" y="13135"/>
                  </a:lnTo>
                  <a:lnTo>
                    <a:pt x="0" y="21600"/>
                  </a:lnTo>
                  <a:lnTo>
                    <a:pt x="21600" y="8368"/>
                  </a:lnTo>
                  <a:close/>
                </a:path>
              </a:pathLst>
            </a:custGeom>
            <a:solidFill>
              <a:srgbClr val="EDE2DA"/>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2" name="Shape 8932"/>
            <p:cNvSpPr/>
            <p:nvPr/>
          </p:nvSpPr>
          <p:spPr>
            <a:xfrm>
              <a:off x="-1" y="851983"/>
              <a:ext cx="7182317" cy="30601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898"/>
                  </a:moveTo>
                  <a:lnTo>
                    <a:pt x="10389" y="21600"/>
                  </a:lnTo>
                  <a:lnTo>
                    <a:pt x="21600" y="14647"/>
                  </a:lnTo>
                  <a:lnTo>
                    <a:pt x="11302" y="0"/>
                  </a:lnTo>
                  <a:lnTo>
                    <a:pt x="0" y="5898"/>
                  </a:lnTo>
                  <a:close/>
                </a:path>
              </a:pathLst>
            </a:cu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3" name="Shape 8933"/>
            <p:cNvSpPr/>
            <p:nvPr/>
          </p:nvSpPr>
          <p:spPr>
            <a:xfrm>
              <a:off x="730604" y="690920"/>
              <a:ext cx="7182317" cy="30601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948"/>
                  </a:moveTo>
                  <a:lnTo>
                    <a:pt x="10382" y="21600"/>
                  </a:lnTo>
                  <a:lnTo>
                    <a:pt x="21600" y="14647"/>
                  </a:lnTo>
                  <a:lnTo>
                    <a:pt x="11295" y="0"/>
                  </a:lnTo>
                  <a:lnTo>
                    <a:pt x="0" y="5948"/>
                  </a:lnTo>
                  <a:close/>
                </a:path>
              </a:pathLst>
            </a:custGeom>
            <a:solidFill>
              <a:srgbClr val="CFBEA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4" name="Shape 8934"/>
            <p:cNvSpPr/>
            <p:nvPr/>
          </p:nvSpPr>
          <p:spPr>
            <a:xfrm>
              <a:off x="730604" y="840310"/>
              <a:ext cx="3452275" cy="29107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5145"/>
                  </a:lnTo>
                  <a:lnTo>
                    <a:pt x="21600" y="21600"/>
                  </a:lnTo>
                  <a:lnTo>
                    <a:pt x="21600" y="16507"/>
                  </a:lnTo>
                  <a:lnTo>
                    <a:pt x="0" y="0"/>
                  </a:lnTo>
                  <a:close/>
                </a:path>
              </a:pathLst>
            </a:custGeom>
            <a:solidFill>
              <a:srgbClr val="C89A2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5" name="Shape 8935"/>
            <p:cNvSpPr/>
            <p:nvPr/>
          </p:nvSpPr>
          <p:spPr>
            <a:xfrm>
              <a:off x="4182874" y="2119449"/>
              <a:ext cx="3524633" cy="15545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8368"/>
                  </a:moveTo>
                  <a:lnTo>
                    <a:pt x="21600" y="0"/>
                  </a:lnTo>
                  <a:lnTo>
                    <a:pt x="0" y="13135"/>
                  </a:lnTo>
                  <a:lnTo>
                    <a:pt x="0" y="21600"/>
                  </a:lnTo>
                  <a:lnTo>
                    <a:pt x="21600" y="8368"/>
                  </a:lnTo>
                  <a:close/>
                </a:path>
              </a:pathLst>
            </a:custGeom>
            <a:solidFill>
              <a:srgbClr val="EDE2DA"/>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36" name="Shape 8936"/>
            <p:cNvSpPr/>
            <p:nvPr/>
          </p:nvSpPr>
          <p:spPr>
            <a:xfrm>
              <a:off x="730604" y="-1"/>
              <a:ext cx="7182317" cy="30648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922"/>
                  </a:moveTo>
                  <a:lnTo>
                    <a:pt x="10382" y="21600"/>
                  </a:lnTo>
                  <a:lnTo>
                    <a:pt x="21600" y="14625"/>
                  </a:lnTo>
                  <a:lnTo>
                    <a:pt x="11295" y="0"/>
                  </a:lnTo>
                  <a:lnTo>
                    <a:pt x="0" y="5922"/>
                  </a:lnTo>
                  <a:close/>
                </a:path>
              </a:pathLst>
            </a:cu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8947" name="Group 8947"/>
          <p:cNvGrpSpPr/>
          <p:nvPr/>
        </p:nvGrpSpPr>
        <p:grpSpPr>
          <a:xfrm>
            <a:off x="20868228" y="-162561"/>
            <a:ext cx="2219455" cy="7901939"/>
            <a:chOff x="0" y="0"/>
            <a:chExt cx="2219453" cy="7901937"/>
          </a:xfrm>
        </p:grpSpPr>
        <p:sp>
          <p:nvSpPr>
            <p:cNvPr id="8938" name="Shape 8938"/>
            <p:cNvSpPr/>
            <p:nvPr/>
          </p:nvSpPr>
          <p:spPr>
            <a:xfrm flipH="1" flipV="1">
              <a:off x="1069350" y="-1"/>
              <a:ext cx="18448" cy="3991013"/>
            </a:xfrm>
            <a:prstGeom prst="line">
              <a:avLst/>
            </a:prstGeom>
            <a:noFill/>
            <a:ln w="38100" cap="flat">
              <a:solidFill>
                <a:srgbClr val="BFBFBF"/>
              </a:solidFill>
              <a:prstDash val="solid"/>
              <a:bevel/>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grpSp>
          <p:nvGrpSpPr>
            <p:cNvPr id="8946" name="Group 8946"/>
            <p:cNvGrpSpPr/>
            <p:nvPr/>
          </p:nvGrpSpPr>
          <p:grpSpPr>
            <a:xfrm>
              <a:off x="-1" y="3991011"/>
              <a:ext cx="2219455" cy="3910927"/>
              <a:chOff x="0" y="0"/>
              <a:chExt cx="2219453" cy="3910925"/>
            </a:xfrm>
          </p:grpSpPr>
          <p:sp>
            <p:nvSpPr>
              <p:cNvPr id="8939" name="Shape 8939"/>
              <p:cNvSpPr/>
              <p:nvPr/>
            </p:nvSpPr>
            <p:spPr>
              <a:xfrm rot="10800000">
                <a:off x="0" y="810448"/>
                <a:ext cx="2219454" cy="3100478"/>
              </a:xfrm>
              <a:custGeom>
                <a:avLst/>
                <a:gdLst/>
                <a:ahLst/>
                <a:cxnLst>
                  <a:cxn ang="0">
                    <a:pos x="wd2" y="hd2"/>
                  </a:cxn>
                  <a:cxn ang="5400000">
                    <a:pos x="wd2" y="hd2"/>
                  </a:cxn>
                  <a:cxn ang="10800000">
                    <a:pos x="wd2" y="hd2"/>
                  </a:cxn>
                  <a:cxn ang="16200000">
                    <a:pos x="wd2" y="hd2"/>
                  </a:cxn>
                </a:cxnLst>
                <a:rect l="0" t="0" r="r" b="b"/>
                <a:pathLst>
                  <a:path w="19718" h="21600" fill="norm" stroke="1" extrusionOk="0">
                    <a:moveTo>
                      <a:pt x="9597" y="0"/>
                    </a:moveTo>
                    <a:cubicBezTo>
                      <a:pt x="4208" y="0"/>
                      <a:pt x="-583" y="4107"/>
                      <a:pt x="57" y="8343"/>
                    </a:cubicBezTo>
                    <a:cubicBezTo>
                      <a:pt x="222" y="10234"/>
                      <a:pt x="1482" y="11932"/>
                      <a:pt x="2989" y="13387"/>
                    </a:cubicBezTo>
                    <a:cubicBezTo>
                      <a:pt x="4456" y="15311"/>
                      <a:pt x="5137" y="17542"/>
                      <a:pt x="5261" y="19773"/>
                    </a:cubicBezTo>
                    <a:cubicBezTo>
                      <a:pt x="5550" y="21018"/>
                      <a:pt x="7285" y="21519"/>
                      <a:pt x="8710" y="21551"/>
                    </a:cubicBezTo>
                    <a:cubicBezTo>
                      <a:pt x="9081" y="21584"/>
                      <a:pt x="9453" y="21600"/>
                      <a:pt x="9825" y="21600"/>
                    </a:cubicBezTo>
                    <a:cubicBezTo>
                      <a:pt x="11105" y="21600"/>
                      <a:pt x="12406" y="21438"/>
                      <a:pt x="13604" y="21066"/>
                    </a:cubicBezTo>
                    <a:cubicBezTo>
                      <a:pt x="14967" y="20290"/>
                      <a:pt x="14657" y="18835"/>
                      <a:pt x="14946" y="17704"/>
                    </a:cubicBezTo>
                    <a:cubicBezTo>
                      <a:pt x="15276" y="15505"/>
                      <a:pt x="16515" y="13435"/>
                      <a:pt x="18271" y="11722"/>
                    </a:cubicBezTo>
                    <a:cubicBezTo>
                      <a:pt x="21017" y="8440"/>
                      <a:pt x="19716" y="3541"/>
                      <a:pt x="15524" y="1374"/>
                    </a:cubicBezTo>
                    <a:cubicBezTo>
                      <a:pt x="13893" y="501"/>
                      <a:pt x="11931" y="0"/>
                      <a:pt x="9949" y="0"/>
                    </a:cubicBezTo>
                    <a:cubicBezTo>
                      <a:pt x="9928" y="0"/>
                      <a:pt x="9907" y="0"/>
                      <a:pt x="9887" y="0"/>
                    </a:cubicBezTo>
                    <a:cubicBezTo>
                      <a:pt x="9783" y="0"/>
                      <a:pt x="9701" y="0"/>
                      <a:pt x="9597" y="0"/>
                    </a:cubicBezTo>
                  </a:path>
                </a:pathLst>
              </a:custGeom>
              <a:solidFill>
                <a:srgbClr val="41C2C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40" name="Shape 8940"/>
              <p:cNvSpPr/>
              <p:nvPr/>
            </p:nvSpPr>
            <p:spPr>
              <a:xfrm rot="10800000">
                <a:off x="593552" y="824170"/>
                <a:ext cx="1012677" cy="197647"/>
              </a:xfrm>
              <a:custGeom>
                <a:avLst/>
                <a:gdLst/>
                <a:ahLst/>
                <a:cxnLst>
                  <a:cxn ang="0">
                    <a:pos x="wd2" y="hd2"/>
                  </a:cxn>
                  <a:cxn ang="5400000">
                    <a:pos x="wd2" y="hd2"/>
                  </a:cxn>
                  <a:cxn ang="10800000">
                    <a:pos x="wd2" y="hd2"/>
                  </a:cxn>
                  <a:cxn ang="16200000">
                    <a:pos x="wd2" y="hd2"/>
                  </a:cxn>
                </a:cxnLst>
                <a:rect l="0" t="0" r="r" b="b"/>
                <a:pathLst>
                  <a:path w="21382" h="19746" fill="norm" stroke="1" extrusionOk="0">
                    <a:moveTo>
                      <a:pt x="0" y="0"/>
                    </a:moveTo>
                    <a:cubicBezTo>
                      <a:pt x="638" y="9058"/>
                      <a:pt x="2602" y="14632"/>
                      <a:pt x="4516" y="16258"/>
                    </a:cubicBezTo>
                    <a:cubicBezTo>
                      <a:pt x="9082" y="21600"/>
                      <a:pt x="13942" y="20671"/>
                      <a:pt x="18409" y="14400"/>
                    </a:cubicBezTo>
                    <a:cubicBezTo>
                      <a:pt x="19342" y="13006"/>
                      <a:pt x="20324" y="11381"/>
                      <a:pt x="20864" y="7432"/>
                    </a:cubicBezTo>
                    <a:cubicBezTo>
                      <a:pt x="21158" y="6271"/>
                      <a:pt x="21600" y="1161"/>
                      <a:pt x="21256" y="929"/>
                    </a:cubicBezTo>
                    <a:cubicBezTo>
                      <a:pt x="18851" y="10219"/>
                      <a:pt x="15709" y="13471"/>
                      <a:pt x="12665" y="14400"/>
                    </a:cubicBezTo>
                    <a:cubicBezTo>
                      <a:pt x="9229" y="14865"/>
                      <a:pt x="5645" y="13935"/>
                      <a:pt x="2504" y="6968"/>
                    </a:cubicBezTo>
                    <a:cubicBezTo>
                      <a:pt x="1620" y="5110"/>
                      <a:pt x="785" y="2787"/>
                      <a:pt x="0" y="0"/>
                    </a:cubicBezTo>
                    <a:close/>
                  </a:path>
                </a:pathLst>
              </a:custGeom>
              <a:solidFill>
                <a:srgbClr val="D7DEE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41" name="Shape 8941"/>
              <p:cNvSpPr/>
              <p:nvPr/>
            </p:nvSpPr>
            <p:spPr>
              <a:xfrm rot="10800000">
                <a:off x="817521" y="3892"/>
                <a:ext cx="527820" cy="202647"/>
              </a:xfrm>
              <a:custGeom>
                <a:avLst/>
                <a:gdLst/>
                <a:ahLst/>
                <a:cxnLst>
                  <a:cxn ang="0">
                    <a:pos x="wd2" y="hd2"/>
                  </a:cxn>
                  <a:cxn ang="5400000">
                    <a:pos x="wd2" y="hd2"/>
                  </a:cxn>
                  <a:cxn ang="10800000">
                    <a:pos x="wd2" y="hd2"/>
                  </a:cxn>
                  <a:cxn ang="16200000">
                    <a:pos x="wd2" y="hd2"/>
                  </a:cxn>
                </a:cxnLst>
                <a:rect l="0" t="0" r="r" b="b"/>
                <a:pathLst>
                  <a:path w="21600" h="18490" fill="norm" stroke="1" extrusionOk="0">
                    <a:moveTo>
                      <a:pt x="21600" y="1059"/>
                    </a:moveTo>
                    <a:cubicBezTo>
                      <a:pt x="20078" y="6141"/>
                      <a:pt x="18555" y="11012"/>
                      <a:pt x="17033" y="16094"/>
                    </a:cubicBezTo>
                    <a:cubicBezTo>
                      <a:pt x="15320" y="17365"/>
                      <a:pt x="8849" y="21600"/>
                      <a:pt x="3711" y="14400"/>
                    </a:cubicBezTo>
                    <a:cubicBezTo>
                      <a:pt x="2474" y="9529"/>
                      <a:pt x="1237" y="4871"/>
                      <a:pt x="0" y="0"/>
                    </a:cubicBezTo>
                    <a:cubicBezTo>
                      <a:pt x="7803" y="9106"/>
                      <a:pt x="20078" y="2541"/>
                      <a:pt x="21600" y="1059"/>
                    </a:cubicBezTo>
                    <a:close/>
                  </a:path>
                </a:pathLst>
              </a:custGeom>
              <a:solidFill>
                <a:srgbClr val="0C0D0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42" name="Shape 8942"/>
              <p:cNvSpPr/>
              <p:nvPr/>
            </p:nvSpPr>
            <p:spPr>
              <a:xfrm rot="10800000">
                <a:off x="806651" y="0"/>
                <a:ext cx="548352" cy="2186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42" y="2298"/>
                    </a:moveTo>
                    <a:cubicBezTo>
                      <a:pt x="20959" y="2068"/>
                      <a:pt x="20959" y="2068"/>
                      <a:pt x="20959" y="2068"/>
                    </a:cubicBezTo>
                    <a:cubicBezTo>
                      <a:pt x="19495" y="7583"/>
                      <a:pt x="18031" y="12868"/>
                      <a:pt x="16566" y="18383"/>
                    </a:cubicBezTo>
                    <a:cubicBezTo>
                      <a:pt x="16749" y="18613"/>
                      <a:pt x="16749" y="18613"/>
                      <a:pt x="16749" y="18613"/>
                    </a:cubicBezTo>
                    <a:cubicBezTo>
                      <a:pt x="16658" y="18153"/>
                      <a:pt x="16658" y="18153"/>
                      <a:pt x="16658" y="18153"/>
                    </a:cubicBezTo>
                    <a:cubicBezTo>
                      <a:pt x="15742" y="19072"/>
                      <a:pt x="13363" y="20911"/>
                      <a:pt x="10525" y="20911"/>
                    </a:cubicBezTo>
                    <a:cubicBezTo>
                      <a:pt x="8420" y="20911"/>
                      <a:pt x="6132" y="19762"/>
                      <a:pt x="4027" y="16545"/>
                    </a:cubicBezTo>
                    <a:cubicBezTo>
                      <a:pt x="3936" y="16774"/>
                      <a:pt x="3936" y="16774"/>
                      <a:pt x="3936" y="16774"/>
                    </a:cubicBezTo>
                    <a:cubicBezTo>
                      <a:pt x="4119" y="16545"/>
                      <a:pt x="4119" y="16545"/>
                      <a:pt x="4119" y="16545"/>
                    </a:cubicBezTo>
                    <a:cubicBezTo>
                      <a:pt x="2929" y="11489"/>
                      <a:pt x="1739" y="6204"/>
                      <a:pt x="549" y="919"/>
                    </a:cubicBezTo>
                    <a:cubicBezTo>
                      <a:pt x="366" y="1149"/>
                      <a:pt x="366" y="1149"/>
                      <a:pt x="366" y="1149"/>
                    </a:cubicBezTo>
                    <a:cubicBezTo>
                      <a:pt x="275" y="1379"/>
                      <a:pt x="275" y="1379"/>
                      <a:pt x="275" y="1379"/>
                    </a:cubicBezTo>
                    <a:cubicBezTo>
                      <a:pt x="3295" y="5515"/>
                      <a:pt x="6956" y="6664"/>
                      <a:pt x="10342" y="6664"/>
                    </a:cubicBezTo>
                    <a:cubicBezTo>
                      <a:pt x="12997" y="6664"/>
                      <a:pt x="15468" y="5974"/>
                      <a:pt x="17390" y="5055"/>
                    </a:cubicBezTo>
                    <a:cubicBezTo>
                      <a:pt x="18397" y="4596"/>
                      <a:pt x="19220" y="4136"/>
                      <a:pt x="19861" y="3677"/>
                    </a:cubicBezTo>
                    <a:cubicBezTo>
                      <a:pt x="20502" y="3217"/>
                      <a:pt x="20959" y="2987"/>
                      <a:pt x="21142" y="2757"/>
                    </a:cubicBezTo>
                    <a:cubicBezTo>
                      <a:pt x="21142" y="2298"/>
                      <a:pt x="21142" y="2298"/>
                      <a:pt x="21142" y="2298"/>
                    </a:cubicBezTo>
                    <a:cubicBezTo>
                      <a:pt x="20959" y="2068"/>
                      <a:pt x="20959" y="2068"/>
                      <a:pt x="20959" y="2068"/>
                    </a:cubicBezTo>
                    <a:cubicBezTo>
                      <a:pt x="21142" y="2298"/>
                      <a:pt x="21142" y="2298"/>
                      <a:pt x="21142" y="2298"/>
                    </a:cubicBezTo>
                    <a:cubicBezTo>
                      <a:pt x="21051" y="1838"/>
                      <a:pt x="21051" y="1838"/>
                      <a:pt x="21051" y="1838"/>
                    </a:cubicBezTo>
                    <a:cubicBezTo>
                      <a:pt x="20868" y="2068"/>
                      <a:pt x="20410" y="2528"/>
                      <a:pt x="19769" y="2987"/>
                    </a:cubicBezTo>
                    <a:cubicBezTo>
                      <a:pt x="17847" y="4136"/>
                      <a:pt x="14278" y="5745"/>
                      <a:pt x="10342" y="5745"/>
                    </a:cubicBezTo>
                    <a:cubicBezTo>
                      <a:pt x="7047" y="5974"/>
                      <a:pt x="3386" y="4596"/>
                      <a:pt x="458" y="689"/>
                    </a:cubicBezTo>
                    <a:cubicBezTo>
                      <a:pt x="0" y="0"/>
                      <a:pt x="0" y="0"/>
                      <a:pt x="0" y="0"/>
                    </a:cubicBezTo>
                    <a:cubicBezTo>
                      <a:pt x="275" y="1379"/>
                      <a:pt x="275" y="1379"/>
                      <a:pt x="275" y="1379"/>
                    </a:cubicBezTo>
                    <a:cubicBezTo>
                      <a:pt x="1464" y="6664"/>
                      <a:pt x="2654" y="11719"/>
                      <a:pt x="3844" y="17004"/>
                    </a:cubicBezTo>
                    <a:cubicBezTo>
                      <a:pt x="3844" y="17234"/>
                      <a:pt x="3844" y="17234"/>
                      <a:pt x="3844" y="17234"/>
                    </a:cubicBezTo>
                    <a:cubicBezTo>
                      <a:pt x="3844" y="17234"/>
                      <a:pt x="3844" y="17234"/>
                      <a:pt x="3844" y="17234"/>
                    </a:cubicBezTo>
                    <a:cubicBezTo>
                      <a:pt x="6041" y="20681"/>
                      <a:pt x="8420" y="21600"/>
                      <a:pt x="10525" y="21600"/>
                    </a:cubicBezTo>
                    <a:cubicBezTo>
                      <a:pt x="13363" y="21600"/>
                      <a:pt x="15834" y="19762"/>
                      <a:pt x="16749" y="19072"/>
                    </a:cubicBezTo>
                    <a:cubicBezTo>
                      <a:pt x="16841" y="19072"/>
                      <a:pt x="16841" y="19072"/>
                      <a:pt x="16841" y="19072"/>
                    </a:cubicBezTo>
                    <a:cubicBezTo>
                      <a:pt x="16841" y="18843"/>
                      <a:pt x="16841" y="18843"/>
                      <a:pt x="16841" y="18843"/>
                    </a:cubicBezTo>
                    <a:cubicBezTo>
                      <a:pt x="18305" y="13328"/>
                      <a:pt x="19769" y="8043"/>
                      <a:pt x="21234" y="2528"/>
                    </a:cubicBezTo>
                    <a:cubicBezTo>
                      <a:pt x="21600" y="1379"/>
                      <a:pt x="21600" y="1379"/>
                      <a:pt x="21600" y="1379"/>
                    </a:cubicBezTo>
                    <a:cubicBezTo>
                      <a:pt x="21051" y="1838"/>
                      <a:pt x="21051" y="1838"/>
                      <a:pt x="21051" y="1838"/>
                    </a:cubicBezTo>
                    <a:lnTo>
                      <a:pt x="21142" y="2298"/>
                    </a:lnTo>
                    <a:close/>
                  </a:path>
                </a:pathLst>
              </a:custGeom>
              <a:solidFill>
                <a:srgbClr val="01010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43" name="Shape 8943"/>
              <p:cNvSpPr/>
              <p:nvPr/>
            </p:nvSpPr>
            <p:spPr>
              <a:xfrm rot="10800000">
                <a:off x="606153" y="158225"/>
                <a:ext cx="992829" cy="7705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41" y="260"/>
                    </a:moveTo>
                    <a:cubicBezTo>
                      <a:pt x="20942" y="846"/>
                      <a:pt x="20993" y="1366"/>
                      <a:pt x="21044" y="1952"/>
                    </a:cubicBezTo>
                    <a:cubicBezTo>
                      <a:pt x="21246" y="2017"/>
                      <a:pt x="21398" y="2082"/>
                      <a:pt x="21600" y="2212"/>
                    </a:cubicBezTo>
                    <a:cubicBezTo>
                      <a:pt x="21600" y="2537"/>
                      <a:pt x="21600" y="2863"/>
                      <a:pt x="21600" y="3253"/>
                    </a:cubicBezTo>
                    <a:cubicBezTo>
                      <a:pt x="21398" y="3318"/>
                      <a:pt x="21246" y="3448"/>
                      <a:pt x="21044" y="3513"/>
                    </a:cubicBezTo>
                    <a:cubicBezTo>
                      <a:pt x="20993" y="4164"/>
                      <a:pt x="20942" y="4814"/>
                      <a:pt x="20892" y="5465"/>
                    </a:cubicBezTo>
                    <a:cubicBezTo>
                      <a:pt x="21044" y="5465"/>
                      <a:pt x="21145" y="5530"/>
                      <a:pt x="21296" y="5530"/>
                    </a:cubicBezTo>
                    <a:cubicBezTo>
                      <a:pt x="21296" y="6116"/>
                      <a:pt x="21246" y="6636"/>
                      <a:pt x="21246" y="7157"/>
                    </a:cubicBezTo>
                    <a:cubicBezTo>
                      <a:pt x="21094" y="7352"/>
                      <a:pt x="20942" y="7547"/>
                      <a:pt x="20791" y="7742"/>
                    </a:cubicBezTo>
                    <a:cubicBezTo>
                      <a:pt x="20841" y="8002"/>
                      <a:pt x="20892" y="8328"/>
                      <a:pt x="20892" y="8588"/>
                    </a:cubicBezTo>
                    <a:cubicBezTo>
                      <a:pt x="21094" y="8848"/>
                      <a:pt x="21347" y="9108"/>
                      <a:pt x="21549" y="9369"/>
                    </a:cubicBezTo>
                    <a:cubicBezTo>
                      <a:pt x="21499" y="9629"/>
                      <a:pt x="21499" y="9889"/>
                      <a:pt x="21499" y="10149"/>
                    </a:cubicBezTo>
                    <a:cubicBezTo>
                      <a:pt x="21347" y="10345"/>
                      <a:pt x="21195" y="10540"/>
                      <a:pt x="21044" y="10800"/>
                    </a:cubicBezTo>
                    <a:cubicBezTo>
                      <a:pt x="20993" y="10865"/>
                      <a:pt x="20942" y="10995"/>
                      <a:pt x="20892" y="11125"/>
                    </a:cubicBezTo>
                    <a:cubicBezTo>
                      <a:pt x="20841" y="11320"/>
                      <a:pt x="20791" y="11516"/>
                      <a:pt x="20740" y="11711"/>
                    </a:cubicBezTo>
                    <a:cubicBezTo>
                      <a:pt x="20740" y="11971"/>
                      <a:pt x="20791" y="12166"/>
                      <a:pt x="20791" y="12427"/>
                    </a:cubicBezTo>
                    <a:cubicBezTo>
                      <a:pt x="20892" y="12622"/>
                      <a:pt x="20993" y="12817"/>
                      <a:pt x="21094" y="13012"/>
                    </a:cubicBezTo>
                    <a:cubicBezTo>
                      <a:pt x="21094" y="13402"/>
                      <a:pt x="21044" y="13858"/>
                      <a:pt x="20993" y="14248"/>
                    </a:cubicBezTo>
                    <a:cubicBezTo>
                      <a:pt x="19931" y="16135"/>
                      <a:pt x="18868" y="18022"/>
                      <a:pt x="17756" y="19908"/>
                    </a:cubicBezTo>
                    <a:cubicBezTo>
                      <a:pt x="17503" y="20039"/>
                      <a:pt x="17300" y="20169"/>
                      <a:pt x="17047" y="20364"/>
                    </a:cubicBezTo>
                    <a:cubicBezTo>
                      <a:pt x="16440" y="20559"/>
                      <a:pt x="15833" y="20819"/>
                      <a:pt x="15226" y="21080"/>
                    </a:cubicBezTo>
                    <a:cubicBezTo>
                      <a:pt x="14113" y="21275"/>
                      <a:pt x="13000" y="21405"/>
                      <a:pt x="11888" y="21600"/>
                    </a:cubicBezTo>
                    <a:cubicBezTo>
                      <a:pt x="11230" y="21535"/>
                      <a:pt x="10522" y="21470"/>
                      <a:pt x="9864" y="21470"/>
                    </a:cubicBezTo>
                    <a:cubicBezTo>
                      <a:pt x="9308" y="21405"/>
                      <a:pt x="8751" y="21405"/>
                      <a:pt x="8195" y="21405"/>
                    </a:cubicBezTo>
                    <a:cubicBezTo>
                      <a:pt x="7487" y="21145"/>
                      <a:pt x="6728" y="20949"/>
                      <a:pt x="6020" y="20689"/>
                    </a:cubicBezTo>
                    <a:cubicBezTo>
                      <a:pt x="5817" y="20494"/>
                      <a:pt x="5564" y="20234"/>
                      <a:pt x="5311" y="19973"/>
                    </a:cubicBezTo>
                    <a:cubicBezTo>
                      <a:pt x="4704" y="19453"/>
                      <a:pt x="4097" y="18867"/>
                      <a:pt x="3440" y="18347"/>
                    </a:cubicBezTo>
                    <a:cubicBezTo>
                      <a:pt x="2479" y="16981"/>
                      <a:pt x="1467" y="15549"/>
                      <a:pt x="506" y="14183"/>
                    </a:cubicBezTo>
                    <a:cubicBezTo>
                      <a:pt x="506" y="13858"/>
                      <a:pt x="506" y="13533"/>
                      <a:pt x="506" y="13207"/>
                    </a:cubicBezTo>
                    <a:cubicBezTo>
                      <a:pt x="658" y="13207"/>
                      <a:pt x="860" y="13207"/>
                      <a:pt x="1012" y="13207"/>
                    </a:cubicBezTo>
                    <a:cubicBezTo>
                      <a:pt x="911" y="12947"/>
                      <a:pt x="809" y="12622"/>
                      <a:pt x="759" y="12296"/>
                    </a:cubicBezTo>
                    <a:cubicBezTo>
                      <a:pt x="506" y="11711"/>
                      <a:pt x="304" y="11125"/>
                      <a:pt x="51" y="10540"/>
                    </a:cubicBezTo>
                    <a:cubicBezTo>
                      <a:pt x="51" y="10345"/>
                      <a:pt x="51" y="10149"/>
                      <a:pt x="51" y="9954"/>
                    </a:cubicBezTo>
                    <a:cubicBezTo>
                      <a:pt x="354" y="9629"/>
                      <a:pt x="658" y="9304"/>
                      <a:pt x="961" y="8978"/>
                    </a:cubicBezTo>
                    <a:cubicBezTo>
                      <a:pt x="708" y="8393"/>
                      <a:pt x="455" y="7872"/>
                      <a:pt x="152" y="7287"/>
                    </a:cubicBezTo>
                    <a:cubicBezTo>
                      <a:pt x="152" y="7222"/>
                      <a:pt x="152" y="7092"/>
                      <a:pt x="101" y="7027"/>
                    </a:cubicBezTo>
                    <a:cubicBezTo>
                      <a:pt x="405" y="6571"/>
                      <a:pt x="658" y="6116"/>
                      <a:pt x="911" y="5595"/>
                    </a:cubicBezTo>
                    <a:cubicBezTo>
                      <a:pt x="860" y="5335"/>
                      <a:pt x="759" y="5075"/>
                      <a:pt x="708" y="4749"/>
                    </a:cubicBezTo>
                    <a:cubicBezTo>
                      <a:pt x="506" y="4489"/>
                      <a:pt x="354" y="4164"/>
                      <a:pt x="152" y="3904"/>
                    </a:cubicBezTo>
                    <a:cubicBezTo>
                      <a:pt x="101" y="3708"/>
                      <a:pt x="51" y="3448"/>
                      <a:pt x="0" y="3253"/>
                    </a:cubicBezTo>
                    <a:cubicBezTo>
                      <a:pt x="253" y="2863"/>
                      <a:pt x="455" y="2472"/>
                      <a:pt x="708" y="2147"/>
                    </a:cubicBezTo>
                    <a:cubicBezTo>
                      <a:pt x="658" y="1757"/>
                      <a:pt x="658" y="1431"/>
                      <a:pt x="658" y="1106"/>
                    </a:cubicBezTo>
                    <a:cubicBezTo>
                      <a:pt x="556" y="911"/>
                      <a:pt x="506" y="781"/>
                      <a:pt x="405" y="586"/>
                    </a:cubicBezTo>
                    <a:cubicBezTo>
                      <a:pt x="405" y="390"/>
                      <a:pt x="455" y="195"/>
                      <a:pt x="455" y="65"/>
                    </a:cubicBezTo>
                    <a:cubicBezTo>
                      <a:pt x="607" y="0"/>
                      <a:pt x="759" y="0"/>
                      <a:pt x="860" y="0"/>
                    </a:cubicBezTo>
                    <a:cubicBezTo>
                      <a:pt x="1518" y="520"/>
                      <a:pt x="2175" y="1106"/>
                      <a:pt x="2782" y="1627"/>
                    </a:cubicBezTo>
                    <a:cubicBezTo>
                      <a:pt x="6374" y="3578"/>
                      <a:pt x="15226" y="4684"/>
                      <a:pt x="20841" y="260"/>
                    </a:cubicBezTo>
                    <a:close/>
                  </a:path>
                </a:pathLst>
              </a:custGeom>
              <a:solidFill>
                <a:srgbClr val="558ED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44" name="Shape 8944"/>
              <p:cNvSpPr/>
              <p:nvPr/>
            </p:nvSpPr>
            <p:spPr>
              <a:xfrm rot="10800000">
                <a:off x="664128" y="188420"/>
                <a:ext cx="921568" cy="7283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655" y="21600"/>
                    </a:moveTo>
                    <a:cubicBezTo>
                      <a:pt x="15600" y="21325"/>
                      <a:pt x="15982" y="21394"/>
                      <a:pt x="15873" y="21118"/>
                    </a:cubicBezTo>
                    <a:cubicBezTo>
                      <a:pt x="14236" y="21050"/>
                      <a:pt x="12600" y="21050"/>
                      <a:pt x="11018" y="21050"/>
                    </a:cubicBezTo>
                    <a:cubicBezTo>
                      <a:pt x="11018" y="20912"/>
                      <a:pt x="11018" y="20843"/>
                      <a:pt x="11018" y="20775"/>
                    </a:cubicBezTo>
                    <a:cubicBezTo>
                      <a:pt x="12218" y="20706"/>
                      <a:pt x="13473" y="20706"/>
                      <a:pt x="14673" y="20637"/>
                    </a:cubicBezTo>
                    <a:cubicBezTo>
                      <a:pt x="15327" y="20499"/>
                      <a:pt x="15927" y="20362"/>
                      <a:pt x="16527" y="20155"/>
                    </a:cubicBezTo>
                    <a:cubicBezTo>
                      <a:pt x="16855" y="20087"/>
                      <a:pt x="17182" y="20087"/>
                      <a:pt x="17509" y="20018"/>
                    </a:cubicBezTo>
                    <a:cubicBezTo>
                      <a:pt x="18218" y="19399"/>
                      <a:pt x="18873" y="18848"/>
                      <a:pt x="19527" y="18298"/>
                    </a:cubicBezTo>
                    <a:cubicBezTo>
                      <a:pt x="19527" y="18229"/>
                      <a:pt x="19473" y="18161"/>
                      <a:pt x="19473" y="18023"/>
                    </a:cubicBezTo>
                    <a:cubicBezTo>
                      <a:pt x="18164" y="18161"/>
                      <a:pt x="16855" y="18298"/>
                      <a:pt x="15600" y="18436"/>
                    </a:cubicBezTo>
                    <a:cubicBezTo>
                      <a:pt x="15109" y="18573"/>
                      <a:pt x="14673" y="18642"/>
                      <a:pt x="14182" y="18780"/>
                    </a:cubicBezTo>
                    <a:cubicBezTo>
                      <a:pt x="13309" y="18711"/>
                      <a:pt x="12491" y="18642"/>
                      <a:pt x="11618" y="18573"/>
                    </a:cubicBezTo>
                    <a:cubicBezTo>
                      <a:pt x="11291" y="18504"/>
                      <a:pt x="10964" y="18504"/>
                      <a:pt x="10636" y="18436"/>
                    </a:cubicBezTo>
                    <a:cubicBezTo>
                      <a:pt x="10145" y="18161"/>
                      <a:pt x="9600" y="17817"/>
                      <a:pt x="9109" y="17541"/>
                    </a:cubicBezTo>
                    <a:cubicBezTo>
                      <a:pt x="12764" y="17266"/>
                      <a:pt x="17182" y="17266"/>
                      <a:pt x="21164" y="13620"/>
                    </a:cubicBezTo>
                    <a:cubicBezTo>
                      <a:pt x="15982" y="15890"/>
                      <a:pt x="11618" y="15340"/>
                      <a:pt x="8073" y="14721"/>
                    </a:cubicBezTo>
                    <a:cubicBezTo>
                      <a:pt x="12600" y="13689"/>
                      <a:pt x="17127" y="13414"/>
                      <a:pt x="21600" y="9355"/>
                    </a:cubicBezTo>
                    <a:cubicBezTo>
                      <a:pt x="15109" y="12382"/>
                      <a:pt x="10527" y="11350"/>
                      <a:pt x="6818" y="10869"/>
                    </a:cubicBezTo>
                    <a:cubicBezTo>
                      <a:pt x="11673" y="9562"/>
                      <a:pt x="18655" y="9287"/>
                      <a:pt x="21000" y="6122"/>
                    </a:cubicBezTo>
                    <a:cubicBezTo>
                      <a:pt x="14182" y="8392"/>
                      <a:pt x="8291" y="7980"/>
                      <a:pt x="4527" y="6879"/>
                    </a:cubicBezTo>
                    <a:cubicBezTo>
                      <a:pt x="7582" y="6397"/>
                      <a:pt x="10636" y="5847"/>
                      <a:pt x="13745" y="5366"/>
                    </a:cubicBezTo>
                    <a:cubicBezTo>
                      <a:pt x="12218" y="5159"/>
                      <a:pt x="10745" y="5022"/>
                      <a:pt x="9273" y="4815"/>
                    </a:cubicBezTo>
                    <a:cubicBezTo>
                      <a:pt x="12055" y="4196"/>
                      <a:pt x="14891" y="3577"/>
                      <a:pt x="17673" y="3027"/>
                    </a:cubicBezTo>
                    <a:cubicBezTo>
                      <a:pt x="13909" y="3233"/>
                      <a:pt x="6218" y="4540"/>
                      <a:pt x="382" y="0"/>
                    </a:cubicBezTo>
                    <a:cubicBezTo>
                      <a:pt x="1200" y="894"/>
                      <a:pt x="2291" y="1513"/>
                      <a:pt x="2891" y="2614"/>
                    </a:cubicBezTo>
                    <a:cubicBezTo>
                      <a:pt x="2018" y="2476"/>
                      <a:pt x="1145" y="2339"/>
                      <a:pt x="327" y="2201"/>
                    </a:cubicBezTo>
                    <a:cubicBezTo>
                      <a:pt x="327" y="2614"/>
                      <a:pt x="382" y="2958"/>
                      <a:pt x="436" y="3302"/>
                    </a:cubicBezTo>
                    <a:cubicBezTo>
                      <a:pt x="1309" y="3990"/>
                      <a:pt x="2182" y="4678"/>
                      <a:pt x="3055" y="5366"/>
                    </a:cubicBezTo>
                    <a:cubicBezTo>
                      <a:pt x="2073" y="5985"/>
                      <a:pt x="1036" y="6604"/>
                      <a:pt x="0" y="7223"/>
                    </a:cubicBezTo>
                    <a:cubicBezTo>
                      <a:pt x="1255" y="7704"/>
                      <a:pt x="2564" y="8255"/>
                      <a:pt x="3873" y="8805"/>
                    </a:cubicBezTo>
                    <a:cubicBezTo>
                      <a:pt x="2618" y="9424"/>
                      <a:pt x="982" y="8805"/>
                      <a:pt x="164" y="10731"/>
                    </a:cubicBezTo>
                    <a:cubicBezTo>
                      <a:pt x="1636" y="11625"/>
                      <a:pt x="3764" y="11763"/>
                      <a:pt x="4636" y="13345"/>
                    </a:cubicBezTo>
                    <a:cubicBezTo>
                      <a:pt x="3327" y="13483"/>
                      <a:pt x="1909" y="12313"/>
                      <a:pt x="764" y="13758"/>
                    </a:cubicBezTo>
                    <a:cubicBezTo>
                      <a:pt x="2127" y="14790"/>
                      <a:pt x="3436" y="15753"/>
                      <a:pt x="4800" y="16716"/>
                    </a:cubicBezTo>
                    <a:cubicBezTo>
                      <a:pt x="4036" y="16647"/>
                      <a:pt x="3327" y="16510"/>
                      <a:pt x="2564" y="16372"/>
                    </a:cubicBezTo>
                    <a:cubicBezTo>
                      <a:pt x="3600" y="17817"/>
                      <a:pt x="5073" y="18986"/>
                      <a:pt x="6109" y="20431"/>
                    </a:cubicBezTo>
                    <a:cubicBezTo>
                      <a:pt x="9600" y="20843"/>
                      <a:pt x="12164" y="21187"/>
                      <a:pt x="15655" y="21600"/>
                    </a:cubicBezTo>
                    <a:close/>
                  </a:path>
                </a:pathLst>
              </a:custGeom>
              <a:solidFill>
                <a:srgbClr val="67B3E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45" name="Shape 8945"/>
              <p:cNvSpPr/>
              <p:nvPr/>
            </p:nvSpPr>
            <p:spPr>
              <a:xfrm rot="10800000">
                <a:off x="725726" y="811785"/>
                <a:ext cx="742812" cy="67510"/>
              </a:xfrm>
              <a:custGeom>
                <a:avLst/>
                <a:gdLst/>
                <a:ahLst/>
                <a:cxnLst>
                  <a:cxn ang="0">
                    <a:pos x="wd2" y="hd2"/>
                  </a:cxn>
                  <a:cxn ang="5400000">
                    <a:pos x="wd2" y="hd2"/>
                  </a:cxn>
                  <a:cxn ang="10800000">
                    <a:pos x="wd2" y="hd2"/>
                  </a:cxn>
                  <a:cxn ang="16200000">
                    <a:pos x="wd2" y="hd2"/>
                  </a:cxn>
                </a:cxnLst>
                <a:rect l="0" t="0" r="r" b="b"/>
                <a:pathLst>
                  <a:path w="21600" h="12844" fill="norm" stroke="1" extrusionOk="0">
                    <a:moveTo>
                      <a:pt x="21600" y="0"/>
                    </a:moveTo>
                    <a:cubicBezTo>
                      <a:pt x="12217" y="19396"/>
                      <a:pt x="4455" y="8816"/>
                      <a:pt x="0" y="0"/>
                    </a:cubicBezTo>
                    <a:cubicBezTo>
                      <a:pt x="540" y="1322"/>
                      <a:pt x="1080" y="2204"/>
                      <a:pt x="1620" y="3527"/>
                    </a:cubicBezTo>
                    <a:cubicBezTo>
                      <a:pt x="9382" y="21600"/>
                      <a:pt x="17887" y="8816"/>
                      <a:pt x="20858" y="3086"/>
                    </a:cubicBezTo>
                    <a:cubicBezTo>
                      <a:pt x="21127" y="2204"/>
                      <a:pt x="21397" y="882"/>
                      <a:pt x="21600" y="0"/>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grpSp>
        <p:nvGrpSpPr>
          <p:cNvPr id="8963" name="Group 8963"/>
          <p:cNvGrpSpPr/>
          <p:nvPr/>
        </p:nvGrpSpPr>
        <p:grpSpPr>
          <a:xfrm>
            <a:off x="8665753" y="675499"/>
            <a:ext cx="5070103" cy="6225819"/>
            <a:chOff x="0" y="0"/>
            <a:chExt cx="5070101" cy="6225817"/>
          </a:xfrm>
        </p:grpSpPr>
        <p:graphicFrame>
          <p:nvGraphicFramePr>
            <p:cNvPr id="8948" name="Chart 8948"/>
            <p:cNvGraphicFramePr/>
            <p:nvPr/>
          </p:nvGraphicFramePr>
          <p:xfrm>
            <a:off x="325251" y="1450129"/>
            <a:ext cx="4501811" cy="4501811"/>
          </p:xfrm>
          <a:graphic xmlns:a="http://schemas.openxmlformats.org/drawingml/2006/main">
            <a:graphicData uri="http://schemas.openxmlformats.org/drawingml/2006/chart">
              <c:chart xmlns:c="http://schemas.openxmlformats.org/drawingml/2006/chart" r:id="rId2"/>
            </a:graphicData>
          </a:graphic>
        </p:graphicFrame>
        <p:sp>
          <p:nvSpPr>
            <p:cNvPr id="8949" name="Shape 8949"/>
            <p:cNvSpPr/>
            <p:nvPr/>
          </p:nvSpPr>
          <p:spPr>
            <a:xfrm>
              <a:off x="0" y="0"/>
              <a:ext cx="5070102" cy="62258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9" y="6702"/>
                  </a:moveTo>
                  <a:cubicBezTo>
                    <a:pt x="19559" y="6244"/>
                    <a:pt x="19559" y="6244"/>
                    <a:pt x="19559" y="6244"/>
                  </a:cubicBezTo>
                  <a:cubicBezTo>
                    <a:pt x="19559" y="5660"/>
                    <a:pt x="17735" y="4648"/>
                    <a:pt x="17119" y="4818"/>
                  </a:cubicBezTo>
                  <a:cubicBezTo>
                    <a:pt x="16892" y="5542"/>
                    <a:pt x="16892" y="5542"/>
                    <a:pt x="16892" y="5542"/>
                  </a:cubicBezTo>
                  <a:cubicBezTo>
                    <a:pt x="15486" y="4752"/>
                    <a:pt x="13825" y="4234"/>
                    <a:pt x="12047" y="4064"/>
                  </a:cubicBezTo>
                  <a:cubicBezTo>
                    <a:pt x="12047" y="3237"/>
                    <a:pt x="12047" y="3237"/>
                    <a:pt x="12047" y="3237"/>
                  </a:cubicBezTo>
                  <a:cubicBezTo>
                    <a:pt x="12419" y="3111"/>
                    <a:pt x="12682" y="2808"/>
                    <a:pt x="12682" y="2461"/>
                  </a:cubicBezTo>
                  <a:cubicBezTo>
                    <a:pt x="12682" y="2350"/>
                    <a:pt x="12655" y="2246"/>
                    <a:pt x="12610" y="2158"/>
                  </a:cubicBezTo>
                  <a:cubicBezTo>
                    <a:pt x="13236" y="1958"/>
                    <a:pt x="13653" y="1611"/>
                    <a:pt x="13653" y="1212"/>
                  </a:cubicBezTo>
                  <a:cubicBezTo>
                    <a:pt x="13653" y="1101"/>
                    <a:pt x="13653" y="1101"/>
                    <a:pt x="13653" y="1101"/>
                  </a:cubicBezTo>
                  <a:cubicBezTo>
                    <a:pt x="13653" y="495"/>
                    <a:pt x="12682" y="0"/>
                    <a:pt x="11485" y="0"/>
                  </a:cubicBezTo>
                  <a:cubicBezTo>
                    <a:pt x="10278" y="0"/>
                    <a:pt x="10278" y="0"/>
                    <a:pt x="10278" y="0"/>
                  </a:cubicBezTo>
                  <a:cubicBezTo>
                    <a:pt x="9090" y="0"/>
                    <a:pt x="8119" y="495"/>
                    <a:pt x="8119" y="1101"/>
                  </a:cubicBezTo>
                  <a:cubicBezTo>
                    <a:pt x="8119" y="1212"/>
                    <a:pt x="8119" y="1212"/>
                    <a:pt x="8119" y="1212"/>
                  </a:cubicBezTo>
                  <a:cubicBezTo>
                    <a:pt x="8119" y="1581"/>
                    <a:pt x="8473" y="1907"/>
                    <a:pt x="9017" y="2106"/>
                  </a:cubicBezTo>
                  <a:cubicBezTo>
                    <a:pt x="8954" y="2210"/>
                    <a:pt x="8918" y="2335"/>
                    <a:pt x="8918" y="2461"/>
                  </a:cubicBezTo>
                  <a:cubicBezTo>
                    <a:pt x="8918" y="2808"/>
                    <a:pt x="9181" y="3111"/>
                    <a:pt x="9562" y="3237"/>
                  </a:cubicBezTo>
                  <a:cubicBezTo>
                    <a:pt x="9562" y="4064"/>
                    <a:pt x="9562" y="4064"/>
                    <a:pt x="9562" y="4064"/>
                  </a:cubicBezTo>
                  <a:cubicBezTo>
                    <a:pt x="4182" y="4567"/>
                    <a:pt x="0" y="8291"/>
                    <a:pt x="0" y="12806"/>
                  </a:cubicBezTo>
                  <a:cubicBezTo>
                    <a:pt x="0" y="17661"/>
                    <a:pt x="4835" y="21600"/>
                    <a:pt x="10805" y="21600"/>
                  </a:cubicBezTo>
                  <a:cubicBezTo>
                    <a:pt x="16765" y="21600"/>
                    <a:pt x="21600" y="17661"/>
                    <a:pt x="21600" y="12806"/>
                  </a:cubicBezTo>
                  <a:cubicBezTo>
                    <a:pt x="21600" y="10434"/>
                    <a:pt x="20457" y="8284"/>
                    <a:pt x="18579" y="6702"/>
                  </a:cubicBezTo>
                  <a:close/>
                  <a:moveTo>
                    <a:pt x="10805" y="20144"/>
                  </a:moveTo>
                  <a:cubicBezTo>
                    <a:pt x="5824" y="20144"/>
                    <a:pt x="1796" y="16856"/>
                    <a:pt x="1796" y="12806"/>
                  </a:cubicBezTo>
                  <a:cubicBezTo>
                    <a:pt x="1796" y="8757"/>
                    <a:pt x="5824" y="5468"/>
                    <a:pt x="10805" y="5468"/>
                  </a:cubicBezTo>
                  <a:cubicBezTo>
                    <a:pt x="15776" y="5468"/>
                    <a:pt x="19813" y="8757"/>
                    <a:pt x="19813" y="12806"/>
                  </a:cubicBezTo>
                  <a:cubicBezTo>
                    <a:pt x="19813" y="16856"/>
                    <a:pt x="15776" y="20144"/>
                    <a:pt x="10805" y="20144"/>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8962" name="Group 8962"/>
            <p:cNvGrpSpPr/>
            <p:nvPr/>
          </p:nvGrpSpPr>
          <p:grpSpPr>
            <a:xfrm>
              <a:off x="611501" y="1676179"/>
              <a:ext cx="3847103" cy="3902517"/>
              <a:chOff x="0" y="0"/>
              <a:chExt cx="3847102" cy="3902515"/>
            </a:xfrm>
          </p:grpSpPr>
          <p:sp>
            <p:nvSpPr>
              <p:cNvPr id="8950" name="Shape 8950"/>
              <p:cNvSpPr/>
              <p:nvPr/>
            </p:nvSpPr>
            <p:spPr>
              <a:xfrm>
                <a:off x="1848351" y="-1"/>
                <a:ext cx="245393" cy="4987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308" y="0"/>
                    </a:moveTo>
                    <a:cubicBezTo>
                      <a:pt x="13292" y="0"/>
                      <a:pt x="13292" y="0"/>
                      <a:pt x="13292" y="0"/>
                    </a:cubicBezTo>
                    <a:cubicBezTo>
                      <a:pt x="17908" y="0"/>
                      <a:pt x="21600" y="1846"/>
                      <a:pt x="21600" y="4154"/>
                    </a:cubicBezTo>
                    <a:cubicBezTo>
                      <a:pt x="21600" y="17446"/>
                      <a:pt x="21600" y="17446"/>
                      <a:pt x="21600" y="17446"/>
                    </a:cubicBezTo>
                    <a:cubicBezTo>
                      <a:pt x="21600" y="19754"/>
                      <a:pt x="17908" y="21600"/>
                      <a:pt x="13292" y="21600"/>
                    </a:cubicBezTo>
                    <a:cubicBezTo>
                      <a:pt x="8308" y="21600"/>
                      <a:pt x="8308" y="21600"/>
                      <a:pt x="8308" y="21600"/>
                    </a:cubicBezTo>
                    <a:cubicBezTo>
                      <a:pt x="3692" y="21600"/>
                      <a:pt x="0" y="19754"/>
                      <a:pt x="0" y="17446"/>
                    </a:cubicBezTo>
                    <a:cubicBezTo>
                      <a:pt x="0" y="4154"/>
                      <a:pt x="0" y="4154"/>
                      <a:pt x="0" y="4154"/>
                    </a:cubicBezTo>
                    <a:cubicBezTo>
                      <a:pt x="0" y="1846"/>
                      <a:pt x="3692" y="0"/>
                      <a:pt x="8308" y="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1" name="Shape 8951"/>
              <p:cNvSpPr/>
              <p:nvPr/>
            </p:nvSpPr>
            <p:spPr>
              <a:xfrm>
                <a:off x="1848351" y="3407773"/>
                <a:ext cx="245393" cy="4947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308" y="0"/>
                    </a:moveTo>
                    <a:cubicBezTo>
                      <a:pt x="13292" y="0"/>
                      <a:pt x="13292" y="0"/>
                      <a:pt x="13292" y="0"/>
                    </a:cubicBezTo>
                    <a:cubicBezTo>
                      <a:pt x="17908" y="0"/>
                      <a:pt x="21600" y="1854"/>
                      <a:pt x="21600" y="4172"/>
                    </a:cubicBezTo>
                    <a:cubicBezTo>
                      <a:pt x="21600" y="17428"/>
                      <a:pt x="21600" y="17428"/>
                      <a:pt x="21600" y="17428"/>
                    </a:cubicBezTo>
                    <a:cubicBezTo>
                      <a:pt x="21600" y="19746"/>
                      <a:pt x="17908" y="21600"/>
                      <a:pt x="13292" y="21600"/>
                    </a:cubicBezTo>
                    <a:cubicBezTo>
                      <a:pt x="8308" y="21600"/>
                      <a:pt x="8308" y="21600"/>
                      <a:pt x="8308" y="21600"/>
                    </a:cubicBezTo>
                    <a:cubicBezTo>
                      <a:pt x="3692" y="21600"/>
                      <a:pt x="0" y="19746"/>
                      <a:pt x="0" y="17428"/>
                    </a:cubicBezTo>
                    <a:cubicBezTo>
                      <a:pt x="0" y="4172"/>
                      <a:pt x="0" y="4172"/>
                      <a:pt x="0" y="4172"/>
                    </a:cubicBezTo>
                    <a:cubicBezTo>
                      <a:pt x="0" y="1854"/>
                      <a:pt x="3692" y="0"/>
                      <a:pt x="8308" y="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2" name="Shape 8952"/>
              <p:cNvSpPr/>
              <p:nvPr/>
            </p:nvSpPr>
            <p:spPr>
              <a:xfrm>
                <a:off x="-1" y="1852309"/>
                <a:ext cx="498700" cy="249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292"/>
                    </a:moveTo>
                    <a:cubicBezTo>
                      <a:pt x="0" y="8308"/>
                      <a:pt x="0" y="8308"/>
                      <a:pt x="0" y="8308"/>
                    </a:cubicBezTo>
                    <a:cubicBezTo>
                      <a:pt x="0" y="3877"/>
                      <a:pt x="1846" y="0"/>
                      <a:pt x="4154" y="0"/>
                    </a:cubicBezTo>
                    <a:cubicBezTo>
                      <a:pt x="17446" y="0"/>
                      <a:pt x="17446" y="0"/>
                      <a:pt x="17446" y="0"/>
                    </a:cubicBezTo>
                    <a:cubicBezTo>
                      <a:pt x="19754" y="0"/>
                      <a:pt x="21600" y="3877"/>
                      <a:pt x="21600" y="8308"/>
                    </a:cubicBezTo>
                    <a:cubicBezTo>
                      <a:pt x="21600" y="13292"/>
                      <a:pt x="21600" y="13292"/>
                      <a:pt x="21600" y="13292"/>
                    </a:cubicBezTo>
                    <a:cubicBezTo>
                      <a:pt x="21600" y="17908"/>
                      <a:pt x="19754" y="21600"/>
                      <a:pt x="17446" y="21600"/>
                    </a:cubicBezTo>
                    <a:cubicBezTo>
                      <a:pt x="4154" y="21600"/>
                      <a:pt x="4154" y="21600"/>
                      <a:pt x="4154" y="21600"/>
                    </a:cubicBezTo>
                    <a:cubicBezTo>
                      <a:pt x="1846" y="21600"/>
                      <a:pt x="0" y="17908"/>
                      <a:pt x="0" y="13292"/>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3" name="Shape 8953"/>
              <p:cNvSpPr/>
              <p:nvPr/>
            </p:nvSpPr>
            <p:spPr>
              <a:xfrm>
                <a:off x="3348403" y="1852309"/>
                <a:ext cx="498700" cy="2493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292"/>
                    </a:moveTo>
                    <a:cubicBezTo>
                      <a:pt x="0" y="8308"/>
                      <a:pt x="0" y="8308"/>
                      <a:pt x="0" y="8308"/>
                    </a:cubicBezTo>
                    <a:cubicBezTo>
                      <a:pt x="0" y="3877"/>
                      <a:pt x="1854" y="0"/>
                      <a:pt x="4172" y="0"/>
                    </a:cubicBezTo>
                    <a:cubicBezTo>
                      <a:pt x="17428" y="0"/>
                      <a:pt x="17428" y="0"/>
                      <a:pt x="17428" y="0"/>
                    </a:cubicBezTo>
                    <a:cubicBezTo>
                      <a:pt x="19746" y="0"/>
                      <a:pt x="21600" y="3877"/>
                      <a:pt x="21600" y="8308"/>
                    </a:cubicBezTo>
                    <a:cubicBezTo>
                      <a:pt x="21600" y="13292"/>
                      <a:pt x="21600" y="13292"/>
                      <a:pt x="21600" y="13292"/>
                    </a:cubicBezTo>
                    <a:cubicBezTo>
                      <a:pt x="21600" y="17908"/>
                      <a:pt x="19746" y="21600"/>
                      <a:pt x="17428" y="21600"/>
                    </a:cubicBezTo>
                    <a:cubicBezTo>
                      <a:pt x="4172" y="21600"/>
                      <a:pt x="4172" y="21600"/>
                      <a:pt x="4172" y="21600"/>
                    </a:cubicBezTo>
                    <a:cubicBezTo>
                      <a:pt x="1854" y="21600"/>
                      <a:pt x="0" y="17908"/>
                      <a:pt x="0" y="13292"/>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4" name="Shape 8954"/>
              <p:cNvSpPr/>
              <p:nvPr/>
            </p:nvSpPr>
            <p:spPr>
              <a:xfrm>
                <a:off x="2754871" y="369698"/>
                <a:ext cx="142532" cy="202590"/>
              </a:xfrm>
              <a:custGeom>
                <a:avLst/>
                <a:gdLst/>
                <a:ahLst/>
                <a:cxnLst>
                  <a:cxn ang="0">
                    <a:pos x="wd2" y="hd2"/>
                  </a:cxn>
                  <a:cxn ang="5400000">
                    <a:pos x="wd2" y="hd2"/>
                  </a:cxn>
                  <a:cxn ang="10800000">
                    <a:pos x="wd2" y="hd2"/>
                  </a:cxn>
                  <a:cxn ang="16200000">
                    <a:pos x="wd2" y="hd2"/>
                  </a:cxn>
                </a:cxnLst>
                <a:rect l="0" t="0" r="r" b="b"/>
                <a:pathLst>
                  <a:path w="20470" h="20474" fill="norm" stroke="1" extrusionOk="0">
                    <a:moveTo>
                      <a:pt x="16809" y="301"/>
                    </a:moveTo>
                    <a:cubicBezTo>
                      <a:pt x="18909" y="1165"/>
                      <a:pt x="18909" y="1165"/>
                      <a:pt x="18909" y="1165"/>
                    </a:cubicBezTo>
                    <a:cubicBezTo>
                      <a:pt x="20709" y="1813"/>
                      <a:pt x="21009" y="4189"/>
                      <a:pt x="19509" y="6133"/>
                    </a:cubicBezTo>
                    <a:cubicBezTo>
                      <a:pt x="9909" y="18013"/>
                      <a:pt x="9909" y="18013"/>
                      <a:pt x="9909" y="18013"/>
                    </a:cubicBezTo>
                    <a:cubicBezTo>
                      <a:pt x="8409" y="19957"/>
                      <a:pt x="5409" y="21037"/>
                      <a:pt x="3609" y="20173"/>
                    </a:cubicBezTo>
                    <a:cubicBezTo>
                      <a:pt x="1509" y="19309"/>
                      <a:pt x="1509" y="19309"/>
                      <a:pt x="1509" y="19309"/>
                    </a:cubicBezTo>
                    <a:cubicBezTo>
                      <a:pt x="-291" y="18445"/>
                      <a:pt x="-591" y="16285"/>
                      <a:pt x="1209" y="14125"/>
                    </a:cubicBezTo>
                    <a:cubicBezTo>
                      <a:pt x="10509" y="2461"/>
                      <a:pt x="10509" y="2461"/>
                      <a:pt x="10509" y="2461"/>
                    </a:cubicBezTo>
                    <a:cubicBezTo>
                      <a:pt x="12009" y="517"/>
                      <a:pt x="15009" y="-563"/>
                      <a:pt x="16809" y="301"/>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5" name="Shape 8955"/>
              <p:cNvSpPr/>
              <p:nvPr/>
            </p:nvSpPr>
            <p:spPr>
              <a:xfrm>
                <a:off x="3334136" y="1032916"/>
                <a:ext cx="199959" cy="146285"/>
              </a:xfrm>
              <a:custGeom>
                <a:avLst/>
                <a:gdLst/>
                <a:ahLst/>
                <a:cxnLst>
                  <a:cxn ang="0">
                    <a:pos x="wd2" y="hd2"/>
                  </a:cxn>
                  <a:cxn ang="5400000">
                    <a:pos x="wd2" y="hd2"/>
                  </a:cxn>
                  <a:cxn ang="10800000">
                    <a:pos x="wd2" y="hd2"/>
                  </a:cxn>
                  <a:cxn ang="16200000">
                    <a:pos x="wd2" y="hd2"/>
                  </a:cxn>
                </a:cxnLst>
                <a:rect l="0" t="0" r="r" b="b"/>
                <a:pathLst>
                  <a:path w="20589" h="20470" fill="norm" stroke="1" extrusionOk="0">
                    <a:moveTo>
                      <a:pt x="19504" y="1560"/>
                    </a:moveTo>
                    <a:cubicBezTo>
                      <a:pt x="20376" y="3660"/>
                      <a:pt x="20376" y="3660"/>
                      <a:pt x="20376" y="3660"/>
                    </a:cubicBezTo>
                    <a:cubicBezTo>
                      <a:pt x="21031" y="5460"/>
                      <a:pt x="20158" y="8460"/>
                      <a:pt x="17976" y="9960"/>
                    </a:cubicBezTo>
                    <a:cubicBezTo>
                      <a:pt x="6195" y="19260"/>
                      <a:pt x="6195" y="19260"/>
                      <a:pt x="6195" y="19260"/>
                    </a:cubicBezTo>
                    <a:cubicBezTo>
                      <a:pt x="4231" y="21060"/>
                      <a:pt x="1831" y="20760"/>
                      <a:pt x="1176" y="18960"/>
                    </a:cubicBezTo>
                    <a:cubicBezTo>
                      <a:pt x="304" y="16860"/>
                      <a:pt x="304" y="16860"/>
                      <a:pt x="304" y="16860"/>
                    </a:cubicBezTo>
                    <a:cubicBezTo>
                      <a:pt x="-569" y="15060"/>
                      <a:pt x="522" y="12060"/>
                      <a:pt x="2486" y="10560"/>
                    </a:cubicBezTo>
                    <a:cubicBezTo>
                      <a:pt x="14267" y="960"/>
                      <a:pt x="14267" y="960"/>
                      <a:pt x="14267" y="960"/>
                    </a:cubicBezTo>
                    <a:cubicBezTo>
                      <a:pt x="16449" y="-540"/>
                      <a:pt x="18631" y="-240"/>
                      <a:pt x="19504" y="156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6" name="Shape 8956"/>
              <p:cNvSpPr/>
              <p:nvPr/>
            </p:nvSpPr>
            <p:spPr>
              <a:xfrm>
                <a:off x="2754871" y="3334080"/>
                <a:ext cx="142532" cy="198840"/>
              </a:xfrm>
              <a:custGeom>
                <a:avLst/>
                <a:gdLst/>
                <a:ahLst/>
                <a:cxnLst>
                  <a:cxn ang="0">
                    <a:pos x="wd2" y="hd2"/>
                  </a:cxn>
                  <a:cxn ang="5400000">
                    <a:pos x="wd2" y="hd2"/>
                  </a:cxn>
                  <a:cxn ang="10800000">
                    <a:pos x="wd2" y="hd2"/>
                  </a:cxn>
                  <a:cxn ang="16200000">
                    <a:pos x="wd2" y="hd2"/>
                  </a:cxn>
                </a:cxnLst>
                <a:rect l="0" t="0" r="r" b="b"/>
                <a:pathLst>
                  <a:path w="20470" h="20474" fill="norm" stroke="1" extrusionOk="0">
                    <a:moveTo>
                      <a:pt x="16809" y="20173"/>
                    </a:moveTo>
                    <a:cubicBezTo>
                      <a:pt x="18909" y="19309"/>
                      <a:pt x="18909" y="19309"/>
                      <a:pt x="18909" y="19309"/>
                    </a:cubicBezTo>
                    <a:cubicBezTo>
                      <a:pt x="20709" y="18445"/>
                      <a:pt x="21009" y="16285"/>
                      <a:pt x="19509" y="14125"/>
                    </a:cubicBezTo>
                    <a:cubicBezTo>
                      <a:pt x="9909" y="2461"/>
                      <a:pt x="9909" y="2461"/>
                      <a:pt x="9909" y="2461"/>
                    </a:cubicBezTo>
                    <a:cubicBezTo>
                      <a:pt x="8409" y="517"/>
                      <a:pt x="5409" y="-563"/>
                      <a:pt x="3609" y="301"/>
                    </a:cubicBezTo>
                    <a:cubicBezTo>
                      <a:pt x="1509" y="1165"/>
                      <a:pt x="1509" y="1165"/>
                      <a:pt x="1509" y="1165"/>
                    </a:cubicBezTo>
                    <a:cubicBezTo>
                      <a:pt x="-291" y="1813"/>
                      <a:pt x="-591" y="4189"/>
                      <a:pt x="1209" y="6133"/>
                    </a:cubicBezTo>
                    <a:cubicBezTo>
                      <a:pt x="10509" y="18013"/>
                      <a:pt x="10509" y="18013"/>
                      <a:pt x="10509" y="18013"/>
                    </a:cubicBezTo>
                    <a:cubicBezTo>
                      <a:pt x="12009" y="19957"/>
                      <a:pt x="15009" y="21037"/>
                      <a:pt x="16809" y="20173"/>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7" name="Shape 8957"/>
              <p:cNvSpPr/>
              <p:nvPr/>
            </p:nvSpPr>
            <p:spPr>
              <a:xfrm>
                <a:off x="3334136" y="2726810"/>
                <a:ext cx="199959" cy="142532"/>
              </a:xfrm>
              <a:custGeom>
                <a:avLst/>
                <a:gdLst/>
                <a:ahLst/>
                <a:cxnLst>
                  <a:cxn ang="0">
                    <a:pos x="wd2" y="hd2"/>
                  </a:cxn>
                  <a:cxn ang="5400000">
                    <a:pos x="wd2" y="hd2"/>
                  </a:cxn>
                  <a:cxn ang="10800000">
                    <a:pos x="wd2" y="hd2"/>
                  </a:cxn>
                  <a:cxn ang="16200000">
                    <a:pos x="wd2" y="hd2"/>
                  </a:cxn>
                </a:cxnLst>
                <a:rect l="0" t="0" r="r" b="b"/>
                <a:pathLst>
                  <a:path w="20589" h="20470" fill="norm" stroke="1" extrusionOk="0">
                    <a:moveTo>
                      <a:pt x="19504" y="18960"/>
                    </a:moveTo>
                    <a:cubicBezTo>
                      <a:pt x="20376" y="16860"/>
                      <a:pt x="20376" y="16860"/>
                      <a:pt x="20376" y="16860"/>
                    </a:cubicBezTo>
                    <a:cubicBezTo>
                      <a:pt x="21031" y="15060"/>
                      <a:pt x="20158" y="12060"/>
                      <a:pt x="17976" y="10560"/>
                    </a:cubicBezTo>
                    <a:cubicBezTo>
                      <a:pt x="6195" y="960"/>
                      <a:pt x="6195" y="960"/>
                      <a:pt x="6195" y="960"/>
                    </a:cubicBezTo>
                    <a:cubicBezTo>
                      <a:pt x="4231" y="-540"/>
                      <a:pt x="1831" y="-240"/>
                      <a:pt x="1176" y="1560"/>
                    </a:cubicBezTo>
                    <a:cubicBezTo>
                      <a:pt x="304" y="3660"/>
                      <a:pt x="304" y="3660"/>
                      <a:pt x="304" y="3660"/>
                    </a:cubicBezTo>
                    <a:cubicBezTo>
                      <a:pt x="-569" y="5460"/>
                      <a:pt x="522" y="8460"/>
                      <a:pt x="2486" y="9960"/>
                    </a:cubicBezTo>
                    <a:cubicBezTo>
                      <a:pt x="14267" y="19260"/>
                      <a:pt x="14267" y="19260"/>
                      <a:pt x="14267" y="19260"/>
                    </a:cubicBezTo>
                    <a:cubicBezTo>
                      <a:pt x="16449" y="21060"/>
                      <a:pt x="18631" y="20760"/>
                      <a:pt x="19504" y="1896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8" name="Shape 8958"/>
              <p:cNvSpPr/>
              <p:nvPr/>
            </p:nvSpPr>
            <p:spPr>
              <a:xfrm>
                <a:off x="1045156" y="3334080"/>
                <a:ext cx="146284" cy="198840"/>
              </a:xfrm>
              <a:custGeom>
                <a:avLst/>
                <a:gdLst/>
                <a:ahLst/>
                <a:cxnLst>
                  <a:cxn ang="0">
                    <a:pos x="wd2" y="hd2"/>
                  </a:cxn>
                  <a:cxn ang="5400000">
                    <a:pos x="wd2" y="hd2"/>
                  </a:cxn>
                  <a:cxn ang="10800000">
                    <a:pos x="wd2" y="hd2"/>
                  </a:cxn>
                  <a:cxn ang="16200000">
                    <a:pos x="wd2" y="hd2"/>
                  </a:cxn>
                </a:cxnLst>
                <a:rect l="0" t="0" r="r" b="b"/>
                <a:pathLst>
                  <a:path w="20470" h="20474" fill="norm" stroke="1" extrusionOk="0">
                    <a:moveTo>
                      <a:pt x="3609" y="20173"/>
                    </a:moveTo>
                    <a:cubicBezTo>
                      <a:pt x="1509" y="19309"/>
                      <a:pt x="1509" y="19309"/>
                      <a:pt x="1509" y="19309"/>
                    </a:cubicBezTo>
                    <a:cubicBezTo>
                      <a:pt x="-291" y="18445"/>
                      <a:pt x="-591" y="16285"/>
                      <a:pt x="1209" y="14125"/>
                    </a:cubicBezTo>
                    <a:cubicBezTo>
                      <a:pt x="10509" y="2461"/>
                      <a:pt x="10509" y="2461"/>
                      <a:pt x="10509" y="2461"/>
                    </a:cubicBezTo>
                    <a:cubicBezTo>
                      <a:pt x="12309" y="517"/>
                      <a:pt x="15009" y="-563"/>
                      <a:pt x="16809" y="301"/>
                    </a:cubicBezTo>
                    <a:cubicBezTo>
                      <a:pt x="18909" y="1165"/>
                      <a:pt x="18909" y="1165"/>
                      <a:pt x="18909" y="1165"/>
                    </a:cubicBezTo>
                    <a:cubicBezTo>
                      <a:pt x="20709" y="1813"/>
                      <a:pt x="21009" y="4189"/>
                      <a:pt x="19509" y="6133"/>
                    </a:cubicBezTo>
                    <a:cubicBezTo>
                      <a:pt x="9909" y="18013"/>
                      <a:pt x="9909" y="18013"/>
                      <a:pt x="9909" y="18013"/>
                    </a:cubicBezTo>
                    <a:cubicBezTo>
                      <a:pt x="8409" y="19957"/>
                      <a:pt x="5709" y="21037"/>
                      <a:pt x="3609" y="20173"/>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59" name="Shape 8959"/>
              <p:cNvSpPr/>
              <p:nvPr/>
            </p:nvSpPr>
            <p:spPr>
              <a:xfrm>
                <a:off x="409334" y="2726810"/>
                <a:ext cx="203730" cy="142532"/>
              </a:xfrm>
              <a:custGeom>
                <a:avLst/>
                <a:gdLst/>
                <a:ahLst/>
                <a:cxnLst>
                  <a:cxn ang="0">
                    <a:pos x="wd2" y="hd2"/>
                  </a:cxn>
                  <a:cxn ang="5400000">
                    <a:pos x="wd2" y="hd2"/>
                  </a:cxn>
                  <a:cxn ang="10800000">
                    <a:pos x="wd2" y="hd2"/>
                  </a:cxn>
                  <a:cxn ang="16200000">
                    <a:pos x="wd2" y="hd2"/>
                  </a:cxn>
                </a:cxnLst>
                <a:rect l="0" t="0" r="r" b="b"/>
                <a:pathLst>
                  <a:path w="20589" h="20470" fill="norm" stroke="1" extrusionOk="0">
                    <a:moveTo>
                      <a:pt x="1176" y="18960"/>
                    </a:moveTo>
                    <a:cubicBezTo>
                      <a:pt x="304" y="16860"/>
                      <a:pt x="304" y="16860"/>
                      <a:pt x="304" y="16860"/>
                    </a:cubicBezTo>
                    <a:cubicBezTo>
                      <a:pt x="-569" y="15060"/>
                      <a:pt x="522" y="12060"/>
                      <a:pt x="2486" y="10560"/>
                    </a:cubicBezTo>
                    <a:cubicBezTo>
                      <a:pt x="14267" y="960"/>
                      <a:pt x="14267" y="960"/>
                      <a:pt x="14267" y="960"/>
                    </a:cubicBezTo>
                    <a:cubicBezTo>
                      <a:pt x="16449" y="-540"/>
                      <a:pt x="18631" y="-240"/>
                      <a:pt x="19504" y="1560"/>
                    </a:cubicBezTo>
                    <a:cubicBezTo>
                      <a:pt x="20376" y="3660"/>
                      <a:pt x="20376" y="3660"/>
                      <a:pt x="20376" y="3660"/>
                    </a:cubicBezTo>
                    <a:cubicBezTo>
                      <a:pt x="21031" y="5460"/>
                      <a:pt x="20158" y="8460"/>
                      <a:pt x="17976" y="9960"/>
                    </a:cubicBezTo>
                    <a:cubicBezTo>
                      <a:pt x="6195" y="19260"/>
                      <a:pt x="6195" y="19260"/>
                      <a:pt x="6195" y="19260"/>
                    </a:cubicBezTo>
                    <a:cubicBezTo>
                      <a:pt x="4231" y="21060"/>
                      <a:pt x="1831" y="20760"/>
                      <a:pt x="1176" y="1896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0" name="Shape 8960"/>
              <p:cNvSpPr/>
              <p:nvPr/>
            </p:nvSpPr>
            <p:spPr>
              <a:xfrm>
                <a:off x="1045156" y="380374"/>
                <a:ext cx="146284" cy="203730"/>
              </a:xfrm>
              <a:custGeom>
                <a:avLst/>
                <a:gdLst/>
                <a:ahLst/>
                <a:cxnLst>
                  <a:cxn ang="0">
                    <a:pos x="wd2" y="hd2"/>
                  </a:cxn>
                  <a:cxn ang="5400000">
                    <a:pos x="wd2" y="hd2"/>
                  </a:cxn>
                  <a:cxn ang="10800000">
                    <a:pos x="wd2" y="hd2"/>
                  </a:cxn>
                  <a:cxn ang="16200000">
                    <a:pos x="wd2" y="hd2"/>
                  </a:cxn>
                </a:cxnLst>
                <a:rect l="0" t="0" r="r" b="b"/>
                <a:pathLst>
                  <a:path w="20470" h="20589" fill="norm" stroke="1" extrusionOk="0">
                    <a:moveTo>
                      <a:pt x="3609" y="213"/>
                    </a:moveTo>
                    <a:cubicBezTo>
                      <a:pt x="1509" y="1085"/>
                      <a:pt x="1509" y="1085"/>
                      <a:pt x="1509" y="1085"/>
                    </a:cubicBezTo>
                    <a:cubicBezTo>
                      <a:pt x="-291" y="1958"/>
                      <a:pt x="-591" y="4140"/>
                      <a:pt x="1209" y="6322"/>
                    </a:cubicBezTo>
                    <a:cubicBezTo>
                      <a:pt x="10509" y="18103"/>
                      <a:pt x="10509" y="18103"/>
                      <a:pt x="10509" y="18103"/>
                    </a:cubicBezTo>
                    <a:cubicBezTo>
                      <a:pt x="12309" y="20067"/>
                      <a:pt x="15009" y="21158"/>
                      <a:pt x="16809" y="20285"/>
                    </a:cubicBezTo>
                    <a:cubicBezTo>
                      <a:pt x="18909" y="19413"/>
                      <a:pt x="18909" y="19413"/>
                      <a:pt x="18909" y="19413"/>
                    </a:cubicBezTo>
                    <a:cubicBezTo>
                      <a:pt x="20709" y="18758"/>
                      <a:pt x="21009" y="16358"/>
                      <a:pt x="19509" y="14394"/>
                    </a:cubicBezTo>
                    <a:cubicBezTo>
                      <a:pt x="9909" y="2613"/>
                      <a:pt x="9909" y="2613"/>
                      <a:pt x="9909" y="2613"/>
                    </a:cubicBezTo>
                    <a:cubicBezTo>
                      <a:pt x="8409" y="431"/>
                      <a:pt x="5709" y="-442"/>
                      <a:pt x="3609" y="213"/>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1" name="Shape 8961"/>
              <p:cNvSpPr/>
              <p:nvPr/>
            </p:nvSpPr>
            <p:spPr>
              <a:xfrm>
                <a:off x="409334" y="1045046"/>
                <a:ext cx="203730" cy="143221"/>
              </a:xfrm>
              <a:custGeom>
                <a:avLst/>
                <a:gdLst/>
                <a:ahLst/>
                <a:cxnLst>
                  <a:cxn ang="0">
                    <a:pos x="wd2" y="hd2"/>
                  </a:cxn>
                  <a:cxn ang="5400000">
                    <a:pos x="wd2" y="hd2"/>
                  </a:cxn>
                  <a:cxn ang="10800000">
                    <a:pos x="wd2" y="hd2"/>
                  </a:cxn>
                  <a:cxn ang="16200000">
                    <a:pos x="wd2" y="hd2"/>
                  </a:cxn>
                </a:cxnLst>
                <a:rect l="0" t="0" r="r" b="b"/>
                <a:pathLst>
                  <a:path w="20589" h="20569" fill="norm" stroke="1" extrusionOk="0">
                    <a:moveTo>
                      <a:pt x="1176" y="1509"/>
                    </a:moveTo>
                    <a:cubicBezTo>
                      <a:pt x="304" y="3609"/>
                      <a:pt x="304" y="3609"/>
                      <a:pt x="304" y="3609"/>
                    </a:cubicBezTo>
                    <a:cubicBezTo>
                      <a:pt x="-569" y="5709"/>
                      <a:pt x="522" y="8409"/>
                      <a:pt x="2486" y="10209"/>
                    </a:cubicBezTo>
                    <a:cubicBezTo>
                      <a:pt x="14267" y="19509"/>
                      <a:pt x="14267" y="19509"/>
                      <a:pt x="14267" y="19509"/>
                    </a:cubicBezTo>
                    <a:cubicBezTo>
                      <a:pt x="16449" y="21009"/>
                      <a:pt x="18631" y="21009"/>
                      <a:pt x="19504" y="18909"/>
                    </a:cubicBezTo>
                    <a:cubicBezTo>
                      <a:pt x="20376" y="16809"/>
                      <a:pt x="20376" y="16809"/>
                      <a:pt x="20376" y="16809"/>
                    </a:cubicBezTo>
                    <a:cubicBezTo>
                      <a:pt x="21031" y="15009"/>
                      <a:pt x="20158" y="12309"/>
                      <a:pt x="17976" y="10509"/>
                    </a:cubicBezTo>
                    <a:cubicBezTo>
                      <a:pt x="6195" y="1209"/>
                      <a:pt x="6195" y="1209"/>
                      <a:pt x="6195" y="1209"/>
                    </a:cubicBezTo>
                    <a:cubicBezTo>
                      <a:pt x="4231" y="-591"/>
                      <a:pt x="1831" y="-291"/>
                      <a:pt x="1176" y="1509"/>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grpSp>
        <p:nvGrpSpPr>
          <p:cNvPr id="9027" name="Group 9027"/>
          <p:cNvGrpSpPr/>
          <p:nvPr/>
        </p:nvGrpSpPr>
        <p:grpSpPr>
          <a:xfrm>
            <a:off x="14570053" y="3926840"/>
            <a:ext cx="2022844" cy="9367110"/>
            <a:chOff x="0" y="0"/>
            <a:chExt cx="2022842" cy="9367109"/>
          </a:xfrm>
        </p:grpSpPr>
        <p:grpSp>
          <p:nvGrpSpPr>
            <p:cNvPr id="8973" name="Group 8973"/>
            <p:cNvGrpSpPr/>
            <p:nvPr/>
          </p:nvGrpSpPr>
          <p:grpSpPr>
            <a:xfrm>
              <a:off x="-1" y="-1"/>
              <a:ext cx="2022844" cy="9367111"/>
              <a:chOff x="0" y="0"/>
              <a:chExt cx="2022842" cy="9367109"/>
            </a:xfrm>
          </p:grpSpPr>
          <p:sp>
            <p:nvSpPr>
              <p:cNvPr id="8964" name="Shape 8964"/>
              <p:cNvSpPr/>
              <p:nvPr/>
            </p:nvSpPr>
            <p:spPr>
              <a:xfrm>
                <a:off x="418519" y="2317485"/>
                <a:ext cx="1111071" cy="53248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935" y="655"/>
                    </a:moveTo>
                    <a:cubicBezTo>
                      <a:pt x="13935" y="0"/>
                      <a:pt x="13935" y="0"/>
                      <a:pt x="13935" y="0"/>
                    </a:cubicBezTo>
                    <a:cubicBezTo>
                      <a:pt x="11613" y="0"/>
                      <a:pt x="11613" y="0"/>
                      <a:pt x="11613" y="0"/>
                    </a:cubicBezTo>
                    <a:cubicBezTo>
                      <a:pt x="9987" y="0"/>
                      <a:pt x="9987" y="0"/>
                      <a:pt x="9987" y="0"/>
                    </a:cubicBezTo>
                    <a:cubicBezTo>
                      <a:pt x="7665" y="0"/>
                      <a:pt x="7665" y="0"/>
                      <a:pt x="7665" y="0"/>
                    </a:cubicBezTo>
                    <a:cubicBezTo>
                      <a:pt x="7665" y="655"/>
                      <a:pt x="7665" y="655"/>
                      <a:pt x="7665" y="655"/>
                    </a:cubicBezTo>
                    <a:cubicBezTo>
                      <a:pt x="7665" y="655"/>
                      <a:pt x="1161" y="1029"/>
                      <a:pt x="0" y="1449"/>
                    </a:cubicBezTo>
                    <a:cubicBezTo>
                      <a:pt x="0" y="21600"/>
                      <a:pt x="0" y="21600"/>
                      <a:pt x="0" y="21600"/>
                    </a:cubicBezTo>
                    <a:cubicBezTo>
                      <a:pt x="9987" y="21600"/>
                      <a:pt x="9987" y="21600"/>
                      <a:pt x="9987" y="21600"/>
                    </a:cubicBezTo>
                    <a:cubicBezTo>
                      <a:pt x="11613" y="21600"/>
                      <a:pt x="11613" y="21600"/>
                      <a:pt x="11613" y="21600"/>
                    </a:cubicBezTo>
                    <a:cubicBezTo>
                      <a:pt x="21600" y="21600"/>
                      <a:pt x="21600" y="21600"/>
                      <a:pt x="21600" y="21600"/>
                    </a:cubicBezTo>
                    <a:cubicBezTo>
                      <a:pt x="21600" y="1449"/>
                      <a:pt x="21600" y="1449"/>
                      <a:pt x="21600" y="1449"/>
                    </a:cubicBezTo>
                    <a:cubicBezTo>
                      <a:pt x="20439" y="1029"/>
                      <a:pt x="13935" y="655"/>
                      <a:pt x="13935" y="655"/>
                    </a:cubicBezTo>
                    <a:close/>
                  </a:path>
                </a:pathLst>
              </a:custGeom>
              <a:solidFill>
                <a:srgbClr val="EBECE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5" name="Shape 8965"/>
              <p:cNvSpPr/>
              <p:nvPr/>
            </p:nvSpPr>
            <p:spPr>
              <a:xfrm>
                <a:off x="503221" y="6005053"/>
                <a:ext cx="946651" cy="3260026"/>
              </a:xfrm>
              <a:prstGeom prst="rect">
                <a:avLst/>
              </a:prstGeom>
              <a:solidFill>
                <a:srgbClr val="D5D8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6" name="Shape 8966"/>
              <p:cNvSpPr/>
              <p:nvPr/>
            </p:nvSpPr>
            <p:spPr>
              <a:xfrm>
                <a:off x="503221" y="2711019"/>
                <a:ext cx="224209" cy="6554061"/>
              </a:xfrm>
              <a:prstGeom prst="rect">
                <a:avLst/>
              </a:prstGeom>
              <a:solidFill>
                <a:srgbClr val="BFC0C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7" name="Shape 8967"/>
              <p:cNvSpPr/>
              <p:nvPr/>
            </p:nvSpPr>
            <p:spPr>
              <a:xfrm>
                <a:off x="931705" y="-1"/>
                <a:ext cx="84702" cy="12340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16"/>
                    </a:moveTo>
                    <a:lnTo>
                      <a:pt x="0" y="0"/>
                    </a:lnTo>
                    <a:lnTo>
                      <a:pt x="0" y="21600"/>
                    </a:lnTo>
                    <a:lnTo>
                      <a:pt x="21600" y="21600"/>
                    </a:lnTo>
                    <a:lnTo>
                      <a:pt x="21600" y="1616"/>
                    </a:lnTo>
                    <a:close/>
                  </a:path>
                </a:pathLst>
              </a:custGeom>
              <a:solidFill>
                <a:srgbClr val="C5C3C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8" name="Shape 8968"/>
              <p:cNvSpPr/>
              <p:nvPr/>
            </p:nvSpPr>
            <p:spPr>
              <a:xfrm>
                <a:off x="418519" y="7039906"/>
                <a:ext cx="1111071" cy="126320"/>
              </a:xfrm>
              <a:prstGeom prst="rect">
                <a:avLst/>
              </a:prstGeom>
              <a:solidFill>
                <a:srgbClr val="3D3D3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69" name="Shape 8969"/>
              <p:cNvSpPr/>
              <p:nvPr/>
            </p:nvSpPr>
            <p:spPr>
              <a:xfrm>
                <a:off x="-1" y="7642355"/>
                <a:ext cx="2022844" cy="1117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7280"/>
                      <a:pt x="21344" y="21600"/>
                      <a:pt x="20961" y="21600"/>
                    </a:cubicBezTo>
                    <a:cubicBezTo>
                      <a:pt x="639" y="21600"/>
                      <a:pt x="639" y="21600"/>
                      <a:pt x="639" y="21600"/>
                    </a:cubicBezTo>
                    <a:cubicBezTo>
                      <a:pt x="256" y="21600"/>
                      <a:pt x="0" y="17280"/>
                      <a:pt x="0" y="10800"/>
                    </a:cubicBezTo>
                    <a:cubicBezTo>
                      <a:pt x="0" y="4320"/>
                      <a:pt x="256" y="0"/>
                      <a:pt x="639" y="0"/>
                    </a:cubicBezTo>
                    <a:cubicBezTo>
                      <a:pt x="20961" y="0"/>
                      <a:pt x="20961" y="0"/>
                      <a:pt x="20961" y="0"/>
                    </a:cubicBezTo>
                    <a:cubicBezTo>
                      <a:pt x="21344" y="0"/>
                      <a:pt x="21600" y="4320"/>
                      <a:pt x="21600" y="10800"/>
                    </a:cubicBezTo>
                    <a:close/>
                  </a:path>
                </a:pathLst>
              </a:custGeom>
              <a:solidFill>
                <a:srgbClr val="97999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70" name="Shape 8970"/>
              <p:cNvSpPr/>
              <p:nvPr/>
            </p:nvSpPr>
            <p:spPr>
              <a:xfrm>
                <a:off x="762304" y="1015419"/>
                <a:ext cx="423504" cy="13020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294"/>
                    </a:moveTo>
                    <a:cubicBezTo>
                      <a:pt x="21600" y="2294"/>
                      <a:pt x="17897" y="0"/>
                      <a:pt x="10491" y="0"/>
                    </a:cubicBezTo>
                    <a:cubicBezTo>
                      <a:pt x="3703" y="0"/>
                      <a:pt x="0" y="2294"/>
                      <a:pt x="0" y="2294"/>
                    </a:cubicBezTo>
                    <a:cubicBezTo>
                      <a:pt x="0" y="21600"/>
                      <a:pt x="0" y="21600"/>
                      <a:pt x="0" y="21600"/>
                    </a:cubicBezTo>
                    <a:cubicBezTo>
                      <a:pt x="21600" y="21600"/>
                      <a:pt x="21600" y="21600"/>
                      <a:pt x="21600" y="21600"/>
                    </a:cubicBezTo>
                    <a:lnTo>
                      <a:pt x="21600" y="2294"/>
                    </a:lnTo>
                    <a:close/>
                  </a:path>
                </a:pathLst>
              </a:custGeom>
              <a:solidFill>
                <a:srgbClr val="C5C3C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71" name="Shape 8971"/>
              <p:cNvSpPr/>
              <p:nvPr/>
            </p:nvSpPr>
            <p:spPr>
              <a:xfrm>
                <a:off x="717461" y="2259184"/>
                <a:ext cx="513187" cy="58302"/>
              </a:xfrm>
              <a:prstGeom prst="rect">
                <a:avLst/>
              </a:prstGeom>
              <a:solidFill>
                <a:srgbClr val="84848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8972" name="Shape 8972"/>
              <p:cNvSpPr/>
              <p:nvPr/>
            </p:nvSpPr>
            <p:spPr>
              <a:xfrm>
                <a:off x="333820" y="9255363"/>
                <a:ext cx="1340260" cy="1117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7280"/>
                      <a:pt x="21407" y="21600"/>
                      <a:pt x="21021" y="21600"/>
                    </a:cubicBezTo>
                    <a:cubicBezTo>
                      <a:pt x="579" y="21600"/>
                      <a:pt x="579" y="21600"/>
                      <a:pt x="579" y="21600"/>
                    </a:cubicBezTo>
                    <a:cubicBezTo>
                      <a:pt x="386" y="21600"/>
                      <a:pt x="0" y="17280"/>
                      <a:pt x="0" y="10800"/>
                    </a:cubicBezTo>
                    <a:cubicBezTo>
                      <a:pt x="0" y="4320"/>
                      <a:pt x="386" y="0"/>
                      <a:pt x="579" y="0"/>
                    </a:cubicBezTo>
                    <a:cubicBezTo>
                      <a:pt x="21021" y="0"/>
                      <a:pt x="21021" y="0"/>
                      <a:pt x="21021" y="0"/>
                    </a:cubicBezTo>
                    <a:cubicBezTo>
                      <a:pt x="21407" y="0"/>
                      <a:pt x="21600" y="4320"/>
                      <a:pt x="21600" y="10800"/>
                    </a:cubicBezTo>
                    <a:close/>
                  </a:path>
                </a:pathLst>
              </a:custGeom>
              <a:solidFill>
                <a:srgbClr val="97999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8974" name="Shape 8974"/>
            <p:cNvSpPr/>
            <p:nvPr/>
          </p:nvSpPr>
          <p:spPr>
            <a:xfrm>
              <a:off x="463362" y="3964498"/>
              <a:ext cx="1031353" cy="3123994"/>
            </a:xfrm>
            <a:prstGeom prst="rect">
              <a:avLst/>
            </a:pr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9026" name="Group 9026"/>
            <p:cNvGrpSpPr/>
            <p:nvPr/>
          </p:nvGrpSpPr>
          <p:grpSpPr>
            <a:xfrm>
              <a:off x="418519" y="2939366"/>
              <a:ext cx="418520" cy="3974220"/>
              <a:chOff x="0" y="0"/>
              <a:chExt cx="418519" cy="3974218"/>
            </a:xfrm>
          </p:grpSpPr>
          <p:sp>
            <p:nvSpPr>
              <p:cNvPr id="8975" name="Shape 8975"/>
              <p:cNvSpPr/>
              <p:nvPr/>
            </p:nvSpPr>
            <p:spPr>
              <a:xfrm>
                <a:off x="0" y="-1"/>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76" name="Shape 8976"/>
              <p:cNvSpPr/>
              <p:nvPr/>
            </p:nvSpPr>
            <p:spPr>
              <a:xfrm>
                <a:off x="-1" y="82592"/>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77" name="Shape 8977"/>
              <p:cNvSpPr/>
              <p:nvPr/>
            </p:nvSpPr>
            <p:spPr>
              <a:xfrm>
                <a:off x="-1" y="160327"/>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78" name="Shape 8978"/>
              <p:cNvSpPr/>
              <p:nvPr/>
            </p:nvSpPr>
            <p:spPr>
              <a:xfrm>
                <a:off x="-1" y="228345"/>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79" name="Shape 8979"/>
              <p:cNvSpPr/>
              <p:nvPr/>
            </p:nvSpPr>
            <p:spPr>
              <a:xfrm>
                <a:off x="-1" y="310941"/>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0" name="Shape 8980"/>
              <p:cNvSpPr/>
              <p:nvPr/>
            </p:nvSpPr>
            <p:spPr>
              <a:xfrm>
                <a:off x="0" y="393533"/>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1" name="Shape 8981"/>
              <p:cNvSpPr/>
              <p:nvPr/>
            </p:nvSpPr>
            <p:spPr>
              <a:xfrm>
                <a:off x="-1" y="471268"/>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2" name="Shape 8982"/>
              <p:cNvSpPr/>
              <p:nvPr/>
            </p:nvSpPr>
            <p:spPr>
              <a:xfrm>
                <a:off x="-1" y="553864"/>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3" name="Shape 8983"/>
              <p:cNvSpPr/>
              <p:nvPr/>
            </p:nvSpPr>
            <p:spPr>
              <a:xfrm>
                <a:off x="-1" y="631599"/>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4" name="Shape 8984"/>
              <p:cNvSpPr/>
              <p:nvPr/>
            </p:nvSpPr>
            <p:spPr>
              <a:xfrm>
                <a:off x="-1" y="714191"/>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5" name="Shape 8985"/>
              <p:cNvSpPr/>
              <p:nvPr/>
            </p:nvSpPr>
            <p:spPr>
              <a:xfrm>
                <a:off x="0" y="796787"/>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6" name="Shape 8986"/>
              <p:cNvSpPr/>
              <p:nvPr/>
            </p:nvSpPr>
            <p:spPr>
              <a:xfrm>
                <a:off x="-1" y="874522"/>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7" name="Shape 8987"/>
              <p:cNvSpPr/>
              <p:nvPr/>
            </p:nvSpPr>
            <p:spPr>
              <a:xfrm>
                <a:off x="-1" y="957114"/>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8" name="Shape 8988"/>
              <p:cNvSpPr/>
              <p:nvPr/>
            </p:nvSpPr>
            <p:spPr>
              <a:xfrm>
                <a:off x="-1" y="1025133"/>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89" name="Shape 8989"/>
              <p:cNvSpPr/>
              <p:nvPr/>
            </p:nvSpPr>
            <p:spPr>
              <a:xfrm>
                <a:off x="-1" y="1107728"/>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0" name="Shape 8990"/>
              <p:cNvSpPr/>
              <p:nvPr/>
            </p:nvSpPr>
            <p:spPr>
              <a:xfrm>
                <a:off x="0" y="1185463"/>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1" name="Shape 8991"/>
              <p:cNvSpPr/>
              <p:nvPr/>
            </p:nvSpPr>
            <p:spPr>
              <a:xfrm>
                <a:off x="-1" y="1268056"/>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2" name="Shape 8992"/>
              <p:cNvSpPr/>
              <p:nvPr/>
            </p:nvSpPr>
            <p:spPr>
              <a:xfrm>
                <a:off x="-1" y="1350651"/>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3" name="Shape 8993"/>
              <p:cNvSpPr/>
              <p:nvPr/>
            </p:nvSpPr>
            <p:spPr>
              <a:xfrm>
                <a:off x="-1" y="1428386"/>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4" name="Shape 8994"/>
              <p:cNvSpPr/>
              <p:nvPr/>
            </p:nvSpPr>
            <p:spPr>
              <a:xfrm>
                <a:off x="-1" y="1510978"/>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5" name="Shape 8995"/>
              <p:cNvSpPr/>
              <p:nvPr/>
            </p:nvSpPr>
            <p:spPr>
              <a:xfrm>
                <a:off x="0" y="1588714"/>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6" name="Shape 8996"/>
              <p:cNvSpPr/>
              <p:nvPr/>
            </p:nvSpPr>
            <p:spPr>
              <a:xfrm>
                <a:off x="-1" y="1671309"/>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7" name="Shape 8997"/>
              <p:cNvSpPr/>
              <p:nvPr/>
            </p:nvSpPr>
            <p:spPr>
              <a:xfrm>
                <a:off x="-1" y="1753901"/>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8" name="Shape 8998"/>
              <p:cNvSpPr/>
              <p:nvPr/>
            </p:nvSpPr>
            <p:spPr>
              <a:xfrm>
                <a:off x="-1" y="1831637"/>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8999" name="Shape 8999"/>
              <p:cNvSpPr/>
              <p:nvPr/>
            </p:nvSpPr>
            <p:spPr>
              <a:xfrm>
                <a:off x="-1" y="1914232"/>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0" name="Shape 9000"/>
              <p:cNvSpPr/>
              <p:nvPr/>
            </p:nvSpPr>
            <p:spPr>
              <a:xfrm>
                <a:off x="0" y="1982250"/>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1" name="Shape 9001"/>
              <p:cNvSpPr/>
              <p:nvPr/>
            </p:nvSpPr>
            <p:spPr>
              <a:xfrm>
                <a:off x="-1" y="2064843"/>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2" name="Shape 9002"/>
              <p:cNvSpPr/>
              <p:nvPr/>
            </p:nvSpPr>
            <p:spPr>
              <a:xfrm>
                <a:off x="-1" y="2142578"/>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3" name="Shape 9003"/>
              <p:cNvSpPr/>
              <p:nvPr/>
            </p:nvSpPr>
            <p:spPr>
              <a:xfrm>
                <a:off x="-1" y="2225173"/>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4" name="Shape 9004"/>
              <p:cNvSpPr/>
              <p:nvPr/>
            </p:nvSpPr>
            <p:spPr>
              <a:xfrm>
                <a:off x="-1" y="2302909"/>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5" name="Shape 9005"/>
              <p:cNvSpPr/>
              <p:nvPr/>
            </p:nvSpPr>
            <p:spPr>
              <a:xfrm>
                <a:off x="0" y="2385501"/>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6" name="Shape 9006"/>
              <p:cNvSpPr/>
              <p:nvPr/>
            </p:nvSpPr>
            <p:spPr>
              <a:xfrm>
                <a:off x="-1" y="2468096"/>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7" name="Shape 9007"/>
              <p:cNvSpPr/>
              <p:nvPr/>
            </p:nvSpPr>
            <p:spPr>
              <a:xfrm>
                <a:off x="-1" y="2545832"/>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8" name="Shape 9008"/>
              <p:cNvSpPr/>
              <p:nvPr/>
            </p:nvSpPr>
            <p:spPr>
              <a:xfrm>
                <a:off x="-1" y="2628424"/>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09" name="Shape 9009"/>
              <p:cNvSpPr/>
              <p:nvPr/>
            </p:nvSpPr>
            <p:spPr>
              <a:xfrm>
                <a:off x="-1" y="2706159"/>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0" name="Shape 9010"/>
              <p:cNvSpPr/>
              <p:nvPr/>
            </p:nvSpPr>
            <p:spPr>
              <a:xfrm>
                <a:off x="0" y="2779037"/>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1" name="Shape 9011"/>
              <p:cNvSpPr/>
              <p:nvPr/>
            </p:nvSpPr>
            <p:spPr>
              <a:xfrm>
                <a:off x="-1" y="2856773"/>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2" name="Shape 9012"/>
              <p:cNvSpPr/>
              <p:nvPr/>
            </p:nvSpPr>
            <p:spPr>
              <a:xfrm>
                <a:off x="-1" y="2939365"/>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3" name="Shape 9013"/>
              <p:cNvSpPr/>
              <p:nvPr/>
            </p:nvSpPr>
            <p:spPr>
              <a:xfrm>
                <a:off x="-1" y="3017101"/>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4" name="Shape 9014"/>
              <p:cNvSpPr/>
              <p:nvPr/>
            </p:nvSpPr>
            <p:spPr>
              <a:xfrm>
                <a:off x="-1" y="3099696"/>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5" name="Shape 9015"/>
              <p:cNvSpPr/>
              <p:nvPr/>
            </p:nvSpPr>
            <p:spPr>
              <a:xfrm>
                <a:off x="0" y="3182288"/>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6" name="Shape 9016"/>
              <p:cNvSpPr/>
              <p:nvPr/>
            </p:nvSpPr>
            <p:spPr>
              <a:xfrm>
                <a:off x="-1" y="3260023"/>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7" name="Shape 9017"/>
              <p:cNvSpPr/>
              <p:nvPr/>
            </p:nvSpPr>
            <p:spPr>
              <a:xfrm>
                <a:off x="-1" y="3342619"/>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8" name="Shape 9018"/>
              <p:cNvSpPr/>
              <p:nvPr/>
            </p:nvSpPr>
            <p:spPr>
              <a:xfrm>
                <a:off x="-1" y="3420354"/>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19" name="Shape 9019"/>
              <p:cNvSpPr/>
              <p:nvPr/>
            </p:nvSpPr>
            <p:spPr>
              <a:xfrm>
                <a:off x="-1" y="3493229"/>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20" name="Shape 9020"/>
              <p:cNvSpPr/>
              <p:nvPr/>
            </p:nvSpPr>
            <p:spPr>
              <a:xfrm>
                <a:off x="0" y="3570964"/>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21" name="Shape 9021"/>
              <p:cNvSpPr/>
              <p:nvPr/>
            </p:nvSpPr>
            <p:spPr>
              <a:xfrm>
                <a:off x="-1" y="3653560"/>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22" name="Shape 9022"/>
              <p:cNvSpPr/>
              <p:nvPr/>
            </p:nvSpPr>
            <p:spPr>
              <a:xfrm>
                <a:off x="-1" y="3731295"/>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23" name="Shape 9023"/>
              <p:cNvSpPr/>
              <p:nvPr/>
            </p:nvSpPr>
            <p:spPr>
              <a:xfrm>
                <a:off x="-1" y="3813888"/>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24" name="Shape 9024"/>
              <p:cNvSpPr/>
              <p:nvPr/>
            </p:nvSpPr>
            <p:spPr>
              <a:xfrm>
                <a:off x="-1" y="3896483"/>
                <a:ext cx="239155"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025" name="Shape 9025"/>
              <p:cNvSpPr/>
              <p:nvPr/>
            </p:nvSpPr>
            <p:spPr>
              <a:xfrm>
                <a:off x="0" y="3974218"/>
                <a:ext cx="418520" cy="1"/>
              </a:xfrm>
              <a:prstGeom prst="line">
                <a:avLst/>
              </a:prstGeom>
              <a:noFill/>
              <a:ln w="3175" cap="flat">
                <a:solidFill>
                  <a:srgbClr val="FFFFFF"/>
                </a:solidFill>
                <a:prstDash val="solid"/>
                <a:miter lim="800000"/>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grpSp>
      </p:grpSp>
      <p:sp>
        <p:nvSpPr>
          <p:cNvPr id="9028" name="Shape 9028"/>
          <p:cNvSpPr/>
          <p:nvPr/>
        </p:nvSpPr>
        <p:spPr>
          <a:xfrm flipH="1">
            <a:off x="18576267" y="7811803"/>
            <a:ext cx="3658333" cy="5740632"/>
          </a:xfrm>
          <a:custGeom>
            <a:avLst/>
            <a:gdLst/>
            <a:ahLst/>
            <a:cxnLst>
              <a:cxn ang="0">
                <a:pos x="wd2" y="hd2"/>
              </a:cxn>
              <a:cxn ang="5400000">
                <a:pos x="wd2" y="hd2"/>
              </a:cxn>
              <a:cxn ang="10800000">
                <a:pos x="wd2" y="hd2"/>
              </a:cxn>
              <a:cxn ang="16200000">
                <a:pos x="wd2" y="hd2"/>
              </a:cxn>
            </a:cxnLst>
            <a:rect l="0" t="0" r="r" b="b"/>
            <a:pathLst>
              <a:path w="21469" h="21600" fill="norm" stroke="1" extrusionOk="0">
                <a:moveTo>
                  <a:pt x="0" y="19508"/>
                </a:moveTo>
                <a:cubicBezTo>
                  <a:pt x="185" y="19508"/>
                  <a:pt x="185" y="19508"/>
                  <a:pt x="185" y="19508"/>
                </a:cubicBezTo>
                <a:cubicBezTo>
                  <a:pt x="369" y="19754"/>
                  <a:pt x="369" y="19754"/>
                  <a:pt x="369" y="19754"/>
                </a:cubicBezTo>
                <a:cubicBezTo>
                  <a:pt x="277" y="19692"/>
                  <a:pt x="277" y="19692"/>
                  <a:pt x="277" y="19692"/>
                </a:cubicBezTo>
                <a:cubicBezTo>
                  <a:pt x="185" y="19631"/>
                  <a:pt x="185" y="19631"/>
                  <a:pt x="185" y="19631"/>
                </a:cubicBezTo>
                <a:cubicBezTo>
                  <a:pt x="92" y="19631"/>
                  <a:pt x="92" y="19631"/>
                  <a:pt x="92" y="19631"/>
                </a:cubicBezTo>
                <a:cubicBezTo>
                  <a:pt x="92" y="19631"/>
                  <a:pt x="1015" y="20862"/>
                  <a:pt x="2031" y="21600"/>
                </a:cubicBezTo>
                <a:cubicBezTo>
                  <a:pt x="20954" y="21600"/>
                  <a:pt x="20954" y="21600"/>
                  <a:pt x="20954" y="21600"/>
                </a:cubicBezTo>
                <a:cubicBezTo>
                  <a:pt x="21046" y="21169"/>
                  <a:pt x="21046" y="20615"/>
                  <a:pt x="21323" y="20554"/>
                </a:cubicBezTo>
                <a:cubicBezTo>
                  <a:pt x="21600" y="20492"/>
                  <a:pt x="21415" y="20369"/>
                  <a:pt x="21323" y="20369"/>
                </a:cubicBezTo>
                <a:cubicBezTo>
                  <a:pt x="21138" y="20431"/>
                  <a:pt x="14123" y="20369"/>
                  <a:pt x="14123" y="20369"/>
                </a:cubicBezTo>
                <a:cubicBezTo>
                  <a:pt x="14123" y="20369"/>
                  <a:pt x="13938" y="19446"/>
                  <a:pt x="13754" y="19385"/>
                </a:cubicBezTo>
                <a:cubicBezTo>
                  <a:pt x="13477" y="19323"/>
                  <a:pt x="11538" y="19262"/>
                  <a:pt x="9877" y="19262"/>
                </a:cubicBezTo>
                <a:cubicBezTo>
                  <a:pt x="9877" y="18523"/>
                  <a:pt x="9877" y="18523"/>
                  <a:pt x="9877" y="18523"/>
                </a:cubicBezTo>
                <a:cubicBezTo>
                  <a:pt x="9877" y="18523"/>
                  <a:pt x="18738" y="18892"/>
                  <a:pt x="19569" y="18892"/>
                </a:cubicBezTo>
                <a:cubicBezTo>
                  <a:pt x="19569" y="18892"/>
                  <a:pt x="19569" y="18892"/>
                  <a:pt x="19569" y="18892"/>
                </a:cubicBezTo>
                <a:cubicBezTo>
                  <a:pt x="19662" y="18831"/>
                  <a:pt x="19662" y="18831"/>
                  <a:pt x="19662" y="18831"/>
                </a:cubicBezTo>
                <a:cubicBezTo>
                  <a:pt x="19569" y="18831"/>
                  <a:pt x="19569" y="18831"/>
                  <a:pt x="19569" y="18831"/>
                </a:cubicBezTo>
                <a:cubicBezTo>
                  <a:pt x="19662" y="18769"/>
                  <a:pt x="19754" y="18708"/>
                  <a:pt x="19477" y="18708"/>
                </a:cubicBezTo>
                <a:cubicBezTo>
                  <a:pt x="19477" y="18708"/>
                  <a:pt x="19477" y="18708"/>
                  <a:pt x="19477" y="18708"/>
                </a:cubicBezTo>
                <a:cubicBezTo>
                  <a:pt x="17908" y="16923"/>
                  <a:pt x="13385" y="7631"/>
                  <a:pt x="11077" y="2954"/>
                </a:cubicBezTo>
                <a:cubicBezTo>
                  <a:pt x="10523" y="1723"/>
                  <a:pt x="10062" y="800"/>
                  <a:pt x="9877" y="431"/>
                </a:cubicBezTo>
                <a:cubicBezTo>
                  <a:pt x="9877" y="123"/>
                  <a:pt x="9877" y="123"/>
                  <a:pt x="9877" y="123"/>
                </a:cubicBezTo>
                <a:cubicBezTo>
                  <a:pt x="9877" y="123"/>
                  <a:pt x="9877" y="123"/>
                  <a:pt x="9877" y="123"/>
                </a:cubicBezTo>
                <a:cubicBezTo>
                  <a:pt x="9877" y="123"/>
                  <a:pt x="9969" y="62"/>
                  <a:pt x="9969" y="62"/>
                </a:cubicBezTo>
                <a:cubicBezTo>
                  <a:pt x="9969" y="62"/>
                  <a:pt x="9877" y="0"/>
                  <a:pt x="9785" y="0"/>
                </a:cubicBezTo>
                <a:cubicBezTo>
                  <a:pt x="9600" y="0"/>
                  <a:pt x="9508" y="62"/>
                  <a:pt x="9508" y="62"/>
                </a:cubicBezTo>
                <a:cubicBezTo>
                  <a:pt x="9508" y="62"/>
                  <a:pt x="9508" y="62"/>
                  <a:pt x="9600" y="123"/>
                </a:cubicBezTo>
                <a:cubicBezTo>
                  <a:pt x="9600" y="123"/>
                  <a:pt x="9600" y="123"/>
                  <a:pt x="9600" y="123"/>
                </a:cubicBezTo>
                <a:cubicBezTo>
                  <a:pt x="9600" y="1169"/>
                  <a:pt x="9600" y="1169"/>
                  <a:pt x="9600" y="1169"/>
                </a:cubicBezTo>
                <a:cubicBezTo>
                  <a:pt x="8031" y="2585"/>
                  <a:pt x="185" y="10031"/>
                  <a:pt x="0" y="19262"/>
                </a:cubicBezTo>
                <a:cubicBezTo>
                  <a:pt x="462" y="19323"/>
                  <a:pt x="6831" y="19015"/>
                  <a:pt x="9600" y="18646"/>
                </a:cubicBezTo>
                <a:cubicBezTo>
                  <a:pt x="9600" y="19262"/>
                  <a:pt x="9600" y="19262"/>
                  <a:pt x="9600" y="19262"/>
                </a:cubicBezTo>
                <a:cubicBezTo>
                  <a:pt x="8492" y="19262"/>
                  <a:pt x="7569" y="19262"/>
                  <a:pt x="7477" y="19262"/>
                </a:cubicBezTo>
                <a:cubicBezTo>
                  <a:pt x="7108" y="19323"/>
                  <a:pt x="5354" y="20062"/>
                  <a:pt x="5354" y="20062"/>
                </a:cubicBezTo>
                <a:cubicBezTo>
                  <a:pt x="3231" y="19938"/>
                  <a:pt x="3231" y="19938"/>
                  <a:pt x="3231" y="19938"/>
                </a:cubicBezTo>
                <a:cubicBezTo>
                  <a:pt x="3231" y="19569"/>
                  <a:pt x="3231" y="19569"/>
                  <a:pt x="3231" y="19569"/>
                </a:cubicBezTo>
                <a:cubicBezTo>
                  <a:pt x="0" y="19385"/>
                  <a:pt x="0" y="19385"/>
                  <a:pt x="0" y="19385"/>
                </a:cubicBezTo>
                <a:cubicBezTo>
                  <a:pt x="0" y="19385"/>
                  <a:pt x="0" y="19385"/>
                  <a:pt x="0" y="19385"/>
                </a:cubicBezTo>
                <a:cubicBezTo>
                  <a:pt x="0" y="19385"/>
                  <a:pt x="0" y="19446"/>
                  <a:pt x="0" y="19446"/>
                </a:cubicBezTo>
                <a:cubicBezTo>
                  <a:pt x="0" y="19446"/>
                  <a:pt x="0" y="19508"/>
                  <a:pt x="0" y="19508"/>
                </a:cubicBezTo>
                <a:close/>
                <a:moveTo>
                  <a:pt x="9877" y="677"/>
                </a:moveTo>
                <a:cubicBezTo>
                  <a:pt x="10985" y="2954"/>
                  <a:pt x="16892" y="15262"/>
                  <a:pt x="19108" y="18338"/>
                </a:cubicBezTo>
                <a:cubicBezTo>
                  <a:pt x="17446" y="16615"/>
                  <a:pt x="11723" y="9292"/>
                  <a:pt x="9877" y="923"/>
                </a:cubicBezTo>
                <a:lnTo>
                  <a:pt x="9877" y="677"/>
                </a:lnTo>
                <a:close/>
                <a:moveTo>
                  <a:pt x="6092" y="11692"/>
                </a:moveTo>
                <a:cubicBezTo>
                  <a:pt x="6185" y="10646"/>
                  <a:pt x="7846" y="3446"/>
                  <a:pt x="9600" y="1231"/>
                </a:cubicBezTo>
                <a:cubicBezTo>
                  <a:pt x="9600" y="18154"/>
                  <a:pt x="9600" y="18154"/>
                  <a:pt x="9600" y="18154"/>
                </a:cubicBezTo>
                <a:cubicBezTo>
                  <a:pt x="8585" y="16738"/>
                  <a:pt x="6000" y="12800"/>
                  <a:pt x="6092" y="11692"/>
                </a:cubicBezTo>
                <a:close/>
                <a:moveTo>
                  <a:pt x="3138" y="19631"/>
                </a:moveTo>
                <a:cubicBezTo>
                  <a:pt x="3138" y="19938"/>
                  <a:pt x="3138" y="19938"/>
                  <a:pt x="3138" y="19938"/>
                </a:cubicBezTo>
                <a:cubicBezTo>
                  <a:pt x="2769" y="19877"/>
                  <a:pt x="2769" y="19877"/>
                  <a:pt x="2769" y="19877"/>
                </a:cubicBezTo>
                <a:cubicBezTo>
                  <a:pt x="2677" y="19631"/>
                  <a:pt x="2677" y="19631"/>
                  <a:pt x="2677" y="19631"/>
                </a:cubicBezTo>
                <a:lnTo>
                  <a:pt x="3138" y="19631"/>
                </a:lnTo>
                <a:close/>
                <a:moveTo>
                  <a:pt x="2585" y="19631"/>
                </a:moveTo>
                <a:cubicBezTo>
                  <a:pt x="2585" y="19877"/>
                  <a:pt x="2585" y="19877"/>
                  <a:pt x="2585" y="19877"/>
                </a:cubicBezTo>
                <a:cubicBezTo>
                  <a:pt x="2123" y="19877"/>
                  <a:pt x="2123" y="19877"/>
                  <a:pt x="2123" y="19877"/>
                </a:cubicBezTo>
                <a:cubicBezTo>
                  <a:pt x="2123" y="19569"/>
                  <a:pt x="2123" y="19569"/>
                  <a:pt x="2123" y="19569"/>
                </a:cubicBezTo>
                <a:lnTo>
                  <a:pt x="2585" y="19631"/>
                </a:lnTo>
                <a:close/>
                <a:moveTo>
                  <a:pt x="1938" y="19569"/>
                </a:moveTo>
                <a:cubicBezTo>
                  <a:pt x="2031" y="19815"/>
                  <a:pt x="2031" y="19815"/>
                  <a:pt x="2031" y="19815"/>
                </a:cubicBezTo>
                <a:cubicBezTo>
                  <a:pt x="1569" y="19815"/>
                  <a:pt x="1569" y="19815"/>
                  <a:pt x="1569" y="19815"/>
                </a:cubicBezTo>
                <a:cubicBezTo>
                  <a:pt x="1477" y="19569"/>
                  <a:pt x="1477" y="19569"/>
                  <a:pt x="1477" y="19569"/>
                </a:cubicBezTo>
                <a:lnTo>
                  <a:pt x="1938" y="19569"/>
                </a:lnTo>
                <a:close/>
                <a:moveTo>
                  <a:pt x="1385" y="19569"/>
                </a:moveTo>
                <a:cubicBezTo>
                  <a:pt x="1477" y="19815"/>
                  <a:pt x="1477" y="19815"/>
                  <a:pt x="1477" y="19815"/>
                </a:cubicBezTo>
                <a:cubicBezTo>
                  <a:pt x="1015" y="19754"/>
                  <a:pt x="1015" y="19754"/>
                  <a:pt x="1015" y="19754"/>
                </a:cubicBezTo>
                <a:cubicBezTo>
                  <a:pt x="923" y="19508"/>
                  <a:pt x="923" y="19508"/>
                  <a:pt x="923" y="19508"/>
                </a:cubicBezTo>
                <a:lnTo>
                  <a:pt x="1385" y="19569"/>
                </a:lnTo>
                <a:close/>
                <a:moveTo>
                  <a:pt x="831" y="19508"/>
                </a:moveTo>
                <a:cubicBezTo>
                  <a:pt x="831" y="19754"/>
                  <a:pt x="831" y="19754"/>
                  <a:pt x="831" y="19754"/>
                </a:cubicBezTo>
                <a:cubicBezTo>
                  <a:pt x="554" y="19754"/>
                  <a:pt x="554" y="19754"/>
                  <a:pt x="554" y="19754"/>
                </a:cubicBezTo>
                <a:cubicBezTo>
                  <a:pt x="369" y="19508"/>
                  <a:pt x="369" y="19508"/>
                  <a:pt x="369" y="19508"/>
                </a:cubicBezTo>
                <a:lnTo>
                  <a:pt x="831" y="19508"/>
                </a:lnTo>
                <a:close/>
              </a:path>
            </a:pathLst>
          </a:custGeom>
          <a:solidFill>
            <a:srgbClr val="67B3E0"/>
          </a:solidFill>
          <a:ln w="12700">
            <a:miter lim="400000"/>
          </a:ln>
        </p:spPr>
        <p:txBody>
          <a:bodyPr lIns="45719" rIns="45719"/>
          <a:lstStyle/>
          <a:p>
            <a:pPr algn="l" defTabSz="914400">
              <a:defRPr sz="1800">
                <a:latin typeface="Calibri"/>
                <a:ea typeface="Calibri"/>
                <a:cs typeface="Calibri"/>
                <a:sym typeface="Calibri"/>
              </a:defRPr>
            </a:pPr>
          </a:p>
        </p:txBody>
      </p:sp>
      <p:grpSp>
        <p:nvGrpSpPr>
          <p:cNvPr id="9038" name="Group 9038"/>
          <p:cNvGrpSpPr/>
          <p:nvPr/>
        </p:nvGrpSpPr>
        <p:grpSpPr>
          <a:xfrm>
            <a:off x="9107935" y="7652908"/>
            <a:ext cx="4185738" cy="5450685"/>
            <a:chOff x="0" y="0"/>
            <a:chExt cx="4185737" cy="5450683"/>
          </a:xfrm>
        </p:grpSpPr>
        <p:grpSp>
          <p:nvGrpSpPr>
            <p:cNvPr id="9036" name="Group 9036"/>
            <p:cNvGrpSpPr/>
            <p:nvPr/>
          </p:nvGrpSpPr>
          <p:grpSpPr>
            <a:xfrm>
              <a:off x="-1" y="-1"/>
              <a:ext cx="4185739" cy="5450685"/>
              <a:chOff x="0" y="0"/>
              <a:chExt cx="4185737" cy="5450683"/>
            </a:xfrm>
          </p:grpSpPr>
          <p:sp>
            <p:nvSpPr>
              <p:cNvPr id="9029" name="Shape 9029"/>
              <p:cNvSpPr/>
              <p:nvPr/>
            </p:nvSpPr>
            <p:spPr>
              <a:xfrm>
                <a:off x="354476" y="2867374"/>
                <a:ext cx="1939910" cy="25833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8149"/>
                    </a:moveTo>
                    <a:lnTo>
                      <a:pt x="8597" y="0"/>
                    </a:lnTo>
                    <a:lnTo>
                      <a:pt x="21600" y="3492"/>
                    </a:lnTo>
                    <a:lnTo>
                      <a:pt x="13003" y="21600"/>
                    </a:lnTo>
                    <a:lnTo>
                      <a:pt x="8002" y="16708"/>
                    </a:lnTo>
                    <a:lnTo>
                      <a:pt x="0" y="18149"/>
                    </a:ln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30" name="Shape 9030"/>
              <p:cNvSpPr/>
              <p:nvPr/>
            </p:nvSpPr>
            <p:spPr>
              <a:xfrm>
                <a:off x="1881639" y="2867374"/>
                <a:ext cx="1937483" cy="25833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149"/>
                    </a:moveTo>
                    <a:lnTo>
                      <a:pt x="13020" y="0"/>
                    </a:lnTo>
                    <a:lnTo>
                      <a:pt x="0" y="3492"/>
                    </a:lnTo>
                    <a:lnTo>
                      <a:pt x="8580" y="21600"/>
                    </a:lnTo>
                    <a:lnTo>
                      <a:pt x="13588" y="16708"/>
                    </a:lnTo>
                    <a:lnTo>
                      <a:pt x="21600" y="18149"/>
                    </a:ln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31" name="Shape 9031"/>
              <p:cNvSpPr/>
              <p:nvPr/>
            </p:nvSpPr>
            <p:spPr>
              <a:xfrm>
                <a:off x="0" y="0"/>
                <a:ext cx="4185738" cy="41760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3" y="10738"/>
                    </a:moveTo>
                    <a:cubicBezTo>
                      <a:pt x="2133" y="5978"/>
                      <a:pt x="6001" y="2100"/>
                      <a:pt x="10763" y="2088"/>
                    </a:cubicBezTo>
                    <a:cubicBezTo>
                      <a:pt x="10775" y="2088"/>
                      <a:pt x="10775" y="2088"/>
                      <a:pt x="10775" y="2088"/>
                    </a:cubicBezTo>
                    <a:cubicBezTo>
                      <a:pt x="15549" y="2088"/>
                      <a:pt x="19405" y="5965"/>
                      <a:pt x="19405" y="10738"/>
                    </a:cubicBezTo>
                    <a:cubicBezTo>
                      <a:pt x="19405" y="15510"/>
                      <a:pt x="15549" y="19400"/>
                      <a:pt x="10775" y="19400"/>
                    </a:cubicBezTo>
                    <a:cubicBezTo>
                      <a:pt x="10763" y="19400"/>
                      <a:pt x="10763" y="19400"/>
                      <a:pt x="10763" y="19400"/>
                    </a:cubicBezTo>
                    <a:cubicBezTo>
                      <a:pt x="6001" y="19388"/>
                      <a:pt x="2133" y="15510"/>
                      <a:pt x="2133" y="10738"/>
                    </a:cubicBezTo>
                    <a:close/>
                    <a:moveTo>
                      <a:pt x="10763" y="1516"/>
                    </a:moveTo>
                    <a:cubicBezTo>
                      <a:pt x="10750" y="1529"/>
                      <a:pt x="10750" y="1529"/>
                      <a:pt x="10750" y="1529"/>
                    </a:cubicBezTo>
                    <a:cubicBezTo>
                      <a:pt x="8940" y="25"/>
                      <a:pt x="8940" y="25"/>
                      <a:pt x="8940" y="25"/>
                    </a:cubicBezTo>
                    <a:cubicBezTo>
                      <a:pt x="7762" y="2051"/>
                      <a:pt x="7762" y="2051"/>
                      <a:pt x="7762" y="2051"/>
                    </a:cubicBezTo>
                    <a:cubicBezTo>
                      <a:pt x="5580" y="1206"/>
                      <a:pt x="5580" y="1206"/>
                      <a:pt x="5580" y="1206"/>
                    </a:cubicBezTo>
                    <a:cubicBezTo>
                      <a:pt x="5121" y="3517"/>
                      <a:pt x="5121" y="3517"/>
                      <a:pt x="5121" y="3517"/>
                    </a:cubicBezTo>
                    <a:cubicBezTo>
                      <a:pt x="2765" y="3430"/>
                      <a:pt x="2765" y="3430"/>
                      <a:pt x="2765" y="3430"/>
                    </a:cubicBezTo>
                    <a:cubicBezTo>
                      <a:pt x="3087" y="5754"/>
                      <a:pt x="3087" y="5754"/>
                      <a:pt x="3087" y="5754"/>
                    </a:cubicBezTo>
                    <a:cubicBezTo>
                      <a:pt x="856" y="6450"/>
                      <a:pt x="856" y="6450"/>
                      <a:pt x="856" y="6450"/>
                    </a:cubicBezTo>
                    <a:cubicBezTo>
                      <a:pt x="1885" y="8538"/>
                      <a:pt x="1885" y="8538"/>
                      <a:pt x="1885" y="8538"/>
                    </a:cubicBezTo>
                    <a:cubicBezTo>
                      <a:pt x="0" y="9905"/>
                      <a:pt x="0" y="9905"/>
                      <a:pt x="0" y="9905"/>
                    </a:cubicBezTo>
                    <a:cubicBezTo>
                      <a:pt x="1662" y="11558"/>
                      <a:pt x="1662" y="11558"/>
                      <a:pt x="1662" y="11558"/>
                    </a:cubicBezTo>
                    <a:cubicBezTo>
                      <a:pt x="322" y="13484"/>
                      <a:pt x="322" y="13484"/>
                      <a:pt x="322" y="13484"/>
                    </a:cubicBezTo>
                    <a:cubicBezTo>
                      <a:pt x="2430" y="14479"/>
                      <a:pt x="2430" y="14479"/>
                      <a:pt x="2430" y="14479"/>
                    </a:cubicBezTo>
                    <a:cubicBezTo>
                      <a:pt x="1773" y="16753"/>
                      <a:pt x="1773" y="16753"/>
                      <a:pt x="1773" y="16753"/>
                    </a:cubicBezTo>
                    <a:cubicBezTo>
                      <a:pt x="4104" y="17014"/>
                      <a:pt x="4104" y="17014"/>
                      <a:pt x="4104" y="17014"/>
                    </a:cubicBezTo>
                    <a:cubicBezTo>
                      <a:pt x="4203" y="19351"/>
                      <a:pt x="4203" y="19351"/>
                      <a:pt x="4203" y="19351"/>
                    </a:cubicBezTo>
                    <a:cubicBezTo>
                      <a:pt x="6497" y="18853"/>
                      <a:pt x="6497" y="18853"/>
                      <a:pt x="6497" y="18853"/>
                    </a:cubicBezTo>
                    <a:cubicBezTo>
                      <a:pt x="7365" y="21041"/>
                      <a:pt x="7365" y="21041"/>
                      <a:pt x="7365" y="21041"/>
                    </a:cubicBezTo>
                    <a:cubicBezTo>
                      <a:pt x="9362" y="19810"/>
                      <a:pt x="9362" y="19810"/>
                      <a:pt x="9362" y="19810"/>
                    </a:cubicBezTo>
                    <a:cubicBezTo>
                      <a:pt x="10763" y="21451"/>
                      <a:pt x="10763" y="21451"/>
                      <a:pt x="10763" y="21451"/>
                    </a:cubicBezTo>
                    <a:cubicBezTo>
                      <a:pt x="10887" y="21600"/>
                      <a:pt x="10887" y="21600"/>
                      <a:pt x="10887" y="21600"/>
                    </a:cubicBezTo>
                    <a:cubicBezTo>
                      <a:pt x="12387" y="19798"/>
                      <a:pt x="12387" y="19798"/>
                      <a:pt x="12387" y="19798"/>
                    </a:cubicBezTo>
                    <a:cubicBezTo>
                      <a:pt x="14408" y="20979"/>
                      <a:pt x="14408" y="20979"/>
                      <a:pt x="14408" y="20979"/>
                    </a:cubicBezTo>
                    <a:cubicBezTo>
                      <a:pt x="15227" y="18791"/>
                      <a:pt x="15227" y="18791"/>
                      <a:pt x="15227" y="18791"/>
                    </a:cubicBezTo>
                    <a:cubicBezTo>
                      <a:pt x="17521" y="19264"/>
                      <a:pt x="17521" y="19264"/>
                      <a:pt x="17521" y="19264"/>
                    </a:cubicBezTo>
                    <a:cubicBezTo>
                      <a:pt x="17607" y="16915"/>
                      <a:pt x="17607" y="16915"/>
                      <a:pt x="17607" y="16915"/>
                    </a:cubicBezTo>
                    <a:cubicBezTo>
                      <a:pt x="19926" y="16616"/>
                      <a:pt x="19926" y="16616"/>
                      <a:pt x="19926" y="16616"/>
                    </a:cubicBezTo>
                    <a:cubicBezTo>
                      <a:pt x="19232" y="14367"/>
                      <a:pt x="19232" y="14367"/>
                      <a:pt x="19232" y="14367"/>
                    </a:cubicBezTo>
                    <a:cubicBezTo>
                      <a:pt x="21327" y="13335"/>
                      <a:pt x="21327" y="13335"/>
                      <a:pt x="21327" y="13335"/>
                    </a:cubicBezTo>
                    <a:cubicBezTo>
                      <a:pt x="19963" y="11421"/>
                      <a:pt x="19963" y="11421"/>
                      <a:pt x="19963" y="11421"/>
                    </a:cubicBezTo>
                    <a:cubicBezTo>
                      <a:pt x="21600" y="9768"/>
                      <a:pt x="21600" y="9768"/>
                      <a:pt x="21600" y="9768"/>
                    </a:cubicBezTo>
                    <a:cubicBezTo>
                      <a:pt x="19690" y="8414"/>
                      <a:pt x="19690" y="8414"/>
                      <a:pt x="19690" y="8414"/>
                    </a:cubicBezTo>
                    <a:cubicBezTo>
                      <a:pt x="20695" y="6301"/>
                      <a:pt x="20695" y="6301"/>
                      <a:pt x="20695" y="6301"/>
                    </a:cubicBezTo>
                    <a:cubicBezTo>
                      <a:pt x="18451" y="5655"/>
                      <a:pt x="18451" y="5655"/>
                      <a:pt x="18451" y="5655"/>
                    </a:cubicBezTo>
                    <a:cubicBezTo>
                      <a:pt x="18736" y="3306"/>
                      <a:pt x="18736" y="3306"/>
                      <a:pt x="18736" y="3306"/>
                    </a:cubicBezTo>
                    <a:cubicBezTo>
                      <a:pt x="16380" y="3430"/>
                      <a:pt x="16380" y="3430"/>
                      <a:pt x="16380" y="3430"/>
                    </a:cubicBezTo>
                    <a:cubicBezTo>
                      <a:pt x="15896" y="1131"/>
                      <a:pt x="15896" y="1131"/>
                      <a:pt x="15896" y="1131"/>
                    </a:cubicBezTo>
                    <a:cubicBezTo>
                      <a:pt x="13726" y="2013"/>
                      <a:pt x="13726" y="2013"/>
                      <a:pt x="13726" y="2013"/>
                    </a:cubicBezTo>
                    <a:cubicBezTo>
                      <a:pt x="12511" y="0"/>
                      <a:pt x="12511" y="0"/>
                      <a:pt x="12511" y="0"/>
                    </a:cubicBezTo>
                    <a:cubicBezTo>
                      <a:pt x="10763" y="1516"/>
                      <a:pt x="10763" y="1516"/>
                      <a:pt x="10763" y="1516"/>
                    </a:cubicBezTo>
                    <a:close/>
                  </a:path>
                </a:pathLst>
              </a:custGeom>
              <a:solidFill>
                <a:srgbClr val="BFBF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32" name="Shape 9032"/>
              <p:cNvSpPr/>
              <p:nvPr/>
            </p:nvSpPr>
            <p:spPr>
              <a:xfrm>
                <a:off x="412746" y="403035"/>
                <a:ext cx="3348105" cy="33456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792"/>
                    </a:moveTo>
                    <a:cubicBezTo>
                      <a:pt x="0" y="16747"/>
                      <a:pt x="4838" y="21584"/>
                      <a:pt x="10792" y="21600"/>
                    </a:cubicBezTo>
                    <a:cubicBezTo>
                      <a:pt x="10808" y="21600"/>
                      <a:pt x="10808" y="21600"/>
                      <a:pt x="10808" y="21600"/>
                    </a:cubicBezTo>
                    <a:cubicBezTo>
                      <a:pt x="16778" y="21600"/>
                      <a:pt x="21600" y="16747"/>
                      <a:pt x="21600" y="10792"/>
                    </a:cubicBezTo>
                    <a:cubicBezTo>
                      <a:pt x="21600" y="4838"/>
                      <a:pt x="16778" y="0"/>
                      <a:pt x="10808" y="0"/>
                    </a:cubicBezTo>
                    <a:cubicBezTo>
                      <a:pt x="10792" y="0"/>
                      <a:pt x="10792" y="0"/>
                      <a:pt x="10792" y="0"/>
                    </a:cubicBezTo>
                    <a:cubicBezTo>
                      <a:pt x="4838" y="16"/>
                      <a:pt x="0" y="4853"/>
                      <a:pt x="0" y="10792"/>
                    </a:cubicBezTo>
                    <a:close/>
                    <a:moveTo>
                      <a:pt x="10792" y="20670"/>
                    </a:moveTo>
                    <a:cubicBezTo>
                      <a:pt x="5334" y="20670"/>
                      <a:pt x="930" y="16250"/>
                      <a:pt x="930" y="10792"/>
                    </a:cubicBezTo>
                    <a:cubicBezTo>
                      <a:pt x="930" y="5350"/>
                      <a:pt x="5334" y="915"/>
                      <a:pt x="10792" y="899"/>
                    </a:cubicBezTo>
                    <a:cubicBezTo>
                      <a:pt x="10808" y="899"/>
                      <a:pt x="10808" y="899"/>
                      <a:pt x="10808" y="899"/>
                    </a:cubicBezTo>
                    <a:cubicBezTo>
                      <a:pt x="16250" y="899"/>
                      <a:pt x="20701" y="5350"/>
                      <a:pt x="20701" y="10792"/>
                    </a:cubicBezTo>
                    <a:cubicBezTo>
                      <a:pt x="20701" y="16250"/>
                      <a:pt x="16250" y="20670"/>
                      <a:pt x="10808" y="20670"/>
                    </a:cubicBezTo>
                    <a:cubicBezTo>
                      <a:pt x="10792" y="20670"/>
                      <a:pt x="10792" y="20670"/>
                      <a:pt x="10792" y="20670"/>
                    </a:cubicBezTo>
                    <a:close/>
                  </a:path>
                </a:pathLst>
              </a:custGeom>
              <a:solidFill>
                <a:srgbClr val="A6A6A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33" name="Shape 9033"/>
              <p:cNvSpPr/>
              <p:nvPr/>
            </p:nvSpPr>
            <p:spPr>
              <a:xfrm>
                <a:off x="558421" y="543854"/>
                <a:ext cx="3061610" cy="30616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4" y="10808"/>
                    </a:moveTo>
                    <a:cubicBezTo>
                      <a:pt x="474" y="5150"/>
                      <a:pt x="5099" y="525"/>
                      <a:pt x="10775" y="508"/>
                    </a:cubicBezTo>
                    <a:cubicBezTo>
                      <a:pt x="10792" y="508"/>
                      <a:pt x="10792" y="508"/>
                      <a:pt x="10792" y="508"/>
                    </a:cubicBezTo>
                    <a:cubicBezTo>
                      <a:pt x="16484" y="508"/>
                      <a:pt x="21092" y="5116"/>
                      <a:pt x="21092" y="10808"/>
                    </a:cubicBezTo>
                    <a:cubicBezTo>
                      <a:pt x="21092" y="16501"/>
                      <a:pt x="16484" y="21126"/>
                      <a:pt x="10792" y="21126"/>
                    </a:cubicBezTo>
                    <a:cubicBezTo>
                      <a:pt x="10775" y="21126"/>
                      <a:pt x="10775" y="21126"/>
                      <a:pt x="10775" y="21126"/>
                    </a:cubicBezTo>
                    <a:cubicBezTo>
                      <a:pt x="5099" y="21092"/>
                      <a:pt x="474" y="16484"/>
                      <a:pt x="474" y="10808"/>
                    </a:cubicBezTo>
                    <a:close/>
                    <a:moveTo>
                      <a:pt x="10775" y="0"/>
                    </a:moveTo>
                    <a:cubicBezTo>
                      <a:pt x="4811" y="17"/>
                      <a:pt x="0" y="4862"/>
                      <a:pt x="0" y="10808"/>
                    </a:cubicBezTo>
                    <a:cubicBezTo>
                      <a:pt x="0" y="16772"/>
                      <a:pt x="4811" y="21600"/>
                      <a:pt x="10775" y="21600"/>
                    </a:cubicBezTo>
                    <a:cubicBezTo>
                      <a:pt x="10792" y="21600"/>
                      <a:pt x="10792" y="21600"/>
                      <a:pt x="10792" y="21600"/>
                    </a:cubicBezTo>
                    <a:cubicBezTo>
                      <a:pt x="16738" y="21600"/>
                      <a:pt x="21600" y="16772"/>
                      <a:pt x="21600" y="10808"/>
                    </a:cubicBezTo>
                    <a:cubicBezTo>
                      <a:pt x="21600" y="4862"/>
                      <a:pt x="16738" y="0"/>
                      <a:pt x="10792" y="0"/>
                    </a:cubicBezTo>
                    <a:cubicBezTo>
                      <a:pt x="10775" y="0"/>
                      <a:pt x="10775" y="0"/>
                      <a:pt x="10775" y="0"/>
                    </a:cubicBezTo>
                    <a:close/>
                  </a:path>
                </a:pathLst>
              </a:custGeom>
              <a:solidFill>
                <a:srgbClr val="D9D9D9"/>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34" name="Shape 9034"/>
              <p:cNvSpPr/>
              <p:nvPr/>
            </p:nvSpPr>
            <p:spPr>
              <a:xfrm>
                <a:off x="623976" y="614263"/>
                <a:ext cx="1461610" cy="29232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791"/>
                    </a:moveTo>
                    <a:cubicBezTo>
                      <a:pt x="0" y="16737"/>
                      <a:pt x="9699" y="21565"/>
                      <a:pt x="21600" y="21600"/>
                    </a:cubicBezTo>
                    <a:cubicBezTo>
                      <a:pt x="21600" y="21334"/>
                      <a:pt x="21600" y="21334"/>
                      <a:pt x="21600" y="21334"/>
                    </a:cubicBezTo>
                    <a:cubicBezTo>
                      <a:pt x="9983" y="21316"/>
                      <a:pt x="568" y="16613"/>
                      <a:pt x="568" y="10791"/>
                    </a:cubicBezTo>
                    <a:cubicBezTo>
                      <a:pt x="568" y="4987"/>
                      <a:pt x="9983" y="266"/>
                      <a:pt x="21600" y="248"/>
                    </a:cubicBezTo>
                    <a:cubicBezTo>
                      <a:pt x="21600" y="0"/>
                      <a:pt x="21600" y="0"/>
                      <a:pt x="21600" y="0"/>
                    </a:cubicBezTo>
                    <a:cubicBezTo>
                      <a:pt x="9699" y="18"/>
                      <a:pt x="0" y="4863"/>
                      <a:pt x="0" y="10791"/>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35" name="Shape 9035"/>
              <p:cNvSpPr/>
              <p:nvPr/>
            </p:nvSpPr>
            <p:spPr>
              <a:xfrm>
                <a:off x="662823" y="614263"/>
                <a:ext cx="2886799" cy="292321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52" y="10791"/>
                    </a:moveTo>
                    <a:cubicBezTo>
                      <a:pt x="252" y="5129"/>
                      <a:pt x="4910" y="515"/>
                      <a:pt x="10647" y="515"/>
                    </a:cubicBezTo>
                    <a:cubicBezTo>
                      <a:pt x="10665" y="515"/>
                      <a:pt x="10665" y="515"/>
                      <a:pt x="10665" y="515"/>
                    </a:cubicBezTo>
                    <a:cubicBezTo>
                      <a:pt x="16420" y="515"/>
                      <a:pt x="21078" y="5112"/>
                      <a:pt x="21078" y="10791"/>
                    </a:cubicBezTo>
                    <a:cubicBezTo>
                      <a:pt x="21078" y="16488"/>
                      <a:pt x="16420" y="21068"/>
                      <a:pt x="10665" y="21068"/>
                    </a:cubicBezTo>
                    <a:cubicBezTo>
                      <a:pt x="10647" y="21068"/>
                      <a:pt x="10647" y="21068"/>
                      <a:pt x="10647" y="21068"/>
                    </a:cubicBezTo>
                    <a:cubicBezTo>
                      <a:pt x="4910" y="21068"/>
                      <a:pt x="252" y="16453"/>
                      <a:pt x="252" y="10791"/>
                    </a:cubicBezTo>
                    <a:close/>
                    <a:moveTo>
                      <a:pt x="10647" y="248"/>
                    </a:moveTo>
                    <a:cubicBezTo>
                      <a:pt x="4766" y="266"/>
                      <a:pt x="0" y="4987"/>
                      <a:pt x="0" y="10791"/>
                    </a:cubicBezTo>
                    <a:cubicBezTo>
                      <a:pt x="0" y="16613"/>
                      <a:pt x="4766" y="21316"/>
                      <a:pt x="10647" y="21334"/>
                    </a:cubicBezTo>
                    <a:cubicBezTo>
                      <a:pt x="10647" y="21600"/>
                      <a:pt x="10647" y="21600"/>
                      <a:pt x="10647" y="21600"/>
                    </a:cubicBezTo>
                    <a:cubicBezTo>
                      <a:pt x="10665" y="21600"/>
                      <a:pt x="10665" y="21600"/>
                      <a:pt x="10665" y="21600"/>
                    </a:cubicBezTo>
                    <a:cubicBezTo>
                      <a:pt x="16708" y="21600"/>
                      <a:pt x="21600" y="16755"/>
                      <a:pt x="21600" y="10791"/>
                    </a:cubicBezTo>
                    <a:cubicBezTo>
                      <a:pt x="21600" y="4828"/>
                      <a:pt x="16708" y="0"/>
                      <a:pt x="10665" y="0"/>
                    </a:cubicBezTo>
                    <a:cubicBezTo>
                      <a:pt x="10647" y="0"/>
                      <a:pt x="10647" y="0"/>
                      <a:pt x="10647" y="0"/>
                    </a:cubicBezTo>
                    <a:cubicBezTo>
                      <a:pt x="10647" y="248"/>
                      <a:pt x="10647" y="248"/>
                      <a:pt x="10647" y="248"/>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9037" name="Shape 9037"/>
            <p:cNvSpPr/>
            <p:nvPr/>
          </p:nvSpPr>
          <p:spPr>
            <a:xfrm>
              <a:off x="582759" y="554686"/>
              <a:ext cx="3020219" cy="3020219"/>
            </a:xfrm>
            <a:prstGeom prst="ellipse">
              <a:avLst/>
            </a:prstGeom>
            <a:solidFill>
              <a:srgbClr val="FFFFFF"/>
            </a:solidFill>
            <a:ln w="12700" cap="flat">
              <a:noFill/>
              <a:miter lim="400000"/>
            </a:ln>
            <a:effectLst/>
          </p:spPr>
          <p:txBody>
            <a:bodyPr wrap="square" lIns="71437" tIns="71437" rIns="71437" bIns="71437" numCol="1" anchor="ctr">
              <a:noAutofit/>
            </a:bodyPr>
            <a:lstStyle/>
            <a:p>
              <a:pPr>
                <a:defRPr sz="3200">
                  <a:solidFill>
                    <a:srgbClr val="FFFFFF"/>
                  </a:solidFill>
                </a:defRPr>
              </a:pPr>
            </a:p>
          </p:txBody>
        </p:sp>
      </p:grpSp>
      <p:grpSp>
        <p:nvGrpSpPr>
          <p:cNvPr id="9044" name="Group 9044"/>
          <p:cNvGrpSpPr/>
          <p:nvPr/>
        </p:nvGrpSpPr>
        <p:grpSpPr>
          <a:xfrm>
            <a:off x="16024266" y="603407"/>
            <a:ext cx="4894265" cy="4894266"/>
            <a:chOff x="0" y="0"/>
            <a:chExt cx="4894264" cy="4894264"/>
          </a:xfrm>
        </p:grpSpPr>
        <p:sp>
          <p:nvSpPr>
            <p:cNvPr id="9039" name="Shape 9039"/>
            <p:cNvSpPr/>
            <p:nvPr/>
          </p:nvSpPr>
          <p:spPr>
            <a:xfrm>
              <a:off x="0" y="0"/>
              <a:ext cx="4894265" cy="4894265"/>
            </a:xfrm>
            <a:prstGeom prst="ellipse">
              <a:avLst/>
            </a:prstGeom>
            <a:solidFill>
              <a:srgbClr val="1B6AA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0" name="Shape 9040"/>
            <p:cNvSpPr/>
            <p:nvPr/>
          </p:nvSpPr>
          <p:spPr>
            <a:xfrm>
              <a:off x="491172" y="488678"/>
              <a:ext cx="3911920" cy="3914414"/>
            </a:xfrm>
            <a:prstGeom prst="ellipse">
              <a:avLst/>
            </a:prstGeom>
            <a:solidFill>
              <a:srgbClr val="46C1A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1" name="Shape 9041"/>
            <p:cNvSpPr/>
            <p:nvPr/>
          </p:nvSpPr>
          <p:spPr>
            <a:xfrm>
              <a:off x="979850" y="979850"/>
              <a:ext cx="2934564" cy="2934564"/>
            </a:xfrm>
            <a:prstGeom prst="ellipse">
              <a:avLst/>
            </a:prstGeom>
            <a:solidFill>
              <a:srgbClr val="F0C42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2" name="Shape 9042"/>
            <p:cNvSpPr/>
            <p:nvPr/>
          </p:nvSpPr>
          <p:spPr>
            <a:xfrm>
              <a:off x="1468528" y="1466034"/>
              <a:ext cx="1954714" cy="1957208"/>
            </a:xfrm>
            <a:prstGeom prst="ellipse">
              <a:avLst/>
            </a:prstGeom>
            <a:solidFill>
              <a:srgbClr val="92D05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3" name="Shape 9043"/>
            <p:cNvSpPr/>
            <p:nvPr/>
          </p:nvSpPr>
          <p:spPr>
            <a:xfrm>
              <a:off x="1957206" y="1957206"/>
              <a:ext cx="979852" cy="979852"/>
            </a:xfrm>
            <a:prstGeom prst="ellipse">
              <a:avLst/>
            </a:prstGeom>
            <a:solidFill>
              <a:srgbClr val="4BACC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050" name="Group 9050"/>
          <p:cNvGrpSpPr/>
          <p:nvPr/>
        </p:nvGrpSpPr>
        <p:grpSpPr>
          <a:xfrm>
            <a:off x="16660770" y="6251609"/>
            <a:ext cx="3226570" cy="3276224"/>
            <a:chOff x="0" y="-45498"/>
            <a:chExt cx="3226569" cy="3276222"/>
          </a:xfrm>
        </p:grpSpPr>
        <p:graphicFrame>
          <p:nvGraphicFramePr>
            <p:cNvPr id="9045" name="Chart 9045"/>
            <p:cNvGraphicFramePr/>
            <p:nvPr/>
          </p:nvGraphicFramePr>
          <p:xfrm>
            <a:off x="567" y="-45499"/>
            <a:ext cx="3220309" cy="3220309"/>
          </p:xfrm>
          <a:graphic xmlns:a="http://schemas.openxmlformats.org/drawingml/2006/main">
            <a:graphicData uri="http://schemas.openxmlformats.org/drawingml/2006/chart">
              <c:chart xmlns:c="http://schemas.openxmlformats.org/drawingml/2006/chart" r:id="rId3"/>
            </a:graphicData>
          </a:graphic>
        </p:graphicFrame>
        <p:sp>
          <p:nvSpPr>
            <p:cNvPr id="9046" name="Shape 9046"/>
            <p:cNvSpPr/>
            <p:nvPr/>
          </p:nvSpPr>
          <p:spPr>
            <a:xfrm>
              <a:off x="0" y="0"/>
              <a:ext cx="3226570" cy="3230725"/>
            </a:xfrm>
            <a:prstGeom prst="ellipse">
              <a:avLst/>
            </a:prstGeom>
            <a:noFill/>
            <a:ln w="76200" cap="flat">
              <a:solidFill>
                <a:srgbClr val="595959"/>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7" name="Shape 9047"/>
            <p:cNvSpPr/>
            <p:nvPr/>
          </p:nvSpPr>
          <p:spPr>
            <a:xfrm>
              <a:off x="280300" y="309369"/>
              <a:ext cx="2665969" cy="26722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970"/>
                  </a:moveTo>
                  <a:cubicBezTo>
                    <a:pt x="0" y="10839"/>
                    <a:pt x="0" y="10839"/>
                    <a:pt x="0" y="10839"/>
                  </a:cubicBezTo>
                  <a:cubicBezTo>
                    <a:pt x="0" y="10839"/>
                    <a:pt x="0" y="10839"/>
                    <a:pt x="0" y="10839"/>
                  </a:cubicBezTo>
                  <a:cubicBezTo>
                    <a:pt x="0" y="10761"/>
                    <a:pt x="0" y="10761"/>
                    <a:pt x="0" y="10761"/>
                  </a:cubicBezTo>
                  <a:cubicBezTo>
                    <a:pt x="0" y="10761"/>
                    <a:pt x="0" y="10761"/>
                    <a:pt x="0" y="10761"/>
                  </a:cubicBezTo>
                  <a:cubicBezTo>
                    <a:pt x="0" y="10630"/>
                    <a:pt x="0" y="10630"/>
                    <a:pt x="0" y="10630"/>
                  </a:cubicBezTo>
                  <a:cubicBezTo>
                    <a:pt x="1206" y="10630"/>
                    <a:pt x="1206" y="10630"/>
                    <a:pt x="1206" y="10630"/>
                  </a:cubicBezTo>
                  <a:cubicBezTo>
                    <a:pt x="1206" y="10970"/>
                    <a:pt x="1206" y="10970"/>
                    <a:pt x="1206" y="10970"/>
                  </a:cubicBezTo>
                  <a:lnTo>
                    <a:pt x="0" y="10970"/>
                  </a:lnTo>
                  <a:close/>
                  <a:moveTo>
                    <a:pt x="5531" y="20212"/>
                  </a:moveTo>
                  <a:cubicBezTo>
                    <a:pt x="5426" y="20160"/>
                    <a:pt x="5426" y="20160"/>
                    <a:pt x="5426" y="20160"/>
                  </a:cubicBezTo>
                  <a:cubicBezTo>
                    <a:pt x="5348" y="20134"/>
                    <a:pt x="5348" y="20134"/>
                    <a:pt x="5348" y="20134"/>
                  </a:cubicBezTo>
                  <a:cubicBezTo>
                    <a:pt x="5243" y="20055"/>
                    <a:pt x="5243" y="20055"/>
                    <a:pt x="5243" y="20055"/>
                  </a:cubicBezTo>
                  <a:cubicBezTo>
                    <a:pt x="5872" y="19008"/>
                    <a:pt x="5872" y="19008"/>
                    <a:pt x="5872" y="19008"/>
                  </a:cubicBezTo>
                  <a:cubicBezTo>
                    <a:pt x="6134" y="19165"/>
                    <a:pt x="6134" y="19165"/>
                    <a:pt x="6134" y="19165"/>
                  </a:cubicBezTo>
                  <a:lnTo>
                    <a:pt x="5531" y="20212"/>
                  </a:lnTo>
                  <a:close/>
                  <a:moveTo>
                    <a:pt x="15728" y="2592"/>
                  </a:moveTo>
                  <a:cubicBezTo>
                    <a:pt x="15440" y="2435"/>
                    <a:pt x="15440" y="2435"/>
                    <a:pt x="15440" y="2435"/>
                  </a:cubicBezTo>
                  <a:cubicBezTo>
                    <a:pt x="16069" y="1361"/>
                    <a:pt x="16069" y="1361"/>
                    <a:pt x="16069" y="1361"/>
                  </a:cubicBezTo>
                  <a:cubicBezTo>
                    <a:pt x="16174" y="1440"/>
                    <a:pt x="16174" y="1440"/>
                    <a:pt x="16174" y="1440"/>
                  </a:cubicBezTo>
                  <a:cubicBezTo>
                    <a:pt x="16174" y="1440"/>
                    <a:pt x="16174" y="1440"/>
                    <a:pt x="16174" y="1440"/>
                  </a:cubicBezTo>
                  <a:cubicBezTo>
                    <a:pt x="16200" y="1466"/>
                    <a:pt x="16200" y="1466"/>
                    <a:pt x="16200" y="1466"/>
                  </a:cubicBezTo>
                  <a:cubicBezTo>
                    <a:pt x="16331" y="1545"/>
                    <a:pt x="16331" y="1545"/>
                    <a:pt x="16331" y="1545"/>
                  </a:cubicBezTo>
                  <a:lnTo>
                    <a:pt x="15728" y="2592"/>
                  </a:lnTo>
                  <a:close/>
                  <a:moveTo>
                    <a:pt x="10800" y="10918"/>
                  </a:moveTo>
                  <a:cubicBezTo>
                    <a:pt x="10695" y="10918"/>
                    <a:pt x="10617" y="10839"/>
                    <a:pt x="10617" y="10761"/>
                  </a:cubicBezTo>
                  <a:cubicBezTo>
                    <a:pt x="10617" y="10682"/>
                    <a:pt x="10695" y="10604"/>
                    <a:pt x="10800" y="10604"/>
                  </a:cubicBezTo>
                  <a:cubicBezTo>
                    <a:pt x="10879" y="10604"/>
                    <a:pt x="10957" y="10682"/>
                    <a:pt x="10957" y="10761"/>
                  </a:cubicBezTo>
                  <a:cubicBezTo>
                    <a:pt x="10957" y="10839"/>
                    <a:pt x="10879" y="10918"/>
                    <a:pt x="10800" y="10918"/>
                  </a:cubicBezTo>
                  <a:close/>
                  <a:moveTo>
                    <a:pt x="10748" y="0"/>
                  </a:moveTo>
                  <a:cubicBezTo>
                    <a:pt x="10826" y="0"/>
                    <a:pt x="10826" y="0"/>
                    <a:pt x="10826" y="0"/>
                  </a:cubicBezTo>
                  <a:cubicBezTo>
                    <a:pt x="10957" y="0"/>
                    <a:pt x="10957" y="0"/>
                    <a:pt x="10957" y="0"/>
                  </a:cubicBezTo>
                  <a:cubicBezTo>
                    <a:pt x="10957" y="1231"/>
                    <a:pt x="10957" y="1231"/>
                    <a:pt x="10957" y="1231"/>
                  </a:cubicBezTo>
                  <a:cubicBezTo>
                    <a:pt x="10643" y="1231"/>
                    <a:pt x="10643" y="1231"/>
                    <a:pt x="10643" y="1231"/>
                  </a:cubicBezTo>
                  <a:cubicBezTo>
                    <a:pt x="10643" y="0"/>
                    <a:pt x="10643" y="0"/>
                    <a:pt x="10643" y="0"/>
                  </a:cubicBezTo>
                  <a:lnTo>
                    <a:pt x="10748" y="0"/>
                  </a:lnTo>
                  <a:close/>
                  <a:moveTo>
                    <a:pt x="11875" y="21548"/>
                  </a:moveTo>
                  <a:cubicBezTo>
                    <a:pt x="11822" y="20867"/>
                    <a:pt x="11822" y="20867"/>
                    <a:pt x="11822" y="20867"/>
                  </a:cubicBezTo>
                  <a:cubicBezTo>
                    <a:pt x="11901" y="20841"/>
                    <a:pt x="11901" y="20841"/>
                    <a:pt x="11901" y="20841"/>
                  </a:cubicBezTo>
                  <a:cubicBezTo>
                    <a:pt x="11953" y="21521"/>
                    <a:pt x="11953" y="21521"/>
                    <a:pt x="11953" y="21521"/>
                  </a:cubicBezTo>
                  <a:lnTo>
                    <a:pt x="11875" y="21548"/>
                  </a:lnTo>
                  <a:close/>
                  <a:moveTo>
                    <a:pt x="9699" y="759"/>
                  </a:moveTo>
                  <a:cubicBezTo>
                    <a:pt x="9620" y="79"/>
                    <a:pt x="9620" y="79"/>
                    <a:pt x="9620" y="79"/>
                  </a:cubicBezTo>
                  <a:cubicBezTo>
                    <a:pt x="9699" y="52"/>
                    <a:pt x="9699" y="52"/>
                    <a:pt x="9699" y="52"/>
                  </a:cubicBezTo>
                  <a:cubicBezTo>
                    <a:pt x="9778" y="733"/>
                    <a:pt x="9778" y="733"/>
                    <a:pt x="9778" y="733"/>
                  </a:cubicBezTo>
                  <a:lnTo>
                    <a:pt x="9699" y="759"/>
                  </a:lnTo>
                  <a:close/>
                  <a:moveTo>
                    <a:pt x="13002" y="21364"/>
                  </a:moveTo>
                  <a:cubicBezTo>
                    <a:pt x="12871" y="20710"/>
                    <a:pt x="12871" y="20710"/>
                    <a:pt x="12871" y="20710"/>
                  </a:cubicBezTo>
                  <a:cubicBezTo>
                    <a:pt x="12950" y="20684"/>
                    <a:pt x="12950" y="20684"/>
                    <a:pt x="12950" y="20684"/>
                  </a:cubicBezTo>
                  <a:cubicBezTo>
                    <a:pt x="13081" y="21338"/>
                    <a:pt x="13081" y="21338"/>
                    <a:pt x="13081" y="21338"/>
                  </a:cubicBezTo>
                  <a:lnTo>
                    <a:pt x="13002" y="21364"/>
                  </a:lnTo>
                  <a:close/>
                  <a:moveTo>
                    <a:pt x="8650" y="916"/>
                  </a:moveTo>
                  <a:cubicBezTo>
                    <a:pt x="8519" y="262"/>
                    <a:pt x="8519" y="262"/>
                    <a:pt x="8519" y="262"/>
                  </a:cubicBezTo>
                  <a:cubicBezTo>
                    <a:pt x="8598" y="236"/>
                    <a:pt x="8598" y="236"/>
                    <a:pt x="8598" y="236"/>
                  </a:cubicBezTo>
                  <a:cubicBezTo>
                    <a:pt x="8729" y="916"/>
                    <a:pt x="8729" y="916"/>
                    <a:pt x="8729" y="916"/>
                  </a:cubicBezTo>
                  <a:lnTo>
                    <a:pt x="8650" y="916"/>
                  </a:lnTo>
                  <a:close/>
                  <a:moveTo>
                    <a:pt x="14103" y="21076"/>
                  </a:moveTo>
                  <a:cubicBezTo>
                    <a:pt x="13893" y="20422"/>
                    <a:pt x="13893" y="20422"/>
                    <a:pt x="13893" y="20422"/>
                  </a:cubicBezTo>
                  <a:cubicBezTo>
                    <a:pt x="13972" y="20396"/>
                    <a:pt x="13972" y="20396"/>
                    <a:pt x="13972" y="20396"/>
                  </a:cubicBezTo>
                  <a:cubicBezTo>
                    <a:pt x="14182" y="21050"/>
                    <a:pt x="14182" y="21050"/>
                    <a:pt x="14182" y="21050"/>
                  </a:cubicBezTo>
                  <a:lnTo>
                    <a:pt x="14103" y="21076"/>
                  </a:lnTo>
                  <a:close/>
                  <a:moveTo>
                    <a:pt x="7628" y="1204"/>
                  </a:moveTo>
                  <a:cubicBezTo>
                    <a:pt x="7418" y="550"/>
                    <a:pt x="7418" y="550"/>
                    <a:pt x="7418" y="550"/>
                  </a:cubicBezTo>
                  <a:cubicBezTo>
                    <a:pt x="7497" y="524"/>
                    <a:pt x="7497" y="524"/>
                    <a:pt x="7497" y="524"/>
                  </a:cubicBezTo>
                  <a:cubicBezTo>
                    <a:pt x="7707" y="1178"/>
                    <a:pt x="7707" y="1178"/>
                    <a:pt x="7707" y="1178"/>
                  </a:cubicBezTo>
                  <a:lnTo>
                    <a:pt x="7628" y="1204"/>
                  </a:lnTo>
                  <a:close/>
                  <a:moveTo>
                    <a:pt x="15151" y="20684"/>
                  </a:moveTo>
                  <a:cubicBezTo>
                    <a:pt x="14889" y="20055"/>
                    <a:pt x="14889" y="20055"/>
                    <a:pt x="14889" y="20055"/>
                  </a:cubicBezTo>
                  <a:cubicBezTo>
                    <a:pt x="14942" y="20029"/>
                    <a:pt x="14942" y="20029"/>
                    <a:pt x="14942" y="20029"/>
                  </a:cubicBezTo>
                  <a:cubicBezTo>
                    <a:pt x="15230" y="20631"/>
                    <a:pt x="15230" y="20631"/>
                    <a:pt x="15230" y="20631"/>
                  </a:cubicBezTo>
                  <a:lnTo>
                    <a:pt x="15151" y="20684"/>
                  </a:lnTo>
                  <a:close/>
                  <a:moveTo>
                    <a:pt x="6632" y="1571"/>
                  </a:moveTo>
                  <a:cubicBezTo>
                    <a:pt x="6370" y="969"/>
                    <a:pt x="6370" y="969"/>
                    <a:pt x="6370" y="969"/>
                  </a:cubicBezTo>
                  <a:cubicBezTo>
                    <a:pt x="6422" y="916"/>
                    <a:pt x="6422" y="916"/>
                    <a:pt x="6422" y="916"/>
                  </a:cubicBezTo>
                  <a:cubicBezTo>
                    <a:pt x="6711" y="1545"/>
                    <a:pt x="6711" y="1545"/>
                    <a:pt x="6711" y="1545"/>
                  </a:cubicBezTo>
                  <a:lnTo>
                    <a:pt x="6632" y="1571"/>
                  </a:lnTo>
                  <a:close/>
                  <a:moveTo>
                    <a:pt x="17117" y="19558"/>
                  </a:moveTo>
                  <a:cubicBezTo>
                    <a:pt x="16724" y="19008"/>
                    <a:pt x="16724" y="19008"/>
                    <a:pt x="16724" y="19008"/>
                  </a:cubicBezTo>
                  <a:cubicBezTo>
                    <a:pt x="16777" y="18956"/>
                    <a:pt x="16777" y="18956"/>
                    <a:pt x="16777" y="18956"/>
                  </a:cubicBezTo>
                  <a:cubicBezTo>
                    <a:pt x="17170" y="19505"/>
                    <a:pt x="17170" y="19505"/>
                    <a:pt x="17170" y="19505"/>
                  </a:cubicBezTo>
                  <a:lnTo>
                    <a:pt x="17117" y="19558"/>
                  </a:lnTo>
                  <a:close/>
                  <a:moveTo>
                    <a:pt x="4823" y="2644"/>
                  </a:moveTo>
                  <a:cubicBezTo>
                    <a:pt x="4404" y="2095"/>
                    <a:pt x="4404" y="2095"/>
                    <a:pt x="4404" y="2095"/>
                  </a:cubicBezTo>
                  <a:cubicBezTo>
                    <a:pt x="4483" y="2042"/>
                    <a:pt x="4483" y="2042"/>
                    <a:pt x="4483" y="2042"/>
                  </a:cubicBezTo>
                  <a:cubicBezTo>
                    <a:pt x="4876" y="2592"/>
                    <a:pt x="4876" y="2592"/>
                    <a:pt x="4876" y="2592"/>
                  </a:cubicBezTo>
                  <a:lnTo>
                    <a:pt x="4823" y="2644"/>
                  </a:lnTo>
                  <a:close/>
                  <a:moveTo>
                    <a:pt x="18009" y="18851"/>
                  </a:moveTo>
                  <a:cubicBezTo>
                    <a:pt x="17537" y="18327"/>
                    <a:pt x="17537" y="18327"/>
                    <a:pt x="17537" y="18327"/>
                  </a:cubicBezTo>
                  <a:cubicBezTo>
                    <a:pt x="17589" y="18301"/>
                    <a:pt x="17589" y="18301"/>
                    <a:pt x="17589" y="18301"/>
                  </a:cubicBezTo>
                  <a:cubicBezTo>
                    <a:pt x="18061" y="18799"/>
                    <a:pt x="18061" y="18799"/>
                    <a:pt x="18061" y="18799"/>
                  </a:cubicBezTo>
                  <a:lnTo>
                    <a:pt x="18009" y="18851"/>
                  </a:lnTo>
                  <a:close/>
                  <a:moveTo>
                    <a:pt x="3984" y="3325"/>
                  </a:moveTo>
                  <a:cubicBezTo>
                    <a:pt x="3539" y="2801"/>
                    <a:pt x="3539" y="2801"/>
                    <a:pt x="3539" y="2801"/>
                  </a:cubicBezTo>
                  <a:cubicBezTo>
                    <a:pt x="3591" y="2749"/>
                    <a:pt x="3591" y="2749"/>
                    <a:pt x="3591" y="2749"/>
                  </a:cubicBezTo>
                  <a:cubicBezTo>
                    <a:pt x="4063" y="3273"/>
                    <a:pt x="4063" y="3273"/>
                    <a:pt x="4063" y="3273"/>
                  </a:cubicBezTo>
                  <a:lnTo>
                    <a:pt x="3984" y="3325"/>
                  </a:lnTo>
                  <a:close/>
                  <a:moveTo>
                    <a:pt x="18795" y="18039"/>
                  </a:moveTo>
                  <a:cubicBezTo>
                    <a:pt x="18297" y="17594"/>
                    <a:pt x="18297" y="17594"/>
                    <a:pt x="18297" y="17594"/>
                  </a:cubicBezTo>
                  <a:cubicBezTo>
                    <a:pt x="18350" y="17542"/>
                    <a:pt x="18350" y="17542"/>
                    <a:pt x="18350" y="17542"/>
                  </a:cubicBezTo>
                  <a:cubicBezTo>
                    <a:pt x="18848" y="17987"/>
                    <a:pt x="18848" y="17987"/>
                    <a:pt x="18848" y="17987"/>
                  </a:cubicBezTo>
                  <a:lnTo>
                    <a:pt x="18795" y="18039"/>
                  </a:lnTo>
                  <a:close/>
                  <a:moveTo>
                    <a:pt x="3250" y="4058"/>
                  </a:moveTo>
                  <a:cubicBezTo>
                    <a:pt x="2752" y="3613"/>
                    <a:pt x="2752" y="3613"/>
                    <a:pt x="2752" y="3613"/>
                  </a:cubicBezTo>
                  <a:cubicBezTo>
                    <a:pt x="2779" y="3561"/>
                    <a:pt x="2779" y="3561"/>
                    <a:pt x="2779" y="3561"/>
                  </a:cubicBezTo>
                  <a:cubicBezTo>
                    <a:pt x="3303" y="4006"/>
                    <a:pt x="3303" y="4006"/>
                    <a:pt x="3303" y="4006"/>
                  </a:cubicBezTo>
                  <a:lnTo>
                    <a:pt x="3250" y="4058"/>
                  </a:lnTo>
                  <a:close/>
                  <a:moveTo>
                    <a:pt x="19503" y="17175"/>
                  </a:moveTo>
                  <a:cubicBezTo>
                    <a:pt x="18952" y="16783"/>
                    <a:pt x="18952" y="16783"/>
                    <a:pt x="18952" y="16783"/>
                  </a:cubicBezTo>
                  <a:cubicBezTo>
                    <a:pt x="19005" y="16704"/>
                    <a:pt x="19005" y="16704"/>
                    <a:pt x="19005" y="16704"/>
                  </a:cubicBezTo>
                  <a:cubicBezTo>
                    <a:pt x="19555" y="17123"/>
                    <a:pt x="19555" y="17123"/>
                    <a:pt x="19555" y="17123"/>
                  </a:cubicBezTo>
                  <a:lnTo>
                    <a:pt x="19503" y="17175"/>
                  </a:lnTo>
                  <a:close/>
                  <a:moveTo>
                    <a:pt x="2595" y="4896"/>
                  </a:moveTo>
                  <a:cubicBezTo>
                    <a:pt x="2045" y="4477"/>
                    <a:pt x="2045" y="4477"/>
                    <a:pt x="2045" y="4477"/>
                  </a:cubicBezTo>
                  <a:cubicBezTo>
                    <a:pt x="2071" y="4425"/>
                    <a:pt x="2071" y="4425"/>
                    <a:pt x="2071" y="4425"/>
                  </a:cubicBezTo>
                  <a:cubicBezTo>
                    <a:pt x="2621" y="4817"/>
                    <a:pt x="2621" y="4817"/>
                    <a:pt x="2621" y="4817"/>
                  </a:cubicBezTo>
                  <a:lnTo>
                    <a:pt x="2595" y="4896"/>
                  </a:lnTo>
                  <a:close/>
                  <a:moveTo>
                    <a:pt x="20656" y="15212"/>
                  </a:moveTo>
                  <a:cubicBezTo>
                    <a:pt x="20027" y="14950"/>
                    <a:pt x="20027" y="14950"/>
                    <a:pt x="20027" y="14950"/>
                  </a:cubicBezTo>
                  <a:cubicBezTo>
                    <a:pt x="20053" y="14871"/>
                    <a:pt x="20053" y="14871"/>
                    <a:pt x="20053" y="14871"/>
                  </a:cubicBezTo>
                  <a:cubicBezTo>
                    <a:pt x="20683" y="15159"/>
                    <a:pt x="20683" y="15159"/>
                    <a:pt x="20683" y="15159"/>
                  </a:cubicBezTo>
                  <a:lnTo>
                    <a:pt x="20656" y="15212"/>
                  </a:lnTo>
                  <a:close/>
                  <a:moveTo>
                    <a:pt x="1547" y="6729"/>
                  </a:moveTo>
                  <a:cubicBezTo>
                    <a:pt x="917" y="6441"/>
                    <a:pt x="917" y="6441"/>
                    <a:pt x="917" y="6441"/>
                  </a:cubicBezTo>
                  <a:cubicBezTo>
                    <a:pt x="944" y="6388"/>
                    <a:pt x="944" y="6388"/>
                    <a:pt x="944" y="6388"/>
                  </a:cubicBezTo>
                  <a:cubicBezTo>
                    <a:pt x="1573" y="6650"/>
                    <a:pt x="1573" y="6650"/>
                    <a:pt x="1573" y="6650"/>
                  </a:cubicBezTo>
                  <a:lnTo>
                    <a:pt x="1547" y="6729"/>
                  </a:lnTo>
                  <a:close/>
                  <a:moveTo>
                    <a:pt x="21050" y="14164"/>
                  </a:moveTo>
                  <a:cubicBezTo>
                    <a:pt x="20420" y="13955"/>
                    <a:pt x="20420" y="13955"/>
                    <a:pt x="20420" y="13955"/>
                  </a:cubicBezTo>
                  <a:cubicBezTo>
                    <a:pt x="20447" y="13876"/>
                    <a:pt x="20447" y="13876"/>
                    <a:pt x="20447" y="13876"/>
                  </a:cubicBezTo>
                  <a:cubicBezTo>
                    <a:pt x="21076" y="14086"/>
                    <a:pt x="21076" y="14086"/>
                    <a:pt x="21076" y="14086"/>
                  </a:cubicBezTo>
                  <a:lnTo>
                    <a:pt x="21050" y="14164"/>
                  </a:lnTo>
                  <a:close/>
                  <a:moveTo>
                    <a:pt x="1153" y="7724"/>
                  </a:moveTo>
                  <a:cubicBezTo>
                    <a:pt x="498" y="7514"/>
                    <a:pt x="498" y="7514"/>
                    <a:pt x="498" y="7514"/>
                  </a:cubicBezTo>
                  <a:cubicBezTo>
                    <a:pt x="524" y="7436"/>
                    <a:pt x="524" y="7436"/>
                    <a:pt x="524" y="7436"/>
                  </a:cubicBezTo>
                  <a:cubicBezTo>
                    <a:pt x="1180" y="7645"/>
                    <a:pt x="1180" y="7645"/>
                    <a:pt x="1180" y="7645"/>
                  </a:cubicBezTo>
                  <a:lnTo>
                    <a:pt x="1153" y="7724"/>
                  </a:lnTo>
                  <a:close/>
                  <a:moveTo>
                    <a:pt x="21364" y="13091"/>
                  </a:moveTo>
                  <a:cubicBezTo>
                    <a:pt x="20683" y="12934"/>
                    <a:pt x="20683" y="12934"/>
                    <a:pt x="20683" y="12934"/>
                  </a:cubicBezTo>
                  <a:cubicBezTo>
                    <a:pt x="20709" y="12855"/>
                    <a:pt x="20709" y="12855"/>
                    <a:pt x="20709" y="12855"/>
                  </a:cubicBezTo>
                  <a:cubicBezTo>
                    <a:pt x="21364" y="13012"/>
                    <a:pt x="21364" y="13012"/>
                    <a:pt x="21364" y="13012"/>
                  </a:cubicBezTo>
                  <a:lnTo>
                    <a:pt x="21364" y="13091"/>
                  </a:lnTo>
                  <a:close/>
                  <a:moveTo>
                    <a:pt x="891" y="8745"/>
                  </a:moveTo>
                  <a:cubicBezTo>
                    <a:pt x="210" y="8588"/>
                    <a:pt x="210" y="8588"/>
                    <a:pt x="210" y="8588"/>
                  </a:cubicBezTo>
                  <a:cubicBezTo>
                    <a:pt x="236" y="8509"/>
                    <a:pt x="236" y="8509"/>
                    <a:pt x="236" y="8509"/>
                  </a:cubicBezTo>
                  <a:cubicBezTo>
                    <a:pt x="917" y="8666"/>
                    <a:pt x="917" y="8666"/>
                    <a:pt x="917" y="8666"/>
                  </a:cubicBezTo>
                  <a:lnTo>
                    <a:pt x="891" y="8745"/>
                  </a:lnTo>
                  <a:close/>
                  <a:moveTo>
                    <a:pt x="21548" y="11965"/>
                  </a:moveTo>
                  <a:cubicBezTo>
                    <a:pt x="20866" y="11887"/>
                    <a:pt x="20866" y="11887"/>
                    <a:pt x="20866" y="11887"/>
                  </a:cubicBezTo>
                  <a:cubicBezTo>
                    <a:pt x="20866" y="11808"/>
                    <a:pt x="20866" y="11808"/>
                    <a:pt x="20866" y="11808"/>
                  </a:cubicBezTo>
                  <a:cubicBezTo>
                    <a:pt x="21548" y="11887"/>
                    <a:pt x="21548" y="11887"/>
                    <a:pt x="21548" y="11887"/>
                  </a:cubicBezTo>
                  <a:lnTo>
                    <a:pt x="21548" y="11965"/>
                  </a:lnTo>
                  <a:close/>
                  <a:moveTo>
                    <a:pt x="734" y="9792"/>
                  </a:moveTo>
                  <a:cubicBezTo>
                    <a:pt x="52" y="9713"/>
                    <a:pt x="52" y="9713"/>
                    <a:pt x="52" y="9713"/>
                  </a:cubicBezTo>
                  <a:cubicBezTo>
                    <a:pt x="52" y="9635"/>
                    <a:pt x="52" y="9635"/>
                    <a:pt x="52" y="9635"/>
                  </a:cubicBezTo>
                  <a:cubicBezTo>
                    <a:pt x="734" y="9713"/>
                    <a:pt x="734" y="9713"/>
                    <a:pt x="734" y="9713"/>
                  </a:cubicBezTo>
                  <a:lnTo>
                    <a:pt x="734" y="9792"/>
                  </a:lnTo>
                  <a:close/>
                  <a:moveTo>
                    <a:pt x="21600" y="10761"/>
                  </a:moveTo>
                  <a:cubicBezTo>
                    <a:pt x="21600" y="10761"/>
                    <a:pt x="21600" y="10761"/>
                    <a:pt x="21600" y="10761"/>
                  </a:cubicBezTo>
                  <a:cubicBezTo>
                    <a:pt x="21600" y="10839"/>
                    <a:pt x="21600" y="10839"/>
                    <a:pt x="21600" y="10839"/>
                  </a:cubicBezTo>
                  <a:cubicBezTo>
                    <a:pt x="21600" y="10970"/>
                    <a:pt x="21600" y="10970"/>
                    <a:pt x="21600" y="10970"/>
                  </a:cubicBezTo>
                  <a:cubicBezTo>
                    <a:pt x="20394" y="10970"/>
                    <a:pt x="20394" y="10970"/>
                    <a:pt x="20394" y="10970"/>
                  </a:cubicBezTo>
                  <a:cubicBezTo>
                    <a:pt x="20394" y="10630"/>
                    <a:pt x="20394" y="10630"/>
                    <a:pt x="20394" y="10630"/>
                  </a:cubicBezTo>
                  <a:cubicBezTo>
                    <a:pt x="21600" y="10630"/>
                    <a:pt x="21600" y="10630"/>
                    <a:pt x="21600" y="10630"/>
                  </a:cubicBezTo>
                  <a:lnTo>
                    <a:pt x="21600" y="10761"/>
                  </a:lnTo>
                  <a:close/>
                  <a:moveTo>
                    <a:pt x="21548" y="9713"/>
                  </a:moveTo>
                  <a:cubicBezTo>
                    <a:pt x="20866" y="9792"/>
                    <a:pt x="20866" y="9792"/>
                    <a:pt x="20866" y="9792"/>
                  </a:cubicBezTo>
                  <a:cubicBezTo>
                    <a:pt x="20866" y="9713"/>
                    <a:pt x="20866" y="9713"/>
                    <a:pt x="20866" y="9713"/>
                  </a:cubicBezTo>
                  <a:cubicBezTo>
                    <a:pt x="21548" y="9635"/>
                    <a:pt x="21548" y="9635"/>
                    <a:pt x="21548" y="9635"/>
                  </a:cubicBezTo>
                  <a:lnTo>
                    <a:pt x="21548" y="9713"/>
                  </a:lnTo>
                  <a:close/>
                  <a:moveTo>
                    <a:pt x="734" y="11887"/>
                  </a:moveTo>
                  <a:cubicBezTo>
                    <a:pt x="52" y="11965"/>
                    <a:pt x="52" y="11965"/>
                    <a:pt x="52" y="11965"/>
                  </a:cubicBezTo>
                  <a:cubicBezTo>
                    <a:pt x="52" y="11887"/>
                    <a:pt x="52" y="11887"/>
                    <a:pt x="52" y="11887"/>
                  </a:cubicBezTo>
                  <a:cubicBezTo>
                    <a:pt x="734" y="11808"/>
                    <a:pt x="734" y="11808"/>
                    <a:pt x="734" y="11808"/>
                  </a:cubicBezTo>
                  <a:lnTo>
                    <a:pt x="734" y="11887"/>
                  </a:lnTo>
                  <a:close/>
                  <a:moveTo>
                    <a:pt x="21364" y="8588"/>
                  </a:moveTo>
                  <a:cubicBezTo>
                    <a:pt x="20709" y="8745"/>
                    <a:pt x="20709" y="8745"/>
                    <a:pt x="20709" y="8745"/>
                  </a:cubicBezTo>
                  <a:cubicBezTo>
                    <a:pt x="20683" y="8666"/>
                    <a:pt x="20683" y="8666"/>
                    <a:pt x="20683" y="8666"/>
                  </a:cubicBezTo>
                  <a:cubicBezTo>
                    <a:pt x="21364" y="8509"/>
                    <a:pt x="21364" y="8509"/>
                    <a:pt x="21364" y="8509"/>
                  </a:cubicBezTo>
                  <a:lnTo>
                    <a:pt x="21364" y="8588"/>
                  </a:lnTo>
                  <a:close/>
                  <a:moveTo>
                    <a:pt x="917" y="12934"/>
                  </a:moveTo>
                  <a:cubicBezTo>
                    <a:pt x="236" y="13091"/>
                    <a:pt x="236" y="13091"/>
                    <a:pt x="236" y="13091"/>
                  </a:cubicBezTo>
                  <a:cubicBezTo>
                    <a:pt x="210" y="13012"/>
                    <a:pt x="210" y="13012"/>
                    <a:pt x="210" y="13012"/>
                  </a:cubicBezTo>
                  <a:cubicBezTo>
                    <a:pt x="891" y="12855"/>
                    <a:pt x="891" y="12855"/>
                    <a:pt x="891" y="12855"/>
                  </a:cubicBezTo>
                  <a:lnTo>
                    <a:pt x="917" y="12934"/>
                  </a:lnTo>
                  <a:close/>
                  <a:moveTo>
                    <a:pt x="21076" y="7514"/>
                  </a:moveTo>
                  <a:cubicBezTo>
                    <a:pt x="20447" y="7724"/>
                    <a:pt x="20447" y="7724"/>
                    <a:pt x="20447" y="7724"/>
                  </a:cubicBezTo>
                  <a:cubicBezTo>
                    <a:pt x="20420" y="7645"/>
                    <a:pt x="20420" y="7645"/>
                    <a:pt x="20420" y="7645"/>
                  </a:cubicBezTo>
                  <a:cubicBezTo>
                    <a:pt x="21050" y="7436"/>
                    <a:pt x="21050" y="7436"/>
                    <a:pt x="21050" y="7436"/>
                  </a:cubicBezTo>
                  <a:lnTo>
                    <a:pt x="21076" y="7514"/>
                  </a:lnTo>
                  <a:close/>
                  <a:moveTo>
                    <a:pt x="1180" y="13955"/>
                  </a:moveTo>
                  <a:cubicBezTo>
                    <a:pt x="524" y="14164"/>
                    <a:pt x="524" y="14164"/>
                    <a:pt x="524" y="14164"/>
                  </a:cubicBezTo>
                  <a:cubicBezTo>
                    <a:pt x="498" y="14086"/>
                    <a:pt x="498" y="14086"/>
                    <a:pt x="498" y="14086"/>
                  </a:cubicBezTo>
                  <a:cubicBezTo>
                    <a:pt x="1153" y="13876"/>
                    <a:pt x="1153" y="13876"/>
                    <a:pt x="1153" y="13876"/>
                  </a:cubicBezTo>
                  <a:lnTo>
                    <a:pt x="1180" y="13955"/>
                  </a:lnTo>
                  <a:close/>
                  <a:moveTo>
                    <a:pt x="20683" y="6441"/>
                  </a:moveTo>
                  <a:cubicBezTo>
                    <a:pt x="20053" y="6729"/>
                    <a:pt x="20053" y="6729"/>
                    <a:pt x="20053" y="6729"/>
                  </a:cubicBezTo>
                  <a:cubicBezTo>
                    <a:pt x="20027" y="6650"/>
                    <a:pt x="20027" y="6650"/>
                    <a:pt x="20027" y="6650"/>
                  </a:cubicBezTo>
                  <a:cubicBezTo>
                    <a:pt x="20656" y="6388"/>
                    <a:pt x="20656" y="6388"/>
                    <a:pt x="20656" y="6388"/>
                  </a:cubicBezTo>
                  <a:lnTo>
                    <a:pt x="20683" y="6441"/>
                  </a:lnTo>
                  <a:close/>
                  <a:moveTo>
                    <a:pt x="1573" y="14950"/>
                  </a:moveTo>
                  <a:cubicBezTo>
                    <a:pt x="944" y="15212"/>
                    <a:pt x="944" y="15212"/>
                    <a:pt x="944" y="15212"/>
                  </a:cubicBezTo>
                  <a:cubicBezTo>
                    <a:pt x="917" y="15159"/>
                    <a:pt x="917" y="15159"/>
                    <a:pt x="917" y="15159"/>
                  </a:cubicBezTo>
                  <a:cubicBezTo>
                    <a:pt x="1547" y="14871"/>
                    <a:pt x="1547" y="14871"/>
                    <a:pt x="1547" y="14871"/>
                  </a:cubicBezTo>
                  <a:lnTo>
                    <a:pt x="1573" y="14950"/>
                  </a:lnTo>
                  <a:close/>
                  <a:moveTo>
                    <a:pt x="20132" y="5367"/>
                  </a:moveTo>
                  <a:cubicBezTo>
                    <a:pt x="20132" y="5367"/>
                    <a:pt x="20132" y="5367"/>
                    <a:pt x="20132" y="5367"/>
                  </a:cubicBezTo>
                  <a:cubicBezTo>
                    <a:pt x="20158" y="5420"/>
                    <a:pt x="20158" y="5420"/>
                    <a:pt x="20158" y="5420"/>
                  </a:cubicBezTo>
                  <a:cubicBezTo>
                    <a:pt x="20237" y="5551"/>
                    <a:pt x="20237" y="5551"/>
                    <a:pt x="20237" y="5551"/>
                  </a:cubicBezTo>
                  <a:cubicBezTo>
                    <a:pt x="19188" y="6153"/>
                    <a:pt x="19188" y="6153"/>
                    <a:pt x="19188" y="6153"/>
                  </a:cubicBezTo>
                  <a:cubicBezTo>
                    <a:pt x="19031" y="5865"/>
                    <a:pt x="19031" y="5865"/>
                    <a:pt x="19031" y="5865"/>
                  </a:cubicBezTo>
                  <a:cubicBezTo>
                    <a:pt x="20080" y="5263"/>
                    <a:pt x="20080" y="5263"/>
                    <a:pt x="20080" y="5263"/>
                  </a:cubicBezTo>
                  <a:lnTo>
                    <a:pt x="20132" y="5367"/>
                  </a:lnTo>
                  <a:close/>
                  <a:moveTo>
                    <a:pt x="19555" y="4477"/>
                  </a:moveTo>
                  <a:cubicBezTo>
                    <a:pt x="19005" y="4896"/>
                    <a:pt x="19005" y="4896"/>
                    <a:pt x="19005" y="4896"/>
                  </a:cubicBezTo>
                  <a:cubicBezTo>
                    <a:pt x="18952" y="4817"/>
                    <a:pt x="18952" y="4817"/>
                    <a:pt x="18952" y="4817"/>
                  </a:cubicBezTo>
                  <a:cubicBezTo>
                    <a:pt x="19503" y="4425"/>
                    <a:pt x="19503" y="4425"/>
                    <a:pt x="19503" y="4425"/>
                  </a:cubicBezTo>
                  <a:lnTo>
                    <a:pt x="19555" y="4477"/>
                  </a:lnTo>
                  <a:close/>
                  <a:moveTo>
                    <a:pt x="2621" y="16783"/>
                  </a:moveTo>
                  <a:cubicBezTo>
                    <a:pt x="2071" y="17175"/>
                    <a:pt x="2071" y="17175"/>
                    <a:pt x="2071" y="17175"/>
                  </a:cubicBezTo>
                  <a:cubicBezTo>
                    <a:pt x="2045" y="17123"/>
                    <a:pt x="2045" y="17123"/>
                    <a:pt x="2045" y="17123"/>
                  </a:cubicBezTo>
                  <a:cubicBezTo>
                    <a:pt x="2595" y="16704"/>
                    <a:pt x="2595" y="16704"/>
                    <a:pt x="2595" y="16704"/>
                  </a:cubicBezTo>
                  <a:lnTo>
                    <a:pt x="2621" y="16783"/>
                  </a:lnTo>
                  <a:close/>
                  <a:moveTo>
                    <a:pt x="18848" y="3613"/>
                  </a:moveTo>
                  <a:cubicBezTo>
                    <a:pt x="18350" y="4058"/>
                    <a:pt x="18350" y="4058"/>
                    <a:pt x="18350" y="4058"/>
                  </a:cubicBezTo>
                  <a:cubicBezTo>
                    <a:pt x="18297" y="4006"/>
                    <a:pt x="18297" y="4006"/>
                    <a:pt x="18297" y="4006"/>
                  </a:cubicBezTo>
                  <a:cubicBezTo>
                    <a:pt x="18795" y="3561"/>
                    <a:pt x="18795" y="3561"/>
                    <a:pt x="18795" y="3561"/>
                  </a:cubicBezTo>
                  <a:lnTo>
                    <a:pt x="18848" y="3613"/>
                  </a:lnTo>
                  <a:close/>
                  <a:moveTo>
                    <a:pt x="3303" y="17594"/>
                  </a:moveTo>
                  <a:cubicBezTo>
                    <a:pt x="2779" y="18039"/>
                    <a:pt x="2779" y="18039"/>
                    <a:pt x="2779" y="18039"/>
                  </a:cubicBezTo>
                  <a:cubicBezTo>
                    <a:pt x="2752" y="17987"/>
                    <a:pt x="2752" y="17987"/>
                    <a:pt x="2752" y="17987"/>
                  </a:cubicBezTo>
                  <a:cubicBezTo>
                    <a:pt x="3250" y="17542"/>
                    <a:pt x="3250" y="17542"/>
                    <a:pt x="3250" y="17542"/>
                  </a:cubicBezTo>
                  <a:lnTo>
                    <a:pt x="3303" y="17594"/>
                  </a:lnTo>
                  <a:close/>
                  <a:moveTo>
                    <a:pt x="18061" y="2801"/>
                  </a:moveTo>
                  <a:cubicBezTo>
                    <a:pt x="17589" y="3299"/>
                    <a:pt x="17589" y="3299"/>
                    <a:pt x="17589" y="3299"/>
                  </a:cubicBezTo>
                  <a:cubicBezTo>
                    <a:pt x="17537" y="3247"/>
                    <a:pt x="17537" y="3247"/>
                    <a:pt x="17537" y="3247"/>
                  </a:cubicBezTo>
                  <a:cubicBezTo>
                    <a:pt x="18009" y="2749"/>
                    <a:pt x="18009" y="2749"/>
                    <a:pt x="18009" y="2749"/>
                  </a:cubicBezTo>
                  <a:lnTo>
                    <a:pt x="18061" y="2801"/>
                  </a:lnTo>
                  <a:close/>
                  <a:moveTo>
                    <a:pt x="4063" y="18327"/>
                  </a:moveTo>
                  <a:cubicBezTo>
                    <a:pt x="3591" y="18851"/>
                    <a:pt x="3591" y="18851"/>
                    <a:pt x="3591" y="18851"/>
                  </a:cubicBezTo>
                  <a:cubicBezTo>
                    <a:pt x="3539" y="18799"/>
                    <a:pt x="3539" y="18799"/>
                    <a:pt x="3539" y="18799"/>
                  </a:cubicBezTo>
                  <a:cubicBezTo>
                    <a:pt x="3984" y="18275"/>
                    <a:pt x="3984" y="18275"/>
                    <a:pt x="3984" y="18275"/>
                  </a:cubicBezTo>
                  <a:lnTo>
                    <a:pt x="4063" y="18327"/>
                  </a:lnTo>
                  <a:close/>
                  <a:moveTo>
                    <a:pt x="17170" y="2095"/>
                  </a:moveTo>
                  <a:cubicBezTo>
                    <a:pt x="16777" y="2644"/>
                    <a:pt x="16777" y="2644"/>
                    <a:pt x="16777" y="2644"/>
                  </a:cubicBezTo>
                  <a:cubicBezTo>
                    <a:pt x="16724" y="2592"/>
                    <a:pt x="16724" y="2592"/>
                    <a:pt x="16724" y="2592"/>
                  </a:cubicBezTo>
                  <a:cubicBezTo>
                    <a:pt x="17117" y="2042"/>
                    <a:pt x="17117" y="2042"/>
                    <a:pt x="17117" y="2042"/>
                  </a:cubicBezTo>
                  <a:lnTo>
                    <a:pt x="17170" y="2095"/>
                  </a:lnTo>
                  <a:close/>
                  <a:moveTo>
                    <a:pt x="4876" y="19008"/>
                  </a:moveTo>
                  <a:cubicBezTo>
                    <a:pt x="4483" y="19558"/>
                    <a:pt x="4483" y="19558"/>
                    <a:pt x="4483" y="19558"/>
                  </a:cubicBezTo>
                  <a:cubicBezTo>
                    <a:pt x="4404" y="19505"/>
                    <a:pt x="4404" y="19505"/>
                    <a:pt x="4404" y="19505"/>
                  </a:cubicBezTo>
                  <a:cubicBezTo>
                    <a:pt x="4823" y="18956"/>
                    <a:pt x="4823" y="18956"/>
                    <a:pt x="4823" y="18956"/>
                  </a:cubicBezTo>
                  <a:lnTo>
                    <a:pt x="4876" y="19008"/>
                  </a:lnTo>
                  <a:close/>
                  <a:moveTo>
                    <a:pt x="15230" y="969"/>
                  </a:moveTo>
                  <a:cubicBezTo>
                    <a:pt x="14942" y="1571"/>
                    <a:pt x="14942" y="1571"/>
                    <a:pt x="14942" y="1571"/>
                  </a:cubicBezTo>
                  <a:cubicBezTo>
                    <a:pt x="14889" y="1545"/>
                    <a:pt x="14889" y="1545"/>
                    <a:pt x="14889" y="1545"/>
                  </a:cubicBezTo>
                  <a:cubicBezTo>
                    <a:pt x="15151" y="916"/>
                    <a:pt x="15151" y="916"/>
                    <a:pt x="15151" y="916"/>
                  </a:cubicBezTo>
                  <a:lnTo>
                    <a:pt x="15230" y="969"/>
                  </a:lnTo>
                  <a:close/>
                  <a:moveTo>
                    <a:pt x="6711" y="20055"/>
                  </a:moveTo>
                  <a:cubicBezTo>
                    <a:pt x="6422" y="20684"/>
                    <a:pt x="6422" y="20684"/>
                    <a:pt x="6422" y="20684"/>
                  </a:cubicBezTo>
                  <a:cubicBezTo>
                    <a:pt x="6370" y="20631"/>
                    <a:pt x="6370" y="20631"/>
                    <a:pt x="6370" y="20631"/>
                  </a:cubicBezTo>
                  <a:cubicBezTo>
                    <a:pt x="6632" y="20003"/>
                    <a:pt x="6632" y="20003"/>
                    <a:pt x="6632" y="20003"/>
                  </a:cubicBezTo>
                  <a:lnTo>
                    <a:pt x="6711" y="20055"/>
                  </a:lnTo>
                  <a:close/>
                  <a:moveTo>
                    <a:pt x="14182" y="550"/>
                  </a:moveTo>
                  <a:cubicBezTo>
                    <a:pt x="13972" y="1204"/>
                    <a:pt x="13972" y="1204"/>
                    <a:pt x="13972" y="1204"/>
                  </a:cubicBezTo>
                  <a:cubicBezTo>
                    <a:pt x="13893" y="1178"/>
                    <a:pt x="13893" y="1178"/>
                    <a:pt x="13893" y="1178"/>
                  </a:cubicBezTo>
                  <a:cubicBezTo>
                    <a:pt x="14103" y="524"/>
                    <a:pt x="14103" y="524"/>
                    <a:pt x="14103" y="524"/>
                  </a:cubicBezTo>
                  <a:lnTo>
                    <a:pt x="14182" y="550"/>
                  </a:lnTo>
                  <a:close/>
                  <a:moveTo>
                    <a:pt x="7707" y="20422"/>
                  </a:moveTo>
                  <a:cubicBezTo>
                    <a:pt x="7497" y="21076"/>
                    <a:pt x="7497" y="21076"/>
                    <a:pt x="7497" y="21076"/>
                  </a:cubicBezTo>
                  <a:cubicBezTo>
                    <a:pt x="7418" y="21050"/>
                    <a:pt x="7418" y="21050"/>
                    <a:pt x="7418" y="21050"/>
                  </a:cubicBezTo>
                  <a:cubicBezTo>
                    <a:pt x="7628" y="20396"/>
                    <a:pt x="7628" y="20396"/>
                    <a:pt x="7628" y="20396"/>
                  </a:cubicBezTo>
                  <a:lnTo>
                    <a:pt x="7707" y="20422"/>
                  </a:lnTo>
                  <a:close/>
                  <a:moveTo>
                    <a:pt x="13081" y="262"/>
                  </a:moveTo>
                  <a:cubicBezTo>
                    <a:pt x="12950" y="916"/>
                    <a:pt x="12950" y="916"/>
                    <a:pt x="12950" y="916"/>
                  </a:cubicBezTo>
                  <a:cubicBezTo>
                    <a:pt x="12871" y="890"/>
                    <a:pt x="12871" y="890"/>
                    <a:pt x="12871" y="890"/>
                  </a:cubicBezTo>
                  <a:cubicBezTo>
                    <a:pt x="13002" y="236"/>
                    <a:pt x="13002" y="236"/>
                    <a:pt x="13002" y="236"/>
                  </a:cubicBezTo>
                  <a:lnTo>
                    <a:pt x="13081" y="262"/>
                  </a:lnTo>
                  <a:close/>
                  <a:moveTo>
                    <a:pt x="8729" y="20684"/>
                  </a:moveTo>
                  <a:cubicBezTo>
                    <a:pt x="8598" y="21364"/>
                    <a:pt x="8598" y="21364"/>
                    <a:pt x="8598" y="21364"/>
                  </a:cubicBezTo>
                  <a:cubicBezTo>
                    <a:pt x="8519" y="21338"/>
                    <a:pt x="8519" y="21338"/>
                    <a:pt x="8519" y="21338"/>
                  </a:cubicBezTo>
                  <a:cubicBezTo>
                    <a:pt x="8650" y="20684"/>
                    <a:pt x="8650" y="20684"/>
                    <a:pt x="8650" y="20684"/>
                  </a:cubicBezTo>
                  <a:lnTo>
                    <a:pt x="8729" y="20684"/>
                  </a:lnTo>
                  <a:close/>
                  <a:moveTo>
                    <a:pt x="11953" y="79"/>
                  </a:moveTo>
                  <a:cubicBezTo>
                    <a:pt x="11901" y="759"/>
                    <a:pt x="11901" y="759"/>
                    <a:pt x="11901" y="759"/>
                  </a:cubicBezTo>
                  <a:cubicBezTo>
                    <a:pt x="11822" y="733"/>
                    <a:pt x="11822" y="733"/>
                    <a:pt x="11822" y="733"/>
                  </a:cubicBezTo>
                  <a:cubicBezTo>
                    <a:pt x="11875" y="52"/>
                    <a:pt x="11875" y="52"/>
                    <a:pt x="11875" y="52"/>
                  </a:cubicBezTo>
                  <a:lnTo>
                    <a:pt x="11953" y="79"/>
                  </a:lnTo>
                  <a:close/>
                  <a:moveTo>
                    <a:pt x="9778" y="20867"/>
                  </a:moveTo>
                  <a:cubicBezTo>
                    <a:pt x="9699" y="21548"/>
                    <a:pt x="9699" y="21548"/>
                    <a:pt x="9699" y="21548"/>
                  </a:cubicBezTo>
                  <a:cubicBezTo>
                    <a:pt x="9620" y="21521"/>
                    <a:pt x="9620" y="21521"/>
                    <a:pt x="9620" y="21521"/>
                  </a:cubicBezTo>
                  <a:cubicBezTo>
                    <a:pt x="9699" y="20841"/>
                    <a:pt x="9699" y="20841"/>
                    <a:pt x="9699" y="20841"/>
                  </a:cubicBezTo>
                  <a:lnTo>
                    <a:pt x="9778" y="20867"/>
                  </a:lnTo>
                  <a:close/>
                  <a:moveTo>
                    <a:pt x="16069" y="20212"/>
                  </a:moveTo>
                  <a:cubicBezTo>
                    <a:pt x="15440" y="19165"/>
                    <a:pt x="15440" y="19165"/>
                    <a:pt x="15440" y="19165"/>
                  </a:cubicBezTo>
                  <a:cubicBezTo>
                    <a:pt x="15728" y="19008"/>
                    <a:pt x="15728" y="19008"/>
                    <a:pt x="15728" y="19008"/>
                  </a:cubicBezTo>
                  <a:cubicBezTo>
                    <a:pt x="16331" y="20055"/>
                    <a:pt x="16331" y="20055"/>
                    <a:pt x="16331" y="20055"/>
                  </a:cubicBezTo>
                  <a:lnTo>
                    <a:pt x="16069" y="20212"/>
                  </a:lnTo>
                  <a:close/>
                  <a:moveTo>
                    <a:pt x="5872" y="2592"/>
                  </a:moveTo>
                  <a:cubicBezTo>
                    <a:pt x="5243" y="1545"/>
                    <a:pt x="5243" y="1545"/>
                    <a:pt x="5243" y="1545"/>
                  </a:cubicBezTo>
                  <a:cubicBezTo>
                    <a:pt x="5531" y="1361"/>
                    <a:pt x="5531" y="1361"/>
                    <a:pt x="5531" y="1361"/>
                  </a:cubicBezTo>
                  <a:cubicBezTo>
                    <a:pt x="6134" y="2435"/>
                    <a:pt x="6134" y="2435"/>
                    <a:pt x="6134" y="2435"/>
                  </a:cubicBezTo>
                  <a:lnTo>
                    <a:pt x="5872" y="2592"/>
                  </a:lnTo>
                  <a:close/>
                  <a:moveTo>
                    <a:pt x="10643" y="21600"/>
                  </a:moveTo>
                  <a:cubicBezTo>
                    <a:pt x="10643" y="20369"/>
                    <a:pt x="10643" y="20369"/>
                    <a:pt x="10643" y="20369"/>
                  </a:cubicBezTo>
                  <a:cubicBezTo>
                    <a:pt x="10957" y="20369"/>
                    <a:pt x="10957" y="20369"/>
                    <a:pt x="10957" y="20369"/>
                  </a:cubicBezTo>
                  <a:cubicBezTo>
                    <a:pt x="10957" y="21600"/>
                    <a:pt x="10957" y="21600"/>
                    <a:pt x="10957" y="21600"/>
                  </a:cubicBezTo>
                  <a:cubicBezTo>
                    <a:pt x="10826" y="21600"/>
                    <a:pt x="10826" y="21600"/>
                    <a:pt x="10826" y="21600"/>
                  </a:cubicBezTo>
                  <a:cubicBezTo>
                    <a:pt x="10748" y="21600"/>
                    <a:pt x="10748" y="21600"/>
                    <a:pt x="10748" y="21600"/>
                  </a:cubicBezTo>
                  <a:lnTo>
                    <a:pt x="10643" y="21600"/>
                  </a:lnTo>
                  <a:close/>
                  <a:moveTo>
                    <a:pt x="20080" y="16337"/>
                  </a:moveTo>
                  <a:cubicBezTo>
                    <a:pt x="19031" y="15735"/>
                    <a:pt x="19031" y="15735"/>
                    <a:pt x="19031" y="15735"/>
                  </a:cubicBezTo>
                  <a:cubicBezTo>
                    <a:pt x="19188" y="15447"/>
                    <a:pt x="19188" y="15447"/>
                    <a:pt x="19188" y="15447"/>
                  </a:cubicBezTo>
                  <a:cubicBezTo>
                    <a:pt x="20237" y="16049"/>
                    <a:pt x="20237" y="16049"/>
                    <a:pt x="20237" y="16049"/>
                  </a:cubicBezTo>
                  <a:cubicBezTo>
                    <a:pt x="20158" y="16154"/>
                    <a:pt x="20158" y="16154"/>
                    <a:pt x="20158" y="16154"/>
                  </a:cubicBezTo>
                  <a:cubicBezTo>
                    <a:pt x="20158" y="16154"/>
                    <a:pt x="20158" y="16154"/>
                    <a:pt x="20158" y="16154"/>
                  </a:cubicBezTo>
                  <a:lnTo>
                    <a:pt x="20080" y="16337"/>
                  </a:lnTo>
                  <a:close/>
                  <a:moveTo>
                    <a:pt x="2412" y="6153"/>
                  </a:moveTo>
                  <a:cubicBezTo>
                    <a:pt x="1363" y="5551"/>
                    <a:pt x="1363" y="5551"/>
                    <a:pt x="1363" y="5551"/>
                  </a:cubicBezTo>
                  <a:cubicBezTo>
                    <a:pt x="1520" y="5263"/>
                    <a:pt x="1520" y="5263"/>
                    <a:pt x="1520" y="5263"/>
                  </a:cubicBezTo>
                  <a:cubicBezTo>
                    <a:pt x="2569" y="5865"/>
                    <a:pt x="2569" y="5865"/>
                    <a:pt x="2569" y="5865"/>
                  </a:cubicBezTo>
                  <a:lnTo>
                    <a:pt x="2412" y="6153"/>
                  </a:lnTo>
                  <a:close/>
                  <a:moveTo>
                    <a:pt x="1520" y="16337"/>
                  </a:moveTo>
                  <a:cubicBezTo>
                    <a:pt x="1363" y="16049"/>
                    <a:pt x="1363" y="16049"/>
                    <a:pt x="1363" y="16049"/>
                  </a:cubicBezTo>
                  <a:cubicBezTo>
                    <a:pt x="2412" y="15447"/>
                    <a:pt x="2412" y="15447"/>
                    <a:pt x="2412" y="15447"/>
                  </a:cubicBezTo>
                  <a:cubicBezTo>
                    <a:pt x="2569" y="15735"/>
                    <a:pt x="2569" y="15735"/>
                    <a:pt x="2569" y="15735"/>
                  </a:cubicBezTo>
                  <a:lnTo>
                    <a:pt x="1520" y="16337"/>
                  </a:lnTo>
                  <a:close/>
                </a:path>
              </a:pathLst>
            </a:custGeom>
            <a:solidFill>
              <a:srgbClr val="353635"/>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8" name="Shape 9048"/>
            <p:cNvSpPr/>
            <p:nvPr/>
          </p:nvSpPr>
          <p:spPr>
            <a:xfrm rot="17222488">
              <a:off x="937448" y="799966"/>
              <a:ext cx="1351673" cy="4401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1294"/>
                  </a:lnTo>
                  <a:lnTo>
                    <a:pt x="2853" y="21600"/>
                  </a:lnTo>
                  <a:lnTo>
                    <a:pt x="21600" y="0"/>
                  </a:lnTo>
                  <a:close/>
                </a:path>
              </a:pathLst>
            </a:custGeom>
            <a:solidFill>
              <a:srgbClr val="161616"/>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49" name="Shape 9049"/>
            <p:cNvSpPr/>
            <p:nvPr/>
          </p:nvSpPr>
          <p:spPr>
            <a:xfrm rot="20377493">
              <a:off x="872699" y="1171329"/>
              <a:ext cx="828445" cy="6187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21600"/>
                  </a:lnTo>
                  <a:lnTo>
                    <a:pt x="18081" y="20948"/>
                  </a:lnTo>
                  <a:lnTo>
                    <a:pt x="0" y="0"/>
                  </a:lnTo>
                  <a:close/>
                </a:path>
              </a:pathLst>
            </a:custGeom>
            <a:solidFill>
              <a:srgbClr val="11111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0"/>
                                  </p:stCondLst>
                                  <p:iterate type="el" backwards="0">
                                    <p:tmAbs val="0"/>
                                  </p:iterate>
                                  <p:childTnLst>
                                    <p:set>
                                      <p:cBhvr>
                                        <p:cTn id="6" fill="hold"/>
                                        <p:tgtEl>
                                          <p:spTgt spid="8937"/>
                                        </p:tgtEl>
                                        <p:attrNameLst>
                                          <p:attrName>style.visibility</p:attrName>
                                        </p:attrNameLst>
                                      </p:cBhvr>
                                      <p:to>
                                        <p:strVal val="visible"/>
                                      </p:to>
                                    </p:set>
                                    <p:anim calcmode="lin" valueType="num">
                                      <p:cBhvr>
                                        <p:cTn id="7" dur="500" fill="hold"/>
                                        <p:tgtEl>
                                          <p:spTgt spid="8937"/>
                                        </p:tgtEl>
                                        <p:attrNameLst>
                                          <p:attrName>ppt_x</p:attrName>
                                        </p:attrNameLst>
                                      </p:cBhvr>
                                      <p:tavLst>
                                        <p:tav tm="0">
                                          <p:val>
                                            <p:strVal val="#ppt_x"/>
                                          </p:val>
                                        </p:tav>
                                        <p:tav tm="100000">
                                          <p:val>
                                            <p:strVal val="#ppt_x"/>
                                          </p:val>
                                        </p:tav>
                                      </p:tavLst>
                                    </p:anim>
                                    <p:anim calcmode="lin" valueType="num">
                                      <p:cBhvr>
                                        <p:cTn id="8" dur="500" fill="hold"/>
                                        <p:tgtEl>
                                          <p:spTgt spid="893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Class="entr" nodeType="afterEffect" presetID="9" grpId="2" fill="hold">
                                  <p:stCondLst>
                                    <p:cond delay="0"/>
                                  </p:stCondLst>
                                  <p:iterate type="el" backwards="0">
                                    <p:tmAbs val="0"/>
                                  </p:iterate>
                                  <p:childTnLst>
                                    <p:set>
                                      <p:cBhvr>
                                        <p:cTn id="11" fill="hold"/>
                                        <p:tgtEl>
                                          <p:spTgt spid="8963"/>
                                        </p:tgtEl>
                                        <p:attrNameLst>
                                          <p:attrName>style.visibility</p:attrName>
                                        </p:attrNameLst>
                                      </p:cBhvr>
                                      <p:to>
                                        <p:strVal val="visible"/>
                                      </p:to>
                                    </p:set>
                                    <p:animEffect filter="dissolve" transition="in">
                                      <p:cBhvr>
                                        <p:cTn id="12" dur="600"/>
                                        <p:tgtEl>
                                          <p:spTgt spid="8963"/>
                                        </p:tgtEl>
                                      </p:cBhvr>
                                    </p:animEffect>
                                  </p:childTnLst>
                                </p:cTn>
                              </p:par>
                            </p:childTnLst>
                          </p:cTn>
                        </p:par>
                        <p:par>
                          <p:cTn id="13" fill="hold">
                            <p:stCondLst>
                              <p:cond delay="1100"/>
                            </p:stCondLst>
                            <p:childTnLst>
                              <p:par>
                                <p:cTn id="14" presetClass="entr" nodeType="afterEffect" presetSubtype="4" presetID="2" grpId="3" fill="hold">
                                  <p:stCondLst>
                                    <p:cond delay="0"/>
                                  </p:stCondLst>
                                  <p:iterate type="el" backwards="0">
                                    <p:tmAbs val="0"/>
                                  </p:iterate>
                                  <p:childTnLst>
                                    <p:set>
                                      <p:cBhvr>
                                        <p:cTn id="15" fill="hold"/>
                                        <p:tgtEl>
                                          <p:spTgt spid="9027"/>
                                        </p:tgtEl>
                                        <p:attrNameLst>
                                          <p:attrName>style.visibility</p:attrName>
                                        </p:attrNameLst>
                                      </p:cBhvr>
                                      <p:to>
                                        <p:strVal val="visible"/>
                                      </p:to>
                                    </p:set>
                                    <p:anim calcmode="lin" valueType="num">
                                      <p:cBhvr>
                                        <p:cTn id="16" dur="500" fill="hold"/>
                                        <p:tgtEl>
                                          <p:spTgt spid="9027"/>
                                        </p:tgtEl>
                                        <p:attrNameLst>
                                          <p:attrName>ppt_x</p:attrName>
                                        </p:attrNameLst>
                                      </p:cBhvr>
                                      <p:tavLst>
                                        <p:tav tm="0">
                                          <p:val>
                                            <p:strVal val="#ppt_x"/>
                                          </p:val>
                                        </p:tav>
                                        <p:tav tm="100000">
                                          <p:val>
                                            <p:strVal val="#ppt_x"/>
                                          </p:val>
                                        </p:tav>
                                      </p:tavLst>
                                    </p:anim>
                                    <p:anim calcmode="lin" valueType="num">
                                      <p:cBhvr>
                                        <p:cTn id="17" dur="500" fill="hold"/>
                                        <p:tgtEl>
                                          <p:spTgt spid="9027"/>
                                        </p:tgtEl>
                                        <p:attrNameLst>
                                          <p:attrName>ppt_y</p:attrName>
                                        </p:attrNameLst>
                                      </p:cBhvr>
                                      <p:tavLst>
                                        <p:tav tm="0">
                                          <p:val>
                                            <p:strVal val="1+#ppt_h/2"/>
                                          </p:val>
                                        </p:tav>
                                        <p:tav tm="100000">
                                          <p:val>
                                            <p:strVal val="#ppt_y"/>
                                          </p:val>
                                        </p:tav>
                                      </p:tavLst>
                                    </p:anim>
                                  </p:childTnLst>
                                </p:cTn>
                              </p:par>
                            </p:childTnLst>
                          </p:cTn>
                        </p:par>
                        <p:par>
                          <p:cTn id="18" fill="hold">
                            <p:stCondLst>
                              <p:cond delay="1600"/>
                            </p:stCondLst>
                            <p:childTnLst>
                              <p:par>
                                <p:cTn id="19" presetClass="entr" nodeType="afterEffect" presetSubtype="4" presetID="2" grpId="4" fill="hold">
                                  <p:stCondLst>
                                    <p:cond delay="0"/>
                                  </p:stCondLst>
                                  <p:iterate type="el" backwards="0">
                                    <p:tmAbs val="0"/>
                                  </p:iterate>
                                  <p:childTnLst>
                                    <p:set>
                                      <p:cBhvr>
                                        <p:cTn id="20" fill="hold"/>
                                        <p:tgtEl>
                                          <p:spTgt spid="9050"/>
                                        </p:tgtEl>
                                        <p:attrNameLst>
                                          <p:attrName>style.visibility</p:attrName>
                                        </p:attrNameLst>
                                      </p:cBhvr>
                                      <p:to>
                                        <p:strVal val="visible"/>
                                      </p:to>
                                    </p:set>
                                    <p:anim calcmode="lin" valueType="num">
                                      <p:cBhvr>
                                        <p:cTn id="21" dur="500" fill="hold"/>
                                        <p:tgtEl>
                                          <p:spTgt spid="9050"/>
                                        </p:tgtEl>
                                        <p:attrNameLst>
                                          <p:attrName>ppt_x</p:attrName>
                                        </p:attrNameLst>
                                      </p:cBhvr>
                                      <p:tavLst>
                                        <p:tav tm="0">
                                          <p:val>
                                            <p:strVal val="#ppt_x"/>
                                          </p:val>
                                        </p:tav>
                                        <p:tav tm="100000">
                                          <p:val>
                                            <p:strVal val="#ppt_x"/>
                                          </p:val>
                                        </p:tav>
                                      </p:tavLst>
                                    </p:anim>
                                    <p:anim calcmode="lin" valueType="num">
                                      <p:cBhvr>
                                        <p:cTn id="22" dur="500" fill="hold"/>
                                        <p:tgtEl>
                                          <p:spTgt spid="90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8963" grpId="2"/>
      <p:bldP build="whole" bldLvl="1" animBg="1" rev="0" advAuto="0" spid="9027" grpId="3"/>
      <p:bldP build="whole" bldLvl="1" animBg="1" rev="0" advAuto="0" spid="8937" grpId="1"/>
      <p:bldP build="whole" bldLvl="1" animBg="1" rev="0" advAuto="0" spid="9050" grpId="4"/>
    </p:bldLst>
  </p:timing>
</p:sld>
</file>

<file path=ppt/slides/slide20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052" name="Shape 9052"/>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grpSp>
        <p:nvGrpSpPr>
          <p:cNvPr id="9186" name="Group 9186"/>
          <p:cNvGrpSpPr/>
          <p:nvPr/>
        </p:nvGrpSpPr>
        <p:grpSpPr>
          <a:xfrm>
            <a:off x="16377391" y="1940558"/>
            <a:ext cx="7305726" cy="10428126"/>
            <a:chOff x="0" y="0"/>
            <a:chExt cx="7305725" cy="10428124"/>
          </a:xfrm>
        </p:grpSpPr>
        <p:grpSp>
          <p:nvGrpSpPr>
            <p:cNvPr id="9072" name="Group 9072"/>
            <p:cNvGrpSpPr/>
            <p:nvPr/>
          </p:nvGrpSpPr>
          <p:grpSpPr>
            <a:xfrm>
              <a:off x="4041953" y="1965378"/>
              <a:ext cx="2925655" cy="2914352"/>
              <a:chOff x="0" y="0"/>
              <a:chExt cx="2925654" cy="2914350"/>
            </a:xfrm>
          </p:grpSpPr>
          <p:grpSp>
            <p:nvGrpSpPr>
              <p:cNvPr id="9055" name="Group 9055"/>
              <p:cNvGrpSpPr/>
              <p:nvPr/>
            </p:nvGrpSpPr>
            <p:grpSpPr>
              <a:xfrm>
                <a:off x="0" y="0"/>
                <a:ext cx="2925655" cy="2914351"/>
                <a:chOff x="0" y="0"/>
                <a:chExt cx="2925654" cy="2914350"/>
              </a:xfrm>
            </p:grpSpPr>
            <p:sp>
              <p:nvSpPr>
                <p:cNvPr id="9053" name="Shape 9053"/>
                <p:cNvSpPr/>
                <p:nvPr/>
              </p:nvSpPr>
              <p:spPr>
                <a:xfrm>
                  <a:off x="0" y="0"/>
                  <a:ext cx="2925655" cy="2914351"/>
                </a:xfrm>
                <a:custGeom>
                  <a:avLst/>
                  <a:gdLst/>
                  <a:ahLst/>
                  <a:cxnLst>
                    <a:cxn ang="0">
                      <a:pos x="wd2" y="hd2"/>
                    </a:cxn>
                    <a:cxn ang="5400000">
                      <a:pos x="wd2" y="hd2"/>
                    </a:cxn>
                    <a:cxn ang="10800000">
                      <a:pos x="wd2" y="hd2"/>
                    </a:cxn>
                    <a:cxn ang="16200000">
                      <a:pos x="wd2" y="hd2"/>
                    </a:cxn>
                  </a:cxnLst>
                  <a:rect l="0" t="0" r="r" b="b"/>
                  <a:pathLst>
                    <a:path w="21404" h="21403" fill="norm" stroke="1" extrusionOk="0">
                      <a:moveTo>
                        <a:pt x="4680" y="21108"/>
                      </a:moveTo>
                      <a:cubicBezTo>
                        <a:pt x="295" y="16775"/>
                        <a:pt x="295" y="16775"/>
                        <a:pt x="295" y="16775"/>
                      </a:cubicBezTo>
                      <a:cubicBezTo>
                        <a:pt x="-98" y="16381"/>
                        <a:pt x="-98" y="15724"/>
                        <a:pt x="295" y="15331"/>
                      </a:cubicBezTo>
                      <a:cubicBezTo>
                        <a:pt x="15284" y="296"/>
                        <a:pt x="15284" y="296"/>
                        <a:pt x="15284" y="296"/>
                      </a:cubicBezTo>
                      <a:cubicBezTo>
                        <a:pt x="15742" y="-98"/>
                        <a:pt x="16331" y="-98"/>
                        <a:pt x="16789" y="296"/>
                      </a:cubicBezTo>
                      <a:cubicBezTo>
                        <a:pt x="21109" y="4629"/>
                        <a:pt x="21109" y="4629"/>
                        <a:pt x="21109" y="4629"/>
                      </a:cubicBezTo>
                      <a:cubicBezTo>
                        <a:pt x="21502" y="5023"/>
                        <a:pt x="21502" y="5680"/>
                        <a:pt x="21109" y="6073"/>
                      </a:cubicBezTo>
                      <a:cubicBezTo>
                        <a:pt x="6120" y="21108"/>
                        <a:pt x="6120" y="21108"/>
                        <a:pt x="6120" y="21108"/>
                      </a:cubicBezTo>
                      <a:cubicBezTo>
                        <a:pt x="5727" y="21502"/>
                        <a:pt x="5073" y="21502"/>
                        <a:pt x="4680" y="21108"/>
                      </a:cubicBezTo>
                      <a:moveTo>
                        <a:pt x="17837" y="3513"/>
                      </a:moveTo>
                      <a:cubicBezTo>
                        <a:pt x="17509" y="3185"/>
                        <a:pt x="16920" y="3185"/>
                        <a:pt x="16593" y="3513"/>
                      </a:cubicBezTo>
                      <a:cubicBezTo>
                        <a:pt x="16200" y="3907"/>
                        <a:pt x="16200" y="4432"/>
                        <a:pt x="16593" y="4826"/>
                      </a:cubicBezTo>
                      <a:cubicBezTo>
                        <a:pt x="16920" y="5154"/>
                        <a:pt x="17509" y="5154"/>
                        <a:pt x="17837" y="4826"/>
                      </a:cubicBezTo>
                      <a:cubicBezTo>
                        <a:pt x="18164" y="4432"/>
                        <a:pt x="18164" y="3907"/>
                        <a:pt x="17837" y="3513"/>
                      </a:cubicBezTo>
                    </a:path>
                  </a:pathLst>
                </a:custGeom>
                <a:solidFill>
                  <a:srgbClr val="60749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54" name="Shape 9054"/>
                <p:cNvSpPr/>
                <p:nvPr/>
              </p:nvSpPr>
              <p:spPr>
                <a:xfrm>
                  <a:off x="1" y="-1"/>
                  <a:ext cx="2429373" cy="2418059"/>
                </a:xfrm>
                <a:custGeom>
                  <a:avLst/>
                  <a:gdLst/>
                  <a:ahLst/>
                  <a:cxnLst>
                    <a:cxn ang="0">
                      <a:pos x="wd2" y="hd2"/>
                    </a:cxn>
                    <a:cxn ang="5400000">
                      <a:pos x="wd2" y="hd2"/>
                    </a:cxn>
                    <a:cxn ang="10800000">
                      <a:pos x="wd2" y="hd2"/>
                    </a:cxn>
                    <a:cxn ang="16200000">
                      <a:pos x="wd2" y="hd2"/>
                    </a:cxn>
                  </a:cxnLst>
                  <a:rect l="0" t="0" r="r" b="b"/>
                  <a:pathLst>
                    <a:path w="21481" h="21481" fill="norm" stroke="1" extrusionOk="0">
                      <a:moveTo>
                        <a:pt x="1622" y="21481"/>
                      </a:moveTo>
                      <a:cubicBezTo>
                        <a:pt x="356" y="20290"/>
                        <a:pt x="356" y="20290"/>
                        <a:pt x="356" y="20290"/>
                      </a:cubicBezTo>
                      <a:cubicBezTo>
                        <a:pt x="-119" y="19813"/>
                        <a:pt x="-119" y="19019"/>
                        <a:pt x="356" y="18543"/>
                      </a:cubicBezTo>
                      <a:cubicBezTo>
                        <a:pt x="18474" y="357"/>
                        <a:pt x="18474" y="357"/>
                        <a:pt x="18474" y="357"/>
                      </a:cubicBezTo>
                      <a:cubicBezTo>
                        <a:pt x="19028" y="-119"/>
                        <a:pt x="19740" y="-119"/>
                        <a:pt x="20294" y="357"/>
                      </a:cubicBezTo>
                      <a:cubicBezTo>
                        <a:pt x="21481" y="1549"/>
                        <a:pt x="21481" y="1549"/>
                        <a:pt x="21481" y="1549"/>
                      </a:cubicBezTo>
                      <a:cubicBezTo>
                        <a:pt x="1622" y="21481"/>
                        <a:pt x="1622" y="21481"/>
                        <a:pt x="1622" y="21481"/>
                      </a:cubicBezTo>
                    </a:path>
                  </a:pathLst>
                </a:custGeom>
                <a:solidFill>
                  <a:srgbClr val="90A0BA"/>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9056" name="Shape 9056"/>
              <p:cNvSpPr/>
              <p:nvPr/>
            </p:nvSpPr>
            <p:spPr>
              <a:xfrm>
                <a:off x="2010284" y="103634"/>
                <a:ext cx="185005" cy="1887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14" y="21600"/>
                    </a:moveTo>
                    <a:lnTo>
                      <a:pt x="0" y="2160"/>
                    </a:lnTo>
                    <a:lnTo>
                      <a:pt x="3086" y="0"/>
                    </a:lnTo>
                    <a:lnTo>
                      <a:pt x="21600" y="18576"/>
                    </a:lnTo>
                    <a:lnTo>
                      <a:pt x="18514"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57" name="Shape 9057"/>
              <p:cNvSpPr/>
              <p:nvPr/>
            </p:nvSpPr>
            <p:spPr>
              <a:xfrm>
                <a:off x="1840382" y="273534"/>
                <a:ext cx="185005" cy="1887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14" y="21600"/>
                    </a:moveTo>
                    <a:lnTo>
                      <a:pt x="0" y="2160"/>
                    </a:lnTo>
                    <a:lnTo>
                      <a:pt x="3086" y="0"/>
                    </a:lnTo>
                    <a:lnTo>
                      <a:pt x="21600" y="18576"/>
                    </a:lnTo>
                    <a:lnTo>
                      <a:pt x="18514"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58" name="Shape 9058"/>
              <p:cNvSpPr/>
              <p:nvPr/>
            </p:nvSpPr>
            <p:spPr>
              <a:xfrm>
                <a:off x="1666706" y="443436"/>
                <a:ext cx="188780" cy="18877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2160"/>
                    </a:lnTo>
                    <a:lnTo>
                      <a:pt x="3456" y="0"/>
                    </a:lnTo>
                    <a:lnTo>
                      <a:pt x="21600" y="18576"/>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59" name="Shape 9059"/>
              <p:cNvSpPr/>
              <p:nvPr/>
            </p:nvSpPr>
            <p:spPr>
              <a:xfrm>
                <a:off x="1496807" y="605784"/>
                <a:ext cx="188779" cy="19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2908"/>
                    </a:lnTo>
                    <a:lnTo>
                      <a:pt x="3456" y="0"/>
                    </a:lnTo>
                    <a:lnTo>
                      <a:pt x="21600" y="18692"/>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0" name="Shape 9060"/>
              <p:cNvSpPr/>
              <p:nvPr/>
            </p:nvSpPr>
            <p:spPr>
              <a:xfrm>
                <a:off x="1326905" y="775686"/>
                <a:ext cx="188779" cy="1963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2908"/>
                    </a:lnTo>
                    <a:lnTo>
                      <a:pt x="3456" y="0"/>
                    </a:lnTo>
                    <a:lnTo>
                      <a:pt x="21600" y="18692"/>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1" name="Shape 9061"/>
              <p:cNvSpPr/>
              <p:nvPr/>
            </p:nvSpPr>
            <p:spPr>
              <a:xfrm>
                <a:off x="1157006" y="945585"/>
                <a:ext cx="188779" cy="19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2908"/>
                    </a:lnTo>
                    <a:lnTo>
                      <a:pt x="3024" y="0"/>
                    </a:lnTo>
                    <a:lnTo>
                      <a:pt x="21600" y="18692"/>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2" name="Shape 9062"/>
              <p:cNvSpPr/>
              <p:nvPr/>
            </p:nvSpPr>
            <p:spPr>
              <a:xfrm>
                <a:off x="987104" y="1115487"/>
                <a:ext cx="188779" cy="19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2908"/>
                    </a:lnTo>
                    <a:lnTo>
                      <a:pt x="3024" y="0"/>
                    </a:lnTo>
                    <a:lnTo>
                      <a:pt x="21600" y="18692"/>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3" name="Shape 9063"/>
              <p:cNvSpPr/>
              <p:nvPr/>
            </p:nvSpPr>
            <p:spPr>
              <a:xfrm>
                <a:off x="817204" y="1285386"/>
                <a:ext cx="188780" cy="19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2908"/>
                    </a:lnTo>
                    <a:lnTo>
                      <a:pt x="3024" y="0"/>
                    </a:lnTo>
                    <a:lnTo>
                      <a:pt x="21600" y="18692"/>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4" name="Shape 9064"/>
              <p:cNvSpPr/>
              <p:nvPr/>
            </p:nvSpPr>
            <p:spPr>
              <a:xfrm>
                <a:off x="647302" y="1455288"/>
                <a:ext cx="188780" cy="1850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3086"/>
                    </a:lnTo>
                    <a:lnTo>
                      <a:pt x="3024" y="0"/>
                    </a:lnTo>
                    <a:lnTo>
                      <a:pt x="21600" y="19837"/>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5" name="Shape 9065"/>
              <p:cNvSpPr/>
              <p:nvPr/>
            </p:nvSpPr>
            <p:spPr>
              <a:xfrm>
                <a:off x="477403" y="1625188"/>
                <a:ext cx="188779" cy="1850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3086"/>
                    </a:lnTo>
                    <a:lnTo>
                      <a:pt x="3024" y="0"/>
                    </a:lnTo>
                    <a:lnTo>
                      <a:pt x="21600" y="19837"/>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6" name="Shape 9066"/>
              <p:cNvSpPr/>
              <p:nvPr/>
            </p:nvSpPr>
            <p:spPr>
              <a:xfrm>
                <a:off x="307501" y="1795089"/>
                <a:ext cx="188780" cy="1850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3086"/>
                    </a:lnTo>
                    <a:lnTo>
                      <a:pt x="3024" y="0"/>
                    </a:lnTo>
                    <a:lnTo>
                      <a:pt x="21600" y="19837"/>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7" name="Shape 9067"/>
              <p:cNvSpPr/>
              <p:nvPr/>
            </p:nvSpPr>
            <p:spPr>
              <a:xfrm>
                <a:off x="137602" y="1964989"/>
                <a:ext cx="188779" cy="1850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76" y="21600"/>
                    </a:moveTo>
                    <a:lnTo>
                      <a:pt x="0" y="3086"/>
                    </a:lnTo>
                    <a:lnTo>
                      <a:pt x="3024" y="0"/>
                    </a:lnTo>
                    <a:lnTo>
                      <a:pt x="21600" y="19837"/>
                    </a:lnTo>
                    <a:lnTo>
                      <a:pt x="18576" y="21600"/>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8" name="Shape 9068"/>
              <p:cNvSpPr/>
              <p:nvPr/>
            </p:nvSpPr>
            <p:spPr>
              <a:xfrm>
                <a:off x="1481705" y="972015"/>
                <a:ext cx="151023" cy="1249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2610"/>
                    </a:lnTo>
                    <a:lnTo>
                      <a:pt x="0" y="21600"/>
                    </a:lnTo>
                    <a:lnTo>
                      <a:pt x="21600" y="19120"/>
                    </a:lnTo>
                    <a:lnTo>
                      <a:pt x="21600" y="0"/>
                    </a:lnTo>
                    <a:close/>
                  </a:path>
                </a:pathLst>
              </a:custGeom>
              <a:solidFill>
                <a:srgbClr val="52667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69" name="Shape 9069"/>
              <p:cNvSpPr/>
              <p:nvPr/>
            </p:nvSpPr>
            <p:spPr>
              <a:xfrm>
                <a:off x="1481705" y="496294"/>
                <a:ext cx="151023" cy="6267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 y="4684"/>
                    </a:moveTo>
                    <a:lnTo>
                      <a:pt x="0" y="5335"/>
                    </a:lnTo>
                    <a:lnTo>
                      <a:pt x="0" y="14183"/>
                    </a:lnTo>
                    <a:lnTo>
                      <a:pt x="4860" y="15484"/>
                    </a:lnTo>
                    <a:lnTo>
                      <a:pt x="1080" y="16395"/>
                    </a:lnTo>
                    <a:lnTo>
                      <a:pt x="0" y="16005"/>
                    </a:lnTo>
                    <a:lnTo>
                      <a:pt x="0" y="21600"/>
                    </a:lnTo>
                    <a:lnTo>
                      <a:pt x="21600" y="16395"/>
                    </a:lnTo>
                    <a:lnTo>
                      <a:pt x="21600" y="9239"/>
                    </a:lnTo>
                    <a:lnTo>
                      <a:pt x="2160" y="4684"/>
                    </a:lnTo>
                    <a:close/>
                    <a:moveTo>
                      <a:pt x="21600" y="0"/>
                    </a:moveTo>
                    <a:lnTo>
                      <a:pt x="6480" y="4034"/>
                    </a:lnTo>
                    <a:lnTo>
                      <a:pt x="21600" y="7807"/>
                    </a:lnTo>
                    <a:lnTo>
                      <a:pt x="21600" y="0"/>
                    </a:lnTo>
                    <a:close/>
                  </a:path>
                </a:pathLst>
              </a:custGeom>
              <a:solidFill>
                <a:srgbClr val="7B8DA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0" name="Shape 9070"/>
              <p:cNvSpPr/>
              <p:nvPr/>
            </p:nvSpPr>
            <p:spPr>
              <a:xfrm>
                <a:off x="1496807" y="605784"/>
                <a:ext cx="135921" cy="1585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800" y="0"/>
                    </a:moveTo>
                    <a:lnTo>
                      <a:pt x="0" y="3600"/>
                    </a:lnTo>
                    <a:lnTo>
                      <a:pt x="21600" y="21600"/>
                    </a:lnTo>
                    <a:lnTo>
                      <a:pt x="21600" y="15943"/>
                    </a:lnTo>
                    <a:lnTo>
                      <a:pt x="4800" y="1029"/>
                    </a:lnTo>
                    <a:lnTo>
                      <a:pt x="4800" y="0"/>
                    </a:lnTo>
                    <a:close/>
                  </a:path>
                </a:pathLst>
              </a:custGeom>
              <a:solidFill>
                <a:srgbClr val="0E314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1" name="Shape 9071"/>
              <p:cNvSpPr/>
              <p:nvPr/>
            </p:nvSpPr>
            <p:spPr>
              <a:xfrm>
                <a:off x="1481705" y="907829"/>
                <a:ext cx="33982" cy="6418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7788"/>
                    </a:lnTo>
                    <a:lnTo>
                      <a:pt x="4800" y="21600"/>
                    </a:lnTo>
                    <a:lnTo>
                      <a:pt x="21600" y="12706"/>
                    </a:lnTo>
                    <a:lnTo>
                      <a:pt x="0" y="0"/>
                    </a:lnTo>
                    <a:close/>
                  </a:path>
                </a:pathLst>
              </a:custGeom>
              <a:solidFill>
                <a:srgbClr val="0E314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082" name="Group 9082"/>
            <p:cNvGrpSpPr/>
            <p:nvPr/>
          </p:nvGrpSpPr>
          <p:grpSpPr>
            <a:xfrm>
              <a:off x="0" y="838178"/>
              <a:ext cx="2899638" cy="3145049"/>
              <a:chOff x="0" y="0"/>
              <a:chExt cx="2899637" cy="3145047"/>
            </a:xfrm>
          </p:grpSpPr>
          <p:sp>
            <p:nvSpPr>
              <p:cNvPr id="9073" name="Shape 9073"/>
              <p:cNvSpPr/>
              <p:nvPr/>
            </p:nvSpPr>
            <p:spPr>
              <a:xfrm>
                <a:off x="98164" y="0"/>
                <a:ext cx="1306348" cy="2257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22" y="7513"/>
                    </a:moveTo>
                    <a:cubicBezTo>
                      <a:pt x="5622" y="7513"/>
                      <a:pt x="5622" y="7513"/>
                      <a:pt x="5622" y="7513"/>
                    </a:cubicBezTo>
                    <a:cubicBezTo>
                      <a:pt x="5622" y="7513"/>
                      <a:pt x="5622" y="7513"/>
                      <a:pt x="5622" y="7513"/>
                    </a:cubicBezTo>
                    <a:moveTo>
                      <a:pt x="740" y="7428"/>
                    </a:moveTo>
                    <a:cubicBezTo>
                      <a:pt x="740" y="7428"/>
                      <a:pt x="740" y="7428"/>
                      <a:pt x="740" y="7428"/>
                    </a:cubicBezTo>
                    <a:cubicBezTo>
                      <a:pt x="740" y="7428"/>
                      <a:pt x="740" y="7428"/>
                      <a:pt x="740" y="7428"/>
                    </a:cubicBezTo>
                    <a:moveTo>
                      <a:pt x="888" y="7342"/>
                    </a:moveTo>
                    <a:cubicBezTo>
                      <a:pt x="888" y="7342"/>
                      <a:pt x="888" y="7342"/>
                      <a:pt x="888" y="7342"/>
                    </a:cubicBezTo>
                    <a:cubicBezTo>
                      <a:pt x="888" y="7342"/>
                      <a:pt x="888" y="7342"/>
                      <a:pt x="888" y="7342"/>
                    </a:cubicBezTo>
                    <a:moveTo>
                      <a:pt x="5622" y="7513"/>
                    </a:moveTo>
                    <a:cubicBezTo>
                      <a:pt x="4882" y="7172"/>
                      <a:pt x="4142" y="7001"/>
                      <a:pt x="3255" y="7001"/>
                    </a:cubicBezTo>
                    <a:cubicBezTo>
                      <a:pt x="4142" y="7001"/>
                      <a:pt x="4882" y="7172"/>
                      <a:pt x="5622" y="7513"/>
                    </a:cubicBezTo>
                    <a:moveTo>
                      <a:pt x="3255" y="7001"/>
                    </a:moveTo>
                    <a:cubicBezTo>
                      <a:pt x="3255" y="7001"/>
                      <a:pt x="3255" y="7001"/>
                      <a:pt x="3255" y="7001"/>
                    </a:cubicBezTo>
                    <a:cubicBezTo>
                      <a:pt x="3255" y="7001"/>
                      <a:pt x="3255" y="7001"/>
                      <a:pt x="3255" y="7001"/>
                    </a:cubicBezTo>
                    <a:cubicBezTo>
                      <a:pt x="3255" y="7001"/>
                      <a:pt x="3255" y="7001"/>
                      <a:pt x="3255" y="7001"/>
                    </a:cubicBezTo>
                    <a:moveTo>
                      <a:pt x="888" y="0"/>
                    </a:moveTo>
                    <a:cubicBezTo>
                      <a:pt x="444" y="3757"/>
                      <a:pt x="444" y="3757"/>
                      <a:pt x="444" y="3757"/>
                    </a:cubicBezTo>
                    <a:cubicBezTo>
                      <a:pt x="444" y="3757"/>
                      <a:pt x="444" y="3757"/>
                      <a:pt x="444" y="3757"/>
                    </a:cubicBezTo>
                    <a:cubicBezTo>
                      <a:pt x="0" y="7684"/>
                      <a:pt x="0" y="7684"/>
                      <a:pt x="0" y="7684"/>
                    </a:cubicBezTo>
                    <a:cubicBezTo>
                      <a:pt x="0" y="7684"/>
                      <a:pt x="0" y="7684"/>
                      <a:pt x="0" y="7684"/>
                    </a:cubicBezTo>
                    <a:cubicBezTo>
                      <a:pt x="21600" y="21600"/>
                      <a:pt x="21600" y="21600"/>
                      <a:pt x="21600" y="21600"/>
                    </a:cubicBezTo>
                    <a:cubicBezTo>
                      <a:pt x="21600" y="19551"/>
                      <a:pt x="21600" y="19551"/>
                      <a:pt x="21600" y="19551"/>
                    </a:cubicBezTo>
                    <a:cubicBezTo>
                      <a:pt x="21600" y="5379"/>
                      <a:pt x="21600" y="5379"/>
                      <a:pt x="21600" y="5379"/>
                    </a:cubicBezTo>
                    <a:cubicBezTo>
                      <a:pt x="21600" y="5208"/>
                      <a:pt x="21600" y="5208"/>
                      <a:pt x="21600" y="5208"/>
                    </a:cubicBezTo>
                    <a:cubicBezTo>
                      <a:pt x="14203" y="342"/>
                      <a:pt x="14203" y="342"/>
                      <a:pt x="14203" y="342"/>
                    </a:cubicBezTo>
                    <a:cubicBezTo>
                      <a:pt x="12723" y="1366"/>
                      <a:pt x="12279" y="2647"/>
                      <a:pt x="13315" y="3500"/>
                    </a:cubicBezTo>
                    <a:cubicBezTo>
                      <a:pt x="12279" y="2647"/>
                      <a:pt x="12723" y="1366"/>
                      <a:pt x="14203" y="342"/>
                    </a:cubicBezTo>
                    <a:cubicBezTo>
                      <a:pt x="888" y="0"/>
                      <a:pt x="888" y="0"/>
                      <a:pt x="888" y="0"/>
                    </a:cubicBezTo>
                  </a:path>
                </a:pathLst>
              </a:custGeom>
              <a:solidFill>
                <a:srgbClr val="DAE1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4" name="Shape 9074"/>
              <p:cNvSpPr/>
              <p:nvPr/>
            </p:nvSpPr>
            <p:spPr>
              <a:xfrm>
                <a:off x="-1" y="982605"/>
                <a:ext cx="2084116" cy="1966114"/>
              </a:xfrm>
              <a:custGeom>
                <a:avLst/>
                <a:gdLst/>
                <a:ahLst/>
                <a:cxnLst>
                  <a:cxn ang="0">
                    <a:pos x="wd2" y="hd2"/>
                  </a:cxn>
                  <a:cxn ang="5400000">
                    <a:pos x="wd2" y="hd2"/>
                  </a:cxn>
                  <a:cxn ang="10800000">
                    <a:pos x="wd2" y="hd2"/>
                  </a:cxn>
                  <a:cxn ang="16200000">
                    <a:pos x="wd2" y="hd2"/>
                  </a:cxn>
                </a:cxnLst>
                <a:rect l="0" t="0" r="r" b="b"/>
                <a:pathLst>
                  <a:path w="21600" h="21303" fill="norm" stroke="1" extrusionOk="0">
                    <a:moveTo>
                      <a:pt x="19653" y="21303"/>
                    </a:moveTo>
                    <a:cubicBezTo>
                      <a:pt x="0" y="865"/>
                      <a:pt x="0" y="865"/>
                      <a:pt x="0" y="865"/>
                    </a:cubicBezTo>
                    <a:cubicBezTo>
                      <a:pt x="1205" y="-103"/>
                      <a:pt x="2596" y="-297"/>
                      <a:pt x="3523" y="478"/>
                    </a:cubicBezTo>
                    <a:cubicBezTo>
                      <a:pt x="21600" y="19269"/>
                      <a:pt x="21600" y="19269"/>
                      <a:pt x="21600" y="19269"/>
                    </a:cubicBezTo>
                    <a:lnTo>
                      <a:pt x="19653" y="21303"/>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5" name="Shape 9075"/>
              <p:cNvSpPr/>
              <p:nvPr/>
            </p:nvSpPr>
            <p:spPr>
              <a:xfrm>
                <a:off x="299686" y="548837"/>
                <a:ext cx="2222397" cy="2211103"/>
              </a:xfrm>
              <a:custGeom>
                <a:avLst/>
                <a:gdLst/>
                <a:ahLst/>
                <a:cxnLst>
                  <a:cxn ang="0">
                    <a:pos x="wd2" y="hd2"/>
                  </a:cxn>
                  <a:cxn ang="5400000">
                    <a:pos x="wd2" y="hd2"/>
                  </a:cxn>
                  <a:cxn ang="10800000">
                    <a:pos x="wd2" y="hd2"/>
                  </a:cxn>
                  <a:cxn ang="16200000">
                    <a:pos x="wd2" y="hd2"/>
                  </a:cxn>
                </a:cxnLst>
                <a:rect l="0" t="0" r="r" b="b"/>
                <a:pathLst>
                  <a:path w="21297" h="21296" fill="norm" stroke="1" extrusionOk="0">
                    <a:moveTo>
                      <a:pt x="21297" y="17079"/>
                    </a:moveTo>
                    <a:cubicBezTo>
                      <a:pt x="17097" y="21296"/>
                      <a:pt x="17097" y="21296"/>
                      <a:pt x="17097" y="21296"/>
                    </a:cubicBezTo>
                    <a:cubicBezTo>
                      <a:pt x="383" y="4601"/>
                      <a:pt x="383" y="4601"/>
                      <a:pt x="383" y="4601"/>
                    </a:cubicBezTo>
                    <a:cubicBezTo>
                      <a:pt x="383" y="4601"/>
                      <a:pt x="383" y="4601"/>
                      <a:pt x="383" y="4601"/>
                    </a:cubicBezTo>
                    <a:cubicBezTo>
                      <a:pt x="383" y="4515"/>
                      <a:pt x="383" y="4515"/>
                      <a:pt x="383" y="4515"/>
                    </a:cubicBezTo>
                    <a:cubicBezTo>
                      <a:pt x="383" y="4601"/>
                      <a:pt x="383" y="4601"/>
                      <a:pt x="383" y="4601"/>
                    </a:cubicBezTo>
                    <a:cubicBezTo>
                      <a:pt x="-303" y="3655"/>
                      <a:pt x="-46" y="2106"/>
                      <a:pt x="983" y="987"/>
                    </a:cubicBezTo>
                    <a:cubicBezTo>
                      <a:pt x="2097" y="-46"/>
                      <a:pt x="3640" y="-304"/>
                      <a:pt x="4583" y="384"/>
                    </a:cubicBezTo>
                    <a:cubicBezTo>
                      <a:pt x="4583" y="298"/>
                      <a:pt x="4583" y="298"/>
                      <a:pt x="4583" y="298"/>
                    </a:cubicBezTo>
                    <a:cubicBezTo>
                      <a:pt x="4583" y="298"/>
                      <a:pt x="4583" y="298"/>
                      <a:pt x="4583" y="298"/>
                    </a:cubicBezTo>
                    <a:cubicBezTo>
                      <a:pt x="4583" y="298"/>
                      <a:pt x="4583" y="298"/>
                      <a:pt x="4583" y="298"/>
                    </a:cubicBezTo>
                    <a:lnTo>
                      <a:pt x="21297" y="17079"/>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6" name="Shape 9076"/>
              <p:cNvSpPr/>
              <p:nvPr/>
            </p:nvSpPr>
            <p:spPr>
              <a:xfrm>
                <a:off x="739603" y="249187"/>
                <a:ext cx="1963705" cy="2072790"/>
              </a:xfrm>
              <a:custGeom>
                <a:avLst/>
                <a:gdLst/>
                <a:ahLst/>
                <a:cxnLst>
                  <a:cxn ang="0">
                    <a:pos x="wd2" y="hd2"/>
                  </a:cxn>
                  <a:cxn ang="5400000">
                    <a:pos x="wd2" y="hd2"/>
                  </a:cxn>
                  <a:cxn ang="10800000">
                    <a:pos x="wd2" y="hd2"/>
                  </a:cxn>
                  <a:cxn ang="16200000">
                    <a:pos x="wd2" y="hd2"/>
                  </a:cxn>
                </a:cxnLst>
                <a:rect l="0" t="0" r="r" b="b"/>
                <a:pathLst>
                  <a:path w="21358" h="21600" fill="norm" stroke="1" extrusionOk="0">
                    <a:moveTo>
                      <a:pt x="439" y="3445"/>
                    </a:moveTo>
                    <a:cubicBezTo>
                      <a:pt x="-242" y="2607"/>
                      <a:pt x="-145" y="1117"/>
                      <a:pt x="828" y="0"/>
                    </a:cubicBezTo>
                    <a:cubicBezTo>
                      <a:pt x="21358" y="19738"/>
                      <a:pt x="21358" y="19738"/>
                      <a:pt x="21358" y="19738"/>
                    </a:cubicBezTo>
                    <a:cubicBezTo>
                      <a:pt x="19412" y="21600"/>
                      <a:pt x="19412" y="21600"/>
                      <a:pt x="19412" y="21600"/>
                    </a:cubicBezTo>
                    <a:lnTo>
                      <a:pt x="439" y="3445"/>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7" name="Shape 9077"/>
              <p:cNvSpPr/>
              <p:nvPr/>
            </p:nvSpPr>
            <p:spPr>
              <a:xfrm>
                <a:off x="-1" y="249187"/>
                <a:ext cx="815524" cy="811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cubicBezTo>
                      <a:pt x="19226" y="2848"/>
                      <a:pt x="18989" y="6646"/>
                      <a:pt x="20651" y="8782"/>
                    </a:cubicBezTo>
                    <a:cubicBezTo>
                      <a:pt x="20651" y="8782"/>
                      <a:pt x="20651" y="8782"/>
                      <a:pt x="20651" y="8782"/>
                    </a:cubicBezTo>
                    <a:cubicBezTo>
                      <a:pt x="20651" y="8782"/>
                      <a:pt x="20651" y="8782"/>
                      <a:pt x="20651" y="8782"/>
                    </a:cubicBezTo>
                    <a:cubicBezTo>
                      <a:pt x="20651" y="9020"/>
                      <a:pt x="20651" y="9020"/>
                      <a:pt x="20651" y="9020"/>
                    </a:cubicBezTo>
                    <a:cubicBezTo>
                      <a:pt x="18040" y="7121"/>
                      <a:pt x="13767" y="7833"/>
                      <a:pt x="10681" y="10681"/>
                    </a:cubicBezTo>
                    <a:cubicBezTo>
                      <a:pt x="7833" y="13767"/>
                      <a:pt x="7121" y="18040"/>
                      <a:pt x="9020" y="20651"/>
                    </a:cubicBezTo>
                    <a:cubicBezTo>
                      <a:pt x="9020" y="20413"/>
                      <a:pt x="9020" y="20413"/>
                      <a:pt x="9020" y="20413"/>
                    </a:cubicBezTo>
                    <a:cubicBezTo>
                      <a:pt x="9020" y="20651"/>
                      <a:pt x="9020" y="20651"/>
                      <a:pt x="9020" y="20651"/>
                    </a:cubicBezTo>
                    <a:cubicBezTo>
                      <a:pt x="9020" y="20651"/>
                      <a:pt x="9020" y="20651"/>
                      <a:pt x="9020" y="20651"/>
                    </a:cubicBezTo>
                    <a:cubicBezTo>
                      <a:pt x="6646" y="18752"/>
                      <a:pt x="2848" y="19226"/>
                      <a:pt x="0" y="21600"/>
                    </a:cubicBezTo>
                    <a:cubicBezTo>
                      <a:pt x="237" y="0"/>
                      <a:pt x="237" y="0"/>
                      <a:pt x="237" y="0"/>
                    </a:cubicBezTo>
                    <a:lnTo>
                      <a:pt x="2160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8" name="Shape 9078"/>
              <p:cNvSpPr/>
              <p:nvPr/>
            </p:nvSpPr>
            <p:spPr>
              <a:xfrm>
                <a:off x="7551" y="249187"/>
                <a:ext cx="396437" cy="4002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0"/>
                      <a:pt x="0" y="0"/>
                      <a:pt x="0" y="0"/>
                    </a:cubicBezTo>
                    <a:cubicBezTo>
                      <a:pt x="21600" y="0"/>
                      <a:pt x="21600" y="0"/>
                      <a:pt x="21600" y="0"/>
                    </a:cubicBezTo>
                    <a:cubicBezTo>
                      <a:pt x="18655" y="4320"/>
                      <a:pt x="15709" y="8160"/>
                      <a:pt x="11782" y="12000"/>
                    </a:cubicBezTo>
                    <a:cubicBezTo>
                      <a:pt x="7855" y="15360"/>
                      <a:pt x="3927" y="18720"/>
                      <a:pt x="0" y="21600"/>
                    </a:cubicBez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79" name="Shape 9079"/>
              <p:cNvSpPr/>
              <p:nvPr/>
            </p:nvSpPr>
            <p:spPr>
              <a:xfrm>
                <a:off x="1899112" y="2767490"/>
                <a:ext cx="373783" cy="3775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368"/>
                    </a:moveTo>
                    <a:lnTo>
                      <a:pt x="10691" y="0"/>
                    </a:lnTo>
                    <a:lnTo>
                      <a:pt x="21600" y="10800"/>
                    </a:lnTo>
                    <a:lnTo>
                      <a:pt x="10691" y="21600"/>
                    </a:lnTo>
                    <a:lnTo>
                      <a:pt x="0" y="10368"/>
                    </a:lnTo>
                    <a:close/>
                  </a:path>
                </a:pathLst>
              </a:custGeom>
              <a:solidFill>
                <a:srgbClr val="60749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80" name="Shape 9080"/>
              <p:cNvSpPr/>
              <p:nvPr/>
            </p:nvSpPr>
            <p:spPr>
              <a:xfrm>
                <a:off x="2084114" y="2321973"/>
                <a:ext cx="626745" cy="6342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5171"/>
                    </a:moveTo>
                    <a:lnTo>
                      <a:pt x="15094" y="0"/>
                    </a:lnTo>
                    <a:lnTo>
                      <a:pt x="21600" y="6686"/>
                    </a:lnTo>
                    <a:lnTo>
                      <a:pt x="6506" y="21600"/>
                    </a:lnTo>
                    <a:lnTo>
                      <a:pt x="0" y="15171"/>
                    </a:lnTo>
                    <a:close/>
                  </a:path>
                </a:pathLst>
              </a:custGeom>
              <a:solidFill>
                <a:srgbClr val="90A0BA"/>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81" name="Shape 9081"/>
              <p:cNvSpPr/>
              <p:nvPr/>
            </p:nvSpPr>
            <p:spPr>
              <a:xfrm>
                <a:off x="2522080" y="2144523"/>
                <a:ext cx="377558" cy="3737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255"/>
                    </a:moveTo>
                    <a:lnTo>
                      <a:pt x="10800" y="0"/>
                    </a:lnTo>
                    <a:lnTo>
                      <a:pt x="21600" y="10691"/>
                    </a:lnTo>
                    <a:lnTo>
                      <a:pt x="10800" y="21600"/>
                    </a:lnTo>
                    <a:lnTo>
                      <a:pt x="0" y="10255"/>
                    </a:lnTo>
                    <a:close/>
                  </a:path>
                </a:pathLst>
              </a:custGeom>
              <a:solidFill>
                <a:srgbClr val="607490"/>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092" name="Group 9092"/>
            <p:cNvGrpSpPr/>
            <p:nvPr/>
          </p:nvGrpSpPr>
          <p:grpSpPr>
            <a:xfrm>
              <a:off x="1342213" y="-1"/>
              <a:ext cx="4285274" cy="5810604"/>
              <a:chOff x="0" y="0"/>
              <a:chExt cx="4285272" cy="5810602"/>
            </a:xfrm>
          </p:grpSpPr>
          <p:grpSp>
            <p:nvGrpSpPr>
              <p:cNvPr id="9088" name="Group 9088"/>
              <p:cNvGrpSpPr/>
              <p:nvPr/>
            </p:nvGrpSpPr>
            <p:grpSpPr>
              <a:xfrm>
                <a:off x="0" y="0"/>
                <a:ext cx="4270171" cy="5810603"/>
                <a:chOff x="0" y="0"/>
                <a:chExt cx="4270169" cy="5810602"/>
              </a:xfrm>
            </p:grpSpPr>
            <p:grpSp>
              <p:nvGrpSpPr>
                <p:cNvPr id="9085" name="Group 9085"/>
                <p:cNvGrpSpPr/>
                <p:nvPr/>
              </p:nvGrpSpPr>
              <p:grpSpPr>
                <a:xfrm>
                  <a:off x="0" y="0"/>
                  <a:ext cx="4270171" cy="5810603"/>
                  <a:chOff x="0" y="0"/>
                  <a:chExt cx="4270170" cy="5810602"/>
                </a:xfrm>
              </p:grpSpPr>
              <p:sp>
                <p:nvSpPr>
                  <p:cNvPr id="9083" name="Shape 9083"/>
                  <p:cNvSpPr/>
                  <p:nvPr/>
                </p:nvSpPr>
                <p:spPr>
                  <a:xfrm>
                    <a:off x="151022" y="0"/>
                    <a:ext cx="4119149" cy="4855383"/>
                  </a:xfrm>
                  <a:prstGeom prst="rect">
                    <a:avLst/>
                  </a:prstGeom>
                  <a:solidFill>
                    <a:srgbClr val="DAE1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84" name="Shape 9084"/>
                  <p:cNvSpPr/>
                  <p:nvPr/>
                </p:nvSpPr>
                <p:spPr>
                  <a:xfrm>
                    <a:off x="-1" y="188778"/>
                    <a:ext cx="4119149" cy="56218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600" y="4149"/>
                        </a:lnTo>
                        <a:lnTo>
                          <a:pt x="15918" y="0"/>
                        </a:lnTo>
                        <a:lnTo>
                          <a:pt x="0" y="0"/>
                        </a:lnTo>
                        <a:lnTo>
                          <a:pt x="0" y="21600"/>
                        </a:lnTo>
                        <a:lnTo>
                          <a:pt x="21600" y="21600"/>
                        </a:lnTo>
                        <a:close/>
                      </a:path>
                    </a:pathLst>
                  </a:cu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9086" name="Shape 9086"/>
                <p:cNvSpPr/>
                <p:nvPr/>
              </p:nvSpPr>
              <p:spPr>
                <a:xfrm>
                  <a:off x="3035557" y="188778"/>
                  <a:ext cx="1083591" cy="1079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0" y="0"/>
                      </a:lnTo>
                      <a:lnTo>
                        <a:pt x="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87" name="Shape 9087"/>
                <p:cNvSpPr/>
                <p:nvPr/>
              </p:nvSpPr>
              <p:spPr>
                <a:xfrm>
                  <a:off x="3035557" y="1268591"/>
                  <a:ext cx="1083591" cy="10911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21600" y="21600"/>
                      </a:lnTo>
                      <a:lnTo>
                        <a:pt x="21600" y="0"/>
                      </a:lnTo>
                      <a:close/>
                    </a:path>
                  </a:pathLst>
                </a:cu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091" name="Group 9091"/>
              <p:cNvGrpSpPr/>
              <p:nvPr/>
            </p:nvGrpSpPr>
            <p:grpSpPr>
              <a:xfrm>
                <a:off x="3201682" y="45306"/>
                <a:ext cx="1083591" cy="2163403"/>
                <a:chOff x="0" y="0"/>
                <a:chExt cx="1083589" cy="2163402"/>
              </a:xfrm>
            </p:grpSpPr>
            <p:sp>
              <p:nvSpPr>
                <p:cNvPr id="9089" name="Shape 9089"/>
                <p:cNvSpPr/>
                <p:nvPr/>
              </p:nvSpPr>
              <p:spPr>
                <a:xfrm>
                  <a:off x="0" y="-1"/>
                  <a:ext cx="1083590" cy="1079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6797"/>
                      </a:lnTo>
                      <a:lnTo>
                        <a:pt x="14826" y="21600"/>
                      </a:lnTo>
                      <a:lnTo>
                        <a:pt x="21600" y="21600"/>
                      </a:lnTo>
                      <a:lnTo>
                        <a:pt x="0" y="0"/>
                      </a:lnTo>
                      <a:close/>
                    </a:path>
                  </a:pathLst>
                </a:custGeom>
                <a:solidFill>
                  <a:srgbClr val="DAE1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0" name="Shape 9090"/>
                <p:cNvSpPr/>
                <p:nvPr/>
              </p:nvSpPr>
              <p:spPr>
                <a:xfrm>
                  <a:off x="743788" y="1079812"/>
                  <a:ext cx="339802" cy="10835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0" y="0"/>
                      </a:lnTo>
                      <a:lnTo>
                        <a:pt x="12000" y="3763"/>
                      </a:lnTo>
                      <a:lnTo>
                        <a:pt x="12000" y="18740"/>
                      </a:lnTo>
                      <a:lnTo>
                        <a:pt x="21600" y="21600"/>
                      </a:lnTo>
                      <a:lnTo>
                        <a:pt x="21600" y="0"/>
                      </a:lnTo>
                      <a:close/>
                    </a:path>
                  </a:pathLst>
                </a:custGeom>
                <a:solidFill>
                  <a:srgbClr val="DAE1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grpSp>
          <p:nvGrpSpPr>
            <p:cNvPr id="9142" name="Group 9142"/>
            <p:cNvGrpSpPr/>
            <p:nvPr/>
          </p:nvGrpSpPr>
          <p:grpSpPr>
            <a:xfrm>
              <a:off x="1227060" y="8121250"/>
              <a:ext cx="4617524" cy="2306874"/>
              <a:chOff x="0" y="0"/>
              <a:chExt cx="4617522" cy="2306873"/>
            </a:xfrm>
          </p:grpSpPr>
          <p:sp>
            <p:nvSpPr>
              <p:cNvPr id="9093" name="Shape 9093"/>
              <p:cNvSpPr/>
              <p:nvPr/>
            </p:nvSpPr>
            <p:spPr>
              <a:xfrm>
                <a:off x="-1" y="0"/>
                <a:ext cx="4617524" cy="2027482"/>
              </a:xfrm>
              <a:prstGeom prst="rect">
                <a:avLst/>
              </a:prstGeom>
              <a:solidFill>
                <a:srgbClr val="DAE1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4" name="Shape 9094"/>
              <p:cNvSpPr/>
              <p:nvPr/>
            </p:nvSpPr>
            <p:spPr>
              <a:xfrm>
                <a:off x="-1" y="275617"/>
                <a:ext cx="4609973" cy="203125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5" name="Shape 9095"/>
              <p:cNvSpPr/>
              <p:nvPr/>
            </p:nvSpPr>
            <p:spPr>
              <a:xfrm>
                <a:off x="-1" y="215208"/>
                <a:ext cx="4609973" cy="2027483"/>
              </a:xfrm>
              <a:prstGeom prst="rect">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6" name="Shape 9096"/>
              <p:cNvSpPr/>
              <p:nvPr/>
            </p:nvSpPr>
            <p:spPr>
              <a:xfrm>
                <a:off x="339801" y="607867"/>
                <a:ext cx="332251"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7" name="Shape 9097"/>
              <p:cNvSpPr/>
              <p:nvPr/>
            </p:nvSpPr>
            <p:spPr>
              <a:xfrm>
                <a:off x="796644" y="607867"/>
                <a:ext cx="320925"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8" name="Shape 9098"/>
              <p:cNvSpPr/>
              <p:nvPr/>
            </p:nvSpPr>
            <p:spPr>
              <a:xfrm>
                <a:off x="1242161" y="607867"/>
                <a:ext cx="324700"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099" name="Shape 9099"/>
              <p:cNvSpPr/>
              <p:nvPr/>
            </p:nvSpPr>
            <p:spPr>
              <a:xfrm>
                <a:off x="1691455" y="607867"/>
                <a:ext cx="332251"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0" name="Shape 9100"/>
              <p:cNvSpPr/>
              <p:nvPr/>
            </p:nvSpPr>
            <p:spPr>
              <a:xfrm>
                <a:off x="2148297" y="607867"/>
                <a:ext cx="320926"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1" name="Shape 9101"/>
              <p:cNvSpPr/>
              <p:nvPr/>
            </p:nvSpPr>
            <p:spPr>
              <a:xfrm>
                <a:off x="2593814" y="607867"/>
                <a:ext cx="324700"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2" name="Shape 9102"/>
              <p:cNvSpPr/>
              <p:nvPr/>
            </p:nvSpPr>
            <p:spPr>
              <a:xfrm>
                <a:off x="3043108" y="607867"/>
                <a:ext cx="332251"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3" name="Shape 9103"/>
              <p:cNvSpPr/>
              <p:nvPr/>
            </p:nvSpPr>
            <p:spPr>
              <a:xfrm>
                <a:off x="3499951" y="607867"/>
                <a:ext cx="320926"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4" name="Shape 9104"/>
              <p:cNvSpPr/>
              <p:nvPr/>
            </p:nvSpPr>
            <p:spPr>
              <a:xfrm>
                <a:off x="3945468" y="607867"/>
                <a:ext cx="324700" cy="328477"/>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5" name="Shape 9105"/>
              <p:cNvSpPr/>
              <p:nvPr/>
            </p:nvSpPr>
            <p:spPr>
              <a:xfrm>
                <a:off x="339801" y="1064710"/>
                <a:ext cx="332251"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6" name="Shape 9106"/>
              <p:cNvSpPr/>
              <p:nvPr/>
            </p:nvSpPr>
            <p:spPr>
              <a:xfrm>
                <a:off x="796644" y="1064710"/>
                <a:ext cx="320925"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7" name="Shape 9107"/>
              <p:cNvSpPr/>
              <p:nvPr/>
            </p:nvSpPr>
            <p:spPr>
              <a:xfrm>
                <a:off x="1242161" y="1064710"/>
                <a:ext cx="324700"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8" name="Shape 9108"/>
              <p:cNvSpPr/>
              <p:nvPr/>
            </p:nvSpPr>
            <p:spPr>
              <a:xfrm>
                <a:off x="1691455" y="1064710"/>
                <a:ext cx="332251"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09" name="Shape 9109"/>
              <p:cNvSpPr/>
              <p:nvPr/>
            </p:nvSpPr>
            <p:spPr>
              <a:xfrm>
                <a:off x="2148297" y="1064710"/>
                <a:ext cx="320926"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0" name="Shape 9110"/>
              <p:cNvSpPr/>
              <p:nvPr/>
            </p:nvSpPr>
            <p:spPr>
              <a:xfrm>
                <a:off x="2593814" y="1064710"/>
                <a:ext cx="324700"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1" name="Shape 9111"/>
              <p:cNvSpPr/>
              <p:nvPr/>
            </p:nvSpPr>
            <p:spPr>
              <a:xfrm>
                <a:off x="3043108" y="1064710"/>
                <a:ext cx="332251"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2" name="Shape 9112"/>
              <p:cNvSpPr/>
              <p:nvPr/>
            </p:nvSpPr>
            <p:spPr>
              <a:xfrm>
                <a:off x="3499951" y="1064710"/>
                <a:ext cx="320926"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3" name="Shape 9113"/>
              <p:cNvSpPr/>
              <p:nvPr/>
            </p:nvSpPr>
            <p:spPr>
              <a:xfrm>
                <a:off x="3945468" y="1064710"/>
                <a:ext cx="324700"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4" name="Shape 9114"/>
              <p:cNvSpPr/>
              <p:nvPr/>
            </p:nvSpPr>
            <p:spPr>
              <a:xfrm>
                <a:off x="339801" y="1510227"/>
                <a:ext cx="332251"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5" name="Shape 9115"/>
              <p:cNvSpPr/>
              <p:nvPr/>
            </p:nvSpPr>
            <p:spPr>
              <a:xfrm>
                <a:off x="796644" y="1510227"/>
                <a:ext cx="2121870" cy="3209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16" y="0"/>
                    </a:moveTo>
                    <a:lnTo>
                      <a:pt x="0" y="0"/>
                    </a:lnTo>
                    <a:lnTo>
                      <a:pt x="0" y="21600"/>
                    </a:lnTo>
                    <a:lnTo>
                      <a:pt x="21600" y="21600"/>
                    </a:lnTo>
                    <a:lnTo>
                      <a:pt x="21600" y="0"/>
                    </a:lnTo>
                    <a:lnTo>
                      <a:pt x="20216" y="0"/>
                    </a:lnTo>
                    <a:close/>
                  </a:path>
                </a:pathLst>
              </a:cu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6" name="Shape 9116"/>
              <p:cNvSpPr/>
              <p:nvPr/>
            </p:nvSpPr>
            <p:spPr>
              <a:xfrm>
                <a:off x="3043108" y="1510227"/>
                <a:ext cx="332251"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7" name="Shape 9117"/>
              <p:cNvSpPr/>
              <p:nvPr/>
            </p:nvSpPr>
            <p:spPr>
              <a:xfrm>
                <a:off x="3499951" y="1510227"/>
                <a:ext cx="320926"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8" name="Shape 9118"/>
              <p:cNvSpPr/>
              <p:nvPr/>
            </p:nvSpPr>
            <p:spPr>
              <a:xfrm>
                <a:off x="3945468" y="1510227"/>
                <a:ext cx="324700" cy="320926"/>
              </a:xfrm>
              <a:prstGeom prst="rect">
                <a:avLst/>
              </a:pr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19" name="Shape 9119"/>
              <p:cNvSpPr/>
              <p:nvPr/>
            </p:nvSpPr>
            <p:spPr>
              <a:xfrm>
                <a:off x="339801" y="555009"/>
                <a:ext cx="332251"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0" name="Shape 9120"/>
              <p:cNvSpPr/>
              <p:nvPr/>
            </p:nvSpPr>
            <p:spPr>
              <a:xfrm>
                <a:off x="796644" y="555009"/>
                <a:ext cx="320925"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1" name="Shape 9121"/>
              <p:cNvSpPr/>
              <p:nvPr/>
            </p:nvSpPr>
            <p:spPr>
              <a:xfrm>
                <a:off x="1242161" y="555009"/>
                <a:ext cx="324700"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2" name="Shape 9122"/>
              <p:cNvSpPr/>
              <p:nvPr/>
            </p:nvSpPr>
            <p:spPr>
              <a:xfrm>
                <a:off x="1691455" y="555009"/>
                <a:ext cx="332251"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3" name="Shape 9123"/>
              <p:cNvSpPr/>
              <p:nvPr/>
            </p:nvSpPr>
            <p:spPr>
              <a:xfrm>
                <a:off x="2148297" y="555009"/>
                <a:ext cx="320926"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4" name="Shape 9124"/>
              <p:cNvSpPr/>
              <p:nvPr/>
            </p:nvSpPr>
            <p:spPr>
              <a:xfrm>
                <a:off x="2593814" y="555009"/>
                <a:ext cx="324700"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5" name="Shape 9125"/>
              <p:cNvSpPr/>
              <p:nvPr/>
            </p:nvSpPr>
            <p:spPr>
              <a:xfrm>
                <a:off x="3043108" y="555009"/>
                <a:ext cx="332251"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6" name="Shape 9126"/>
              <p:cNvSpPr/>
              <p:nvPr/>
            </p:nvSpPr>
            <p:spPr>
              <a:xfrm>
                <a:off x="3499951" y="555009"/>
                <a:ext cx="320926"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7" name="Shape 9127"/>
              <p:cNvSpPr/>
              <p:nvPr/>
            </p:nvSpPr>
            <p:spPr>
              <a:xfrm>
                <a:off x="3945468" y="555009"/>
                <a:ext cx="324700" cy="328477"/>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8" name="Shape 9128"/>
              <p:cNvSpPr/>
              <p:nvPr/>
            </p:nvSpPr>
            <p:spPr>
              <a:xfrm>
                <a:off x="339801" y="1000527"/>
                <a:ext cx="332251"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29" name="Shape 9129"/>
              <p:cNvSpPr/>
              <p:nvPr/>
            </p:nvSpPr>
            <p:spPr>
              <a:xfrm>
                <a:off x="796644" y="1000527"/>
                <a:ext cx="320925"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0" name="Shape 9130"/>
              <p:cNvSpPr/>
              <p:nvPr/>
            </p:nvSpPr>
            <p:spPr>
              <a:xfrm>
                <a:off x="1242161" y="1000527"/>
                <a:ext cx="324700"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1" name="Shape 9131"/>
              <p:cNvSpPr/>
              <p:nvPr/>
            </p:nvSpPr>
            <p:spPr>
              <a:xfrm>
                <a:off x="1691455" y="1000527"/>
                <a:ext cx="332251"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2" name="Shape 9132"/>
              <p:cNvSpPr/>
              <p:nvPr/>
            </p:nvSpPr>
            <p:spPr>
              <a:xfrm>
                <a:off x="2148297" y="1000527"/>
                <a:ext cx="320926"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3" name="Shape 9133"/>
              <p:cNvSpPr/>
              <p:nvPr/>
            </p:nvSpPr>
            <p:spPr>
              <a:xfrm>
                <a:off x="2593814" y="1000527"/>
                <a:ext cx="324700"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4" name="Shape 9134"/>
              <p:cNvSpPr/>
              <p:nvPr/>
            </p:nvSpPr>
            <p:spPr>
              <a:xfrm>
                <a:off x="3043108" y="1000527"/>
                <a:ext cx="332251"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5" name="Shape 9135"/>
              <p:cNvSpPr/>
              <p:nvPr/>
            </p:nvSpPr>
            <p:spPr>
              <a:xfrm>
                <a:off x="3499951" y="1000527"/>
                <a:ext cx="320926"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6" name="Shape 9136"/>
              <p:cNvSpPr/>
              <p:nvPr/>
            </p:nvSpPr>
            <p:spPr>
              <a:xfrm>
                <a:off x="3945468" y="1000527"/>
                <a:ext cx="324700" cy="332251"/>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7" name="Shape 9137"/>
              <p:cNvSpPr/>
              <p:nvPr/>
            </p:nvSpPr>
            <p:spPr>
              <a:xfrm>
                <a:off x="339801" y="1457369"/>
                <a:ext cx="332251" cy="320926"/>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8" name="Shape 9138"/>
              <p:cNvSpPr/>
              <p:nvPr/>
            </p:nvSpPr>
            <p:spPr>
              <a:xfrm>
                <a:off x="796644" y="1457369"/>
                <a:ext cx="2121870" cy="3209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16" y="0"/>
                    </a:moveTo>
                    <a:lnTo>
                      <a:pt x="0" y="0"/>
                    </a:lnTo>
                    <a:lnTo>
                      <a:pt x="0" y="21600"/>
                    </a:lnTo>
                    <a:lnTo>
                      <a:pt x="21600" y="21600"/>
                    </a:lnTo>
                    <a:lnTo>
                      <a:pt x="21600" y="0"/>
                    </a:lnTo>
                    <a:lnTo>
                      <a:pt x="20216" y="0"/>
                    </a:lnTo>
                    <a:close/>
                  </a:path>
                </a:pathLst>
              </a:cu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39" name="Shape 9139"/>
              <p:cNvSpPr/>
              <p:nvPr/>
            </p:nvSpPr>
            <p:spPr>
              <a:xfrm>
                <a:off x="3043108" y="1457369"/>
                <a:ext cx="332251" cy="320926"/>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40" name="Shape 9140"/>
              <p:cNvSpPr/>
              <p:nvPr/>
            </p:nvSpPr>
            <p:spPr>
              <a:xfrm>
                <a:off x="3499951" y="1457369"/>
                <a:ext cx="320926" cy="320926"/>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41" name="Shape 9141"/>
              <p:cNvSpPr/>
              <p:nvPr/>
            </p:nvSpPr>
            <p:spPr>
              <a:xfrm>
                <a:off x="3945468" y="1457369"/>
                <a:ext cx="324700" cy="320926"/>
              </a:xfrm>
              <a:prstGeom prst="rect">
                <a:avLst/>
              </a:prstGeom>
              <a:solidFill>
                <a:srgbClr val="C1E2DE"/>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147" name="Group 9147"/>
            <p:cNvGrpSpPr/>
            <p:nvPr/>
          </p:nvGrpSpPr>
          <p:grpSpPr>
            <a:xfrm>
              <a:off x="547458" y="5923869"/>
              <a:ext cx="4258843" cy="2597595"/>
              <a:chOff x="0" y="0"/>
              <a:chExt cx="4258842" cy="2597593"/>
            </a:xfrm>
          </p:grpSpPr>
          <p:sp>
            <p:nvSpPr>
              <p:cNvPr id="9143" name="Shape 9143"/>
              <p:cNvSpPr/>
              <p:nvPr/>
            </p:nvSpPr>
            <p:spPr>
              <a:xfrm>
                <a:off x="-1" y="-1"/>
                <a:ext cx="2416366" cy="7475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6720" y="21600"/>
                      <a:pt x="6720" y="21600"/>
                      <a:pt x="6720" y="21600"/>
                    </a:cubicBezTo>
                    <a:cubicBezTo>
                      <a:pt x="2960" y="21600"/>
                      <a:pt x="0" y="11829"/>
                      <a:pt x="0" y="0"/>
                    </a:cubicBezTo>
                    <a:cubicBezTo>
                      <a:pt x="640" y="0"/>
                      <a:pt x="640" y="0"/>
                      <a:pt x="640" y="0"/>
                    </a:cubicBezTo>
                    <a:cubicBezTo>
                      <a:pt x="640" y="10800"/>
                      <a:pt x="3360" y="19543"/>
                      <a:pt x="6720" y="19543"/>
                    </a:cubicBezTo>
                    <a:cubicBezTo>
                      <a:pt x="21600" y="19543"/>
                      <a:pt x="21600" y="19543"/>
                      <a:pt x="21600" y="19543"/>
                    </a:cubicBezTo>
                    <a:lnTo>
                      <a:pt x="216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44" name="Shape 9144"/>
              <p:cNvSpPr/>
              <p:nvPr/>
            </p:nvSpPr>
            <p:spPr>
              <a:xfrm>
                <a:off x="2359729" y="675828"/>
                <a:ext cx="1899114" cy="8155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913" y="21600"/>
                    </a:moveTo>
                    <a:cubicBezTo>
                      <a:pt x="0" y="21600"/>
                      <a:pt x="0" y="21600"/>
                      <a:pt x="0" y="21600"/>
                    </a:cubicBezTo>
                    <a:cubicBezTo>
                      <a:pt x="0" y="19701"/>
                      <a:pt x="0" y="19701"/>
                      <a:pt x="0" y="19701"/>
                    </a:cubicBezTo>
                    <a:cubicBezTo>
                      <a:pt x="16913" y="19701"/>
                      <a:pt x="16913" y="19701"/>
                      <a:pt x="16913" y="19701"/>
                    </a:cubicBezTo>
                    <a:cubicBezTo>
                      <a:pt x="19053" y="19701"/>
                      <a:pt x="20785" y="15903"/>
                      <a:pt x="20785" y="10919"/>
                    </a:cubicBezTo>
                    <a:cubicBezTo>
                      <a:pt x="20785" y="5934"/>
                      <a:pt x="19053" y="1899"/>
                      <a:pt x="16913" y="1899"/>
                    </a:cubicBezTo>
                    <a:cubicBezTo>
                      <a:pt x="0" y="1899"/>
                      <a:pt x="0" y="1899"/>
                      <a:pt x="0" y="1899"/>
                    </a:cubicBezTo>
                    <a:cubicBezTo>
                      <a:pt x="0" y="0"/>
                      <a:pt x="0" y="0"/>
                      <a:pt x="0" y="0"/>
                    </a:cubicBezTo>
                    <a:cubicBezTo>
                      <a:pt x="16913" y="0"/>
                      <a:pt x="16913" y="0"/>
                      <a:pt x="16913" y="0"/>
                    </a:cubicBezTo>
                    <a:cubicBezTo>
                      <a:pt x="19460" y="0"/>
                      <a:pt x="21600" y="4985"/>
                      <a:pt x="21600" y="10919"/>
                    </a:cubicBezTo>
                    <a:cubicBezTo>
                      <a:pt x="21600" y="16853"/>
                      <a:pt x="19460" y="21600"/>
                      <a:pt x="16913" y="21600"/>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45" name="Shape 9145"/>
              <p:cNvSpPr/>
              <p:nvPr/>
            </p:nvSpPr>
            <p:spPr>
              <a:xfrm>
                <a:off x="2978922" y="1838703"/>
                <a:ext cx="411540" cy="7588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17843" y="21600"/>
                      <a:pt x="17843" y="21600"/>
                      <a:pt x="17843" y="21600"/>
                    </a:cubicBezTo>
                    <a:cubicBezTo>
                      <a:pt x="17843" y="11435"/>
                      <a:pt x="17843" y="11435"/>
                      <a:pt x="17843" y="11435"/>
                    </a:cubicBezTo>
                    <a:cubicBezTo>
                      <a:pt x="17843" y="6099"/>
                      <a:pt x="9861" y="2033"/>
                      <a:pt x="0" y="2033"/>
                    </a:cubicBezTo>
                    <a:cubicBezTo>
                      <a:pt x="0" y="0"/>
                      <a:pt x="0" y="0"/>
                      <a:pt x="0" y="0"/>
                    </a:cubicBezTo>
                    <a:cubicBezTo>
                      <a:pt x="12209" y="0"/>
                      <a:pt x="21600" y="5082"/>
                      <a:pt x="21600" y="11435"/>
                    </a:cubicBezTo>
                    <a:lnTo>
                      <a:pt x="216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46" name="Shape 9146"/>
              <p:cNvSpPr/>
              <p:nvPr/>
            </p:nvSpPr>
            <p:spPr>
              <a:xfrm>
                <a:off x="1921763" y="1421411"/>
                <a:ext cx="1064711" cy="4832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4901" y="21600"/>
                      <a:pt x="4901" y="21600"/>
                      <a:pt x="4901" y="21600"/>
                    </a:cubicBezTo>
                    <a:cubicBezTo>
                      <a:pt x="2178" y="21600"/>
                      <a:pt x="0" y="16400"/>
                      <a:pt x="0" y="10800"/>
                    </a:cubicBezTo>
                    <a:cubicBezTo>
                      <a:pt x="0" y="4800"/>
                      <a:pt x="2178" y="0"/>
                      <a:pt x="4901" y="0"/>
                    </a:cubicBezTo>
                    <a:cubicBezTo>
                      <a:pt x="21600" y="0"/>
                      <a:pt x="21600" y="0"/>
                      <a:pt x="21600" y="0"/>
                    </a:cubicBezTo>
                    <a:cubicBezTo>
                      <a:pt x="21600" y="3200"/>
                      <a:pt x="21600" y="3200"/>
                      <a:pt x="21600" y="3200"/>
                    </a:cubicBezTo>
                    <a:cubicBezTo>
                      <a:pt x="4901" y="3200"/>
                      <a:pt x="4901" y="3200"/>
                      <a:pt x="4901" y="3200"/>
                    </a:cubicBezTo>
                    <a:cubicBezTo>
                      <a:pt x="3086" y="3200"/>
                      <a:pt x="1452" y="6400"/>
                      <a:pt x="1452" y="10800"/>
                    </a:cubicBezTo>
                    <a:cubicBezTo>
                      <a:pt x="1452" y="14800"/>
                      <a:pt x="3086" y="18400"/>
                      <a:pt x="4901" y="18400"/>
                    </a:cubicBezTo>
                    <a:cubicBezTo>
                      <a:pt x="21600" y="18400"/>
                      <a:pt x="21600" y="18400"/>
                      <a:pt x="21600" y="18400"/>
                    </a:cubicBezTo>
                    <a:lnTo>
                      <a:pt x="216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153" name="Group 9153"/>
            <p:cNvGrpSpPr/>
            <p:nvPr/>
          </p:nvGrpSpPr>
          <p:grpSpPr>
            <a:xfrm>
              <a:off x="4643949" y="4715687"/>
              <a:ext cx="2076567" cy="1921767"/>
              <a:chOff x="0" y="0"/>
              <a:chExt cx="2076565" cy="1921765"/>
            </a:xfrm>
          </p:grpSpPr>
          <p:sp>
            <p:nvSpPr>
              <p:cNvPr id="9148" name="Shape 9148"/>
              <p:cNvSpPr/>
              <p:nvPr/>
            </p:nvSpPr>
            <p:spPr>
              <a:xfrm>
                <a:off x="690930" y="234085"/>
                <a:ext cx="1385636" cy="1536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297" y="0"/>
                    </a:moveTo>
                    <a:lnTo>
                      <a:pt x="5297" y="10667"/>
                    </a:lnTo>
                    <a:lnTo>
                      <a:pt x="2943" y="10667"/>
                    </a:lnTo>
                    <a:lnTo>
                      <a:pt x="2943" y="13427"/>
                    </a:lnTo>
                    <a:lnTo>
                      <a:pt x="0" y="13427"/>
                    </a:lnTo>
                    <a:lnTo>
                      <a:pt x="2943" y="21600"/>
                    </a:lnTo>
                    <a:lnTo>
                      <a:pt x="7828" y="13056"/>
                    </a:lnTo>
                    <a:lnTo>
                      <a:pt x="15185" y="19689"/>
                    </a:lnTo>
                    <a:lnTo>
                      <a:pt x="17186" y="17938"/>
                    </a:lnTo>
                    <a:lnTo>
                      <a:pt x="19540" y="15815"/>
                    </a:lnTo>
                    <a:lnTo>
                      <a:pt x="12124" y="9128"/>
                    </a:lnTo>
                    <a:lnTo>
                      <a:pt x="21600" y="4723"/>
                    </a:lnTo>
                    <a:lnTo>
                      <a:pt x="7828" y="743"/>
                    </a:lnTo>
                    <a:lnTo>
                      <a:pt x="5297" y="0"/>
                    </a:lnTo>
                    <a:close/>
                  </a:path>
                </a:pathLst>
              </a:custGeom>
              <a:solidFill>
                <a:srgbClr val="DAE1DB"/>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49" name="Shape 9149"/>
              <p:cNvSpPr/>
              <p:nvPr/>
            </p:nvSpPr>
            <p:spPr>
              <a:xfrm>
                <a:off x="879708" y="188778"/>
                <a:ext cx="151024" cy="80419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21600"/>
                    </a:lnTo>
                    <a:lnTo>
                      <a:pt x="21600" y="1217"/>
                    </a:lnTo>
                    <a:lnTo>
                      <a:pt x="0" y="0"/>
                    </a:lnTo>
                    <a:close/>
                  </a:path>
                </a:pathLst>
              </a:custGeom>
              <a:solidFill>
                <a:srgbClr val="BAC7BC"/>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50" name="Shape 9150"/>
              <p:cNvSpPr/>
              <p:nvPr/>
            </p:nvSpPr>
            <p:spPr>
              <a:xfrm>
                <a:off x="298271" y="0"/>
                <a:ext cx="581438" cy="118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561" y="480"/>
                    </a:lnTo>
                    <a:lnTo>
                      <a:pt x="10940" y="16046"/>
                    </a:lnTo>
                    <a:lnTo>
                      <a:pt x="14587" y="21600"/>
                    </a:lnTo>
                    <a:lnTo>
                      <a:pt x="21600" y="21600"/>
                    </a:lnTo>
                    <a:lnTo>
                      <a:pt x="21600" y="3429"/>
                    </a:lnTo>
                    <a:lnTo>
                      <a:pt x="0" y="0"/>
                    </a:lnTo>
                    <a:close/>
                  </a:path>
                </a:pathLst>
              </a:custGeom>
              <a:solidFill>
                <a:srgbClr val="A5C7B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51" name="Shape 9151"/>
              <p:cNvSpPr/>
              <p:nvPr/>
            </p:nvSpPr>
            <p:spPr>
              <a:xfrm>
                <a:off x="0" y="143471"/>
                <a:ext cx="1782069" cy="17782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062"/>
                    </a:moveTo>
                    <a:lnTo>
                      <a:pt x="10754" y="3577"/>
                    </a:lnTo>
                    <a:lnTo>
                      <a:pt x="0" y="0"/>
                    </a:lnTo>
                    <a:lnTo>
                      <a:pt x="3478" y="10869"/>
                    </a:lnTo>
                    <a:lnTo>
                      <a:pt x="6956" y="21600"/>
                    </a:lnTo>
                    <a:lnTo>
                      <a:pt x="10754" y="14217"/>
                    </a:lnTo>
                    <a:lnTo>
                      <a:pt x="16520" y="19949"/>
                    </a:lnTo>
                    <a:lnTo>
                      <a:pt x="19998" y="16601"/>
                    </a:lnTo>
                    <a:lnTo>
                      <a:pt x="14232" y="10869"/>
                    </a:lnTo>
                    <a:lnTo>
                      <a:pt x="21600" y="7062"/>
                    </a:ln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52" name="Shape 9152"/>
              <p:cNvSpPr/>
              <p:nvPr/>
            </p:nvSpPr>
            <p:spPr>
              <a:xfrm>
                <a:off x="0" y="143471"/>
                <a:ext cx="1782069" cy="15177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54" y="4191"/>
                    </a:moveTo>
                    <a:lnTo>
                      <a:pt x="0" y="0"/>
                    </a:lnTo>
                    <a:lnTo>
                      <a:pt x="137" y="484"/>
                    </a:lnTo>
                    <a:lnTo>
                      <a:pt x="18122" y="21600"/>
                    </a:lnTo>
                    <a:lnTo>
                      <a:pt x="19998" y="19451"/>
                    </a:lnTo>
                    <a:lnTo>
                      <a:pt x="14232" y="12734"/>
                    </a:lnTo>
                    <a:lnTo>
                      <a:pt x="21600" y="8275"/>
                    </a:lnTo>
                    <a:lnTo>
                      <a:pt x="10754" y="4191"/>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172" name="Group 9172"/>
            <p:cNvGrpSpPr/>
            <p:nvPr/>
          </p:nvGrpSpPr>
          <p:grpSpPr>
            <a:xfrm>
              <a:off x="1935137" y="1013740"/>
              <a:ext cx="3528110" cy="3522608"/>
              <a:chOff x="0" y="0"/>
              <a:chExt cx="3528109" cy="3522607"/>
            </a:xfrm>
          </p:grpSpPr>
          <p:sp>
            <p:nvSpPr>
              <p:cNvPr id="9154" name="Shape 9154"/>
              <p:cNvSpPr/>
              <p:nvPr/>
            </p:nvSpPr>
            <p:spPr>
              <a:xfrm>
                <a:off x="2157576" y="992975"/>
                <a:ext cx="373783" cy="3737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909"/>
                    </a:moveTo>
                    <a:lnTo>
                      <a:pt x="10909" y="0"/>
                    </a:lnTo>
                    <a:lnTo>
                      <a:pt x="0" y="10909"/>
                    </a:lnTo>
                    <a:lnTo>
                      <a:pt x="10909" y="21600"/>
                    </a:lnTo>
                    <a:lnTo>
                      <a:pt x="21600" y="10909"/>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55" name="Shape 9155"/>
              <p:cNvSpPr/>
              <p:nvPr/>
            </p:nvSpPr>
            <p:spPr>
              <a:xfrm>
                <a:off x="1209909" y="45306"/>
                <a:ext cx="373783" cy="3775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10691" y="0"/>
                    </a:lnTo>
                    <a:lnTo>
                      <a:pt x="0" y="10800"/>
                    </a:lnTo>
                    <a:lnTo>
                      <a:pt x="10691" y="21600"/>
                    </a:lnTo>
                    <a:lnTo>
                      <a:pt x="21600" y="10800"/>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9171" name="Group 9171"/>
              <p:cNvGrpSpPr/>
              <p:nvPr/>
            </p:nvGrpSpPr>
            <p:grpSpPr>
              <a:xfrm>
                <a:off x="-1" y="-1"/>
                <a:ext cx="3528110" cy="3522609"/>
                <a:chOff x="0" y="0"/>
                <a:chExt cx="3528108" cy="3522607"/>
              </a:xfrm>
            </p:grpSpPr>
            <p:sp>
              <p:nvSpPr>
                <p:cNvPr id="9156" name="Shape 9156"/>
                <p:cNvSpPr/>
                <p:nvPr/>
              </p:nvSpPr>
              <p:spPr>
                <a:xfrm>
                  <a:off x="1164602" y="0"/>
                  <a:ext cx="464397" cy="46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12" y="21600"/>
                      </a:moveTo>
                      <a:lnTo>
                        <a:pt x="0" y="10888"/>
                      </a:lnTo>
                      <a:lnTo>
                        <a:pt x="10712" y="0"/>
                      </a:lnTo>
                      <a:lnTo>
                        <a:pt x="21600" y="10888"/>
                      </a:lnTo>
                      <a:lnTo>
                        <a:pt x="10712" y="21600"/>
                      </a:lnTo>
                      <a:close/>
                      <a:moveTo>
                        <a:pt x="4566" y="10888"/>
                      </a:moveTo>
                      <a:lnTo>
                        <a:pt x="10712" y="17034"/>
                      </a:lnTo>
                      <a:lnTo>
                        <a:pt x="17034" y="10888"/>
                      </a:lnTo>
                      <a:lnTo>
                        <a:pt x="10712" y="4566"/>
                      </a:lnTo>
                      <a:lnTo>
                        <a:pt x="4566" y="10888"/>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57" name="Shape 9157"/>
                <p:cNvSpPr/>
                <p:nvPr/>
              </p:nvSpPr>
              <p:spPr>
                <a:xfrm>
                  <a:off x="3059938" y="1895335"/>
                  <a:ext cx="468171" cy="46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lnTo>
                        <a:pt x="0" y="10888"/>
                      </a:lnTo>
                      <a:lnTo>
                        <a:pt x="10800" y="0"/>
                      </a:lnTo>
                      <a:lnTo>
                        <a:pt x="21600" y="10888"/>
                      </a:lnTo>
                      <a:lnTo>
                        <a:pt x="10800" y="21600"/>
                      </a:lnTo>
                      <a:close/>
                      <a:moveTo>
                        <a:pt x="4529" y="10888"/>
                      </a:moveTo>
                      <a:lnTo>
                        <a:pt x="10800" y="17034"/>
                      </a:lnTo>
                      <a:lnTo>
                        <a:pt x="17071" y="10888"/>
                      </a:lnTo>
                      <a:lnTo>
                        <a:pt x="10800" y="4566"/>
                      </a:lnTo>
                      <a:lnTo>
                        <a:pt x="4529" y="10888"/>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9170" name="Group 9170"/>
                <p:cNvGrpSpPr/>
                <p:nvPr/>
              </p:nvGrpSpPr>
              <p:grpSpPr>
                <a:xfrm>
                  <a:off x="-1" y="268066"/>
                  <a:ext cx="3482804" cy="3254542"/>
                  <a:chOff x="0" y="0"/>
                  <a:chExt cx="3482802" cy="3254540"/>
                </a:xfrm>
              </p:grpSpPr>
              <p:sp>
                <p:nvSpPr>
                  <p:cNvPr id="9158" name="Shape 9158"/>
                  <p:cNvSpPr/>
                  <p:nvPr/>
                </p:nvSpPr>
                <p:spPr>
                  <a:xfrm>
                    <a:off x="2112269" y="679602"/>
                    <a:ext cx="464397" cy="464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88" y="21600"/>
                        </a:moveTo>
                        <a:lnTo>
                          <a:pt x="0" y="10888"/>
                        </a:lnTo>
                        <a:lnTo>
                          <a:pt x="10888" y="0"/>
                        </a:lnTo>
                        <a:lnTo>
                          <a:pt x="21600" y="10888"/>
                        </a:lnTo>
                        <a:lnTo>
                          <a:pt x="10888" y="21600"/>
                        </a:lnTo>
                        <a:close/>
                        <a:moveTo>
                          <a:pt x="4566" y="10888"/>
                        </a:moveTo>
                        <a:lnTo>
                          <a:pt x="10888" y="17034"/>
                        </a:lnTo>
                        <a:lnTo>
                          <a:pt x="17034" y="10888"/>
                        </a:lnTo>
                        <a:lnTo>
                          <a:pt x="10888" y="4566"/>
                        </a:lnTo>
                        <a:lnTo>
                          <a:pt x="4566" y="10888"/>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nvGrpSpPr>
                  <p:cNvPr id="9169" name="Group 9169"/>
                  <p:cNvGrpSpPr/>
                  <p:nvPr/>
                </p:nvGrpSpPr>
                <p:grpSpPr>
                  <a:xfrm>
                    <a:off x="-1" y="0"/>
                    <a:ext cx="3482804" cy="3254541"/>
                    <a:chOff x="0" y="0"/>
                    <a:chExt cx="3482802" cy="3254540"/>
                  </a:xfrm>
                </p:grpSpPr>
                <p:grpSp>
                  <p:nvGrpSpPr>
                    <p:cNvPr id="9166" name="Group 9166"/>
                    <p:cNvGrpSpPr/>
                    <p:nvPr/>
                  </p:nvGrpSpPr>
                  <p:grpSpPr>
                    <a:xfrm>
                      <a:off x="0" y="0"/>
                      <a:ext cx="3482803" cy="3254541"/>
                      <a:chOff x="0" y="0"/>
                      <a:chExt cx="3482802" cy="3254540"/>
                    </a:xfrm>
                  </p:grpSpPr>
                  <p:sp>
                    <p:nvSpPr>
                      <p:cNvPr id="9159" name="Shape 9159"/>
                      <p:cNvSpPr/>
                      <p:nvPr/>
                    </p:nvSpPr>
                    <p:spPr>
                      <a:xfrm>
                        <a:off x="-1" y="475721"/>
                        <a:ext cx="2782275" cy="2778820"/>
                      </a:xfrm>
                      <a:custGeom>
                        <a:avLst/>
                        <a:gdLst/>
                        <a:ahLst/>
                        <a:cxnLst>
                          <a:cxn ang="0">
                            <a:pos x="wd2" y="hd2"/>
                          </a:cxn>
                          <a:cxn ang="5400000">
                            <a:pos x="wd2" y="hd2"/>
                          </a:cxn>
                          <a:cxn ang="10800000">
                            <a:pos x="wd2" y="hd2"/>
                          </a:cxn>
                          <a:cxn ang="16200000">
                            <a:pos x="wd2" y="hd2"/>
                          </a:cxn>
                        </a:cxnLst>
                        <a:rect l="0" t="0" r="r" b="b"/>
                        <a:pathLst>
                          <a:path w="19700" h="21600" fill="norm" stroke="1" extrusionOk="0">
                            <a:moveTo>
                              <a:pt x="9818" y="21600"/>
                            </a:moveTo>
                            <a:cubicBezTo>
                              <a:pt x="9818" y="21600"/>
                              <a:pt x="9818" y="21600"/>
                              <a:pt x="9818" y="21600"/>
                            </a:cubicBezTo>
                            <a:cubicBezTo>
                              <a:pt x="7221" y="21600"/>
                              <a:pt x="4751" y="20489"/>
                              <a:pt x="2851" y="18475"/>
                            </a:cubicBezTo>
                            <a:cubicBezTo>
                              <a:pt x="-950" y="14238"/>
                              <a:pt x="-950" y="7362"/>
                              <a:pt x="2851" y="3125"/>
                            </a:cubicBezTo>
                            <a:cubicBezTo>
                              <a:pt x="4751" y="1111"/>
                              <a:pt x="7221" y="0"/>
                              <a:pt x="9818" y="0"/>
                            </a:cubicBezTo>
                            <a:cubicBezTo>
                              <a:pt x="12479" y="0"/>
                              <a:pt x="14949" y="1111"/>
                              <a:pt x="16849" y="3125"/>
                            </a:cubicBezTo>
                            <a:cubicBezTo>
                              <a:pt x="20650" y="7362"/>
                              <a:pt x="20650" y="14238"/>
                              <a:pt x="16849" y="18475"/>
                            </a:cubicBezTo>
                            <a:cubicBezTo>
                              <a:pt x="14949" y="20489"/>
                              <a:pt x="12479" y="21600"/>
                              <a:pt x="9818" y="21600"/>
                            </a:cubicBezTo>
                            <a:close/>
                            <a:moveTo>
                              <a:pt x="9818" y="556"/>
                            </a:moveTo>
                            <a:cubicBezTo>
                              <a:pt x="7348" y="556"/>
                              <a:pt x="5004" y="1597"/>
                              <a:pt x="3231" y="3542"/>
                            </a:cubicBezTo>
                            <a:cubicBezTo>
                              <a:pt x="-443" y="7570"/>
                              <a:pt x="-443" y="14030"/>
                              <a:pt x="3231" y="18058"/>
                            </a:cubicBezTo>
                            <a:cubicBezTo>
                              <a:pt x="5004" y="20003"/>
                              <a:pt x="7348" y="21114"/>
                              <a:pt x="9818" y="21114"/>
                            </a:cubicBezTo>
                            <a:cubicBezTo>
                              <a:pt x="12352" y="21114"/>
                              <a:pt x="14696" y="20003"/>
                              <a:pt x="16469" y="18058"/>
                            </a:cubicBezTo>
                            <a:cubicBezTo>
                              <a:pt x="20143" y="14030"/>
                              <a:pt x="20143" y="7570"/>
                              <a:pt x="16469" y="3542"/>
                            </a:cubicBezTo>
                            <a:cubicBezTo>
                              <a:pt x="14696" y="1597"/>
                              <a:pt x="12352" y="556"/>
                              <a:pt x="9818" y="556"/>
                            </a:cubicBez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0" name="Shape 9160"/>
                      <p:cNvSpPr/>
                      <p:nvPr/>
                    </p:nvSpPr>
                    <p:spPr>
                      <a:xfrm>
                        <a:off x="1432666" y="0"/>
                        <a:ext cx="1827377" cy="18236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931" y="21600"/>
                            </a:moveTo>
                            <a:lnTo>
                              <a:pt x="0" y="671"/>
                            </a:lnTo>
                            <a:lnTo>
                              <a:pt x="625" y="0"/>
                            </a:lnTo>
                            <a:lnTo>
                              <a:pt x="21600" y="20974"/>
                            </a:lnTo>
                            <a:lnTo>
                              <a:pt x="20931" y="21600"/>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1" name="Shape 9161"/>
                      <p:cNvSpPr/>
                      <p:nvPr/>
                    </p:nvSpPr>
                    <p:spPr>
                      <a:xfrm>
                        <a:off x="258466" y="732460"/>
                        <a:ext cx="366232" cy="3662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134"/>
                            </a:moveTo>
                            <a:lnTo>
                              <a:pt x="10689" y="0"/>
                            </a:lnTo>
                            <a:lnTo>
                              <a:pt x="0" y="11134"/>
                            </a:lnTo>
                            <a:lnTo>
                              <a:pt x="10689" y="21600"/>
                            </a:lnTo>
                            <a:lnTo>
                              <a:pt x="21600" y="1113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2" name="Shape 9162"/>
                      <p:cNvSpPr/>
                      <p:nvPr/>
                    </p:nvSpPr>
                    <p:spPr>
                      <a:xfrm>
                        <a:off x="205608" y="679602"/>
                        <a:ext cx="475722" cy="4757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29" y="21600"/>
                            </a:moveTo>
                            <a:lnTo>
                              <a:pt x="0" y="10971"/>
                            </a:lnTo>
                            <a:lnTo>
                              <a:pt x="10629" y="0"/>
                            </a:lnTo>
                            <a:lnTo>
                              <a:pt x="21600" y="10971"/>
                            </a:lnTo>
                            <a:lnTo>
                              <a:pt x="10629" y="21600"/>
                            </a:lnTo>
                            <a:close/>
                            <a:moveTo>
                              <a:pt x="4457" y="10971"/>
                            </a:moveTo>
                            <a:lnTo>
                              <a:pt x="10629" y="17143"/>
                            </a:lnTo>
                            <a:lnTo>
                              <a:pt x="17143" y="10971"/>
                            </a:lnTo>
                            <a:lnTo>
                              <a:pt x="10629" y="4457"/>
                            </a:lnTo>
                            <a:lnTo>
                              <a:pt x="4457" y="10971"/>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3" name="Shape 9163"/>
                      <p:cNvSpPr/>
                      <p:nvPr/>
                    </p:nvSpPr>
                    <p:spPr>
                      <a:xfrm>
                        <a:off x="2157576" y="2627795"/>
                        <a:ext cx="366232" cy="3662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134"/>
                            </a:moveTo>
                            <a:lnTo>
                              <a:pt x="10466" y="0"/>
                            </a:lnTo>
                            <a:lnTo>
                              <a:pt x="0" y="11134"/>
                            </a:lnTo>
                            <a:lnTo>
                              <a:pt x="10466" y="21600"/>
                            </a:lnTo>
                            <a:lnTo>
                              <a:pt x="21600" y="1113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4" name="Shape 9164"/>
                      <p:cNvSpPr/>
                      <p:nvPr/>
                    </p:nvSpPr>
                    <p:spPr>
                      <a:xfrm>
                        <a:off x="2104718" y="2574938"/>
                        <a:ext cx="471948" cy="4757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41" y="21600"/>
                            </a:moveTo>
                            <a:lnTo>
                              <a:pt x="0" y="10971"/>
                            </a:lnTo>
                            <a:lnTo>
                              <a:pt x="10541" y="0"/>
                            </a:lnTo>
                            <a:lnTo>
                              <a:pt x="21600" y="10971"/>
                            </a:lnTo>
                            <a:lnTo>
                              <a:pt x="10541" y="21600"/>
                            </a:lnTo>
                            <a:close/>
                            <a:moveTo>
                              <a:pt x="4493" y="10971"/>
                            </a:moveTo>
                            <a:lnTo>
                              <a:pt x="10541" y="17143"/>
                            </a:lnTo>
                            <a:lnTo>
                              <a:pt x="17107" y="10971"/>
                            </a:lnTo>
                            <a:lnTo>
                              <a:pt x="10541" y="4457"/>
                            </a:lnTo>
                            <a:lnTo>
                              <a:pt x="4493" y="10971"/>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5" name="Shape 9165"/>
                      <p:cNvSpPr/>
                      <p:nvPr/>
                    </p:nvSpPr>
                    <p:spPr>
                      <a:xfrm>
                        <a:off x="3105245" y="1672575"/>
                        <a:ext cx="377558" cy="3737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909"/>
                            </a:moveTo>
                            <a:lnTo>
                              <a:pt x="10800" y="0"/>
                            </a:lnTo>
                            <a:lnTo>
                              <a:pt x="0" y="10909"/>
                            </a:lnTo>
                            <a:lnTo>
                              <a:pt x="10800" y="21600"/>
                            </a:lnTo>
                            <a:lnTo>
                              <a:pt x="21600" y="10909"/>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9167" name="Shape 9167"/>
                    <p:cNvSpPr/>
                    <p:nvPr/>
                  </p:nvSpPr>
                  <p:spPr>
                    <a:xfrm>
                      <a:off x="243363" y="2646672"/>
                      <a:ext cx="366233" cy="3662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134"/>
                          </a:moveTo>
                          <a:lnTo>
                            <a:pt x="10466" y="0"/>
                          </a:lnTo>
                          <a:lnTo>
                            <a:pt x="0" y="11134"/>
                          </a:lnTo>
                          <a:lnTo>
                            <a:pt x="10466" y="21600"/>
                          </a:lnTo>
                          <a:lnTo>
                            <a:pt x="21600" y="1113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68" name="Shape 9168"/>
                    <p:cNvSpPr/>
                    <p:nvPr/>
                  </p:nvSpPr>
                  <p:spPr>
                    <a:xfrm>
                      <a:off x="186728" y="2593814"/>
                      <a:ext cx="475723" cy="4719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629" y="21600"/>
                          </a:moveTo>
                          <a:lnTo>
                            <a:pt x="0" y="11059"/>
                          </a:lnTo>
                          <a:lnTo>
                            <a:pt x="10629" y="0"/>
                          </a:lnTo>
                          <a:lnTo>
                            <a:pt x="21600" y="11059"/>
                          </a:lnTo>
                          <a:lnTo>
                            <a:pt x="10629" y="21600"/>
                          </a:lnTo>
                          <a:close/>
                          <a:moveTo>
                            <a:pt x="4457" y="11059"/>
                          </a:moveTo>
                          <a:lnTo>
                            <a:pt x="10629" y="17107"/>
                          </a:lnTo>
                          <a:lnTo>
                            <a:pt x="17143" y="11059"/>
                          </a:lnTo>
                          <a:lnTo>
                            <a:pt x="10629" y="4493"/>
                          </a:lnTo>
                          <a:lnTo>
                            <a:pt x="4457" y="11059"/>
                          </a:lnTo>
                          <a:close/>
                        </a:path>
                      </a:pathLst>
                    </a:custGeom>
                    <a:solidFill>
                      <a:srgbClr val="174F78"/>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grpSp>
        </p:grpSp>
        <p:grpSp>
          <p:nvGrpSpPr>
            <p:cNvPr id="9178" name="Group 9178"/>
            <p:cNvGrpSpPr/>
            <p:nvPr/>
          </p:nvGrpSpPr>
          <p:grpSpPr>
            <a:xfrm>
              <a:off x="153564" y="2363508"/>
              <a:ext cx="3856091" cy="3852836"/>
              <a:chOff x="0" y="0"/>
              <a:chExt cx="3856090" cy="3852834"/>
            </a:xfrm>
          </p:grpSpPr>
          <p:sp>
            <p:nvSpPr>
              <p:cNvPr id="9173" name="Shape 9173"/>
              <p:cNvSpPr/>
              <p:nvPr/>
            </p:nvSpPr>
            <p:spPr>
              <a:xfrm>
                <a:off x="200131" y="207657"/>
                <a:ext cx="3655960" cy="3645178"/>
              </a:xfrm>
              <a:custGeom>
                <a:avLst/>
                <a:gdLst/>
                <a:ahLst/>
                <a:cxnLst>
                  <a:cxn ang="0">
                    <a:pos x="wd2" y="hd2"/>
                  </a:cxn>
                  <a:cxn ang="5400000">
                    <a:pos x="wd2" y="hd2"/>
                  </a:cxn>
                  <a:cxn ang="10800000">
                    <a:pos x="wd2" y="hd2"/>
                  </a:cxn>
                  <a:cxn ang="16200000">
                    <a:pos x="wd2" y="hd2"/>
                  </a:cxn>
                </a:cxnLst>
                <a:rect l="0" t="0" r="r" b="b"/>
                <a:pathLst>
                  <a:path w="19438" h="19453" fill="norm" stroke="1" extrusionOk="0">
                    <a:moveTo>
                      <a:pt x="1311" y="14019"/>
                    </a:moveTo>
                    <a:cubicBezTo>
                      <a:pt x="6925" y="8154"/>
                      <a:pt x="3690" y="11205"/>
                      <a:pt x="9114" y="5579"/>
                    </a:cubicBezTo>
                    <a:cubicBezTo>
                      <a:pt x="8876" y="5340"/>
                      <a:pt x="8876" y="5340"/>
                      <a:pt x="8876" y="5340"/>
                    </a:cubicBezTo>
                    <a:cubicBezTo>
                      <a:pt x="9923" y="4244"/>
                      <a:pt x="9923" y="4244"/>
                      <a:pt x="9923" y="4244"/>
                    </a:cubicBezTo>
                    <a:cubicBezTo>
                      <a:pt x="10208" y="4530"/>
                      <a:pt x="10208" y="4530"/>
                      <a:pt x="10208" y="4530"/>
                    </a:cubicBezTo>
                    <a:cubicBezTo>
                      <a:pt x="10589" y="4196"/>
                      <a:pt x="10922" y="3767"/>
                      <a:pt x="11255" y="3338"/>
                    </a:cubicBezTo>
                    <a:cubicBezTo>
                      <a:pt x="12016" y="2336"/>
                      <a:pt x="12587" y="1240"/>
                      <a:pt x="12968" y="238"/>
                    </a:cubicBezTo>
                    <a:cubicBezTo>
                      <a:pt x="14014" y="906"/>
                      <a:pt x="15394" y="1097"/>
                      <a:pt x="16631" y="763"/>
                    </a:cubicBezTo>
                    <a:cubicBezTo>
                      <a:pt x="17154" y="572"/>
                      <a:pt x="17582" y="286"/>
                      <a:pt x="17963" y="0"/>
                    </a:cubicBezTo>
                    <a:cubicBezTo>
                      <a:pt x="18534" y="572"/>
                      <a:pt x="18534" y="572"/>
                      <a:pt x="18534" y="572"/>
                    </a:cubicBezTo>
                    <a:cubicBezTo>
                      <a:pt x="18534" y="620"/>
                      <a:pt x="18534" y="620"/>
                      <a:pt x="18534" y="620"/>
                    </a:cubicBezTo>
                    <a:cubicBezTo>
                      <a:pt x="15013" y="4148"/>
                      <a:pt x="15013" y="4148"/>
                      <a:pt x="15013" y="4148"/>
                    </a:cubicBezTo>
                    <a:cubicBezTo>
                      <a:pt x="14775" y="3958"/>
                      <a:pt x="14490" y="3958"/>
                      <a:pt x="14347" y="4101"/>
                    </a:cubicBezTo>
                    <a:cubicBezTo>
                      <a:pt x="14157" y="4291"/>
                      <a:pt x="14205" y="4673"/>
                      <a:pt x="14490" y="4959"/>
                    </a:cubicBezTo>
                    <a:cubicBezTo>
                      <a:pt x="14775" y="5197"/>
                      <a:pt x="15108" y="5293"/>
                      <a:pt x="15299" y="5102"/>
                    </a:cubicBezTo>
                    <a:cubicBezTo>
                      <a:pt x="15489" y="4911"/>
                      <a:pt x="15442" y="4673"/>
                      <a:pt x="15299" y="4434"/>
                    </a:cubicBezTo>
                    <a:cubicBezTo>
                      <a:pt x="18819" y="906"/>
                      <a:pt x="18819" y="906"/>
                      <a:pt x="18819" y="906"/>
                    </a:cubicBezTo>
                    <a:cubicBezTo>
                      <a:pt x="18819" y="858"/>
                      <a:pt x="18819" y="858"/>
                      <a:pt x="18819" y="858"/>
                    </a:cubicBezTo>
                    <a:cubicBezTo>
                      <a:pt x="19438" y="1478"/>
                      <a:pt x="19438" y="1478"/>
                      <a:pt x="19438" y="1478"/>
                    </a:cubicBezTo>
                    <a:cubicBezTo>
                      <a:pt x="19105" y="1812"/>
                      <a:pt x="18867" y="2289"/>
                      <a:pt x="18677" y="2813"/>
                    </a:cubicBezTo>
                    <a:cubicBezTo>
                      <a:pt x="18296" y="4053"/>
                      <a:pt x="18534" y="5436"/>
                      <a:pt x="19153" y="6485"/>
                    </a:cubicBezTo>
                    <a:cubicBezTo>
                      <a:pt x="18153" y="6819"/>
                      <a:pt x="17107" y="7391"/>
                      <a:pt x="16060" y="8154"/>
                    </a:cubicBezTo>
                    <a:cubicBezTo>
                      <a:pt x="15632" y="8487"/>
                      <a:pt x="15251" y="8869"/>
                      <a:pt x="14871" y="9203"/>
                    </a:cubicBezTo>
                    <a:cubicBezTo>
                      <a:pt x="15156" y="9536"/>
                      <a:pt x="15156" y="9536"/>
                      <a:pt x="15156" y="9536"/>
                    </a:cubicBezTo>
                    <a:cubicBezTo>
                      <a:pt x="14109" y="10585"/>
                      <a:pt x="14109" y="10585"/>
                      <a:pt x="14109" y="10585"/>
                    </a:cubicBezTo>
                    <a:cubicBezTo>
                      <a:pt x="13871" y="10347"/>
                      <a:pt x="13871" y="10347"/>
                      <a:pt x="13871" y="10347"/>
                    </a:cubicBezTo>
                    <a:cubicBezTo>
                      <a:pt x="8257" y="15783"/>
                      <a:pt x="11255" y="12540"/>
                      <a:pt x="5450" y="18167"/>
                    </a:cubicBezTo>
                    <a:cubicBezTo>
                      <a:pt x="1977" y="21600"/>
                      <a:pt x="-2162" y="17452"/>
                      <a:pt x="1311" y="14019"/>
                    </a:cubicBezTo>
                    <a:close/>
                  </a:path>
                </a:pathLst>
              </a:custGeom>
              <a:solidFill>
                <a:srgbClr val="8FC4D7"/>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74" name="Shape 9174"/>
              <p:cNvSpPr/>
              <p:nvPr/>
            </p:nvSpPr>
            <p:spPr>
              <a:xfrm>
                <a:off x="-1" y="1011852"/>
                <a:ext cx="2647909" cy="2644633"/>
              </a:xfrm>
              <a:custGeom>
                <a:avLst/>
                <a:gdLst/>
                <a:ahLst/>
                <a:cxnLst>
                  <a:cxn ang="0">
                    <a:pos x="wd2" y="hd2"/>
                  </a:cxn>
                  <a:cxn ang="5400000">
                    <a:pos x="wd2" y="hd2"/>
                  </a:cxn>
                  <a:cxn ang="10800000">
                    <a:pos x="wd2" y="hd2"/>
                  </a:cxn>
                  <a:cxn ang="16200000">
                    <a:pos x="wd2" y="hd2"/>
                  </a:cxn>
                </a:cxnLst>
                <a:rect l="0" t="0" r="r" b="b"/>
                <a:pathLst>
                  <a:path w="18748" h="18748" fill="norm" stroke="1" extrusionOk="0">
                    <a:moveTo>
                      <a:pt x="7220" y="17039"/>
                    </a:moveTo>
                    <a:cubicBezTo>
                      <a:pt x="2659" y="21600"/>
                      <a:pt x="-2852" y="16089"/>
                      <a:pt x="1709" y="11528"/>
                    </a:cubicBezTo>
                    <a:cubicBezTo>
                      <a:pt x="9310" y="3674"/>
                      <a:pt x="4813" y="7855"/>
                      <a:pt x="12350" y="0"/>
                    </a:cubicBezTo>
                    <a:cubicBezTo>
                      <a:pt x="14504" y="2154"/>
                      <a:pt x="16594" y="4244"/>
                      <a:pt x="18748" y="6398"/>
                    </a:cubicBezTo>
                    <a:cubicBezTo>
                      <a:pt x="10893" y="13935"/>
                      <a:pt x="15074" y="9438"/>
                      <a:pt x="7220" y="17039"/>
                    </a:cubicBezTo>
                    <a:close/>
                  </a:path>
                </a:pathLst>
              </a:custGeom>
              <a:solidFill>
                <a:srgbClr val="FEC011"/>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75" name="Shape 9175"/>
              <p:cNvSpPr/>
              <p:nvPr/>
            </p:nvSpPr>
            <p:spPr>
              <a:xfrm>
                <a:off x="314606" y="1170426"/>
                <a:ext cx="1725437" cy="17707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51" y="11782"/>
                    </a:moveTo>
                    <a:cubicBezTo>
                      <a:pt x="10408" y="12873"/>
                      <a:pt x="8506" y="14727"/>
                      <a:pt x="4589" y="18436"/>
                    </a:cubicBezTo>
                    <a:cubicBezTo>
                      <a:pt x="2910" y="20182"/>
                      <a:pt x="1231" y="21164"/>
                      <a:pt x="0" y="21600"/>
                    </a:cubicBezTo>
                    <a:cubicBezTo>
                      <a:pt x="448" y="20291"/>
                      <a:pt x="1455" y="18764"/>
                      <a:pt x="3246" y="17018"/>
                    </a:cubicBezTo>
                    <a:cubicBezTo>
                      <a:pt x="14997" y="5345"/>
                      <a:pt x="8170" y="11782"/>
                      <a:pt x="20033" y="0"/>
                    </a:cubicBezTo>
                    <a:cubicBezTo>
                      <a:pt x="20481" y="545"/>
                      <a:pt x="21040" y="1091"/>
                      <a:pt x="21600" y="1636"/>
                    </a:cubicBezTo>
                    <a:cubicBezTo>
                      <a:pt x="13654" y="9491"/>
                      <a:pt x="14549" y="8836"/>
                      <a:pt x="11751" y="11782"/>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76" name="Shape 9176"/>
              <p:cNvSpPr/>
              <p:nvPr/>
            </p:nvSpPr>
            <p:spPr>
              <a:xfrm>
                <a:off x="1790855" y="0"/>
                <a:ext cx="1868909" cy="18689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99" y="1654"/>
                    </a:moveTo>
                    <a:cubicBezTo>
                      <a:pt x="16639" y="1344"/>
                      <a:pt x="17569" y="723"/>
                      <a:pt x="18293" y="0"/>
                    </a:cubicBezTo>
                    <a:cubicBezTo>
                      <a:pt x="19636" y="1344"/>
                      <a:pt x="19636" y="1344"/>
                      <a:pt x="19636" y="1344"/>
                    </a:cubicBezTo>
                    <a:cubicBezTo>
                      <a:pt x="19636" y="1344"/>
                      <a:pt x="19636" y="1344"/>
                      <a:pt x="19636" y="1344"/>
                    </a:cubicBezTo>
                    <a:cubicBezTo>
                      <a:pt x="11989" y="8991"/>
                      <a:pt x="11989" y="8991"/>
                      <a:pt x="11989" y="8991"/>
                    </a:cubicBezTo>
                    <a:cubicBezTo>
                      <a:pt x="11472" y="8681"/>
                      <a:pt x="10852" y="8681"/>
                      <a:pt x="10542" y="8991"/>
                    </a:cubicBezTo>
                    <a:cubicBezTo>
                      <a:pt x="10128" y="9405"/>
                      <a:pt x="10232" y="10232"/>
                      <a:pt x="10852" y="10748"/>
                    </a:cubicBezTo>
                    <a:cubicBezTo>
                      <a:pt x="11368" y="11368"/>
                      <a:pt x="12195" y="11472"/>
                      <a:pt x="12609" y="11058"/>
                    </a:cubicBezTo>
                    <a:cubicBezTo>
                      <a:pt x="12919" y="10748"/>
                      <a:pt x="12919" y="10128"/>
                      <a:pt x="12609" y="9611"/>
                    </a:cubicBezTo>
                    <a:cubicBezTo>
                      <a:pt x="20256" y="1964"/>
                      <a:pt x="20256" y="1964"/>
                      <a:pt x="20256" y="1964"/>
                    </a:cubicBezTo>
                    <a:cubicBezTo>
                      <a:pt x="20256" y="1964"/>
                      <a:pt x="20256" y="1964"/>
                      <a:pt x="20256" y="1964"/>
                    </a:cubicBezTo>
                    <a:cubicBezTo>
                      <a:pt x="21600" y="3307"/>
                      <a:pt x="21600" y="3307"/>
                      <a:pt x="21600" y="3307"/>
                    </a:cubicBezTo>
                    <a:cubicBezTo>
                      <a:pt x="20877" y="4031"/>
                      <a:pt x="20256" y="4961"/>
                      <a:pt x="19946" y="6201"/>
                    </a:cubicBezTo>
                    <a:cubicBezTo>
                      <a:pt x="19120" y="8888"/>
                      <a:pt x="19636" y="11885"/>
                      <a:pt x="20980" y="14159"/>
                    </a:cubicBezTo>
                    <a:cubicBezTo>
                      <a:pt x="18810" y="14882"/>
                      <a:pt x="16536" y="16122"/>
                      <a:pt x="14262" y="17776"/>
                    </a:cubicBezTo>
                    <a:cubicBezTo>
                      <a:pt x="12712" y="19016"/>
                      <a:pt x="11368" y="20256"/>
                      <a:pt x="10232" y="21600"/>
                    </a:cubicBezTo>
                    <a:cubicBezTo>
                      <a:pt x="8785" y="19843"/>
                      <a:pt x="7234" y="18086"/>
                      <a:pt x="5374" y="16226"/>
                    </a:cubicBezTo>
                    <a:cubicBezTo>
                      <a:pt x="3514" y="14366"/>
                      <a:pt x="1757" y="12815"/>
                      <a:pt x="0" y="11368"/>
                    </a:cubicBezTo>
                    <a:cubicBezTo>
                      <a:pt x="1344" y="10232"/>
                      <a:pt x="2584" y="8888"/>
                      <a:pt x="3824" y="7338"/>
                    </a:cubicBezTo>
                    <a:cubicBezTo>
                      <a:pt x="5478" y="5167"/>
                      <a:pt x="6718" y="2790"/>
                      <a:pt x="7441" y="620"/>
                    </a:cubicBezTo>
                    <a:cubicBezTo>
                      <a:pt x="9715" y="1964"/>
                      <a:pt x="12815" y="2480"/>
                      <a:pt x="15399" y="1654"/>
                    </a:cubicBezTo>
                    <a:close/>
                  </a:path>
                </a:pathLst>
              </a:custGeom>
              <a:solidFill>
                <a:srgbClr val="103754"/>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77" name="Shape 9177"/>
              <p:cNvSpPr/>
              <p:nvPr/>
            </p:nvSpPr>
            <p:spPr>
              <a:xfrm>
                <a:off x="1666260" y="804197"/>
                <a:ext cx="1189306" cy="118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34" y="21600"/>
                    </a:moveTo>
                    <a:lnTo>
                      <a:pt x="0" y="3566"/>
                    </a:lnTo>
                    <a:lnTo>
                      <a:pt x="3703" y="0"/>
                    </a:lnTo>
                    <a:lnTo>
                      <a:pt x="21600" y="17897"/>
                    </a:lnTo>
                    <a:lnTo>
                      <a:pt x="18034" y="21600"/>
                    </a:lnTo>
                    <a:close/>
                  </a:path>
                </a:pathLst>
              </a:custGeom>
              <a:solidFill>
                <a:srgbClr val="F6871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
          <p:nvSpPr>
            <p:cNvPr id="9179" name="Shape 9179"/>
            <p:cNvSpPr/>
            <p:nvPr/>
          </p:nvSpPr>
          <p:spPr>
            <a:xfrm>
              <a:off x="5719986" y="5507048"/>
              <a:ext cx="679603" cy="585211"/>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180" name="Shape 9180"/>
            <p:cNvSpPr/>
            <p:nvPr/>
          </p:nvSpPr>
          <p:spPr>
            <a:xfrm flipV="1">
              <a:off x="5810600" y="6092261"/>
              <a:ext cx="588989" cy="690929"/>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181" name="Shape 9181"/>
            <p:cNvSpPr/>
            <p:nvPr/>
          </p:nvSpPr>
          <p:spPr>
            <a:xfrm flipH="1" flipV="1">
              <a:off x="6399589" y="6092260"/>
              <a:ext cx="71738" cy="906138"/>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182" name="Shape 9182"/>
            <p:cNvSpPr/>
            <p:nvPr/>
          </p:nvSpPr>
          <p:spPr>
            <a:xfrm flipH="1" flipV="1">
              <a:off x="6399588" y="6092263"/>
              <a:ext cx="687155" cy="600313"/>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183" name="Shape 9183"/>
            <p:cNvSpPr/>
            <p:nvPr/>
          </p:nvSpPr>
          <p:spPr>
            <a:xfrm flipH="1">
              <a:off x="6399588" y="6031851"/>
              <a:ext cx="906138" cy="60410"/>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184" name="Shape 9184"/>
            <p:cNvSpPr/>
            <p:nvPr/>
          </p:nvSpPr>
          <p:spPr>
            <a:xfrm flipH="1">
              <a:off x="6399589" y="5405107"/>
              <a:ext cx="596541" cy="687154"/>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185" name="Shape 9185"/>
            <p:cNvSpPr/>
            <p:nvPr/>
          </p:nvSpPr>
          <p:spPr>
            <a:xfrm>
              <a:off x="6335403" y="5189900"/>
              <a:ext cx="64187" cy="902361"/>
            </a:xfrm>
            <a:prstGeom prst="line">
              <a:avLst/>
            </a:prstGeom>
            <a:noFill/>
            <a:ln w="19050" cap="flat">
              <a:solidFill>
                <a:srgbClr val="FFFFFF"/>
              </a:solidFill>
              <a:prstDash val="dashDot"/>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400" name="Group 9400"/>
          <p:cNvGrpSpPr/>
          <p:nvPr/>
        </p:nvGrpSpPr>
        <p:grpSpPr>
          <a:xfrm>
            <a:off x="8903564" y="1835535"/>
            <a:ext cx="6746518" cy="10638172"/>
            <a:chOff x="0" y="0"/>
            <a:chExt cx="6746516" cy="10638170"/>
          </a:xfrm>
        </p:grpSpPr>
        <p:grpSp>
          <p:nvGrpSpPr>
            <p:cNvPr id="9302" name="Group 9302"/>
            <p:cNvGrpSpPr/>
            <p:nvPr/>
          </p:nvGrpSpPr>
          <p:grpSpPr>
            <a:xfrm>
              <a:off x="0" y="0"/>
              <a:ext cx="6746518" cy="8165226"/>
              <a:chOff x="0" y="0"/>
              <a:chExt cx="6746516" cy="8165225"/>
            </a:xfrm>
          </p:grpSpPr>
          <p:sp>
            <p:nvSpPr>
              <p:cNvPr id="9187" name="Shape 9187"/>
              <p:cNvSpPr/>
              <p:nvPr/>
            </p:nvSpPr>
            <p:spPr>
              <a:xfrm>
                <a:off x="3348466" y="5808331"/>
                <a:ext cx="64836" cy="2059420"/>
              </a:xfrm>
              <a:prstGeom prst="rect">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88" name="Shape 9188"/>
              <p:cNvSpPr/>
              <p:nvPr/>
            </p:nvSpPr>
            <p:spPr>
              <a:xfrm>
                <a:off x="3371349" y="7829615"/>
                <a:ext cx="957252" cy="102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13600"/>
                    </a:lnTo>
                    <a:lnTo>
                      <a:pt x="0" y="0"/>
                    </a:lnTo>
                    <a:lnTo>
                      <a:pt x="21600" y="9600"/>
                    </a:lnTo>
                    <a:lnTo>
                      <a:pt x="216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89" name="Shape 9189"/>
              <p:cNvSpPr/>
              <p:nvPr/>
            </p:nvSpPr>
            <p:spPr>
              <a:xfrm>
                <a:off x="2661992" y="6937199"/>
                <a:ext cx="724613" cy="9534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36" y="21600"/>
                    </a:moveTo>
                    <a:lnTo>
                      <a:pt x="0" y="864"/>
                    </a:lnTo>
                    <a:lnTo>
                      <a:pt x="1592" y="0"/>
                    </a:lnTo>
                    <a:lnTo>
                      <a:pt x="21600" y="20736"/>
                    </a:lnTo>
                    <a:lnTo>
                      <a:pt x="2023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0" name="Shape 9190"/>
              <p:cNvSpPr/>
              <p:nvPr/>
            </p:nvSpPr>
            <p:spPr>
              <a:xfrm>
                <a:off x="3333212" y="7043983"/>
                <a:ext cx="1071664" cy="8466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46" y="21600"/>
                    </a:moveTo>
                    <a:lnTo>
                      <a:pt x="0" y="20238"/>
                    </a:lnTo>
                    <a:lnTo>
                      <a:pt x="20831" y="0"/>
                    </a:lnTo>
                    <a:lnTo>
                      <a:pt x="21600" y="1168"/>
                    </a:lnTo>
                    <a:lnTo>
                      <a:pt x="84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1" name="Shape 9191"/>
              <p:cNvSpPr/>
              <p:nvPr/>
            </p:nvSpPr>
            <p:spPr>
              <a:xfrm>
                <a:off x="1876361" y="7848682"/>
                <a:ext cx="1491176" cy="991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9138"/>
                    </a:lnTo>
                    <a:lnTo>
                      <a:pt x="21490" y="0"/>
                    </a:lnTo>
                    <a:lnTo>
                      <a:pt x="21600" y="13292"/>
                    </a:lnTo>
                    <a:lnTo>
                      <a:pt x="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2" name="Shape 9192"/>
              <p:cNvSpPr/>
              <p:nvPr/>
            </p:nvSpPr>
            <p:spPr>
              <a:xfrm>
                <a:off x="1540752" y="6799905"/>
                <a:ext cx="366120" cy="1128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75" y="21600"/>
                    </a:moveTo>
                    <a:lnTo>
                      <a:pt x="0" y="365"/>
                    </a:lnTo>
                    <a:lnTo>
                      <a:pt x="3600" y="0"/>
                    </a:lnTo>
                    <a:lnTo>
                      <a:pt x="21600" y="21235"/>
                    </a:lnTo>
                    <a:lnTo>
                      <a:pt x="1777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3" name="Shape 9193"/>
              <p:cNvSpPr/>
              <p:nvPr/>
            </p:nvSpPr>
            <p:spPr>
              <a:xfrm>
                <a:off x="1842039" y="6948639"/>
                <a:ext cx="861907" cy="9725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42" y="21600"/>
                    </a:moveTo>
                    <a:lnTo>
                      <a:pt x="0" y="20753"/>
                    </a:lnTo>
                    <a:lnTo>
                      <a:pt x="20453" y="0"/>
                    </a:lnTo>
                    <a:lnTo>
                      <a:pt x="21600" y="932"/>
                    </a:lnTo>
                    <a:lnTo>
                      <a:pt x="124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4" name="Shape 9194"/>
              <p:cNvSpPr/>
              <p:nvPr/>
            </p:nvSpPr>
            <p:spPr>
              <a:xfrm>
                <a:off x="1548380" y="6773207"/>
                <a:ext cx="1147939" cy="202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85" y="21600"/>
                    </a:moveTo>
                    <a:lnTo>
                      <a:pt x="0" y="6113"/>
                    </a:lnTo>
                    <a:lnTo>
                      <a:pt x="215" y="0"/>
                    </a:lnTo>
                    <a:lnTo>
                      <a:pt x="21600" y="15079"/>
                    </a:lnTo>
                    <a:lnTo>
                      <a:pt x="2138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5" name="Shape 9195"/>
              <p:cNvSpPr/>
              <p:nvPr/>
            </p:nvSpPr>
            <p:spPr>
              <a:xfrm>
                <a:off x="2658180" y="5808331"/>
                <a:ext cx="751310" cy="11441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35" y="21600"/>
                    </a:moveTo>
                    <a:lnTo>
                      <a:pt x="0" y="21024"/>
                    </a:lnTo>
                    <a:lnTo>
                      <a:pt x="20065" y="0"/>
                    </a:lnTo>
                    <a:lnTo>
                      <a:pt x="21600" y="720"/>
                    </a:lnTo>
                    <a:lnTo>
                      <a:pt x="153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6" name="Shape 9196"/>
              <p:cNvSpPr/>
              <p:nvPr/>
            </p:nvSpPr>
            <p:spPr>
              <a:xfrm>
                <a:off x="4362925" y="6426158"/>
                <a:ext cx="861907" cy="6635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6" y="21600"/>
                    </a:moveTo>
                    <a:lnTo>
                      <a:pt x="0" y="20110"/>
                    </a:lnTo>
                    <a:lnTo>
                      <a:pt x="20644" y="0"/>
                    </a:lnTo>
                    <a:lnTo>
                      <a:pt x="21600" y="1490"/>
                    </a:lnTo>
                    <a:lnTo>
                      <a:pt x="95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7" name="Shape 9197"/>
              <p:cNvSpPr/>
              <p:nvPr/>
            </p:nvSpPr>
            <p:spPr>
              <a:xfrm>
                <a:off x="4309532" y="7074493"/>
                <a:ext cx="99159" cy="8161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462" y="21600"/>
                    </a:moveTo>
                    <a:lnTo>
                      <a:pt x="0" y="21398"/>
                    </a:lnTo>
                    <a:lnTo>
                      <a:pt x="8308" y="0"/>
                    </a:lnTo>
                    <a:lnTo>
                      <a:pt x="21600" y="0"/>
                    </a:lnTo>
                    <a:lnTo>
                      <a:pt x="1246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8" name="Shape 9198"/>
              <p:cNvSpPr/>
              <p:nvPr/>
            </p:nvSpPr>
            <p:spPr>
              <a:xfrm>
                <a:off x="2696317" y="6887619"/>
                <a:ext cx="1678049" cy="2250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02" y="21600"/>
                    </a:moveTo>
                    <a:lnTo>
                      <a:pt x="0" y="6224"/>
                    </a:lnTo>
                    <a:lnTo>
                      <a:pt x="49" y="0"/>
                    </a:lnTo>
                    <a:lnTo>
                      <a:pt x="21600" y="16108"/>
                    </a:lnTo>
                    <a:lnTo>
                      <a:pt x="2150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199" name="Shape 9199"/>
              <p:cNvSpPr/>
              <p:nvPr/>
            </p:nvSpPr>
            <p:spPr>
              <a:xfrm>
                <a:off x="4328600" y="5945626"/>
                <a:ext cx="80090" cy="11250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143" y="21600"/>
                    </a:moveTo>
                    <a:lnTo>
                      <a:pt x="0" y="0"/>
                    </a:lnTo>
                    <a:lnTo>
                      <a:pt x="17486" y="0"/>
                    </a:lnTo>
                    <a:lnTo>
                      <a:pt x="21600" y="21454"/>
                    </a:lnTo>
                    <a:lnTo>
                      <a:pt x="514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0" name="Shape 9200"/>
              <p:cNvSpPr/>
              <p:nvPr/>
            </p:nvSpPr>
            <p:spPr>
              <a:xfrm>
                <a:off x="4355297" y="7009658"/>
                <a:ext cx="694102" cy="7513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71" y="21600"/>
                    </a:moveTo>
                    <a:cubicBezTo>
                      <a:pt x="332" y="1532"/>
                      <a:pt x="0" y="919"/>
                      <a:pt x="0" y="766"/>
                    </a:cubicBezTo>
                    <a:cubicBezTo>
                      <a:pt x="1828" y="153"/>
                      <a:pt x="1828" y="153"/>
                      <a:pt x="1828" y="153"/>
                    </a:cubicBezTo>
                    <a:cubicBezTo>
                      <a:pt x="997" y="460"/>
                      <a:pt x="997" y="460"/>
                      <a:pt x="997" y="460"/>
                    </a:cubicBezTo>
                    <a:cubicBezTo>
                      <a:pt x="1828" y="0"/>
                      <a:pt x="1828" y="0"/>
                      <a:pt x="1828" y="0"/>
                    </a:cubicBezTo>
                    <a:cubicBezTo>
                      <a:pt x="2492" y="919"/>
                      <a:pt x="13957" y="12715"/>
                      <a:pt x="21600" y="20374"/>
                    </a:cubicBezTo>
                    <a:lnTo>
                      <a:pt x="2027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1" name="Shape 9201"/>
              <p:cNvSpPr/>
              <p:nvPr/>
            </p:nvSpPr>
            <p:spPr>
              <a:xfrm>
                <a:off x="4340042" y="7715202"/>
                <a:ext cx="694102" cy="2288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56" y="21600"/>
                    </a:moveTo>
                    <a:lnTo>
                      <a:pt x="0" y="15480"/>
                    </a:lnTo>
                    <a:lnTo>
                      <a:pt x="21244" y="0"/>
                    </a:lnTo>
                    <a:lnTo>
                      <a:pt x="21600" y="5760"/>
                    </a:lnTo>
                    <a:lnTo>
                      <a:pt x="35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2" name="Shape 9202"/>
              <p:cNvSpPr/>
              <p:nvPr/>
            </p:nvSpPr>
            <p:spPr>
              <a:xfrm>
                <a:off x="5011261" y="6456667"/>
                <a:ext cx="217386" cy="13004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442" y="21600"/>
                    </a:moveTo>
                    <a:lnTo>
                      <a:pt x="0" y="21473"/>
                    </a:lnTo>
                    <a:lnTo>
                      <a:pt x="15537" y="0"/>
                    </a:lnTo>
                    <a:lnTo>
                      <a:pt x="21600" y="127"/>
                    </a:lnTo>
                    <a:lnTo>
                      <a:pt x="644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3" name="Shape 9203"/>
              <p:cNvSpPr/>
              <p:nvPr/>
            </p:nvSpPr>
            <p:spPr>
              <a:xfrm>
                <a:off x="5175251" y="5285847"/>
                <a:ext cx="625455" cy="11937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7" y="21600"/>
                    </a:moveTo>
                    <a:lnTo>
                      <a:pt x="0" y="21117"/>
                    </a:lnTo>
                    <a:lnTo>
                      <a:pt x="19756" y="0"/>
                    </a:lnTo>
                    <a:lnTo>
                      <a:pt x="21600" y="483"/>
                    </a:lnTo>
                    <a:lnTo>
                      <a:pt x="210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4" name="Shape 9204"/>
              <p:cNvSpPr/>
              <p:nvPr/>
            </p:nvSpPr>
            <p:spPr>
              <a:xfrm>
                <a:off x="5735872" y="3844252"/>
                <a:ext cx="736055" cy="14682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79" y="21600"/>
                    </a:moveTo>
                    <a:lnTo>
                      <a:pt x="0" y="21207"/>
                    </a:lnTo>
                    <a:lnTo>
                      <a:pt x="20033" y="0"/>
                    </a:lnTo>
                    <a:lnTo>
                      <a:pt x="21600" y="393"/>
                    </a:lnTo>
                    <a:lnTo>
                      <a:pt x="1679"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5" name="Shape 9205"/>
              <p:cNvSpPr/>
              <p:nvPr/>
            </p:nvSpPr>
            <p:spPr>
              <a:xfrm>
                <a:off x="5011261" y="4492588"/>
                <a:ext cx="781820" cy="8275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41" y="21600"/>
                    </a:moveTo>
                    <a:lnTo>
                      <a:pt x="0" y="1095"/>
                    </a:lnTo>
                    <a:lnTo>
                      <a:pt x="1370" y="0"/>
                    </a:lnTo>
                    <a:lnTo>
                      <a:pt x="21600" y="20406"/>
                    </a:lnTo>
                    <a:lnTo>
                      <a:pt x="2044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6" name="Shape 9206"/>
              <p:cNvSpPr/>
              <p:nvPr/>
            </p:nvSpPr>
            <p:spPr>
              <a:xfrm>
                <a:off x="4340042" y="4492588"/>
                <a:ext cx="724612" cy="14873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9" y="21600"/>
                    </a:moveTo>
                    <a:lnTo>
                      <a:pt x="0" y="21212"/>
                    </a:lnTo>
                    <a:lnTo>
                      <a:pt x="19895" y="0"/>
                    </a:lnTo>
                    <a:lnTo>
                      <a:pt x="21600" y="332"/>
                    </a:lnTo>
                    <a:lnTo>
                      <a:pt x="1819"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7" name="Shape 9207"/>
              <p:cNvSpPr/>
              <p:nvPr/>
            </p:nvSpPr>
            <p:spPr>
              <a:xfrm>
                <a:off x="3375164" y="5785449"/>
                <a:ext cx="980134" cy="2097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16" y="21600"/>
                    </a:moveTo>
                    <a:lnTo>
                      <a:pt x="0" y="6676"/>
                    </a:lnTo>
                    <a:lnTo>
                      <a:pt x="252" y="0"/>
                    </a:lnTo>
                    <a:lnTo>
                      <a:pt x="21600" y="15316"/>
                    </a:lnTo>
                    <a:lnTo>
                      <a:pt x="2151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8" name="Shape 9208"/>
              <p:cNvSpPr/>
              <p:nvPr/>
            </p:nvSpPr>
            <p:spPr>
              <a:xfrm>
                <a:off x="4362925" y="5918929"/>
                <a:ext cx="850467" cy="5491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25" y="21600"/>
                    </a:moveTo>
                    <a:lnTo>
                      <a:pt x="0" y="2100"/>
                    </a:lnTo>
                    <a:lnTo>
                      <a:pt x="775" y="0"/>
                    </a:lnTo>
                    <a:lnTo>
                      <a:pt x="21600" y="19500"/>
                    </a:lnTo>
                    <a:lnTo>
                      <a:pt x="2082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09" name="Shape 9209"/>
              <p:cNvSpPr/>
              <p:nvPr/>
            </p:nvSpPr>
            <p:spPr>
              <a:xfrm>
                <a:off x="4374365" y="5270592"/>
                <a:ext cx="1399646" cy="6979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12" y="21600"/>
                    </a:moveTo>
                    <a:lnTo>
                      <a:pt x="0" y="19711"/>
                    </a:lnTo>
                    <a:lnTo>
                      <a:pt x="21188" y="0"/>
                    </a:lnTo>
                    <a:lnTo>
                      <a:pt x="21600" y="1770"/>
                    </a:lnTo>
                    <a:lnTo>
                      <a:pt x="41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0" name="Shape 9210"/>
              <p:cNvSpPr/>
              <p:nvPr/>
            </p:nvSpPr>
            <p:spPr>
              <a:xfrm>
                <a:off x="4145540" y="4744296"/>
                <a:ext cx="255523" cy="1189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42" y="21600"/>
                    </a:moveTo>
                    <a:lnTo>
                      <a:pt x="0" y="208"/>
                    </a:lnTo>
                    <a:lnTo>
                      <a:pt x="5158" y="0"/>
                    </a:lnTo>
                    <a:lnTo>
                      <a:pt x="21600" y="21462"/>
                    </a:lnTo>
                    <a:lnTo>
                      <a:pt x="1644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1" name="Shape 9211"/>
              <p:cNvSpPr/>
              <p:nvPr/>
            </p:nvSpPr>
            <p:spPr>
              <a:xfrm>
                <a:off x="3340839" y="4763366"/>
                <a:ext cx="72463" cy="10449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274" y="21600"/>
                    </a:moveTo>
                    <a:lnTo>
                      <a:pt x="0" y="0"/>
                    </a:lnTo>
                    <a:lnTo>
                      <a:pt x="18189" y="0"/>
                    </a:lnTo>
                    <a:lnTo>
                      <a:pt x="21600" y="21600"/>
                    </a:lnTo>
                    <a:lnTo>
                      <a:pt x="2274"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2" name="Shape 9212"/>
              <p:cNvSpPr/>
              <p:nvPr/>
            </p:nvSpPr>
            <p:spPr>
              <a:xfrm>
                <a:off x="3276007" y="3142524"/>
                <a:ext cx="125855" cy="1639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127" y="21600"/>
                    </a:moveTo>
                    <a:lnTo>
                      <a:pt x="0" y="0"/>
                    </a:lnTo>
                    <a:lnTo>
                      <a:pt x="11127" y="0"/>
                    </a:lnTo>
                    <a:lnTo>
                      <a:pt x="21600" y="21600"/>
                    </a:lnTo>
                    <a:lnTo>
                      <a:pt x="1112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3" name="Shape 9213"/>
              <p:cNvSpPr/>
              <p:nvPr/>
            </p:nvSpPr>
            <p:spPr>
              <a:xfrm>
                <a:off x="3386606" y="4706158"/>
                <a:ext cx="800888" cy="1220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 y="21600"/>
                    </a:moveTo>
                    <a:lnTo>
                      <a:pt x="0" y="10125"/>
                    </a:lnTo>
                    <a:lnTo>
                      <a:pt x="21394" y="0"/>
                    </a:lnTo>
                    <a:lnTo>
                      <a:pt x="21600" y="11475"/>
                    </a:lnTo>
                    <a:lnTo>
                      <a:pt x="20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4" name="Shape 9214"/>
              <p:cNvSpPr/>
              <p:nvPr/>
            </p:nvSpPr>
            <p:spPr>
              <a:xfrm>
                <a:off x="2242481" y="4782433"/>
                <a:ext cx="1144124" cy="7703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 y="21600"/>
                    </a:moveTo>
                    <a:lnTo>
                      <a:pt x="0" y="20103"/>
                    </a:lnTo>
                    <a:lnTo>
                      <a:pt x="21024" y="0"/>
                    </a:lnTo>
                    <a:lnTo>
                      <a:pt x="21600" y="1283"/>
                    </a:lnTo>
                    <a:lnTo>
                      <a:pt x="72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5" name="Shape 9215"/>
              <p:cNvSpPr/>
              <p:nvPr/>
            </p:nvSpPr>
            <p:spPr>
              <a:xfrm>
                <a:off x="1533124" y="5510859"/>
                <a:ext cx="758938" cy="12966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7" y="21600"/>
                    </a:moveTo>
                    <a:lnTo>
                      <a:pt x="0" y="21092"/>
                    </a:lnTo>
                    <a:lnTo>
                      <a:pt x="19863" y="0"/>
                    </a:lnTo>
                    <a:lnTo>
                      <a:pt x="21600" y="508"/>
                    </a:lnTo>
                    <a:lnTo>
                      <a:pt x="173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6" name="Shape 9216"/>
              <p:cNvSpPr/>
              <p:nvPr/>
            </p:nvSpPr>
            <p:spPr>
              <a:xfrm>
                <a:off x="1548380" y="5796889"/>
                <a:ext cx="1838225" cy="9915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4" y="21600"/>
                    </a:moveTo>
                    <a:lnTo>
                      <a:pt x="0" y="20437"/>
                    </a:lnTo>
                    <a:lnTo>
                      <a:pt x="21241" y="0"/>
                    </a:lnTo>
                    <a:lnTo>
                      <a:pt x="21600" y="1329"/>
                    </a:lnTo>
                    <a:lnTo>
                      <a:pt x="314"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7" name="Shape 9217"/>
              <p:cNvSpPr/>
              <p:nvPr/>
            </p:nvSpPr>
            <p:spPr>
              <a:xfrm>
                <a:off x="2238668" y="5510859"/>
                <a:ext cx="465278" cy="14187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67" y="21600"/>
                    </a:moveTo>
                    <a:lnTo>
                      <a:pt x="0" y="232"/>
                    </a:lnTo>
                    <a:lnTo>
                      <a:pt x="2833" y="0"/>
                    </a:lnTo>
                    <a:lnTo>
                      <a:pt x="21600" y="21310"/>
                    </a:lnTo>
                    <a:lnTo>
                      <a:pt x="1876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8" name="Shape 9218"/>
              <p:cNvSpPr/>
              <p:nvPr/>
            </p:nvSpPr>
            <p:spPr>
              <a:xfrm>
                <a:off x="602571" y="4812943"/>
                <a:ext cx="980134" cy="19602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23" y="21600"/>
                    </a:moveTo>
                    <a:lnTo>
                      <a:pt x="0" y="294"/>
                    </a:lnTo>
                    <a:lnTo>
                      <a:pt x="1261" y="0"/>
                    </a:lnTo>
                    <a:lnTo>
                      <a:pt x="21600" y="21306"/>
                    </a:lnTo>
                    <a:lnTo>
                      <a:pt x="2042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19" name="Shape 9219"/>
              <p:cNvSpPr/>
              <p:nvPr/>
            </p:nvSpPr>
            <p:spPr>
              <a:xfrm>
                <a:off x="186874" y="2787847"/>
                <a:ext cx="472905" cy="20632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987" y="21600"/>
                    </a:moveTo>
                    <a:lnTo>
                      <a:pt x="0" y="120"/>
                    </a:lnTo>
                    <a:lnTo>
                      <a:pt x="2613" y="0"/>
                    </a:lnTo>
                    <a:lnTo>
                      <a:pt x="21600" y="21400"/>
                    </a:lnTo>
                    <a:lnTo>
                      <a:pt x="1898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0" name="Shape 9220"/>
              <p:cNvSpPr/>
              <p:nvPr/>
            </p:nvSpPr>
            <p:spPr>
              <a:xfrm>
                <a:off x="202129" y="2784032"/>
                <a:ext cx="934370" cy="7894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18" y="21600"/>
                    </a:moveTo>
                    <a:lnTo>
                      <a:pt x="0" y="1357"/>
                    </a:lnTo>
                    <a:lnTo>
                      <a:pt x="970" y="0"/>
                    </a:lnTo>
                    <a:lnTo>
                      <a:pt x="21600" y="20243"/>
                    </a:lnTo>
                    <a:lnTo>
                      <a:pt x="20718"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1" name="Shape 9221"/>
              <p:cNvSpPr/>
              <p:nvPr/>
            </p:nvSpPr>
            <p:spPr>
              <a:xfrm>
                <a:off x="594944" y="3546780"/>
                <a:ext cx="560622" cy="12661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51" y="21600"/>
                    </a:moveTo>
                    <a:lnTo>
                      <a:pt x="0" y="21210"/>
                    </a:lnTo>
                    <a:lnTo>
                      <a:pt x="19396" y="0"/>
                    </a:lnTo>
                    <a:lnTo>
                      <a:pt x="21600" y="325"/>
                    </a:lnTo>
                    <a:lnTo>
                      <a:pt x="235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2" name="Shape 9222"/>
              <p:cNvSpPr/>
              <p:nvPr/>
            </p:nvSpPr>
            <p:spPr>
              <a:xfrm>
                <a:off x="1102173" y="3520085"/>
                <a:ext cx="1003016" cy="59494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25" y="21600"/>
                    </a:moveTo>
                    <a:lnTo>
                      <a:pt x="0" y="1938"/>
                    </a:lnTo>
                    <a:lnTo>
                      <a:pt x="575" y="0"/>
                    </a:lnTo>
                    <a:lnTo>
                      <a:pt x="21600" y="19662"/>
                    </a:lnTo>
                    <a:lnTo>
                      <a:pt x="2102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3" name="Shape 9223"/>
              <p:cNvSpPr/>
              <p:nvPr/>
            </p:nvSpPr>
            <p:spPr>
              <a:xfrm>
                <a:off x="2044166" y="4076892"/>
                <a:ext cx="240268" cy="14606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71" y="21600"/>
                    </a:moveTo>
                    <a:lnTo>
                      <a:pt x="0" y="169"/>
                    </a:lnTo>
                    <a:lnTo>
                      <a:pt x="5486" y="0"/>
                    </a:lnTo>
                    <a:lnTo>
                      <a:pt x="21600" y="21487"/>
                    </a:lnTo>
                    <a:lnTo>
                      <a:pt x="1577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4" name="Shape 9224"/>
              <p:cNvSpPr/>
              <p:nvPr/>
            </p:nvSpPr>
            <p:spPr>
              <a:xfrm>
                <a:off x="2078491" y="4057822"/>
                <a:ext cx="1296674" cy="75893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55" y="21600"/>
                    </a:moveTo>
                    <a:lnTo>
                      <a:pt x="0" y="1520"/>
                    </a:lnTo>
                    <a:lnTo>
                      <a:pt x="445" y="0"/>
                    </a:lnTo>
                    <a:lnTo>
                      <a:pt x="21600" y="19972"/>
                    </a:lnTo>
                    <a:lnTo>
                      <a:pt x="2115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5" name="Shape 9225"/>
              <p:cNvSpPr/>
              <p:nvPr/>
            </p:nvSpPr>
            <p:spPr>
              <a:xfrm>
                <a:off x="1929754" y="3317956"/>
                <a:ext cx="183060" cy="77419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21600"/>
                    </a:moveTo>
                    <a:lnTo>
                      <a:pt x="0" y="213"/>
                    </a:lnTo>
                    <a:lnTo>
                      <a:pt x="7200" y="0"/>
                    </a:lnTo>
                    <a:lnTo>
                      <a:pt x="21600" y="21387"/>
                    </a:lnTo>
                    <a:lnTo>
                      <a:pt x="144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6" name="Shape 9226"/>
              <p:cNvSpPr/>
              <p:nvPr/>
            </p:nvSpPr>
            <p:spPr>
              <a:xfrm>
                <a:off x="617826" y="4046382"/>
                <a:ext cx="1468294" cy="762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93" y="21600"/>
                    </a:moveTo>
                    <a:lnTo>
                      <a:pt x="0" y="19872"/>
                    </a:lnTo>
                    <a:lnTo>
                      <a:pt x="21207" y="0"/>
                    </a:lnTo>
                    <a:lnTo>
                      <a:pt x="21600" y="1620"/>
                    </a:lnTo>
                    <a:lnTo>
                      <a:pt x="39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7" name="Shape 9227"/>
              <p:cNvSpPr/>
              <p:nvPr/>
            </p:nvSpPr>
            <p:spPr>
              <a:xfrm>
                <a:off x="629268" y="4759551"/>
                <a:ext cx="1628471" cy="762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46" y="21600"/>
                    </a:moveTo>
                    <a:lnTo>
                      <a:pt x="0" y="1512"/>
                    </a:lnTo>
                    <a:lnTo>
                      <a:pt x="354" y="0"/>
                    </a:lnTo>
                    <a:lnTo>
                      <a:pt x="21600" y="20088"/>
                    </a:lnTo>
                    <a:lnTo>
                      <a:pt x="2124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8" name="Shape 9228"/>
              <p:cNvSpPr/>
              <p:nvPr/>
            </p:nvSpPr>
            <p:spPr>
              <a:xfrm>
                <a:off x="2272991" y="5270592"/>
                <a:ext cx="3478137" cy="286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 y="21600"/>
                    </a:moveTo>
                    <a:lnTo>
                      <a:pt x="0" y="16992"/>
                    </a:lnTo>
                    <a:lnTo>
                      <a:pt x="21576" y="0"/>
                    </a:lnTo>
                    <a:lnTo>
                      <a:pt x="21600" y="4320"/>
                    </a:lnTo>
                    <a:lnTo>
                      <a:pt x="4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29" name="Shape 9229"/>
              <p:cNvSpPr/>
              <p:nvPr/>
            </p:nvSpPr>
            <p:spPr>
              <a:xfrm>
                <a:off x="5022701" y="3836625"/>
                <a:ext cx="1433969" cy="6902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02" y="21600"/>
                    </a:moveTo>
                    <a:lnTo>
                      <a:pt x="0" y="19691"/>
                    </a:lnTo>
                    <a:lnTo>
                      <a:pt x="21255" y="0"/>
                    </a:lnTo>
                    <a:lnTo>
                      <a:pt x="21600" y="1909"/>
                    </a:lnTo>
                    <a:lnTo>
                      <a:pt x="40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0" name="Shape 9230"/>
              <p:cNvSpPr/>
              <p:nvPr/>
            </p:nvSpPr>
            <p:spPr>
              <a:xfrm>
                <a:off x="4164610" y="4465894"/>
                <a:ext cx="880977" cy="2936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4" y="21600"/>
                    </a:moveTo>
                    <a:lnTo>
                      <a:pt x="0" y="17392"/>
                    </a:lnTo>
                    <a:lnTo>
                      <a:pt x="21132" y="0"/>
                    </a:lnTo>
                    <a:lnTo>
                      <a:pt x="21600" y="4488"/>
                    </a:lnTo>
                    <a:lnTo>
                      <a:pt x="374"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1" name="Shape 9231"/>
              <p:cNvSpPr/>
              <p:nvPr/>
            </p:nvSpPr>
            <p:spPr>
              <a:xfrm>
                <a:off x="6330816" y="2017471"/>
                <a:ext cx="144923" cy="18534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937" y="21600"/>
                    </a:moveTo>
                    <a:lnTo>
                      <a:pt x="0" y="44"/>
                    </a:lnTo>
                    <a:lnTo>
                      <a:pt x="9095" y="0"/>
                    </a:lnTo>
                    <a:lnTo>
                      <a:pt x="21600" y="21511"/>
                    </a:lnTo>
                    <a:lnTo>
                      <a:pt x="1193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2" name="Shape 9232"/>
              <p:cNvSpPr/>
              <p:nvPr/>
            </p:nvSpPr>
            <p:spPr>
              <a:xfrm>
                <a:off x="5335428" y="858093"/>
                <a:ext cx="1048782" cy="1189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57" y="21600"/>
                    </a:moveTo>
                    <a:lnTo>
                      <a:pt x="0" y="762"/>
                    </a:lnTo>
                    <a:lnTo>
                      <a:pt x="1021" y="0"/>
                    </a:lnTo>
                    <a:lnTo>
                      <a:pt x="21600" y="20838"/>
                    </a:lnTo>
                    <a:lnTo>
                      <a:pt x="2065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3" name="Shape 9233"/>
              <p:cNvSpPr/>
              <p:nvPr/>
            </p:nvSpPr>
            <p:spPr>
              <a:xfrm>
                <a:off x="5533743" y="2013656"/>
                <a:ext cx="835212" cy="6521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5" y="21600"/>
                    </a:moveTo>
                    <a:lnTo>
                      <a:pt x="0" y="19832"/>
                    </a:lnTo>
                    <a:lnTo>
                      <a:pt x="20614" y="0"/>
                    </a:lnTo>
                    <a:lnTo>
                      <a:pt x="21600" y="1516"/>
                    </a:lnTo>
                    <a:lnTo>
                      <a:pt x="108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4" name="Shape 9234"/>
              <p:cNvSpPr/>
              <p:nvPr/>
            </p:nvSpPr>
            <p:spPr>
              <a:xfrm>
                <a:off x="4690907" y="2620042"/>
                <a:ext cx="892417" cy="7703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23" y="21600"/>
                    </a:moveTo>
                    <a:lnTo>
                      <a:pt x="0" y="20317"/>
                    </a:lnTo>
                    <a:lnTo>
                      <a:pt x="20677" y="0"/>
                    </a:lnTo>
                    <a:lnTo>
                      <a:pt x="21600" y="1283"/>
                    </a:lnTo>
                    <a:lnTo>
                      <a:pt x="92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5" name="Shape 9235"/>
              <p:cNvSpPr/>
              <p:nvPr/>
            </p:nvSpPr>
            <p:spPr>
              <a:xfrm>
                <a:off x="3302701" y="3142524"/>
                <a:ext cx="1422529" cy="2478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426" y="21600"/>
                    </a:moveTo>
                    <a:lnTo>
                      <a:pt x="0" y="5317"/>
                    </a:lnTo>
                    <a:lnTo>
                      <a:pt x="174" y="0"/>
                    </a:lnTo>
                    <a:lnTo>
                      <a:pt x="21600" y="15951"/>
                    </a:lnTo>
                    <a:lnTo>
                      <a:pt x="2142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6" name="Shape 9236"/>
              <p:cNvSpPr/>
              <p:nvPr/>
            </p:nvSpPr>
            <p:spPr>
              <a:xfrm>
                <a:off x="1956451" y="3157779"/>
                <a:ext cx="1346254" cy="1906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 y="21600"/>
                    </a:moveTo>
                    <a:lnTo>
                      <a:pt x="0" y="15120"/>
                    </a:lnTo>
                    <a:lnTo>
                      <a:pt x="21478" y="0"/>
                    </a:lnTo>
                    <a:lnTo>
                      <a:pt x="21600" y="7344"/>
                    </a:lnTo>
                    <a:lnTo>
                      <a:pt x="12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7" name="Shape 9237"/>
              <p:cNvSpPr/>
              <p:nvPr/>
            </p:nvSpPr>
            <p:spPr>
              <a:xfrm>
                <a:off x="213569" y="2772592"/>
                <a:ext cx="1758138" cy="591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19" y="21600"/>
                    </a:moveTo>
                    <a:lnTo>
                      <a:pt x="0" y="2230"/>
                    </a:lnTo>
                    <a:lnTo>
                      <a:pt x="234" y="0"/>
                    </a:lnTo>
                    <a:lnTo>
                      <a:pt x="21600" y="19510"/>
                    </a:lnTo>
                    <a:lnTo>
                      <a:pt x="21319"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8" name="Shape 9238"/>
              <p:cNvSpPr/>
              <p:nvPr/>
            </p:nvSpPr>
            <p:spPr>
              <a:xfrm>
                <a:off x="1117428" y="3317956"/>
                <a:ext cx="831397" cy="2707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5" y="21600"/>
                    </a:moveTo>
                    <a:lnTo>
                      <a:pt x="0" y="16428"/>
                    </a:lnTo>
                    <a:lnTo>
                      <a:pt x="21303" y="0"/>
                    </a:lnTo>
                    <a:lnTo>
                      <a:pt x="21600" y="4563"/>
                    </a:lnTo>
                    <a:lnTo>
                      <a:pt x="49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39" name="Shape 9239"/>
              <p:cNvSpPr/>
              <p:nvPr/>
            </p:nvSpPr>
            <p:spPr>
              <a:xfrm>
                <a:off x="2067049" y="3333211"/>
                <a:ext cx="2642926" cy="7436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cubicBezTo>
                      <a:pt x="0" y="21600"/>
                      <a:pt x="0" y="21600"/>
                      <a:pt x="0" y="21600"/>
                    </a:cubicBezTo>
                    <a:cubicBezTo>
                      <a:pt x="44" y="20829"/>
                      <a:pt x="44" y="20829"/>
                      <a:pt x="44" y="20829"/>
                    </a:cubicBezTo>
                    <a:cubicBezTo>
                      <a:pt x="44" y="19903"/>
                      <a:pt x="44" y="19903"/>
                      <a:pt x="44" y="19903"/>
                    </a:cubicBezTo>
                    <a:cubicBezTo>
                      <a:pt x="653" y="19594"/>
                      <a:pt x="15721" y="5400"/>
                      <a:pt x="21469" y="0"/>
                    </a:cubicBezTo>
                    <a:cubicBezTo>
                      <a:pt x="21600" y="1697"/>
                      <a:pt x="21600" y="1697"/>
                      <a:pt x="21600" y="1697"/>
                    </a:cubicBezTo>
                    <a:cubicBezTo>
                      <a:pt x="1916" y="20366"/>
                      <a:pt x="218" y="21600"/>
                      <a:pt x="0" y="21600"/>
                    </a:cubicBez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0" name="Shape 9240"/>
              <p:cNvSpPr/>
              <p:nvPr/>
            </p:nvSpPr>
            <p:spPr>
              <a:xfrm>
                <a:off x="2067049" y="3173034"/>
                <a:ext cx="1254723" cy="9114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25" y="21600"/>
                    </a:moveTo>
                    <a:lnTo>
                      <a:pt x="0" y="20335"/>
                    </a:lnTo>
                    <a:lnTo>
                      <a:pt x="21075" y="0"/>
                    </a:lnTo>
                    <a:lnTo>
                      <a:pt x="21600" y="1265"/>
                    </a:lnTo>
                    <a:lnTo>
                      <a:pt x="52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1" name="Shape 9241"/>
              <p:cNvSpPr/>
              <p:nvPr/>
            </p:nvSpPr>
            <p:spPr>
              <a:xfrm>
                <a:off x="3333212" y="2620042"/>
                <a:ext cx="2223414" cy="5529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1" y="21600"/>
                    </a:moveTo>
                    <a:lnTo>
                      <a:pt x="0" y="19068"/>
                    </a:lnTo>
                    <a:lnTo>
                      <a:pt x="21415" y="0"/>
                    </a:lnTo>
                    <a:lnTo>
                      <a:pt x="21600" y="2234"/>
                    </a:lnTo>
                    <a:lnTo>
                      <a:pt x="11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2" name="Shape 9242"/>
              <p:cNvSpPr/>
              <p:nvPr/>
            </p:nvSpPr>
            <p:spPr>
              <a:xfrm>
                <a:off x="4687092" y="3371348"/>
                <a:ext cx="389003" cy="11174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00" y="21600"/>
                    </a:moveTo>
                    <a:lnTo>
                      <a:pt x="0" y="295"/>
                    </a:lnTo>
                    <a:lnTo>
                      <a:pt x="3600" y="0"/>
                    </a:lnTo>
                    <a:lnTo>
                      <a:pt x="21600" y="21305"/>
                    </a:lnTo>
                    <a:lnTo>
                      <a:pt x="180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3" name="Shape 9243"/>
              <p:cNvSpPr/>
              <p:nvPr/>
            </p:nvSpPr>
            <p:spPr>
              <a:xfrm>
                <a:off x="4092148" y="1758136"/>
                <a:ext cx="2246297" cy="2974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27" y="21600"/>
                    </a:moveTo>
                    <a:lnTo>
                      <a:pt x="0" y="4431"/>
                    </a:lnTo>
                    <a:lnTo>
                      <a:pt x="37" y="0"/>
                    </a:lnTo>
                    <a:lnTo>
                      <a:pt x="21600" y="16892"/>
                    </a:lnTo>
                    <a:lnTo>
                      <a:pt x="2152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4" name="Shape 9244"/>
              <p:cNvSpPr/>
              <p:nvPr/>
            </p:nvSpPr>
            <p:spPr>
              <a:xfrm>
                <a:off x="4084520" y="861906"/>
                <a:ext cx="1285234" cy="9419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41" y="21600"/>
                    </a:moveTo>
                    <a:lnTo>
                      <a:pt x="0" y="20376"/>
                    </a:lnTo>
                    <a:lnTo>
                      <a:pt x="20959" y="0"/>
                    </a:lnTo>
                    <a:lnTo>
                      <a:pt x="21600" y="1137"/>
                    </a:lnTo>
                    <a:lnTo>
                      <a:pt x="64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5" name="Shape 9245"/>
              <p:cNvSpPr/>
              <p:nvPr/>
            </p:nvSpPr>
            <p:spPr>
              <a:xfrm>
                <a:off x="186874" y="1395829"/>
                <a:ext cx="617828" cy="13996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0" y="21600"/>
                    </a:moveTo>
                    <a:lnTo>
                      <a:pt x="0" y="21247"/>
                    </a:lnTo>
                    <a:lnTo>
                      <a:pt x="19600" y="0"/>
                    </a:lnTo>
                    <a:lnTo>
                      <a:pt x="21600" y="294"/>
                    </a:lnTo>
                    <a:lnTo>
                      <a:pt x="20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6" name="Shape 9246"/>
              <p:cNvSpPr/>
              <p:nvPr/>
            </p:nvSpPr>
            <p:spPr>
              <a:xfrm>
                <a:off x="778003" y="1369134"/>
                <a:ext cx="972507" cy="13424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99" y="21600"/>
                    </a:moveTo>
                    <a:lnTo>
                      <a:pt x="0" y="614"/>
                    </a:lnTo>
                    <a:lnTo>
                      <a:pt x="1101" y="0"/>
                    </a:lnTo>
                    <a:lnTo>
                      <a:pt x="21600" y="21048"/>
                    </a:lnTo>
                    <a:lnTo>
                      <a:pt x="20499"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7" name="Shape 9247"/>
              <p:cNvSpPr/>
              <p:nvPr/>
            </p:nvSpPr>
            <p:spPr>
              <a:xfrm>
                <a:off x="1746694" y="2639110"/>
                <a:ext cx="1601773" cy="5568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43" y="21600"/>
                    </a:moveTo>
                    <a:lnTo>
                      <a:pt x="0" y="2367"/>
                    </a:lnTo>
                    <a:lnTo>
                      <a:pt x="309" y="0"/>
                    </a:lnTo>
                    <a:lnTo>
                      <a:pt x="21600" y="19233"/>
                    </a:lnTo>
                    <a:lnTo>
                      <a:pt x="2134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8" name="Shape 9248"/>
              <p:cNvSpPr/>
              <p:nvPr/>
            </p:nvSpPr>
            <p:spPr>
              <a:xfrm>
                <a:off x="1708557" y="2661992"/>
                <a:ext cx="266963" cy="6750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54" y="21600"/>
                    </a:moveTo>
                    <a:lnTo>
                      <a:pt x="0" y="488"/>
                    </a:lnTo>
                    <a:lnTo>
                      <a:pt x="5246" y="0"/>
                    </a:lnTo>
                    <a:lnTo>
                      <a:pt x="21600" y="20990"/>
                    </a:lnTo>
                    <a:lnTo>
                      <a:pt x="16354"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49" name="Shape 9249"/>
              <p:cNvSpPr/>
              <p:nvPr/>
            </p:nvSpPr>
            <p:spPr>
              <a:xfrm>
                <a:off x="1090730" y="2646737"/>
                <a:ext cx="667408" cy="9191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05" y="21600"/>
                    </a:moveTo>
                    <a:lnTo>
                      <a:pt x="0" y="20704"/>
                    </a:lnTo>
                    <a:lnTo>
                      <a:pt x="19995" y="0"/>
                    </a:lnTo>
                    <a:lnTo>
                      <a:pt x="21600" y="896"/>
                    </a:lnTo>
                    <a:lnTo>
                      <a:pt x="160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0" name="Shape 9250"/>
              <p:cNvSpPr/>
              <p:nvPr/>
            </p:nvSpPr>
            <p:spPr>
              <a:xfrm>
                <a:off x="747493" y="522484"/>
                <a:ext cx="1102174" cy="9000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3" y="21600"/>
                    </a:moveTo>
                    <a:lnTo>
                      <a:pt x="0" y="20410"/>
                    </a:lnTo>
                    <a:lnTo>
                      <a:pt x="20853" y="0"/>
                    </a:lnTo>
                    <a:lnTo>
                      <a:pt x="21600" y="1098"/>
                    </a:lnTo>
                    <a:lnTo>
                      <a:pt x="67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1" name="Shape 9251"/>
              <p:cNvSpPr/>
              <p:nvPr/>
            </p:nvSpPr>
            <p:spPr>
              <a:xfrm>
                <a:off x="1788647" y="533924"/>
                <a:ext cx="1167006" cy="13920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53" y="21600"/>
                    </a:moveTo>
                    <a:lnTo>
                      <a:pt x="0" y="651"/>
                    </a:lnTo>
                    <a:lnTo>
                      <a:pt x="918" y="0"/>
                    </a:lnTo>
                    <a:lnTo>
                      <a:pt x="21600" y="21067"/>
                    </a:lnTo>
                    <a:lnTo>
                      <a:pt x="2075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2" name="Shape 9252"/>
              <p:cNvSpPr/>
              <p:nvPr/>
            </p:nvSpPr>
            <p:spPr>
              <a:xfrm>
                <a:off x="1708557" y="1857293"/>
                <a:ext cx="1231841" cy="82758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02" y="21600"/>
                    </a:moveTo>
                    <a:lnTo>
                      <a:pt x="0" y="20206"/>
                    </a:lnTo>
                    <a:lnTo>
                      <a:pt x="21065" y="0"/>
                    </a:lnTo>
                    <a:lnTo>
                      <a:pt x="21600" y="1394"/>
                    </a:lnTo>
                    <a:lnTo>
                      <a:pt x="60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3" name="Shape 9253"/>
              <p:cNvSpPr/>
              <p:nvPr/>
            </p:nvSpPr>
            <p:spPr>
              <a:xfrm>
                <a:off x="225012" y="2639110"/>
                <a:ext cx="1510243" cy="16017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12857"/>
                    </a:lnTo>
                    <a:lnTo>
                      <a:pt x="21545" y="0"/>
                    </a:lnTo>
                    <a:lnTo>
                      <a:pt x="21600" y="8743"/>
                    </a:lnTo>
                    <a:lnTo>
                      <a:pt x="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4" name="Shape 9254"/>
              <p:cNvSpPr/>
              <p:nvPr/>
            </p:nvSpPr>
            <p:spPr>
              <a:xfrm>
                <a:off x="2928954" y="1746694"/>
                <a:ext cx="1178449" cy="1716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0" y="21600"/>
                    </a:moveTo>
                    <a:lnTo>
                      <a:pt x="0" y="13440"/>
                    </a:lnTo>
                    <a:lnTo>
                      <a:pt x="21460" y="0"/>
                    </a:lnTo>
                    <a:lnTo>
                      <a:pt x="21600" y="8160"/>
                    </a:lnTo>
                    <a:lnTo>
                      <a:pt x="14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5" name="Shape 9255"/>
              <p:cNvSpPr/>
              <p:nvPr/>
            </p:nvSpPr>
            <p:spPr>
              <a:xfrm>
                <a:off x="3638313" y="133482"/>
                <a:ext cx="1723813" cy="7703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61" y="21600"/>
                    </a:moveTo>
                    <a:lnTo>
                      <a:pt x="0" y="1497"/>
                    </a:lnTo>
                    <a:lnTo>
                      <a:pt x="335" y="0"/>
                    </a:lnTo>
                    <a:lnTo>
                      <a:pt x="21600" y="20103"/>
                    </a:lnTo>
                    <a:lnTo>
                      <a:pt x="2136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6" name="Shape 9256"/>
              <p:cNvSpPr/>
              <p:nvPr/>
            </p:nvSpPr>
            <p:spPr>
              <a:xfrm>
                <a:off x="1800087" y="125854"/>
                <a:ext cx="1857295" cy="4423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 y="21600"/>
                    </a:moveTo>
                    <a:lnTo>
                      <a:pt x="0" y="18621"/>
                    </a:lnTo>
                    <a:lnTo>
                      <a:pt x="21423" y="0"/>
                    </a:lnTo>
                    <a:lnTo>
                      <a:pt x="21600" y="3166"/>
                    </a:lnTo>
                    <a:lnTo>
                      <a:pt x="133"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7" name="Shape 9257"/>
              <p:cNvSpPr/>
              <p:nvPr/>
            </p:nvSpPr>
            <p:spPr>
              <a:xfrm>
                <a:off x="3623058" y="148737"/>
                <a:ext cx="514858" cy="16399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21600"/>
                    </a:moveTo>
                    <a:lnTo>
                      <a:pt x="0" y="301"/>
                    </a:lnTo>
                    <a:lnTo>
                      <a:pt x="2400" y="0"/>
                    </a:lnTo>
                    <a:lnTo>
                      <a:pt x="21600" y="21399"/>
                    </a:lnTo>
                    <a:lnTo>
                      <a:pt x="1920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8" name="Shape 9258"/>
              <p:cNvSpPr/>
              <p:nvPr/>
            </p:nvSpPr>
            <p:spPr>
              <a:xfrm>
                <a:off x="2871750" y="179247"/>
                <a:ext cx="793259" cy="17123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58" y="21600"/>
                    </a:moveTo>
                    <a:lnTo>
                      <a:pt x="0" y="21263"/>
                    </a:lnTo>
                    <a:lnTo>
                      <a:pt x="19938" y="0"/>
                    </a:lnTo>
                    <a:lnTo>
                      <a:pt x="21600" y="289"/>
                    </a:lnTo>
                    <a:lnTo>
                      <a:pt x="1558"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59" name="Shape 9259"/>
              <p:cNvSpPr/>
              <p:nvPr/>
            </p:nvSpPr>
            <p:spPr>
              <a:xfrm>
                <a:off x="1681862" y="541551"/>
                <a:ext cx="156365" cy="20899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956" y="21600"/>
                    </a:moveTo>
                    <a:lnTo>
                      <a:pt x="0" y="21600"/>
                    </a:lnTo>
                    <a:lnTo>
                      <a:pt x="12644" y="0"/>
                    </a:lnTo>
                    <a:lnTo>
                      <a:pt x="21600" y="79"/>
                    </a:lnTo>
                    <a:lnTo>
                      <a:pt x="895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0" name="Shape 9260"/>
              <p:cNvSpPr/>
              <p:nvPr/>
            </p:nvSpPr>
            <p:spPr>
              <a:xfrm>
                <a:off x="4080708" y="1765764"/>
                <a:ext cx="663592" cy="15827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62" y="21600"/>
                    </a:moveTo>
                    <a:lnTo>
                      <a:pt x="0" y="312"/>
                    </a:lnTo>
                    <a:lnTo>
                      <a:pt x="1862" y="0"/>
                    </a:lnTo>
                    <a:lnTo>
                      <a:pt x="21600" y="21288"/>
                    </a:lnTo>
                    <a:lnTo>
                      <a:pt x="19862"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1" name="Shape 9261"/>
              <p:cNvSpPr/>
              <p:nvPr/>
            </p:nvSpPr>
            <p:spPr>
              <a:xfrm>
                <a:off x="2917514" y="1880176"/>
                <a:ext cx="404258" cy="12547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40" y="21600"/>
                    </a:moveTo>
                    <a:lnTo>
                      <a:pt x="0" y="328"/>
                    </a:lnTo>
                    <a:lnTo>
                      <a:pt x="3260" y="0"/>
                    </a:lnTo>
                    <a:lnTo>
                      <a:pt x="21600" y="21337"/>
                    </a:lnTo>
                    <a:lnTo>
                      <a:pt x="1834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2" name="Shape 9262"/>
              <p:cNvSpPr/>
              <p:nvPr/>
            </p:nvSpPr>
            <p:spPr>
              <a:xfrm>
                <a:off x="3279819" y="1788646"/>
                <a:ext cx="842840" cy="13843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68" y="21600"/>
                    </a:moveTo>
                    <a:lnTo>
                      <a:pt x="0" y="21124"/>
                    </a:lnTo>
                    <a:lnTo>
                      <a:pt x="20232" y="0"/>
                    </a:lnTo>
                    <a:lnTo>
                      <a:pt x="21600" y="476"/>
                    </a:lnTo>
                    <a:lnTo>
                      <a:pt x="1368"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3" name="Shape 9263"/>
              <p:cNvSpPr/>
              <p:nvPr/>
            </p:nvSpPr>
            <p:spPr>
              <a:xfrm>
                <a:off x="4126472" y="1761949"/>
                <a:ext cx="1437784" cy="9000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84" y="21600"/>
                    </a:moveTo>
                    <a:lnTo>
                      <a:pt x="0" y="1281"/>
                    </a:lnTo>
                    <a:lnTo>
                      <a:pt x="516" y="0"/>
                    </a:lnTo>
                    <a:lnTo>
                      <a:pt x="21600" y="20319"/>
                    </a:lnTo>
                    <a:lnTo>
                      <a:pt x="21084"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4" name="Shape 9264"/>
              <p:cNvSpPr/>
              <p:nvPr/>
            </p:nvSpPr>
            <p:spPr>
              <a:xfrm>
                <a:off x="5522302" y="2646737"/>
                <a:ext cx="922927" cy="12242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40" y="21600"/>
                    </a:moveTo>
                    <a:lnTo>
                      <a:pt x="0" y="673"/>
                    </a:lnTo>
                    <a:lnTo>
                      <a:pt x="1160" y="0"/>
                    </a:lnTo>
                    <a:lnTo>
                      <a:pt x="21600" y="20927"/>
                    </a:lnTo>
                    <a:lnTo>
                      <a:pt x="20440"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5" name="Shape 9265"/>
              <p:cNvSpPr/>
              <p:nvPr/>
            </p:nvSpPr>
            <p:spPr>
              <a:xfrm>
                <a:off x="5037956" y="2688689"/>
                <a:ext cx="533925" cy="17924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14" y="21600"/>
                    </a:moveTo>
                    <a:lnTo>
                      <a:pt x="0" y="21416"/>
                    </a:lnTo>
                    <a:lnTo>
                      <a:pt x="19131" y="0"/>
                    </a:lnTo>
                    <a:lnTo>
                      <a:pt x="21600" y="184"/>
                    </a:lnTo>
                    <a:lnTo>
                      <a:pt x="2314"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6" name="Shape 9266"/>
              <p:cNvSpPr/>
              <p:nvPr/>
            </p:nvSpPr>
            <p:spPr>
              <a:xfrm>
                <a:off x="3295074" y="3173034"/>
                <a:ext cx="884790" cy="15865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97" y="21600"/>
                    </a:moveTo>
                    <a:lnTo>
                      <a:pt x="0" y="363"/>
                    </a:lnTo>
                    <a:lnTo>
                      <a:pt x="1303" y="0"/>
                    </a:lnTo>
                    <a:lnTo>
                      <a:pt x="21600" y="21185"/>
                    </a:lnTo>
                    <a:lnTo>
                      <a:pt x="2029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7" name="Shape 9267"/>
              <p:cNvSpPr/>
              <p:nvPr/>
            </p:nvSpPr>
            <p:spPr>
              <a:xfrm>
                <a:off x="4126472" y="3359908"/>
                <a:ext cx="617828" cy="13767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7" y="21600"/>
                    </a:moveTo>
                    <a:lnTo>
                      <a:pt x="0" y="21181"/>
                    </a:lnTo>
                    <a:lnTo>
                      <a:pt x="19600" y="0"/>
                    </a:lnTo>
                    <a:lnTo>
                      <a:pt x="21600" y="419"/>
                    </a:lnTo>
                    <a:lnTo>
                      <a:pt x="186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8" name="Shape 9268"/>
              <p:cNvSpPr/>
              <p:nvPr/>
            </p:nvSpPr>
            <p:spPr>
              <a:xfrm>
                <a:off x="3359909" y="4729041"/>
                <a:ext cx="800887" cy="10945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37" y="21600"/>
                    </a:moveTo>
                    <a:lnTo>
                      <a:pt x="0" y="20847"/>
                    </a:lnTo>
                    <a:lnTo>
                      <a:pt x="20160" y="0"/>
                    </a:lnTo>
                    <a:lnTo>
                      <a:pt x="21600" y="677"/>
                    </a:lnTo>
                    <a:lnTo>
                      <a:pt x="1337"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69" name="Shape 9269"/>
              <p:cNvSpPr/>
              <p:nvPr/>
            </p:nvSpPr>
            <p:spPr>
              <a:xfrm>
                <a:off x="3359909" y="5865536"/>
                <a:ext cx="987761" cy="114412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16" y="21600"/>
                    </a:moveTo>
                    <a:lnTo>
                      <a:pt x="0" y="792"/>
                    </a:lnTo>
                    <a:lnTo>
                      <a:pt x="1084" y="0"/>
                    </a:lnTo>
                    <a:lnTo>
                      <a:pt x="21600" y="20808"/>
                    </a:lnTo>
                    <a:lnTo>
                      <a:pt x="2051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0" name="Shape 9270"/>
              <p:cNvSpPr/>
              <p:nvPr/>
            </p:nvSpPr>
            <p:spPr>
              <a:xfrm>
                <a:off x="2051793" y="4103587"/>
                <a:ext cx="1357694" cy="18000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811" y="21600"/>
                    </a:moveTo>
                    <a:lnTo>
                      <a:pt x="0" y="458"/>
                    </a:lnTo>
                    <a:lnTo>
                      <a:pt x="728" y="0"/>
                    </a:lnTo>
                    <a:lnTo>
                      <a:pt x="21600" y="21142"/>
                    </a:lnTo>
                    <a:lnTo>
                      <a:pt x="2081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1" name="Shape 9271"/>
              <p:cNvSpPr/>
              <p:nvPr/>
            </p:nvSpPr>
            <p:spPr>
              <a:xfrm>
                <a:off x="3009045" y="2806914"/>
                <a:ext cx="621643" cy="62164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2" name="Shape 9272"/>
              <p:cNvSpPr/>
              <p:nvPr/>
            </p:nvSpPr>
            <p:spPr>
              <a:xfrm>
                <a:off x="320354" y="4492588"/>
                <a:ext cx="621644" cy="62164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3" name="Shape 9273"/>
              <p:cNvSpPr/>
              <p:nvPr/>
            </p:nvSpPr>
            <p:spPr>
              <a:xfrm>
                <a:off x="3073877" y="7543582"/>
                <a:ext cx="621643" cy="62164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4" name="Shape 9274"/>
              <p:cNvSpPr/>
              <p:nvPr/>
            </p:nvSpPr>
            <p:spPr>
              <a:xfrm>
                <a:off x="3073877" y="4420129"/>
                <a:ext cx="621643" cy="621643"/>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5" name="Shape 9275"/>
              <p:cNvSpPr/>
              <p:nvPr/>
            </p:nvSpPr>
            <p:spPr>
              <a:xfrm>
                <a:off x="6124874" y="3535340"/>
                <a:ext cx="621644" cy="62164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6" name="Shape 9276"/>
              <p:cNvSpPr/>
              <p:nvPr/>
            </p:nvSpPr>
            <p:spPr>
              <a:xfrm>
                <a:off x="1533124" y="251707"/>
                <a:ext cx="625458" cy="621643"/>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7" name="Shape 9277"/>
              <p:cNvSpPr/>
              <p:nvPr/>
            </p:nvSpPr>
            <p:spPr>
              <a:xfrm>
                <a:off x="1529312" y="2456050"/>
                <a:ext cx="446209" cy="44620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8" name="Shape 9278"/>
              <p:cNvSpPr/>
              <p:nvPr/>
            </p:nvSpPr>
            <p:spPr>
              <a:xfrm>
                <a:off x="0" y="2570462"/>
                <a:ext cx="446209" cy="44621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79" name="Shape 9279"/>
              <p:cNvSpPr/>
              <p:nvPr/>
            </p:nvSpPr>
            <p:spPr>
              <a:xfrm>
                <a:off x="564434" y="1174632"/>
                <a:ext cx="453838" cy="45002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0" name="Shape 9280"/>
              <p:cNvSpPr/>
              <p:nvPr/>
            </p:nvSpPr>
            <p:spPr>
              <a:xfrm>
                <a:off x="3878578" y="1559822"/>
                <a:ext cx="446210" cy="44620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1" name="Shape 9281"/>
              <p:cNvSpPr/>
              <p:nvPr/>
            </p:nvSpPr>
            <p:spPr>
              <a:xfrm>
                <a:off x="6147757" y="1784831"/>
                <a:ext cx="446209" cy="44621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2" name="Shape 9282"/>
              <p:cNvSpPr/>
              <p:nvPr/>
            </p:nvSpPr>
            <p:spPr>
              <a:xfrm>
                <a:off x="4824386" y="4298089"/>
                <a:ext cx="450024" cy="44620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3" name="Shape 9283"/>
              <p:cNvSpPr/>
              <p:nvPr/>
            </p:nvSpPr>
            <p:spPr>
              <a:xfrm>
                <a:off x="5343056" y="2429355"/>
                <a:ext cx="450023" cy="44620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4" name="Shape 9284"/>
              <p:cNvSpPr/>
              <p:nvPr/>
            </p:nvSpPr>
            <p:spPr>
              <a:xfrm>
                <a:off x="1346252" y="6571080"/>
                <a:ext cx="450024" cy="44620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5" name="Shape 9285"/>
              <p:cNvSpPr/>
              <p:nvPr/>
            </p:nvSpPr>
            <p:spPr>
              <a:xfrm>
                <a:off x="4969309" y="6212588"/>
                <a:ext cx="453837" cy="453838"/>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6" name="Shape 9286"/>
              <p:cNvSpPr/>
              <p:nvPr/>
            </p:nvSpPr>
            <p:spPr>
              <a:xfrm>
                <a:off x="2780220" y="1746694"/>
                <a:ext cx="320355" cy="32416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7" name="Shape 9287"/>
              <p:cNvSpPr/>
              <p:nvPr/>
            </p:nvSpPr>
            <p:spPr>
              <a:xfrm>
                <a:off x="968690" y="3390418"/>
                <a:ext cx="320356" cy="320355"/>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8" name="Shape 9288"/>
              <p:cNvSpPr/>
              <p:nvPr/>
            </p:nvSpPr>
            <p:spPr>
              <a:xfrm>
                <a:off x="1811529" y="3176848"/>
                <a:ext cx="320355" cy="32798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89" name="Shape 9289"/>
              <p:cNvSpPr/>
              <p:nvPr/>
            </p:nvSpPr>
            <p:spPr>
              <a:xfrm>
                <a:off x="4568867" y="3199731"/>
                <a:ext cx="324169" cy="32416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0" name="Shape 9290"/>
              <p:cNvSpPr/>
              <p:nvPr/>
            </p:nvSpPr>
            <p:spPr>
              <a:xfrm>
                <a:off x="4019687" y="4595561"/>
                <a:ext cx="327984" cy="316541"/>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1" name="Shape 9291"/>
              <p:cNvSpPr/>
              <p:nvPr/>
            </p:nvSpPr>
            <p:spPr>
              <a:xfrm>
                <a:off x="3489576" y="0"/>
                <a:ext cx="324169" cy="32416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2" name="Shape 9292"/>
              <p:cNvSpPr/>
              <p:nvPr/>
            </p:nvSpPr>
            <p:spPr>
              <a:xfrm>
                <a:off x="5201948" y="736053"/>
                <a:ext cx="320355" cy="32417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3" name="Shape 9293"/>
              <p:cNvSpPr/>
              <p:nvPr/>
            </p:nvSpPr>
            <p:spPr>
              <a:xfrm>
                <a:off x="5625272" y="5137112"/>
                <a:ext cx="324170" cy="32417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4" name="Shape 9294"/>
              <p:cNvSpPr/>
              <p:nvPr/>
            </p:nvSpPr>
            <p:spPr>
              <a:xfrm>
                <a:off x="4866339" y="7558838"/>
                <a:ext cx="320355" cy="32417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5" name="Shape 9295"/>
              <p:cNvSpPr/>
              <p:nvPr/>
            </p:nvSpPr>
            <p:spPr>
              <a:xfrm>
                <a:off x="4168423" y="7730458"/>
                <a:ext cx="327983" cy="32416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6" name="Shape 9296"/>
              <p:cNvSpPr/>
              <p:nvPr/>
            </p:nvSpPr>
            <p:spPr>
              <a:xfrm>
                <a:off x="1719999" y="7745712"/>
                <a:ext cx="324170" cy="320355"/>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7" name="Shape 9297"/>
              <p:cNvSpPr/>
              <p:nvPr/>
            </p:nvSpPr>
            <p:spPr>
              <a:xfrm>
                <a:off x="2059421" y="5285847"/>
                <a:ext cx="453838" cy="44621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8" name="Shape 9298"/>
              <p:cNvSpPr/>
              <p:nvPr/>
            </p:nvSpPr>
            <p:spPr>
              <a:xfrm>
                <a:off x="4149355" y="5705359"/>
                <a:ext cx="446209" cy="453837"/>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299" name="Shape 9299"/>
              <p:cNvSpPr/>
              <p:nvPr/>
            </p:nvSpPr>
            <p:spPr>
              <a:xfrm>
                <a:off x="4168423" y="6826599"/>
                <a:ext cx="450023" cy="446209"/>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0" name="Shape 9300"/>
              <p:cNvSpPr/>
              <p:nvPr/>
            </p:nvSpPr>
            <p:spPr>
              <a:xfrm>
                <a:off x="2482748" y="6719814"/>
                <a:ext cx="453838" cy="450024"/>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1" name="Shape 9301"/>
              <p:cNvSpPr/>
              <p:nvPr/>
            </p:nvSpPr>
            <p:spPr>
              <a:xfrm>
                <a:off x="1876362" y="3874762"/>
                <a:ext cx="446209" cy="446210"/>
              </a:xfrm>
              <a:prstGeom prst="ellipse">
                <a:avLst/>
              </a:pr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399" name="Group 9399"/>
            <p:cNvGrpSpPr/>
            <p:nvPr/>
          </p:nvGrpSpPr>
          <p:grpSpPr>
            <a:xfrm>
              <a:off x="1844763" y="8363539"/>
              <a:ext cx="3070753" cy="2274632"/>
              <a:chOff x="0" y="0"/>
              <a:chExt cx="3070752" cy="2274631"/>
            </a:xfrm>
          </p:grpSpPr>
          <p:sp>
            <p:nvSpPr>
              <p:cNvPr id="9303" name="Shape 9303"/>
              <p:cNvSpPr/>
              <p:nvPr/>
            </p:nvSpPr>
            <p:spPr>
              <a:xfrm>
                <a:off x="-1" y="0"/>
                <a:ext cx="3070753" cy="20588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45" y="21600"/>
                    </a:moveTo>
                    <a:lnTo>
                      <a:pt x="8970" y="21573"/>
                    </a:lnTo>
                    <a:lnTo>
                      <a:pt x="8097" y="21545"/>
                    </a:lnTo>
                    <a:lnTo>
                      <a:pt x="7224" y="21464"/>
                    </a:lnTo>
                    <a:lnTo>
                      <a:pt x="6448" y="21355"/>
                    </a:lnTo>
                    <a:lnTo>
                      <a:pt x="5745" y="21218"/>
                    </a:lnTo>
                    <a:lnTo>
                      <a:pt x="5527" y="21136"/>
                    </a:lnTo>
                    <a:lnTo>
                      <a:pt x="5333" y="21055"/>
                    </a:lnTo>
                    <a:lnTo>
                      <a:pt x="5164" y="20945"/>
                    </a:lnTo>
                    <a:lnTo>
                      <a:pt x="5139" y="20836"/>
                    </a:lnTo>
                    <a:lnTo>
                      <a:pt x="5067" y="20618"/>
                    </a:lnTo>
                    <a:lnTo>
                      <a:pt x="4970" y="20427"/>
                    </a:lnTo>
                    <a:lnTo>
                      <a:pt x="4800" y="20209"/>
                    </a:lnTo>
                    <a:lnTo>
                      <a:pt x="4606" y="20018"/>
                    </a:lnTo>
                    <a:lnTo>
                      <a:pt x="3976" y="19555"/>
                    </a:lnTo>
                    <a:lnTo>
                      <a:pt x="3127" y="18955"/>
                    </a:lnTo>
                    <a:lnTo>
                      <a:pt x="2667" y="18627"/>
                    </a:lnTo>
                    <a:lnTo>
                      <a:pt x="2303" y="18245"/>
                    </a:lnTo>
                    <a:lnTo>
                      <a:pt x="1988" y="17918"/>
                    </a:lnTo>
                    <a:lnTo>
                      <a:pt x="1745" y="17536"/>
                    </a:lnTo>
                    <a:lnTo>
                      <a:pt x="1576" y="17209"/>
                    </a:lnTo>
                    <a:lnTo>
                      <a:pt x="1455" y="16882"/>
                    </a:lnTo>
                    <a:lnTo>
                      <a:pt x="1382" y="16582"/>
                    </a:lnTo>
                    <a:lnTo>
                      <a:pt x="1358" y="16282"/>
                    </a:lnTo>
                    <a:lnTo>
                      <a:pt x="1382" y="16064"/>
                    </a:lnTo>
                    <a:lnTo>
                      <a:pt x="1430" y="15845"/>
                    </a:lnTo>
                    <a:lnTo>
                      <a:pt x="1479" y="15436"/>
                    </a:lnTo>
                    <a:lnTo>
                      <a:pt x="1479" y="15273"/>
                    </a:lnTo>
                    <a:lnTo>
                      <a:pt x="1430" y="15109"/>
                    </a:lnTo>
                    <a:lnTo>
                      <a:pt x="1333" y="14973"/>
                    </a:lnTo>
                    <a:lnTo>
                      <a:pt x="1091" y="14864"/>
                    </a:lnTo>
                    <a:lnTo>
                      <a:pt x="873" y="14755"/>
                    </a:lnTo>
                    <a:lnTo>
                      <a:pt x="727" y="14645"/>
                    </a:lnTo>
                    <a:lnTo>
                      <a:pt x="679" y="14509"/>
                    </a:lnTo>
                    <a:lnTo>
                      <a:pt x="630" y="14400"/>
                    </a:lnTo>
                    <a:lnTo>
                      <a:pt x="703" y="14291"/>
                    </a:lnTo>
                    <a:lnTo>
                      <a:pt x="800" y="14236"/>
                    </a:lnTo>
                    <a:lnTo>
                      <a:pt x="970" y="14127"/>
                    </a:lnTo>
                    <a:lnTo>
                      <a:pt x="1164" y="13991"/>
                    </a:lnTo>
                    <a:lnTo>
                      <a:pt x="1333" y="13936"/>
                    </a:lnTo>
                    <a:lnTo>
                      <a:pt x="1430" y="13773"/>
                    </a:lnTo>
                    <a:lnTo>
                      <a:pt x="1479" y="13664"/>
                    </a:lnTo>
                    <a:lnTo>
                      <a:pt x="1479" y="13527"/>
                    </a:lnTo>
                    <a:lnTo>
                      <a:pt x="1430" y="13145"/>
                    </a:lnTo>
                    <a:lnTo>
                      <a:pt x="1382" y="12927"/>
                    </a:lnTo>
                    <a:lnTo>
                      <a:pt x="1358" y="12682"/>
                    </a:lnTo>
                    <a:lnTo>
                      <a:pt x="1382" y="12464"/>
                    </a:lnTo>
                    <a:lnTo>
                      <a:pt x="1455" y="12273"/>
                    </a:lnTo>
                    <a:lnTo>
                      <a:pt x="1576" y="12055"/>
                    </a:lnTo>
                    <a:lnTo>
                      <a:pt x="1576" y="11973"/>
                    </a:lnTo>
                    <a:lnTo>
                      <a:pt x="1552" y="11891"/>
                    </a:lnTo>
                    <a:lnTo>
                      <a:pt x="1430" y="11864"/>
                    </a:lnTo>
                    <a:lnTo>
                      <a:pt x="1164" y="11864"/>
                    </a:lnTo>
                    <a:lnTo>
                      <a:pt x="679" y="11727"/>
                    </a:lnTo>
                    <a:lnTo>
                      <a:pt x="558" y="11591"/>
                    </a:lnTo>
                    <a:lnTo>
                      <a:pt x="533" y="11455"/>
                    </a:lnTo>
                    <a:lnTo>
                      <a:pt x="558" y="11318"/>
                    </a:lnTo>
                    <a:lnTo>
                      <a:pt x="679" y="11155"/>
                    </a:lnTo>
                    <a:lnTo>
                      <a:pt x="824" y="11045"/>
                    </a:lnTo>
                    <a:lnTo>
                      <a:pt x="1018" y="10936"/>
                    </a:lnTo>
                    <a:lnTo>
                      <a:pt x="1236" y="10827"/>
                    </a:lnTo>
                    <a:lnTo>
                      <a:pt x="1358" y="10718"/>
                    </a:lnTo>
                    <a:lnTo>
                      <a:pt x="1430" y="10609"/>
                    </a:lnTo>
                    <a:lnTo>
                      <a:pt x="1430" y="10473"/>
                    </a:lnTo>
                    <a:lnTo>
                      <a:pt x="1358" y="10118"/>
                    </a:lnTo>
                    <a:lnTo>
                      <a:pt x="1333" y="9955"/>
                    </a:lnTo>
                    <a:lnTo>
                      <a:pt x="1333" y="9545"/>
                    </a:lnTo>
                    <a:lnTo>
                      <a:pt x="1358" y="9355"/>
                    </a:lnTo>
                    <a:lnTo>
                      <a:pt x="1430" y="9055"/>
                    </a:lnTo>
                    <a:lnTo>
                      <a:pt x="1430" y="8945"/>
                    </a:lnTo>
                    <a:lnTo>
                      <a:pt x="1382" y="8836"/>
                    </a:lnTo>
                    <a:lnTo>
                      <a:pt x="1285" y="8727"/>
                    </a:lnTo>
                    <a:lnTo>
                      <a:pt x="897" y="8564"/>
                    </a:lnTo>
                    <a:lnTo>
                      <a:pt x="776" y="8455"/>
                    </a:lnTo>
                    <a:lnTo>
                      <a:pt x="703" y="8318"/>
                    </a:lnTo>
                    <a:lnTo>
                      <a:pt x="703" y="8209"/>
                    </a:lnTo>
                    <a:lnTo>
                      <a:pt x="727" y="8073"/>
                    </a:lnTo>
                    <a:lnTo>
                      <a:pt x="873" y="7936"/>
                    </a:lnTo>
                    <a:lnTo>
                      <a:pt x="1018" y="7827"/>
                    </a:lnTo>
                    <a:lnTo>
                      <a:pt x="1261" y="7718"/>
                    </a:lnTo>
                    <a:lnTo>
                      <a:pt x="1455" y="7664"/>
                    </a:lnTo>
                    <a:lnTo>
                      <a:pt x="1576" y="7582"/>
                    </a:lnTo>
                    <a:lnTo>
                      <a:pt x="1648" y="7500"/>
                    </a:lnTo>
                    <a:lnTo>
                      <a:pt x="1648" y="7391"/>
                    </a:lnTo>
                    <a:lnTo>
                      <a:pt x="1552" y="7145"/>
                    </a:lnTo>
                    <a:lnTo>
                      <a:pt x="1527" y="6982"/>
                    </a:lnTo>
                    <a:lnTo>
                      <a:pt x="1479" y="6845"/>
                    </a:lnTo>
                    <a:lnTo>
                      <a:pt x="1479" y="6682"/>
                    </a:lnTo>
                    <a:lnTo>
                      <a:pt x="1527" y="6518"/>
                    </a:lnTo>
                    <a:lnTo>
                      <a:pt x="1648" y="6218"/>
                    </a:lnTo>
                    <a:lnTo>
                      <a:pt x="1697" y="6055"/>
                    </a:lnTo>
                    <a:lnTo>
                      <a:pt x="1721" y="5945"/>
                    </a:lnTo>
                    <a:lnTo>
                      <a:pt x="1697" y="5891"/>
                    </a:lnTo>
                    <a:lnTo>
                      <a:pt x="1576" y="5891"/>
                    </a:lnTo>
                    <a:lnTo>
                      <a:pt x="1430" y="5836"/>
                    </a:lnTo>
                    <a:lnTo>
                      <a:pt x="1285" y="5809"/>
                    </a:lnTo>
                    <a:lnTo>
                      <a:pt x="1115" y="5727"/>
                    </a:lnTo>
                    <a:lnTo>
                      <a:pt x="970" y="5645"/>
                    </a:lnTo>
                    <a:lnTo>
                      <a:pt x="824" y="5536"/>
                    </a:lnTo>
                    <a:lnTo>
                      <a:pt x="727" y="5400"/>
                    </a:lnTo>
                    <a:lnTo>
                      <a:pt x="679" y="5264"/>
                    </a:lnTo>
                    <a:lnTo>
                      <a:pt x="606" y="5100"/>
                    </a:lnTo>
                    <a:lnTo>
                      <a:pt x="0" y="0"/>
                    </a:lnTo>
                    <a:lnTo>
                      <a:pt x="21600" y="0"/>
                    </a:lnTo>
                    <a:lnTo>
                      <a:pt x="21188" y="3818"/>
                    </a:lnTo>
                    <a:lnTo>
                      <a:pt x="21164" y="4009"/>
                    </a:lnTo>
                    <a:lnTo>
                      <a:pt x="21091" y="4145"/>
                    </a:lnTo>
                    <a:lnTo>
                      <a:pt x="20945" y="4282"/>
                    </a:lnTo>
                    <a:lnTo>
                      <a:pt x="20824" y="4391"/>
                    </a:lnTo>
                    <a:lnTo>
                      <a:pt x="20703" y="4473"/>
                    </a:lnTo>
                    <a:lnTo>
                      <a:pt x="20533" y="4555"/>
                    </a:lnTo>
                    <a:lnTo>
                      <a:pt x="20364" y="4582"/>
                    </a:lnTo>
                    <a:lnTo>
                      <a:pt x="20242" y="4582"/>
                    </a:lnTo>
                    <a:lnTo>
                      <a:pt x="20145" y="4636"/>
                    </a:lnTo>
                    <a:lnTo>
                      <a:pt x="20097" y="4691"/>
                    </a:lnTo>
                    <a:lnTo>
                      <a:pt x="20097" y="4800"/>
                    </a:lnTo>
                    <a:lnTo>
                      <a:pt x="20170" y="4909"/>
                    </a:lnTo>
                    <a:lnTo>
                      <a:pt x="20291" y="5264"/>
                    </a:lnTo>
                    <a:lnTo>
                      <a:pt x="20339" y="5400"/>
                    </a:lnTo>
                    <a:lnTo>
                      <a:pt x="20339" y="5591"/>
                    </a:lnTo>
                    <a:lnTo>
                      <a:pt x="20291" y="5727"/>
                    </a:lnTo>
                    <a:lnTo>
                      <a:pt x="20242" y="5891"/>
                    </a:lnTo>
                    <a:lnTo>
                      <a:pt x="20170" y="6109"/>
                    </a:lnTo>
                    <a:lnTo>
                      <a:pt x="20170" y="6218"/>
                    </a:lnTo>
                    <a:lnTo>
                      <a:pt x="20194" y="6327"/>
                    </a:lnTo>
                    <a:lnTo>
                      <a:pt x="20339" y="6409"/>
                    </a:lnTo>
                    <a:lnTo>
                      <a:pt x="20558" y="6464"/>
                    </a:lnTo>
                    <a:lnTo>
                      <a:pt x="20800" y="6545"/>
                    </a:lnTo>
                    <a:lnTo>
                      <a:pt x="20945" y="6655"/>
                    </a:lnTo>
                    <a:lnTo>
                      <a:pt x="21042" y="6791"/>
                    </a:lnTo>
                    <a:lnTo>
                      <a:pt x="21115" y="6927"/>
                    </a:lnTo>
                    <a:lnTo>
                      <a:pt x="21091" y="7064"/>
                    </a:lnTo>
                    <a:lnTo>
                      <a:pt x="21018" y="7173"/>
                    </a:lnTo>
                    <a:lnTo>
                      <a:pt x="20897" y="7282"/>
                    </a:lnTo>
                    <a:lnTo>
                      <a:pt x="20703" y="7391"/>
                    </a:lnTo>
                    <a:lnTo>
                      <a:pt x="20533" y="7473"/>
                    </a:lnTo>
                    <a:lnTo>
                      <a:pt x="20436" y="7555"/>
                    </a:lnTo>
                    <a:lnTo>
                      <a:pt x="20388" y="7664"/>
                    </a:lnTo>
                    <a:lnTo>
                      <a:pt x="20364" y="7800"/>
                    </a:lnTo>
                    <a:lnTo>
                      <a:pt x="20436" y="8100"/>
                    </a:lnTo>
                    <a:lnTo>
                      <a:pt x="20461" y="8291"/>
                    </a:lnTo>
                    <a:lnTo>
                      <a:pt x="20485" y="8455"/>
                    </a:lnTo>
                    <a:lnTo>
                      <a:pt x="20436" y="8836"/>
                    </a:lnTo>
                    <a:lnTo>
                      <a:pt x="20388" y="9164"/>
                    </a:lnTo>
                    <a:lnTo>
                      <a:pt x="20388" y="9327"/>
                    </a:lnTo>
                    <a:lnTo>
                      <a:pt x="20461" y="9464"/>
                    </a:lnTo>
                    <a:lnTo>
                      <a:pt x="20558" y="9573"/>
                    </a:lnTo>
                    <a:lnTo>
                      <a:pt x="20752" y="9682"/>
                    </a:lnTo>
                    <a:lnTo>
                      <a:pt x="20994" y="9791"/>
                    </a:lnTo>
                    <a:lnTo>
                      <a:pt x="21164" y="9900"/>
                    </a:lnTo>
                    <a:lnTo>
                      <a:pt x="21261" y="10064"/>
                    </a:lnTo>
                    <a:lnTo>
                      <a:pt x="21285" y="10200"/>
                    </a:lnTo>
                    <a:lnTo>
                      <a:pt x="21261" y="10309"/>
                    </a:lnTo>
                    <a:lnTo>
                      <a:pt x="21115" y="10473"/>
                    </a:lnTo>
                    <a:lnTo>
                      <a:pt x="20921" y="10527"/>
                    </a:lnTo>
                    <a:lnTo>
                      <a:pt x="20655" y="10582"/>
                    </a:lnTo>
                    <a:lnTo>
                      <a:pt x="20388" y="10609"/>
                    </a:lnTo>
                    <a:lnTo>
                      <a:pt x="20267" y="10636"/>
                    </a:lnTo>
                    <a:lnTo>
                      <a:pt x="20194" y="10691"/>
                    </a:lnTo>
                    <a:lnTo>
                      <a:pt x="20242" y="10800"/>
                    </a:lnTo>
                    <a:lnTo>
                      <a:pt x="20364" y="11018"/>
                    </a:lnTo>
                    <a:lnTo>
                      <a:pt x="20436" y="11209"/>
                    </a:lnTo>
                    <a:lnTo>
                      <a:pt x="20436" y="11673"/>
                    </a:lnTo>
                    <a:lnTo>
                      <a:pt x="20388" y="11864"/>
                    </a:lnTo>
                    <a:lnTo>
                      <a:pt x="20339" y="12245"/>
                    </a:lnTo>
                    <a:lnTo>
                      <a:pt x="20339" y="12409"/>
                    </a:lnTo>
                    <a:lnTo>
                      <a:pt x="20364" y="12518"/>
                    </a:lnTo>
                    <a:lnTo>
                      <a:pt x="20461" y="12627"/>
                    </a:lnTo>
                    <a:lnTo>
                      <a:pt x="20655" y="12736"/>
                    </a:lnTo>
                    <a:lnTo>
                      <a:pt x="20848" y="12873"/>
                    </a:lnTo>
                    <a:lnTo>
                      <a:pt x="21018" y="12927"/>
                    </a:lnTo>
                    <a:lnTo>
                      <a:pt x="21115" y="13036"/>
                    </a:lnTo>
                    <a:lnTo>
                      <a:pt x="21164" y="13145"/>
                    </a:lnTo>
                    <a:lnTo>
                      <a:pt x="21164" y="13255"/>
                    </a:lnTo>
                    <a:lnTo>
                      <a:pt x="21091" y="13364"/>
                    </a:lnTo>
                    <a:lnTo>
                      <a:pt x="20921" y="13500"/>
                    </a:lnTo>
                    <a:lnTo>
                      <a:pt x="20485" y="13718"/>
                    </a:lnTo>
                    <a:lnTo>
                      <a:pt x="20364" y="13855"/>
                    </a:lnTo>
                    <a:lnTo>
                      <a:pt x="20339" y="13991"/>
                    </a:lnTo>
                    <a:lnTo>
                      <a:pt x="20291" y="14182"/>
                    </a:lnTo>
                    <a:lnTo>
                      <a:pt x="20388" y="14591"/>
                    </a:lnTo>
                    <a:lnTo>
                      <a:pt x="20436" y="14809"/>
                    </a:lnTo>
                    <a:lnTo>
                      <a:pt x="20436" y="15027"/>
                    </a:lnTo>
                    <a:lnTo>
                      <a:pt x="20485" y="15191"/>
                    </a:lnTo>
                    <a:lnTo>
                      <a:pt x="20655" y="15382"/>
                    </a:lnTo>
                    <a:lnTo>
                      <a:pt x="20800" y="15600"/>
                    </a:lnTo>
                    <a:lnTo>
                      <a:pt x="20824" y="15709"/>
                    </a:lnTo>
                    <a:lnTo>
                      <a:pt x="20824" y="15845"/>
                    </a:lnTo>
                    <a:lnTo>
                      <a:pt x="20752" y="16227"/>
                    </a:lnTo>
                    <a:lnTo>
                      <a:pt x="20606" y="16636"/>
                    </a:lnTo>
                    <a:lnTo>
                      <a:pt x="20388" y="17045"/>
                    </a:lnTo>
                    <a:lnTo>
                      <a:pt x="20170" y="17400"/>
                    </a:lnTo>
                    <a:lnTo>
                      <a:pt x="19879" y="17809"/>
                    </a:lnTo>
                    <a:lnTo>
                      <a:pt x="19539" y="18218"/>
                    </a:lnTo>
                    <a:lnTo>
                      <a:pt x="19224" y="18573"/>
                    </a:lnTo>
                    <a:lnTo>
                      <a:pt x="18812" y="18955"/>
                    </a:lnTo>
                    <a:lnTo>
                      <a:pt x="18448" y="19282"/>
                    </a:lnTo>
                    <a:lnTo>
                      <a:pt x="18109" y="19582"/>
                    </a:lnTo>
                    <a:lnTo>
                      <a:pt x="17503" y="20018"/>
                    </a:lnTo>
                    <a:lnTo>
                      <a:pt x="17236" y="20236"/>
                    </a:lnTo>
                    <a:lnTo>
                      <a:pt x="17042" y="20427"/>
                    </a:lnTo>
                    <a:lnTo>
                      <a:pt x="16921" y="20618"/>
                    </a:lnTo>
                    <a:lnTo>
                      <a:pt x="16848" y="20836"/>
                    </a:lnTo>
                    <a:lnTo>
                      <a:pt x="16824" y="20864"/>
                    </a:lnTo>
                    <a:lnTo>
                      <a:pt x="16776" y="20945"/>
                    </a:lnTo>
                    <a:lnTo>
                      <a:pt x="16630" y="21055"/>
                    </a:lnTo>
                    <a:lnTo>
                      <a:pt x="16364" y="21136"/>
                    </a:lnTo>
                    <a:lnTo>
                      <a:pt x="16073" y="21218"/>
                    </a:lnTo>
                    <a:lnTo>
                      <a:pt x="15248" y="21355"/>
                    </a:lnTo>
                    <a:lnTo>
                      <a:pt x="14303" y="21464"/>
                    </a:lnTo>
                    <a:lnTo>
                      <a:pt x="13285" y="21545"/>
                    </a:lnTo>
                    <a:lnTo>
                      <a:pt x="12218" y="21573"/>
                    </a:lnTo>
                    <a:lnTo>
                      <a:pt x="10545"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4" name="Shape 9304"/>
              <p:cNvSpPr/>
              <p:nvPr/>
            </p:nvSpPr>
            <p:spPr>
              <a:xfrm>
                <a:off x="658263" y="0"/>
                <a:ext cx="868496" cy="20588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371" y="21600"/>
                    </a:moveTo>
                    <a:lnTo>
                      <a:pt x="8829" y="21573"/>
                    </a:lnTo>
                    <a:lnTo>
                      <a:pt x="7886" y="21545"/>
                    </a:lnTo>
                    <a:lnTo>
                      <a:pt x="7029" y="21464"/>
                    </a:lnTo>
                    <a:lnTo>
                      <a:pt x="6171" y="21355"/>
                    </a:lnTo>
                    <a:lnTo>
                      <a:pt x="5486" y="21218"/>
                    </a:lnTo>
                    <a:lnTo>
                      <a:pt x="5057" y="21055"/>
                    </a:lnTo>
                    <a:lnTo>
                      <a:pt x="4886" y="20945"/>
                    </a:lnTo>
                    <a:lnTo>
                      <a:pt x="4886" y="20836"/>
                    </a:lnTo>
                    <a:lnTo>
                      <a:pt x="4714" y="20427"/>
                    </a:lnTo>
                    <a:lnTo>
                      <a:pt x="4286" y="20018"/>
                    </a:lnTo>
                    <a:lnTo>
                      <a:pt x="3771" y="19555"/>
                    </a:lnTo>
                    <a:lnTo>
                      <a:pt x="2314" y="18627"/>
                    </a:lnTo>
                    <a:lnTo>
                      <a:pt x="1971" y="18245"/>
                    </a:lnTo>
                    <a:lnTo>
                      <a:pt x="1457" y="17536"/>
                    </a:lnTo>
                    <a:lnTo>
                      <a:pt x="1200" y="16882"/>
                    </a:lnTo>
                    <a:lnTo>
                      <a:pt x="1114" y="16282"/>
                    </a:lnTo>
                    <a:lnTo>
                      <a:pt x="1114" y="15845"/>
                    </a:lnTo>
                    <a:lnTo>
                      <a:pt x="1200" y="15436"/>
                    </a:lnTo>
                    <a:lnTo>
                      <a:pt x="1114" y="15109"/>
                    </a:lnTo>
                    <a:lnTo>
                      <a:pt x="943" y="14973"/>
                    </a:lnTo>
                    <a:lnTo>
                      <a:pt x="857" y="14864"/>
                    </a:lnTo>
                    <a:lnTo>
                      <a:pt x="343" y="14645"/>
                    </a:lnTo>
                    <a:lnTo>
                      <a:pt x="343" y="14400"/>
                    </a:lnTo>
                    <a:lnTo>
                      <a:pt x="514" y="14236"/>
                    </a:lnTo>
                    <a:lnTo>
                      <a:pt x="857" y="13991"/>
                    </a:lnTo>
                    <a:lnTo>
                      <a:pt x="1114" y="13936"/>
                    </a:lnTo>
                    <a:lnTo>
                      <a:pt x="1114" y="13773"/>
                    </a:lnTo>
                    <a:lnTo>
                      <a:pt x="1200" y="13527"/>
                    </a:lnTo>
                    <a:lnTo>
                      <a:pt x="1114" y="13145"/>
                    </a:lnTo>
                    <a:lnTo>
                      <a:pt x="1114" y="12682"/>
                    </a:lnTo>
                    <a:lnTo>
                      <a:pt x="1200" y="12273"/>
                    </a:lnTo>
                    <a:lnTo>
                      <a:pt x="1286" y="12055"/>
                    </a:lnTo>
                    <a:lnTo>
                      <a:pt x="1286" y="11973"/>
                    </a:lnTo>
                    <a:lnTo>
                      <a:pt x="1200" y="11891"/>
                    </a:lnTo>
                    <a:lnTo>
                      <a:pt x="1114" y="11864"/>
                    </a:lnTo>
                    <a:lnTo>
                      <a:pt x="857" y="11864"/>
                    </a:lnTo>
                    <a:lnTo>
                      <a:pt x="600" y="11782"/>
                    </a:lnTo>
                    <a:lnTo>
                      <a:pt x="343" y="11727"/>
                    </a:lnTo>
                    <a:lnTo>
                      <a:pt x="257" y="11591"/>
                    </a:lnTo>
                    <a:lnTo>
                      <a:pt x="257" y="11455"/>
                    </a:lnTo>
                    <a:lnTo>
                      <a:pt x="343" y="11155"/>
                    </a:lnTo>
                    <a:lnTo>
                      <a:pt x="514" y="11045"/>
                    </a:lnTo>
                    <a:lnTo>
                      <a:pt x="771" y="10936"/>
                    </a:lnTo>
                    <a:lnTo>
                      <a:pt x="1114" y="10718"/>
                    </a:lnTo>
                    <a:lnTo>
                      <a:pt x="1114" y="10473"/>
                    </a:lnTo>
                    <a:lnTo>
                      <a:pt x="943" y="9709"/>
                    </a:lnTo>
                    <a:lnTo>
                      <a:pt x="1114" y="9055"/>
                    </a:lnTo>
                    <a:lnTo>
                      <a:pt x="1114" y="8836"/>
                    </a:lnTo>
                    <a:lnTo>
                      <a:pt x="943" y="8727"/>
                    </a:lnTo>
                    <a:lnTo>
                      <a:pt x="857" y="8645"/>
                    </a:lnTo>
                    <a:lnTo>
                      <a:pt x="600" y="8564"/>
                    </a:lnTo>
                    <a:lnTo>
                      <a:pt x="514" y="8455"/>
                    </a:lnTo>
                    <a:lnTo>
                      <a:pt x="343" y="8209"/>
                    </a:lnTo>
                    <a:lnTo>
                      <a:pt x="514" y="7936"/>
                    </a:lnTo>
                    <a:lnTo>
                      <a:pt x="771" y="7827"/>
                    </a:lnTo>
                    <a:lnTo>
                      <a:pt x="943" y="7718"/>
                    </a:lnTo>
                    <a:lnTo>
                      <a:pt x="1200" y="7664"/>
                    </a:lnTo>
                    <a:lnTo>
                      <a:pt x="1286" y="7582"/>
                    </a:lnTo>
                    <a:lnTo>
                      <a:pt x="1286" y="7391"/>
                    </a:lnTo>
                    <a:lnTo>
                      <a:pt x="1200" y="6845"/>
                    </a:lnTo>
                    <a:lnTo>
                      <a:pt x="1200" y="6518"/>
                    </a:lnTo>
                    <a:lnTo>
                      <a:pt x="1286" y="6218"/>
                    </a:lnTo>
                    <a:lnTo>
                      <a:pt x="1457" y="5945"/>
                    </a:lnTo>
                    <a:lnTo>
                      <a:pt x="1457" y="5891"/>
                    </a:lnTo>
                    <a:lnTo>
                      <a:pt x="1286" y="5891"/>
                    </a:lnTo>
                    <a:lnTo>
                      <a:pt x="943" y="5809"/>
                    </a:lnTo>
                    <a:lnTo>
                      <a:pt x="600" y="5645"/>
                    </a:lnTo>
                    <a:lnTo>
                      <a:pt x="343" y="5400"/>
                    </a:lnTo>
                    <a:lnTo>
                      <a:pt x="257" y="5100"/>
                    </a:lnTo>
                    <a:lnTo>
                      <a:pt x="343" y="4745"/>
                    </a:lnTo>
                    <a:lnTo>
                      <a:pt x="514" y="4445"/>
                    </a:lnTo>
                    <a:lnTo>
                      <a:pt x="600" y="4064"/>
                    </a:lnTo>
                    <a:lnTo>
                      <a:pt x="600" y="3627"/>
                    </a:lnTo>
                    <a:lnTo>
                      <a:pt x="771" y="2618"/>
                    </a:lnTo>
                    <a:lnTo>
                      <a:pt x="600" y="2182"/>
                    </a:lnTo>
                    <a:lnTo>
                      <a:pt x="600" y="1773"/>
                    </a:lnTo>
                    <a:lnTo>
                      <a:pt x="257" y="927"/>
                    </a:lnTo>
                    <a:lnTo>
                      <a:pt x="0" y="0"/>
                    </a:lnTo>
                    <a:lnTo>
                      <a:pt x="21600" y="0"/>
                    </a:lnTo>
                    <a:lnTo>
                      <a:pt x="21600" y="573"/>
                    </a:lnTo>
                    <a:lnTo>
                      <a:pt x="21514" y="736"/>
                    </a:lnTo>
                    <a:lnTo>
                      <a:pt x="21429" y="927"/>
                    </a:lnTo>
                    <a:lnTo>
                      <a:pt x="21000" y="1255"/>
                    </a:lnTo>
                    <a:lnTo>
                      <a:pt x="20914" y="1609"/>
                    </a:lnTo>
                    <a:lnTo>
                      <a:pt x="20914" y="2809"/>
                    </a:lnTo>
                    <a:lnTo>
                      <a:pt x="21000" y="3136"/>
                    </a:lnTo>
                    <a:lnTo>
                      <a:pt x="21171" y="3491"/>
                    </a:lnTo>
                    <a:lnTo>
                      <a:pt x="21171" y="4145"/>
                    </a:lnTo>
                    <a:lnTo>
                      <a:pt x="20829" y="4391"/>
                    </a:lnTo>
                    <a:lnTo>
                      <a:pt x="20571" y="4555"/>
                    </a:lnTo>
                    <a:lnTo>
                      <a:pt x="20229" y="4582"/>
                    </a:lnTo>
                    <a:lnTo>
                      <a:pt x="20143" y="4636"/>
                    </a:lnTo>
                    <a:lnTo>
                      <a:pt x="20143" y="4909"/>
                    </a:lnTo>
                    <a:lnTo>
                      <a:pt x="20229" y="5264"/>
                    </a:lnTo>
                    <a:lnTo>
                      <a:pt x="20314" y="5591"/>
                    </a:lnTo>
                    <a:lnTo>
                      <a:pt x="20143" y="6109"/>
                    </a:lnTo>
                    <a:lnTo>
                      <a:pt x="20229" y="6327"/>
                    </a:lnTo>
                    <a:lnTo>
                      <a:pt x="20314" y="6409"/>
                    </a:lnTo>
                    <a:lnTo>
                      <a:pt x="20571" y="6464"/>
                    </a:lnTo>
                    <a:lnTo>
                      <a:pt x="20829" y="6545"/>
                    </a:lnTo>
                    <a:lnTo>
                      <a:pt x="20914" y="6655"/>
                    </a:lnTo>
                    <a:lnTo>
                      <a:pt x="21171" y="6927"/>
                    </a:lnTo>
                    <a:lnTo>
                      <a:pt x="21000" y="7173"/>
                    </a:lnTo>
                    <a:lnTo>
                      <a:pt x="20914" y="7282"/>
                    </a:lnTo>
                    <a:lnTo>
                      <a:pt x="20657" y="7391"/>
                    </a:lnTo>
                    <a:lnTo>
                      <a:pt x="20486" y="7555"/>
                    </a:lnTo>
                    <a:lnTo>
                      <a:pt x="20314" y="7800"/>
                    </a:lnTo>
                    <a:lnTo>
                      <a:pt x="20486" y="8455"/>
                    </a:lnTo>
                    <a:lnTo>
                      <a:pt x="20314" y="9164"/>
                    </a:lnTo>
                    <a:lnTo>
                      <a:pt x="20486" y="9464"/>
                    </a:lnTo>
                    <a:lnTo>
                      <a:pt x="20571" y="9573"/>
                    </a:lnTo>
                    <a:lnTo>
                      <a:pt x="20829" y="9682"/>
                    </a:lnTo>
                    <a:lnTo>
                      <a:pt x="21171" y="9900"/>
                    </a:lnTo>
                    <a:lnTo>
                      <a:pt x="21257" y="10200"/>
                    </a:lnTo>
                    <a:lnTo>
                      <a:pt x="21257" y="10309"/>
                    </a:lnTo>
                    <a:lnTo>
                      <a:pt x="21171" y="10473"/>
                    </a:lnTo>
                    <a:lnTo>
                      <a:pt x="20657" y="10582"/>
                    </a:lnTo>
                    <a:lnTo>
                      <a:pt x="20314" y="10609"/>
                    </a:lnTo>
                    <a:lnTo>
                      <a:pt x="20229" y="10636"/>
                    </a:lnTo>
                    <a:lnTo>
                      <a:pt x="20229" y="10800"/>
                    </a:lnTo>
                    <a:lnTo>
                      <a:pt x="20314" y="11018"/>
                    </a:lnTo>
                    <a:lnTo>
                      <a:pt x="20486" y="11427"/>
                    </a:lnTo>
                    <a:lnTo>
                      <a:pt x="20314" y="11864"/>
                    </a:lnTo>
                    <a:lnTo>
                      <a:pt x="20314" y="12518"/>
                    </a:lnTo>
                    <a:lnTo>
                      <a:pt x="20657" y="12736"/>
                    </a:lnTo>
                    <a:lnTo>
                      <a:pt x="21000" y="12927"/>
                    </a:lnTo>
                    <a:lnTo>
                      <a:pt x="21171" y="13145"/>
                    </a:lnTo>
                    <a:lnTo>
                      <a:pt x="21000" y="13364"/>
                    </a:lnTo>
                    <a:lnTo>
                      <a:pt x="20657" y="13609"/>
                    </a:lnTo>
                    <a:lnTo>
                      <a:pt x="20486" y="13718"/>
                    </a:lnTo>
                    <a:lnTo>
                      <a:pt x="20314" y="13855"/>
                    </a:lnTo>
                    <a:lnTo>
                      <a:pt x="20314" y="14591"/>
                    </a:lnTo>
                    <a:lnTo>
                      <a:pt x="20486" y="15027"/>
                    </a:lnTo>
                    <a:lnTo>
                      <a:pt x="20486" y="15191"/>
                    </a:lnTo>
                    <a:lnTo>
                      <a:pt x="20657" y="15382"/>
                    </a:lnTo>
                    <a:lnTo>
                      <a:pt x="20829" y="15600"/>
                    </a:lnTo>
                    <a:lnTo>
                      <a:pt x="20829" y="15845"/>
                    </a:lnTo>
                    <a:lnTo>
                      <a:pt x="20571" y="16636"/>
                    </a:lnTo>
                    <a:lnTo>
                      <a:pt x="20143" y="17400"/>
                    </a:lnTo>
                    <a:lnTo>
                      <a:pt x="19543" y="18218"/>
                    </a:lnTo>
                    <a:lnTo>
                      <a:pt x="18857" y="18955"/>
                    </a:lnTo>
                    <a:lnTo>
                      <a:pt x="18000" y="19582"/>
                    </a:lnTo>
                    <a:lnTo>
                      <a:pt x="17486" y="20018"/>
                    </a:lnTo>
                    <a:lnTo>
                      <a:pt x="16971" y="20427"/>
                    </a:lnTo>
                    <a:lnTo>
                      <a:pt x="16886" y="20618"/>
                    </a:lnTo>
                    <a:lnTo>
                      <a:pt x="16714" y="20836"/>
                    </a:lnTo>
                    <a:lnTo>
                      <a:pt x="16714" y="20945"/>
                    </a:lnTo>
                    <a:lnTo>
                      <a:pt x="16543" y="21055"/>
                    </a:lnTo>
                    <a:lnTo>
                      <a:pt x="16286" y="21136"/>
                    </a:lnTo>
                    <a:lnTo>
                      <a:pt x="15943" y="21218"/>
                    </a:lnTo>
                    <a:lnTo>
                      <a:pt x="15086" y="21355"/>
                    </a:lnTo>
                    <a:lnTo>
                      <a:pt x="14229" y="21464"/>
                    </a:lnTo>
                    <a:lnTo>
                      <a:pt x="13114" y="21545"/>
                    </a:lnTo>
                    <a:lnTo>
                      <a:pt x="12086" y="21573"/>
                    </a:lnTo>
                    <a:lnTo>
                      <a:pt x="10371"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5" name="Shape 9305"/>
              <p:cNvSpPr/>
              <p:nvPr/>
            </p:nvSpPr>
            <p:spPr>
              <a:xfrm>
                <a:off x="1209688" y="2043268"/>
                <a:ext cx="699623" cy="2313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53" y="0"/>
                    </a:moveTo>
                    <a:lnTo>
                      <a:pt x="12981" y="243"/>
                    </a:lnTo>
                    <a:lnTo>
                      <a:pt x="15003" y="971"/>
                    </a:lnTo>
                    <a:lnTo>
                      <a:pt x="16918" y="1942"/>
                    </a:lnTo>
                    <a:lnTo>
                      <a:pt x="18514" y="3155"/>
                    </a:lnTo>
                    <a:lnTo>
                      <a:pt x="19791" y="4854"/>
                    </a:lnTo>
                    <a:lnTo>
                      <a:pt x="20749" y="6553"/>
                    </a:lnTo>
                    <a:lnTo>
                      <a:pt x="21174" y="7524"/>
                    </a:lnTo>
                    <a:lnTo>
                      <a:pt x="21494" y="8737"/>
                    </a:lnTo>
                    <a:lnTo>
                      <a:pt x="21600" y="9708"/>
                    </a:lnTo>
                    <a:lnTo>
                      <a:pt x="21600" y="12135"/>
                    </a:lnTo>
                    <a:lnTo>
                      <a:pt x="21494" y="13106"/>
                    </a:lnTo>
                    <a:lnTo>
                      <a:pt x="21174" y="14076"/>
                    </a:lnTo>
                    <a:lnTo>
                      <a:pt x="20749" y="15047"/>
                    </a:lnTo>
                    <a:lnTo>
                      <a:pt x="19791" y="16989"/>
                    </a:lnTo>
                    <a:lnTo>
                      <a:pt x="18514" y="18688"/>
                    </a:lnTo>
                    <a:lnTo>
                      <a:pt x="16918" y="19901"/>
                    </a:lnTo>
                    <a:lnTo>
                      <a:pt x="15003" y="20872"/>
                    </a:lnTo>
                    <a:lnTo>
                      <a:pt x="12981" y="21600"/>
                    </a:lnTo>
                    <a:lnTo>
                      <a:pt x="8619" y="21600"/>
                    </a:lnTo>
                    <a:lnTo>
                      <a:pt x="6597" y="20872"/>
                    </a:lnTo>
                    <a:lnTo>
                      <a:pt x="4788" y="19901"/>
                    </a:lnTo>
                    <a:lnTo>
                      <a:pt x="3192" y="18688"/>
                    </a:lnTo>
                    <a:lnTo>
                      <a:pt x="1915" y="16989"/>
                    </a:lnTo>
                    <a:lnTo>
                      <a:pt x="851" y="15047"/>
                    </a:lnTo>
                    <a:lnTo>
                      <a:pt x="426" y="14076"/>
                    </a:lnTo>
                    <a:lnTo>
                      <a:pt x="0" y="12135"/>
                    </a:lnTo>
                    <a:lnTo>
                      <a:pt x="0" y="9708"/>
                    </a:lnTo>
                    <a:lnTo>
                      <a:pt x="213" y="8737"/>
                    </a:lnTo>
                    <a:lnTo>
                      <a:pt x="426" y="7524"/>
                    </a:lnTo>
                    <a:lnTo>
                      <a:pt x="851" y="6553"/>
                    </a:lnTo>
                    <a:lnTo>
                      <a:pt x="1915" y="4854"/>
                    </a:lnTo>
                    <a:lnTo>
                      <a:pt x="3192" y="3155"/>
                    </a:lnTo>
                    <a:lnTo>
                      <a:pt x="4788" y="1942"/>
                    </a:lnTo>
                    <a:lnTo>
                      <a:pt x="6597" y="971"/>
                    </a:lnTo>
                    <a:lnTo>
                      <a:pt x="8619" y="243"/>
                    </a:lnTo>
                    <a:lnTo>
                      <a:pt x="1085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6" name="Shape 9306"/>
              <p:cNvSpPr/>
              <p:nvPr/>
            </p:nvSpPr>
            <p:spPr>
              <a:xfrm>
                <a:off x="947761" y="1936686"/>
                <a:ext cx="1223477" cy="2573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30" y="0"/>
                    </a:moveTo>
                    <a:lnTo>
                      <a:pt x="12960" y="218"/>
                    </a:lnTo>
                    <a:lnTo>
                      <a:pt x="15029" y="873"/>
                    </a:lnTo>
                    <a:lnTo>
                      <a:pt x="16854" y="1745"/>
                    </a:lnTo>
                    <a:lnTo>
                      <a:pt x="18375" y="3273"/>
                    </a:lnTo>
                    <a:lnTo>
                      <a:pt x="19714" y="4800"/>
                    </a:lnTo>
                    <a:lnTo>
                      <a:pt x="20261" y="5673"/>
                    </a:lnTo>
                    <a:lnTo>
                      <a:pt x="21113" y="7418"/>
                    </a:lnTo>
                    <a:lnTo>
                      <a:pt x="21357" y="8509"/>
                    </a:lnTo>
                    <a:lnTo>
                      <a:pt x="21539" y="9818"/>
                    </a:lnTo>
                    <a:lnTo>
                      <a:pt x="21600" y="10691"/>
                    </a:lnTo>
                    <a:lnTo>
                      <a:pt x="21539" y="11782"/>
                    </a:lnTo>
                    <a:lnTo>
                      <a:pt x="21357" y="13091"/>
                    </a:lnTo>
                    <a:lnTo>
                      <a:pt x="21113" y="13964"/>
                    </a:lnTo>
                    <a:lnTo>
                      <a:pt x="20687" y="14836"/>
                    </a:lnTo>
                    <a:lnTo>
                      <a:pt x="20261" y="15927"/>
                    </a:lnTo>
                    <a:lnTo>
                      <a:pt x="19714" y="16800"/>
                    </a:lnTo>
                    <a:lnTo>
                      <a:pt x="18375" y="18327"/>
                    </a:lnTo>
                    <a:lnTo>
                      <a:pt x="15029" y="20727"/>
                    </a:lnTo>
                    <a:lnTo>
                      <a:pt x="12960" y="21382"/>
                    </a:lnTo>
                    <a:lnTo>
                      <a:pt x="10830" y="21600"/>
                    </a:lnTo>
                    <a:lnTo>
                      <a:pt x="8701" y="21382"/>
                    </a:lnTo>
                    <a:lnTo>
                      <a:pt x="6632" y="20727"/>
                    </a:lnTo>
                    <a:lnTo>
                      <a:pt x="4807" y="19418"/>
                    </a:lnTo>
                    <a:lnTo>
                      <a:pt x="3225" y="18327"/>
                    </a:lnTo>
                    <a:lnTo>
                      <a:pt x="1886" y="16800"/>
                    </a:lnTo>
                    <a:lnTo>
                      <a:pt x="1339" y="15927"/>
                    </a:lnTo>
                    <a:lnTo>
                      <a:pt x="913" y="14836"/>
                    </a:lnTo>
                    <a:lnTo>
                      <a:pt x="487" y="13964"/>
                    </a:lnTo>
                    <a:lnTo>
                      <a:pt x="243" y="13091"/>
                    </a:lnTo>
                    <a:lnTo>
                      <a:pt x="122" y="11782"/>
                    </a:lnTo>
                    <a:lnTo>
                      <a:pt x="0" y="10691"/>
                    </a:lnTo>
                    <a:lnTo>
                      <a:pt x="122" y="9818"/>
                    </a:lnTo>
                    <a:lnTo>
                      <a:pt x="243" y="8509"/>
                    </a:lnTo>
                    <a:lnTo>
                      <a:pt x="487" y="7418"/>
                    </a:lnTo>
                    <a:lnTo>
                      <a:pt x="1339" y="5673"/>
                    </a:lnTo>
                    <a:lnTo>
                      <a:pt x="1886" y="4800"/>
                    </a:lnTo>
                    <a:lnTo>
                      <a:pt x="3225" y="3273"/>
                    </a:lnTo>
                    <a:lnTo>
                      <a:pt x="4807" y="1745"/>
                    </a:lnTo>
                    <a:lnTo>
                      <a:pt x="6632" y="873"/>
                    </a:lnTo>
                    <a:lnTo>
                      <a:pt x="8701" y="218"/>
                    </a:lnTo>
                    <a:lnTo>
                      <a:pt x="1083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7" name="Shape 9307"/>
              <p:cNvSpPr/>
              <p:nvPr/>
            </p:nvSpPr>
            <p:spPr>
              <a:xfrm>
                <a:off x="785781" y="2009474"/>
                <a:ext cx="1550885" cy="961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936" y="21600"/>
                    </a:moveTo>
                    <a:lnTo>
                      <a:pt x="7152" y="21600"/>
                    </a:lnTo>
                    <a:lnTo>
                      <a:pt x="5520" y="19849"/>
                    </a:lnTo>
                    <a:lnTo>
                      <a:pt x="3984" y="18681"/>
                    </a:lnTo>
                    <a:lnTo>
                      <a:pt x="2544" y="16930"/>
                    </a:lnTo>
                    <a:lnTo>
                      <a:pt x="1296" y="13427"/>
                    </a:lnTo>
                    <a:lnTo>
                      <a:pt x="864" y="12259"/>
                    </a:lnTo>
                    <a:lnTo>
                      <a:pt x="432" y="10508"/>
                    </a:lnTo>
                    <a:lnTo>
                      <a:pt x="240" y="8757"/>
                    </a:lnTo>
                    <a:lnTo>
                      <a:pt x="144" y="6422"/>
                    </a:lnTo>
                    <a:lnTo>
                      <a:pt x="0" y="1168"/>
                    </a:lnTo>
                    <a:lnTo>
                      <a:pt x="912" y="4086"/>
                    </a:lnTo>
                    <a:lnTo>
                      <a:pt x="2016" y="5838"/>
                    </a:lnTo>
                    <a:lnTo>
                      <a:pt x="3312" y="8173"/>
                    </a:lnTo>
                    <a:lnTo>
                      <a:pt x="4656" y="8757"/>
                    </a:lnTo>
                    <a:lnTo>
                      <a:pt x="7488" y="11092"/>
                    </a:lnTo>
                    <a:lnTo>
                      <a:pt x="9888" y="11092"/>
                    </a:lnTo>
                    <a:lnTo>
                      <a:pt x="12624" y="10508"/>
                    </a:lnTo>
                    <a:lnTo>
                      <a:pt x="15936" y="8757"/>
                    </a:lnTo>
                    <a:lnTo>
                      <a:pt x="17616" y="7589"/>
                    </a:lnTo>
                    <a:lnTo>
                      <a:pt x="19152" y="5838"/>
                    </a:lnTo>
                    <a:lnTo>
                      <a:pt x="20544" y="3503"/>
                    </a:lnTo>
                    <a:lnTo>
                      <a:pt x="21600" y="0"/>
                    </a:lnTo>
                    <a:lnTo>
                      <a:pt x="21456" y="6422"/>
                    </a:lnTo>
                    <a:lnTo>
                      <a:pt x="21312" y="8757"/>
                    </a:lnTo>
                    <a:lnTo>
                      <a:pt x="20976" y="10508"/>
                    </a:lnTo>
                    <a:lnTo>
                      <a:pt x="20592" y="12259"/>
                    </a:lnTo>
                    <a:lnTo>
                      <a:pt x="20016" y="13427"/>
                    </a:lnTo>
                    <a:lnTo>
                      <a:pt x="18528" y="16930"/>
                    </a:lnTo>
                    <a:lnTo>
                      <a:pt x="16848" y="18681"/>
                    </a:lnTo>
                    <a:lnTo>
                      <a:pt x="14928" y="19849"/>
                    </a:lnTo>
                    <a:lnTo>
                      <a:pt x="13056" y="21600"/>
                    </a:lnTo>
                    <a:lnTo>
                      <a:pt x="993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8" name="Shape 9308"/>
              <p:cNvSpPr/>
              <p:nvPr/>
            </p:nvSpPr>
            <p:spPr>
              <a:xfrm>
                <a:off x="151642" y="584905"/>
                <a:ext cx="2836397" cy="158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25" y="13102"/>
                    </a:moveTo>
                    <a:lnTo>
                      <a:pt x="20681" y="0"/>
                    </a:lnTo>
                    <a:lnTo>
                      <a:pt x="20681" y="1416"/>
                    </a:lnTo>
                    <a:lnTo>
                      <a:pt x="20760" y="2479"/>
                    </a:lnTo>
                    <a:lnTo>
                      <a:pt x="20865" y="3541"/>
                    </a:lnTo>
                    <a:lnTo>
                      <a:pt x="21101" y="4249"/>
                    </a:lnTo>
                    <a:lnTo>
                      <a:pt x="21259" y="5311"/>
                    </a:lnTo>
                    <a:lnTo>
                      <a:pt x="21416" y="5666"/>
                    </a:lnTo>
                    <a:lnTo>
                      <a:pt x="21521" y="6728"/>
                    </a:lnTo>
                    <a:lnTo>
                      <a:pt x="21600" y="8144"/>
                    </a:lnTo>
                    <a:lnTo>
                      <a:pt x="0" y="21600"/>
                    </a:lnTo>
                    <a:lnTo>
                      <a:pt x="210" y="20538"/>
                    </a:lnTo>
                    <a:lnTo>
                      <a:pt x="394" y="20184"/>
                    </a:lnTo>
                    <a:lnTo>
                      <a:pt x="525" y="19121"/>
                    </a:lnTo>
                    <a:lnTo>
                      <a:pt x="604" y="18413"/>
                    </a:lnTo>
                    <a:lnTo>
                      <a:pt x="630" y="17351"/>
                    </a:lnTo>
                    <a:lnTo>
                      <a:pt x="630" y="16289"/>
                    </a:lnTo>
                    <a:lnTo>
                      <a:pt x="604" y="15226"/>
                    </a:lnTo>
                    <a:lnTo>
                      <a:pt x="525" y="13102"/>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09" name="Shape 9309"/>
              <p:cNvSpPr/>
              <p:nvPr/>
            </p:nvSpPr>
            <p:spPr>
              <a:xfrm>
                <a:off x="99944" y="408134"/>
                <a:ext cx="2877754" cy="1637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714"/>
                    </a:moveTo>
                    <a:lnTo>
                      <a:pt x="21600" y="0"/>
                    </a:lnTo>
                    <a:lnTo>
                      <a:pt x="21445" y="2057"/>
                    </a:lnTo>
                    <a:lnTo>
                      <a:pt x="21238" y="3086"/>
                    </a:lnTo>
                    <a:lnTo>
                      <a:pt x="21005" y="3771"/>
                    </a:lnTo>
                    <a:lnTo>
                      <a:pt x="20850" y="3771"/>
                    </a:lnTo>
                    <a:lnTo>
                      <a:pt x="20695" y="4457"/>
                    </a:lnTo>
                    <a:lnTo>
                      <a:pt x="20695" y="5829"/>
                    </a:lnTo>
                    <a:lnTo>
                      <a:pt x="20746" y="7200"/>
                    </a:lnTo>
                    <a:lnTo>
                      <a:pt x="20798" y="8914"/>
                    </a:lnTo>
                    <a:lnTo>
                      <a:pt x="1086" y="21600"/>
                    </a:lnTo>
                    <a:lnTo>
                      <a:pt x="1086" y="20571"/>
                    </a:lnTo>
                    <a:lnTo>
                      <a:pt x="1061" y="20571"/>
                    </a:lnTo>
                    <a:lnTo>
                      <a:pt x="931" y="20229"/>
                    </a:lnTo>
                    <a:lnTo>
                      <a:pt x="698" y="19543"/>
                    </a:lnTo>
                    <a:lnTo>
                      <a:pt x="414" y="18171"/>
                    </a:lnTo>
                    <a:lnTo>
                      <a:pt x="181" y="16457"/>
                    </a:lnTo>
                    <a:lnTo>
                      <a:pt x="78" y="15086"/>
                    </a:lnTo>
                    <a:lnTo>
                      <a:pt x="0" y="1371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0" name="Shape 9310"/>
              <p:cNvSpPr/>
              <p:nvPr/>
            </p:nvSpPr>
            <p:spPr>
              <a:xfrm>
                <a:off x="158534" y="730482"/>
                <a:ext cx="2753684" cy="158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2748"/>
                    </a:moveTo>
                    <a:lnTo>
                      <a:pt x="21492" y="0"/>
                    </a:lnTo>
                    <a:lnTo>
                      <a:pt x="21465" y="1416"/>
                    </a:lnTo>
                    <a:lnTo>
                      <a:pt x="21492" y="3541"/>
                    </a:lnTo>
                    <a:lnTo>
                      <a:pt x="21600" y="8144"/>
                    </a:lnTo>
                    <a:lnTo>
                      <a:pt x="297" y="21600"/>
                    </a:lnTo>
                    <a:lnTo>
                      <a:pt x="351" y="18413"/>
                    </a:lnTo>
                    <a:lnTo>
                      <a:pt x="351" y="16289"/>
                    </a:lnTo>
                    <a:lnTo>
                      <a:pt x="297" y="15226"/>
                    </a:lnTo>
                    <a:lnTo>
                      <a:pt x="270" y="14164"/>
                    </a:lnTo>
                    <a:lnTo>
                      <a:pt x="162" y="13810"/>
                    </a:lnTo>
                    <a:lnTo>
                      <a:pt x="0" y="12748"/>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1" name="Shape 9311"/>
              <p:cNvSpPr/>
              <p:nvPr/>
            </p:nvSpPr>
            <p:spPr>
              <a:xfrm>
                <a:off x="182658" y="870859"/>
                <a:ext cx="2791593" cy="158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0" y="12748"/>
                    </a:moveTo>
                    <a:lnTo>
                      <a:pt x="21013" y="0"/>
                    </a:lnTo>
                    <a:lnTo>
                      <a:pt x="21013" y="1770"/>
                    </a:lnTo>
                    <a:lnTo>
                      <a:pt x="21067" y="3895"/>
                    </a:lnTo>
                    <a:lnTo>
                      <a:pt x="21200" y="5666"/>
                    </a:lnTo>
                    <a:lnTo>
                      <a:pt x="21413" y="7082"/>
                    </a:lnTo>
                    <a:lnTo>
                      <a:pt x="21600" y="8144"/>
                    </a:lnTo>
                    <a:lnTo>
                      <a:pt x="0" y="21600"/>
                    </a:lnTo>
                    <a:lnTo>
                      <a:pt x="107" y="19475"/>
                    </a:lnTo>
                    <a:lnTo>
                      <a:pt x="160" y="17705"/>
                    </a:lnTo>
                    <a:lnTo>
                      <a:pt x="107" y="15226"/>
                    </a:lnTo>
                    <a:lnTo>
                      <a:pt x="80" y="12748"/>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2" name="Shape 9312"/>
              <p:cNvSpPr/>
              <p:nvPr/>
            </p:nvSpPr>
            <p:spPr>
              <a:xfrm>
                <a:off x="165427" y="1032033"/>
                <a:ext cx="2739898" cy="158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456"/>
                    </a:moveTo>
                    <a:lnTo>
                      <a:pt x="21410" y="0"/>
                    </a:lnTo>
                    <a:lnTo>
                      <a:pt x="21518" y="2833"/>
                    </a:lnTo>
                    <a:lnTo>
                      <a:pt x="21600" y="5311"/>
                    </a:lnTo>
                    <a:lnTo>
                      <a:pt x="21600" y="8498"/>
                    </a:lnTo>
                    <a:lnTo>
                      <a:pt x="245" y="21600"/>
                    </a:lnTo>
                    <a:lnTo>
                      <a:pt x="299" y="19830"/>
                    </a:lnTo>
                    <a:lnTo>
                      <a:pt x="353" y="17705"/>
                    </a:lnTo>
                    <a:lnTo>
                      <a:pt x="462" y="15226"/>
                    </a:lnTo>
                    <a:lnTo>
                      <a:pt x="462" y="14518"/>
                    </a:lnTo>
                    <a:lnTo>
                      <a:pt x="408" y="13810"/>
                    </a:lnTo>
                    <a:lnTo>
                      <a:pt x="245" y="13456"/>
                    </a:lnTo>
                    <a:lnTo>
                      <a:pt x="0" y="13456"/>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3" name="Shape 9313"/>
              <p:cNvSpPr/>
              <p:nvPr/>
            </p:nvSpPr>
            <p:spPr>
              <a:xfrm>
                <a:off x="155087" y="1180208"/>
                <a:ext cx="2836397" cy="158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94" y="12748"/>
                    </a:moveTo>
                    <a:lnTo>
                      <a:pt x="20839" y="0"/>
                    </a:lnTo>
                    <a:lnTo>
                      <a:pt x="20839" y="1416"/>
                    </a:lnTo>
                    <a:lnTo>
                      <a:pt x="20891" y="2479"/>
                    </a:lnTo>
                    <a:lnTo>
                      <a:pt x="20996" y="3895"/>
                    </a:lnTo>
                    <a:lnTo>
                      <a:pt x="21180" y="4603"/>
                    </a:lnTo>
                    <a:lnTo>
                      <a:pt x="21443" y="6374"/>
                    </a:lnTo>
                    <a:lnTo>
                      <a:pt x="21600" y="7790"/>
                    </a:lnTo>
                    <a:lnTo>
                      <a:pt x="0" y="21600"/>
                    </a:lnTo>
                    <a:lnTo>
                      <a:pt x="79" y="20892"/>
                    </a:lnTo>
                    <a:lnTo>
                      <a:pt x="289" y="19475"/>
                    </a:lnTo>
                    <a:lnTo>
                      <a:pt x="367" y="18767"/>
                    </a:lnTo>
                    <a:lnTo>
                      <a:pt x="394" y="17705"/>
                    </a:lnTo>
                    <a:lnTo>
                      <a:pt x="420" y="15226"/>
                    </a:lnTo>
                    <a:lnTo>
                      <a:pt x="394" y="12748"/>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4" name="Shape 9314"/>
              <p:cNvSpPr/>
              <p:nvPr/>
            </p:nvSpPr>
            <p:spPr>
              <a:xfrm>
                <a:off x="182658" y="1330983"/>
                <a:ext cx="2715772" cy="158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102"/>
                    </a:moveTo>
                    <a:lnTo>
                      <a:pt x="21545" y="0"/>
                    </a:lnTo>
                    <a:lnTo>
                      <a:pt x="21490" y="2125"/>
                    </a:lnTo>
                    <a:lnTo>
                      <a:pt x="21545" y="3895"/>
                    </a:lnTo>
                    <a:lnTo>
                      <a:pt x="21600" y="8852"/>
                    </a:lnTo>
                    <a:lnTo>
                      <a:pt x="192" y="21600"/>
                    </a:lnTo>
                    <a:lnTo>
                      <a:pt x="219" y="19121"/>
                    </a:lnTo>
                    <a:lnTo>
                      <a:pt x="219" y="16997"/>
                    </a:lnTo>
                    <a:lnTo>
                      <a:pt x="164" y="14872"/>
                    </a:lnTo>
                    <a:lnTo>
                      <a:pt x="0" y="13102"/>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5" name="Shape 9315"/>
              <p:cNvSpPr/>
              <p:nvPr/>
            </p:nvSpPr>
            <p:spPr>
              <a:xfrm>
                <a:off x="224015" y="1549348"/>
                <a:ext cx="2722664" cy="50951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116" y="21600"/>
                    </a:moveTo>
                    <a:lnTo>
                      <a:pt x="8339" y="21490"/>
                    </a:lnTo>
                    <a:lnTo>
                      <a:pt x="7355" y="21380"/>
                    </a:lnTo>
                    <a:lnTo>
                      <a:pt x="6371" y="21049"/>
                    </a:lnTo>
                    <a:lnTo>
                      <a:pt x="5496" y="20608"/>
                    </a:lnTo>
                    <a:lnTo>
                      <a:pt x="4703" y="20057"/>
                    </a:lnTo>
                    <a:lnTo>
                      <a:pt x="4457" y="19727"/>
                    </a:lnTo>
                    <a:lnTo>
                      <a:pt x="4238" y="19396"/>
                    </a:lnTo>
                    <a:lnTo>
                      <a:pt x="4047" y="18955"/>
                    </a:lnTo>
                    <a:lnTo>
                      <a:pt x="4019" y="18514"/>
                    </a:lnTo>
                    <a:lnTo>
                      <a:pt x="3937" y="17633"/>
                    </a:lnTo>
                    <a:lnTo>
                      <a:pt x="3828" y="16861"/>
                    </a:lnTo>
                    <a:lnTo>
                      <a:pt x="3636" y="15980"/>
                    </a:lnTo>
                    <a:lnTo>
                      <a:pt x="3418" y="15208"/>
                    </a:lnTo>
                    <a:lnTo>
                      <a:pt x="2707" y="13335"/>
                    </a:lnTo>
                    <a:lnTo>
                      <a:pt x="1750" y="10910"/>
                    </a:lnTo>
                    <a:lnTo>
                      <a:pt x="1422" y="10139"/>
                    </a:lnTo>
                    <a:lnTo>
                      <a:pt x="1148" y="9257"/>
                    </a:lnTo>
                    <a:lnTo>
                      <a:pt x="902" y="8376"/>
                    </a:lnTo>
                    <a:lnTo>
                      <a:pt x="629" y="7494"/>
                    </a:lnTo>
                    <a:lnTo>
                      <a:pt x="301" y="5841"/>
                    </a:lnTo>
                    <a:lnTo>
                      <a:pt x="0" y="4078"/>
                    </a:lnTo>
                    <a:lnTo>
                      <a:pt x="21600" y="0"/>
                    </a:lnTo>
                    <a:lnTo>
                      <a:pt x="21491" y="1322"/>
                    </a:lnTo>
                    <a:lnTo>
                      <a:pt x="21272" y="2645"/>
                    </a:lnTo>
                    <a:lnTo>
                      <a:pt x="21053" y="4188"/>
                    </a:lnTo>
                    <a:lnTo>
                      <a:pt x="20780" y="5510"/>
                    </a:lnTo>
                    <a:lnTo>
                      <a:pt x="20479" y="6833"/>
                    </a:lnTo>
                    <a:lnTo>
                      <a:pt x="20178" y="8376"/>
                    </a:lnTo>
                    <a:lnTo>
                      <a:pt x="19440" y="10910"/>
                    </a:lnTo>
                    <a:lnTo>
                      <a:pt x="19030" y="12233"/>
                    </a:lnTo>
                    <a:lnTo>
                      <a:pt x="18647" y="13445"/>
                    </a:lnTo>
                    <a:lnTo>
                      <a:pt x="17964" y="15208"/>
                    </a:lnTo>
                    <a:lnTo>
                      <a:pt x="17663" y="16090"/>
                    </a:lnTo>
                    <a:lnTo>
                      <a:pt x="17444" y="16861"/>
                    </a:lnTo>
                    <a:lnTo>
                      <a:pt x="17307" y="17633"/>
                    </a:lnTo>
                    <a:lnTo>
                      <a:pt x="17225" y="18514"/>
                    </a:lnTo>
                    <a:lnTo>
                      <a:pt x="17198" y="18624"/>
                    </a:lnTo>
                    <a:lnTo>
                      <a:pt x="17143" y="18955"/>
                    </a:lnTo>
                    <a:lnTo>
                      <a:pt x="16979" y="19396"/>
                    </a:lnTo>
                    <a:lnTo>
                      <a:pt x="16678" y="19727"/>
                    </a:lnTo>
                    <a:lnTo>
                      <a:pt x="16350" y="20057"/>
                    </a:lnTo>
                    <a:lnTo>
                      <a:pt x="15421" y="20608"/>
                    </a:lnTo>
                    <a:lnTo>
                      <a:pt x="14354" y="21049"/>
                    </a:lnTo>
                    <a:lnTo>
                      <a:pt x="13206" y="21380"/>
                    </a:lnTo>
                    <a:lnTo>
                      <a:pt x="12003" y="21490"/>
                    </a:lnTo>
                    <a:lnTo>
                      <a:pt x="10116" y="2160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6" name="Shape 9316"/>
              <p:cNvSpPr/>
              <p:nvPr/>
            </p:nvSpPr>
            <p:spPr>
              <a:xfrm>
                <a:off x="709960" y="1601339"/>
                <a:ext cx="785782" cy="4575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768" y="20864"/>
                    </a:moveTo>
                    <a:lnTo>
                      <a:pt x="6916" y="18286"/>
                    </a:lnTo>
                    <a:lnTo>
                      <a:pt x="6158" y="15955"/>
                    </a:lnTo>
                    <a:lnTo>
                      <a:pt x="4926" y="13377"/>
                    </a:lnTo>
                    <a:lnTo>
                      <a:pt x="3221" y="9818"/>
                    </a:lnTo>
                    <a:lnTo>
                      <a:pt x="2368" y="7855"/>
                    </a:lnTo>
                    <a:lnTo>
                      <a:pt x="1421" y="5645"/>
                    </a:lnTo>
                    <a:lnTo>
                      <a:pt x="0" y="1227"/>
                    </a:lnTo>
                    <a:lnTo>
                      <a:pt x="21316" y="0"/>
                    </a:lnTo>
                    <a:lnTo>
                      <a:pt x="21600" y="5032"/>
                    </a:lnTo>
                    <a:lnTo>
                      <a:pt x="21600" y="9818"/>
                    </a:lnTo>
                    <a:lnTo>
                      <a:pt x="21411" y="13500"/>
                    </a:lnTo>
                    <a:lnTo>
                      <a:pt x="21221" y="16323"/>
                    </a:lnTo>
                    <a:lnTo>
                      <a:pt x="21221" y="19882"/>
                    </a:lnTo>
                    <a:lnTo>
                      <a:pt x="21411" y="21109"/>
                    </a:lnTo>
                    <a:lnTo>
                      <a:pt x="21411" y="21600"/>
                    </a:lnTo>
                    <a:lnTo>
                      <a:pt x="14874" y="21477"/>
                    </a:lnTo>
                    <a:lnTo>
                      <a:pt x="11179" y="21109"/>
                    </a:lnTo>
                    <a:lnTo>
                      <a:pt x="7768" y="20864"/>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7" name="Shape 9317"/>
              <p:cNvSpPr/>
              <p:nvPr/>
            </p:nvSpPr>
            <p:spPr>
              <a:xfrm>
                <a:off x="1957560" y="0"/>
                <a:ext cx="1113192" cy="444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463" y="17684"/>
                    </a:lnTo>
                    <a:lnTo>
                      <a:pt x="20396" y="18568"/>
                    </a:lnTo>
                    <a:lnTo>
                      <a:pt x="20196" y="19200"/>
                    </a:lnTo>
                    <a:lnTo>
                      <a:pt x="19794" y="19832"/>
                    </a:lnTo>
                    <a:lnTo>
                      <a:pt x="19460" y="20337"/>
                    </a:lnTo>
                    <a:lnTo>
                      <a:pt x="19126" y="20716"/>
                    </a:lnTo>
                    <a:lnTo>
                      <a:pt x="18658" y="21095"/>
                    </a:lnTo>
                    <a:lnTo>
                      <a:pt x="18189" y="21221"/>
                    </a:lnTo>
                    <a:lnTo>
                      <a:pt x="17855" y="21221"/>
                    </a:lnTo>
                    <a:lnTo>
                      <a:pt x="0" y="21600"/>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8" name="Shape 9318"/>
              <p:cNvSpPr/>
              <p:nvPr/>
            </p:nvSpPr>
            <p:spPr>
              <a:xfrm>
                <a:off x="1967898" y="0"/>
                <a:ext cx="1102852" cy="4419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453" y="17788"/>
                    </a:lnTo>
                    <a:lnTo>
                      <a:pt x="20385" y="18678"/>
                    </a:lnTo>
                    <a:lnTo>
                      <a:pt x="20183" y="19313"/>
                    </a:lnTo>
                    <a:lnTo>
                      <a:pt x="19778" y="19948"/>
                    </a:lnTo>
                    <a:lnTo>
                      <a:pt x="19440" y="20456"/>
                    </a:lnTo>
                    <a:lnTo>
                      <a:pt x="19103" y="20838"/>
                    </a:lnTo>
                    <a:lnTo>
                      <a:pt x="18630" y="21219"/>
                    </a:lnTo>
                    <a:lnTo>
                      <a:pt x="18158" y="21346"/>
                    </a:lnTo>
                    <a:lnTo>
                      <a:pt x="17820" y="21346"/>
                    </a:lnTo>
                    <a:lnTo>
                      <a:pt x="67" y="21600"/>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19" name="Shape 9319"/>
              <p:cNvSpPr/>
              <p:nvPr/>
            </p:nvSpPr>
            <p:spPr>
              <a:xfrm>
                <a:off x="1981684" y="0"/>
                <a:ext cx="1089066" cy="4419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438" y="17788"/>
                    </a:lnTo>
                    <a:lnTo>
                      <a:pt x="20370" y="18678"/>
                    </a:lnTo>
                    <a:lnTo>
                      <a:pt x="20165" y="19313"/>
                    </a:lnTo>
                    <a:lnTo>
                      <a:pt x="19754" y="19821"/>
                    </a:lnTo>
                    <a:lnTo>
                      <a:pt x="19071" y="20838"/>
                    </a:lnTo>
                    <a:lnTo>
                      <a:pt x="18592" y="21219"/>
                    </a:lnTo>
                    <a:lnTo>
                      <a:pt x="18182" y="21346"/>
                    </a:lnTo>
                    <a:lnTo>
                      <a:pt x="17772" y="21346"/>
                    </a:lnTo>
                    <a:lnTo>
                      <a:pt x="68" y="21600"/>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0" name="Shape 9320"/>
              <p:cNvSpPr/>
              <p:nvPr/>
            </p:nvSpPr>
            <p:spPr>
              <a:xfrm>
                <a:off x="1995470" y="0"/>
                <a:ext cx="1075280"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423" y="18000"/>
                    </a:lnTo>
                    <a:lnTo>
                      <a:pt x="20354" y="18900"/>
                    </a:lnTo>
                    <a:lnTo>
                      <a:pt x="20146" y="19543"/>
                    </a:lnTo>
                    <a:lnTo>
                      <a:pt x="19731" y="20057"/>
                    </a:lnTo>
                    <a:lnTo>
                      <a:pt x="19038" y="21086"/>
                    </a:lnTo>
                    <a:lnTo>
                      <a:pt x="18623" y="21471"/>
                    </a:lnTo>
                    <a:lnTo>
                      <a:pt x="18138" y="21600"/>
                    </a:lnTo>
                    <a:lnTo>
                      <a:pt x="0" y="21600"/>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1" name="Shape 9321"/>
              <p:cNvSpPr/>
              <p:nvPr/>
            </p:nvSpPr>
            <p:spPr>
              <a:xfrm>
                <a:off x="2009255" y="0"/>
                <a:ext cx="1061495"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408" y="18000"/>
                    </a:lnTo>
                    <a:lnTo>
                      <a:pt x="20338" y="18900"/>
                    </a:lnTo>
                    <a:lnTo>
                      <a:pt x="20127" y="19543"/>
                    </a:lnTo>
                    <a:lnTo>
                      <a:pt x="19706" y="20057"/>
                    </a:lnTo>
                    <a:lnTo>
                      <a:pt x="19426" y="20571"/>
                    </a:lnTo>
                    <a:lnTo>
                      <a:pt x="19005" y="21086"/>
                    </a:lnTo>
                    <a:lnTo>
                      <a:pt x="18584" y="21343"/>
                    </a:lnTo>
                    <a:lnTo>
                      <a:pt x="18094" y="21600"/>
                    </a:lnTo>
                    <a:lnTo>
                      <a:pt x="17743" y="21600"/>
                    </a:lnTo>
                    <a:lnTo>
                      <a:pt x="0" y="21471"/>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2" name="Shape 9322"/>
              <p:cNvSpPr/>
              <p:nvPr/>
            </p:nvSpPr>
            <p:spPr>
              <a:xfrm>
                <a:off x="2023041" y="0"/>
                <a:ext cx="1047709"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392" y="18000"/>
                    </a:lnTo>
                    <a:lnTo>
                      <a:pt x="20321" y="18900"/>
                    </a:lnTo>
                    <a:lnTo>
                      <a:pt x="20108" y="19543"/>
                    </a:lnTo>
                    <a:lnTo>
                      <a:pt x="19824" y="20057"/>
                    </a:lnTo>
                    <a:lnTo>
                      <a:pt x="18971" y="21086"/>
                    </a:lnTo>
                    <a:lnTo>
                      <a:pt x="18545" y="21343"/>
                    </a:lnTo>
                    <a:lnTo>
                      <a:pt x="18047" y="21471"/>
                    </a:lnTo>
                    <a:lnTo>
                      <a:pt x="17692" y="21600"/>
                    </a:lnTo>
                    <a:lnTo>
                      <a:pt x="0" y="21343"/>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3" name="Shape 9323"/>
              <p:cNvSpPr/>
              <p:nvPr/>
            </p:nvSpPr>
            <p:spPr>
              <a:xfrm>
                <a:off x="2036826" y="0"/>
                <a:ext cx="1033924"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376" y="18000"/>
                    </a:lnTo>
                    <a:lnTo>
                      <a:pt x="20304" y="18900"/>
                    </a:lnTo>
                    <a:lnTo>
                      <a:pt x="20088" y="19543"/>
                    </a:lnTo>
                    <a:lnTo>
                      <a:pt x="19800" y="20057"/>
                    </a:lnTo>
                    <a:lnTo>
                      <a:pt x="19368" y="20571"/>
                    </a:lnTo>
                    <a:lnTo>
                      <a:pt x="19008" y="20957"/>
                    </a:lnTo>
                    <a:lnTo>
                      <a:pt x="18504" y="21343"/>
                    </a:lnTo>
                    <a:lnTo>
                      <a:pt x="18144" y="21471"/>
                    </a:lnTo>
                    <a:lnTo>
                      <a:pt x="17640" y="21600"/>
                    </a:lnTo>
                    <a:lnTo>
                      <a:pt x="0" y="21086"/>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4" name="Shape 9324"/>
              <p:cNvSpPr/>
              <p:nvPr/>
            </p:nvSpPr>
            <p:spPr>
              <a:xfrm>
                <a:off x="2047167" y="0"/>
                <a:ext cx="1023585"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364" y="18000"/>
                    </a:lnTo>
                    <a:lnTo>
                      <a:pt x="20291" y="18900"/>
                    </a:lnTo>
                    <a:lnTo>
                      <a:pt x="20073" y="19543"/>
                    </a:lnTo>
                    <a:lnTo>
                      <a:pt x="19782" y="20057"/>
                    </a:lnTo>
                    <a:lnTo>
                      <a:pt x="19345" y="20571"/>
                    </a:lnTo>
                    <a:lnTo>
                      <a:pt x="18982" y="20957"/>
                    </a:lnTo>
                    <a:lnTo>
                      <a:pt x="18473" y="21343"/>
                    </a:lnTo>
                    <a:lnTo>
                      <a:pt x="18109" y="21471"/>
                    </a:lnTo>
                    <a:lnTo>
                      <a:pt x="17673" y="21600"/>
                    </a:lnTo>
                    <a:lnTo>
                      <a:pt x="73" y="20957"/>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5" name="Shape 9325"/>
              <p:cNvSpPr/>
              <p:nvPr/>
            </p:nvSpPr>
            <p:spPr>
              <a:xfrm>
                <a:off x="2060952" y="0"/>
                <a:ext cx="1009800"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347" y="18000"/>
                    </a:lnTo>
                    <a:lnTo>
                      <a:pt x="20273" y="18900"/>
                    </a:lnTo>
                    <a:lnTo>
                      <a:pt x="20052" y="19543"/>
                    </a:lnTo>
                    <a:lnTo>
                      <a:pt x="19757" y="20057"/>
                    </a:lnTo>
                    <a:lnTo>
                      <a:pt x="19315" y="20571"/>
                    </a:lnTo>
                    <a:lnTo>
                      <a:pt x="18946" y="20957"/>
                    </a:lnTo>
                    <a:lnTo>
                      <a:pt x="18430" y="21343"/>
                    </a:lnTo>
                    <a:lnTo>
                      <a:pt x="18061" y="21471"/>
                    </a:lnTo>
                    <a:lnTo>
                      <a:pt x="17619" y="21600"/>
                    </a:lnTo>
                    <a:lnTo>
                      <a:pt x="0" y="20957"/>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6" name="Shape 9326"/>
              <p:cNvSpPr/>
              <p:nvPr/>
            </p:nvSpPr>
            <p:spPr>
              <a:xfrm>
                <a:off x="2074738" y="0"/>
                <a:ext cx="996015" cy="4367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329" y="18000"/>
                    </a:lnTo>
                    <a:lnTo>
                      <a:pt x="20255" y="18900"/>
                    </a:lnTo>
                    <a:lnTo>
                      <a:pt x="20030" y="19414"/>
                    </a:lnTo>
                    <a:lnTo>
                      <a:pt x="19731" y="20057"/>
                    </a:lnTo>
                    <a:lnTo>
                      <a:pt x="19283" y="20571"/>
                    </a:lnTo>
                    <a:lnTo>
                      <a:pt x="18536" y="21343"/>
                    </a:lnTo>
                    <a:lnTo>
                      <a:pt x="17564" y="21600"/>
                    </a:lnTo>
                    <a:lnTo>
                      <a:pt x="0" y="20700"/>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7" name="Shape 9327"/>
              <p:cNvSpPr/>
              <p:nvPr/>
            </p:nvSpPr>
            <p:spPr>
              <a:xfrm>
                <a:off x="2088524" y="0"/>
                <a:ext cx="982228"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312" y="18108"/>
                    </a:lnTo>
                    <a:lnTo>
                      <a:pt x="20236" y="19013"/>
                    </a:lnTo>
                    <a:lnTo>
                      <a:pt x="20008" y="19531"/>
                    </a:lnTo>
                    <a:lnTo>
                      <a:pt x="19705" y="20177"/>
                    </a:lnTo>
                    <a:lnTo>
                      <a:pt x="19251" y="20695"/>
                    </a:lnTo>
                    <a:lnTo>
                      <a:pt x="18493" y="21471"/>
                    </a:lnTo>
                    <a:lnTo>
                      <a:pt x="17507" y="21600"/>
                    </a:lnTo>
                    <a:lnTo>
                      <a:pt x="0" y="20695"/>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8" name="Shape 9328"/>
              <p:cNvSpPr/>
              <p:nvPr/>
            </p:nvSpPr>
            <p:spPr>
              <a:xfrm>
                <a:off x="2102309" y="0"/>
                <a:ext cx="968443"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293" y="18108"/>
                    </a:lnTo>
                    <a:lnTo>
                      <a:pt x="20216" y="18754"/>
                    </a:lnTo>
                    <a:lnTo>
                      <a:pt x="19986" y="19531"/>
                    </a:lnTo>
                    <a:lnTo>
                      <a:pt x="19678" y="20177"/>
                    </a:lnTo>
                    <a:lnTo>
                      <a:pt x="19217" y="20695"/>
                    </a:lnTo>
                    <a:lnTo>
                      <a:pt x="18448" y="21471"/>
                    </a:lnTo>
                    <a:lnTo>
                      <a:pt x="17603" y="21600"/>
                    </a:lnTo>
                    <a:lnTo>
                      <a:pt x="0" y="20565"/>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29" name="Shape 9329"/>
              <p:cNvSpPr/>
              <p:nvPr/>
            </p:nvSpPr>
            <p:spPr>
              <a:xfrm>
                <a:off x="2112647" y="0"/>
                <a:ext cx="958103"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 y="0"/>
                    </a:moveTo>
                    <a:lnTo>
                      <a:pt x="21600" y="0"/>
                    </a:lnTo>
                    <a:lnTo>
                      <a:pt x="20279" y="18108"/>
                    </a:lnTo>
                    <a:lnTo>
                      <a:pt x="20201" y="18754"/>
                    </a:lnTo>
                    <a:lnTo>
                      <a:pt x="19968" y="19531"/>
                    </a:lnTo>
                    <a:lnTo>
                      <a:pt x="19658" y="20177"/>
                    </a:lnTo>
                    <a:lnTo>
                      <a:pt x="19191" y="20565"/>
                    </a:lnTo>
                    <a:lnTo>
                      <a:pt x="18803" y="21083"/>
                    </a:lnTo>
                    <a:lnTo>
                      <a:pt x="18414" y="21471"/>
                    </a:lnTo>
                    <a:lnTo>
                      <a:pt x="17560" y="21600"/>
                    </a:lnTo>
                    <a:lnTo>
                      <a:pt x="0" y="20307"/>
                    </a:lnTo>
                    <a:lnTo>
                      <a:pt x="78"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0" name="Shape 9330"/>
              <p:cNvSpPr/>
              <p:nvPr/>
            </p:nvSpPr>
            <p:spPr>
              <a:xfrm>
                <a:off x="2126433" y="0"/>
                <a:ext cx="944317"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9" y="0"/>
                    </a:moveTo>
                    <a:lnTo>
                      <a:pt x="21600" y="0"/>
                    </a:lnTo>
                    <a:lnTo>
                      <a:pt x="20260" y="18108"/>
                    </a:lnTo>
                    <a:lnTo>
                      <a:pt x="20181" y="18754"/>
                    </a:lnTo>
                    <a:lnTo>
                      <a:pt x="19945" y="19531"/>
                    </a:lnTo>
                    <a:lnTo>
                      <a:pt x="19629" y="20177"/>
                    </a:lnTo>
                    <a:lnTo>
                      <a:pt x="19314" y="20565"/>
                    </a:lnTo>
                    <a:lnTo>
                      <a:pt x="18841" y="21083"/>
                    </a:lnTo>
                    <a:lnTo>
                      <a:pt x="18368" y="21212"/>
                    </a:lnTo>
                    <a:lnTo>
                      <a:pt x="17501" y="21600"/>
                    </a:lnTo>
                    <a:lnTo>
                      <a:pt x="0" y="20177"/>
                    </a:lnTo>
                    <a:lnTo>
                      <a:pt x="79"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1" name="Shape 9331"/>
              <p:cNvSpPr/>
              <p:nvPr/>
            </p:nvSpPr>
            <p:spPr>
              <a:xfrm>
                <a:off x="2140219" y="0"/>
                <a:ext cx="930531"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240" y="18108"/>
                    </a:lnTo>
                    <a:lnTo>
                      <a:pt x="20160" y="18754"/>
                    </a:lnTo>
                    <a:lnTo>
                      <a:pt x="19920" y="19531"/>
                    </a:lnTo>
                    <a:lnTo>
                      <a:pt x="19280" y="20565"/>
                    </a:lnTo>
                    <a:lnTo>
                      <a:pt x="18800" y="21083"/>
                    </a:lnTo>
                    <a:lnTo>
                      <a:pt x="18400" y="21212"/>
                    </a:lnTo>
                    <a:lnTo>
                      <a:pt x="17520" y="21600"/>
                    </a:lnTo>
                    <a:lnTo>
                      <a:pt x="0" y="20177"/>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2" name="Shape 9332"/>
              <p:cNvSpPr/>
              <p:nvPr/>
            </p:nvSpPr>
            <p:spPr>
              <a:xfrm>
                <a:off x="2154004" y="0"/>
                <a:ext cx="916746"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0220" y="18108"/>
                    </a:lnTo>
                    <a:lnTo>
                      <a:pt x="20138" y="18754"/>
                    </a:lnTo>
                    <a:lnTo>
                      <a:pt x="19895" y="19531"/>
                    </a:lnTo>
                    <a:lnTo>
                      <a:pt x="19245" y="20565"/>
                    </a:lnTo>
                    <a:lnTo>
                      <a:pt x="18352" y="21212"/>
                    </a:lnTo>
                    <a:lnTo>
                      <a:pt x="17459" y="21600"/>
                    </a:lnTo>
                    <a:lnTo>
                      <a:pt x="0" y="20048"/>
                    </a:lnTo>
                    <a:lnTo>
                      <a:pt x="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3" name="Shape 9333"/>
              <p:cNvSpPr/>
              <p:nvPr/>
            </p:nvSpPr>
            <p:spPr>
              <a:xfrm>
                <a:off x="2160897" y="0"/>
                <a:ext cx="909853"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 y="0"/>
                    </a:moveTo>
                    <a:lnTo>
                      <a:pt x="21600" y="0"/>
                    </a:lnTo>
                    <a:lnTo>
                      <a:pt x="20209" y="18108"/>
                    </a:lnTo>
                    <a:lnTo>
                      <a:pt x="20127" y="18754"/>
                    </a:lnTo>
                    <a:lnTo>
                      <a:pt x="19882" y="19531"/>
                    </a:lnTo>
                    <a:lnTo>
                      <a:pt x="19227" y="20565"/>
                    </a:lnTo>
                    <a:lnTo>
                      <a:pt x="18327" y="21212"/>
                    </a:lnTo>
                    <a:lnTo>
                      <a:pt x="17427" y="21600"/>
                    </a:lnTo>
                    <a:lnTo>
                      <a:pt x="0" y="19789"/>
                    </a:lnTo>
                    <a:lnTo>
                      <a:pt x="164"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4" name="Shape 9334"/>
              <p:cNvSpPr/>
              <p:nvPr/>
            </p:nvSpPr>
            <p:spPr>
              <a:xfrm>
                <a:off x="2174683" y="0"/>
                <a:ext cx="896067"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 y="0"/>
                    </a:moveTo>
                    <a:lnTo>
                      <a:pt x="21600" y="0"/>
                    </a:lnTo>
                    <a:lnTo>
                      <a:pt x="20188" y="18108"/>
                    </a:lnTo>
                    <a:lnTo>
                      <a:pt x="20105" y="18754"/>
                    </a:lnTo>
                    <a:lnTo>
                      <a:pt x="19855" y="19531"/>
                    </a:lnTo>
                    <a:lnTo>
                      <a:pt x="19191" y="20565"/>
                    </a:lnTo>
                    <a:lnTo>
                      <a:pt x="18277" y="21212"/>
                    </a:lnTo>
                    <a:lnTo>
                      <a:pt x="17363" y="21600"/>
                    </a:lnTo>
                    <a:lnTo>
                      <a:pt x="0" y="19660"/>
                    </a:lnTo>
                    <a:lnTo>
                      <a:pt x="166"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5" name="Shape 9335"/>
              <p:cNvSpPr/>
              <p:nvPr/>
            </p:nvSpPr>
            <p:spPr>
              <a:xfrm>
                <a:off x="2191916" y="0"/>
                <a:ext cx="878836"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5" y="0"/>
                    </a:moveTo>
                    <a:lnTo>
                      <a:pt x="21600" y="0"/>
                    </a:lnTo>
                    <a:lnTo>
                      <a:pt x="20160" y="18108"/>
                    </a:lnTo>
                    <a:lnTo>
                      <a:pt x="20075" y="18754"/>
                    </a:lnTo>
                    <a:lnTo>
                      <a:pt x="19821" y="19531"/>
                    </a:lnTo>
                    <a:lnTo>
                      <a:pt x="19144" y="20565"/>
                    </a:lnTo>
                    <a:lnTo>
                      <a:pt x="18212" y="21212"/>
                    </a:lnTo>
                    <a:lnTo>
                      <a:pt x="17365" y="21600"/>
                    </a:lnTo>
                    <a:lnTo>
                      <a:pt x="0" y="19531"/>
                    </a:lnTo>
                    <a:lnTo>
                      <a:pt x="85"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6" name="Shape 9336"/>
              <p:cNvSpPr/>
              <p:nvPr/>
            </p:nvSpPr>
            <p:spPr>
              <a:xfrm>
                <a:off x="2205701" y="0"/>
                <a:ext cx="865051" cy="4341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6" y="0"/>
                    </a:moveTo>
                    <a:lnTo>
                      <a:pt x="21600" y="0"/>
                    </a:lnTo>
                    <a:lnTo>
                      <a:pt x="20137" y="18108"/>
                    </a:lnTo>
                    <a:lnTo>
                      <a:pt x="20051" y="18754"/>
                    </a:lnTo>
                    <a:lnTo>
                      <a:pt x="19793" y="19531"/>
                    </a:lnTo>
                    <a:lnTo>
                      <a:pt x="19104" y="20565"/>
                    </a:lnTo>
                    <a:lnTo>
                      <a:pt x="18244" y="21212"/>
                    </a:lnTo>
                    <a:lnTo>
                      <a:pt x="17297" y="21600"/>
                    </a:lnTo>
                    <a:lnTo>
                      <a:pt x="0" y="19272"/>
                    </a:lnTo>
                    <a:lnTo>
                      <a:pt x="86"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7" name="Shape 9337"/>
              <p:cNvSpPr/>
              <p:nvPr/>
            </p:nvSpPr>
            <p:spPr>
              <a:xfrm>
                <a:off x="2212594" y="0"/>
                <a:ext cx="858159"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3" y="0"/>
                    </a:moveTo>
                    <a:lnTo>
                      <a:pt x="21600" y="0"/>
                    </a:lnTo>
                    <a:lnTo>
                      <a:pt x="20125" y="18217"/>
                    </a:lnTo>
                    <a:lnTo>
                      <a:pt x="20039" y="18867"/>
                    </a:lnTo>
                    <a:lnTo>
                      <a:pt x="19778" y="19648"/>
                    </a:lnTo>
                    <a:lnTo>
                      <a:pt x="19518" y="20169"/>
                    </a:lnTo>
                    <a:lnTo>
                      <a:pt x="19084" y="20689"/>
                    </a:lnTo>
                    <a:lnTo>
                      <a:pt x="18217" y="21340"/>
                    </a:lnTo>
                    <a:lnTo>
                      <a:pt x="17263" y="21600"/>
                    </a:lnTo>
                    <a:lnTo>
                      <a:pt x="0" y="19258"/>
                    </a:lnTo>
                    <a:lnTo>
                      <a:pt x="17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8" name="Shape 9338"/>
              <p:cNvSpPr/>
              <p:nvPr/>
            </p:nvSpPr>
            <p:spPr>
              <a:xfrm>
                <a:off x="2226380" y="0"/>
                <a:ext cx="844372"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6" y="0"/>
                    </a:moveTo>
                    <a:lnTo>
                      <a:pt x="21600" y="0"/>
                    </a:lnTo>
                    <a:lnTo>
                      <a:pt x="20101" y="18217"/>
                    </a:lnTo>
                    <a:lnTo>
                      <a:pt x="20013" y="18867"/>
                    </a:lnTo>
                    <a:lnTo>
                      <a:pt x="19749" y="19648"/>
                    </a:lnTo>
                    <a:lnTo>
                      <a:pt x="19484" y="20169"/>
                    </a:lnTo>
                    <a:lnTo>
                      <a:pt x="19043" y="20689"/>
                    </a:lnTo>
                    <a:lnTo>
                      <a:pt x="18162" y="21210"/>
                    </a:lnTo>
                    <a:lnTo>
                      <a:pt x="17192" y="21600"/>
                    </a:lnTo>
                    <a:lnTo>
                      <a:pt x="0" y="19258"/>
                    </a:lnTo>
                    <a:lnTo>
                      <a:pt x="176"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39" name="Shape 9339"/>
              <p:cNvSpPr/>
              <p:nvPr/>
            </p:nvSpPr>
            <p:spPr>
              <a:xfrm>
                <a:off x="2240166" y="0"/>
                <a:ext cx="830587"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 y="0"/>
                    </a:moveTo>
                    <a:lnTo>
                      <a:pt x="21600" y="0"/>
                    </a:lnTo>
                    <a:lnTo>
                      <a:pt x="20076" y="18217"/>
                    </a:lnTo>
                    <a:lnTo>
                      <a:pt x="19987" y="18867"/>
                    </a:lnTo>
                    <a:lnTo>
                      <a:pt x="19718" y="19648"/>
                    </a:lnTo>
                    <a:lnTo>
                      <a:pt x="19449" y="20169"/>
                    </a:lnTo>
                    <a:lnTo>
                      <a:pt x="19001" y="20429"/>
                    </a:lnTo>
                    <a:lnTo>
                      <a:pt x="18105" y="21210"/>
                    </a:lnTo>
                    <a:lnTo>
                      <a:pt x="17298" y="21600"/>
                    </a:lnTo>
                    <a:lnTo>
                      <a:pt x="0" y="19128"/>
                    </a:lnTo>
                    <a:lnTo>
                      <a:pt x="179"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0" name="Shape 9340"/>
              <p:cNvSpPr/>
              <p:nvPr/>
            </p:nvSpPr>
            <p:spPr>
              <a:xfrm>
                <a:off x="2257397" y="0"/>
                <a:ext cx="813353"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2" y="0"/>
                    </a:moveTo>
                    <a:lnTo>
                      <a:pt x="21600" y="0"/>
                    </a:lnTo>
                    <a:lnTo>
                      <a:pt x="20044" y="18217"/>
                    </a:lnTo>
                    <a:lnTo>
                      <a:pt x="19953" y="18867"/>
                    </a:lnTo>
                    <a:lnTo>
                      <a:pt x="19678" y="19648"/>
                    </a:lnTo>
                    <a:lnTo>
                      <a:pt x="19403" y="20169"/>
                    </a:lnTo>
                    <a:lnTo>
                      <a:pt x="19037" y="20429"/>
                    </a:lnTo>
                    <a:lnTo>
                      <a:pt x="18031" y="21210"/>
                    </a:lnTo>
                    <a:lnTo>
                      <a:pt x="17207" y="21600"/>
                    </a:lnTo>
                    <a:lnTo>
                      <a:pt x="0" y="18867"/>
                    </a:lnTo>
                    <a:lnTo>
                      <a:pt x="92"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1" name="Shape 9341"/>
              <p:cNvSpPr/>
              <p:nvPr/>
            </p:nvSpPr>
            <p:spPr>
              <a:xfrm>
                <a:off x="2271182" y="0"/>
                <a:ext cx="799568"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 y="0"/>
                    </a:moveTo>
                    <a:lnTo>
                      <a:pt x="21600" y="0"/>
                    </a:lnTo>
                    <a:lnTo>
                      <a:pt x="20017" y="18217"/>
                    </a:lnTo>
                    <a:lnTo>
                      <a:pt x="19924" y="18867"/>
                    </a:lnTo>
                    <a:lnTo>
                      <a:pt x="19645" y="19648"/>
                    </a:lnTo>
                    <a:lnTo>
                      <a:pt x="19366" y="20169"/>
                    </a:lnTo>
                    <a:lnTo>
                      <a:pt x="18993" y="20429"/>
                    </a:lnTo>
                    <a:lnTo>
                      <a:pt x="18155" y="21210"/>
                    </a:lnTo>
                    <a:lnTo>
                      <a:pt x="17131" y="21600"/>
                    </a:lnTo>
                    <a:lnTo>
                      <a:pt x="0" y="18737"/>
                    </a:lnTo>
                    <a:lnTo>
                      <a:pt x="9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2" name="Shape 9342"/>
              <p:cNvSpPr/>
              <p:nvPr/>
            </p:nvSpPr>
            <p:spPr>
              <a:xfrm>
                <a:off x="2278075" y="0"/>
                <a:ext cx="792675"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82" y="0"/>
                    </a:moveTo>
                    <a:lnTo>
                      <a:pt x="21600" y="0"/>
                    </a:lnTo>
                    <a:lnTo>
                      <a:pt x="20003" y="18217"/>
                    </a:lnTo>
                    <a:lnTo>
                      <a:pt x="19910" y="18867"/>
                    </a:lnTo>
                    <a:lnTo>
                      <a:pt x="19346" y="19908"/>
                    </a:lnTo>
                    <a:lnTo>
                      <a:pt x="18970" y="20429"/>
                    </a:lnTo>
                    <a:lnTo>
                      <a:pt x="18125" y="21210"/>
                    </a:lnTo>
                    <a:lnTo>
                      <a:pt x="17186" y="21600"/>
                    </a:lnTo>
                    <a:lnTo>
                      <a:pt x="0" y="18607"/>
                    </a:lnTo>
                    <a:lnTo>
                      <a:pt x="282"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3" name="Shape 9343"/>
              <p:cNvSpPr/>
              <p:nvPr/>
            </p:nvSpPr>
            <p:spPr>
              <a:xfrm>
                <a:off x="2291861" y="0"/>
                <a:ext cx="778889"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87" y="0"/>
                    </a:moveTo>
                    <a:lnTo>
                      <a:pt x="21600" y="0"/>
                    </a:lnTo>
                    <a:lnTo>
                      <a:pt x="19975" y="18217"/>
                    </a:lnTo>
                    <a:lnTo>
                      <a:pt x="19880" y="18867"/>
                    </a:lnTo>
                    <a:lnTo>
                      <a:pt x="19306" y="19908"/>
                    </a:lnTo>
                    <a:lnTo>
                      <a:pt x="18924" y="20429"/>
                    </a:lnTo>
                    <a:lnTo>
                      <a:pt x="18064" y="21210"/>
                    </a:lnTo>
                    <a:lnTo>
                      <a:pt x="17108" y="21600"/>
                    </a:lnTo>
                    <a:lnTo>
                      <a:pt x="0" y="18347"/>
                    </a:lnTo>
                    <a:lnTo>
                      <a:pt x="28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4" name="Shape 9344"/>
              <p:cNvSpPr/>
              <p:nvPr/>
            </p:nvSpPr>
            <p:spPr>
              <a:xfrm>
                <a:off x="2305646" y="0"/>
                <a:ext cx="765104"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 y="0"/>
                    </a:moveTo>
                    <a:lnTo>
                      <a:pt x="21600" y="0"/>
                    </a:lnTo>
                    <a:lnTo>
                      <a:pt x="19946" y="18217"/>
                    </a:lnTo>
                    <a:lnTo>
                      <a:pt x="19849" y="18867"/>
                    </a:lnTo>
                    <a:lnTo>
                      <a:pt x="19265" y="19908"/>
                    </a:lnTo>
                    <a:lnTo>
                      <a:pt x="18876" y="20429"/>
                    </a:lnTo>
                    <a:lnTo>
                      <a:pt x="18000" y="21210"/>
                    </a:lnTo>
                    <a:lnTo>
                      <a:pt x="17027" y="21600"/>
                    </a:lnTo>
                    <a:lnTo>
                      <a:pt x="0" y="18347"/>
                    </a:lnTo>
                    <a:lnTo>
                      <a:pt x="195"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5" name="Shape 9345"/>
              <p:cNvSpPr/>
              <p:nvPr/>
            </p:nvSpPr>
            <p:spPr>
              <a:xfrm>
                <a:off x="2319432" y="0"/>
                <a:ext cx="751318" cy="4315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 y="0"/>
                    </a:moveTo>
                    <a:lnTo>
                      <a:pt x="21600" y="0"/>
                    </a:lnTo>
                    <a:lnTo>
                      <a:pt x="19916" y="18217"/>
                    </a:lnTo>
                    <a:lnTo>
                      <a:pt x="19817" y="18867"/>
                    </a:lnTo>
                    <a:lnTo>
                      <a:pt x="19222" y="19908"/>
                    </a:lnTo>
                    <a:lnTo>
                      <a:pt x="18826" y="20429"/>
                    </a:lnTo>
                    <a:lnTo>
                      <a:pt x="17934" y="21210"/>
                    </a:lnTo>
                    <a:lnTo>
                      <a:pt x="16943" y="21600"/>
                    </a:lnTo>
                    <a:lnTo>
                      <a:pt x="0" y="18217"/>
                    </a:lnTo>
                    <a:lnTo>
                      <a:pt x="198"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6" name="Shape 9346"/>
              <p:cNvSpPr/>
              <p:nvPr/>
            </p:nvSpPr>
            <p:spPr>
              <a:xfrm>
                <a:off x="2329772" y="0"/>
                <a:ext cx="740981"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1" y="0"/>
                    </a:moveTo>
                    <a:lnTo>
                      <a:pt x="21600" y="0"/>
                    </a:lnTo>
                    <a:lnTo>
                      <a:pt x="19892" y="18439"/>
                    </a:lnTo>
                    <a:lnTo>
                      <a:pt x="19792" y="19098"/>
                    </a:lnTo>
                    <a:lnTo>
                      <a:pt x="19591" y="19624"/>
                    </a:lnTo>
                    <a:lnTo>
                      <a:pt x="18787" y="20678"/>
                    </a:lnTo>
                    <a:lnTo>
                      <a:pt x="17883" y="21468"/>
                    </a:lnTo>
                    <a:lnTo>
                      <a:pt x="16979" y="21600"/>
                    </a:lnTo>
                    <a:lnTo>
                      <a:pt x="0" y="18176"/>
                    </a:lnTo>
                    <a:lnTo>
                      <a:pt x="30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7" name="Shape 9347"/>
              <p:cNvSpPr/>
              <p:nvPr/>
            </p:nvSpPr>
            <p:spPr>
              <a:xfrm>
                <a:off x="2343558" y="0"/>
                <a:ext cx="727194"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7" y="0"/>
                    </a:moveTo>
                    <a:lnTo>
                      <a:pt x="21600" y="0"/>
                    </a:lnTo>
                    <a:lnTo>
                      <a:pt x="19860" y="18439"/>
                    </a:lnTo>
                    <a:lnTo>
                      <a:pt x="19757" y="19098"/>
                    </a:lnTo>
                    <a:lnTo>
                      <a:pt x="19553" y="19624"/>
                    </a:lnTo>
                    <a:lnTo>
                      <a:pt x="18734" y="20678"/>
                    </a:lnTo>
                    <a:lnTo>
                      <a:pt x="17915" y="21205"/>
                    </a:lnTo>
                    <a:lnTo>
                      <a:pt x="16891" y="21600"/>
                    </a:lnTo>
                    <a:lnTo>
                      <a:pt x="0" y="18044"/>
                    </a:lnTo>
                    <a:lnTo>
                      <a:pt x="30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8" name="Shape 9348"/>
              <p:cNvSpPr/>
              <p:nvPr/>
            </p:nvSpPr>
            <p:spPr>
              <a:xfrm>
                <a:off x="2357344" y="0"/>
                <a:ext cx="713408"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3" y="0"/>
                    </a:moveTo>
                    <a:lnTo>
                      <a:pt x="21600" y="0"/>
                    </a:lnTo>
                    <a:lnTo>
                      <a:pt x="19826" y="18439"/>
                    </a:lnTo>
                    <a:lnTo>
                      <a:pt x="19722" y="19098"/>
                    </a:lnTo>
                    <a:lnTo>
                      <a:pt x="19513" y="19624"/>
                    </a:lnTo>
                    <a:lnTo>
                      <a:pt x="19096" y="20151"/>
                    </a:lnTo>
                    <a:lnTo>
                      <a:pt x="18678" y="20546"/>
                    </a:lnTo>
                    <a:lnTo>
                      <a:pt x="17843" y="21205"/>
                    </a:lnTo>
                    <a:lnTo>
                      <a:pt x="16800" y="21600"/>
                    </a:lnTo>
                    <a:lnTo>
                      <a:pt x="0" y="17912"/>
                    </a:lnTo>
                    <a:lnTo>
                      <a:pt x="31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49" name="Shape 9349"/>
              <p:cNvSpPr/>
              <p:nvPr/>
            </p:nvSpPr>
            <p:spPr>
              <a:xfrm>
                <a:off x="2371129" y="0"/>
                <a:ext cx="699623"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9" y="0"/>
                    </a:moveTo>
                    <a:lnTo>
                      <a:pt x="21600" y="0"/>
                    </a:lnTo>
                    <a:lnTo>
                      <a:pt x="19791" y="18439"/>
                    </a:lnTo>
                    <a:lnTo>
                      <a:pt x="19685" y="19098"/>
                    </a:lnTo>
                    <a:lnTo>
                      <a:pt x="19472" y="19624"/>
                    </a:lnTo>
                    <a:lnTo>
                      <a:pt x="18727" y="20546"/>
                    </a:lnTo>
                    <a:lnTo>
                      <a:pt x="17769" y="21205"/>
                    </a:lnTo>
                    <a:lnTo>
                      <a:pt x="16705" y="21600"/>
                    </a:lnTo>
                    <a:lnTo>
                      <a:pt x="0" y="17649"/>
                    </a:lnTo>
                    <a:lnTo>
                      <a:pt x="319"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0" name="Shape 9350"/>
              <p:cNvSpPr/>
              <p:nvPr/>
            </p:nvSpPr>
            <p:spPr>
              <a:xfrm>
                <a:off x="2381468" y="0"/>
                <a:ext cx="689282"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24" y="0"/>
                    </a:moveTo>
                    <a:lnTo>
                      <a:pt x="21600" y="0"/>
                    </a:lnTo>
                    <a:lnTo>
                      <a:pt x="19764" y="18439"/>
                    </a:lnTo>
                    <a:lnTo>
                      <a:pt x="19656" y="19098"/>
                    </a:lnTo>
                    <a:lnTo>
                      <a:pt x="19440" y="19624"/>
                    </a:lnTo>
                    <a:lnTo>
                      <a:pt x="18684" y="20546"/>
                    </a:lnTo>
                    <a:lnTo>
                      <a:pt x="17712" y="21205"/>
                    </a:lnTo>
                    <a:lnTo>
                      <a:pt x="16848" y="21600"/>
                    </a:lnTo>
                    <a:lnTo>
                      <a:pt x="0" y="17649"/>
                    </a:lnTo>
                    <a:lnTo>
                      <a:pt x="324"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1" name="Shape 9351"/>
              <p:cNvSpPr/>
              <p:nvPr/>
            </p:nvSpPr>
            <p:spPr>
              <a:xfrm>
                <a:off x="2395253" y="0"/>
                <a:ext cx="675497"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31" y="0"/>
                    </a:moveTo>
                    <a:lnTo>
                      <a:pt x="21600" y="0"/>
                    </a:lnTo>
                    <a:lnTo>
                      <a:pt x="19727" y="18439"/>
                    </a:lnTo>
                    <a:lnTo>
                      <a:pt x="19616" y="19098"/>
                    </a:lnTo>
                    <a:lnTo>
                      <a:pt x="19396" y="19624"/>
                    </a:lnTo>
                    <a:lnTo>
                      <a:pt x="18624" y="20546"/>
                    </a:lnTo>
                    <a:lnTo>
                      <a:pt x="17633" y="21205"/>
                    </a:lnTo>
                    <a:lnTo>
                      <a:pt x="16751" y="21600"/>
                    </a:lnTo>
                    <a:lnTo>
                      <a:pt x="0" y="17517"/>
                    </a:lnTo>
                    <a:lnTo>
                      <a:pt x="33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2" name="Shape 9352"/>
              <p:cNvSpPr/>
              <p:nvPr/>
            </p:nvSpPr>
            <p:spPr>
              <a:xfrm>
                <a:off x="2409039" y="0"/>
                <a:ext cx="661711"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37" y="0"/>
                    </a:moveTo>
                    <a:lnTo>
                      <a:pt x="21600" y="0"/>
                    </a:lnTo>
                    <a:lnTo>
                      <a:pt x="19688" y="18439"/>
                    </a:lnTo>
                    <a:lnTo>
                      <a:pt x="19575" y="19098"/>
                    </a:lnTo>
                    <a:lnTo>
                      <a:pt x="19350" y="19624"/>
                    </a:lnTo>
                    <a:lnTo>
                      <a:pt x="19013" y="20151"/>
                    </a:lnTo>
                    <a:lnTo>
                      <a:pt x="18563" y="20546"/>
                    </a:lnTo>
                    <a:lnTo>
                      <a:pt x="17663" y="21205"/>
                    </a:lnTo>
                    <a:lnTo>
                      <a:pt x="16650" y="21600"/>
                    </a:lnTo>
                    <a:lnTo>
                      <a:pt x="0" y="17385"/>
                    </a:lnTo>
                    <a:lnTo>
                      <a:pt x="33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3" name="Shape 9353"/>
              <p:cNvSpPr/>
              <p:nvPr/>
            </p:nvSpPr>
            <p:spPr>
              <a:xfrm>
                <a:off x="2422824" y="0"/>
                <a:ext cx="647926"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5" y="0"/>
                    </a:moveTo>
                    <a:lnTo>
                      <a:pt x="21600" y="0"/>
                    </a:lnTo>
                    <a:lnTo>
                      <a:pt x="19647" y="18439"/>
                    </a:lnTo>
                    <a:lnTo>
                      <a:pt x="19532" y="19098"/>
                    </a:lnTo>
                    <a:lnTo>
                      <a:pt x="19302" y="19624"/>
                    </a:lnTo>
                    <a:lnTo>
                      <a:pt x="18957" y="20151"/>
                    </a:lnTo>
                    <a:lnTo>
                      <a:pt x="18498" y="20546"/>
                    </a:lnTo>
                    <a:lnTo>
                      <a:pt x="17579" y="21205"/>
                    </a:lnTo>
                    <a:lnTo>
                      <a:pt x="16545" y="21600"/>
                    </a:lnTo>
                    <a:lnTo>
                      <a:pt x="0" y="17122"/>
                    </a:lnTo>
                    <a:lnTo>
                      <a:pt x="345"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4" name="Shape 9354"/>
              <p:cNvSpPr/>
              <p:nvPr/>
            </p:nvSpPr>
            <p:spPr>
              <a:xfrm>
                <a:off x="2436610" y="0"/>
                <a:ext cx="634140"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52" y="0"/>
                    </a:moveTo>
                    <a:lnTo>
                      <a:pt x="21600" y="0"/>
                    </a:lnTo>
                    <a:lnTo>
                      <a:pt x="19604" y="18439"/>
                    </a:lnTo>
                    <a:lnTo>
                      <a:pt x="19487" y="19098"/>
                    </a:lnTo>
                    <a:lnTo>
                      <a:pt x="19252" y="19624"/>
                    </a:lnTo>
                    <a:lnTo>
                      <a:pt x="18430" y="20546"/>
                    </a:lnTo>
                    <a:lnTo>
                      <a:pt x="17491" y="21205"/>
                    </a:lnTo>
                    <a:lnTo>
                      <a:pt x="16552" y="21600"/>
                    </a:lnTo>
                    <a:lnTo>
                      <a:pt x="0" y="16990"/>
                    </a:lnTo>
                    <a:lnTo>
                      <a:pt x="352"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5" name="Shape 9355"/>
              <p:cNvSpPr/>
              <p:nvPr/>
            </p:nvSpPr>
            <p:spPr>
              <a:xfrm>
                <a:off x="2446950" y="0"/>
                <a:ext cx="623802" cy="42633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77" y="0"/>
                    </a:moveTo>
                    <a:lnTo>
                      <a:pt x="21600" y="0"/>
                    </a:lnTo>
                    <a:lnTo>
                      <a:pt x="19571" y="18439"/>
                    </a:lnTo>
                    <a:lnTo>
                      <a:pt x="19452" y="19098"/>
                    </a:lnTo>
                    <a:lnTo>
                      <a:pt x="19213" y="19624"/>
                    </a:lnTo>
                    <a:lnTo>
                      <a:pt x="18378" y="20546"/>
                    </a:lnTo>
                    <a:lnTo>
                      <a:pt x="16469" y="21600"/>
                    </a:lnTo>
                    <a:lnTo>
                      <a:pt x="0" y="16859"/>
                    </a:lnTo>
                    <a:lnTo>
                      <a:pt x="47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6" name="Shape 9356"/>
              <p:cNvSpPr/>
              <p:nvPr/>
            </p:nvSpPr>
            <p:spPr>
              <a:xfrm>
                <a:off x="2460736" y="0"/>
                <a:ext cx="610016"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88" y="0"/>
                    </a:moveTo>
                    <a:lnTo>
                      <a:pt x="21600" y="0"/>
                    </a:lnTo>
                    <a:lnTo>
                      <a:pt x="19525" y="18552"/>
                    </a:lnTo>
                    <a:lnTo>
                      <a:pt x="19403" y="19215"/>
                    </a:lnTo>
                    <a:lnTo>
                      <a:pt x="19159" y="19745"/>
                    </a:lnTo>
                    <a:lnTo>
                      <a:pt x="18305" y="20672"/>
                    </a:lnTo>
                    <a:lnTo>
                      <a:pt x="17329" y="21202"/>
                    </a:lnTo>
                    <a:lnTo>
                      <a:pt x="16353" y="21600"/>
                    </a:lnTo>
                    <a:lnTo>
                      <a:pt x="0" y="16962"/>
                    </a:lnTo>
                    <a:lnTo>
                      <a:pt x="488"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7" name="Shape 9357"/>
              <p:cNvSpPr/>
              <p:nvPr/>
            </p:nvSpPr>
            <p:spPr>
              <a:xfrm>
                <a:off x="2474522" y="0"/>
                <a:ext cx="596230"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75" y="0"/>
                    </a:moveTo>
                    <a:lnTo>
                      <a:pt x="21600" y="0"/>
                    </a:lnTo>
                    <a:lnTo>
                      <a:pt x="19477" y="18552"/>
                    </a:lnTo>
                    <a:lnTo>
                      <a:pt x="19353" y="19215"/>
                    </a:lnTo>
                    <a:lnTo>
                      <a:pt x="19103" y="19745"/>
                    </a:lnTo>
                    <a:lnTo>
                      <a:pt x="18229" y="20672"/>
                    </a:lnTo>
                    <a:lnTo>
                      <a:pt x="17480" y="21202"/>
                    </a:lnTo>
                    <a:lnTo>
                      <a:pt x="16481" y="21600"/>
                    </a:lnTo>
                    <a:lnTo>
                      <a:pt x="0" y="16697"/>
                    </a:lnTo>
                    <a:lnTo>
                      <a:pt x="375"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8" name="Shape 9358"/>
              <p:cNvSpPr/>
              <p:nvPr/>
            </p:nvSpPr>
            <p:spPr>
              <a:xfrm>
                <a:off x="2488307" y="0"/>
                <a:ext cx="582445"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83" y="0"/>
                    </a:moveTo>
                    <a:lnTo>
                      <a:pt x="21600" y="0"/>
                    </a:lnTo>
                    <a:lnTo>
                      <a:pt x="19427" y="18552"/>
                    </a:lnTo>
                    <a:lnTo>
                      <a:pt x="19299" y="19082"/>
                    </a:lnTo>
                    <a:lnTo>
                      <a:pt x="19044" y="19612"/>
                    </a:lnTo>
                    <a:lnTo>
                      <a:pt x="18149" y="20540"/>
                    </a:lnTo>
                    <a:lnTo>
                      <a:pt x="17382" y="21202"/>
                    </a:lnTo>
                    <a:lnTo>
                      <a:pt x="16360" y="21600"/>
                    </a:lnTo>
                    <a:lnTo>
                      <a:pt x="0" y="16564"/>
                    </a:lnTo>
                    <a:lnTo>
                      <a:pt x="38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59" name="Shape 9359"/>
              <p:cNvSpPr/>
              <p:nvPr/>
            </p:nvSpPr>
            <p:spPr>
              <a:xfrm>
                <a:off x="2498645" y="0"/>
                <a:ext cx="572105"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20" y="0"/>
                    </a:moveTo>
                    <a:lnTo>
                      <a:pt x="21600" y="0"/>
                    </a:lnTo>
                    <a:lnTo>
                      <a:pt x="19388" y="18552"/>
                    </a:lnTo>
                    <a:lnTo>
                      <a:pt x="19258" y="19082"/>
                    </a:lnTo>
                    <a:lnTo>
                      <a:pt x="18998" y="19612"/>
                    </a:lnTo>
                    <a:lnTo>
                      <a:pt x="18347" y="20540"/>
                    </a:lnTo>
                    <a:lnTo>
                      <a:pt x="17306" y="21202"/>
                    </a:lnTo>
                    <a:lnTo>
                      <a:pt x="16265" y="21600"/>
                    </a:lnTo>
                    <a:lnTo>
                      <a:pt x="0" y="16432"/>
                    </a:lnTo>
                    <a:lnTo>
                      <a:pt x="52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0" name="Shape 9360"/>
              <p:cNvSpPr/>
              <p:nvPr/>
            </p:nvSpPr>
            <p:spPr>
              <a:xfrm>
                <a:off x="2512431" y="0"/>
                <a:ext cx="558319"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33" y="0"/>
                    </a:moveTo>
                    <a:lnTo>
                      <a:pt x="21600" y="0"/>
                    </a:lnTo>
                    <a:lnTo>
                      <a:pt x="19333" y="18552"/>
                    </a:lnTo>
                    <a:lnTo>
                      <a:pt x="19200" y="19082"/>
                    </a:lnTo>
                    <a:lnTo>
                      <a:pt x="18933" y="19612"/>
                    </a:lnTo>
                    <a:lnTo>
                      <a:pt x="18267" y="20540"/>
                    </a:lnTo>
                    <a:lnTo>
                      <a:pt x="17200" y="21202"/>
                    </a:lnTo>
                    <a:lnTo>
                      <a:pt x="16133" y="21600"/>
                    </a:lnTo>
                    <a:lnTo>
                      <a:pt x="0" y="16167"/>
                    </a:lnTo>
                    <a:lnTo>
                      <a:pt x="53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1" name="Shape 9361"/>
              <p:cNvSpPr/>
              <p:nvPr/>
            </p:nvSpPr>
            <p:spPr>
              <a:xfrm>
                <a:off x="2526217" y="0"/>
                <a:ext cx="544533"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7" y="0"/>
                    </a:moveTo>
                    <a:lnTo>
                      <a:pt x="21600" y="0"/>
                    </a:lnTo>
                    <a:lnTo>
                      <a:pt x="19276" y="18552"/>
                    </a:lnTo>
                    <a:lnTo>
                      <a:pt x="19139" y="19082"/>
                    </a:lnTo>
                    <a:lnTo>
                      <a:pt x="18866" y="19612"/>
                    </a:lnTo>
                    <a:lnTo>
                      <a:pt x="18182" y="20540"/>
                    </a:lnTo>
                    <a:lnTo>
                      <a:pt x="17089" y="21202"/>
                    </a:lnTo>
                    <a:lnTo>
                      <a:pt x="16132" y="21600"/>
                    </a:lnTo>
                    <a:lnTo>
                      <a:pt x="0" y="16034"/>
                    </a:lnTo>
                    <a:lnTo>
                      <a:pt x="54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2" name="Shape 9362"/>
              <p:cNvSpPr/>
              <p:nvPr/>
            </p:nvSpPr>
            <p:spPr>
              <a:xfrm>
                <a:off x="2540002" y="0"/>
                <a:ext cx="530748"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1" y="0"/>
                    </a:moveTo>
                    <a:lnTo>
                      <a:pt x="21600" y="0"/>
                    </a:lnTo>
                    <a:lnTo>
                      <a:pt x="19216" y="18552"/>
                    </a:lnTo>
                    <a:lnTo>
                      <a:pt x="19075" y="19082"/>
                    </a:lnTo>
                    <a:lnTo>
                      <a:pt x="18795" y="19612"/>
                    </a:lnTo>
                    <a:lnTo>
                      <a:pt x="18094" y="20540"/>
                    </a:lnTo>
                    <a:lnTo>
                      <a:pt x="17112" y="21202"/>
                    </a:lnTo>
                    <a:lnTo>
                      <a:pt x="15990" y="21600"/>
                    </a:lnTo>
                    <a:lnTo>
                      <a:pt x="0" y="15769"/>
                    </a:lnTo>
                    <a:lnTo>
                      <a:pt x="56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3" name="Shape 9363"/>
              <p:cNvSpPr/>
              <p:nvPr/>
            </p:nvSpPr>
            <p:spPr>
              <a:xfrm>
                <a:off x="2550342" y="0"/>
                <a:ext cx="520410"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72" y="0"/>
                    </a:moveTo>
                    <a:lnTo>
                      <a:pt x="21600" y="0"/>
                    </a:lnTo>
                    <a:lnTo>
                      <a:pt x="19168" y="18552"/>
                    </a:lnTo>
                    <a:lnTo>
                      <a:pt x="19025" y="19082"/>
                    </a:lnTo>
                    <a:lnTo>
                      <a:pt x="18739" y="19612"/>
                    </a:lnTo>
                    <a:lnTo>
                      <a:pt x="18024" y="20540"/>
                    </a:lnTo>
                    <a:lnTo>
                      <a:pt x="17023" y="21202"/>
                    </a:lnTo>
                    <a:lnTo>
                      <a:pt x="15878" y="21600"/>
                    </a:lnTo>
                    <a:lnTo>
                      <a:pt x="0" y="15769"/>
                    </a:lnTo>
                    <a:lnTo>
                      <a:pt x="572"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4" name="Shape 9364"/>
              <p:cNvSpPr/>
              <p:nvPr/>
            </p:nvSpPr>
            <p:spPr>
              <a:xfrm>
                <a:off x="2564128" y="0"/>
                <a:ext cx="506624"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88" y="0"/>
                    </a:moveTo>
                    <a:lnTo>
                      <a:pt x="21600" y="0"/>
                    </a:lnTo>
                    <a:lnTo>
                      <a:pt x="19102" y="18552"/>
                    </a:lnTo>
                    <a:lnTo>
                      <a:pt x="18955" y="19082"/>
                    </a:lnTo>
                    <a:lnTo>
                      <a:pt x="18661" y="19612"/>
                    </a:lnTo>
                    <a:lnTo>
                      <a:pt x="17927" y="20540"/>
                    </a:lnTo>
                    <a:lnTo>
                      <a:pt x="16898" y="21070"/>
                    </a:lnTo>
                    <a:lnTo>
                      <a:pt x="15722" y="21600"/>
                    </a:lnTo>
                    <a:lnTo>
                      <a:pt x="0" y="15637"/>
                    </a:lnTo>
                    <a:lnTo>
                      <a:pt x="588"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5" name="Shape 9365"/>
              <p:cNvSpPr/>
              <p:nvPr/>
            </p:nvSpPr>
            <p:spPr>
              <a:xfrm>
                <a:off x="2577914" y="0"/>
                <a:ext cx="492839" cy="4237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04" y="0"/>
                    </a:moveTo>
                    <a:lnTo>
                      <a:pt x="21600" y="0"/>
                    </a:lnTo>
                    <a:lnTo>
                      <a:pt x="19032" y="18552"/>
                    </a:lnTo>
                    <a:lnTo>
                      <a:pt x="18881" y="19082"/>
                    </a:lnTo>
                    <a:lnTo>
                      <a:pt x="18579" y="19612"/>
                    </a:lnTo>
                    <a:lnTo>
                      <a:pt x="17824" y="20540"/>
                    </a:lnTo>
                    <a:lnTo>
                      <a:pt x="15709" y="21600"/>
                    </a:lnTo>
                    <a:lnTo>
                      <a:pt x="0" y="15504"/>
                    </a:lnTo>
                    <a:lnTo>
                      <a:pt x="604"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6" name="Shape 9366"/>
              <p:cNvSpPr/>
              <p:nvPr/>
            </p:nvSpPr>
            <p:spPr>
              <a:xfrm>
                <a:off x="2591699" y="0"/>
                <a:ext cx="479053"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22" y="0"/>
                    </a:moveTo>
                    <a:lnTo>
                      <a:pt x="21600" y="0"/>
                    </a:lnTo>
                    <a:lnTo>
                      <a:pt x="18958" y="18783"/>
                    </a:lnTo>
                    <a:lnTo>
                      <a:pt x="18803" y="19319"/>
                    </a:lnTo>
                    <a:lnTo>
                      <a:pt x="18492" y="19856"/>
                    </a:lnTo>
                    <a:lnTo>
                      <a:pt x="17715" y="20795"/>
                    </a:lnTo>
                    <a:lnTo>
                      <a:pt x="16627" y="21332"/>
                    </a:lnTo>
                    <a:lnTo>
                      <a:pt x="15540" y="21600"/>
                    </a:lnTo>
                    <a:lnTo>
                      <a:pt x="0" y="15429"/>
                    </a:lnTo>
                    <a:lnTo>
                      <a:pt x="622"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7" name="Shape 9367"/>
              <p:cNvSpPr/>
              <p:nvPr/>
            </p:nvSpPr>
            <p:spPr>
              <a:xfrm>
                <a:off x="2605485" y="0"/>
                <a:ext cx="465267"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40" y="0"/>
                    </a:moveTo>
                    <a:lnTo>
                      <a:pt x="21600" y="0"/>
                    </a:lnTo>
                    <a:lnTo>
                      <a:pt x="18880" y="18783"/>
                    </a:lnTo>
                    <a:lnTo>
                      <a:pt x="18720" y="19319"/>
                    </a:lnTo>
                    <a:lnTo>
                      <a:pt x="18400" y="19856"/>
                    </a:lnTo>
                    <a:lnTo>
                      <a:pt x="17600" y="20795"/>
                    </a:lnTo>
                    <a:lnTo>
                      <a:pt x="16480" y="21332"/>
                    </a:lnTo>
                    <a:lnTo>
                      <a:pt x="15360" y="21600"/>
                    </a:lnTo>
                    <a:lnTo>
                      <a:pt x="0" y="15294"/>
                    </a:lnTo>
                    <a:lnTo>
                      <a:pt x="64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8" name="Shape 9368"/>
              <p:cNvSpPr/>
              <p:nvPr/>
            </p:nvSpPr>
            <p:spPr>
              <a:xfrm>
                <a:off x="2615823" y="0"/>
                <a:ext cx="454927"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18" y="0"/>
                    </a:moveTo>
                    <a:lnTo>
                      <a:pt x="21600" y="0"/>
                    </a:lnTo>
                    <a:lnTo>
                      <a:pt x="18818" y="18783"/>
                    </a:lnTo>
                    <a:lnTo>
                      <a:pt x="18655" y="19319"/>
                    </a:lnTo>
                    <a:lnTo>
                      <a:pt x="18327" y="19856"/>
                    </a:lnTo>
                    <a:lnTo>
                      <a:pt x="17673" y="20527"/>
                    </a:lnTo>
                    <a:lnTo>
                      <a:pt x="16527" y="21332"/>
                    </a:lnTo>
                    <a:lnTo>
                      <a:pt x="15545" y="21600"/>
                    </a:lnTo>
                    <a:lnTo>
                      <a:pt x="0" y="15160"/>
                    </a:lnTo>
                    <a:lnTo>
                      <a:pt x="818"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69" name="Shape 9369"/>
              <p:cNvSpPr/>
              <p:nvPr/>
            </p:nvSpPr>
            <p:spPr>
              <a:xfrm>
                <a:off x="2629609" y="0"/>
                <a:ext cx="441141"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75" y="0"/>
                    </a:moveTo>
                    <a:lnTo>
                      <a:pt x="21600" y="0"/>
                    </a:lnTo>
                    <a:lnTo>
                      <a:pt x="18731" y="18783"/>
                    </a:lnTo>
                    <a:lnTo>
                      <a:pt x="18731" y="19319"/>
                    </a:lnTo>
                    <a:lnTo>
                      <a:pt x="18225" y="19856"/>
                    </a:lnTo>
                    <a:lnTo>
                      <a:pt x="17550" y="20527"/>
                    </a:lnTo>
                    <a:lnTo>
                      <a:pt x="16369" y="21332"/>
                    </a:lnTo>
                    <a:lnTo>
                      <a:pt x="15356" y="21600"/>
                    </a:lnTo>
                    <a:lnTo>
                      <a:pt x="0" y="15160"/>
                    </a:lnTo>
                    <a:lnTo>
                      <a:pt x="675"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0" name="Shape 9370"/>
              <p:cNvSpPr/>
              <p:nvPr/>
            </p:nvSpPr>
            <p:spPr>
              <a:xfrm>
                <a:off x="2643395" y="0"/>
                <a:ext cx="427355"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97" y="0"/>
                    </a:moveTo>
                    <a:lnTo>
                      <a:pt x="21600" y="0"/>
                    </a:lnTo>
                    <a:lnTo>
                      <a:pt x="18639" y="18783"/>
                    </a:lnTo>
                    <a:lnTo>
                      <a:pt x="18116" y="19856"/>
                    </a:lnTo>
                    <a:lnTo>
                      <a:pt x="17419" y="20527"/>
                    </a:lnTo>
                    <a:lnTo>
                      <a:pt x="16200" y="21332"/>
                    </a:lnTo>
                    <a:lnTo>
                      <a:pt x="15155" y="21600"/>
                    </a:lnTo>
                    <a:lnTo>
                      <a:pt x="0" y="14892"/>
                    </a:lnTo>
                    <a:lnTo>
                      <a:pt x="69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1" name="Shape 9371"/>
              <p:cNvSpPr/>
              <p:nvPr/>
            </p:nvSpPr>
            <p:spPr>
              <a:xfrm>
                <a:off x="2657180" y="0"/>
                <a:ext cx="413570"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0" y="0"/>
                    </a:moveTo>
                    <a:lnTo>
                      <a:pt x="21600" y="0"/>
                    </a:lnTo>
                    <a:lnTo>
                      <a:pt x="18540" y="18783"/>
                    </a:lnTo>
                    <a:lnTo>
                      <a:pt x="18000" y="19856"/>
                    </a:lnTo>
                    <a:lnTo>
                      <a:pt x="17280" y="20527"/>
                    </a:lnTo>
                    <a:lnTo>
                      <a:pt x="16020" y="21332"/>
                    </a:lnTo>
                    <a:lnTo>
                      <a:pt x="14940" y="21600"/>
                    </a:lnTo>
                    <a:lnTo>
                      <a:pt x="0" y="14758"/>
                    </a:lnTo>
                    <a:lnTo>
                      <a:pt x="72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2" name="Shape 9372"/>
              <p:cNvSpPr/>
              <p:nvPr/>
            </p:nvSpPr>
            <p:spPr>
              <a:xfrm>
                <a:off x="2667520" y="0"/>
                <a:ext cx="403232"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23" y="0"/>
                    </a:moveTo>
                    <a:lnTo>
                      <a:pt x="21600" y="0"/>
                    </a:lnTo>
                    <a:lnTo>
                      <a:pt x="18462" y="18783"/>
                    </a:lnTo>
                    <a:lnTo>
                      <a:pt x="17908" y="19856"/>
                    </a:lnTo>
                    <a:lnTo>
                      <a:pt x="17169" y="20527"/>
                    </a:lnTo>
                    <a:lnTo>
                      <a:pt x="15877" y="21063"/>
                    </a:lnTo>
                    <a:lnTo>
                      <a:pt x="14954" y="21600"/>
                    </a:lnTo>
                    <a:lnTo>
                      <a:pt x="0" y="14624"/>
                    </a:lnTo>
                    <a:lnTo>
                      <a:pt x="923"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3" name="Shape 9373"/>
              <p:cNvSpPr/>
              <p:nvPr/>
            </p:nvSpPr>
            <p:spPr>
              <a:xfrm>
                <a:off x="2681306" y="0"/>
                <a:ext cx="389446"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6" y="0"/>
                    </a:moveTo>
                    <a:lnTo>
                      <a:pt x="21600" y="0"/>
                    </a:lnTo>
                    <a:lnTo>
                      <a:pt x="18350" y="18783"/>
                    </a:lnTo>
                    <a:lnTo>
                      <a:pt x="17777" y="19722"/>
                    </a:lnTo>
                    <a:lnTo>
                      <a:pt x="17012" y="20527"/>
                    </a:lnTo>
                    <a:lnTo>
                      <a:pt x="16057" y="21063"/>
                    </a:lnTo>
                    <a:lnTo>
                      <a:pt x="14719" y="21600"/>
                    </a:lnTo>
                    <a:lnTo>
                      <a:pt x="0" y="14355"/>
                    </a:lnTo>
                    <a:lnTo>
                      <a:pt x="956"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4" name="Shape 9374"/>
              <p:cNvSpPr/>
              <p:nvPr/>
            </p:nvSpPr>
            <p:spPr>
              <a:xfrm>
                <a:off x="2695092" y="0"/>
                <a:ext cx="375661" cy="4185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91" y="0"/>
                    </a:moveTo>
                    <a:lnTo>
                      <a:pt x="21600" y="0"/>
                    </a:lnTo>
                    <a:lnTo>
                      <a:pt x="18231" y="18783"/>
                    </a:lnTo>
                    <a:lnTo>
                      <a:pt x="17637" y="19722"/>
                    </a:lnTo>
                    <a:lnTo>
                      <a:pt x="16844" y="20527"/>
                    </a:lnTo>
                    <a:lnTo>
                      <a:pt x="15853" y="21063"/>
                    </a:lnTo>
                    <a:lnTo>
                      <a:pt x="14466" y="21600"/>
                    </a:lnTo>
                    <a:lnTo>
                      <a:pt x="0" y="14221"/>
                    </a:lnTo>
                    <a:lnTo>
                      <a:pt x="99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5" name="Shape 9375"/>
              <p:cNvSpPr/>
              <p:nvPr/>
            </p:nvSpPr>
            <p:spPr>
              <a:xfrm>
                <a:off x="2708877" y="0"/>
                <a:ext cx="361875"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29" y="0"/>
                    </a:moveTo>
                    <a:lnTo>
                      <a:pt x="21600" y="0"/>
                    </a:lnTo>
                    <a:lnTo>
                      <a:pt x="18103" y="18900"/>
                    </a:lnTo>
                    <a:lnTo>
                      <a:pt x="17897" y="19845"/>
                    </a:lnTo>
                    <a:lnTo>
                      <a:pt x="16663" y="20655"/>
                    </a:lnTo>
                    <a:lnTo>
                      <a:pt x="15634" y="21195"/>
                    </a:lnTo>
                    <a:lnTo>
                      <a:pt x="14194" y="21600"/>
                    </a:lnTo>
                    <a:lnTo>
                      <a:pt x="0" y="14310"/>
                    </a:lnTo>
                    <a:lnTo>
                      <a:pt x="1029"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6" name="Shape 9376"/>
              <p:cNvSpPr/>
              <p:nvPr/>
            </p:nvSpPr>
            <p:spPr>
              <a:xfrm>
                <a:off x="2719215" y="0"/>
                <a:ext cx="351535"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9" y="0"/>
                    </a:moveTo>
                    <a:lnTo>
                      <a:pt x="21600" y="0"/>
                    </a:lnTo>
                    <a:lnTo>
                      <a:pt x="18000" y="18900"/>
                    </a:lnTo>
                    <a:lnTo>
                      <a:pt x="17788" y="19845"/>
                    </a:lnTo>
                    <a:lnTo>
                      <a:pt x="16518" y="20655"/>
                    </a:lnTo>
                    <a:lnTo>
                      <a:pt x="15459" y="21195"/>
                    </a:lnTo>
                    <a:lnTo>
                      <a:pt x="14188" y="21600"/>
                    </a:lnTo>
                    <a:lnTo>
                      <a:pt x="0" y="14175"/>
                    </a:lnTo>
                    <a:lnTo>
                      <a:pt x="1059"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7" name="Shape 9377"/>
              <p:cNvSpPr/>
              <p:nvPr/>
            </p:nvSpPr>
            <p:spPr>
              <a:xfrm>
                <a:off x="2733001" y="0"/>
                <a:ext cx="337749"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02" y="0"/>
                    </a:moveTo>
                    <a:lnTo>
                      <a:pt x="21600" y="0"/>
                    </a:lnTo>
                    <a:lnTo>
                      <a:pt x="17853" y="18900"/>
                    </a:lnTo>
                    <a:lnTo>
                      <a:pt x="17633" y="19845"/>
                    </a:lnTo>
                    <a:lnTo>
                      <a:pt x="16310" y="20520"/>
                    </a:lnTo>
                    <a:lnTo>
                      <a:pt x="15208" y="21195"/>
                    </a:lnTo>
                    <a:lnTo>
                      <a:pt x="13886" y="21600"/>
                    </a:lnTo>
                    <a:lnTo>
                      <a:pt x="0" y="13905"/>
                    </a:lnTo>
                    <a:lnTo>
                      <a:pt x="1102"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8" name="Shape 9378"/>
              <p:cNvSpPr/>
              <p:nvPr/>
            </p:nvSpPr>
            <p:spPr>
              <a:xfrm>
                <a:off x="2746787" y="0"/>
                <a:ext cx="323963"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9" y="0"/>
                    </a:moveTo>
                    <a:lnTo>
                      <a:pt x="21600" y="0"/>
                    </a:lnTo>
                    <a:lnTo>
                      <a:pt x="17694" y="18900"/>
                    </a:lnTo>
                    <a:lnTo>
                      <a:pt x="17464" y="19845"/>
                    </a:lnTo>
                    <a:lnTo>
                      <a:pt x="15166" y="21195"/>
                    </a:lnTo>
                    <a:lnTo>
                      <a:pt x="13557" y="21600"/>
                    </a:lnTo>
                    <a:lnTo>
                      <a:pt x="0" y="13770"/>
                    </a:lnTo>
                    <a:lnTo>
                      <a:pt x="1149"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79" name="Shape 9379"/>
              <p:cNvSpPr/>
              <p:nvPr/>
            </p:nvSpPr>
            <p:spPr>
              <a:xfrm>
                <a:off x="2760572" y="0"/>
                <a:ext cx="310178"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0"/>
                    </a:moveTo>
                    <a:lnTo>
                      <a:pt x="21600" y="0"/>
                    </a:lnTo>
                    <a:lnTo>
                      <a:pt x="17520" y="18900"/>
                    </a:lnTo>
                    <a:lnTo>
                      <a:pt x="17280" y="19845"/>
                    </a:lnTo>
                    <a:lnTo>
                      <a:pt x="14880" y="21195"/>
                    </a:lnTo>
                    <a:lnTo>
                      <a:pt x="13200" y="21600"/>
                    </a:lnTo>
                    <a:lnTo>
                      <a:pt x="0" y="13635"/>
                    </a:lnTo>
                    <a:lnTo>
                      <a:pt x="120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0" name="Shape 9380"/>
              <p:cNvSpPr/>
              <p:nvPr/>
            </p:nvSpPr>
            <p:spPr>
              <a:xfrm>
                <a:off x="2767465" y="0"/>
                <a:ext cx="303285"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18" y="0"/>
                    </a:moveTo>
                    <a:lnTo>
                      <a:pt x="21600" y="0"/>
                    </a:lnTo>
                    <a:lnTo>
                      <a:pt x="17427" y="18900"/>
                    </a:lnTo>
                    <a:lnTo>
                      <a:pt x="17182" y="19845"/>
                    </a:lnTo>
                    <a:lnTo>
                      <a:pt x="14727" y="21195"/>
                    </a:lnTo>
                    <a:lnTo>
                      <a:pt x="13500" y="21600"/>
                    </a:lnTo>
                    <a:lnTo>
                      <a:pt x="0" y="13365"/>
                    </a:lnTo>
                    <a:lnTo>
                      <a:pt x="1718"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1" name="Shape 9381"/>
              <p:cNvSpPr/>
              <p:nvPr/>
            </p:nvSpPr>
            <p:spPr>
              <a:xfrm>
                <a:off x="2784698" y="0"/>
                <a:ext cx="286054"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61" y="0"/>
                    </a:moveTo>
                    <a:lnTo>
                      <a:pt x="21600" y="0"/>
                    </a:lnTo>
                    <a:lnTo>
                      <a:pt x="17176" y="18900"/>
                    </a:lnTo>
                    <a:lnTo>
                      <a:pt x="16916" y="19845"/>
                    </a:lnTo>
                    <a:lnTo>
                      <a:pt x="15614" y="20520"/>
                    </a:lnTo>
                    <a:lnTo>
                      <a:pt x="13012" y="21600"/>
                    </a:lnTo>
                    <a:lnTo>
                      <a:pt x="0" y="13365"/>
                    </a:lnTo>
                    <a:lnTo>
                      <a:pt x="156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2" name="Shape 9382"/>
              <p:cNvSpPr/>
              <p:nvPr/>
            </p:nvSpPr>
            <p:spPr>
              <a:xfrm>
                <a:off x="2798484" y="0"/>
                <a:ext cx="272268"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67" y="0"/>
                    </a:moveTo>
                    <a:lnTo>
                      <a:pt x="21600" y="0"/>
                    </a:lnTo>
                    <a:lnTo>
                      <a:pt x="16952" y="18900"/>
                    </a:lnTo>
                    <a:lnTo>
                      <a:pt x="16678" y="19845"/>
                    </a:lnTo>
                    <a:lnTo>
                      <a:pt x="15311" y="20520"/>
                    </a:lnTo>
                    <a:lnTo>
                      <a:pt x="12577" y="21600"/>
                    </a:lnTo>
                    <a:lnTo>
                      <a:pt x="0" y="13230"/>
                    </a:lnTo>
                    <a:lnTo>
                      <a:pt x="136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3" name="Shape 9383"/>
              <p:cNvSpPr/>
              <p:nvPr/>
            </p:nvSpPr>
            <p:spPr>
              <a:xfrm>
                <a:off x="2812270" y="0"/>
                <a:ext cx="258482"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 y="0"/>
                    </a:moveTo>
                    <a:lnTo>
                      <a:pt x="21600" y="0"/>
                    </a:lnTo>
                    <a:lnTo>
                      <a:pt x="16704" y="18900"/>
                    </a:lnTo>
                    <a:lnTo>
                      <a:pt x="16416" y="19845"/>
                    </a:lnTo>
                    <a:lnTo>
                      <a:pt x="13824" y="21060"/>
                    </a:lnTo>
                    <a:lnTo>
                      <a:pt x="12384" y="21600"/>
                    </a:lnTo>
                    <a:lnTo>
                      <a:pt x="0" y="12960"/>
                    </a:lnTo>
                    <a:lnTo>
                      <a:pt x="144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4" name="Shape 9384"/>
              <p:cNvSpPr/>
              <p:nvPr/>
            </p:nvSpPr>
            <p:spPr>
              <a:xfrm>
                <a:off x="2826055" y="0"/>
                <a:ext cx="244697" cy="4159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1" y="0"/>
                    </a:moveTo>
                    <a:lnTo>
                      <a:pt x="21600" y="0"/>
                    </a:lnTo>
                    <a:lnTo>
                      <a:pt x="16428" y="18900"/>
                    </a:lnTo>
                    <a:lnTo>
                      <a:pt x="16124" y="19845"/>
                    </a:lnTo>
                    <a:lnTo>
                      <a:pt x="13386" y="21060"/>
                    </a:lnTo>
                    <a:lnTo>
                      <a:pt x="11865" y="21600"/>
                    </a:lnTo>
                    <a:lnTo>
                      <a:pt x="0" y="12825"/>
                    </a:lnTo>
                    <a:lnTo>
                      <a:pt x="152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5" name="Shape 9385"/>
              <p:cNvSpPr/>
              <p:nvPr/>
            </p:nvSpPr>
            <p:spPr>
              <a:xfrm>
                <a:off x="2832948" y="0"/>
                <a:ext cx="237804"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91" y="0"/>
                    </a:moveTo>
                    <a:lnTo>
                      <a:pt x="21600" y="0"/>
                    </a:lnTo>
                    <a:lnTo>
                      <a:pt x="16278" y="19019"/>
                    </a:lnTo>
                    <a:lnTo>
                      <a:pt x="15965" y="19970"/>
                    </a:lnTo>
                    <a:lnTo>
                      <a:pt x="13148" y="21192"/>
                    </a:lnTo>
                    <a:lnTo>
                      <a:pt x="11583" y="21600"/>
                    </a:lnTo>
                    <a:lnTo>
                      <a:pt x="0" y="12770"/>
                    </a:lnTo>
                    <a:lnTo>
                      <a:pt x="219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6" name="Shape 9386"/>
              <p:cNvSpPr/>
              <p:nvPr/>
            </p:nvSpPr>
            <p:spPr>
              <a:xfrm>
                <a:off x="2846734" y="0"/>
                <a:ext cx="224019"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26" y="0"/>
                    </a:moveTo>
                    <a:lnTo>
                      <a:pt x="21600" y="0"/>
                    </a:lnTo>
                    <a:lnTo>
                      <a:pt x="15951" y="19019"/>
                    </a:lnTo>
                    <a:lnTo>
                      <a:pt x="15618" y="19970"/>
                    </a:lnTo>
                    <a:lnTo>
                      <a:pt x="12628" y="21192"/>
                    </a:lnTo>
                    <a:lnTo>
                      <a:pt x="10966" y="21600"/>
                    </a:lnTo>
                    <a:lnTo>
                      <a:pt x="0" y="12498"/>
                    </a:lnTo>
                    <a:lnTo>
                      <a:pt x="2326"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7" name="Shape 9387"/>
              <p:cNvSpPr/>
              <p:nvPr/>
            </p:nvSpPr>
            <p:spPr>
              <a:xfrm>
                <a:off x="2863965" y="0"/>
                <a:ext cx="206785"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 y="0"/>
                    </a:moveTo>
                    <a:lnTo>
                      <a:pt x="21600" y="0"/>
                    </a:lnTo>
                    <a:lnTo>
                      <a:pt x="15480" y="19019"/>
                    </a:lnTo>
                    <a:lnTo>
                      <a:pt x="15120" y="19970"/>
                    </a:lnTo>
                    <a:lnTo>
                      <a:pt x="14040" y="20513"/>
                    </a:lnTo>
                    <a:lnTo>
                      <a:pt x="11880" y="21192"/>
                    </a:lnTo>
                    <a:lnTo>
                      <a:pt x="10440" y="21600"/>
                    </a:lnTo>
                    <a:lnTo>
                      <a:pt x="0" y="12362"/>
                    </a:lnTo>
                    <a:lnTo>
                      <a:pt x="216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8" name="Shape 9388"/>
              <p:cNvSpPr/>
              <p:nvPr/>
            </p:nvSpPr>
            <p:spPr>
              <a:xfrm>
                <a:off x="2877750" y="0"/>
                <a:ext cx="193000"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314" y="0"/>
                    </a:moveTo>
                    <a:lnTo>
                      <a:pt x="21600" y="0"/>
                    </a:lnTo>
                    <a:lnTo>
                      <a:pt x="15043" y="19019"/>
                    </a:lnTo>
                    <a:lnTo>
                      <a:pt x="14657" y="19970"/>
                    </a:lnTo>
                    <a:lnTo>
                      <a:pt x="13500" y="20513"/>
                    </a:lnTo>
                    <a:lnTo>
                      <a:pt x="11186" y="21192"/>
                    </a:lnTo>
                    <a:lnTo>
                      <a:pt x="9643" y="21600"/>
                    </a:lnTo>
                    <a:lnTo>
                      <a:pt x="0" y="12362"/>
                    </a:lnTo>
                    <a:lnTo>
                      <a:pt x="2314"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89" name="Shape 9389"/>
              <p:cNvSpPr/>
              <p:nvPr/>
            </p:nvSpPr>
            <p:spPr>
              <a:xfrm>
                <a:off x="2884643" y="0"/>
                <a:ext cx="186107"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800" y="0"/>
                    </a:moveTo>
                    <a:lnTo>
                      <a:pt x="21600" y="0"/>
                    </a:lnTo>
                    <a:lnTo>
                      <a:pt x="14800" y="19019"/>
                    </a:lnTo>
                    <a:lnTo>
                      <a:pt x="14400" y="19698"/>
                    </a:lnTo>
                    <a:lnTo>
                      <a:pt x="13200" y="20513"/>
                    </a:lnTo>
                    <a:lnTo>
                      <a:pt x="11600" y="21057"/>
                    </a:lnTo>
                    <a:lnTo>
                      <a:pt x="9200" y="21600"/>
                    </a:lnTo>
                    <a:lnTo>
                      <a:pt x="0" y="12226"/>
                    </a:lnTo>
                    <a:lnTo>
                      <a:pt x="280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0" name="Shape 9390"/>
              <p:cNvSpPr/>
              <p:nvPr/>
            </p:nvSpPr>
            <p:spPr>
              <a:xfrm>
                <a:off x="2898429" y="0"/>
                <a:ext cx="172321"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24" y="0"/>
                    </a:moveTo>
                    <a:lnTo>
                      <a:pt x="21600" y="0"/>
                    </a:lnTo>
                    <a:lnTo>
                      <a:pt x="14256" y="19019"/>
                    </a:lnTo>
                    <a:lnTo>
                      <a:pt x="13824" y="19698"/>
                    </a:lnTo>
                    <a:lnTo>
                      <a:pt x="12528" y="20513"/>
                    </a:lnTo>
                    <a:lnTo>
                      <a:pt x="10800" y="21057"/>
                    </a:lnTo>
                    <a:lnTo>
                      <a:pt x="8208" y="21600"/>
                    </a:lnTo>
                    <a:lnTo>
                      <a:pt x="0" y="11955"/>
                    </a:lnTo>
                    <a:lnTo>
                      <a:pt x="3024"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1" name="Shape 9391"/>
              <p:cNvSpPr/>
              <p:nvPr/>
            </p:nvSpPr>
            <p:spPr>
              <a:xfrm>
                <a:off x="2912214" y="0"/>
                <a:ext cx="158536"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287" y="0"/>
                    </a:moveTo>
                    <a:lnTo>
                      <a:pt x="21600" y="0"/>
                    </a:lnTo>
                    <a:lnTo>
                      <a:pt x="13617" y="19019"/>
                    </a:lnTo>
                    <a:lnTo>
                      <a:pt x="13148" y="19698"/>
                    </a:lnTo>
                    <a:lnTo>
                      <a:pt x="11739" y="20513"/>
                    </a:lnTo>
                    <a:lnTo>
                      <a:pt x="7983" y="21600"/>
                    </a:lnTo>
                    <a:lnTo>
                      <a:pt x="0" y="11819"/>
                    </a:lnTo>
                    <a:lnTo>
                      <a:pt x="328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2" name="Shape 9392"/>
              <p:cNvSpPr/>
              <p:nvPr/>
            </p:nvSpPr>
            <p:spPr>
              <a:xfrm>
                <a:off x="2929448" y="0"/>
                <a:ext cx="141305"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161" y="0"/>
                    </a:moveTo>
                    <a:lnTo>
                      <a:pt x="21600" y="0"/>
                    </a:lnTo>
                    <a:lnTo>
                      <a:pt x="12644" y="19019"/>
                    </a:lnTo>
                    <a:lnTo>
                      <a:pt x="12117" y="19698"/>
                    </a:lnTo>
                    <a:lnTo>
                      <a:pt x="10537" y="20513"/>
                    </a:lnTo>
                    <a:lnTo>
                      <a:pt x="6322" y="21600"/>
                    </a:lnTo>
                    <a:lnTo>
                      <a:pt x="0" y="11683"/>
                    </a:lnTo>
                    <a:lnTo>
                      <a:pt x="316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3" name="Shape 9393"/>
              <p:cNvSpPr/>
              <p:nvPr/>
            </p:nvSpPr>
            <p:spPr>
              <a:xfrm>
                <a:off x="2936340" y="0"/>
                <a:ext cx="134412"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431" y="0"/>
                    </a:moveTo>
                    <a:lnTo>
                      <a:pt x="21600" y="0"/>
                    </a:lnTo>
                    <a:lnTo>
                      <a:pt x="12185" y="19019"/>
                    </a:lnTo>
                    <a:lnTo>
                      <a:pt x="11631" y="19698"/>
                    </a:lnTo>
                    <a:lnTo>
                      <a:pt x="9969" y="20513"/>
                    </a:lnTo>
                    <a:lnTo>
                      <a:pt x="5538" y="21600"/>
                    </a:lnTo>
                    <a:lnTo>
                      <a:pt x="0" y="11411"/>
                    </a:lnTo>
                    <a:lnTo>
                      <a:pt x="443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4" name="Shape 9394"/>
              <p:cNvSpPr/>
              <p:nvPr/>
            </p:nvSpPr>
            <p:spPr>
              <a:xfrm>
                <a:off x="2950126" y="0"/>
                <a:ext cx="120626" cy="4133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37" y="0"/>
                    </a:moveTo>
                    <a:lnTo>
                      <a:pt x="21600" y="0"/>
                    </a:lnTo>
                    <a:lnTo>
                      <a:pt x="11109" y="19019"/>
                    </a:lnTo>
                    <a:lnTo>
                      <a:pt x="10491" y="19698"/>
                    </a:lnTo>
                    <a:lnTo>
                      <a:pt x="8640" y="20513"/>
                    </a:lnTo>
                    <a:lnTo>
                      <a:pt x="6789" y="21057"/>
                    </a:lnTo>
                    <a:lnTo>
                      <a:pt x="4320" y="21600"/>
                    </a:lnTo>
                    <a:lnTo>
                      <a:pt x="0" y="11411"/>
                    </a:lnTo>
                    <a:lnTo>
                      <a:pt x="493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5" name="Shape 9395"/>
              <p:cNvSpPr/>
              <p:nvPr/>
            </p:nvSpPr>
            <p:spPr>
              <a:xfrm>
                <a:off x="2963912" y="0"/>
                <a:ext cx="106840" cy="408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877" y="0"/>
                    </a:moveTo>
                    <a:lnTo>
                      <a:pt x="21600" y="0"/>
                    </a:lnTo>
                    <a:lnTo>
                      <a:pt x="9755" y="19261"/>
                    </a:lnTo>
                    <a:lnTo>
                      <a:pt x="9058" y="19949"/>
                    </a:lnTo>
                    <a:lnTo>
                      <a:pt x="6968" y="20775"/>
                    </a:lnTo>
                    <a:lnTo>
                      <a:pt x="4877" y="21325"/>
                    </a:lnTo>
                    <a:lnTo>
                      <a:pt x="2090" y="21600"/>
                    </a:lnTo>
                    <a:lnTo>
                      <a:pt x="0" y="11419"/>
                    </a:lnTo>
                    <a:lnTo>
                      <a:pt x="487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6" name="Shape 9396"/>
              <p:cNvSpPr/>
              <p:nvPr/>
            </p:nvSpPr>
            <p:spPr>
              <a:xfrm>
                <a:off x="2974250" y="0"/>
                <a:ext cx="96500" cy="408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171" y="0"/>
                    </a:moveTo>
                    <a:lnTo>
                      <a:pt x="21600" y="0"/>
                    </a:lnTo>
                    <a:lnTo>
                      <a:pt x="8486" y="19261"/>
                    </a:lnTo>
                    <a:lnTo>
                      <a:pt x="7714" y="19949"/>
                    </a:lnTo>
                    <a:lnTo>
                      <a:pt x="5400" y="20775"/>
                    </a:lnTo>
                    <a:lnTo>
                      <a:pt x="3086" y="21325"/>
                    </a:lnTo>
                    <a:lnTo>
                      <a:pt x="0" y="21600"/>
                    </a:lnTo>
                    <a:lnTo>
                      <a:pt x="771" y="11282"/>
                    </a:lnTo>
                    <a:lnTo>
                      <a:pt x="6171"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7" name="Shape 9397"/>
              <p:cNvSpPr/>
              <p:nvPr/>
            </p:nvSpPr>
            <p:spPr>
              <a:xfrm>
                <a:off x="2974250" y="0"/>
                <a:ext cx="96500" cy="408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257" y="0"/>
                    </a:moveTo>
                    <a:lnTo>
                      <a:pt x="21600" y="0"/>
                    </a:lnTo>
                    <a:lnTo>
                      <a:pt x="8486" y="19261"/>
                    </a:lnTo>
                    <a:lnTo>
                      <a:pt x="7714" y="19949"/>
                    </a:lnTo>
                    <a:lnTo>
                      <a:pt x="6171" y="20499"/>
                    </a:lnTo>
                    <a:lnTo>
                      <a:pt x="3086" y="21325"/>
                    </a:lnTo>
                    <a:lnTo>
                      <a:pt x="0" y="21600"/>
                    </a:lnTo>
                    <a:lnTo>
                      <a:pt x="3857" y="11006"/>
                    </a:lnTo>
                    <a:lnTo>
                      <a:pt x="9257"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398" name="Shape 9398"/>
              <p:cNvSpPr/>
              <p:nvPr/>
            </p:nvSpPr>
            <p:spPr>
              <a:xfrm>
                <a:off x="2977697" y="0"/>
                <a:ext cx="93056" cy="408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0" y="0"/>
                    </a:moveTo>
                    <a:lnTo>
                      <a:pt x="21600" y="0"/>
                    </a:lnTo>
                    <a:lnTo>
                      <a:pt x="8000" y="19261"/>
                    </a:lnTo>
                    <a:lnTo>
                      <a:pt x="7200" y="19949"/>
                    </a:lnTo>
                    <a:lnTo>
                      <a:pt x="5600" y="20499"/>
                    </a:lnTo>
                    <a:lnTo>
                      <a:pt x="2400" y="21050"/>
                    </a:lnTo>
                    <a:lnTo>
                      <a:pt x="0" y="21600"/>
                    </a:lnTo>
                    <a:lnTo>
                      <a:pt x="12000" y="0"/>
                    </a:lnTo>
                    <a:close/>
                  </a:path>
                </a:pathLst>
              </a:custGeom>
              <a:solidFill>
                <a:srgbClr val="FFFFFF"/>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grpSp>
        <p:nvGrpSpPr>
          <p:cNvPr id="9441" name="Group 9441"/>
          <p:cNvGrpSpPr/>
          <p:nvPr/>
        </p:nvGrpSpPr>
        <p:grpSpPr>
          <a:xfrm>
            <a:off x="598621" y="3641110"/>
            <a:ext cx="7969698" cy="7027022"/>
            <a:chOff x="24789" y="0"/>
            <a:chExt cx="7969697" cy="7027021"/>
          </a:xfrm>
        </p:grpSpPr>
        <p:grpSp>
          <p:nvGrpSpPr>
            <p:cNvPr id="9403" name="Group 9403"/>
            <p:cNvGrpSpPr/>
            <p:nvPr/>
          </p:nvGrpSpPr>
          <p:grpSpPr>
            <a:xfrm>
              <a:off x="772823" y="0"/>
              <a:ext cx="4393205" cy="6205642"/>
              <a:chOff x="0" y="0"/>
              <a:chExt cx="4393204" cy="6205641"/>
            </a:xfrm>
          </p:grpSpPr>
          <p:sp>
            <p:nvSpPr>
              <p:cNvPr id="9401" name="Shape 9401"/>
              <p:cNvSpPr/>
              <p:nvPr/>
            </p:nvSpPr>
            <p:spPr>
              <a:xfrm flipH="1">
                <a:off x="0" y="5195"/>
                <a:ext cx="4388012" cy="62004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4320"/>
                    </a:moveTo>
                    <a:lnTo>
                      <a:pt x="4320" y="0"/>
                    </a:lnTo>
                    <a:lnTo>
                      <a:pt x="21600" y="0"/>
                    </a:lnTo>
                    <a:lnTo>
                      <a:pt x="21600" y="21600"/>
                    </a:lnTo>
                    <a:lnTo>
                      <a:pt x="0" y="21600"/>
                    </a:lnTo>
                    <a:close/>
                  </a:path>
                </a:pathLst>
              </a:cu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02" name="Shape 9402"/>
              <p:cNvSpPr/>
              <p:nvPr/>
            </p:nvSpPr>
            <p:spPr>
              <a:xfrm>
                <a:off x="3504505" y="0"/>
                <a:ext cx="888700" cy="12550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0" y="0"/>
                    </a:lnTo>
                    <a:close/>
                  </a:path>
                </a:pathLst>
              </a:custGeom>
              <a:solidFill>
                <a:srgbClr val="C7D1D7"/>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9407" name="Group 9407"/>
            <p:cNvGrpSpPr/>
            <p:nvPr/>
          </p:nvGrpSpPr>
          <p:grpSpPr>
            <a:xfrm>
              <a:off x="2055652" y="5521022"/>
              <a:ext cx="4076781" cy="1506000"/>
              <a:chOff x="0" y="0"/>
              <a:chExt cx="4076780" cy="1505999"/>
            </a:xfrm>
          </p:grpSpPr>
          <p:sp>
            <p:nvSpPr>
              <p:cNvPr id="9404" name="Shape 9404"/>
              <p:cNvSpPr/>
              <p:nvPr/>
            </p:nvSpPr>
            <p:spPr>
              <a:xfrm>
                <a:off x="-1" y="-1"/>
                <a:ext cx="4076782" cy="1506001"/>
              </a:xfrm>
              <a:custGeom>
                <a:avLst/>
                <a:gdLst/>
                <a:ahLst/>
                <a:cxnLst>
                  <a:cxn ang="0">
                    <a:pos x="wd2" y="hd2"/>
                  </a:cxn>
                  <a:cxn ang="5400000">
                    <a:pos x="wd2" y="hd2"/>
                  </a:cxn>
                  <a:cxn ang="10800000">
                    <a:pos x="wd2" y="hd2"/>
                  </a:cxn>
                  <a:cxn ang="16200000">
                    <a:pos x="wd2" y="hd2"/>
                  </a:cxn>
                </a:cxnLst>
                <a:rect l="0" t="0" r="r" b="b"/>
                <a:pathLst>
                  <a:path w="21448" h="19123" fill="norm" stroke="1" extrusionOk="0">
                    <a:moveTo>
                      <a:pt x="25" y="5689"/>
                    </a:moveTo>
                    <a:lnTo>
                      <a:pt x="0" y="4032"/>
                    </a:lnTo>
                    <a:lnTo>
                      <a:pt x="339" y="3992"/>
                    </a:lnTo>
                    <a:cubicBezTo>
                      <a:pt x="994" y="3305"/>
                      <a:pt x="1598" y="1556"/>
                      <a:pt x="3809" y="1012"/>
                    </a:cubicBezTo>
                    <a:cubicBezTo>
                      <a:pt x="5106" y="894"/>
                      <a:pt x="5305" y="842"/>
                      <a:pt x="6879" y="1109"/>
                    </a:cubicBezTo>
                    <a:cubicBezTo>
                      <a:pt x="7901" y="1604"/>
                      <a:pt x="9267" y="2877"/>
                      <a:pt x="9738" y="4371"/>
                    </a:cubicBezTo>
                    <a:cubicBezTo>
                      <a:pt x="10190" y="3901"/>
                      <a:pt x="11072" y="3464"/>
                      <a:pt x="11820" y="4164"/>
                    </a:cubicBezTo>
                    <a:cubicBezTo>
                      <a:pt x="12673" y="2041"/>
                      <a:pt x="13782" y="795"/>
                      <a:pt x="15187" y="232"/>
                    </a:cubicBezTo>
                    <a:cubicBezTo>
                      <a:pt x="16291" y="-93"/>
                      <a:pt x="17260" y="-28"/>
                      <a:pt x="18338" y="134"/>
                    </a:cubicBezTo>
                    <a:cubicBezTo>
                      <a:pt x="19231" y="459"/>
                      <a:pt x="20110" y="979"/>
                      <a:pt x="20936" y="2377"/>
                    </a:cubicBezTo>
                    <a:lnTo>
                      <a:pt x="21448" y="2604"/>
                    </a:lnTo>
                    <a:lnTo>
                      <a:pt x="21448" y="4067"/>
                    </a:lnTo>
                    <a:lnTo>
                      <a:pt x="21125" y="4977"/>
                    </a:lnTo>
                    <a:cubicBezTo>
                      <a:pt x="21120" y="6851"/>
                      <a:pt x="21170" y="8692"/>
                      <a:pt x="21111" y="10599"/>
                    </a:cubicBezTo>
                    <a:cubicBezTo>
                      <a:pt x="20763" y="15738"/>
                      <a:pt x="19621" y="19319"/>
                      <a:pt x="15685" y="17976"/>
                    </a:cubicBezTo>
                    <a:cubicBezTo>
                      <a:pt x="11984" y="16070"/>
                      <a:pt x="11972" y="7535"/>
                      <a:pt x="11915" y="5594"/>
                    </a:cubicBezTo>
                    <a:cubicBezTo>
                      <a:pt x="10740" y="3848"/>
                      <a:pt x="9802" y="5541"/>
                      <a:pt x="9606" y="5746"/>
                    </a:cubicBezTo>
                    <a:cubicBezTo>
                      <a:pt x="9680" y="6908"/>
                      <a:pt x="9756" y="21507"/>
                      <a:pt x="2878" y="18786"/>
                    </a:cubicBezTo>
                    <a:cubicBezTo>
                      <a:pt x="-152" y="16753"/>
                      <a:pt x="589" y="7148"/>
                      <a:pt x="454" y="6350"/>
                    </a:cubicBezTo>
                    <a:lnTo>
                      <a:pt x="25" y="5689"/>
                    </a:lnTo>
                    <a:close/>
                  </a:path>
                </a:pathLst>
              </a:custGeom>
              <a:solidFill>
                <a:srgbClr val="424443"/>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05" name="Shape 9405"/>
              <p:cNvSpPr/>
              <p:nvPr/>
            </p:nvSpPr>
            <p:spPr>
              <a:xfrm>
                <a:off x="163348" y="140409"/>
                <a:ext cx="1589693" cy="1283754"/>
              </a:xfrm>
              <a:custGeom>
                <a:avLst/>
                <a:gdLst/>
                <a:ahLst/>
                <a:cxnLst>
                  <a:cxn ang="0">
                    <a:pos x="wd2" y="hd2"/>
                  </a:cxn>
                  <a:cxn ang="5400000">
                    <a:pos x="wd2" y="hd2"/>
                  </a:cxn>
                  <a:cxn ang="10800000">
                    <a:pos x="wd2" y="hd2"/>
                  </a:cxn>
                  <a:cxn ang="16200000">
                    <a:pos x="wd2" y="hd2"/>
                  </a:cxn>
                </a:cxnLst>
                <a:rect l="0" t="0" r="r" b="b"/>
                <a:pathLst>
                  <a:path w="19758" h="20253" fill="norm" stroke="1" extrusionOk="0">
                    <a:moveTo>
                      <a:pt x="479" y="3156"/>
                    </a:moveTo>
                    <a:cubicBezTo>
                      <a:pt x="1994" y="1906"/>
                      <a:pt x="3393" y="1200"/>
                      <a:pt x="5258" y="593"/>
                    </a:cubicBezTo>
                    <a:cubicBezTo>
                      <a:pt x="7178" y="181"/>
                      <a:pt x="9447" y="-181"/>
                      <a:pt x="11717" y="99"/>
                    </a:cubicBezTo>
                    <a:cubicBezTo>
                      <a:pt x="12780" y="196"/>
                      <a:pt x="15750" y="886"/>
                      <a:pt x="19576" y="3650"/>
                    </a:cubicBezTo>
                    <a:cubicBezTo>
                      <a:pt x="20419" y="8278"/>
                      <a:pt x="18227" y="15869"/>
                      <a:pt x="15219" y="18176"/>
                    </a:cubicBezTo>
                    <a:cubicBezTo>
                      <a:pt x="12160" y="21419"/>
                      <a:pt x="4277" y="20316"/>
                      <a:pt x="2774" y="18571"/>
                    </a:cubicBezTo>
                    <a:cubicBezTo>
                      <a:pt x="-1181" y="13038"/>
                      <a:pt x="155" y="4985"/>
                      <a:pt x="479" y="3156"/>
                    </a:cubicBezTo>
                    <a:close/>
                  </a:path>
                </a:pathLst>
              </a:custGeom>
              <a:solidFill>
                <a:srgbClr val="B3E2EA"/>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06" name="Shape 9406"/>
              <p:cNvSpPr/>
              <p:nvPr/>
            </p:nvSpPr>
            <p:spPr>
              <a:xfrm>
                <a:off x="2344600" y="79243"/>
                <a:ext cx="1604615" cy="1284978"/>
              </a:xfrm>
              <a:custGeom>
                <a:avLst/>
                <a:gdLst/>
                <a:ahLst/>
                <a:cxnLst>
                  <a:cxn ang="0">
                    <a:pos x="wd2" y="hd2"/>
                  </a:cxn>
                  <a:cxn ang="5400000">
                    <a:pos x="wd2" y="hd2"/>
                  </a:cxn>
                  <a:cxn ang="10800000">
                    <a:pos x="wd2" y="hd2"/>
                  </a:cxn>
                  <a:cxn ang="16200000">
                    <a:pos x="wd2" y="hd2"/>
                  </a:cxn>
                </a:cxnLst>
                <a:rect l="0" t="0" r="r" b="b"/>
                <a:pathLst>
                  <a:path w="19772" h="18615" fill="norm" stroke="1" extrusionOk="0">
                    <a:moveTo>
                      <a:pt x="167" y="3879"/>
                    </a:moveTo>
                    <a:cubicBezTo>
                      <a:pt x="2918" y="735"/>
                      <a:pt x="13268" y="-2046"/>
                      <a:pt x="18720" y="2065"/>
                    </a:cubicBezTo>
                    <a:cubicBezTo>
                      <a:pt x="19478" y="2912"/>
                      <a:pt x="20777" y="9653"/>
                      <a:pt x="18450" y="15216"/>
                    </a:cubicBezTo>
                    <a:cubicBezTo>
                      <a:pt x="15493" y="19554"/>
                      <a:pt x="9527" y="18632"/>
                      <a:pt x="7843" y="18299"/>
                    </a:cubicBezTo>
                    <a:cubicBezTo>
                      <a:pt x="2700" y="17302"/>
                      <a:pt x="-823" y="9548"/>
                      <a:pt x="167" y="3879"/>
                    </a:cubicBezTo>
                    <a:close/>
                  </a:path>
                </a:pathLst>
              </a:custGeom>
              <a:solidFill>
                <a:srgbClr val="B3E2EA"/>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aphicFrame>
          <p:nvGraphicFramePr>
            <p:cNvPr id="9408" name="Chart 9408"/>
            <p:cNvGraphicFramePr/>
            <p:nvPr/>
          </p:nvGraphicFramePr>
          <p:xfrm>
            <a:off x="1615199" y="849228"/>
            <a:ext cx="2304328" cy="2304328"/>
          </p:xfrm>
          <a:graphic xmlns:a="http://schemas.openxmlformats.org/drawingml/2006/main">
            <a:graphicData uri="http://schemas.openxmlformats.org/drawingml/2006/chart">
              <c:chart xmlns:c="http://schemas.openxmlformats.org/drawingml/2006/chart" r:id="rId2"/>
            </a:graphicData>
          </a:graphic>
        </p:graphicFrame>
        <p:sp>
          <p:nvSpPr>
            <p:cNvPr id="9409" name="Shape 9409"/>
            <p:cNvSpPr/>
            <p:nvPr/>
          </p:nvSpPr>
          <p:spPr>
            <a:xfrm>
              <a:off x="1554962" y="4096944"/>
              <a:ext cx="2655992" cy="162630"/>
            </a:xfrm>
            <a:prstGeom prst="rect">
              <a:avLst/>
            </a:prstGeom>
            <a:solidFill>
              <a:srgbClr val="02A1B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0" name="Shape 9410"/>
            <p:cNvSpPr/>
            <p:nvPr/>
          </p:nvSpPr>
          <p:spPr>
            <a:xfrm>
              <a:off x="1554962" y="4409199"/>
              <a:ext cx="1809392" cy="162630"/>
            </a:xfrm>
            <a:prstGeom prst="rect">
              <a:avLst/>
            </a:prstGeom>
            <a:solidFill>
              <a:srgbClr val="02A1B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1" name="Shape 9411"/>
            <p:cNvSpPr/>
            <p:nvPr/>
          </p:nvSpPr>
          <p:spPr>
            <a:xfrm>
              <a:off x="1554962" y="4721453"/>
              <a:ext cx="2044561" cy="162631"/>
            </a:xfrm>
            <a:prstGeom prst="rect">
              <a:avLst/>
            </a:prstGeom>
            <a:solidFill>
              <a:srgbClr val="02A1B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2" name="Shape 9412"/>
            <p:cNvSpPr/>
            <p:nvPr/>
          </p:nvSpPr>
          <p:spPr>
            <a:xfrm>
              <a:off x="1554962" y="5033708"/>
              <a:ext cx="2340869" cy="162631"/>
            </a:xfrm>
            <a:prstGeom prst="rect">
              <a:avLst/>
            </a:prstGeom>
            <a:solidFill>
              <a:srgbClr val="02A1B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3" name="Shape 9413"/>
            <p:cNvSpPr/>
            <p:nvPr/>
          </p:nvSpPr>
          <p:spPr>
            <a:xfrm>
              <a:off x="1554962" y="5337510"/>
              <a:ext cx="835805" cy="162630"/>
            </a:xfrm>
            <a:prstGeom prst="rect">
              <a:avLst/>
            </a:prstGeom>
            <a:solidFill>
              <a:srgbClr val="02A1B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nvGrpSpPr>
            <p:cNvPr id="9419" name="Group 9419"/>
            <p:cNvGrpSpPr/>
            <p:nvPr/>
          </p:nvGrpSpPr>
          <p:grpSpPr>
            <a:xfrm>
              <a:off x="24789" y="2053050"/>
              <a:ext cx="320509" cy="3892437"/>
              <a:chOff x="24789" y="0"/>
              <a:chExt cx="320507" cy="3892435"/>
            </a:xfrm>
          </p:grpSpPr>
          <p:sp>
            <p:nvSpPr>
              <p:cNvPr id="9414" name="Shape 9414"/>
              <p:cNvSpPr/>
              <p:nvPr/>
            </p:nvSpPr>
            <p:spPr>
              <a:xfrm>
                <a:off x="24793" y="496034"/>
                <a:ext cx="320504" cy="2997373"/>
              </a:xfrm>
              <a:prstGeom prst="rect">
                <a:avLst/>
              </a:prstGeom>
              <a:solidFill>
                <a:srgbClr val="FF9900"/>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5" name="Shape 9415"/>
              <p:cNvSpPr/>
              <p:nvPr/>
            </p:nvSpPr>
            <p:spPr>
              <a:xfrm rot="10800000">
                <a:off x="24791" y="3493402"/>
                <a:ext cx="320505" cy="399034"/>
              </a:xfrm>
              <a:prstGeom prst="triangle">
                <a:avLst/>
              </a:prstGeom>
              <a:solidFill>
                <a:srgbClr val="F2E18F"/>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6" name="Shape 9416"/>
              <p:cNvSpPr/>
              <p:nvPr/>
            </p:nvSpPr>
            <p:spPr>
              <a:xfrm rot="10800000">
                <a:off x="138267" y="3768416"/>
                <a:ext cx="94199" cy="124017"/>
              </a:xfrm>
              <a:prstGeom prst="triangle">
                <a:avLst/>
              </a:prstGeom>
              <a:solidFill>
                <a:srgbClr val="404040"/>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7" name="Shape 9417"/>
              <p:cNvSpPr/>
              <p:nvPr/>
            </p:nvSpPr>
            <p:spPr>
              <a:xfrm>
                <a:off x="24789" y="338637"/>
                <a:ext cx="320509" cy="157394"/>
              </a:xfrm>
              <a:prstGeom prst="rect">
                <a:avLst/>
              </a:prstGeom>
              <a:solidFill>
                <a:srgbClr val="C0F4FE"/>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18" name="Shape 9418"/>
              <p:cNvSpPr/>
              <p:nvPr/>
            </p:nvSpPr>
            <p:spPr>
              <a:xfrm>
                <a:off x="24789" y="0"/>
                <a:ext cx="320509" cy="338635"/>
              </a:xfrm>
              <a:prstGeom prst="rect">
                <a:avLst/>
              </a:prstGeom>
              <a:solidFill>
                <a:srgbClr val="E95700"/>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nvGrpSpPr>
            <p:cNvPr id="9440" name="Group 9440"/>
            <p:cNvGrpSpPr/>
            <p:nvPr/>
          </p:nvGrpSpPr>
          <p:grpSpPr>
            <a:xfrm>
              <a:off x="5383425" y="1680896"/>
              <a:ext cx="2611062" cy="3658442"/>
              <a:chOff x="0" y="0"/>
              <a:chExt cx="2611061" cy="3658441"/>
            </a:xfrm>
          </p:grpSpPr>
          <p:sp>
            <p:nvSpPr>
              <p:cNvPr id="9420" name="Shape 9420"/>
              <p:cNvSpPr/>
              <p:nvPr/>
            </p:nvSpPr>
            <p:spPr>
              <a:xfrm>
                <a:off x="-1" y="0"/>
                <a:ext cx="2611061" cy="3658442"/>
              </a:xfrm>
              <a:prstGeom prst="rect">
                <a:avLst/>
              </a:prstGeom>
              <a:solidFill>
                <a:srgbClr val="7292B1"/>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1" name="Shape 9421"/>
              <p:cNvSpPr/>
              <p:nvPr/>
            </p:nvSpPr>
            <p:spPr>
              <a:xfrm>
                <a:off x="1" y="-1"/>
                <a:ext cx="2611061" cy="1166105"/>
              </a:xfrm>
              <a:prstGeom prst="rect">
                <a:avLst/>
              </a:prstGeom>
              <a:solidFill>
                <a:srgbClr val="34495E"/>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2" name="Shape 9422"/>
              <p:cNvSpPr/>
              <p:nvPr/>
            </p:nvSpPr>
            <p:spPr>
              <a:xfrm>
                <a:off x="154069" y="288616"/>
                <a:ext cx="2302922" cy="638716"/>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3" name="Shape 9423"/>
              <p:cNvSpPr/>
              <p:nvPr/>
            </p:nvSpPr>
            <p:spPr>
              <a:xfrm>
                <a:off x="360828" y="1514083"/>
                <a:ext cx="838835" cy="284994"/>
              </a:xfrm>
              <a:prstGeom prst="rect">
                <a:avLst/>
              </a:prstGeom>
              <a:solidFill>
                <a:srgbClr val="FF9900"/>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4" name="Shape 9424"/>
              <p:cNvSpPr/>
              <p:nvPr/>
            </p:nvSpPr>
            <p:spPr>
              <a:xfrm>
                <a:off x="1416983" y="1514083"/>
                <a:ext cx="838835" cy="284994"/>
              </a:xfrm>
              <a:prstGeom prst="rect">
                <a:avLst/>
              </a:prstGeom>
              <a:solidFill>
                <a:srgbClr val="E95700"/>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5" name="Shape 9425"/>
              <p:cNvSpPr/>
              <p:nvPr/>
            </p:nvSpPr>
            <p:spPr>
              <a:xfrm>
                <a:off x="360828" y="1914755"/>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6" name="Shape 9426"/>
              <p:cNvSpPr/>
              <p:nvPr/>
            </p:nvSpPr>
            <p:spPr>
              <a:xfrm>
                <a:off x="869344" y="1914755"/>
                <a:ext cx="330320"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7" name="Shape 9427"/>
              <p:cNvSpPr/>
              <p:nvPr/>
            </p:nvSpPr>
            <p:spPr>
              <a:xfrm>
                <a:off x="869344" y="2315427"/>
                <a:ext cx="330320"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8" name="Shape 9428"/>
              <p:cNvSpPr/>
              <p:nvPr/>
            </p:nvSpPr>
            <p:spPr>
              <a:xfrm>
                <a:off x="360828" y="2315427"/>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29" name="Shape 9429"/>
              <p:cNvSpPr/>
              <p:nvPr/>
            </p:nvSpPr>
            <p:spPr>
              <a:xfrm>
                <a:off x="360828" y="2716099"/>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0" name="Shape 9430"/>
              <p:cNvSpPr/>
              <p:nvPr/>
            </p:nvSpPr>
            <p:spPr>
              <a:xfrm>
                <a:off x="869344" y="2716099"/>
                <a:ext cx="330320"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1" name="Shape 9431"/>
              <p:cNvSpPr/>
              <p:nvPr/>
            </p:nvSpPr>
            <p:spPr>
              <a:xfrm>
                <a:off x="869344" y="3116771"/>
                <a:ext cx="330320"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2" name="Shape 9432"/>
              <p:cNvSpPr/>
              <p:nvPr/>
            </p:nvSpPr>
            <p:spPr>
              <a:xfrm>
                <a:off x="360828" y="3116771"/>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3" name="Shape 9433"/>
              <p:cNvSpPr/>
              <p:nvPr/>
            </p:nvSpPr>
            <p:spPr>
              <a:xfrm>
                <a:off x="1417744" y="1914755"/>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4" name="Shape 9434"/>
              <p:cNvSpPr/>
              <p:nvPr/>
            </p:nvSpPr>
            <p:spPr>
              <a:xfrm>
                <a:off x="1926260" y="1914755"/>
                <a:ext cx="330320"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5" name="Shape 9435"/>
              <p:cNvSpPr/>
              <p:nvPr/>
            </p:nvSpPr>
            <p:spPr>
              <a:xfrm>
                <a:off x="1926260" y="2315427"/>
                <a:ext cx="330320"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6" name="Shape 9436"/>
              <p:cNvSpPr/>
              <p:nvPr/>
            </p:nvSpPr>
            <p:spPr>
              <a:xfrm>
                <a:off x="1417744" y="2315427"/>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7" name="Shape 9437"/>
              <p:cNvSpPr/>
              <p:nvPr/>
            </p:nvSpPr>
            <p:spPr>
              <a:xfrm>
                <a:off x="1417744" y="2716099"/>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8" name="Shape 9438"/>
              <p:cNvSpPr/>
              <p:nvPr/>
            </p:nvSpPr>
            <p:spPr>
              <a:xfrm>
                <a:off x="1926260" y="2716099"/>
                <a:ext cx="330320" cy="685665"/>
              </a:xfrm>
              <a:prstGeom prst="rect">
                <a:avLst/>
              </a:prstGeom>
              <a:solidFill>
                <a:srgbClr val="34495E"/>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sp>
            <p:nvSpPr>
              <p:cNvPr id="9439" name="Shape 9439"/>
              <p:cNvSpPr/>
              <p:nvPr/>
            </p:nvSpPr>
            <p:spPr>
              <a:xfrm>
                <a:off x="1417744" y="3116771"/>
                <a:ext cx="330321" cy="284994"/>
              </a:xfrm>
              <a:prstGeom prst="rect">
                <a:avLst/>
              </a:prstGeom>
              <a:solidFill>
                <a:srgbClr val="ECF0F2"/>
              </a:solidFill>
              <a:ln w="12700" cap="flat">
                <a:noFill/>
                <a:miter lim="400000"/>
              </a:ln>
              <a:effectLst/>
            </p:spPr>
            <p:txBody>
              <a:bodyPr wrap="square" lIns="45719" tIns="45719" rIns="45719" bIns="45719" numCol="1" anchor="ctr">
                <a:noAutofit/>
              </a:bodyPr>
              <a:lstStyle/>
              <a:p>
                <a:pPr defTabSz="914400">
                  <a:defRPr sz="1800">
                    <a:solidFill>
                      <a:srgbClr val="FFFFFF"/>
                    </a:solidFill>
                    <a:latin typeface="Calibri"/>
                    <a:ea typeface="Calibri"/>
                    <a:cs typeface="Calibri"/>
                    <a:sym typeface="Calibri"/>
                  </a:defRPr>
                </a:pPr>
              </a:p>
            </p:txBody>
          </p:sp>
        </p:gr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9400"/>
                                        </p:tgtEl>
                                        <p:attrNameLst>
                                          <p:attrName>style.visibility</p:attrName>
                                        </p:attrNameLst>
                                      </p:cBhvr>
                                      <p:to>
                                        <p:strVal val="visible"/>
                                      </p:to>
                                    </p:set>
                                    <p:animEffect filter="dissolve" transition="in">
                                      <p:cBhvr>
                                        <p:cTn id="7" dur="500"/>
                                        <p:tgtEl>
                                          <p:spTgt spid="9400"/>
                                        </p:tgtEl>
                                      </p:cBhvr>
                                    </p:animEffect>
                                  </p:childTnLst>
                                </p:cTn>
                              </p:par>
                            </p:childTnLst>
                          </p:cTn>
                        </p:par>
                        <p:par>
                          <p:cTn id="8" fill="hold">
                            <p:stCondLst>
                              <p:cond delay="500"/>
                            </p:stCondLst>
                            <p:childTnLst>
                              <p:par>
                                <p:cTn id="9" presetClass="entr" nodeType="afterEffect" presetSubtype="16" presetID="23" grpId="2" fill="hold">
                                  <p:stCondLst>
                                    <p:cond delay="0"/>
                                  </p:stCondLst>
                                  <p:iterate type="el" backwards="0">
                                    <p:tmAbs val="0"/>
                                  </p:iterate>
                                  <p:childTnLst>
                                    <p:set>
                                      <p:cBhvr>
                                        <p:cTn id="10" fill="hold"/>
                                        <p:tgtEl>
                                          <p:spTgt spid="9441"/>
                                        </p:tgtEl>
                                        <p:attrNameLst>
                                          <p:attrName>style.visibility</p:attrName>
                                        </p:attrNameLst>
                                      </p:cBhvr>
                                      <p:to>
                                        <p:strVal val="visible"/>
                                      </p:to>
                                    </p:set>
                                    <p:anim calcmode="lin" valueType="num">
                                      <p:cBhvr>
                                        <p:cTn id="11" dur="500" fill="hold"/>
                                        <p:tgtEl>
                                          <p:spTgt spid="9441"/>
                                        </p:tgtEl>
                                        <p:attrNameLst>
                                          <p:attrName>ppt_w</p:attrName>
                                        </p:attrNameLst>
                                      </p:cBhvr>
                                      <p:tavLst>
                                        <p:tav tm="0">
                                          <p:val>
                                            <p:fltVal val="0"/>
                                          </p:val>
                                        </p:tav>
                                        <p:tav tm="100000">
                                          <p:val>
                                            <p:strVal val="#ppt_w"/>
                                          </p:val>
                                        </p:tav>
                                      </p:tavLst>
                                    </p:anim>
                                    <p:anim calcmode="lin" valueType="num">
                                      <p:cBhvr>
                                        <p:cTn id="12" dur="500" fill="hold"/>
                                        <p:tgtEl>
                                          <p:spTgt spid="944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441" grpId="2"/>
      <p:bldP build="whole" bldLvl="1" animBg="1" rev="0" advAuto="0" spid="9400" grpId="1"/>
    </p:bldLst>
  </p:timing>
</p:sld>
</file>

<file path=ppt/slides/slide20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443" name="Shape 9443"/>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latin typeface="Raleway Heavy"/>
                <a:ea typeface="Raleway Heavy"/>
                <a:cs typeface="Raleway Heavy"/>
                <a:sym typeface="Raleway Heavy"/>
              </a:defRPr>
            </a:lvl1pPr>
          </a:lstStyle>
          <a:p>
            <a:pPr/>
            <a:r>
              <a:t>Ilustraciones editables</a:t>
            </a:r>
          </a:p>
        </p:txBody>
      </p:sp>
      <p:grpSp>
        <p:nvGrpSpPr>
          <p:cNvPr id="9453" name="Group 9453"/>
          <p:cNvGrpSpPr/>
          <p:nvPr/>
        </p:nvGrpSpPr>
        <p:grpSpPr>
          <a:xfrm>
            <a:off x="13674549" y="4051551"/>
            <a:ext cx="9231456" cy="7143179"/>
            <a:chOff x="0" y="0"/>
            <a:chExt cx="9231455" cy="7143177"/>
          </a:xfrm>
        </p:grpSpPr>
        <p:sp>
          <p:nvSpPr>
            <p:cNvPr id="9444" name="Shape 9444"/>
            <p:cNvSpPr/>
            <p:nvPr/>
          </p:nvSpPr>
          <p:spPr>
            <a:xfrm>
              <a:off x="1308699" y="324529"/>
              <a:ext cx="6063767" cy="16085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0"/>
                  </a:lnTo>
                  <a:lnTo>
                    <a:pt x="0" y="21600"/>
                  </a:lnTo>
                  <a:close/>
                </a:path>
              </a:pathLst>
            </a:custGeom>
            <a:solidFill>
              <a:srgbClr val="40A7D2"/>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45" name="Shape 9445"/>
            <p:cNvSpPr/>
            <p:nvPr/>
          </p:nvSpPr>
          <p:spPr>
            <a:xfrm flipV="1">
              <a:off x="1308699" y="324530"/>
              <a:ext cx="6063766" cy="1608538"/>
            </a:xfrm>
            <a:prstGeom prst="line">
              <a:avLst/>
            </a:prstGeom>
            <a:noFill/>
            <a:ln w="57150" cap="rnd">
              <a:solidFill>
                <a:srgbClr val="41C2CB"/>
              </a:solidFill>
              <a:prstDash val="solid"/>
              <a:round/>
            </a:ln>
            <a:effectLst/>
          </p:spPr>
          <p:txBody>
            <a:bodyPr wrap="square" lIns="45719" tIns="45719" rIns="45719" bIns="45719" numCol="1" anchor="t">
              <a:noAutofit/>
            </a:bodyPr>
            <a:lstStyle/>
            <a:p>
              <a:pPr algn="l" defTabSz="457200">
                <a:defRPr sz="1200">
                  <a:latin typeface="Helvetica"/>
                  <a:ea typeface="Helvetica"/>
                  <a:cs typeface="Helvetica"/>
                  <a:sym typeface="Helvetica"/>
                </a:defRPr>
              </a:pPr>
            </a:p>
          </p:txBody>
        </p:sp>
        <p:sp>
          <p:nvSpPr>
            <p:cNvPr id="9446" name="Shape 9446"/>
            <p:cNvSpPr/>
            <p:nvPr/>
          </p:nvSpPr>
          <p:spPr>
            <a:xfrm>
              <a:off x="24691" y="2017727"/>
              <a:ext cx="3026592" cy="34922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48" y="0"/>
                  </a:moveTo>
                  <a:lnTo>
                    <a:pt x="0" y="21600"/>
                  </a:lnTo>
                  <a:lnTo>
                    <a:pt x="21600" y="21600"/>
                  </a:lnTo>
                  <a:lnTo>
                    <a:pt x="10448" y="0"/>
                  </a:lnTo>
                  <a:close/>
                </a:path>
              </a:pathLst>
            </a:custGeom>
            <a:noFill/>
            <a:ln w="12700" cap="flat">
              <a:solidFill>
                <a:srgbClr val="41C2CB"/>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47" name="Shape 9447"/>
            <p:cNvSpPr/>
            <p:nvPr/>
          </p:nvSpPr>
          <p:spPr>
            <a:xfrm>
              <a:off x="6148423" y="409189"/>
              <a:ext cx="3026592" cy="3495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397" y="0"/>
                  </a:moveTo>
                  <a:lnTo>
                    <a:pt x="0" y="21600"/>
                  </a:lnTo>
                  <a:lnTo>
                    <a:pt x="21600" y="21600"/>
                  </a:lnTo>
                  <a:lnTo>
                    <a:pt x="10397" y="0"/>
                  </a:lnTo>
                  <a:close/>
                </a:path>
              </a:pathLst>
            </a:custGeom>
            <a:noFill/>
            <a:ln w="12700" cap="flat">
              <a:solidFill>
                <a:srgbClr val="41C2CB"/>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48" name="Shape 9448"/>
            <p:cNvSpPr/>
            <p:nvPr/>
          </p:nvSpPr>
          <p:spPr>
            <a:xfrm>
              <a:off x="7340717" y="0"/>
              <a:ext cx="497379" cy="493850"/>
            </a:xfrm>
            <a:prstGeom prst="ellipse">
              <a:avLst/>
            </a:pr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49" name="Shape 9449"/>
            <p:cNvSpPr/>
            <p:nvPr/>
          </p:nvSpPr>
          <p:spPr>
            <a:xfrm>
              <a:off x="6120203" y="3915520"/>
              <a:ext cx="3111253" cy="5079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43"/>
                  </a:moveTo>
                  <a:cubicBezTo>
                    <a:pt x="0" y="543"/>
                    <a:pt x="67" y="5706"/>
                    <a:pt x="578" y="8151"/>
                  </a:cubicBezTo>
                  <a:cubicBezTo>
                    <a:pt x="1089" y="10732"/>
                    <a:pt x="3333" y="15758"/>
                    <a:pt x="3333" y="15758"/>
                  </a:cubicBezTo>
                  <a:cubicBezTo>
                    <a:pt x="3444" y="21600"/>
                    <a:pt x="3444" y="21600"/>
                    <a:pt x="3444" y="21600"/>
                  </a:cubicBezTo>
                  <a:cubicBezTo>
                    <a:pt x="18244" y="20513"/>
                    <a:pt x="18244" y="20513"/>
                    <a:pt x="18244" y="20513"/>
                  </a:cubicBezTo>
                  <a:cubicBezTo>
                    <a:pt x="18244" y="15215"/>
                    <a:pt x="18244" y="15215"/>
                    <a:pt x="18244" y="15215"/>
                  </a:cubicBezTo>
                  <a:cubicBezTo>
                    <a:pt x="18244" y="15215"/>
                    <a:pt x="20511" y="11955"/>
                    <a:pt x="21022" y="9374"/>
                  </a:cubicBezTo>
                  <a:cubicBezTo>
                    <a:pt x="21533" y="6792"/>
                    <a:pt x="21600" y="0"/>
                    <a:pt x="21600" y="0"/>
                  </a:cubicBezTo>
                  <a:lnTo>
                    <a:pt x="0" y="543"/>
                  </a:lnTo>
                  <a:close/>
                </a:path>
              </a:pathLst>
            </a:cu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50" name="Shape 9450"/>
            <p:cNvSpPr/>
            <p:nvPr/>
          </p:nvSpPr>
          <p:spPr>
            <a:xfrm>
              <a:off x="0" y="5524058"/>
              <a:ext cx="3111252" cy="5079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543"/>
                  </a:moveTo>
                  <a:cubicBezTo>
                    <a:pt x="0" y="543"/>
                    <a:pt x="67" y="5570"/>
                    <a:pt x="578" y="8151"/>
                  </a:cubicBezTo>
                  <a:cubicBezTo>
                    <a:pt x="1089" y="10732"/>
                    <a:pt x="3356" y="15758"/>
                    <a:pt x="3356" y="15758"/>
                  </a:cubicBezTo>
                  <a:cubicBezTo>
                    <a:pt x="3444" y="21600"/>
                    <a:pt x="3444" y="21600"/>
                    <a:pt x="3444" y="21600"/>
                  </a:cubicBezTo>
                  <a:cubicBezTo>
                    <a:pt x="18267" y="20377"/>
                    <a:pt x="18267" y="20377"/>
                    <a:pt x="18267" y="20377"/>
                  </a:cubicBezTo>
                  <a:cubicBezTo>
                    <a:pt x="18267" y="15215"/>
                    <a:pt x="18267" y="15215"/>
                    <a:pt x="18267" y="15215"/>
                  </a:cubicBezTo>
                  <a:cubicBezTo>
                    <a:pt x="18267" y="15215"/>
                    <a:pt x="20533" y="11819"/>
                    <a:pt x="21044" y="9374"/>
                  </a:cubicBezTo>
                  <a:cubicBezTo>
                    <a:pt x="21556" y="6792"/>
                    <a:pt x="21600" y="0"/>
                    <a:pt x="21600" y="0"/>
                  </a:cubicBezTo>
                  <a:lnTo>
                    <a:pt x="0" y="543"/>
                  </a:lnTo>
                  <a:close/>
                </a:path>
              </a:pathLst>
            </a:cu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51" name="Shape 9451"/>
            <p:cNvSpPr/>
            <p:nvPr/>
          </p:nvSpPr>
          <p:spPr>
            <a:xfrm>
              <a:off x="1238150" y="1679088"/>
              <a:ext cx="515014" cy="515014"/>
            </a:xfrm>
            <a:prstGeom prst="ellipse">
              <a:avLst/>
            </a:pr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52" name="Shape 9452"/>
            <p:cNvSpPr/>
            <p:nvPr/>
          </p:nvSpPr>
          <p:spPr>
            <a:xfrm>
              <a:off x="2726752" y="250451"/>
              <a:ext cx="3679181" cy="68927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224" y="18660"/>
                  </a:moveTo>
                  <a:cubicBezTo>
                    <a:pt x="20886" y="18460"/>
                    <a:pt x="20304" y="18410"/>
                    <a:pt x="20304" y="18410"/>
                  </a:cubicBezTo>
                  <a:cubicBezTo>
                    <a:pt x="13843" y="17687"/>
                    <a:pt x="13843" y="17687"/>
                    <a:pt x="13843" y="17687"/>
                  </a:cubicBezTo>
                  <a:cubicBezTo>
                    <a:pt x="13843" y="14637"/>
                    <a:pt x="13843" y="14637"/>
                    <a:pt x="13843" y="14637"/>
                  </a:cubicBezTo>
                  <a:cubicBezTo>
                    <a:pt x="12866" y="14637"/>
                    <a:pt x="12866" y="14637"/>
                    <a:pt x="12866" y="14637"/>
                  </a:cubicBezTo>
                  <a:cubicBezTo>
                    <a:pt x="12866" y="14377"/>
                    <a:pt x="12866" y="14377"/>
                    <a:pt x="12866" y="14377"/>
                  </a:cubicBezTo>
                  <a:cubicBezTo>
                    <a:pt x="12340" y="14377"/>
                    <a:pt x="12340" y="14377"/>
                    <a:pt x="12340" y="14377"/>
                  </a:cubicBezTo>
                  <a:cubicBezTo>
                    <a:pt x="12340" y="12190"/>
                    <a:pt x="12340" y="12190"/>
                    <a:pt x="12340" y="12190"/>
                  </a:cubicBezTo>
                  <a:cubicBezTo>
                    <a:pt x="11908" y="12190"/>
                    <a:pt x="11908" y="12190"/>
                    <a:pt x="11908" y="12190"/>
                  </a:cubicBezTo>
                  <a:cubicBezTo>
                    <a:pt x="11908" y="4856"/>
                    <a:pt x="11908" y="4856"/>
                    <a:pt x="11908" y="4856"/>
                  </a:cubicBezTo>
                  <a:cubicBezTo>
                    <a:pt x="12622" y="4856"/>
                    <a:pt x="12622" y="4856"/>
                    <a:pt x="12622" y="4856"/>
                  </a:cubicBezTo>
                  <a:cubicBezTo>
                    <a:pt x="13204" y="4856"/>
                    <a:pt x="13674" y="4665"/>
                    <a:pt x="13674" y="4424"/>
                  </a:cubicBezTo>
                  <a:cubicBezTo>
                    <a:pt x="13674" y="4184"/>
                    <a:pt x="13204" y="3993"/>
                    <a:pt x="12622" y="3993"/>
                  </a:cubicBezTo>
                  <a:cubicBezTo>
                    <a:pt x="11908" y="3993"/>
                    <a:pt x="11908" y="3993"/>
                    <a:pt x="11908" y="3993"/>
                  </a:cubicBezTo>
                  <a:cubicBezTo>
                    <a:pt x="11908" y="1254"/>
                    <a:pt x="11908" y="1254"/>
                    <a:pt x="11908" y="1254"/>
                  </a:cubicBezTo>
                  <a:cubicBezTo>
                    <a:pt x="12134" y="1124"/>
                    <a:pt x="12284" y="943"/>
                    <a:pt x="12284" y="742"/>
                  </a:cubicBezTo>
                  <a:cubicBezTo>
                    <a:pt x="12284" y="331"/>
                    <a:pt x="11645" y="0"/>
                    <a:pt x="10875" y="0"/>
                  </a:cubicBezTo>
                  <a:cubicBezTo>
                    <a:pt x="10105" y="0"/>
                    <a:pt x="9485" y="331"/>
                    <a:pt x="9485" y="742"/>
                  </a:cubicBezTo>
                  <a:cubicBezTo>
                    <a:pt x="9485" y="953"/>
                    <a:pt x="9635" y="1144"/>
                    <a:pt x="9898" y="1284"/>
                  </a:cubicBezTo>
                  <a:cubicBezTo>
                    <a:pt x="9861" y="1284"/>
                    <a:pt x="9861" y="1284"/>
                    <a:pt x="9861" y="1284"/>
                  </a:cubicBezTo>
                  <a:cubicBezTo>
                    <a:pt x="9861" y="3993"/>
                    <a:pt x="9861" y="3993"/>
                    <a:pt x="9861" y="3993"/>
                  </a:cubicBezTo>
                  <a:cubicBezTo>
                    <a:pt x="9241" y="3993"/>
                    <a:pt x="9241" y="3993"/>
                    <a:pt x="9241" y="3993"/>
                  </a:cubicBezTo>
                  <a:cubicBezTo>
                    <a:pt x="8659" y="3993"/>
                    <a:pt x="8189" y="4184"/>
                    <a:pt x="8189" y="4424"/>
                  </a:cubicBezTo>
                  <a:cubicBezTo>
                    <a:pt x="8189" y="4665"/>
                    <a:pt x="8659" y="4856"/>
                    <a:pt x="9241" y="4856"/>
                  </a:cubicBezTo>
                  <a:cubicBezTo>
                    <a:pt x="9861" y="4856"/>
                    <a:pt x="9861" y="4856"/>
                    <a:pt x="9861" y="4856"/>
                  </a:cubicBezTo>
                  <a:cubicBezTo>
                    <a:pt x="9861" y="12220"/>
                    <a:pt x="9861" y="12220"/>
                    <a:pt x="9861" y="12220"/>
                  </a:cubicBezTo>
                  <a:cubicBezTo>
                    <a:pt x="9429" y="12220"/>
                    <a:pt x="9429" y="12220"/>
                    <a:pt x="9429" y="12220"/>
                  </a:cubicBezTo>
                  <a:cubicBezTo>
                    <a:pt x="9429" y="14437"/>
                    <a:pt x="9429" y="14437"/>
                    <a:pt x="9429" y="14437"/>
                  </a:cubicBezTo>
                  <a:cubicBezTo>
                    <a:pt x="8828" y="14437"/>
                    <a:pt x="8828" y="14437"/>
                    <a:pt x="8828" y="14437"/>
                  </a:cubicBezTo>
                  <a:cubicBezTo>
                    <a:pt x="8828" y="14698"/>
                    <a:pt x="8828" y="14698"/>
                    <a:pt x="8828" y="14698"/>
                  </a:cubicBezTo>
                  <a:cubicBezTo>
                    <a:pt x="7964" y="14698"/>
                    <a:pt x="7964" y="14698"/>
                    <a:pt x="7964" y="14698"/>
                  </a:cubicBezTo>
                  <a:cubicBezTo>
                    <a:pt x="7964" y="17547"/>
                    <a:pt x="7964" y="17547"/>
                    <a:pt x="7964" y="17547"/>
                  </a:cubicBezTo>
                  <a:cubicBezTo>
                    <a:pt x="1559" y="18289"/>
                    <a:pt x="1559" y="18289"/>
                    <a:pt x="1559" y="18289"/>
                  </a:cubicBezTo>
                  <a:cubicBezTo>
                    <a:pt x="1559" y="18289"/>
                    <a:pt x="1014" y="18380"/>
                    <a:pt x="695" y="18490"/>
                  </a:cubicBezTo>
                  <a:cubicBezTo>
                    <a:pt x="376" y="18610"/>
                    <a:pt x="0" y="18921"/>
                    <a:pt x="0" y="18921"/>
                  </a:cubicBezTo>
                  <a:cubicBezTo>
                    <a:pt x="0" y="21600"/>
                    <a:pt x="0" y="21600"/>
                    <a:pt x="0" y="21600"/>
                  </a:cubicBezTo>
                  <a:cubicBezTo>
                    <a:pt x="21600" y="21600"/>
                    <a:pt x="21600" y="21600"/>
                    <a:pt x="21600" y="21600"/>
                  </a:cubicBezTo>
                  <a:cubicBezTo>
                    <a:pt x="21600" y="18871"/>
                    <a:pt x="21600" y="18871"/>
                    <a:pt x="21600" y="18871"/>
                  </a:cubicBezTo>
                  <a:cubicBezTo>
                    <a:pt x="21600" y="18871"/>
                    <a:pt x="21544" y="18871"/>
                    <a:pt x="21224" y="18660"/>
                  </a:cubicBezTo>
                  <a:close/>
                </a:path>
              </a:pathLst>
            </a:custGeom>
            <a:solidFill>
              <a:srgbClr val="144973"/>
            </a:solidFill>
            <a:ln w="3175" cap="flat">
              <a:solidFill>
                <a:srgbClr val="604B9F"/>
              </a:solidFill>
              <a:prstDash val="solid"/>
              <a:miter lim="8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grpSp>
        <p:nvGrpSpPr>
          <p:cNvPr id="9458" name="Group 9458"/>
          <p:cNvGrpSpPr/>
          <p:nvPr/>
        </p:nvGrpSpPr>
        <p:grpSpPr>
          <a:xfrm>
            <a:off x="316349" y="5823865"/>
            <a:ext cx="13212389" cy="3017266"/>
            <a:chOff x="0" y="0"/>
            <a:chExt cx="13212387" cy="3017265"/>
          </a:xfrm>
        </p:grpSpPr>
        <p:sp>
          <p:nvSpPr>
            <p:cNvPr id="9454" name="Shape 9454"/>
            <p:cNvSpPr/>
            <p:nvPr/>
          </p:nvSpPr>
          <p:spPr>
            <a:xfrm>
              <a:off x="-1" y="1439101"/>
              <a:ext cx="3306650" cy="917093"/>
            </a:xfrm>
            <a:custGeom>
              <a:avLst/>
              <a:gdLst/>
              <a:ahLst/>
              <a:cxnLst>
                <a:cxn ang="0">
                  <a:pos x="wd2" y="hd2"/>
                </a:cxn>
                <a:cxn ang="5400000">
                  <a:pos x="wd2" y="hd2"/>
                </a:cxn>
                <a:cxn ang="10800000">
                  <a:pos x="wd2" y="hd2"/>
                </a:cxn>
                <a:cxn ang="16200000">
                  <a:pos x="wd2" y="hd2"/>
                </a:cxn>
              </a:cxnLst>
              <a:rect l="0" t="0" r="r" b="b"/>
              <a:pathLst>
                <a:path w="21148" h="21333" fill="norm" stroke="1" extrusionOk="0">
                  <a:moveTo>
                    <a:pt x="11730" y="6980"/>
                  </a:moveTo>
                  <a:cubicBezTo>
                    <a:pt x="10951" y="7549"/>
                    <a:pt x="10329" y="10533"/>
                    <a:pt x="10329" y="14086"/>
                  </a:cubicBezTo>
                  <a:cubicBezTo>
                    <a:pt x="10329" y="18065"/>
                    <a:pt x="11107" y="21333"/>
                    <a:pt x="12002" y="21333"/>
                  </a:cubicBezTo>
                  <a:cubicBezTo>
                    <a:pt x="12936" y="21333"/>
                    <a:pt x="13676" y="18065"/>
                    <a:pt x="13676" y="14086"/>
                  </a:cubicBezTo>
                  <a:cubicBezTo>
                    <a:pt x="13676" y="10817"/>
                    <a:pt x="13209" y="8117"/>
                    <a:pt x="12508" y="7122"/>
                  </a:cubicBezTo>
                  <a:cubicBezTo>
                    <a:pt x="13637" y="7549"/>
                    <a:pt x="13637" y="7549"/>
                    <a:pt x="13637" y="7549"/>
                  </a:cubicBezTo>
                  <a:cubicBezTo>
                    <a:pt x="13637" y="7549"/>
                    <a:pt x="13637" y="7549"/>
                    <a:pt x="13637" y="7549"/>
                  </a:cubicBezTo>
                  <a:cubicBezTo>
                    <a:pt x="21148" y="9822"/>
                    <a:pt x="21148" y="9822"/>
                    <a:pt x="21148" y="9822"/>
                  </a:cubicBezTo>
                  <a:cubicBezTo>
                    <a:pt x="21148" y="4565"/>
                    <a:pt x="21148" y="4565"/>
                    <a:pt x="21148" y="4565"/>
                  </a:cubicBezTo>
                  <a:cubicBezTo>
                    <a:pt x="1183" y="17"/>
                    <a:pt x="1183" y="17"/>
                    <a:pt x="1183" y="17"/>
                  </a:cubicBezTo>
                  <a:cubicBezTo>
                    <a:pt x="-452" y="-267"/>
                    <a:pt x="-257" y="3144"/>
                    <a:pt x="949" y="3570"/>
                  </a:cubicBezTo>
                  <a:cubicBezTo>
                    <a:pt x="9550" y="6270"/>
                    <a:pt x="9550" y="6270"/>
                    <a:pt x="9550" y="6270"/>
                  </a:cubicBezTo>
                  <a:lnTo>
                    <a:pt x="11730" y="6980"/>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55" name="Shape 9455"/>
            <p:cNvSpPr/>
            <p:nvPr/>
          </p:nvSpPr>
          <p:spPr>
            <a:xfrm>
              <a:off x="9907075" y="1439101"/>
              <a:ext cx="3305313" cy="917093"/>
            </a:xfrm>
            <a:custGeom>
              <a:avLst/>
              <a:gdLst/>
              <a:ahLst/>
              <a:cxnLst>
                <a:cxn ang="0">
                  <a:pos x="wd2" y="hd2"/>
                </a:cxn>
                <a:cxn ang="5400000">
                  <a:pos x="wd2" y="hd2"/>
                </a:cxn>
                <a:cxn ang="10800000">
                  <a:pos x="wd2" y="hd2"/>
                </a:cxn>
                <a:cxn ang="16200000">
                  <a:pos x="wd2" y="hd2"/>
                </a:cxn>
              </a:cxnLst>
              <a:rect l="0" t="0" r="r" b="b"/>
              <a:pathLst>
                <a:path w="21171" h="21333" fill="norm" stroke="1" extrusionOk="0">
                  <a:moveTo>
                    <a:pt x="9396" y="6980"/>
                  </a:moveTo>
                  <a:cubicBezTo>
                    <a:pt x="10215" y="7549"/>
                    <a:pt x="10800" y="10533"/>
                    <a:pt x="10800" y="14086"/>
                  </a:cubicBezTo>
                  <a:cubicBezTo>
                    <a:pt x="10800" y="18065"/>
                    <a:pt x="10059" y="21333"/>
                    <a:pt x="9162" y="21333"/>
                  </a:cubicBezTo>
                  <a:cubicBezTo>
                    <a:pt x="8227" y="21333"/>
                    <a:pt x="7486" y="18065"/>
                    <a:pt x="7486" y="14086"/>
                  </a:cubicBezTo>
                  <a:cubicBezTo>
                    <a:pt x="7486" y="10817"/>
                    <a:pt x="7954" y="8117"/>
                    <a:pt x="8656" y="7122"/>
                  </a:cubicBezTo>
                  <a:cubicBezTo>
                    <a:pt x="7525" y="7549"/>
                    <a:pt x="7525" y="7549"/>
                    <a:pt x="7525" y="7549"/>
                  </a:cubicBezTo>
                  <a:cubicBezTo>
                    <a:pt x="7525" y="7549"/>
                    <a:pt x="7525" y="7549"/>
                    <a:pt x="7525" y="7549"/>
                  </a:cubicBezTo>
                  <a:cubicBezTo>
                    <a:pt x="0" y="9822"/>
                    <a:pt x="0" y="9822"/>
                    <a:pt x="0" y="9822"/>
                  </a:cubicBezTo>
                  <a:cubicBezTo>
                    <a:pt x="0" y="4565"/>
                    <a:pt x="0" y="4565"/>
                    <a:pt x="0" y="4565"/>
                  </a:cubicBezTo>
                  <a:cubicBezTo>
                    <a:pt x="20001" y="17"/>
                    <a:pt x="20001" y="17"/>
                    <a:pt x="20001" y="17"/>
                  </a:cubicBezTo>
                  <a:cubicBezTo>
                    <a:pt x="21600" y="-267"/>
                    <a:pt x="21444" y="3144"/>
                    <a:pt x="20235" y="3570"/>
                  </a:cubicBezTo>
                  <a:cubicBezTo>
                    <a:pt x="11619" y="6270"/>
                    <a:pt x="11619" y="6270"/>
                    <a:pt x="11619" y="6270"/>
                  </a:cubicBezTo>
                  <a:lnTo>
                    <a:pt x="9396" y="6980"/>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56" name="Shape 9456"/>
            <p:cNvSpPr/>
            <p:nvPr/>
          </p:nvSpPr>
          <p:spPr>
            <a:xfrm>
              <a:off x="3306647" y="0"/>
              <a:ext cx="3297643" cy="30172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3336"/>
                  </a:moveTo>
                  <a:cubicBezTo>
                    <a:pt x="5579" y="13861"/>
                    <a:pt x="5579" y="13861"/>
                    <a:pt x="5579" y="13861"/>
                  </a:cubicBezTo>
                  <a:cubicBezTo>
                    <a:pt x="4583" y="14254"/>
                    <a:pt x="3866" y="15479"/>
                    <a:pt x="3866" y="16878"/>
                  </a:cubicBezTo>
                  <a:cubicBezTo>
                    <a:pt x="3866" y="18627"/>
                    <a:pt x="4942" y="20070"/>
                    <a:pt x="6257" y="20070"/>
                  </a:cubicBezTo>
                  <a:cubicBezTo>
                    <a:pt x="7572" y="20070"/>
                    <a:pt x="8688" y="18627"/>
                    <a:pt x="8688" y="16878"/>
                  </a:cubicBezTo>
                  <a:cubicBezTo>
                    <a:pt x="8688" y="15610"/>
                    <a:pt x="8090" y="14517"/>
                    <a:pt x="7253" y="14036"/>
                  </a:cubicBezTo>
                  <a:cubicBezTo>
                    <a:pt x="10083" y="14298"/>
                    <a:pt x="10083" y="14298"/>
                    <a:pt x="10083" y="14298"/>
                  </a:cubicBezTo>
                  <a:cubicBezTo>
                    <a:pt x="10840" y="14385"/>
                    <a:pt x="10840" y="14385"/>
                    <a:pt x="10840" y="14385"/>
                  </a:cubicBezTo>
                  <a:cubicBezTo>
                    <a:pt x="10840" y="12462"/>
                    <a:pt x="10840" y="12462"/>
                    <a:pt x="10840" y="12462"/>
                  </a:cubicBezTo>
                  <a:cubicBezTo>
                    <a:pt x="0" y="11718"/>
                    <a:pt x="0" y="11718"/>
                    <a:pt x="0" y="11718"/>
                  </a:cubicBezTo>
                  <a:lnTo>
                    <a:pt x="0" y="13336"/>
                  </a:lnTo>
                  <a:close/>
                  <a:moveTo>
                    <a:pt x="19129" y="5378"/>
                  </a:moveTo>
                  <a:cubicBezTo>
                    <a:pt x="19129" y="15960"/>
                    <a:pt x="19129" y="15960"/>
                    <a:pt x="19129" y="15960"/>
                  </a:cubicBezTo>
                  <a:cubicBezTo>
                    <a:pt x="19209" y="16047"/>
                    <a:pt x="19209" y="16047"/>
                    <a:pt x="19209" y="16047"/>
                  </a:cubicBezTo>
                  <a:cubicBezTo>
                    <a:pt x="19169" y="16003"/>
                    <a:pt x="19169" y="16003"/>
                    <a:pt x="19169" y="16003"/>
                  </a:cubicBezTo>
                  <a:cubicBezTo>
                    <a:pt x="19129" y="15960"/>
                    <a:pt x="19129" y="15960"/>
                    <a:pt x="19129" y="15960"/>
                  </a:cubicBezTo>
                  <a:cubicBezTo>
                    <a:pt x="19129" y="15960"/>
                    <a:pt x="19129" y="15960"/>
                    <a:pt x="19129" y="15960"/>
                  </a:cubicBezTo>
                  <a:cubicBezTo>
                    <a:pt x="19129" y="15960"/>
                    <a:pt x="19129" y="15960"/>
                    <a:pt x="19129" y="15960"/>
                  </a:cubicBezTo>
                  <a:cubicBezTo>
                    <a:pt x="19129" y="17534"/>
                    <a:pt x="19129" y="17534"/>
                    <a:pt x="19129" y="17534"/>
                  </a:cubicBezTo>
                  <a:cubicBezTo>
                    <a:pt x="19846" y="17534"/>
                    <a:pt x="20285" y="17315"/>
                    <a:pt x="21520" y="17315"/>
                  </a:cubicBezTo>
                  <a:cubicBezTo>
                    <a:pt x="21520" y="20288"/>
                    <a:pt x="21520" y="20288"/>
                    <a:pt x="21520" y="20288"/>
                  </a:cubicBezTo>
                  <a:cubicBezTo>
                    <a:pt x="21441" y="20288"/>
                    <a:pt x="21441" y="20288"/>
                    <a:pt x="21441" y="20288"/>
                  </a:cubicBezTo>
                  <a:cubicBezTo>
                    <a:pt x="21441" y="20201"/>
                    <a:pt x="21441" y="20201"/>
                    <a:pt x="21441" y="20201"/>
                  </a:cubicBezTo>
                  <a:cubicBezTo>
                    <a:pt x="21441" y="20157"/>
                    <a:pt x="21401" y="20113"/>
                    <a:pt x="21361" y="20113"/>
                  </a:cubicBezTo>
                  <a:cubicBezTo>
                    <a:pt x="21321" y="20113"/>
                    <a:pt x="21321" y="20113"/>
                    <a:pt x="21321" y="20113"/>
                  </a:cubicBezTo>
                  <a:cubicBezTo>
                    <a:pt x="21281" y="20113"/>
                    <a:pt x="21241" y="20157"/>
                    <a:pt x="21241" y="20201"/>
                  </a:cubicBezTo>
                  <a:cubicBezTo>
                    <a:pt x="21241" y="19807"/>
                    <a:pt x="21241" y="19807"/>
                    <a:pt x="21241" y="19807"/>
                  </a:cubicBezTo>
                  <a:cubicBezTo>
                    <a:pt x="21241" y="19676"/>
                    <a:pt x="21162" y="19589"/>
                    <a:pt x="21042" y="19589"/>
                  </a:cubicBezTo>
                  <a:cubicBezTo>
                    <a:pt x="20843" y="19589"/>
                    <a:pt x="20843" y="19589"/>
                    <a:pt x="20843" y="19589"/>
                  </a:cubicBezTo>
                  <a:cubicBezTo>
                    <a:pt x="20763" y="19589"/>
                    <a:pt x="20644" y="19676"/>
                    <a:pt x="20644" y="19807"/>
                  </a:cubicBezTo>
                  <a:cubicBezTo>
                    <a:pt x="20644" y="20988"/>
                    <a:pt x="20644" y="20988"/>
                    <a:pt x="20644" y="20988"/>
                  </a:cubicBezTo>
                  <a:cubicBezTo>
                    <a:pt x="20644" y="21119"/>
                    <a:pt x="20763" y="21206"/>
                    <a:pt x="20843" y="21206"/>
                  </a:cubicBezTo>
                  <a:cubicBezTo>
                    <a:pt x="21042" y="21206"/>
                    <a:pt x="21042" y="21206"/>
                    <a:pt x="21042" y="21206"/>
                  </a:cubicBezTo>
                  <a:cubicBezTo>
                    <a:pt x="21162" y="21206"/>
                    <a:pt x="21241" y="21119"/>
                    <a:pt x="21241" y="20988"/>
                  </a:cubicBezTo>
                  <a:cubicBezTo>
                    <a:pt x="21241" y="20594"/>
                    <a:pt x="21241" y="20594"/>
                    <a:pt x="21241" y="20594"/>
                  </a:cubicBezTo>
                  <a:cubicBezTo>
                    <a:pt x="21241" y="20638"/>
                    <a:pt x="21281" y="20682"/>
                    <a:pt x="21321" y="20682"/>
                  </a:cubicBezTo>
                  <a:cubicBezTo>
                    <a:pt x="21361" y="20682"/>
                    <a:pt x="21361" y="20682"/>
                    <a:pt x="21361" y="20682"/>
                  </a:cubicBezTo>
                  <a:cubicBezTo>
                    <a:pt x="21401" y="20682"/>
                    <a:pt x="21441" y="20638"/>
                    <a:pt x="21441" y="20594"/>
                  </a:cubicBezTo>
                  <a:cubicBezTo>
                    <a:pt x="21441" y="20507"/>
                    <a:pt x="21441" y="20507"/>
                    <a:pt x="21441" y="20507"/>
                  </a:cubicBezTo>
                  <a:cubicBezTo>
                    <a:pt x="21520" y="20507"/>
                    <a:pt x="21520" y="20507"/>
                    <a:pt x="21520" y="20507"/>
                  </a:cubicBezTo>
                  <a:cubicBezTo>
                    <a:pt x="21600" y="20507"/>
                    <a:pt x="21600" y="20507"/>
                    <a:pt x="21600" y="20507"/>
                  </a:cubicBezTo>
                  <a:cubicBezTo>
                    <a:pt x="21600" y="20507"/>
                    <a:pt x="21600" y="20507"/>
                    <a:pt x="21600" y="20507"/>
                  </a:cubicBezTo>
                  <a:cubicBezTo>
                    <a:pt x="21600" y="0"/>
                    <a:pt x="21600" y="0"/>
                    <a:pt x="21600" y="0"/>
                  </a:cubicBezTo>
                  <a:cubicBezTo>
                    <a:pt x="21600" y="0"/>
                    <a:pt x="21600" y="0"/>
                    <a:pt x="21600" y="0"/>
                  </a:cubicBezTo>
                  <a:cubicBezTo>
                    <a:pt x="21401" y="0"/>
                    <a:pt x="21401" y="0"/>
                    <a:pt x="21401" y="0"/>
                  </a:cubicBezTo>
                  <a:cubicBezTo>
                    <a:pt x="21321" y="4591"/>
                    <a:pt x="21321" y="4591"/>
                    <a:pt x="21321" y="4591"/>
                  </a:cubicBezTo>
                  <a:cubicBezTo>
                    <a:pt x="21321" y="4591"/>
                    <a:pt x="21321" y="4591"/>
                    <a:pt x="21321" y="4591"/>
                  </a:cubicBezTo>
                  <a:cubicBezTo>
                    <a:pt x="20524" y="4635"/>
                    <a:pt x="19767" y="4941"/>
                    <a:pt x="19129" y="5378"/>
                  </a:cubicBezTo>
                  <a:close/>
                  <a:moveTo>
                    <a:pt x="18850" y="5553"/>
                  </a:moveTo>
                  <a:cubicBezTo>
                    <a:pt x="18850" y="15785"/>
                    <a:pt x="18850" y="15785"/>
                    <a:pt x="18850" y="15785"/>
                  </a:cubicBezTo>
                  <a:cubicBezTo>
                    <a:pt x="18930" y="15828"/>
                    <a:pt x="18930" y="15828"/>
                    <a:pt x="18930" y="15828"/>
                  </a:cubicBezTo>
                  <a:cubicBezTo>
                    <a:pt x="18890" y="15828"/>
                    <a:pt x="18890" y="15828"/>
                    <a:pt x="18890" y="15828"/>
                  </a:cubicBezTo>
                  <a:cubicBezTo>
                    <a:pt x="18850" y="15785"/>
                    <a:pt x="18850" y="15785"/>
                    <a:pt x="18850" y="15785"/>
                  </a:cubicBezTo>
                  <a:cubicBezTo>
                    <a:pt x="18850" y="17534"/>
                    <a:pt x="18850" y="17534"/>
                    <a:pt x="18850" y="17534"/>
                  </a:cubicBezTo>
                  <a:cubicBezTo>
                    <a:pt x="18930" y="17534"/>
                    <a:pt x="19010" y="17534"/>
                    <a:pt x="19129" y="17534"/>
                  </a:cubicBezTo>
                  <a:cubicBezTo>
                    <a:pt x="19129" y="15960"/>
                    <a:pt x="19129" y="15960"/>
                    <a:pt x="19129" y="15960"/>
                  </a:cubicBezTo>
                  <a:cubicBezTo>
                    <a:pt x="19089" y="15916"/>
                    <a:pt x="19089" y="15916"/>
                    <a:pt x="19089" y="15916"/>
                  </a:cubicBezTo>
                  <a:cubicBezTo>
                    <a:pt x="19049" y="15916"/>
                    <a:pt x="19049" y="15916"/>
                    <a:pt x="19010" y="15916"/>
                  </a:cubicBezTo>
                  <a:cubicBezTo>
                    <a:pt x="19010" y="15872"/>
                    <a:pt x="19010" y="15872"/>
                    <a:pt x="19010" y="15872"/>
                  </a:cubicBezTo>
                  <a:cubicBezTo>
                    <a:pt x="19129" y="15960"/>
                    <a:pt x="19129" y="15960"/>
                    <a:pt x="19129" y="15960"/>
                  </a:cubicBezTo>
                  <a:cubicBezTo>
                    <a:pt x="19129" y="5378"/>
                    <a:pt x="19129" y="5378"/>
                    <a:pt x="19129" y="5378"/>
                  </a:cubicBezTo>
                  <a:cubicBezTo>
                    <a:pt x="19010" y="5422"/>
                    <a:pt x="18930" y="5509"/>
                    <a:pt x="18850" y="5553"/>
                  </a:cubicBezTo>
                  <a:close/>
                  <a:moveTo>
                    <a:pt x="17734" y="6734"/>
                  </a:moveTo>
                  <a:cubicBezTo>
                    <a:pt x="17734" y="14823"/>
                    <a:pt x="17734" y="14823"/>
                    <a:pt x="17734" y="14823"/>
                  </a:cubicBezTo>
                  <a:cubicBezTo>
                    <a:pt x="17734" y="14604"/>
                    <a:pt x="17734" y="14604"/>
                    <a:pt x="17734" y="14604"/>
                  </a:cubicBezTo>
                  <a:cubicBezTo>
                    <a:pt x="17734" y="14604"/>
                    <a:pt x="17734" y="14604"/>
                    <a:pt x="17734" y="14604"/>
                  </a:cubicBezTo>
                  <a:cubicBezTo>
                    <a:pt x="17734" y="14604"/>
                    <a:pt x="17734" y="14604"/>
                    <a:pt x="17734" y="14604"/>
                  </a:cubicBezTo>
                  <a:cubicBezTo>
                    <a:pt x="17734" y="14735"/>
                    <a:pt x="17734" y="14823"/>
                    <a:pt x="17734" y="14910"/>
                  </a:cubicBezTo>
                  <a:cubicBezTo>
                    <a:pt x="17734" y="17402"/>
                    <a:pt x="17734" y="17402"/>
                    <a:pt x="17734" y="17402"/>
                  </a:cubicBezTo>
                  <a:cubicBezTo>
                    <a:pt x="17774" y="17402"/>
                    <a:pt x="17854" y="17446"/>
                    <a:pt x="17934" y="17446"/>
                  </a:cubicBezTo>
                  <a:cubicBezTo>
                    <a:pt x="18332" y="17490"/>
                    <a:pt x="18611" y="17534"/>
                    <a:pt x="18850" y="17534"/>
                  </a:cubicBezTo>
                  <a:cubicBezTo>
                    <a:pt x="18850" y="15785"/>
                    <a:pt x="18850" y="15785"/>
                    <a:pt x="18850" y="15785"/>
                  </a:cubicBezTo>
                  <a:cubicBezTo>
                    <a:pt x="18850" y="15785"/>
                    <a:pt x="18850" y="15785"/>
                    <a:pt x="18850" y="15785"/>
                  </a:cubicBezTo>
                  <a:cubicBezTo>
                    <a:pt x="18810" y="15741"/>
                    <a:pt x="18810" y="15741"/>
                    <a:pt x="18770" y="15741"/>
                  </a:cubicBezTo>
                  <a:cubicBezTo>
                    <a:pt x="18850" y="15785"/>
                    <a:pt x="18850" y="15785"/>
                    <a:pt x="18850" y="15785"/>
                  </a:cubicBezTo>
                  <a:cubicBezTo>
                    <a:pt x="18850" y="5553"/>
                    <a:pt x="18850" y="5553"/>
                    <a:pt x="18850" y="5553"/>
                  </a:cubicBezTo>
                  <a:cubicBezTo>
                    <a:pt x="18412" y="5903"/>
                    <a:pt x="18053" y="6296"/>
                    <a:pt x="17734" y="6734"/>
                  </a:cubicBezTo>
                  <a:close/>
                  <a:moveTo>
                    <a:pt x="13390" y="18845"/>
                  </a:moveTo>
                  <a:cubicBezTo>
                    <a:pt x="13390" y="21600"/>
                    <a:pt x="13390" y="21600"/>
                    <a:pt x="13390" y="21600"/>
                  </a:cubicBezTo>
                  <a:cubicBezTo>
                    <a:pt x="13390" y="18845"/>
                    <a:pt x="13390" y="18845"/>
                    <a:pt x="13390" y="18845"/>
                  </a:cubicBezTo>
                  <a:cubicBezTo>
                    <a:pt x="13111" y="18845"/>
                    <a:pt x="13111" y="18845"/>
                    <a:pt x="13111" y="18845"/>
                  </a:cubicBezTo>
                  <a:cubicBezTo>
                    <a:pt x="12912" y="18845"/>
                    <a:pt x="12753" y="19020"/>
                    <a:pt x="12753" y="19239"/>
                  </a:cubicBezTo>
                  <a:cubicBezTo>
                    <a:pt x="12753" y="19895"/>
                    <a:pt x="12753" y="19895"/>
                    <a:pt x="12753" y="19895"/>
                  </a:cubicBezTo>
                  <a:cubicBezTo>
                    <a:pt x="12753" y="19807"/>
                    <a:pt x="12713" y="19764"/>
                    <a:pt x="12633" y="19764"/>
                  </a:cubicBezTo>
                  <a:cubicBezTo>
                    <a:pt x="12554" y="19764"/>
                    <a:pt x="12554" y="19764"/>
                    <a:pt x="12554" y="19764"/>
                  </a:cubicBezTo>
                  <a:cubicBezTo>
                    <a:pt x="12474" y="19764"/>
                    <a:pt x="12434" y="19807"/>
                    <a:pt x="12434" y="19895"/>
                  </a:cubicBezTo>
                  <a:cubicBezTo>
                    <a:pt x="12434" y="20070"/>
                    <a:pt x="12434" y="20070"/>
                    <a:pt x="12434" y="20070"/>
                  </a:cubicBezTo>
                  <a:cubicBezTo>
                    <a:pt x="12275" y="20070"/>
                    <a:pt x="12275" y="20070"/>
                    <a:pt x="12275" y="20070"/>
                  </a:cubicBezTo>
                  <a:cubicBezTo>
                    <a:pt x="12275" y="18452"/>
                    <a:pt x="12275" y="18452"/>
                    <a:pt x="12275" y="18452"/>
                  </a:cubicBezTo>
                  <a:cubicBezTo>
                    <a:pt x="13390" y="16790"/>
                    <a:pt x="13390" y="16790"/>
                    <a:pt x="13390" y="16790"/>
                  </a:cubicBezTo>
                  <a:cubicBezTo>
                    <a:pt x="13390" y="16397"/>
                    <a:pt x="13390" y="16397"/>
                    <a:pt x="13390" y="16397"/>
                  </a:cubicBezTo>
                  <a:cubicBezTo>
                    <a:pt x="12275" y="18058"/>
                    <a:pt x="12275" y="18058"/>
                    <a:pt x="12275" y="18058"/>
                  </a:cubicBezTo>
                  <a:cubicBezTo>
                    <a:pt x="12275" y="14910"/>
                    <a:pt x="12275" y="14910"/>
                    <a:pt x="12275" y="14910"/>
                  </a:cubicBezTo>
                  <a:cubicBezTo>
                    <a:pt x="13390" y="15610"/>
                    <a:pt x="13390" y="15610"/>
                    <a:pt x="13390" y="15610"/>
                  </a:cubicBezTo>
                  <a:cubicBezTo>
                    <a:pt x="13390" y="15435"/>
                    <a:pt x="13390" y="15435"/>
                    <a:pt x="13390" y="15435"/>
                  </a:cubicBezTo>
                  <a:cubicBezTo>
                    <a:pt x="12275" y="14735"/>
                    <a:pt x="12275" y="14735"/>
                    <a:pt x="12275" y="14735"/>
                  </a:cubicBezTo>
                  <a:cubicBezTo>
                    <a:pt x="12275" y="14517"/>
                    <a:pt x="12275" y="14517"/>
                    <a:pt x="12275" y="14517"/>
                  </a:cubicBezTo>
                  <a:cubicBezTo>
                    <a:pt x="13390" y="14604"/>
                    <a:pt x="13390" y="14604"/>
                    <a:pt x="13390" y="14604"/>
                  </a:cubicBezTo>
                  <a:cubicBezTo>
                    <a:pt x="13390" y="12636"/>
                    <a:pt x="13390" y="12636"/>
                    <a:pt x="13390" y="12636"/>
                  </a:cubicBezTo>
                  <a:cubicBezTo>
                    <a:pt x="10840" y="12462"/>
                    <a:pt x="10840" y="12462"/>
                    <a:pt x="10840" y="12462"/>
                  </a:cubicBezTo>
                  <a:cubicBezTo>
                    <a:pt x="10840" y="14385"/>
                    <a:pt x="10840" y="14385"/>
                    <a:pt x="10840" y="14385"/>
                  </a:cubicBezTo>
                  <a:cubicBezTo>
                    <a:pt x="11358" y="14429"/>
                    <a:pt x="11358" y="14429"/>
                    <a:pt x="11358" y="14429"/>
                  </a:cubicBezTo>
                  <a:cubicBezTo>
                    <a:pt x="11358" y="17927"/>
                    <a:pt x="11358" y="17927"/>
                    <a:pt x="11358" y="17927"/>
                  </a:cubicBezTo>
                  <a:cubicBezTo>
                    <a:pt x="11836" y="19195"/>
                    <a:pt x="11836" y="19195"/>
                    <a:pt x="11836" y="19195"/>
                  </a:cubicBezTo>
                  <a:cubicBezTo>
                    <a:pt x="11836" y="20070"/>
                    <a:pt x="11836" y="20070"/>
                    <a:pt x="11836" y="20070"/>
                  </a:cubicBezTo>
                  <a:cubicBezTo>
                    <a:pt x="11677" y="20070"/>
                    <a:pt x="11677" y="20070"/>
                    <a:pt x="11677" y="20070"/>
                  </a:cubicBezTo>
                  <a:cubicBezTo>
                    <a:pt x="11677" y="19895"/>
                    <a:pt x="11677" y="19895"/>
                    <a:pt x="11677" y="19895"/>
                  </a:cubicBezTo>
                  <a:cubicBezTo>
                    <a:pt x="11677" y="19807"/>
                    <a:pt x="11597" y="19764"/>
                    <a:pt x="11557" y="19764"/>
                  </a:cubicBezTo>
                  <a:cubicBezTo>
                    <a:pt x="11438" y="19764"/>
                    <a:pt x="11438" y="19764"/>
                    <a:pt x="11438" y="19764"/>
                  </a:cubicBezTo>
                  <a:cubicBezTo>
                    <a:pt x="11398" y="19764"/>
                    <a:pt x="11318" y="19807"/>
                    <a:pt x="11318" y="19895"/>
                  </a:cubicBezTo>
                  <a:cubicBezTo>
                    <a:pt x="11318" y="20594"/>
                    <a:pt x="11318" y="20594"/>
                    <a:pt x="11318" y="20594"/>
                  </a:cubicBezTo>
                  <a:cubicBezTo>
                    <a:pt x="11318" y="20638"/>
                    <a:pt x="11398" y="20682"/>
                    <a:pt x="11438" y="20682"/>
                  </a:cubicBezTo>
                  <a:cubicBezTo>
                    <a:pt x="11557" y="20682"/>
                    <a:pt x="11557" y="20682"/>
                    <a:pt x="11557" y="20682"/>
                  </a:cubicBezTo>
                  <a:cubicBezTo>
                    <a:pt x="11597" y="20682"/>
                    <a:pt x="11677" y="20638"/>
                    <a:pt x="11677" y="20594"/>
                  </a:cubicBezTo>
                  <a:cubicBezTo>
                    <a:pt x="11677" y="20419"/>
                    <a:pt x="11677" y="20419"/>
                    <a:pt x="11677" y="20419"/>
                  </a:cubicBezTo>
                  <a:cubicBezTo>
                    <a:pt x="11836" y="20419"/>
                    <a:pt x="11836" y="20419"/>
                    <a:pt x="11836" y="20419"/>
                  </a:cubicBezTo>
                  <a:cubicBezTo>
                    <a:pt x="12275" y="20419"/>
                    <a:pt x="12275" y="20419"/>
                    <a:pt x="12275" y="20419"/>
                  </a:cubicBezTo>
                  <a:cubicBezTo>
                    <a:pt x="12434" y="20419"/>
                    <a:pt x="12434" y="20419"/>
                    <a:pt x="12434" y="20419"/>
                  </a:cubicBezTo>
                  <a:cubicBezTo>
                    <a:pt x="12434" y="20594"/>
                    <a:pt x="12434" y="20594"/>
                    <a:pt x="12434" y="20594"/>
                  </a:cubicBezTo>
                  <a:cubicBezTo>
                    <a:pt x="12434" y="20638"/>
                    <a:pt x="12474" y="20682"/>
                    <a:pt x="12554" y="20682"/>
                  </a:cubicBezTo>
                  <a:cubicBezTo>
                    <a:pt x="12633" y="20682"/>
                    <a:pt x="12633" y="20682"/>
                    <a:pt x="12633" y="20682"/>
                  </a:cubicBezTo>
                  <a:cubicBezTo>
                    <a:pt x="12713" y="20682"/>
                    <a:pt x="12753" y="20638"/>
                    <a:pt x="12753" y="20594"/>
                  </a:cubicBezTo>
                  <a:cubicBezTo>
                    <a:pt x="12753" y="21250"/>
                    <a:pt x="12753" y="21250"/>
                    <a:pt x="12753" y="21250"/>
                  </a:cubicBezTo>
                  <a:cubicBezTo>
                    <a:pt x="12753" y="21425"/>
                    <a:pt x="12912" y="21600"/>
                    <a:pt x="13111" y="21600"/>
                  </a:cubicBezTo>
                  <a:cubicBezTo>
                    <a:pt x="13390" y="21600"/>
                    <a:pt x="13390" y="21600"/>
                    <a:pt x="13390" y="21600"/>
                  </a:cubicBezTo>
                  <a:cubicBezTo>
                    <a:pt x="13430" y="21600"/>
                    <a:pt x="13430" y="21600"/>
                    <a:pt x="13430" y="21600"/>
                  </a:cubicBezTo>
                  <a:cubicBezTo>
                    <a:pt x="13590" y="21600"/>
                    <a:pt x="13749" y="21425"/>
                    <a:pt x="13749" y="21250"/>
                  </a:cubicBezTo>
                  <a:cubicBezTo>
                    <a:pt x="13749" y="19239"/>
                    <a:pt x="13749" y="19239"/>
                    <a:pt x="13749" y="19239"/>
                  </a:cubicBezTo>
                  <a:cubicBezTo>
                    <a:pt x="13749" y="19020"/>
                    <a:pt x="13590" y="18845"/>
                    <a:pt x="13430" y="18845"/>
                  </a:cubicBezTo>
                  <a:lnTo>
                    <a:pt x="13390" y="18845"/>
                  </a:lnTo>
                  <a:close/>
                  <a:moveTo>
                    <a:pt x="13390" y="8789"/>
                  </a:moveTo>
                  <a:cubicBezTo>
                    <a:pt x="13390" y="9707"/>
                    <a:pt x="13390" y="9707"/>
                    <a:pt x="13390" y="9707"/>
                  </a:cubicBezTo>
                  <a:cubicBezTo>
                    <a:pt x="16539" y="10057"/>
                    <a:pt x="16539" y="10057"/>
                    <a:pt x="16539" y="10057"/>
                  </a:cubicBezTo>
                  <a:cubicBezTo>
                    <a:pt x="16499" y="10275"/>
                    <a:pt x="16499" y="10450"/>
                    <a:pt x="16499" y="10669"/>
                  </a:cubicBezTo>
                  <a:cubicBezTo>
                    <a:pt x="16499" y="10931"/>
                    <a:pt x="16539" y="11194"/>
                    <a:pt x="16539" y="11412"/>
                  </a:cubicBezTo>
                  <a:cubicBezTo>
                    <a:pt x="16579" y="12068"/>
                    <a:pt x="16339" y="12505"/>
                    <a:pt x="16140" y="12855"/>
                  </a:cubicBezTo>
                  <a:cubicBezTo>
                    <a:pt x="13390" y="12636"/>
                    <a:pt x="13390" y="12636"/>
                    <a:pt x="13390" y="12636"/>
                  </a:cubicBezTo>
                  <a:cubicBezTo>
                    <a:pt x="13390" y="14604"/>
                    <a:pt x="13390" y="14604"/>
                    <a:pt x="13390" y="14604"/>
                  </a:cubicBezTo>
                  <a:cubicBezTo>
                    <a:pt x="14506" y="14691"/>
                    <a:pt x="14506" y="14691"/>
                    <a:pt x="14506" y="14691"/>
                  </a:cubicBezTo>
                  <a:cubicBezTo>
                    <a:pt x="13829" y="15741"/>
                    <a:pt x="13829" y="15741"/>
                    <a:pt x="13829" y="15741"/>
                  </a:cubicBezTo>
                  <a:cubicBezTo>
                    <a:pt x="13390" y="15435"/>
                    <a:pt x="13390" y="15435"/>
                    <a:pt x="13390" y="15435"/>
                  </a:cubicBezTo>
                  <a:cubicBezTo>
                    <a:pt x="13390" y="15610"/>
                    <a:pt x="13390" y="15610"/>
                    <a:pt x="13390" y="15610"/>
                  </a:cubicBezTo>
                  <a:cubicBezTo>
                    <a:pt x="13749" y="15828"/>
                    <a:pt x="13749" y="15828"/>
                    <a:pt x="13749" y="15828"/>
                  </a:cubicBezTo>
                  <a:cubicBezTo>
                    <a:pt x="13390" y="16397"/>
                    <a:pt x="13390" y="16397"/>
                    <a:pt x="13390" y="16397"/>
                  </a:cubicBezTo>
                  <a:cubicBezTo>
                    <a:pt x="13390" y="16790"/>
                    <a:pt x="13390" y="16790"/>
                    <a:pt x="13390" y="16790"/>
                  </a:cubicBezTo>
                  <a:cubicBezTo>
                    <a:pt x="14745" y="14735"/>
                    <a:pt x="14745" y="14735"/>
                    <a:pt x="14745" y="14735"/>
                  </a:cubicBezTo>
                  <a:cubicBezTo>
                    <a:pt x="16419" y="14910"/>
                    <a:pt x="16419" y="14910"/>
                    <a:pt x="16419" y="14910"/>
                  </a:cubicBezTo>
                  <a:cubicBezTo>
                    <a:pt x="16738" y="15610"/>
                    <a:pt x="16419" y="17009"/>
                    <a:pt x="17734" y="17402"/>
                  </a:cubicBezTo>
                  <a:cubicBezTo>
                    <a:pt x="17734" y="14910"/>
                    <a:pt x="17734" y="14910"/>
                    <a:pt x="17734" y="14910"/>
                  </a:cubicBezTo>
                  <a:cubicBezTo>
                    <a:pt x="17734" y="14954"/>
                    <a:pt x="17734" y="14998"/>
                    <a:pt x="17694" y="14998"/>
                  </a:cubicBezTo>
                  <a:cubicBezTo>
                    <a:pt x="17734" y="14823"/>
                    <a:pt x="17734" y="14823"/>
                    <a:pt x="17734" y="14823"/>
                  </a:cubicBezTo>
                  <a:cubicBezTo>
                    <a:pt x="17734" y="6734"/>
                    <a:pt x="17734" y="6734"/>
                    <a:pt x="17734" y="6734"/>
                  </a:cubicBezTo>
                  <a:cubicBezTo>
                    <a:pt x="17256" y="7433"/>
                    <a:pt x="16858" y="8220"/>
                    <a:pt x="16698" y="9095"/>
                  </a:cubicBezTo>
                  <a:cubicBezTo>
                    <a:pt x="16698" y="9095"/>
                    <a:pt x="16698" y="9095"/>
                    <a:pt x="16698" y="9095"/>
                  </a:cubicBezTo>
                  <a:lnTo>
                    <a:pt x="13390" y="8789"/>
                  </a:lnTo>
                  <a:close/>
                  <a:moveTo>
                    <a:pt x="10840" y="18845"/>
                  </a:moveTo>
                  <a:cubicBezTo>
                    <a:pt x="10999" y="18845"/>
                    <a:pt x="10999" y="18845"/>
                    <a:pt x="10999" y="18845"/>
                  </a:cubicBezTo>
                  <a:cubicBezTo>
                    <a:pt x="11159" y="18845"/>
                    <a:pt x="11318" y="19020"/>
                    <a:pt x="11318" y="19239"/>
                  </a:cubicBezTo>
                  <a:cubicBezTo>
                    <a:pt x="11318" y="21250"/>
                    <a:pt x="11318" y="21250"/>
                    <a:pt x="11318" y="21250"/>
                  </a:cubicBezTo>
                  <a:cubicBezTo>
                    <a:pt x="11318" y="21425"/>
                    <a:pt x="11159" y="21600"/>
                    <a:pt x="10999" y="21600"/>
                  </a:cubicBezTo>
                  <a:cubicBezTo>
                    <a:pt x="10840" y="21600"/>
                    <a:pt x="10840" y="21600"/>
                    <a:pt x="10840" y="21600"/>
                  </a:cubicBezTo>
                  <a:cubicBezTo>
                    <a:pt x="10840" y="18845"/>
                    <a:pt x="10840" y="18845"/>
                    <a:pt x="10840" y="18845"/>
                  </a:cubicBezTo>
                  <a:cubicBezTo>
                    <a:pt x="10680" y="18845"/>
                    <a:pt x="10680" y="18845"/>
                    <a:pt x="10680" y="18845"/>
                  </a:cubicBezTo>
                  <a:cubicBezTo>
                    <a:pt x="10481" y="18845"/>
                    <a:pt x="10322" y="19020"/>
                    <a:pt x="10322" y="19239"/>
                  </a:cubicBezTo>
                  <a:cubicBezTo>
                    <a:pt x="10322" y="21250"/>
                    <a:pt x="10322" y="21250"/>
                    <a:pt x="10322" y="21250"/>
                  </a:cubicBezTo>
                  <a:cubicBezTo>
                    <a:pt x="10322" y="21425"/>
                    <a:pt x="10481" y="21600"/>
                    <a:pt x="10680" y="21600"/>
                  </a:cubicBezTo>
                  <a:cubicBezTo>
                    <a:pt x="10840" y="21600"/>
                    <a:pt x="10840" y="21600"/>
                    <a:pt x="10840" y="21600"/>
                  </a:cubicBezTo>
                  <a:lnTo>
                    <a:pt x="10840" y="18845"/>
                  </a:lnTo>
                  <a:close/>
                  <a:moveTo>
                    <a:pt x="10840" y="8526"/>
                  </a:moveTo>
                  <a:cubicBezTo>
                    <a:pt x="10840" y="9445"/>
                    <a:pt x="10840" y="9445"/>
                    <a:pt x="10840" y="9445"/>
                  </a:cubicBezTo>
                  <a:cubicBezTo>
                    <a:pt x="13390" y="9707"/>
                    <a:pt x="13390" y="9707"/>
                    <a:pt x="13390" y="9707"/>
                  </a:cubicBezTo>
                  <a:cubicBezTo>
                    <a:pt x="13390" y="8789"/>
                    <a:pt x="13390" y="8789"/>
                    <a:pt x="13390" y="8789"/>
                  </a:cubicBezTo>
                  <a:lnTo>
                    <a:pt x="10840" y="8526"/>
                  </a:lnTo>
                  <a:close/>
                  <a:moveTo>
                    <a:pt x="10840" y="9445"/>
                  </a:moveTo>
                  <a:cubicBezTo>
                    <a:pt x="10840" y="8526"/>
                    <a:pt x="10840" y="8526"/>
                    <a:pt x="10840" y="8526"/>
                  </a:cubicBezTo>
                  <a:cubicBezTo>
                    <a:pt x="7692" y="8264"/>
                    <a:pt x="7692" y="8264"/>
                    <a:pt x="7692" y="8264"/>
                  </a:cubicBezTo>
                  <a:cubicBezTo>
                    <a:pt x="6416" y="8133"/>
                    <a:pt x="6536" y="8964"/>
                    <a:pt x="7492" y="9051"/>
                  </a:cubicBezTo>
                  <a:lnTo>
                    <a:pt x="10840" y="9445"/>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sp>
          <p:nvSpPr>
            <p:cNvPr id="9457" name="Shape 9457"/>
            <p:cNvSpPr/>
            <p:nvPr/>
          </p:nvSpPr>
          <p:spPr>
            <a:xfrm>
              <a:off x="6604289" y="0"/>
              <a:ext cx="3302787" cy="30172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336"/>
                  </a:moveTo>
                  <a:cubicBezTo>
                    <a:pt x="16031" y="13861"/>
                    <a:pt x="16031" y="13861"/>
                    <a:pt x="16031" y="13861"/>
                  </a:cubicBezTo>
                  <a:cubicBezTo>
                    <a:pt x="17025" y="14254"/>
                    <a:pt x="17741" y="15479"/>
                    <a:pt x="17741" y="16878"/>
                  </a:cubicBezTo>
                  <a:cubicBezTo>
                    <a:pt x="17741" y="18627"/>
                    <a:pt x="16667" y="20070"/>
                    <a:pt x="15355" y="20070"/>
                  </a:cubicBezTo>
                  <a:cubicBezTo>
                    <a:pt x="14002" y="20070"/>
                    <a:pt x="12928" y="18627"/>
                    <a:pt x="12928" y="16878"/>
                  </a:cubicBezTo>
                  <a:cubicBezTo>
                    <a:pt x="12928" y="15610"/>
                    <a:pt x="13525" y="14517"/>
                    <a:pt x="14360" y="14036"/>
                  </a:cubicBezTo>
                  <a:cubicBezTo>
                    <a:pt x="11536" y="14298"/>
                    <a:pt x="11536" y="14298"/>
                    <a:pt x="11536" y="14298"/>
                  </a:cubicBezTo>
                  <a:cubicBezTo>
                    <a:pt x="10780" y="14385"/>
                    <a:pt x="10780" y="14385"/>
                    <a:pt x="10780" y="14385"/>
                  </a:cubicBezTo>
                  <a:cubicBezTo>
                    <a:pt x="10780" y="12462"/>
                    <a:pt x="10780" y="12462"/>
                    <a:pt x="10780" y="12462"/>
                  </a:cubicBezTo>
                  <a:cubicBezTo>
                    <a:pt x="21600" y="11718"/>
                    <a:pt x="21600" y="11718"/>
                    <a:pt x="21600" y="11718"/>
                  </a:cubicBezTo>
                  <a:lnTo>
                    <a:pt x="21600" y="13336"/>
                  </a:lnTo>
                  <a:close/>
                  <a:moveTo>
                    <a:pt x="2506" y="5378"/>
                  </a:moveTo>
                  <a:cubicBezTo>
                    <a:pt x="2506" y="15960"/>
                    <a:pt x="2506" y="15960"/>
                    <a:pt x="2506" y="15960"/>
                  </a:cubicBezTo>
                  <a:cubicBezTo>
                    <a:pt x="2427" y="16047"/>
                    <a:pt x="2427" y="16047"/>
                    <a:pt x="2427" y="16047"/>
                  </a:cubicBezTo>
                  <a:cubicBezTo>
                    <a:pt x="2466" y="16003"/>
                    <a:pt x="2466" y="16003"/>
                    <a:pt x="2466" y="16003"/>
                  </a:cubicBezTo>
                  <a:cubicBezTo>
                    <a:pt x="2506" y="15960"/>
                    <a:pt x="2506" y="15960"/>
                    <a:pt x="2506" y="15960"/>
                  </a:cubicBezTo>
                  <a:cubicBezTo>
                    <a:pt x="2506" y="15960"/>
                    <a:pt x="2506" y="15960"/>
                    <a:pt x="2506" y="15960"/>
                  </a:cubicBezTo>
                  <a:cubicBezTo>
                    <a:pt x="2506" y="15960"/>
                    <a:pt x="2506" y="15960"/>
                    <a:pt x="2506" y="15960"/>
                  </a:cubicBezTo>
                  <a:cubicBezTo>
                    <a:pt x="2506" y="17534"/>
                    <a:pt x="2506" y="17534"/>
                    <a:pt x="2506" y="17534"/>
                  </a:cubicBezTo>
                  <a:cubicBezTo>
                    <a:pt x="1750" y="17534"/>
                    <a:pt x="1352" y="17315"/>
                    <a:pt x="119" y="17315"/>
                  </a:cubicBezTo>
                  <a:cubicBezTo>
                    <a:pt x="119" y="20288"/>
                    <a:pt x="119" y="20288"/>
                    <a:pt x="119" y="20288"/>
                  </a:cubicBezTo>
                  <a:cubicBezTo>
                    <a:pt x="199" y="20288"/>
                    <a:pt x="199" y="20288"/>
                    <a:pt x="199" y="20288"/>
                  </a:cubicBezTo>
                  <a:cubicBezTo>
                    <a:pt x="199" y="20201"/>
                    <a:pt x="199" y="20201"/>
                    <a:pt x="199" y="20201"/>
                  </a:cubicBezTo>
                  <a:cubicBezTo>
                    <a:pt x="199" y="20157"/>
                    <a:pt x="239" y="20113"/>
                    <a:pt x="278" y="20113"/>
                  </a:cubicBezTo>
                  <a:cubicBezTo>
                    <a:pt x="318" y="20113"/>
                    <a:pt x="318" y="20113"/>
                    <a:pt x="318" y="20113"/>
                  </a:cubicBezTo>
                  <a:cubicBezTo>
                    <a:pt x="358" y="20113"/>
                    <a:pt x="398" y="20157"/>
                    <a:pt x="398" y="20201"/>
                  </a:cubicBezTo>
                  <a:cubicBezTo>
                    <a:pt x="398" y="19807"/>
                    <a:pt x="398" y="19807"/>
                    <a:pt x="398" y="19807"/>
                  </a:cubicBezTo>
                  <a:cubicBezTo>
                    <a:pt x="398" y="19676"/>
                    <a:pt x="477" y="19589"/>
                    <a:pt x="597" y="19589"/>
                  </a:cubicBezTo>
                  <a:cubicBezTo>
                    <a:pt x="756" y="19589"/>
                    <a:pt x="756" y="19589"/>
                    <a:pt x="756" y="19589"/>
                  </a:cubicBezTo>
                  <a:cubicBezTo>
                    <a:pt x="875" y="19589"/>
                    <a:pt x="955" y="19676"/>
                    <a:pt x="955" y="19807"/>
                  </a:cubicBezTo>
                  <a:cubicBezTo>
                    <a:pt x="955" y="20988"/>
                    <a:pt x="955" y="20988"/>
                    <a:pt x="955" y="20988"/>
                  </a:cubicBezTo>
                  <a:cubicBezTo>
                    <a:pt x="955" y="21119"/>
                    <a:pt x="875" y="21206"/>
                    <a:pt x="756" y="21206"/>
                  </a:cubicBezTo>
                  <a:cubicBezTo>
                    <a:pt x="597" y="21206"/>
                    <a:pt x="597" y="21206"/>
                    <a:pt x="597" y="21206"/>
                  </a:cubicBezTo>
                  <a:cubicBezTo>
                    <a:pt x="477" y="21206"/>
                    <a:pt x="398" y="21119"/>
                    <a:pt x="398" y="20988"/>
                  </a:cubicBezTo>
                  <a:cubicBezTo>
                    <a:pt x="398" y="20594"/>
                    <a:pt x="398" y="20594"/>
                    <a:pt x="398" y="20594"/>
                  </a:cubicBezTo>
                  <a:cubicBezTo>
                    <a:pt x="398" y="20638"/>
                    <a:pt x="358" y="20682"/>
                    <a:pt x="318" y="20682"/>
                  </a:cubicBezTo>
                  <a:cubicBezTo>
                    <a:pt x="278" y="20682"/>
                    <a:pt x="278" y="20682"/>
                    <a:pt x="278" y="20682"/>
                  </a:cubicBezTo>
                  <a:cubicBezTo>
                    <a:pt x="239" y="20682"/>
                    <a:pt x="199" y="20638"/>
                    <a:pt x="199" y="20594"/>
                  </a:cubicBezTo>
                  <a:cubicBezTo>
                    <a:pt x="199" y="20507"/>
                    <a:pt x="199" y="20507"/>
                    <a:pt x="199" y="20507"/>
                  </a:cubicBezTo>
                  <a:cubicBezTo>
                    <a:pt x="119" y="20507"/>
                    <a:pt x="119" y="20507"/>
                    <a:pt x="119" y="20507"/>
                  </a:cubicBezTo>
                  <a:cubicBezTo>
                    <a:pt x="40" y="20507"/>
                    <a:pt x="40" y="20507"/>
                    <a:pt x="40" y="20507"/>
                  </a:cubicBezTo>
                  <a:cubicBezTo>
                    <a:pt x="0" y="20507"/>
                    <a:pt x="0" y="20507"/>
                    <a:pt x="0" y="20507"/>
                  </a:cubicBezTo>
                  <a:cubicBezTo>
                    <a:pt x="0" y="0"/>
                    <a:pt x="0" y="0"/>
                    <a:pt x="0" y="0"/>
                  </a:cubicBezTo>
                  <a:cubicBezTo>
                    <a:pt x="40" y="0"/>
                    <a:pt x="40" y="0"/>
                    <a:pt x="40" y="0"/>
                  </a:cubicBezTo>
                  <a:cubicBezTo>
                    <a:pt x="239" y="0"/>
                    <a:pt x="239" y="0"/>
                    <a:pt x="239" y="0"/>
                  </a:cubicBezTo>
                  <a:cubicBezTo>
                    <a:pt x="278" y="4591"/>
                    <a:pt x="278" y="4591"/>
                    <a:pt x="278" y="4591"/>
                  </a:cubicBezTo>
                  <a:cubicBezTo>
                    <a:pt x="278" y="4591"/>
                    <a:pt x="278" y="4591"/>
                    <a:pt x="278" y="4591"/>
                  </a:cubicBezTo>
                  <a:cubicBezTo>
                    <a:pt x="1114" y="4635"/>
                    <a:pt x="1870" y="4941"/>
                    <a:pt x="2506" y="5378"/>
                  </a:cubicBezTo>
                  <a:close/>
                  <a:moveTo>
                    <a:pt x="2785" y="5553"/>
                  </a:moveTo>
                  <a:cubicBezTo>
                    <a:pt x="2785" y="15785"/>
                    <a:pt x="2785" y="15785"/>
                    <a:pt x="2785" y="15785"/>
                  </a:cubicBezTo>
                  <a:cubicBezTo>
                    <a:pt x="2705" y="15828"/>
                    <a:pt x="2705" y="15828"/>
                    <a:pt x="2705" y="15828"/>
                  </a:cubicBezTo>
                  <a:cubicBezTo>
                    <a:pt x="2745" y="15828"/>
                    <a:pt x="2745" y="15828"/>
                    <a:pt x="2745" y="15828"/>
                  </a:cubicBezTo>
                  <a:cubicBezTo>
                    <a:pt x="2785" y="15785"/>
                    <a:pt x="2785" y="15785"/>
                    <a:pt x="2785" y="15785"/>
                  </a:cubicBezTo>
                  <a:cubicBezTo>
                    <a:pt x="2785" y="17534"/>
                    <a:pt x="2785" y="17534"/>
                    <a:pt x="2785" y="17534"/>
                  </a:cubicBezTo>
                  <a:cubicBezTo>
                    <a:pt x="2705" y="17534"/>
                    <a:pt x="2586" y="17534"/>
                    <a:pt x="2506" y="17534"/>
                  </a:cubicBezTo>
                  <a:cubicBezTo>
                    <a:pt x="2506" y="15960"/>
                    <a:pt x="2506" y="15960"/>
                    <a:pt x="2506" y="15960"/>
                  </a:cubicBezTo>
                  <a:cubicBezTo>
                    <a:pt x="2546" y="15916"/>
                    <a:pt x="2546" y="15916"/>
                    <a:pt x="2546" y="15916"/>
                  </a:cubicBezTo>
                  <a:cubicBezTo>
                    <a:pt x="2586" y="15916"/>
                    <a:pt x="2586" y="15916"/>
                    <a:pt x="2625" y="15916"/>
                  </a:cubicBezTo>
                  <a:cubicBezTo>
                    <a:pt x="2625" y="15872"/>
                    <a:pt x="2625" y="15872"/>
                    <a:pt x="2625" y="15872"/>
                  </a:cubicBezTo>
                  <a:cubicBezTo>
                    <a:pt x="2506" y="15960"/>
                    <a:pt x="2506" y="15960"/>
                    <a:pt x="2506" y="15960"/>
                  </a:cubicBezTo>
                  <a:cubicBezTo>
                    <a:pt x="2506" y="5378"/>
                    <a:pt x="2506" y="5378"/>
                    <a:pt x="2506" y="5378"/>
                  </a:cubicBezTo>
                  <a:cubicBezTo>
                    <a:pt x="2625" y="5422"/>
                    <a:pt x="2705" y="5509"/>
                    <a:pt x="2785" y="5553"/>
                  </a:cubicBezTo>
                  <a:close/>
                  <a:moveTo>
                    <a:pt x="3898" y="6734"/>
                  </a:moveTo>
                  <a:cubicBezTo>
                    <a:pt x="3898" y="14823"/>
                    <a:pt x="3898" y="14823"/>
                    <a:pt x="3898" y="14823"/>
                  </a:cubicBezTo>
                  <a:cubicBezTo>
                    <a:pt x="3898" y="14604"/>
                    <a:pt x="3898" y="14604"/>
                    <a:pt x="3898" y="14604"/>
                  </a:cubicBezTo>
                  <a:cubicBezTo>
                    <a:pt x="3898" y="14604"/>
                    <a:pt x="3898" y="14604"/>
                    <a:pt x="3898" y="14604"/>
                  </a:cubicBezTo>
                  <a:cubicBezTo>
                    <a:pt x="3898" y="14604"/>
                    <a:pt x="3898" y="14604"/>
                    <a:pt x="3898" y="14604"/>
                  </a:cubicBezTo>
                  <a:cubicBezTo>
                    <a:pt x="3898" y="14735"/>
                    <a:pt x="3898" y="14823"/>
                    <a:pt x="3898" y="14910"/>
                  </a:cubicBezTo>
                  <a:cubicBezTo>
                    <a:pt x="3898" y="17402"/>
                    <a:pt x="3898" y="17402"/>
                    <a:pt x="3898" y="17402"/>
                  </a:cubicBezTo>
                  <a:cubicBezTo>
                    <a:pt x="3819" y="17402"/>
                    <a:pt x="3739" y="17446"/>
                    <a:pt x="3660" y="17446"/>
                  </a:cubicBezTo>
                  <a:cubicBezTo>
                    <a:pt x="3302" y="17490"/>
                    <a:pt x="3023" y="17534"/>
                    <a:pt x="2785" y="17534"/>
                  </a:cubicBezTo>
                  <a:cubicBezTo>
                    <a:pt x="2785" y="15785"/>
                    <a:pt x="2785" y="15785"/>
                    <a:pt x="2785" y="15785"/>
                  </a:cubicBezTo>
                  <a:cubicBezTo>
                    <a:pt x="2785" y="15785"/>
                    <a:pt x="2785" y="15785"/>
                    <a:pt x="2785" y="15785"/>
                  </a:cubicBezTo>
                  <a:cubicBezTo>
                    <a:pt x="2824" y="15741"/>
                    <a:pt x="2824" y="15741"/>
                    <a:pt x="2824" y="15741"/>
                  </a:cubicBezTo>
                  <a:cubicBezTo>
                    <a:pt x="2785" y="15785"/>
                    <a:pt x="2785" y="15785"/>
                    <a:pt x="2785" y="15785"/>
                  </a:cubicBezTo>
                  <a:cubicBezTo>
                    <a:pt x="2785" y="5553"/>
                    <a:pt x="2785" y="5553"/>
                    <a:pt x="2785" y="5553"/>
                  </a:cubicBezTo>
                  <a:cubicBezTo>
                    <a:pt x="3222" y="5903"/>
                    <a:pt x="3580" y="6296"/>
                    <a:pt x="3898" y="6734"/>
                  </a:cubicBezTo>
                  <a:close/>
                  <a:moveTo>
                    <a:pt x="8234" y="18845"/>
                  </a:moveTo>
                  <a:cubicBezTo>
                    <a:pt x="8234" y="21600"/>
                    <a:pt x="8234" y="21600"/>
                    <a:pt x="8234" y="21600"/>
                  </a:cubicBezTo>
                  <a:cubicBezTo>
                    <a:pt x="8234" y="18845"/>
                    <a:pt x="8234" y="18845"/>
                    <a:pt x="8234" y="18845"/>
                  </a:cubicBezTo>
                  <a:cubicBezTo>
                    <a:pt x="8513" y="18845"/>
                    <a:pt x="8513" y="18845"/>
                    <a:pt x="8513" y="18845"/>
                  </a:cubicBezTo>
                  <a:cubicBezTo>
                    <a:pt x="8712" y="18845"/>
                    <a:pt x="8831" y="19020"/>
                    <a:pt x="8831" y="19239"/>
                  </a:cubicBezTo>
                  <a:cubicBezTo>
                    <a:pt x="8831" y="19895"/>
                    <a:pt x="8831" y="19895"/>
                    <a:pt x="8831" y="19895"/>
                  </a:cubicBezTo>
                  <a:cubicBezTo>
                    <a:pt x="8831" y="19807"/>
                    <a:pt x="8910" y="19764"/>
                    <a:pt x="8950" y="19764"/>
                  </a:cubicBezTo>
                  <a:cubicBezTo>
                    <a:pt x="9070" y="19764"/>
                    <a:pt x="9070" y="19764"/>
                    <a:pt x="9070" y="19764"/>
                  </a:cubicBezTo>
                  <a:cubicBezTo>
                    <a:pt x="9149" y="19764"/>
                    <a:pt x="9189" y="19807"/>
                    <a:pt x="9189" y="19895"/>
                  </a:cubicBezTo>
                  <a:cubicBezTo>
                    <a:pt x="9189" y="20070"/>
                    <a:pt x="9189" y="20070"/>
                    <a:pt x="9189" y="20070"/>
                  </a:cubicBezTo>
                  <a:cubicBezTo>
                    <a:pt x="9348" y="20070"/>
                    <a:pt x="9348" y="20070"/>
                    <a:pt x="9348" y="20070"/>
                  </a:cubicBezTo>
                  <a:cubicBezTo>
                    <a:pt x="9348" y="18452"/>
                    <a:pt x="9348" y="18452"/>
                    <a:pt x="9348" y="18452"/>
                  </a:cubicBezTo>
                  <a:cubicBezTo>
                    <a:pt x="8234" y="16790"/>
                    <a:pt x="8234" y="16790"/>
                    <a:pt x="8234" y="16790"/>
                  </a:cubicBezTo>
                  <a:cubicBezTo>
                    <a:pt x="8234" y="16397"/>
                    <a:pt x="8234" y="16397"/>
                    <a:pt x="8234" y="16397"/>
                  </a:cubicBezTo>
                  <a:cubicBezTo>
                    <a:pt x="9348" y="18058"/>
                    <a:pt x="9348" y="18058"/>
                    <a:pt x="9348" y="18058"/>
                  </a:cubicBezTo>
                  <a:cubicBezTo>
                    <a:pt x="9348" y="14910"/>
                    <a:pt x="9348" y="14910"/>
                    <a:pt x="9348" y="14910"/>
                  </a:cubicBezTo>
                  <a:cubicBezTo>
                    <a:pt x="8234" y="15610"/>
                    <a:pt x="8234" y="15610"/>
                    <a:pt x="8234" y="15610"/>
                  </a:cubicBezTo>
                  <a:cubicBezTo>
                    <a:pt x="8234" y="15435"/>
                    <a:pt x="8234" y="15435"/>
                    <a:pt x="8234" y="15435"/>
                  </a:cubicBezTo>
                  <a:cubicBezTo>
                    <a:pt x="9348" y="14735"/>
                    <a:pt x="9348" y="14735"/>
                    <a:pt x="9348" y="14735"/>
                  </a:cubicBezTo>
                  <a:cubicBezTo>
                    <a:pt x="9348" y="14517"/>
                    <a:pt x="9348" y="14517"/>
                    <a:pt x="9348" y="14517"/>
                  </a:cubicBezTo>
                  <a:cubicBezTo>
                    <a:pt x="8234" y="14604"/>
                    <a:pt x="8234" y="14604"/>
                    <a:pt x="8234" y="14604"/>
                  </a:cubicBezTo>
                  <a:cubicBezTo>
                    <a:pt x="8234" y="12636"/>
                    <a:pt x="8234" y="12636"/>
                    <a:pt x="8234" y="12636"/>
                  </a:cubicBezTo>
                  <a:cubicBezTo>
                    <a:pt x="10780" y="12462"/>
                    <a:pt x="10780" y="12462"/>
                    <a:pt x="10780" y="12462"/>
                  </a:cubicBezTo>
                  <a:cubicBezTo>
                    <a:pt x="10780" y="14385"/>
                    <a:pt x="10780" y="14385"/>
                    <a:pt x="10780" y="14385"/>
                  </a:cubicBezTo>
                  <a:cubicBezTo>
                    <a:pt x="10263" y="14429"/>
                    <a:pt x="10263" y="14429"/>
                    <a:pt x="10263" y="14429"/>
                  </a:cubicBezTo>
                  <a:cubicBezTo>
                    <a:pt x="10263" y="17927"/>
                    <a:pt x="10263" y="17927"/>
                    <a:pt x="10263" y="17927"/>
                  </a:cubicBezTo>
                  <a:cubicBezTo>
                    <a:pt x="9786" y="19195"/>
                    <a:pt x="9786" y="19195"/>
                    <a:pt x="9786" y="19195"/>
                  </a:cubicBezTo>
                  <a:cubicBezTo>
                    <a:pt x="9786" y="20070"/>
                    <a:pt x="9786" y="20070"/>
                    <a:pt x="9786" y="20070"/>
                  </a:cubicBezTo>
                  <a:cubicBezTo>
                    <a:pt x="9945" y="20070"/>
                    <a:pt x="9945" y="20070"/>
                    <a:pt x="9945" y="20070"/>
                  </a:cubicBezTo>
                  <a:cubicBezTo>
                    <a:pt x="9945" y="19895"/>
                    <a:pt x="9945" y="19895"/>
                    <a:pt x="9945" y="19895"/>
                  </a:cubicBezTo>
                  <a:cubicBezTo>
                    <a:pt x="9945" y="19807"/>
                    <a:pt x="9985" y="19764"/>
                    <a:pt x="10064" y="19764"/>
                  </a:cubicBezTo>
                  <a:cubicBezTo>
                    <a:pt x="10183" y="19764"/>
                    <a:pt x="10183" y="19764"/>
                    <a:pt x="10183" y="19764"/>
                  </a:cubicBezTo>
                  <a:cubicBezTo>
                    <a:pt x="10223" y="19764"/>
                    <a:pt x="10303" y="19807"/>
                    <a:pt x="10303" y="19895"/>
                  </a:cubicBezTo>
                  <a:cubicBezTo>
                    <a:pt x="10303" y="20594"/>
                    <a:pt x="10303" y="20594"/>
                    <a:pt x="10303" y="20594"/>
                  </a:cubicBezTo>
                  <a:cubicBezTo>
                    <a:pt x="10303" y="20638"/>
                    <a:pt x="10223" y="20682"/>
                    <a:pt x="10183" y="20682"/>
                  </a:cubicBezTo>
                  <a:cubicBezTo>
                    <a:pt x="10064" y="20682"/>
                    <a:pt x="10064" y="20682"/>
                    <a:pt x="10064" y="20682"/>
                  </a:cubicBezTo>
                  <a:cubicBezTo>
                    <a:pt x="9985" y="20682"/>
                    <a:pt x="9945" y="20638"/>
                    <a:pt x="9945" y="20594"/>
                  </a:cubicBezTo>
                  <a:cubicBezTo>
                    <a:pt x="9945" y="20419"/>
                    <a:pt x="9945" y="20419"/>
                    <a:pt x="9945" y="20419"/>
                  </a:cubicBezTo>
                  <a:cubicBezTo>
                    <a:pt x="9786" y="20419"/>
                    <a:pt x="9786" y="20419"/>
                    <a:pt x="9786" y="20419"/>
                  </a:cubicBezTo>
                  <a:cubicBezTo>
                    <a:pt x="9348" y="20419"/>
                    <a:pt x="9348" y="20419"/>
                    <a:pt x="9348" y="20419"/>
                  </a:cubicBezTo>
                  <a:cubicBezTo>
                    <a:pt x="9189" y="20419"/>
                    <a:pt x="9189" y="20419"/>
                    <a:pt x="9189" y="20419"/>
                  </a:cubicBezTo>
                  <a:cubicBezTo>
                    <a:pt x="9189" y="20594"/>
                    <a:pt x="9189" y="20594"/>
                    <a:pt x="9189" y="20594"/>
                  </a:cubicBezTo>
                  <a:cubicBezTo>
                    <a:pt x="9189" y="20638"/>
                    <a:pt x="9149" y="20682"/>
                    <a:pt x="9070" y="20682"/>
                  </a:cubicBezTo>
                  <a:cubicBezTo>
                    <a:pt x="8950" y="20682"/>
                    <a:pt x="8950" y="20682"/>
                    <a:pt x="8950" y="20682"/>
                  </a:cubicBezTo>
                  <a:cubicBezTo>
                    <a:pt x="8910" y="20682"/>
                    <a:pt x="8831" y="20638"/>
                    <a:pt x="8831" y="20594"/>
                  </a:cubicBezTo>
                  <a:cubicBezTo>
                    <a:pt x="8831" y="21250"/>
                    <a:pt x="8831" y="21250"/>
                    <a:pt x="8831" y="21250"/>
                  </a:cubicBezTo>
                  <a:cubicBezTo>
                    <a:pt x="8831" y="21425"/>
                    <a:pt x="8712" y="21600"/>
                    <a:pt x="8513" y="21600"/>
                  </a:cubicBezTo>
                  <a:cubicBezTo>
                    <a:pt x="8234" y="21600"/>
                    <a:pt x="8234" y="21600"/>
                    <a:pt x="8234" y="21600"/>
                  </a:cubicBezTo>
                  <a:cubicBezTo>
                    <a:pt x="8194" y="21600"/>
                    <a:pt x="8194" y="21600"/>
                    <a:pt x="8194" y="21600"/>
                  </a:cubicBezTo>
                  <a:cubicBezTo>
                    <a:pt x="7996" y="21600"/>
                    <a:pt x="7876" y="21425"/>
                    <a:pt x="7876" y="21250"/>
                  </a:cubicBezTo>
                  <a:cubicBezTo>
                    <a:pt x="7876" y="19239"/>
                    <a:pt x="7876" y="19239"/>
                    <a:pt x="7876" y="19239"/>
                  </a:cubicBezTo>
                  <a:cubicBezTo>
                    <a:pt x="7876" y="19020"/>
                    <a:pt x="7996" y="18845"/>
                    <a:pt x="8194" y="18845"/>
                  </a:cubicBezTo>
                  <a:lnTo>
                    <a:pt x="8234" y="18845"/>
                  </a:lnTo>
                  <a:close/>
                  <a:moveTo>
                    <a:pt x="8234" y="8789"/>
                  </a:moveTo>
                  <a:cubicBezTo>
                    <a:pt x="8234" y="9707"/>
                    <a:pt x="8234" y="9707"/>
                    <a:pt x="8234" y="9707"/>
                  </a:cubicBezTo>
                  <a:cubicBezTo>
                    <a:pt x="5092" y="10057"/>
                    <a:pt x="5092" y="10057"/>
                    <a:pt x="5092" y="10057"/>
                  </a:cubicBezTo>
                  <a:cubicBezTo>
                    <a:pt x="5092" y="10275"/>
                    <a:pt x="5131" y="10450"/>
                    <a:pt x="5131" y="10669"/>
                  </a:cubicBezTo>
                  <a:cubicBezTo>
                    <a:pt x="5131" y="10931"/>
                    <a:pt x="5092" y="11194"/>
                    <a:pt x="5092" y="11412"/>
                  </a:cubicBezTo>
                  <a:cubicBezTo>
                    <a:pt x="5052" y="12068"/>
                    <a:pt x="5251" y="12505"/>
                    <a:pt x="5490" y="12855"/>
                  </a:cubicBezTo>
                  <a:cubicBezTo>
                    <a:pt x="8234" y="12636"/>
                    <a:pt x="8234" y="12636"/>
                    <a:pt x="8234" y="12636"/>
                  </a:cubicBezTo>
                  <a:cubicBezTo>
                    <a:pt x="8234" y="14604"/>
                    <a:pt x="8234" y="14604"/>
                    <a:pt x="8234" y="14604"/>
                  </a:cubicBezTo>
                  <a:cubicBezTo>
                    <a:pt x="7120" y="14691"/>
                    <a:pt x="7120" y="14691"/>
                    <a:pt x="7120" y="14691"/>
                  </a:cubicBezTo>
                  <a:cubicBezTo>
                    <a:pt x="7797" y="15741"/>
                    <a:pt x="7797" y="15741"/>
                    <a:pt x="7797" y="15741"/>
                  </a:cubicBezTo>
                  <a:cubicBezTo>
                    <a:pt x="8234" y="15435"/>
                    <a:pt x="8234" y="15435"/>
                    <a:pt x="8234" y="15435"/>
                  </a:cubicBezTo>
                  <a:cubicBezTo>
                    <a:pt x="8234" y="15610"/>
                    <a:pt x="8234" y="15610"/>
                    <a:pt x="8234" y="15610"/>
                  </a:cubicBezTo>
                  <a:cubicBezTo>
                    <a:pt x="7876" y="15828"/>
                    <a:pt x="7876" y="15828"/>
                    <a:pt x="7876" y="15828"/>
                  </a:cubicBezTo>
                  <a:cubicBezTo>
                    <a:pt x="8234" y="16397"/>
                    <a:pt x="8234" y="16397"/>
                    <a:pt x="8234" y="16397"/>
                  </a:cubicBezTo>
                  <a:cubicBezTo>
                    <a:pt x="8234" y="16790"/>
                    <a:pt x="8234" y="16790"/>
                    <a:pt x="8234" y="16790"/>
                  </a:cubicBezTo>
                  <a:cubicBezTo>
                    <a:pt x="6882" y="14735"/>
                    <a:pt x="6882" y="14735"/>
                    <a:pt x="6882" y="14735"/>
                  </a:cubicBezTo>
                  <a:cubicBezTo>
                    <a:pt x="5171" y="14910"/>
                    <a:pt x="5171" y="14910"/>
                    <a:pt x="5171" y="14910"/>
                  </a:cubicBezTo>
                  <a:cubicBezTo>
                    <a:pt x="4853" y="15610"/>
                    <a:pt x="5211" y="17009"/>
                    <a:pt x="3898" y="17402"/>
                  </a:cubicBezTo>
                  <a:cubicBezTo>
                    <a:pt x="3898" y="14910"/>
                    <a:pt x="3898" y="14910"/>
                    <a:pt x="3898" y="14910"/>
                  </a:cubicBezTo>
                  <a:cubicBezTo>
                    <a:pt x="3898" y="14954"/>
                    <a:pt x="3898" y="14998"/>
                    <a:pt x="3898" y="14998"/>
                  </a:cubicBezTo>
                  <a:cubicBezTo>
                    <a:pt x="3898" y="14823"/>
                    <a:pt x="3898" y="14823"/>
                    <a:pt x="3898" y="14823"/>
                  </a:cubicBezTo>
                  <a:cubicBezTo>
                    <a:pt x="3898" y="6734"/>
                    <a:pt x="3898" y="6734"/>
                    <a:pt x="3898" y="6734"/>
                  </a:cubicBezTo>
                  <a:cubicBezTo>
                    <a:pt x="4376" y="7433"/>
                    <a:pt x="4734" y="8220"/>
                    <a:pt x="4933" y="9095"/>
                  </a:cubicBezTo>
                  <a:cubicBezTo>
                    <a:pt x="4933" y="9095"/>
                    <a:pt x="4933" y="9095"/>
                    <a:pt x="4933" y="9095"/>
                  </a:cubicBezTo>
                  <a:lnTo>
                    <a:pt x="8234" y="8789"/>
                  </a:lnTo>
                  <a:close/>
                  <a:moveTo>
                    <a:pt x="10780" y="18845"/>
                  </a:moveTo>
                  <a:cubicBezTo>
                    <a:pt x="10621" y="18845"/>
                    <a:pt x="10621" y="18845"/>
                    <a:pt x="10621" y="18845"/>
                  </a:cubicBezTo>
                  <a:cubicBezTo>
                    <a:pt x="10422" y="18845"/>
                    <a:pt x="10303" y="19020"/>
                    <a:pt x="10303" y="19239"/>
                  </a:cubicBezTo>
                  <a:cubicBezTo>
                    <a:pt x="10303" y="21250"/>
                    <a:pt x="10303" y="21250"/>
                    <a:pt x="10303" y="21250"/>
                  </a:cubicBezTo>
                  <a:cubicBezTo>
                    <a:pt x="10303" y="21425"/>
                    <a:pt x="10422" y="21600"/>
                    <a:pt x="10621" y="21600"/>
                  </a:cubicBezTo>
                  <a:cubicBezTo>
                    <a:pt x="10780" y="21600"/>
                    <a:pt x="10780" y="21600"/>
                    <a:pt x="10780" y="21600"/>
                  </a:cubicBezTo>
                  <a:cubicBezTo>
                    <a:pt x="10780" y="18845"/>
                    <a:pt x="10780" y="18845"/>
                    <a:pt x="10780" y="18845"/>
                  </a:cubicBezTo>
                  <a:cubicBezTo>
                    <a:pt x="10939" y="18845"/>
                    <a:pt x="10939" y="18845"/>
                    <a:pt x="10939" y="18845"/>
                  </a:cubicBezTo>
                  <a:cubicBezTo>
                    <a:pt x="11138" y="18845"/>
                    <a:pt x="11257" y="19020"/>
                    <a:pt x="11257" y="19239"/>
                  </a:cubicBezTo>
                  <a:cubicBezTo>
                    <a:pt x="11257" y="21250"/>
                    <a:pt x="11257" y="21250"/>
                    <a:pt x="11257" y="21250"/>
                  </a:cubicBezTo>
                  <a:cubicBezTo>
                    <a:pt x="11257" y="21425"/>
                    <a:pt x="11138" y="21600"/>
                    <a:pt x="10939" y="21600"/>
                  </a:cubicBezTo>
                  <a:cubicBezTo>
                    <a:pt x="10780" y="21600"/>
                    <a:pt x="10780" y="21600"/>
                    <a:pt x="10780" y="21600"/>
                  </a:cubicBezTo>
                  <a:lnTo>
                    <a:pt x="10780" y="18845"/>
                  </a:lnTo>
                  <a:close/>
                  <a:moveTo>
                    <a:pt x="10780" y="8526"/>
                  </a:moveTo>
                  <a:cubicBezTo>
                    <a:pt x="10780" y="9445"/>
                    <a:pt x="10780" y="9445"/>
                    <a:pt x="10780" y="9445"/>
                  </a:cubicBezTo>
                  <a:cubicBezTo>
                    <a:pt x="8234" y="9707"/>
                    <a:pt x="8234" y="9707"/>
                    <a:pt x="8234" y="9707"/>
                  </a:cubicBezTo>
                  <a:cubicBezTo>
                    <a:pt x="8234" y="8789"/>
                    <a:pt x="8234" y="8789"/>
                    <a:pt x="8234" y="8789"/>
                  </a:cubicBezTo>
                  <a:lnTo>
                    <a:pt x="10780" y="8526"/>
                  </a:lnTo>
                  <a:close/>
                  <a:moveTo>
                    <a:pt x="10780" y="9445"/>
                  </a:moveTo>
                  <a:cubicBezTo>
                    <a:pt x="10780" y="8526"/>
                    <a:pt x="10780" y="8526"/>
                    <a:pt x="10780" y="8526"/>
                  </a:cubicBezTo>
                  <a:cubicBezTo>
                    <a:pt x="13923" y="8264"/>
                    <a:pt x="13923" y="8264"/>
                    <a:pt x="13923" y="8264"/>
                  </a:cubicBezTo>
                  <a:cubicBezTo>
                    <a:pt x="15196" y="8133"/>
                    <a:pt x="15036" y="8964"/>
                    <a:pt x="14122" y="9051"/>
                  </a:cubicBezTo>
                  <a:lnTo>
                    <a:pt x="10780" y="9445"/>
                  </a:lnTo>
                  <a:close/>
                </a:path>
              </a:pathLst>
            </a:custGeom>
            <a:solidFill>
              <a:srgbClr val="144973"/>
            </a:solidFill>
            <a:ln w="12700" cap="flat">
              <a:noFill/>
              <a:miter lim="400000"/>
            </a:ln>
            <a:effectLst/>
          </p:spPr>
          <p:txBody>
            <a:bodyPr wrap="square" lIns="45719" tIns="45719" rIns="45719" bIns="45719" numCol="1" anchor="t">
              <a:noAutofit/>
            </a:bodyPr>
            <a:lstStyle/>
            <a:p>
              <a:pPr algn="l" defTabSz="914400">
                <a:defRPr sz="1800">
                  <a:latin typeface="Calibri"/>
                  <a:ea typeface="Calibri"/>
                  <a:cs typeface="Calibri"/>
                  <a:sym typeface="Calibri"/>
                </a:defRPr>
              </a:pPr>
            </a:p>
          </p:txBody>
        </p:sp>
      </p:grpSp>
    </p:spTree>
  </p:cSld>
  <p:clrMapOvr>
    <a:masterClrMapping/>
  </p:clrMapOvr>
  <p:transition xmlns:p14="http://schemas.microsoft.com/office/powerpoint/2010/main" spd="med" advClick="1" p14:dur="1000"/>
</p:sld>
</file>

<file path=ppt/slides/slide20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pic>
        <p:nvPicPr>
          <p:cNvPr id="9460" name="pasted-image.pdf"/>
          <p:cNvPicPr>
            <a:picLocks noChangeAspect="1"/>
          </p:cNvPicPr>
          <p:nvPr/>
        </p:nvPicPr>
        <p:blipFill>
          <a:blip r:embed="rId2">
            <a:extLst/>
          </a:blip>
          <a:stretch>
            <a:fillRect/>
          </a:stretch>
        </p:blipFill>
        <p:spPr>
          <a:xfrm>
            <a:off x="9009612" y="4667249"/>
            <a:ext cx="16889898" cy="13716001"/>
          </a:xfrm>
          <a:prstGeom prst="rect">
            <a:avLst/>
          </a:prstGeom>
          <a:ln w="12700">
            <a:miter lim="400000"/>
          </a:ln>
        </p:spPr>
      </p:pic>
      <p:sp>
        <p:nvSpPr>
          <p:cNvPr id="9461" name="Shape 9461"/>
          <p:cNvSpPr/>
          <p:nvPr/>
        </p:nvSpPr>
        <p:spPr>
          <a:xfrm>
            <a:off x="493800" y="465712"/>
            <a:ext cx="703135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evitables</a:t>
            </a:r>
          </a:p>
        </p:txBody>
      </p:sp>
    </p:spTree>
  </p:cSld>
  <p:clrMapOvr>
    <a:masterClrMapping/>
  </p:clrMapOvr>
  <p:transition xmlns:p14="http://schemas.microsoft.com/office/powerpoint/2010/main" spd="med" advClick="1" p14:dur="1000"/>
</p:sld>
</file>

<file path=ppt/slides/slide20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463" name="Shape 9463"/>
          <p:cNvSpPr/>
          <p:nvPr/>
        </p:nvSpPr>
        <p:spPr>
          <a:xfrm>
            <a:off x="3297537" y="2630749"/>
            <a:ext cx="58420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7" y="0"/>
                </a:moveTo>
                <a:cubicBezTo>
                  <a:pt x="20463" y="0"/>
                  <a:pt x="20463" y="0"/>
                  <a:pt x="20463" y="0"/>
                </a:cubicBezTo>
                <a:cubicBezTo>
                  <a:pt x="21032" y="0"/>
                  <a:pt x="21600" y="2700"/>
                  <a:pt x="21600" y="5400"/>
                </a:cubicBezTo>
                <a:cubicBezTo>
                  <a:pt x="21600" y="16200"/>
                  <a:pt x="21600" y="16200"/>
                  <a:pt x="21600" y="16200"/>
                </a:cubicBezTo>
                <a:cubicBezTo>
                  <a:pt x="21600" y="18900"/>
                  <a:pt x="21032" y="21600"/>
                  <a:pt x="20463" y="21600"/>
                </a:cubicBezTo>
                <a:cubicBezTo>
                  <a:pt x="1137" y="21600"/>
                  <a:pt x="1137" y="21600"/>
                  <a:pt x="1137" y="21600"/>
                </a:cubicBezTo>
                <a:cubicBezTo>
                  <a:pt x="568" y="21600"/>
                  <a:pt x="0" y="18900"/>
                  <a:pt x="0" y="16200"/>
                </a:cubicBezTo>
                <a:cubicBezTo>
                  <a:pt x="0" y="5400"/>
                  <a:pt x="0" y="5400"/>
                  <a:pt x="0" y="5400"/>
                </a:cubicBezTo>
                <a:cubicBezTo>
                  <a:pt x="0" y="2700"/>
                  <a:pt x="568" y="0"/>
                  <a:pt x="1137"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64" name="Shape 9464"/>
          <p:cNvSpPr/>
          <p:nvPr/>
        </p:nvSpPr>
        <p:spPr>
          <a:xfrm>
            <a:off x="3297537" y="2878399"/>
            <a:ext cx="4635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 y="0"/>
                </a:moveTo>
                <a:cubicBezTo>
                  <a:pt x="20160" y="0"/>
                  <a:pt x="20160" y="0"/>
                  <a:pt x="20160" y="0"/>
                </a:cubicBezTo>
                <a:cubicBezTo>
                  <a:pt x="20880" y="0"/>
                  <a:pt x="21600" y="2700"/>
                  <a:pt x="21600" y="5400"/>
                </a:cubicBezTo>
                <a:cubicBezTo>
                  <a:pt x="21600" y="16200"/>
                  <a:pt x="21600" y="16200"/>
                  <a:pt x="21600" y="16200"/>
                </a:cubicBezTo>
                <a:cubicBezTo>
                  <a:pt x="21600" y="18900"/>
                  <a:pt x="20880" y="21600"/>
                  <a:pt x="20160" y="21600"/>
                </a:cubicBezTo>
                <a:cubicBezTo>
                  <a:pt x="1440" y="21600"/>
                  <a:pt x="1440" y="21600"/>
                  <a:pt x="1440" y="21600"/>
                </a:cubicBezTo>
                <a:cubicBezTo>
                  <a:pt x="720" y="21600"/>
                  <a:pt x="0" y="18900"/>
                  <a:pt x="0" y="16200"/>
                </a:cubicBezTo>
                <a:cubicBezTo>
                  <a:pt x="0" y="5400"/>
                  <a:pt x="0" y="5400"/>
                  <a:pt x="0" y="5400"/>
                </a:cubicBezTo>
                <a:cubicBezTo>
                  <a:pt x="0" y="2700"/>
                  <a:pt x="720" y="0"/>
                  <a:pt x="144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65" name="Shape 9465"/>
          <p:cNvSpPr/>
          <p:nvPr/>
        </p:nvSpPr>
        <p:spPr>
          <a:xfrm>
            <a:off x="3297537" y="3126049"/>
            <a:ext cx="555627"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0"/>
                </a:moveTo>
                <a:cubicBezTo>
                  <a:pt x="20400" y="0"/>
                  <a:pt x="20400" y="0"/>
                  <a:pt x="20400" y="0"/>
                </a:cubicBezTo>
                <a:cubicBezTo>
                  <a:pt x="21000" y="0"/>
                  <a:pt x="21600" y="2700"/>
                  <a:pt x="21600" y="5400"/>
                </a:cubicBezTo>
                <a:cubicBezTo>
                  <a:pt x="21600" y="16200"/>
                  <a:pt x="21600" y="16200"/>
                  <a:pt x="21600" y="16200"/>
                </a:cubicBezTo>
                <a:cubicBezTo>
                  <a:pt x="21600" y="18900"/>
                  <a:pt x="21000" y="21600"/>
                  <a:pt x="20400" y="21600"/>
                </a:cubicBezTo>
                <a:cubicBezTo>
                  <a:pt x="1200" y="21600"/>
                  <a:pt x="1200" y="21600"/>
                  <a:pt x="1200" y="21600"/>
                </a:cubicBezTo>
                <a:cubicBezTo>
                  <a:pt x="600" y="21600"/>
                  <a:pt x="0" y="18900"/>
                  <a:pt x="0" y="16200"/>
                </a:cubicBezTo>
                <a:cubicBezTo>
                  <a:pt x="0" y="5400"/>
                  <a:pt x="0" y="5400"/>
                  <a:pt x="0" y="5400"/>
                </a:cubicBezTo>
                <a:cubicBezTo>
                  <a:pt x="0" y="2700"/>
                  <a:pt x="600" y="0"/>
                  <a:pt x="12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66" name="Shape 9466"/>
          <p:cNvSpPr/>
          <p:nvPr/>
        </p:nvSpPr>
        <p:spPr>
          <a:xfrm>
            <a:off x="3081637" y="26307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67" name="Shape 9467"/>
          <p:cNvSpPr/>
          <p:nvPr/>
        </p:nvSpPr>
        <p:spPr>
          <a:xfrm>
            <a:off x="3081637" y="287839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68" name="Shape 9468"/>
          <p:cNvSpPr/>
          <p:nvPr/>
        </p:nvSpPr>
        <p:spPr>
          <a:xfrm>
            <a:off x="3081637" y="31260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69" name="Shape 9469"/>
          <p:cNvSpPr/>
          <p:nvPr/>
        </p:nvSpPr>
        <p:spPr>
          <a:xfrm>
            <a:off x="3159785" y="4758988"/>
            <a:ext cx="643805" cy="6181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21024"/>
                  <a:pt x="0" y="21024"/>
                  <a:pt x="0" y="21024"/>
                </a:cubicBezTo>
                <a:cubicBezTo>
                  <a:pt x="0" y="17568"/>
                  <a:pt x="6369" y="14832"/>
                  <a:pt x="8031" y="14400"/>
                </a:cubicBezTo>
                <a:cubicBezTo>
                  <a:pt x="8169" y="14256"/>
                  <a:pt x="8169" y="13968"/>
                  <a:pt x="8169" y="13680"/>
                </a:cubicBezTo>
                <a:cubicBezTo>
                  <a:pt x="7754" y="13248"/>
                  <a:pt x="6923" y="11952"/>
                  <a:pt x="6508" y="10368"/>
                </a:cubicBezTo>
                <a:cubicBezTo>
                  <a:pt x="6092" y="10080"/>
                  <a:pt x="5815" y="9792"/>
                  <a:pt x="5677" y="9216"/>
                </a:cubicBezTo>
                <a:cubicBezTo>
                  <a:pt x="5400" y="8352"/>
                  <a:pt x="5400" y="7344"/>
                  <a:pt x="5815" y="6624"/>
                </a:cubicBezTo>
                <a:cubicBezTo>
                  <a:pt x="5815" y="6624"/>
                  <a:pt x="5815" y="6624"/>
                  <a:pt x="5815" y="6624"/>
                </a:cubicBezTo>
                <a:cubicBezTo>
                  <a:pt x="5815" y="5616"/>
                  <a:pt x="5538" y="3168"/>
                  <a:pt x="6923" y="1440"/>
                </a:cubicBezTo>
                <a:cubicBezTo>
                  <a:pt x="7754" y="432"/>
                  <a:pt x="9138" y="0"/>
                  <a:pt x="10800" y="0"/>
                </a:cubicBezTo>
                <a:cubicBezTo>
                  <a:pt x="12462" y="0"/>
                  <a:pt x="13846" y="432"/>
                  <a:pt x="14677" y="1440"/>
                </a:cubicBezTo>
                <a:cubicBezTo>
                  <a:pt x="16062" y="3168"/>
                  <a:pt x="15785" y="5616"/>
                  <a:pt x="15785" y="6624"/>
                </a:cubicBezTo>
                <a:cubicBezTo>
                  <a:pt x="15785" y="6624"/>
                  <a:pt x="15785" y="6624"/>
                  <a:pt x="15785" y="6624"/>
                </a:cubicBezTo>
                <a:cubicBezTo>
                  <a:pt x="16200" y="7344"/>
                  <a:pt x="16200" y="8352"/>
                  <a:pt x="15923" y="9216"/>
                </a:cubicBezTo>
                <a:cubicBezTo>
                  <a:pt x="15785" y="9792"/>
                  <a:pt x="15508" y="10080"/>
                  <a:pt x="15092" y="10368"/>
                </a:cubicBezTo>
                <a:cubicBezTo>
                  <a:pt x="14677" y="11952"/>
                  <a:pt x="13846" y="13248"/>
                  <a:pt x="13431" y="13680"/>
                </a:cubicBezTo>
                <a:cubicBezTo>
                  <a:pt x="13431" y="13968"/>
                  <a:pt x="13431" y="14256"/>
                  <a:pt x="13569" y="14400"/>
                </a:cubicBezTo>
                <a:cubicBezTo>
                  <a:pt x="15231" y="14832"/>
                  <a:pt x="21600" y="17568"/>
                  <a:pt x="21600" y="21024"/>
                </a:cubicBezTo>
                <a:lnTo>
                  <a:pt x="21600" y="21600"/>
                </a:lnTo>
                <a:close/>
                <a:moveTo>
                  <a:pt x="1246" y="20448"/>
                </a:moveTo>
                <a:cubicBezTo>
                  <a:pt x="20354" y="20448"/>
                  <a:pt x="20354" y="20448"/>
                  <a:pt x="20354" y="20448"/>
                </a:cubicBezTo>
                <a:cubicBezTo>
                  <a:pt x="20077" y="19584"/>
                  <a:pt x="19108" y="18432"/>
                  <a:pt x="17446" y="17424"/>
                </a:cubicBezTo>
                <a:cubicBezTo>
                  <a:pt x="15785" y="16416"/>
                  <a:pt x="13985" y="15696"/>
                  <a:pt x="13292" y="15552"/>
                </a:cubicBezTo>
                <a:cubicBezTo>
                  <a:pt x="12323" y="15408"/>
                  <a:pt x="12323" y="13968"/>
                  <a:pt x="12323" y="13392"/>
                </a:cubicBezTo>
                <a:cubicBezTo>
                  <a:pt x="12323" y="13248"/>
                  <a:pt x="12323" y="13248"/>
                  <a:pt x="12323" y="13248"/>
                </a:cubicBezTo>
                <a:cubicBezTo>
                  <a:pt x="12462" y="12960"/>
                  <a:pt x="12462" y="12960"/>
                  <a:pt x="12462" y="12960"/>
                </a:cubicBezTo>
                <a:cubicBezTo>
                  <a:pt x="12462" y="12960"/>
                  <a:pt x="13846" y="11520"/>
                  <a:pt x="14123" y="9792"/>
                </a:cubicBezTo>
                <a:cubicBezTo>
                  <a:pt x="14123" y="9216"/>
                  <a:pt x="14123" y="9216"/>
                  <a:pt x="14123" y="9216"/>
                </a:cubicBezTo>
                <a:cubicBezTo>
                  <a:pt x="14677" y="9216"/>
                  <a:pt x="14677" y="9216"/>
                  <a:pt x="14677" y="9216"/>
                </a:cubicBezTo>
                <a:cubicBezTo>
                  <a:pt x="14677" y="9216"/>
                  <a:pt x="14815" y="9072"/>
                  <a:pt x="14954" y="8640"/>
                </a:cubicBezTo>
                <a:cubicBezTo>
                  <a:pt x="15092" y="8064"/>
                  <a:pt x="15092" y="7488"/>
                  <a:pt x="14815" y="7344"/>
                </a:cubicBezTo>
                <a:cubicBezTo>
                  <a:pt x="14538" y="7200"/>
                  <a:pt x="14538" y="7200"/>
                  <a:pt x="14538" y="7200"/>
                </a:cubicBezTo>
                <a:cubicBezTo>
                  <a:pt x="14677" y="6912"/>
                  <a:pt x="14677" y="6912"/>
                  <a:pt x="14677" y="6912"/>
                </a:cubicBezTo>
                <a:cubicBezTo>
                  <a:pt x="14677" y="6768"/>
                  <a:pt x="14677" y="6624"/>
                  <a:pt x="14677" y="6480"/>
                </a:cubicBezTo>
                <a:cubicBezTo>
                  <a:pt x="14677" y="5616"/>
                  <a:pt x="14954" y="3456"/>
                  <a:pt x="13846" y="2160"/>
                </a:cubicBezTo>
                <a:cubicBezTo>
                  <a:pt x="13154" y="1440"/>
                  <a:pt x="12185" y="1152"/>
                  <a:pt x="10800" y="1152"/>
                </a:cubicBezTo>
                <a:cubicBezTo>
                  <a:pt x="9415" y="1152"/>
                  <a:pt x="8446" y="1440"/>
                  <a:pt x="7754" y="2160"/>
                </a:cubicBezTo>
                <a:cubicBezTo>
                  <a:pt x="6646" y="3456"/>
                  <a:pt x="6923" y="5616"/>
                  <a:pt x="6923" y="6480"/>
                </a:cubicBezTo>
                <a:cubicBezTo>
                  <a:pt x="6923" y="6624"/>
                  <a:pt x="6923" y="6768"/>
                  <a:pt x="6923" y="6912"/>
                </a:cubicBezTo>
                <a:cubicBezTo>
                  <a:pt x="7062" y="7200"/>
                  <a:pt x="7062" y="7200"/>
                  <a:pt x="7062" y="7200"/>
                </a:cubicBezTo>
                <a:cubicBezTo>
                  <a:pt x="6785" y="7344"/>
                  <a:pt x="6785" y="7344"/>
                  <a:pt x="6785" y="7344"/>
                </a:cubicBezTo>
                <a:cubicBezTo>
                  <a:pt x="6508" y="7488"/>
                  <a:pt x="6508" y="8064"/>
                  <a:pt x="6646" y="8640"/>
                </a:cubicBezTo>
                <a:cubicBezTo>
                  <a:pt x="6785" y="9072"/>
                  <a:pt x="6923" y="9216"/>
                  <a:pt x="6923" y="9216"/>
                </a:cubicBezTo>
                <a:cubicBezTo>
                  <a:pt x="7477" y="9216"/>
                  <a:pt x="7477" y="9216"/>
                  <a:pt x="7477" y="9216"/>
                </a:cubicBezTo>
                <a:cubicBezTo>
                  <a:pt x="7477" y="9792"/>
                  <a:pt x="7477" y="9792"/>
                  <a:pt x="7477" y="9792"/>
                </a:cubicBezTo>
                <a:cubicBezTo>
                  <a:pt x="7754" y="11520"/>
                  <a:pt x="9138" y="12960"/>
                  <a:pt x="9138" y="12960"/>
                </a:cubicBezTo>
                <a:cubicBezTo>
                  <a:pt x="9277" y="13248"/>
                  <a:pt x="9277" y="13248"/>
                  <a:pt x="9277" y="13248"/>
                </a:cubicBezTo>
                <a:cubicBezTo>
                  <a:pt x="9277" y="13392"/>
                  <a:pt x="9277" y="13392"/>
                  <a:pt x="9277" y="13392"/>
                </a:cubicBezTo>
                <a:cubicBezTo>
                  <a:pt x="9277" y="13968"/>
                  <a:pt x="9277" y="15408"/>
                  <a:pt x="8308" y="15552"/>
                </a:cubicBezTo>
                <a:cubicBezTo>
                  <a:pt x="7615" y="15696"/>
                  <a:pt x="5815" y="16416"/>
                  <a:pt x="4154" y="17424"/>
                </a:cubicBezTo>
                <a:cubicBezTo>
                  <a:pt x="2492" y="18432"/>
                  <a:pt x="1523" y="19584"/>
                  <a:pt x="1246" y="2044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0" name="Shape 9470"/>
          <p:cNvSpPr/>
          <p:nvPr/>
        </p:nvSpPr>
        <p:spPr>
          <a:xfrm>
            <a:off x="3160359" y="6719241"/>
            <a:ext cx="637676" cy="637701"/>
          </a:xfrm>
          <a:custGeom>
            <a:avLst/>
            <a:gdLst/>
            <a:ahLst/>
            <a:cxnLst>
              <a:cxn ang="0">
                <a:pos x="wd2" y="hd2"/>
              </a:cxn>
              <a:cxn ang="5400000">
                <a:pos x="wd2" y="hd2"/>
              </a:cxn>
              <a:cxn ang="10800000">
                <a:pos x="wd2" y="hd2"/>
              </a:cxn>
              <a:cxn ang="16200000">
                <a:pos x="wd2" y="hd2"/>
              </a:cxn>
            </a:cxnLst>
            <a:rect l="0" t="0" r="r" b="b"/>
            <a:pathLst>
              <a:path w="21433" h="21600" fill="norm" stroke="1" extrusionOk="0">
                <a:moveTo>
                  <a:pt x="7467" y="21600"/>
                </a:moveTo>
                <a:cubicBezTo>
                  <a:pt x="7467" y="21600"/>
                  <a:pt x="7467" y="21600"/>
                  <a:pt x="7467" y="21600"/>
                </a:cubicBezTo>
                <a:cubicBezTo>
                  <a:pt x="7067" y="21600"/>
                  <a:pt x="6933" y="21466"/>
                  <a:pt x="6667" y="21198"/>
                </a:cubicBezTo>
                <a:cubicBezTo>
                  <a:pt x="4000" y="17575"/>
                  <a:pt x="4000" y="17575"/>
                  <a:pt x="4000" y="17575"/>
                </a:cubicBezTo>
                <a:cubicBezTo>
                  <a:pt x="400" y="14892"/>
                  <a:pt x="400" y="14892"/>
                  <a:pt x="400" y="14892"/>
                </a:cubicBezTo>
                <a:cubicBezTo>
                  <a:pt x="133" y="14758"/>
                  <a:pt x="0" y="14489"/>
                  <a:pt x="0" y="14087"/>
                </a:cubicBezTo>
                <a:cubicBezTo>
                  <a:pt x="0" y="13819"/>
                  <a:pt x="0" y="13550"/>
                  <a:pt x="267" y="13416"/>
                </a:cubicBezTo>
                <a:cubicBezTo>
                  <a:pt x="1733" y="11940"/>
                  <a:pt x="1733" y="11940"/>
                  <a:pt x="1733" y="11940"/>
                </a:cubicBezTo>
                <a:cubicBezTo>
                  <a:pt x="1867" y="11672"/>
                  <a:pt x="2133" y="11672"/>
                  <a:pt x="2400" y="11672"/>
                </a:cubicBezTo>
                <a:cubicBezTo>
                  <a:pt x="2400" y="11672"/>
                  <a:pt x="2533" y="11672"/>
                  <a:pt x="2667" y="11672"/>
                </a:cubicBezTo>
                <a:cubicBezTo>
                  <a:pt x="5200" y="12343"/>
                  <a:pt x="5200" y="12343"/>
                  <a:pt x="5200" y="12343"/>
                </a:cubicBezTo>
                <a:cubicBezTo>
                  <a:pt x="8267" y="9257"/>
                  <a:pt x="8267" y="9257"/>
                  <a:pt x="8267" y="9257"/>
                </a:cubicBezTo>
                <a:cubicBezTo>
                  <a:pt x="1467" y="5501"/>
                  <a:pt x="1467" y="5501"/>
                  <a:pt x="1467" y="5501"/>
                </a:cubicBezTo>
                <a:cubicBezTo>
                  <a:pt x="1200" y="5366"/>
                  <a:pt x="933" y="5098"/>
                  <a:pt x="933" y="4830"/>
                </a:cubicBezTo>
                <a:cubicBezTo>
                  <a:pt x="933" y="4427"/>
                  <a:pt x="933" y="4159"/>
                  <a:pt x="1200" y="3891"/>
                </a:cubicBezTo>
                <a:cubicBezTo>
                  <a:pt x="3067" y="2012"/>
                  <a:pt x="3067" y="2012"/>
                  <a:pt x="3067" y="2012"/>
                </a:cubicBezTo>
                <a:cubicBezTo>
                  <a:pt x="3333" y="1744"/>
                  <a:pt x="3733" y="1744"/>
                  <a:pt x="4000" y="1744"/>
                </a:cubicBezTo>
                <a:cubicBezTo>
                  <a:pt x="13467" y="4025"/>
                  <a:pt x="13467" y="4025"/>
                  <a:pt x="13467" y="4025"/>
                </a:cubicBezTo>
                <a:cubicBezTo>
                  <a:pt x="15467" y="1878"/>
                  <a:pt x="15467" y="1878"/>
                  <a:pt x="15467" y="1878"/>
                </a:cubicBezTo>
                <a:cubicBezTo>
                  <a:pt x="16667" y="805"/>
                  <a:pt x="18267" y="0"/>
                  <a:pt x="19467" y="0"/>
                </a:cubicBezTo>
                <a:cubicBezTo>
                  <a:pt x="20133" y="0"/>
                  <a:pt x="20533" y="134"/>
                  <a:pt x="20933" y="537"/>
                </a:cubicBezTo>
                <a:cubicBezTo>
                  <a:pt x="21467" y="1073"/>
                  <a:pt x="21600" y="2012"/>
                  <a:pt x="21200" y="3220"/>
                </a:cubicBezTo>
                <a:cubicBezTo>
                  <a:pt x="20933" y="4159"/>
                  <a:pt x="20267" y="5232"/>
                  <a:pt x="19600" y="5903"/>
                </a:cubicBezTo>
                <a:cubicBezTo>
                  <a:pt x="17467" y="8184"/>
                  <a:pt x="17467" y="8184"/>
                  <a:pt x="17467" y="8184"/>
                </a:cubicBezTo>
                <a:cubicBezTo>
                  <a:pt x="19733" y="17978"/>
                  <a:pt x="19733" y="17978"/>
                  <a:pt x="19733" y="17978"/>
                </a:cubicBezTo>
                <a:cubicBezTo>
                  <a:pt x="19733" y="18380"/>
                  <a:pt x="19600" y="18783"/>
                  <a:pt x="19333" y="19051"/>
                </a:cubicBezTo>
                <a:cubicBezTo>
                  <a:pt x="17467" y="20527"/>
                  <a:pt x="17467" y="20527"/>
                  <a:pt x="17467" y="20527"/>
                </a:cubicBezTo>
                <a:cubicBezTo>
                  <a:pt x="17333" y="20661"/>
                  <a:pt x="17067" y="20661"/>
                  <a:pt x="16800" y="20661"/>
                </a:cubicBezTo>
                <a:cubicBezTo>
                  <a:pt x="16800" y="20661"/>
                  <a:pt x="16667" y="20661"/>
                  <a:pt x="16533" y="20661"/>
                </a:cubicBezTo>
                <a:cubicBezTo>
                  <a:pt x="16267" y="20527"/>
                  <a:pt x="16000" y="20393"/>
                  <a:pt x="16000" y="20124"/>
                </a:cubicBezTo>
                <a:cubicBezTo>
                  <a:pt x="12267" y="13282"/>
                  <a:pt x="12267" y="13282"/>
                  <a:pt x="12267" y="13282"/>
                </a:cubicBezTo>
                <a:cubicBezTo>
                  <a:pt x="9200" y="16368"/>
                  <a:pt x="9200" y="16368"/>
                  <a:pt x="9200" y="16368"/>
                </a:cubicBezTo>
                <a:cubicBezTo>
                  <a:pt x="9867" y="18917"/>
                  <a:pt x="9867" y="18917"/>
                  <a:pt x="9867" y="18917"/>
                </a:cubicBezTo>
                <a:cubicBezTo>
                  <a:pt x="10000" y="19319"/>
                  <a:pt x="9867" y="19588"/>
                  <a:pt x="9600" y="19856"/>
                </a:cubicBezTo>
                <a:cubicBezTo>
                  <a:pt x="8267" y="21332"/>
                  <a:pt x="8267" y="21332"/>
                  <a:pt x="8267" y="21332"/>
                </a:cubicBezTo>
                <a:cubicBezTo>
                  <a:pt x="8000" y="21466"/>
                  <a:pt x="7733" y="21600"/>
                  <a:pt x="7467" y="21600"/>
                </a:cubicBezTo>
                <a:close/>
                <a:moveTo>
                  <a:pt x="1067" y="14087"/>
                </a:moveTo>
                <a:cubicBezTo>
                  <a:pt x="4800" y="16904"/>
                  <a:pt x="4800" y="16904"/>
                  <a:pt x="4800" y="16904"/>
                </a:cubicBezTo>
                <a:cubicBezTo>
                  <a:pt x="7467" y="20527"/>
                  <a:pt x="7467" y="20527"/>
                  <a:pt x="7467" y="20527"/>
                </a:cubicBezTo>
                <a:cubicBezTo>
                  <a:pt x="8800" y="19185"/>
                  <a:pt x="8800" y="19185"/>
                  <a:pt x="8800" y="19185"/>
                </a:cubicBezTo>
                <a:cubicBezTo>
                  <a:pt x="8000" y="16099"/>
                  <a:pt x="8000" y="16099"/>
                  <a:pt x="8000" y="16099"/>
                </a:cubicBezTo>
                <a:cubicBezTo>
                  <a:pt x="12533" y="11538"/>
                  <a:pt x="12533" y="11538"/>
                  <a:pt x="12533" y="11538"/>
                </a:cubicBezTo>
                <a:cubicBezTo>
                  <a:pt x="16800" y="19588"/>
                  <a:pt x="16800" y="19588"/>
                  <a:pt x="16800" y="19588"/>
                </a:cubicBezTo>
                <a:cubicBezTo>
                  <a:pt x="18667" y="18246"/>
                  <a:pt x="18667" y="18246"/>
                  <a:pt x="18667" y="18246"/>
                </a:cubicBezTo>
                <a:cubicBezTo>
                  <a:pt x="16267" y="7781"/>
                  <a:pt x="16267" y="7781"/>
                  <a:pt x="16267" y="7781"/>
                </a:cubicBezTo>
                <a:cubicBezTo>
                  <a:pt x="18800" y="5232"/>
                  <a:pt x="18800" y="5232"/>
                  <a:pt x="18800" y="5232"/>
                </a:cubicBezTo>
                <a:cubicBezTo>
                  <a:pt x="19467" y="4561"/>
                  <a:pt x="20000" y="3757"/>
                  <a:pt x="20267" y="2952"/>
                </a:cubicBezTo>
                <a:cubicBezTo>
                  <a:pt x="20533" y="2147"/>
                  <a:pt x="20400" y="1610"/>
                  <a:pt x="20133" y="1342"/>
                </a:cubicBezTo>
                <a:cubicBezTo>
                  <a:pt x="20000" y="1073"/>
                  <a:pt x="19867" y="1073"/>
                  <a:pt x="19467" y="1073"/>
                </a:cubicBezTo>
                <a:cubicBezTo>
                  <a:pt x="18533" y="1073"/>
                  <a:pt x="17200" y="1744"/>
                  <a:pt x="16267" y="2683"/>
                </a:cubicBezTo>
                <a:cubicBezTo>
                  <a:pt x="13733" y="5232"/>
                  <a:pt x="13733" y="5232"/>
                  <a:pt x="13733" y="5232"/>
                </a:cubicBezTo>
                <a:cubicBezTo>
                  <a:pt x="3733" y="2817"/>
                  <a:pt x="3733" y="2817"/>
                  <a:pt x="3733" y="2817"/>
                </a:cubicBezTo>
                <a:cubicBezTo>
                  <a:pt x="2000" y="4696"/>
                  <a:pt x="2000" y="4696"/>
                  <a:pt x="2000" y="4696"/>
                </a:cubicBezTo>
                <a:cubicBezTo>
                  <a:pt x="10000" y="8989"/>
                  <a:pt x="10000" y="8989"/>
                  <a:pt x="10000" y="8989"/>
                </a:cubicBezTo>
                <a:cubicBezTo>
                  <a:pt x="5467" y="13550"/>
                  <a:pt x="5467" y="13550"/>
                  <a:pt x="5467" y="13550"/>
                </a:cubicBezTo>
                <a:cubicBezTo>
                  <a:pt x="2400" y="12745"/>
                  <a:pt x="2400" y="12745"/>
                  <a:pt x="2400" y="12745"/>
                </a:cubicBezTo>
                <a:lnTo>
                  <a:pt x="1067" y="140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1" name="Shape 9471"/>
          <p:cNvSpPr/>
          <p:nvPr/>
        </p:nvSpPr>
        <p:spPr>
          <a:xfrm>
            <a:off x="3205886" y="8786930"/>
            <a:ext cx="554828" cy="243348"/>
          </a:xfrm>
          <a:custGeom>
            <a:avLst/>
            <a:gdLst/>
            <a:ahLst/>
            <a:cxnLst>
              <a:cxn ang="0">
                <a:pos x="wd2" y="hd2"/>
              </a:cxn>
              <a:cxn ang="5400000">
                <a:pos x="wd2" y="hd2"/>
              </a:cxn>
              <a:cxn ang="10800000">
                <a:pos x="wd2" y="hd2"/>
              </a:cxn>
              <a:cxn ang="16200000">
                <a:pos x="wd2" y="hd2"/>
              </a:cxn>
            </a:cxnLst>
            <a:rect l="0" t="0" r="r" b="b"/>
            <a:pathLst>
              <a:path w="21475" h="21600" fill="norm" stroke="1" extrusionOk="0">
                <a:moveTo>
                  <a:pt x="10759" y="3086"/>
                </a:moveTo>
                <a:cubicBezTo>
                  <a:pt x="20135" y="11571"/>
                  <a:pt x="20135" y="11571"/>
                  <a:pt x="20135" y="11571"/>
                </a:cubicBezTo>
                <a:cubicBezTo>
                  <a:pt x="10759" y="18514"/>
                  <a:pt x="10759" y="18514"/>
                  <a:pt x="10759" y="18514"/>
                </a:cubicBezTo>
                <a:cubicBezTo>
                  <a:pt x="1382" y="11571"/>
                  <a:pt x="1382" y="11571"/>
                  <a:pt x="1382" y="11571"/>
                </a:cubicBezTo>
                <a:cubicBezTo>
                  <a:pt x="10759" y="3086"/>
                  <a:pt x="10759" y="3086"/>
                  <a:pt x="10759" y="3086"/>
                </a:cubicBezTo>
                <a:moveTo>
                  <a:pt x="10759" y="0"/>
                </a:moveTo>
                <a:cubicBezTo>
                  <a:pt x="10591" y="0"/>
                  <a:pt x="10424" y="0"/>
                  <a:pt x="10256" y="0"/>
                </a:cubicBezTo>
                <a:cubicBezTo>
                  <a:pt x="880" y="8486"/>
                  <a:pt x="880" y="8486"/>
                  <a:pt x="880" y="8486"/>
                </a:cubicBezTo>
                <a:cubicBezTo>
                  <a:pt x="210" y="9257"/>
                  <a:pt x="-125" y="10414"/>
                  <a:pt x="42" y="11571"/>
                </a:cubicBezTo>
                <a:cubicBezTo>
                  <a:pt x="42" y="13114"/>
                  <a:pt x="377" y="13886"/>
                  <a:pt x="880" y="14657"/>
                </a:cubicBezTo>
                <a:cubicBezTo>
                  <a:pt x="10256" y="21600"/>
                  <a:pt x="10256" y="21600"/>
                  <a:pt x="10256" y="21600"/>
                </a:cubicBezTo>
                <a:cubicBezTo>
                  <a:pt x="10424" y="21600"/>
                  <a:pt x="10591" y="21600"/>
                  <a:pt x="10759" y="21600"/>
                </a:cubicBezTo>
                <a:cubicBezTo>
                  <a:pt x="10759" y="21600"/>
                  <a:pt x="10926" y="21600"/>
                  <a:pt x="11094" y="21600"/>
                </a:cubicBezTo>
                <a:cubicBezTo>
                  <a:pt x="20470" y="14657"/>
                  <a:pt x="20470" y="14657"/>
                  <a:pt x="20470" y="14657"/>
                </a:cubicBezTo>
                <a:cubicBezTo>
                  <a:pt x="20973" y="13886"/>
                  <a:pt x="21308" y="13114"/>
                  <a:pt x="21475" y="11571"/>
                </a:cubicBezTo>
                <a:cubicBezTo>
                  <a:pt x="21475" y="10414"/>
                  <a:pt x="21140" y="9257"/>
                  <a:pt x="20470" y="8486"/>
                </a:cubicBezTo>
                <a:cubicBezTo>
                  <a:pt x="11094" y="0"/>
                  <a:pt x="11094" y="0"/>
                  <a:pt x="11094" y="0"/>
                </a:cubicBezTo>
                <a:cubicBezTo>
                  <a:pt x="11094" y="0"/>
                  <a:pt x="10926" y="0"/>
                  <a:pt x="10759"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2" name="Shape 9472"/>
          <p:cNvSpPr/>
          <p:nvPr/>
        </p:nvSpPr>
        <p:spPr>
          <a:xfrm>
            <a:off x="3205291" y="8976752"/>
            <a:ext cx="552794" cy="123053"/>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3" name="Shape 9473"/>
          <p:cNvSpPr/>
          <p:nvPr/>
        </p:nvSpPr>
        <p:spPr>
          <a:xfrm>
            <a:off x="3205291" y="9046279"/>
            <a:ext cx="552794" cy="123054"/>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4" name="Shape 9474"/>
          <p:cNvSpPr/>
          <p:nvPr/>
        </p:nvSpPr>
        <p:spPr>
          <a:xfrm>
            <a:off x="3370182" y="11028308"/>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500" y="21600"/>
                  <a:pt x="0" y="17100"/>
                  <a:pt x="0" y="10800"/>
                </a:cubicBezTo>
                <a:cubicBezTo>
                  <a:pt x="0" y="4500"/>
                  <a:pt x="4500" y="0"/>
                  <a:pt x="10800" y="0"/>
                </a:cubicBezTo>
                <a:cubicBezTo>
                  <a:pt x="17100" y="0"/>
                  <a:pt x="21600" y="4500"/>
                  <a:pt x="21600" y="10800"/>
                </a:cubicBezTo>
                <a:cubicBezTo>
                  <a:pt x="21600" y="17100"/>
                  <a:pt x="17100" y="21600"/>
                  <a:pt x="10800" y="21600"/>
                </a:cubicBezTo>
                <a:close/>
                <a:moveTo>
                  <a:pt x="10800" y="7200"/>
                </a:moveTo>
                <a:cubicBezTo>
                  <a:pt x="9000" y="7200"/>
                  <a:pt x="7200" y="9000"/>
                  <a:pt x="7200" y="10800"/>
                </a:cubicBezTo>
                <a:cubicBezTo>
                  <a:pt x="7200" y="12600"/>
                  <a:pt x="9000" y="14400"/>
                  <a:pt x="10800" y="14400"/>
                </a:cubicBezTo>
                <a:cubicBezTo>
                  <a:pt x="12600" y="14400"/>
                  <a:pt x="14400" y="12600"/>
                  <a:pt x="14400" y="10800"/>
                </a:cubicBezTo>
                <a:cubicBezTo>
                  <a:pt x="14400" y="9000"/>
                  <a:pt x="12600" y="7200"/>
                  <a:pt x="10800" y="72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5" name="Shape 9475"/>
          <p:cNvSpPr/>
          <p:nvPr/>
        </p:nvSpPr>
        <p:spPr>
          <a:xfrm>
            <a:off x="3556665" y="11028308"/>
            <a:ext cx="111507"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600" y="7200"/>
                  <a:pt x="14400" y="9000"/>
                  <a:pt x="14400" y="10800"/>
                </a:cubicBezTo>
                <a:cubicBezTo>
                  <a:pt x="14400" y="12600"/>
                  <a:pt x="12600" y="14400"/>
                  <a:pt x="10800" y="14400"/>
                </a:cubicBezTo>
                <a:cubicBezTo>
                  <a:pt x="9000" y="14400"/>
                  <a:pt x="7200" y="12600"/>
                  <a:pt x="7200" y="10800"/>
                </a:cubicBezTo>
                <a:cubicBezTo>
                  <a:pt x="7200" y="9000"/>
                  <a:pt x="9000" y="7200"/>
                  <a:pt x="10800" y="7200"/>
                </a:cubicBezTo>
                <a:moveTo>
                  <a:pt x="10800" y="0"/>
                </a:moveTo>
                <a:cubicBezTo>
                  <a:pt x="4500" y="0"/>
                  <a:pt x="0" y="4500"/>
                  <a:pt x="0" y="10800"/>
                </a:cubicBezTo>
                <a:cubicBezTo>
                  <a:pt x="0" y="17100"/>
                  <a:pt x="4500" y="21600"/>
                  <a:pt x="10800" y="21600"/>
                </a:cubicBezTo>
                <a:cubicBezTo>
                  <a:pt x="17100" y="21600"/>
                  <a:pt x="21600" y="17100"/>
                  <a:pt x="21600" y="10800"/>
                </a:cubicBezTo>
                <a:cubicBezTo>
                  <a:pt x="21600" y="4500"/>
                  <a:pt x="17100" y="0"/>
                  <a:pt x="108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6" name="Shape 9476"/>
          <p:cNvSpPr/>
          <p:nvPr/>
        </p:nvSpPr>
        <p:spPr>
          <a:xfrm>
            <a:off x="3212537" y="10699561"/>
            <a:ext cx="501775" cy="2999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00" y="18900"/>
                </a:moveTo>
                <a:cubicBezTo>
                  <a:pt x="5200" y="0"/>
                  <a:pt x="5200" y="0"/>
                  <a:pt x="5200" y="0"/>
                </a:cubicBezTo>
                <a:cubicBezTo>
                  <a:pt x="3200" y="0"/>
                  <a:pt x="3200" y="0"/>
                  <a:pt x="3200" y="0"/>
                </a:cubicBezTo>
                <a:cubicBezTo>
                  <a:pt x="800" y="0"/>
                  <a:pt x="800" y="0"/>
                  <a:pt x="800" y="0"/>
                </a:cubicBezTo>
                <a:cubicBezTo>
                  <a:pt x="800" y="0"/>
                  <a:pt x="800" y="0"/>
                  <a:pt x="800" y="0"/>
                </a:cubicBezTo>
                <a:cubicBezTo>
                  <a:pt x="400" y="0"/>
                  <a:pt x="0" y="675"/>
                  <a:pt x="0" y="1350"/>
                </a:cubicBezTo>
                <a:cubicBezTo>
                  <a:pt x="0" y="2025"/>
                  <a:pt x="400" y="2700"/>
                  <a:pt x="800" y="2700"/>
                </a:cubicBezTo>
                <a:cubicBezTo>
                  <a:pt x="800" y="2700"/>
                  <a:pt x="800" y="2700"/>
                  <a:pt x="800" y="2700"/>
                </a:cubicBezTo>
                <a:cubicBezTo>
                  <a:pt x="3800" y="2700"/>
                  <a:pt x="3800" y="2700"/>
                  <a:pt x="3800" y="2700"/>
                </a:cubicBezTo>
                <a:cubicBezTo>
                  <a:pt x="6000" y="21600"/>
                  <a:pt x="6000" y="21600"/>
                  <a:pt x="6000" y="21600"/>
                </a:cubicBezTo>
                <a:cubicBezTo>
                  <a:pt x="8400" y="21600"/>
                  <a:pt x="8400" y="21600"/>
                  <a:pt x="84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1200" y="21600"/>
                  <a:pt x="21600" y="20925"/>
                  <a:pt x="21600" y="20250"/>
                </a:cubicBezTo>
                <a:cubicBezTo>
                  <a:pt x="21600" y="19575"/>
                  <a:pt x="21200" y="18900"/>
                  <a:pt x="20800" y="18900"/>
                </a:cubicBezTo>
                <a:lnTo>
                  <a:pt x="7400" y="189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477" name="Shape 9477"/>
          <p:cNvSpPr/>
          <p:nvPr/>
        </p:nvSpPr>
        <p:spPr>
          <a:xfrm>
            <a:off x="3379795" y="10738011"/>
            <a:ext cx="371045" cy="1864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0" y="17280"/>
                </a:moveTo>
                <a:cubicBezTo>
                  <a:pt x="3240" y="17280"/>
                  <a:pt x="3240" y="17280"/>
                  <a:pt x="3240" y="17280"/>
                </a:cubicBezTo>
                <a:cubicBezTo>
                  <a:pt x="2700" y="17280"/>
                  <a:pt x="2160" y="18360"/>
                  <a:pt x="2160" y="19440"/>
                </a:cubicBezTo>
                <a:cubicBezTo>
                  <a:pt x="2160" y="20520"/>
                  <a:pt x="2700" y="21600"/>
                  <a:pt x="3240" y="21600"/>
                </a:cubicBezTo>
                <a:cubicBezTo>
                  <a:pt x="18360" y="21600"/>
                  <a:pt x="18360" y="21600"/>
                  <a:pt x="18360" y="21600"/>
                </a:cubicBezTo>
                <a:cubicBezTo>
                  <a:pt x="18900" y="21600"/>
                  <a:pt x="19440" y="20520"/>
                  <a:pt x="19440" y="19440"/>
                </a:cubicBezTo>
                <a:cubicBezTo>
                  <a:pt x="19440" y="18360"/>
                  <a:pt x="18900" y="17280"/>
                  <a:pt x="18360" y="17280"/>
                </a:cubicBezTo>
                <a:close/>
                <a:moveTo>
                  <a:pt x="19440" y="8640"/>
                </a:moveTo>
                <a:cubicBezTo>
                  <a:pt x="2160" y="8640"/>
                  <a:pt x="2160" y="8640"/>
                  <a:pt x="2160" y="8640"/>
                </a:cubicBezTo>
                <a:cubicBezTo>
                  <a:pt x="1620" y="8640"/>
                  <a:pt x="1080" y="9720"/>
                  <a:pt x="1080" y="10800"/>
                </a:cubicBezTo>
                <a:cubicBezTo>
                  <a:pt x="1080" y="11880"/>
                  <a:pt x="1620" y="12960"/>
                  <a:pt x="2160" y="12960"/>
                </a:cubicBezTo>
                <a:cubicBezTo>
                  <a:pt x="19440" y="12960"/>
                  <a:pt x="19440" y="12960"/>
                  <a:pt x="19440" y="12960"/>
                </a:cubicBezTo>
                <a:cubicBezTo>
                  <a:pt x="19980" y="12960"/>
                  <a:pt x="20520" y="11880"/>
                  <a:pt x="20520" y="10800"/>
                </a:cubicBezTo>
                <a:cubicBezTo>
                  <a:pt x="20520" y="9720"/>
                  <a:pt x="19980" y="8640"/>
                  <a:pt x="19440" y="8640"/>
                </a:cubicBezTo>
                <a:close/>
                <a:moveTo>
                  <a:pt x="20520" y="0"/>
                </a:moveTo>
                <a:cubicBezTo>
                  <a:pt x="1080" y="0"/>
                  <a:pt x="1080" y="0"/>
                  <a:pt x="1080" y="0"/>
                </a:cubicBezTo>
                <a:cubicBezTo>
                  <a:pt x="540" y="0"/>
                  <a:pt x="0" y="1080"/>
                  <a:pt x="0" y="2160"/>
                </a:cubicBezTo>
                <a:cubicBezTo>
                  <a:pt x="0" y="3240"/>
                  <a:pt x="540" y="4320"/>
                  <a:pt x="1080" y="4320"/>
                </a:cubicBezTo>
                <a:cubicBezTo>
                  <a:pt x="20520" y="4320"/>
                  <a:pt x="20520" y="4320"/>
                  <a:pt x="20520" y="4320"/>
                </a:cubicBezTo>
                <a:cubicBezTo>
                  <a:pt x="21060" y="4320"/>
                  <a:pt x="21600" y="3240"/>
                  <a:pt x="21600" y="2160"/>
                </a:cubicBezTo>
                <a:cubicBezTo>
                  <a:pt x="21600" y="1080"/>
                  <a:pt x="21060" y="0"/>
                  <a:pt x="2052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9490" name="Group 9490"/>
          <p:cNvGrpSpPr/>
          <p:nvPr/>
        </p:nvGrpSpPr>
        <p:grpSpPr>
          <a:xfrm>
            <a:off x="2255837" y="4719637"/>
            <a:ext cx="2806702" cy="4533901"/>
            <a:chOff x="0" y="0"/>
            <a:chExt cx="2806700" cy="4533899"/>
          </a:xfrm>
        </p:grpSpPr>
        <p:sp>
          <p:nvSpPr>
            <p:cNvPr id="9478" name="Shape 9478"/>
            <p:cNvSpPr/>
            <p:nvPr/>
          </p:nvSpPr>
          <p:spPr>
            <a:xfrm>
              <a:off x="84" y="0"/>
              <a:ext cx="2805029" cy="3530600"/>
            </a:xfrm>
            <a:custGeom>
              <a:avLst/>
              <a:gdLst/>
              <a:ahLst/>
              <a:cxnLst>
                <a:cxn ang="0">
                  <a:pos x="wd2" y="hd2"/>
                </a:cxn>
                <a:cxn ang="5400000">
                  <a:pos x="wd2" y="hd2"/>
                </a:cxn>
                <a:cxn ang="10800000">
                  <a:pos x="wd2" y="hd2"/>
                </a:cxn>
                <a:cxn ang="16200000">
                  <a:pos x="wd2" y="hd2"/>
                </a:cxn>
              </a:cxnLst>
              <a:rect l="0" t="0" r="r" b="b"/>
              <a:pathLst>
                <a:path w="21382" h="21600" fill="norm" stroke="1" extrusionOk="0">
                  <a:moveTo>
                    <a:pt x="21382" y="6490"/>
                  </a:moveTo>
                  <a:cubicBezTo>
                    <a:pt x="21382" y="2906"/>
                    <a:pt x="16599" y="0"/>
                    <a:pt x="10700" y="0"/>
                  </a:cubicBezTo>
                  <a:cubicBezTo>
                    <a:pt x="4800" y="0"/>
                    <a:pt x="17" y="2906"/>
                    <a:pt x="17" y="6490"/>
                  </a:cubicBezTo>
                  <a:cubicBezTo>
                    <a:pt x="17" y="6578"/>
                    <a:pt x="21" y="6665"/>
                    <a:pt x="27" y="6751"/>
                  </a:cubicBezTo>
                  <a:lnTo>
                    <a:pt x="6" y="6750"/>
                  </a:lnTo>
                  <a:cubicBezTo>
                    <a:pt x="6" y="6750"/>
                    <a:pt x="-218" y="9657"/>
                    <a:pt x="1993" y="14175"/>
                  </a:cubicBezTo>
                  <a:cubicBezTo>
                    <a:pt x="4203" y="18692"/>
                    <a:pt x="7791" y="21600"/>
                    <a:pt x="7791" y="21600"/>
                  </a:cubicBezTo>
                  <a:lnTo>
                    <a:pt x="8391" y="21600"/>
                  </a:lnTo>
                  <a:lnTo>
                    <a:pt x="12420" y="21600"/>
                  </a:lnTo>
                  <a:lnTo>
                    <a:pt x="13233" y="21600"/>
                  </a:lnTo>
                  <a:cubicBezTo>
                    <a:pt x="13233" y="21600"/>
                    <a:pt x="16967" y="18692"/>
                    <a:pt x="19271" y="14175"/>
                  </a:cubicBezTo>
                  <a:cubicBezTo>
                    <a:pt x="21154" y="10483"/>
                    <a:pt x="21339" y="7865"/>
                    <a:pt x="21344" y="7029"/>
                  </a:cubicBezTo>
                  <a:cubicBezTo>
                    <a:pt x="21369" y="6849"/>
                    <a:pt x="21382" y="6674"/>
                    <a:pt x="21382" y="6490"/>
                  </a:cubicBezTo>
                  <a:close/>
                </a:path>
              </a:pathLst>
            </a:custGeom>
            <a:solidFill>
              <a:srgbClr val="3AC7E1"/>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79" name="Shape 9479"/>
            <p:cNvSpPr/>
            <p:nvPr/>
          </p:nvSpPr>
          <p:spPr>
            <a:xfrm>
              <a:off x="1655111" y="355600"/>
              <a:ext cx="1151590" cy="31765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959" y="0"/>
                  </a:moveTo>
                  <a:cubicBezTo>
                    <a:pt x="15029" y="305"/>
                    <a:pt x="15066" y="614"/>
                    <a:pt x="15066" y="927"/>
                  </a:cubicBezTo>
                  <a:cubicBezTo>
                    <a:pt x="15066" y="1178"/>
                    <a:pt x="15042" y="1418"/>
                    <a:pt x="14996" y="1664"/>
                  </a:cubicBezTo>
                  <a:cubicBezTo>
                    <a:pt x="14987" y="2808"/>
                    <a:pt x="14644" y="6390"/>
                    <a:pt x="11163" y="11441"/>
                  </a:cubicBezTo>
                  <a:cubicBezTo>
                    <a:pt x="6904" y="17622"/>
                    <a:pt x="0" y="21600"/>
                    <a:pt x="0" y="21600"/>
                  </a:cubicBezTo>
                  <a:lnTo>
                    <a:pt x="1569" y="21600"/>
                  </a:lnTo>
                  <a:cubicBezTo>
                    <a:pt x="1569" y="21600"/>
                    <a:pt x="10749" y="18366"/>
                    <a:pt x="16411" y="13343"/>
                  </a:cubicBezTo>
                  <a:cubicBezTo>
                    <a:pt x="21039" y="9237"/>
                    <a:pt x="21495" y="6326"/>
                    <a:pt x="21507" y="5396"/>
                  </a:cubicBezTo>
                  <a:cubicBezTo>
                    <a:pt x="21568" y="5196"/>
                    <a:pt x="21600" y="5001"/>
                    <a:pt x="21600" y="4797"/>
                  </a:cubicBezTo>
                  <a:cubicBezTo>
                    <a:pt x="21600" y="2955"/>
                    <a:pt x="19089" y="1275"/>
                    <a:pt x="14959" y="0"/>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0" name="Shape 9480"/>
            <p:cNvSpPr/>
            <p:nvPr/>
          </p:nvSpPr>
          <p:spPr>
            <a:xfrm>
              <a:off x="953027" y="0"/>
              <a:ext cx="894281" cy="3530600"/>
            </a:xfrm>
            <a:custGeom>
              <a:avLst/>
              <a:gdLst/>
              <a:ahLst/>
              <a:cxnLst>
                <a:cxn ang="0">
                  <a:pos x="wd2" y="hd2"/>
                </a:cxn>
                <a:cxn ang="5400000">
                  <a:pos x="wd2" y="hd2"/>
                </a:cxn>
                <a:cxn ang="10800000">
                  <a:pos x="wd2" y="hd2"/>
                </a:cxn>
                <a:cxn ang="16200000">
                  <a:pos x="wd2" y="hd2"/>
                </a:cxn>
              </a:cxnLst>
              <a:rect l="0" t="0" r="r" b="b"/>
              <a:pathLst>
                <a:path w="21383" h="21600" fill="norm" stroke="1" extrusionOk="0">
                  <a:moveTo>
                    <a:pt x="21383" y="3838"/>
                  </a:moveTo>
                  <a:cubicBezTo>
                    <a:pt x="21383" y="2544"/>
                    <a:pt x="20931" y="1325"/>
                    <a:pt x="20135" y="257"/>
                  </a:cubicBezTo>
                  <a:cubicBezTo>
                    <a:pt x="17163" y="90"/>
                    <a:pt x="14022" y="0"/>
                    <a:pt x="10771" y="0"/>
                  </a:cubicBezTo>
                  <a:cubicBezTo>
                    <a:pt x="7467" y="0"/>
                    <a:pt x="4275" y="93"/>
                    <a:pt x="1260" y="266"/>
                  </a:cubicBezTo>
                  <a:cubicBezTo>
                    <a:pt x="468" y="1332"/>
                    <a:pt x="18" y="2547"/>
                    <a:pt x="18" y="3838"/>
                  </a:cubicBezTo>
                  <a:cubicBezTo>
                    <a:pt x="18" y="3941"/>
                    <a:pt x="6" y="4143"/>
                    <a:pt x="6" y="4143"/>
                  </a:cubicBezTo>
                  <a:cubicBezTo>
                    <a:pt x="6" y="4143"/>
                    <a:pt x="-217" y="7561"/>
                    <a:pt x="1994" y="12871"/>
                  </a:cubicBezTo>
                  <a:cubicBezTo>
                    <a:pt x="4204" y="18182"/>
                    <a:pt x="7792" y="21600"/>
                    <a:pt x="7792" y="21600"/>
                  </a:cubicBezTo>
                  <a:lnTo>
                    <a:pt x="8392" y="21600"/>
                  </a:lnTo>
                  <a:lnTo>
                    <a:pt x="12421" y="21600"/>
                  </a:lnTo>
                  <a:lnTo>
                    <a:pt x="13233" y="21600"/>
                  </a:lnTo>
                  <a:cubicBezTo>
                    <a:pt x="13233" y="21600"/>
                    <a:pt x="16968" y="18182"/>
                    <a:pt x="19272" y="12871"/>
                  </a:cubicBezTo>
                  <a:cubicBezTo>
                    <a:pt x="21155" y="8531"/>
                    <a:pt x="21383" y="4053"/>
                    <a:pt x="21383" y="3838"/>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1" name="Shape 9481"/>
            <p:cNvSpPr/>
            <p:nvPr/>
          </p:nvSpPr>
          <p:spPr>
            <a:xfrm>
              <a:off x="0" y="355600"/>
              <a:ext cx="1151589" cy="31765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641" y="0"/>
                  </a:moveTo>
                  <a:cubicBezTo>
                    <a:pt x="6571" y="305"/>
                    <a:pt x="6534" y="614"/>
                    <a:pt x="6534" y="927"/>
                  </a:cubicBezTo>
                  <a:cubicBezTo>
                    <a:pt x="6534" y="1178"/>
                    <a:pt x="6558" y="1418"/>
                    <a:pt x="6604" y="1664"/>
                  </a:cubicBezTo>
                  <a:cubicBezTo>
                    <a:pt x="6613" y="2808"/>
                    <a:pt x="6956" y="6390"/>
                    <a:pt x="10437" y="11441"/>
                  </a:cubicBezTo>
                  <a:cubicBezTo>
                    <a:pt x="14696" y="17622"/>
                    <a:pt x="21600" y="21600"/>
                    <a:pt x="21600" y="21600"/>
                  </a:cubicBezTo>
                  <a:lnTo>
                    <a:pt x="20031" y="21600"/>
                  </a:lnTo>
                  <a:cubicBezTo>
                    <a:pt x="20031" y="21600"/>
                    <a:pt x="10851" y="18366"/>
                    <a:pt x="5189" y="13343"/>
                  </a:cubicBezTo>
                  <a:cubicBezTo>
                    <a:pt x="561" y="9237"/>
                    <a:pt x="105" y="6326"/>
                    <a:pt x="93" y="5396"/>
                  </a:cubicBezTo>
                  <a:cubicBezTo>
                    <a:pt x="32" y="5196"/>
                    <a:pt x="0" y="5001"/>
                    <a:pt x="0" y="4797"/>
                  </a:cubicBezTo>
                  <a:cubicBezTo>
                    <a:pt x="0" y="2955"/>
                    <a:pt x="2511" y="1275"/>
                    <a:pt x="6641" y="0"/>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2" name="Shape 9482"/>
            <p:cNvSpPr/>
            <p:nvPr/>
          </p:nvSpPr>
          <p:spPr>
            <a:xfrm>
              <a:off x="1021339" y="3506787"/>
              <a:ext cx="722723" cy="47626"/>
            </a:xfrm>
            <a:prstGeom prst="ellipse">
              <a:avLst/>
            </a:prstGeom>
            <a:solidFill>
              <a:srgbClr val="35404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3" name="Shape 9483"/>
            <p:cNvSpPr/>
            <p:nvPr/>
          </p:nvSpPr>
          <p:spPr>
            <a:xfrm>
              <a:off x="1048342" y="3914774"/>
              <a:ext cx="710016" cy="61912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7949"/>
                  </a:lnTo>
                  <a:cubicBezTo>
                    <a:pt x="0" y="19965"/>
                    <a:pt x="1576" y="21600"/>
                    <a:pt x="3521" y="21600"/>
                  </a:cubicBezTo>
                  <a:lnTo>
                    <a:pt x="18191" y="21600"/>
                  </a:lnTo>
                  <a:cubicBezTo>
                    <a:pt x="20136" y="21600"/>
                    <a:pt x="21600" y="19965"/>
                    <a:pt x="21600" y="17949"/>
                  </a:cubicBezTo>
                  <a:lnTo>
                    <a:pt x="21600" y="0"/>
                  </a:lnTo>
                  <a:lnTo>
                    <a:pt x="0" y="0"/>
                  </a:lnTo>
                  <a:close/>
                </a:path>
              </a:pathLst>
            </a:custGeom>
            <a:solidFill>
              <a:srgbClr val="FFF9B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4" name="Shape 9484"/>
            <p:cNvSpPr/>
            <p:nvPr/>
          </p:nvSpPr>
          <p:spPr>
            <a:xfrm flipV="1">
              <a:off x="1051519" y="3532187"/>
              <a:ext cx="1" cy="392113"/>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5" name="Shape 9485"/>
            <p:cNvSpPr/>
            <p:nvPr/>
          </p:nvSpPr>
          <p:spPr>
            <a:xfrm>
              <a:off x="1389848" y="3532187"/>
              <a:ext cx="1" cy="392112"/>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6" name="Shape 9486"/>
            <p:cNvSpPr/>
            <p:nvPr/>
          </p:nvSpPr>
          <p:spPr>
            <a:xfrm flipV="1">
              <a:off x="1745650" y="3532187"/>
              <a:ext cx="1" cy="392113"/>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7" name="Shape 9487"/>
            <p:cNvSpPr/>
            <p:nvPr/>
          </p:nvSpPr>
          <p:spPr>
            <a:xfrm>
              <a:off x="1394613" y="3906837"/>
              <a:ext cx="374859" cy="344482"/>
            </a:xfrm>
            <a:custGeom>
              <a:avLst/>
              <a:gdLst/>
              <a:ahLst/>
              <a:cxnLst>
                <a:cxn ang="0">
                  <a:pos x="wd2" y="hd2"/>
                </a:cxn>
                <a:cxn ang="5400000">
                  <a:pos x="wd2" y="hd2"/>
                </a:cxn>
                <a:cxn ang="10800000">
                  <a:pos x="wd2" y="hd2"/>
                </a:cxn>
                <a:cxn ang="16200000">
                  <a:pos x="wd2" y="hd2"/>
                </a:cxn>
              </a:cxnLst>
              <a:rect l="0" t="0" r="r" b="b"/>
              <a:pathLst>
                <a:path w="18622" h="20960" fill="norm" stroke="1" extrusionOk="0">
                  <a:moveTo>
                    <a:pt x="0" y="0"/>
                  </a:moveTo>
                  <a:cubicBezTo>
                    <a:pt x="0" y="0"/>
                    <a:pt x="215" y="21600"/>
                    <a:pt x="10908" y="20945"/>
                  </a:cubicBezTo>
                  <a:cubicBezTo>
                    <a:pt x="21600" y="20290"/>
                    <a:pt x="18060" y="0"/>
                    <a:pt x="18060" y="0"/>
                  </a:cubicBezTo>
                </a:path>
              </a:pathLst>
            </a:cu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8" name="Shape 9488"/>
            <p:cNvSpPr/>
            <p:nvPr/>
          </p:nvSpPr>
          <p:spPr>
            <a:xfrm>
              <a:off x="1030874" y="3906837"/>
              <a:ext cx="374859" cy="344482"/>
            </a:xfrm>
            <a:custGeom>
              <a:avLst/>
              <a:gdLst/>
              <a:ahLst/>
              <a:cxnLst>
                <a:cxn ang="0">
                  <a:pos x="wd2" y="hd2"/>
                </a:cxn>
                <a:cxn ang="5400000">
                  <a:pos x="wd2" y="hd2"/>
                </a:cxn>
                <a:cxn ang="10800000">
                  <a:pos x="wd2" y="hd2"/>
                </a:cxn>
                <a:cxn ang="16200000">
                  <a:pos x="wd2" y="hd2"/>
                </a:cxn>
              </a:cxnLst>
              <a:rect l="0" t="0" r="r" b="b"/>
              <a:pathLst>
                <a:path w="18622" h="20960" fill="norm" stroke="1" extrusionOk="0">
                  <a:moveTo>
                    <a:pt x="18622" y="0"/>
                  </a:moveTo>
                  <a:cubicBezTo>
                    <a:pt x="18622" y="0"/>
                    <a:pt x="18407" y="21600"/>
                    <a:pt x="7714" y="20945"/>
                  </a:cubicBezTo>
                  <a:cubicBezTo>
                    <a:pt x="-2978" y="20290"/>
                    <a:pt x="562" y="0"/>
                    <a:pt x="562" y="0"/>
                  </a:cubicBezTo>
                </a:path>
              </a:pathLst>
            </a:cu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89" name="Shape 9489"/>
            <p:cNvSpPr/>
            <p:nvPr/>
          </p:nvSpPr>
          <p:spPr>
            <a:xfrm>
              <a:off x="1048342" y="4402137"/>
              <a:ext cx="710016" cy="1317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4320"/>
                  </a:lnTo>
                  <a:cubicBezTo>
                    <a:pt x="0" y="13863"/>
                    <a:pt x="1576" y="21600"/>
                    <a:pt x="3521" y="21600"/>
                  </a:cubicBezTo>
                  <a:lnTo>
                    <a:pt x="18191" y="21600"/>
                  </a:lnTo>
                  <a:cubicBezTo>
                    <a:pt x="20136" y="21600"/>
                    <a:pt x="21600" y="13863"/>
                    <a:pt x="21600" y="4320"/>
                  </a:cubicBezTo>
                  <a:lnTo>
                    <a:pt x="21600" y="0"/>
                  </a:lnTo>
                  <a:lnTo>
                    <a:pt x="0" y="0"/>
                  </a:lnTo>
                  <a:close/>
                </a:path>
              </a:pathLst>
            </a:custGeom>
            <a:solidFill>
              <a:srgbClr val="E2C4AA"/>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503" name="Group 9503"/>
          <p:cNvGrpSpPr/>
          <p:nvPr/>
        </p:nvGrpSpPr>
        <p:grpSpPr>
          <a:xfrm>
            <a:off x="7907337" y="5603875"/>
            <a:ext cx="2374901" cy="3644900"/>
            <a:chOff x="0" y="0"/>
            <a:chExt cx="2374900" cy="3644899"/>
          </a:xfrm>
        </p:grpSpPr>
        <p:sp>
          <p:nvSpPr>
            <p:cNvPr id="9491" name="Shape 9491"/>
            <p:cNvSpPr/>
            <p:nvPr/>
          </p:nvSpPr>
          <p:spPr>
            <a:xfrm>
              <a:off x="71" y="0"/>
              <a:ext cx="2371654" cy="2839688"/>
            </a:xfrm>
            <a:custGeom>
              <a:avLst/>
              <a:gdLst/>
              <a:ahLst/>
              <a:cxnLst>
                <a:cxn ang="0">
                  <a:pos x="wd2" y="hd2"/>
                </a:cxn>
                <a:cxn ang="5400000">
                  <a:pos x="wd2" y="hd2"/>
                </a:cxn>
                <a:cxn ang="10800000">
                  <a:pos x="wd2" y="hd2"/>
                </a:cxn>
                <a:cxn ang="16200000">
                  <a:pos x="wd2" y="hd2"/>
                </a:cxn>
              </a:cxnLst>
              <a:rect l="0" t="0" r="r" b="b"/>
              <a:pathLst>
                <a:path w="21382" h="21600" fill="norm" stroke="1" extrusionOk="0">
                  <a:moveTo>
                    <a:pt x="21382" y="6490"/>
                  </a:moveTo>
                  <a:cubicBezTo>
                    <a:pt x="21382" y="2906"/>
                    <a:pt x="16599" y="0"/>
                    <a:pt x="10700" y="0"/>
                  </a:cubicBezTo>
                  <a:cubicBezTo>
                    <a:pt x="4800" y="0"/>
                    <a:pt x="17" y="2906"/>
                    <a:pt x="17" y="6490"/>
                  </a:cubicBezTo>
                  <a:cubicBezTo>
                    <a:pt x="17" y="6578"/>
                    <a:pt x="21" y="6665"/>
                    <a:pt x="27" y="6751"/>
                  </a:cubicBezTo>
                  <a:lnTo>
                    <a:pt x="6" y="6750"/>
                  </a:lnTo>
                  <a:cubicBezTo>
                    <a:pt x="6" y="6750"/>
                    <a:pt x="-218" y="9657"/>
                    <a:pt x="1993" y="14175"/>
                  </a:cubicBezTo>
                  <a:cubicBezTo>
                    <a:pt x="4203" y="18692"/>
                    <a:pt x="7791" y="21600"/>
                    <a:pt x="7791" y="21600"/>
                  </a:cubicBezTo>
                  <a:lnTo>
                    <a:pt x="8391" y="21600"/>
                  </a:lnTo>
                  <a:lnTo>
                    <a:pt x="12420" y="21600"/>
                  </a:lnTo>
                  <a:lnTo>
                    <a:pt x="13233" y="21600"/>
                  </a:lnTo>
                  <a:cubicBezTo>
                    <a:pt x="13233" y="21600"/>
                    <a:pt x="16967" y="18692"/>
                    <a:pt x="19271" y="14175"/>
                  </a:cubicBezTo>
                  <a:cubicBezTo>
                    <a:pt x="21154" y="10483"/>
                    <a:pt x="21339" y="7865"/>
                    <a:pt x="21344" y="7029"/>
                  </a:cubicBezTo>
                  <a:cubicBezTo>
                    <a:pt x="21369" y="6849"/>
                    <a:pt x="21382" y="6674"/>
                    <a:pt x="21382" y="6490"/>
                  </a:cubicBezTo>
                  <a:close/>
                </a:path>
              </a:pathLst>
            </a:custGeom>
            <a:solidFill>
              <a:srgbClr val="E42E6D"/>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2" name="Shape 9492"/>
            <p:cNvSpPr/>
            <p:nvPr/>
          </p:nvSpPr>
          <p:spPr>
            <a:xfrm>
              <a:off x="1398587" y="285874"/>
              <a:ext cx="976313" cy="25554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959" y="0"/>
                  </a:moveTo>
                  <a:cubicBezTo>
                    <a:pt x="15029" y="305"/>
                    <a:pt x="15066" y="614"/>
                    <a:pt x="15066" y="927"/>
                  </a:cubicBezTo>
                  <a:cubicBezTo>
                    <a:pt x="15066" y="1178"/>
                    <a:pt x="15042" y="1418"/>
                    <a:pt x="14996" y="1664"/>
                  </a:cubicBezTo>
                  <a:cubicBezTo>
                    <a:pt x="14987" y="2808"/>
                    <a:pt x="14644" y="6390"/>
                    <a:pt x="11163" y="11441"/>
                  </a:cubicBezTo>
                  <a:cubicBezTo>
                    <a:pt x="6904" y="17622"/>
                    <a:pt x="0" y="21600"/>
                    <a:pt x="0" y="21600"/>
                  </a:cubicBezTo>
                  <a:lnTo>
                    <a:pt x="1569" y="21600"/>
                  </a:lnTo>
                  <a:cubicBezTo>
                    <a:pt x="1569" y="21600"/>
                    <a:pt x="10749" y="18366"/>
                    <a:pt x="16411" y="13343"/>
                  </a:cubicBezTo>
                  <a:cubicBezTo>
                    <a:pt x="21039" y="9237"/>
                    <a:pt x="21495" y="6326"/>
                    <a:pt x="21507" y="5396"/>
                  </a:cubicBezTo>
                  <a:cubicBezTo>
                    <a:pt x="21568" y="5196"/>
                    <a:pt x="21600" y="5001"/>
                    <a:pt x="21600" y="4797"/>
                  </a:cubicBezTo>
                  <a:cubicBezTo>
                    <a:pt x="21600" y="2955"/>
                    <a:pt x="19089" y="1275"/>
                    <a:pt x="14959" y="0"/>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3" name="Shape 9493"/>
            <p:cNvSpPr/>
            <p:nvPr/>
          </p:nvSpPr>
          <p:spPr>
            <a:xfrm>
              <a:off x="804853" y="0"/>
              <a:ext cx="757248" cy="2839688"/>
            </a:xfrm>
            <a:custGeom>
              <a:avLst/>
              <a:gdLst/>
              <a:ahLst/>
              <a:cxnLst>
                <a:cxn ang="0">
                  <a:pos x="wd2" y="hd2"/>
                </a:cxn>
                <a:cxn ang="5400000">
                  <a:pos x="wd2" y="hd2"/>
                </a:cxn>
                <a:cxn ang="10800000">
                  <a:pos x="wd2" y="hd2"/>
                </a:cxn>
                <a:cxn ang="16200000">
                  <a:pos x="wd2" y="hd2"/>
                </a:cxn>
              </a:cxnLst>
              <a:rect l="0" t="0" r="r" b="b"/>
              <a:pathLst>
                <a:path w="21383" h="21600" fill="norm" stroke="1" extrusionOk="0">
                  <a:moveTo>
                    <a:pt x="21383" y="3838"/>
                  </a:moveTo>
                  <a:cubicBezTo>
                    <a:pt x="21383" y="2544"/>
                    <a:pt x="20931" y="1325"/>
                    <a:pt x="20135" y="257"/>
                  </a:cubicBezTo>
                  <a:cubicBezTo>
                    <a:pt x="17163" y="90"/>
                    <a:pt x="14022" y="0"/>
                    <a:pt x="10771" y="0"/>
                  </a:cubicBezTo>
                  <a:cubicBezTo>
                    <a:pt x="7467" y="0"/>
                    <a:pt x="4275" y="93"/>
                    <a:pt x="1260" y="266"/>
                  </a:cubicBezTo>
                  <a:cubicBezTo>
                    <a:pt x="468" y="1332"/>
                    <a:pt x="18" y="2547"/>
                    <a:pt x="18" y="3838"/>
                  </a:cubicBezTo>
                  <a:cubicBezTo>
                    <a:pt x="18" y="3941"/>
                    <a:pt x="6" y="4143"/>
                    <a:pt x="6" y="4143"/>
                  </a:cubicBezTo>
                  <a:cubicBezTo>
                    <a:pt x="6" y="4143"/>
                    <a:pt x="-217" y="7561"/>
                    <a:pt x="1994" y="12871"/>
                  </a:cubicBezTo>
                  <a:cubicBezTo>
                    <a:pt x="4204" y="18182"/>
                    <a:pt x="7792" y="21600"/>
                    <a:pt x="7792" y="21600"/>
                  </a:cubicBezTo>
                  <a:lnTo>
                    <a:pt x="8392" y="21600"/>
                  </a:lnTo>
                  <a:lnTo>
                    <a:pt x="12421" y="21600"/>
                  </a:lnTo>
                  <a:lnTo>
                    <a:pt x="13233" y="21600"/>
                  </a:lnTo>
                  <a:cubicBezTo>
                    <a:pt x="13233" y="21600"/>
                    <a:pt x="16968" y="18182"/>
                    <a:pt x="19272" y="12871"/>
                  </a:cubicBezTo>
                  <a:cubicBezTo>
                    <a:pt x="21155" y="8531"/>
                    <a:pt x="21383" y="4053"/>
                    <a:pt x="21383" y="3838"/>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4" name="Shape 9494"/>
            <p:cNvSpPr/>
            <p:nvPr/>
          </p:nvSpPr>
          <p:spPr>
            <a:xfrm>
              <a:off x="0" y="285874"/>
              <a:ext cx="974725" cy="25554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641" y="0"/>
                  </a:moveTo>
                  <a:cubicBezTo>
                    <a:pt x="6570" y="305"/>
                    <a:pt x="6534" y="614"/>
                    <a:pt x="6534" y="927"/>
                  </a:cubicBezTo>
                  <a:cubicBezTo>
                    <a:pt x="6534" y="1178"/>
                    <a:pt x="6558" y="1418"/>
                    <a:pt x="6604" y="1664"/>
                  </a:cubicBezTo>
                  <a:cubicBezTo>
                    <a:pt x="6613" y="2808"/>
                    <a:pt x="6956" y="6390"/>
                    <a:pt x="10437" y="11441"/>
                  </a:cubicBezTo>
                  <a:cubicBezTo>
                    <a:pt x="14696" y="17622"/>
                    <a:pt x="21600" y="21600"/>
                    <a:pt x="21600" y="21600"/>
                  </a:cubicBezTo>
                  <a:lnTo>
                    <a:pt x="20031" y="21600"/>
                  </a:lnTo>
                  <a:cubicBezTo>
                    <a:pt x="20031" y="21600"/>
                    <a:pt x="10851" y="18366"/>
                    <a:pt x="5189" y="13343"/>
                  </a:cubicBezTo>
                  <a:cubicBezTo>
                    <a:pt x="561" y="9237"/>
                    <a:pt x="105" y="6326"/>
                    <a:pt x="93" y="5396"/>
                  </a:cubicBezTo>
                  <a:cubicBezTo>
                    <a:pt x="32" y="5196"/>
                    <a:pt x="0" y="5001"/>
                    <a:pt x="0" y="4797"/>
                  </a:cubicBezTo>
                  <a:cubicBezTo>
                    <a:pt x="0" y="2955"/>
                    <a:pt x="2511" y="1275"/>
                    <a:pt x="6641" y="0"/>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5" name="Shape 9495"/>
            <p:cNvSpPr/>
            <p:nvPr/>
          </p:nvSpPr>
          <p:spPr>
            <a:xfrm>
              <a:off x="863600" y="2819040"/>
              <a:ext cx="611188" cy="39706"/>
            </a:xfrm>
            <a:prstGeom prst="ellipse">
              <a:avLst/>
            </a:prstGeom>
            <a:solidFill>
              <a:srgbClr val="35404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6" name="Shape 9496"/>
            <p:cNvSpPr/>
            <p:nvPr/>
          </p:nvSpPr>
          <p:spPr>
            <a:xfrm>
              <a:off x="885825" y="3149383"/>
              <a:ext cx="601663" cy="4955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7949"/>
                  </a:lnTo>
                  <a:cubicBezTo>
                    <a:pt x="0" y="19965"/>
                    <a:pt x="1576" y="21600"/>
                    <a:pt x="3521" y="21600"/>
                  </a:cubicBezTo>
                  <a:lnTo>
                    <a:pt x="18191" y="21600"/>
                  </a:lnTo>
                  <a:cubicBezTo>
                    <a:pt x="20136" y="21600"/>
                    <a:pt x="21600" y="19965"/>
                    <a:pt x="21600" y="17949"/>
                  </a:cubicBezTo>
                  <a:lnTo>
                    <a:pt x="21600" y="0"/>
                  </a:lnTo>
                  <a:lnTo>
                    <a:pt x="0" y="0"/>
                  </a:lnTo>
                  <a:close/>
                </a:path>
              </a:pathLst>
            </a:custGeom>
            <a:solidFill>
              <a:srgbClr val="FFF9B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7" name="Shape 9497"/>
            <p:cNvSpPr/>
            <p:nvPr/>
          </p:nvSpPr>
          <p:spPr>
            <a:xfrm flipV="1">
              <a:off x="889000" y="2841275"/>
              <a:ext cx="0" cy="314462"/>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8" name="Shape 9498"/>
            <p:cNvSpPr/>
            <p:nvPr/>
          </p:nvSpPr>
          <p:spPr>
            <a:xfrm flipH="1">
              <a:off x="1174750" y="2841274"/>
              <a:ext cx="1588" cy="314462"/>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499" name="Shape 9499"/>
            <p:cNvSpPr/>
            <p:nvPr/>
          </p:nvSpPr>
          <p:spPr>
            <a:xfrm flipV="1">
              <a:off x="1476375" y="2841275"/>
              <a:ext cx="0" cy="314462"/>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0" name="Shape 9500"/>
            <p:cNvSpPr/>
            <p:nvPr/>
          </p:nvSpPr>
          <p:spPr>
            <a:xfrm>
              <a:off x="1179512" y="3141442"/>
              <a:ext cx="315910" cy="276341"/>
            </a:xfrm>
            <a:custGeom>
              <a:avLst/>
              <a:gdLst/>
              <a:ahLst/>
              <a:cxnLst>
                <a:cxn ang="0">
                  <a:pos x="wd2" y="hd2"/>
                </a:cxn>
                <a:cxn ang="5400000">
                  <a:pos x="wd2" y="hd2"/>
                </a:cxn>
                <a:cxn ang="10800000">
                  <a:pos x="wd2" y="hd2"/>
                </a:cxn>
                <a:cxn ang="16200000">
                  <a:pos x="wd2" y="hd2"/>
                </a:cxn>
              </a:cxnLst>
              <a:rect l="0" t="0" r="r" b="b"/>
              <a:pathLst>
                <a:path w="18622" h="20960" fill="norm" stroke="1" extrusionOk="0">
                  <a:moveTo>
                    <a:pt x="0" y="0"/>
                  </a:moveTo>
                  <a:cubicBezTo>
                    <a:pt x="0" y="0"/>
                    <a:pt x="215" y="21600"/>
                    <a:pt x="10908" y="20945"/>
                  </a:cubicBezTo>
                  <a:cubicBezTo>
                    <a:pt x="21600" y="20290"/>
                    <a:pt x="18060" y="0"/>
                    <a:pt x="18060" y="0"/>
                  </a:cubicBezTo>
                </a:path>
              </a:pathLst>
            </a:cu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1" name="Shape 9501"/>
            <p:cNvSpPr/>
            <p:nvPr/>
          </p:nvSpPr>
          <p:spPr>
            <a:xfrm>
              <a:off x="871540" y="3141442"/>
              <a:ext cx="317498" cy="276341"/>
            </a:xfrm>
            <a:custGeom>
              <a:avLst/>
              <a:gdLst/>
              <a:ahLst/>
              <a:cxnLst>
                <a:cxn ang="0">
                  <a:pos x="wd2" y="hd2"/>
                </a:cxn>
                <a:cxn ang="5400000">
                  <a:pos x="wd2" y="hd2"/>
                </a:cxn>
                <a:cxn ang="10800000">
                  <a:pos x="wd2" y="hd2"/>
                </a:cxn>
                <a:cxn ang="16200000">
                  <a:pos x="wd2" y="hd2"/>
                </a:cxn>
              </a:cxnLst>
              <a:rect l="0" t="0" r="r" b="b"/>
              <a:pathLst>
                <a:path w="18622" h="20960" fill="norm" stroke="1" extrusionOk="0">
                  <a:moveTo>
                    <a:pt x="18622" y="0"/>
                  </a:moveTo>
                  <a:cubicBezTo>
                    <a:pt x="18622" y="0"/>
                    <a:pt x="18407" y="21600"/>
                    <a:pt x="7714" y="20945"/>
                  </a:cubicBezTo>
                  <a:cubicBezTo>
                    <a:pt x="-2978" y="20290"/>
                    <a:pt x="562" y="0"/>
                    <a:pt x="562" y="0"/>
                  </a:cubicBezTo>
                </a:path>
              </a:pathLst>
            </a:cu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2" name="Shape 9502"/>
            <p:cNvSpPr/>
            <p:nvPr/>
          </p:nvSpPr>
          <p:spPr>
            <a:xfrm>
              <a:off x="885825" y="3540079"/>
              <a:ext cx="601663" cy="10482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4320"/>
                  </a:lnTo>
                  <a:cubicBezTo>
                    <a:pt x="0" y="13863"/>
                    <a:pt x="1576" y="21600"/>
                    <a:pt x="3521" y="21600"/>
                  </a:cubicBezTo>
                  <a:lnTo>
                    <a:pt x="18191" y="21600"/>
                  </a:lnTo>
                  <a:cubicBezTo>
                    <a:pt x="20136" y="21600"/>
                    <a:pt x="21600" y="13863"/>
                    <a:pt x="21600" y="4320"/>
                  </a:cubicBezTo>
                  <a:lnTo>
                    <a:pt x="21600" y="0"/>
                  </a:lnTo>
                  <a:lnTo>
                    <a:pt x="0" y="0"/>
                  </a:lnTo>
                  <a:close/>
                </a:path>
              </a:pathLst>
            </a:custGeom>
            <a:solidFill>
              <a:srgbClr val="E2C4AA"/>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516" name="Group 9516"/>
          <p:cNvGrpSpPr/>
          <p:nvPr/>
        </p:nvGrpSpPr>
        <p:grpSpPr>
          <a:xfrm>
            <a:off x="3856037" y="2111375"/>
            <a:ext cx="4991102" cy="7620001"/>
            <a:chOff x="0" y="0"/>
            <a:chExt cx="4991100" cy="7620000"/>
          </a:xfrm>
        </p:grpSpPr>
        <p:sp>
          <p:nvSpPr>
            <p:cNvPr id="9504" name="Shape 9504"/>
            <p:cNvSpPr/>
            <p:nvPr/>
          </p:nvSpPr>
          <p:spPr>
            <a:xfrm>
              <a:off x="149" y="0"/>
              <a:ext cx="4986188" cy="5935663"/>
            </a:xfrm>
            <a:custGeom>
              <a:avLst/>
              <a:gdLst/>
              <a:ahLst/>
              <a:cxnLst>
                <a:cxn ang="0">
                  <a:pos x="wd2" y="hd2"/>
                </a:cxn>
                <a:cxn ang="5400000">
                  <a:pos x="wd2" y="hd2"/>
                </a:cxn>
                <a:cxn ang="10800000">
                  <a:pos x="wd2" y="hd2"/>
                </a:cxn>
                <a:cxn ang="16200000">
                  <a:pos x="wd2" y="hd2"/>
                </a:cxn>
              </a:cxnLst>
              <a:rect l="0" t="0" r="r" b="b"/>
              <a:pathLst>
                <a:path w="21382" h="21600" fill="norm" stroke="1" extrusionOk="0">
                  <a:moveTo>
                    <a:pt x="21382" y="6490"/>
                  </a:moveTo>
                  <a:cubicBezTo>
                    <a:pt x="21382" y="2906"/>
                    <a:pt x="16599" y="0"/>
                    <a:pt x="10700" y="0"/>
                  </a:cubicBezTo>
                  <a:cubicBezTo>
                    <a:pt x="4800" y="0"/>
                    <a:pt x="17" y="2906"/>
                    <a:pt x="17" y="6490"/>
                  </a:cubicBezTo>
                  <a:cubicBezTo>
                    <a:pt x="17" y="6578"/>
                    <a:pt x="21" y="6665"/>
                    <a:pt x="27" y="6751"/>
                  </a:cubicBezTo>
                  <a:lnTo>
                    <a:pt x="6" y="6750"/>
                  </a:lnTo>
                  <a:cubicBezTo>
                    <a:pt x="6" y="6750"/>
                    <a:pt x="-218" y="9657"/>
                    <a:pt x="1993" y="14175"/>
                  </a:cubicBezTo>
                  <a:cubicBezTo>
                    <a:pt x="4203" y="18692"/>
                    <a:pt x="7791" y="21600"/>
                    <a:pt x="7791" y="21600"/>
                  </a:cubicBezTo>
                  <a:lnTo>
                    <a:pt x="8391" y="21600"/>
                  </a:lnTo>
                  <a:lnTo>
                    <a:pt x="12420" y="21600"/>
                  </a:lnTo>
                  <a:lnTo>
                    <a:pt x="13233" y="21600"/>
                  </a:lnTo>
                  <a:cubicBezTo>
                    <a:pt x="13233" y="21600"/>
                    <a:pt x="16967" y="18692"/>
                    <a:pt x="19271" y="14175"/>
                  </a:cubicBezTo>
                  <a:cubicBezTo>
                    <a:pt x="21154" y="10483"/>
                    <a:pt x="21339" y="7865"/>
                    <a:pt x="21344" y="7029"/>
                  </a:cubicBezTo>
                  <a:cubicBezTo>
                    <a:pt x="21369" y="6849"/>
                    <a:pt x="21382" y="6674"/>
                    <a:pt x="21382" y="6490"/>
                  </a:cubicBezTo>
                  <a:close/>
                </a:path>
              </a:pathLst>
            </a:custGeom>
            <a:solidFill>
              <a:srgbClr val="2E69AA"/>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5" name="Shape 9505"/>
            <p:cNvSpPr/>
            <p:nvPr/>
          </p:nvSpPr>
          <p:spPr>
            <a:xfrm>
              <a:off x="2942573" y="598487"/>
              <a:ext cx="2048528" cy="53387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959" y="0"/>
                  </a:moveTo>
                  <a:cubicBezTo>
                    <a:pt x="15029" y="305"/>
                    <a:pt x="15066" y="614"/>
                    <a:pt x="15066" y="927"/>
                  </a:cubicBezTo>
                  <a:cubicBezTo>
                    <a:pt x="15066" y="1178"/>
                    <a:pt x="15042" y="1418"/>
                    <a:pt x="14996" y="1664"/>
                  </a:cubicBezTo>
                  <a:cubicBezTo>
                    <a:pt x="14987" y="2808"/>
                    <a:pt x="14644" y="6390"/>
                    <a:pt x="11163" y="11441"/>
                  </a:cubicBezTo>
                  <a:cubicBezTo>
                    <a:pt x="6904" y="17622"/>
                    <a:pt x="0" y="21600"/>
                    <a:pt x="0" y="21600"/>
                  </a:cubicBezTo>
                  <a:lnTo>
                    <a:pt x="1569" y="21600"/>
                  </a:lnTo>
                  <a:cubicBezTo>
                    <a:pt x="1569" y="21600"/>
                    <a:pt x="10749" y="18366"/>
                    <a:pt x="16411" y="13343"/>
                  </a:cubicBezTo>
                  <a:cubicBezTo>
                    <a:pt x="21039" y="9237"/>
                    <a:pt x="21495" y="6326"/>
                    <a:pt x="21507" y="5396"/>
                  </a:cubicBezTo>
                  <a:cubicBezTo>
                    <a:pt x="21568" y="5196"/>
                    <a:pt x="21600" y="5001"/>
                    <a:pt x="21600" y="4797"/>
                  </a:cubicBezTo>
                  <a:cubicBezTo>
                    <a:pt x="21600" y="2955"/>
                    <a:pt x="19089" y="1275"/>
                    <a:pt x="14959" y="0"/>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6" name="Shape 9506"/>
            <p:cNvSpPr/>
            <p:nvPr/>
          </p:nvSpPr>
          <p:spPr>
            <a:xfrm>
              <a:off x="1694381" y="0"/>
              <a:ext cx="1589615" cy="5935663"/>
            </a:xfrm>
            <a:custGeom>
              <a:avLst/>
              <a:gdLst/>
              <a:ahLst/>
              <a:cxnLst>
                <a:cxn ang="0">
                  <a:pos x="wd2" y="hd2"/>
                </a:cxn>
                <a:cxn ang="5400000">
                  <a:pos x="wd2" y="hd2"/>
                </a:cxn>
                <a:cxn ang="10800000">
                  <a:pos x="wd2" y="hd2"/>
                </a:cxn>
                <a:cxn ang="16200000">
                  <a:pos x="wd2" y="hd2"/>
                </a:cxn>
              </a:cxnLst>
              <a:rect l="0" t="0" r="r" b="b"/>
              <a:pathLst>
                <a:path w="21383" h="21600" fill="norm" stroke="1" extrusionOk="0">
                  <a:moveTo>
                    <a:pt x="21383" y="3838"/>
                  </a:moveTo>
                  <a:cubicBezTo>
                    <a:pt x="21383" y="2544"/>
                    <a:pt x="20931" y="1325"/>
                    <a:pt x="20135" y="257"/>
                  </a:cubicBezTo>
                  <a:cubicBezTo>
                    <a:pt x="17163" y="90"/>
                    <a:pt x="14022" y="0"/>
                    <a:pt x="10771" y="0"/>
                  </a:cubicBezTo>
                  <a:cubicBezTo>
                    <a:pt x="7467" y="0"/>
                    <a:pt x="4275" y="93"/>
                    <a:pt x="1260" y="266"/>
                  </a:cubicBezTo>
                  <a:cubicBezTo>
                    <a:pt x="468" y="1332"/>
                    <a:pt x="18" y="2547"/>
                    <a:pt x="18" y="3838"/>
                  </a:cubicBezTo>
                  <a:cubicBezTo>
                    <a:pt x="18" y="3941"/>
                    <a:pt x="6" y="4143"/>
                    <a:pt x="6" y="4143"/>
                  </a:cubicBezTo>
                  <a:cubicBezTo>
                    <a:pt x="6" y="4143"/>
                    <a:pt x="-217" y="7561"/>
                    <a:pt x="1994" y="12871"/>
                  </a:cubicBezTo>
                  <a:cubicBezTo>
                    <a:pt x="4204" y="18182"/>
                    <a:pt x="7792" y="21600"/>
                    <a:pt x="7792" y="21600"/>
                  </a:cubicBezTo>
                  <a:lnTo>
                    <a:pt x="8392" y="21600"/>
                  </a:lnTo>
                  <a:lnTo>
                    <a:pt x="12421" y="21600"/>
                  </a:lnTo>
                  <a:lnTo>
                    <a:pt x="13233" y="21600"/>
                  </a:lnTo>
                  <a:cubicBezTo>
                    <a:pt x="13233" y="21600"/>
                    <a:pt x="16968" y="18182"/>
                    <a:pt x="19272" y="12871"/>
                  </a:cubicBezTo>
                  <a:cubicBezTo>
                    <a:pt x="21155" y="8531"/>
                    <a:pt x="21383" y="4053"/>
                    <a:pt x="21383" y="3838"/>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7" name="Shape 9507"/>
            <p:cNvSpPr/>
            <p:nvPr/>
          </p:nvSpPr>
          <p:spPr>
            <a:xfrm>
              <a:off x="0" y="598487"/>
              <a:ext cx="2048527" cy="53387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641" y="0"/>
                  </a:moveTo>
                  <a:cubicBezTo>
                    <a:pt x="6570" y="305"/>
                    <a:pt x="6534" y="614"/>
                    <a:pt x="6534" y="927"/>
                  </a:cubicBezTo>
                  <a:cubicBezTo>
                    <a:pt x="6534" y="1178"/>
                    <a:pt x="6558" y="1418"/>
                    <a:pt x="6604" y="1664"/>
                  </a:cubicBezTo>
                  <a:cubicBezTo>
                    <a:pt x="6613" y="2808"/>
                    <a:pt x="6956" y="6390"/>
                    <a:pt x="10437" y="11441"/>
                  </a:cubicBezTo>
                  <a:cubicBezTo>
                    <a:pt x="14696" y="17622"/>
                    <a:pt x="21600" y="21600"/>
                    <a:pt x="21600" y="21600"/>
                  </a:cubicBezTo>
                  <a:lnTo>
                    <a:pt x="20031" y="21600"/>
                  </a:lnTo>
                  <a:cubicBezTo>
                    <a:pt x="20031" y="21600"/>
                    <a:pt x="10851" y="18366"/>
                    <a:pt x="5189" y="13343"/>
                  </a:cubicBezTo>
                  <a:cubicBezTo>
                    <a:pt x="561" y="9237"/>
                    <a:pt x="105" y="6326"/>
                    <a:pt x="93" y="5396"/>
                  </a:cubicBezTo>
                  <a:cubicBezTo>
                    <a:pt x="32" y="5196"/>
                    <a:pt x="0" y="5001"/>
                    <a:pt x="0" y="4797"/>
                  </a:cubicBezTo>
                  <a:cubicBezTo>
                    <a:pt x="0" y="2955"/>
                    <a:pt x="2511" y="1275"/>
                    <a:pt x="6641" y="0"/>
                  </a:cubicBezTo>
                  <a:close/>
                </a:path>
              </a:pathLst>
            </a:custGeom>
            <a:solidFill>
              <a:srgbClr val="FFFFFF">
                <a:alpha val="20000"/>
              </a:srgbClr>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8" name="Shape 9508"/>
            <p:cNvSpPr/>
            <p:nvPr/>
          </p:nvSpPr>
          <p:spPr>
            <a:xfrm>
              <a:off x="1816677" y="5892800"/>
              <a:ext cx="1284697" cy="82550"/>
            </a:xfrm>
            <a:prstGeom prst="ellipse">
              <a:avLst/>
            </a:prstGeom>
            <a:solidFill>
              <a:srgbClr val="35404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09" name="Shape 9509"/>
            <p:cNvSpPr/>
            <p:nvPr/>
          </p:nvSpPr>
          <p:spPr>
            <a:xfrm>
              <a:off x="1862730" y="6580187"/>
              <a:ext cx="1264053" cy="10398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17949"/>
                  </a:lnTo>
                  <a:cubicBezTo>
                    <a:pt x="0" y="19965"/>
                    <a:pt x="1576" y="21600"/>
                    <a:pt x="3521" y="21600"/>
                  </a:cubicBezTo>
                  <a:lnTo>
                    <a:pt x="18191" y="21600"/>
                  </a:lnTo>
                  <a:cubicBezTo>
                    <a:pt x="20136" y="21600"/>
                    <a:pt x="21600" y="19965"/>
                    <a:pt x="21600" y="17949"/>
                  </a:cubicBezTo>
                  <a:lnTo>
                    <a:pt x="21600" y="0"/>
                  </a:lnTo>
                  <a:lnTo>
                    <a:pt x="0" y="0"/>
                  </a:lnTo>
                  <a:close/>
                </a:path>
              </a:pathLst>
            </a:custGeom>
            <a:solidFill>
              <a:srgbClr val="FFF9B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0" name="Shape 9510"/>
            <p:cNvSpPr/>
            <p:nvPr/>
          </p:nvSpPr>
          <p:spPr>
            <a:xfrm flipV="1">
              <a:off x="1870670" y="5937250"/>
              <a:ext cx="1" cy="658813"/>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1" name="Shape 9511"/>
            <p:cNvSpPr/>
            <p:nvPr/>
          </p:nvSpPr>
          <p:spPr>
            <a:xfrm>
              <a:off x="2472523" y="5937250"/>
              <a:ext cx="1" cy="658812"/>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2" name="Shape 9512"/>
            <p:cNvSpPr/>
            <p:nvPr/>
          </p:nvSpPr>
          <p:spPr>
            <a:xfrm flipV="1">
              <a:off x="3104550" y="5937250"/>
              <a:ext cx="1" cy="658813"/>
            </a:xfrm>
            <a:prstGeom prst="line">
              <a:avLst/>
            </a:pr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3" name="Shape 9513"/>
            <p:cNvSpPr/>
            <p:nvPr/>
          </p:nvSpPr>
          <p:spPr>
            <a:xfrm>
              <a:off x="2480464" y="6565900"/>
              <a:ext cx="665368" cy="577840"/>
            </a:xfrm>
            <a:custGeom>
              <a:avLst/>
              <a:gdLst/>
              <a:ahLst/>
              <a:cxnLst>
                <a:cxn ang="0">
                  <a:pos x="wd2" y="hd2"/>
                </a:cxn>
                <a:cxn ang="5400000">
                  <a:pos x="wd2" y="hd2"/>
                </a:cxn>
                <a:cxn ang="10800000">
                  <a:pos x="wd2" y="hd2"/>
                </a:cxn>
                <a:cxn ang="16200000">
                  <a:pos x="wd2" y="hd2"/>
                </a:cxn>
              </a:cxnLst>
              <a:rect l="0" t="0" r="r" b="b"/>
              <a:pathLst>
                <a:path w="18622" h="20960" fill="norm" stroke="1" extrusionOk="0">
                  <a:moveTo>
                    <a:pt x="0" y="0"/>
                  </a:moveTo>
                  <a:cubicBezTo>
                    <a:pt x="0" y="0"/>
                    <a:pt x="215" y="21600"/>
                    <a:pt x="10908" y="20945"/>
                  </a:cubicBezTo>
                  <a:cubicBezTo>
                    <a:pt x="21600" y="20290"/>
                    <a:pt x="18060" y="0"/>
                    <a:pt x="18060" y="0"/>
                  </a:cubicBezTo>
                </a:path>
              </a:pathLst>
            </a:cu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4" name="Shape 9514"/>
            <p:cNvSpPr/>
            <p:nvPr/>
          </p:nvSpPr>
          <p:spPr>
            <a:xfrm>
              <a:off x="1832564" y="6565900"/>
              <a:ext cx="666956" cy="577840"/>
            </a:xfrm>
            <a:custGeom>
              <a:avLst/>
              <a:gdLst/>
              <a:ahLst/>
              <a:cxnLst>
                <a:cxn ang="0">
                  <a:pos x="wd2" y="hd2"/>
                </a:cxn>
                <a:cxn ang="5400000">
                  <a:pos x="wd2" y="hd2"/>
                </a:cxn>
                <a:cxn ang="10800000">
                  <a:pos x="wd2" y="hd2"/>
                </a:cxn>
                <a:cxn ang="16200000">
                  <a:pos x="wd2" y="hd2"/>
                </a:cxn>
              </a:cxnLst>
              <a:rect l="0" t="0" r="r" b="b"/>
              <a:pathLst>
                <a:path w="18622" h="20960" fill="norm" stroke="1" extrusionOk="0">
                  <a:moveTo>
                    <a:pt x="18622" y="0"/>
                  </a:moveTo>
                  <a:cubicBezTo>
                    <a:pt x="18622" y="0"/>
                    <a:pt x="18407" y="21600"/>
                    <a:pt x="7714" y="20945"/>
                  </a:cubicBezTo>
                  <a:cubicBezTo>
                    <a:pt x="-2978" y="20290"/>
                    <a:pt x="562" y="0"/>
                    <a:pt x="562" y="0"/>
                  </a:cubicBezTo>
                </a:path>
              </a:pathLst>
            </a:custGeom>
            <a:noFill/>
            <a:ln w="38100" cap="flat">
              <a:solidFill>
                <a:srgbClr val="BBA089"/>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5" name="Shape 9515"/>
            <p:cNvSpPr/>
            <p:nvPr/>
          </p:nvSpPr>
          <p:spPr>
            <a:xfrm>
              <a:off x="1862730" y="7399337"/>
              <a:ext cx="1264053" cy="2190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4320"/>
                  </a:lnTo>
                  <a:cubicBezTo>
                    <a:pt x="0" y="13863"/>
                    <a:pt x="1576" y="21600"/>
                    <a:pt x="3521" y="21600"/>
                  </a:cubicBezTo>
                  <a:lnTo>
                    <a:pt x="18191" y="21600"/>
                  </a:lnTo>
                  <a:cubicBezTo>
                    <a:pt x="20136" y="21600"/>
                    <a:pt x="21600" y="13863"/>
                    <a:pt x="21600" y="4320"/>
                  </a:cubicBezTo>
                  <a:lnTo>
                    <a:pt x="21600" y="0"/>
                  </a:lnTo>
                  <a:lnTo>
                    <a:pt x="0" y="0"/>
                  </a:lnTo>
                  <a:close/>
                </a:path>
              </a:pathLst>
            </a:custGeom>
            <a:solidFill>
              <a:srgbClr val="E2C4AA"/>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526" name="Group 9526"/>
          <p:cNvGrpSpPr/>
          <p:nvPr/>
        </p:nvGrpSpPr>
        <p:grpSpPr>
          <a:xfrm>
            <a:off x="10696575" y="3285241"/>
            <a:ext cx="13133388" cy="7505701"/>
            <a:chOff x="0" y="0"/>
            <a:chExt cx="13133387" cy="7505700"/>
          </a:xfrm>
        </p:grpSpPr>
        <p:sp>
          <p:nvSpPr>
            <p:cNvPr id="9517" name="Shape 9517"/>
            <p:cNvSpPr/>
            <p:nvPr/>
          </p:nvSpPr>
          <p:spPr>
            <a:xfrm>
              <a:off x="1252537" y="0"/>
              <a:ext cx="10502901" cy="69580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0" y="684"/>
                  </a:lnTo>
                  <a:cubicBezTo>
                    <a:pt x="0" y="249"/>
                    <a:pt x="285" y="0"/>
                    <a:pt x="573" y="0"/>
                  </a:cubicBezTo>
                  <a:lnTo>
                    <a:pt x="21172" y="0"/>
                  </a:lnTo>
                  <a:cubicBezTo>
                    <a:pt x="21460" y="0"/>
                    <a:pt x="21600" y="249"/>
                    <a:pt x="21600" y="684"/>
                  </a:cubicBezTo>
                  <a:lnTo>
                    <a:pt x="21600" y="21600"/>
                  </a:lnTo>
                  <a:close/>
                </a:path>
              </a:pathLst>
            </a:custGeom>
            <a:solidFill>
              <a:srgbClr val="AAAAA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18" name="Shape 9518"/>
            <p:cNvSpPr/>
            <p:nvPr/>
          </p:nvSpPr>
          <p:spPr>
            <a:xfrm>
              <a:off x="1670050" y="487362"/>
              <a:ext cx="9737725" cy="5949952"/>
            </a:xfrm>
            <a:prstGeom prst="rect">
              <a:avLst/>
            </a:prstGeom>
            <a:solidFill>
              <a:srgbClr val="F2394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nvGrpSpPr>
            <p:cNvPr id="9521" name="Group 9521"/>
            <p:cNvGrpSpPr/>
            <p:nvPr/>
          </p:nvGrpSpPr>
          <p:grpSpPr>
            <a:xfrm>
              <a:off x="0" y="6880225"/>
              <a:ext cx="13133388" cy="625475"/>
              <a:chOff x="0" y="0"/>
              <a:chExt cx="13133387" cy="625475"/>
            </a:xfrm>
          </p:grpSpPr>
          <p:sp>
            <p:nvSpPr>
              <p:cNvPr id="9519" name="Shape 9519"/>
              <p:cNvSpPr/>
              <p:nvPr/>
            </p:nvSpPr>
            <p:spPr>
              <a:xfrm>
                <a:off x="0" y="0"/>
                <a:ext cx="13133388" cy="625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66" y="13200"/>
                    </a:moveTo>
                    <a:lnTo>
                      <a:pt x="21566" y="3064"/>
                    </a:lnTo>
                    <a:cubicBezTo>
                      <a:pt x="21566" y="649"/>
                      <a:pt x="21507" y="0"/>
                      <a:pt x="21391" y="0"/>
                    </a:cubicBezTo>
                    <a:lnTo>
                      <a:pt x="223" y="0"/>
                    </a:lnTo>
                    <a:cubicBezTo>
                      <a:pt x="108" y="0"/>
                      <a:pt x="0" y="649"/>
                      <a:pt x="0" y="3064"/>
                    </a:cubicBezTo>
                    <a:lnTo>
                      <a:pt x="0" y="13200"/>
                    </a:lnTo>
                    <a:lnTo>
                      <a:pt x="15" y="13200"/>
                    </a:lnTo>
                    <a:cubicBezTo>
                      <a:pt x="15" y="13200"/>
                      <a:pt x="536" y="21600"/>
                      <a:pt x="849" y="21600"/>
                    </a:cubicBezTo>
                    <a:lnTo>
                      <a:pt x="20766" y="21600"/>
                    </a:lnTo>
                    <a:cubicBezTo>
                      <a:pt x="21079" y="21600"/>
                      <a:pt x="21600" y="13200"/>
                      <a:pt x="21600" y="13200"/>
                    </a:cubicBezTo>
                    <a:lnTo>
                      <a:pt x="21566" y="13200"/>
                    </a:lnTo>
                    <a:close/>
                  </a:path>
                </a:pathLst>
              </a:custGeom>
              <a:solidFill>
                <a:srgbClr val="FFFFFF"/>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20" name="Shape 9520"/>
              <p:cNvSpPr/>
              <p:nvPr/>
            </p:nvSpPr>
            <p:spPr>
              <a:xfrm>
                <a:off x="5252085" y="0"/>
                <a:ext cx="2662560" cy="207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7" y="21600"/>
                    </a:moveTo>
                    <a:lnTo>
                      <a:pt x="1543" y="21600"/>
                    </a:lnTo>
                    <a:cubicBezTo>
                      <a:pt x="0" y="21600"/>
                      <a:pt x="0" y="0"/>
                      <a:pt x="0" y="0"/>
                    </a:cubicBezTo>
                    <a:lnTo>
                      <a:pt x="21600" y="0"/>
                    </a:lnTo>
                    <a:cubicBezTo>
                      <a:pt x="21600" y="0"/>
                      <a:pt x="21600" y="21600"/>
                      <a:pt x="20057" y="21600"/>
                    </a:cubicBez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525" name="Group 9525"/>
            <p:cNvGrpSpPr/>
            <p:nvPr/>
          </p:nvGrpSpPr>
          <p:grpSpPr>
            <a:xfrm>
              <a:off x="1881187" y="5340350"/>
              <a:ext cx="9307514" cy="850901"/>
              <a:chOff x="0" y="0"/>
              <a:chExt cx="9307513" cy="850900"/>
            </a:xfrm>
          </p:grpSpPr>
          <p:sp>
            <p:nvSpPr>
              <p:cNvPr id="9522" name="Shape 9522"/>
              <p:cNvSpPr/>
              <p:nvPr/>
            </p:nvSpPr>
            <p:spPr>
              <a:xfrm>
                <a:off x="0" y="0"/>
                <a:ext cx="9307514" cy="850900"/>
              </a:xfrm>
              <a:prstGeom prst="roundRect">
                <a:avLst>
                  <a:gd name="adj" fmla="val 10977"/>
                </a:avLst>
              </a:prstGeom>
              <a:solidFill>
                <a:srgbClr val="232323">
                  <a:alpha val="79999"/>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23" name="Shape 9523"/>
              <p:cNvSpPr/>
              <p:nvPr/>
            </p:nvSpPr>
            <p:spPr>
              <a:xfrm rot="5400000">
                <a:off x="414338" y="252412"/>
                <a:ext cx="388938" cy="341312"/>
              </a:xfrm>
              <a:prstGeom prst="triangle">
                <a:avLst/>
              </a:prstGeom>
              <a:solidFill>
                <a:srgbClr val="FFFFFF"/>
              </a:solidFill>
              <a:ln w="254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24" name="Shape 9524"/>
              <p:cNvSpPr/>
              <p:nvPr/>
            </p:nvSpPr>
            <p:spPr>
              <a:xfrm>
                <a:off x="1122362" y="400050"/>
                <a:ext cx="7564439" cy="36513"/>
              </a:xfrm>
              <a:prstGeom prst="roundRect">
                <a:avLst>
                  <a:gd name="adj" fmla="val 50000"/>
                </a:avLst>
              </a:prstGeom>
              <a:solidFill>
                <a:srgbClr val="7A7A7A"/>
              </a:solidFill>
              <a:ln w="254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sp>
        <p:nvSpPr>
          <p:cNvPr id="9527" name="Shape 9527"/>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9469"/>
                                        </p:tgtEl>
                                        <p:attrNameLst>
                                          <p:attrName>style.visibility</p:attrName>
                                        </p:attrNameLst>
                                      </p:cBhvr>
                                      <p:to>
                                        <p:strVal val="visible"/>
                                      </p:to>
                                    </p:set>
                                    <p:animEffect filter="wipe(down)" transition="in">
                                      <p:cBhvr>
                                        <p:cTn id="7" dur="500"/>
                                        <p:tgtEl>
                                          <p:spTgt spid="9469"/>
                                        </p:tgtEl>
                                      </p:cBhvr>
                                    </p:animEffect>
                                  </p:childTnLst>
                                </p:cTn>
                              </p:par>
                            </p:childTnLst>
                          </p:cTn>
                        </p:par>
                        <p:par>
                          <p:cTn id="8" fill="hold">
                            <p:stCondLst>
                              <p:cond delay="500"/>
                            </p:stCondLst>
                            <p:childTnLst>
                              <p:par>
                                <p:cTn id="9" presetClass="entr" nodeType="afterEffect" presetSubtype="4" presetID="22" grpId="2" fill="hold">
                                  <p:stCondLst>
                                    <p:cond delay="0"/>
                                  </p:stCondLst>
                                  <p:iterate type="el" backwards="0">
                                    <p:tmAbs val="0"/>
                                  </p:iterate>
                                  <p:childTnLst>
                                    <p:set>
                                      <p:cBhvr>
                                        <p:cTn id="10" fill="hold"/>
                                        <p:tgtEl>
                                          <p:spTgt spid="9470"/>
                                        </p:tgtEl>
                                        <p:attrNameLst>
                                          <p:attrName>style.visibility</p:attrName>
                                        </p:attrNameLst>
                                      </p:cBhvr>
                                      <p:to>
                                        <p:strVal val="visible"/>
                                      </p:to>
                                    </p:set>
                                    <p:animEffect filter="wipe(down)" transition="in">
                                      <p:cBhvr>
                                        <p:cTn id="11" dur="500"/>
                                        <p:tgtEl>
                                          <p:spTgt spid="9470"/>
                                        </p:tgtEl>
                                      </p:cBhvr>
                                    </p:animEffect>
                                  </p:childTnLst>
                                </p:cTn>
                              </p:par>
                            </p:childTnLst>
                          </p:cTn>
                        </p:par>
                      </p:childTnLst>
                    </p:cTn>
                  </p:par>
                  <p:par>
                    <p:cTn id="12" fill="hold">
                      <p:stCondLst>
                        <p:cond delay="indefinite"/>
                      </p:stCondLst>
                      <p:childTnLst>
                        <p:par>
                          <p:cTn id="13" fill="hold">
                            <p:stCondLst>
                              <p:cond delay="0"/>
                            </p:stCondLst>
                            <p:childTnLst>
                              <p:par>
                                <p:cTn id="14" presetClass="entr" nodeType="clickEffect" presetSubtype="4" presetID="2" grpId="3" fill="hold">
                                  <p:stCondLst>
                                    <p:cond delay="0"/>
                                  </p:stCondLst>
                                  <p:iterate type="el" backwards="0">
                                    <p:tmAbs val="0"/>
                                  </p:iterate>
                                  <p:childTnLst>
                                    <p:set>
                                      <p:cBhvr>
                                        <p:cTn id="15" fill="hold"/>
                                        <p:tgtEl>
                                          <p:spTgt spid="9490"/>
                                        </p:tgtEl>
                                        <p:attrNameLst>
                                          <p:attrName>style.visibility</p:attrName>
                                        </p:attrNameLst>
                                      </p:cBhvr>
                                      <p:to>
                                        <p:strVal val="visible"/>
                                      </p:to>
                                    </p:set>
                                    <p:anim calcmode="lin" valueType="num">
                                      <p:cBhvr>
                                        <p:cTn id="16" dur="1000" fill="hold"/>
                                        <p:tgtEl>
                                          <p:spTgt spid="9490"/>
                                        </p:tgtEl>
                                        <p:attrNameLst>
                                          <p:attrName>ppt_x</p:attrName>
                                        </p:attrNameLst>
                                      </p:cBhvr>
                                      <p:tavLst>
                                        <p:tav tm="0">
                                          <p:val>
                                            <p:strVal val="#ppt_x"/>
                                          </p:val>
                                        </p:tav>
                                        <p:tav tm="100000">
                                          <p:val>
                                            <p:strVal val="#ppt_x"/>
                                          </p:val>
                                        </p:tav>
                                      </p:tavLst>
                                    </p:anim>
                                    <p:anim calcmode="lin" valueType="num">
                                      <p:cBhvr>
                                        <p:cTn id="17" dur="1000" fill="hold"/>
                                        <p:tgtEl>
                                          <p:spTgt spid="9490"/>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Class="entr" nodeType="afterEffect" presetSubtype="4" presetID="2" grpId="4" fill="hold">
                                  <p:stCondLst>
                                    <p:cond delay="300"/>
                                  </p:stCondLst>
                                  <p:iterate type="el" backwards="0">
                                    <p:tmAbs val="0"/>
                                  </p:iterate>
                                  <p:childTnLst>
                                    <p:set>
                                      <p:cBhvr>
                                        <p:cTn id="20" fill="hold"/>
                                        <p:tgtEl>
                                          <p:spTgt spid="9503"/>
                                        </p:tgtEl>
                                        <p:attrNameLst>
                                          <p:attrName>style.visibility</p:attrName>
                                        </p:attrNameLst>
                                      </p:cBhvr>
                                      <p:to>
                                        <p:strVal val="visible"/>
                                      </p:to>
                                    </p:set>
                                    <p:anim calcmode="lin" valueType="num">
                                      <p:cBhvr>
                                        <p:cTn id="21" dur="1000" fill="hold"/>
                                        <p:tgtEl>
                                          <p:spTgt spid="9503"/>
                                        </p:tgtEl>
                                        <p:attrNameLst>
                                          <p:attrName>ppt_x</p:attrName>
                                        </p:attrNameLst>
                                      </p:cBhvr>
                                      <p:tavLst>
                                        <p:tav tm="0">
                                          <p:val>
                                            <p:strVal val="#ppt_x"/>
                                          </p:val>
                                        </p:tav>
                                        <p:tav tm="100000">
                                          <p:val>
                                            <p:strVal val="#ppt_x"/>
                                          </p:val>
                                        </p:tav>
                                      </p:tavLst>
                                    </p:anim>
                                    <p:anim calcmode="lin" valueType="num">
                                      <p:cBhvr>
                                        <p:cTn id="22" dur="1000" fill="hold"/>
                                        <p:tgtEl>
                                          <p:spTgt spid="9503"/>
                                        </p:tgtEl>
                                        <p:attrNameLst>
                                          <p:attrName>ppt_y</p:attrName>
                                        </p:attrNameLst>
                                      </p:cBhvr>
                                      <p:tavLst>
                                        <p:tav tm="0">
                                          <p:val>
                                            <p:strVal val="1+#ppt_h/2"/>
                                          </p:val>
                                        </p:tav>
                                        <p:tav tm="100000">
                                          <p:val>
                                            <p:strVal val="#ppt_y"/>
                                          </p:val>
                                        </p:tav>
                                      </p:tavLst>
                                    </p:anim>
                                  </p:childTnLst>
                                </p:cTn>
                              </p:par>
                            </p:childTnLst>
                          </p:cTn>
                        </p:par>
                        <p:par>
                          <p:cTn id="23" fill="hold">
                            <p:stCondLst>
                              <p:cond delay="2300"/>
                            </p:stCondLst>
                            <p:childTnLst>
                              <p:par>
                                <p:cTn id="24" presetClass="entr" nodeType="afterEffect" presetSubtype="4" presetID="2" grpId="5" fill="hold">
                                  <p:stCondLst>
                                    <p:cond delay="600"/>
                                  </p:stCondLst>
                                  <p:iterate type="el" backwards="0">
                                    <p:tmAbs val="0"/>
                                  </p:iterate>
                                  <p:childTnLst>
                                    <p:set>
                                      <p:cBhvr>
                                        <p:cTn id="25" fill="hold"/>
                                        <p:tgtEl>
                                          <p:spTgt spid="9516"/>
                                        </p:tgtEl>
                                        <p:attrNameLst>
                                          <p:attrName>style.visibility</p:attrName>
                                        </p:attrNameLst>
                                      </p:cBhvr>
                                      <p:to>
                                        <p:strVal val="visible"/>
                                      </p:to>
                                    </p:set>
                                    <p:anim calcmode="lin" valueType="num">
                                      <p:cBhvr>
                                        <p:cTn id="26" dur="1000" fill="hold"/>
                                        <p:tgtEl>
                                          <p:spTgt spid="9516"/>
                                        </p:tgtEl>
                                        <p:attrNameLst>
                                          <p:attrName>ppt_x</p:attrName>
                                        </p:attrNameLst>
                                      </p:cBhvr>
                                      <p:tavLst>
                                        <p:tav tm="0">
                                          <p:val>
                                            <p:strVal val="#ppt_x"/>
                                          </p:val>
                                        </p:tav>
                                        <p:tav tm="100000">
                                          <p:val>
                                            <p:strVal val="#ppt_x"/>
                                          </p:val>
                                        </p:tav>
                                      </p:tavLst>
                                    </p:anim>
                                    <p:anim calcmode="lin" valueType="num">
                                      <p:cBhvr>
                                        <p:cTn id="27" dur="1000" fill="hold"/>
                                        <p:tgtEl>
                                          <p:spTgt spid="9516"/>
                                        </p:tgtEl>
                                        <p:attrNameLst>
                                          <p:attrName>ppt_y</p:attrName>
                                        </p:attrNameLst>
                                      </p:cBhvr>
                                      <p:tavLst>
                                        <p:tav tm="0">
                                          <p:val>
                                            <p:strVal val="1+#ppt_h/2"/>
                                          </p:val>
                                        </p:tav>
                                        <p:tav tm="100000">
                                          <p:val>
                                            <p:strVal val="#ppt_y"/>
                                          </p:val>
                                        </p:tav>
                                      </p:tavLst>
                                    </p:anim>
                                  </p:childTnLst>
                                </p:cTn>
                              </p:par>
                            </p:childTnLst>
                          </p:cTn>
                        </p:par>
                        <p:par>
                          <p:cTn id="28" fill="hold">
                            <p:stCondLst>
                              <p:cond delay="3900"/>
                            </p:stCondLst>
                            <p:childTnLst>
                              <p:par>
                                <p:cTn id="29" presetClass="entr" nodeType="afterEffect" presetSubtype="8" presetID="2" grpId="6" fill="hold">
                                  <p:stCondLst>
                                    <p:cond delay="0"/>
                                  </p:stCondLst>
                                  <p:iterate type="el" backwards="0">
                                    <p:tmAbs val="0"/>
                                  </p:iterate>
                                  <p:childTnLst>
                                    <p:set>
                                      <p:cBhvr>
                                        <p:cTn id="30" fill="hold"/>
                                        <p:tgtEl>
                                          <p:spTgt spid="9526"/>
                                        </p:tgtEl>
                                        <p:attrNameLst>
                                          <p:attrName>style.visibility</p:attrName>
                                        </p:attrNameLst>
                                      </p:cBhvr>
                                      <p:to>
                                        <p:strVal val="visible"/>
                                      </p:to>
                                    </p:set>
                                    <p:anim calcmode="lin" valueType="num">
                                      <p:cBhvr>
                                        <p:cTn id="31" dur="500" fill="hold"/>
                                        <p:tgtEl>
                                          <p:spTgt spid="9526"/>
                                        </p:tgtEl>
                                        <p:attrNameLst>
                                          <p:attrName>ppt_x</p:attrName>
                                        </p:attrNameLst>
                                      </p:cBhvr>
                                      <p:tavLst>
                                        <p:tav tm="0">
                                          <p:val>
                                            <p:strVal val="0-#ppt_w/2"/>
                                          </p:val>
                                        </p:tav>
                                        <p:tav tm="100000">
                                          <p:val>
                                            <p:strVal val="#ppt_x"/>
                                          </p:val>
                                        </p:tav>
                                      </p:tavLst>
                                    </p:anim>
                                    <p:anim calcmode="lin" valueType="num">
                                      <p:cBhvr>
                                        <p:cTn id="32" dur="500" fill="hold"/>
                                        <p:tgtEl>
                                          <p:spTgt spid="95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516" grpId="5"/>
      <p:bldP build="whole" bldLvl="1" animBg="1" rev="0" advAuto="0" spid="9526" grpId="6"/>
      <p:bldP build="whole" bldLvl="1" animBg="1" rev="0" advAuto="0" spid="9469" grpId="1"/>
      <p:bldP build="whole" bldLvl="1" animBg="1" rev="0" advAuto="0" spid="9490" grpId="3"/>
      <p:bldP build="whole" bldLvl="1" animBg="1" rev="0" advAuto="0" spid="9470" grpId="2"/>
      <p:bldP build="whole" bldLvl="1" animBg="1" rev="0" advAuto="0" spid="9503" grpId="4"/>
    </p:bldLst>
  </p:timing>
</p:sld>
</file>

<file path=ppt/slides/slide20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529" name="Shape 9529"/>
          <p:cNvSpPr/>
          <p:nvPr/>
        </p:nvSpPr>
        <p:spPr>
          <a:xfrm>
            <a:off x="-15876" y="-7659"/>
            <a:ext cx="24686338" cy="13853295"/>
          </a:xfrm>
          <a:prstGeom prst="rect">
            <a:avLst/>
          </a:prstGeom>
          <a:solidFill>
            <a:srgbClr val="9F9D9D"/>
          </a:solidFill>
          <a:ln w="12700">
            <a:miter lim="400000"/>
          </a:ln>
        </p:spPr>
        <p:txBody>
          <a:bodyPr lIns="71437" tIns="71437" rIns="71437" bIns="71437" anchor="ctr"/>
          <a:lstStyle/>
          <a:p>
            <a:pPr>
              <a:defRPr sz="3200">
                <a:solidFill>
                  <a:srgbClr val="FFFFFF"/>
                </a:solidFill>
              </a:defRPr>
            </a:pPr>
          </a:p>
        </p:txBody>
      </p:sp>
      <p:pic>
        <p:nvPicPr>
          <p:cNvPr id="9530" name="pasted-image.pdf"/>
          <p:cNvPicPr>
            <a:picLocks noChangeAspect="1"/>
          </p:cNvPicPr>
          <p:nvPr/>
        </p:nvPicPr>
        <p:blipFill>
          <a:blip r:embed="rId2">
            <a:extLst/>
          </a:blip>
          <a:stretch>
            <a:fillRect/>
          </a:stretch>
        </p:blipFill>
        <p:spPr>
          <a:xfrm>
            <a:off x="8852661" y="-416811"/>
            <a:ext cx="7345427" cy="10925100"/>
          </a:xfrm>
          <a:prstGeom prst="rect">
            <a:avLst/>
          </a:prstGeom>
          <a:ln w="12700">
            <a:miter lim="400000"/>
          </a:ln>
        </p:spPr>
      </p:pic>
      <p:pic>
        <p:nvPicPr>
          <p:cNvPr id="9531" name="pasted-image.pdf"/>
          <p:cNvPicPr>
            <a:picLocks noChangeAspect="1"/>
          </p:cNvPicPr>
          <p:nvPr/>
        </p:nvPicPr>
        <p:blipFill>
          <a:blip r:embed="rId3">
            <a:extLst/>
          </a:blip>
          <a:stretch>
            <a:fillRect/>
          </a:stretch>
        </p:blipFill>
        <p:spPr>
          <a:xfrm>
            <a:off x="2268092" y="8294668"/>
            <a:ext cx="19847815" cy="5365789"/>
          </a:xfrm>
          <a:prstGeom prst="rect">
            <a:avLst/>
          </a:prstGeom>
          <a:ln w="12700">
            <a:miter lim="400000"/>
          </a:ln>
        </p:spPr>
      </p:pic>
    </p:spTree>
  </p:cSld>
  <p:clrMapOvr>
    <a:masterClrMapping/>
  </p:clrMapOvr>
  <p:transition xmlns:p14="http://schemas.microsoft.com/office/powerpoint/2010/main" spd="med" advClick="1" p14:dur="1000"/>
</p:sld>
</file>

<file path=ppt/slides/slide20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533" name="Shape 9533"/>
          <p:cNvSpPr/>
          <p:nvPr/>
        </p:nvSpPr>
        <p:spPr>
          <a:xfrm>
            <a:off x="3297537" y="2630749"/>
            <a:ext cx="58420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7" y="0"/>
                </a:moveTo>
                <a:cubicBezTo>
                  <a:pt x="20463" y="0"/>
                  <a:pt x="20463" y="0"/>
                  <a:pt x="20463" y="0"/>
                </a:cubicBezTo>
                <a:cubicBezTo>
                  <a:pt x="21032" y="0"/>
                  <a:pt x="21600" y="2700"/>
                  <a:pt x="21600" y="5400"/>
                </a:cubicBezTo>
                <a:cubicBezTo>
                  <a:pt x="21600" y="16200"/>
                  <a:pt x="21600" y="16200"/>
                  <a:pt x="21600" y="16200"/>
                </a:cubicBezTo>
                <a:cubicBezTo>
                  <a:pt x="21600" y="18900"/>
                  <a:pt x="21032" y="21600"/>
                  <a:pt x="20463" y="21600"/>
                </a:cubicBezTo>
                <a:cubicBezTo>
                  <a:pt x="1137" y="21600"/>
                  <a:pt x="1137" y="21600"/>
                  <a:pt x="1137" y="21600"/>
                </a:cubicBezTo>
                <a:cubicBezTo>
                  <a:pt x="568" y="21600"/>
                  <a:pt x="0" y="18900"/>
                  <a:pt x="0" y="16200"/>
                </a:cubicBezTo>
                <a:cubicBezTo>
                  <a:pt x="0" y="5400"/>
                  <a:pt x="0" y="5400"/>
                  <a:pt x="0" y="5400"/>
                </a:cubicBezTo>
                <a:cubicBezTo>
                  <a:pt x="0" y="2700"/>
                  <a:pt x="568" y="0"/>
                  <a:pt x="1137"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34" name="Shape 9534"/>
          <p:cNvSpPr/>
          <p:nvPr/>
        </p:nvSpPr>
        <p:spPr>
          <a:xfrm>
            <a:off x="3297537" y="2878399"/>
            <a:ext cx="4635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 y="0"/>
                </a:moveTo>
                <a:cubicBezTo>
                  <a:pt x="20160" y="0"/>
                  <a:pt x="20160" y="0"/>
                  <a:pt x="20160" y="0"/>
                </a:cubicBezTo>
                <a:cubicBezTo>
                  <a:pt x="20880" y="0"/>
                  <a:pt x="21600" y="2700"/>
                  <a:pt x="21600" y="5400"/>
                </a:cubicBezTo>
                <a:cubicBezTo>
                  <a:pt x="21600" y="16200"/>
                  <a:pt x="21600" y="16200"/>
                  <a:pt x="21600" y="16200"/>
                </a:cubicBezTo>
                <a:cubicBezTo>
                  <a:pt x="21600" y="18900"/>
                  <a:pt x="20880" y="21600"/>
                  <a:pt x="20160" y="21600"/>
                </a:cubicBezTo>
                <a:cubicBezTo>
                  <a:pt x="1440" y="21600"/>
                  <a:pt x="1440" y="21600"/>
                  <a:pt x="1440" y="21600"/>
                </a:cubicBezTo>
                <a:cubicBezTo>
                  <a:pt x="720" y="21600"/>
                  <a:pt x="0" y="18900"/>
                  <a:pt x="0" y="16200"/>
                </a:cubicBezTo>
                <a:cubicBezTo>
                  <a:pt x="0" y="5400"/>
                  <a:pt x="0" y="5400"/>
                  <a:pt x="0" y="5400"/>
                </a:cubicBezTo>
                <a:cubicBezTo>
                  <a:pt x="0" y="2700"/>
                  <a:pt x="720" y="0"/>
                  <a:pt x="144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35" name="Shape 9535"/>
          <p:cNvSpPr/>
          <p:nvPr/>
        </p:nvSpPr>
        <p:spPr>
          <a:xfrm>
            <a:off x="3297537" y="3126049"/>
            <a:ext cx="555627"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0"/>
                </a:moveTo>
                <a:cubicBezTo>
                  <a:pt x="20400" y="0"/>
                  <a:pt x="20400" y="0"/>
                  <a:pt x="20400" y="0"/>
                </a:cubicBezTo>
                <a:cubicBezTo>
                  <a:pt x="21000" y="0"/>
                  <a:pt x="21600" y="2700"/>
                  <a:pt x="21600" y="5400"/>
                </a:cubicBezTo>
                <a:cubicBezTo>
                  <a:pt x="21600" y="16200"/>
                  <a:pt x="21600" y="16200"/>
                  <a:pt x="21600" y="16200"/>
                </a:cubicBezTo>
                <a:cubicBezTo>
                  <a:pt x="21600" y="18900"/>
                  <a:pt x="21000" y="21600"/>
                  <a:pt x="20400" y="21600"/>
                </a:cubicBezTo>
                <a:cubicBezTo>
                  <a:pt x="1200" y="21600"/>
                  <a:pt x="1200" y="21600"/>
                  <a:pt x="1200" y="21600"/>
                </a:cubicBezTo>
                <a:cubicBezTo>
                  <a:pt x="600" y="21600"/>
                  <a:pt x="0" y="18900"/>
                  <a:pt x="0" y="16200"/>
                </a:cubicBezTo>
                <a:cubicBezTo>
                  <a:pt x="0" y="5400"/>
                  <a:pt x="0" y="5400"/>
                  <a:pt x="0" y="5400"/>
                </a:cubicBezTo>
                <a:cubicBezTo>
                  <a:pt x="0" y="2700"/>
                  <a:pt x="600" y="0"/>
                  <a:pt x="12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36" name="Shape 9536"/>
          <p:cNvSpPr/>
          <p:nvPr/>
        </p:nvSpPr>
        <p:spPr>
          <a:xfrm>
            <a:off x="3081637" y="26307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37" name="Shape 9537"/>
          <p:cNvSpPr/>
          <p:nvPr/>
        </p:nvSpPr>
        <p:spPr>
          <a:xfrm>
            <a:off x="3081637" y="287839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38" name="Shape 9538"/>
          <p:cNvSpPr/>
          <p:nvPr/>
        </p:nvSpPr>
        <p:spPr>
          <a:xfrm>
            <a:off x="3081637" y="31260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39" name="Shape 9539"/>
          <p:cNvSpPr/>
          <p:nvPr/>
        </p:nvSpPr>
        <p:spPr>
          <a:xfrm>
            <a:off x="3159785" y="4758988"/>
            <a:ext cx="643805" cy="6181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21024"/>
                  <a:pt x="0" y="21024"/>
                  <a:pt x="0" y="21024"/>
                </a:cubicBezTo>
                <a:cubicBezTo>
                  <a:pt x="0" y="17568"/>
                  <a:pt x="6369" y="14832"/>
                  <a:pt x="8031" y="14400"/>
                </a:cubicBezTo>
                <a:cubicBezTo>
                  <a:pt x="8169" y="14256"/>
                  <a:pt x="8169" y="13968"/>
                  <a:pt x="8169" y="13680"/>
                </a:cubicBezTo>
                <a:cubicBezTo>
                  <a:pt x="7754" y="13248"/>
                  <a:pt x="6923" y="11952"/>
                  <a:pt x="6508" y="10368"/>
                </a:cubicBezTo>
                <a:cubicBezTo>
                  <a:pt x="6092" y="10080"/>
                  <a:pt x="5815" y="9792"/>
                  <a:pt x="5677" y="9216"/>
                </a:cubicBezTo>
                <a:cubicBezTo>
                  <a:pt x="5400" y="8352"/>
                  <a:pt x="5400" y="7344"/>
                  <a:pt x="5815" y="6624"/>
                </a:cubicBezTo>
                <a:cubicBezTo>
                  <a:pt x="5815" y="6624"/>
                  <a:pt x="5815" y="6624"/>
                  <a:pt x="5815" y="6624"/>
                </a:cubicBezTo>
                <a:cubicBezTo>
                  <a:pt x="5815" y="5616"/>
                  <a:pt x="5538" y="3168"/>
                  <a:pt x="6923" y="1440"/>
                </a:cubicBezTo>
                <a:cubicBezTo>
                  <a:pt x="7754" y="432"/>
                  <a:pt x="9138" y="0"/>
                  <a:pt x="10800" y="0"/>
                </a:cubicBezTo>
                <a:cubicBezTo>
                  <a:pt x="12462" y="0"/>
                  <a:pt x="13846" y="432"/>
                  <a:pt x="14677" y="1440"/>
                </a:cubicBezTo>
                <a:cubicBezTo>
                  <a:pt x="16062" y="3168"/>
                  <a:pt x="15785" y="5616"/>
                  <a:pt x="15785" y="6624"/>
                </a:cubicBezTo>
                <a:cubicBezTo>
                  <a:pt x="15785" y="6624"/>
                  <a:pt x="15785" y="6624"/>
                  <a:pt x="15785" y="6624"/>
                </a:cubicBezTo>
                <a:cubicBezTo>
                  <a:pt x="16200" y="7344"/>
                  <a:pt x="16200" y="8352"/>
                  <a:pt x="15923" y="9216"/>
                </a:cubicBezTo>
                <a:cubicBezTo>
                  <a:pt x="15785" y="9792"/>
                  <a:pt x="15508" y="10080"/>
                  <a:pt x="15092" y="10368"/>
                </a:cubicBezTo>
                <a:cubicBezTo>
                  <a:pt x="14677" y="11952"/>
                  <a:pt x="13846" y="13248"/>
                  <a:pt x="13431" y="13680"/>
                </a:cubicBezTo>
                <a:cubicBezTo>
                  <a:pt x="13431" y="13968"/>
                  <a:pt x="13431" y="14256"/>
                  <a:pt x="13569" y="14400"/>
                </a:cubicBezTo>
                <a:cubicBezTo>
                  <a:pt x="15231" y="14832"/>
                  <a:pt x="21600" y="17568"/>
                  <a:pt x="21600" y="21024"/>
                </a:cubicBezTo>
                <a:lnTo>
                  <a:pt x="21600" y="21600"/>
                </a:lnTo>
                <a:close/>
                <a:moveTo>
                  <a:pt x="1246" y="20448"/>
                </a:moveTo>
                <a:cubicBezTo>
                  <a:pt x="20354" y="20448"/>
                  <a:pt x="20354" y="20448"/>
                  <a:pt x="20354" y="20448"/>
                </a:cubicBezTo>
                <a:cubicBezTo>
                  <a:pt x="20077" y="19584"/>
                  <a:pt x="19108" y="18432"/>
                  <a:pt x="17446" y="17424"/>
                </a:cubicBezTo>
                <a:cubicBezTo>
                  <a:pt x="15785" y="16416"/>
                  <a:pt x="13985" y="15696"/>
                  <a:pt x="13292" y="15552"/>
                </a:cubicBezTo>
                <a:cubicBezTo>
                  <a:pt x="12323" y="15408"/>
                  <a:pt x="12323" y="13968"/>
                  <a:pt x="12323" y="13392"/>
                </a:cubicBezTo>
                <a:cubicBezTo>
                  <a:pt x="12323" y="13248"/>
                  <a:pt x="12323" y="13248"/>
                  <a:pt x="12323" y="13248"/>
                </a:cubicBezTo>
                <a:cubicBezTo>
                  <a:pt x="12462" y="12960"/>
                  <a:pt x="12462" y="12960"/>
                  <a:pt x="12462" y="12960"/>
                </a:cubicBezTo>
                <a:cubicBezTo>
                  <a:pt x="12462" y="12960"/>
                  <a:pt x="13846" y="11520"/>
                  <a:pt x="14123" y="9792"/>
                </a:cubicBezTo>
                <a:cubicBezTo>
                  <a:pt x="14123" y="9216"/>
                  <a:pt x="14123" y="9216"/>
                  <a:pt x="14123" y="9216"/>
                </a:cubicBezTo>
                <a:cubicBezTo>
                  <a:pt x="14677" y="9216"/>
                  <a:pt x="14677" y="9216"/>
                  <a:pt x="14677" y="9216"/>
                </a:cubicBezTo>
                <a:cubicBezTo>
                  <a:pt x="14677" y="9216"/>
                  <a:pt x="14815" y="9072"/>
                  <a:pt x="14954" y="8640"/>
                </a:cubicBezTo>
                <a:cubicBezTo>
                  <a:pt x="15092" y="8064"/>
                  <a:pt x="15092" y="7488"/>
                  <a:pt x="14815" y="7344"/>
                </a:cubicBezTo>
                <a:cubicBezTo>
                  <a:pt x="14538" y="7200"/>
                  <a:pt x="14538" y="7200"/>
                  <a:pt x="14538" y="7200"/>
                </a:cubicBezTo>
                <a:cubicBezTo>
                  <a:pt x="14677" y="6912"/>
                  <a:pt x="14677" y="6912"/>
                  <a:pt x="14677" y="6912"/>
                </a:cubicBezTo>
                <a:cubicBezTo>
                  <a:pt x="14677" y="6768"/>
                  <a:pt x="14677" y="6624"/>
                  <a:pt x="14677" y="6480"/>
                </a:cubicBezTo>
                <a:cubicBezTo>
                  <a:pt x="14677" y="5616"/>
                  <a:pt x="14954" y="3456"/>
                  <a:pt x="13846" y="2160"/>
                </a:cubicBezTo>
                <a:cubicBezTo>
                  <a:pt x="13154" y="1440"/>
                  <a:pt x="12185" y="1152"/>
                  <a:pt x="10800" y="1152"/>
                </a:cubicBezTo>
                <a:cubicBezTo>
                  <a:pt x="9415" y="1152"/>
                  <a:pt x="8446" y="1440"/>
                  <a:pt x="7754" y="2160"/>
                </a:cubicBezTo>
                <a:cubicBezTo>
                  <a:pt x="6646" y="3456"/>
                  <a:pt x="6923" y="5616"/>
                  <a:pt x="6923" y="6480"/>
                </a:cubicBezTo>
                <a:cubicBezTo>
                  <a:pt x="6923" y="6624"/>
                  <a:pt x="6923" y="6768"/>
                  <a:pt x="6923" y="6912"/>
                </a:cubicBezTo>
                <a:cubicBezTo>
                  <a:pt x="7062" y="7200"/>
                  <a:pt x="7062" y="7200"/>
                  <a:pt x="7062" y="7200"/>
                </a:cubicBezTo>
                <a:cubicBezTo>
                  <a:pt x="6785" y="7344"/>
                  <a:pt x="6785" y="7344"/>
                  <a:pt x="6785" y="7344"/>
                </a:cubicBezTo>
                <a:cubicBezTo>
                  <a:pt x="6508" y="7488"/>
                  <a:pt x="6508" y="8064"/>
                  <a:pt x="6646" y="8640"/>
                </a:cubicBezTo>
                <a:cubicBezTo>
                  <a:pt x="6785" y="9072"/>
                  <a:pt x="6923" y="9216"/>
                  <a:pt x="6923" y="9216"/>
                </a:cubicBezTo>
                <a:cubicBezTo>
                  <a:pt x="7477" y="9216"/>
                  <a:pt x="7477" y="9216"/>
                  <a:pt x="7477" y="9216"/>
                </a:cubicBezTo>
                <a:cubicBezTo>
                  <a:pt x="7477" y="9792"/>
                  <a:pt x="7477" y="9792"/>
                  <a:pt x="7477" y="9792"/>
                </a:cubicBezTo>
                <a:cubicBezTo>
                  <a:pt x="7754" y="11520"/>
                  <a:pt x="9138" y="12960"/>
                  <a:pt x="9138" y="12960"/>
                </a:cubicBezTo>
                <a:cubicBezTo>
                  <a:pt x="9277" y="13248"/>
                  <a:pt x="9277" y="13248"/>
                  <a:pt x="9277" y="13248"/>
                </a:cubicBezTo>
                <a:cubicBezTo>
                  <a:pt x="9277" y="13392"/>
                  <a:pt x="9277" y="13392"/>
                  <a:pt x="9277" y="13392"/>
                </a:cubicBezTo>
                <a:cubicBezTo>
                  <a:pt x="9277" y="13968"/>
                  <a:pt x="9277" y="15408"/>
                  <a:pt x="8308" y="15552"/>
                </a:cubicBezTo>
                <a:cubicBezTo>
                  <a:pt x="7615" y="15696"/>
                  <a:pt x="5815" y="16416"/>
                  <a:pt x="4154" y="17424"/>
                </a:cubicBezTo>
                <a:cubicBezTo>
                  <a:pt x="2492" y="18432"/>
                  <a:pt x="1523" y="19584"/>
                  <a:pt x="1246" y="2044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0" name="Shape 9540"/>
          <p:cNvSpPr/>
          <p:nvPr/>
        </p:nvSpPr>
        <p:spPr>
          <a:xfrm>
            <a:off x="3160359" y="6719241"/>
            <a:ext cx="637676" cy="637701"/>
          </a:xfrm>
          <a:custGeom>
            <a:avLst/>
            <a:gdLst/>
            <a:ahLst/>
            <a:cxnLst>
              <a:cxn ang="0">
                <a:pos x="wd2" y="hd2"/>
              </a:cxn>
              <a:cxn ang="5400000">
                <a:pos x="wd2" y="hd2"/>
              </a:cxn>
              <a:cxn ang="10800000">
                <a:pos x="wd2" y="hd2"/>
              </a:cxn>
              <a:cxn ang="16200000">
                <a:pos x="wd2" y="hd2"/>
              </a:cxn>
            </a:cxnLst>
            <a:rect l="0" t="0" r="r" b="b"/>
            <a:pathLst>
              <a:path w="21433" h="21600" fill="norm" stroke="1" extrusionOk="0">
                <a:moveTo>
                  <a:pt x="7467" y="21600"/>
                </a:moveTo>
                <a:cubicBezTo>
                  <a:pt x="7467" y="21600"/>
                  <a:pt x="7467" y="21600"/>
                  <a:pt x="7467" y="21600"/>
                </a:cubicBezTo>
                <a:cubicBezTo>
                  <a:pt x="7067" y="21600"/>
                  <a:pt x="6933" y="21466"/>
                  <a:pt x="6667" y="21198"/>
                </a:cubicBezTo>
                <a:cubicBezTo>
                  <a:pt x="4000" y="17575"/>
                  <a:pt x="4000" y="17575"/>
                  <a:pt x="4000" y="17575"/>
                </a:cubicBezTo>
                <a:cubicBezTo>
                  <a:pt x="400" y="14892"/>
                  <a:pt x="400" y="14892"/>
                  <a:pt x="400" y="14892"/>
                </a:cubicBezTo>
                <a:cubicBezTo>
                  <a:pt x="133" y="14758"/>
                  <a:pt x="0" y="14489"/>
                  <a:pt x="0" y="14087"/>
                </a:cubicBezTo>
                <a:cubicBezTo>
                  <a:pt x="0" y="13819"/>
                  <a:pt x="0" y="13550"/>
                  <a:pt x="267" y="13416"/>
                </a:cubicBezTo>
                <a:cubicBezTo>
                  <a:pt x="1733" y="11940"/>
                  <a:pt x="1733" y="11940"/>
                  <a:pt x="1733" y="11940"/>
                </a:cubicBezTo>
                <a:cubicBezTo>
                  <a:pt x="1867" y="11672"/>
                  <a:pt x="2133" y="11672"/>
                  <a:pt x="2400" y="11672"/>
                </a:cubicBezTo>
                <a:cubicBezTo>
                  <a:pt x="2400" y="11672"/>
                  <a:pt x="2533" y="11672"/>
                  <a:pt x="2667" y="11672"/>
                </a:cubicBezTo>
                <a:cubicBezTo>
                  <a:pt x="5200" y="12343"/>
                  <a:pt x="5200" y="12343"/>
                  <a:pt x="5200" y="12343"/>
                </a:cubicBezTo>
                <a:cubicBezTo>
                  <a:pt x="8267" y="9257"/>
                  <a:pt x="8267" y="9257"/>
                  <a:pt x="8267" y="9257"/>
                </a:cubicBezTo>
                <a:cubicBezTo>
                  <a:pt x="1467" y="5501"/>
                  <a:pt x="1467" y="5501"/>
                  <a:pt x="1467" y="5501"/>
                </a:cubicBezTo>
                <a:cubicBezTo>
                  <a:pt x="1200" y="5366"/>
                  <a:pt x="933" y="5098"/>
                  <a:pt x="933" y="4830"/>
                </a:cubicBezTo>
                <a:cubicBezTo>
                  <a:pt x="933" y="4427"/>
                  <a:pt x="933" y="4159"/>
                  <a:pt x="1200" y="3891"/>
                </a:cubicBezTo>
                <a:cubicBezTo>
                  <a:pt x="3067" y="2012"/>
                  <a:pt x="3067" y="2012"/>
                  <a:pt x="3067" y="2012"/>
                </a:cubicBezTo>
                <a:cubicBezTo>
                  <a:pt x="3333" y="1744"/>
                  <a:pt x="3733" y="1744"/>
                  <a:pt x="4000" y="1744"/>
                </a:cubicBezTo>
                <a:cubicBezTo>
                  <a:pt x="13467" y="4025"/>
                  <a:pt x="13467" y="4025"/>
                  <a:pt x="13467" y="4025"/>
                </a:cubicBezTo>
                <a:cubicBezTo>
                  <a:pt x="15467" y="1878"/>
                  <a:pt x="15467" y="1878"/>
                  <a:pt x="15467" y="1878"/>
                </a:cubicBezTo>
                <a:cubicBezTo>
                  <a:pt x="16667" y="805"/>
                  <a:pt x="18267" y="0"/>
                  <a:pt x="19467" y="0"/>
                </a:cubicBezTo>
                <a:cubicBezTo>
                  <a:pt x="20133" y="0"/>
                  <a:pt x="20533" y="134"/>
                  <a:pt x="20933" y="537"/>
                </a:cubicBezTo>
                <a:cubicBezTo>
                  <a:pt x="21467" y="1073"/>
                  <a:pt x="21600" y="2012"/>
                  <a:pt x="21200" y="3220"/>
                </a:cubicBezTo>
                <a:cubicBezTo>
                  <a:pt x="20933" y="4159"/>
                  <a:pt x="20267" y="5232"/>
                  <a:pt x="19600" y="5903"/>
                </a:cubicBezTo>
                <a:cubicBezTo>
                  <a:pt x="17467" y="8184"/>
                  <a:pt x="17467" y="8184"/>
                  <a:pt x="17467" y="8184"/>
                </a:cubicBezTo>
                <a:cubicBezTo>
                  <a:pt x="19733" y="17978"/>
                  <a:pt x="19733" y="17978"/>
                  <a:pt x="19733" y="17978"/>
                </a:cubicBezTo>
                <a:cubicBezTo>
                  <a:pt x="19733" y="18380"/>
                  <a:pt x="19600" y="18783"/>
                  <a:pt x="19333" y="19051"/>
                </a:cubicBezTo>
                <a:cubicBezTo>
                  <a:pt x="17467" y="20527"/>
                  <a:pt x="17467" y="20527"/>
                  <a:pt x="17467" y="20527"/>
                </a:cubicBezTo>
                <a:cubicBezTo>
                  <a:pt x="17333" y="20661"/>
                  <a:pt x="17067" y="20661"/>
                  <a:pt x="16800" y="20661"/>
                </a:cubicBezTo>
                <a:cubicBezTo>
                  <a:pt x="16800" y="20661"/>
                  <a:pt x="16667" y="20661"/>
                  <a:pt x="16533" y="20661"/>
                </a:cubicBezTo>
                <a:cubicBezTo>
                  <a:pt x="16267" y="20527"/>
                  <a:pt x="16000" y="20393"/>
                  <a:pt x="16000" y="20124"/>
                </a:cubicBezTo>
                <a:cubicBezTo>
                  <a:pt x="12267" y="13282"/>
                  <a:pt x="12267" y="13282"/>
                  <a:pt x="12267" y="13282"/>
                </a:cubicBezTo>
                <a:cubicBezTo>
                  <a:pt x="9200" y="16368"/>
                  <a:pt x="9200" y="16368"/>
                  <a:pt x="9200" y="16368"/>
                </a:cubicBezTo>
                <a:cubicBezTo>
                  <a:pt x="9867" y="18917"/>
                  <a:pt x="9867" y="18917"/>
                  <a:pt x="9867" y="18917"/>
                </a:cubicBezTo>
                <a:cubicBezTo>
                  <a:pt x="10000" y="19319"/>
                  <a:pt x="9867" y="19588"/>
                  <a:pt x="9600" y="19856"/>
                </a:cubicBezTo>
                <a:cubicBezTo>
                  <a:pt x="8267" y="21332"/>
                  <a:pt x="8267" y="21332"/>
                  <a:pt x="8267" y="21332"/>
                </a:cubicBezTo>
                <a:cubicBezTo>
                  <a:pt x="8000" y="21466"/>
                  <a:pt x="7733" y="21600"/>
                  <a:pt x="7467" y="21600"/>
                </a:cubicBezTo>
                <a:close/>
                <a:moveTo>
                  <a:pt x="1067" y="14087"/>
                </a:moveTo>
                <a:cubicBezTo>
                  <a:pt x="4800" y="16904"/>
                  <a:pt x="4800" y="16904"/>
                  <a:pt x="4800" y="16904"/>
                </a:cubicBezTo>
                <a:cubicBezTo>
                  <a:pt x="7467" y="20527"/>
                  <a:pt x="7467" y="20527"/>
                  <a:pt x="7467" y="20527"/>
                </a:cubicBezTo>
                <a:cubicBezTo>
                  <a:pt x="8800" y="19185"/>
                  <a:pt x="8800" y="19185"/>
                  <a:pt x="8800" y="19185"/>
                </a:cubicBezTo>
                <a:cubicBezTo>
                  <a:pt x="8000" y="16099"/>
                  <a:pt x="8000" y="16099"/>
                  <a:pt x="8000" y="16099"/>
                </a:cubicBezTo>
                <a:cubicBezTo>
                  <a:pt x="12533" y="11538"/>
                  <a:pt x="12533" y="11538"/>
                  <a:pt x="12533" y="11538"/>
                </a:cubicBezTo>
                <a:cubicBezTo>
                  <a:pt x="16800" y="19588"/>
                  <a:pt x="16800" y="19588"/>
                  <a:pt x="16800" y="19588"/>
                </a:cubicBezTo>
                <a:cubicBezTo>
                  <a:pt x="18667" y="18246"/>
                  <a:pt x="18667" y="18246"/>
                  <a:pt x="18667" y="18246"/>
                </a:cubicBezTo>
                <a:cubicBezTo>
                  <a:pt x="16267" y="7781"/>
                  <a:pt x="16267" y="7781"/>
                  <a:pt x="16267" y="7781"/>
                </a:cubicBezTo>
                <a:cubicBezTo>
                  <a:pt x="18800" y="5232"/>
                  <a:pt x="18800" y="5232"/>
                  <a:pt x="18800" y="5232"/>
                </a:cubicBezTo>
                <a:cubicBezTo>
                  <a:pt x="19467" y="4561"/>
                  <a:pt x="20000" y="3757"/>
                  <a:pt x="20267" y="2952"/>
                </a:cubicBezTo>
                <a:cubicBezTo>
                  <a:pt x="20533" y="2147"/>
                  <a:pt x="20400" y="1610"/>
                  <a:pt x="20133" y="1342"/>
                </a:cubicBezTo>
                <a:cubicBezTo>
                  <a:pt x="20000" y="1073"/>
                  <a:pt x="19867" y="1073"/>
                  <a:pt x="19467" y="1073"/>
                </a:cubicBezTo>
                <a:cubicBezTo>
                  <a:pt x="18533" y="1073"/>
                  <a:pt x="17200" y="1744"/>
                  <a:pt x="16267" y="2683"/>
                </a:cubicBezTo>
                <a:cubicBezTo>
                  <a:pt x="13733" y="5232"/>
                  <a:pt x="13733" y="5232"/>
                  <a:pt x="13733" y="5232"/>
                </a:cubicBezTo>
                <a:cubicBezTo>
                  <a:pt x="3733" y="2817"/>
                  <a:pt x="3733" y="2817"/>
                  <a:pt x="3733" y="2817"/>
                </a:cubicBezTo>
                <a:cubicBezTo>
                  <a:pt x="2000" y="4696"/>
                  <a:pt x="2000" y="4696"/>
                  <a:pt x="2000" y="4696"/>
                </a:cubicBezTo>
                <a:cubicBezTo>
                  <a:pt x="10000" y="8989"/>
                  <a:pt x="10000" y="8989"/>
                  <a:pt x="10000" y="8989"/>
                </a:cubicBezTo>
                <a:cubicBezTo>
                  <a:pt x="5467" y="13550"/>
                  <a:pt x="5467" y="13550"/>
                  <a:pt x="5467" y="13550"/>
                </a:cubicBezTo>
                <a:cubicBezTo>
                  <a:pt x="2400" y="12745"/>
                  <a:pt x="2400" y="12745"/>
                  <a:pt x="2400" y="12745"/>
                </a:cubicBezTo>
                <a:lnTo>
                  <a:pt x="1067" y="140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1" name="Shape 9541"/>
          <p:cNvSpPr/>
          <p:nvPr/>
        </p:nvSpPr>
        <p:spPr>
          <a:xfrm>
            <a:off x="3205886" y="8786930"/>
            <a:ext cx="554828" cy="243348"/>
          </a:xfrm>
          <a:custGeom>
            <a:avLst/>
            <a:gdLst/>
            <a:ahLst/>
            <a:cxnLst>
              <a:cxn ang="0">
                <a:pos x="wd2" y="hd2"/>
              </a:cxn>
              <a:cxn ang="5400000">
                <a:pos x="wd2" y="hd2"/>
              </a:cxn>
              <a:cxn ang="10800000">
                <a:pos x="wd2" y="hd2"/>
              </a:cxn>
              <a:cxn ang="16200000">
                <a:pos x="wd2" y="hd2"/>
              </a:cxn>
            </a:cxnLst>
            <a:rect l="0" t="0" r="r" b="b"/>
            <a:pathLst>
              <a:path w="21475" h="21600" fill="norm" stroke="1" extrusionOk="0">
                <a:moveTo>
                  <a:pt x="10759" y="3086"/>
                </a:moveTo>
                <a:cubicBezTo>
                  <a:pt x="20135" y="11571"/>
                  <a:pt x="20135" y="11571"/>
                  <a:pt x="20135" y="11571"/>
                </a:cubicBezTo>
                <a:cubicBezTo>
                  <a:pt x="10759" y="18514"/>
                  <a:pt x="10759" y="18514"/>
                  <a:pt x="10759" y="18514"/>
                </a:cubicBezTo>
                <a:cubicBezTo>
                  <a:pt x="1382" y="11571"/>
                  <a:pt x="1382" y="11571"/>
                  <a:pt x="1382" y="11571"/>
                </a:cubicBezTo>
                <a:cubicBezTo>
                  <a:pt x="10759" y="3086"/>
                  <a:pt x="10759" y="3086"/>
                  <a:pt x="10759" y="3086"/>
                </a:cubicBezTo>
                <a:moveTo>
                  <a:pt x="10759" y="0"/>
                </a:moveTo>
                <a:cubicBezTo>
                  <a:pt x="10591" y="0"/>
                  <a:pt x="10424" y="0"/>
                  <a:pt x="10256" y="0"/>
                </a:cubicBezTo>
                <a:cubicBezTo>
                  <a:pt x="880" y="8486"/>
                  <a:pt x="880" y="8486"/>
                  <a:pt x="880" y="8486"/>
                </a:cubicBezTo>
                <a:cubicBezTo>
                  <a:pt x="210" y="9257"/>
                  <a:pt x="-125" y="10414"/>
                  <a:pt x="42" y="11571"/>
                </a:cubicBezTo>
                <a:cubicBezTo>
                  <a:pt x="42" y="13114"/>
                  <a:pt x="377" y="13886"/>
                  <a:pt x="880" y="14657"/>
                </a:cubicBezTo>
                <a:cubicBezTo>
                  <a:pt x="10256" y="21600"/>
                  <a:pt x="10256" y="21600"/>
                  <a:pt x="10256" y="21600"/>
                </a:cubicBezTo>
                <a:cubicBezTo>
                  <a:pt x="10424" y="21600"/>
                  <a:pt x="10591" y="21600"/>
                  <a:pt x="10759" y="21600"/>
                </a:cubicBezTo>
                <a:cubicBezTo>
                  <a:pt x="10759" y="21600"/>
                  <a:pt x="10926" y="21600"/>
                  <a:pt x="11094" y="21600"/>
                </a:cubicBezTo>
                <a:cubicBezTo>
                  <a:pt x="20470" y="14657"/>
                  <a:pt x="20470" y="14657"/>
                  <a:pt x="20470" y="14657"/>
                </a:cubicBezTo>
                <a:cubicBezTo>
                  <a:pt x="20973" y="13886"/>
                  <a:pt x="21308" y="13114"/>
                  <a:pt x="21475" y="11571"/>
                </a:cubicBezTo>
                <a:cubicBezTo>
                  <a:pt x="21475" y="10414"/>
                  <a:pt x="21140" y="9257"/>
                  <a:pt x="20470" y="8486"/>
                </a:cubicBezTo>
                <a:cubicBezTo>
                  <a:pt x="11094" y="0"/>
                  <a:pt x="11094" y="0"/>
                  <a:pt x="11094" y="0"/>
                </a:cubicBezTo>
                <a:cubicBezTo>
                  <a:pt x="11094" y="0"/>
                  <a:pt x="10926" y="0"/>
                  <a:pt x="10759"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2" name="Shape 9542"/>
          <p:cNvSpPr/>
          <p:nvPr/>
        </p:nvSpPr>
        <p:spPr>
          <a:xfrm>
            <a:off x="3205291" y="8976752"/>
            <a:ext cx="552794" cy="123053"/>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3" name="Shape 9543"/>
          <p:cNvSpPr/>
          <p:nvPr/>
        </p:nvSpPr>
        <p:spPr>
          <a:xfrm>
            <a:off x="3205291" y="9046279"/>
            <a:ext cx="552794" cy="123054"/>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4" name="Shape 9544"/>
          <p:cNvSpPr/>
          <p:nvPr/>
        </p:nvSpPr>
        <p:spPr>
          <a:xfrm>
            <a:off x="3370182" y="11028308"/>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500" y="21600"/>
                  <a:pt x="0" y="17100"/>
                  <a:pt x="0" y="10800"/>
                </a:cubicBezTo>
                <a:cubicBezTo>
                  <a:pt x="0" y="4500"/>
                  <a:pt x="4500" y="0"/>
                  <a:pt x="10800" y="0"/>
                </a:cubicBezTo>
                <a:cubicBezTo>
                  <a:pt x="17100" y="0"/>
                  <a:pt x="21600" y="4500"/>
                  <a:pt x="21600" y="10800"/>
                </a:cubicBezTo>
                <a:cubicBezTo>
                  <a:pt x="21600" y="17100"/>
                  <a:pt x="17100" y="21600"/>
                  <a:pt x="10800" y="21600"/>
                </a:cubicBezTo>
                <a:close/>
                <a:moveTo>
                  <a:pt x="10800" y="7200"/>
                </a:moveTo>
                <a:cubicBezTo>
                  <a:pt x="9000" y="7200"/>
                  <a:pt x="7200" y="9000"/>
                  <a:pt x="7200" y="10800"/>
                </a:cubicBezTo>
                <a:cubicBezTo>
                  <a:pt x="7200" y="12600"/>
                  <a:pt x="9000" y="14400"/>
                  <a:pt x="10800" y="14400"/>
                </a:cubicBezTo>
                <a:cubicBezTo>
                  <a:pt x="12600" y="14400"/>
                  <a:pt x="14400" y="12600"/>
                  <a:pt x="14400" y="10800"/>
                </a:cubicBezTo>
                <a:cubicBezTo>
                  <a:pt x="14400" y="9000"/>
                  <a:pt x="12600" y="7200"/>
                  <a:pt x="10800" y="72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5" name="Shape 9545"/>
          <p:cNvSpPr/>
          <p:nvPr/>
        </p:nvSpPr>
        <p:spPr>
          <a:xfrm>
            <a:off x="3556665" y="11028308"/>
            <a:ext cx="111507"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600" y="7200"/>
                  <a:pt x="14400" y="9000"/>
                  <a:pt x="14400" y="10800"/>
                </a:cubicBezTo>
                <a:cubicBezTo>
                  <a:pt x="14400" y="12600"/>
                  <a:pt x="12600" y="14400"/>
                  <a:pt x="10800" y="14400"/>
                </a:cubicBezTo>
                <a:cubicBezTo>
                  <a:pt x="9000" y="14400"/>
                  <a:pt x="7200" y="12600"/>
                  <a:pt x="7200" y="10800"/>
                </a:cubicBezTo>
                <a:cubicBezTo>
                  <a:pt x="7200" y="9000"/>
                  <a:pt x="9000" y="7200"/>
                  <a:pt x="10800" y="7200"/>
                </a:cubicBezTo>
                <a:moveTo>
                  <a:pt x="10800" y="0"/>
                </a:moveTo>
                <a:cubicBezTo>
                  <a:pt x="4500" y="0"/>
                  <a:pt x="0" y="4500"/>
                  <a:pt x="0" y="10800"/>
                </a:cubicBezTo>
                <a:cubicBezTo>
                  <a:pt x="0" y="17100"/>
                  <a:pt x="4500" y="21600"/>
                  <a:pt x="10800" y="21600"/>
                </a:cubicBezTo>
                <a:cubicBezTo>
                  <a:pt x="17100" y="21600"/>
                  <a:pt x="21600" y="17100"/>
                  <a:pt x="21600" y="10800"/>
                </a:cubicBezTo>
                <a:cubicBezTo>
                  <a:pt x="21600" y="4500"/>
                  <a:pt x="17100" y="0"/>
                  <a:pt x="108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6" name="Shape 9546"/>
          <p:cNvSpPr/>
          <p:nvPr/>
        </p:nvSpPr>
        <p:spPr>
          <a:xfrm>
            <a:off x="3212537" y="10699561"/>
            <a:ext cx="501775" cy="2999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00" y="18900"/>
                </a:moveTo>
                <a:cubicBezTo>
                  <a:pt x="5200" y="0"/>
                  <a:pt x="5200" y="0"/>
                  <a:pt x="5200" y="0"/>
                </a:cubicBezTo>
                <a:cubicBezTo>
                  <a:pt x="3200" y="0"/>
                  <a:pt x="3200" y="0"/>
                  <a:pt x="3200" y="0"/>
                </a:cubicBezTo>
                <a:cubicBezTo>
                  <a:pt x="800" y="0"/>
                  <a:pt x="800" y="0"/>
                  <a:pt x="800" y="0"/>
                </a:cubicBezTo>
                <a:cubicBezTo>
                  <a:pt x="800" y="0"/>
                  <a:pt x="800" y="0"/>
                  <a:pt x="800" y="0"/>
                </a:cubicBezTo>
                <a:cubicBezTo>
                  <a:pt x="400" y="0"/>
                  <a:pt x="0" y="675"/>
                  <a:pt x="0" y="1350"/>
                </a:cubicBezTo>
                <a:cubicBezTo>
                  <a:pt x="0" y="2025"/>
                  <a:pt x="400" y="2700"/>
                  <a:pt x="800" y="2700"/>
                </a:cubicBezTo>
                <a:cubicBezTo>
                  <a:pt x="800" y="2700"/>
                  <a:pt x="800" y="2700"/>
                  <a:pt x="800" y="2700"/>
                </a:cubicBezTo>
                <a:cubicBezTo>
                  <a:pt x="3800" y="2700"/>
                  <a:pt x="3800" y="2700"/>
                  <a:pt x="3800" y="2700"/>
                </a:cubicBezTo>
                <a:cubicBezTo>
                  <a:pt x="6000" y="21600"/>
                  <a:pt x="6000" y="21600"/>
                  <a:pt x="6000" y="21600"/>
                </a:cubicBezTo>
                <a:cubicBezTo>
                  <a:pt x="8400" y="21600"/>
                  <a:pt x="8400" y="21600"/>
                  <a:pt x="84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1200" y="21600"/>
                  <a:pt x="21600" y="20925"/>
                  <a:pt x="21600" y="20250"/>
                </a:cubicBezTo>
                <a:cubicBezTo>
                  <a:pt x="21600" y="19575"/>
                  <a:pt x="21200" y="18900"/>
                  <a:pt x="20800" y="18900"/>
                </a:cubicBezTo>
                <a:lnTo>
                  <a:pt x="7400" y="189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547" name="Shape 9547"/>
          <p:cNvSpPr/>
          <p:nvPr/>
        </p:nvSpPr>
        <p:spPr>
          <a:xfrm>
            <a:off x="3379795" y="10738011"/>
            <a:ext cx="371045" cy="1864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0" y="17280"/>
                </a:moveTo>
                <a:cubicBezTo>
                  <a:pt x="3240" y="17280"/>
                  <a:pt x="3240" y="17280"/>
                  <a:pt x="3240" y="17280"/>
                </a:cubicBezTo>
                <a:cubicBezTo>
                  <a:pt x="2700" y="17280"/>
                  <a:pt x="2160" y="18360"/>
                  <a:pt x="2160" y="19440"/>
                </a:cubicBezTo>
                <a:cubicBezTo>
                  <a:pt x="2160" y="20520"/>
                  <a:pt x="2700" y="21600"/>
                  <a:pt x="3240" y="21600"/>
                </a:cubicBezTo>
                <a:cubicBezTo>
                  <a:pt x="18360" y="21600"/>
                  <a:pt x="18360" y="21600"/>
                  <a:pt x="18360" y="21600"/>
                </a:cubicBezTo>
                <a:cubicBezTo>
                  <a:pt x="18900" y="21600"/>
                  <a:pt x="19440" y="20520"/>
                  <a:pt x="19440" y="19440"/>
                </a:cubicBezTo>
                <a:cubicBezTo>
                  <a:pt x="19440" y="18360"/>
                  <a:pt x="18900" y="17280"/>
                  <a:pt x="18360" y="17280"/>
                </a:cubicBezTo>
                <a:close/>
                <a:moveTo>
                  <a:pt x="19440" y="8640"/>
                </a:moveTo>
                <a:cubicBezTo>
                  <a:pt x="2160" y="8640"/>
                  <a:pt x="2160" y="8640"/>
                  <a:pt x="2160" y="8640"/>
                </a:cubicBezTo>
                <a:cubicBezTo>
                  <a:pt x="1620" y="8640"/>
                  <a:pt x="1080" y="9720"/>
                  <a:pt x="1080" y="10800"/>
                </a:cubicBezTo>
                <a:cubicBezTo>
                  <a:pt x="1080" y="11880"/>
                  <a:pt x="1620" y="12960"/>
                  <a:pt x="2160" y="12960"/>
                </a:cubicBezTo>
                <a:cubicBezTo>
                  <a:pt x="19440" y="12960"/>
                  <a:pt x="19440" y="12960"/>
                  <a:pt x="19440" y="12960"/>
                </a:cubicBezTo>
                <a:cubicBezTo>
                  <a:pt x="19980" y="12960"/>
                  <a:pt x="20520" y="11880"/>
                  <a:pt x="20520" y="10800"/>
                </a:cubicBezTo>
                <a:cubicBezTo>
                  <a:pt x="20520" y="9720"/>
                  <a:pt x="19980" y="8640"/>
                  <a:pt x="19440" y="8640"/>
                </a:cubicBezTo>
                <a:close/>
                <a:moveTo>
                  <a:pt x="20520" y="0"/>
                </a:moveTo>
                <a:cubicBezTo>
                  <a:pt x="1080" y="0"/>
                  <a:pt x="1080" y="0"/>
                  <a:pt x="1080" y="0"/>
                </a:cubicBezTo>
                <a:cubicBezTo>
                  <a:pt x="540" y="0"/>
                  <a:pt x="0" y="1080"/>
                  <a:pt x="0" y="2160"/>
                </a:cubicBezTo>
                <a:cubicBezTo>
                  <a:pt x="0" y="3240"/>
                  <a:pt x="540" y="4320"/>
                  <a:pt x="1080" y="4320"/>
                </a:cubicBezTo>
                <a:cubicBezTo>
                  <a:pt x="20520" y="4320"/>
                  <a:pt x="20520" y="4320"/>
                  <a:pt x="20520" y="4320"/>
                </a:cubicBezTo>
                <a:cubicBezTo>
                  <a:pt x="21060" y="4320"/>
                  <a:pt x="21600" y="3240"/>
                  <a:pt x="21600" y="2160"/>
                </a:cubicBezTo>
                <a:cubicBezTo>
                  <a:pt x="21600" y="1080"/>
                  <a:pt x="21060" y="0"/>
                  <a:pt x="2052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9557" name="Group 9557"/>
          <p:cNvGrpSpPr/>
          <p:nvPr/>
        </p:nvGrpSpPr>
        <p:grpSpPr>
          <a:xfrm>
            <a:off x="1370012" y="1988887"/>
            <a:ext cx="7859714" cy="5059362"/>
            <a:chOff x="0" y="0"/>
            <a:chExt cx="7859712" cy="5059361"/>
          </a:xfrm>
        </p:grpSpPr>
        <p:grpSp>
          <p:nvGrpSpPr>
            <p:cNvPr id="9552" name="Group 9552"/>
            <p:cNvGrpSpPr/>
            <p:nvPr/>
          </p:nvGrpSpPr>
          <p:grpSpPr>
            <a:xfrm>
              <a:off x="0" y="0"/>
              <a:ext cx="7859713" cy="5059362"/>
              <a:chOff x="0" y="0"/>
              <a:chExt cx="7859712" cy="5059361"/>
            </a:xfrm>
          </p:grpSpPr>
          <p:sp>
            <p:nvSpPr>
              <p:cNvPr id="9548" name="Shape 9548"/>
              <p:cNvSpPr/>
              <p:nvPr/>
            </p:nvSpPr>
            <p:spPr>
              <a:xfrm>
                <a:off x="0" y="1583233"/>
                <a:ext cx="7562792" cy="3476129"/>
              </a:xfrm>
              <a:prstGeom prst="roundRect">
                <a:avLst>
                  <a:gd name="adj" fmla="val 2014"/>
                </a:avLst>
              </a:prstGeom>
              <a:solidFill>
                <a:srgbClr val="EBEBEB"/>
              </a:solidFill>
              <a:ln w="25400" cap="flat">
                <a:solidFill>
                  <a:srgbClr val="000000">
                    <a:alpha val="0"/>
                  </a:srgbClr>
                </a:solidFill>
                <a:prstDash val="solid"/>
                <a:miter lim="400000"/>
              </a:ln>
              <a:effectLst>
                <a:outerShdw sx="100000" sy="100000" kx="0" ky="0" algn="b" rotWithShape="0" blurRad="12700" dist="393700" dir="8040000">
                  <a:srgbClr val="000000">
                    <a:alpha val="14000"/>
                  </a:srgbClr>
                </a:outerShdw>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49" name="Shape 9549"/>
              <p:cNvSpPr/>
              <p:nvPr/>
            </p:nvSpPr>
            <p:spPr>
              <a:xfrm>
                <a:off x="296921" y="1308510"/>
                <a:ext cx="7562792" cy="3476129"/>
              </a:xfrm>
              <a:prstGeom prst="roundRect">
                <a:avLst>
                  <a:gd name="adj" fmla="val 2014"/>
                </a:avLst>
              </a:prstGeom>
              <a:solidFill>
                <a:srgbClr val="FFFFFF"/>
              </a:solidFill>
              <a:ln w="25400" cap="flat">
                <a:solidFill>
                  <a:srgbClr val="000000">
                    <a:alpha val="0"/>
                  </a:srgbClr>
                </a:solidFill>
                <a:prstDash val="solid"/>
                <a:miter lim="400000"/>
              </a:ln>
              <a:effectLst>
                <a:outerShdw sx="100000" sy="100000" kx="0" ky="0" algn="b" rotWithShape="0" blurRad="12700" dist="63499" dir="3060009">
                  <a:srgbClr val="000000">
                    <a:alpha val="10999"/>
                  </a:srgbClr>
                </a:outerShdw>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50" name="Shape 9550"/>
              <p:cNvSpPr/>
              <p:nvPr/>
            </p:nvSpPr>
            <p:spPr>
              <a:xfrm>
                <a:off x="5154066" y="0"/>
                <a:ext cx="2349977" cy="2350239"/>
              </a:xfrm>
              <a:prstGeom prst="ellipse">
                <a:avLst/>
              </a:prstGeom>
              <a:solidFill>
                <a:srgbClr val="263545"/>
              </a:solidFill>
              <a:ln w="254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51" name="Shape 9551"/>
              <p:cNvSpPr/>
              <p:nvPr/>
            </p:nvSpPr>
            <p:spPr>
              <a:xfrm>
                <a:off x="825666" y="1885039"/>
                <a:ext cx="4241801" cy="546101"/>
              </a:xfrm>
              <a:prstGeom prst="rect">
                <a:avLst/>
              </a:prstGeom>
              <a:noFill/>
              <a:ln w="9525" cap="flat">
                <a:noFill/>
                <a:round/>
              </a:ln>
              <a:effectLst/>
              <a:extLst>
                <a:ext uri="{C572A759-6A51-4108-AA02-DFA0A04FC94B}">
                  <ma14:wrappingTextBoxFlag xmlns:ma14="http://schemas.microsoft.com/office/mac/drawingml/2011/main" val="1"/>
                </a:ext>
              </a:extLst>
            </p:spPr>
            <p:txBody>
              <a:bodyPr wrap="square" lIns="0" tIns="0" rIns="0" bIns="0" numCol="1" anchor="ctr">
                <a:spAutoFit/>
              </a:bodyPr>
              <a:lstStyle>
                <a:lvl1pPr algn="l" defTabSz="914400">
                  <a:buClr>
                    <a:srgbClr val="444444"/>
                  </a:buClr>
                  <a:buFont typeface="Helvetica"/>
                  <a:defRPr b="1" sz="3600">
                    <a:solidFill>
                      <a:srgbClr val="444444"/>
                    </a:solidFill>
                    <a:uFill>
                      <a:solidFill>
                        <a:srgbClr val="444444"/>
                      </a:solidFill>
                    </a:uFill>
                    <a:latin typeface="Helvetica"/>
                    <a:ea typeface="Helvetica"/>
                    <a:cs typeface="Helvetica"/>
                    <a:sym typeface="Helvetica"/>
                  </a:defRPr>
                </a:lvl1pPr>
              </a:lstStyle>
              <a:p>
                <a:pPr>
                  <a:defRPr b="0" sz="3200">
                    <a:solidFill>
                      <a:srgbClr val="000000"/>
                    </a:solidFill>
                    <a:uFill>
                      <a:solidFill>
                        <a:srgbClr val="000000"/>
                      </a:solidFill>
                    </a:uFill>
                    <a:latin typeface="Gill Sans"/>
                    <a:ea typeface="Gill Sans"/>
                    <a:cs typeface="Gill Sans"/>
                    <a:sym typeface="Gill Sans"/>
                  </a:defRPr>
                </a:pPr>
                <a:r>
                  <a:rPr b="1" sz="3600">
                    <a:solidFill>
                      <a:srgbClr val="444444"/>
                    </a:solidFill>
                    <a:uFill>
                      <a:solidFill>
                        <a:srgbClr val="444444"/>
                      </a:solidFill>
                    </a:uFill>
                    <a:latin typeface="Helvetica"/>
                    <a:ea typeface="Helvetica"/>
                    <a:cs typeface="Helvetica"/>
                    <a:sym typeface="Helvetica"/>
                  </a:rPr>
                  <a:t>Texto editable</a:t>
                </a:r>
              </a:p>
            </p:txBody>
          </p:sp>
        </p:grpSp>
        <p:sp>
          <p:nvSpPr>
            <p:cNvPr id="9553" name="Shape 9553"/>
            <p:cNvSpPr/>
            <p:nvPr/>
          </p:nvSpPr>
          <p:spPr>
            <a:xfrm>
              <a:off x="830430" y="2937796"/>
              <a:ext cx="6283008" cy="1"/>
            </a:xfrm>
            <a:prstGeom prst="line">
              <a:avLst/>
            </a:prstGeom>
            <a:noFill/>
            <a:ln w="76200" cap="flat">
              <a:solidFill>
                <a:srgbClr val="C0C0C0"/>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54" name="Shape 9554"/>
            <p:cNvSpPr/>
            <p:nvPr/>
          </p:nvSpPr>
          <p:spPr>
            <a:xfrm>
              <a:off x="830430" y="3255396"/>
              <a:ext cx="6283008" cy="1"/>
            </a:xfrm>
            <a:prstGeom prst="line">
              <a:avLst/>
            </a:prstGeom>
            <a:noFill/>
            <a:ln w="76200" cap="flat">
              <a:solidFill>
                <a:srgbClr val="C0C0C0"/>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55" name="Shape 9555"/>
            <p:cNvSpPr/>
            <p:nvPr/>
          </p:nvSpPr>
          <p:spPr>
            <a:xfrm>
              <a:off x="830430" y="3572995"/>
              <a:ext cx="6283008" cy="1"/>
            </a:xfrm>
            <a:prstGeom prst="line">
              <a:avLst/>
            </a:prstGeom>
            <a:noFill/>
            <a:ln w="76200" cap="flat">
              <a:solidFill>
                <a:srgbClr val="C0C0C0"/>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56" name="Shape 9556"/>
            <p:cNvSpPr/>
            <p:nvPr/>
          </p:nvSpPr>
          <p:spPr>
            <a:xfrm>
              <a:off x="830430" y="3890595"/>
              <a:ext cx="6283008" cy="1"/>
            </a:xfrm>
            <a:prstGeom prst="line">
              <a:avLst/>
            </a:prstGeom>
            <a:noFill/>
            <a:ln w="76200" cap="flat">
              <a:solidFill>
                <a:srgbClr val="C0C0C0"/>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582" name="Group 9582"/>
          <p:cNvGrpSpPr/>
          <p:nvPr/>
        </p:nvGrpSpPr>
        <p:grpSpPr>
          <a:xfrm>
            <a:off x="14625637" y="906462"/>
            <a:ext cx="5343526" cy="4646614"/>
            <a:chOff x="0" y="0"/>
            <a:chExt cx="5343525" cy="4646612"/>
          </a:xfrm>
        </p:grpSpPr>
        <p:sp>
          <p:nvSpPr>
            <p:cNvPr id="9558" name="Shape 9558"/>
            <p:cNvSpPr/>
            <p:nvPr/>
          </p:nvSpPr>
          <p:spPr>
            <a:xfrm>
              <a:off x="1546225" y="3297260"/>
              <a:ext cx="2305050" cy="1349353"/>
            </a:xfrm>
            <a:custGeom>
              <a:avLst/>
              <a:gdLst/>
              <a:ahLst/>
              <a:cxnLst>
                <a:cxn ang="0">
                  <a:pos x="wd2" y="hd2"/>
                </a:cxn>
                <a:cxn ang="5400000">
                  <a:pos x="wd2" y="hd2"/>
                </a:cxn>
                <a:cxn ang="10800000">
                  <a:pos x="wd2" y="hd2"/>
                </a:cxn>
                <a:cxn ang="16200000">
                  <a:pos x="wd2" y="hd2"/>
                </a:cxn>
              </a:cxnLst>
              <a:rect l="0" t="0" r="r" b="b"/>
              <a:pathLst>
                <a:path w="21600" h="20561" fill="norm" stroke="1" extrusionOk="0">
                  <a:moveTo>
                    <a:pt x="20866" y="17871"/>
                  </a:moveTo>
                  <a:lnTo>
                    <a:pt x="20356" y="17871"/>
                  </a:lnTo>
                  <a:cubicBezTo>
                    <a:pt x="20356" y="17871"/>
                    <a:pt x="17364" y="16574"/>
                    <a:pt x="17364" y="2969"/>
                  </a:cubicBezTo>
                  <a:cubicBezTo>
                    <a:pt x="17364" y="-1039"/>
                    <a:pt x="4150" y="-1036"/>
                    <a:pt x="4150" y="3267"/>
                  </a:cubicBezTo>
                  <a:cubicBezTo>
                    <a:pt x="4150" y="16367"/>
                    <a:pt x="1079" y="17871"/>
                    <a:pt x="1079" y="17871"/>
                  </a:cubicBezTo>
                  <a:lnTo>
                    <a:pt x="666" y="17871"/>
                  </a:lnTo>
                  <a:cubicBezTo>
                    <a:pt x="297" y="17871"/>
                    <a:pt x="0" y="18341"/>
                    <a:pt x="0" y="18941"/>
                  </a:cubicBezTo>
                  <a:lnTo>
                    <a:pt x="0" y="19485"/>
                  </a:lnTo>
                  <a:cubicBezTo>
                    <a:pt x="0" y="20085"/>
                    <a:pt x="297" y="20561"/>
                    <a:pt x="666" y="20561"/>
                  </a:cubicBezTo>
                  <a:lnTo>
                    <a:pt x="20866" y="20561"/>
                  </a:lnTo>
                  <a:cubicBezTo>
                    <a:pt x="21234" y="20561"/>
                    <a:pt x="21600" y="20085"/>
                    <a:pt x="21600" y="19485"/>
                  </a:cubicBezTo>
                  <a:lnTo>
                    <a:pt x="21600" y="18941"/>
                  </a:lnTo>
                  <a:cubicBezTo>
                    <a:pt x="21600" y="18341"/>
                    <a:pt x="21234" y="17871"/>
                    <a:pt x="20866" y="17871"/>
                  </a:cubicBez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59" name="Shape 9559"/>
            <p:cNvSpPr/>
            <p:nvPr/>
          </p:nvSpPr>
          <p:spPr>
            <a:xfrm>
              <a:off x="0" y="0"/>
              <a:ext cx="5343525" cy="38671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08" y="0"/>
                  </a:moveTo>
                  <a:lnTo>
                    <a:pt x="745" y="0"/>
                  </a:lnTo>
                  <a:cubicBezTo>
                    <a:pt x="355" y="0"/>
                    <a:pt x="0" y="283"/>
                    <a:pt x="0" y="823"/>
                  </a:cubicBezTo>
                  <a:lnTo>
                    <a:pt x="0" y="17770"/>
                  </a:lnTo>
                  <a:lnTo>
                    <a:pt x="0" y="20366"/>
                  </a:lnTo>
                  <a:cubicBezTo>
                    <a:pt x="0" y="20906"/>
                    <a:pt x="355" y="21600"/>
                    <a:pt x="745" y="21600"/>
                  </a:cubicBezTo>
                  <a:lnTo>
                    <a:pt x="21008" y="21600"/>
                  </a:lnTo>
                  <a:cubicBezTo>
                    <a:pt x="21399" y="21600"/>
                    <a:pt x="21600" y="20906"/>
                    <a:pt x="21600" y="20366"/>
                  </a:cubicBezTo>
                  <a:lnTo>
                    <a:pt x="21600" y="17770"/>
                  </a:lnTo>
                  <a:lnTo>
                    <a:pt x="21600" y="823"/>
                  </a:lnTo>
                  <a:cubicBezTo>
                    <a:pt x="21600" y="283"/>
                    <a:pt x="21399" y="0"/>
                    <a:pt x="21008" y="0"/>
                  </a:cubicBez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0" name="Shape 9560"/>
            <p:cNvSpPr/>
            <p:nvPr/>
          </p:nvSpPr>
          <p:spPr>
            <a:xfrm>
              <a:off x="257175" y="284162"/>
              <a:ext cx="4829175" cy="2768601"/>
            </a:xfrm>
            <a:prstGeom prst="rect">
              <a:avLst/>
            </a:prstGeom>
            <a:solidFill>
              <a:srgbClr val="F5F5F5"/>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1" name="Shape 9561"/>
            <p:cNvSpPr/>
            <p:nvPr/>
          </p:nvSpPr>
          <p:spPr>
            <a:xfrm>
              <a:off x="2468562" y="3257550"/>
              <a:ext cx="436563" cy="4381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799"/>
                  </a:moveTo>
                  <a:cubicBezTo>
                    <a:pt x="21600" y="16766"/>
                    <a:pt x="16763" y="21600"/>
                    <a:pt x="10799" y="21600"/>
                  </a:cubicBezTo>
                  <a:cubicBezTo>
                    <a:pt x="4836" y="21600"/>
                    <a:pt x="0" y="16766"/>
                    <a:pt x="0" y="10799"/>
                  </a:cubicBezTo>
                  <a:cubicBezTo>
                    <a:pt x="0" y="4834"/>
                    <a:pt x="4836" y="0"/>
                    <a:pt x="10799" y="0"/>
                  </a:cubicBezTo>
                  <a:cubicBezTo>
                    <a:pt x="16763" y="0"/>
                    <a:pt x="21600" y="4834"/>
                    <a:pt x="21600" y="10799"/>
                  </a:cubicBezTo>
                  <a:lnTo>
                    <a:pt x="21600" y="10799"/>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2" name="Shape 9562"/>
            <p:cNvSpPr/>
            <p:nvPr/>
          </p:nvSpPr>
          <p:spPr>
            <a:xfrm>
              <a:off x="1057275" y="460375"/>
              <a:ext cx="1071563" cy="2857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168"/>
                  </a:moveTo>
                  <a:cubicBezTo>
                    <a:pt x="21600" y="19168"/>
                    <a:pt x="20942" y="21600"/>
                    <a:pt x="20004" y="21600"/>
                  </a:cubicBezTo>
                  <a:lnTo>
                    <a:pt x="1836" y="21600"/>
                  </a:lnTo>
                  <a:cubicBezTo>
                    <a:pt x="898" y="21600"/>
                    <a:pt x="0" y="19168"/>
                    <a:pt x="0" y="16168"/>
                  </a:cubicBezTo>
                  <a:lnTo>
                    <a:pt x="0" y="5432"/>
                  </a:lnTo>
                  <a:cubicBezTo>
                    <a:pt x="0" y="2432"/>
                    <a:pt x="898" y="0"/>
                    <a:pt x="1836" y="0"/>
                  </a:cubicBezTo>
                  <a:lnTo>
                    <a:pt x="20004" y="0"/>
                  </a:lnTo>
                  <a:cubicBezTo>
                    <a:pt x="20942" y="0"/>
                    <a:pt x="21600" y="2432"/>
                    <a:pt x="21600" y="5432"/>
                  </a:cubicBezTo>
                  <a:lnTo>
                    <a:pt x="21600" y="16168"/>
                  </a:lnTo>
                  <a:close/>
                </a:path>
              </a:pathLst>
            </a:custGeom>
            <a:solidFill>
              <a:srgbClr val="FF5C2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3" name="Shape 9563"/>
            <p:cNvSpPr/>
            <p:nvPr/>
          </p:nvSpPr>
          <p:spPr>
            <a:xfrm>
              <a:off x="1057275" y="841375"/>
              <a:ext cx="3214688" cy="8143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699"/>
                  </a:moveTo>
                  <a:cubicBezTo>
                    <a:pt x="21600" y="20749"/>
                    <a:pt x="21359" y="21600"/>
                    <a:pt x="21046" y="21600"/>
                  </a:cubicBezTo>
                  <a:lnTo>
                    <a:pt x="612" y="21600"/>
                  </a:lnTo>
                  <a:cubicBezTo>
                    <a:pt x="299" y="21600"/>
                    <a:pt x="0" y="20749"/>
                    <a:pt x="0" y="19699"/>
                  </a:cubicBezTo>
                  <a:lnTo>
                    <a:pt x="0" y="1901"/>
                  </a:lnTo>
                  <a:cubicBezTo>
                    <a:pt x="0" y="851"/>
                    <a:pt x="299" y="0"/>
                    <a:pt x="612" y="0"/>
                  </a:cubicBezTo>
                  <a:lnTo>
                    <a:pt x="21046" y="0"/>
                  </a:lnTo>
                  <a:cubicBezTo>
                    <a:pt x="21359" y="0"/>
                    <a:pt x="21600" y="851"/>
                    <a:pt x="21600" y="1901"/>
                  </a:cubicBezTo>
                  <a:lnTo>
                    <a:pt x="21600" y="19699"/>
                  </a:lnTo>
                  <a:close/>
                </a:path>
              </a:pathLst>
            </a:custGeom>
            <a:solidFill>
              <a:srgbClr val="50E2E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4" name="Shape 9564"/>
            <p:cNvSpPr/>
            <p:nvPr/>
          </p:nvSpPr>
          <p:spPr>
            <a:xfrm>
              <a:off x="1057275" y="1722437"/>
              <a:ext cx="990600" cy="503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17"/>
                  </a:moveTo>
                  <a:cubicBezTo>
                    <a:pt x="21600" y="20220"/>
                    <a:pt x="20922" y="21600"/>
                    <a:pt x="19906" y="21600"/>
                  </a:cubicBezTo>
                  <a:lnTo>
                    <a:pt x="1987" y="21600"/>
                  </a:lnTo>
                  <a:cubicBezTo>
                    <a:pt x="971" y="21600"/>
                    <a:pt x="0" y="20220"/>
                    <a:pt x="0" y="18517"/>
                  </a:cubicBezTo>
                  <a:lnTo>
                    <a:pt x="0" y="3083"/>
                  </a:lnTo>
                  <a:cubicBezTo>
                    <a:pt x="0" y="1380"/>
                    <a:pt x="971" y="0"/>
                    <a:pt x="1987" y="0"/>
                  </a:cubicBezTo>
                  <a:lnTo>
                    <a:pt x="19906" y="0"/>
                  </a:lnTo>
                  <a:cubicBezTo>
                    <a:pt x="20922" y="0"/>
                    <a:pt x="21600" y="1380"/>
                    <a:pt x="21600" y="3083"/>
                  </a:cubicBezTo>
                  <a:lnTo>
                    <a:pt x="21600" y="18517"/>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5" name="Shape 9565"/>
            <p:cNvSpPr/>
            <p:nvPr/>
          </p:nvSpPr>
          <p:spPr>
            <a:xfrm>
              <a:off x="2141537" y="1722437"/>
              <a:ext cx="990601" cy="503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17"/>
                  </a:moveTo>
                  <a:cubicBezTo>
                    <a:pt x="21600" y="20220"/>
                    <a:pt x="20938" y="21600"/>
                    <a:pt x="19923" y="21600"/>
                  </a:cubicBezTo>
                  <a:lnTo>
                    <a:pt x="2004" y="21600"/>
                  </a:lnTo>
                  <a:cubicBezTo>
                    <a:pt x="988" y="21600"/>
                    <a:pt x="0" y="20220"/>
                    <a:pt x="0" y="18517"/>
                  </a:cubicBezTo>
                  <a:lnTo>
                    <a:pt x="0" y="3083"/>
                  </a:lnTo>
                  <a:cubicBezTo>
                    <a:pt x="0" y="1380"/>
                    <a:pt x="988" y="0"/>
                    <a:pt x="2004" y="0"/>
                  </a:cubicBezTo>
                  <a:lnTo>
                    <a:pt x="19923" y="0"/>
                  </a:lnTo>
                  <a:cubicBezTo>
                    <a:pt x="20938" y="0"/>
                    <a:pt x="21600" y="1380"/>
                    <a:pt x="21600" y="3083"/>
                  </a:cubicBezTo>
                  <a:lnTo>
                    <a:pt x="21600" y="18517"/>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6" name="Shape 9566"/>
            <p:cNvSpPr/>
            <p:nvPr/>
          </p:nvSpPr>
          <p:spPr>
            <a:xfrm>
              <a:off x="3281362" y="1722437"/>
              <a:ext cx="990601" cy="50323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17"/>
                  </a:moveTo>
                  <a:cubicBezTo>
                    <a:pt x="21600" y="20220"/>
                    <a:pt x="20816" y="21600"/>
                    <a:pt x="19801" y="21600"/>
                  </a:cubicBezTo>
                  <a:lnTo>
                    <a:pt x="1882" y="21600"/>
                  </a:lnTo>
                  <a:cubicBezTo>
                    <a:pt x="866" y="21600"/>
                    <a:pt x="0" y="20220"/>
                    <a:pt x="0" y="18517"/>
                  </a:cubicBezTo>
                  <a:lnTo>
                    <a:pt x="0" y="3083"/>
                  </a:lnTo>
                  <a:cubicBezTo>
                    <a:pt x="0" y="1380"/>
                    <a:pt x="866" y="0"/>
                    <a:pt x="1882" y="0"/>
                  </a:cubicBezTo>
                  <a:lnTo>
                    <a:pt x="19801" y="0"/>
                  </a:lnTo>
                  <a:cubicBezTo>
                    <a:pt x="20816" y="0"/>
                    <a:pt x="21600" y="1380"/>
                    <a:pt x="21600" y="3083"/>
                  </a:cubicBezTo>
                  <a:lnTo>
                    <a:pt x="21600" y="18517"/>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7" name="Shape 9567"/>
            <p:cNvSpPr/>
            <p:nvPr/>
          </p:nvSpPr>
          <p:spPr>
            <a:xfrm>
              <a:off x="2141537" y="2320925"/>
              <a:ext cx="990601"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903"/>
                  </a:moveTo>
                  <a:cubicBezTo>
                    <a:pt x="21600" y="18153"/>
                    <a:pt x="21402" y="21600"/>
                    <a:pt x="20991" y="21600"/>
                  </a:cubicBezTo>
                  <a:lnTo>
                    <a:pt x="1019" y="21600"/>
                  </a:lnTo>
                  <a:cubicBezTo>
                    <a:pt x="608" y="21600"/>
                    <a:pt x="0" y="18153"/>
                    <a:pt x="0" y="12903"/>
                  </a:cubicBezTo>
                  <a:lnTo>
                    <a:pt x="0" y="9100"/>
                  </a:lnTo>
                  <a:cubicBezTo>
                    <a:pt x="0" y="3850"/>
                    <a:pt x="608" y="0"/>
                    <a:pt x="1019" y="0"/>
                  </a:cubicBezTo>
                  <a:lnTo>
                    <a:pt x="20991" y="0"/>
                  </a:lnTo>
                  <a:cubicBezTo>
                    <a:pt x="21402" y="0"/>
                    <a:pt x="21600" y="3850"/>
                    <a:pt x="21600" y="9100"/>
                  </a:cubicBezTo>
                  <a:lnTo>
                    <a:pt x="21600" y="12903"/>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8" name="Shape 9568"/>
            <p:cNvSpPr/>
            <p:nvPr/>
          </p:nvSpPr>
          <p:spPr>
            <a:xfrm>
              <a:off x="2141537" y="2443162"/>
              <a:ext cx="990601"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042"/>
                  </a:moveTo>
                  <a:cubicBezTo>
                    <a:pt x="21600" y="17293"/>
                    <a:pt x="21402" y="21600"/>
                    <a:pt x="20991" y="21600"/>
                  </a:cubicBezTo>
                  <a:lnTo>
                    <a:pt x="1019" y="21600"/>
                  </a:lnTo>
                  <a:cubicBezTo>
                    <a:pt x="608" y="21600"/>
                    <a:pt x="0" y="17293"/>
                    <a:pt x="0" y="12042"/>
                  </a:cubicBezTo>
                  <a:lnTo>
                    <a:pt x="0" y="8241"/>
                  </a:lnTo>
                  <a:cubicBezTo>
                    <a:pt x="0" y="2991"/>
                    <a:pt x="608" y="0"/>
                    <a:pt x="1019" y="0"/>
                  </a:cubicBezTo>
                  <a:lnTo>
                    <a:pt x="20991" y="0"/>
                  </a:lnTo>
                  <a:cubicBezTo>
                    <a:pt x="21402" y="0"/>
                    <a:pt x="21600" y="2991"/>
                    <a:pt x="21600" y="8241"/>
                  </a:cubicBezTo>
                  <a:lnTo>
                    <a:pt x="21600" y="12042"/>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69" name="Shape 9569"/>
            <p:cNvSpPr/>
            <p:nvPr/>
          </p:nvSpPr>
          <p:spPr>
            <a:xfrm>
              <a:off x="2141537" y="2563812"/>
              <a:ext cx="990601"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184"/>
                  </a:moveTo>
                  <a:cubicBezTo>
                    <a:pt x="21600" y="16434"/>
                    <a:pt x="21402" y="21600"/>
                    <a:pt x="20991" y="21600"/>
                  </a:cubicBezTo>
                  <a:lnTo>
                    <a:pt x="1019" y="21600"/>
                  </a:lnTo>
                  <a:cubicBezTo>
                    <a:pt x="608" y="21600"/>
                    <a:pt x="0" y="16434"/>
                    <a:pt x="0" y="11184"/>
                  </a:cubicBezTo>
                  <a:lnTo>
                    <a:pt x="0" y="7383"/>
                  </a:lnTo>
                  <a:cubicBezTo>
                    <a:pt x="0" y="2133"/>
                    <a:pt x="608" y="0"/>
                    <a:pt x="1019" y="0"/>
                  </a:cubicBezTo>
                  <a:lnTo>
                    <a:pt x="20991" y="0"/>
                  </a:lnTo>
                  <a:cubicBezTo>
                    <a:pt x="21402" y="0"/>
                    <a:pt x="21600" y="2133"/>
                    <a:pt x="21600" y="7383"/>
                  </a:cubicBezTo>
                  <a:lnTo>
                    <a:pt x="21600" y="1118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0" name="Shape 9570"/>
            <p:cNvSpPr/>
            <p:nvPr/>
          </p:nvSpPr>
          <p:spPr>
            <a:xfrm>
              <a:off x="2141537" y="2673350"/>
              <a:ext cx="990601" cy="80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204"/>
                  </a:moveTo>
                  <a:cubicBezTo>
                    <a:pt x="21600" y="16580"/>
                    <a:pt x="21402" y="21600"/>
                    <a:pt x="20991" y="21600"/>
                  </a:cubicBezTo>
                  <a:lnTo>
                    <a:pt x="1019" y="21600"/>
                  </a:lnTo>
                  <a:cubicBezTo>
                    <a:pt x="608" y="21600"/>
                    <a:pt x="0" y="16580"/>
                    <a:pt x="0" y="12204"/>
                  </a:cubicBezTo>
                  <a:lnTo>
                    <a:pt x="0" y="9035"/>
                  </a:lnTo>
                  <a:cubicBezTo>
                    <a:pt x="0" y="4662"/>
                    <a:pt x="608" y="0"/>
                    <a:pt x="1019" y="0"/>
                  </a:cubicBezTo>
                  <a:lnTo>
                    <a:pt x="20991" y="0"/>
                  </a:lnTo>
                  <a:cubicBezTo>
                    <a:pt x="21402" y="0"/>
                    <a:pt x="21600" y="4662"/>
                    <a:pt x="21600" y="9035"/>
                  </a:cubicBezTo>
                  <a:lnTo>
                    <a:pt x="21600" y="1220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1" name="Shape 9571"/>
            <p:cNvSpPr/>
            <p:nvPr/>
          </p:nvSpPr>
          <p:spPr>
            <a:xfrm>
              <a:off x="2141537" y="2795587"/>
              <a:ext cx="542926" cy="68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787"/>
                  </a:moveTo>
                  <a:cubicBezTo>
                    <a:pt x="21600" y="19037"/>
                    <a:pt x="21154" y="21600"/>
                    <a:pt x="20403" y="21600"/>
                  </a:cubicBezTo>
                  <a:lnTo>
                    <a:pt x="1860" y="21600"/>
                  </a:lnTo>
                  <a:cubicBezTo>
                    <a:pt x="1110" y="21600"/>
                    <a:pt x="0" y="19037"/>
                    <a:pt x="0" y="13787"/>
                  </a:cubicBezTo>
                  <a:lnTo>
                    <a:pt x="0" y="9984"/>
                  </a:lnTo>
                  <a:cubicBezTo>
                    <a:pt x="0" y="4733"/>
                    <a:pt x="1110" y="0"/>
                    <a:pt x="1860" y="0"/>
                  </a:cubicBezTo>
                  <a:lnTo>
                    <a:pt x="20403" y="0"/>
                  </a:lnTo>
                  <a:cubicBezTo>
                    <a:pt x="21154" y="0"/>
                    <a:pt x="21600" y="4733"/>
                    <a:pt x="21600" y="9984"/>
                  </a:cubicBezTo>
                  <a:lnTo>
                    <a:pt x="21600" y="1378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2" name="Shape 9572"/>
            <p:cNvSpPr/>
            <p:nvPr/>
          </p:nvSpPr>
          <p:spPr>
            <a:xfrm>
              <a:off x="3281362" y="2320925"/>
              <a:ext cx="963615" cy="66676"/>
            </a:xfrm>
            <a:custGeom>
              <a:avLst/>
              <a:gdLst/>
              <a:ahLst/>
              <a:cxnLst>
                <a:cxn ang="0">
                  <a:pos x="wd2" y="hd2"/>
                </a:cxn>
                <a:cxn ang="5400000">
                  <a:pos x="wd2" y="hd2"/>
                </a:cxn>
                <a:cxn ang="10800000">
                  <a:pos x="wd2" y="hd2"/>
                </a:cxn>
                <a:cxn ang="16200000">
                  <a:pos x="wd2" y="hd2"/>
                </a:cxn>
              </a:cxnLst>
              <a:rect l="0" t="0" r="r" b="b"/>
              <a:pathLst>
                <a:path w="21536" h="21600" fill="norm" stroke="1" extrusionOk="0">
                  <a:moveTo>
                    <a:pt x="21532" y="12903"/>
                  </a:moveTo>
                  <a:cubicBezTo>
                    <a:pt x="21532" y="18153"/>
                    <a:pt x="21600" y="21600"/>
                    <a:pt x="21178" y="21600"/>
                  </a:cubicBezTo>
                  <a:lnTo>
                    <a:pt x="709" y="21600"/>
                  </a:lnTo>
                  <a:cubicBezTo>
                    <a:pt x="287" y="21600"/>
                    <a:pt x="0" y="18153"/>
                    <a:pt x="0" y="12903"/>
                  </a:cubicBezTo>
                  <a:lnTo>
                    <a:pt x="0" y="9100"/>
                  </a:lnTo>
                  <a:cubicBezTo>
                    <a:pt x="0" y="3850"/>
                    <a:pt x="287" y="0"/>
                    <a:pt x="709" y="0"/>
                  </a:cubicBezTo>
                  <a:lnTo>
                    <a:pt x="21178" y="0"/>
                  </a:lnTo>
                  <a:cubicBezTo>
                    <a:pt x="21600" y="0"/>
                    <a:pt x="21532" y="3850"/>
                    <a:pt x="21532" y="9100"/>
                  </a:cubicBezTo>
                  <a:lnTo>
                    <a:pt x="21532" y="12903"/>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3" name="Shape 9573"/>
            <p:cNvSpPr/>
            <p:nvPr/>
          </p:nvSpPr>
          <p:spPr>
            <a:xfrm>
              <a:off x="3281362" y="2443162"/>
              <a:ext cx="963615" cy="66676"/>
            </a:xfrm>
            <a:custGeom>
              <a:avLst/>
              <a:gdLst/>
              <a:ahLst/>
              <a:cxnLst>
                <a:cxn ang="0">
                  <a:pos x="wd2" y="hd2"/>
                </a:cxn>
                <a:cxn ang="5400000">
                  <a:pos x="wd2" y="hd2"/>
                </a:cxn>
                <a:cxn ang="10800000">
                  <a:pos x="wd2" y="hd2"/>
                </a:cxn>
                <a:cxn ang="16200000">
                  <a:pos x="wd2" y="hd2"/>
                </a:cxn>
              </a:cxnLst>
              <a:rect l="0" t="0" r="r" b="b"/>
              <a:pathLst>
                <a:path w="21536" h="21600" fill="norm" stroke="1" extrusionOk="0">
                  <a:moveTo>
                    <a:pt x="21532" y="12042"/>
                  </a:moveTo>
                  <a:cubicBezTo>
                    <a:pt x="21532" y="17293"/>
                    <a:pt x="21600" y="21600"/>
                    <a:pt x="21178" y="21600"/>
                  </a:cubicBezTo>
                  <a:lnTo>
                    <a:pt x="709" y="21600"/>
                  </a:lnTo>
                  <a:cubicBezTo>
                    <a:pt x="287" y="21600"/>
                    <a:pt x="0" y="17293"/>
                    <a:pt x="0" y="12042"/>
                  </a:cubicBezTo>
                  <a:lnTo>
                    <a:pt x="0" y="8241"/>
                  </a:lnTo>
                  <a:cubicBezTo>
                    <a:pt x="0" y="2991"/>
                    <a:pt x="287" y="0"/>
                    <a:pt x="709" y="0"/>
                  </a:cubicBezTo>
                  <a:lnTo>
                    <a:pt x="21178" y="0"/>
                  </a:lnTo>
                  <a:cubicBezTo>
                    <a:pt x="21600" y="0"/>
                    <a:pt x="21532" y="2991"/>
                    <a:pt x="21532" y="8241"/>
                  </a:cubicBezTo>
                  <a:lnTo>
                    <a:pt x="21532" y="12042"/>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4" name="Shape 9574"/>
            <p:cNvSpPr/>
            <p:nvPr/>
          </p:nvSpPr>
          <p:spPr>
            <a:xfrm>
              <a:off x="3281362" y="2563812"/>
              <a:ext cx="963615" cy="68263"/>
            </a:xfrm>
            <a:custGeom>
              <a:avLst/>
              <a:gdLst/>
              <a:ahLst/>
              <a:cxnLst>
                <a:cxn ang="0">
                  <a:pos x="wd2" y="hd2"/>
                </a:cxn>
                <a:cxn ang="5400000">
                  <a:pos x="wd2" y="hd2"/>
                </a:cxn>
                <a:cxn ang="10800000">
                  <a:pos x="wd2" y="hd2"/>
                </a:cxn>
                <a:cxn ang="16200000">
                  <a:pos x="wd2" y="hd2"/>
                </a:cxn>
              </a:cxnLst>
              <a:rect l="0" t="0" r="r" b="b"/>
              <a:pathLst>
                <a:path w="21536" h="21600" fill="norm" stroke="1" extrusionOk="0">
                  <a:moveTo>
                    <a:pt x="21532" y="11184"/>
                  </a:moveTo>
                  <a:cubicBezTo>
                    <a:pt x="21532" y="16434"/>
                    <a:pt x="21600" y="21600"/>
                    <a:pt x="21178" y="21600"/>
                  </a:cubicBezTo>
                  <a:lnTo>
                    <a:pt x="709" y="21600"/>
                  </a:lnTo>
                  <a:cubicBezTo>
                    <a:pt x="287" y="21600"/>
                    <a:pt x="0" y="16434"/>
                    <a:pt x="0" y="11184"/>
                  </a:cubicBezTo>
                  <a:lnTo>
                    <a:pt x="0" y="7383"/>
                  </a:lnTo>
                  <a:cubicBezTo>
                    <a:pt x="0" y="2133"/>
                    <a:pt x="287" y="0"/>
                    <a:pt x="709" y="0"/>
                  </a:cubicBezTo>
                  <a:lnTo>
                    <a:pt x="21178" y="0"/>
                  </a:lnTo>
                  <a:cubicBezTo>
                    <a:pt x="21600" y="0"/>
                    <a:pt x="21532" y="2133"/>
                    <a:pt x="21532" y="7383"/>
                  </a:cubicBezTo>
                  <a:lnTo>
                    <a:pt x="21532" y="1118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5" name="Shape 9575"/>
            <p:cNvSpPr/>
            <p:nvPr/>
          </p:nvSpPr>
          <p:spPr>
            <a:xfrm>
              <a:off x="3281362" y="2673350"/>
              <a:ext cx="963615" cy="80963"/>
            </a:xfrm>
            <a:custGeom>
              <a:avLst/>
              <a:gdLst/>
              <a:ahLst/>
              <a:cxnLst>
                <a:cxn ang="0">
                  <a:pos x="wd2" y="hd2"/>
                </a:cxn>
                <a:cxn ang="5400000">
                  <a:pos x="wd2" y="hd2"/>
                </a:cxn>
                <a:cxn ang="10800000">
                  <a:pos x="wd2" y="hd2"/>
                </a:cxn>
                <a:cxn ang="16200000">
                  <a:pos x="wd2" y="hd2"/>
                </a:cxn>
              </a:cxnLst>
              <a:rect l="0" t="0" r="r" b="b"/>
              <a:pathLst>
                <a:path w="21536" h="21600" fill="norm" stroke="1" extrusionOk="0">
                  <a:moveTo>
                    <a:pt x="21532" y="12204"/>
                  </a:moveTo>
                  <a:cubicBezTo>
                    <a:pt x="21532" y="16580"/>
                    <a:pt x="21600" y="21600"/>
                    <a:pt x="21178" y="21600"/>
                  </a:cubicBezTo>
                  <a:lnTo>
                    <a:pt x="709" y="21600"/>
                  </a:lnTo>
                  <a:cubicBezTo>
                    <a:pt x="287" y="21600"/>
                    <a:pt x="0" y="16580"/>
                    <a:pt x="0" y="12204"/>
                  </a:cubicBezTo>
                  <a:lnTo>
                    <a:pt x="0" y="9035"/>
                  </a:lnTo>
                  <a:cubicBezTo>
                    <a:pt x="0" y="4662"/>
                    <a:pt x="287" y="0"/>
                    <a:pt x="709" y="0"/>
                  </a:cubicBezTo>
                  <a:lnTo>
                    <a:pt x="21178" y="0"/>
                  </a:lnTo>
                  <a:cubicBezTo>
                    <a:pt x="21600" y="0"/>
                    <a:pt x="21532" y="4662"/>
                    <a:pt x="21532" y="9035"/>
                  </a:cubicBezTo>
                  <a:lnTo>
                    <a:pt x="21532" y="1220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6" name="Shape 9576"/>
            <p:cNvSpPr/>
            <p:nvPr/>
          </p:nvSpPr>
          <p:spPr>
            <a:xfrm>
              <a:off x="3281362" y="2795587"/>
              <a:ext cx="515945" cy="68264"/>
            </a:xfrm>
            <a:custGeom>
              <a:avLst/>
              <a:gdLst/>
              <a:ahLst/>
              <a:cxnLst>
                <a:cxn ang="0">
                  <a:pos x="wd2" y="hd2"/>
                </a:cxn>
                <a:cxn ang="5400000">
                  <a:pos x="wd2" y="hd2"/>
                </a:cxn>
                <a:cxn ang="10800000">
                  <a:pos x="wd2" y="hd2"/>
                </a:cxn>
                <a:cxn ang="16200000">
                  <a:pos x="wd2" y="hd2"/>
                </a:cxn>
              </a:cxnLst>
              <a:rect l="0" t="0" r="r" b="b"/>
              <a:pathLst>
                <a:path w="21563" h="21600" fill="norm" stroke="1" extrusionOk="0">
                  <a:moveTo>
                    <a:pt x="21563" y="13787"/>
                  </a:moveTo>
                  <a:cubicBezTo>
                    <a:pt x="21563" y="19037"/>
                    <a:pt x="21600" y="21600"/>
                    <a:pt x="20811" y="21600"/>
                  </a:cubicBezTo>
                  <a:lnTo>
                    <a:pt x="1326" y="21600"/>
                  </a:lnTo>
                  <a:cubicBezTo>
                    <a:pt x="538" y="21600"/>
                    <a:pt x="0" y="19037"/>
                    <a:pt x="0" y="13787"/>
                  </a:cubicBezTo>
                  <a:lnTo>
                    <a:pt x="0" y="9984"/>
                  </a:lnTo>
                  <a:cubicBezTo>
                    <a:pt x="0" y="4733"/>
                    <a:pt x="538" y="0"/>
                    <a:pt x="1326" y="0"/>
                  </a:cubicBezTo>
                  <a:lnTo>
                    <a:pt x="20811" y="0"/>
                  </a:lnTo>
                  <a:cubicBezTo>
                    <a:pt x="21600" y="0"/>
                    <a:pt x="21563" y="4733"/>
                    <a:pt x="21563" y="9984"/>
                  </a:cubicBezTo>
                  <a:lnTo>
                    <a:pt x="21563" y="1378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7" name="Shape 9577"/>
            <p:cNvSpPr/>
            <p:nvPr/>
          </p:nvSpPr>
          <p:spPr>
            <a:xfrm>
              <a:off x="1057275" y="2320925"/>
              <a:ext cx="976313"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903"/>
                  </a:moveTo>
                  <a:cubicBezTo>
                    <a:pt x="21600" y="18153"/>
                    <a:pt x="21453" y="21600"/>
                    <a:pt x="21036" y="21600"/>
                  </a:cubicBezTo>
                  <a:lnTo>
                    <a:pt x="788" y="21600"/>
                  </a:lnTo>
                  <a:cubicBezTo>
                    <a:pt x="371" y="21600"/>
                    <a:pt x="0" y="18153"/>
                    <a:pt x="0" y="12903"/>
                  </a:cubicBezTo>
                  <a:lnTo>
                    <a:pt x="0" y="9100"/>
                  </a:lnTo>
                  <a:cubicBezTo>
                    <a:pt x="0" y="3850"/>
                    <a:pt x="371" y="0"/>
                    <a:pt x="788" y="0"/>
                  </a:cubicBezTo>
                  <a:lnTo>
                    <a:pt x="21036" y="0"/>
                  </a:lnTo>
                  <a:cubicBezTo>
                    <a:pt x="21453" y="0"/>
                    <a:pt x="21600" y="3850"/>
                    <a:pt x="21600" y="9100"/>
                  </a:cubicBezTo>
                  <a:lnTo>
                    <a:pt x="21600" y="12903"/>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8" name="Shape 9578"/>
            <p:cNvSpPr/>
            <p:nvPr/>
          </p:nvSpPr>
          <p:spPr>
            <a:xfrm>
              <a:off x="1057275" y="2443162"/>
              <a:ext cx="976313"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042"/>
                  </a:moveTo>
                  <a:cubicBezTo>
                    <a:pt x="21600" y="17293"/>
                    <a:pt x="21453" y="21600"/>
                    <a:pt x="21036" y="21600"/>
                  </a:cubicBezTo>
                  <a:lnTo>
                    <a:pt x="788" y="21600"/>
                  </a:lnTo>
                  <a:cubicBezTo>
                    <a:pt x="371" y="21600"/>
                    <a:pt x="0" y="17293"/>
                    <a:pt x="0" y="12042"/>
                  </a:cubicBezTo>
                  <a:lnTo>
                    <a:pt x="0" y="8241"/>
                  </a:lnTo>
                  <a:cubicBezTo>
                    <a:pt x="0" y="2991"/>
                    <a:pt x="371" y="0"/>
                    <a:pt x="788" y="0"/>
                  </a:cubicBezTo>
                  <a:lnTo>
                    <a:pt x="21036" y="0"/>
                  </a:lnTo>
                  <a:cubicBezTo>
                    <a:pt x="21453" y="0"/>
                    <a:pt x="21600" y="2991"/>
                    <a:pt x="21600" y="8241"/>
                  </a:cubicBezTo>
                  <a:lnTo>
                    <a:pt x="21600" y="12042"/>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79" name="Shape 9579"/>
            <p:cNvSpPr/>
            <p:nvPr/>
          </p:nvSpPr>
          <p:spPr>
            <a:xfrm>
              <a:off x="1057275" y="2563812"/>
              <a:ext cx="976313"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184"/>
                  </a:moveTo>
                  <a:cubicBezTo>
                    <a:pt x="21600" y="16434"/>
                    <a:pt x="21453" y="21600"/>
                    <a:pt x="21036" y="21600"/>
                  </a:cubicBezTo>
                  <a:lnTo>
                    <a:pt x="788" y="21600"/>
                  </a:lnTo>
                  <a:cubicBezTo>
                    <a:pt x="371" y="21600"/>
                    <a:pt x="0" y="16434"/>
                    <a:pt x="0" y="11184"/>
                  </a:cubicBezTo>
                  <a:lnTo>
                    <a:pt x="0" y="7383"/>
                  </a:lnTo>
                  <a:cubicBezTo>
                    <a:pt x="0" y="2133"/>
                    <a:pt x="371" y="0"/>
                    <a:pt x="788" y="0"/>
                  </a:cubicBezTo>
                  <a:lnTo>
                    <a:pt x="21036" y="0"/>
                  </a:lnTo>
                  <a:cubicBezTo>
                    <a:pt x="21453" y="0"/>
                    <a:pt x="21600" y="2133"/>
                    <a:pt x="21600" y="7383"/>
                  </a:cubicBezTo>
                  <a:lnTo>
                    <a:pt x="21600" y="1118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0" name="Shape 9580"/>
            <p:cNvSpPr/>
            <p:nvPr/>
          </p:nvSpPr>
          <p:spPr>
            <a:xfrm>
              <a:off x="1057275" y="2673350"/>
              <a:ext cx="976313" cy="80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204"/>
                  </a:moveTo>
                  <a:cubicBezTo>
                    <a:pt x="21600" y="16580"/>
                    <a:pt x="21453" y="21600"/>
                    <a:pt x="21036" y="21600"/>
                  </a:cubicBezTo>
                  <a:lnTo>
                    <a:pt x="788" y="21600"/>
                  </a:lnTo>
                  <a:cubicBezTo>
                    <a:pt x="371" y="21600"/>
                    <a:pt x="0" y="16580"/>
                    <a:pt x="0" y="12204"/>
                  </a:cubicBezTo>
                  <a:lnTo>
                    <a:pt x="0" y="9035"/>
                  </a:lnTo>
                  <a:cubicBezTo>
                    <a:pt x="0" y="4662"/>
                    <a:pt x="371" y="0"/>
                    <a:pt x="788" y="0"/>
                  </a:cubicBezTo>
                  <a:lnTo>
                    <a:pt x="21036" y="0"/>
                  </a:lnTo>
                  <a:cubicBezTo>
                    <a:pt x="21453" y="0"/>
                    <a:pt x="21600" y="4662"/>
                    <a:pt x="21600" y="9035"/>
                  </a:cubicBezTo>
                  <a:lnTo>
                    <a:pt x="21600" y="1220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1" name="Shape 9581"/>
            <p:cNvSpPr/>
            <p:nvPr/>
          </p:nvSpPr>
          <p:spPr>
            <a:xfrm>
              <a:off x="1057275" y="2795587"/>
              <a:ext cx="528638" cy="682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787"/>
                  </a:moveTo>
                  <a:cubicBezTo>
                    <a:pt x="21600" y="19037"/>
                    <a:pt x="21242" y="21600"/>
                    <a:pt x="20473" y="21600"/>
                  </a:cubicBezTo>
                  <a:lnTo>
                    <a:pt x="1454" y="21600"/>
                  </a:lnTo>
                  <a:cubicBezTo>
                    <a:pt x="684" y="21600"/>
                    <a:pt x="0" y="19037"/>
                    <a:pt x="0" y="13787"/>
                  </a:cubicBezTo>
                  <a:lnTo>
                    <a:pt x="0" y="9984"/>
                  </a:lnTo>
                  <a:cubicBezTo>
                    <a:pt x="0" y="4733"/>
                    <a:pt x="684" y="0"/>
                    <a:pt x="1454" y="0"/>
                  </a:cubicBezTo>
                  <a:lnTo>
                    <a:pt x="20473" y="0"/>
                  </a:lnTo>
                  <a:cubicBezTo>
                    <a:pt x="21242" y="0"/>
                    <a:pt x="21600" y="4733"/>
                    <a:pt x="21600" y="9984"/>
                  </a:cubicBezTo>
                  <a:lnTo>
                    <a:pt x="21600" y="1378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607" name="Group 9607"/>
          <p:cNvGrpSpPr/>
          <p:nvPr/>
        </p:nvGrpSpPr>
        <p:grpSpPr>
          <a:xfrm>
            <a:off x="11182350" y="5310187"/>
            <a:ext cx="5121275" cy="2917826"/>
            <a:chOff x="0" y="0"/>
            <a:chExt cx="5121275" cy="2917825"/>
          </a:xfrm>
        </p:grpSpPr>
        <p:sp>
          <p:nvSpPr>
            <p:cNvPr id="9583" name="Shape 9583"/>
            <p:cNvSpPr/>
            <p:nvPr/>
          </p:nvSpPr>
          <p:spPr>
            <a:xfrm>
              <a:off x="487362" y="0"/>
              <a:ext cx="4095751" cy="27146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0" y="684"/>
                  </a:lnTo>
                  <a:cubicBezTo>
                    <a:pt x="0" y="249"/>
                    <a:pt x="285" y="0"/>
                    <a:pt x="573" y="0"/>
                  </a:cubicBezTo>
                  <a:lnTo>
                    <a:pt x="21172" y="0"/>
                  </a:lnTo>
                  <a:cubicBezTo>
                    <a:pt x="21460" y="0"/>
                    <a:pt x="21600" y="249"/>
                    <a:pt x="21600" y="684"/>
                  </a:cubicBezTo>
                  <a:lnTo>
                    <a:pt x="21600" y="21600"/>
                  </a:ln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4" name="Shape 9584"/>
            <p:cNvSpPr/>
            <p:nvPr/>
          </p:nvSpPr>
          <p:spPr>
            <a:xfrm>
              <a:off x="650875" y="188912"/>
              <a:ext cx="3797300" cy="2320926"/>
            </a:xfrm>
            <a:prstGeom prst="rect">
              <a:avLst/>
            </a:prstGeom>
            <a:solidFill>
              <a:srgbClr val="F5F5F5"/>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5" name="Shape 9585"/>
            <p:cNvSpPr/>
            <p:nvPr/>
          </p:nvSpPr>
          <p:spPr>
            <a:xfrm>
              <a:off x="0" y="2673350"/>
              <a:ext cx="5121275" cy="2444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66" y="13200"/>
                  </a:moveTo>
                  <a:lnTo>
                    <a:pt x="21566" y="3064"/>
                  </a:lnTo>
                  <a:cubicBezTo>
                    <a:pt x="21566" y="649"/>
                    <a:pt x="21507" y="0"/>
                    <a:pt x="21391" y="0"/>
                  </a:cubicBezTo>
                  <a:lnTo>
                    <a:pt x="223" y="0"/>
                  </a:lnTo>
                  <a:cubicBezTo>
                    <a:pt x="108" y="0"/>
                    <a:pt x="0" y="649"/>
                    <a:pt x="0" y="3064"/>
                  </a:cubicBezTo>
                  <a:lnTo>
                    <a:pt x="0" y="13200"/>
                  </a:lnTo>
                  <a:lnTo>
                    <a:pt x="15" y="13200"/>
                  </a:lnTo>
                  <a:cubicBezTo>
                    <a:pt x="15" y="13200"/>
                    <a:pt x="536" y="21600"/>
                    <a:pt x="849" y="21600"/>
                  </a:cubicBezTo>
                  <a:lnTo>
                    <a:pt x="20766" y="21600"/>
                  </a:lnTo>
                  <a:cubicBezTo>
                    <a:pt x="21079" y="21600"/>
                    <a:pt x="21600" y="13200"/>
                    <a:pt x="21600" y="13200"/>
                  </a:cubicBezTo>
                  <a:lnTo>
                    <a:pt x="21566" y="13200"/>
                  </a:ln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6" name="Shape 9586"/>
            <p:cNvSpPr/>
            <p:nvPr/>
          </p:nvSpPr>
          <p:spPr>
            <a:xfrm>
              <a:off x="2047875" y="2673350"/>
              <a:ext cx="1038225" cy="809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7" y="21600"/>
                  </a:moveTo>
                  <a:lnTo>
                    <a:pt x="1543" y="21600"/>
                  </a:lnTo>
                  <a:cubicBezTo>
                    <a:pt x="0" y="21600"/>
                    <a:pt x="0" y="0"/>
                    <a:pt x="0" y="0"/>
                  </a:cubicBezTo>
                  <a:lnTo>
                    <a:pt x="21600" y="0"/>
                  </a:lnTo>
                  <a:cubicBezTo>
                    <a:pt x="21600" y="0"/>
                    <a:pt x="21600" y="21600"/>
                    <a:pt x="20057" y="21600"/>
                  </a:cubicBez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7" name="Shape 9587"/>
            <p:cNvSpPr/>
            <p:nvPr/>
          </p:nvSpPr>
          <p:spPr>
            <a:xfrm>
              <a:off x="1409700" y="338137"/>
              <a:ext cx="760413" cy="2444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121"/>
                  </a:moveTo>
                  <a:cubicBezTo>
                    <a:pt x="21600" y="19045"/>
                    <a:pt x="20964" y="21600"/>
                    <a:pt x="20023" y="21600"/>
                  </a:cubicBezTo>
                  <a:lnTo>
                    <a:pt x="1862" y="21600"/>
                  </a:lnTo>
                  <a:cubicBezTo>
                    <a:pt x="921" y="21600"/>
                    <a:pt x="0" y="19045"/>
                    <a:pt x="0" y="16121"/>
                  </a:cubicBezTo>
                  <a:lnTo>
                    <a:pt x="0" y="5527"/>
                  </a:lnTo>
                  <a:cubicBezTo>
                    <a:pt x="0" y="2603"/>
                    <a:pt x="921" y="0"/>
                    <a:pt x="1862" y="0"/>
                  </a:cubicBezTo>
                  <a:lnTo>
                    <a:pt x="20023" y="0"/>
                  </a:lnTo>
                  <a:cubicBezTo>
                    <a:pt x="20964" y="0"/>
                    <a:pt x="21600" y="2603"/>
                    <a:pt x="21600" y="5527"/>
                  </a:cubicBezTo>
                  <a:lnTo>
                    <a:pt x="21600" y="16121"/>
                  </a:lnTo>
                  <a:close/>
                </a:path>
              </a:pathLst>
            </a:custGeom>
            <a:solidFill>
              <a:srgbClr val="FF5C2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8" name="Shape 9588"/>
            <p:cNvSpPr/>
            <p:nvPr/>
          </p:nvSpPr>
          <p:spPr>
            <a:xfrm>
              <a:off x="1409700" y="663575"/>
              <a:ext cx="2278063" cy="6794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693"/>
                  </a:moveTo>
                  <a:cubicBezTo>
                    <a:pt x="21600" y="20746"/>
                    <a:pt x="21346" y="21600"/>
                    <a:pt x="21032" y="21600"/>
                  </a:cubicBezTo>
                  <a:lnTo>
                    <a:pt x="568" y="21600"/>
                  </a:lnTo>
                  <a:cubicBezTo>
                    <a:pt x="254" y="21600"/>
                    <a:pt x="0" y="20746"/>
                    <a:pt x="0" y="19693"/>
                  </a:cubicBezTo>
                  <a:lnTo>
                    <a:pt x="0" y="1907"/>
                  </a:lnTo>
                  <a:cubicBezTo>
                    <a:pt x="0" y="854"/>
                    <a:pt x="254" y="0"/>
                    <a:pt x="568" y="0"/>
                  </a:cubicBezTo>
                  <a:lnTo>
                    <a:pt x="21032" y="0"/>
                  </a:lnTo>
                  <a:cubicBezTo>
                    <a:pt x="21346" y="0"/>
                    <a:pt x="21600" y="854"/>
                    <a:pt x="21600" y="1907"/>
                  </a:cubicBezTo>
                  <a:lnTo>
                    <a:pt x="21600" y="19693"/>
                  </a:lnTo>
                  <a:close/>
                </a:path>
              </a:pathLst>
            </a:custGeom>
            <a:solidFill>
              <a:srgbClr val="50E2E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89" name="Shape 9589"/>
            <p:cNvSpPr/>
            <p:nvPr/>
          </p:nvSpPr>
          <p:spPr>
            <a:xfrm>
              <a:off x="1409700" y="1397000"/>
              <a:ext cx="704851" cy="4206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80"/>
                  </a:moveTo>
                  <a:cubicBezTo>
                    <a:pt x="21600" y="20277"/>
                    <a:pt x="20743" y="21600"/>
                    <a:pt x="19730" y="21600"/>
                  </a:cubicBezTo>
                  <a:lnTo>
                    <a:pt x="2005" y="21600"/>
                  </a:lnTo>
                  <a:cubicBezTo>
                    <a:pt x="992" y="21600"/>
                    <a:pt x="0" y="20277"/>
                    <a:pt x="0" y="18580"/>
                  </a:cubicBezTo>
                  <a:lnTo>
                    <a:pt x="0" y="3201"/>
                  </a:lnTo>
                  <a:cubicBezTo>
                    <a:pt x="0" y="1502"/>
                    <a:pt x="992" y="0"/>
                    <a:pt x="2005" y="0"/>
                  </a:cubicBezTo>
                  <a:lnTo>
                    <a:pt x="19730" y="0"/>
                  </a:lnTo>
                  <a:cubicBezTo>
                    <a:pt x="20743" y="0"/>
                    <a:pt x="21600" y="1502"/>
                    <a:pt x="21600" y="3201"/>
                  </a:cubicBezTo>
                  <a:lnTo>
                    <a:pt x="21600" y="18580"/>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0" name="Shape 9590"/>
            <p:cNvSpPr/>
            <p:nvPr/>
          </p:nvSpPr>
          <p:spPr>
            <a:xfrm>
              <a:off x="2197100" y="1397000"/>
              <a:ext cx="690563" cy="4206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24"/>
                  </a:moveTo>
                  <a:cubicBezTo>
                    <a:pt x="21600" y="20223"/>
                    <a:pt x="20763" y="21600"/>
                    <a:pt x="19730" y="21600"/>
                  </a:cubicBezTo>
                  <a:lnTo>
                    <a:pt x="1870" y="21600"/>
                  </a:lnTo>
                  <a:cubicBezTo>
                    <a:pt x="837" y="21600"/>
                    <a:pt x="0" y="20223"/>
                    <a:pt x="0" y="18524"/>
                  </a:cubicBezTo>
                  <a:lnTo>
                    <a:pt x="0" y="3076"/>
                  </a:lnTo>
                  <a:cubicBezTo>
                    <a:pt x="0" y="1377"/>
                    <a:pt x="837" y="0"/>
                    <a:pt x="1870" y="0"/>
                  </a:cubicBezTo>
                  <a:lnTo>
                    <a:pt x="19730" y="0"/>
                  </a:lnTo>
                  <a:cubicBezTo>
                    <a:pt x="20763" y="0"/>
                    <a:pt x="21600" y="1377"/>
                    <a:pt x="21600" y="3076"/>
                  </a:cubicBezTo>
                  <a:lnTo>
                    <a:pt x="21600" y="18524"/>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1" name="Shape 9591"/>
            <p:cNvSpPr/>
            <p:nvPr/>
          </p:nvSpPr>
          <p:spPr>
            <a:xfrm>
              <a:off x="2982912" y="1397000"/>
              <a:ext cx="692151" cy="4206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524"/>
                  </a:moveTo>
                  <a:cubicBezTo>
                    <a:pt x="21600" y="20223"/>
                    <a:pt x="20763" y="21600"/>
                    <a:pt x="19731" y="21600"/>
                  </a:cubicBezTo>
                  <a:lnTo>
                    <a:pt x="1869" y="21600"/>
                  </a:lnTo>
                  <a:cubicBezTo>
                    <a:pt x="837" y="21600"/>
                    <a:pt x="0" y="20223"/>
                    <a:pt x="0" y="18524"/>
                  </a:cubicBezTo>
                  <a:lnTo>
                    <a:pt x="0" y="3076"/>
                  </a:lnTo>
                  <a:cubicBezTo>
                    <a:pt x="0" y="1377"/>
                    <a:pt x="837" y="0"/>
                    <a:pt x="1869" y="0"/>
                  </a:cubicBezTo>
                  <a:lnTo>
                    <a:pt x="19731" y="0"/>
                  </a:lnTo>
                  <a:cubicBezTo>
                    <a:pt x="20763" y="0"/>
                    <a:pt x="21600" y="1377"/>
                    <a:pt x="21600" y="3076"/>
                  </a:cubicBezTo>
                  <a:lnTo>
                    <a:pt x="21600" y="18524"/>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2" name="Shape 9592"/>
            <p:cNvSpPr/>
            <p:nvPr/>
          </p:nvSpPr>
          <p:spPr>
            <a:xfrm>
              <a:off x="2197100" y="1900237"/>
              <a:ext cx="690563"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716"/>
                  </a:moveTo>
                  <a:cubicBezTo>
                    <a:pt x="21600" y="19201"/>
                    <a:pt x="21388" y="21600"/>
                    <a:pt x="20970" y="21600"/>
                  </a:cubicBezTo>
                  <a:lnTo>
                    <a:pt x="672" y="21600"/>
                  </a:lnTo>
                  <a:cubicBezTo>
                    <a:pt x="254" y="21600"/>
                    <a:pt x="0" y="19201"/>
                    <a:pt x="0" y="13716"/>
                  </a:cubicBezTo>
                  <a:lnTo>
                    <a:pt x="0" y="9745"/>
                  </a:lnTo>
                  <a:cubicBezTo>
                    <a:pt x="0" y="4256"/>
                    <a:pt x="254" y="0"/>
                    <a:pt x="672" y="0"/>
                  </a:cubicBezTo>
                  <a:lnTo>
                    <a:pt x="20970" y="0"/>
                  </a:lnTo>
                  <a:cubicBezTo>
                    <a:pt x="21388" y="0"/>
                    <a:pt x="21600" y="4256"/>
                    <a:pt x="21600" y="9745"/>
                  </a:cubicBezTo>
                  <a:lnTo>
                    <a:pt x="21600" y="1371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3" name="Shape 9593"/>
            <p:cNvSpPr/>
            <p:nvPr/>
          </p:nvSpPr>
          <p:spPr>
            <a:xfrm>
              <a:off x="2197100" y="1993900"/>
              <a:ext cx="690563"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517"/>
                  </a:moveTo>
                  <a:cubicBezTo>
                    <a:pt x="21600" y="16905"/>
                    <a:pt x="21388" y="21600"/>
                    <a:pt x="20970" y="21600"/>
                  </a:cubicBezTo>
                  <a:lnTo>
                    <a:pt x="672" y="21600"/>
                  </a:lnTo>
                  <a:cubicBezTo>
                    <a:pt x="254" y="21600"/>
                    <a:pt x="0" y="16905"/>
                    <a:pt x="0" y="12517"/>
                  </a:cubicBezTo>
                  <a:lnTo>
                    <a:pt x="0" y="9340"/>
                  </a:lnTo>
                  <a:cubicBezTo>
                    <a:pt x="0" y="4953"/>
                    <a:pt x="254" y="0"/>
                    <a:pt x="672" y="0"/>
                  </a:cubicBezTo>
                  <a:lnTo>
                    <a:pt x="20970" y="0"/>
                  </a:lnTo>
                  <a:cubicBezTo>
                    <a:pt x="21388" y="0"/>
                    <a:pt x="21600" y="4953"/>
                    <a:pt x="21600" y="9340"/>
                  </a:cubicBezTo>
                  <a:lnTo>
                    <a:pt x="21600" y="1251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4" name="Shape 9594"/>
            <p:cNvSpPr/>
            <p:nvPr/>
          </p:nvSpPr>
          <p:spPr>
            <a:xfrm>
              <a:off x="2197100" y="2089150"/>
              <a:ext cx="690563" cy="825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718"/>
                  </a:moveTo>
                  <a:cubicBezTo>
                    <a:pt x="21600" y="15374"/>
                    <a:pt x="21388" y="21600"/>
                    <a:pt x="20970" y="21600"/>
                  </a:cubicBezTo>
                  <a:lnTo>
                    <a:pt x="672" y="21600"/>
                  </a:lnTo>
                  <a:cubicBezTo>
                    <a:pt x="254" y="21600"/>
                    <a:pt x="0" y="15374"/>
                    <a:pt x="0" y="11718"/>
                  </a:cubicBezTo>
                  <a:lnTo>
                    <a:pt x="0" y="9067"/>
                  </a:lnTo>
                  <a:cubicBezTo>
                    <a:pt x="0" y="5411"/>
                    <a:pt x="254" y="0"/>
                    <a:pt x="672" y="0"/>
                  </a:cubicBezTo>
                  <a:lnTo>
                    <a:pt x="20970" y="0"/>
                  </a:lnTo>
                  <a:cubicBezTo>
                    <a:pt x="21388" y="0"/>
                    <a:pt x="21600" y="5411"/>
                    <a:pt x="21600" y="9067"/>
                  </a:cubicBezTo>
                  <a:lnTo>
                    <a:pt x="21600" y="11718"/>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5" name="Shape 9595"/>
            <p:cNvSpPr/>
            <p:nvPr/>
          </p:nvSpPr>
          <p:spPr>
            <a:xfrm>
              <a:off x="2197100" y="2198687"/>
              <a:ext cx="690563"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285"/>
                  </a:moveTo>
                  <a:cubicBezTo>
                    <a:pt x="21600" y="15677"/>
                    <a:pt x="21388" y="21600"/>
                    <a:pt x="20970" y="21600"/>
                  </a:cubicBezTo>
                  <a:lnTo>
                    <a:pt x="672" y="21600"/>
                  </a:lnTo>
                  <a:cubicBezTo>
                    <a:pt x="254" y="21600"/>
                    <a:pt x="0" y="15677"/>
                    <a:pt x="0" y="11285"/>
                  </a:cubicBezTo>
                  <a:lnTo>
                    <a:pt x="0" y="8108"/>
                  </a:lnTo>
                  <a:cubicBezTo>
                    <a:pt x="0" y="3717"/>
                    <a:pt x="254" y="0"/>
                    <a:pt x="672" y="0"/>
                  </a:cubicBezTo>
                  <a:lnTo>
                    <a:pt x="20970" y="0"/>
                  </a:lnTo>
                  <a:cubicBezTo>
                    <a:pt x="21388" y="0"/>
                    <a:pt x="21600" y="3717"/>
                    <a:pt x="21600" y="8108"/>
                  </a:cubicBezTo>
                  <a:lnTo>
                    <a:pt x="21600" y="11285"/>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6" name="Shape 9596"/>
            <p:cNvSpPr/>
            <p:nvPr/>
          </p:nvSpPr>
          <p:spPr>
            <a:xfrm>
              <a:off x="2197100" y="2292350"/>
              <a:ext cx="365125"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825"/>
                  </a:moveTo>
                  <a:cubicBezTo>
                    <a:pt x="21600" y="17217"/>
                    <a:pt x="21565" y="21600"/>
                    <a:pt x="20775" y="21600"/>
                  </a:cubicBezTo>
                  <a:lnTo>
                    <a:pt x="1269" y="21600"/>
                  </a:lnTo>
                  <a:cubicBezTo>
                    <a:pt x="479" y="21600"/>
                    <a:pt x="0" y="17217"/>
                    <a:pt x="0" y="12825"/>
                  </a:cubicBezTo>
                  <a:lnTo>
                    <a:pt x="0" y="9648"/>
                  </a:lnTo>
                  <a:cubicBezTo>
                    <a:pt x="0" y="5261"/>
                    <a:pt x="479" y="0"/>
                    <a:pt x="1269" y="0"/>
                  </a:cubicBezTo>
                  <a:lnTo>
                    <a:pt x="20775" y="0"/>
                  </a:lnTo>
                  <a:cubicBezTo>
                    <a:pt x="21565" y="0"/>
                    <a:pt x="21600" y="5261"/>
                    <a:pt x="21600" y="9648"/>
                  </a:cubicBezTo>
                  <a:lnTo>
                    <a:pt x="21600" y="12825"/>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7" name="Shape 9597"/>
            <p:cNvSpPr/>
            <p:nvPr/>
          </p:nvSpPr>
          <p:spPr>
            <a:xfrm>
              <a:off x="2982912" y="1900237"/>
              <a:ext cx="704851"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716"/>
                  </a:moveTo>
                  <a:cubicBezTo>
                    <a:pt x="21600" y="19201"/>
                    <a:pt x="21333" y="21600"/>
                    <a:pt x="20923" y="21600"/>
                  </a:cubicBezTo>
                  <a:lnTo>
                    <a:pt x="1015" y="21600"/>
                  </a:lnTo>
                  <a:cubicBezTo>
                    <a:pt x="605" y="21600"/>
                    <a:pt x="0" y="19201"/>
                    <a:pt x="0" y="13716"/>
                  </a:cubicBezTo>
                  <a:lnTo>
                    <a:pt x="0" y="9745"/>
                  </a:lnTo>
                  <a:cubicBezTo>
                    <a:pt x="0" y="4256"/>
                    <a:pt x="605" y="0"/>
                    <a:pt x="1015" y="0"/>
                  </a:cubicBezTo>
                  <a:lnTo>
                    <a:pt x="20923" y="0"/>
                  </a:lnTo>
                  <a:cubicBezTo>
                    <a:pt x="21333" y="0"/>
                    <a:pt x="21600" y="4256"/>
                    <a:pt x="21600" y="9745"/>
                  </a:cubicBezTo>
                  <a:lnTo>
                    <a:pt x="21600" y="1371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8" name="Shape 9598"/>
            <p:cNvSpPr/>
            <p:nvPr/>
          </p:nvSpPr>
          <p:spPr>
            <a:xfrm>
              <a:off x="2982912" y="1993900"/>
              <a:ext cx="704851"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517"/>
                  </a:moveTo>
                  <a:cubicBezTo>
                    <a:pt x="21600" y="16905"/>
                    <a:pt x="21333" y="21600"/>
                    <a:pt x="20923" y="21600"/>
                  </a:cubicBezTo>
                  <a:lnTo>
                    <a:pt x="1015" y="21600"/>
                  </a:lnTo>
                  <a:cubicBezTo>
                    <a:pt x="605" y="21600"/>
                    <a:pt x="0" y="16905"/>
                    <a:pt x="0" y="12517"/>
                  </a:cubicBezTo>
                  <a:lnTo>
                    <a:pt x="0" y="9340"/>
                  </a:lnTo>
                  <a:cubicBezTo>
                    <a:pt x="0" y="4953"/>
                    <a:pt x="605" y="0"/>
                    <a:pt x="1015" y="0"/>
                  </a:cubicBezTo>
                  <a:lnTo>
                    <a:pt x="20923" y="0"/>
                  </a:lnTo>
                  <a:cubicBezTo>
                    <a:pt x="21333" y="0"/>
                    <a:pt x="21600" y="4953"/>
                    <a:pt x="21600" y="9340"/>
                  </a:cubicBezTo>
                  <a:lnTo>
                    <a:pt x="21600" y="1251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599" name="Shape 9599"/>
            <p:cNvSpPr/>
            <p:nvPr/>
          </p:nvSpPr>
          <p:spPr>
            <a:xfrm>
              <a:off x="2982912" y="2089150"/>
              <a:ext cx="704851" cy="825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718"/>
                  </a:moveTo>
                  <a:cubicBezTo>
                    <a:pt x="21600" y="15374"/>
                    <a:pt x="21333" y="21600"/>
                    <a:pt x="20923" y="21600"/>
                  </a:cubicBezTo>
                  <a:lnTo>
                    <a:pt x="1015" y="21600"/>
                  </a:lnTo>
                  <a:cubicBezTo>
                    <a:pt x="605" y="21600"/>
                    <a:pt x="0" y="15374"/>
                    <a:pt x="0" y="11718"/>
                  </a:cubicBezTo>
                  <a:lnTo>
                    <a:pt x="0" y="9067"/>
                  </a:lnTo>
                  <a:cubicBezTo>
                    <a:pt x="0" y="5411"/>
                    <a:pt x="605" y="0"/>
                    <a:pt x="1015" y="0"/>
                  </a:cubicBezTo>
                  <a:lnTo>
                    <a:pt x="20923" y="0"/>
                  </a:lnTo>
                  <a:cubicBezTo>
                    <a:pt x="21333" y="0"/>
                    <a:pt x="21600" y="5411"/>
                    <a:pt x="21600" y="9067"/>
                  </a:cubicBezTo>
                  <a:lnTo>
                    <a:pt x="21600" y="11718"/>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0" name="Shape 9600"/>
            <p:cNvSpPr/>
            <p:nvPr/>
          </p:nvSpPr>
          <p:spPr>
            <a:xfrm>
              <a:off x="2982912" y="2198687"/>
              <a:ext cx="704851"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285"/>
                  </a:moveTo>
                  <a:cubicBezTo>
                    <a:pt x="21600" y="15677"/>
                    <a:pt x="21333" y="21600"/>
                    <a:pt x="20923" y="21600"/>
                  </a:cubicBezTo>
                  <a:lnTo>
                    <a:pt x="1015" y="21600"/>
                  </a:lnTo>
                  <a:cubicBezTo>
                    <a:pt x="605" y="21600"/>
                    <a:pt x="0" y="15677"/>
                    <a:pt x="0" y="11285"/>
                  </a:cubicBezTo>
                  <a:lnTo>
                    <a:pt x="0" y="8108"/>
                  </a:lnTo>
                  <a:cubicBezTo>
                    <a:pt x="0" y="3717"/>
                    <a:pt x="605" y="0"/>
                    <a:pt x="1015" y="0"/>
                  </a:cubicBezTo>
                  <a:lnTo>
                    <a:pt x="20923" y="0"/>
                  </a:lnTo>
                  <a:cubicBezTo>
                    <a:pt x="21333" y="0"/>
                    <a:pt x="21600" y="3717"/>
                    <a:pt x="21600" y="8108"/>
                  </a:cubicBezTo>
                  <a:lnTo>
                    <a:pt x="21600" y="11285"/>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1" name="Shape 9601"/>
            <p:cNvSpPr/>
            <p:nvPr/>
          </p:nvSpPr>
          <p:spPr>
            <a:xfrm>
              <a:off x="2982912" y="2292350"/>
              <a:ext cx="393701"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825"/>
                  </a:moveTo>
                  <a:cubicBezTo>
                    <a:pt x="21600" y="17217"/>
                    <a:pt x="20717" y="21600"/>
                    <a:pt x="19982" y="21600"/>
                  </a:cubicBezTo>
                  <a:lnTo>
                    <a:pt x="1821" y="21600"/>
                  </a:lnTo>
                  <a:cubicBezTo>
                    <a:pt x="1085" y="21600"/>
                    <a:pt x="0" y="17217"/>
                    <a:pt x="0" y="12825"/>
                  </a:cubicBezTo>
                  <a:lnTo>
                    <a:pt x="0" y="9648"/>
                  </a:lnTo>
                  <a:cubicBezTo>
                    <a:pt x="0" y="5261"/>
                    <a:pt x="1085" y="0"/>
                    <a:pt x="1821" y="0"/>
                  </a:cubicBezTo>
                  <a:lnTo>
                    <a:pt x="19982" y="0"/>
                  </a:lnTo>
                  <a:cubicBezTo>
                    <a:pt x="20717" y="0"/>
                    <a:pt x="21600" y="5261"/>
                    <a:pt x="21600" y="9648"/>
                  </a:cubicBezTo>
                  <a:lnTo>
                    <a:pt x="21600" y="12825"/>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2" name="Shape 9602"/>
            <p:cNvSpPr/>
            <p:nvPr/>
          </p:nvSpPr>
          <p:spPr>
            <a:xfrm>
              <a:off x="1409700" y="1900237"/>
              <a:ext cx="704851"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716"/>
                  </a:moveTo>
                  <a:cubicBezTo>
                    <a:pt x="21600" y="19201"/>
                    <a:pt x="21231" y="21600"/>
                    <a:pt x="20821" y="21600"/>
                  </a:cubicBezTo>
                  <a:lnTo>
                    <a:pt x="914" y="21600"/>
                  </a:lnTo>
                  <a:cubicBezTo>
                    <a:pt x="504" y="21600"/>
                    <a:pt x="0" y="19201"/>
                    <a:pt x="0" y="13716"/>
                  </a:cubicBezTo>
                  <a:lnTo>
                    <a:pt x="0" y="9745"/>
                  </a:lnTo>
                  <a:cubicBezTo>
                    <a:pt x="0" y="4256"/>
                    <a:pt x="504" y="0"/>
                    <a:pt x="914" y="0"/>
                  </a:cubicBezTo>
                  <a:lnTo>
                    <a:pt x="20821" y="0"/>
                  </a:lnTo>
                  <a:cubicBezTo>
                    <a:pt x="21231" y="0"/>
                    <a:pt x="21600" y="4256"/>
                    <a:pt x="21600" y="9745"/>
                  </a:cubicBezTo>
                  <a:lnTo>
                    <a:pt x="21600" y="1371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3" name="Shape 9603"/>
            <p:cNvSpPr/>
            <p:nvPr/>
          </p:nvSpPr>
          <p:spPr>
            <a:xfrm>
              <a:off x="1409700" y="1993900"/>
              <a:ext cx="704851"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517"/>
                  </a:moveTo>
                  <a:cubicBezTo>
                    <a:pt x="21600" y="16905"/>
                    <a:pt x="21231" y="21600"/>
                    <a:pt x="20821" y="21600"/>
                  </a:cubicBezTo>
                  <a:lnTo>
                    <a:pt x="914" y="21600"/>
                  </a:lnTo>
                  <a:cubicBezTo>
                    <a:pt x="504" y="21600"/>
                    <a:pt x="0" y="16905"/>
                    <a:pt x="0" y="12517"/>
                  </a:cubicBezTo>
                  <a:lnTo>
                    <a:pt x="0" y="9340"/>
                  </a:lnTo>
                  <a:cubicBezTo>
                    <a:pt x="0" y="4953"/>
                    <a:pt x="504" y="0"/>
                    <a:pt x="914" y="0"/>
                  </a:cubicBezTo>
                  <a:lnTo>
                    <a:pt x="20821" y="0"/>
                  </a:lnTo>
                  <a:cubicBezTo>
                    <a:pt x="21231" y="0"/>
                    <a:pt x="21600" y="4953"/>
                    <a:pt x="21600" y="9340"/>
                  </a:cubicBezTo>
                  <a:lnTo>
                    <a:pt x="21600" y="1251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4" name="Shape 9604"/>
            <p:cNvSpPr/>
            <p:nvPr/>
          </p:nvSpPr>
          <p:spPr>
            <a:xfrm>
              <a:off x="1409700" y="2089150"/>
              <a:ext cx="704851" cy="825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718"/>
                  </a:moveTo>
                  <a:cubicBezTo>
                    <a:pt x="21600" y="15374"/>
                    <a:pt x="21231" y="21600"/>
                    <a:pt x="20821" y="21600"/>
                  </a:cubicBezTo>
                  <a:lnTo>
                    <a:pt x="914" y="21600"/>
                  </a:lnTo>
                  <a:cubicBezTo>
                    <a:pt x="504" y="21600"/>
                    <a:pt x="0" y="15374"/>
                    <a:pt x="0" y="11718"/>
                  </a:cubicBezTo>
                  <a:lnTo>
                    <a:pt x="0" y="9067"/>
                  </a:lnTo>
                  <a:cubicBezTo>
                    <a:pt x="0" y="5411"/>
                    <a:pt x="504" y="0"/>
                    <a:pt x="914" y="0"/>
                  </a:cubicBezTo>
                  <a:lnTo>
                    <a:pt x="20821" y="0"/>
                  </a:lnTo>
                  <a:cubicBezTo>
                    <a:pt x="21231" y="0"/>
                    <a:pt x="21600" y="5411"/>
                    <a:pt x="21600" y="9067"/>
                  </a:cubicBezTo>
                  <a:lnTo>
                    <a:pt x="21600" y="11718"/>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5" name="Shape 9605"/>
            <p:cNvSpPr/>
            <p:nvPr/>
          </p:nvSpPr>
          <p:spPr>
            <a:xfrm>
              <a:off x="1409700" y="2198687"/>
              <a:ext cx="704851"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285"/>
                  </a:moveTo>
                  <a:cubicBezTo>
                    <a:pt x="21600" y="15677"/>
                    <a:pt x="21231" y="21600"/>
                    <a:pt x="20821" y="21600"/>
                  </a:cubicBezTo>
                  <a:lnTo>
                    <a:pt x="914" y="21600"/>
                  </a:lnTo>
                  <a:cubicBezTo>
                    <a:pt x="504" y="21600"/>
                    <a:pt x="0" y="15677"/>
                    <a:pt x="0" y="11285"/>
                  </a:cubicBezTo>
                  <a:lnTo>
                    <a:pt x="0" y="8108"/>
                  </a:lnTo>
                  <a:cubicBezTo>
                    <a:pt x="0" y="3717"/>
                    <a:pt x="504" y="0"/>
                    <a:pt x="914" y="0"/>
                  </a:cubicBezTo>
                  <a:lnTo>
                    <a:pt x="20821" y="0"/>
                  </a:lnTo>
                  <a:cubicBezTo>
                    <a:pt x="21231" y="0"/>
                    <a:pt x="21600" y="3717"/>
                    <a:pt x="21600" y="8108"/>
                  </a:cubicBezTo>
                  <a:lnTo>
                    <a:pt x="21600" y="11285"/>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6" name="Shape 9606"/>
            <p:cNvSpPr/>
            <p:nvPr/>
          </p:nvSpPr>
          <p:spPr>
            <a:xfrm>
              <a:off x="1409700" y="2292350"/>
              <a:ext cx="379413" cy="6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825"/>
                  </a:moveTo>
                  <a:cubicBezTo>
                    <a:pt x="21600" y="17217"/>
                    <a:pt x="21267" y="21600"/>
                    <a:pt x="20505" y="21600"/>
                  </a:cubicBezTo>
                  <a:lnTo>
                    <a:pt x="1697" y="21600"/>
                  </a:lnTo>
                  <a:cubicBezTo>
                    <a:pt x="936" y="21600"/>
                    <a:pt x="0" y="17217"/>
                    <a:pt x="0" y="12825"/>
                  </a:cubicBezTo>
                  <a:lnTo>
                    <a:pt x="0" y="9648"/>
                  </a:lnTo>
                  <a:cubicBezTo>
                    <a:pt x="0" y="5261"/>
                    <a:pt x="936" y="0"/>
                    <a:pt x="1697" y="0"/>
                  </a:cubicBezTo>
                  <a:lnTo>
                    <a:pt x="20505" y="0"/>
                  </a:lnTo>
                  <a:cubicBezTo>
                    <a:pt x="21267" y="0"/>
                    <a:pt x="21600" y="5261"/>
                    <a:pt x="21600" y="9648"/>
                  </a:cubicBezTo>
                  <a:lnTo>
                    <a:pt x="21600" y="12825"/>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625" name="Group 9625"/>
          <p:cNvGrpSpPr/>
          <p:nvPr/>
        </p:nvGrpSpPr>
        <p:grpSpPr>
          <a:xfrm>
            <a:off x="19172237" y="5227637"/>
            <a:ext cx="2319338" cy="3079751"/>
            <a:chOff x="0" y="0"/>
            <a:chExt cx="2319336" cy="3079750"/>
          </a:xfrm>
        </p:grpSpPr>
        <p:sp>
          <p:nvSpPr>
            <p:cNvPr id="9608" name="Shape 9608"/>
            <p:cNvSpPr/>
            <p:nvPr/>
          </p:nvSpPr>
          <p:spPr>
            <a:xfrm>
              <a:off x="0" y="0"/>
              <a:ext cx="2319337" cy="30797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217"/>
                  </a:moveTo>
                  <a:cubicBezTo>
                    <a:pt x="21600" y="20947"/>
                    <a:pt x="20841" y="21600"/>
                    <a:pt x="19872" y="21600"/>
                  </a:cubicBezTo>
                  <a:lnTo>
                    <a:pt x="1811" y="21600"/>
                  </a:lnTo>
                  <a:cubicBezTo>
                    <a:pt x="843" y="21600"/>
                    <a:pt x="0" y="20947"/>
                    <a:pt x="0" y="20217"/>
                  </a:cubicBezTo>
                  <a:lnTo>
                    <a:pt x="0" y="1383"/>
                  </a:lnTo>
                  <a:cubicBezTo>
                    <a:pt x="0" y="653"/>
                    <a:pt x="843" y="0"/>
                    <a:pt x="1811" y="0"/>
                  </a:cubicBezTo>
                  <a:lnTo>
                    <a:pt x="19872" y="0"/>
                  </a:lnTo>
                  <a:cubicBezTo>
                    <a:pt x="20841" y="0"/>
                    <a:pt x="21600" y="653"/>
                    <a:pt x="21600" y="1383"/>
                  </a:cubicBezTo>
                  <a:lnTo>
                    <a:pt x="21600" y="20217"/>
                  </a:ln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09" name="Shape 9609"/>
            <p:cNvSpPr/>
            <p:nvPr/>
          </p:nvSpPr>
          <p:spPr>
            <a:xfrm>
              <a:off x="188912" y="230187"/>
              <a:ext cx="1939926" cy="2362201"/>
            </a:xfrm>
            <a:prstGeom prst="rect">
              <a:avLst/>
            </a:prstGeom>
            <a:solidFill>
              <a:srgbClr val="F5F5F5"/>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0" name="Shape 9610"/>
            <p:cNvSpPr/>
            <p:nvPr/>
          </p:nvSpPr>
          <p:spPr>
            <a:xfrm>
              <a:off x="1003300" y="2673350"/>
              <a:ext cx="311150" cy="3111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3"/>
                  </a:moveTo>
                  <a:cubicBezTo>
                    <a:pt x="21600" y="16770"/>
                    <a:pt x="16768" y="21600"/>
                    <a:pt x="10800" y="21600"/>
                  </a:cubicBezTo>
                  <a:cubicBezTo>
                    <a:pt x="4833" y="21600"/>
                    <a:pt x="0" y="16770"/>
                    <a:pt x="0" y="10803"/>
                  </a:cubicBezTo>
                  <a:cubicBezTo>
                    <a:pt x="0" y="4835"/>
                    <a:pt x="4833" y="0"/>
                    <a:pt x="10800" y="0"/>
                  </a:cubicBezTo>
                  <a:cubicBezTo>
                    <a:pt x="16768" y="0"/>
                    <a:pt x="21600" y="4835"/>
                    <a:pt x="21600" y="10803"/>
                  </a:cubicBez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1" name="Shape 9611"/>
            <p:cNvSpPr/>
            <p:nvPr/>
          </p:nvSpPr>
          <p:spPr>
            <a:xfrm>
              <a:off x="433387" y="420687"/>
              <a:ext cx="746126" cy="2301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587"/>
                  </a:moveTo>
                  <a:cubicBezTo>
                    <a:pt x="21600" y="19640"/>
                    <a:pt x="20882" y="21600"/>
                    <a:pt x="19938" y="21600"/>
                  </a:cubicBezTo>
                  <a:lnTo>
                    <a:pt x="1709" y="21600"/>
                  </a:lnTo>
                  <a:cubicBezTo>
                    <a:pt x="765" y="21600"/>
                    <a:pt x="0" y="19640"/>
                    <a:pt x="0" y="16587"/>
                  </a:cubicBezTo>
                  <a:lnTo>
                    <a:pt x="0" y="5529"/>
                  </a:lnTo>
                  <a:cubicBezTo>
                    <a:pt x="0" y="2477"/>
                    <a:pt x="765" y="0"/>
                    <a:pt x="1709" y="0"/>
                  </a:cubicBezTo>
                  <a:lnTo>
                    <a:pt x="19938" y="0"/>
                  </a:lnTo>
                  <a:cubicBezTo>
                    <a:pt x="20882" y="0"/>
                    <a:pt x="21600" y="2477"/>
                    <a:pt x="21600" y="5529"/>
                  </a:cubicBezTo>
                  <a:lnTo>
                    <a:pt x="21600" y="16587"/>
                  </a:lnTo>
                  <a:close/>
                </a:path>
              </a:pathLst>
            </a:custGeom>
            <a:solidFill>
              <a:srgbClr val="FF5C2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2" name="Shape 9612"/>
            <p:cNvSpPr/>
            <p:nvPr/>
          </p:nvSpPr>
          <p:spPr>
            <a:xfrm>
              <a:off x="433387" y="731837"/>
              <a:ext cx="1450976" cy="67945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515"/>
                  </a:moveTo>
                  <a:cubicBezTo>
                    <a:pt x="21600" y="20552"/>
                    <a:pt x="21275" y="21600"/>
                    <a:pt x="20790" y="21600"/>
                  </a:cubicBezTo>
                  <a:lnTo>
                    <a:pt x="878" y="21600"/>
                  </a:lnTo>
                  <a:cubicBezTo>
                    <a:pt x="393" y="21600"/>
                    <a:pt x="0" y="20552"/>
                    <a:pt x="0" y="19515"/>
                  </a:cubicBezTo>
                  <a:lnTo>
                    <a:pt x="0" y="1970"/>
                  </a:lnTo>
                  <a:cubicBezTo>
                    <a:pt x="0" y="932"/>
                    <a:pt x="393" y="0"/>
                    <a:pt x="878" y="0"/>
                  </a:cubicBezTo>
                  <a:lnTo>
                    <a:pt x="20790" y="0"/>
                  </a:lnTo>
                  <a:cubicBezTo>
                    <a:pt x="21275" y="0"/>
                    <a:pt x="21600" y="932"/>
                    <a:pt x="21600" y="1970"/>
                  </a:cubicBezTo>
                  <a:lnTo>
                    <a:pt x="21600" y="19515"/>
                  </a:lnTo>
                  <a:close/>
                </a:path>
              </a:pathLst>
            </a:custGeom>
            <a:solidFill>
              <a:srgbClr val="50E2E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3" name="Shape 9613"/>
            <p:cNvSpPr/>
            <p:nvPr/>
          </p:nvSpPr>
          <p:spPr>
            <a:xfrm>
              <a:off x="433387" y="1465262"/>
              <a:ext cx="692151" cy="4064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709"/>
                  </a:moveTo>
                  <a:cubicBezTo>
                    <a:pt x="21600" y="20439"/>
                    <a:pt x="20677" y="21600"/>
                    <a:pt x="19659" y="21600"/>
                  </a:cubicBezTo>
                  <a:lnTo>
                    <a:pt x="1843" y="21600"/>
                  </a:lnTo>
                  <a:cubicBezTo>
                    <a:pt x="825" y="21600"/>
                    <a:pt x="0" y="20439"/>
                    <a:pt x="0" y="18709"/>
                  </a:cubicBezTo>
                  <a:lnTo>
                    <a:pt x="0" y="3044"/>
                  </a:lnTo>
                  <a:cubicBezTo>
                    <a:pt x="0" y="1314"/>
                    <a:pt x="825" y="0"/>
                    <a:pt x="1843" y="0"/>
                  </a:cubicBezTo>
                  <a:lnTo>
                    <a:pt x="19659" y="0"/>
                  </a:lnTo>
                  <a:cubicBezTo>
                    <a:pt x="20677" y="0"/>
                    <a:pt x="21600" y="1314"/>
                    <a:pt x="21600" y="3044"/>
                  </a:cubicBezTo>
                  <a:lnTo>
                    <a:pt x="21600" y="18709"/>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4" name="Shape 9614"/>
            <p:cNvSpPr/>
            <p:nvPr/>
          </p:nvSpPr>
          <p:spPr>
            <a:xfrm>
              <a:off x="1206500" y="1465262"/>
              <a:ext cx="677863" cy="40640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709"/>
                  </a:moveTo>
                  <a:cubicBezTo>
                    <a:pt x="21600" y="20439"/>
                    <a:pt x="20904" y="21600"/>
                    <a:pt x="19866" y="21600"/>
                  </a:cubicBezTo>
                  <a:lnTo>
                    <a:pt x="1694" y="21600"/>
                  </a:lnTo>
                  <a:cubicBezTo>
                    <a:pt x="656" y="21600"/>
                    <a:pt x="0" y="20439"/>
                    <a:pt x="0" y="18709"/>
                  </a:cubicBezTo>
                  <a:lnTo>
                    <a:pt x="0" y="3044"/>
                  </a:lnTo>
                  <a:cubicBezTo>
                    <a:pt x="0" y="1314"/>
                    <a:pt x="656" y="0"/>
                    <a:pt x="1694" y="0"/>
                  </a:cubicBezTo>
                  <a:lnTo>
                    <a:pt x="19866" y="0"/>
                  </a:lnTo>
                  <a:cubicBezTo>
                    <a:pt x="20904" y="0"/>
                    <a:pt x="21600" y="1314"/>
                    <a:pt x="21600" y="3044"/>
                  </a:cubicBezTo>
                  <a:lnTo>
                    <a:pt x="21600" y="18709"/>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5" name="Shape 9615"/>
            <p:cNvSpPr/>
            <p:nvPr/>
          </p:nvSpPr>
          <p:spPr>
            <a:xfrm>
              <a:off x="1206500" y="1954212"/>
              <a:ext cx="677863"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54"/>
                  </a:moveTo>
                  <a:cubicBezTo>
                    <a:pt x="21600" y="19865"/>
                    <a:pt x="21405" y="21600"/>
                    <a:pt x="20984" y="21600"/>
                  </a:cubicBezTo>
                  <a:lnTo>
                    <a:pt x="575" y="21600"/>
                  </a:lnTo>
                  <a:cubicBezTo>
                    <a:pt x="155" y="21600"/>
                    <a:pt x="0" y="19865"/>
                    <a:pt x="0" y="14454"/>
                  </a:cubicBezTo>
                  <a:lnTo>
                    <a:pt x="0" y="10542"/>
                  </a:lnTo>
                  <a:cubicBezTo>
                    <a:pt x="0" y="5131"/>
                    <a:pt x="155" y="0"/>
                    <a:pt x="575" y="0"/>
                  </a:cubicBezTo>
                  <a:lnTo>
                    <a:pt x="20984" y="0"/>
                  </a:lnTo>
                  <a:cubicBezTo>
                    <a:pt x="21405" y="0"/>
                    <a:pt x="21600" y="5131"/>
                    <a:pt x="21600" y="10542"/>
                  </a:cubicBezTo>
                  <a:lnTo>
                    <a:pt x="21600" y="1445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6" name="Shape 9616"/>
            <p:cNvSpPr/>
            <p:nvPr/>
          </p:nvSpPr>
          <p:spPr>
            <a:xfrm>
              <a:off x="1206500" y="2049462"/>
              <a:ext cx="677863"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656"/>
                  </a:moveTo>
                  <a:cubicBezTo>
                    <a:pt x="21600" y="16980"/>
                    <a:pt x="21405" y="21600"/>
                    <a:pt x="20984" y="21600"/>
                  </a:cubicBezTo>
                  <a:lnTo>
                    <a:pt x="575" y="21600"/>
                  </a:lnTo>
                  <a:cubicBezTo>
                    <a:pt x="155" y="21600"/>
                    <a:pt x="0" y="16980"/>
                    <a:pt x="0" y="12656"/>
                  </a:cubicBezTo>
                  <a:lnTo>
                    <a:pt x="0" y="9522"/>
                  </a:lnTo>
                  <a:cubicBezTo>
                    <a:pt x="0" y="5197"/>
                    <a:pt x="155" y="0"/>
                    <a:pt x="575" y="0"/>
                  </a:cubicBezTo>
                  <a:lnTo>
                    <a:pt x="20984" y="0"/>
                  </a:lnTo>
                  <a:cubicBezTo>
                    <a:pt x="21405" y="0"/>
                    <a:pt x="21600" y="5197"/>
                    <a:pt x="21600" y="9522"/>
                  </a:cubicBezTo>
                  <a:lnTo>
                    <a:pt x="21600" y="1265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7" name="Shape 9617"/>
            <p:cNvSpPr/>
            <p:nvPr/>
          </p:nvSpPr>
          <p:spPr>
            <a:xfrm>
              <a:off x="1206500" y="2157412"/>
              <a:ext cx="677863"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781"/>
                  </a:moveTo>
                  <a:cubicBezTo>
                    <a:pt x="21600" y="17191"/>
                    <a:pt x="21405" y="21600"/>
                    <a:pt x="20984" y="21600"/>
                  </a:cubicBezTo>
                  <a:lnTo>
                    <a:pt x="575" y="21600"/>
                  </a:lnTo>
                  <a:cubicBezTo>
                    <a:pt x="155" y="21600"/>
                    <a:pt x="0" y="17191"/>
                    <a:pt x="0" y="11781"/>
                  </a:cubicBezTo>
                  <a:lnTo>
                    <a:pt x="0" y="7868"/>
                  </a:lnTo>
                  <a:cubicBezTo>
                    <a:pt x="0" y="2457"/>
                    <a:pt x="155" y="0"/>
                    <a:pt x="575" y="0"/>
                  </a:cubicBezTo>
                  <a:lnTo>
                    <a:pt x="20984" y="0"/>
                  </a:lnTo>
                  <a:cubicBezTo>
                    <a:pt x="21405" y="0"/>
                    <a:pt x="21600" y="2457"/>
                    <a:pt x="21600" y="7868"/>
                  </a:cubicBezTo>
                  <a:lnTo>
                    <a:pt x="21600" y="11781"/>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8" name="Shape 9618"/>
            <p:cNvSpPr/>
            <p:nvPr/>
          </p:nvSpPr>
          <p:spPr>
            <a:xfrm>
              <a:off x="1206500" y="2252662"/>
              <a:ext cx="677863"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147"/>
                  </a:moveTo>
                  <a:cubicBezTo>
                    <a:pt x="21600" y="18552"/>
                    <a:pt x="21405" y="21600"/>
                    <a:pt x="20984" y="21600"/>
                  </a:cubicBezTo>
                  <a:lnTo>
                    <a:pt x="575" y="21600"/>
                  </a:lnTo>
                  <a:cubicBezTo>
                    <a:pt x="155" y="21600"/>
                    <a:pt x="0" y="18552"/>
                    <a:pt x="0" y="13147"/>
                  </a:cubicBezTo>
                  <a:lnTo>
                    <a:pt x="0" y="9229"/>
                  </a:lnTo>
                  <a:cubicBezTo>
                    <a:pt x="0" y="3823"/>
                    <a:pt x="155" y="0"/>
                    <a:pt x="575" y="0"/>
                  </a:cubicBezTo>
                  <a:lnTo>
                    <a:pt x="20984" y="0"/>
                  </a:lnTo>
                  <a:cubicBezTo>
                    <a:pt x="21405" y="0"/>
                    <a:pt x="21600" y="3823"/>
                    <a:pt x="21600" y="9229"/>
                  </a:cubicBezTo>
                  <a:lnTo>
                    <a:pt x="21600" y="1314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19" name="Shape 9619"/>
            <p:cNvSpPr/>
            <p:nvPr/>
          </p:nvSpPr>
          <p:spPr>
            <a:xfrm>
              <a:off x="1206500" y="2347912"/>
              <a:ext cx="366713"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606"/>
                  </a:moveTo>
                  <a:cubicBezTo>
                    <a:pt x="21600" y="15934"/>
                    <a:pt x="21072" y="21600"/>
                    <a:pt x="20294" y="21600"/>
                  </a:cubicBezTo>
                  <a:lnTo>
                    <a:pt x="1066" y="21600"/>
                  </a:lnTo>
                  <a:cubicBezTo>
                    <a:pt x="287" y="21600"/>
                    <a:pt x="0" y="15934"/>
                    <a:pt x="0" y="11606"/>
                  </a:cubicBezTo>
                  <a:lnTo>
                    <a:pt x="0" y="8475"/>
                  </a:lnTo>
                  <a:cubicBezTo>
                    <a:pt x="0" y="4147"/>
                    <a:pt x="287" y="0"/>
                    <a:pt x="1066" y="0"/>
                  </a:cubicBezTo>
                  <a:lnTo>
                    <a:pt x="20294" y="0"/>
                  </a:lnTo>
                  <a:cubicBezTo>
                    <a:pt x="21072" y="0"/>
                    <a:pt x="21600" y="4147"/>
                    <a:pt x="21600" y="8475"/>
                  </a:cubicBezTo>
                  <a:lnTo>
                    <a:pt x="21600" y="1160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0" name="Shape 9620"/>
            <p:cNvSpPr/>
            <p:nvPr/>
          </p:nvSpPr>
          <p:spPr>
            <a:xfrm>
              <a:off x="433387" y="1954212"/>
              <a:ext cx="692151"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454"/>
                  </a:moveTo>
                  <a:cubicBezTo>
                    <a:pt x="21600" y="19865"/>
                    <a:pt x="21167" y="21600"/>
                    <a:pt x="20755" y="21600"/>
                  </a:cubicBezTo>
                  <a:lnTo>
                    <a:pt x="746" y="21600"/>
                  </a:lnTo>
                  <a:cubicBezTo>
                    <a:pt x="334" y="21600"/>
                    <a:pt x="0" y="19865"/>
                    <a:pt x="0" y="14454"/>
                  </a:cubicBezTo>
                  <a:lnTo>
                    <a:pt x="0" y="10542"/>
                  </a:lnTo>
                  <a:cubicBezTo>
                    <a:pt x="0" y="5131"/>
                    <a:pt x="334" y="0"/>
                    <a:pt x="746" y="0"/>
                  </a:cubicBezTo>
                  <a:lnTo>
                    <a:pt x="20755" y="0"/>
                  </a:lnTo>
                  <a:cubicBezTo>
                    <a:pt x="21167" y="0"/>
                    <a:pt x="21600" y="5131"/>
                    <a:pt x="21600" y="10542"/>
                  </a:cubicBezTo>
                  <a:lnTo>
                    <a:pt x="21600" y="14454"/>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1" name="Shape 9621"/>
            <p:cNvSpPr/>
            <p:nvPr/>
          </p:nvSpPr>
          <p:spPr>
            <a:xfrm>
              <a:off x="433387" y="2049462"/>
              <a:ext cx="692151"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2656"/>
                  </a:moveTo>
                  <a:cubicBezTo>
                    <a:pt x="21600" y="16980"/>
                    <a:pt x="21167" y="21600"/>
                    <a:pt x="20755" y="21600"/>
                  </a:cubicBezTo>
                  <a:lnTo>
                    <a:pt x="746" y="21600"/>
                  </a:lnTo>
                  <a:cubicBezTo>
                    <a:pt x="334" y="21600"/>
                    <a:pt x="0" y="16980"/>
                    <a:pt x="0" y="12656"/>
                  </a:cubicBezTo>
                  <a:lnTo>
                    <a:pt x="0" y="9522"/>
                  </a:lnTo>
                  <a:cubicBezTo>
                    <a:pt x="0" y="5197"/>
                    <a:pt x="334" y="0"/>
                    <a:pt x="746" y="0"/>
                  </a:cubicBezTo>
                  <a:lnTo>
                    <a:pt x="20755" y="0"/>
                  </a:lnTo>
                  <a:cubicBezTo>
                    <a:pt x="21167" y="0"/>
                    <a:pt x="21600" y="5197"/>
                    <a:pt x="21600" y="9522"/>
                  </a:cubicBezTo>
                  <a:lnTo>
                    <a:pt x="21600" y="1265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2" name="Shape 9622"/>
            <p:cNvSpPr/>
            <p:nvPr/>
          </p:nvSpPr>
          <p:spPr>
            <a:xfrm>
              <a:off x="433387" y="2157412"/>
              <a:ext cx="692151"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781"/>
                  </a:moveTo>
                  <a:cubicBezTo>
                    <a:pt x="21600" y="17191"/>
                    <a:pt x="21167" y="21600"/>
                    <a:pt x="20755" y="21600"/>
                  </a:cubicBezTo>
                  <a:lnTo>
                    <a:pt x="746" y="21600"/>
                  </a:lnTo>
                  <a:cubicBezTo>
                    <a:pt x="334" y="21600"/>
                    <a:pt x="0" y="17191"/>
                    <a:pt x="0" y="11781"/>
                  </a:cubicBezTo>
                  <a:lnTo>
                    <a:pt x="0" y="7868"/>
                  </a:lnTo>
                  <a:cubicBezTo>
                    <a:pt x="0" y="2457"/>
                    <a:pt x="334" y="0"/>
                    <a:pt x="746" y="0"/>
                  </a:cubicBezTo>
                  <a:lnTo>
                    <a:pt x="20755" y="0"/>
                  </a:lnTo>
                  <a:cubicBezTo>
                    <a:pt x="21167" y="0"/>
                    <a:pt x="21600" y="2457"/>
                    <a:pt x="21600" y="7868"/>
                  </a:cubicBezTo>
                  <a:lnTo>
                    <a:pt x="21600" y="11781"/>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3" name="Shape 9623"/>
            <p:cNvSpPr/>
            <p:nvPr/>
          </p:nvSpPr>
          <p:spPr>
            <a:xfrm>
              <a:off x="433387" y="2252662"/>
              <a:ext cx="692151" cy="539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3147"/>
                  </a:moveTo>
                  <a:cubicBezTo>
                    <a:pt x="21600" y="18552"/>
                    <a:pt x="21167" y="21600"/>
                    <a:pt x="20755" y="21600"/>
                  </a:cubicBezTo>
                  <a:lnTo>
                    <a:pt x="746" y="21600"/>
                  </a:lnTo>
                  <a:cubicBezTo>
                    <a:pt x="334" y="21600"/>
                    <a:pt x="0" y="18552"/>
                    <a:pt x="0" y="13147"/>
                  </a:cubicBezTo>
                  <a:lnTo>
                    <a:pt x="0" y="9229"/>
                  </a:lnTo>
                  <a:cubicBezTo>
                    <a:pt x="0" y="3823"/>
                    <a:pt x="334" y="0"/>
                    <a:pt x="746" y="0"/>
                  </a:cubicBezTo>
                  <a:lnTo>
                    <a:pt x="20755" y="0"/>
                  </a:lnTo>
                  <a:cubicBezTo>
                    <a:pt x="21167" y="0"/>
                    <a:pt x="21600" y="3823"/>
                    <a:pt x="21600" y="9229"/>
                  </a:cubicBezTo>
                  <a:lnTo>
                    <a:pt x="21600" y="13147"/>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4" name="Shape 9624"/>
            <p:cNvSpPr/>
            <p:nvPr/>
          </p:nvSpPr>
          <p:spPr>
            <a:xfrm>
              <a:off x="433387" y="2347912"/>
              <a:ext cx="379413" cy="66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606"/>
                  </a:moveTo>
                  <a:cubicBezTo>
                    <a:pt x="21600" y="15934"/>
                    <a:pt x="20652" y="21600"/>
                    <a:pt x="19900" y="21600"/>
                  </a:cubicBezTo>
                  <a:lnTo>
                    <a:pt x="1359" y="21600"/>
                  </a:lnTo>
                  <a:cubicBezTo>
                    <a:pt x="609" y="21600"/>
                    <a:pt x="0" y="15934"/>
                    <a:pt x="0" y="11606"/>
                  </a:cubicBezTo>
                  <a:lnTo>
                    <a:pt x="0" y="8475"/>
                  </a:lnTo>
                  <a:cubicBezTo>
                    <a:pt x="0" y="4147"/>
                    <a:pt x="609" y="0"/>
                    <a:pt x="1359" y="0"/>
                  </a:cubicBezTo>
                  <a:lnTo>
                    <a:pt x="19900" y="0"/>
                  </a:lnTo>
                  <a:cubicBezTo>
                    <a:pt x="20652" y="0"/>
                    <a:pt x="21600" y="4147"/>
                    <a:pt x="21600" y="8475"/>
                  </a:cubicBezTo>
                  <a:lnTo>
                    <a:pt x="21600" y="11606"/>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635" name="Group 9635"/>
          <p:cNvGrpSpPr/>
          <p:nvPr/>
        </p:nvGrpSpPr>
        <p:grpSpPr>
          <a:xfrm>
            <a:off x="16913225" y="7170737"/>
            <a:ext cx="1343025" cy="2511426"/>
            <a:chOff x="0" y="0"/>
            <a:chExt cx="1343025" cy="2511425"/>
          </a:xfrm>
        </p:grpSpPr>
        <p:sp>
          <p:nvSpPr>
            <p:cNvPr id="9626" name="Shape 9626"/>
            <p:cNvSpPr/>
            <p:nvPr/>
          </p:nvSpPr>
          <p:spPr>
            <a:xfrm>
              <a:off x="0" y="0"/>
              <a:ext cx="1343025" cy="25114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165"/>
                  </a:moveTo>
                  <a:cubicBezTo>
                    <a:pt x="21600" y="20922"/>
                    <a:pt x="20235" y="21600"/>
                    <a:pt x="18820" y="21600"/>
                  </a:cubicBezTo>
                  <a:lnTo>
                    <a:pt x="2600" y="21600"/>
                  </a:lnTo>
                  <a:cubicBezTo>
                    <a:pt x="1185" y="21600"/>
                    <a:pt x="0" y="20922"/>
                    <a:pt x="0" y="20165"/>
                  </a:cubicBezTo>
                  <a:lnTo>
                    <a:pt x="0" y="1435"/>
                  </a:lnTo>
                  <a:cubicBezTo>
                    <a:pt x="0" y="678"/>
                    <a:pt x="1185" y="0"/>
                    <a:pt x="2600" y="0"/>
                  </a:cubicBezTo>
                  <a:lnTo>
                    <a:pt x="18820" y="0"/>
                  </a:lnTo>
                  <a:cubicBezTo>
                    <a:pt x="20235" y="0"/>
                    <a:pt x="21600" y="678"/>
                    <a:pt x="21600" y="1435"/>
                  </a:cubicBezTo>
                  <a:lnTo>
                    <a:pt x="21600" y="20165"/>
                  </a:ln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7" name="Shape 9627"/>
            <p:cNvSpPr/>
            <p:nvPr/>
          </p:nvSpPr>
          <p:spPr>
            <a:xfrm>
              <a:off x="0" y="0"/>
              <a:ext cx="1343025" cy="251142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0165"/>
                  </a:moveTo>
                  <a:cubicBezTo>
                    <a:pt x="21600" y="20922"/>
                    <a:pt x="20235" y="21600"/>
                    <a:pt x="18820" y="21600"/>
                  </a:cubicBezTo>
                  <a:lnTo>
                    <a:pt x="2600" y="21600"/>
                  </a:lnTo>
                  <a:cubicBezTo>
                    <a:pt x="1185" y="21600"/>
                    <a:pt x="0" y="20922"/>
                    <a:pt x="0" y="20165"/>
                  </a:cubicBezTo>
                  <a:lnTo>
                    <a:pt x="0" y="1435"/>
                  </a:lnTo>
                  <a:cubicBezTo>
                    <a:pt x="0" y="678"/>
                    <a:pt x="1185" y="0"/>
                    <a:pt x="2600" y="0"/>
                  </a:cubicBezTo>
                  <a:lnTo>
                    <a:pt x="18820" y="0"/>
                  </a:lnTo>
                  <a:cubicBezTo>
                    <a:pt x="20235" y="0"/>
                    <a:pt x="21600" y="678"/>
                    <a:pt x="21600" y="1435"/>
                  </a:cubicBezTo>
                  <a:lnTo>
                    <a:pt x="21600" y="20165"/>
                  </a:lnTo>
                  <a:close/>
                </a:path>
              </a:pathLst>
            </a:custGeom>
            <a:solidFill>
              <a:srgbClr val="26303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8" name="Shape 9628"/>
            <p:cNvSpPr/>
            <p:nvPr/>
          </p:nvSpPr>
          <p:spPr>
            <a:xfrm>
              <a:off x="93774" y="311346"/>
              <a:ext cx="1155479" cy="1833135"/>
            </a:xfrm>
            <a:prstGeom prst="rect">
              <a:avLst/>
            </a:prstGeom>
            <a:solidFill>
              <a:srgbClr val="F5F5F5"/>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29" name="Shape 9629"/>
            <p:cNvSpPr/>
            <p:nvPr/>
          </p:nvSpPr>
          <p:spPr>
            <a:xfrm>
              <a:off x="568997" y="2227083"/>
              <a:ext cx="193906" cy="192210"/>
            </a:xfrm>
            <a:prstGeom prst="ellipse">
              <a:avLst/>
            </a:pr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0" name="Shape 9630"/>
            <p:cNvSpPr/>
            <p:nvPr/>
          </p:nvSpPr>
          <p:spPr>
            <a:xfrm>
              <a:off x="365555" y="162027"/>
              <a:ext cx="529265" cy="540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1559"/>
                  </a:moveTo>
                  <a:cubicBezTo>
                    <a:pt x="21600" y="17107"/>
                    <a:pt x="21139" y="21600"/>
                    <a:pt x="20571" y="21600"/>
                  </a:cubicBezTo>
                  <a:lnTo>
                    <a:pt x="1029" y="21600"/>
                  </a:lnTo>
                  <a:cubicBezTo>
                    <a:pt x="461" y="21600"/>
                    <a:pt x="0" y="17107"/>
                    <a:pt x="0" y="11559"/>
                  </a:cubicBezTo>
                  <a:lnTo>
                    <a:pt x="0" y="10041"/>
                  </a:lnTo>
                  <a:cubicBezTo>
                    <a:pt x="0" y="4493"/>
                    <a:pt x="461" y="0"/>
                    <a:pt x="1029" y="0"/>
                  </a:cubicBezTo>
                  <a:lnTo>
                    <a:pt x="20571" y="0"/>
                  </a:lnTo>
                  <a:cubicBezTo>
                    <a:pt x="21139" y="0"/>
                    <a:pt x="21600" y="4493"/>
                    <a:pt x="21600" y="10041"/>
                  </a:cubicBezTo>
                  <a:lnTo>
                    <a:pt x="21600" y="11559"/>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1" name="Shape 9631"/>
            <p:cNvSpPr/>
            <p:nvPr/>
          </p:nvSpPr>
          <p:spPr>
            <a:xfrm>
              <a:off x="216155" y="447957"/>
              <a:ext cx="910715" cy="1890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170"/>
                  </a:moveTo>
                  <a:cubicBezTo>
                    <a:pt x="21600" y="19168"/>
                    <a:pt x="21092" y="21600"/>
                    <a:pt x="20465" y="21600"/>
                  </a:cubicBezTo>
                  <a:lnTo>
                    <a:pt x="1135" y="21600"/>
                  </a:lnTo>
                  <a:cubicBezTo>
                    <a:pt x="508" y="21600"/>
                    <a:pt x="0" y="19168"/>
                    <a:pt x="0" y="16170"/>
                  </a:cubicBezTo>
                  <a:lnTo>
                    <a:pt x="0" y="5430"/>
                  </a:lnTo>
                  <a:cubicBezTo>
                    <a:pt x="0" y="2432"/>
                    <a:pt x="508" y="0"/>
                    <a:pt x="1135" y="0"/>
                  </a:cubicBezTo>
                  <a:lnTo>
                    <a:pt x="20465" y="0"/>
                  </a:lnTo>
                  <a:cubicBezTo>
                    <a:pt x="21092" y="0"/>
                    <a:pt x="21600" y="2432"/>
                    <a:pt x="21600" y="5430"/>
                  </a:cubicBezTo>
                  <a:lnTo>
                    <a:pt x="21600" y="16170"/>
                  </a:lnTo>
                  <a:close/>
                </a:path>
              </a:pathLst>
            </a:custGeom>
            <a:solidFill>
              <a:srgbClr val="FF5C2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2" name="Shape 9632"/>
            <p:cNvSpPr/>
            <p:nvPr/>
          </p:nvSpPr>
          <p:spPr>
            <a:xfrm>
              <a:off x="216155" y="692587"/>
              <a:ext cx="910715" cy="5432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9699"/>
                  </a:moveTo>
                  <a:cubicBezTo>
                    <a:pt x="21600" y="20749"/>
                    <a:pt x="21092" y="21600"/>
                    <a:pt x="20465" y="21600"/>
                  </a:cubicBezTo>
                  <a:lnTo>
                    <a:pt x="1135" y="21600"/>
                  </a:lnTo>
                  <a:cubicBezTo>
                    <a:pt x="508" y="21600"/>
                    <a:pt x="0" y="20749"/>
                    <a:pt x="0" y="19699"/>
                  </a:cubicBezTo>
                  <a:lnTo>
                    <a:pt x="0" y="1901"/>
                  </a:lnTo>
                  <a:cubicBezTo>
                    <a:pt x="0" y="851"/>
                    <a:pt x="508" y="0"/>
                    <a:pt x="1135" y="0"/>
                  </a:cubicBezTo>
                  <a:lnTo>
                    <a:pt x="20465" y="0"/>
                  </a:lnTo>
                  <a:cubicBezTo>
                    <a:pt x="21092" y="0"/>
                    <a:pt x="21600" y="851"/>
                    <a:pt x="21600" y="1901"/>
                  </a:cubicBezTo>
                  <a:lnTo>
                    <a:pt x="21600" y="19699"/>
                  </a:lnTo>
                  <a:close/>
                </a:path>
              </a:pathLst>
            </a:custGeom>
            <a:solidFill>
              <a:srgbClr val="50E2E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3" name="Shape 9633"/>
            <p:cNvSpPr/>
            <p:nvPr/>
          </p:nvSpPr>
          <p:spPr>
            <a:xfrm>
              <a:off x="216155" y="1289865"/>
              <a:ext cx="910715" cy="3256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498"/>
                  </a:moveTo>
                  <a:cubicBezTo>
                    <a:pt x="21600" y="20247"/>
                    <a:pt x="21213" y="21600"/>
                    <a:pt x="20572" y="21600"/>
                  </a:cubicBezTo>
                  <a:lnTo>
                    <a:pt x="1041" y="21600"/>
                  </a:lnTo>
                  <a:cubicBezTo>
                    <a:pt x="401" y="21600"/>
                    <a:pt x="0" y="20247"/>
                    <a:pt x="0" y="18498"/>
                  </a:cubicBezTo>
                  <a:lnTo>
                    <a:pt x="0" y="2658"/>
                  </a:lnTo>
                  <a:cubicBezTo>
                    <a:pt x="0" y="909"/>
                    <a:pt x="401" y="0"/>
                    <a:pt x="1041" y="0"/>
                  </a:cubicBezTo>
                  <a:lnTo>
                    <a:pt x="20572" y="0"/>
                  </a:lnTo>
                  <a:cubicBezTo>
                    <a:pt x="21213" y="0"/>
                    <a:pt x="21600" y="909"/>
                    <a:pt x="21600" y="2658"/>
                  </a:cubicBezTo>
                  <a:lnTo>
                    <a:pt x="21600" y="18498"/>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4" name="Shape 9634"/>
            <p:cNvSpPr/>
            <p:nvPr/>
          </p:nvSpPr>
          <p:spPr>
            <a:xfrm>
              <a:off x="216155" y="1683814"/>
              <a:ext cx="910715" cy="32564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8498"/>
                  </a:moveTo>
                  <a:cubicBezTo>
                    <a:pt x="21600" y="20247"/>
                    <a:pt x="21213" y="21600"/>
                    <a:pt x="20572" y="21600"/>
                  </a:cubicBezTo>
                  <a:lnTo>
                    <a:pt x="1041" y="21600"/>
                  </a:lnTo>
                  <a:cubicBezTo>
                    <a:pt x="400" y="21600"/>
                    <a:pt x="0" y="20247"/>
                    <a:pt x="0" y="18498"/>
                  </a:cubicBezTo>
                  <a:lnTo>
                    <a:pt x="0" y="2658"/>
                  </a:lnTo>
                  <a:cubicBezTo>
                    <a:pt x="0" y="909"/>
                    <a:pt x="400" y="0"/>
                    <a:pt x="1041" y="0"/>
                  </a:cubicBezTo>
                  <a:lnTo>
                    <a:pt x="20572" y="0"/>
                  </a:lnTo>
                  <a:cubicBezTo>
                    <a:pt x="21213" y="0"/>
                    <a:pt x="21600" y="909"/>
                    <a:pt x="21600" y="2658"/>
                  </a:cubicBezTo>
                  <a:lnTo>
                    <a:pt x="21600" y="18498"/>
                  </a:lnTo>
                  <a:close/>
                </a:path>
              </a:pathLst>
            </a:custGeom>
            <a:solidFill>
              <a:srgbClr val="A9A9A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642" name="Group 9642"/>
          <p:cNvGrpSpPr/>
          <p:nvPr/>
        </p:nvGrpSpPr>
        <p:grpSpPr>
          <a:xfrm>
            <a:off x="1426368" y="7919912"/>
            <a:ext cx="7747002" cy="4673601"/>
            <a:chOff x="355600" y="0"/>
            <a:chExt cx="7747000" cy="4673600"/>
          </a:xfrm>
        </p:grpSpPr>
        <p:sp>
          <p:nvSpPr>
            <p:cNvPr id="9636" name="Shape 9636"/>
            <p:cNvSpPr/>
            <p:nvPr/>
          </p:nvSpPr>
          <p:spPr>
            <a:xfrm>
              <a:off x="355600" y="0"/>
              <a:ext cx="7747001" cy="4673600"/>
            </a:xfrm>
            <a:prstGeom prst="roundRect">
              <a:avLst>
                <a:gd name="adj" fmla="val 5787"/>
              </a:avLst>
            </a:prstGeom>
            <a:solidFill>
              <a:srgbClr val="FFFFFF"/>
            </a:solidFill>
            <a:ln w="254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7" name="Shape 9637"/>
            <p:cNvSpPr/>
            <p:nvPr/>
          </p:nvSpPr>
          <p:spPr>
            <a:xfrm>
              <a:off x="469900" y="114300"/>
              <a:ext cx="7505701" cy="4432300"/>
            </a:xfrm>
            <a:prstGeom prst="roundRect">
              <a:avLst>
                <a:gd name="adj" fmla="val 2995"/>
              </a:avLst>
            </a:prstGeom>
            <a:solidFill>
              <a:srgbClr val="2BC3B9"/>
            </a:solidFill>
            <a:ln w="254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38" name="Shape 9638"/>
            <p:cNvSpPr/>
            <p:nvPr/>
          </p:nvSpPr>
          <p:spPr>
            <a:xfrm>
              <a:off x="3315667" y="565943"/>
              <a:ext cx="1857029" cy="850901"/>
            </a:xfrm>
            <a:prstGeom prst="rect">
              <a:avLst/>
            </a:prstGeom>
            <a:noFill/>
            <a:ln w="9525" cap="flat">
              <a:noFill/>
              <a:round/>
            </a:ln>
            <a:effectLst/>
            <a:extLst>
              <a:ext uri="{C572A759-6A51-4108-AA02-DFA0A04FC94B}">
                <ma14:wrappingTextBoxFlag xmlns:ma14="http://schemas.microsoft.com/office/mac/drawingml/2011/main" val="1"/>
              </a:ext>
            </a:extLst>
          </p:spPr>
          <p:txBody>
            <a:bodyPr wrap="none" lIns="0" tIns="0" rIns="0" bIns="0" numCol="1" anchor="ctr">
              <a:spAutoFit/>
            </a:bodyPr>
            <a:lstStyle>
              <a:lvl1pPr defTabSz="914400">
                <a:buClr>
                  <a:srgbClr val="28958B"/>
                </a:buClr>
                <a:buFont typeface="Helvetica"/>
                <a:defRPr b="1" sz="5600">
                  <a:solidFill>
                    <a:srgbClr val="28958B"/>
                  </a:solidFill>
                  <a:uFill>
                    <a:solidFill>
                      <a:srgbClr val="28958B"/>
                    </a:solidFill>
                  </a:uFill>
                  <a:latin typeface="Helvetica"/>
                  <a:ea typeface="Helvetica"/>
                  <a:cs typeface="Helvetica"/>
                  <a:sym typeface="Helvetica"/>
                </a:defRPr>
              </a:lvl1pPr>
            </a:lstStyle>
            <a:p>
              <a:pPr>
                <a:defRPr b="0" sz="3200">
                  <a:solidFill>
                    <a:srgbClr val="000000"/>
                  </a:solidFill>
                  <a:uFill>
                    <a:solidFill>
                      <a:srgbClr val="000000"/>
                    </a:solidFill>
                  </a:uFill>
                  <a:latin typeface="Gill Sans"/>
                  <a:ea typeface="Gill Sans"/>
                  <a:cs typeface="Gill Sans"/>
                  <a:sym typeface="Gill Sans"/>
                </a:defRPr>
              </a:pPr>
              <a:r>
                <a:rPr b="1" sz="5600">
                  <a:solidFill>
                    <a:srgbClr val="28958B"/>
                  </a:solidFill>
                  <a:uFill>
                    <a:solidFill>
                      <a:srgbClr val="28958B"/>
                    </a:solidFill>
                  </a:uFill>
                  <a:latin typeface="Helvetica"/>
                  <a:ea typeface="Helvetica"/>
                  <a:cs typeface="Helvetica"/>
                  <a:sym typeface="Helvetica"/>
                </a:rPr>
                <a:t>Texto</a:t>
              </a:r>
            </a:p>
          </p:txBody>
        </p:sp>
        <p:grpSp>
          <p:nvGrpSpPr>
            <p:cNvPr id="9641" name="Group 9641"/>
            <p:cNvGrpSpPr/>
            <p:nvPr/>
          </p:nvGrpSpPr>
          <p:grpSpPr>
            <a:xfrm>
              <a:off x="3594100" y="1701800"/>
              <a:ext cx="1270001" cy="1270001"/>
              <a:chOff x="0" y="0"/>
              <a:chExt cx="1270000" cy="1270000"/>
            </a:xfrm>
          </p:grpSpPr>
          <p:sp>
            <p:nvSpPr>
              <p:cNvPr id="9639" name="Shape 9639"/>
              <p:cNvSpPr/>
              <p:nvPr/>
            </p:nvSpPr>
            <p:spPr>
              <a:xfrm rot="5400000">
                <a:off x="444500" y="406399"/>
                <a:ext cx="533400" cy="457201"/>
              </a:xfrm>
              <a:prstGeom prst="triangle">
                <a:avLst/>
              </a:prstGeom>
              <a:solidFill>
                <a:srgbClr val="FFFFFF"/>
              </a:solidFill>
              <a:ln w="254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40" name="Shape 9640"/>
              <p:cNvSpPr/>
              <p:nvPr/>
            </p:nvSpPr>
            <p:spPr>
              <a:xfrm>
                <a:off x="0" y="0"/>
                <a:ext cx="1270000" cy="1270001"/>
              </a:xfrm>
              <a:prstGeom prst="ellipse">
                <a:avLst/>
              </a:prstGeom>
              <a:noFill/>
              <a:ln w="101600" cap="flat">
                <a:solidFill>
                  <a:srgbClr val="FFFFFF"/>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sp>
        <p:nvSpPr>
          <p:cNvPr id="9643" name="Shape 9643"/>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9539"/>
                                        </p:tgtEl>
                                        <p:attrNameLst>
                                          <p:attrName>style.visibility</p:attrName>
                                        </p:attrNameLst>
                                      </p:cBhvr>
                                      <p:to>
                                        <p:strVal val="visible"/>
                                      </p:to>
                                    </p:set>
                                    <p:animEffect filter="wipe(down)" transition="in">
                                      <p:cBhvr>
                                        <p:cTn id="7" dur="500"/>
                                        <p:tgtEl>
                                          <p:spTgt spid="9539"/>
                                        </p:tgtEl>
                                      </p:cBhvr>
                                    </p:animEffect>
                                  </p:childTnLst>
                                </p:cTn>
                              </p:par>
                            </p:childTnLst>
                          </p:cTn>
                        </p:par>
                        <p:par>
                          <p:cTn id="8" fill="hold">
                            <p:stCondLst>
                              <p:cond delay="500"/>
                            </p:stCondLst>
                            <p:childTnLst>
                              <p:par>
                                <p:cTn id="9" presetClass="entr" nodeType="afterEffect" presetSubtype="4" presetID="22" grpId="2" fill="hold">
                                  <p:stCondLst>
                                    <p:cond delay="0"/>
                                  </p:stCondLst>
                                  <p:iterate type="el" backwards="0">
                                    <p:tmAbs val="0"/>
                                  </p:iterate>
                                  <p:childTnLst>
                                    <p:set>
                                      <p:cBhvr>
                                        <p:cTn id="10" fill="hold"/>
                                        <p:tgtEl>
                                          <p:spTgt spid="9540"/>
                                        </p:tgtEl>
                                        <p:attrNameLst>
                                          <p:attrName>style.visibility</p:attrName>
                                        </p:attrNameLst>
                                      </p:cBhvr>
                                      <p:to>
                                        <p:strVal val="visible"/>
                                      </p:to>
                                    </p:set>
                                    <p:animEffect filter="wipe(down)" transition="in">
                                      <p:cBhvr>
                                        <p:cTn id="11" dur="500"/>
                                        <p:tgtEl>
                                          <p:spTgt spid="9540"/>
                                        </p:tgtEl>
                                      </p:cBhvr>
                                    </p:animEffect>
                                  </p:childTnLst>
                                </p:cTn>
                              </p:par>
                            </p:childTnLst>
                          </p:cTn>
                        </p:par>
                        <p:par>
                          <p:cTn id="12" fill="hold">
                            <p:stCondLst>
                              <p:cond delay="1000"/>
                            </p:stCondLst>
                            <p:childTnLst>
                              <p:par>
                                <p:cTn id="13" presetClass="entr" nodeType="afterEffect" presetSubtype="16" presetID="23" grpId="3" fill="hold">
                                  <p:stCondLst>
                                    <p:cond delay="500"/>
                                  </p:stCondLst>
                                  <p:iterate type="el" backwards="0">
                                    <p:tmAbs val="0"/>
                                  </p:iterate>
                                  <p:childTnLst>
                                    <p:set>
                                      <p:cBhvr>
                                        <p:cTn id="14" fill="hold"/>
                                        <p:tgtEl>
                                          <p:spTgt spid="9557"/>
                                        </p:tgtEl>
                                        <p:attrNameLst>
                                          <p:attrName>style.visibility</p:attrName>
                                        </p:attrNameLst>
                                      </p:cBhvr>
                                      <p:to>
                                        <p:strVal val="visible"/>
                                      </p:to>
                                    </p:set>
                                    <p:anim calcmode="lin" valueType="num">
                                      <p:cBhvr>
                                        <p:cTn id="15" dur="500" fill="hold"/>
                                        <p:tgtEl>
                                          <p:spTgt spid="9557"/>
                                        </p:tgtEl>
                                        <p:attrNameLst>
                                          <p:attrName>ppt_w</p:attrName>
                                        </p:attrNameLst>
                                      </p:cBhvr>
                                      <p:tavLst>
                                        <p:tav tm="0">
                                          <p:val>
                                            <p:fltVal val="0"/>
                                          </p:val>
                                        </p:tav>
                                        <p:tav tm="100000">
                                          <p:val>
                                            <p:strVal val="#ppt_w"/>
                                          </p:val>
                                        </p:tav>
                                      </p:tavLst>
                                    </p:anim>
                                    <p:anim calcmode="lin" valueType="num">
                                      <p:cBhvr>
                                        <p:cTn id="16" dur="500" fill="hold"/>
                                        <p:tgtEl>
                                          <p:spTgt spid="9557"/>
                                        </p:tgtEl>
                                        <p:attrNameLst>
                                          <p:attrName>ppt_h</p:attrName>
                                        </p:attrNameLst>
                                      </p:cBhvr>
                                      <p:tavLst>
                                        <p:tav tm="0">
                                          <p:val>
                                            <p:fltVal val="0"/>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Class="entr" nodeType="clickEffect" presetSubtype="0" presetID="15" grpId="4" fill="hold">
                                  <p:stCondLst>
                                    <p:cond delay="0"/>
                                  </p:stCondLst>
                                  <p:iterate type="el" backwards="0">
                                    <p:tmAbs val="0"/>
                                  </p:iterate>
                                  <p:childTnLst>
                                    <p:set>
                                      <p:cBhvr>
                                        <p:cTn id="20" fill="hold"/>
                                        <p:tgtEl>
                                          <p:spTgt spid="9582"/>
                                        </p:tgtEl>
                                        <p:attrNameLst>
                                          <p:attrName>style.visibility</p:attrName>
                                        </p:attrNameLst>
                                      </p:cBhvr>
                                      <p:to>
                                        <p:strVal val="visible"/>
                                      </p:to>
                                    </p:set>
                                    <p:anim calcmode="lin" valueType="num">
                                      <p:cBhvr>
                                        <p:cTn id="21" dur="1000" fill="hold"/>
                                        <p:tgtEl>
                                          <p:spTgt spid="9582"/>
                                        </p:tgtEl>
                                        <p:attrNameLst>
                                          <p:attrName>ppt_w</p:attrName>
                                        </p:attrNameLst>
                                      </p:cBhvr>
                                      <p:tavLst>
                                        <p:tav tm="0">
                                          <p:val>
                                            <p:fltVal val="0"/>
                                          </p:val>
                                        </p:tav>
                                        <p:tav tm="100000">
                                          <p:val>
                                            <p:strVal val="#ppt_w"/>
                                          </p:val>
                                        </p:tav>
                                      </p:tavLst>
                                    </p:anim>
                                    <p:anim calcmode="lin" valueType="num">
                                      <p:cBhvr>
                                        <p:cTn id="22" dur="1000" fill="hold"/>
                                        <p:tgtEl>
                                          <p:spTgt spid="9582"/>
                                        </p:tgtEl>
                                        <p:attrNameLst>
                                          <p:attrName>ppt_h</p:attrName>
                                        </p:attrNameLst>
                                      </p:cBhvr>
                                      <p:tavLst>
                                        <p:tav tm="0">
                                          <p:val>
                                            <p:fltVal val="0"/>
                                          </p:val>
                                        </p:tav>
                                        <p:tav tm="100000">
                                          <p:val>
                                            <p:strVal val="#ppt_h"/>
                                          </p:val>
                                        </p:tav>
                                      </p:tavLst>
                                    </p:anim>
                                    <p:anim calcmode="lin" valueType="num">
                                      <p:cBhvr>
                                        <p:cTn id="23" dur="1000" fill="hold"/>
                                        <p:tgtEl>
                                          <p:spTgt spid="9582"/>
                                        </p:tgtEl>
                                        <p:attrNameLst>
                                          <p:attrName>ppt_x</p:attrName>
                                        </p:attrNameLst>
                                      </p:cBhvr>
                                      <p:tavLst>
                                        <p:tav tm="0" fmla="#ppt_x+(cos(-2*pi*(1-$))*-#ppt_x-sin(-2*pi*(1-$))*(1-#ppt_y))*(1-$)">
                                          <p:val>
                                            <p:fltVal val="0"/>
                                          </p:val>
                                        </p:tav>
                                        <p:tav tm="100000">
                                          <p:val>
                                            <p:fltVal val="1"/>
                                          </p:val>
                                        </p:tav>
                                      </p:tavLst>
                                    </p:anim>
                                    <p:anim calcmode="lin" valueType="num">
                                      <p:cBhvr>
                                        <p:cTn id="24" dur="1000" fill="hold"/>
                                        <p:tgtEl>
                                          <p:spTgt spid="9582"/>
                                        </p:tgtEl>
                                        <p:attrNameLst>
                                          <p:attrName>ppt_y</p:attrName>
                                        </p:attrNameLst>
                                      </p:cBhvr>
                                      <p:tavLst>
                                        <p:tav tm="0" fmla="#ppt_y+(sin(-2*pi*(1-$))*-#ppt_x+cos(-2*pi*(1-$))*(1-#ppt_y))*(1-$)">
                                          <p:val>
                                            <p:fltVal val="0"/>
                                          </p:val>
                                        </p:tav>
                                        <p:tav tm="100000">
                                          <p:val>
                                            <p:fltVal val="1"/>
                                          </p:val>
                                        </p:tav>
                                      </p:tavLst>
                                    </p:anim>
                                  </p:childTnLst>
                                </p:cTn>
                              </p:par>
                            </p:childTnLst>
                          </p:cTn>
                        </p:par>
                        <p:par>
                          <p:cTn id="25" fill="hold">
                            <p:stCondLst>
                              <p:cond delay="1000"/>
                            </p:stCondLst>
                            <p:childTnLst>
                              <p:par>
                                <p:cTn id="26" presetClass="entr" nodeType="afterEffect" presetSubtype="0" presetID="15" grpId="5" fill="hold">
                                  <p:stCondLst>
                                    <p:cond delay="0"/>
                                  </p:stCondLst>
                                  <p:iterate type="el" backwards="0">
                                    <p:tmAbs val="0"/>
                                  </p:iterate>
                                  <p:childTnLst>
                                    <p:set>
                                      <p:cBhvr>
                                        <p:cTn id="27" fill="hold"/>
                                        <p:tgtEl>
                                          <p:spTgt spid="9607"/>
                                        </p:tgtEl>
                                        <p:attrNameLst>
                                          <p:attrName>style.visibility</p:attrName>
                                        </p:attrNameLst>
                                      </p:cBhvr>
                                      <p:to>
                                        <p:strVal val="visible"/>
                                      </p:to>
                                    </p:set>
                                    <p:anim calcmode="lin" valueType="num">
                                      <p:cBhvr>
                                        <p:cTn id="28" dur="1000" fill="hold"/>
                                        <p:tgtEl>
                                          <p:spTgt spid="9607"/>
                                        </p:tgtEl>
                                        <p:attrNameLst>
                                          <p:attrName>ppt_w</p:attrName>
                                        </p:attrNameLst>
                                      </p:cBhvr>
                                      <p:tavLst>
                                        <p:tav tm="0">
                                          <p:val>
                                            <p:fltVal val="0"/>
                                          </p:val>
                                        </p:tav>
                                        <p:tav tm="100000">
                                          <p:val>
                                            <p:strVal val="#ppt_w"/>
                                          </p:val>
                                        </p:tav>
                                      </p:tavLst>
                                    </p:anim>
                                    <p:anim calcmode="lin" valueType="num">
                                      <p:cBhvr>
                                        <p:cTn id="29" dur="1000" fill="hold"/>
                                        <p:tgtEl>
                                          <p:spTgt spid="9607"/>
                                        </p:tgtEl>
                                        <p:attrNameLst>
                                          <p:attrName>ppt_h</p:attrName>
                                        </p:attrNameLst>
                                      </p:cBhvr>
                                      <p:tavLst>
                                        <p:tav tm="0">
                                          <p:val>
                                            <p:fltVal val="0"/>
                                          </p:val>
                                        </p:tav>
                                        <p:tav tm="100000">
                                          <p:val>
                                            <p:strVal val="#ppt_h"/>
                                          </p:val>
                                        </p:tav>
                                      </p:tavLst>
                                    </p:anim>
                                    <p:anim calcmode="lin" valueType="num">
                                      <p:cBhvr>
                                        <p:cTn id="30" dur="1000" fill="hold"/>
                                        <p:tgtEl>
                                          <p:spTgt spid="9607"/>
                                        </p:tgtEl>
                                        <p:attrNameLst>
                                          <p:attrName>ppt_x</p:attrName>
                                        </p:attrNameLst>
                                      </p:cBhvr>
                                      <p:tavLst>
                                        <p:tav tm="0" fmla="#ppt_x+(cos(-2*pi*(1-$))*-#ppt_x-sin(-2*pi*(1-$))*(1-#ppt_y))*(1-$)">
                                          <p:val>
                                            <p:fltVal val="0"/>
                                          </p:val>
                                        </p:tav>
                                        <p:tav tm="100000">
                                          <p:val>
                                            <p:fltVal val="1"/>
                                          </p:val>
                                        </p:tav>
                                      </p:tavLst>
                                    </p:anim>
                                    <p:anim calcmode="lin" valueType="num">
                                      <p:cBhvr>
                                        <p:cTn id="31" dur="1000" fill="hold"/>
                                        <p:tgtEl>
                                          <p:spTgt spid="9607"/>
                                        </p:tgtEl>
                                        <p:attrNameLst>
                                          <p:attrName>ppt_y</p:attrName>
                                        </p:attrNameLst>
                                      </p:cBhvr>
                                      <p:tavLst>
                                        <p:tav tm="0" fmla="#ppt_y+(sin(-2*pi*(1-$))*-#ppt_x+cos(-2*pi*(1-$))*(1-#ppt_y))*(1-$)">
                                          <p:val>
                                            <p:fltVal val="0"/>
                                          </p:val>
                                        </p:tav>
                                        <p:tav tm="100000">
                                          <p:val>
                                            <p:fltVal val="1"/>
                                          </p:val>
                                        </p:tav>
                                      </p:tavLst>
                                    </p:anim>
                                  </p:childTnLst>
                                </p:cTn>
                              </p:par>
                            </p:childTnLst>
                          </p:cTn>
                        </p:par>
                        <p:par>
                          <p:cTn id="32" fill="hold">
                            <p:stCondLst>
                              <p:cond delay="2000"/>
                            </p:stCondLst>
                            <p:childTnLst>
                              <p:par>
                                <p:cTn id="33" presetClass="entr" nodeType="afterEffect" presetSubtype="0" presetID="15" grpId="6" fill="hold">
                                  <p:stCondLst>
                                    <p:cond delay="0"/>
                                  </p:stCondLst>
                                  <p:iterate type="el" backwards="0">
                                    <p:tmAbs val="0"/>
                                  </p:iterate>
                                  <p:childTnLst>
                                    <p:set>
                                      <p:cBhvr>
                                        <p:cTn id="34" fill="hold"/>
                                        <p:tgtEl>
                                          <p:spTgt spid="9635"/>
                                        </p:tgtEl>
                                        <p:attrNameLst>
                                          <p:attrName>style.visibility</p:attrName>
                                        </p:attrNameLst>
                                      </p:cBhvr>
                                      <p:to>
                                        <p:strVal val="visible"/>
                                      </p:to>
                                    </p:set>
                                    <p:anim calcmode="lin" valueType="num">
                                      <p:cBhvr>
                                        <p:cTn id="35" dur="1000" fill="hold"/>
                                        <p:tgtEl>
                                          <p:spTgt spid="9635"/>
                                        </p:tgtEl>
                                        <p:attrNameLst>
                                          <p:attrName>ppt_w</p:attrName>
                                        </p:attrNameLst>
                                      </p:cBhvr>
                                      <p:tavLst>
                                        <p:tav tm="0">
                                          <p:val>
                                            <p:fltVal val="0"/>
                                          </p:val>
                                        </p:tav>
                                        <p:tav tm="100000">
                                          <p:val>
                                            <p:strVal val="#ppt_w"/>
                                          </p:val>
                                        </p:tav>
                                      </p:tavLst>
                                    </p:anim>
                                    <p:anim calcmode="lin" valueType="num">
                                      <p:cBhvr>
                                        <p:cTn id="36" dur="1000" fill="hold"/>
                                        <p:tgtEl>
                                          <p:spTgt spid="9635"/>
                                        </p:tgtEl>
                                        <p:attrNameLst>
                                          <p:attrName>ppt_h</p:attrName>
                                        </p:attrNameLst>
                                      </p:cBhvr>
                                      <p:tavLst>
                                        <p:tav tm="0">
                                          <p:val>
                                            <p:fltVal val="0"/>
                                          </p:val>
                                        </p:tav>
                                        <p:tav tm="100000">
                                          <p:val>
                                            <p:strVal val="#ppt_h"/>
                                          </p:val>
                                        </p:tav>
                                      </p:tavLst>
                                    </p:anim>
                                    <p:anim calcmode="lin" valueType="num">
                                      <p:cBhvr>
                                        <p:cTn id="37" dur="1000" fill="hold"/>
                                        <p:tgtEl>
                                          <p:spTgt spid="9635"/>
                                        </p:tgtEl>
                                        <p:attrNameLst>
                                          <p:attrName>ppt_x</p:attrName>
                                        </p:attrNameLst>
                                      </p:cBhvr>
                                      <p:tavLst>
                                        <p:tav tm="0" fmla="#ppt_x+(cos(-2*pi*(1-$))*-#ppt_x-sin(-2*pi*(1-$))*(1-#ppt_y))*(1-$)">
                                          <p:val>
                                            <p:fltVal val="0"/>
                                          </p:val>
                                        </p:tav>
                                        <p:tav tm="100000">
                                          <p:val>
                                            <p:fltVal val="1"/>
                                          </p:val>
                                        </p:tav>
                                      </p:tavLst>
                                    </p:anim>
                                    <p:anim calcmode="lin" valueType="num">
                                      <p:cBhvr>
                                        <p:cTn id="38" dur="1000" fill="hold"/>
                                        <p:tgtEl>
                                          <p:spTgt spid="9635"/>
                                        </p:tgtEl>
                                        <p:attrNameLst>
                                          <p:attrName>ppt_y</p:attrName>
                                        </p:attrNameLst>
                                      </p:cBhvr>
                                      <p:tavLst>
                                        <p:tav tm="0" fmla="#ppt_y+(sin(-2*pi*(1-$))*-#ppt_x+cos(-2*pi*(1-$))*(1-#ppt_y))*(1-$)">
                                          <p:val>
                                            <p:fltVal val="0"/>
                                          </p:val>
                                        </p:tav>
                                        <p:tav tm="100000">
                                          <p:val>
                                            <p:fltVal val="1"/>
                                          </p:val>
                                        </p:tav>
                                      </p:tavLst>
                                    </p:anim>
                                  </p:childTnLst>
                                </p:cTn>
                              </p:par>
                            </p:childTnLst>
                          </p:cTn>
                        </p:par>
                        <p:par>
                          <p:cTn id="39" fill="hold">
                            <p:stCondLst>
                              <p:cond delay="3000"/>
                            </p:stCondLst>
                            <p:childTnLst>
                              <p:par>
                                <p:cTn id="40" presetClass="entr" nodeType="afterEffect" presetSubtype="0" presetID="15" grpId="7" fill="hold">
                                  <p:stCondLst>
                                    <p:cond delay="0"/>
                                  </p:stCondLst>
                                  <p:iterate type="el" backwards="0">
                                    <p:tmAbs val="0"/>
                                  </p:iterate>
                                  <p:childTnLst>
                                    <p:set>
                                      <p:cBhvr>
                                        <p:cTn id="41" fill="hold"/>
                                        <p:tgtEl>
                                          <p:spTgt spid="9625"/>
                                        </p:tgtEl>
                                        <p:attrNameLst>
                                          <p:attrName>style.visibility</p:attrName>
                                        </p:attrNameLst>
                                      </p:cBhvr>
                                      <p:to>
                                        <p:strVal val="visible"/>
                                      </p:to>
                                    </p:set>
                                    <p:anim calcmode="lin" valueType="num">
                                      <p:cBhvr>
                                        <p:cTn id="42" dur="1000" fill="hold"/>
                                        <p:tgtEl>
                                          <p:spTgt spid="9625"/>
                                        </p:tgtEl>
                                        <p:attrNameLst>
                                          <p:attrName>ppt_w</p:attrName>
                                        </p:attrNameLst>
                                      </p:cBhvr>
                                      <p:tavLst>
                                        <p:tav tm="0">
                                          <p:val>
                                            <p:fltVal val="0"/>
                                          </p:val>
                                        </p:tav>
                                        <p:tav tm="100000">
                                          <p:val>
                                            <p:strVal val="#ppt_w"/>
                                          </p:val>
                                        </p:tav>
                                      </p:tavLst>
                                    </p:anim>
                                    <p:anim calcmode="lin" valueType="num">
                                      <p:cBhvr>
                                        <p:cTn id="43" dur="1000" fill="hold"/>
                                        <p:tgtEl>
                                          <p:spTgt spid="9625"/>
                                        </p:tgtEl>
                                        <p:attrNameLst>
                                          <p:attrName>ppt_h</p:attrName>
                                        </p:attrNameLst>
                                      </p:cBhvr>
                                      <p:tavLst>
                                        <p:tav tm="0">
                                          <p:val>
                                            <p:fltVal val="0"/>
                                          </p:val>
                                        </p:tav>
                                        <p:tav tm="100000">
                                          <p:val>
                                            <p:strVal val="#ppt_h"/>
                                          </p:val>
                                        </p:tav>
                                      </p:tavLst>
                                    </p:anim>
                                    <p:anim calcmode="lin" valueType="num">
                                      <p:cBhvr>
                                        <p:cTn id="44" dur="1000" fill="hold"/>
                                        <p:tgtEl>
                                          <p:spTgt spid="9625"/>
                                        </p:tgtEl>
                                        <p:attrNameLst>
                                          <p:attrName>ppt_x</p:attrName>
                                        </p:attrNameLst>
                                      </p:cBhvr>
                                      <p:tavLst>
                                        <p:tav tm="0" fmla="#ppt_x+(cos(-2*pi*(1-$))*-#ppt_x-sin(-2*pi*(1-$))*(1-#ppt_y))*(1-$)">
                                          <p:val>
                                            <p:fltVal val="0"/>
                                          </p:val>
                                        </p:tav>
                                        <p:tav tm="100000">
                                          <p:val>
                                            <p:fltVal val="1"/>
                                          </p:val>
                                        </p:tav>
                                      </p:tavLst>
                                    </p:anim>
                                    <p:anim calcmode="lin" valueType="num">
                                      <p:cBhvr>
                                        <p:cTn id="45" dur="1000" fill="hold"/>
                                        <p:tgtEl>
                                          <p:spTgt spid="9625"/>
                                        </p:tgtEl>
                                        <p:attrNameLst>
                                          <p:attrName>ppt_y</p:attrName>
                                        </p:attrNameLst>
                                      </p:cBhvr>
                                      <p:tavLst>
                                        <p:tav tm="0" fmla="#ppt_y+(sin(-2*pi*(1-$))*-#ppt_x+cos(-2*pi*(1-$))*(1-#ppt_y))*(1-$)">
                                          <p:val>
                                            <p:fltVal val="0"/>
                                          </p:val>
                                        </p:tav>
                                        <p:tav tm="100000">
                                          <p:val>
                                            <p:fltVal val="1"/>
                                          </p:val>
                                        </p:tav>
                                      </p:tavLst>
                                    </p:anim>
                                  </p:childTnLst>
                                </p:cTn>
                              </p:par>
                            </p:childTnLst>
                          </p:cTn>
                        </p:par>
                        <p:par>
                          <p:cTn id="46" fill="hold">
                            <p:stCondLst>
                              <p:cond delay="4000"/>
                            </p:stCondLst>
                            <p:childTnLst>
                              <p:par>
                                <p:cTn id="47" presetClass="entr" nodeType="afterEffect" presetSubtype="4" presetID="2" grpId="8" fill="hold">
                                  <p:stCondLst>
                                    <p:cond delay="0"/>
                                  </p:stCondLst>
                                  <p:iterate type="el" backwards="0">
                                    <p:tmAbs val="0"/>
                                  </p:iterate>
                                  <p:childTnLst>
                                    <p:set>
                                      <p:cBhvr>
                                        <p:cTn id="48" fill="hold"/>
                                        <p:tgtEl>
                                          <p:spTgt spid="9642"/>
                                        </p:tgtEl>
                                        <p:attrNameLst>
                                          <p:attrName>style.visibility</p:attrName>
                                        </p:attrNameLst>
                                      </p:cBhvr>
                                      <p:to>
                                        <p:strVal val="visible"/>
                                      </p:to>
                                    </p:set>
                                    <p:anim calcmode="lin" valueType="num">
                                      <p:cBhvr>
                                        <p:cTn id="49" dur="1000" fill="hold"/>
                                        <p:tgtEl>
                                          <p:spTgt spid="9642"/>
                                        </p:tgtEl>
                                        <p:attrNameLst>
                                          <p:attrName>ppt_x</p:attrName>
                                        </p:attrNameLst>
                                      </p:cBhvr>
                                      <p:tavLst>
                                        <p:tav tm="0">
                                          <p:val>
                                            <p:strVal val="#ppt_x"/>
                                          </p:val>
                                        </p:tav>
                                        <p:tav tm="100000">
                                          <p:val>
                                            <p:strVal val="#ppt_x"/>
                                          </p:val>
                                        </p:tav>
                                      </p:tavLst>
                                    </p:anim>
                                    <p:anim calcmode="lin" valueType="num">
                                      <p:cBhvr>
                                        <p:cTn id="50" dur="1000" fill="hold"/>
                                        <p:tgtEl>
                                          <p:spTgt spid="96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635" grpId="6"/>
      <p:bldP build="whole" bldLvl="1" animBg="1" rev="0" advAuto="0" spid="9539" grpId="1"/>
      <p:bldP build="whole" bldLvl="1" animBg="1" rev="0" advAuto="0" spid="9557" grpId="3"/>
      <p:bldP build="whole" bldLvl="1" animBg="1" rev="0" advAuto="0" spid="9540" grpId="2"/>
      <p:bldP build="whole" bldLvl="1" animBg="1" rev="0" advAuto="0" spid="9625" grpId="7"/>
      <p:bldP build="whole" bldLvl="1" animBg="1" rev="0" advAuto="0" spid="9582" grpId="4"/>
      <p:bldP build="whole" bldLvl="1" animBg="1" rev="0" advAuto="0" spid="9642" grpId="8"/>
      <p:bldP build="whole" bldLvl="1" animBg="1" rev="0" advAuto="0" spid="9607" grpId="5"/>
    </p:bldLst>
  </p:timing>
</p:sld>
</file>

<file path=ppt/slides/slide210.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sp>
        <p:nvSpPr>
          <p:cNvPr id="9645" name="Shape 9645"/>
          <p:cNvSpPr/>
          <p:nvPr/>
        </p:nvSpPr>
        <p:spPr>
          <a:xfrm>
            <a:off x="3297537" y="2630749"/>
            <a:ext cx="58420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37" y="0"/>
                </a:moveTo>
                <a:cubicBezTo>
                  <a:pt x="20463" y="0"/>
                  <a:pt x="20463" y="0"/>
                  <a:pt x="20463" y="0"/>
                </a:cubicBezTo>
                <a:cubicBezTo>
                  <a:pt x="21032" y="0"/>
                  <a:pt x="21600" y="2700"/>
                  <a:pt x="21600" y="5400"/>
                </a:cubicBezTo>
                <a:cubicBezTo>
                  <a:pt x="21600" y="16200"/>
                  <a:pt x="21600" y="16200"/>
                  <a:pt x="21600" y="16200"/>
                </a:cubicBezTo>
                <a:cubicBezTo>
                  <a:pt x="21600" y="18900"/>
                  <a:pt x="21032" y="21600"/>
                  <a:pt x="20463" y="21600"/>
                </a:cubicBezTo>
                <a:cubicBezTo>
                  <a:pt x="1137" y="21600"/>
                  <a:pt x="1137" y="21600"/>
                  <a:pt x="1137" y="21600"/>
                </a:cubicBezTo>
                <a:cubicBezTo>
                  <a:pt x="568" y="21600"/>
                  <a:pt x="0" y="18900"/>
                  <a:pt x="0" y="16200"/>
                </a:cubicBezTo>
                <a:cubicBezTo>
                  <a:pt x="0" y="5400"/>
                  <a:pt x="0" y="5400"/>
                  <a:pt x="0" y="5400"/>
                </a:cubicBezTo>
                <a:cubicBezTo>
                  <a:pt x="0" y="2700"/>
                  <a:pt x="568" y="0"/>
                  <a:pt x="1137"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46" name="Shape 9646"/>
          <p:cNvSpPr/>
          <p:nvPr/>
        </p:nvSpPr>
        <p:spPr>
          <a:xfrm>
            <a:off x="3297537" y="2878399"/>
            <a:ext cx="4635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 y="0"/>
                </a:moveTo>
                <a:cubicBezTo>
                  <a:pt x="20160" y="0"/>
                  <a:pt x="20160" y="0"/>
                  <a:pt x="20160" y="0"/>
                </a:cubicBezTo>
                <a:cubicBezTo>
                  <a:pt x="20880" y="0"/>
                  <a:pt x="21600" y="2700"/>
                  <a:pt x="21600" y="5400"/>
                </a:cubicBezTo>
                <a:cubicBezTo>
                  <a:pt x="21600" y="16200"/>
                  <a:pt x="21600" y="16200"/>
                  <a:pt x="21600" y="16200"/>
                </a:cubicBezTo>
                <a:cubicBezTo>
                  <a:pt x="21600" y="18900"/>
                  <a:pt x="20880" y="21600"/>
                  <a:pt x="20160" y="21600"/>
                </a:cubicBezTo>
                <a:cubicBezTo>
                  <a:pt x="1440" y="21600"/>
                  <a:pt x="1440" y="21600"/>
                  <a:pt x="1440" y="21600"/>
                </a:cubicBezTo>
                <a:cubicBezTo>
                  <a:pt x="720" y="21600"/>
                  <a:pt x="0" y="18900"/>
                  <a:pt x="0" y="16200"/>
                </a:cubicBezTo>
                <a:cubicBezTo>
                  <a:pt x="0" y="5400"/>
                  <a:pt x="0" y="5400"/>
                  <a:pt x="0" y="5400"/>
                </a:cubicBezTo>
                <a:cubicBezTo>
                  <a:pt x="0" y="2700"/>
                  <a:pt x="720" y="0"/>
                  <a:pt x="144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47" name="Shape 9647"/>
          <p:cNvSpPr/>
          <p:nvPr/>
        </p:nvSpPr>
        <p:spPr>
          <a:xfrm>
            <a:off x="3297537" y="3126049"/>
            <a:ext cx="555627"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00" y="0"/>
                </a:moveTo>
                <a:cubicBezTo>
                  <a:pt x="20400" y="0"/>
                  <a:pt x="20400" y="0"/>
                  <a:pt x="20400" y="0"/>
                </a:cubicBezTo>
                <a:cubicBezTo>
                  <a:pt x="21000" y="0"/>
                  <a:pt x="21600" y="2700"/>
                  <a:pt x="21600" y="5400"/>
                </a:cubicBezTo>
                <a:cubicBezTo>
                  <a:pt x="21600" y="16200"/>
                  <a:pt x="21600" y="16200"/>
                  <a:pt x="21600" y="16200"/>
                </a:cubicBezTo>
                <a:cubicBezTo>
                  <a:pt x="21600" y="18900"/>
                  <a:pt x="21000" y="21600"/>
                  <a:pt x="20400" y="21600"/>
                </a:cubicBezTo>
                <a:cubicBezTo>
                  <a:pt x="1200" y="21600"/>
                  <a:pt x="1200" y="21600"/>
                  <a:pt x="1200" y="21600"/>
                </a:cubicBezTo>
                <a:cubicBezTo>
                  <a:pt x="600" y="21600"/>
                  <a:pt x="0" y="18900"/>
                  <a:pt x="0" y="16200"/>
                </a:cubicBezTo>
                <a:cubicBezTo>
                  <a:pt x="0" y="5400"/>
                  <a:pt x="0" y="5400"/>
                  <a:pt x="0" y="5400"/>
                </a:cubicBezTo>
                <a:cubicBezTo>
                  <a:pt x="0" y="2700"/>
                  <a:pt x="600" y="0"/>
                  <a:pt x="12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48" name="Shape 9648"/>
          <p:cNvSpPr/>
          <p:nvPr/>
        </p:nvSpPr>
        <p:spPr>
          <a:xfrm>
            <a:off x="3081637" y="26307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49" name="Shape 9649"/>
          <p:cNvSpPr/>
          <p:nvPr/>
        </p:nvSpPr>
        <p:spPr>
          <a:xfrm>
            <a:off x="3081637" y="287839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0" name="Shape 9650"/>
          <p:cNvSpPr/>
          <p:nvPr/>
        </p:nvSpPr>
        <p:spPr>
          <a:xfrm>
            <a:off x="3081637" y="3126049"/>
            <a:ext cx="120651" cy="12382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0"/>
                </a:moveTo>
                <a:cubicBezTo>
                  <a:pt x="16200" y="0"/>
                  <a:pt x="16200" y="0"/>
                  <a:pt x="16200" y="0"/>
                </a:cubicBezTo>
                <a:cubicBezTo>
                  <a:pt x="18900" y="0"/>
                  <a:pt x="21600" y="2700"/>
                  <a:pt x="21600" y="5400"/>
                </a:cubicBezTo>
                <a:cubicBezTo>
                  <a:pt x="21600" y="16200"/>
                  <a:pt x="21600" y="16200"/>
                  <a:pt x="21600" y="16200"/>
                </a:cubicBezTo>
                <a:cubicBezTo>
                  <a:pt x="21600" y="18900"/>
                  <a:pt x="18900" y="21600"/>
                  <a:pt x="16200" y="21600"/>
                </a:cubicBezTo>
                <a:cubicBezTo>
                  <a:pt x="5400" y="21600"/>
                  <a:pt x="5400" y="21600"/>
                  <a:pt x="5400" y="21600"/>
                </a:cubicBezTo>
                <a:cubicBezTo>
                  <a:pt x="2700" y="21600"/>
                  <a:pt x="0" y="18900"/>
                  <a:pt x="0" y="16200"/>
                </a:cubicBezTo>
                <a:cubicBezTo>
                  <a:pt x="0" y="5400"/>
                  <a:pt x="0" y="5400"/>
                  <a:pt x="0" y="5400"/>
                </a:cubicBezTo>
                <a:cubicBezTo>
                  <a:pt x="0" y="2700"/>
                  <a:pt x="2700" y="0"/>
                  <a:pt x="54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1" name="Shape 9651"/>
          <p:cNvSpPr/>
          <p:nvPr/>
        </p:nvSpPr>
        <p:spPr>
          <a:xfrm>
            <a:off x="3159785" y="4758988"/>
            <a:ext cx="643805" cy="61812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cubicBezTo>
                  <a:pt x="0" y="21600"/>
                  <a:pt x="0" y="21600"/>
                  <a:pt x="0" y="21600"/>
                </a:cubicBezTo>
                <a:cubicBezTo>
                  <a:pt x="0" y="21024"/>
                  <a:pt x="0" y="21024"/>
                  <a:pt x="0" y="21024"/>
                </a:cubicBezTo>
                <a:cubicBezTo>
                  <a:pt x="0" y="17568"/>
                  <a:pt x="6369" y="14832"/>
                  <a:pt x="8031" y="14400"/>
                </a:cubicBezTo>
                <a:cubicBezTo>
                  <a:pt x="8169" y="14256"/>
                  <a:pt x="8169" y="13968"/>
                  <a:pt x="8169" y="13680"/>
                </a:cubicBezTo>
                <a:cubicBezTo>
                  <a:pt x="7754" y="13248"/>
                  <a:pt x="6923" y="11952"/>
                  <a:pt x="6508" y="10368"/>
                </a:cubicBezTo>
                <a:cubicBezTo>
                  <a:pt x="6092" y="10080"/>
                  <a:pt x="5815" y="9792"/>
                  <a:pt x="5677" y="9216"/>
                </a:cubicBezTo>
                <a:cubicBezTo>
                  <a:pt x="5400" y="8352"/>
                  <a:pt x="5400" y="7344"/>
                  <a:pt x="5815" y="6624"/>
                </a:cubicBezTo>
                <a:cubicBezTo>
                  <a:pt x="5815" y="6624"/>
                  <a:pt x="5815" y="6624"/>
                  <a:pt x="5815" y="6624"/>
                </a:cubicBezTo>
                <a:cubicBezTo>
                  <a:pt x="5815" y="5616"/>
                  <a:pt x="5538" y="3168"/>
                  <a:pt x="6923" y="1440"/>
                </a:cubicBezTo>
                <a:cubicBezTo>
                  <a:pt x="7754" y="432"/>
                  <a:pt x="9138" y="0"/>
                  <a:pt x="10800" y="0"/>
                </a:cubicBezTo>
                <a:cubicBezTo>
                  <a:pt x="12462" y="0"/>
                  <a:pt x="13846" y="432"/>
                  <a:pt x="14677" y="1440"/>
                </a:cubicBezTo>
                <a:cubicBezTo>
                  <a:pt x="16062" y="3168"/>
                  <a:pt x="15785" y="5616"/>
                  <a:pt x="15785" y="6624"/>
                </a:cubicBezTo>
                <a:cubicBezTo>
                  <a:pt x="15785" y="6624"/>
                  <a:pt x="15785" y="6624"/>
                  <a:pt x="15785" y="6624"/>
                </a:cubicBezTo>
                <a:cubicBezTo>
                  <a:pt x="16200" y="7344"/>
                  <a:pt x="16200" y="8352"/>
                  <a:pt x="15923" y="9216"/>
                </a:cubicBezTo>
                <a:cubicBezTo>
                  <a:pt x="15785" y="9792"/>
                  <a:pt x="15508" y="10080"/>
                  <a:pt x="15092" y="10368"/>
                </a:cubicBezTo>
                <a:cubicBezTo>
                  <a:pt x="14677" y="11952"/>
                  <a:pt x="13846" y="13248"/>
                  <a:pt x="13431" y="13680"/>
                </a:cubicBezTo>
                <a:cubicBezTo>
                  <a:pt x="13431" y="13968"/>
                  <a:pt x="13431" y="14256"/>
                  <a:pt x="13569" y="14400"/>
                </a:cubicBezTo>
                <a:cubicBezTo>
                  <a:pt x="15231" y="14832"/>
                  <a:pt x="21600" y="17568"/>
                  <a:pt x="21600" y="21024"/>
                </a:cubicBezTo>
                <a:lnTo>
                  <a:pt x="21600" y="21600"/>
                </a:lnTo>
                <a:close/>
                <a:moveTo>
                  <a:pt x="1246" y="20448"/>
                </a:moveTo>
                <a:cubicBezTo>
                  <a:pt x="20354" y="20448"/>
                  <a:pt x="20354" y="20448"/>
                  <a:pt x="20354" y="20448"/>
                </a:cubicBezTo>
                <a:cubicBezTo>
                  <a:pt x="20077" y="19584"/>
                  <a:pt x="19108" y="18432"/>
                  <a:pt x="17446" y="17424"/>
                </a:cubicBezTo>
                <a:cubicBezTo>
                  <a:pt x="15785" y="16416"/>
                  <a:pt x="13985" y="15696"/>
                  <a:pt x="13292" y="15552"/>
                </a:cubicBezTo>
                <a:cubicBezTo>
                  <a:pt x="12323" y="15408"/>
                  <a:pt x="12323" y="13968"/>
                  <a:pt x="12323" y="13392"/>
                </a:cubicBezTo>
                <a:cubicBezTo>
                  <a:pt x="12323" y="13248"/>
                  <a:pt x="12323" y="13248"/>
                  <a:pt x="12323" y="13248"/>
                </a:cubicBezTo>
                <a:cubicBezTo>
                  <a:pt x="12462" y="12960"/>
                  <a:pt x="12462" y="12960"/>
                  <a:pt x="12462" y="12960"/>
                </a:cubicBezTo>
                <a:cubicBezTo>
                  <a:pt x="12462" y="12960"/>
                  <a:pt x="13846" y="11520"/>
                  <a:pt x="14123" y="9792"/>
                </a:cubicBezTo>
                <a:cubicBezTo>
                  <a:pt x="14123" y="9216"/>
                  <a:pt x="14123" y="9216"/>
                  <a:pt x="14123" y="9216"/>
                </a:cubicBezTo>
                <a:cubicBezTo>
                  <a:pt x="14677" y="9216"/>
                  <a:pt x="14677" y="9216"/>
                  <a:pt x="14677" y="9216"/>
                </a:cubicBezTo>
                <a:cubicBezTo>
                  <a:pt x="14677" y="9216"/>
                  <a:pt x="14815" y="9072"/>
                  <a:pt x="14954" y="8640"/>
                </a:cubicBezTo>
                <a:cubicBezTo>
                  <a:pt x="15092" y="8064"/>
                  <a:pt x="15092" y="7488"/>
                  <a:pt x="14815" y="7344"/>
                </a:cubicBezTo>
                <a:cubicBezTo>
                  <a:pt x="14538" y="7200"/>
                  <a:pt x="14538" y="7200"/>
                  <a:pt x="14538" y="7200"/>
                </a:cubicBezTo>
                <a:cubicBezTo>
                  <a:pt x="14677" y="6912"/>
                  <a:pt x="14677" y="6912"/>
                  <a:pt x="14677" y="6912"/>
                </a:cubicBezTo>
                <a:cubicBezTo>
                  <a:pt x="14677" y="6768"/>
                  <a:pt x="14677" y="6624"/>
                  <a:pt x="14677" y="6480"/>
                </a:cubicBezTo>
                <a:cubicBezTo>
                  <a:pt x="14677" y="5616"/>
                  <a:pt x="14954" y="3456"/>
                  <a:pt x="13846" y="2160"/>
                </a:cubicBezTo>
                <a:cubicBezTo>
                  <a:pt x="13154" y="1440"/>
                  <a:pt x="12185" y="1152"/>
                  <a:pt x="10800" y="1152"/>
                </a:cubicBezTo>
                <a:cubicBezTo>
                  <a:pt x="9415" y="1152"/>
                  <a:pt x="8446" y="1440"/>
                  <a:pt x="7754" y="2160"/>
                </a:cubicBezTo>
                <a:cubicBezTo>
                  <a:pt x="6646" y="3456"/>
                  <a:pt x="6923" y="5616"/>
                  <a:pt x="6923" y="6480"/>
                </a:cubicBezTo>
                <a:cubicBezTo>
                  <a:pt x="6923" y="6624"/>
                  <a:pt x="6923" y="6768"/>
                  <a:pt x="6923" y="6912"/>
                </a:cubicBezTo>
                <a:cubicBezTo>
                  <a:pt x="7062" y="7200"/>
                  <a:pt x="7062" y="7200"/>
                  <a:pt x="7062" y="7200"/>
                </a:cubicBezTo>
                <a:cubicBezTo>
                  <a:pt x="6785" y="7344"/>
                  <a:pt x="6785" y="7344"/>
                  <a:pt x="6785" y="7344"/>
                </a:cubicBezTo>
                <a:cubicBezTo>
                  <a:pt x="6508" y="7488"/>
                  <a:pt x="6508" y="8064"/>
                  <a:pt x="6646" y="8640"/>
                </a:cubicBezTo>
                <a:cubicBezTo>
                  <a:pt x="6785" y="9072"/>
                  <a:pt x="6923" y="9216"/>
                  <a:pt x="6923" y="9216"/>
                </a:cubicBezTo>
                <a:cubicBezTo>
                  <a:pt x="7477" y="9216"/>
                  <a:pt x="7477" y="9216"/>
                  <a:pt x="7477" y="9216"/>
                </a:cubicBezTo>
                <a:cubicBezTo>
                  <a:pt x="7477" y="9792"/>
                  <a:pt x="7477" y="9792"/>
                  <a:pt x="7477" y="9792"/>
                </a:cubicBezTo>
                <a:cubicBezTo>
                  <a:pt x="7754" y="11520"/>
                  <a:pt x="9138" y="12960"/>
                  <a:pt x="9138" y="12960"/>
                </a:cubicBezTo>
                <a:cubicBezTo>
                  <a:pt x="9277" y="13248"/>
                  <a:pt x="9277" y="13248"/>
                  <a:pt x="9277" y="13248"/>
                </a:cubicBezTo>
                <a:cubicBezTo>
                  <a:pt x="9277" y="13392"/>
                  <a:pt x="9277" y="13392"/>
                  <a:pt x="9277" y="13392"/>
                </a:cubicBezTo>
                <a:cubicBezTo>
                  <a:pt x="9277" y="13968"/>
                  <a:pt x="9277" y="15408"/>
                  <a:pt x="8308" y="15552"/>
                </a:cubicBezTo>
                <a:cubicBezTo>
                  <a:pt x="7615" y="15696"/>
                  <a:pt x="5815" y="16416"/>
                  <a:pt x="4154" y="17424"/>
                </a:cubicBezTo>
                <a:cubicBezTo>
                  <a:pt x="2492" y="18432"/>
                  <a:pt x="1523" y="19584"/>
                  <a:pt x="1246" y="20448"/>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2" name="Shape 9652"/>
          <p:cNvSpPr/>
          <p:nvPr/>
        </p:nvSpPr>
        <p:spPr>
          <a:xfrm>
            <a:off x="3160359" y="6719241"/>
            <a:ext cx="637676" cy="637701"/>
          </a:xfrm>
          <a:custGeom>
            <a:avLst/>
            <a:gdLst/>
            <a:ahLst/>
            <a:cxnLst>
              <a:cxn ang="0">
                <a:pos x="wd2" y="hd2"/>
              </a:cxn>
              <a:cxn ang="5400000">
                <a:pos x="wd2" y="hd2"/>
              </a:cxn>
              <a:cxn ang="10800000">
                <a:pos x="wd2" y="hd2"/>
              </a:cxn>
              <a:cxn ang="16200000">
                <a:pos x="wd2" y="hd2"/>
              </a:cxn>
            </a:cxnLst>
            <a:rect l="0" t="0" r="r" b="b"/>
            <a:pathLst>
              <a:path w="21433" h="21600" fill="norm" stroke="1" extrusionOk="0">
                <a:moveTo>
                  <a:pt x="7467" y="21600"/>
                </a:moveTo>
                <a:cubicBezTo>
                  <a:pt x="7467" y="21600"/>
                  <a:pt x="7467" y="21600"/>
                  <a:pt x="7467" y="21600"/>
                </a:cubicBezTo>
                <a:cubicBezTo>
                  <a:pt x="7067" y="21600"/>
                  <a:pt x="6933" y="21466"/>
                  <a:pt x="6667" y="21198"/>
                </a:cubicBezTo>
                <a:cubicBezTo>
                  <a:pt x="4000" y="17575"/>
                  <a:pt x="4000" y="17575"/>
                  <a:pt x="4000" y="17575"/>
                </a:cubicBezTo>
                <a:cubicBezTo>
                  <a:pt x="400" y="14892"/>
                  <a:pt x="400" y="14892"/>
                  <a:pt x="400" y="14892"/>
                </a:cubicBezTo>
                <a:cubicBezTo>
                  <a:pt x="133" y="14758"/>
                  <a:pt x="0" y="14489"/>
                  <a:pt x="0" y="14087"/>
                </a:cubicBezTo>
                <a:cubicBezTo>
                  <a:pt x="0" y="13819"/>
                  <a:pt x="0" y="13550"/>
                  <a:pt x="267" y="13416"/>
                </a:cubicBezTo>
                <a:cubicBezTo>
                  <a:pt x="1733" y="11940"/>
                  <a:pt x="1733" y="11940"/>
                  <a:pt x="1733" y="11940"/>
                </a:cubicBezTo>
                <a:cubicBezTo>
                  <a:pt x="1867" y="11672"/>
                  <a:pt x="2133" y="11672"/>
                  <a:pt x="2400" y="11672"/>
                </a:cubicBezTo>
                <a:cubicBezTo>
                  <a:pt x="2400" y="11672"/>
                  <a:pt x="2533" y="11672"/>
                  <a:pt x="2667" y="11672"/>
                </a:cubicBezTo>
                <a:cubicBezTo>
                  <a:pt x="5200" y="12343"/>
                  <a:pt x="5200" y="12343"/>
                  <a:pt x="5200" y="12343"/>
                </a:cubicBezTo>
                <a:cubicBezTo>
                  <a:pt x="8267" y="9257"/>
                  <a:pt x="8267" y="9257"/>
                  <a:pt x="8267" y="9257"/>
                </a:cubicBezTo>
                <a:cubicBezTo>
                  <a:pt x="1467" y="5501"/>
                  <a:pt x="1467" y="5501"/>
                  <a:pt x="1467" y="5501"/>
                </a:cubicBezTo>
                <a:cubicBezTo>
                  <a:pt x="1200" y="5366"/>
                  <a:pt x="933" y="5098"/>
                  <a:pt x="933" y="4830"/>
                </a:cubicBezTo>
                <a:cubicBezTo>
                  <a:pt x="933" y="4427"/>
                  <a:pt x="933" y="4159"/>
                  <a:pt x="1200" y="3891"/>
                </a:cubicBezTo>
                <a:cubicBezTo>
                  <a:pt x="3067" y="2012"/>
                  <a:pt x="3067" y="2012"/>
                  <a:pt x="3067" y="2012"/>
                </a:cubicBezTo>
                <a:cubicBezTo>
                  <a:pt x="3333" y="1744"/>
                  <a:pt x="3733" y="1744"/>
                  <a:pt x="4000" y="1744"/>
                </a:cubicBezTo>
                <a:cubicBezTo>
                  <a:pt x="13467" y="4025"/>
                  <a:pt x="13467" y="4025"/>
                  <a:pt x="13467" y="4025"/>
                </a:cubicBezTo>
                <a:cubicBezTo>
                  <a:pt x="15467" y="1878"/>
                  <a:pt x="15467" y="1878"/>
                  <a:pt x="15467" y="1878"/>
                </a:cubicBezTo>
                <a:cubicBezTo>
                  <a:pt x="16667" y="805"/>
                  <a:pt x="18267" y="0"/>
                  <a:pt x="19467" y="0"/>
                </a:cubicBezTo>
                <a:cubicBezTo>
                  <a:pt x="20133" y="0"/>
                  <a:pt x="20533" y="134"/>
                  <a:pt x="20933" y="537"/>
                </a:cubicBezTo>
                <a:cubicBezTo>
                  <a:pt x="21467" y="1073"/>
                  <a:pt x="21600" y="2012"/>
                  <a:pt x="21200" y="3220"/>
                </a:cubicBezTo>
                <a:cubicBezTo>
                  <a:pt x="20933" y="4159"/>
                  <a:pt x="20267" y="5232"/>
                  <a:pt x="19600" y="5903"/>
                </a:cubicBezTo>
                <a:cubicBezTo>
                  <a:pt x="17467" y="8184"/>
                  <a:pt x="17467" y="8184"/>
                  <a:pt x="17467" y="8184"/>
                </a:cubicBezTo>
                <a:cubicBezTo>
                  <a:pt x="19733" y="17978"/>
                  <a:pt x="19733" y="17978"/>
                  <a:pt x="19733" y="17978"/>
                </a:cubicBezTo>
                <a:cubicBezTo>
                  <a:pt x="19733" y="18380"/>
                  <a:pt x="19600" y="18783"/>
                  <a:pt x="19333" y="19051"/>
                </a:cubicBezTo>
                <a:cubicBezTo>
                  <a:pt x="17467" y="20527"/>
                  <a:pt x="17467" y="20527"/>
                  <a:pt x="17467" y="20527"/>
                </a:cubicBezTo>
                <a:cubicBezTo>
                  <a:pt x="17333" y="20661"/>
                  <a:pt x="17067" y="20661"/>
                  <a:pt x="16800" y="20661"/>
                </a:cubicBezTo>
                <a:cubicBezTo>
                  <a:pt x="16800" y="20661"/>
                  <a:pt x="16667" y="20661"/>
                  <a:pt x="16533" y="20661"/>
                </a:cubicBezTo>
                <a:cubicBezTo>
                  <a:pt x="16267" y="20527"/>
                  <a:pt x="16000" y="20393"/>
                  <a:pt x="16000" y="20124"/>
                </a:cubicBezTo>
                <a:cubicBezTo>
                  <a:pt x="12267" y="13282"/>
                  <a:pt x="12267" y="13282"/>
                  <a:pt x="12267" y="13282"/>
                </a:cubicBezTo>
                <a:cubicBezTo>
                  <a:pt x="9200" y="16368"/>
                  <a:pt x="9200" y="16368"/>
                  <a:pt x="9200" y="16368"/>
                </a:cubicBezTo>
                <a:cubicBezTo>
                  <a:pt x="9867" y="18917"/>
                  <a:pt x="9867" y="18917"/>
                  <a:pt x="9867" y="18917"/>
                </a:cubicBezTo>
                <a:cubicBezTo>
                  <a:pt x="10000" y="19319"/>
                  <a:pt x="9867" y="19588"/>
                  <a:pt x="9600" y="19856"/>
                </a:cubicBezTo>
                <a:cubicBezTo>
                  <a:pt x="8267" y="21332"/>
                  <a:pt x="8267" y="21332"/>
                  <a:pt x="8267" y="21332"/>
                </a:cubicBezTo>
                <a:cubicBezTo>
                  <a:pt x="8000" y="21466"/>
                  <a:pt x="7733" y="21600"/>
                  <a:pt x="7467" y="21600"/>
                </a:cubicBezTo>
                <a:close/>
                <a:moveTo>
                  <a:pt x="1067" y="14087"/>
                </a:moveTo>
                <a:cubicBezTo>
                  <a:pt x="4800" y="16904"/>
                  <a:pt x="4800" y="16904"/>
                  <a:pt x="4800" y="16904"/>
                </a:cubicBezTo>
                <a:cubicBezTo>
                  <a:pt x="7467" y="20527"/>
                  <a:pt x="7467" y="20527"/>
                  <a:pt x="7467" y="20527"/>
                </a:cubicBezTo>
                <a:cubicBezTo>
                  <a:pt x="8800" y="19185"/>
                  <a:pt x="8800" y="19185"/>
                  <a:pt x="8800" y="19185"/>
                </a:cubicBezTo>
                <a:cubicBezTo>
                  <a:pt x="8000" y="16099"/>
                  <a:pt x="8000" y="16099"/>
                  <a:pt x="8000" y="16099"/>
                </a:cubicBezTo>
                <a:cubicBezTo>
                  <a:pt x="12533" y="11538"/>
                  <a:pt x="12533" y="11538"/>
                  <a:pt x="12533" y="11538"/>
                </a:cubicBezTo>
                <a:cubicBezTo>
                  <a:pt x="16800" y="19588"/>
                  <a:pt x="16800" y="19588"/>
                  <a:pt x="16800" y="19588"/>
                </a:cubicBezTo>
                <a:cubicBezTo>
                  <a:pt x="18667" y="18246"/>
                  <a:pt x="18667" y="18246"/>
                  <a:pt x="18667" y="18246"/>
                </a:cubicBezTo>
                <a:cubicBezTo>
                  <a:pt x="16267" y="7781"/>
                  <a:pt x="16267" y="7781"/>
                  <a:pt x="16267" y="7781"/>
                </a:cubicBezTo>
                <a:cubicBezTo>
                  <a:pt x="18800" y="5232"/>
                  <a:pt x="18800" y="5232"/>
                  <a:pt x="18800" y="5232"/>
                </a:cubicBezTo>
                <a:cubicBezTo>
                  <a:pt x="19467" y="4561"/>
                  <a:pt x="20000" y="3757"/>
                  <a:pt x="20267" y="2952"/>
                </a:cubicBezTo>
                <a:cubicBezTo>
                  <a:pt x="20533" y="2147"/>
                  <a:pt x="20400" y="1610"/>
                  <a:pt x="20133" y="1342"/>
                </a:cubicBezTo>
                <a:cubicBezTo>
                  <a:pt x="20000" y="1073"/>
                  <a:pt x="19867" y="1073"/>
                  <a:pt x="19467" y="1073"/>
                </a:cubicBezTo>
                <a:cubicBezTo>
                  <a:pt x="18533" y="1073"/>
                  <a:pt x="17200" y="1744"/>
                  <a:pt x="16267" y="2683"/>
                </a:cubicBezTo>
                <a:cubicBezTo>
                  <a:pt x="13733" y="5232"/>
                  <a:pt x="13733" y="5232"/>
                  <a:pt x="13733" y="5232"/>
                </a:cubicBezTo>
                <a:cubicBezTo>
                  <a:pt x="3733" y="2817"/>
                  <a:pt x="3733" y="2817"/>
                  <a:pt x="3733" y="2817"/>
                </a:cubicBezTo>
                <a:cubicBezTo>
                  <a:pt x="2000" y="4696"/>
                  <a:pt x="2000" y="4696"/>
                  <a:pt x="2000" y="4696"/>
                </a:cubicBezTo>
                <a:cubicBezTo>
                  <a:pt x="10000" y="8989"/>
                  <a:pt x="10000" y="8989"/>
                  <a:pt x="10000" y="8989"/>
                </a:cubicBezTo>
                <a:cubicBezTo>
                  <a:pt x="5467" y="13550"/>
                  <a:pt x="5467" y="13550"/>
                  <a:pt x="5467" y="13550"/>
                </a:cubicBezTo>
                <a:cubicBezTo>
                  <a:pt x="2400" y="12745"/>
                  <a:pt x="2400" y="12745"/>
                  <a:pt x="2400" y="12745"/>
                </a:cubicBezTo>
                <a:lnTo>
                  <a:pt x="1067" y="14087"/>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3" name="Shape 9653"/>
          <p:cNvSpPr/>
          <p:nvPr/>
        </p:nvSpPr>
        <p:spPr>
          <a:xfrm>
            <a:off x="3205886" y="8786930"/>
            <a:ext cx="554828" cy="243348"/>
          </a:xfrm>
          <a:custGeom>
            <a:avLst/>
            <a:gdLst/>
            <a:ahLst/>
            <a:cxnLst>
              <a:cxn ang="0">
                <a:pos x="wd2" y="hd2"/>
              </a:cxn>
              <a:cxn ang="5400000">
                <a:pos x="wd2" y="hd2"/>
              </a:cxn>
              <a:cxn ang="10800000">
                <a:pos x="wd2" y="hd2"/>
              </a:cxn>
              <a:cxn ang="16200000">
                <a:pos x="wd2" y="hd2"/>
              </a:cxn>
            </a:cxnLst>
            <a:rect l="0" t="0" r="r" b="b"/>
            <a:pathLst>
              <a:path w="21475" h="21600" fill="norm" stroke="1" extrusionOk="0">
                <a:moveTo>
                  <a:pt x="10759" y="3086"/>
                </a:moveTo>
                <a:cubicBezTo>
                  <a:pt x="20135" y="11571"/>
                  <a:pt x="20135" y="11571"/>
                  <a:pt x="20135" y="11571"/>
                </a:cubicBezTo>
                <a:cubicBezTo>
                  <a:pt x="10759" y="18514"/>
                  <a:pt x="10759" y="18514"/>
                  <a:pt x="10759" y="18514"/>
                </a:cubicBezTo>
                <a:cubicBezTo>
                  <a:pt x="1382" y="11571"/>
                  <a:pt x="1382" y="11571"/>
                  <a:pt x="1382" y="11571"/>
                </a:cubicBezTo>
                <a:cubicBezTo>
                  <a:pt x="10759" y="3086"/>
                  <a:pt x="10759" y="3086"/>
                  <a:pt x="10759" y="3086"/>
                </a:cubicBezTo>
                <a:moveTo>
                  <a:pt x="10759" y="0"/>
                </a:moveTo>
                <a:cubicBezTo>
                  <a:pt x="10591" y="0"/>
                  <a:pt x="10424" y="0"/>
                  <a:pt x="10256" y="0"/>
                </a:cubicBezTo>
                <a:cubicBezTo>
                  <a:pt x="880" y="8486"/>
                  <a:pt x="880" y="8486"/>
                  <a:pt x="880" y="8486"/>
                </a:cubicBezTo>
                <a:cubicBezTo>
                  <a:pt x="210" y="9257"/>
                  <a:pt x="-125" y="10414"/>
                  <a:pt x="42" y="11571"/>
                </a:cubicBezTo>
                <a:cubicBezTo>
                  <a:pt x="42" y="13114"/>
                  <a:pt x="377" y="13886"/>
                  <a:pt x="880" y="14657"/>
                </a:cubicBezTo>
                <a:cubicBezTo>
                  <a:pt x="10256" y="21600"/>
                  <a:pt x="10256" y="21600"/>
                  <a:pt x="10256" y="21600"/>
                </a:cubicBezTo>
                <a:cubicBezTo>
                  <a:pt x="10424" y="21600"/>
                  <a:pt x="10591" y="21600"/>
                  <a:pt x="10759" y="21600"/>
                </a:cubicBezTo>
                <a:cubicBezTo>
                  <a:pt x="10759" y="21600"/>
                  <a:pt x="10926" y="21600"/>
                  <a:pt x="11094" y="21600"/>
                </a:cubicBezTo>
                <a:cubicBezTo>
                  <a:pt x="20470" y="14657"/>
                  <a:pt x="20470" y="14657"/>
                  <a:pt x="20470" y="14657"/>
                </a:cubicBezTo>
                <a:cubicBezTo>
                  <a:pt x="20973" y="13886"/>
                  <a:pt x="21308" y="13114"/>
                  <a:pt x="21475" y="11571"/>
                </a:cubicBezTo>
                <a:cubicBezTo>
                  <a:pt x="21475" y="10414"/>
                  <a:pt x="21140" y="9257"/>
                  <a:pt x="20470" y="8486"/>
                </a:cubicBezTo>
                <a:cubicBezTo>
                  <a:pt x="11094" y="0"/>
                  <a:pt x="11094" y="0"/>
                  <a:pt x="11094" y="0"/>
                </a:cubicBezTo>
                <a:cubicBezTo>
                  <a:pt x="11094" y="0"/>
                  <a:pt x="10926" y="0"/>
                  <a:pt x="10759"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4" name="Shape 9654"/>
          <p:cNvSpPr/>
          <p:nvPr/>
        </p:nvSpPr>
        <p:spPr>
          <a:xfrm>
            <a:off x="3205291" y="8976752"/>
            <a:ext cx="552794" cy="123053"/>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5" name="Shape 9655"/>
          <p:cNvSpPr/>
          <p:nvPr/>
        </p:nvSpPr>
        <p:spPr>
          <a:xfrm>
            <a:off x="3205291" y="9046279"/>
            <a:ext cx="552794" cy="123054"/>
          </a:xfrm>
          <a:custGeom>
            <a:avLst/>
            <a:gdLst/>
            <a:ahLst/>
            <a:cxnLst>
              <a:cxn ang="0">
                <a:pos x="wd2" y="hd2"/>
              </a:cxn>
              <a:cxn ang="5400000">
                <a:pos x="wd2" y="hd2"/>
              </a:cxn>
              <a:cxn ang="10800000">
                <a:pos x="wd2" y="hd2"/>
              </a:cxn>
              <a:cxn ang="16200000">
                <a:pos x="wd2" y="hd2"/>
              </a:cxn>
            </a:cxnLst>
            <a:rect l="0" t="0" r="r" b="b"/>
            <a:pathLst>
              <a:path w="21396" h="21053" fill="norm" stroke="1" extrusionOk="0">
                <a:moveTo>
                  <a:pt x="10782" y="21053"/>
                </a:moveTo>
                <a:cubicBezTo>
                  <a:pt x="10614" y="21053"/>
                  <a:pt x="10614" y="21053"/>
                  <a:pt x="10447" y="21053"/>
                </a:cubicBezTo>
                <a:cubicBezTo>
                  <a:pt x="400" y="6156"/>
                  <a:pt x="400" y="6156"/>
                  <a:pt x="400" y="6156"/>
                </a:cubicBezTo>
                <a:cubicBezTo>
                  <a:pt x="65" y="5412"/>
                  <a:pt x="-102" y="3922"/>
                  <a:pt x="65" y="2432"/>
                </a:cubicBezTo>
                <a:cubicBezTo>
                  <a:pt x="65" y="943"/>
                  <a:pt x="568" y="-547"/>
                  <a:pt x="903" y="198"/>
                </a:cubicBezTo>
                <a:cubicBezTo>
                  <a:pt x="10782" y="15094"/>
                  <a:pt x="10782" y="15094"/>
                  <a:pt x="10782" y="15094"/>
                </a:cubicBezTo>
                <a:cubicBezTo>
                  <a:pt x="20493" y="198"/>
                  <a:pt x="20493" y="198"/>
                  <a:pt x="20493" y="198"/>
                </a:cubicBezTo>
                <a:cubicBezTo>
                  <a:pt x="20828" y="-547"/>
                  <a:pt x="21331" y="943"/>
                  <a:pt x="21331" y="2432"/>
                </a:cubicBezTo>
                <a:cubicBezTo>
                  <a:pt x="21498" y="3922"/>
                  <a:pt x="21331" y="5412"/>
                  <a:pt x="20996" y="6156"/>
                </a:cubicBezTo>
                <a:cubicBezTo>
                  <a:pt x="10949" y="21053"/>
                  <a:pt x="10949" y="21053"/>
                  <a:pt x="10949" y="21053"/>
                </a:cubicBezTo>
                <a:cubicBezTo>
                  <a:pt x="10782" y="21053"/>
                  <a:pt x="10782" y="21053"/>
                  <a:pt x="10782" y="21053"/>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6" name="Shape 9656"/>
          <p:cNvSpPr/>
          <p:nvPr/>
        </p:nvSpPr>
        <p:spPr>
          <a:xfrm>
            <a:off x="3370182" y="11028308"/>
            <a:ext cx="111506"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1600"/>
                </a:moveTo>
                <a:cubicBezTo>
                  <a:pt x="4500" y="21600"/>
                  <a:pt x="0" y="17100"/>
                  <a:pt x="0" y="10800"/>
                </a:cubicBezTo>
                <a:cubicBezTo>
                  <a:pt x="0" y="4500"/>
                  <a:pt x="4500" y="0"/>
                  <a:pt x="10800" y="0"/>
                </a:cubicBezTo>
                <a:cubicBezTo>
                  <a:pt x="17100" y="0"/>
                  <a:pt x="21600" y="4500"/>
                  <a:pt x="21600" y="10800"/>
                </a:cubicBezTo>
                <a:cubicBezTo>
                  <a:pt x="21600" y="17100"/>
                  <a:pt x="17100" y="21600"/>
                  <a:pt x="10800" y="21600"/>
                </a:cubicBezTo>
                <a:close/>
                <a:moveTo>
                  <a:pt x="10800" y="7200"/>
                </a:moveTo>
                <a:cubicBezTo>
                  <a:pt x="9000" y="7200"/>
                  <a:pt x="7200" y="9000"/>
                  <a:pt x="7200" y="10800"/>
                </a:cubicBezTo>
                <a:cubicBezTo>
                  <a:pt x="7200" y="12600"/>
                  <a:pt x="9000" y="14400"/>
                  <a:pt x="10800" y="14400"/>
                </a:cubicBezTo>
                <a:cubicBezTo>
                  <a:pt x="12600" y="14400"/>
                  <a:pt x="14400" y="12600"/>
                  <a:pt x="14400" y="10800"/>
                </a:cubicBezTo>
                <a:cubicBezTo>
                  <a:pt x="14400" y="9000"/>
                  <a:pt x="12600" y="7200"/>
                  <a:pt x="10800" y="720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7" name="Shape 9657"/>
          <p:cNvSpPr/>
          <p:nvPr/>
        </p:nvSpPr>
        <p:spPr>
          <a:xfrm>
            <a:off x="3556665" y="11028308"/>
            <a:ext cx="111507" cy="1115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00"/>
                </a:moveTo>
                <a:cubicBezTo>
                  <a:pt x="12600" y="7200"/>
                  <a:pt x="14400" y="9000"/>
                  <a:pt x="14400" y="10800"/>
                </a:cubicBezTo>
                <a:cubicBezTo>
                  <a:pt x="14400" y="12600"/>
                  <a:pt x="12600" y="14400"/>
                  <a:pt x="10800" y="14400"/>
                </a:cubicBezTo>
                <a:cubicBezTo>
                  <a:pt x="9000" y="14400"/>
                  <a:pt x="7200" y="12600"/>
                  <a:pt x="7200" y="10800"/>
                </a:cubicBezTo>
                <a:cubicBezTo>
                  <a:pt x="7200" y="9000"/>
                  <a:pt x="9000" y="7200"/>
                  <a:pt x="10800" y="7200"/>
                </a:cubicBezTo>
                <a:moveTo>
                  <a:pt x="10800" y="0"/>
                </a:moveTo>
                <a:cubicBezTo>
                  <a:pt x="4500" y="0"/>
                  <a:pt x="0" y="4500"/>
                  <a:pt x="0" y="10800"/>
                </a:cubicBezTo>
                <a:cubicBezTo>
                  <a:pt x="0" y="17100"/>
                  <a:pt x="4500" y="21600"/>
                  <a:pt x="10800" y="21600"/>
                </a:cubicBezTo>
                <a:cubicBezTo>
                  <a:pt x="17100" y="21600"/>
                  <a:pt x="21600" y="17100"/>
                  <a:pt x="21600" y="10800"/>
                </a:cubicBezTo>
                <a:cubicBezTo>
                  <a:pt x="21600" y="4500"/>
                  <a:pt x="17100" y="0"/>
                  <a:pt x="1080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8" name="Shape 9658"/>
          <p:cNvSpPr/>
          <p:nvPr/>
        </p:nvSpPr>
        <p:spPr>
          <a:xfrm>
            <a:off x="3212537" y="10699561"/>
            <a:ext cx="501775" cy="29991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400" y="18900"/>
                </a:moveTo>
                <a:cubicBezTo>
                  <a:pt x="5200" y="0"/>
                  <a:pt x="5200" y="0"/>
                  <a:pt x="5200" y="0"/>
                </a:cubicBezTo>
                <a:cubicBezTo>
                  <a:pt x="3200" y="0"/>
                  <a:pt x="3200" y="0"/>
                  <a:pt x="3200" y="0"/>
                </a:cubicBezTo>
                <a:cubicBezTo>
                  <a:pt x="800" y="0"/>
                  <a:pt x="800" y="0"/>
                  <a:pt x="800" y="0"/>
                </a:cubicBezTo>
                <a:cubicBezTo>
                  <a:pt x="800" y="0"/>
                  <a:pt x="800" y="0"/>
                  <a:pt x="800" y="0"/>
                </a:cubicBezTo>
                <a:cubicBezTo>
                  <a:pt x="400" y="0"/>
                  <a:pt x="0" y="675"/>
                  <a:pt x="0" y="1350"/>
                </a:cubicBezTo>
                <a:cubicBezTo>
                  <a:pt x="0" y="2025"/>
                  <a:pt x="400" y="2700"/>
                  <a:pt x="800" y="2700"/>
                </a:cubicBezTo>
                <a:cubicBezTo>
                  <a:pt x="800" y="2700"/>
                  <a:pt x="800" y="2700"/>
                  <a:pt x="800" y="2700"/>
                </a:cubicBezTo>
                <a:cubicBezTo>
                  <a:pt x="3800" y="2700"/>
                  <a:pt x="3800" y="2700"/>
                  <a:pt x="3800" y="2700"/>
                </a:cubicBezTo>
                <a:cubicBezTo>
                  <a:pt x="6000" y="21600"/>
                  <a:pt x="6000" y="21600"/>
                  <a:pt x="6000" y="21600"/>
                </a:cubicBezTo>
                <a:cubicBezTo>
                  <a:pt x="8400" y="21600"/>
                  <a:pt x="8400" y="21600"/>
                  <a:pt x="84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0800" y="21600"/>
                  <a:pt x="20800" y="21600"/>
                  <a:pt x="20800" y="21600"/>
                </a:cubicBezTo>
                <a:cubicBezTo>
                  <a:pt x="21200" y="21600"/>
                  <a:pt x="21600" y="20925"/>
                  <a:pt x="21600" y="20250"/>
                </a:cubicBezTo>
                <a:cubicBezTo>
                  <a:pt x="21600" y="19575"/>
                  <a:pt x="21200" y="18900"/>
                  <a:pt x="20800" y="18900"/>
                </a:cubicBezTo>
                <a:lnTo>
                  <a:pt x="7400" y="18900"/>
                </a:ln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sp>
        <p:nvSpPr>
          <p:cNvPr id="9659" name="Shape 9659"/>
          <p:cNvSpPr/>
          <p:nvPr/>
        </p:nvSpPr>
        <p:spPr>
          <a:xfrm>
            <a:off x="3379795" y="10738011"/>
            <a:ext cx="371045" cy="1864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360" y="17280"/>
                </a:moveTo>
                <a:cubicBezTo>
                  <a:pt x="3240" y="17280"/>
                  <a:pt x="3240" y="17280"/>
                  <a:pt x="3240" y="17280"/>
                </a:cubicBezTo>
                <a:cubicBezTo>
                  <a:pt x="2700" y="17280"/>
                  <a:pt x="2160" y="18360"/>
                  <a:pt x="2160" y="19440"/>
                </a:cubicBezTo>
                <a:cubicBezTo>
                  <a:pt x="2160" y="20520"/>
                  <a:pt x="2700" y="21600"/>
                  <a:pt x="3240" y="21600"/>
                </a:cubicBezTo>
                <a:cubicBezTo>
                  <a:pt x="18360" y="21600"/>
                  <a:pt x="18360" y="21600"/>
                  <a:pt x="18360" y="21600"/>
                </a:cubicBezTo>
                <a:cubicBezTo>
                  <a:pt x="18900" y="21600"/>
                  <a:pt x="19440" y="20520"/>
                  <a:pt x="19440" y="19440"/>
                </a:cubicBezTo>
                <a:cubicBezTo>
                  <a:pt x="19440" y="18360"/>
                  <a:pt x="18900" y="17280"/>
                  <a:pt x="18360" y="17280"/>
                </a:cubicBezTo>
                <a:close/>
                <a:moveTo>
                  <a:pt x="19440" y="8640"/>
                </a:moveTo>
                <a:cubicBezTo>
                  <a:pt x="2160" y="8640"/>
                  <a:pt x="2160" y="8640"/>
                  <a:pt x="2160" y="8640"/>
                </a:cubicBezTo>
                <a:cubicBezTo>
                  <a:pt x="1620" y="8640"/>
                  <a:pt x="1080" y="9720"/>
                  <a:pt x="1080" y="10800"/>
                </a:cubicBezTo>
                <a:cubicBezTo>
                  <a:pt x="1080" y="11880"/>
                  <a:pt x="1620" y="12960"/>
                  <a:pt x="2160" y="12960"/>
                </a:cubicBezTo>
                <a:cubicBezTo>
                  <a:pt x="19440" y="12960"/>
                  <a:pt x="19440" y="12960"/>
                  <a:pt x="19440" y="12960"/>
                </a:cubicBezTo>
                <a:cubicBezTo>
                  <a:pt x="19980" y="12960"/>
                  <a:pt x="20520" y="11880"/>
                  <a:pt x="20520" y="10800"/>
                </a:cubicBezTo>
                <a:cubicBezTo>
                  <a:pt x="20520" y="9720"/>
                  <a:pt x="19980" y="8640"/>
                  <a:pt x="19440" y="8640"/>
                </a:cubicBezTo>
                <a:close/>
                <a:moveTo>
                  <a:pt x="20520" y="0"/>
                </a:moveTo>
                <a:cubicBezTo>
                  <a:pt x="1080" y="0"/>
                  <a:pt x="1080" y="0"/>
                  <a:pt x="1080" y="0"/>
                </a:cubicBezTo>
                <a:cubicBezTo>
                  <a:pt x="540" y="0"/>
                  <a:pt x="0" y="1080"/>
                  <a:pt x="0" y="2160"/>
                </a:cubicBezTo>
                <a:cubicBezTo>
                  <a:pt x="0" y="3240"/>
                  <a:pt x="540" y="4320"/>
                  <a:pt x="1080" y="4320"/>
                </a:cubicBezTo>
                <a:cubicBezTo>
                  <a:pt x="20520" y="4320"/>
                  <a:pt x="20520" y="4320"/>
                  <a:pt x="20520" y="4320"/>
                </a:cubicBezTo>
                <a:cubicBezTo>
                  <a:pt x="21060" y="4320"/>
                  <a:pt x="21600" y="3240"/>
                  <a:pt x="21600" y="2160"/>
                </a:cubicBezTo>
                <a:cubicBezTo>
                  <a:pt x="21600" y="1080"/>
                  <a:pt x="21060" y="0"/>
                  <a:pt x="20520" y="0"/>
                </a:cubicBezTo>
                <a:close/>
              </a:path>
            </a:pathLst>
          </a:custGeom>
          <a:solidFill>
            <a:srgbClr val="2F5379"/>
          </a:solidFill>
          <a:ln w="12700">
            <a:miter lim="400000"/>
            <a:tailEnd type="triangle"/>
          </a:ln>
        </p:spPr>
        <p:txBody>
          <a:bodyPr tIns="91439" bIns="91439"/>
          <a:lstStyle/>
          <a:p>
            <a:pPr algn="l" defTabSz="914400">
              <a:defRPr sz="3600">
                <a:solidFill>
                  <a:srgbClr val="0A0A0A"/>
                </a:solidFill>
                <a:latin typeface="Calibri"/>
                <a:ea typeface="Calibri"/>
                <a:cs typeface="Calibri"/>
                <a:sym typeface="Calibri"/>
              </a:defRPr>
            </a:pPr>
          </a:p>
        </p:txBody>
      </p:sp>
      <p:grpSp>
        <p:nvGrpSpPr>
          <p:cNvPr id="9665" name="Group 9665"/>
          <p:cNvGrpSpPr/>
          <p:nvPr/>
        </p:nvGrpSpPr>
        <p:grpSpPr>
          <a:xfrm>
            <a:off x="1053368" y="2092324"/>
            <a:ext cx="5118101" cy="10617201"/>
            <a:chOff x="0" y="0"/>
            <a:chExt cx="5118100" cy="10617200"/>
          </a:xfrm>
        </p:grpSpPr>
        <p:grpSp>
          <p:nvGrpSpPr>
            <p:cNvPr id="9663" name="Group 9663"/>
            <p:cNvGrpSpPr/>
            <p:nvPr/>
          </p:nvGrpSpPr>
          <p:grpSpPr>
            <a:xfrm>
              <a:off x="0" y="0"/>
              <a:ext cx="5118100" cy="10617200"/>
              <a:chOff x="0" y="0"/>
              <a:chExt cx="5118100" cy="10617200"/>
            </a:xfrm>
          </p:grpSpPr>
          <p:sp>
            <p:nvSpPr>
              <p:cNvPr id="9660" name="Shape 9660"/>
              <p:cNvSpPr/>
              <p:nvPr/>
            </p:nvSpPr>
            <p:spPr>
              <a:xfrm>
                <a:off x="0" y="0"/>
                <a:ext cx="5118100" cy="106172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84" y="0"/>
                    </a:moveTo>
                    <a:lnTo>
                      <a:pt x="3016" y="0"/>
                    </a:lnTo>
                    <a:cubicBezTo>
                      <a:pt x="1350" y="0"/>
                      <a:pt x="0" y="651"/>
                      <a:pt x="0" y="1454"/>
                    </a:cubicBezTo>
                    <a:lnTo>
                      <a:pt x="0" y="5872"/>
                    </a:lnTo>
                    <a:lnTo>
                      <a:pt x="0" y="15728"/>
                    </a:lnTo>
                    <a:lnTo>
                      <a:pt x="0" y="20146"/>
                    </a:lnTo>
                    <a:cubicBezTo>
                      <a:pt x="0" y="20949"/>
                      <a:pt x="1350" y="21600"/>
                      <a:pt x="3016" y="21600"/>
                    </a:cubicBezTo>
                    <a:lnTo>
                      <a:pt x="18584" y="21600"/>
                    </a:lnTo>
                    <a:cubicBezTo>
                      <a:pt x="20250" y="21600"/>
                      <a:pt x="21600" y="20949"/>
                      <a:pt x="21600" y="20146"/>
                    </a:cubicBezTo>
                    <a:lnTo>
                      <a:pt x="21600" y="15728"/>
                    </a:lnTo>
                    <a:lnTo>
                      <a:pt x="21600" y="5872"/>
                    </a:lnTo>
                    <a:lnTo>
                      <a:pt x="21600" y="1454"/>
                    </a:lnTo>
                    <a:cubicBezTo>
                      <a:pt x="21600" y="651"/>
                      <a:pt x="20250" y="0"/>
                      <a:pt x="18584" y="0"/>
                    </a:cubicBezTo>
                    <a:close/>
                  </a:path>
                </a:pathLst>
              </a:custGeom>
              <a:solidFill>
                <a:srgbClr val="FCF6F9"/>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61" name="Shape 9661"/>
              <p:cNvSpPr/>
              <p:nvPr/>
            </p:nvSpPr>
            <p:spPr>
              <a:xfrm>
                <a:off x="177800" y="876300"/>
                <a:ext cx="4749800" cy="86741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221"/>
                    </a:moveTo>
                    <a:cubicBezTo>
                      <a:pt x="21600" y="21430"/>
                      <a:pt x="21290" y="21600"/>
                      <a:pt x="20907" y="21600"/>
                    </a:cubicBezTo>
                    <a:lnTo>
                      <a:pt x="693" y="21600"/>
                    </a:lnTo>
                    <a:cubicBezTo>
                      <a:pt x="310" y="21600"/>
                      <a:pt x="0" y="21430"/>
                      <a:pt x="0" y="21221"/>
                    </a:cubicBezTo>
                    <a:lnTo>
                      <a:pt x="0" y="380"/>
                    </a:lnTo>
                    <a:cubicBezTo>
                      <a:pt x="0" y="170"/>
                      <a:pt x="310" y="0"/>
                      <a:pt x="693" y="0"/>
                    </a:cubicBezTo>
                    <a:lnTo>
                      <a:pt x="20907" y="0"/>
                    </a:lnTo>
                    <a:cubicBezTo>
                      <a:pt x="21290" y="0"/>
                      <a:pt x="21600" y="170"/>
                      <a:pt x="21600" y="380"/>
                    </a:cubicBezTo>
                    <a:lnTo>
                      <a:pt x="21600" y="21221"/>
                    </a:lnTo>
                    <a:close/>
                  </a:path>
                </a:pathLst>
              </a:custGeom>
              <a:solidFill>
                <a:srgbClr val="42A2E8"/>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62" name="Shape 9662"/>
              <p:cNvSpPr/>
              <p:nvPr/>
            </p:nvSpPr>
            <p:spPr>
              <a:xfrm>
                <a:off x="2082800" y="406400"/>
                <a:ext cx="990600" cy="13970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16764"/>
                      <a:pt x="20918" y="21600"/>
                      <a:pt x="20077" y="21600"/>
                    </a:cubicBezTo>
                    <a:lnTo>
                      <a:pt x="1523" y="21600"/>
                    </a:lnTo>
                    <a:cubicBezTo>
                      <a:pt x="682" y="21600"/>
                      <a:pt x="0" y="16764"/>
                      <a:pt x="0" y="10800"/>
                    </a:cubicBezTo>
                    <a:cubicBezTo>
                      <a:pt x="0" y="4836"/>
                      <a:pt x="682" y="0"/>
                      <a:pt x="1523" y="0"/>
                    </a:cubicBezTo>
                    <a:lnTo>
                      <a:pt x="20077" y="0"/>
                    </a:lnTo>
                    <a:cubicBezTo>
                      <a:pt x="20918" y="0"/>
                      <a:pt x="21600" y="4836"/>
                      <a:pt x="21600" y="10800"/>
                    </a:cubicBezTo>
                    <a:lnTo>
                      <a:pt x="21600" y="10800"/>
                    </a:lnTo>
                    <a:close/>
                  </a:path>
                </a:pathLst>
              </a:custGeom>
              <a:solidFill>
                <a:srgbClr val="B7B6B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9664" name="Shape 9664"/>
            <p:cNvSpPr/>
            <p:nvPr/>
          </p:nvSpPr>
          <p:spPr>
            <a:xfrm>
              <a:off x="2425700" y="9956800"/>
              <a:ext cx="279400" cy="279400"/>
            </a:xfrm>
            <a:prstGeom prst="roundRect">
              <a:avLst>
                <a:gd name="adj" fmla="val 25069"/>
              </a:avLst>
            </a:prstGeom>
            <a:noFill/>
            <a:ln w="25400" cap="flat">
              <a:solidFill>
                <a:srgbClr val="C0C0C0"/>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680" name="Group 9680"/>
          <p:cNvGrpSpPr/>
          <p:nvPr/>
        </p:nvGrpSpPr>
        <p:grpSpPr>
          <a:xfrm>
            <a:off x="8028355" y="316040"/>
            <a:ext cx="4438770" cy="5743846"/>
            <a:chOff x="0" y="0"/>
            <a:chExt cx="4438768" cy="5743844"/>
          </a:xfrm>
        </p:grpSpPr>
        <p:grpSp>
          <p:nvGrpSpPr>
            <p:cNvPr id="9670" name="Group 9670"/>
            <p:cNvGrpSpPr/>
            <p:nvPr/>
          </p:nvGrpSpPr>
          <p:grpSpPr>
            <a:xfrm>
              <a:off x="0" y="3645907"/>
              <a:ext cx="4438769" cy="2097938"/>
              <a:chOff x="0" y="0"/>
              <a:chExt cx="4438768" cy="2097937"/>
            </a:xfrm>
          </p:grpSpPr>
          <p:grpSp>
            <p:nvGrpSpPr>
              <p:cNvPr id="9668" name="Group 9668"/>
              <p:cNvGrpSpPr/>
              <p:nvPr/>
            </p:nvGrpSpPr>
            <p:grpSpPr>
              <a:xfrm>
                <a:off x="0" y="436702"/>
                <a:ext cx="4428702" cy="1661236"/>
                <a:chOff x="0" y="0"/>
                <a:chExt cx="4428700" cy="1661234"/>
              </a:xfrm>
            </p:grpSpPr>
            <p:sp>
              <p:nvSpPr>
                <p:cNvPr id="9666" name="Shape 9666"/>
                <p:cNvSpPr/>
                <p:nvPr/>
              </p:nvSpPr>
              <p:spPr>
                <a:xfrm>
                  <a:off x="0" y="0"/>
                  <a:ext cx="4428702" cy="16612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3" y="11873"/>
                        <a:pt x="6977" y="21600"/>
                        <a:pt x="10800" y="21600"/>
                      </a:cubicBezTo>
                      <a:cubicBezTo>
                        <a:pt x="14893" y="21600"/>
                        <a:pt x="21597" y="11873"/>
                        <a:pt x="21600" y="0"/>
                      </a:cubicBezTo>
                      <a:lnTo>
                        <a:pt x="0" y="0"/>
                      </a:lnTo>
                      <a:close/>
                    </a:path>
                  </a:pathLst>
                </a:custGeom>
                <a:solidFill>
                  <a:srgbClr val="414F5C"/>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67" name="Shape 9667"/>
                <p:cNvSpPr/>
                <p:nvPr/>
              </p:nvSpPr>
              <p:spPr>
                <a:xfrm>
                  <a:off x="0" y="6292"/>
                  <a:ext cx="4428702" cy="16486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344"/>
                        <a:pt x="1898" y="118"/>
                        <a:pt x="1920" y="593"/>
                      </a:cubicBezTo>
                      <a:lnTo>
                        <a:pt x="19154" y="1338"/>
                      </a:lnTo>
                      <a:cubicBezTo>
                        <a:pt x="19152" y="10542"/>
                        <a:pt x="15259" y="18403"/>
                        <a:pt x="11594" y="21600"/>
                      </a:cubicBezTo>
                      <a:cubicBezTo>
                        <a:pt x="15704" y="20494"/>
                        <a:pt x="21598" y="11186"/>
                        <a:pt x="21600" y="0"/>
                      </a:cubicBezTo>
                      <a:lnTo>
                        <a:pt x="0" y="0"/>
                      </a:lnTo>
                      <a:close/>
                    </a:path>
                  </a:pathLst>
                </a:custGeom>
                <a:solidFill>
                  <a:srgbClr val="000000">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9669" name="Shape 9669"/>
              <p:cNvSpPr/>
              <p:nvPr/>
            </p:nvSpPr>
            <p:spPr>
              <a:xfrm>
                <a:off x="6292" y="0"/>
                <a:ext cx="4432477" cy="941367"/>
              </a:xfrm>
              <a:prstGeom prst="ellipse">
                <a:avLst/>
              </a:prstGeom>
              <a:solidFill>
                <a:srgbClr val="5B6B7C"/>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9671" name="Shape 9671"/>
            <p:cNvSpPr/>
            <p:nvPr/>
          </p:nvSpPr>
          <p:spPr>
            <a:xfrm>
              <a:off x="1641098" y="1906644"/>
              <a:ext cx="1068477" cy="17883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7252"/>
                  </a:moveTo>
                  <a:lnTo>
                    <a:pt x="10940" y="21600"/>
                  </a:lnTo>
                  <a:lnTo>
                    <a:pt x="21600" y="17074"/>
                  </a:lnTo>
                  <a:lnTo>
                    <a:pt x="13187" y="14012"/>
                  </a:lnTo>
                  <a:lnTo>
                    <a:pt x="20709" y="10327"/>
                  </a:lnTo>
                  <a:lnTo>
                    <a:pt x="11552" y="8042"/>
                  </a:lnTo>
                  <a:lnTo>
                    <a:pt x="18237" y="4326"/>
                  </a:lnTo>
                  <a:lnTo>
                    <a:pt x="11438" y="0"/>
                  </a:lnTo>
                  <a:lnTo>
                    <a:pt x="2151" y="4649"/>
                  </a:lnTo>
                  <a:lnTo>
                    <a:pt x="10583" y="7954"/>
                  </a:lnTo>
                  <a:lnTo>
                    <a:pt x="2056" y="10437"/>
                  </a:lnTo>
                  <a:lnTo>
                    <a:pt x="10750" y="14774"/>
                  </a:lnTo>
                  <a:lnTo>
                    <a:pt x="0" y="17252"/>
                  </a:lnTo>
                  <a:close/>
                </a:path>
              </a:pathLst>
            </a:custGeom>
            <a:noFill/>
            <a:ln w="38100" cap="flat">
              <a:solidFill>
                <a:srgbClr val="74899F"/>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72" name="Shape 9672"/>
            <p:cNvSpPr/>
            <p:nvPr/>
          </p:nvSpPr>
          <p:spPr>
            <a:xfrm rot="780000">
              <a:off x="1674299" y="1102414"/>
              <a:ext cx="210172" cy="3061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069"/>
                  </a:moveTo>
                  <a:cubicBezTo>
                    <a:pt x="21600" y="21362"/>
                    <a:pt x="16765" y="21600"/>
                    <a:pt x="10800" y="21600"/>
                  </a:cubicBezTo>
                  <a:cubicBezTo>
                    <a:pt x="4835" y="21600"/>
                    <a:pt x="0" y="21362"/>
                    <a:pt x="0" y="21069"/>
                  </a:cubicBezTo>
                  <a:lnTo>
                    <a:pt x="0" y="531"/>
                  </a:lnTo>
                  <a:cubicBezTo>
                    <a:pt x="0" y="238"/>
                    <a:pt x="4835" y="0"/>
                    <a:pt x="10800" y="0"/>
                  </a:cubicBezTo>
                  <a:cubicBezTo>
                    <a:pt x="16765" y="0"/>
                    <a:pt x="21600" y="238"/>
                    <a:pt x="21600" y="531"/>
                  </a:cubicBezTo>
                  <a:lnTo>
                    <a:pt x="21600" y="21069"/>
                  </a:lnTo>
                  <a:close/>
                </a:path>
              </a:pathLst>
            </a:custGeom>
            <a:solidFill>
              <a:srgbClr val="414F5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73" name="Shape 9673"/>
            <p:cNvSpPr/>
            <p:nvPr/>
          </p:nvSpPr>
          <p:spPr>
            <a:xfrm>
              <a:off x="2081577" y="1165381"/>
              <a:ext cx="210172" cy="3061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069"/>
                  </a:moveTo>
                  <a:cubicBezTo>
                    <a:pt x="21600" y="21362"/>
                    <a:pt x="16765" y="21600"/>
                    <a:pt x="10800" y="21600"/>
                  </a:cubicBezTo>
                  <a:cubicBezTo>
                    <a:pt x="4835" y="21600"/>
                    <a:pt x="0" y="21362"/>
                    <a:pt x="0" y="21069"/>
                  </a:cubicBezTo>
                  <a:lnTo>
                    <a:pt x="0" y="531"/>
                  </a:lnTo>
                  <a:cubicBezTo>
                    <a:pt x="0" y="238"/>
                    <a:pt x="4835" y="0"/>
                    <a:pt x="10800" y="0"/>
                  </a:cubicBezTo>
                  <a:cubicBezTo>
                    <a:pt x="16765" y="0"/>
                    <a:pt x="21600" y="238"/>
                    <a:pt x="21600" y="531"/>
                  </a:cubicBezTo>
                  <a:lnTo>
                    <a:pt x="21600" y="21069"/>
                  </a:lnTo>
                  <a:close/>
                </a:path>
              </a:pathLst>
            </a:custGeom>
            <a:solidFill>
              <a:srgbClr val="414F5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74" name="Shape 9674"/>
            <p:cNvSpPr/>
            <p:nvPr/>
          </p:nvSpPr>
          <p:spPr>
            <a:xfrm rot="20820000">
              <a:off x="2515063" y="1071119"/>
              <a:ext cx="210173" cy="306196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069"/>
                  </a:moveTo>
                  <a:cubicBezTo>
                    <a:pt x="21600" y="21362"/>
                    <a:pt x="16765" y="21600"/>
                    <a:pt x="10800" y="21600"/>
                  </a:cubicBezTo>
                  <a:cubicBezTo>
                    <a:pt x="4835" y="21600"/>
                    <a:pt x="0" y="21362"/>
                    <a:pt x="0" y="21069"/>
                  </a:cubicBezTo>
                  <a:lnTo>
                    <a:pt x="0" y="531"/>
                  </a:lnTo>
                  <a:cubicBezTo>
                    <a:pt x="0" y="238"/>
                    <a:pt x="4835" y="0"/>
                    <a:pt x="10800" y="0"/>
                  </a:cubicBezTo>
                  <a:cubicBezTo>
                    <a:pt x="16765" y="0"/>
                    <a:pt x="21600" y="238"/>
                    <a:pt x="21600" y="531"/>
                  </a:cubicBezTo>
                  <a:lnTo>
                    <a:pt x="21600" y="21069"/>
                  </a:lnTo>
                  <a:close/>
                </a:path>
              </a:pathLst>
            </a:custGeom>
            <a:solidFill>
              <a:srgbClr val="414F5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nvGrpSpPr>
            <p:cNvPr id="9679" name="Group 9679"/>
            <p:cNvGrpSpPr/>
            <p:nvPr/>
          </p:nvGrpSpPr>
          <p:grpSpPr>
            <a:xfrm>
              <a:off x="106972" y="-1"/>
              <a:ext cx="4208463" cy="2768726"/>
              <a:chOff x="0" y="0"/>
              <a:chExt cx="4208461" cy="2768724"/>
            </a:xfrm>
          </p:grpSpPr>
          <p:sp>
            <p:nvSpPr>
              <p:cNvPr id="9675" name="Shape 9675"/>
              <p:cNvSpPr/>
              <p:nvPr/>
            </p:nvSpPr>
            <p:spPr>
              <a:xfrm>
                <a:off x="0" y="0"/>
                <a:ext cx="2481785" cy="240375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84" y="0"/>
                    </a:moveTo>
                    <a:cubicBezTo>
                      <a:pt x="1898" y="0"/>
                      <a:pt x="1939" y="4"/>
                      <a:pt x="1939" y="6"/>
                    </a:cubicBezTo>
                    <a:lnTo>
                      <a:pt x="1939" y="0"/>
                    </a:lnTo>
                    <a:cubicBezTo>
                      <a:pt x="1939" y="0"/>
                      <a:pt x="1926" y="2"/>
                      <a:pt x="1929" y="7"/>
                    </a:cubicBezTo>
                    <a:cubicBezTo>
                      <a:pt x="2161" y="37"/>
                      <a:pt x="2376" y="309"/>
                      <a:pt x="2580" y="781"/>
                    </a:cubicBezTo>
                    <a:cubicBezTo>
                      <a:pt x="3289" y="1512"/>
                      <a:pt x="4643" y="2705"/>
                      <a:pt x="7035" y="4142"/>
                    </a:cubicBezTo>
                    <a:cubicBezTo>
                      <a:pt x="9720" y="5757"/>
                      <a:pt x="12894" y="6558"/>
                      <a:pt x="14707" y="6921"/>
                    </a:cubicBezTo>
                    <a:cubicBezTo>
                      <a:pt x="14743" y="6919"/>
                      <a:pt x="14777" y="6902"/>
                      <a:pt x="14814" y="6902"/>
                    </a:cubicBezTo>
                    <a:lnTo>
                      <a:pt x="19653" y="6902"/>
                    </a:lnTo>
                    <a:cubicBezTo>
                      <a:pt x="20722" y="6902"/>
                      <a:pt x="21600" y="7822"/>
                      <a:pt x="21600" y="8923"/>
                    </a:cubicBezTo>
                    <a:lnTo>
                      <a:pt x="21600" y="12746"/>
                    </a:lnTo>
                    <a:cubicBezTo>
                      <a:pt x="21600" y="13848"/>
                      <a:pt x="20722" y="14767"/>
                      <a:pt x="19653" y="14767"/>
                    </a:cubicBezTo>
                    <a:lnTo>
                      <a:pt x="14814" y="14767"/>
                    </a:lnTo>
                    <a:cubicBezTo>
                      <a:pt x="14666" y="14767"/>
                      <a:pt x="14521" y="14735"/>
                      <a:pt x="14382" y="14702"/>
                    </a:cubicBezTo>
                    <a:cubicBezTo>
                      <a:pt x="12531" y="15099"/>
                      <a:pt x="9563" y="15911"/>
                      <a:pt x="7031" y="17433"/>
                    </a:cubicBezTo>
                    <a:cubicBezTo>
                      <a:pt x="4650" y="18864"/>
                      <a:pt x="3293" y="20061"/>
                      <a:pt x="2582" y="20802"/>
                    </a:cubicBezTo>
                    <a:cubicBezTo>
                      <a:pt x="2376" y="21286"/>
                      <a:pt x="2165" y="21564"/>
                      <a:pt x="1929" y="21595"/>
                    </a:cubicBezTo>
                    <a:cubicBezTo>
                      <a:pt x="1926" y="21599"/>
                      <a:pt x="1939" y="21600"/>
                      <a:pt x="1939" y="21600"/>
                    </a:cubicBezTo>
                    <a:lnTo>
                      <a:pt x="1939" y="21594"/>
                    </a:lnTo>
                    <a:cubicBezTo>
                      <a:pt x="1939" y="21596"/>
                      <a:pt x="1898" y="21600"/>
                      <a:pt x="1884" y="21600"/>
                    </a:cubicBezTo>
                    <a:cubicBezTo>
                      <a:pt x="844" y="21600"/>
                      <a:pt x="0" y="16765"/>
                      <a:pt x="0" y="10800"/>
                    </a:cubicBezTo>
                    <a:cubicBezTo>
                      <a:pt x="0" y="4835"/>
                      <a:pt x="844" y="0"/>
                      <a:pt x="1884" y="0"/>
                    </a:cubicBezTo>
                    <a:close/>
                  </a:path>
                </a:pathLst>
              </a:custGeom>
              <a:solidFill>
                <a:srgbClr val="397ECA"/>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76" name="Shape 9676"/>
              <p:cNvSpPr/>
              <p:nvPr/>
            </p:nvSpPr>
            <p:spPr>
              <a:xfrm>
                <a:off x="1560553" y="207654"/>
                <a:ext cx="2408792" cy="25610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980" y="4142"/>
                    </a:moveTo>
                    <a:cubicBezTo>
                      <a:pt x="13032" y="5757"/>
                      <a:pt x="9546" y="6568"/>
                      <a:pt x="7556" y="6932"/>
                    </a:cubicBezTo>
                    <a:cubicBezTo>
                      <a:pt x="7516" y="6929"/>
                      <a:pt x="7477" y="6923"/>
                      <a:pt x="7437" y="6923"/>
                    </a:cubicBezTo>
                    <a:lnTo>
                      <a:pt x="2125" y="6923"/>
                    </a:lnTo>
                    <a:cubicBezTo>
                      <a:pt x="951" y="6923"/>
                      <a:pt x="0" y="7822"/>
                      <a:pt x="0" y="8923"/>
                    </a:cubicBezTo>
                    <a:lnTo>
                      <a:pt x="0" y="12746"/>
                    </a:lnTo>
                    <a:cubicBezTo>
                      <a:pt x="0" y="13848"/>
                      <a:pt x="951" y="14683"/>
                      <a:pt x="2125" y="14683"/>
                    </a:cubicBezTo>
                    <a:lnTo>
                      <a:pt x="7437" y="14683"/>
                    </a:lnTo>
                    <a:cubicBezTo>
                      <a:pt x="7600" y="14683"/>
                      <a:pt x="7759" y="14693"/>
                      <a:pt x="7912" y="14660"/>
                    </a:cubicBezTo>
                    <a:cubicBezTo>
                      <a:pt x="9943" y="15057"/>
                      <a:pt x="13200" y="15890"/>
                      <a:pt x="15980" y="17412"/>
                    </a:cubicBezTo>
                    <a:cubicBezTo>
                      <a:pt x="20391" y="19828"/>
                      <a:pt x="21600" y="21600"/>
                      <a:pt x="21600" y="21600"/>
                    </a:cubicBezTo>
                    <a:lnTo>
                      <a:pt x="21600" y="11047"/>
                    </a:lnTo>
                    <a:lnTo>
                      <a:pt x="21600" y="10558"/>
                    </a:lnTo>
                    <a:lnTo>
                      <a:pt x="21600" y="0"/>
                    </a:lnTo>
                    <a:cubicBezTo>
                      <a:pt x="21600" y="0"/>
                      <a:pt x="20391" y="1726"/>
                      <a:pt x="15980" y="4142"/>
                    </a:cubicBezTo>
                    <a:close/>
                  </a:path>
                </a:pathLst>
              </a:custGeom>
              <a:solidFill>
                <a:srgbClr val="42A2E8"/>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77" name="Shape 9677"/>
              <p:cNvSpPr/>
              <p:nvPr/>
            </p:nvSpPr>
            <p:spPr>
              <a:xfrm>
                <a:off x="3746587" y="207654"/>
                <a:ext cx="461875" cy="2561071"/>
              </a:xfrm>
              <a:prstGeom prst="ellipse">
                <a:avLst/>
              </a:prstGeom>
              <a:solidFill>
                <a:srgbClr val="5B6B7C"/>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78" name="Shape 9678"/>
              <p:cNvSpPr/>
              <p:nvPr/>
            </p:nvSpPr>
            <p:spPr>
              <a:xfrm>
                <a:off x="3776792" y="1186776"/>
                <a:ext cx="235342" cy="5965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cubicBezTo>
                      <a:pt x="12255" y="20433"/>
                      <a:pt x="21600" y="16042"/>
                      <a:pt x="21600" y="10800"/>
                    </a:cubicBezTo>
                    <a:cubicBezTo>
                      <a:pt x="21600" y="5558"/>
                      <a:pt x="12255" y="1167"/>
                      <a:pt x="0" y="0"/>
                    </a:cubicBezTo>
                    <a:close/>
                  </a:path>
                </a:pathLst>
              </a:custGeom>
              <a:solidFill>
                <a:srgbClr val="FFFFFF"/>
              </a:solidFill>
              <a:ln w="12700" cap="flat">
                <a:solidFill>
                  <a:srgbClr val="000000">
                    <a:alpha val="0"/>
                  </a:srgbClr>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grpSp>
        <p:nvGrpSpPr>
          <p:cNvPr id="9793" name="Group 9793"/>
          <p:cNvGrpSpPr/>
          <p:nvPr/>
        </p:nvGrpSpPr>
        <p:grpSpPr>
          <a:xfrm flipH="1" rot="10800000">
            <a:off x="6710436" y="6559298"/>
            <a:ext cx="7478519" cy="7151687"/>
            <a:chOff x="0" y="0"/>
            <a:chExt cx="7478518" cy="7151686"/>
          </a:xfrm>
        </p:grpSpPr>
        <p:sp>
          <p:nvSpPr>
            <p:cNvPr id="9681" name="Shape 9681"/>
            <p:cNvSpPr/>
            <p:nvPr/>
          </p:nvSpPr>
          <p:spPr>
            <a:xfrm>
              <a:off x="598413" y="1781570"/>
              <a:ext cx="6265863" cy="416811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19" y="21600"/>
                  </a:moveTo>
                  <a:lnTo>
                    <a:pt x="481" y="21600"/>
                  </a:lnTo>
                  <a:cubicBezTo>
                    <a:pt x="217" y="21600"/>
                    <a:pt x="0" y="21274"/>
                    <a:pt x="0" y="20875"/>
                  </a:cubicBezTo>
                  <a:lnTo>
                    <a:pt x="0" y="725"/>
                  </a:lnTo>
                  <a:cubicBezTo>
                    <a:pt x="0" y="326"/>
                    <a:pt x="217" y="0"/>
                    <a:pt x="481" y="0"/>
                  </a:cubicBezTo>
                  <a:lnTo>
                    <a:pt x="21119" y="0"/>
                  </a:lnTo>
                  <a:cubicBezTo>
                    <a:pt x="21383" y="0"/>
                    <a:pt x="21600" y="326"/>
                    <a:pt x="21600" y="725"/>
                  </a:cubicBezTo>
                  <a:lnTo>
                    <a:pt x="21600" y="20875"/>
                  </a:lnTo>
                  <a:cubicBezTo>
                    <a:pt x="21600" y="21274"/>
                    <a:pt x="21383" y="21600"/>
                    <a:pt x="21119" y="21600"/>
                  </a:cubicBezTo>
                  <a:close/>
                </a:path>
              </a:pathLst>
            </a:custGeom>
            <a:solidFill>
              <a:srgbClr val="FFFFFF"/>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2" name="Shape 9682"/>
            <p:cNvSpPr/>
            <p:nvPr/>
          </p:nvSpPr>
          <p:spPr>
            <a:xfrm>
              <a:off x="6108626" y="5722619"/>
              <a:ext cx="347663" cy="2318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0" y="3050"/>
                  </a:lnTo>
                  <a:cubicBezTo>
                    <a:pt x="0" y="1374"/>
                    <a:pt x="912" y="0"/>
                    <a:pt x="2030" y="0"/>
                  </a:cubicBezTo>
                  <a:lnTo>
                    <a:pt x="19570" y="0"/>
                  </a:lnTo>
                  <a:cubicBezTo>
                    <a:pt x="20686" y="0"/>
                    <a:pt x="21600" y="1374"/>
                    <a:pt x="21600" y="3050"/>
                  </a:cubicBezTo>
                  <a:lnTo>
                    <a:pt x="21600" y="21600"/>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3" name="Shape 9683"/>
            <p:cNvSpPr/>
            <p:nvPr/>
          </p:nvSpPr>
          <p:spPr>
            <a:xfrm>
              <a:off x="1011163" y="5722619"/>
              <a:ext cx="347664" cy="2318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0" y="3050"/>
                  </a:lnTo>
                  <a:cubicBezTo>
                    <a:pt x="0" y="1374"/>
                    <a:pt x="913" y="0"/>
                    <a:pt x="2030" y="0"/>
                  </a:cubicBezTo>
                  <a:lnTo>
                    <a:pt x="19571" y="0"/>
                  </a:lnTo>
                  <a:cubicBezTo>
                    <a:pt x="20688" y="0"/>
                    <a:pt x="21600" y="1374"/>
                    <a:pt x="21600" y="3050"/>
                  </a:cubicBezTo>
                  <a:lnTo>
                    <a:pt x="21600" y="21600"/>
                  </a:lnTo>
                  <a:close/>
                </a:path>
              </a:pathLst>
            </a:custGeom>
            <a:solidFill>
              <a:srgbClr val="C0C0C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4" name="Shape 9684"/>
            <p:cNvSpPr/>
            <p:nvPr/>
          </p:nvSpPr>
          <p:spPr>
            <a:xfrm>
              <a:off x="0" y="6022723"/>
              <a:ext cx="7478519" cy="1128964"/>
            </a:xfrm>
            <a:custGeom>
              <a:avLst/>
              <a:gdLst/>
              <a:ahLst/>
              <a:cxnLst>
                <a:cxn ang="0">
                  <a:pos x="wd2" y="hd2"/>
                </a:cxn>
                <a:cxn ang="5400000">
                  <a:pos x="wd2" y="hd2"/>
                </a:cxn>
                <a:cxn ang="10800000">
                  <a:pos x="wd2" y="hd2"/>
                </a:cxn>
                <a:cxn ang="16200000">
                  <a:pos x="wd2" y="hd2"/>
                </a:cxn>
              </a:cxnLst>
              <a:rect l="0" t="0" r="r" b="b"/>
              <a:pathLst>
                <a:path w="21354" h="21600" fill="norm" stroke="1" extrusionOk="0">
                  <a:moveTo>
                    <a:pt x="20881" y="21600"/>
                  </a:moveTo>
                  <a:lnTo>
                    <a:pt x="525" y="21600"/>
                  </a:lnTo>
                  <a:cubicBezTo>
                    <a:pt x="35" y="21600"/>
                    <a:pt x="-114" y="20065"/>
                    <a:pt x="87" y="17949"/>
                  </a:cubicBezTo>
                  <a:lnTo>
                    <a:pt x="1790" y="0"/>
                  </a:lnTo>
                  <a:lnTo>
                    <a:pt x="19628" y="0"/>
                  </a:lnTo>
                  <a:lnTo>
                    <a:pt x="21145" y="16108"/>
                  </a:lnTo>
                  <a:cubicBezTo>
                    <a:pt x="21486" y="19725"/>
                    <a:pt x="21420" y="21600"/>
                    <a:pt x="2088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5" name="Shape 9685"/>
            <p:cNvSpPr/>
            <p:nvPr/>
          </p:nvSpPr>
          <p:spPr>
            <a:xfrm>
              <a:off x="392038" y="6154515"/>
              <a:ext cx="6711952" cy="7161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1396" y="0"/>
                  </a:lnTo>
                  <a:lnTo>
                    <a:pt x="20189" y="0"/>
                  </a:lnTo>
                  <a:lnTo>
                    <a:pt x="21600" y="21600"/>
                  </a:lnTo>
                  <a:lnTo>
                    <a:pt x="0" y="21600"/>
                  </a:lnTo>
                  <a:close/>
                </a:path>
              </a:pathLst>
            </a:custGeom>
            <a:solidFill>
              <a:srgbClr val="444444"/>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6" name="Shape 9686"/>
            <p:cNvSpPr/>
            <p:nvPr/>
          </p:nvSpPr>
          <p:spPr>
            <a:xfrm>
              <a:off x="93588" y="7073881"/>
              <a:ext cx="7281865" cy="555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17" y="21600"/>
                  </a:moveTo>
                  <a:lnTo>
                    <a:pt x="83" y="21600"/>
                  </a:lnTo>
                  <a:cubicBezTo>
                    <a:pt x="37" y="21600"/>
                    <a:pt x="0" y="16745"/>
                    <a:pt x="0" y="10807"/>
                  </a:cubicBezTo>
                  <a:lnTo>
                    <a:pt x="0" y="10800"/>
                  </a:lnTo>
                  <a:cubicBezTo>
                    <a:pt x="0" y="4862"/>
                    <a:pt x="37" y="0"/>
                    <a:pt x="83" y="0"/>
                  </a:cubicBezTo>
                  <a:lnTo>
                    <a:pt x="21517" y="0"/>
                  </a:lnTo>
                  <a:cubicBezTo>
                    <a:pt x="21563" y="0"/>
                    <a:pt x="21600" y="4862"/>
                    <a:pt x="21600" y="10800"/>
                  </a:cubicBezTo>
                  <a:lnTo>
                    <a:pt x="21600" y="10807"/>
                  </a:lnTo>
                  <a:cubicBezTo>
                    <a:pt x="21600" y="16745"/>
                    <a:pt x="21563" y="21600"/>
                    <a:pt x="21517" y="21600"/>
                  </a:cubicBezTo>
                  <a:close/>
                </a:path>
              </a:pathLst>
            </a:custGeom>
            <a:solidFill>
              <a:srgbClr val="FFFFFF"/>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7" name="Shape 9687"/>
            <p:cNvSpPr/>
            <p:nvPr/>
          </p:nvSpPr>
          <p:spPr>
            <a:xfrm>
              <a:off x="6127676" y="5779782"/>
              <a:ext cx="306388" cy="3509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69" y="21600"/>
                  </a:moveTo>
                  <a:lnTo>
                    <a:pt x="2030" y="21600"/>
                  </a:lnTo>
                  <a:cubicBezTo>
                    <a:pt x="913" y="21600"/>
                    <a:pt x="0" y="20804"/>
                    <a:pt x="0" y="19831"/>
                  </a:cubicBezTo>
                  <a:lnTo>
                    <a:pt x="0" y="1770"/>
                  </a:lnTo>
                  <a:cubicBezTo>
                    <a:pt x="0" y="796"/>
                    <a:pt x="913" y="0"/>
                    <a:pt x="2030" y="0"/>
                  </a:cubicBezTo>
                  <a:lnTo>
                    <a:pt x="19569" y="0"/>
                  </a:lnTo>
                  <a:cubicBezTo>
                    <a:pt x="20687" y="0"/>
                    <a:pt x="21600" y="796"/>
                    <a:pt x="21600" y="1770"/>
                  </a:cubicBezTo>
                  <a:lnTo>
                    <a:pt x="21600" y="19831"/>
                  </a:lnTo>
                  <a:cubicBezTo>
                    <a:pt x="21600" y="20804"/>
                    <a:pt x="20687" y="21600"/>
                    <a:pt x="19569" y="21600"/>
                  </a:cubicBezTo>
                  <a:close/>
                </a:path>
              </a:pathLst>
            </a:custGeom>
            <a:solidFill>
              <a:srgbClr val="FFFFFF"/>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8" name="Shape 9688"/>
            <p:cNvSpPr/>
            <p:nvPr/>
          </p:nvSpPr>
          <p:spPr>
            <a:xfrm>
              <a:off x="1030213" y="5779782"/>
              <a:ext cx="306389" cy="3509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570" y="21600"/>
                  </a:moveTo>
                  <a:lnTo>
                    <a:pt x="2030" y="21600"/>
                  </a:lnTo>
                  <a:cubicBezTo>
                    <a:pt x="913" y="21600"/>
                    <a:pt x="0" y="20804"/>
                    <a:pt x="0" y="19831"/>
                  </a:cubicBezTo>
                  <a:lnTo>
                    <a:pt x="0" y="1770"/>
                  </a:lnTo>
                  <a:cubicBezTo>
                    <a:pt x="0" y="796"/>
                    <a:pt x="913" y="0"/>
                    <a:pt x="2030" y="0"/>
                  </a:cubicBezTo>
                  <a:lnTo>
                    <a:pt x="19570" y="0"/>
                  </a:lnTo>
                  <a:cubicBezTo>
                    <a:pt x="20687" y="0"/>
                    <a:pt x="21600" y="796"/>
                    <a:pt x="21600" y="1770"/>
                  </a:cubicBezTo>
                  <a:lnTo>
                    <a:pt x="21600" y="19831"/>
                  </a:lnTo>
                  <a:cubicBezTo>
                    <a:pt x="21600" y="20804"/>
                    <a:pt x="20687" y="21600"/>
                    <a:pt x="19570" y="21600"/>
                  </a:cubicBezTo>
                  <a:close/>
                </a:path>
              </a:pathLst>
            </a:custGeom>
            <a:solidFill>
              <a:srgbClr val="FFFFFF"/>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89" name="Shape 9689"/>
            <p:cNvSpPr/>
            <p:nvPr/>
          </p:nvSpPr>
          <p:spPr>
            <a:xfrm>
              <a:off x="973063" y="5177986"/>
              <a:ext cx="2730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42" y="21600"/>
                  </a:moveTo>
                  <a:lnTo>
                    <a:pt x="3157" y="21600"/>
                  </a:lnTo>
                  <a:cubicBezTo>
                    <a:pt x="1421" y="21600"/>
                    <a:pt x="0" y="19863"/>
                    <a:pt x="0" y="17741"/>
                  </a:cubicBezTo>
                  <a:lnTo>
                    <a:pt x="0" y="3859"/>
                  </a:lnTo>
                  <a:cubicBezTo>
                    <a:pt x="0" y="1737"/>
                    <a:pt x="1421" y="0"/>
                    <a:pt x="3157" y="0"/>
                  </a:cubicBezTo>
                  <a:lnTo>
                    <a:pt x="18442" y="0"/>
                  </a:lnTo>
                  <a:cubicBezTo>
                    <a:pt x="20179" y="0"/>
                    <a:pt x="21600" y="1737"/>
                    <a:pt x="21600" y="3859"/>
                  </a:cubicBezTo>
                  <a:lnTo>
                    <a:pt x="21600" y="17741"/>
                  </a:lnTo>
                  <a:cubicBezTo>
                    <a:pt x="21600" y="19863"/>
                    <a:pt x="20179" y="21600"/>
                    <a:pt x="184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0" name="Shape 9690"/>
            <p:cNvSpPr/>
            <p:nvPr/>
          </p:nvSpPr>
          <p:spPr>
            <a:xfrm>
              <a:off x="973063" y="4841362"/>
              <a:ext cx="2730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978"/>
                    <a:pt x="0" y="17993"/>
                  </a:cubicBezTo>
                  <a:lnTo>
                    <a:pt x="0" y="3607"/>
                  </a:lnTo>
                  <a:cubicBezTo>
                    <a:pt x="0" y="1622"/>
                    <a:pt x="1737" y="0"/>
                    <a:pt x="3859" y="0"/>
                  </a:cubicBezTo>
                  <a:lnTo>
                    <a:pt x="17741" y="0"/>
                  </a:lnTo>
                  <a:cubicBezTo>
                    <a:pt x="19863" y="0"/>
                    <a:pt x="21600" y="1622"/>
                    <a:pt x="21600" y="3607"/>
                  </a:cubicBezTo>
                  <a:lnTo>
                    <a:pt x="21600" y="17993"/>
                  </a:lnTo>
                  <a:cubicBezTo>
                    <a:pt x="21600" y="19978"/>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1" name="Shape 9691"/>
            <p:cNvSpPr/>
            <p:nvPr/>
          </p:nvSpPr>
          <p:spPr>
            <a:xfrm>
              <a:off x="973063" y="4484095"/>
              <a:ext cx="2730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977"/>
                    <a:pt x="0" y="17993"/>
                  </a:cubicBezTo>
                  <a:lnTo>
                    <a:pt x="0" y="3608"/>
                  </a:lnTo>
                  <a:cubicBezTo>
                    <a:pt x="0" y="1623"/>
                    <a:pt x="1737" y="0"/>
                    <a:pt x="3859" y="0"/>
                  </a:cubicBezTo>
                  <a:lnTo>
                    <a:pt x="17741" y="0"/>
                  </a:lnTo>
                  <a:cubicBezTo>
                    <a:pt x="19863" y="0"/>
                    <a:pt x="21600" y="1623"/>
                    <a:pt x="21600" y="3608"/>
                  </a:cubicBezTo>
                  <a:lnTo>
                    <a:pt x="21600" y="17993"/>
                  </a:lnTo>
                  <a:cubicBezTo>
                    <a:pt x="21600" y="19977"/>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2" name="Shape 9692"/>
            <p:cNvSpPr/>
            <p:nvPr/>
          </p:nvSpPr>
          <p:spPr>
            <a:xfrm>
              <a:off x="973063" y="4145882"/>
              <a:ext cx="273051"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977"/>
                    <a:pt x="0" y="17992"/>
                  </a:cubicBezTo>
                  <a:lnTo>
                    <a:pt x="0" y="3607"/>
                  </a:lnTo>
                  <a:cubicBezTo>
                    <a:pt x="0" y="1623"/>
                    <a:pt x="1737" y="0"/>
                    <a:pt x="3859" y="0"/>
                  </a:cubicBezTo>
                  <a:lnTo>
                    <a:pt x="17741" y="0"/>
                  </a:lnTo>
                  <a:cubicBezTo>
                    <a:pt x="19863" y="0"/>
                    <a:pt x="21600" y="1623"/>
                    <a:pt x="21600" y="3607"/>
                  </a:cubicBezTo>
                  <a:lnTo>
                    <a:pt x="21600" y="17992"/>
                  </a:lnTo>
                  <a:cubicBezTo>
                    <a:pt x="21600" y="19977"/>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3" name="Shape 9693"/>
            <p:cNvSpPr/>
            <p:nvPr/>
          </p:nvSpPr>
          <p:spPr>
            <a:xfrm>
              <a:off x="973063" y="3809257"/>
              <a:ext cx="2730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977"/>
                    <a:pt x="0" y="17992"/>
                  </a:cubicBezTo>
                  <a:lnTo>
                    <a:pt x="0" y="3607"/>
                  </a:lnTo>
                  <a:cubicBezTo>
                    <a:pt x="0" y="1622"/>
                    <a:pt x="1737" y="0"/>
                    <a:pt x="3859" y="0"/>
                  </a:cubicBezTo>
                  <a:lnTo>
                    <a:pt x="17741" y="0"/>
                  </a:lnTo>
                  <a:cubicBezTo>
                    <a:pt x="19863" y="0"/>
                    <a:pt x="21600" y="1622"/>
                    <a:pt x="21600" y="3607"/>
                  </a:cubicBezTo>
                  <a:lnTo>
                    <a:pt x="21600" y="17992"/>
                  </a:lnTo>
                  <a:cubicBezTo>
                    <a:pt x="21600" y="19977"/>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4" name="Shape 9694"/>
            <p:cNvSpPr/>
            <p:nvPr/>
          </p:nvSpPr>
          <p:spPr>
            <a:xfrm>
              <a:off x="973063" y="3471045"/>
              <a:ext cx="273051"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977"/>
                    <a:pt x="0" y="17992"/>
                  </a:cubicBezTo>
                  <a:lnTo>
                    <a:pt x="0" y="3607"/>
                  </a:lnTo>
                  <a:cubicBezTo>
                    <a:pt x="0" y="1623"/>
                    <a:pt x="1737" y="0"/>
                    <a:pt x="3859" y="0"/>
                  </a:cubicBezTo>
                  <a:lnTo>
                    <a:pt x="17741" y="0"/>
                  </a:lnTo>
                  <a:cubicBezTo>
                    <a:pt x="19863" y="0"/>
                    <a:pt x="21600" y="1623"/>
                    <a:pt x="21600" y="3607"/>
                  </a:cubicBezTo>
                  <a:lnTo>
                    <a:pt x="21600" y="17992"/>
                  </a:lnTo>
                  <a:cubicBezTo>
                    <a:pt x="21600" y="19977"/>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5" name="Shape 9695"/>
            <p:cNvSpPr/>
            <p:nvPr/>
          </p:nvSpPr>
          <p:spPr>
            <a:xfrm>
              <a:off x="1330251" y="5177986"/>
              <a:ext cx="2730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43" y="21600"/>
                  </a:moveTo>
                  <a:lnTo>
                    <a:pt x="3157" y="21600"/>
                  </a:lnTo>
                  <a:cubicBezTo>
                    <a:pt x="1420" y="21600"/>
                    <a:pt x="0" y="19863"/>
                    <a:pt x="0" y="17741"/>
                  </a:cubicBezTo>
                  <a:lnTo>
                    <a:pt x="0" y="3859"/>
                  </a:lnTo>
                  <a:cubicBezTo>
                    <a:pt x="0" y="1737"/>
                    <a:pt x="1420" y="0"/>
                    <a:pt x="3157" y="0"/>
                  </a:cubicBezTo>
                  <a:lnTo>
                    <a:pt x="18443" y="0"/>
                  </a:lnTo>
                  <a:cubicBezTo>
                    <a:pt x="20180" y="0"/>
                    <a:pt x="21600" y="1737"/>
                    <a:pt x="21600" y="3859"/>
                  </a:cubicBezTo>
                  <a:lnTo>
                    <a:pt x="21600" y="17741"/>
                  </a:lnTo>
                  <a:cubicBezTo>
                    <a:pt x="21600" y="19863"/>
                    <a:pt x="20180" y="21600"/>
                    <a:pt x="18443"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6" name="Shape 9696"/>
            <p:cNvSpPr/>
            <p:nvPr/>
          </p:nvSpPr>
          <p:spPr>
            <a:xfrm>
              <a:off x="1330250" y="4841362"/>
              <a:ext cx="587376"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84" y="21600"/>
                  </a:moveTo>
                  <a:lnTo>
                    <a:pt x="1916" y="21600"/>
                  </a:lnTo>
                  <a:cubicBezTo>
                    <a:pt x="862" y="21600"/>
                    <a:pt x="0" y="19864"/>
                    <a:pt x="0" y="17741"/>
                  </a:cubicBezTo>
                  <a:lnTo>
                    <a:pt x="0" y="3859"/>
                  </a:lnTo>
                  <a:cubicBezTo>
                    <a:pt x="0" y="1736"/>
                    <a:pt x="862" y="0"/>
                    <a:pt x="1916" y="0"/>
                  </a:cubicBezTo>
                  <a:lnTo>
                    <a:pt x="19684" y="0"/>
                  </a:lnTo>
                  <a:cubicBezTo>
                    <a:pt x="20738" y="0"/>
                    <a:pt x="21600" y="1736"/>
                    <a:pt x="21600" y="3859"/>
                  </a:cubicBezTo>
                  <a:lnTo>
                    <a:pt x="21600" y="17741"/>
                  </a:lnTo>
                  <a:cubicBezTo>
                    <a:pt x="21600" y="19864"/>
                    <a:pt x="20738" y="21600"/>
                    <a:pt x="19684"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7" name="Shape 9697"/>
            <p:cNvSpPr/>
            <p:nvPr/>
          </p:nvSpPr>
          <p:spPr>
            <a:xfrm>
              <a:off x="1330250" y="4484095"/>
              <a:ext cx="365126"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21" y="21600"/>
                  </a:moveTo>
                  <a:lnTo>
                    <a:pt x="3078" y="21600"/>
                  </a:lnTo>
                  <a:cubicBezTo>
                    <a:pt x="1385" y="21600"/>
                    <a:pt x="0" y="19863"/>
                    <a:pt x="0" y="17742"/>
                  </a:cubicBezTo>
                  <a:lnTo>
                    <a:pt x="0" y="3860"/>
                  </a:lnTo>
                  <a:cubicBezTo>
                    <a:pt x="0" y="1737"/>
                    <a:pt x="1385" y="0"/>
                    <a:pt x="3078" y="0"/>
                  </a:cubicBezTo>
                  <a:lnTo>
                    <a:pt x="18521" y="0"/>
                  </a:lnTo>
                  <a:cubicBezTo>
                    <a:pt x="20215" y="0"/>
                    <a:pt x="21600" y="1737"/>
                    <a:pt x="21600" y="3860"/>
                  </a:cubicBezTo>
                  <a:lnTo>
                    <a:pt x="21600" y="17742"/>
                  </a:lnTo>
                  <a:cubicBezTo>
                    <a:pt x="21600" y="19863"/>
                    <a:pt x="20215" y="21600"/>
                    <a:pt x="1852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8" name="Shape 9698"/>
            <p:cNvSpPr/>
            <p:nvPr/>
          </p:nvSpPr>
          <p:spPr>
            <a:xfrm>
              <a:off x="1330250" y="4145882"/>
              <a:ext cx="627064"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802" y="21600"/>
                  </a:moveTo>
                  <a:lnTo>
                    <a:pt x="1798" y="21600"/>
                  </a:lnTo>
                  <a:cubicBezTo>
                    <a:pt x="810" y="21600"/>
                    <a:pt x="0" y="19863"/>
                    <a:pt x="0" y="17740"/>
                  </a:cubicBezTo>
                  <a:lnTo>
                    <a:pt x="0" y="3858"/>
                  </a:lnTo>
                  <a:cubicBezTo>
                    <a:pt x="0" y="1737"/>
                    <a:pt x="810" y="0"/>
                    <a:pt x="1798" y="0"/>
                  </a:cubicBezTo>
                  <a:lnTo>
                    <a:pt x="19802" y="0"/>
                  </a:lnTo>
                  <a:cubicBezTo>
                    <a:pt x="20791" y="0"/>
                    <a:pt x="21600" y="1737"/>
                    <a:pt x="21600" y="3858"/>
                  </a:cubicBezTo>
                  <a:lnTo>
                    <a:pt x="21600" y="17740"/>
                  </a:lnTo>
                  <a:cubicBezTo>
                    <a:pt x="21600" y="19863"/>
                    <a:pt x="20791" y="21600"/>
                    <a:pt x="1980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699" name="Shape 9699"/>
            <p:cNvSpPr/>
            <p:nvPr/>
          </p:nvSpPr>
          <p:spPr>
            <a:xfrm>
              <a:off x="1330250" y="3809257"/>
              <a:ext cx="2730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19977"/>
                    <a:pt x="0" y="17992"/>
                  </a:cubicBezTo>
                  <a:lnTo>
                    <a:pt x="0" y="3607"/>
                  </a:lnTo>
                  <a:cubicBezTo>
                    <a:pt x="0" y="1622"/>
                    <a:pt x="1736" y="0"/>
                    <a:pt x="3859" y="0"/>
                  </a:cubicBezTo>
                  <a:lnTo>
                    <a:pt x="17741" y="0"/>
                  </a:lnTo>
                  <a:cubicBezTo>
                    <a:pt x="19864" y="0"/>
                    <a:pt x="21600" y="1622"/>
                    <a:pt x="21600" y="3607"/>
                  </a:cubicBezTo>
                  <a:lnTo>
                    <a:pt x="21600" y="17992"/>
                  </a:lnTo>
                  <a:cubicBezTo>
                    <a:pt x="21600" y="19977"/>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0" name="Shape 9700"/>
            <p:cNvSpPr/>
            <p:nvPr/>
          </p:nvSpPr>
          <p:spPr>
            <a:xfrm>
              <a:off x="1330250" y="3471045"/>
              <a:ext cx="273051"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19977"/>
                    <a:pt x="0" y="17992"/>
                  </a:cubicBezTo>
                  <a:lnTo>
                    <a:pt x="0" y="3607"/>
                  </a:lnTo>
                  <a:cubicBezTo>
                    <a:pt x="0" y="1623"/>
                    <a:pt x="1736" y="0"/>
                    <a:pt x="3859" y="0"/>
                  </a:cubicBezTo>
                  <a:lnTo>
                    <a:pt x="17741" y="0"/>
                  </a:lnTo>
                  <a:cubicBezTo>
                    <a:pt x="19864" y="0"/>
                    <a:pt x="21600" y="1623"/>
                    <a:pt x="21600" y="3607"/>
                  </a:cubicBezTo>
                  <a:lnTo>
                    <a:pt x="21600" y="17992"/>
                  </a:lnTo>
                  <a:cubicBezTo>
                    <a:pt x="21600" y="19977"/>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1" name="Shape 9701"/>
            <p:cNvSpPr/>
            <p:nvPr/>
          </p:nvSpPr>
          <p:spPr>
            <a:xfrm>
              <a:off x="1666801"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2" name="Shape 9702"/>
            <p:cNvSpPr/>
            <p:nvPr/>
          </p:nvSpPr>
          <p:spPr>
            <a:xfrm>
              <a:off x="1985888" y="5177986"/>
              <a:ext cx="246064"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0" y="21600"/>
                    <a:pt x="0" y="19863"/>
                    <a:pt x="0" y="17741"/>
                  </a:cubicBezTo>
                  <a:lnTo>
                    <a:pt x="0" y="3859"/>
                  </a:lnTo>
                  <a:cubicBezTo>
                    <a:pt x="0" y="1737"/>
                    <a:pt x="1570" y="0"/>
                    <a:pt x="3491" y="0"/>
                  </a:cubicBezTo>
                  <a:lnTo>
                    <a:pt x="18109" y="0"/>
                  </a:lnTo>
                  <a:cubicBezTo>
                    <a:pt x="20030" y="0"/>
                    <a:pt x="21600" y="1737"/>
                    <a:pt x="21600" y="3859"/>
                  </a:cubicBezTo>
                  <a:lnTo>
                    <a:pt x="21600" y="17741"/>
                  </a:lnTo>
                  <a:cubicBezTo>
                    <a:pt x="21600" y="19863"/>
                    <a:pt x="20030"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3" name="Shape 9703"/>
            <p:cNvSpPr/>
            <p:nvPr/>
          </p:nvSpPr>
          <p:spPr>
            <a:xfrm>
              <a:off x="2304976" y="5177987"/>
              <a:ext cx="246063"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0" y="21600"/>
                    <a:pt x="0" y="19863"/>
                    <a:pt x="0" y="17741"/>
                  </a:cubicBezTo>
                  <a:lnTo>
                    <a:pt x="0" y="3859"/>
                  </a:lnTo>
                  <a:cubicBezTo>
                    <a:pt x="0" y="1737"/>
                    <a:pt x="1570"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4" name="Shape 9704"/>
            <p:cNvSpPr/>
            <p:nvPr/>
          </p:nvSpPr>
          <p:spPr>
            <a:xfrm>
              <a:off x="2622476" y="5177987"/>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5" name="Shape 9705"/>
            <p:cNvSpPr/>
            <p:nvPr/>
          </p:nvSpPr>
          <p:spPr>
            <a:xfrm>
              <a:off x="2941563"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30" y="0"/>
                    <a:pt x="21600" y="1737"/>
                    <a:pt x="21600" y="3859"/>
                  </a:cubicBezTo>
                  <a:lnTo>
                    <a:pt x="21600" y="17741"/>
                  </a:lnTo>
                  <a:cubicBezTo>
                    <a:pt x="21600" y="19863"/>
                    <a:pt x="20030"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6" name="Shape 9706"/>
            <p:cNvSpPr/>
            <p:nvPr/>
          </p:nvSpPr>
          <p:spPr>
            <a:xfrm>
              <a:off x="3260651" y="5177986"/>
              <a:ext cx="246063"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0" y="21600"/>
                    <a:pt x="0" y="19863"/>
                    <a:pt x="0" y="17741"/>
                  </a:cubicBezTo>
                  <a:lnTo>
                    <a:pt x="0" y="3859"/>
                  </a:lnTo>
                  <a:cubicBezTo>
                    <a:pt x="0" y="1737"/>
                    <a:pt x="1570"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7" name="Shape 9707"/>
            <p:cNvSpPr/>
            <p:nvPr/>
          </p:nvSpPr>
          <p:spPr>
            <a:xfrm>
              <a:off x="3578151"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0" y="21600"/>
                    <a:pt x="0" y="19863"/>
                    <a:pt x="0" y="17741"/>
                  </a:cubicBezTo>
                  <a:lnTo>
                    <a:pt x="0" y="3859"/>
                  </a:lnTo>
                  <a:cubicBezTo>
                    <a:pt x="0" y="1737"/>
                    <a:pt x="1570"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8" name="Shape 9708"/>
            <p:cNvSpPr/>
            <p:nvPr/>
          </p:nvSpPr>
          <p:spPr>
            <a:xfrm>
              <a:off x="3916288" y="5177986"/>
              <a:ext cx="246064"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10" y="21600"/>
                  </a:moveTo>
                  <a:lnTo>
                    <a:pt x="3492" y="21600"/>
                  </a:lnTo>
                  <a:cubicBezTo>
                    <a:pt x="1571" y="21600"/>
                    <a:pt x="0" y="19863"/>
                    <a:pt x="0" y="17741"/>
                  </a:cubicBezTo>
                  <a:lnTo>
                    <a:pt x="0" y="3859"/>
                  </a:lnTo>
                  <a:cubicBezTo>
                    <a:pt x="0" y="1737"/>
                    <a:pt x="1571" y="0"/>
                    <a:pt x="3492" y="0"/>
                  </a:cubicBezTo>
                  <a:lnTo>
                    <a:pt x="18110" y="0"/>
                  </a:lnTo>
                  <a:cubicBezTo>
                    <a:pt x="20029" y="0"/>
                    <a:pt x="21600" y="1737"/>
                    <a:pt x="21600" y="3859"/>
                  </a:cubicBezTo>
                  <a:lnTo>
                    <a:pt x="21600" y="17741"/>
                  </a:lnTo>
                  <a:cubicBezTo>
                    <a:pt x="21600" y="19863"/>
                    <a:pt x="20029" y="21600"/>
                    <a:pt x="18110"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09" name="Shape 9709"/>
            <p:cNvSpPr/>
            <p:nvPr/>
          </p:nvSpPr>
          <p:spPr>
            <a:xfrm>
              <a:off x="4233788"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0" name="Shape 9710"/>
            <p:cNvSpPr/>
            <p:nvPr/>
          </p:nvSpPr>
          <p:spPr>
            <a:xfrm>
              <a:off x="4552876"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1" name="Shape 9711"/>
            <p:cNvSpPr/>
            <p:nvPr/>
          </p:nvSpPr>
          <p:spPr>
            <a:xfrm>
              <a:off x="4871963" y="5177986"/>
              <a:ext cx="246064"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29" y="0"/>
                    <a:pt x="21600" y="1737"/>
                    <a:pt x="21600" y="3859"/>
                  </a:cubicBezTo>
                  <a:lnTo>
                    <a:pt x="21600" y="17741"/>
                  </a:lnTo>
                  <a:cubicBezTo>
                    <a:pt x="21600" y="19863"/>
                    <a:pt x="20029"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2" name="Shape 9712"/>
            <p:cNvSpPr/>
            <p:nvPr/>
          </p:nvSpPr>
          <p:spPr>
            <a:xfrm>
              <a:off x="5191051" y="5177986"/>
              <a:ext cx="246063"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31" y="0"/>
                    <a:pt x="21600" y="1737"/>
                    <a:pt x="21600" y="3859"/>
                  </a:cubicBezTo>
                  <a:lnTo>
                    <a:pt x="21600" y="17741"/>
                  </a:lnTo>
                  <a:cubicBezTo>
                    <a:pt x="21600" y="19863"/>
                    <a:pt x="20031"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3" name="Shape 9713"/>
            <p:cNvSpPr/>
            <p:nvPr/>
          </p:nvSpPr>
          <p:spPr>
            <a:xfrm>
              <a:off x="5508551"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9" y="21600"/>
                  </a:moveTo>
                  <a:lnTo>
                    <a:pt x="3491" y="21600"/>
                  </a:lnTo>
                  <a:cubicBezTo>
                    <a:pt x="1571" y="21600"/>
                    <a:pt x="0" y="19863"/>
                    <a:pt x="0" y="17741"/>
                  </a:cubicBezTo>
                  <a:lnTo>
                    <a:pt x="0" y="3859"/>
                  </a:lnTo>
                  <a:cubicBezTo>
                    <a:pt x="0" y="1737"/>
                    <a:pt x="1571" y="0"/>
                    <a:pt x="3491" y="0"/>
                  </a:cubicBezTo>
                  <a:lnTo>
                    <a:pt x="18109" y="0"/>
                  </a:lnTo>
                  <a:cubicBezTo>
                    <a:pt x="20031" y="0"/>
                    <a:pt x="21600" y="1737"/>
                    <a:pt x="21600" y="3859"/>
                  </a:cubicBezTo>
                  <a:lnTo>
                    <a:pt x="21600" y="17741"/>
                  </a:lnTo>
                  <a:cubicBezTo>
                    <a:pt x="21600" y="19863"/>
                    <a:pt x="20031" y="21600"/>
                    <a:pt x="1810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4" name="Shape 9714"/>
            <p:cNvSpPr/>
            <p:nvPr/>
          </p:nvSpPr>
          <p:spPr>
            <a:xfrm>
              <a:off x="5827638" y="5177986"/>
              <a:ext cx="2476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08" y="21600"/>
                  </a:moveTo>
                  <a:lnTo>
                    <a:pt x="3492" y="21600"/>
                  </a:lnTo>
                  <a:cubicBezTo>
                    <a:pt x="1571" y="21600"/>
                    <a:pt x="0" y="19863"/>
                    <a:pt x="0" y="17741"/>
                  </a:cubicBezTo>
                  <a:lnTo>
                    <a:pt x="0" y="3859"/>
                  </a:lnTo>
                  <a:cubicBezTo>
                    <a:pt x="0" y="1737"/>
                    <a:pt x="1571" y="0"/>
                    <a:pt x="3492" y="0"/>
                  </a:cubicBezTo>
                  <a:lnTo>
                    <a:pt x="18108" y="0"/>
                  </a:lnTo>
                  <a:cubicBezTo>
                    <a:pt x="20029" y="0"/>
                    <a:pt x="21600" y="1737"/>
                    <a:pt x="21600" y="3859"/>
                  </a:cubicBezTo>
                  <a:lnTo>
                    <a:pt x="21600" y="17741"/>
                  </a:lnTo>
                  <a:cubicBezTo>
                    <a:pt x="21600" y="19863"/>
                    <a:pt x="20029" y="21600"/>
                    <a:pt x="18108"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5" name="Shape 9715"/>
            <p:cNvSpPr/>
            <p:nvPr/>
          </p:nvSpPr>
          <p:spPr>
            <a:xfrm>
              <a:off x="6164188" y="5177986"/>
              <a:ext cx="273051" cy="22388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43" y="21600"/>
                  </a:moveTo>
                  <a:lnTo>
                    <a:pt x="3157" y="21600"/>
                  </a:lnTo>
                  <a:cubicBezTo>
                    <a:pt x="1421" y="21600"/>
                    <a:pt x="0" y="19863"/>
                    <a:pt x="0" y="17741"/>
                  </a:cubicBezTo>
                  <a:lnTo>
                    <a:pt x="0" y="3859"/>
                  </a:lnTo>
                  <a:cubicBezTo>
                    <a:pt x="0" y="1737"/>
                    <a:pt x="1421" y="0"/>
                    <a:pt x="3157" y="0"/>
                  </a:cubicBezTo>
                  <a:lnTo>
                    <a:pt x="18443" y="0"/>
                  </a:lnTo>
                  <a:cubicBezTo>
                    <a:pt x="20180" y="0"/>
                    <a:pt x="21600" y="1737"/>
                    <a:pt x="21600" y="3859"/>
                  </a:cubicBezTo>
                  <a:lnTo>
                    <a:pt x="21600" y="17741"/>
                  </a:lnTo>
                  <a:cubicBezTo>
                    <a:pt x="21600" y="19863"/>
                    <a:pt x="20180" y="21600"/>
                    <a:pt x="18443"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6" name="Shape 9716"/>
            <p:cNvSpPr/>
            <p:nvPr/>
          </p:nvSpPr>
          <p:spPr>
            <a:xfrm>
              <a:off x="1985888" y="4841362"/>
              <a:ext cx="26828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5" y="21600"/>
                    <a:pt x="0" y="20006"/>
                    <a:pt x="0" y="18060"/>
                  </a:cubicBezTo>
                  <a:lnTo>
                    <a:pt x="0" y="3542"/>
                  </a:lnTo>
                  <a:cubicBezTo>
                    <a:pt x="0" y="1594"/>
                    <a:pt x="1735"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7" name="Shape 9717"/>
            <p:cNvSpPr/>
            <p:nvPr/>
          </p:nvSpPr>
          <p:spPr>
            <a:xfrm>
              <a:off x="2341488" y="4841362"/>
              <a:ext cx="26828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20006"/>
                    <a:pt x="0" y="18060"/>
                  </a:cubicBezTo>
                  <a:lnTo>
                    <a:pt x="0" y="3542"/>
                  </a:lnTo>
                  <a:cubicBezTo>
                    <a:pt x="0" y="1594"/>
                    <a:pt x="1736"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8" name="Shape 9718"/>
            <p:cNvSpPr/>
            <p:nvPr/>
          </p:nvSpPr>
          <p:spPr>
            <a:xfrm>
              <a:off x="2679625" y="4841362"/>
              <a:ext cx="26828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20006"/>
                    <a:pt x="0" y="18060"/>
                  </a:cubicBezTo>
                  <a:lnTo>
                    <a:pt x="0" y="3542"/>
                  </a:lnTo>
                  <a:cubicBezTo>
                    <a:pt x="0" y="1594"/>
                    <a:pt x="1736"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19" name="Shape 9719"/>
            <p:cNvSpPr/>
            <p:nvPr/>
          </p:nvSpPr>
          <p:spPr>
            <a:xfrm>
              <a:off x="3035225" y="4841362"/>
              <a:ext cx="26828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20006"/>
                    <a:pt x="0" y="18060"/>
                  </a:cubicBezTo>
                  <a:lnTo>
                    <a:pt x="0" y="3542"/>
                  </a:lnTo>
                  <a:cubicBezTo>
                    <a:pt x="0" y="1594"/>
                    <a:pt x="1736" y="0"/>
                    <a:pt x="3859" y="0"/>
                  </a:cubicBezTo>
                  <a:lnTo>
                    <a:pt x="17741" y="0"/>
                  </a:lnTo>
                  <a:cubicBezTo>
                    <a:pt x="19864" y="0"/>
                    <a:pt x="21600" y="1594"/>
                    <a:pt x="21600" y="3542"/>
                  </a:cubicBezTo>
                  <a:lnTo>
                    <a:pt x="21600" y="18060"/>
                  </a:lnTo>
                  <a:cubicBezTo>
                    <a:pt x="21600" y="20006"/>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0" name="Shape 9720"/>
            <p:cNvSpPr/>
            <p:nvPr/>
          </p:nvSpPr>
          <p:spPr>
            <a:xfrm>
              <a:off x="3371775" y="4841362"/>
              <a:ext cx="26828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5" y="21600"/>
                    <a:pt x="0" y="20006"/>
                    <a:pt x="0" y="18060"/>
                  </a:cubicBezTo>
                  <a:lnTo>
                    <a:pt x="0" y="3542"/>
                  </a:lnTo>
                  <a:cubicBezTo>
                    <a:pt x="0" y="1594"/>
                    <a:pt x="1735"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1" name="Shape 9721"/>
            <p:cNvSpPr/>
            <p:nvPr/>
          </p:nvSpPr>
          <p:spPr>
            <a:xfrm>
              <a:off x="3728963" y="4841362"/>
              <a:ext cx="26828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20006"/>
                    <a:pt x="0" y="18060"/>
                  </a:cubicBezTo>
                  <a:lnTo>
                    <a:pt x="0" y="3542"/>
                  </a:lnTo>
                  <a:cubicBezTo>
                    <a:pt x="0" y="1594"/>
                    <a:pt x="1736"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2" name="Shape 9722"/>
            <p:cNvSpPr/>
            <p:nvPr/>
          </p:nvSpPr>
          <p:spPr>
            <a:xfrm>
              <a:off x="4065513" y="4841362"/>
              <a:ext cx="26828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20006"/>
                    <a:pt x="0" y="18060"/>
                  </a:cubicBezTo>
                  <a:lnTo>
                    <a:pt x="0" y="3542"/>
                  </a:lnTo>
                  <a:cubicBezTo>
                    <a:pt x="0" y="1594"/>
                    <a:pt x="1737"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3" name="Shape 9723"/>
            <p:cNvSpPr/>
            <p:nvPr/>
          </p:nvSpPr>
          <p:spPr>
            <a:xfrm>
              <a:off x="4422700" y="4841362"/>
              <a:ext cx="26670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20006"/>
                    <a:pt x="0" y="18060"/>
                  </a:cubicBezTo>
                  <a:lnTo>
                    <a:pt x="0" y="3542"/>
                  </a:lnTo>
                  <a:cubicBezTo>
                    <a:pt x="0" y="1594"/>
                    <a:pt x="1737"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4" name="Shape 9724"/>
            <p:cNvSpPr/>
            <p:nvPr/>
          </p:nvSpPr>
          <p:spPr>
            <a:xfrm>
              <a:off x="4759251" y="4841362"/>
              <a:ext cx="26828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5" y="21600"/>
                    <a:pt x="0" y="20006"/>
                    <a:pt x="0" y="18060"/>
                  </a:cubicBezTo>
                  <a:lnTo>
                    <a:pt x="0" y="3542"/>
                  </a:lnTo>
                  <a:cubicBezTo>
                    <a:pt x="0" y="1594"/>
                    <a:pt x="1735"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5" name="Shape 9725"/>
            <p:cNvSpPr/>
            <p:nvPr/>
          </p:nvSpPr>
          <p:spPr>
            <a:xfrm>
              <a:off x="5114851" y="4841362"/>
              <a:ext cx="26828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5" y="21600"/>
                    <a:pt x="0" y="20006"/>
                    <a:pt x="0" y="18060"/>
                  </a:cubicBezTo>
                  <a:lnTo>
                    <a:pt x="0" y="3542"/>
                  </a:lnTo>
                  <a:cubicBezTo>
                    <a:pt x="0" y="1594"/>
                    <a:pt x="1735"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6" name="Shape 9726"/>
            <p:cNvSpPr/>
            <p:nvPr/>
          </p:nvSpPr>
          <p:spPr>
            <a:xfrm>
              <a:off x="5472038" y="4841362"/>
              <a:ext cx="26670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5" y="21600"/>
                    <a:pt x="0" y="20006"/>
                    <a:pt x="0" y="18060"/>
                  </a:cubicBezTo>
                  <a:lnTo>
                    <a:pt x="0" y="3542"/>
                  </a:lnTo>
                  <a:cubicBezTo>
                    <a:pt x="0" y="1594"/>
                    <a:pt x="1735"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7" name="Shape 9727"/>
            <p:cNvSpPr/>
            <p:nvPr/>
          </p:nvSpPr>
          <p:spPr>
            <a:xfrm>
              <a:off x="5808588" y="4841362"/>
              <a:ext cx="26828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20006"/>
                    <a:pt x="0" y="18060"/>
                  </a:cubicBezTo>
                  <a:lnTo>
                    <a:pt x="0" y="3542"/>
                  </a:lnTo>
                  <a:cubicBezTo>
                    <a:pt x="0" y="1594"/>
                    <a:pt x="1737" y="0"/>
                    <a:pt x="3859" y="0"/>
                  </a:cubicBezTo>
                  <a:lnTo>
                    <a:pt x="17741" y="0"/>
                  </a:lnTo>
                  <a:cubicBezTo>
                    <a:pt x="19863" y="0"/>
                    <a:pt x="21600" y="1594"/>
                    <a:pt x="21600" y="3542"/>
                  </a:cubicBezTo>
                  <a:lnTo>
                    <a:pt x="21600" y="18060"/>
                  </a:lnTo>
                  <a:cubicBezTo>
                    <a:pt x="21600" y="20006"/>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8" name="Shape 9728"/>
            <p:cNvSpPr/>
            <p:nvPr/>
          </p:nvSpPr>
          <p:spPr>
            <a:xfrm>
              <a:off x="6164188" y="4841362"/>
              <a:ext cx="2730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6" y="21600"/>
                    <a:pt x="0" y="19978"/>
                    <a:pt x="0" y="17993"/>
                  </a:cubicBezTo>
                  <a:lnTo>
                    <a:pt x="0" y="3608"/>
                  </a:lnTo>
                  <a:cubicBezTo>
                    <a:pt x="0" y="1623"/>
                    <a:pt x="1736" y="0"/>
                    <a:pt x="3859" y="0"/>
                  </a:cubicBezTo>
                  <a:lnTo>
                    <a:pt x="17742" y="0"/>
                  </a:lnTo>
                  <a:cubicBezTo>
                    <a:pt x="19864" y="0"/>
                    <a:pt x="21600" y="1623"/>
                    <a:pt x="21600" y="3608"/>
                  </a:cubicBezTo>
                  <a:lnTo>
                    <a:pt x="21600" y="17993"/>
                  </a:lnTo>
                  <a:cubicBezTo>
                    <a:pt x="21600" y="19978"/>
                    <a:pt x="19864"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29" name="Shape 9729"/>
            <p:cNvSpPr/>
            <p:nvPr/>
          </p:nvSpPr>
          <p:spPr>
            <a:xfrm>
              <a:off x="5976863" y="4484095"/>
              <a:ext cx="466726"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79" y="21600"/>
                  </a:moveTo>
                  <a:lnTo>
                    <a:pt x="2422" y="21600"/>
                  </a:lnTo>
                  <a:cubicBezTo>
                    <a:pt x="1089" y="21600"/>
                    <a:pt x="0" y="19863"/>
                    <a:pt x="0" y="17740"/>
                  </a:cubicBezTo>
                  <a:lnTo>
                    <a:pt x="0" y="3860"/>
                  </a:lnTo>
                  <a:cubicBezTo>
                    <a:pt x="0" y="1737"/>
                    <a:pt x="1089" y="0"/>
                    <a:pt x="2422" y="0"/>
                  </a:cubicBezTo>
                  <a:lnTo>
                    <a:pt x="19179" y="0"/>
                  </a:lnTo>
                  <a:cubicBezTo>
                    <a:pt x="20511" y="0"/>
                    <a:pt x="21600" y="1737"/>
                    <a:pt x="21600" y="3860"/>
                  </a:cubicBezTo>
                  <a:lnTo>
                    <a:pt x="21600" y="17740"/>
                  </a:lnTo>
                  <a:cubicBezTo>
                    <a:pt x="21600" y="19863"/>
                    <a:pt x="20511" y="21600"/>
                    <a:pt x="1917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0" name="Shape 9730"/>
            <p:cNvSpPr/>
            <p:nvPr/>
          </p:nvSpPr>
          <p:spPr>
            <a:xfrm>
              <a:off x="5902251" y="4145882"/>
              <a:ext cx="533401"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489" y="21600"/>
                  </a:moveTo>
                  <a:lnTo>
                    <a:pt x="2112" y="21600"/>
                  </a:lnTo>
                  <a:cubicBezTo>
                    <a:pt x="951" y="21600"/>
                    <a:pt x="0" y="19863"/>
                    <a:pt x="0" y="17740"/>
                  </a:cubicBezTo>
                  <a:lnTo>
                    <a:pt x="0" y="3858"/>
                  </a:lnTo>
                  <a:cubicBezTo>
                    <a:pt x="0" y="1737"/>
                    <a:pt x="951" y="0"/>
                    <a:pt x="2112" y="0"/>
                  </a:cubicBezTo>
                  <a:lnTo>
                    <a:pt x="19489" y="0"/>
                  </a:lnTo>
                  <a:cubicBezTo>
                    <a:pt x="20649" y="0"/>
                    <a:pt x="21600" y="1737"/>
                    <a:pt x="21600" y="3858"/>
                  </a:cubicBezTo>
                  <a:lnTo>
                    <a:pt x="21600" y="17740"/>
                  </a:lnTo>
                  <a:cubicBezTo>
                    <a:pt x="21600" y="19863"/>
                    <a:pt x="20649" y="21600"/>
                    <a:pt x="1948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1" name="Shape 9731"/>
            <p:cNvSpPr/>
            <p:nvPr/>
          </p:nvSpPr>
          <p:spPr>
            <a:xfrm>
              <a:off x="5714926" y="3809257"/>
              <a:ext cx="720726"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35" y="21600"/>
                  </a:moveTo>
                  <a:lnTo>
                    <a:pt x="1565" y="21600"/>
                  </a:lnTo>
                  <a:cubicBezTo>
                    <a:pt x="704" y="21600"/>
                    <a:pt x="0" y="19864"/>
                    <a:pt x="0" y="17742"/>
                  </a:cubicBezTo>
                  <a:lnTo>
                    <a:pt x="0" y="3860"/>
                  </a:lnTo>
                  <a:cubicBezTo>
                    <a:pt x="0" y="1737"/>
                    <a:pt x="704" y="0"/>
                    <a:pt x="1565" y="0"/>
                  </a:cubicBezTo>
                  <a:lnTo>
                    <a:pt x="20035" y="0"/>
                  </a:lnTo>
                  <a:cubicBezTo>
                    <a:pt x="20896" y="0"/>
                    <a:pt x="21600" y="1737"/>
                    <a:pt x="21600" y="3860"/>
                  </a:cubicBezTo>
                  <a:lnTo>
                    <a:pt x="21600" y="17742"/>
                  </a:lnTo>
                  <a:cubicBezTo>
                    <a:pt x="21600" y="19864"/>
                    <a:pt x="20896" y="21600"/>
                    <a:pt x="20035"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2" name="Shape 9732"/>
            <p:cNvSpPr/>
            <p:nvPr/>
          </p:nvSpPr>
          <p:spPr>
            <a:xfrm>
              <a:off x="6070526" y="3471045"/>
              <a:ext cx="360363"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469" y="21600"/>
                  </a:moveTo>
                  <a:lnTo>
                    <a:pt x="3131" y="21600"/>
                  </a:lnTo>
                  <a:cubicBezTo>
                    <a:pt x="1410" y="21600"/>
                    <a:pt x="0" y="19863"/>
                    <a:pt x="0" y="17740"/>
                  </a:cubicBezTo>
                  <a:lnTo>
                    <a:pt x="0" y="3860"/>
                  </a:lnTo>
                  <a:cubicBezTo>
                    <a:pt x="0" y="1737"/>
                    <a:pt x="1410" y="0"/>
                    <a:pt x="3131" y="0"/>
                  </a:cubicBezTo>
                  <a:lnTo>
                    <a:pt x="18469" y="0"/>
                  </a:lnTo>
                  <a:cubicBezTo>
                    <a:pt x="20192" y="0"/>
                    <a:pt x="21600" y="1737"/>
                    <a:pt x="21600" y="3860"/>
                  </a:cubicBezTo>
                  <a:lnTo>
                    <a:pt x="21600" y="17740"/>
                  </a:lnTo>
                  <a:cubicBezTo>
                    <a:pt x="21600" y="19863"/>
                    <a:pt x="20192" y="21600"/>
                    <a:pt x="18469"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3" name="Shape 9733"/>
            <p:cNvSpPr/>
            <p:nvPr/>
          </p:nvSpPr>
          <p:spPr>
            <a:xfrm>
              <a:off x="5640313" y="4484095"/>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4" name="Shape 9734"/>
            <p:cNvSpPr/>
            <p:nvPr/>
          </p:nvSpPr>
          <p:spPr>
            <a:xfrm>
              <a:off x="5284713" y="4484095"/>
              <a:ext cx="2857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6" y="21600"/>
                    <a:pt x="0" y="19894"/>
                    <a:pt x="0" y="17808"/>
                  </a:cubicBezTo>
                  <a:lnTo>
                    <a:pt x="0" y="3792"/>
                  </a:lnTo>
                  <a:cubicBezTo>
                    <a:pt x="0" y="1706"/>
                    <a:pt x="1736" y="0"/>
                    <a:pt x="3858"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5" name="Shape 9735"/>
            <p:cNvSpPr/>
            <p:nvPr/>
          </p:nvSpPr>
          <p:spPr>
            <a:xfrm>
              <a:off x="4927526" y="4484095"/>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19894"/>
                    <a:pt x="0" y="17808"/>
                  </a:cubicBezTo>
                  <a:lnTo>
                    <a:pt x="0" y="3792"/>
                  </a:lnTo>
                  <a:cubicBezTo>
                    <a:pt x="0" y="1706"/>
                    <a:pt x="1736"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6" name="Shape 9736"/>
            <p:cNvSpPr/>
            <p:nvPr/>
          </p:nvSpPr>
          <p:spPr>
            <a:xfrm>
              <a:off x="4571925" y="4484095"/>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19894"/>
                    <a:pt x="0" y="17808"/>
                  </a:cubicBezTo>
                  <a:lnTo>
                    <a:pt x="0" y="3792"/>
                  </a:lnTo>
                  <a:cubicBezTo>
                    <a:pt x="0" y="1706"/>
                    <a:pt x="1736" y="0"/>
                    <a:pt x="3859" y="0"/>
                  </a:cubicBezTo>
                  <a:lnTo>
                    <a:pt x="17741" y="0"/>
                  </a:lnTo>
                  <a:cubicBezTo>
                    <a:pt x="19864" y="0"/>
                    <a:pt x="21600" y="1706"/>
                    <a:pt x="21600" y="3792"/>
                  </a:cubicBezTo>
                  <a:lnTo>
                    <a:pt x="21600" y="17808"/>
                  </a:lnTo>
                  <a:cubicBezTo>
                    <a:pt x="21600" y="19894"/>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7" name="Shape 9737"/>
            <p:cNvSpPr/>
            <p:nvPr/>
          </p:nvSpPr>
          <p:spPr>
            <a:xfrm>
              <a:off x="4233788" y="4484095"/>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4" y="0"/>
                    <a:pt x="21600" y="1706"/>
                    <a:pt x="21600" y="3792"/>
                  </a:cubicBezTo>
                  <a:lnTo>
                    <a:pt x="21600" y="17808"/>
                  </a:lnTo>
                  <a:cubicBezTo>
                    <a:pt x="21600" y="19894"/>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8" name="Shape 9738"/>
            <p:cNvSpPr/>
            <p:nvPr/>
          </p:nvSpPr>
          <p:spPr>
            <a:xfrm>
              <a:off x="3878188" y="4484095"/>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7" y="21600"/>
                    <a:pt x="0" y="19894"/>
                    <a:pt x="0" y="17808"/>
                  </a:cubicBezTo>
                  <a:lnTo>
                    <a:pt x="0" y="3792"/>
                  </a:lnTo>
                  <a:cubicBezTo>
                    <a:pt x="0" y="1706"/>
                    <a:pt x="1737" y="0"/>
                    <a:pt x="3859" y="0"/>
                  </a:cubicBezTo>
                  <a:lnTo>
                    <a:pt x="17742" y="0"/>
                  </a:lnTo>
                  <a:cubicBezTo>
                    <a:pt x="19864" y="0"/>
                    <a:pt x="21600" y="1706"/>
                    <a:pt x="21600" y="3792"/>
                  </a:cubicBezTo>
                  <a:lnTo>
                    <a:pt x="21600" y="17808"/>
                  </a:lnTo>
                  <a:cubicBezTo>
                    <a:pt x="21600" y="19894"/>
                    <a:pt x="19864"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39" name="Shape 9739"/>
            <p:cNvSpPr/>
            <p:nvPr/>
          </p:nvSpPr>
          <p:spPr>
            <a:xfrm>
              <a:off x="3522588" y="4484095"/>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7" y="21600"/>
                    <a:pt x="0" y="19894"/>
                    <a:pt x="0" y="17808"/>
                  </a:cubicBezTo>
                  <a:lnTo>
                    <a:pt x="0" y="3792"/>
                  </a:lnTo>
                  <a:cubicBezTo>
                    <a:pt x="0" y="1706"/>
                    <a:pt x="1737" y="0"/>
                    <a:pt x="3859" y="0"/>
                  </a:cubicBezTo>
                  <a:lnTo>
                    <a:pt x="17742" y="0"/>
                  </a:lnTo>
                  <a:cubicBezTo>
                    <a:pt x="19863" y="0"/>
                    <a:pt x="21600" y="1706"/>
                    <a:pt x="21600" y="3792"/>
                  </a:cubicBezTo>
                  <a:lnTo>
                    <a:pt x="21600" y="17808"/>
                  </a:lnTo>
                  <a:cubicBezTo>
                    <a:pt x="21600" y="19894"/>
                    <a:pt x="19863"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0" name="Shape 9740"/>
            <p:cNvSpPr/>
            <p:nvPr/>
          </p:nvSpPr>
          <p:spPr>
            <a:xfrm>
              <a:off x="3166988" y="4484095"/>
              <a:ext cx="2857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7" y="21600"/>
                    <a:pt x="0" y="19894"/>
                    <a:pt x="0" y="17808"/>
                  </a:cubicBezTo>
                  <a:lnTo>
                    <a:pt x="0" y="3792"/>
                  </a:lnTo>
                  <a:cubicBezTo>
                    <a:pt x="0" y="1706"/>
                    <a:pt x="1737" y="0"/>
                    <a:pt x="3859" y="0"/>
                  </a:cubicBezTo>
                  <a:lnTo>
                    <a:pt x="17742" y="0"/>
                  </a:lnTo>
                  <a:cubicBezTo>
                    <a:pt x="19863" y="0"/>
                    <a:pt x="21600" y="1706"/>
                    <a:pt x="21600" y="3792"/>
                  </a:cubicBezTo>
                  <a:lnTo>
                    <a:pt x="21600" y="17808"/>
                  </a:lnTo>
                  <a:cubicBezTo>
                    <a:pt x="21600" y="19894"/>
                    <a:pt x="19863"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1" name="Shape 9741"/>
            <p:cNvSpPr/>
            <p:nvPr/>
          </p:nvSpPr>
          <p:spPr>
            <a:xfrm>
              <a:off x="2809800" y="4484095"/>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8" y="21600"/>
                  </a:lnTo>
                  <a:cubicBezTo>
                    <a:pt x="1737" y="21600"/>
                    <a:pt x="0" y="19894"/>
                    <a:pt x="0" y="17808"/>
                  </a:cubicBezTo>
                  <a:lnTo>
                    <a:pt x="0" y="3792"/>
                  </a:lnTo>
                  <a:cubicBezTo>
                    <a:pt x="0" y="1706"/>
                    <a:pt x="1737" y="0"/>
                    <a:pt x="3858" y="0"/>
                  </a:cubicBezTo>
                  <a:lnTo>
                    <a:pt x="17742" y="0"/>
                  </a:lnTo>
                  <a:cubicBezTo>
                    <a:pt x="19863" y="0"/>
                    <a:pt x="21600" y="1706"/>
                    <a:pt x="21600" y="3792"/>
                  </a:cubicBezTo>
                  <a:lnTo>
                    <a:pt x="21600" y="17808"/>
                  </a:lnTo>
                  <a:cubicBezTo>
                    <a:pt x="21600" y="19894"/>
                    <a:pt x="19863"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2" name="Shape 9742"/>
            <p:cNvSpPr/>
            <p:nvPr/>
          </p:nvSpPr>
          <p:spPr>
            <a:xfrm>
              <a:off x="2454200" y="4484095"/>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3" name="Shape 9743"/>
            <p:cNvSpPr/>
            <p:nvPr/>
          </p:nvSpPr>
          <p:spPr>
            <a:xfrm>
              <a:off x="2098600" y="4484095"/>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4" name="Shape 9744"/>
            <p:cNvSpPr/>
            <p:nvPr/>
          </p:nvSpPr>
          <p:spPr>
            <a:xfrm>
              <a:off x="1741413" y="4484095"/>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5" name="Shape 9745"/>
            <p:cNvSpPr/>
            <p:nvPr/>
          </p:nvSpPr>
          <p:spPr>
            <a:xfrm>
              <a:off x="5546651" y="4145882"/>
              <a:ext cx="287338"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6" y="21600"/>
                    <a:pt x="0" y="19894"/>
                    <a:pt x="0" y="17808"/>
                  </a:cubicBezTo>
                  <a:lnTo>
                    <a:pt x="0" y="3792"/>
                  </a:lnTo>
                  <a:cubicBezTo>
                    <a:pt x="0" y="1706"/>
                    <a:pt x="1736" y="0"/>
                    <a:pt x="3858"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6" name="Shape 9746"/>
            <p:cNvSpPr/>
            <p:nvPr/>
          </p:nvSpPr>
          <p:spPr>
            <a:xfrm>
              <a:off x="5191051" y="4145882"/>
              <a:ext cx="285751"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6" y="21600"/>
                    <a:pt x="0" y="19894"/>
                    <a:pt x="0" y="17808"/>
                  </a:cubicBezTo>
                  <a:lnTo>
                    <a:pt x="0" y="3792"/>
                  </a:lnTo>
                  <a:cubicBezTo>
                    <a:pt x="0" y="1706"/>
                    <a:pt x="1736" y="0"/>
                    <a:pt x="3858"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7" name="Shape 9747"/>
            <p:cNvSpPr/>
            <p:nvPr/>
          </p:nvSpPr>
          <p:spPr>
            <a:xfrm>
              <a:off x="4833863" y="4145882"/>
              <a:ext cx="287339"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8" name="Shape 9748"/>
            <p:cNvSpPr/>
            <p:nvPr/>
          </p:nvSpPr>
          <p:spPr>
            <a:xfrm>
              <a:off x="4478263" y="4145882"/>
              <a:ext cx="287338"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6" y="21600"/>
                    <a:pt x="0" y="19894"/>
                    <a:pt x="0" y="17808"/>
                  </a:cubicBezTo>
                  <a:lnTo>
                    <a:pt x="0" y="3792"/>
                  </a:lnTo>
                  <a:cubicBezTo>
                    <a:pt x="0" y="1706"/>
                    <a:pt x="1736" y="0"/>
                    <a:pt x="3858"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49" name="Shape 9749"/>
            <p:cNvSpPr/>
            <p:nvPr/>
          </p:nvSpPr>
          <p:spPr>
            <a:xfrm>
              <a:off x="4122663" y="4145882"/>
              <a:ext cx="285751"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19894"/>
                    <a:pt x="0" y="17808"/>
                  </a:cubicBezTo>
                  <a:lnTo>
                    <a:pt x="0" y="3792"/>
                  </a:lnTo>
                  <a:cubicBezTo>
                    <a:pt x="0" y="1706"/>
                    <a:pt x="1736" y="0"/>
                    <a:pt x="3859" y="0"/>
                  </a:cubicBezTo>
                  <a:lnTo>
                    <a:pt x="17741" y="0"/>
                  </a:lnTo>
                  <a:cubicBezTo>
                    <a:pt x="19864" y="0"/>
                    <a:pt x="21600" y="1706"/>
                    <a:pt x="21600" y="3792"/>
                  </a:cubicBezTo>
                  <a:lnTo>
                    <a:pt x="21600" y="17808"/>
                  </a:lnTo>
                  <a:cubicBezTo>
                    <a:pt x="21600" y="19894"/>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0" name="Shape 9750"/>
            <p:cNvSpPr/>
            <p:nvPr/>
          </p:nvSpPr>
          <p:spPr>
            <a:xfrm>
              <a:off x="3765475" y="4145882"/>
              <a:ext cx="287339"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4" y="0"/>
                    <a:pt x="21600" y="1706"/>
                    <a:pt x="21600" y="3792"/>
                  </a:cubicBezTo>
                  <a:lnTo>
                    <a:pt x="21600" y="17808"/>
                  </a:lnTo>
                  <a:cubicBezTo>
                    <a:pt x="21600" y="19894"/>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1" name="Shape 9751"/>
            <p:cNvSpPr/>
            <p:nvPr/>
          </p:nvSpPr>
          <p:spPr>
            <a:xfrm>
              <a:off x="3409875" y="4145882"/>
              <a:ext cx="287339"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2" name="Shape 9752"/>
            <p:cNvSpPr/>
            <p:nvPr/>
          </p:nvSpPr>
          <p:spPr>
            <a:xfrm>
              <a:off x="3073325" y="4145882"/>
              <a:ext cx="285751"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3" name="Shape 9753"/>
            <p:cNvSpPr/>
            <p:nvPr/>
          </p:nvSpPr>
          <p:spPr>
            <a:xfrm>
              <a:off x="2716138" y="4145882"/>
              <a:ext cx="287338" cy="2937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8" y="21600"/>
                  </a:lnTo>
                  <a:cubicBezTo>
                    <a:pt x="1737" y="21600"/>
                    <a:pt x="0" y="19894"/>
                    <a:pt x="0" y="17808"/>
                  </a:cubicBezTo>
                  <a:lnTo>
                    <a:pt x="0" y="3792"/>
                  </a:lnTo>
                  <a:cubicBezTo>
                    <a:pt x="0" y="1706"/>
                    <a:pt x="1737" y="0"/>
                    <a:pt x="3858" y="0"/>
                  </a:cubicBezTo>
                  <a:lnTo>
                    <a:pt x="17742" y="0"/>
                  </a:lnTo>
                  <a:cubicBezTo>
                    <a:pt x="19863" y="0"/>
                    <a:pt x="21600" y="1706"/>
                    <a:pt x="21600" y="3792"/>
                  </a:cubicBezTo>
                  <a:lnTo>
                    <a:pt x="21600" y="17808"/>
                  </a:lnTo>
                  <a:cubicBezTo>
                    <a:pt x="21600" y="19894"/>
                    <a:pt x="19863"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4" name="Shape 9754"/>
            <p:cNvSpPr/>
            <p:nvPr/>
          </p:nvSpPr>
          <p:spPr>
            <a:xfrm>
              <a:off x="2360538" y="4145882"/>
              <a:ext cx="287338" cy="2937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5" name="Shape 9755"/>
            <p:cNvSpPr/>
            <p:nvPr/>
          </p:nvSpPr>
          <p:spPr>
            <a:xfrm>
              <a:off x="2004938" y="4145882"/>
              <a:ext cx="287338" cy="29375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7" y="21600"/>
                    <a:pt x="0" y="19894"/>
                    <a:pt x="0" y="17808"/>
                  </a:cubicBezTo>
                  <a:lnTo>
                    <a:pt x="0" y="3792"/>
                  </a:lnTo>
                  <a:cubicBezTo>
                    <a:pt x="0" y="1706"/>
                    <a:pt x="1737" y="0"/>
                    <a:pt x="3858"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6" name="Shape 9756"/>
            <p:cNvSpPr/>
            <p:nvPr/>
          </p:nvSpPr>
          <p:spPr>
            <a:xfrm>
              <a:off x="5359326" y="3809257"/>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4" y="0"/>
                    <a:pt x="21600" y="1707"/>
                    <a:pt x="21600" y="3792"/>
                  </a:cubicBezTo>
                  <a:lnTo>
                    <a:pt x="21600" y="17808"/>
                  </a:lnTo>
                  <a:cubicBezTo>
                    <a:pt x="21600" y="19894"/>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7" name="Shape 9757"/>
            <p:cNvSpPr/>
            <p:nvPr/>
          </p:nvSpPr>
          <p:spPr>
            <a:xfrm>
              <a:off x="5002138" y="3809257"/>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7" y="21600"/>
                    <a:pt x="0" y="19894"/>
                    <a:pt x="0" y="17808"/>
                  </a:cubicBezTo>
                  <a:lnTo>
                    <a:pt x="0" y="3792"/>
                  </a:lnTo>
                  <a:cubicBezTo>
                    <a:pt x="0" y="1707"/>
                    <a:pt x="1737" y="0"/>
                    <a:pt x="3859" y="0"/>
                  </a:cubicBezTo>
                  <a:lnTo>
                    <a:pt x="17742" y="0"/>
                  </a:lnTo>
                  <a:cubicBezTo>
                    <a:pt x="19864" y="0"/>
                    <a:pt x="21600" y="1707"/>
                    <a:pt x="21600" y="3792"/>
                  </a:cubicBezTo>
                  <a:lnTo>
                    <a:pt x="21600" y="17808"/>
                  </a:lnTo>
                  <a:cubicBezTo>
                    <a:pt x="21600" y="19894"/>
                    <a:pt x="19864"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8" name="Shape 9758"/>
            <p:cNvSpPr/>
            <p:nvPr/>
          </p:nvSpPr>
          <p:spPr>
            <a:xfrm>
              <a:off x="4646538" y="3809257"/>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3" y="0"/>
                    <a:pt x="21600" y="1707"/>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59" name="Shape 9759"/>
            <p:cNvSpPr/>
            <p:nvPr/>
          </p:nvSpPr>
          <p:spPr>
            <a:xfrm>
              <a:off x="4290938" y="3809257"/>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3" y="0"/>
                    <a:pt x="21600" y="1707"/>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0" name="Shape 9760"/>
            <p:cNvSpPr/>
            <p:nvPr/>
          </p:nvSpPr>
          <p:spPr>
            <a:xfrm>
              <a:off x="3935338" y="3809257"/>
              <a:ext cx="2857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3" y="0"/>
                    <a:pt x="21600" y="1707"/>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1" name="Shape 9761"/>
            <p:cNvSpPr/>
            <p:nvPr/>
          </p:nvSpPr>
          <p:spPr>
            <a:xfrm>
              <a:off x="3578150" y="3809257"/>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3" y="0"/>
                    <a:pt x="21600" y="1707"/>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2" name="Shape 9762"/>
            <p:cNvSpPr/>
            <p:nvPr/>
          </p:nvSpPr>
          <p:spPr>
            <a:xfrm>
              <a:off x="3241600" y="3809257"/>
              <a:ext cx="287339"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3" y="0"/>
                    <a:pt x="21600" y="1707"/>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3" name="Shape 9763"/>
            <p:cNvSpPr/>
            <p:nvPr/>
          </p:nvSpPr>
          <p:spPr>
            <a:xfrm>
              <a:off x="2884413" y="3809257"/>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8" y="21600"/>
                  </a:lnTo>
                  <a:cubicBezTo>
                    <a:pt x="1737" y="21600"/>
                    <a:pt x="0" y="19894"/>
                    <a:pt x="0" y="17808"/>
                  </a:cubicBezTo>
                  <a:lnTo>
                    <a:pt x="0" y="3792"/>
                  </a:lnTo>
                  <a:cubicBezTo>
                    <a:pt x="0" y="1707"/>
                    <a:pt x="1737" y="0"/>
                    <a:pt x="3858" y="0"/>
                  </a:cubicBezTo>
                  <a:lnTo>
                    <a:pt x="17742" y="0"/>
                  </a:lnTo>
                  <a:cubicBezTo>
                    <a:pt x="19863" y="0"/>
                    <a:pt x="21600" y="1707"/>
                    <a:pt x="21600" y="3792"/>
                  </a:cubicBezTo>
                  <a:lnTo>
                    <a:pt x="21600" y="17808"/>
                  </a:lnTo>
                  <a:cubicBezTo>
                    <a:pt x="21600" y="19894"/>
                    <a:pt x="19863"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4" name="Shape 9764"/>
            <p:cNvSpPr/>
            <p:nvPr/>
          </p:nvSpPr>
          <p:spPr>
            <a:xfrm>
              <a:off x="2528813" y="3809258"/>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7" y="21600"/>
                    <a:pt x="0" y="19894"/>
                    <a:pt x="0" y="17808"/>
                  </a:cubicBezTo>
                  <a:lnTo>
                    <a:pt x="0" y="3792"/>
                  </a:lnTo>
                  <a:cubicBezTo>
                    <a:pt x="0" y="1707"/>
                    <a:pt x="1737" y="0"/>
                    <a:pt x="3859" y="0"/>
                  </a:cubicBezTo>
                  <a:lnTo>
                    <a:pt x="17742" y="0"/>
                  </a:lnTo>
                  <a:cubicBezTo>
                    <a:pt x="19864" y="0"/>
                    <a:pt x="21600" y="1707"/>
                    <a:pt x="21600" y="3792"/>
                  </a:cubicBezTo>
                  <a:lnTo>
                    <a:pt x="21600" y="17808"/>
                  </a:lnTo>
                  <a:cubicBezTo>
                    <a:pt x="21600" y="19894"/>
                    <a:pt x="19864"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5" name="Shape 9765"/>
            <p:cNvSpPr/>
            <p:nvPr/>
          </p:nvSpPr>
          <p:spPr>
            <a:xfrm>
              <a:off x="2173213" y="3809258"/>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7"/>
                    <a:pt x="1737" y="0"/>
                    <a:pt x="3859" y="0"/>
                  </a:cubicBezTo>
                  <a:lnTo>
                    <a:pt x="17741" y="0"/>
                  </a:lnTo>
                  <a:cubicBezTo>
                    <a:pt x="19863" y="0"/>
                    <a:pt x="21600" y="1707"/>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6" name="Shape 9766"/>
            <p:cNvSpPr/>
            <p:nvPr/>
          </p:nvSpPr>
          <p:spPr>
            <a:xfrm>
              <a:off x="1666800" y="3809257"/>
              <a:ext cx="4381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26" y="21600"/>
                  </a:moveTo>
                  <a:lnTo>
                    <a:pt x="2574" y="21600"/>
                  </a:lnTo>
                  <a:cubicBezTo>
                    <a:pt x="1158" y="21600"/>
                    <a:pt x="0" y="19864"/>
                    <a:pt x="0" y="17742"/>
                  </a:cubicBezTo>
                  <a:lnTo>
                    <a:pt x="0" y="3860"/>
                  </a:lnTo>
                  <a:cubicBezTo>
                    <a:pt x="0" y="1737"/>
                    <a:pt x="1158" y="0"/>
                    <a:pt x="2574" y="0"/>
                  </a:cubicBezTo>
                  <a:lnTo>
                    <a:pt x="19026" y="0"/>
                  </a:lnTo>
                  <a:cubicBezTo>
                    <a:pt x="20442" y="0"/>
                    <a:pt x="21600" y="1737"/>
                    <a:pt x="21600" y="3860"/>
                  </a:cubicBezTo>
                  <a:lnTo>
                    <a:pt x="21600" y="17742"/>
                  </a:lnTo>
                  <a:cubicBezTo>
                    <a:pt x="21600" y="19864"/>
                    <a:pt x="20442" y="21600"/>
                    <a:pt x="19026"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7" name="Shape 9767"/>
            <p:cNvSpPr/>
            <p:nvPr/>
          </p:nvSpPr>
          <p:spPr>
            <a:xfrm>
              <a:off x="5714926" y="3471045"/>
              <a:ext cx="287338"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9" y="21600"/>
                  </a:lnTo>
                  <a:cubicBezTo>
                    <a:pt x="1737" y="21600"/>
                    <a:pt x="0" y="19894"/>
                    <a:pt x="0" y="17808"/>
                  </a:cubicBezTo>
                  <a:lnTo>
                    <a:pt x="0" y="3792"/>
                  </a:lnTo>
                  <a:cubicBezTo>
                    <a:pt x="0" y="1706"/>
                    <a:pt x="1737" y="0"/>
                    <a:pt x="3859" y="0"/>
                  </a:cubicBezTo>
                  <a:lnTo>
                    <a:pt x="17742" y="0"/>
                  </a:lnTo>
                  <a:cubicBezTo>
                    <a:pt x="19864" y="0"/>
                    <a:pt x="21600" y="1706"/>
                    <a:pt x="21600" y="3792"/>
                  </a:cubicBezTo>
                  <a:lnTo>
                    <a:pt x="21600" y="17808"/>
                  </a:lnTo>
                  <a:cubicBezTo>
                    <a:pt x="21600" y="19894"/>
                    <a:pt x="19864"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8" name="Shape 9768"/>
            <p:cNvSpPr/>
            <p:nvPr/>
          </p:nvSpPr>
          <p:spPr>
            <a:xfrm>
              <a:off x="5359326" y="3471045"/>
              <a:ext cx="287338"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69" name="Shape 9769"/>
            <p:cNvSpPr/>
            <p:nvPr/>
          </p:nvSpPr>
          <p:spPr>
            <a:xfrm>
              <a:off x="5002138" y="3471045"/>
              <a:ext cx="287339"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0" name="Shape 9770"/>
            <p:cNvSpPr/>
            <p:nvPr/>
          </p:nvSpPr>
          <p:spPr>
            <a:xfrm>
              <a:off x="4646538" y="3471045"/>
              <a:ext cx="287338"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1" name="Shape 9771"/>
            <p:cNvSpPr/>
            <p:nvPr/>
          </p:nvSpPr>
          <p:spPr>
            <a:xfrm>
              <a:off x="4309988" y="3471045"/>
              <a:ext cx="287338"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2" name="Shape 9772"/>
            <p:cNvSpPr/>
            <p:nvPr/>
          </p:nvSpPr>
          <p:spPr>
            <a:xfrm>
              <a:off x="3952800" y="3471045"/>
              <a:ext cx="287339"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6" y="21600"/>
                    <a:pt x="0" y="19894"/>
                    <a:pt x="0" y="17808"/>
                  </a:cubicBezTo>
                  <a:lnTo>
                    <a:pt x="0" y="3792"/>
                  </a:lnTo>
                  <a:cubicBezTo>
                    <a:pt x="0" y="1706"/>
                    <a:pt x="1736" y="0"/>
                    <a:pt x="3858"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3" name="Shape 9773"/>
            <p:cNvSpPr/>
            <p:nvPr/>
          </p:nvSpPr>
          <p:spPr>
            <a:xfrm>
              <a:off x="3597200" y="3471045"/>
              <a:ext cx="287339"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8" y="21600"/>
                  </a:lnTo>
                  <a:cubicBezTo>
                    <a:pt x="1736" y="21600"/>
                    <a:pt x="0" y="19894"/>
                    <a:pt x="0" y="17808"/>
                  </a:cubicBezTo>
                  <a:lnTo>
                    <a:pt x="0" y="3792"/>
                  </a:lnTo>
                  <a:cubicBezTo>
                    <a:pt x="0" y="1706"/>
                    <a:pt x="1736" y="0"/>
                    <a:pt x="3858" y="0"/>
                  </a:cubicBezTo>
                  <a:lnTo>
                    <a:pt x="17741" y="0"/>
                  </a:lnTo>
                  <a:cubicBezTo>
                    <a:pt x="19864" y="0"/>
                    <a:pt x="21600" y="1706"/>
                    <a:pt x="21600" y="3792"/>
                  </a:cubicBezTo>
                  <a:lnTo>
                    <a:pt x="21600" y="17808"/>
                  </a:lnTo>
                  <a:cubicBezTo>
                    <a:pt x="21600" y="19894"/>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4" name="Shape 9774"/>
            <p:cNvSpPr/>
            <p:nvPr/>
          </p:nvSpPr>
          <p:spPr>
            <a:xfrm>
              <a:off x="3241600" y="3471045"/>
              <a:ext cx="287339"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2" y="21600"/>
                  </a:moveTo>
                  <a:lnTo>
                    <a:pt x="3858" y="21600"/>
                  </a:lnTo>
                  <a:cubicBezTo>
                    <a:pt x="1737" y="21600"/>
                    <a:pt x="0" y="19894"/>
                    <a:pt x="0" y="17808"/>
                  </a:cubicBezTo>
                  <a:lnTo>
                    <a:pt x="0" y="3792"/>
                  </a:lnTo>
                  <a:cubicBezTo>
                    <a:pt x="0" y="1706"/>
                    <a:pt x="1737" y="0"/>
                    <a:pt x="3858" y="0"/>
                  </a:cubicBezTo>
                  <a:lnTo>
                    <a:pt x="17742" y="0"/>
                  </a:lnTo>
                  <a:cubicBezTo>
                    <a:pt x="19863" y="0"/>
                    <a:pt x="21600" y="1706"/>
                    <a:pt x="21600" y="3792"/>
                  </a:cubicBezTo>
                  <a:lnTo>
                    <a:pt x="21600" y="17808"/>
                  </a:lnTo>
                  <a:cubicBezTo>
                    <a:pt x="21600" y="19894"/>
                    <a:pt x="19863" y="21600"/>
                    <a:pt x="1774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5" name="Shape 9775"/>
            <p:cNvSpPr/>
            <p:nvPr/>
          </p:nvSpPr>
          <p:spPr>
            <a:xfrm>
              <a:off x="2884413" y="3471045"/>
              <a:ext cx="287338"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6" name="Shape 9776"/>
            <p:cNvSpPr/>
            <p:nvPr/>
          </p:nvSpPr>
          <p:spPr>
            <a:xfrm>
              <a:off x="2528813" y="3471045"/>
              <a:ext cx="287338"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7" y="21600"/>
                    <a:pt x="0" y="19894"/>
                    <a:pt x="0" y="17808"/>
                  </a:cubicBezTo>
                  <a:lnTo>
                    <a:pt x="0" y="3792"/>
                  </a:lnTo>
                  <a:cubicBezTo>
                    <a:pt x="0" y="1706"/>
                    <a:pt x="1737" y="0"/>
                    <a:pt x="3859" y="0"/>
                  </a:cubicBezTo>
                  <a:lnTo>
                    <a:pt x="17741" y="0"/>
                  </a:lnTo>
                  <a:cubicBezTo>
                    <a:pt x="19863" y="0"/>
                    <a:pt x="21600" y="1706"/>
                    <a:pt x="21600" y="3792"/>
                  </a:cubicBezTo>
                  <a:lnTo>
                    <a:pt x="21600" y="17808"/>
                  </a:lnTo>
                  <a:cubicBezTo>
                    <a:pt x="21600" y="19894"/>
                    <a:pt x="19863"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7" name="Shape 9777"/>
            <p:cNvSpPr/>
            <p:nvPr/>
          </p:nvSpPr>
          <p:spPr>
            <a:xfrm>
              <a:off x="2022400" y="3471045"/>
              <a:ext cx="438151" cy="29216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026" y="21600"/>
                  </a:moveTo>
                  <a:lnTo>
                    <a:pt x="2574" y="21600"/>
                  </a:lnTo>
                  <a:cubicBezTo>
                    <a:pt x="1158" y="21600"/>
                    <a:pt x="0" y="19863"/>
                    <a:pt x="0" y="17740"/>
                  </a:cubicBezTo>
                  <a:lnTo>
                    <a:pt x="0" y="3860"/>
                  </a:lnTo>
                  <a:cubicBezTo>
                    <a:pt x="0" y="1737"/>
                    <a:pt x="1158" y="0"/>
                    <a:pt x="2574" y="0"/>
                  </a:cubicBezTo>
                  <a:lnTo>
                    <a:pt x="19026" y="0"/>
                  </a:lnTo>
                  <a:cubicBezTo>
                    <a:pt x="20442" y="0"/>
                    <a:pt x="21600" y="1737"/>
                    <a:pt x="21600" y="3860"/>
                  </a:cubicBezTo>
                  <a:lnTo>
                    <a:pt x="21600" y="17740"/>
                  </a:lnTo>
                  <a:cubicBezTo>
                    <a:pt x="21600" y="19863"/>
                    <a:pt x="20442" y="21600"/>
                    <a:pt x="19026"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8" name="Shape 9778"/>
            <p:cNvSpPr/>
            <p:nvPr/>
          </p:nvSpPr>
          <p:spPr>
            <a:xfrm>
              <a:off x="1666800" y="3471045"/>
              <a:ext cx="273051" cy="29216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741" y="21600"/>
                  </a:moveTo>
                  <a:lnTo>
                    <a:pt x="3859" y="21600"/>
                  </a:lnTo>
                  <a:cubicBezTo>
                    <a:pt x="1736" y="21600"/>
                    <a:pt x="0" y="19977"/>
                    <a:pt x="0" y="17992"/>
                  </a:cubicBezTo>
                  <a:lnTo>
                    <a:pt x="0" y="3607"/>
                  </a:lnTo>
                  <a:cubicBezTo>
                    <a:pt x="0" y="1623"/>
                    <a:pt x="1736" y="0"/>
                    <a:pt x="3859" y="0"/>
                  </a:cubicBezTo>
                  <a:lnTo>
                    <a:pt x="17741" y="0"/>
                  </a:lnTo>
                  <a:cubicBezTo>
                    <a:pt x="19864" y="0"/>
                    <a:pt x="21600" y="1623"/>
                    <a:pt x="21600" y="3607"/>
                  </a:cubicBezTo>
                  <a:lnTo>
                    <a:pt x="21600" y="17992"/>
                  </a:lnTo>
                  <a:cubicBezTo>
                    <a:pt x="21600" y="19977"/>
                    <a:pt x="19864" y="21600"/>
                    <a:pt x="17741"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79" name="Shape 9779"/>
            <p:cNvSpPr/>
            <p:nvPr/>
          </p:nvSpPr>
          <p:spPr>
            <a:xfrm>
              <a:off x="2773288" y="2232520"/>
              <a:ext cx="1943101" cy="9892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032" y="21600"/>
                  </a:moveTo>
                  <a:lnTo>
                    <a:pt x="568" y="21600"/>
                  </a:lnTo>
                  <a:cubicBezTo>
                    <a:pt x="255" y="21600"/>
                    <a:pt x="0" y="21098"/>
                    <a:pt x="0" y="20483"/>
                  </a:cubicBezTo>
                  <a:lnTo>
                    <a:pt x="0" y="1117"/>
                  </a:lnTo>
                  <a:cubicBezTo>
                    <a:pt x="0" y="502"/>
                    <a:pt x="255" y="0"/>
                    <a:pt x="568" y="0"/>
                  </a:cubicBezTo>
                  <a:lnTo>
                    <a:pt x="21032" y="0"/>
                  </a:lnTo>
                  <a:cubicBezTo>
                    <a:pt x="21345" y="0"/>
                    <a:pt x="21600" y="502"/>
                    <a:pt x="21600" y="1117"/>
                  </a:cubicBezTo>
                  <a:lnTo>
                    <a:pt x="21600" y="20483"/>
                  </a:lnTo>
                  <a:cubicBezTo>
                    <a:pt x="21600" y="21098"/>
                    <a:pt x="21345" y="21600"/>
                    <a:pt x="21032"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0" name="Shape 9780"/>
            <p:cNvSpPr/>
            <p:nvPr/>
          </p:nvSpPr>
          <p:spPr>
            <a:xfrm>
              <a:off x="3765475" y="1951470"/>
              <a:ext cx="938214" cy="204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56" y="21600"/>
                  </a:moveTo>
                  <a:lnTo>
                    <a:pt x="244" y="21600"/>
                  </a:lnTo>
                  <a:cubicBezTo>
                    <a:pt x="109" y="21600"/>
                    <a:pt x="0" y="21099"/>
                    <a:pt x="0" y="20484"/>
                  </a:cubicBezTo>
                  <a:lnTo>
                    <a:pt x="0" y="1116"/>
                  </a:lnTo>
                  <a:cubicBezTo>
                    <a:pt x="0" y="503"/>
                    <a:pt x="109" y="0"/>
                    <a:pt x="244" y="0"/>
                  </a:cubicBezTo>
                  <a:lnTo>
                    <a:pt x="21356" y="0"/>
                  </a:lnTo>
                  <a:cubicBezTo>
                    <a:pt x="21490" y="0"/>
                    <a:pt x="21600" y="503"/>
                    <a:pt x="21600" y="1116"/>
                  </a:cubicBezTo>
                  <a:lnTo>
                    <a:pt x="21600" y="20484"/>
                  </a:lnTo>
                  <a:cubicBezTo>
                    <a:pt x="21600" y="21099"/>
                    <a:pt x="21490" y="21600"/>
                    <a:pt x="21356"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1" name="Shape 9781"/>
            <p:cNvSpPr/>
            <p:nvPr/>
          </p:nvSpPr>
          <p:spPr>
            <a:xfrm>
              <a:off x="2773288" y="1951470"/>
              <a:ext cx="936626" cy="2048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356" y="21600"/>
                  </a:moveTo>
                  <a:lnTo>
                    <a:pt x="244" y="21600"/>
                  </a:lnTo>
                  <a:cubicBezTo>
                    <a:pt x="109" y="21600"/>
                    <a:pt x="0" y="21099"/>
                    <a:pt x="0" y="20484"/>
                  </a:cubicBezTo>
                  <a:lnTo>
                    <a:pt x="0" y="1116"/>
                  </a:lnTo>
                  <a:cubicBezTo>
                    <a:pt x="0" y="503"/>
                    <a:pt x="109" y="0"/>
                    <a:pt x="244" y="0"/>
                  </a:cubicBezTo>
                  <a:lnTo>
                    <a:pt x="21356" y="0"/>
                  </a:lnTo>
                  <a:cubicBezTo>
                    <a:pt x="21491" y="0"/>
                    <a:pt x="21600" y="503"/>
                    <a:pt x="21600" y="1116"/>
                  </a:cubicBezTo>
                  <a:lnTo>
                    <a:pt x="21600" y="20484"/>
                  </a:lnTo>
                  <a:cubicBezTo>
                    <a:pt x="21600" y="21099"/>
                    <a:pt x="21491" y="21600"/>
                    <a:pt x="21356" y="21600"/>
                  </a:cubicBezTo>
                  <a:close/>
                </a:path>
              </a:pathLst>
            </a:custGeom>
            <a:solidFill>
              <a:srgbClr val="D6D6D6"/>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2" name="Shape 9782"/>
            <p:cNvSpPr/>
            <p:nvPr/>
          </p:nvSpPr>
          <p:spPr>
            <a:xfrm>
              <a:off x="392038" y="6154515"/>
              <a:ext cx="6711952" cy="7161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1396" y="0"/>
                  </a:lnTo>
                  <a:lnTo>
                    <a:pt x="0" y="21600"/>
                  </a:lnTo>
                  <a:lnTo>
                    <a:pt x="21600" y="21600"/>
                  </a:lnTo>
                  <a:close/>
                </a:path>
              </a:pathLst>
            </a:custGeom>
            <a:solidFill>
              <a:srgbClr val="60606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3" name="Shape 9783"/>
            <p:cNvSpPr/>
            <p:nvPr/>
          </p:nvSpPr>
          <p:spPr>
            <a:xfrm>
              <a:off x="5152951" y="730411"/>
              <a:ext cx="915988" cy="12782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35" y="21600"/>
                  </a:moveTo>
                  <a:lnTo>
                    <a:pt x="0" y="21567"/>
                  </a:lnTo>
                  <a:lnTo>
                    <a:pt x="65" y="0"/>
                  </a:lnTo>
                  <a:lnTo>
                    <a:pt x="21600" y="33"/>
                  </a:lnTo>
                  <a:lnTo>
                    <a:pt x="21535" y="21600"/>
                  </a:lnTo>
                  <a:close/>
                </a:path>
              </a:pathLst>
            </a:custGeom>
            <a:solidFill>
              <a:srgbClr val="F5D4B7"/>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4" name="Shape 9784"/>
            <p:cNvSpPr/>
            <p:nvPr/>
          </p:nvSpPr>
          <p:spPr>
            <a:xfrm>
              <a:off x="4384600" y="1651372"/>
              <a:ext cx="2119326" cy="2666005"/>
            </a:xfrm>
            <a:custGeom>
              <a:avLst/>
              <a:gdLst/>
              <a:ahLst/>
              <a:cxnLst>
                <a:cxn ang="0">
                  <a:pos x="wd2" y="hd2"/>
                </a:cxn>
                <a:cxn ang="5400000">
                  <a:pos x="wd2" y="hd2"/>
                </a:cxn>
                <a:cxn ang="10800000">
                  <a:pos x="wd2" y="hd2"/>
                </a:cxn>
                <a:cxn ang="16200000">
                  <a:pos x="wd2" y="hd2"/>
                </a:cxn>
              </a:cxnLst>
              <a:rect l="0" t="0" r="r" b="b"/>
              <a:pathLst>
                <a:path w="21196" h="21011" fill="norm" stroke="1" extrusionOk="0">
                  <a:moveTo>
                    <a:pt x="6957" y="9865"/>
                  </a:moveTo>
                  <a:cubicBezTo>
                    <a:pt x="6979" y="9011"/>
                    <a:pt x="6978" y="7975"/>
                    <a:pt x="6990" y="6750"/>
                  </a:cubicBezTo>
                  <a:lnTo>
                    <a:pt x="3919" y="10473"/>
                  </a:lnTo>
                  <a:cubicBezTo>
                    <a:pt x="2621" y="12048"/>
                    <a:pt x="730" y="11297"/>
                    <a:pt x="0" y="10581"/>
                  </a:cubicBezTo>
                  <a:lnTo>
                    <a:pt x="6074" y="1868"/>
                  </a:lnTo>
                  <a:cubicBezTo>
                    <a:pt x="6921" y="654"/>
                    <a:pt x="9446" y="52"/>
                    <a:pt x="11878" y="3"/>
                  </a:cubicBezTo>
                  <a:cubicBezTo>
                    <a:pt x="16905" y="-100"/>
                    <a:pt x="19970" y="2487"/>
                    <a:pt x="20049" y="7926"/>
                  </a:cubicBezTo>
                  <a:lnTo>
                    <a:pt x="21153" y="12103"/>
                  </a:lnTo>
                  <a:cubicBezTo>
                    <a:pt x="21600" y="13867"/>
                    <a:pt x="18434" y="14347"/>
                    <a:pt x="18001" y="12563"/>
                  </a:cubicBezTo>
                  <a:lnTo>
                    <a:pt x="17575" y="10807"/>
                  </a:lnTo>
                  <a:cubicBezTo>
                    <a:pt x="17485" y="10899"/>
                    <a:pt x="17345" y="10990"/>
                    <a:pt x="17212" y="11067"/>
                  </a:cubicBezTo>
                  <a:lnTo>
                    <a:pt x="17590" y="14580"/>
                  </a:lnTo>
                  <a:cubicBezTo>
                    <a:pt x="17809" y="16390"/>
                    <a:pt x="14608" y="16401"/>
                    <a:pt x="14408" y="14881"/>
                  </a:cubicBezTo>
                  <a:lnTo>
                    <a:pt x="14025" y="11972"/>
                  </a:lnTo>
                  <a:cubicBezTo>
                    <a:pt x="13932" y="11989"/>
                    <a:pt x="13740" y="11991"/>
                    <a:pt x="13671" y="11993"/>
                  </a:cubicBezTo>
                  <a:lnTo>
                    <a:pt x="13772" y="15709"/>
                  </a:lnTo>
                  <a:cubicBezTo>
                    <a:pt x="13817" y="17384"/>
                    <a:pt x="10605" y="17415"/>
                    <a:pt x="10567" y="15751"/>
                  </a:cubicBezTo>
                  <a:lnTo>
                    <a:pt x="10453" y="11446"/>
                  </a:lnTo>
                  <a:cubicBezTo>
                    <a:pt x="10308" y="11387"/>
                    <a:pt x="10165" y="11324"/>
                    <a:pt x="10027" y="11255"/>
                  </a:cubicBezTo>
                  <a:lnTo>
                    <a:pt x="9124" y="19862"/>
                  </a:lnTo>
                  <a:cubicBezTo>
                    <a:pt x="8953" y="21500"/>
                    <a:pt x="5752" y="21351"/>
                    <a:pt x="5931" y="19643"/>
                  </a:cubicBezTo>
                  <a:lnTo>
                    <a:pt x="6957" y="9865"/>
                  </a:lnTo>
                  <a:close/>
                </a:path>
              </a:pathLst>
            </a:custGeom>
            <a:solidFill>
              <a:srgbClr val="F5D4B7"/>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5" name="Shape 9785"/>
            <p:cNvSpPr/>
            <p:nvPr/>
          </p:nvSpPr>
          <p:spPr>
            <a:xfrm>
              <a:off x="5040238" y="1106732"/>
              <a:ext cx="1120776" cy="3493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86" y="21600"/>
                  </a:moveTo>
                  <a:lnTo>
                    <a:pt x="0" y="21449"/>
                  </a:lnTo>
                  <a:lnTo>
                    <a:pt x="14" y="0"/>
                  </a:lnTo>
                  <a:lnTo>
                    <a:pt x="21600" y="151"/>
                  </a:lnTo>
                  <a:lnTo>
                    <a:pt x="21586" y="21600"/>
                  </a:lnTo>
                  <a:close/>
                </a:path>
              </a:pathLst>
            </a:custGeom>
            <a:solidFill>
              <a:srgbClr val="4E86B1"/>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6" name="Shape 9786"/>
            <p:cNvSpPr/>
            <p:nvPr/>
          </p:nvSpPr>
          <p:spPr>
            <a:xfrm>
              <a:off x="4927524" y="0"/>
              <a:ext cx="1344614" cy="11162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30" y="21543"/>
                  </a:lnTo>
                  <a:lnTo>
                    <a:pt x="21600" y="21600"/>
                  </a:lnTo>
                  <a:lnTo>
                    <a:pt x="21570" y="0"/>
                  </a:lnTo>
                  <a:lnTo>
                    <a:pt x="0" y="0"/>
                  </a:lnTo>
                  <a:close/>
                </a:path>
              </a:pathLst>
            </a:custGeom>
            <a:solidFill>
              <a:srgbClr val="FFD573"/>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7" name="Shape 9787"/>
            <p:cNvSpPr/>
            <p:nvPr/>
          </p:nvSpPr>
          <p:spPr>
            <a:xfrm>
              <a:off x="1647750" y="730412"/>
              <a:ext cx="915989" cy="12782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567"/>
                  </a:moveTo>
                  <a:lnTo>
                    <a:pt x="21535" y="21600"/>
                  </a:lnTo>
                  <a:lnTo>
                    <a:pt x="21600" y="33"/>
                  </a:lnTo>
                  <a:lnTo>
                    <a:pt x="65" y="0"/>
                  </a:lnTo>
                  <a:lnTo>
                    <a:pt x="0" y="21567"/>
                  </a:lnTo>
                  <a:close/>
                </a:path>
              </a:pathLst>
            </a:custGeom>
            <a:solidFill>
              <a:srgbClr val="F5D4B7"/>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8" name="Shape 9788"/>
            <p:cNvSpPr/>
            <p:nvPr/>
          </p:nvSpPr>
          <p:spPr>
            <a:xfrm>
              <a:off x="1104817" y="1632325"/>
              <a:ext cx="2219334" cy="2740605"/>
            </a:xfrm>
            <a:custGeom>
              <a:avLst/>
              <a:gdLst/>
              <a:ahLst/>
              <a:cxnLst>
                <a:cxn ang="0">
                  <a:pos x="wd2" y="hd2"/>
                </a:cxn>
                <a:cxn ang="5400000">
                  <a:pos x="wd2" y="hd2"/>
                </a:cxn>
                <a:cxn ang="10800000">
                  <a:pos x="wd2" y="hd2"/>
                </a:cxn>
                <a:cxn ang="16200000">
                  <a:pos x="wd2" y="hd2"/>
                </a:cxn>
              </a:cxnLst>
              <a:rect l="0" t="0" r="r" b="b"/>
              <a:pathLst>
                <a:path w="21206" h="21060" fill="norm" stroke="1" extrusionOk="0">
                  <a:moveTo>
                    <a:pt x="14584" y="9637"/>
                  </a:moveTo>
                  <a:cubicBezTo>
                    <a:pt x="14568" y="8804"/>
                    <a:pt x="14574" y="7794"/>
                    <a:pt x="14569" y="6600"/>
                  </a:cubicBezTo>
                  <a:lnTo>
                    <a:pt x="17401" y="10041"/>
                  </a:lnTo>
                  <a:cubicBezTo>
                    <a:pt x="18658" y="11568"/>
                    <a:pt x="20618" y="10966"/>
                    <a:pt x="21206" y="10225"/>
                  </a:cubicBezTo>
                  <a:lnTo>
                    <a:pt x="15470" y="1842"/>
                  </a:lnTo>
                  <a:cubicBezTo>
                    <a:pt x="14660" y="659"/>
                    <a:pt x="12258" y="60"/>
                    <a:pt x="9934" y="4"/>
                  </a:cubicBezTo>
                  <a:cubicBezTo>
                    <a:pt x="5132" y="-113"/>
                    <a:pt x="2190" y="2399"/>
                    <a:pt x="2086" y="7702"/>
                  </a:cubicBezTo>
                  <a:lnTo>
                    <a:pt x="43" y="15744"/>
                  </a:lnTo>
                  <a:cubicBezTo>
                    <a:pt x="-394" y="17463"/>
                    <a:pt x="2628" y="17941"/>
                    <a:pt x="3051" y="16203"/>
                  </a:cubicBezTo>
                  <a:lnTo>
                    <a:pt x="4434" y="10520"/>
                  </a:lnTo>
                  <a:cubicBezTo>
                    <a:pt x="4520" y="10610"/>
                    <a:pt x="4653" y="10699"/>
                    <a:pt x="4780" y="10775"/>
                  </a:cubicBezTo>
                  <a:lnTo>
                    <a:pt x="3835" y="18408"/>
                  </a:lnTo>
                  <a:cubicBezTo>
                    <a:pt x="3617" y="20172"/>
                    <a:pt x="6675" y="20193"/>
                    <a:pt x="6874" y="18712"/>
                  </a:cubicBezTo>
                  <a:lnTo>
                    <a:pt x="7820" y="11668"/>
                  </a:lnTo>
                  <a:cubicBezTo>
                    <a:pt x="7909" y="11684"/>
                    <a:pt x="8092" y="11687"/>
                    <a:pt x="8158" y="11690"/>
                  </a:cubicBezTo>
                  <a:lnTo>
                    <a:pt x="7932" y="19813"/>
                  </a:lnTo>
                  <a:cubicBezTo>
                    <a:pt x="7887" y="21446"/>
                    <a:pt x="10949" y="21487"/>
                    <a:pt x="10994" y="19865"/>
                  </a:cubicBezTo>
                  <a:lnTo>
                    <a:pt x="11236" y="11167"/>
                  </a:lnTo>
                  <a:cubicBezTo>
                    <a:pt x="11375" y="11110"/>
                    <a:pt x="11511" y="11048"/>
                    <a:pt x="11644" y="10982"/>
                  </a:cubicBezTo>
                  <a:lnTo>
                    <a:pt x="12461" y="19377"/>
                  </a:lnTo>
                  <a:cubicBezTo>
                    <a:pt x="12616" y="20975"/>
                    <a:pt x="15675" y="20840"/>
                    <a:pt x="15513" y="19175"/>
                  </a:cubicBezTo>
                  <a:lnTo>
                    <a:pt x="14584" y="9637"/>
                  </a:lnTo>
                  <a:close/>
                </a:path>
              </a:pathLst>
            </a:custGeom>
            <a:solidFill>
              <a:srgbClr val="F5D4B7"/>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89" name="Shape 9789"/>
            <p:cNvSpPr/>
            <p:nvPr/>
          </p:nvSpPr>
          <p:spPr>
            <a:xfrm>
              <a:off x="1554088" y="1106733"/>
              <a:ext cx="1120776" cy="3477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449"/>
                  </a:moveTo>
                  <a:lnTo>
                    <a:pt x="21586" y="21600"/>
                  </a:lnTo>
                  <a:lnTo>
                    <a:pt x="21600" y="151"/>
                  </a:lnTo>
                  <a:lnTo>
                    <a:pt x="14" y="0"/>
                  </a:lnTo>
                  <a:lnTo>
                    <a:pt x="0" y="21449"/>
                  </a:lnTo>
                  <a:close/>
                </a:path>
              </a:pathLst>
            </a:custGeom>
            <a:solidFill>
              <a:srgbClr val="4E86B1"/>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90" name="Shape 9790"/>
            <p:cNvSpPr/>
            <p:nvPr/>
          </p:nvSpPr>
          <p:spPr>
            <a:xfrm>
              <a:off x="1441375" y="0"/>
              <a:ext cx="1344614" cy="11083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1600"/>
                  </a:lnTo>
                  <a:lnTo>
                    <a:pt x="0" y="21543"/>
                  </a:lnTo>
                  <a:lnTo>
                    <a:pt x="0" y="0"/>
                  </a:lnTo>
                  <a:lnTo>
                    <a:pt x="21600" y="0"/>
                  </a:lnTo>
                  <a:close/>
                </a:path>
              </a:pathLst>
            </a:custGeom>
            <a:solidFill>
              <a:srgbClr val="FFD573"/>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91" name="Shape 9791"/>
            <p:cNvSpPr/>
            <p:nvPr/>
          </p:nvSpPr>
          <p:spPr>
            <a:xfrm>
              <a:off x="4927524" y="0"/>
              <a:ext cx="673101" cy="11146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60" y="21572"/>
                  </a:lnTo>
                  <a:lnTo>
                    <a:pt x="21600" y="21600"/>
                  </a:lnTo>
                  <a:lnTo>
                    <a:pt x="21540" y="0"/>
                  </a:lnTo>
                  <a:lnTo>
                    <a:pt x="0" y="0"/>
                  </a:lnTo>
                  <a:close/>
                </a:path>
              </a:pathLst>
            </a:custGeom>
            <a:solidFill>
              <a:srgbClr val="FFBB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92" name="Shape 9792"/>
            <p:cNvSpPr/>
            <p:nvPr/>
          </p:nvSpPr>
          <p:spPr>
            <a:xfrm>
              <a:off x="1441375" y="0"/>
              <a:ext cx="673101" cy="11067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572"/>
                  </a:lnTo>
                  <a:lnTo>
                    <a:pt x="21600" y="21600"/>
                  </a:lnTo>
                  <a:lnTo>
                    <a:pt x="21600" y="0"/>
                  </a:lnTo>
                  <a:lnTo>
                    <a:pt x="0" y="0"/>
                  </a:lnTo>
                  <a:close/>
                </a:path>
              </a:pathLst>
            </a:custGeom>
            <a:solidFill>
              <a:srgbClr val="FFBB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58" name="Group 9858"/>
          <p:cNvGrpSpPr/>
          <p:nvPr/>
        </p:nvGrpSpPr>
        <p:grpSpPr>
          <a:xfrm>
            <a:off x="15590790" y="4241811"/>
            <a:ext cx="8101060" cy="11063625"/>
            <a:chOff x="0" y="0"/>
            <a:chExt cx="8101058" cy="11063624"/>
          </a:xfrm>
        </p:grpSpPr>
        <p:grpSp>
          <p:nvGrpSpPr>
            <p:cNvPr id="9798" name="Group 9798"/>
            <p:cNvGrpSpPr/>
            <p:nvPr/>
          </p:nvGrpSpPr>
          <p:grpSpPr>
            <a:xfrm>
              <a:off x="0" y="70013"/>
              <a:ext cx="7766090" cy="10993612"/>
              <a:chOff x="0" y="0"/>
              <a:chExt cx="7766089" cy="10993611"/>
            </a:xfrm>
          </p:grpSpPr>
          <p:sp>
            <p:nvSpPr>
              <p:cNvPr id="9794" name="Shape 9794"/>
              <p:cNvSpPr/>
              <p:nvPr/>
            </p:nvSpPr>
            <p:spPr>
              <a:xfrm>
                <a:off x="3821255" y="4827468"/>
                <a:ext cx="819725" cy="616614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0"/>
                    </a:moveTo>
                    <a:lnTo>
                      <a:pt x="21600" y="20416"/>
                    </a:lnTo>
                    <a:lnTo>
                      <a:pt x="0" y="21600"/>
                    </a:lnTo>
                    <a:lnTo>
                      <a:pt x="0" y="0"/>
                    </a:lnTo>
                    <a:lnTo>
                      <a:pt x="21600" y="0"/>
                    </a:lnTo>
                    <a:close/>
                  </a:path>
                </a:pathLst>
              </a:custGeom>
              <a:solidFill>
                <a:srgbClr val="B2A99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95" name="Shape 9795"/>
              <p:cNvSpPr/>
              <p:nvPr/>
            </p:nvSpPr>
            <p:spPr>
              <a:xfrm>
                <a:off x="3276146" y="4827467"/>
                <a:ext cx="545111" cy="61633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130"/>
                    </a:moveTo>
                    <a:lnTo>
                      <a:pt x="21600" y="21600"/>
                    </a:lnTo>
                    <a:lnTo>
                      <a:pt x="21600" y="0"/>
                    </a:lnTo>
                    <a:lnTo>
                      <a:pt x="0" y="0"/>
                    </a:lnTo>
                    <a:lnTo>
                      <a:pt x="0" y="21130"/>
                    </a:lnTo>
                    <a:close/>
                  </a:path>
                </a:pathLst>
              </a:custGeom>
              <a:solidFill>
                <a:srgbClr val="958B73"/>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96" name="Shape 9796"/>
              <p:cNvSpPr/>
              <p:nvPr/>
            </p:nvSpPr>
            <p:spPr>
              <a:xfrm>
                <a:off x="0" y="0"/>
                <a:ext cx="271869" cy="5729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137"/>
                    </a:moveTo>
                    <a:lnTo>
                      <a:pt x="21600" y="21600"/>
                    </a:lnTo>
                    <a:lnTo>
                      <a:pt x="21600" y="0"/>
                    </a:lnTo>
                    <a:lnTo>
                      <a:pt x="0" y="674"/>
                    </a:lnTo>
                    <a:lnTo>
                      <a:pt x="0" y="21137"/>
                    </a:lnTo>
                    <a:close/>
                  </a:path>
                </a:pathLst>
              </a:custGeom>
              <a:solidFill>
                <a:srgbClr val="B2A99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797" name="Shape 9797"/>
              <p:cNvSpPr/>
              <p:nvPr/>
            </p:nvSpPr>
            <p:spPr>
              <a:xfrm>
                <a:off x="271868" y="0"/>
                <a:ext cx="7494222" cy="572952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4926"/>
                    </a:moveTo>
                    <a:lnTo>
                      <a:pt x="21600" y="20084"/>
                    </a:lnTo>
                    <a:lnTo>
                      <a:pt x="0" y="21600"/>
                    </a:lnTo>
                    <a:lnTo>
                      <a:pt x="0" y="0"/>
                    </a:lnTo>
                    <a:lnTo>
                      <a:pt x="21600" y="4926"/>
                    </a:lnTo>
                    <a:close/>
                  </a:path>
                </a:pathLst>
              </a:custGeom>
              <a:solidFill>
                <a:srgbClr val="DAD0BA"/>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sp>
          <p:nvSpPr>
            <p:cNvPr id="9799" name="Shape 9799"/>
            <p:cNvSpPr/>
            <p:nvPr/>
          </p:nvSpPr>
          <p:spPr>
            <a:xfrm>
              <a:off x="459896" y="322613"/>
              <a:ext cx="7325412" cy="5538004"/>
            </a:xfrm>
            <a:custGeom>
              <a:avLst/>
              <a:gdLst/>
              <a:ahLst/>
              <a:cxnLst>
                <a:cxn ang="0">
                  <a:pos x="wd2" y="hd2"/>
                </a:cxn>
                <a:cxn ang="5400000">
                  <a:pos x="wd2" y="hd2"/>
                </a:cxn>
                <a:cxn ang="10800000">
                  <a:pos x="wd2" y="hd2"/>
                </a:cxn>
                <a:cxn ang="16200000">
                  <a:pos x="wd2" y="hd2"/>
                </a:cxn>
              </a:cxnLst>
              <a:rect l="0" t="0" r="r" b="b"/>
              <a:pathLst>
                <a:path w="21600" h="21263" fill="norm" stroke="1" extrusionOk="0">
                  <a:moveTo>
                    <a:pt x="802" y="20259"/>
                  </a:moveTo>
                  <a:cubicBezTo>
                    <a:pt x="802" y="20259"/>
                    <a:pt x="1575" y="21325"/>
                    <a:pt x="2613" y="20778"/>
                  </a:cubicBezTo>
                  <a:cubicBezTo>
                    <a:pt x="3651" y="20232"/>
                    <a:pt x="3551" y="19966"/>
                    <a:pt x="3551" y="19966"/>
                  </a:cubicBezTo>
                  <a:cubicBezTo>
                    <a:pt x="3551" y="19966"/>
                    <a:pt x="4638" y="21600"/>
                    <a:pt x="5548" y="21200"/>
                  </a:cubicBezTo>
                  <a:cubicBezTo>
                    <a:pt x="6458" y="20800"/>
                    <a:pt x="7351" y="19796"/>
                    <a:pt x="7351" y="19796"/>
                  </a:cubicBezTo>
                  <a:cubicBezTo>
                    <a:pt x="7351" y="19796"/>
                    <a:pt x="7944" y="20688"/>
                    <a:pt x="8710" y="20688"/>
                  </a:cubicBezTo>
                  <a:cubicBezTo>
                    <a:pt x="9475" y="20688"/>
                    <a:pt x="10769" y="19188"/>
                    <a:pt x="10769" y="19188"/>
                  </a:cubicBezTo>
                  <a:cubicBezTo>
                    <a:pt x="10769" y="19188"/>
                    <a:pt x="11793" y="20630"/>
                    <a:pt x="12562" y="20630"/>
                  </a:cubicBezTo>
                  <a:cubicBezTo>
                    <a:pt x="13330" y="20630"/>
                    <a:pt x="14797" y="19134"/>
                    <a:pt x="14797" y="19134"/>
                  </a:cubicBezTo>
                  <a:cubicBezTo>
                    <a:pt x="14797" y="19134"/>
                    <a:pt x="15512" y="20145"/>
                    <a:pt x="16304" y="20145"/>
                  </a:cubicBezTo>
                  <a:cubicBezTo>
                    <a:pt x="17096" y="20145"/>
                    <a:pt x="17710" y="19288"/>
                    <a:pt x="17710" y="19288"/>
                  </a:cubicBezTo>
                  <a:cubicBezTo>
                    <a:pt x="17710" y="19288"/>
                    <a:pt x="18962" y="19907"/>
                    <a:pt x="19734" y="19845"/>
                  </a:cubicBezTo>
                  <a:cubicBezTo>
                    <a:pt x="20505" y="19784"/>
                    <a:pt x="21311" y="19022"/>
                    <a:pt x="21311" y="19022"/>
                  </a:cubicBezTo>
                  <a:lnTo>
                    <a:pt x="21458" y="14126"/>
                  </a:lnTo>
                  <a:lnTo>
                    <a:pt x="21600" y="8879"/>
                  </a:lnTo>
                  <a:lnTo>
                    <a:pt x="21269" y="4767"/>
                  </a:lnTo>
                  <a:cubicBezTo>
                    <a:pt x="21269" y="4767"/>
                    <a:pt x="19707" y="5629"/>
                    <a:pt x="18791" y="4678"/>
                  </a:cubicBezTo>
                  <a:cubicBezTo>
                    <a:pt x="17876" y="3728"/>
                    <a:pt x="18133" y="3458"/>
                    <a:pt x="18133" y="3458"/>
                  </a:cubicBezTo>
                  <a:cubicBezTo>
                    <a:pt x="18133" y="3458"/>
                    <a:pt x="16361" y="5144"/>
                    <a:pt x="15159" y="4166"/>
                  </a:cubicBezTo>
                  <a:cubicBezTo>
                    <a:pt x="13956" y="3189"/>
                    <a:pt x="14373" y="2758"/>
                    <a:pt x="14373" y="2758"/>
                  </a:cubicBezTo>
                  <a:cubicBezTo>
                    <a:pt x="14373" y="2758"/>
                    <a:pt x="13242" y="4228"/>
                    <a:pt x="11901" y="3524"/>
                  </a:cubicBezTo>
                  <a:cubicBezTo>
                    <a:pt x="10560" y="2820"/>
                    <a:pt x="10631" y="2208"/>
                    <a:pt x="10631" y="2208"/>
                  </a:cubicBezTo>
                  <a:cubicBezTo>
                    <a:pt x="10631" y="2208"/>
                    <a:pt x="9588" y="3654"/>
                    <a:pt x="8847" y="3131"/>
                  </a:cubicBezTo>
                  <a:cubicBezTo>
                    <a:pt x="8105" y="2608"/>
                    <a:pt x="7895" y="1716"/>
                    <a:pt x="7895" y="1716"/>
                  </a:cubicBezTo>
                  <a:cubicBezTo>
                    <a:pt x="7895" y="1716"/>
                    <a:pt x="6262" y="2454"/>
                    <a:pt x="5559" y="2177"/>
                  </a:cubicBezTo>
                  <a:cubicBezTo>
                    <a:pt x="4856" y="1900"/>
                    <a:pt x="4315" y="400"/>
                    <a:pt x="4315" y="400"/>
                  </a:cubicBezTo>
                  <a:cubicBezTo>
                    <a:pt x="4315" y="400"/>
                    <a:pt x="3559" y="1569"/>
                    <a:pt x="2617" y="1293"/>
                  </a:cubicBezTo>
                  <a:cubicBezTo>
                    <a:pt x="1675" y="1016"/>
                    <a:pt x="493" y="0"/>
                    <a:pt x="493" y="0"/>
                  </a:cubicBezTo>
                  <a:lnTo>
                    <a:pt x="0" y="4351"/>
                  </a:lnTo>
                  <a:lnTo>
                    <a:pt x="331" y="9974"/>
                  </a:lnTo>
                  <a:lnTo>
                    <a:pt x="402" y="15102"/>
                  </a:lnTo>
                  <a:lnTo>
                    <a:pt x="802" y="20259"/>
                  </a:lnTo>
                  <a:close/>
                </a:path>
              </a:pathLst>
            </a:custGeom>
            <a:noFill/>
            <a:ln w="38100" cap="flat">
              <a:solidFill>
                <a:srgbClr val="5B6B7C"/>
              </a:solidFill>
              <a:prstDash val="solid"/>
              <a:miter lim="400000"/>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00" name="Shape 9800"/>
            <p:cNvSpPr/>
            <p:nvPr/>
          </p:nvSpPr>
          <p:spPr>
            <a:xfrm>
              <a:off x="901947" y="2123764"/>
              <a:ext cx="6358941" cy="2372249"/>
            </a:xfrm>
            <a:prstGeom prst="rect">
              <a:avLst/>
            </a:prstGeom>
            <a:noFill/>
            <a:ln w="9525" cap="flat">
              <a:noFill/>
              <a:round/>
            </a:ln>
            <a:effectLst/>
            <a:extLst>
              <a:ext uri="{C572A759-6A51-4108-AA02-DFA0A04FC94B}">
                <ma14:wrappingTextBoxFlag xmlns:ma14="http://schemas.microsoft.com/office/mac/drawingml/2011/main" val="1"/>
              </a:ext>
            </a:extLst>
          </p:spPr>
          <p:txBody>
            <a:bodyPr wrap="square" lIns="0" tIns="0" rIns="0" bIns="0" numCol="1" anchor="ctr">
              <a:noAutofit/>
            </a:bodyPr>
            <a:lstStyle>
              <a:lvl1pPr algn="r" defTabSz="914400">
                <a:buClr>
                  <a:srgbClr val="414F5C"/>
                </a:buClr>
                <a:buFont typeface="Helvetica"/>
                <a:defRPr b="1" sz="18000">
                  <a:solidFill>
                    <a:srgbClr val="414F5C"/>
                  </a:solidFill>
                  <a:uFill>
                    <a:solidFill>
                      <a:srgbClr val="414F5C"/>
                    </a:solidFill>
                  </a:uFill>
                  <a:latin typeface="Helvetica"/>
                  <a:ea typeface="Helvetica"/>
                  <a:cs typeface="Helvetica"/>
                  <a:sym typeface="Helvetica"/>
                </a:defRPr>
              </a:lvl1pPr>
            </a:lstStyle>
            <a:p>
              <a:pPr>
                <a:defRPr b="0" sz="3200">
                  <a:solidFill>
                    <a:srgbClr val="000000"/>
                  </a:solidFill>
                  <a:uFill>
                    <a:solidFill>
                      <a:srgbClr val="000000"/>
                    </a:solidFill>
                  </a:uFill>
                  <a:latin typeface="Gill Sans"/>
                  <a:ea typeface="Gill Sans"/>
                  <a:cs typeface="Gill Sans"/>
                  <a:sym typeface="Gill Sans"/>
                </a:defRPr>
              </a:pPr>
              <a:r>
                <a:rPr b="1" sz="18000">
                  <a:solidFill>
                    <a:srgbClr val="414F5C"/>
                  </a:solidFill>
                  <a:uFill>
                    <a:solidFill>
                      <a:srgbClr val="414F5C"/>
                    </a:solidFill>
                  </a:uFill>
                  <a:latin typeface="Helvetica"/>
                  <a:ea typeface="Helvetica"/>
                  <a:cs typeface="Helvetica"/>
                  <a:sym typeface="Helvetica"/>
                </a:rPr>
                <a:t>Texto</a:t>
              </a:r>
            </a:p>
          </p:txBody>
        </p:sp>
        <p:grpSp>
          <p:nvGrpSpPr>
            <p:cNvPr id="9803" name="Group 9803"/>
            <p:cNvGrpSpPr/>
            <p:nvPr/>
          </p:nvGrpSpPr>
          <p:grpSpPr>
            <a:xfrm>
              <a:off x="215533" y="0"/>
              <a:ext cx="691906" cy="691906"/>
              <a:chOff x="0" y="0"/>
              <a:chExt cx="691905" cy="691905"/>
            </a:xfrm>
          </p:grpSpPr>
          <p:sp>
            <p:nvSpPr>
              <p:cNvPr id="9801" name="Shape 9801"/>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02" name="Shape 9802"/>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06" name="Group 9806"/>
            <p:cNvGrpSpPr/>
            <p:nvPr/>
          </p:nvGrpSpPr>
          <p:grpSpPr>
            <a:xfrm>
              <a:off x="7409153" y="1047467"/>
              <a:ext cx="691906" cy="691907"/>
              <a:chOff x="0" y="0"/>
              <a:chExt cx="691905" cy="691905"/>
            </a:xfrm>
          </p:grpSpPr>
          <p:sp>
            <p:nvSpPr>
              <p:cNvPr id="9804" name="Shape 9804"/>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05" name="Shape 9805"/>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09" name="Group 9809"/>
            <p:cNvGrpSpPr/>
            <p:nvPr/>
          </p:nvGrpSpPr>
          <p:grpSpPr>
            <a:xfrm>
              <a:off x="3883729" y="542266"/>
              <a:ext cx="691907" cy="691907"/>
              <a:chOff x="0" y="0"/>
              <a:chExt cx="691905" cy="691905"/>
            </a:xfrm>
          </p:grpSpPr>
          <p:sp>
            <p:nvSpPr>
              <p:cNvPr id="9807" name="Shape 9807"/>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08" name="Shape 9808"/>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12" name="Group 9812"/>
            <p:cNvGrpSpPr/>
            <p:nvPr/>
          </p:nvGrpSpPr>
          <p:grpSpPr>
            <a:xfrm>
              <a:off x="1522465" y="146892"/>
              <a:ext cx="691907" cy="691906"/>
              <a:chOff x="0" y="0"/>
              <a:chExt cx="691905" cy="691905"/>
            </a:xfrm>
          </p:grpSpPr>
          <p:sp>
            <p:nvSpPr>
              <p:cNvPr id="9810" name="Shape 9810"/>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11" name="Shape 9811"/>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15" name="Group 9815"/>
            <p:cNvGrpSpPr/>
            <p:nvPr/>
          </p:nvGrpSpPr>
          <p:grpSpPr>
            <a:xfrm>
              <a:off x="2752519" y="410475"/>
              <a:ext cx="691907" cy="691906"/>
              <a:chOff x="0" y="0"/>
              <a:chExt cx="691905" cy="691905"/>
            </a:xfrm>
          </p:grpSpPr>
          <p:sp>
            <p:nvSpPr>
              <p:cNvPr id="9813" name="Shape 9813"/>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14" name="Shape 9814"/>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18" name="Group 9818"/>
            <p:cNvGrpSpPr/>
            <p:nvPr/>
          </p:nvGrpSpPr>
          <p:grpSpPr>
            <a:xfrm>
              <a:off x="5014940" y="696023"/>
              <a:ext cx="691906" cy="691907"/>
              <a:chOff x="0" y="0"/>
              <a:chExt cx="691905" cy="691905"/>
            </a:xfrm>
          </p:grpSpPr>
          <p:sp>
            <p:nvSpPr>
              <p:cNvPr id="9816" name="Shape 9816"/>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17" name="Shape 9817"/>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21" name="Group 9821"/>
            <p:cNvGrpSpPr/>
            <p:nvPr/>
          </p:nvGrpSpPr>
          <p:grpSpPr>
            <a:xfrm>
              <a:off x="6277942" y="893710"/>
              <a:ext cx="691906" cy="691907"/>
              <a:chOff x="0" y="0"/>
              <a:chExt cx="691905" cy="691905"/>
            </a:xfrm>
          </p:grpSpPr>
          <p:sp>
            <p:nvSpPr>
              <p:cNvPr id="9819" name="Shape 9819"/>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20" name="Shape 9820"/>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24" name="Group 9824"/>
            <p:cNvGrpSpPr/>
            <p:nvPr/>
          </p:nvGrpSpPr>
          <p:grpSpPr>
            <a:xfrm>
              <a:off x="7409153" y="2277521"/>
              <a:ext cx="691906" cy="691907"/>
              <a:chOff x="0" y="0"/>
              <a:chExt cx="691905" cy="691905"/>
            </a:xfrm>
          </p:grpSpPr>
          <p:sp>
            <p:nvSpPr>
              <p:cNvPr id="9822" name="Shape 9822"/>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23" name="Shape 9823"/>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27" name="Group 9827"/>
            <p:cNvGrpSpPr/>
            <p:nvPr/>
          </p:nvGrpSpPr>
          <p:grpSpPr>
            <a:xfrm>
              <a:off x="7409153" y="3518558"/>
              <a:ext cx="691906" cy="691906"/>
              <a:chOff x="0" y="0"/>
              <a:chExt cx="691905" cy="691905"/>
            </a:xfrm>
          </p:grpSpPr>
          <p:sp>
            <p:nvSpPr>
              <p:cNvPr id="9825" name="Shape 9825"/>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26" name="Shape 9826"/>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30" name="Group 9830"/>
            <p:cNvGrpSpPr/>
            <p:nvPr/>
          </p:nvGrpSpPr>
          <p:grpSpPr>
            <a:xfrm>
              <a:off x="7409153" y="4880404"/>
              <a:ext cx="691906" cy="691906"/>
              <a:chOff x="0" y="0"/>
              <a:chExt cx="691905" cy="691905"/>
            </a:xfrm>
          </p:grpSpPr>
          <p:sp>
            <p:nvSpPr>
              <p:cNvPr id="9828" name="Shape 9828"/>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29" name="Shape 9829"/>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33" name="Group 9833"/>
            <p:cNvGrpSpPr/>
            <p:nvPr/>
          </p:nvGrpSpPr>
          <p:grpSpPr>
            <a:xfrm>
              <a:off x="6190081" y="4968265"/>
              <a:ext cx="691906" cy="691906"/>
              <a:chOff x="0" y="0"/>
              <a:chExt cx="691905" cy="691905"/>
            </a:xfrm>
          </p:grpSpPr>
          <p:sp>
            <p:nvSpPr>
              <p:cNvPr id="9831" name="Shape 9831"/>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32" name="Shape 9832"/>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36" name="Group 9836"/>
            <p:cNvGrpSpPr/>
            <p:nvPr/>
          </p:nvGrpSpPr>
          <p:grpSpPr>
            <a:xfrm>
              <a:off x="5014940" y="4968265"/>
              <a:ext cx="691906" cy="691906"/>
              <a:chOff x="0" y="0"/>
              <a:chExt cx="691905" cy="691905"/>
            </a:xfrm>
          </p:grpSpPr>
          <p:sp>
            <p:nvSpPr>
              <p:cNvPr id="9834" name="Shape 9834"/>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35" name="Shape 9835"/>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39" name="Group 9839"/>
            <p:cNvGrpSpPr/>
            <p:nvPr/>
          </p:nvGrpSpPr>
          <p:grpSpPr>
            <a:xfrm>
              <a:off x="3729973" y="5089073"/>
              <a:ext cx="691906" cy="691907"/>
              <a:chOff x="0" y="0"/>
              <a:chExt cx="691905" cy="691905"/>
            </a:xfrm>
          </p:grpSpPr>
          <p:sp>
            <p:nvSpPr>
              <p:cNvPr id="9837" name="Shape 9837"/>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38" name="Shape 9838"/>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42" name="Group 9842"/>
            <p:cNvGrpSpPr/>
            <p:nvPr/>
          </p:nvGrpSpPr>
          <p:grpSpPr>
            <a:xfrm>
              <a:off x="2521884" y="5133004"/>
              <a:ext cx="691907" cy="691906"/>
              <a:chOff x="0" y="0"/>
              <a:chExt cx="691905" cy="691905"/>
            </a:xfrm>
          </p:grpSpPr>
          <p:sp>
            <p:nvSpPr>
              <p:cNvPr id="9840" name="Shape 9840"/>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41" name="Shape 9841"/>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45" name="Group 9845"/>
            <p:cNvGrpSpPr/>
            <p:nvPr/>
          </p:nvGrpSpPr>
          <p:grpSpPr>
            <a:xfrm>
              <a:off x="1302813" y="5220865"/>
              <a:ext cx="691906" cy="691906"/>
              <a:chOff x="0" y="0"/>
              <a:chExt cx="691905" cy="691905"/>
            </a:xfrm>
          </p:grpSpPr>
          <p:sp>
            <p:nvSpPr>
              <p:cNvPr id="9843" name="Shape 9843"/>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44" name="Shape 9844"/>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48" name="Group 9848"/>
            <p:cNvGrpSpPr/>
            <p:nvPr/>
          </p:nvGrpSpPr>
          <p:grpSpPr>
            <a:xfrm>
              <a:off x="215533" y="5220865"/>
              <a:ext cx="691906" cy="691906"/>
              <a:chOff x="0" y="0"/>
              <a:chExt cx="691905" cy="691905"/>
            </a:xfrm>
          </p:grpSpPr>
          <p:sp>
            <p:nvSpPr>
              <p:cNvPr id="9846" name="Shape 9846"/>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47" name="Shape 9847"/>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51" name="Group 9851"/>
            <p:cNvGrpSpPr/>
            <p:nvPr/>
          </p:nvGrpSpPr>
          <p:grpSpPr>
            <a:xfrm>
              <a:off x="215533" y="3979828"/>
              <a:ext cx="691906" cy="691907"/>
              <a:chOff x="0" y="0"/>
              <a:chExt cx="691905" cy="691905"/>
            </a:xfrm>
          </p:grpSpPr>
          <p:sp>
            <p:nvSpPr>
              <p:cNvPr id="9849" name="Shape 9849"/>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50" name="Shape 9850"/>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54" name="Group 9854"/>
            <p:cNvGrpSpPr/>
            <p:nvPr/>
          </p:nvGrpSpPr>
          <p:grpSpPr>
            <a:xfrm>
              <a:off x="215533" y="2738792"/>
              <a:ext cx="691906" cy="691906"/>
              <a:chOff x="0" y="0"/>
              <a:chExt cx="691905" cy="691905"/>
            </a:xfrm>
          </p:grpSpPr>
          <p:sp>
            <p:nvSpPr>
              <p:cNvPr id="9852" name="Shape 9852"/>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53" name="Shape 9853"/>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nvGrpSpPr>
            <p:cNvPr id="9857" name="Group 9857"/>
            <p:cNvGrpSpPr/>
            <p:nvPr/>
          </p:nvGrpSpPr>
          <p:grpSpPr>
            <a:xfrm>
              <a:off x="215533" y="1365963"/>
              <a:ext cx="691906" cy="691907"/>
              <a:chOff x="0" y="0"/>
              <a:chExt cx="691905" cy="691905"/>
            </a:xfrm>
          </p:grpSpPr>
          <p:sp>
            <p:nvSpPr>
              <p:cNvPr id="9855" name="Shape 9855"/>
              <p:cNvSpPr/>
              <p:nvPr/>
            </p:nvSpPr>
            <p:spPr>
              <a:xfrm>
                <a:off x="0" y="0"/>
                <a:ext cx="691906" cy="691906"/>
              </a:xfrm>
              <a:prstGeom prst="ellipse">
                <a:avLst/>
              </a:prstGeom>
              <a:solidFill>
                <a:srgbClr val="FA7C00"/>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sp>
            <p:nvSpPr>
              <p:cNvPr id="9856" name="Shape 9856"/>
              <p:cNvSpPr/>
              <p:nvPr/>
            </p:nvSpPr>
            <p:spPr>
              <a:xfrm>
                <a:off x="140028" y="5491"/>
                <a:ext cx="546387" cy="43930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4968"/>
                    </a:moveTo>
                    <a:cubicBezTo>
                      <a:pt x="21600" y="16428"/>
                      <a:pt x="21406" y="17837"/>
                      <a:pt x="21052" y="19171"/>
                    </a:cubicBezTo>
                    <a:cubicBezTo>
                      <a:pt x="18914" y="20705"/>
                      <a:pt x="16362" y="21600"/>
                      <a:pt x="13618" y="21600"/>
                    </a:cubicBezTo>
                    <a:cubicBezTo>
                      <a:pt x="6097" y="21600"/>
                      <a:pt x="0" y="14899"/>
                      <a:pt x="0" y="6632"/>
                    </a:cubicBezTo>
                    <a:cubicBezTo>
                      <a:pt x="0" y="5172"/>
                      <a:pt x="194" y="3763"/>
                      <a:pt x="548" y="2429"/>
                    </a:cubicBezTo>
                    <a:cubicBezTo>
                      <a:pt x="2686" y="895"/>
                      <a:pt x="5238" y="0"/>
                      <a:pt x="7982" y="0"/>
                    </a:cubicBezTo>
                    <a:cubicBezTo>
                      <a:pt x="15503" y="0"/>
                      <a:pt x="21600" y="6701"/>
                      <a:pt x="21600" y="14968"/>
                    </a:cubicBezTo>
                    <a:close/>
                  </a:path>
                </a:pathLst>
              </a:custGeom>
              <a:solidFill>
                <a:srgbClr val="FFFFFF">
                  <a:alpha val="20000"/>
                </a:srgbClr>
              </a:solidFill>
              <a:ln w="9525" cap="flat">
                <a:noFill/>
                <a:round/>
              </a:ln>
              <a:effectLst/>
            </p:spPr>
            <p:txBody>
              <a:bodyPr wrap="square" lIns="0" tIns="0" rIns="0" bIns="0" numCol="1" anchor="t">
                <a:noAutofit/>
              </a:bodyPr>
              <a:lstStyle/>
              <a:p>
                <a:pPr algn="l" defTabSz="457200">
                  <a:defRPr sz="1200">
                    <a:latin typeface="Helvetica"/>
                    <a:ea typeface="Helvetica"/>
                    <a:cs typeface="Helvetica"/>
                    <a:sym typeface="Helvetica"/>
                  </a:defRPr>
                </a:pPr>
              </a:p>
            </p:txBody>
          </p:sp>
        </p:grpSp>
      </p:grpSp>
      <p:sp>
        <p:nvSpPr>
          <p:cNvPr id="9859" name="Shape 9859"/>
          <p:cNvSpPr/>
          <p:nvPr/>
        </p:nvSpPr>
        <p:spPr>
          <a:xfrm>
            <a:off x="493800" y="465712"/>
            <a:ext cx="711390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editables</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2" grpId="1" fill="hold">
                                  <p:stCondLst>
                                    <p:cond delay="0"/>
                                  </p:stCondLst>
                                  <p:iterate type="el" backwards="0">
                                    <p:tmAbs val="0"/>
                                  </p:iterate>
                                  <p:childTnLst>
                                    <p:set>
                                      <p:cBhvr>
                                        <p:cTn id="6" fill="hold"/>
                                        <p:tgtEl>
                                          <p:spTgt spid="9651"/>
                                        </p:tgtEl>
                                        <p:attrNameLst>
                                          <p:attrName>style.visibility</p:attrName>
                                        </p:attrNameLst>
                                      </p:cBhvr>
                                      <p:to>
                                        <p:strVal val="visible"/>
                                      </p:to>
                                    </p:set>
                                    <p:animEffect filter="wipe(down)" transition="in">
                                      <p:cBhvr>
                                        <p:cTn id="7" dur="500"/>
                                        <p:tgtEl>
                                          <p:spTgt spid="9651"/>
                                        </p:tgtEl>
                                      </p:cBhvr>
                                    </p:animEffect>
                                  </p:childTnLst>
                                </p:cTn>
                              </p:par>
                            </p:childTnLst>
                          </p:cTn>
                        </p:par>
                        <p:par>
                          <p:cTn id="8" fill="hold">
                            <p:stCondLst>
                              <p:cond delay="500"/>
                            </p:stCondLst>
                            <p:childTnLst>
                              <p:par>
                                <p:cTn id="9" presetClass="entr" nodeType="afterEffect" presetSubtype="4" presetID="22" grpId="2" fill="hold">
                                  <p:stCondLst>
                                    <p:cond delay="0"/>
                                  </p:stCondLst>
                                  <p:iterate type="el" backwards="0">
                                    <p:tmAbs val="0"/>
                                  </p:iterate>
                                  <p:childTnLst>
                                    <p:set>
                                      <p:cBhvr>
                                        <p:cTn id="10" fill="hold"/>
                                        <p:tgtEl>
                                          <p:spTgt spid="9652"/>
                                        </p:tgtEl>
                                        <p:attrNameLst>
                                          <p:attrName>style.visibility</p:attrName>
                                        </p:attrNameLst>
                                      </p:cBhvr>
                                      <p:to>
                                        <p:strVal val="visible"/>
                                      </p:to>
                                    </p:set>
                                    <p:animEffect filter="wipe(down)" transition="in">
                                      <p:cBhvr>
                                        <p:cTn id="11" dur="500"/>
                                        <p:tgtEl>
                                          <p:spTgt spid="9652"/>
                                        </p:tgtEl>
                                      </p:cBhvr>
                                    </p:animEffect>
                                  </p:childTnLst>
                                </p:cTn>
                              </p:par>
                            </p:childTnLst>
                          </p:cTn>
                        </p:par>
                        <p:par>
                          <p:cTn id="12" fill="hold">
                            <p:stCondLst>
                              <p:cond delay="1000"/>
                            </p:stCondLst>
                            <p:childTnLst>
                              <p:par>
                                <p:cTn id="13" presetClass="entr" nodeType="afterEffect" presetSubtype="1" presetID="2" grpId="3" fill="hold">
                                  <p:stCondLst>
                                    <p:cond delay="0"/>
                                  </p:stCondLst>
                                  <p:iterate type="el" backwards="0">
                                    <p:tmAbs val="0"/>
                                  </p:iterate>
                                  <p:childTnLst>
                                    <p:set>
                                      <p:cBhvr>
                                        <p:cTn id="14" fill="hold"/>
                                        <p:tgtEl>
                                          <p:spTgt spid="9665"/>
                                        </p:tgtEl>
                                        <p:attrNameLst>
                                          <p:attrName>style.visibility</p:attrName>
                                        </p:attrNameLst>
                                      </p:cBhvr>
                                      <p:to>
                                        <p:strVal val="visible"/>
                                      </p:to>
                                    </p:set>
                                    <p:anim calcmode="lin" valueType="num">
                                      <p:cBhvr>
                                        <p:cTn id="15" dur="500" fill="hold"/>
                                        <p:tgtEl>
                                          <p:spTgt spid="9665"/>
                                        </p:tgtEl>
                                        <p:attrNameLst>
                                          <p:attrName>ppt_x</p:attrName>
                                        </p:attrNameLst>
                                      </p:cBhvr>
                                      <p:tavLst>
                                        <p:tav tm="0">
                                          <p:val>
                                            <p:strVal val="#ppt_x"/>
                                          </p:val>
                                        </p:tav>
                                        <p:tav tm="100000">
                                          <p:val>
                                            <p:strVal val="#ppt_x"/>
                                          </p:val>
                                        </p:tav>
                                      </p:tavLst>
                                    </p:anim>
                                    <p:anim calcmode="lin" valueType="num">
                                      <p:cBhvr>
                                        <p:cTn id="16" dur="500" fill="hold"/>
                                        <p:tgtEl>
                                          <p:spTgt spid="9665"/>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Class="entr" nodeType="clickEffect" presetSubtype="4" presetID="2" grpId="4" fill="hold">
                                  <p:stCondLst>
                                    <p:cond delay="0"/>
                                  </p:stCondLst>
                                  <p:iterate type="el" backwards="0">
                                    <p:tmAbs val="0"/>
                                  </p:iterate>
                                  <p:childTnLst>
                                    <p:set>
                                      <p:cBhvr>
                                        <p:cTn id="20" fill="hold"/>
                                        <p:tgtEl>
                                          <p:spTgt spid="9858"/>
                                        </p:tgtEl>
                                        <p:attrNameLst>
                                          <p:attrName>style.visibility</p:attrName>
                                        </p:attrNameLst>
                                      </p:cBhvr>
                                      <p:to>
                                        <p:strVal val="visible"/>
                                      </p:to>
                                    </p:set>
                                    <p:anim calcmode="lin" valueType="num">
                                      <p:cBhvr>
                                        <p:cTn id="21" dur="1000" fill="hold"/>
                                        <p:tgtEl>
                                          <p:spTgt spid="9858"/>
                                        </p:tgtEl>
                                        <p:attrNameLst>
                                          <p:attrName>ppt_x</p:attrName>
                                        </p:attrNameLst>
                                      </p:cBhvr>
                                      <p:tavLst>
                                        <p:tav tm="0">
                                          <p:val>
                                            <p:strVal val="#ppt_x"/>
                                          </p:val>
                                        </p:tav>
                                        <p:tav tm="100000">
                                          <p:val>
                                            <p:strVal val="#ppt_x"/>
                                          </p:val>
                                        </p:tav>
                                      </p:tavLst>
                                    </p:anim>
                                    <p:anim calcmode="lin" valueType="num">
                                      <p:cBhvr>
                                        <p:cTn id="22" dur="1000" fill="hold"/>
                                        <p:tgtEl>
                                          <p:spTgt spid="98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652" grpId="2"/>
      <p:bldP build="whole" bldLvl="1" animBg="1" rev="0" advAuto="0" spid="9665" grpId="3"/>
      <p:bldP build="whole" bldLvl="1" animBg="1" rev="0" advAuto="0" spid="9651" grpId="1"/>
      <p:bldP build="whole" bldLvl="1" animBg="1" rev="0" advAuto="0" spid="9858" grpId="4"/>
    </p:bldLst>
  </p:timing>
</p:sld>
</file>

<file path=ppt/slides/slide21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861" name="Shape 9861"/>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CON ILUSTRACIONES</a:t>
            </a:r>
          </a:p>
          <a:p>
            <a:pPr>
              <a:defRPr sz="10000">
                <a:solidFill>
                  <a:srgbClr val="FFFFFF"/>
                </a:solidFill>
                <a:latin typeface="Raleway ExtraBold"/>
                <a:ea typeface="Raleway ExtraBold"/>
                <a:cs typeface="Raleway ExtraBold"/>
                <a:sym typeface="Raleway ExtraBold"/>
              </a:defRPr>
            </a:pPr>
            <a:r>
              <a:t>NO EDITABLES</a:t>
            </a:r>
          </a:p>
        </p:txBody>
      </p:sp>
    </p:spTree>
  </p:cSld>
  <p:clrMapOvr>
    <a:masterClrMapping/>
  </p:clrMapOvr>
  <p:transition xmlns:p14="http://schemas.microsoft.com/office/powerpoint/2010/main" spd="med" advClick="1" p14:dur="1000"/>
</p:sld>
</file>

<file path=ppt/slides/slide212.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863" name="pasted-image.pdf"/>
          <p:cNvPicPr>
            <a:picLocks noChangeAspect="1"/>
          </p:cNvPicPr>
          <p:nvPr/>
        </p:nvPicPr>
        <p:blipFill>
          <a:blip r:embed="rId2">
            <a:extLst/>
          </a:blip>
          <a:srcRect l="0" t="0" r="0" b="8163"/>
          <a:stretch>
            <a:fillRect/>
          </a:stretch>
        </p:blipFill>
        <p:spPr>
          <a:xfrm>
            <a:off x="15678396" y="307441"/>
            <a:ext cx="7981456" cy="11200582"/>
          </a:xfrm>
          <a:prstGeom prst="rect">
            <a:avLst/>
          </a:prstGeom>
          <a:ln w="12700">
            <a:miter lim="400000"/>
          </a:ln>
        </p:spPr>
      </p:pic>
      <p:pic>
        <p:nvPicPr>
          <p:cNvPr id="9864" name="pasted-image.pdf"/>
          <p:cNvPicPr>
            <a:picLocks noChangeAspect="1"/>
          </p:cNvPicPr>
          <p:nvPr/>
        </p:nvPicPr>
        <p:blipFill>
          <a:blip r:embed="rId3">
            <a:extLst/>
          </a:blip>
          <a:stretch>
            <a:fillRect/>
          </a:stretch>
        </p:blipFill>
        <p:spPr>
          <a:xfrm>
            <a:off x="709200" y="2497780"/>
            <a:ext cx="11105373" cy="10196660"/>
          </a:xfrm>
          <a:prstGeom prst="rect">
            <a:avLst/>
          </a:prstGeom>
          <a:ln w="12700">
            <a:miter lim="400000"/>
          </a:ln>
        </p:spPr>
      </p:pic>
      <p:pic>
        <p:nvPicPr>
          <p:cNvPr id="9865" name="pasted-image.pdf"/>
          <p:cNvPicPr>
            <a:picLocks noChangeAspect="1"/>
          </p:cNvPicPr>
          <p:nvPr/>
        </p:nvPicPr>
        <p:blipFill>
          <a:blip r:embed="rId4">
            <a:extLst/>
          </a:blip>
          <a:stretch>
            <a:fillRect/>
          </a:stretch>
        </p:blipFill>
        <p:spPr>
          <a:xfrm>
            <a:off x="12131099" y="6132578"/>
            <a:ext cx="4623195" cy="7478320"/>
          </a:xfrm>
          <a:prstGeom prst="rect">
            <a:avLst/>
          </a:prstGeom>
          <a:ln w="12700">
            <a:miter lim="400000"/>
          </a:ln>
        </p:spPr>
      </p:pic>
      <p:sp>
        <p:nvSpPr>
          <p:cNvPr id="9866" name="Shape 9866"/>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3.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868" name="pasted-image.pdf"/>
          <p:cNvPicPr>
            <a:picLocks noChangeAspect="1"/>
          </p:cNvPicPr>
          <p:nvPr/>
        </p:nvPicPr>
        <p:blipFill>
          <a:blip r:embed="rId2">
            <a:extLst/>
          </a:blip>
          <a:stretch>
            <a:fillRect/>
          </a:stretch>
        </p:blipFill>
        <p:spPr>
          <a:xfrm>
            <a:off x="1204467" y="5656134"/>
            <a:ext cx="7449440" cy="7451981"/>
          </a:xfrm>
          <a:prstGeom prst="rect">
            <a:avLst/>
          </a:prstGeom>
          <a:ln w="12700">
            <a:miter lim="400000"/>
          </a:ln>
        </p:spPr>
      </p:pic>
      <p:pic>
        <p:nvPicPr>
          <p:cNvPr id="9869" name="pasted-image.pdf"/>
          <p:cNvPicPr>
            <a:picLocks noChangeAspect="1"/>
          </p:cNvPicPr>
          <p:nvPr/>
        </p:nvPicPr>
        <p:blipFill>
          <a:blip r:embed="rId3">
            <a:extLst/>
          </a:blip>
          <a:stretch>
            <a:fillRect/>
          </a:stretch>
        </p:blipFill>
        <p:spPr>
          <a:xfrm>
            <a:off x="9569544" y="5814154"/>
            <a:ext cx="6768910" cy="7135941"/>
          </a:xfrm>
          <a:prstGeom prst="rect">
            <a:avLst/>
          </a:prstGeom>
          <a:ln w="12700">
            <a:miter lim="400000"/>
          </a:ln>
        </p:spPr>
      </p:pic>
      <p:pic>
        <p:nvPicPr>
          <p:cNvPr id="9870" name="pasted-image.pdf"/>
          <p:cNvPicPr>
            <a:picLocks noChangeAspect="1"/>
          </p:cNvPicPr>
          <p:nvPr/>
        </p:nvPicPr>
        <p:blipFill>
          <a:blip r:embed="rId4">
            <a:extLst/>
          </a:blip>
          <a:stretch>
            <a:fillRect/>
          </a:stretch>
        </p:blipFill>
        <p:spPr>
          <a:xfrm>
            <a:off x="15184766" y="305218"/>
            <a:ext cx="8825840" cy="7533438"/>
          </a:xfrm>
          <a:prstGeom prst="rect">
            <a:avLst/>
          </a:prstGeom>
          <a:ln w="12700">
            <a:miter lim="400000"/>
          </a:ln>
        </p:spPr>
      </p:pic>
      <p:pic>
        <p:nvPicPr>
          <p:cNvPr id="9871" name="pasted-image.pdf"/>
          <p:cNvPicPr>
            <a:picLocks noChangeAspect="1"/>
          </p:cNvPicPr>
          <p:nvPr/>
        </p:nvPicPr>
        <p:blipFill>
          <a:blip r:embed="rId5">
            <a:extLst/>
          </a:blip>
          <a:stretch>
            <a:fillRect/>
          </a:stretch>
        </p:blipFill>
        <p:spPr>
          <a:xfrm>
            <a:off x="17795296" y="7368590"/>
            <a:ext cx="5890782" cy="5890795"/>
          </a:xfrm>
          <a:prstGeom prst="rect">
            <a:avLst/>
          </a:prstGeom>
          <a:ln w="12700">
            <a:miter lim="400000"/>
          </a:ln>
        </p:spPr>
      </p:pic>
      <p:sp>
        <p:nvSpPr>
          <p:cNvPr id="9872" name="Shape 9872"/>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4.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874" name="pasted-image.pdf"/>
          <p:cNvPicPr>
            <a:picLocks noChangeAspect="1"/>
          </p:cNvPicPr>
          <p:nvPr/>
        </p:nvPicPr>
        <p:blipFill>
          <a:blip r:embed="rId2">
            <a:extLst/>
          </a:blip>
          <a:stretch>
            <a:fillRect/>
          </a:stretch>
        </p:blipFill>
        <p:spPr>
          <a:xfrm>
            <a:off x="711910" y="4221714"/>
            <a:ext cx="8815554" cy="9368321"/>
          </a:xfrm>
          <a:prstGeom prst="rect">
            <a:avLst/>
          </a:prstGeom>
          <a:ln w="12700">
            <a:miter lim="400000"/>
          </a:ln>
        </p:spPr>
      </p:pic>
      <p:pic>
        <p:nvPicPr>
          <p:cNvPr id="9875" name="pasted-image.pdf"/>
          <p:cNvPicPr>
            <a:picLocks noChangeAspect="1"/>
          </p:cNvPicPr>
          <p:nvPr/>
        </p:nvPicPr>
        <p:blipFill>
          <a:blip r:embed="rId3">
            <a:extLst/>
          </a:blip>
          <a:stretch>
            <a:fillRect/>
          </a:stretch>
        </p:blipFill>
        <p:spPr>
          <a:xfrm>
            <a:off x="13545965" y="6267068"/>
            <a:ext cx="9817444" cy="6944488"/>
          </a:xfrm>
          <a:prstGeom prst="rect">
            <a:avLst/>
          </a:prstGeom>
          <a:ln w="12700">
            <a:miter lim="400000"/>
          </a:ln>
        </p:spPr>
      </p:pic>
      <p:pic>
        <p:nvPicPr>
          <p:cNvPr id="9876" name="pasted-image.pdf"/>
          <p:cNvPicPr>
            <a:picLocks noChangeAspect="1"/>
          </p:cNvPicPr>
          <p:nvPr/>
        </p:nvPicPr>
        <p:blipFill>
          <a:blip r:embed="rId4">
            <a:extLst/>
          </a:blip>
          <a:stretch>
            <a:fillRect/>
          </a:stretch>
        </p:blipFill>
        <p:spPr>
          <a:xfrm>
            <a:off x="18305481" y="134410"/>
            <a:ext cx="5727663" cy="5636680"/>
          </a:xfrm>
          <a:prstGeom prst="rect">
            <a:avLst/>
          </a:prstGeom>
          <a:ln w="12700">
            <a:miter lim="400000"/>
          </a:ln>
        </p:spPr>
      </p:pic>
      <p:pic>
        <p:nvPicPr>
          <p:cNvPr id="9877" name="pasted-image.pdf"/>
          <p:cNvPicPr>
            <a:picLocks noChangeAspect="1"/>
          </p:cNvPicPr>
          <p:nvPr/>
        </p:nvPicPr>
        <p:blipFill>
          <a:blip r:embed="rId5">
            <a:extLst/>
          </a:blip>
          <a:stretch>
            <a:fillRect/>
          </a:stretch>
        </p:blipFill>
        <p:spPr>
          <a:xfrm>
            <a:off x="9982697" y="-444164"/>
            <a:ext cx="3108034" cy="7841578"/>
          </a:xfrm>
          <a:prstGeom prst="rect">
            <a:avLst/>
          </a:prstGeom>
          <a:ln w="12700">
            <a:miter lim="400000"/>
          </a:ln>
        </p:spPr>
      </p:pic>
      <p:sp>
        <p:nvSpPr>
          <p:cNvPr id="9878" name="Shape 9878"/>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5.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880" name="pasted-image.pdf"/>
          <p:cNvPicPr>
            <a:picLocks noChangeAspect="1"/>
          </p:cNvPicPr>
          <p:nvPr/>
        </p:nvPicPr>
        <p:blipFill>
          <a:blip r:embed="rId2">
            <a:extLst/>
          </a:blip>
          <a:stretch>
            <a:fillRect/>
          </a:stretch>
        </p:blipFill>
        <p:spPr>
          <a:xfrm>
            <a:off x="1291930" y="7084269"/>
            <a:ext cx="6018061" cy="6142432"/>
          </a:xfrm>
          <a:prstGeom prst="rect">
            <a:avLst/>
          </a:prstGeom>
          <a:ln w="12700">
            <a:miter lim="400000"/>
          </a:ln>
        </p:spPr>
      </p:pic>
      <p:pic>
        <p:nvPicPr>
          <p:cNvPr id="9881" name="pasted-image.pdf"/>
          <p:cNvPicPr>
            <a:picLocks noChangeAspect="1"/>
          </p:cNvPicPr>
          <p:nvPr/>
        </p:nvPicPr>
        <p:blipFill>
          <a:blip r:embed="rId3">
            <a:extLst/>
          </a:blip>
          <a:stretch>
            <a:fillRect/>
          </a:stretch>
        </p:blipFill>
        <p:spPr>
          <a:xfrm>
            <a:off x="9346003" y="7043870"/>
            <a:ext cx="6391666" cy="6223230"/>
          </a:xfrm>
          <a:prstGeom prst="rect">
            <a:avLst/>
          </a:prstGeom>
          <a:ln w="12700">
            <a:miter lim="400000"/>
          </a:ln>
        </p:spPr>
      </p:pic>
      <p:pic>
        <p:nvPicPr>
          <p:cNvPr id="9882" name="pasted-image.pdf"/>
          <p:cNvPicPr>
            <a:picLocks noChangeAspect="1"/>
          </p:cNvPicPr>
          <p:nvPr/>
        </p:nvPicPr>
        <p:blipFill>
          <a:blip r:embed="rId4">
            <a:extLst/>
          </a:blip>
          <a:stretch>
            <a:fillRect/>
          </a:stretch>
        </p:blipFill>
        <p:spPr>
          <a:xfrm>
            <a:off x="4616098" y="572160"/>
            <a:ext cx="4302405" cy="5736400"/>
          </a:xfrm>
          <a:prstGeom prst="rect">
            <a:avLst/>
          </a:prstGeom>
          <a:ln w="12700">
            <a:miter lim="400000"/>
          </a:ln>
        </p:spPr>
      </p:pic>
      <p:pic>
        <p:nvPicPr>
          <p:cNvPr id="9883" name="pasted-image.pdf"/>
          <p:cNvPicPr>
            <a:picLocks noChangeAspect="1"/>
          </p:cNvPicPr>
          <p:nvPr/>
        </p:nvPicPr>
        <p:blipFill>
          <a:blip r:embed="rId5">
            <a:extLst/>
          </a:blip>
          <a:stretch>
            <a:fillRect/>
          </a:stretch>
        </p:blipFill>
        <p:spPr>
          <a:xfrm>
            <a:off x="9341811" y="572077"/>
            <a:ext cx="4302317" cy="5736566"/>
          </a:xfrm>
          <a:prstGeom prst="rect">
            <a:avLst/>
          </a:prstGeom>
          <a:ln w="12700">
            <a:miter lim="400000"/>
          </a:ln>
        </p:spPr>
      </p:pic>
      <p:pic>
        <p:nvPicPr>
          <p:cNvPr id="9884" name="pasted-image.pdf"/>
          <p:cNvPicPr>
            <a:picLocks noChangeAspect="1"/>
          </p:cNvPicPr>
          <p:nvPr/>
        </p:nvPicPr>
        <p:blipFill>
          <a:blip r:embed="rId6">
            <a:extLst/>
          </a:blip>
          <a:stretch>
            <a:fillRect/>
          </a:stretch>
        </p:blipFill>
        <p:spPr>
          <a:xfrm>
            <a:off x="14311276" y="516690"/>
            <a:ext cx="5121137" cy="6405716"/>
          </a:xfrm>
          <a:prstGeom prst="rect">
            <a:avLst/>
          </a:prstGeom>
          <a:ln w="12700">
            <a:miter lim="400000"/>
          </a:ln>
        </p:spPr>
      </p:pic>
      <p:pic>
        <p:nvPicPr>
          <p:cNvPr id="9885" name="pasted-image.pdf"/>
          <p:cNvPicPr>
            <a:picLocks noChangeAspect="1"/>
          </p:cNvPicPr>
          <p:nvPr/>
        </p:nvPicPr>
        <p:blipFill>
          <a:blip r:embed="rId7">
            <a:extLst/>
          </a:blip>
          <a:stretch>
            <a:fillRect/>
          </a:stretch>
        </p:blipFill>
        <p:spPr>
          <a:xfrm>
            <a:off x="19656955" y="572750"/>
            <a:ext cx="4301491" cy="5735220"/>
          </a:xfrm>
          <a:prstGeom prst="rect">
            <a:avLst/>
          </a:prstGeom>
          <a:ln w="12700">
            <a:miter lim="400000"/>
          </a:ln>
        </p:spPr>
      </p:pic>
      <p:pic>
        <p:nvPicPr>
          <p:cNvPr id="9886" name="pasted-image.pdf"/>
          <p:cNvPicPr>
            <a:picLocks noChangeAspect="1"/>
          </p:cNvPicPr>
          <p:nvPr/>
        </p:nvPicPr>
        <p:blipFill>
          <a:blip r:embed="rId8">
            <a:extLst/>
          </a:blip>
          <a:stretch>
            <a:fillRect/>
          </a:stretch>
        </p:blipFill>
        <p:spPr>
          <a:xfrm>
            <a:off x="17347517" y="7286205"/>
            <a:ext cx="5396117" cy="5738560"/>
          </a:xfrm>
          <a:prstGeom prst="rect">
            <a:avLst/>
          </a:prstGeom>
          <a:ln w="12700">
            <a:miter lim="400000"/>
          </a:ln>
        </p:spPr>
      </p:pic>
      <p:sp>
        <p:nvSpPr>
          <p:cNvPr id="9887" name="Shape 9887"/>
          <p:cNvSpPr/>
          <p:nvPr/>
        </p:nvSpPr>
        <p:spPr>
          <a:xfrm>
            <a:off x="304146" y="2526665"/>
            <a:ext cx="4864207" cy="152527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6.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889" name="pasted-image.pdf"/>
          <p:cNvPicPr>
            <a:picLocks noChangeAspect="1"/>
          </p:cNvPicPr>
          <p:nvPr/>
        </p:nvPicPr>
        <p:blipFill>
          <a:blip r:embed="rId2">
            <a:extLst/>
          </a:blip>
          <a:stretch>
            <a:fillRect/>
          </a:stretch>
        </p:blipFill>
        <p:spPr>
          <a:xfrm>
            <a:off x="1739436" y="3207994"/>
            <a:ext cx="5474628" cy="6776137"/>
          </a:xfrm>
          <a:prstGeom prst="rect">
            <a:avLst/>
          </a:prstGeom>
          <a:ln w="12700">
            <a:miter lim="400000"/>
          </a:ln>
        </p:spPr>
      </p:pic>
      <p:pic>
        <p:nvPicPr>
          <p:cNvPr id="9890" name="pasted-image.pdf"/>
          <p:cNvPicPr>
            <a:picLocks noChangeAspect="1"/>
          </p:cNvPicPr>
          <p:nvPr/>
        </p:nvPicPr>
        <p:blipFill>
          <a:blip r:embed="rId3">
            <a:extLst/>
          </a:blip>
          <a:stretch>
            <a:fillRect/>
          </a:stretch>
        </p:blipFill>
        <p:spPr>
          <a:xfrm>
            <a:off x="8798572" y="583291"/>
            <a:ext cx="7548855" cy="5412018"/>
          </a:xfrm>
          <a:prstGeom prst="rect">
            <a:avLst/>
          </a:prstGeom>
          <a:ln w="12700">
            <a:miter lim="400000"/>
          </a:ln>
        </p:spPr>
      </p:pic>
      <p:pic>
        <p:nvPicPr>
          <p:cNvPr id="9891" name="pasted-image.pdf"/>
          <p:cNvPicPr>
            <a:picLocks noChangeAspect="1"/>
          </p:cNvPicPr>
          <p:nvPr/>
        </p:nvPicPr>
        <p:blipFill>
          <a:blip r:embed="rId4">
            <a:extLst/>
          </a:blip>
          <a:stretch>
            <a:fillRect/>
          </a:stretch>
        </p:blipFill>
        <p:spPr>
          <a:xfrm>
            <a:off x="8798584" y="6964095"/>
            <a:ext cx="7548830" cy="5413910"/>
          </a:xfrm>
          <a:prstGeom prst="rect">
            <a:avLst/>
          </a:prstGeom>
          <a:ln w="12700">
            <a:miter lim="400000"/>
          </a:ln>
        </p:spPr>
      </p:pic>
      <p:pic>
        <p:nvPicPr>
          <p:cNvPr id="9892" name="pasted-image.pdf"/>
          <p:cNvPicPr>
            <a:picLocks noChangeAspect="1"/>
          </p:cNvPicPr>
          <p:nvPr/>
        </p:nvPicPr>
        <p:blipFill>
          <a:blip r:embed="rId5">
            <a:extLst/>
          </a:blip>
          <a:stretch>
            <a:fillRect/>
          </a:stretch>
        </p:blipFill>
        <p:spPr>
          <a:xfrm>
            <a:off x="17134718" y="3759022"/>
            <a:ext cx="6783312" cy="6197956"/>
          </a:xfrm>
          <a:prstGeom prst="rect">
            <a:avLst/>
          </a:prstGeom>
          <a:ln w="12700">
            <a:miter lim="400000"/>
          </a:ln>
        </p:spPr>
      </p:pic>
      <p:sp>
        <p:nvSpPr>
          <p:cNvPr id="9893" name="Shape 9893"/>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7.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895" name="pasted-image.pdf"/>
          <p:cNvPicPr>
            <a:picLocks noChangeAspect="1"/>
          </p:cNvPicPr>
          <p:nvPr/>
        </p:nvPicPr>
        <p:blipFill>
          <a:blip r:embed="rId2">
            <a:extLst/>
          </a:blip>
          <a:stretch>
            <a:fillRect/>
          </a:stretch>
        </p:blipFill>
        <p:spPr>
          <a:xfrm>
            <a:off x="7023530" y="3109017"/>
            <a:ext cx="7155207" cy="8221866"/>
          </a:xfrm>
          <a:prstGeom prst="rect">
            <a:avLst/>
          </a:prstGeom>
          <a:ln w="12700">
            <a:miter lim="400000"/>
          </a:ln>
        </p:spPr>
      </p:pic>
      <p:pic>
        <p:nvPicPr>
          <p:cNvPr id="9896" name="pasted-image.pdf"/>
          <p:cNvPicPr>
            <a:picLocks noChangeAspect="1"/>
          </p:cNvPicPr>
          <p:nvPr/>
        </p:nvPicPr>
        <p:blipFill>
          <a:blip r:embed="rId3">
            <a:extLst/>
          </a:blip>
          <a:stretch>
            <a:fillRect/>
          </a:stretch>
        </p:blipFill>
        <p:spPr>
          <a:xfrm>
            <a:off x="1444535" y="2510491"/>
            <a:ext cx="4540429" cy="9742767"/>
          </a:xfrm>
          <a:prstGeom prst="rect">
            <a:avLst/>
          </a:prstGeom>
          <a:ln w="12700">
            <a:miter lim="400000"/>
          </a:ln>
        </p:spPr>
      </p:pic>
      <p:pic>
        <p:nvPicPr>
          <p:cNvPr id="9897" name="pasted-image.pdf"/>
          <p:cNvPicPr>
            <a:picLocks noChangeAspect="1"/>
          </p:cNvPicPr>
          <p:nvPr/>
        </p:nvPicPr>
        <p:blipFill>
          <a:blip r:embed="rId4">
            <a:extLst/>
          </a:blip>
          <a:stretch>
            <a:fillRect/>
          </a:stretch>
        </p:blipFill>
        <p:spPr>
          <a:xfrm>
            <a:off x="14621991" y="4892344"/>
            <a:ext cx="8522640" cy="8646186"/>
          </a:xfrm>
          <a:prstGeom prst="rect">
            <a:avLst/>
          </a:prstGeom>
          <a:ln w="12700">
            <a:miter lim="400000"/>
          </a:ln>
        </p:spPr>
      </p:pic>
      <p:pic>
        <p:nvPicPr>
          <p:cNvPr id="9898" name="pasted-image.pdf"/>
          <p:cNvPicPr>
            <a:picLocks noChangeAspect="1"/>
          </p:cNvPicPr>
          <p:nvPr/>
        </p:nvPicPr>
        <p:blipFill>
          <a:blip r:embed="rId5">
            <a:extLst/>
          </a:blip>
          <a:stretch>
            <a:fillRect/>
          </a:stretch>
        </p:blipFill>
        <p:spPr>
          <a:xfrm>
            <a:off x="14396769" y="281641"/>
            <a:ext cx="8973084" cy="4542118"/>
          </a:xfrm>
          <a:prstGeom prst="rect">
            <a:avLst/>
          </a:prstGeom>
          <a:ln w="12700">
            <a:miter lim="400000"/>
          </a:ln>
        </p:spPr>
      </p:pic>
      <p:sp>
        <p:nvSpPr>
          <p:cNvPr id="9899" name="Shape 9899"/>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8.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01" name="pasted-image.pdf"/>
          <p:cNvPicPr>
            <a:picLocks noChangeAspect="1"/>
          </p:cNvPicPr>
          <p:nvPr/>
        </p:nvPicPr>
        <p:blipFill>
          <a:blip r:embed="rId2">
            <a:extLst/>
          </a:blip>
          <a:stretch>
            <a:fillRect/>
          </a:stretch>
        </p:blipFill>
        <p:spPr>
          <a:xfrm>
            <a:off x="20851210" y="368657"/>
            <a:ext cx="3120747" cy="6900889"/>
          </a:xfrm>
          <a:prstGeom prst="rect">
            <a:avLst/>
          </a:prstGeom>
          <a:ln w="12700">
            <a:miter lim="400000"/>
          </a:ln>
        </p:spPr>
      </p:pic>
      <p:pic>
        <p:nvPicPr>
          <p:cNvPr id="9902" name="pasted-image.pdf"/>
          <p:cNvPicPr>
            <a:picLocks noChangeAspect="1"/>
          </p:cNvPicPr>
          <p:nvPr/>
        </p:nvPicPr>
        <p:blipFill>
          <a:blip r:embed="rId3">
            <a:extLst/>
          </a:blip>
          <a:stretch>
            <a:fillRect/>
          </a:stretch>
        </p:blipFill>
        <p:spPr>
          <a:xfrm>
            <a:off x="1056119" y="7947684"/>
            <a:ext cx="4888637" cy="5583505"/>
          </a:xfrm>
          <a:prstGeom prst="rect">
            <a:avLst/>
          </a:prstGeom>
          <a:ln w="12700">
            <a:miter lim="400000"/>
          </a:ln>
        </p:spPr>
      </p:pic>
      <p:pic>
        <p:nvPicPr>
          <p:cNvPr id="9903" name="pasted-image.pdf"/>
          <p:cNvPicPr>
            <a:picLocks noChangeAspect="1"/>
          </p:cNvPicPr>
          <p:nvPr/>
        </p:nvPicPr>
        <p:blipFill>
          <a:blip r:embed="rId4">
            <a:extLst/>
          </a:blip>
          <a:stretch>
            <a:fillRect/>
          </a:stretch>
        </p:blipFill>
        <p:spPr>
          <a:xfrm>
            <a:off x="9721381" y="1927106"/>
            <a:ext cx="6293575" cy="4271671"/>
          </a:xfrm>
          <a:prstGeom prst="rect">
            <a:avLst/>
          </a:prstGeom>
          <a:ln w="12700">
            <a:miter lim="400000"/>
          </a:ln>
        </p:spPr>
      </p:pic>
      <p:pic>
        <p:nvPicPr>
          <p:cNvPr id="9904" name="pasted-image.pdf"/>
          <p:cNvPicPr>
            <a:picLocks noChangeAspect="1"/>
          </p:cNvPicPr>
          <p:nvPr/>
        </p:nvPicPr>
        <p:blipFill>
          <a:blip r:embed="rId5">
            <a:extLst/>
          </a:blip>
          <a:stretch>
            <a:fillRect/>
          </a:stretch>
        </p:blipFill>
        <p:spPr>
          <a:xfrm>
            <a:off x="7099871" y="7637646"/>
            <a:ext cx="5088383" cy="4679583"/>
          </a:xfrm>
          <a:prstGeom prst="rect">
            <a:avLst/>
          </a:prstGeom>
          <a:ln w="12700">
            <a:miter lim="400000"/>
          </a:ln>
        </p:spPr>
      </p:pic>
      <p:pic>
        <p:nvPicPr>
          <p:cNvPr id="9905" name="pasted-image.pdf"/>
          <p:cNvPicPr>
            <a:picLocks noChangeAspect="1"/>
          </p:cNvPicPr>
          <p:nvPr/>
        </p:nvPicPr>
        <p:blipFill>
          <a:blip r:embed="rId6">
            <a:extLst/>
          </a:blip>
          <a:stretch>
            <a:fillRect/>
          </a:stretch>
        </p:blipFill>
        <p:spPr>
          <a:xfrm>
            <a:off x="582294" y="2686481"/>
            <a:ext cx="6728461" cy="3782467"/>
          </a:xfrm>
          <a:prstGeom prst="rect">
            <a:avLst/>
          </a:prstGeom>
          <a:ln w="12700">
            <a:miter lim="400000"/>
          </a:ln>
        </p:spPr>
      </p:pic>
      <p:pic>
        <p:nvPicPr>
          <p:cNvPr id="9906" name="pasted-image.pdf"/>
          <p:cNvPicPr>
            <a:picLocks noChangeAspect="1"/>
          </p:cNvPicPr>
          <p:nvPr/>
        </p:nvPicPr>
        <p:blipFill>
          <a:blip r:embed="rId7">
            <a:extLst/>
          </a:blip>
          <a:stretch>
            <a:fillRect/>
          </a:stretch>
        </p:blipFill>
        <p:spPr>
          <a:xfrm>
            <a:off x="14227314" y="7005256"/>
            <a:ext cx="6498286" cy="5944363"/>
          </a:xfrm>
          <a:prstGeom prst="rect">
            <a:avLst/>
          </a:prstGeom>
          <a:ln w="12700">
            <a:miter lim="400000"/>
          </a:ln>
        </p:spPr>
      </p:pic>
      <p:sp>
        <p:nvSpPr>
          <p:cNvPr id="9907" name="Shape 9907"/>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19.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09" name="pasted-image.pdf"/>
          <p:cNvPicPr>
            <a:picLocks noChangeAspect="1"/>
          </p:cNvPicPr>
          <p:nvPr/>
        </p:nvPicPr>
        <p:blipFill>
          <a:blip r:embed="rId2">
            <a:extLst/>
          </a:blip>
          <a:stretch>
            <a:fillRect/>
          </a:stretch>
        </p:blipFill>
        <p:spPr>
          <a:xfrm>
            <a:off x="16023899" y="7258573"/>
            <a:ext cx="7754164" cy="5940705"/>
          </a:xfrm>
          <a:prstGeom prst="rect">
            <a:avLst/>
          </a:prstGeom>
          <a:ln w="12700">
            <a:miter lim="400000"/>
          </a:ln>
        </p:spPr>
      </p:pic>
      <p:pic>
        <p:nvPicPr>
          <p:cNvPr id="9910" name="pasted-image.pdf"/>
          <p:cNvPicPr>
            <a:picLocks noChangeAspect="1"/>
          </p:cNvPicPr>
          <p:nvPr/>
        </p:nvPicPr>
        <p:blipFill>
          <a:blip r:embed="rId3">
            <a:extLst/>
          </a:blip>
          <a:stretch>
            <a:fillRect/>
          </a:stretch>
        </p:blipFill>
        <p:spPr>
          <a:xfrm>
            <a:off x="6121494" y="5929362"/>
            <a:ext cx="8616760" cy="7096025"/>
          </a:xfrm>
          <a:prstGeom prst="rect">
            <a:avLst/>
          </a:prstGeom>
          <a:ln w="12700">
            <a:miter lim="400000"/>
          </a:ln>
        </p:spPr>
      </p:pic>
      <p:pic>
        <p:nvPicPr>
          <p:cNvPr id="9911" name="pasted-image.pdf"/>
          <p:cNvPicPr>
            <a:picLocks noChangeAspect="1"/>
          </p:cNvPicPr>
          <p:nvPr/>
        </p:nvPicPr>
        <p:blipFill>
          <a:blip r:embed="rId4">
            <a:extLst/>
          </a:blip>
          <a:stretch>
            <a:fillRect/>
          </a:stretch>
        </p:blipFill>
        <p:spPr>
          <a:xfrm>
            <a:off x="-1525912" y="5616168"/>
            <a:ext cx="8623949" cy="8770164"/>
          </a:xfrm>
          <a:prstGeom prst="rect">
            <a:avLst/>
          </a:prstGeom>
          <a:ln w="12700">
            <a:miter lim="400000"/>
          </a:ln>
        </p:spPr>
      </p:pic>
      <p:pic>
        <p:nvPicPr>
          <p:cNvPr id="9912" name="pasted-image.pdf"/>
          <p:cNvPicPr>
            <a:picLocks noChangeAspect="1"/>
          </p:cNvPicPr>
          <p:nvPr/>
        </p:nvPicPr>
        <p:blipFill>
          <a:blip r:embed="rId5">
            <a:extLst/>
          </a:blip>
          <a:stretch>
            <a:fillRect/>
          </a:stretch>
        </p:blipFill>
        <p:spPr>
          <a:xfrm>
            <a:off x="13145603" y="65923"/>
            <a:ext cx="5479396" cy="6446754"/>
          </a:xfrm>
          <a:prstGeom prst="rect">
            <a:avLst/>
          </a:prstGeom>
          <a:ln w="12700">
            <a:miter lim="400000"/>
          </a:ln>
        </p:spPr>
      </p:pic>
      <p:sp>
        <p:nvSpPr>
          <p:cNvPr id="9913" name="Shape 9913"/>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0.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15" name="pasted-image.pdf"/>
          <p:cNvPicPr>
            <a:picLocks noChangeAspect="1"/>
          </p:cNvPicPr>
          <p:nvPr/>
        </p:nvPicPr>
        <p:blipFill>
          <a:blip r:embed="rId2">
            <a:extLst/>
          </a:blip>
          <a:stretch>
            <a:fillRect/>
          </a:stretch>
        </p:blipFill>
        <p:spPr>
          <a:xfrm>
            <a:off x="2094591" y="1877878"/>
            <a:ext cx="6288318" cy="8674368"/>
          </a:xfrm>
          <a:prstGeom prst="rect">
            <a:avLst/>
          </a:prstGeom>
          <a:ln w="12700">
            <a:miter lim="400000"/>
          </a:ln>
        </p:spPr>
      </p:pic>
      <p:pic>
        <p:nvPicPr>
          <p:cNvPr id="9916" name="pasted-image.pdf"/>
          <p:cNvPicPr>
            <a:picLocks noChangeAspect="1"/>
          </p:cNvPicPr>
          <p:nvPr/>
        </p:nvPicPr>
        <p:blipFill>
          <a:blip r:embed="rId3">
            <a:extLst/>
          </a:blip>
          <a:stretch>
            <a:fillRect/>
          </a:stretch>
        </p:blipFill>
        <p:spPr>
          <a:xfrm>
            <a:off x="9375678" y="5933598"/>
            <a:ext cx="8490142" cy="6992304"/>
          </a:xfrm>
          <a:prstGeom prst="rect">
            <a:avLst/>
          </a:prstGeom>
          <a:ln w="12700">
            <a:miter lim="400000"/>
          </a:ln>
        </p:spPr>
      </p:pic>
      <p:pic>
        <p:nvPicPr>
          <p:cNvPr id="9917" name="pasted-image.pdf"/>
          <p:cNvPicPr>
            <a:picLocks noChangeAspect="1"/>
          </p:cNvPicPr>
          <p:nvPr/>
        </p:nvPicPr>
        <p:blipFill>
          <a:blip r:embed="rId4">
            <a:extLst/>
          </a:blip>
          <a:stretch>
            <a:fillRect/>
          </a:stretch>
        </p:blipFill>
        <p:spPr>
          <a:xfrm>
            <a:off x="16681918" y="683060"/>
            <a:ext cx="7161912" cy="7161863"/>
          </a:xfrm>
          <a:prstGeom prst="rect">
            <a:avLst/>
          </a:prstGeom>
          <a:ln w="12700">
            <a:miter lim="400000"/>
          </a:ln>
        </p:spPr>
      </p:pic>
      <p:sp>
        <p:nvSpPr>
          <p:cNvPr id="9918" name="Shape 9918"/>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1.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20" name="pasted-image.pdf"/>
          <p:cNvPicPr>
            <a:picLocks noChangeAspect="1"/>
          </p:cNvPicPr>
          <p:nvPr/>
        </p:nvPicPr>
        <p:blipFill>
          <a:blip r:embed="rId2">
            <a:extLst/>
          </a:blip>
          <a:stretch>
            <a:fillRect/>
          </a:stretch>
        </p:blipFill>
        <p:spPr>
          <a:xfrm>
            <a:off x="968050" y="1723824"/>
            <a:ext cx="9259846" cy="11696632"/>
          </a:xfrm>
          <a:prstGeom prst="rect">
            <a:avLst/>
          </a:prstGeom>
          <a:ln w="12700">
            <a:miter lim="400000"/>
          </a:ln>
        </p:spPr>
      </p:pic>
      <p:pic>
        <p:nvPicPr>
          <p:cNvPr id="9921" name="pasted-image.pdf"/>
          <p:cNvPicPr>
            <a:picLocks noChangeAspect="1"/>
          </p:cNvPicPr>
          <p:nvPr/>
        </p:nvPicPr>
        <p:blipFill>
          <a:blip r:embed="rId3">
            <a:extLst/>
          </a:blip>
          <a:stretch>
            <a:fillRect/>
          </a:stretch>
        </p:blipFill>
        <p:spPr>
          <a:xfrm>
            <a:off x="13535494" y="1020032"/>
            <a:ext cx="7028512" cy="5246561"/>
          </a:xfrm>
          <a:prstGeom prst="rect">
            <a:avLst/>
          </a:prstGeom>
          <a:ln w="12700">
            <a:miter lim="400000"/>
          </a:ln>
        </p:spPr>
      </p:pic>
      <p:pic>
        <p:nvPicPr>
          <p:cNvPr id="9922" name="pasted-image.pdf"/>
          <p:cNvPicPr>
            <a:picLocks noChangeAspect="1"/>
          </p:cNvPicPr>
          <p:nvPr/>
        </p:nvPicPr>
        <p:blipFill>
          <a:blip r:embed="rId4">
            <a:extLst/>
          </a:blip>
          <a:stretch>
            <a:fillRect/>
          </a:stretch>
        </p:blipFill>
        <p:spPr>
          <a:xfrm>
            <a:off x="11572519" y="7293037"/>
            <a:ext cx="5899393" cy="5899088"/>
          </a:xfrm>
          <a:prstGeom prst="rect">
            <a:avLst/>
          </a:prstGeom>
          <a:ln w="12700">
            <a:miter lim="400000"/>
          </a:ln>
        </p:spPr>
      </p:pic>
      <p:pic>
        <p:nvPicPr>
          <p:cNvPr id="9923" name="pasted-image.pdf"/>
          <p:cNvPicPr>
            <a:picLocks noChangeAspect="1"/>
          </p:cNvPicPr>
          <p:nvPr/>
        </p:nvPicPr>
        <p:blipFill>
          <a:blip r:embed="rId5">
            <a:extLst/>
          </a:blip>
          <a:srcRect l="0" t="0" r="0" b="10176"/>
          <a:stretch>
            <a:fillRect/>
          </a:stretch>
        </p:blipFill>
        <p:spPr>
          <a:xfrm>
            <a:off x="19373679" y="7358490"/>
            <a:ext cx="3679699" cy="5768367"/>
          </a:xfrm>
          <a:prstGeom prst="rect">
            <a:avLst/>
          </a:prstGeom>
          <a:ln w="12700">
            <a:miter lim="400000"/>
          </a:ln>
        </p:spPr>
      </p:pic>
      <p:sp>
        <p:nvSpPr>
          <p:cNvPr id="9924" name="Shape 9924"/>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2.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26" name="pasted-image.pdf"/>
          <p:cNvPicPr>
            <a:picLocks noChangeAspect="1"/>
          </p:cNvPicPr>
          <p:nvPr/>
        </p:nvPicPr>
        <p:blipFill>
          <a:blip r:embed="rId2">
            <a:extLst/>
          </a:blip>
          <a:stretch>
            <a:fillRect/>
          </a:stretch>
        </p:blipFill>
        <p:spPr>
          <a:xfrm>
            <a:off x="1583892" y="2265151"/>
            <a:ext cx="6309590" cy="5551704"/>
          </a:xfrm>
          <a:prstGeom prst="rect">
            <a:avLst/>
          </a:prstGeom>
          <a:ln w="12700">
            <a:miter lim="400000"/>
          </a:ln>
        </p:spPr>
      </p:pic>
      <p:pic>
        <p:nvPicPr>
          <p:cNvPr id="9927" name="pasted-image.pdf"/>
          <p:cNvPicPr>
            <a:picLocks noChangeAspect="1"/>
          </p:cNvPicPr>
          <p:nvPr/>
        </p:nvPicPr>
        <p:blipFill>
          <a:blip r:embed="rId3">
            <a:extLst/>
          </a:blip>
          <a:stretch>
            <a:fillRect/>
          </a:stretch>
        </p:blipFill>
        <p:spPr>
          <a:xfrm>
            <a:off x="1466265" y="8202783"/>
            <a:ext cx="6544844" cy="3549308"/>
          </a:xfrm>
          <a:prstGeom prst="rect">
            <a:avLst/>
          </a:prstGeom>
          <a:ln w="12700">
            <a:miter lim="400000"/>
          </a:ln>
        </p:spPr>
      </p:pic>
      <p:pic>
        <p:nvPicPr>
          <p:cNvPr id="9928" name="pasted-image.pdf"/>
          <p:cNvPicPr>
            <a:picLocks noChangeAspect="1"/>
          </p:cNvPicPr>
          <p:nvPr/>
        </p:nvPicPr>
        <p:blipFill>
          <a:blip r:embed="rId4">
            <a:extLst/>
          </a:blip>
          <a:stretch>
            <a:fillRect/>
          </a:stretch>
        </p:blipFill>
        <p:spPr>
          <a:xfrm>
            <a:off x="9288870" y="2081619"/>
            <a:ext cx="12933252" cy="9552762"/>
          </a:xfrm>
          <a:prstGeom prst="rect">
            <a:avLst/>
          </a:prstGeom>
          <a:ln w="12700">
            <a:miter lim="400000"/>
          </a:ln>
        </p:spPr>
      </p:pic>
      <p:sp>
        <p:nvSpPr>
          <p:cNvPr id="9929" name="Shape 9929"/>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3.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31" name="pasted-image.pdf"/>
          <p:cNvPicPr>
            <a:picLocks noChangeAspect="1"/>
          </p:cNvPicPr>
          <p:nvPr/>
        </p:nvPicPr>
        <p:blipFill>
          <a:blip r:embed="rId2">
            <a:extLst/>
          </a:blip>
          <a:stretch>
            <a:fillRect/>
          </a:stretch>
        </p:blipFill>
        <p:spPr>
          <a:xfrm>
            <a:off x="3865584" y="1617705"/>
            <a:ext cx="7669324" cy="11223963"/>
          </a:xfrm>
          <a:prstGeom prst="rect">
            <a:avLst/>
          </a:prstGeom>
          <a:ln w="12700">
            <a:miter lim="400000"/>
          </a:ln>
        </p:spPr>
      </p:pic>
      <p:pic>
        <p:nvPicPr>
          <p:cNvPr id="9932" name="pasted-image.pdf"/>
          <p:cNvPicPr>
            <a:picLocks noChangeAspect="1"/>
          </p:cNvPicPr>
          <p:nvPr/>
        </p:nvPicPr>
        <p:blipFill>
          <a:blip r:embed="rId3">
            <a:extLst/>
          </a:blip>
          <a:stretch>
            <a:fillRect/>
          </a:stretch>
        </p:blipFill>
        <p:spPr>
          <a:xfrm>
            <a:off x="2017203" y="1444631"/>
            <a:ext cx="20587717" cy="10826738"/>
          </a:xfrm>
          <a:prstGeom prst="rect">
            <a:avLst/>
          </a:prstGeom>
          <a:ln w="12700">
            <a:miter lim="400000"/>
          </a:ln>
        </p:spPr>
      </p:pic>
      <p:sp>
        <p:nvSpPr>
          <p:cNvPr id="9933" name="Shape 9933"/>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4.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35" name="pasted-image.pdf"/>
          <p:cNvPicPr>
            <a:picLocks noChangeAspect="1"/>
          </p:cNvPicPr>
          <p:nvPr/>
        </p:nvPicPr>
        <p:blipFill>
          <a:blip r:embed="rId2">
            <a:extLst/>
          </a:blip>
          <a:stretch>
            <a:fillRect/>
          </a:stretch>
        </p:blipFill>
        <p:spPr>
          <a:xfrm>
            <a:off x="879402" y="2764091"/>
            <a:ext cx="11604529" cy="10474528"/>
          </a:xfrm>
          <a:prstGeom prst="rect">
            <a:avLst/>
          </a:prstGeom>
          <a:ln w="12700">
            <a:miter lim="400000"/>
          </a:ln>
        </p:spPr>
      </p:pic>
      <p:pic>
        <p:nvPicPr>
          <p:cNvPr id="9936" name="pasted-image.pdf"/>
          <p:cNvPicPr>
            <a:picLocks noChangeAspect="1"/>
          </p:cNvPicPr>
          <p:nvPr/>
        </p:nvPicPr>
        <p:blipFill>
          <a:blip r:embed="rId3">
            <a:extLst/>
          </a:blip>
          <a:stretch>
            <a:fillRect/>
          </a:stretch>
        </p:blipFill>
        <p:spPr>
          <a:xfrm>
            <a:off x="16252442" y="2226357"/>
            <a:ext cx="5449964" cy="4241763"/>
          </a:xfrm>
          <a:prstGeom prst="rect">
            <a:avLst/>
          </a:prstGeom>
          <a:ln w="12700">
            <a:miter lim="400000"/>
          </a:ln>
        </p:spPr>
      </p:pic>
      <p:pic>
        <p:nvPicPr>
          <p:cNvPr id="9937" name="pasted-image.pdf"/>
          <p:cNvPicPr>
            <a:picLocks noChangeAspect="1"/>
          </p:cNvPicPr>
          <p:nvPr/>
        </p:nvPicPr>
        <p:blipFill>
          <a:blip r:embed="rId4">
            <a:extLst/>
          </a:blip>
          <a:stretch>
            <a:fillRect/>
          </a:stretch>
        </p:blipFill>
        <p:spPr>
          <a:xfrm>
            <a:off x="16443362" y="7363840"/>
            <a:ext cx="6118149" cy="4846194"/>
          </a:xfrm>
          <a:prstGeom prst="rect">
            <a:avLst/>
          </a:prstGeom>
          <a:ln w="12700">
            <a:miter lim="400000"/>
          </a:ln>
        </p:spPr>
      </p:pic>
      <p:sp>
        <p:nvSpPr>
          <p:cNvPr id="9938" name="Shape 9938"/>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5.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40" name="pasted-image.pdf"/>
          <p:cNvPicPr>
            <a:picLocks noChangeAspect="1"/>
          </p:cNvPicPr>
          <p:nvPr/>
        </p:nvPicPr>
        <p:blipFill>
          <a:blip r:embed="rId2">
            <a:extLst/>
          </a:blip>
          <a:stretch>
            <a:fillRect/>
          </a:stretch>
        </p:blipFill>
        <p:spPr>
          <a:xfrm>
            <a:off x="5241628" y="272060"/>
            <a:ext cx="14070389" cy="13171880"/>
          </a:xfrm>
          <a:prstGeom prst="rect">
            <a:avLst/>
          </a:prstGeom>
          <a:ln w="12700">
            <a:miter lim="400000"/>
          </a:ln>
        </p:spPr>
      </p:pic>
      <p:sp>
        <p:nvSpPr>
          <p:cNvPr id="9941" name="Shape 9941"/>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6.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43" name="pasted-image.pdf"/>
          <p:cNvPicPr>
            <a:picLocks noChangeAspect="1"/>
          </p:cNvPicPr>
          <p:nvPr/>
        </p:nvPicPr>
        <p:blipFill>
          <a:blip r:embed="rId2">
            <a:extLst/>
          </a:blip>
          <a:stretch>
            <a:fillRect/>
          </a:stretch>
        </p:blipFill>
        <p:spPr>
          <a:xfrm>
            <a:off x="1616277" y="3154229"/>
            <a:ext cx="7959320" cy="7407542"/>
          </a:xfrm>
          <a:prstGeom prst="rect">
            <a:avLst/>
          </a:prstGeom>
          <a:ln w="12700">
            <a:miter lim="400000"/>
          </a:ln>
        </p:spPr>
      </p:pic>
      <p:pic>
        <p:nvPicPr>
          <p:cNvPr id="9944" name="pasted-image.pdf"/>
          <p:cNvPicPr>
            <a:picLocks noChangeAspect="1"/>
          </p:cNvPicPr>
          <p:nvPr/>
        </p:nvPicPr>
        <p:blipFill>
          <a:blip r:embed="rId3">
            <a:extLst/>
          </a:blip>
          <a:stretch>
            <a:fillRect/>
          </a:stretch>
        </p:blipFill>
        <p:spPr>
          <a:xfrm>
            <a:off x="8431040" y="2954076"/>
            <a:ext cx="7807669" cy="7807847"/>
          </a:xfrm>
          <a:prstGeom prst="rect">
            <a:avLst/>
          </a:prstGeom>
          <a:ln w="12700">
            <a:miter lim="400000"/>
          </a:ln>
        </p:spPr>
      </p:pic>
      <p:pic>
        <p:nvPicPr>
          <p:cNvPr id="9945" name="pasted-image.pdf"/>
          <p:cNvPicPr>
            <a:picLocks noChangeAspect="1"/>
          </p:cNvPicPr>
          <p:nvPr/>
        </p:nvPicPr>
        <p:blipFill>
          <a:blip r:embed="rId4">
            <a:extLst/>
          </a:blip>
          <a:stretch>
            <a:fillRect/>
          </a:stretch>
        </p:blipFill>
        <p:spPr>
          <a:xfrm>
            <a:off x="17481308" y="2629090"/>
            <a:ext cx="5661508" cy="8457820"/>
          </a:xfrm>
          <a:prstGeom prst="rect">
            <a:avLst/>
          </a:prstGeom>
          <a:ln w="12700">
            <a:miter lim="400000"/>
          </a:ln>
        </p:spPr>
      </p:pic>
      <p:sp>
        <p:nvSpPr>
          <p:cNvPr id="9946" name="Shape 9946"/>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7.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A6AAA9"/>
        </a:solidFill>
      </p:bgPr>
    </p:bg>
    <p:spTree>
      <p:nvGrpSpPr>
        <p:cNvPr id="1" name=""/>
        <p:cNvGrpSpPr/>
        <p:nvPr/>
      </p:nvGrpSpPr>
      <p:grpSpPr>
        <a:xfrm>
          <a:off x="0" y="0"/>
          <a:ext cx="0" cy="0"/>
          <a:chOff x="0" y="0"/>
          <a:chExt cx="0" cy="0"/>
        </a:xfrm>
      </p:grpSpPr>
      <p:pic>
        <p:nvPicPr>
          <p:cNvPr id="9948" name="pasted-image.pdf"/>
          <p:cNvPicPr>
            <a:picLocks noChangeAspect="1"/>
          </p:cNvPicPr>
          <p:nvPr/>
        </p:nvPicPr>
        <p:blipFill>
          <a:blip r:embed="rId2">
            <a:extLst/>
          </a:blip>
          <a:stretch>
            <a:fillRect/>
          </a:stretch>
        </p:blipFill>
        <p:spPr>
          <a:xfrm>
            <a:off x="1540296" y="3189953"/>
            <a:ext cx="7472261" cy="8411148"/>
          </a:xfrm>
          <a:prstGeom prst="rect">
            <a:avLst/>
          </a:prstGeom>
          <a:ln w="12700">
            <a:miter lim="400000"/>
          </a:ln>
        </p:spPr>
      </p:pic>
      <p:pic>
        <p:nvPicPr>
          <p:cNvPr id="9949" name="pasted-image.pdf"/>
          <p:cNvPicPr>
            <a:picLocks noChangeAspect="1"/>
          </p:cNvPicPr>
          <p:nvPr/>
        </p:nvPicPr>
        <p:blipFill>
          <a:blip r:embed="rId3">
            <a:extLst/>
          </a:blip>
          <a:stretch>
            <a:fillRect/>
          </a:stretch>
        </p:blipFill>
        <p:spPr>
          <a:xfrm>
            <a:off x="10821840" y="-162154"/>
            <a:ext cx="5597819" cy="8325308"/>
          </a:xfrm>
          <a:prstGeom prst="rect">
            <a:avLst/>
          </a:prstGeom>
          <a:ln w="12700">
            <a:miter lim="400000"/>
          </a:ln>
        </p:spPr>
      </p:pic>
      <p:pic>
        <p:nvPicPr>
          <p:cNvPr id="9950" name="pasted-image.pdf"/>
          <p:cNvPicPr>
            <a:picLocks noChangeAspect="1"/>
          </p:cNvPicPr>
          <p:nvPr/>
        </p:nvPicPr>
        <p:blipFill>
          <a:blip r:embed="rId4">
            <a:extLst/>
          </a:blip>
          <a:stretch>
            <a:fillRect/>
          </a:stretch>
        </p:blipFill>
        <p:spPr>
          <a:xfrm>
            <a:off x="17361743" y="6713576"/>
            <a:ext cx="5597818" cy="6148457"/>
          </a:xfrm>
          <a:prstGeom prst="rect">
            <a:avLst/>
          </a:prstGeom>
          <a:ln w="12700">
            <a:miter lim="400000"/>
          </a:ln>
        </p:spPr>
      </p:pic>
      <p:sp>
        <p:nvSpPr>
          <p:cNvPr id="9951" name="Shape 9951"/>
          <p:cNvSpPr/>
          <p:nvPr/>
        </p:nvSpPr>
        <p:spPr>
          <a:xfrm>
            <a:off x="493800" y="465712"/>
            <a:ext cx="8159116"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FFFFFF"/>
                </a:solidFill>
                <a:latin typeface="Raleway Heavy"/>
                <a:ea typeface="Raleway Heavy"/>
                <a:cs typeface="Raleway Heavy"/>
                <a:sym typeface="Raleway Heavy"/>
              </a:defRPr>
            </a:lvl1pPr>
          </a:lstStyle>
          <a:p>
            <a:pPr/>
            <a:r>
              <a:t>Ilustraciones NO editables</a:t>
            </a:r>
          </a:p>
        </p:txBody>
      </p:sp>
    </p:spTree>
  </p:cSld>
  <p:clrMapOvr>
    <a:masterClrMapping/>
  </p:clrMapOvr>
  <p:transition xmlns:p14="http://schemas.microsoft.com/office/powerpoint/2010/main" spd="med" advClick="1" p14:dur="1000"/>
</p:sld>
</file>

<file path=ppt/slides/slide22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53" name="Shape 9953"/>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FONDOS PARA PRESENTACIONES</a:t>
            </a:r>
          </a:p>
        </p:txBody>
      </p:sp>
    </p:spTree>
  </p:cSld>
  <p:clrMapOvr>
    <a:masterClrMapping/>
  </p:clrMapOvr>
  <p:transition xmlns:p14="http://schemas.microsoft.com/office/powerpoint/2010/main" spd="med" advClick="1" p14:dur="1000"/>
</p:sld>
</file>

<file path=ppt/slides/slide22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p:transition xmlns:p14="http://schemas.microsoft.com/office/powerpoint/2010/main" spd="med" advClick="1" p14:dur="1000"/>
</p:sld>
</file>

<file path=ppt/slides/slide23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p:transition xmlns:p14="http://schemas.microsoft.com/office/powerpoint/2010/main" spd="med" advClick="0" advTm="6000" p14:dur="1000"/>
</p:sld>
</file>

<file path=ppt/slides/slide23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advClick="0" advTm="2000" p14:dur="1200">
        <p:push dir="u"/>
      </p:transition>
    </mc:Choice>
    <mc:Fallback>
      <p:transition spd="slow">
        <p:fade/>
      </p:transition>
    </mc:Fallback>
  </mc:AlternateContent>
</p:sld>
</file>

<file path=ppt/slides/slide23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fast" advClick="1" p14:dur="500">
        <p:dissolve/>
      </p:transition>
    </mc:Choice>
    <mc:Fallback>
      <p:transition spd="fast">
        <p:fade/>
      </p:transition>
    </mc:Fallback>
  </mc:AlternateContent>
</p:sld>
</file>

<file path=ppt/slides/slide23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61" name="Shape 9961"/>
          <p:cNvSpPr/>
          <p:nvPr/>
        </p:nvSpPr>
        <p:spPr>
          <a:xfrm>
            <a:off x="0" y="0"/>
            <a:ext cx="24384000" cy="13716000"/>
          </a:xfrm>
          <a:prstGeom prst="rect">
            <a:avLst/>
          </a:prstGeom>
          <a:blipFill>
            <a:blip r:embed="rId2"/>
            <a:stretch>
              <a:fillRect/>
            </a:stretch>
          </a:blipFill>
          <a:ln w="12700">
            <a:miter lim="400000"/>
          </a:ln>
        </p:spPr>
        <p:txBody>
          <a:bodyPr tIns="91439" bIns="91439" anchor="ctr"/>
          <a:lstStyle/>
          <a:p>
            <a:pPr defTabSz="1828800">
              <a:defRPr sz="3600">
                <a:solidFill>
                  <a:srgbClr val="FFFFFF"/>
                </a:solidFill>
                <a:latin typeface="Calibri"/>
                <a:ea typeface="Calibri"/>
                <a:cs typeface="Calibri"/>
                <a:sym typeface="Calibri"/>
              </a:defRPr>
            </a:pPr>
          </a:p>
        </p:txBody>
      </p:sp>
      <p:pic>
        <p:nvPicPr>
          <p:cNvPr id="9962" name="image3.png"/>
          <p:cNvPicPr>
            <a:picLocks noChangeAspect="1"/>
          </p:cNvPicPr>
          <p:nvPr/>
        </p:nvPicPr>
        <p:blipFill>
          <a:blip r:embed="rId3">
            <a:extLst/>
          </a:blip>
          <a:stretch>
            <a:fillRect/>
          </a:stretch>
        </p:blipFill>
        <p:spPr>
          <a:xfrm>
            <a:off x="5263053" y="-1107997"/>
            <a:ext cx="15036801" cy="13716001"/>
          </a:xfrm>
          <a:prstGeom prst="rect">
            <a:avLst/>
          </a:prstGeom>
          <a:ln w="12700">
            <a:miter lim="400000"/>
          </a:ln>
        </p:spPr>
      </p:pic>
      <p:pic>
        <p:nvPicPr>
          <p:cNvPr id="9963" name="image4.png"/>
          <p:cNvPicPr>
            <a:picLocks noChangeAspect="1"/>
          </p:cNvPicPr>
          <p:nvPr/>
        </p:nvPicPr>
        <p:blipFill>
          <a:blip r:embed="rId4">
            <a:extLst/>
          </a:blip>
          <a:stretch>
            <a:fillRect/>
          </a:stretch>
        </p:blipFill>
        <p:spPr>
          <a:xfrm>
            <a:off x="0" y="35004"/>
            <a:ext cx="24384000" cy="13680996"/>
          </a:xfrm>
          <a:prstGeom prst="rect">
            <a:avLst/>
          </a:prstGeom>
          <a:ln w="12700">
            <a:miter lim="400000"/>
          </a:ln>
        </p:spPr>
      </p:pic>
      <p:pic>
        <p:nvPicPr>
          <p:cNvPr id="9964" name="image3.png"/>
          <p:cNvPicPr>
            <a:picLocks noChangeAspect="1"/>
          </p:cNvPicPr>
          <p:nvPr/>
        </p:nvPicPr>
        <p:blipFill>
          <a:blip r:embed="rId3">
            <a:extLst/>
          </a:blip>
          <a:stretch>
            <a:fillRect/>
          </a:stretch>
        </p:blipFill>
        <p:spPr>
          <a:xfrm>
            <a:off x="2266677" y="2150537"/>
            <a:ext cx="8047885" cy="7340977"/>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0" presetID="3" grpId="1" fill="hold">
                                  <p:stCondLst>
                                    <p:cond delay="250"/>
                                  </p:stCondLst>
                                  <p:iterate type="el" backwards="0">
                                    <p:tmAbs val="0"/>
                                  </p:iterate>
                                  <p:childTnLst>
                                    <p:set>
                                      <p:cBhvr>
                                        <p:cTn id="6" fill="hold"/>
                                        <p:tgtEl>
                                          <p:spTgt spid="9963"/>
                                        </p:tgtEl>
                                        <p:attrNameLst>
                                          <p:attrName>style.visibility</p:attrName>
                                        </p:attrNameLst>
                                      </p:cBhvr>
                                      <p:to>
                                        <p:strVal val="visible"/>
                                      </p:to>
                                    </p:set>
                                    <p:animEffect filter="blinds(horizontal)" transition="in">
                                      <p:cBhvr>
                                        <p:cTn id="7" dur="500"/>
                                        <p:tgtEl>
                                          <p:spTgt spid="9963"/>
                                        </p:tgtEl>
                                      </p:cBhvr>
                                    </p:animEffect>
                                  </p:childTnLst>
                                </p:cTn>
                              </p:par>
                            </p:childTnLst>
                          </p:cTn>
                        </p:par>
                        <p:par>
                          <p:cTn id="8" fill="hold">
                            <p:stCondLst>
                              <p:cond delay="750"/>
                            </p:stCondLst>
                            <p:childTnLst>
                              <p:par>
                                <p:cTn id="9" presetClass="entr" nodeType="afterEffect" presetSubtype="0" presetID="15" grpId="2" fill="hold">
                                  <p:stCondLst>
                                    <p:cond delay="0"/>
                                  </p:stCondLst>
                                  <p:iterate type="el" backwards="0">
                                    <p:tmAbs val="0"/>
                                  </p:iterate>
                                  <p:childTnLst>
                                    <p:set>
                                      <p:cBhvr>
                                        <p:cTn id="10" fill="hold"/>
                                        <p:tgtEl>
                                          <p:spTgt spid="9962"/>
                                        </p:tgtEl>
                                        <p:attrNameLst>
                                          <p:attrName>style.visibility</p:attrName>
                                        </p:attrNameLst>
                                      </p:cBhvr>
                                      <p:to>
                                        <p:strVal val="visible"/>
                                      </p:to>
                                    </p:set>
                                    <p:anim calcmode="lin" valueType="num">
                                      <p:cBhvr>
                                        <p:cTn id="11" dur="1000" fill="hold"/>
                                        <p:tgtEl>
                                          <p:spTgt spid="9962"/>
                                        </p:tgtEl>
                                        <p:attrNameLst>
                                          <p:attrName>ppt_w</p:attrName>
                                        </p:attrNameLst>
                                      </p:cBhvr>
                                      <p:tavLst>
                                        <p:tav tm="0">
                                          <p:val>
                                            <p:fltVal val="0"/>
                                          </p:val>
                                        </p:tav>
                                        <p:tav tm="100000">
                                          <p:val>
                                            <p:strVal val="#ppt_w"/>
                                          </p:val>
                                        </p:tav>
                                      </p:tavLst>
                                    </p:anim>
                                    <p:anim calcmode="lin" valueType="num">
                                      <p:cBhvr>
                                        <p:cTn id="12" dur="1000" fill="hold"/>
                                        <p:tgtEl>
                                          <p:spTgt spid="9962"/>
                                        </p:tgtEl>
                                        <p:attrNameLst>
                                          <p:attrName>ppt_h</p:attrName>
                                        </p:attrNameLst>
                                      </p:cBhvr>
                                      <p:tavLst>
                                        <p:tav tm="0">
                                          <p:val>
                                            <p:fltVal val="0"/>
                                          </p:val>
                                        </p:tav>
                                        <p:tav tm="100000">
                                          <p:val>
                                            <p:strVal val="#ppt_h"/>
                                          </p:val>
                                        </p:tav>
                                      </p:tavLst>
                                    </p:anim>
                                    <p:anim calcmode="lin" valueType="num">
                                      <p:cBhvr>
                                        <p:cTn id="13" dur="1000" fill="hold"/>
                                        <p:tgtEl>
                                          <p:spTgt spid="9962"/>
                                        </p:tgtEl>
                                        <p:attrNameLst>
                                          <p:attrName>ppt_x</p:attrName>
                                        </p:attrNameLst>
                                      </p:cBhvr>
                                      <p:tavLst>
                                        <p:tav tm="0" fmla="#ppt_x+(cos(-2*pi*(1-$))*-#ppt_x-sin(-2*pi*(1-$))*(1-#ppt_y))*(1-$)">
                                          <p:val>
                                            <p:fltVal val="0"/>
                                          </p:val>
                                        </p:tav>
                                        <p:tav tm="100000">
                                          <p:val>
                                            <p:fltVal val="1"/>
                                          </p:val>
                                        </p:tav>
                                      </p:tavLst>
                                    </p:anim>
                                    <p:anim calcmode="lin" valueType="num">
                                      <p:cBhvr>
                                        <p:cTn id="14" dur="1000" fill="hold"/>
                                        <p:tgtEl>
                                          <p:spTgt spid="9962"/>
                                        </p:tgtEl>
                                        <p:attrNameLst>
                                          <p:attrName>ppt_y</p:attrName>
                                        </p:attrNameLst>
                                      </p:cBhvr>
                                      <p:tavLst>
                                        <p:tav tm="0" fmla="#ppt_y+(sin(-2*pi*(1-$))*-#ppt_x+cos(-2*pi*(1-$))*(1-#ppt_y))*(1-$)">
                                          <p:val>
                                            <p:fltVal val="0"/>
                                          </p:val>
                                        </p:tav>
                                        <p:tav tm="100000">
                                          <p:val>
                                            <p:fltVal val="1"/>
                                          </p:val>
                                        </p:tav>
                                      </p:tavLst>
                                    </p:anim>
                                  </p:childTnLst>
                                </p:cTn>
                              </p:par>
                            </p:childTnLst>
                          </p:cTn>
                        </p:par>
                        <p:par>
                          <p:cTn id="15" fill="hold">
                            <p:stCondLst>
                              <p:cond delay="0"/>
                            </p:stCondLst>
                            <p:childTnLst>
                              <p:par>
                                <p:cTn id="16" presetClass="emph" nodeType="afterEffect" presetSubtype="0" presetID="26" grpId="3" fill="hold">
                                  <p:stCondLst>
                                    <p:cond delay="3000"/>
                                  </p:stCondLst>
                                  <p:childTnLst>
                                    <p:animEffect filter="fade" transition="out">
                                      <p:cBhvr>
                                        <p:cTn id="17" dur="500" fill="hold" tmFilter="0, 0; .2, .5; .8, .5; 1, 0"/>
                                        <p:tgtEl>
                                          <p:spTgt spid="9962"/>
                                        </p:tgtEl>
                                      </p:cBhvr>
                                    </p:animEffect>
                                    <p:animScale>
                                      <p:cBhvr>
                                        <p:cTn id="18" dur="250" fill="hold" autoRev="1"/>
                                        <p:tgtEl>
                                          <p:spTgt spid="9962"/>
                                        </p:tgtEl>
                                      </p:cBhvr>
                                      <p:by x="105000" y="105000"/>
                                    </p:animScale>
                                  </p:childTnLst>
                                </p:cTn>
                              </p:par>
                            </p:childTnLst>
                          </p:cTn>
                        </p:par>
                        <p:par>
                          <p:cTn id="19" fill="hold">
                            <p:stCondLst>
                              <p:cond delay="3500"/>
                            </p:stCondLst>
                            <p:childTnLst>
                              <p:par>
                                <p:cTn id="20" presetClass="entr" nodeType="afterEffect" presetSubtype="0" presetID="15" grpId="4" fill="hold">
                                  <p:stCondLst>
                                    <p:cond delay="3750"/>
                                  </p:stCondLst>
                                  <p:iterate type="el" backwards="0">
                                    <p:tmAbs val="0"/>
                                  </p:iterate>
                                  <p:childTnLst>
                                    <p:set>
                                      <p:cBhvr>
                                        <p:cTn id="21" fill="hold"/>
                                        <p:tgtEl>
                                          <p:spTgt spid="9964"/>
                                        </p:tgtEl>
                                        <p:attrNameLst>
                                          <p:attrName>style.visibility</p:attrName>
                                        </p:attrNameLst>
                                      </p:cBhvr>
                                      <p:to>
                                        <p:strVal val="visible"/>
                                      </p:to>
                                    </p:set>
                                    <p:anim calcmode="lin" valueType="num">
                                      <p:cBhvr>
                                        <p:cTn id="22" dur="1000" fill="hold"/>
                                        <p:tgtEl>
                                          <p:spTgt spid="9964"/>
                                        </p:tgtEl>
                                        <p:attrNameLst>
                                          <p:attrName>ppt_w</p:attrName>
                                        </p:attrNameLst>
                                      </p:cBhvr>
                                      <p:tavLst>
                                        <p:tav tm="0">
                                          <p:val>
                                            <p:fltVal val="0"/>
                                          </p:val>
                                        </p:tav>
                                        <p:tav tm="100000">
                                          <p:val>
                                            <p:strVal val="#ppt_w"/>
                                          </p:val>
                                        </p:tav>
                                      </p:tavLst>
                                    </p:anim>
                                    <p:anim calcmode="lin" valueType="num">
                                      <p:cBhvr>
                                        <p:cTn id="23" dur="1000" fill="hold"/>
                                        <p:tgtEl>
                                          <p:spTgt spid="9964"/>
                                        </p:tgtEl>
                                        <p:attrNameLst>
                                          <p:attrName>ppt_h</p:attrName>
                                        </p:attrNameLst>
                                      </p:cBhvr>
                                      <p:tavLst>
                                        <p:tav tm="0">
                                          <p:val>
                                            <p:fltVal val="0"/>
                                          </p:val>
                                        </p:tav>
                                        <p:tav tm="100000">
                                          <p:val>
                                            <p:strVal val="#ppt_h"/>
                                          </p:val>
                                        </p:tav>
                                      </p:tavLst>
                                    </p:anim>
                                    <p:anim calcmode="lin" valueType="num">
                                      <p:cBhvr>
                                        <p:cTn id="24" dur="1000" fill="hold"/>
                                        <p:tgtEl>
                                          <p:spTgt spid="9964"/>
                                        </p:tgtEl>
                                        <p:attrNameLst>
                                          <p:attrName>ppt_x</p:attrName>
                                        </p:attrNameLst>
                                      </p:cBhvr>
                                      <p:tavLst>
                                        <p:tav tm="0" fmla="#ppt_x+(cos(-2*pi*(1-$))*-#ppt_x-sin(-2*pi*(1-$))*(1-#ppt_y))*(1-$)">
                                          <p:val>
                                            <p:fltVal val="0"/>
                                          </p:val>
                                        </p:tav>
                                        <p:tav tm="100000">
                                          <p:val>
                                            <p:fltVal val="1"/>
                                          </p:val>
                                        </p:tav>
                                      </p:tavLst>
                                    </p:anim>
                                    <p:anim calcmode="lin" valueType="num">
                                      <p:cBhvr>
                                        <p:cTn id="25" dur="1000" fill="hold"/>
                                        <p:tgtEl>
                                          <p:spTgt spid="9964"/>
                                        </p:tgtEl>
                                        <p:attrNameLst>
                                          <p:attrName>ppt_y</p:attrName>
                                        </p:attrNameLst>
                                      </p:cBhvr>
                                      <p:tavLst>
                                        <p:tav tm="0" fmla="#ppt_y+(sin(-2*pi*(1-$))*-#ppt_x+cos(-2*pi*(1-$))*(1-#ppt_y))*(1-$)">
                                          <p:val>
                                            <p:fltVal val="0"/>
                                          </p:val>
                                        </p:tav>
                                        <p:tav tm="100000">
                                          <p:val>
                                            <p:fltVal val="1"/>
                                          </p:val>
                                        </p:tav>
                                      </p:tavLst>
                                    </p:anim>
                                  </p:childTnLst>
                                </p:cTn>
                              </p:par>
                            </p:childTnLst>
                          </p:cTn>
                        </p:par>
                        <p:par>
                          <p:cTn id="26" fill="hold">
                            <p:stCondLst>
                              <p:cond delay="0"/>
                            </p:stCondLst>
                            <p:childTnLst>
                              <p:par>
                                <p:cTn id="27" presetClass="path" nodeType="afterEffect" presetSubtype="0" presetID="-1" grpId="5" accel="50000" decel="50000" fill="hold">
                                  <p:stCondLst>
                                    <p:cond delay="3750"/>
                                  </p:stCondLst>
                                  <p:childTnLst>
                                    <p:animMotion path="M 0.000000 0.000000 L 0.525523 0.005086" origin="layout" pathEditMode="relative">
                                      <p:cBhvr>
                                        <p:cTn id="28" dur="500" fill="hold"/>
                                        <p:tgtEl>
                                          <p:spTgt spid="9964"/>
                                        </p:tgtEl>
                                        <p:attrNameLst>
                                          <p:attrName>ppt_x</p:attrName>
                                          <p:attrName>ppt_y</p:attrName>
                                        </p:attrNameLst>
                                      </p:cBhvr>
                                    </p:animMotion>
                                  </p:childTnLst>
                                </p:cTn>
                              </p:par>
                            </p:childTnLst>
                          </p:cTn>
                        </p:par>
                        <p:par>
                          <p:cTn id="29" fill="hold">
                            <p:stCondLst>
                              <p:cond delay="4250"/>
                            </p:stCondLst>
                            <p:childTnLst>
                              <p:par>
                                <p:cTn id="30" presetClass="exit" nodeType="afterEffect" presetID="9" grpId="6" fill="hold">
                                  <p:stCondLst>
                                    <p:cond delay="4750"/>
                                  </p:stCondLst>
                                  <p:iterate type="el" backwards="0">
                                    <p:tmAbs val="0"/>
                                  </p:iterate>
                                  <p:childTnLst>
                                    <p:animEffect filter="dissolve" transition="out">
                                      <p:cBhvr>
                                        <p:cTn id="31" dur="500" fill="hold"/>
                                        <p:tgtEl>
                                          <p:spTgt spid="9964"/>
                                        </p:tgtEl>
                                      </p:cBhvr>
                                    </p:animEffect>
                                    <p:set>
                                      <p:cBhvr>
                                        <p:cTn id="32" fill="hold">
                                          <p:stCondLst>
                                            <p:cond delay="499"/>
                                          </p:stCondLst>
                                        </p:cTn>
                                        <p:tgtEl>
                                          <p:spTgt spid="9964"/>
                                        </p:tgtEl>
                                        <p:attrNameLst>
                                          <p:attrName>style.visibility</p:attrName>
                                        </p:attrNameLst>
                                      </p:cBhvr>
                                      <p:to>
                                        <p:strVal val="hidden"/>
                                      </p:to>
                                    </p:se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963" grpId="1"/>
      <p:bldP build="whole" bldLvl="1" animBg="1" rev="0" advAuto="0" spid="9964" grpId="4"/>
      <p:bldP build="whole" bldLvl="1" animBg="1" rev="0" advAuto="0" spid="9964" grpId="6"/>
      <p:bldP build="whole" bldLvl="1" animBg="1" rev="0" advAuto="0" spid="9962" grpId="2"/>
      <p:bldP build="whole" bldLvl="1" animBg="1" rev="0" advAuto="0" spid="9962" grpId="3"/>
    </p:bldLst>
  </p:timing>
</p:sld>
</file>

<file path=ppt/slides/slide23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66" name="Shape 9966"/>
          <p:cNvSpPr/>
          <p:nvPr/>
        </p:nvSpPr>
        <p:spPr>
          <a:xfrm>
            <a:off x="0" y="0"/>
            <a:ext cx="24384000" cy="13716000"/>
          </a:xfrm>
          <a:prstGeom prst="rect">
            <a:avLst/>
          </a:prstGeom>
          <a:blipFill>
            <a:blip r:embed="rId2"/>
            <a:stretch>
              <a:fillRect/>
            </a:stretch>
          </a:blipFill>
          <a:ln w="12700">
            <a:miter lim="400000"/>
          </a:ln>
        </p:spPr>
        <p:txBody>
          <a:bodyPr tIns="91439" bIns="91439" anchor="ctr"/>
          <a:lstStyle/>
          <a:p>
            <a:pPr defTabSz="1828800">
              <a:defRPr sz="3600">
                <a:solidFill>
                  <a:srgbClr val="FFFFFF"/>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23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p:transition xmlns:p14="http://schemas.microsoft.com/office/powerpoint/2010/main" spd="med" advClick="1" p14:dur="1000"/>
</p:sld>
</file>

<file path=ppt/slides/slide236.xml><?xml version="1.0" encoding="utf-8"?>
<p:sld xmlns:a="http://schemas.openxmlformats.org/drawingml/2006/main" xmlns:r="http://schemas.openxmlformats.org/officeDocument/2006/relationships" xmlns:p="http://schemas.openxmlformats.org/presentationml/2006/main" showMasterSp="1" showMasterPhAnim="1">
  <p:cSld>
    <p:bg>
      <p:bgPr>
        <a:blipFill rotWithShape="1">
          <a:blip r:embed="rId2"/>
          <a:srcRect l="0" t="0" r="0" b="0"/>
          <a:stretch>
            <a:fillRect/>
          </a:stretch>
        </a:blipFill>
      </p:bgPr>
    </p:bg>
    <p:spTree>
      <p:nvGrpSpPr>
        <p:cNvPr id="1" name=""/>
        <p:cNvGrpSpPr/>
        <p:nvPr/>
      </p:nvGrpSpPr>
      <p:grpSpPr>
        <a:xfrm>
          <a:off x="0" y="0"/>
          <a:ext cx="0" cy="0"/>
          <a:chOff x="0" y="0"/>
          <a:chExt cx="0" cy="0"/>
        </a:xfrm>
      </p:grpSpPr>
    </p:spTree>
  </p:cSld>
  <p:clrMapOvr>
    <a:masterClrMapping/>
  </p:clrMapOvr>
  <p:transition xmlns:p14="http://schemas.microsoft.com/office/powerpoint/2010/main" spd="med" advClick="1" p14:dur="1000"/>
</p:sld>
</file>

<file path=ppt/slides/slide23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72" name="Shape 9972"/>
          <p:cNvSpPr/>
          <p:nvPr/>
        </p:nvSpPr>
        <p:spPr>
          <a:xfrm rot="5400000">
            <a:off x="2988733" y="1468966"/>
            <a:ext cx="711201" cy="6180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06" y="0"/>
                </a:moveTo>
                <a:lnTo>
                  <a:pt x="12206" y="5400"/>
                </a:lnTo>
                <a:lnTo>
                  <a:pt x="0" y="5400"/>
                </a:lnTo>
                <a:lnTo>
                  <a:pt x="4697" y="10800"/>
                </a:lnTo>
                <a:lnTo>
                  <a:pt x="0" y="16200"/>
                </a:lnTo>
                <a:lnTo>
                  <a:pt x="12206" y="16200"/>
                </a:lnTo>
                <a:lnTo>
                  <a:pt x="12206" y="21600"/>
                </a:lnTo>
                <a:lnTo>
                  <a:pt x="21600" y="10800"/>
                </a:lnTo>
                <a:close/>
              </a:path>
            </a:pathLst>
          </a:custGeom>
          <a:solidFill>
            <a:srgbClr val="4BBECA"/>
          </a:solidFill>
          <a:ln w="12700">
            <a:miter lim="400000"/>
          </a:ln>
        </p:spPr>
        <p:txBody>
          <a:bodyPr lIns="121919" tIns="121919" rIns="121919" bIns="121919" anchor="ctr"/>
          <a:lstStyle/>
          <a:p>
            <a:pPr defTabSz="1219200">
              <a:defRPr sz="4800">
                <a:solidFill>
                  <a:srgbClr val="FFFFFF"/>
                </a:solidFill>
                <a:latin typeface="Calibri"/>
                <a:ea typeface="Calibri"/>
                <a:cs typeface="Calibri"/>
                <a:sym typeface="Calibri"/>
              </a:defRPr>
            </a:pPr>
          </a:p>
        </p:txBody>
      </p:sp>
      <p:grpSp>
        <p:nvGrpSpPr>
          <p:cNvPr id="9975" name="Group 9975"/>
          <p:cNvGrpSpPr/>
          <p:nvPr/>
        </p:nvGrpSpPr>
        <p:grpSpPr>
          <a:xfrm>
            <a:off x="5249333" y="10263509"/>
            <a:ext cx="15261168" cy="3187701"/>
            <a:chOff x="0" y="0"/>
            <a:chExt cx="15261167" cy="3187700"/>
          </a:xfrm>
        </p:grpSpPr>
        <p:sp>
          <p:nvSpPr>
            <p:cNvPr id="9973" name="Shape 9973"/>
            <p:cNvSpPr/>
            <p:nvPr/>
          </p:nvSpPr>
          <p:spPr>
            <a:xfrm>
              <a:off x="0" y="-1"/>
              <a:ext cx="15261168" cy="2256757"/>
            </a:xfrm>
            <a:prstGeom prst="roundRect">
              <a:avLst>
                <a:gd name="adj" fmla="val 16667"/>
              </a:avLst>
            </a:prstGeom>
            <a:solidFill>
              <a:srgbClr val="DEEBEE">
                <a:alpha val="47842"/>
              </a:srgbClr>
            </a:solidFill>
            <a:ln w="12700" cap="flat">
              <a:noFill/>
              <a:miter lim="400000"/>
            </a:ln>
            <a:effectLst/>
          </p:spPr>
          <p:txBody>
            <a:bodyPr wrap="square" lIns="121919" tIns="121919" rIns="121919" bIns="121919" numCol="1" anchor="ctr">
              <a:noAutofit/>
            </a:bodyPr>
            <a:lstStyle/>
            <a:p>
              <a:pPr defTabSz="1219200">
                <a:defRPr sz="4800">
                  <a:solidFill>
                    <a:srgbClr val="FFFFFF"/>
                  </a:solidFill>
                  <a:latin typeface="Calibri"/>
                  <a:ea typeface="Calibri"/>
                  <a:cs typeface="Calibri"/>
                  <a:sym typeface="Calibri"/>
                </a:defRPr>
              </a:pPr>
            </a:p>
          </p:txBody>
        </p:sp>
        <p:sp>
          <p:nvSpPr>
            <p:cNvPr id="9974" name="Shape 9974"/>
            <p:cNvSpPr/>
            <p:nvPr/>
          </p:nvSpPr>
          <p:spPr>
            <a:xfrm>
              <a:off x="833319" y="2256755"/>
              <a:ext cx="1057394" cy="93094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72" y="0"/>
                  </a:lnTo>
                  <a:lnTo>
                    <a:pt x="21600" y="116"/>
                  </a:lnTo>
                  <a:lnTo>
                    <a:pt x="0" y="21600"/>
                  </a:lnTo>
                  <a:close/>
                </a:path>
              </a:pathLst>
            </a:custGeom>
            <a:solidFill>
              <a:srgbClr val="DEEBEE">
                <a:alpha val="49018"/>
              </a:srgbClr>
            </a:solidFill>
            <a:ln w="12700" cap="flat">
              <a:noFill/>
              <a:miter lim="400000"/>
            </a:ln>
            <a:effectLst/>
          </p:spPr>
          <p:txBody>
            <a:bodyPr wrap="square" lIns="121919" tIns="121919" rIns="121919" bIns="121919" numCol="1" anchor="ctr">
              <a:noAutofit/>
            </a:bodyPr>
            <a:lstStyle/>
            <a:p>
              <a:pPr algn="l" defTabSz="1219200">
                <a:defRPr sz="4800">
                  <a:latin typeface="Calibri"/>
                  <a:ea typeface="Calibri"/>
                  <a:cs typeface="Calibri"/>
                  <a:sym typeface="Calibri"/>
                </a:defRPr>
              </a:pPr>
            </a:p>
          </p:txBody>
        </p:sp>
      </p:grpSp>
      <p:sp>
        <p:nvSpPr>
          <p:cNvPr id="9976" name="Shape 9976"/>
          <p:cNvSpPr/>
          <p:nvPr/>
        </p:nvSpPr>
        <p:spPr>
          <a:xfrm>
            <a:off x="5829300" y="10536766"/>
            <a:ext cx="14097000" cy="773273"/>
          </a:xfrm>
          <a:prstGeom prst="rect">
            <a:avLst/>
          </a:prstGeom>
          <a:ln w="12700">
            <a:miter lim="400000"/>
          </a:ln>
          <a:extLst>
            <a:ext uri="{C572A759-6A51-4108-AA02-DFA0A04FC94B}">
              <ma14:wrappingTextBoxFlag xmlns:ma14="http://schemas.microsoft.com/office/mac/drawingml/2011/main" val="1"/>
            </a:ext>
          </a:extLst>
        </p:spPr>
        <p:txBody>
          <a:bodyPr lIns="121919" tIns="121919" rIns="121919" bIns="121919">
            <a:spAutoFit/>
          </a:bodyPr>
          <a:lstStyle>
            <a:lvl1pPr defTabSz="1219200">
              <a:lnSpc>
                <a:spcPct val="150000"/>
              </a:lnSpc>
              <a:spcBef>
                <a:spcPts val="700"/>
              </a:spcBef>
              <a:defRPr sz="3200">
                <a:solidFill>
                  <a:srgbClr val="465568"/>
                </a:solidFill>
                <a:latin typeface="Euphemia UCAS"/>
                <a:ea typeface="Euphemia UCAS"/>
                <a:cs typeface="Euphemia UCAS"/>
                <a:sym typeface="Euphemia UCAS"/>
              </a:defRPr>
            </a:lvl1pPr>
          </a:lstStyle>
          <a:p>
            <a:pPr/>
            <a:r>
              <a:t>TEXTO</a:t>
            </a:r>
          </a:p>
        </p:txBody>
      </p:sp>
    </p:spTree>
  </p:cSld>
  <p:clrMapOvr>
    <a:masterClrMapping/>
  </p:clrMapOvr>
  <p:transition xmlns:p14="http://schemas.microsoft.com/office/powerpoint/2010/main" spd="med" advClick="0" advTm="4000"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4" presetID="2" grpId="1" fill="hold">
                                  <p:stCondLst>
                                    <p:cond delay="1000"/>
                                  </p:stCondLst>
                                  <p:iterate type="el" backwards="0">
                                    <p:tmAbs val="0"/>
                                  </p:iterate>
                                  <p:childTnLst>
                                    <p:set>
                                      <p:cBhvr>
                                        <p:cTn id="6" fill="hold"/>
                                        <p:tgtEl>
                                          <p:spTgt spid="9975"/>
                                        </p:tgtEl>
                                        <p:attrNameLst>
                                          <p:attrName>style.visibility</p:attrName>
                                        </p:attrNameLst>
                                      </p:cBhvr>
                                      <p:to>
                                        <p:strVal val="visible"/>
                                      </p:to>
                                    </p:set>
                                    <p:anim calcmode="lin" valueType="num">
                                      <p:cBhvr>
                                        <p:cTn id="7" dur="1000" fill="hold"/>
                                        <p:tgtEl>
                                          <p:spTgt spid="9975"/>
                                        </p:tgtEl>
                                        <p:attrNameLst>
                                          <p:attrName>ppt_x</p:attrName>
                                        </p:attrNameLst>
                                      </p:cBhvr>
                                      <p:tavLst>
                                        <p:tav tm="0">
                                          <p:val>
                                            <p:strVal val="#ppt_x"/>
                                          </p:val>
                                        </p:tav>
                                        <p:tav tm="100000">
                                          <p:val>
                                            <p:strVal val="#ppt_x"/>
                                          </p:val>
                                        </p:tav>
                                      </p:tavLst>
                                    </p:anim>
                                    <p:anim calcmode="lin" valueType="num">
                                      <p:cBhvr>
                                        <p:cTn id="8" dur="1000" fill="hold"/>
                                        <p:tgtEl>
                                          <p:spTgt spid="9975"/>
                                        </p:tgtEl>
                                        <p:attrNameLst>
                                          <p:attrName>ppt_y</p:attrName>
                                        </p:attrNameLst>
                                      </p:cBhvr>
                                      <p:tavLst>
                                        <p:tav tm="0">
                                          <p:val>
                                            <p:strVal val="1+#ppt_h/2"/>
                                          </p:val>
                                        </p:tav>
                                        <p:tav tm="100000">
                                          <p:val>
                                            <p:strVal val="#ppt_y"/>
                                          </p:val>
                                        </p:tav>
                                      </p:tavLst>
                                    </p:anim>
                                  </p:childTnLst>
                                </p:cTn>
                              </p:par>
                            </p:childTnLst>
                          </p:cTn>
                        </p:par>
                        <p:par>
                          <p:cTn id="9" fill="hold">
                            <p:stCondLst>
                              <p:cond delay="2000"/>
                            </p:stCondLst>
                            <p:childTnLst>
                              <p:par>
                                <p:cTn id="10" presetClass="entr" nodeType="afterEffect" presetSubtype="4" presetID="2" grpId="2" fill="hold">
                                  <p:stCondLst>
                                    <p:cond delay="1000"/>
                                  </p:stCondLst>
                                  <p:iterate type="el" backwards="0">
                                    <p:tmAbs val="0"/>
                                  </p:iterate>
                                  <p:childTnLst>
                                    <p:set>
                                      <p:cBhvr>
                                        <p:cTn id="11" fill="hold"/>
                                        <p:tgtEl>
                                          <p:spTgt spid="9976"/>
                                        </p:tgtEl>
                                        <p:attrNameLst>
                                          <p:attrName>style.visibility</p:attrName>
                                        </p:attrNameLst>
                                      </p:cBhvr>
                                      <p:to>
                                        <p:strVal val="visible"/>
                                      </p:to>
                                    </p:set>
                                    <p:anim calcmode="lin" valueType="num">
                                      <p:cBhvr>
                                        <p:cTn id="12" dur="1000" fill="hold"/>
                                        <p:tgtEl>
                                          <p:spTgt spid="9976"/>
                                        </p:tgtEl>
                                        <p:attrNameLst>
                                          <p:attrName>ppt_x</p:attrName>
                                        </p:attrNameLst>
                                      </p:cBhvr>
                                      <p:tavLst>
                                        <p:tav tm="0">
                                          <p:val>
                                            <p:strVal val="#ppt_x"/>
                                          </p:val>
                                        </p:tav>
                                        <p:tav tm="100000">
                                          <p:val>
                                            <p:strVal val="#ppt_x"/>
                                          </p:val>
                                        </p:tav>
                                      </p:tavLst>
                                    </p:anim>
                                    <p:anim calcmode="lin" valueType="num">
                                      <p:cBhvr>
                                        <p:cTn id="13" dur="1000" fill="hold"/>
                                        <p:tgtEl>
                                          <p:spTgt spid="99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9975" grpId="1"/>
      <p:bldP build="whole" bldLvl="1" animBg="1" rev="0" advAuto="0" spid="9976" grpId="2"/>
    </p:bldLst>
  </p:timing>
</p:sld>
</file>

<file path=ppt/slides/slide23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advClick="0" advTm="7000" p14:dur="1200">
        <p:dissolve/>
      </p:transition>
    </mc:Choice>
    <mc:Fallback>
      <p:transition spd="slow">
        <p:fade/>
      </p:transition>
    </mc:Fallback>
  </mc:AlternateContent>
</p:sld>
</file>

<file path=ppt/slides/slide23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pic>
        <p:nvPicPr>
          <p:cNvPr id="9981" name="bg-clouds.png" descr="bg-clouds.png"/>
          <p:cNvPicPr>
            <a:picLocks noChangeAspect="1"/>
          </p:cNvPicPr>
          <p:nvPr/>
        </p:nvPicPr>
        <p:blipFill>
          <a:blip r:embed="rId2">
            <a:extLst/>
          </a:blip>
          <a:stretch>
            <a:fillRect/>
          </a:stretch>
        </p:blipFill>
        <p:spPr>
          <a:xfrm>
            <a:off x="-16934" y="5151966"/>
            <a:ext cx="24384001" cy="1993901"/>
          </a:xfrm>
          <a:prstGeom prst="rect">
            <a:avLst/>
          </a:prstGeom>
          <a:ln w="12700">
            <a:miter lim="400000"/>
          </a:ln>
        </p:spPr>
      </p:pic>
    </p:spTree>
  </p:cSld>
  <p:clrMapOvr>
    <a:masterClrMapping/>
  </p:clrMapOvr>
  <mc:AlternateContent xmlns:mc="http://schemas.openxmlformats.org/markup-compatibility/2006">
    <mc:Choice xmlns:p14="http://schemas.microsoft.com/office/powerpoint/2010/main" Requires="p14">
      <p:transition spd="slow" advClick="0" advTm="8000" p14:dur="1200">
        <p:dissolve/>
      </p:transition>
    </mc:Choice>
    <mc:Fallback>
      <p:transition spd="slow">
        <p:fade/>
      </p:transition>
    </mc:Fallback>
  </mc:AlternateContent>
</p:sld>
</file>

<file path=ppt/slides/slide24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med" advClick="0" advTm="3000" p14:dur="1000">
        <p:dissolve/>
      </p:transition>
    </mc:Choice>
    <mc:Fallback>
      <p:transition spd="med">
        <p:fade/>
      </p:transition>
    </mc:Fallback>
  </mc:AlternateContent>
</p:sld>
</file>

<file path=ppt/slides/slide24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9984" name="Shape 9984"/>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p>
            <a:pPr>
              <a:defRPr sz="10000">
                <a:solidFill>
                  <a:srgbClr val="FFFFFF"/>
                </a:solidFill>
                <a:latin typeface="Raleway ExtraBold"/>
                <a:ea typeface="Raleway ExtraBold"/>
                <a:cs typeface="Raleway ExtraBold"/>
                <a:sym typeface="Raleway ExtraBold"/>
              </a:defRPr>
            </a:pPr>
            <a:r>
              <a:t>SLIDES PROPUESTA SENCILLA </a:t>
            </a:r>
          </a:p>
          <a:p>
            <a:pPr>
              <a:defRPr sz="10000">
                <a:solidFill>
                  <a:srgbClr val="FFFFFF"/>
                </a:solidFill>
                <a:latin typeface="Raleway ExtraBold"/>
                <a:ea typeface="Raleway ExtraBold"/>
                <a:cs typeface="Raleway ExtraBold"/>
                <a:sym typeface="Raleway ExtraBold"/>
              </a:defRPr>
            </a:pPr>
            <a:r>
              <a:t>con ilustraciones</a:t>
            </a:r>
          </a:p>
        </p:txBody>
      </p:sp>
    </p:spTree>
  </p:cSld>
  <p:clrMapOvr>
    <a:masterClrMapping/>
  </p:clrMapOvr>
  <mc:AlternateContent xmlns:mc="http://schemas.openxmlformats.org/markup-compatibility/2006">
    <mc:Choice xmlns:p14="http://schemas.microsoft.com/office/powerpoint/2010/main" Requires="p14">
      <p:transition spd="med" advClick="1" p14:dur="1000">
        <p:dissolve/>
      </p:transition>
    </mc:Choice>
    <mc:Fallback>
      <p:transition spd="med">
        <p:fade/>
      </p:transition>
    </mc:Fallback>
  </mc:AlternateContent>
</p:sld>
</file>

<file path=ppt/slides/slide24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pic>
        <p:nvPicPr>
          <p:cNvPr id="9986" name="pasted-image.pdf"/>
          <p:cNvPicPr>
            <a:picLocks noChangeAspect="1"/>
          </p:cNvPicPr>
          <p:nvPr/>
        </p:nvPicPr>
        <p:blipFill>
          <a:blip r:embed="rId2">
            <a:extLst/>
          </a:blip>
          <a:stretch>
            <a:fillRect/>
          </a:stretch>
        </p:blipFill>
        <p:spPr>
          <a:xfrm>
            <a:off x="7171441" y="3175558"/>
            <a:ext cx="10041116" cy="9889008"/>
          </a:xfrm>
          <a:prstGeom prst="rect">
            <a:avLst/>
          </a:prstGeom>
          <a:ln w="12700">
            <a:miter lim="400000"/>
          </a:ln>
        </p:spPr>
      </p:pic>
      <p:sp>
        <p:nvSpPr>
          <p:cNvPr id="9987" name="Shape 9987"/>
          <p:cNvSpPr/>
          <p:nvPr/>
        </p:nvSpPr>
        <p:spPr>
          <a:xfrm>
            <a:off x="17810847" y="7372378"/>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defRPr b="1">
                <a:latin typeface="Calibri"/>
                <a:ea typeface="Calibri"/>
                <a:cs typeface="Calibri"/>
                <a:sym typeface="Calibri"/>
              </a:defRPr>
            </a:pPr>
            <a:r>
              <a:rPr b="0">
                <a:latin typeface="Raleway SemiBold"/>
                <a:ea typeface="Raleway SemiBold"/>
                <a:cs typeface="Raleway SemiBold"/>
                <a:sym typeface="Raleway SemiBold"/>
              </a:rPr>
              <a:t>Texto</a:t>
            </a:r>
          </a:p>
        </p:txBody>
      </p:sp>
      <p:sp>
        <p:nvSpPr>
          <p:cNvPr id="9988" name="Shape 9988"/>
          <p:cNvSpPr/>
          <p:nvPr/>
        </p:nvSpPr>
        <p:spPr>
          <a:xfrm>
            <a:off x="16009035" y="3737004"/>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defRPr b="1">
                <a:latin typeface="Calibri"/>
                <a:ea typeface="Calibri"/>
                <a:cs typeface="Calibri"/>
                <a:sym typeface="Calibri"/>
              </a:defRPr>
            </a:pPr>
            <a:r>
              <a:rPr b="0">
                <a:latin typeface="Raleway SemiBold"/>
                <a:ea typeface="Raleway SemiBold"/>
                <a:cs typeface="Raleway SemiBold"/>
                <a:sym typeface="Raleway SemiBold"/>
              </a:rPr>
              <a:t>Texto</a:t>
            </a:r>
          </a:p>
        </p:txBody>
      </p:sp>
      <p:sp>
        <p:nvSpPr>
          <p:cNvPr id="9989" name="Shape 9989"/>
          <p:cNvSpPr/>
          <p:nvPr/>
        </p:nvSpPr>
        <p:spPr>
          <a:xfrm>
            <a:off x="11746597" y="2270760"/>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defRPr b="1">
                <a:latin typeface="Calibri"/>
                <a:ea typeface="Calibri"/>
                <a:cs typeface="Calibri"/>
                <a:sym typeface="Calibri"/>
              </a:defRPr>
            </a:pPr>
            <a:r>
              <a:rPr b="0">
                <a:latin typeface="Raleway SemiBold"/>
                <a:ea typeface="Raleway SemiBold"/>
                <a:cs typeface="Raleway SemiBold"/>
                <a:sym typeface="Raleway SemiBold"/>
              </a:rPr>
              <a:t>Texto</a:t>
            </a:r>
          </a:p>
        </p:txBody>
      </p:sp>
      <p:sp>
        <p:nvSpPr>
          <p:cNvPr id="9990" name="Shape 9990"/>
          <p:cNvSpPr/>
          <p:nvPr/>
        </p:nvSpPr>
        <p:spPr>
          <a:xfrm>
            <a:off x="7079348" y="3737004"/>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defRPr b="1">
                <a:latin typeface="Calibri"/>
                <a:ea typeface="Calibri"/>
                <a:cs typeface="Calibri"/>
                <a:sym typeface="Calibri"/>
              </a:defRPr>
            </a:pPr>
            <a:r>
              <a:rPr b="0">
                <a:latin typeface="Raleway SemiBold"/>
                <a:ea typeface="Raleway SemiBold"/>
                <a:cs typeface="Raleway SemiBold"/>
                <a:sym typeface="Raleway SemiBold"/>
              </a:rPr>
              <a:t>Texto</a:t>
            </a:r>
          </a:p>
        </p:txBody>
      </p:sp>
      <p:sp>
        <p:nvSpPr>
          <p:cNvPr id="9991" name="Shape 9991"/>
          <p:cNvSpPr/>
          <p:nvPr/>
        </p:nvSpPr>
        <p:spPr>
          <a:xfrm>
            <a:off x="5364848" y="7372378"/>
            <a:ext cx="1364184"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FFFFFF"/>
                </a:solidFill>
                <a:latin typeface="Raleway SemiBold"/>
                <a:ea typeface="Raleway SemiBold"/>
                <a:cs typeface="Raleway SemiBold"/>
                <a:sym typeface="Raleway SemiBold"/>
              </a:defRPr>
            </a:lvl1pPr>
          </a:lstStyle>
          <a:p>
            <a:pPr>
              <a:defRPr b="1">
                <a:latin typeface="Calibri"/>
                <a:ea typeface="Calibri"/>
                <a:cs typeface="Calibri"/>
                <a:sym typeface="Calibri"/>
              </a:defRPr>
            </a:pPr>
            <a:r>
              <a:rPr b="0">
                <a:latin typeface="Raleway SemiBold"/>
                <a:ea typeface="Raleway SemiBold"/>
                <a:cs typeface="Raleway SemiBold"/>
                <a:sym typeface="Raleway SemiBold"/>
              </a:rPr>
              <a:t>Texto</a:t>
            </a:r>
          </a:p>
        </p:txBody>
      </p:sp>
      <p:sp>
        <p:nvSpPr>
          <p:cNvPr id="9992" name="Shape 9992"/>
          <p:cNvSpPr/>
          <p:nvPr/>
        </p:nvSpPr>
        <p:spPr>
          <a:xfrm>
            <a:off x="541425" y="48093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9987">
                                            <p:bg/>
                                          </p:spTgt>
                                        </p:tgtEl>
                                        <p:attrNameLst>
                                          <p:attrName>style.visibility</p:attrName>
                                        </p:attrNameLst>
                                      </p:cBhvr>
                                      <p:to>
                                        <p:strVal val="visible"/>
                                      </p:to>
                                    </p:set>
                                    <p:animEffect filter="dissolve" transition="in">
                                      <p:cBhvr>
                                        <p:cTn id="7" dur="500"/>
                                        <p:tgtEl>
                                          <p:spTgt spid="9987">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9987">
                                            <p:txEl>
                                              <p:pRg st="0" end="0"/>
                                            </p:txEl>
                                          </p:spTgt>
                                        </p:tgtEl>
                                        <p:attrNameLst>
                                          <p:attrName>style.visibility</p:attrName>
                                        </p:attrNameLst>
                                      </p:cBhvr>
                                      <p:to>
                                        <p:strVal val="visible"/>
                                      </p:to>
                                    </p:set>
                                    <p:animEffect filter="dissolve" transition="in">
                                      <p:cBhvr>
                                        <p:cTn id="10" dur="500"/>
                                        <p:tgtEl>
                                          <p:spTgt spid="9987">
                                            <p:txEl>
                                              <p:pRg st="0" end="0"/>
                                            </p:txEl>
                                          </p:spTgt>
                                        </p:tgtEl>
                                      </p:cBhvr>
                                    </p:animEffect>
                                  </p:childTnLst>
                                </p:cTn>
                              </p:par>
                            </p:childTnLst>
                          </p:cTn>
                        </p:par>
                        <p:par>
                          <p:cTn id="11" fill="hold">
                            <p:stCondLst>
                              <p:cond delay="500"/>
                            </p:stCondLst>
                            <p:childTnLst>
                              <p:par>
                                <p:cTn id="12" presetClass="entr" nodeType="afterEffect" presetID="9" grpId="2" fill="hold">
                                  <p:stCondLst>
                                    <p:cond delay="0"/>
                                  </p:stCondLst>
                                  <p:iterate type="el" backwards="0">
                                    <p:tmAbs val="0"/>
                                  </p:iterate>
                                  <p:childTnLst>
                                    <p:set>
                                      <p:cBhvr>
                                        <p:cTn id="13" fill="hold"/>
                                        <p:tgtEl>
                                          <p:spTgt spid="9988">
                                            <p:bg/>
                                          </p:spTgt>
                                        </p:tgtEl>
                                        <p:attrNameLst>
                                          <p:attrName>style.visibility</p:attrName>
                                        </p:attrNameLst>
                                      </p:cBhvr>
                                      <p:to>
                                        <p:strVal val="visible"/>
                                      </p:to>
                                    </p:set>
                                    <p:animEffect filter="dissolve" transition="in">
                                      <p:cBhvr>
                                        <p:cTn id="14" dur="500"/>
                                        <p:tgtEl>
                                          <p:spTgt spid="9988">
                                            <p:bg/>
                                          </p:spTgt>
                                        </p:tgtEl>
                                      </p:cBhvr>
                                    </p:animEffect>
                                  </p:childTnLst>
                                </p:cTn>
                              </p:par>
                              <p:par>
                                <p:cTn id="15" presetClass="entr" nodeType="withEffect" presetSubtype="0" presetID="9" grpId="2" fill="hold">
                                  <p:stCondLst>
                                    <p:cond delay="0"/>
                                  </p:stCondLst>
                                  <p:iterate type="el" backwards="0">
                                    <p:tmAbs val="0"/>
                                  </p:iterate>
                                  <p:childTnLst>
                                    <p:set>
                                      <p:cBhvr>
                                        <p:cTn id="16" fill="hold"/>
                                        <p:tgtEl>
                                          <p:spTgt spid="9988">
                                            <p:txEl>
                                              <p:pRg st="0" end="0"/>
                                            </p:txEl>
                                          </p:spTgt>
                                        </p:tgtEl>
                                        <p:attrNameLst>
                                          <p:attrName>style.visibility</p:attrName>
                                        </p:attrNameLst>
                                      </p:cBhvr>
                                      <p:to>
                                        <p:strVal val="visible"/>
                                      </p:to>
                                    </p:set>
                                    <p:animEffect filter="dissolve" transition="in">
                                      <p:cBhvr>
                                        <p:cTn id="17" dur="500"/>
                                        <p:tgtEl>
                                          <p:spTgt spid="9988">
                                            <p:txEl>
                                              <p:pRg st="0" end="0"/>
                                            </p:txEl>
                                          </p:spTgt>
                                        </p:tgtEl>
                                      </p:cBhvr>
                                    </p:animEffect>
                                  </p:childTnLst>
                                </p:cTn>
                              </p:par>
                            </p:childTnLst>
                          </p:cTn>
                        </p:par>
                        <p:par>
                          <p:cTn id="18" fill="hold">
                            <p:stCondLst>
                              <p:cond delay="1000"/>
                            </p:stCondLst>
                            <p:childTnLst>
                              <p:par>
                                <p:cTn id="19" presetClass="entr" nodeType="afterEffect" presetID="9" grpId="3" fill="hold">
                                  <p:stCondLst>
                                    <p:cond delay="0"/>
                                  </p:stCondLst>
                                  <p:iterate type="el" backwards="0">
                                    <p:tmAbs val="0"/>
                                  </p:iterate>
                                  <p:childTnLst>
                                    <p:set>
                                      <p:cBhvr>
                                        <p:cTn id="20" fill="hold"/>
                                        <p:tgtEl>
                                          <p:spTgt spid="9989">
                                            <p:bg/>
                                          </p:spTgt>
                                        </p:tgtEl>
                                        <p:attrNameLst>
                                          <p:attrName>style.visibility</p:attrName>
                                        </p:attrNameLst>
                                      </p:cBhvr>
                                      <p:to>
                                        <p:strVal val="visible"/>
                                      </p:to>
                                    </p:set>
                                    <p:animEffect filter="dissolve" transition="in">
                                      <p:cBhvr>
                                        <p:cTn id="21" dur="500"/>
                                        <p:tgtEl>
                                          <p:spTgt spid="9989">
                                            <p:bg/>
                                          </p:spTgt>
                                        </p:tgtEl>
                                      </p:cBhvr>
                                    </p:animEffect>
                                  </p:childTnLst>
                                </p:cTn>
                              </p:par>
                              <p:par>
                                <p:cTn id="22" presetClass="entr" nodeType="withEffect" presetSubtype="0" presetID="9" grpId="3" fill="hold">
                                  <p:stCondLst>
                                    <p:cond delay="0"/>
                                  </p:stCondLst>
                                  <p:iterate type="el" backwards="0">
                                    <p:tmAbs val="0"/>
                                  </p:iterate>
                                  <p:childTnLst>
                                    <p:set>
                                      <p:cBhvr>
                                        <p:cTn id="23" fill="hold"/>
                                        <p:tgtEl>
                                          <p:spTgt spid="9989">
                                            <p:txEl>
                                              <p:pRg st="0" end="0"/>
                                            </p:txEl>
                                          </p:spTgt>
                                        </p:tgtEl>
                                        <p:attrNameLst>
                                          <p:attrName>style.visibility</p:attrName>
                                        </p:attrNameLst>
                                      </p:cBhvr>
                                      <p:to>
                                        <p:strVal val="visible"/>
                                      </p:to>
                                    </p:set>
                                    <p:animEffect filter="dissolve" transition="in">
                                      <p:cBhvr>
                                        <p:cTn id="24" dur="500"/>
                                        <p:tgtEl>
                                          <p:spTgt spid="9989">
                                            <p:txEl>
                                              <p:pRg st="0" end="0"/>
                                            </p:txEl>
                                          </p:spTgt>
                                        </p:tgtEl>
                                      </p:cBhvr>
                                    </p:animEffect>
                                  </p:childTnLst>
                                </p:cTn>
                              </p:par>
                            </p:childTnLst>
                          </p:cTn>
                        </p:par>
                        <p:par>
                          <p:cTn id="25" fill="hold">
                            <p:stCondLst>
                              <p:cond delay="1500"/>
                            </p:stCondLst>
                            <p:childTnLst>
                              <p:par>
                                <p:cTn id="26" presetClass="entr" nodeType="afterEffect" presetID="9" grpId="4" fill="hold">
                                  <p:stCondLst>
                                    <p:cond delay="0"/>
                                  </p:stCondLst>
                                  <p:iterate type="el" backwards="0">
                                    <p:tmAbs val="0"/>
                                  </p:iterate>
                                  <p:childTnLst>
                                    <p:set>
                                      <p:cBhvr>
                                        <p:cTn id="27" fill="hold"/>
                                        <p:tgtEl>
                                          <p:spTgt spid="9990">
                                            <p:bg/>
                                          </p:spTgt>
                                        </p:tgtEl>
                                        <p:attrNameLst>
                                          <p:attrName>style.visibility</p:attrName>
                                        </p:attrNameLst>
                                      </p:cBhvr>
                                      <p:to>
                                        <p:strVal val="visible"/>
                                      </p:to>
                                    </p:set>
                                    <p:animEffect filter="dissolve" transition="in">
                                      <p:cBhvr>
                                        <p:cTn id="28" dur="500"/>
                                        <p:tgtEl>
                                          <p:spTgt spid="9990">
                                            <p:bg/>
                                          </p:spTgt>
                                        </p:tgtEl>
                                      </p:cBhvr>
                                    </p:animEffect>
                                  </p:childTnLst>
                                </p:cTn>
                              </p:par>
                              <p:par>
                                <p:cTn id="29" presetClass="entr" nodeType="withEffect" presetSubtype="0" presetID="9" grpId="4" fill="hold">
                                  <p:stCondLst>
                                    <p:cond delay="0"/>
                                  </p:stCondLst>
                                  <p:iterate type="el" backwards="0">
                                    <p:tmAbs val="0"/>
                                  </p:iterate>
                                  <p:childTnLst>
                                    <p:set>
                                      <p:cBhvr>
                                        <p:cTn id="30" fill="hold"/>
                                        <p:tgtEl>
                                          <p:spTgt spid="9990">
                                            <p:txEl>
                                              <p:pRg st="0" end="0"/>
                                            </p:txEl>
                                          </p:spTgt>
                                        </p:tgtEl>
                                        <p:attrNameLst>
                                          <p:attrName>style.visibility</p:attrName>
                                        </p:attrNameLst>
                                      </p:cBhvr>
                                      <p:to>
                                        <p:strVal val="visible"/>
                                      </p:to>
                                    </p:set>
                                    <p:animEffect filter="dissolve" transition="in">
                                      <p:cBhvr>
                                        <p:cTn id="31" dur="500"/>
                                        <p:tgtEl>
                                          <p:spTgt spid="9990">
                                            <p:txEl>
                                              <p:pRg st="0" end="0"/>
                                            </p:txEl>
                                          </p:spTgt>
                                        </p:tgtEl>
                                      </p:cBhvr>
                                    </p:animEffect>
                                  </p:childTnLst>
                                </p:cTn>
                              </p:par>
                            </p:childTnLst>
                          </p:cTn>
                        </p:par>
                        <p:par>
                          <p:cTn id="32" fill="hold">
                            <p:stCondLst>
                              <p:cond delay="2000"/>
                            </p:stCondLst>
                            <p:childTnLst>
                              <p:par>
                                <p:cTn id="33" presetClass="entr" nodeType="afterEffect" presetID="9" grpId="5" fill="hold">
                                  <p:stCondLst>
                                    <p:cond delay="0"/>
                                  </p:stCondLst>
                                  <p:iterate type="el" backwards="0">
                                    <p:tmAbs val="0"/>
                                  </p:iterate>
                                  <p:childTnLst>
                                    <p:set>
                                      <p:cBhvr>
                                        <p:cTn id="34" fill="hold"/>
                                        <p:tgtEl>
                                          <p:spTgt spid="9991">
                                            <p:bg/>
                                          </p:spTgt>
                                        </p:tgtEl>
                                        <p:attrNameLst>
                                          <p:attrName>style.visibility</p:attrName>
                                        </p:attrNameLst>
                                      </p:cBhvr>
                                      <p:to>
                                        <p:strVal val="visible"/>
                                      </p:to>
                                    </p:set>
                                    <p:animEffect filter="dissolve" transition="in">
                                      <p:cBhvr>
                                        <p:cTn id="35" dur="500"/>
                                        <p:tgtEl>
                                          <p:spTgt spid="9991">
                                            <p:bg/>
                                          </p:spTgt>
                                        </p:tgtEl>
                                      </p:cBhvr>
                                    </p:animEffect>
                                  </p:childTnLst>
                                </p:cTn>
                              </p:par>
                              <p:par>
                                <p:cTn id="36" presetClass="entr" nodeType="withEffect" presetSubtype="0" presetID="9" grpId="5" fill="hold">
                                  <p:stCondLst>
                                    <p:cond delay="0"/>
                                  </p:stCondLst>
                                  <p:iterate type="el" backwards="0">
                                    <p:tmAbs val="0"/>
                                  </p:iterate>
                                  <p:childTnLst>
                                    <p:set>
                                      <p:cBhvr>
                                        <p:cTn id="37" fill="hold"/>
                                        <p:tgtEl>
                                          <p:spTgt spid="9991">
                                            <p:txEl>
                                              <p:pRg st="0" end="0"/>
                                            </p:txEl>
                                          </p:spTgt>
                                        </p:tgtEl>
                                        <p:attrNameLst>
                                          <p:attrName>style.visibility</p:attrName>
                                        </p:attrNameLst>
                                      </p:cBhvr>
                                      <p:to>
                                        <p:strVal val="visible"/>
                                      </p:to>
                                    </p:set>
                                    <p:animEffect filter="dissolve" transition="in">
                                      <p:cBhvr>
                                        <p:cTn id="38" dur="500"/>
                                        <p:tgtEl>
                                          <p:spTgt spid="9991">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9987" grpId="1"/>
      <p:bldP build="p" bldLvl="5" animBg="1" rev="0" advAuto="0" spid="9988" grpId="2"/>
      <p:bldP build="p" bldLvl="5" animBg="1" rev="0" advAuto="0" spid="9991" grpId="5"/>
      <p:bldP build="p" bldLvl="5" animBg="1" rev="0" advAuto="0" spid="9990" grpId="4"/>
      <p:bldP build="p" bldLvl="5" animBg="1" rev="0" advAuto="0" spid="9989" grpId="3"/>
    </p:bldLst>
  </p:timing>
</p:sld>
</file>

<file path=ppt/slides/slide24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pic>
        <p:nvPicPr>
          <p:cNvPr id="9994" name="pasted-image.pdf"/>
          <p:cNvPicPr>
            <a:picLocks noChangeAspect="1"/>
          </p:cNvPicPr>
          <p:nvPr/>
        </p:nvPicPr>
        <p:blipFill>
          <a:blip r:embed="rId2">
            <a:extLst/>
          </a:blip>
          <a:stretch>
            <a:fillRect/>
          </a:stretch>
        </p:blipFill>
        <p:spPr>
          <a:xfrm>
            <a:off x="444512" y="4447172"/>
            <a:ext cx="5968975" cy="5449710"/>
          </a:xfrm>
          <a:prstGeom prst="rect">
            <a:avLst/>
          </a:prstGeom>
          <a:ln w="12700">
            <a:miter lim="400000"/>
          </a:ln>
        </p:spPr>
      </p:pic>
      <p:sp>
        <p:nvSpPr>
          <p:cNvPr id="9995" name="Shape 9995"/>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9996" name="Shape 9996"/>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9995">
                                            <p:bg/>
                                          </p:spTgt>
                                        </p:tgtEl>
                                        <p:attrNameLst>
                                          <p:attrName>style.visibility</p:attrName>
                                        </p:attrNameLst>
                                      </p:cBhvr>
                                      <p:to>
                                        <p:strVal val="visible"/>
                                      </p:to>
                                    </p:set>
                                    <p:animEffect filter="dissolve" transition="in">
                                      <p:cBhvr>
                                        <p:cTn id="7" dur="500"/>
                                        <p:tgtEl>
                                          <p:spTgt spid="9995">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9995">
                                            <p:txEl>
                                              <p:pRg st="0" end="0"/>
                                            </p:txEl>
                                          </p:spTgt>
                                        </p:tgtEl>
                                        <p:attrNameLst>
                                          <p:attrName>style.visibility</p:attrName>
                                        </p:attrNameLst>
                                      </p:cBhvr>
                                      <p:to>
                                        <p:strVal val="visible"/>
                                      </p:to>
                                    </p:set>
                                    <p:animEffect filter="dissolve" transition="in">
                                      <p:cBhvr>
                                        <p:cTn id="10" dur="500"/>
                                        <p:tgtEl>
                                          <p:spTgt spid="9995">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9995" grpId="1"/>
    </p:bldLst>
  </p:timing>
</p:sld>
</file>

<file path=ppt/slides/slide24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pic>
        <p:nvPicPr>
          <p:cNvPr id="9998" name="pasted-image.pdf"/>
          <p:cNvPicPr>
            <a:picLocks noChangeAspect="1"/>
          </p:cNvPicPr>
          <p:nvPr/>
        </p:nvPicPr>
        <p:blipFill>
          <a:blip r:embed="rId2">
            <a:extLst/>
          </a:blip>
          <a:stretch>
            <a:fillRect/>
          </a:stretch>
        </p:blipFill>
        <p:spPr>
          <a:xfrm>
            <a:off x="732281" y="4040320"/>
            <a:ext cx="5774437" cy="5635360"/>
          </a:xfrm>
          <a:prstGeom prst="rect">
            <a:avLst/>
          </a:prstGeom>
          <a:ln w="12700">
            <a:miter lim="400000"/>
          </a:ln>
        </p:spPr>
      </p:pic>
      <p:sp>
        <p:nvSpPr>
          <p:cNvPr id="9999" name="Shape 9999"/>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00" name="Shape 10000"/>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9999">
                                            <p:bg/>
                                          </p:spTgt>
                                        </p:tgtEl>
                                        <p:attrNameLst>
                                          <p:attrName>style.visibility</p:attrName>
                                        </p:attrNameLst>
                                      </p:cBhvr>
                                      <p:to>
                                        <p:strVal val="visible"/>
                                      </p:to>
                                    </p:set>
                                    <p:animEffect filter="dissolve" transition="in">
                                      <p:cBhvr>
                                        <p:cTn id="7" dur="500"/>
                                        <p:tgtEl>
                                          <p:spTgt spid="9999">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9999">
                                            <p:txEl>
                                              <p:pRg st="0" end="0"/>
                                            </p:txEl>
                                          </p:spTgt>
                                        </p:tgtEl>
                                        <p:attrNameLst>
                                          <p:attrName>style.visibility</p:attrName>
                                        </p:attrNameLst>
                                      </p:cBhvr>
                                      <p:to>
                                        <p:strVal val="visible"/>
                                      </p:to>
                                    </p:set>
                                    <p:animEffect filter="dissolve" transition="in">
                                      <p:cBhvr>
                                        <p:cTn id="10" dur="500"/>
                                        <p:tgtEl>
                                          <p:spTgt spid="9999">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9999" grpId="1"/>
    </p:bldLst>
  </p:timing>
</p:sld>
</file>

<file path=ppt/slides/slide24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02" name="Shape 10002"/>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03" name="Shape 10003"/>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pic>
        <p:nvPicPr>
          <p:cNvPr id="10004" name="pasted-image.pdf"/>
          <p:cNvPicPr>
            <a:picLocks noChangeAspect="1"/>
          </p:cNvPicPr>
          <p:nvPr/>
        </p:nvPicPr>
        <p:blipFill>
          <a:blip r:embed="rId2">
            <a:extLst/>
          </a:blip>
          <a:srcRect l="0" t="0" r="9548" b="0"/>
          <a:stretch>
            <a:fillRect/>
          </a:stretch>
        </p:blipFill>
        <p:spPr>
          <a:xfrm>
            <a:off x="-793706" y="3338909"/>
            <a:ext cx="7443576" cy="7571653"/>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002">
                                            <p:bg/>
                                          </p:spTgt>
                                        </p:tgtEl>
                                        <p:attrNameLst>
                                          <p:attrName>style.visibility</p:attrName>
                                        </p:attrNameLst>
                                      </p:cBhvr>
                                      <p:to>
                                        <p:strVal val="visible"/>
                                      </p:to>
                                    </p:set>
                                    <p:animEffect filter="dissolve" transition="in">
                                      <p:cBhvr>
                                        <p:cTn id="7" dur="500"/>
                                        <p:tgtEl>
                                          <p:spTgt spid="10002">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10002">
                                            <p:txEl>
                                              <p:pRg st="0" end="0"/>
                                            </p:txEl>
                                          </p:spTgt>
                                        </p:tgtEl>
                                        <p:attrNameLst>
                                          <p:attrName>style.visibility</p:attrName>
                                        </p:attrNameLst>
                                      </p:cBhvr>
                                      <p:to>
                                        <p:strVal val="visible"/>
                                      </p:to>
                                    </p:set>
                                    <p:animEffect filter="dissolve" transition="in">
                                      <p:cBhvr>
                                        <p:cTn id="10" dur="500"/>
                                        <p:tgtEl>
                                          <p:spTgt spid="10002">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10002" grpId="1"/>
    </p:bldLst>
  </p:timing>
</p:sld>
</file>

<file path=ppt/slides/slide24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06" name="Shape 10006"/>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07" name="Shape 10007"/>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pic>
        <p:nvPicPr>
          <p:cNvPr id="10008" name="pasted-image.pdf"/>
          <p:cNvPicPr>
            <a:picLocks noChangeAspect="1"/>
          </p:cNvPicPr>
          <p:nvPr/>
        </p:nvPicPr>
        <p:blipFill>
          <a:blip r:embed="rId2">
            <a:extLst/>
          </a:blip>
          <a:stretch>
            <a:fillRect/>
          </a:stretch>
        </p:blipFill>
        <p:spPr>
          <a:xfrm>
            <a:off x="129946" y="4472133"/>
            <a:ext cx="6159437" cy="4695534"/>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006">
                                            <p:bg/>
                                          </p:spTgt>
                                        </p:tgtEl>
                                        <p:attrNameLst>
                                          <p:attrName>style.visibility</p:attrName>
                                        </p:attrNameLst>
                                      </p:cBhvr>
                                      <p:to>
                                        <p:strVal val="visible"/>
                                      </p:to>
                                    </p:set>
                                    <p:animEffect filter="dissolve" transition="in">
                                      <p:cBhvr>
                                        <p:cTn id="7" dur="500"/>
                                        <p:tgtEl>
                                          <p:spTgt spid="10006">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10006">
                                            <p:txEl>
                                              <p:pRg st="0" end="0"/>
                                            </p:txEl>
                                          </p:spTgt>
                                        </p:tgtEl>
                                        <p:attrNameLst>
                                          <p:attrName>style.visibility</p:attrName>
                                        </p:attrNameLst>
                                      </p:cBhvr>
                                      <p:to>
                                        <p:strVal val="visible"/>
                                      </p:to>
                                    </p:set>
                                    <p:animEffect filter="dissolve" transition="in">
                                      <p:cBhvr>
                                        <p:cTn id="10" dur="500"/>
                                        <p:tgtEl>
                                          <p:spTgt spid="10006">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10006" grpId="1"/>
    </p:bldLst>
  </p:timing>
</p:sld>
</file>

<file path=ppt/slides/slide24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10" name="Shape 10010"/>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11" name="Shape 10011"/>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pic>
        <p:nvPicPr>
          <p:cNvPr id="10012" name="pasted-image.pdf"/>
          <p:cNvPicPr>
            <a:picLocks noChangeAspect="1"/>
          </p:cNvPicPr>
          <p:nvPr/>
        </p:nvPicPr>
        <p:blipFill>
          <a:blip r:embed="rId2">
            <a:extLst/>
          </a:blip>
          <a:stretch>
            <a:fillRect/>
          </a:stretch>
        </p:blipFill>
        <p:spPr>
          <a:xfrm>
            <a:off x="869493" y="4107966"/>
            <a:ext cx="5500014" cy="5500068"/>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010">
                                            <p:bg/>
                                          </p:spTgt>
                                        </p:tgtEl>
                                        <p:attrNameLst>
                                          <p:attrName>style.visibility</p:attrName>
                                        </p:attrNameLst>
                                      </p:cBhvr>
                                      <p:to>
                                        <p:strVal val="visible"/>
                                      </p:to>
                                    </p:set>
                                    <p:animEffect filter="dissolve" transition="in">
                                      <p:cBhvr>
                                        <p:cTn id="7" dur="500"/>
                                        <p:tgtEl>
                                          <p:spTgt spid="10010">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10010">
                                            <p:txEl>
                                              <p:pRg st="0" end="0"/>
                                            </p:txEl>
                                          </p:spTgt>
                                        </p:tgtEl>
                                        <p:attrNameLst>
                                          <p:attrName>style.visibility</p:attrName>
                                        </p:attrNameLst>
                                      </p:cBhvr>
                                      <p:to>
                                        <p:strVal val="visible"/>
                                      </p:to>
                                    </p:set>
                                    <p:animEffect filter="dissolve" transition="in">
                                      <p:cBhvr>
                                        <p:cTn id="10" dur="500"/>
                                        <p:tgtEl>
                                          <p:spTgt spid="10010">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10010" grpId="1"/>
    </p:bldLst>
  </p:timing>
</p:sld>
</file>

<file path=ppt/slides/slide24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14" name="Shape 10014"/>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15" name="Shape 10015"/>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pic>
        <p:nvPicPr>
          <p:cNvPr id="10016" name="pasted-image.pdf"/>
          <p:cNvPicPr>
            <a:picLocks noChangeAspect="1"/>
          </p:cNvPicPr>
          <p:nvPr/>
        </p:nvPicPr>
        <p:blipFill>
          <a:blip r:embed="rId2">
            <a:extLst/>
          </a:blip>
          <a:stretch>
            <a:fillRect/>
          </a:stretch>
        </p:blipFill>
        <p:spPr>
          <a:xfrm>
            <a:off x="890212" y="4538541"/>
            <a:ext cx="4638905" cy="4638918"/>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014">
                                            <p:bg/>
                                          </p:spTgt>
                                        </p:tgtEl>
                                        <p:attrNameLst>
                                          <p:attrName>style.visibility</p:attrName>
                                        </p:attrNameLst>
                                      </p:cBhvr>
                                      <p:to>
                                        <p:strVal val="visible"/>
                                      </p:to>
                                    </p:set>
                                    <p:animEffect filter="dissolve" transition="in">
                                      <p:cBhvr>
                                        <p:cTn id="7" dur="500"/>
                                        <p:tgtEl>
                                          <p:spTgt spid="10014">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10014">
                                            <p:txEl>
                                              <p:pRg st="0" end="0"/>
                                            </p:txEl>
                                          </p:spTgt>
                                        </p:tgtEl>
                                        <p:attrNameLst>
                                          <p:attrName>style.visibility</p:attrName>
                                        </p:attrNameLst>
                                      </p:cBhvr>
                                      <p:to>
                                        <p:strVal val="visible"/>
                                      </p:to>
                                    </p:set>
                                    <p:animEffect filter="dissolve" transition="in">
                                      <p:cBhvr>
                                        <p:cTn id="10" dur="500"/>
                                        <p:tgtEl>
                                          <p:spTgt spid="10014">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10014" grpId="1"/>
    </p:bldLst>
  </p:timing>
</p:sld>
</file>

<file path=ppt/slides/slide24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18" name="Shape 10018"/>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19" name="Shape 10019"/>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pic>
        <p:nvPicPr>
          <p:cNvPr id="10020" name="pasted-image.pdf"/>
          <p:cNvPicPr>
            <a:picLocks noChangeAspect="1"/>
          </p:cNvPicPr>
          <p:nvPr/>
        </p:nvPicPr>
        <p:blipFill>
          <a:blip r:embed="rId2">
            <a:extLst/>
          </a:blip>
          <a:stretch>
            <a:fillRect/>
          </a:stretch>
        </p:blipFill>
        <p:spPr>
          <a:xfrm>
            <a:off x="1134363" y="4334567"/>
            <a:ext cx="4970273" cy="4970666"/>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018">
                                            <p:bg/>
                                          </p:spTgt>
                                        </p:tgtEl>
                                        <p:attrNameLst>
                                          <p:attrName>style.visibility</p:attrName>
                                        </p:attrNameLst>
                                      </p:cBhvr>
                                      <p:to>
                                        <p:strVal val="visible"/>
                                      </p:to>
                                    </p:set>
                                    <p:animEffect filter="dissolve" transition="in">
                                      <p:cBhvr>
                                        <p:cTn id="7" dur="500"/>
                                        <p:tgtEl>
                                          <p:spTgt spid="10018">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10018">
                                            <p:txEl>
                                              <p:pRg st="0" end="0"/>
                                            </p:txEl>
                                          </p:spTgt>
                                        </p:tgtEl>
                                        <p:attrNameLst>
                                          <p:attrName>style.visibility</p:attrName>
                                        </p:attrNameLst>
                                      </p:cBhvr>
                                      <p:to>
                                        <p:strVal val="visible"/>
                                      </p:to>
                                    </p:set>
                                    <p:animEffect filter="dissolve" transition="in">
                                      <p:cBhvr>
                                        <p:cTn id="10" dur="500"/>
                                        <p:tgtEl>
                                          <p:spTgt spid="10018">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10018" grpId="1"/>
    </p:bldLst>
  </p:timing>
</p:sld>
</file>

<file path=ppt/slides/slide25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22" name="Shape 10022"/>
          <p:cNvSpPr/>
          <p:nvPr/>
        </p:nvSpPr>
        <p:spPr>
          <a:xfrm>
            <a:off x="7214285" y="2752753"/>
            <a:ext cx="1331723" cy="716281"/>
          </a:xfrm>
          <a:prstGeom prst="rect">
            <a:avLst/>
          </a:prstGeom>
          <a:ln w="12700">
            <a:miter lim="400000"/>
          </a:ln>
          <a:extLst>
            <a:ext uri="{C572A759-6A51-4108-AA02-DFA0A04FC94B}">
              <ma14:wrappingTextBoxFlag xmlns:ma14="http://schemas.microsoft.com/office/mac/drawingml/2011/main" val="1"/>
            </a:ext>
          </a:extLst>
        </p:spPr>
        <p:txBody>
          <a:bodyPr wrap="none" tIns="91439" bIns="91439">
            <a:spAutoFit/>
          </a:bodyPr>
          <a:lstStyle>
            <a:lvl1pPr algn="l" defTabSz="914400">
              <a:defRPr sz="3600">
                <a:solidFill>
                  <a:srgbClr val="0A0A0A"/>
                </a:solidFill>
                <a:latin typeface="Raleway Regular"/>
                <a:ea typeface="Raleway Regular"/>
                <a:cs typeface="Raleway Regular"/>
                <a:sym typeface="Raleway Regular"/>
              </a:defRPr>
            </a:lvl1pPr>
          </a:lstStyle>
          <a:p>
            <a:pPr>
              <a:defRPr>
                <a:latin typeface="Calibri"/>
                <a:ea typeface="Calibri"/>
                <a:cs typeface="Calibri"/>
                <a:sym typeface="Calibri"/>
              </a:defRPr>
            </a:pPr>
            <a:r>
              <a:rPr>
                <a:latin typeface="Raleway Regular"/>
                <a:ea typeface="Raleway Regular"/>
                <a:cs typeface="Raleway Regular"/>
                <a:sym typeface="Raleway Regular"/>
              </a:rPr>
              <a:t>Texto</a:t>
            </a:r>
          </a:p>
        </p:txBody>
      </p:sp>
      <p:sp>
        <p:nvSpPr>
          <p:cNvPr id="10023" name="Shape 10023"/>
          <p:cNvSpPr/>
          <p:nvPr/>
        </p:nvSpPr>
        <p:spPr>
          <a:xfrm>
            <a:off x="7185112" y="385686"/>
            <a:ext cx="4873602" cy="141351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algn="l" defTabSz="825500">
              <a:lnSpc>
                <a:spcPct val="90000"/>
              </a:lnSpc>
              <a:defRPr spc="-100">
                <a:solidFill>
                  <a:srgbClr val="144973"/>
                </a:solidFill>
                <a:latin typeface="Raleway Heavy"/>
                <a:ea typeface="Raleway Heavy"/>
                <a:cs typeface="Raleway Heavy"/>
                <a:sym typeface="Raleway Heavy"/>
              </a:defRPr>
            </a:lvl1pPr>
          </a:lstStyle>
          <a:p>
            <a:pPr/>
            <a:r>
              <a:t>Título</a:t>
            </a:r>
          </a:p>
        </p:txBody>
      </p:sp>
      <p:pic>
        <p:nvPicPr>
          <p:cNvPr id="10024" name="pasted-image.pdf"/>
          <p:cNvPicPr>
            <a:picLocks noChangeAspect="1"/>
          </p:cNvPicPr>
          <p:nvPr/>
        </p:nvPicPr>
        <p:blipFill>
          <a:blip r:embed="rId2">
            <a:extLst/>
          </a:blip>
          <a:stretch>
            <a:fillRect/>
          </a:stretch>
        </p:blipFill>
        <p:spPr>
          <a:xfrm>
            <a:off x="300461" y="4411250"/>
            <a:ext cx="5818407" cy="5521554"/>
          </a:xfrm>
          <a:prstGeom prst="rect">
            <a:avLst/>
          </a:prstGeom>
          <a:ln w="12700">
            <a:miter lim="400000"/>
          </a:ln>
        </p:spPr>
      </p:pic>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ID="9" grpId="1" fill="hold">
                                  <p:stCondLst>
                                    <p:cond delay="0"/>
                                  </p:stCondLst>
                                  <p:iterate type="el" backwards="0">
                                    <p:tmAbs val="0"/>
                                  </p:iterate>
                                  <p:childTnLst>
                                    <p:set>
                                      <p:cBhvr>
                                        <p:cTn id="6" fill="hold"/>
                                        <p:tgtEl>
                                          <p:spTgt spid="10022">
                                            <p:bg/>
                                          </p:spTgt>
                                        </p:tgtEl>
                                        <p:attrNameLst>
                                          <p:attrName>style.visibility</p:attrName>
                                        </p:attrNameLst>
                                      </p:cBhvr>
                                      <p:to>
                                        <p:strVal val="visible"/>
                                      </p:to>
                                    </p:set>
                                    <p:animEffect filter="dissolve" transition="in">
                                      <p:cBhvr>
                                        <p:cTn id="7" dur="500"/>
                                        <p:tgtEl>
                                          <p:spTgt spid="10022">
                                            <p:bg/>
                                          </p:spTgt>
                                        </p:tgtEl>
                                      </p:cBhvr>
                                    </p:animEffect>
                                  </p:childTnLst>
                                </p:cTn>
                              </p:par>
                              <p:par>
                                <p:cTn id="8" presetClass="entr" nodeType="withEffect" presetSubtype="0" presetID="9" grpId="1" fill="hold">
                                  <p:stCondLst>
                                    <p:cond delay="0"/>
                                  </p:stCondLst>
                                  <p:iterate type="el" backwards="0">
                                    <p:tmAbs val="0"/>
                                  </p:iterate>
                                  <p:childTnLst>
                                    <p:set>
                                      <p:cBhvr>
                                        <p:cTn id="9" fill="hold"/>
                                        <p:tgtEl>
                                          <p:spTgt spid="10022">
                                            <p:txEl>
                                              <p:pRg st="0" end="0"/>
                                            </p:txEl>
                                          </p:spTgt>
                                        </p:tgtEl>
                                        <p:attrNameLst>
                                          <p:attrName>style.visibility</p:attrName>
                                        </p:attrNameLst>
                                      </p:cBhvr>
                                      <p:to>
                                        <p:strVal val="visible"/>
                                      </p:to>
                                    </p:set>
                                    <p:animEffect filter="dissolve" transition="in">
                                      <p:cBhvr>
                                        <p:cTn id="10" dur="500"/>
                                        <p:tgtEl>
                                          <p:spTgt spid="10022">
                                            <p:txEl>
                                              <p:pRg st="0" end="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p" bldLvl="5" animBg="1" rev="0" advAuto="0" spid="10022" grpId="1"/>
    </p:bldLst>
  </p:timing>
</p:sld>
</file>

<file path=ppt/slides/slide25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26" name="Shape 10026"/>
          <p:cNvSpPr/>
          <p:nvPr/>
        </p:nvSpPr>
        <p:spPr>
          <a:xfrm>
            <a:off x="9525" y="3175"/>
            <a:ext cx="24534596" cy="13831628"/>
          </a:xfrm>
          <a:prstGeom prst="rect">
            <a:avLst/>
          </a:prstGeom>
          <a:solidFill>
            <a:schemeClr val="accent5">
              <a:hueOff val="-444211"/>
              <a:satOff val="-14915"/>
              <a:lumOff val="22857"/>
            </a:schemeClr>
          </a:solidFill>
          <a:ln w="12700">
            <a:miter lim="400000"/>
          </a:ln>
          <a:effectLst>
            <a:outerShdw sx="100000" sy="100000" kx="0" ky="0" algn="b" rotWithShape="0" blurRad="50800" dist="25400" dir="5400000">
              <a:srgbClr val="000000">
                <a:alpha val="50000"/>
              </a:srgbClr>
            </a:outerShdw>
          </a:effectLst>
          <a:extLst>
            <a:ext uri="{C572A759-6A51-4108-AA02-DFA0A04FC94B}">
              <ma14:wrappingTextBoxFlag xmlns:ma14="http://schemas.microsoft.com/office/mac/drawingml/2011/main" val="1"/>
            </a:ext>
          </a:extLst>
        </p:spPr>
        <p:txBody>
          <a:bodyPr lIns="71437" tIns="71437" rIns="71437" bIns="71437" anchor="ctr"/>
          <a:lstStyle>
            <a:lvl1pPr>
              <a:defRPr sz="10000">
                <a:solidFill>
                  <a:srgbClr val="FFFFFF"/>
                </a:solidFill>
                <a:latin typeface="Raleway ExtraBold"/>
                <a:ea typeface="Raleway ExtraBold"/>
                <a:cs typeface="Raleway ExtraBold"/>
                <a:sym typeface="Raleway ExtraBold"/>
              </a:defRPr>
            </a:lvl1pPr>
          </a:lstStyle>
          <a:p>
            <a:pPr/>
            <a:r>
              <a:t>SLIDES PROPUESTAS, PRESENTACIONES E INFORMES</a:t>
            </a:r>
          </a:p>
        </p:txBody>
      </p:sp>
    </p:spTree>
  </p:cSld>
  <p:clrMapOvr>
    <a:masterClrMapping/>
  </p:clrMapOvr>
  <p:transition xmlns:p14="http://schemas.microsoft.com/office/powerpoint/2010/main" spd="med" advClick="1" p14:dur="1000"/>
</p:sld>
</file>

<file path=ppt/slides/slide25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28" name="Shape 10028"/>
          <p:cNvSpPr/>
          <p:nvPr>
            <p:ph type="title"/>
          </p:nvPr>
        </p:nvSpPr>
        <p:spPr>
          <a:prstGeom prst="rect">
            <a:avLst/>
          </a:prstGeom>
        </p:spPr>
        <p:txBody>
          <a:bodyPr/>
          <a:lstStyle>
            <a:lvl1pPr>
              <a:defRPr sz="4000"/>
            </a:lvl1pPr>
          </a:lstStyle>
          <a:p>
            <a:pPr/>
            <a:r>
              <a:t>Para resumen de propuestas</a:t>
            </a:r>
          </a:p>
        </p:txBody>
      </p:sp>
      <p:sp>
        <p:nvSpPr>
          <p:cNvPr id="10029" name="Shape 10029"/>
          <p:cNvSpPr/>
          <p:nvPr/>
        </p:nvSpPr>
        <p:spPr>
          <a:xfrm>
            <a:off x="570325" y="9181406"/>
            <a:ext cx="4222591" cy="2113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4387"/>
                </a:moveTo>
                <a:cubicBezTo>
                  <a:pt x="6829" y="14387"/>
                  <a:pt x="3606" y="7942"/>
                  <a:pt x="3606" y="0"/>
                </a:cubicBezTo>
                <a:cubicBezTo>
                  <a:pt x="0" y="0"/>
                  <a:pt x="0" y="0"/>
                  <a:pt x="0" y="0"/>
                </a:cubicBezTo>
                <a:cubicBezTo>
                  <a:pt x="0" y="11932"/>
                  <a:pt x="4834" y="21600"/>
                  <a:pt x="10800" y="21600"/>
                </a:cubicBezTo>
                <a:cubicBezTo>
                  <a:pt x="16766" y="21600"/>
                  <a:pt x="21600" y="11932"/>
                  <a:pt x="21600" y="0"/>
                </a:cubicBezTo>
                <a:cubicBezTo>
                  <a:pt x="17994" y="0"/>
                  <a:pt x="17994" y="0"/>
                  <a:pt x="17994" y="0"/>
                </a:cubicBezTo>
                <a:cubicBezTo>
                  <a:pt x="17994" y="7942"/>
                  <a:pt x="14771" y="14387"/>
                  <a:pt x="10800" y="14387"/>
                </a:cubicBezTo>
                <a:close/>
              </a:path>
            </a:pathLst>
          </a:cu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0" name="Shape 10030"/>
          <p:cNvSpPr/>
          <p:nvPr/>
        </p:nvSpPr>
        <p:spPr>
          <a:xfrm>
            <a:off x="7609747" y="9181406"/>
            <a:ext cx="4222591" cy="2113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4387"/>
                </a:moveTo>
                <a:cubicBezTo>
                  <a:pt x="6810" y="14387"/>
                  <a:pt x="3587" y="7942"/>
                  <a:pt x="3587" y="0"/>
                </a:cubicBezTo>
                <a:cubicBezTo>
                  <a:pt x="0" y="0"/>
                  <a:pt x="0" y="0"/>
                  <a:pt x="0" y="0"/>
                </a:cubicBezTo>
                <a:cubicBezTo>
                  <a:pt x="0" y="11932"/>
                  <a:pt x="4834" y="21600"/>
                  <a:pt x="10800" y="21600"/>
                </a:cubicBezTo>
                <a:cubicBezTo>
                  <a:pt x="16766" y="21600"/>
                  <a:pt x="21600" y="11932"/>
                  <a:pt x="21600" y="0"/>
                </a:cubicBezTo>
                <a:cubicBezTo>
                  <a:pt x="17994" y="0"/>
                  <a:pt x="17994" y="0"/>
                  <a:pt x="17994" y="0"/>
                </a:cubicBezTo>
                <a:cubicBezTo>
                  <a:pt x="17994" y="7942"/>
                  <a:pt x="14771" y="14387"/>
                  <a:pt x="10800" y="14387"/>
                </a:cubicBezTo>
                <a:close/>
              </a:path>
            </a:pathLst>
          </a:cu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1" name="Shape 10031"/>
          <p:cNvSpPr/>
          <p:nvPr/>
        </p:nvSpPr>
        <p:spPr>
          <a:xfrm>
            <a:off x="14643844" y="9181406"/>
            <a:ext cx="4222590" cy="2113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4387"/>
                </a:moveTo>
                <a:cubicBezTo>
                  <a:pt x="6829" y="14387"/>
                  <a:pt x="3606" y="7942"/>
                  <a:pt x="3606" y="0"/>
                </a:cubicBezTo>
                <a:cubicBezTo>
                  <a:pt x="0" y="0"/>
                  <a:pt x="0" y="0"/>
                  <a:pt x="0" y="0"/>
                </a:cubicBezTo>
                <a:cubicBezTo>
                  <a:pt x="0" y="11932"/>
                  <a:pt x="4834" y="21600"/>
                  <a:pt x="10800" y="21600"/>
                </a:cubicBezTo>
                <a:cubicBezTo>
                  <a:pt x="16766" y="21600"/>
                  <a:pt x="21600" y="11932"/>
                  <a:pt x="21600" y="0"/>
                </a:cubicBezTo>
                <a:cubicBezTo>
                  <a:pt x="18013" y="0"/>
                  <a:pt x="18013" y="0"/>
                  <a:pt x="18013" y="0"/>
                </a:cubicBezTo>
                <a:cubicBezTo>
                  <a:pt x="18013" y="7942"/>
                  <a:pt x="14790" y="14387"/>
                  <a:pt x="10800" y="14387"/>
                </a:cubicBezTo>
                <a:close/>
              </a:path>
            </a:pathLst>
          </a:cu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2" name="Shape 10032"/>
          <p:cNvSpPr/>
          <p:nvPr/>
        </p:nvSpPr>
        <p:spPr>
          <a:xfrm>
            <a:off x="4090035" y="2839536"/>
            <a:ext cx="4222590" cy="2113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13"/>
                </a:moveTo>
                <a:cubicBezTo>
                  <a:pt x="14790" y="7213"/>
                  <a:pt x="18013" y="13658"/>
                  <a:pt x="18013" y="21600"/>
                </a:cubicBezTo>
                <a:cubicBezTo>
                  <a:pt x="21600" y="21600"/>
                  <a:pt x="21600" y="21600"/>
                  <a:pt x="21600" y="21600"/>
                </a:cubicBezTo>
                <a:cubicBezTo>
                  <a:pt x="21600" y="9668"/>
                  <a:pt x="16766" y="0"/>
                  <a:pt x="10800" y="0"/>
                </a:cubicBezTo>
                <a:cubicBezTo>
                  <a:pt x="4834" y="0"/>
                  <a:pt x="0" y="9668"/>
                  <a:pt x="0" y="21600"/>
                </a:cubicBezTo>
                <a:cubicBezTo>
                  <a:pt x="3606" y="21600"/>
                  <a:pt x="3606" y="21600"/>
                  <a:pt x="3606" y="21600"/>
                </a:cubicBezTo>
                <a:cubicBezTo>
                  <a:pt x="3606" y="13658"/>
                  <a:pt x="6829" y="7213"/>
                  <a:pt x="10800" y="7213"/>
                </a:cubicBezTo>
                <a:close/>
              </a:path>
            </a:pathLst>
          </a:cu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3" name="Shape 10033"/>
          <p:cNvSpPr/>
          <p:nvPr/>
        </p:nvSpPr>
        <p:spPr>
          <a:xfrm>
            <a:off x="4090035" y="4932189"/>
            <a:ext cx="702878" cy="4293942"/>
          </a:xfrm>
          <a:prstGeom prst="rect">
            <a:avLst/>
          </a:pr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4" name="Shape 10034"/>
          <p:cNvSpPr/>
          <p:nvPr/>
        </p:nvSpPr>
        <p:spPr>
          <a:xfrm>
            <a:off x="14643844" y="4932189"/>
            <a:ext cx="702878" cy="4293942"/>
          </a:xfrm>
          <a:prstGeom prst="rect">
            <a:avLst/>
          </a:pr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5" name="Shape 10035"/>
          <p:cNvSpPr/>
          <p:nvPr/>
        </p:nvSpPr>
        <p:spPr>
          <a:xfrm>
            <a:off x="11124134" y="2839536"/>
            <a:ext cx="4222590" cy="2113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13"/>
                </a:moveTo>
                <a:cubicBezTo>
                  <a:pt x="14771" y="7213"/>
                  <a:pt x="17994" y="13658"/>
                  <a:pt x="17994" y="21600"/>
                </a:cubicBezTo>
                <a:cubicBezTo>
                  <a:pt x="21600" y="21600"/>
                  <a:pt x="21600" y="21600"/>
                  <a:pt x="21600" y="21600"/>
                </a:cubicBezTo>
                <a:cubicBezTo>
                  <a:pt x="21600" y="9668"/>
                  <a:pt x="16766" y="0"/>
                  <a:pt x="10800" y="0"/>
                </a:cubicBezTo>
                <a:cubicBezTo>
                  <a:pt x="4834" y="0"/>
                  <a:pt x="0" y="9668"/>
                  <a:pt x="0" y="21600"/>
                </a:cubicBezTo>
                <a:cubicBezTo>
                  <a:pt x="3606" y="21600"/>
                  <a:pt x="3606" y="21600"/>
                  <a:pt x="3606" y="21600"/>
                </a:cubicBezTo>
                <a:cubicBezTo>
                  <a:pt x="3606" y="13658"/>
                  <a:pt x="6829" y="7213"/>
                  <a:pt x="10800" y="7213"/>
                </a:cubicBezTo>
                <a:close/>
              </a:path>
            </a:pathLst>
          </a:cu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6" name="Shape 10036"/>
          <p:cNvSpPr/>
          <p:nvPr/>
        </p:nvSpPr>
        <p:spPr>
          <a:xfrm>
            <a:off x="11124134" y="4932189"/>
            <a:ext cx="708204" cy="4293942"/>
          </a:xfrm>
          <a:prstGeom prst="rect">
            <a:avLst/>
          </a:pr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7" name="Shape 10037"/>
          <p:cNvSpPr/>
          <p:nvPr/>
        </p:nvSpPr>
        <p:spPr>
          <a:xfrm>
            <a:off x="18163556" y="2839536"/>
            <a:ext cx="4222590" cy="211395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7213"/>
                </a:moveTo>
                <a:cubicBezTo>
                  <a:pt x="14771" y="7213"/>
                  <a:pt x="17994" y="13658"/>
                  <a:pt x="17994" y="21600"/>
                </a:cubicBezTo>
                <a:cubicBezTo>
                  <a:pt x="21600" y="21600"/>
                  <a:pt x="21600" y="21600"/>
                  <a:pt x="21600" y="21600"/>
                </a:cubicBezTo>
                <a:cubicBezTo>
                  <a:pt x="21600" y="9668"/>
                  <a:pt x="16766" y="0"/>
                  <a:pt x="10800" y="0"/>
                </a:cubicBezTo>
                <a:cubicBezTo>
                  <a:pt x="4834" y="0"/>
                  <a:pt x="0" y="9668"/>
                  <a:pt x="0" y="21600"/>
                </a:cubicBezTo>
                <a:cubicBezTo>
                  <a:pt x="3587" y="21600"/>
                  <a:pt x="3587" y="21600"/>
                  <a:pt x="3587" y="21600"/>
                </a:cubicBezTo>
                <a:cubicBezTo>
                  <a:pt x="3587" y="13658"/>
                  <a:pt x="6810" y="7213"/>
                  <a:pt x="10800" y="7213"/>
                </a:cubicBezTo>
                <a:close/>
              </a:path>
            </a:pathLst>
          </a:cu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8" name="Shape 10038"/>
          <p:cNvSpPr/>
          <p:nvPr/>
        </p:nvSpPr>
        <p:spPr>
          <a:xfrm>
            <a:off x="18163556" y="4932189"/>
            <a:ext cx="702878" cy="4293942"/>
          </a:xfrm>
          <a:prstGeom prst="rect">
            <a:avLst/>
          </a:pr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39" name="Shape 10039"/>
          <p:cNvSpPr/>
          <p:nvPr/>
        </p:nvSpPr>
        <p:spPr>
          <a:xfrm>
            <a:off x="7609747" y="4932189"/>
            <a:ext cx="702879" cy="4293942"/>
          </a:xfrm>
          <a:prstGeom prst="rect">
            <a:avLst/>
          </a:pr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40" name="Shape 10040"/>
          <p:cNvSpPr/>
          <p:nvPr/>
        </p:nvSpPr>
        <p:spPr>
          <a:xfrm rot="10800000">
            <a:off x="569950" y="6763937"/>
            <a:ext cx="702878" cy="242279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0" y="18457"/>
                  <a:pt x="0" y="18457"/>
                  <a:pt x="0" y="18457"/>
                </a:cubicBezTo>
                <a:cubicBezTo>
                  <a:pt x="0" y="20196"/>
                  <a:pt x="4826" y="21600"/>
                  <a:pt x="10800" y="21600"/>
                </a:cubicBezTo>
                <a:cubicBezTo>
                  <a:pt x="16774" y="21600"/>
                  <a:pt x="21600" y="20196"/>
                  <a:pt x="21600" y="18457"/>
                </a:cubicBezTo>
                <a:cubicBezTo>
                  <a:pt x="21600" y="0"/>
                  <a:pt x="21600" y="0"/>
                  <a:pt x="21600" y="0"/>
                </a:cubicBezTo>
                <a:lnTo>
                  <a:pt x="0" y="0"/>
                </a:lnTo>
                <a:close/>
              </a:path>
            </a:pathLst>
          </a:custGeom>
          <a:solidFill>
            <a:srgbClr val="234770"/>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41" name="Shape 10041"/>
          <p:cNvSpPr/>
          <p:nvPr/>
        </p:nvSpPr>
        <p:spPr>
          <a:xfrm>
            <a:off x="1592015" y="8038696"/>
            <a:ext cx="2178830" cy="2178830"/>
          </a:xfrm>
          <a:prstGeom prst="ellipse">
            <a:avLst/>
          </a:prstGeom>
          <a:solidFill>
            <a:srgbClr val="234770"/>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042" name="Shape 10042"/>
          <p:cNvSpPr/>
          <p:nvPr/>
        </p:nvSpPr>
        <p:spPr>
          <a:xfrm>
            <a:off x="12108131" y="3830555"/>
            <a:ext cx="2178830" cy="2178830"/>
          </a:xfrm>
          <a:prstGeom prst="ellipse">
            <a:avLst/>
          </a:prstGeom>
          <a:solidFill>
            <a:srgbClr val="6CC0CC"/>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043" name="Shape 10043"/>
          <p:cNvSpPr/>
          <p:nvPr/>
        </p:nvSpPr>
        <p:spPr>
          <a:xfrm>
            <a:off x="15665725" y="8038696"/>
            <a:ext cx="2178830" cy="2178830"/>
          </a:xfrm>
          <a:prstGeom prst="ellipse">
            <a:avLst/>
          </a:prstGeom>
          <a:solidFill>
            <a:srgbClr val="234770"/>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044" name="Shape 10044"/>
          <p:cNvSpPr/>
          <p:nvPr/>
        </p:nvSpPr>
        <p:spPr>
          <a:xfrm>
            <a:off x="19185438" y="3870957"/>
            <a:ext cx="2178830" cy="2178830"/>
          </a:xfrm>
          <a:prstGeom prst="ellipse">
            <a:avLst/>
          </a:prstGeom>
          <a:solidFill>
            <a:srgbClr val="6CC0CC"/>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045" name="Shape 10045"/>
          <p:cNvSpPr/>
          <p:nvPr/>
        </p:nvSpPr>
        <p:spPr>
          <a:xfrm>
            <a:off x="8620784" y="8038696"/>
            <a:ext cx="2178830" cy="2178830"/>
          </a:xfrm>
          <a:prstGeom prst="ellipse">
            <a:avLst/>
          </a:prstGeom>
          <a:solidFill>
            <a:srgbClr val="234770"/>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046" name="Shape 10046"/>
          <p:cNvSpPr/>
          <p:nvPr/>
        </p:nvSpPr>
        <p:spPr>
          <a:xfrm>
            <a:off x="5106589" y="3870957"/>
            <a:ext cx="2178830" cy="2178830"/>
          </a:xfrm>
          <a:prstGeom prst="ellipse">
            <a:avLst/>
          </a:prstGeom>
          <a:solidFill>
            <a:srgbClr val="6CC0CC"/>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047" name="Shape 10047"/>
          <p:cNvSpPr/>
          <p:nvPr/>
        </p:nvSpPr>
        <p:spPr>
          <a:xfrm>
            <a:off x="1272827" y="6779587"/>
            <a:ext cx="2817209" cy="927004"/>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400">
                <a:latin typeface="Montserrat"/>
                <a:ea typeface="Montserrat"/>
                <a:cs typeface="Montserrat"/>
                <a:sym typeface="Montserrat"/>
              </a:defRPr>
            </a:lvl1pPr>
          </a:lstStyle>
          <a:p>
            <a:pPr/>
            <a:r>
              <a:t>Diseño X</a:t>
            </a:r>
          </a:p>
        </p:txBody>
      </p:sp>
      <p:sp>
        <p:nvSpPr>
          <p:cNvPr id="10048" name="Shape 10048"/>
          <p:cNvSpPr/>
          <p:nvPr/>
        </p:nvSpPr>
        <p:spPr>
          <a:xfrm>
            <a:off x="4787210" y="6374138"/>
            <a:ext cx="2817209" cy="1854007"/>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400">
                <a:latin typeface="Montserrat"/>
                <a:ea typeface="Montserrat"/>
                <a:cs typeface="Montserrat"/>
                <a:sym typeface="Montserrat"/>
              </a:defRPr>
            </a:lvl1pPr>
          </a:lstStyle>
          <a:p>
            <a:pPr/>
            <a:r>
              <a:t>Aterrizar</a:t>
            </a:r>
          </a:p>
        </p:txBody>
      </p:sp>
      <p:sp>
        <p:nvSpPr>
          <p:cNvPr id="10049" name="Shape 10049"/>
          <p:cNvSpPr/>
          <p:nvPr/>
        </p:nvSpPr>
        <p:spPr>
          <a:xfrm>
            <a:off x="8306922" y="7422354"/>
            <a:ext cx="2817209" cy="1697182"/>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400">
                <a:latin typeface="Montserrat"/>
                <a:ea typeface="Montserrat"/>
                <a:cs typeface="Montserrat"/>
                <a:sym typeface="Montserrat"/>
              </a:defRPr>
            </a:lvl1pPr>
          </a:lstStyle>
          <a:p>
            <a:pPr/>
            <a:r>
              <a:t>Desarrollo</a:t>
            </a:r>
          </a:p>
        </p:txBody>
      </p:sp>
      <p:sp>
        <p:nvSpPr>
          <p:cNvPr id="10050" name="Shape 10050"/>
          <p:cNvSpPr/>
          <p:nvPr/>
        </p:nvSpPr>
        <p:spPr>
          <a:xfrm>
            <a:off x="11821306" y="6374138"/>
            <a:ext cx="2817209" cy="1390506"/>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400">
                <a:latin typeface="Montserrat"/>
                <a:ea typeface="Montserrat"/>
                <a:cs typeface="Montserrat"/>
                <a:sym typeface="Montserrat"/>
              </a:defRPr>
            </a:lvl1pPr>
          </a:lstStyle>
          <a:p>
            <a:pPr/>
            <a:r>
              <a:t>Configuración</a:t>
            </a:r>
          </a:p>
        </p:txBody>
      </p:sp>
      <p:sp>
        <p:nvSpPr>
          <p:cNvPr id="10051" name="Shape 10051"/>
          <p:cNvSpPr/>
          <p:nvPr/>
        </p:nvSpPr>
        <p:spPr>
          <a:xfrm>
            <a:off x="15341018" y="7575693"/>
            <a:ext cx="2817209" cy="1390505"/>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400">
                <a:latin typeface="Montserrat"/>
                <a:ea typeface="Montserrat"/>
                <a:cs typeface="Montserrat"/>
                <a:sym typeface="Montserrat"/>
              </a:defRPr>
            </a:lvl1pPr>
          </a:lstStyle>
          <a:p>
            <a:pPr/>
            <a:r>
              <a:t>Pruebas</a:t>
            </a:r>
          </a:p>
        </p:txBody>
      </p:sp>
      <p:sp>
        <p:nvSpPr>
          <p:cNvPr id="10052" name="Shape 10052"/>
          <p:cNvSpPr/>
          <p:nvPr/>
        </p:nvSpPr>
        <p:spPr>
          <a:xfrm>
            <a:off x="18866054" y="6385786"/>
            <a:ext cx="2817209" cy="463502"/>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400">
                <a:latin typeface="Montserrat"/>
                <a:ea typeface="Montserrat"/>
                <a:cs typeface="Montserrat"/>
                <a:sym typeface="Montserrat"/>
              </a:defRPr>
            </a:lvl1pPr>
          </a:lstStyle>
          <a:p>
            <a:pPr/>
            <a:r>
              <a:t>Entrega</a:t>
            </a:r>
          </a:p>
        </p:txBody>
      </p:sp>
      <p:sp>
        <p:nvSpPr>
          <p:cNvPr id="10053" name="Shape 10053"/>
          <p:cNvSpPr/>
          <p:nvPr/>
        </p:nvSpPr>
        <p:spPr>
          <a:xfrm>
            <a:off x="21683264" y="4902373"/>
            <a:ext cx="702878" cy="3435154"/>
          </a:xfrm>
          <a:prstGeom prst="rect">
            <a:avLst/>
          </a:pr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54" name="Shape 10054"/>
          <p:cNvSpPr/>
          <p:nvPr/>
        </p:nvSpPr>
        <p:spPr>
          <a:xfrm>
            <a:off x="20902666" y="7581828"/>
            <a:ext cx="2263144" cy="1378235"/>
          </a:xfrm>
          <a:custGeom>
            <a:avLst/>
            <a:gdLst/>
            <a:ahLst/>
            <a:cxnLst>
              <a:cxn ang="0">
                <a:pos x="wd2" y="hd2"/>
              </a:cxn>
              <a:cxn ang="5400000">
                <a:pos x="wd2" y="hd2"/>
              </a:cxn>
              <a:cxn ang="10800000">
                <a:pos x="wd2" y="hd2"/>
              </a:cxn>
              <a:cxn ang="16200000">
                <a:pos x="wd2" y="hd2"/>
              </a:cxn>
            </a:cxnLst>
            <a:rect l="0" t="0" r="r" b="b"/>
            <a:pathLst>
              <a:path w="21153" h="20861" fill="norm" stroke="1" extrusionOk="0">
                <a:moveTo>
                  <a:pt x="20469" y="1109"/>
                </a:moveTo>
                <a:cubicBezTo>
                  <a:pt x="19593" y="-369"/>
                  <a:pt x="18120" y="-369"/>
                  <a:pt x="17243" y="1109"/>
                </a:cubicBezTo>
                <a:cubicBezTo>
                  <a:pt x="10581" y="11852"/>
                  <a:pt x="10581" y="11852"/>
                  <a:pt x="10581" y="11852"/>
                </a:cubicBezTo>
                <a:cubicBezTo>
                  <a:pt x="3919" y="1109"/>
                  <a:pt x="3919" y="1109"/>
                  <a:pt x="3919" y="1109"/>
                </a:cubicBezTo>
                <a:cubicBezTo>
                  <a:pt x="3042" y="-369"/>
                  <a:pt x="1569" y="-369"/>
                  <a:pt x="658" y="1109"/>
                </a:cubicBezTo>
                <a:cubicBezTo>
                  <a:pt x="-219" y="2530"/>
                  <a:pt x="-219" y="4917"/>
                  <a:pt x="658" y="6338"/>
                </a:cubicBezTo>
                <a:cubicBezTo>
                  <a:pt x="8968" y="19753"/>
                  <a:pt x="8968" y="19753"/>
                  <a:pt x="8968" y="19753"/>
                </a:cubicBezTo>
                <a:cubicBezTo>
                  <a:pt x="9845" y="21231"/>
                  <a:pt x="11317" y="21231"/>
                  <a:pt x="12194" y="19753"/>
                </a:cubicBezTo>
                <a:cubicBezTo>
                  <a:pt x="20469" y="6338"/>
                  <a:pt x="20469" y="6338"/>
                  <a:pt x="20469" y="6338"/>
                </a:cubicBezTo>
                <a:cubicBezTo>
                  <a:pt x="21381" y="4917"/>
                  <a:pt x="21381" y="2530"/>
                  <a:pt x="20469" y="1109"/>
                </a:cubicBezTo>
                <a:close/>
              </a:path>
            </a:pathLst>
          </a:cu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55" name="Shape 10055"/>
          <p:cNvSpPr/>
          <p:nvPr/>
        </p:nvSpPr>
        <p:spPr>
          <a:xfrm>
            <a:off x="5826297" y="4355903"/>
            <a:ext cx="722455" cy="1031420"/>
          </a:xfrm>
          <a:custGeom>
            <a:avLst/>
            <a:gdLst/>
            <a:ahLst/>
            <a:cxnLst>
              <a:cxn ang="0">
                <a:pos x="wd2" y="hd2"/>
              </a:cxn>
              <a:cxn ang="5400000">
                <a:pos x="wd2" y="hd2"/>
              </a:cxn>
              <a:cxn ang="10800000">
                <a:pos x="wd2" y="hd2"/>
              </a:cxn>
              <a:cxn ang="16200000">
                <a:pos x="wd2" y="hd2"/>
              </a:cxn>
            </a:cxnLst>
            <a:rect l="0" t="0" r="r" b="b"/>
            <a:pathLst>
              <a:path w="20638" h="21574" fill="norm" stroke="1" extrusionOk="0">
                <a:moveTo>
                  <a:pt x="6170" y="20676"/>
                </a:moveTo>
                <a:cubicBezTo>
                  <a:pt x="7334" y="21229"/>
                  <a:pt x="8672" y="21600"/>
                  <a:pt x="10319" y="21573"/>
                </a:cubicBezTo>
                <a:cubicBezTo>
                  <a:pt x="11954" y="21600"/>
                  <a:pt x="13304" y="21229"/>
                  <a:pt x="14468" y="20676"/>
                </a:cubicBezTo>
                <a:cubicBezTo>
                  <a:pt x="14443" y="18329"/>
                  <a:pt x="14443" y="18329"/>
                  <a:pt x="14443" y="18329"/>
                </a:cubicBezTo>
                <a:cubicBezTo>
                  <a:pt x="6195" y="18329"/>
                  <a:pt x="6195" y="18329"/>
                  <a:pt x="6195" y="18329"/>
                </a:cubicBezTo>
                <a:lnTo>
                  <a:pt x="6170" y="20676"/>
                </a:lnTo>
                <a:close/>
                <a:moveTo>
                  <a:pt x="14295" y="17251"/>
                </a:moveTo>
                <a:cubicBezTo>
                  <a:pt x="14295" y="12558"/>
                  <a:pt x="21119" y="10945"/>
                  <a:pt x="20611" y="6261"/>
                </a:cubicBezTo>
                <a:cubicBezTo>
                  <a:pt x="20289" y="3307"/>
                  <a:pt x="17552" y="0"/>
                  <a:pt x="10319" y="0"/>
                </a:cubicBezTo>
                <a:cubicBezTo>
                  <a:pt x="3086" y="0"/>
                  <a:pt x="349" y="3307"/>
                  <a:pt x="27" y="6270"/>
                </a:cubicBezTo>
                <a:cubicBezTo>
                  <a:pt x="-481" y="10945"/>
                  <a:pt x="6343" y="12558"/>
                  <a:pt x="6343" y="17251"/>
                </a:cubicBezTo>
                <a:lnTo>
                  <a:pt x="14295" y="17251"/>
                </a:lnTo>
                <a:close/>
                <a:moveTo>
                  <a:pt x="2950" y="6469"/>
                </a:moveTo>
                <a:cubicBezTo>
                  <a:pt x="3247" y="3660"/>
                  <a:pt x="6058" y="2156"/>
                  <a:pt x="10319" y="2156"/>
                </a:cubicBezTo>
                <a:cubicBezTo>
                  <a:pt x="14580" y="2156"/>
                  <a:pt x="17180" y="3633"/>
                  <a:pt x="17490" y="6433"/>
                </a:cubicBezTo>
                <a:cubicBezTo>
                  <a:pt x="17651" y="7973"/>
                  <a:pt x="16450" y="8997"/>
                  <a:pt x="14815" y="10664"/>
                </a:cubicBezTo>
                <a:cubicBezTo>
                  <a:pt x="13613" y="11905"/>
                  <a:pt x="12462" y="13192"/>
                  <a:pt x="11793" y="15095"/>
                </a:cubicBezTo>
                <a:cubicBezTo>
                  <a:pt x="8845" y="15095"/>
                  <a:pt x="8845" y="15095"/>
                  <a:pt x="8845" y="15095"/>
                </a:cubicBezTo>
                <a:cubicBezTo>
                  <a:pt x="8176" y="13192"/>
                  <a:pt x="7025" y="11905"/>
                  <a:pt x="5823" y="10664"/>
                </a:cubicBezTo>
                <a:cubicBezTo>
                  <a:pt x="4188" y="8997"/>
                  <a:pt x="2776" y="8000"/>
                  <a:pt x="2950" y="6469"/>
                </a:cubicBezTo>
                <a:close/>
              </a:path>
            </a:pathLst>
          </a:custGeom>
          <a:solidFill>
            <a:srgbClr val="FFFFFF"/>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56" name="Shape 10056"/>
          <p:cNvSpPr/>
          <p:nvPr/>
        </p:nvSpPr>
        <p:spPr>
          <a:xfrm>
            <a:off x="12652395" y="4438560"/>
            <a:ext cx="1076562" cy="958801"/>
          </a:xfrm>
          <a:custGeom>
            <a:avLst/>
            <a:gdLst/>
            <a:ahLst/>
            <a:cxnLst>
              <a:cxn ang="0">
                <a:pos x="wd2" y="hd2"/>
              </a:cxn>
              <a:cxn ang="5400000">
                <a:pos x="wd2" y="hd2"/>
              </a:cxn>
              <a:cxn ang="10800000">
                <a:pos x="wd2" y="hd2"/>
              </a:cxn>
              <a:cxn ang="16200000">
                <a:pos x="wd2" y="hd2"/>
              </a:cxn>
            </a:cxnLst>
            <a:rect l="0" t="0" r="r" b="b"/>
            <a:pathLst>
              <a:path w="21449" h="21469" fill="norm" stroke="1" extrusionOk="0">
                <a:moveTo>
                  <a:pt x="3334" y="6969"/>
                </a:moveTo>
                <a:cubicBezTo>
                  <a:pt x="4338" y="6084"/>
                  <a:pt x="5170" y="6694"/>
                  <a:pt x="6283" y="8139"/>
                </a:cubicBezTo>
                <a:cubicBezTo>
                  <a:pt x="6409" y="8302"/>
                  <a:pt x="6572" y="8118"/>
                  <a:pt x="6672" y="8017"/>
                </a:cubicBezTo>
                <a:cubicBezTo>
                  <a:pt x="6762" y="7925"/>
                  <a:pt x="8236" y="6440"/>
                  <a:pt x="8309" y="6368"/>
                </a:cubicBezTo>
                <a:cubicBezTo>
                  <a:pt x="8372" y="6297"/>
                  <a:pt x="8463" y="6165"/>
                  <a:pt x="8345" y="6023"/>
                </a:cubicBezTo>
                <a:cubicBezTo>
                  <a:pt x="8236" y="5870"/>
                  <a:pt x="7820" y="5259"/>
                  <a:pt x="7549" y="4863"/>
                </a:cubicBezTo>
                <a:cubicBezTo>
                  <a:pt x="5604" y="2004"/>
                  <a:pt x="12877" y="60"/>
                  <a:pt x="11755" y="30"/>
                </a:cubicBezTo>
                <a:cubicBezTo>
                  <a:pt x="11194" y="10"/>
                  <a:pt x="8906" y="-21"/>
                  <a:pt x="8571" y="20"/>
                </a:cubicBezTo>
                <a:cubicBezTo>
                  <a:pt x="7187" y="182"/>
                  <a:pt x="5450" y="1637"/>
                  <a:pt x="4582" y="2319"/>
                </a:cubicBezTo>
                <a:cubicBezTo>
                  <a:pt x="3433" y="3194"/>
                  <a:pt x="3008" y="3713"/>
                  <a:pt x="2936" y="3784"/>
                </a:cubicBezTo>
                <a:cubicBezTo>
                  <a:pt x="2619" y="4100"/>
                  <a:pt x="2891" y="4832"/>
                  <a:pt x="2303" y="5412"/>
                </a:cubicBezTo>
                <a:cubicBezTo>
                  <a:pt x="1679" y="6023"/>
                  <a:pt x="1299" y="5565"/>
                  <a:pt x="937" y="5911"/>
                </a:cubicBezTo>
                <a:cubicBezTo>
                  <a:pt x="756" y="6094"/>
                  <a:pt x="259" y="6511"/>
                  <a:pt x="123" y="6653"/>
                </a:cubicBezTo>
                <a:cubicBezTo>
                  <a:pt x="-22" y="6786"/>
                  <a:pt x="-49" y="7030"/>
                  <a:pt x="96" y="7223"/>
                </a:cubicBezTo>
                <a:cubicBezTo>
                  <a:pt x="96" y="7223"/>
                  <a:pt x="1462" y="8912"/>
                  <a:pt x="1570" y="9065"/>
                </a:cubicBezTo>
                <a:cubicBezTo>
                  <a:pt x="1688" y="9207"/>
                  <a:pt x="1995" y="9339"/>
                  <a:pt x="2185" y="9146"/>
                </a:cubicBezTo>
                <a:cubicBezTo>
                  <a:pt x="2375" y="8953"/>
                  <a:pt x="2864" y="8475"/>
                  <a:pt x="2945" y="8393"/>
                </a:cubicBezTo>
                <a:cubicBezTo>
                  <a:pt x="3026" y="8312"/>
                  <a:pt x="2891" y="7345"/>
                  <a:pt x="3334" y="6969"/>
                </a:cubicBezTo>
                <a:close/>
                <a:moveTo>
                  <a:pt x="9476" y="7589"/>
                </a:moveTo>
                <a:cubicBezTo>
                  <a:pt x="9349" y="7427"/>
                  <a:pt x="9186" y="7416"/>
                  <a:pt x="9050" y="7559"/>
                </a:cubicBezTo>
                <a:cubicBezTo>
                  <a:pt x="7504" y="9075"/>
                  <a:pt x="7504" y="9075"/>
                  <a:pt x="7504" y="9075"/>
                </a:cubicBezTo>
                <a:cubicBezTo>
                  <a:pt x="7386" y="9197"/>
                  <a:pt x="7368" y="9421"/>
                  <a:pt x="7477" y="9563"/>
                </a:cubicBezTo>
                <a:cubicBezTo>
                  <a:pt x="16404" y="20989"/>
                  <a:pt x="16404" y="20989"/>
                  <a:pt x="16404" y="20989"/>
                </a:cubicBezTo>
                <a:cubicBezTo>
                  <a:pt x="16621" y="21264"/>
                  <a:pt x="16983" y="21294"/>
                  <a:pt x="17218" y="21060"/>
                </a:cubicBezTo>
                <a:cubicBezTo>
                  <a:pt x="18259" y="20073"/>
                  <a:pt x="18259" y="20073"/>
                  <a:pt x="18259" y="20073"/>
                </a:cubicBezTo>
                <a:cubicBezTo>
                  <a:pt x="18503" y="19839"/>
                  <a:pt x="18530" y="19422"/>
                  <a:pt x="18322" y="19158"/>
                </a:cubicBezTo>
                <a:lnTo>
                  <a:pt x="9476" y="7589"/>
                </a:lnTo>
                <a:close/>
                <a:moveTo>
                  <a:pt x="21388" y="2726"/>
                </a:moveTo>
                <a:cubicBezTo>
                  <a:pt x="21307" y="2126"/>
                  <a:pt x="21035" y="2248"/>
                  <a:pt x="20891" y="2502"/>
                </a:cubicBezTo>
                <a:cubicBezTo>
                  <a:pt x="20746" y="2757"/>
                  <a:pt x="20113" y="3845"/>
                  <a:pt x="19850" y="4334"/>
                </a:cubicBezTo>
                <a:cubicBezTo>
                  <a:pt x="19597" y="4812"/>
                  <a:pt x="18955" y="5768"/>
                  <a:pt x="17770" y="4822"/>
                </a:cubicBezTo>
                <a:cubicBezTo>
                  <a:pt x="16531" y="3845"/>
                  <a:pt x="16965" y="3164"/>
                  <a:pt x="17182" y="2696"/>
                </a:cubicBezTo>
                <a:cubicBezTo>
                  <a:pt x="17390" y="2238"/>
                  <a:pt x="18060" y="935"/>
                  <a:pt x="18150" y="773"/>
                </a:cubicBezTo>
                <a:cubicBezTo>
                  <a:pt x="18249" y="610"/>
                  <a:pt x="18141" y="132"/>
                  <a:pt x="17752" y="335"/>
                </a:cubicBezTo>
                <a:cubicBezTo>
                  <a:pt x="17372" y="528"/>
                  <a:pt x="15038" y="1576"/>
                  <a:pt x="14713" y="3072"/>
                </a:cubicBezTo>
                <a:cubicBezTo>
                  <a:pt x="14387" y="4588"/>
                  <a:pt x="14993" y="5951"/>
                  <a:pt x="13799" y="7304"/>
                </a:cubicBezTo>
                <a:cubicBezTo>
                  <a:pt x="12352" y="8993"/>
                  <a:pt x="12352" y="8993"/>
                  <a:pt x="12352" y="8993"/>
                </a:cubicBezTo>
                <a:cubicBezTo>
                  <a:pt x="13808" y="10896"/>
                  <a:pt x="13808" y="10896"/>
                  <a:pt x="13808" y="10896"/>
                </a:cubicBezTo>
                <a:cubicBezTo>
                  <a:pt x="15590" y="8993"/>
                  <a:pt x="15590" y="8993"/>
                  <a:pt x="15590" y="8993"/>
                </a:cubicBezTo>
                <a:cubicBezTo>
                  <a:pt x="16015" y="8515"/>
                  <a:pt x="16920" y="8047"/>
                  <a:pt x="17743" y="8261"/>
                </a:cubicBezTo>
                <a:cubicBezTo>
                  <a:pt x="19498" y="8709"/>
                  <a:pt x="20457" y="7966"/>
                  <a:pt x="21035" y="6735"/>
                </a:cubicBezTo>
                <a:cubicBezTo>
                  <a:pt x="21551" y="5636"/>
                  <a:pt x="21470" y="3326"/>
                  <a:pt x="21388" y="2726"/>
                </a:cubicBezTo>
                <a:close/>
                <a:moveTo>
                  <a:pt x="2909" y="19280"/>
                </a:moveTo>
                <a:cubicBezTo>
                  <a:pt x="2683" y="19534"/>
                  <a:pt x="2683" y="19941"/>
                  <a:pt x="2909" y="20195"/>
                </a:cubicBezTo>
                <a:cubicBezTo>
                  <a:pt x="3931" y="21325"/>
                  <a:pt x="3931" y="21325"/>
                  <a:pt x="3931" y="21325"/>
                </a:cubicBezTo>
                <a:cubicBezTo>
                  <a:pt x="4157" y="21579"/>
                  <a:pt x="4510" y="21467"/>
                  <a:pt x="4736" y="21213"/>
                </a:cubicBezTo>
                <a:cubicBezTo>
                  <a:pt x="10018" y="15373"/>
                  <a:pt x="10018" y="15373"/>
                  <a:pt x="10018" y="15373"/>
                </a:cubicBezTo>
                <a:cubicBezTo>
                  <a:pt x="8399" y="13297"/>
                  <a:pt x="8399" y="13297"/>
                  <a:pt x="8399" y="13297"/>
                </a:cubicBezTo>
                <a:lnTo>
                  <a:pt x="2909" y="19280"/>
                </a:lnTo>
                <a:close/>
              </a:path>
            </a:pathLst>
          </a:custGeom>
          <a:solidFill>
            <a:srgbClr val="FFFFFF"/>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57" name="Shape 10057"/>
          <p:cNvSpPr/>
          <p:nvPr/>
        </p:nvSpPr>
        <p:spPr>
          <a:xfrm>
            <a:off x="9183850" y="8738847"/>
            <a:ext cx="1090103" cy="763108"/>
          </a:xfrm>
          <a:custGeom>
            <a:avLst/>
            <a:gdLst/>
            <a:ahLst/>
            <a:cxnLst>
              <a:cxn ang="0">
                <a:pos x="wd2" y="hd2"/>
              </a:cxn>
              <a:cxn ang="5400000">
                <a:pos x="wd2" y="hd2"/>
              </a:cxn>
              <a:cxn ang="10800000">
                <a:pos x="wd2" y="hd2"/>
              </a:cxn>
              <a:cxn ang="16200000">
                <a:pos x="wd2" y="hd2"/>
              </a:cxn>
            </a:cxnLst>
            <a:rect l="0" t="0" r="r" b="b"/>
            <a:pathLst>
              <a:path w="21600" h="21480" fill="norm" stroke="1" extrusionOk="0">
                <a:moveTo>
                  <a:pt x="6175" y="18039"/>
                </a:moveTo>
                <a:cubicBezTo>
                  <a:pt x="5921" y="18039"/>
                  <a:pt x="5668" y="17910"/>
                  <a:pt x="5459" y="17652"/>
                </a:cubicBezTo>
                <a:cubicBezTo>
                  <a:pt x="0" y="10744"/>
                  <a:pt x="0" y="10744"/>
                  <a:pt x="0" y="10744"/>
                </a:cubicBezTo>
                <a:cubicBezTo>
                  <a:pt x="5767" y="3463"/>
                  <a:pt x="5767" y="3463"/>
                  <a:pt x="5767" y="3463"/>
                </a:cubicBezTo>
                <a:cubicBezTo>
                  <a:pt x="6212" y="2896"/>
                  <a:pt x="6892" y="2947"/>
                  <a:pt x="7291" y="3592"/>
                </a:cubicBezTo>
                <a:cubicBezTo>
                  <a:pt x="7681" y="4223"/>
                  <a:pt x="7644" y="5190"/>
                  <a:pt x="7200" y="5757"/>
                </a:cubicBezTo>
                <a:cubicBezTo>
                  <a:pt x="3246" y="10744"/>
                  <a:pt x="3246" y="10744"/>
                  <a:pt x="3246" y="10744"/>
                </a:cubicBezTo>
                <a:cubicBezTo>
                  <a:pt x="6892" y="15345"/>
                  <a:pt x="6892" y="15345"/>
                  <a:pt x="6892" y="15345"/>
                </a:cubicBezTo>
                <a:cubicBezTo>
                  <a:pt x="7345" y="15912"/>
                  <a:pt x="7381" y="16879"/>
                  <a:pt x="6982" y="17523"/>
                </a:cubicBezTo>
                <a:cubicBezTo>
                  <a:pt x="6774" y="17859"/>
                  <a:pt x="6475" y="18039"/>
                  <a:pt x="6175" y="18039"/>
                </a:cubicBezTo>
                <a:close/>
                <a:moveTo>
                  <a:pt x="15833" y="18026"/>
                </a:moveTo>
                <a:cubicBezTo>
                  <a:pt x="21600" y="10744"/>
                  <a:pt x="21600" y="10744"/>
                  <a:pt x="21600" y="10744"/>
                </a:cubicBezTo>
                <a:cubicBezTo>
                  <a:pt x="16141" y="3837"/>
                  <a:pt x="16141" y="3837"/>
                  <a:pt x="16141" y="3837"/>
                </a:cubicBezTo>
                <a:cubicBezTo>
                  <a:pt x="15697" y="3282"/>
                  <a:pt x="15008" y="3334"/>
                  <a:pt x="14618" y="3965"/>
                </a:cubicBezTo>
                <a:cubicBezTo>
                  <a:pt x="14219" y="4610"/>
                  <a:pt x="14255" y="5576"/>
                  <a:pt x="14708" y="6131"/>
                </a:cubicBezTo>
                <a:cubicBezTo>
                  <a:pt x="18354" y="10744"/>
                  <a:pt x="18354" y="10744"/>
                  <a:pt x="18354" y="10744"/>
                </a:cubicBezTo>
                <a:cubicBezTo>
                  <a:pt x="14400" y="15732"/>
                  <a:pt x="14400" y="15732"/>
                  <a:pt x="14400" y="15732"/>
                </a:cubicBezTo>
                <a:cubicBezTo>
                  <a:pt x="13956" y="16299"/>
                  <a:pt x="13919" y="17266"/>
                  <a:pt x="14309" y="17897"/>
                </a:cubicBezTo>
                <a:cubicBezTo>
                  <a:pt x="14527" y="18245"/>
                  <a:pt x="14817" y="18413"/>
                  <a:pt x="15116" y="18413"/>
                </a:cubicBezTo>
                <a:cubicBezTo>
                  <a:pt x="15370" y="18413"/>
                  <a:pt x="15633" y="18284"/>
                  <a:pt x="15833" y="18026"/>
                </a:cubicBezTo>
                <a:close/>
                <a:moveTo>
                  <a:pt x="10782" y="20204"/>
                </a:moveTo>
                <a:cubicBezTo>
                  <a:pt x="12940" y="1787"/>
                  <a:pt x="12940" y="1787"/>
                  <a:pt x="12940" y="1787"/>
                </a:cubicBezTo>
                <a:cubicBezTo>
                  <a:pt x="13040" y="950"/>
                  <a:pt x="12641" y="164"/>
                  <a:pt x="12060" y="22"/>
                </a:cubicBezTo>
                <a:cubicBezTo>
                  <a:pt x="11462" y="-120"/>
                  <a:pt x="10909" y="447"/>
                  <a:pt x="10818" y="1285"/>
                </a:cubicBezTo>
                <a:cubicBezTo>
                  <a:pt x="8660" y="19701"/>
                  <a:pt x="8660" y="19701"/>
                  <a:pt x="8660" y="19701"/>
                </a:cubicBezTo>
                <a:cubicBezTo>
                  <a:pt x="8560" y="20539"/>
                  <a:pt x="8959" y="21325"/>
                  <a:pt x="9540" y="21467"/>
                </a:cubicBezTo>
                <a:cubicBezTo>
                  <a:pt x="9603" y="21480"/>
                  <a:pt x="9666" y="21480"/>
                  <a:pt x="9721" y="21480"/>
                </a:cubicBezTo>
                <a:cubicBezTo>
                  <a:pt x="10238" y="21480"/>
                  <a:pt x="10700" y="20952"/>
                  <a:pt x="10782" y="20204"/>
                </a:cubicBezTo>
                <a:close/>
              </a:path>
            </a:pathLst>
          </a:custGeom>
          <a:solidFill>
            <a:srgbClr val="FFFFFF"/>
          </a:solidFill>
          <a:ln w="12700">
            <a:miter lim="400000"/>
          </a:ln>
        </p:spPr>
        <p:txBody>
          <a:bodyPr lIns="121856" tIns="121856" rIns="121856" bIns="121856"/>
          <a:lstStyle/>
          <a:p>
            <a:pPr algn="l" defTabSz="1828800">
              <a:defRPr sz="3400">
                <a:solidFill>
                  <a:srgbClr val="2D3C55"/>
                </a:solidFill>
                <a:latin typeface="PT Sans"/>
                <a:ea typeface="PT Sans"/>
                <a:cs typeface="PT Sans"/>
                <a:sym typeface="PT Sans"/>
              </a:defRPr>
            </a:pPr>
          </a:p>
        </p:txBody>
      </p:sp>
      <p:sp>
        <p:nvSpPr>
          <p:cNvPr id="10058" name="Shape 10058"/>
          <p:cNvSpPr/>
          <p:nvPr/>
        </p:nvSpPr>
        <p:spPr>
          <a:xfrm>
            <a:off x="16332336" y="8695797"/>
            <a:ext cx="819224" cy="864626"/>
          </a:xfrm>
          <a:custGeom>
            <a:avLst/>
            <a:gdLst/>
            <a:ahLst/>
            <a:cxnLst>
              <a:cxn ang="0">
                <a:pos x="wd2" y="hd2"/>
              </a:cxn>
              <a:cxn ang="5400000">
                <a:pos x="wd2" y="hd2"/>
              </a:cxn>
              <a:cxn ang="10800000">
                <a:pos x="wd2" y="hd2"/>
              </a:cxn>
              <a:cxn ang="16200000">
                <a:pos x="wd2" y="hd2"/>
              </a:cxn>
            </a:cxnLst>
            <a:rect l="0" t="0" r="r" b="b"/>
            <a:pathLst>
              <a:path w="21308" h="21600" fill="norm" stroke="1" extrusionOk="0">
                <a:moveTo>
                  <a:pt x="20798" y="18562"/>
                </a:moveTo>
                <a:cubicBezTo>
                  <a:pt x="21342" y="19396"/>
                  <a:pt x="21454" y="20108"/>
                  <a:pt x="21119" y="20699"/>
                </a:cubicBezTo>
                <a:cubicBezTo>
                  <a:pt x="20784" y="21291"/>
                  <a:pt x="20100" y="21600"/>
                  <a:pt x="19066" y="21600"/>
                </a:cubicBezTo>
                <a:cubicBezTo>
                  <a:pt x="2242" y="21600"/>
                  <a:pt x="2242" y="21600"/>
                  <a:pt x="2242" y="21600"/>
                </a:cubicBezTo>
                <a:cubicBezTo>
                  <a:pt x="1208" y="21600"/>
                  <a:pt x="524" y="21291"/>
                  <a:pt x="189" y="20699"/>
                </a:cubicBezTo>
                <a:cubicBezTo>
                  <a:pt x="-146" y="20108"/>
                  <a:pt x="-34" y="19396"/>
                  <a:pt x="510" y="18562"/>
                </a:cubicBezTo>
                <a:cubicBezTo>
                  <a:pt x="7855" y="7406"/>
                  <a:pt x="7855" y="7406"/>
                  <a:pt x="7855" y="7406"/>
                </a:cubicBezTo>
                <a:cubicBezTo>
                  <a:pt x="7855" y="1801"/>
                  <a:pt x="7855" y="1801"/>
                  <a:pt x="7855" y="1801"/>
                </a:cubicBezTo>
                <a:cubicBezTo>
                  <a:pt x="6919" y="1801"/>
                  <a:pt x="6919" y="1801"/>
                  <a:pt x="6919" y="1801"/>
                </a:cubicBezTo>
                <a:cubicBezTo>
                  <a:pt x="6668" y="1801"/>
                  <a:pt x="6444" y="1707"/>
                  <a:pt x="6263" y="1532"/>
                </a:cubicBezTo>
                <a:cubicBezTo>
                  <a:pt x="6067" y="1358"/>
                  <a:pt x="5984" y="1143"/>
                  <a:pt x="5984" y="901"/>
                </a:cubicBezTo>
                <a:cubicBezTo>
                  <a:pt x="5984" y="659"/>
                  <a:pt x="6067" y="444"/>
                  <a:pt x="6263" y="269"/>
                </a:cubicBezTo>
                <a:cubicBezTo>
                  <a:pt x="6444" y="94"/>
                  <a:pt x="6668" y="0"/>
                  <a:pt x="6919" y="0"/>
                </a:cubicBezTo>
                <a:cubicBezTo>
                  <a:pt x="14389" y="0"/>
                  <a:pt x="14389" y="0"/>
                  <a:pt x="14389" y="0"/>
                </a:cubicBezTo>
                <a:cubicBezTo>
                  <a:pt x="14640" y="0"/>
                  <a:pt x="14864" y="94"/>
                  <a:pt x="15045" y="269"/>
                </a:cubicBezTo>
                <a:cubicBezTo>
                  <a:pt x="15241" y="444"/>
                  <a:pt x="15324" y="659"/>
                  <a:pt x="15324" y="901"/>
                </a:cubicBezTo>
                <a:cubicBezTo>
                  <a:pt x="15324" y="1143"/>
                  <a:pt x="15241" y="1358"/>
                  <a:pt x="15045" y="1532"/>
                </a:cubicBezTo>
                <a:cubicBezTo>
                  <a:pt x="14864" y="1707"/>
                  <a:pt x="14640" y="1801"/>
                  <a:pt x="14389" y="1801"/>
                </a:cubicBezTo>
                <a:cubicBezTo>
                  <a:pt x="13453" y="1801"/>
                  <a:pt x="13453" y="1801"/>
                  <a:pt x="13453" y="1801"/>
                </a:cubicBezTo>
                <a:cubicBezTo>
                  <a:pt x="13453" y="7406"/>
                  <a:pt x="13453" y="7406"/>
                  <a:pt x="13453" y="7406"/>
                </a:cubicBezTo>
                <a:lnTo>
                  <a:pt x="20798" y="18562"/>
                </a:lnTo>
                <a:close/>
                <a:moveTo>
                  <a:pt x="9432" y="8374"/>
                </a:moveTo>
                <a:cubicBezTo>
                  <a:pt x="5453" y="14396"/>
                  <a:pt x="5453" y="14396"/>
                  <a:pt x="5453" y="14396"/>
                </a:cubicBezTo>
                <a:cubicBezTo>
                  <a:pt x="15855" y="14396"/>
                  <a:pt x="15855" y="14396"/>
                  <a:pt x="15855" y="14396"/>
                </a:cubicBezTo>
                <a:cubicBezTo>
                  <a:pt x="11876" y="8374"/>
                  <a:pt x="11876" y="8374"/>
                  <a:pt x="11876" y="8374"/>
                </a:cubicBezTo>
                <a:cubicBezTo>
                  <a:pt x="11583" y="7930"/>
                  <a:pt x="11583" y="7930"/>
                  <a:pt x="11583" y="7930"/>
                </a:cubicBezTo>
                <a:cubicBezTo>
                  <a:pt x="11583" y="7406"/>
                  <a:pt x="11583" y="7406"/>
                  <a:pt x="11583" y="7406"/>
                </a:cubicBezTo>
                <a:cubicBezTo>
                  <a:pt x="11583" y="1801"/>
                  <a:pt x="11583" y="1801"/>
                  <a:pt x="11583" y="1801"/>
                </a:cubicBezTo>
                <a:cubicBezTo>
                  <a:pt x="9725" y="1801"/>
                  <a:pt x="9725" y="1801"/>
                  <a:pt x="9725" y="1801"/>
                </a:cubicBezTo>
                <a:cubicBezTo>
                  <a:pt x="9725" y="7406"/>
                  <a:pt x="9725" y="7406"/>
                  <a:pt x="9725" y="7406"/>
                </a:cubicBezTo>
                <a:cubicBezTo>
                  <a:pt x="9725" y="7930"/>
                  <a:pt x="9725" y="7930"/>
                  <a:pt x="9725" y="7930"/>
                </a:cubicBezTo>
                <a:lnTo>
                  <a:pt x="9432" y="8374"/>
                </a:lnTo>
                <a:close/>
              </a:path>
            </a:pathLst>
          </a:custGeom>
          <a:solidFill>
            <a:srgbClr val="FFFFFF"/>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59" name="Shape 10059"/>
          <p:cNvSpPr/>
          <p:nvPr/>
        </p:nvSpPr>
        <p:spPr>
          <a:xfrm>
            <a:off x="19773721" y="4451385"/>
            <a:ext cx="1041796" cy="9371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64" y="8634"/>
                </a:moveTo>
                <a:cubicBezTo>
                  <a:pt x="5405" y="14397"/>
                  <a:pt x="5405" y="14397"/>
                  <a:pt x="5405" y="14397"/>
                </a:cubicBezTo>
                <a:cubicBezTo>
                  <a:pt x="8642" y="14397"/>
                  <a:pt x="8642" y="14397"/>
                  <a:pt x="8642" y="14397"/>
                </a:cubicBezTo>
                <a:cubicBezTo>
                  <a:pt x="8642" y="21600"/>
                  <a:pt x="8642" y="21600"/>
                  <a:pt x="8642" y="21600"/>
                </a:cubicBezTo>
                <a:cubicBezTo>
                  <a:pt x="12958" y="21600"/>
                  <a:pt x="12958" y="21600"/>
                  <a:pt x="12958" y="21600"/>
                </a:cubicBezTo>
                <a:cubicBezTo>
                  <a:pt x="12958" y="14397"/>
                  <a:pt x="12958" y="14397"/>
                  <a:pt x="12958" y="14397"/>
                </a:cubicBezTo>
                <a:cubicBezTo>
                  <a:pt x="16195" y="14397"/>
                  <a:pt x="16195" y="14397"/>
                  <a:pt x="16195" y="14397"/>
                </a:cubicBezTo>
                <a:lnTo>
                  <a:pt x="10764" y="8634"/>
                </a:lnTo>
                <a:close/>
                <a:moveTo>
                  <a:pt x="19433" y="0"/>
                </a:moveTo>
                <a:cubicBezTo>
                  <a:pt x="2167" y="0"/>
                  <a:pt x="2167" y="0"/>
                  <a:pt x="2167" y="0"/>
                </a:cubicBezTo>
                <a:cubicBezTo>
                  <a:pt x="979" y="0"/>
                  <a:pt x="0" y="1088"/>
                  <a:pt x="0" y="2408"/>
                </a:cubicBezTo>
                <a:cubicBezTo>
                  <a:pt x="0" y="16794"/>
                  <a:pt x="0" y="16794"/>
                  <a:pt x="0" y="16794"/>
                </a:cubicBezTo>
                <a:cubicBezTo>
                  <a:pt x="0" y="18114"/>
                  <a:pt x="979" y="19192"/>
                  <a:pt x="2167" y="19192"/>
                </a:cubicBezTo>
                <a:cubicBezTo>
                  <a:pt x="6484" y="19192"/>
                  <a:pt x="6484" y="19192"/>
                  <a:pt x="6484" y="19192"/>
                </a:cubicBezTo>
                <a:cubicBezTo>
                  <a:pt x="6484" y="16794"/>
                  <a:pt x="6484" y="16794"/>
                  <a:pt x="6484" y="16794"/>
                </a:cubicBezTo>
                <a:cubicBezTo>
                  <a:pt x="2167" y="16794"/>
                  <a:pt x="2167" y="16794"/>
                  <a:pt x="2167" y="16794"/>
                </a:cubicBezTo>
                <a:cubicBezTo>
                  <a:pt x="2167" y="6004"/>
                  <a:pt x="2167" y="6004"/>
                  <a:pt x="2167" y="6004"/>
                </a:cubicBezTo>
                <a:cubicBezTo>
                  <a:pt x="19433" y="6004"/>
                  <a:pt x="19433" y="6004"/>
                  <a:pt x="19433" y="6004"/>
                </a:cubicBezTo>
                <a:cubicBezTo>
                  <a:pt x="19433" y="16794"/>
                  <a:pt x="19433" y="16794"/>
                  <a:pt x="19433" y="16794"/>
                </a:cubicBezTo>
                <a:cubicBezTo>
                  <a:pt x="15116" y="16794"/>
                  <a:pt x="15116" y="16794"/>
                  <a:pt x="15116" y="16794"/>
                </a:cubicBezTo>
                <a:cubicBezTo>
                  <a:pt x="15116" y="19192"/>
                  <a:pt x="15116" y="19192"/>
                  <a:pt x="15116" y="19192"/>
                </a:cubicBezTo>
                <a:cubicBezTo>
                  <a:pt x="19433" y="19192"/>
                  <a:pt x="19433" y="19192"/>
                  <a:pt x="19433" y="19192"/>
                </a:cubicBezTo>
                <a:cubicBezTo>
                  <a:pt x="20621" y="19192"/>
                  <a:pt x="21600" y="18114"/>
                  <a:pt x="21600" y="16794"/>
                </a:cubicBezTo>
                <a:cubicBezTo>
                  <a:pt x="21600" y="2408"/>
                  <a:pt x="21600" y="2408"/>
                  <a:pt x="21600" y="2408"/>
                </a:cubicBezTo>
                <a:cubicBezTo>
                  <a:pt x="21600" y="1088"/>
                  <a:pt x="20621" y="0"/>
                  <a:pt x="19433" y="0"/>
                </a:cubicBezTo>
                <a:close/>
                <a:moveTo>
                  <a:pt x="2702" y="3899"/>
                </a:moveTo>
                <a:cubicBezTo>
                  <a:pt x="2258" y="3899"/>
                  <a:pt x="1895" y="3496"/>
                  <a:pt x="1895" y="3002"/>
                </a:cubicBezTo>
                <a:cubicBezTo>
                  <a:pt x="1895" y="2509"/>
                  <a:pt x="2258" y="2106"/>
                  <a:pt x="2702" y="2106"/>
                </a:cubicBezTo>
                <a:cubicBezTo>
                  <a:pt x="3147" y="2106"/>
                  <a:pt x="3509" y="2509"/>
                  <a:pt x="3509" y="3002"/>
                </a:cubicBezTo>
                <a:cubicBezTo>
                  <a:pt x="3509" y="3496"/>
                  <a:pt x="3147" y="3899"/>
                  <a:pt x="2702" y="3899"/>
                </a:cubicBezTo>
                <a:close/>
                <a:moveTo>
                  <a:pt x="4860" y="3899"/>
                </a:moveTo>
                <a:cubicBezTo>
                  <a:pt x="4416" y="3899"/>
                  <a:pt x="4053" y="3496"/>
                  <a:pt x="4053" y="3002"/>
                </a:cubicBezTo>
                <a:cubicBezTo>
                  <a:pt x="4053" y="2509"/>
                  <a:pt x="4416" y="2106"/>
                  <a:pt x="4860" y="2106"/>
                </a:cubicBezTo>
                <a:cubicBezTo>
                  <a:pt x="5305" y="2106"/>
                  <a:pt x="5668" y="2509"/>
                  <a:pt x="5668" y="3002"/>
                </a:cubicBezTo>
                <a:cubicBezTo>
                  <a:pt x="5668" y="3496"/>
                  <a:pt x="5305" y="3899"/>
                  <a:pt x="4860" y="3899"/>
                </a:cubicBezTo>
                <a:close/>
                <a:moveTo>
                  <a:pt x="19433" y="3607"/>
                </a:moveTo>
                <a:cubicBezTo>
                  <a:pt x="6484" y="3607"/>
                  <a:pt x="6484" y="3607"/>
                  <a:pt x="6484" y="3607"/>
                </a:cubicBezTo>
                <a:cubicBezTo>
                  <a:pt x="6484" y="2408"/>
                  <a:pt x="6484" y="2408"/>
                  <a:pt x="6484" y="2408"/>
                </a:cubicBezTo>
                <a:cubicBezTo>
                  <a:pt x="19460" y="2408"/>
                  <a:pt x="19460" y="2408"/>
                  <a:pt x="19460" y="2408"/>
                </a:cubicBezTo>
                <a:lnTo>
                  <a:pt x="19433" y="3607"/>
                </a:lnTo>
                <a:close/>
              </a:path>
            </a:pathLst>
          </a:custGeom>
          <a:solidFill>
            <a:srgbClr val="FFFFFF"/>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60" name="Shape 10060"/>
          <p:cNvSpPr/>
          <p:nvPr/>
        </p:nvSpPr>
        <p:spPr>
          <a:xfrm>
            <a:off x="19723411" y="9382580"/>
            <a:ext cx="4622585" cy="1486402"/>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1828800">
              <a:defRPr b="1" sz="2600">
                <a:latin typeface="Montserrat"/>
                <a:ea typeface="Montserrat"/>
                <a:cs typeface="Montserrat"/>
                <a:sym typeface="Montserrat"/>
              </a:defRPr>
            </a:lvl1pPr>
          </a:lstStyle>
          <a:p>
            <a:pPr/>
            <a:r>
              <a:t>Más…..</a:t>
            </a:r>
          </a:p>
        </p:txBody>
      </p:sp>
      <p:sp>
        <p:nvSpPr>
          <p:cNvPr id="10061" name="Shape 10061"/>
          <p:cNvSpPr/>
          <p:nvPr/>
        </p:nvSpPr>
        <p:spPr>
          <a:xfrm rot="16200000">
            <a:off x="2860911" y="6716879"/>
            <a:ext cx="3160956" cy="479485"/>
          </a:xfrm>
          <a:prstGeom prst="rect">
            <a:avLst/>
          </a:prstGeom>
          <a:solidFill>
            <a:srgbClr val="234770"/>
          </a:solidFill>
          <a:ln w="12700">
            <a:miter lim="400000"/>
          </a:ln>
          <a:extLst>
            <a:ext uri="{C572A759-6A51-4108-AA02-DFA0A04FC94B}">
              <ma14:wrappingTextBoxFlag xmlns:ma14="http://schemas.microsoft.com/office/mac/drawingml/2011/main" val="1"/>
            </a:ext>
          </a:extLst>
        </p:spPr>
        <p:txBody>
          <a:bodyPr lIns="0" tIns="0" rIns="0" bIns="0"/>
          <a:lstStyle>
            <a:lvl1pPr defTabSz="1828800">
              <a:defRPr b="1" sz="2500">
                <a:solidFill>
                  <a:srgbClr val="FFFFFF"/>
                </a:solidFill>
                <a:latin typeface="Montserrat"/>
                <a:ea typeface="Montserrat"/>
                <a:cs typeface="Montserrat"/>
                <a:sym typeface="Montserrat"/>
              </a:defRPr>
            </a:lvl1pPr>
          </a:lstStyle>
          <a:p>
            <a:pPr/>
            <a:r>
              <a:t>2 semanas</a:t>
            </a:r>
          </a:p>
        </p:txBody>
      </p:sp>
      <p:sp>
        <p:nvSpPr>
          <p:cNvPr id="10062" name="Shape 10062"/>
          <p:cNvSpPr/>
          <p:nvPr/>
        </p:nvSpPr>
        <p:spPr>
          <a:xfrm rot="16200000">
            <a:off x="6418436" y="6716879"/>
            <a:ext cx="3160957" cy="479485"/>
          </a:xfrm>
          <a:prstGeom prst="rect">
            <a:avLst/>
          </a:prstGeom>
          <a:solidFill>
            <a:srgbClr val="6CC0CC"/>
          </a:solidFill>
          <a:ln w="12700">
            <a:miter lim="400000"/>
          </a:ln>
          <a:extLst>
            <a:ext uri="{C572A759-6A51-4108-AA02-DFA0A04FC94B}">
              <ma14:wrappingTextBoxFlag xmlns:ma14="http://schemas.microsoft.com/office/mac/drawingml/2011/main" val="1"/>
            </a:ext>
          </a:extLst>
        </p:spPr>
        <p:txBody>
          <a:bodyPr lIns="0" tIns="0" rIns="0" bIns="0"/>
          <a:lstStyle>
            <a:lvl1pPr defTabSz="1828800">
              <a:defRPr b="1" sz="2500">
                <a:solidFill>
                  <a:srgbClr val="FFFFFF"/>
                </a:solidFill>
                <a:latin typeface="Montserrat"/>
                <a:ea typeface="Montserrat"/>
                <a:cs typeface="Montserrat"/>
                <a:sym typeface="Montserrat"/>
              </a:defRPr>
            </a:lvl1pPr>
          </a:lstStyle>
          <a:p>
            <a:pPr/>
            <a:r>
              <a:t>1 semana</a:t>
            </a:r>
          </a:p>
        </p:txBody>
      </p:sp>
      <p:sp>
        <p:nvSpPr>
          <p:cNvPr id="10063" name="Shape 10063"/>
          <p:cNvSpPr/>
          <p:nvPr/>
        </p:nvSpPr>
        <p:spPr>
          <a:xfrm rot="16200000">
            <a:off x="9931027" y="6716879"/>
            <a:ext cx="3160957" cy="479485"/>
          </a:xfrm>
          <a:prstGeom prst="rect">
            <a:avLst/>
          </a:prstGeom>
          <a:solidFill>
            <a:srgbClr val="234770"/>
          </a:solidFill>
          <a:ln w="12700">
            <a:miter lim="400000"/>
          </a:ln>
          <a:extLst>
            <a:ext uri="{C572A759-6A51-4108-AA02-DFA0A04FC94B}">
              <ma14:wrappingTextBoxFlag xmlns:ma14="http://schemas.microsoft.com/office/mac/drawingml/2011/main" val="1"/>
            </a:ext>
          </a:extLst>
        </p:spPr>
        <p:txBody>
          <a:bodyPr lIns="0" tIns="0" rIns="0" bIns="0"/>
          <a:lstStyle>
            <a:lvl1pPr defTabSz="1828800">
              <a:defRPr b="1" sz="2500">
                <a:solidFill>
                  <a:srgbClr val="FFFFFF"/>
                </a:solidFill>
                <a:latin typeface="Montserrat"/>
                <a:ea typeface="Montserrat"/>
                <a:cs typeface="Montserrat"/>
                <a:sym typeface="Montserrat"/>
              </a:defRPr>
            </a:lvl1pPr>
          </a:lstStyle>
          <a:p>
            <a:pPr/>
            <a:r>
              <a:t>4-5 semanas</a:t>
            </a:r>
          </a:p>
        </p:txBody>
      </p:sp>
      <p:sp>
        <p:nvSpPr>
          <p:cNvPr id="10064" name="Shape 10064"/>
          <p:cNvSpPr/>
          <p:nvPr/>
        </p:nvSpPr>
        <p:spPr>
          <a:xfrm rot="16200000">
            <a:off x="13427839" y="6716879"/>
            <a:ext cx="3160956" cy="479485"/>
          </a:xfrm>
          <a:prstGeom prst="rect">
            <a:avLst/>
          </a:prstGeom>
          <a:solidFill>
            <a:srgbClr val="6CC0CC"/>
          </a:solidFill>
          <a:ln w="12700">
            <a:miter lim="400000"/>
          </a:ln>
          <a:extLst>
            <a:ext uri="{C572A759-6A51-4108-AA02-DFA0A04FC94B}">
              <ma14:wrappingTextBoxFlag xmlns:ma14="http://schemas.microsoft.com/office/mac/drawingml/2011/main" val="1"/>
            </a:ext>
          </a:extLst>
        </p:spPr>
        <p:txBody>
          <a:bodyPr lIns="0" tIns="0" rIns="0" bIns="0"/>
          <a:lstStyle>
            <a:lvl1pPr defTabSz="1828800">
              <a:defRPr b="1" sz="2500">
                <a:solidFill>
                  <a:srgbClr val="FFFFFF"/>
                </a:solidFill>
                <a:latin typeface="Montserrat"/>
                <a:ea typeface="Montserrat"/>
                <a:cs typeface="Montserrat"/>
                <a:sym typeface="Montserrat"/>
              </a:defRPr>
            </a:lvl1pPr>
          </a:lstStyle>
          <a:p>
            <a:pPr/>
            <a:r>
              <a:t>2 semanas</a:t>
            </a:r>
          </a:p>
        </p:txBody>
      </p:sp>
      <p:sp>
        <p:nvSpPr>
          <p:cNvPr id="10065" name="Shape 10065"/>
          <p:cNvSpPr/>
          <p:nvPr/>
        </p:nvSpPr>
        <p:spPr>
          <a:xfrm rot="16200000">
            <a:off x="16962457" y="6716879"/>
            <a:ext cx="3160956" cy="479485"/>
          </a:xfrm>
          <a:prstGeom prst="rect">
            <a:avLst/>
          </a:prstGeom>
          <a:solidFill>
            <a:srgbClr val="234770"/>
          </a:solidFill>
          <a:ln w="12700">
            <a:miter lim="400000"/>
          </a:ln>
          <a:extLst>
            <a:ext uri="{C572A759-6A51-4108-AA02-DFA0A04FC94B}">
              <ma14:wrappingTextBoxFlag xmlns:ma14="http://schemas.microsoft.com/office/mac/drawingml/2011/main" val="1"/>
            </a:ext>
          </a:extLst>
        </p:spPr>
        <p:txBody>
          <a:bodyPr lIns="0" tIns="0" rIns="0" bIns="0"/>
          <a:lstStyle>
            <a:lvl1pPr defTabSz="1828800">
              <a:defRPr b="1" sz="2500">
                <a:solidFill>
                  <a:srgbClr val="FFFFFF"/>
                </a:solidFill>
                <a:latin typeface="Montserrat"/>
                <a:ea typeface="Montserrat"/>
                <a:cs typeface="Montserrat"/>
                <a:sym typeface="Montserrat"/>
              </a:defRPr>
            </a:lvl1pPr>
          </a:lstStyle>
          <a:p>
            <a:pPr/>
            <a:r>
              <a:t>2 semanas</a:t>
            </a:r>
          </a:p>
        </p:txBody>
      </p:sp>
      <p:sp>
        <p:nvSpPr>
          <p:cNvPr id="10066" name="Shape 10066"/>
          <p:cNvSpPr/>
          <p:nvPr/>
        </p:nvSpPr>
        <p:spPr>
          <a:xfrm>
            <a:off x="2208512" y="8564217"/>
            <a:ext cx="1057450" cy="11277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883" y="0"/>
                </a:moveTo>
                <a:cubicBezTo>
                  <a:pt x="1293" y="0"/>
                  <a:pt x="0" y="1212"/>
                  <a:pt x="0" y="2703"/>
                </a:cubicBezTo>
                <a:lnTo>
                  <a:pt x="0" y="18906"/>
                </a:lnTo>
                <a:cubicBezTo>
                  <a:pt x="0" y="20397"/>
                  <a:pt x="1293" y="21600"/>
                  <a:pt x="2883" y="21600"/>
                </a:cubicBezTo>
                <a:lnTo>
                  <a:pt x="18717" y="21600"/>
                </a:lnTo>
                <a:cubicBezTo>
                  <a:pt x="20307" y="21600"/>
                  <a:pt x="21600" y="20397"/>
                  <a:pt x="21600" y="18906"/>
                </a:cubicBezTo>
                <a:lnTo>
                  <a:pt x="21600" y="2703"/>
                </a:lnTo>
                <a:cubicBezTo>
                  <a:pt x="21600" y="1212"/>
                  <a:pt x="20307" y="0"/>
                  <a:pt x="18717" y="0"/>
                </a:cubicBezTo>
                <a:lnTo>
                  <a:pt x="2883" y="0"/>
                </a:lnTo>
                <a:close/>
                <a:moveTo>
                  <a:pt x="2883" y="1347"/>
                </a:moveTo>
                <a:lnTo>
                  <a:pt x="18717" y="1347"/>
                </a:lnTo>
                <a:cubicBezTo>
                  <a:pt x="19510" y="1347"/>
                  <a:pt x="20163" y="1959"/>
                  <a:pt x="20163" y="2703"/>
                </a:cubicBezTo>
                <a:cubicBezTo>
                  <a:pt x="20163" y="2703"/>
                  <a:pt x="20163" y="18906"/>
                  <a:pt x="20163" y="18906"/>
                </a:cubicBezTo>
                <a:cubicBezTo>
                  <a:pt x="20163" y="19650"/>
                  <a:pt x="19510" y="20253"/>
                  <a:pt x="18717" y="20253"/>
                </a:cubicBezTo>
                <a:lnTo>
                  <a:pt x="2883" y="20253"/>
                </a:lnTo>
                <a:cubicBezTo>
                  <a:pt x="2090" y="20253"/>
                  <a:pt x="1447" y="19650"/>
                  <a:pt x="1447" y="18906"/>
                </a:cubicBezTo>
                <a:lnTo>
                  <a:pt x="1447" y="2703"/>
                </a:lnTo>
                <a:cubicBezTo>
                  <a:pt x="1447" y="1959"/>
                  <a:pt x="2090" y="1347"/>
                  <a:pt x="2883" y="1347"/>
                </a:cubicBezTo>
                <a:close/>
                <a:moveTo>
                  <a:pt x="3602" y="2703"/>
                </a:moveTo>
                <a:cubicBezTo>
                  <a:pt x="3204" y="2703"/>
                  <a:pt x="2883" y="3004"/>
                  <a:pt x="2883" y="3377"/>
                </a:cubicBezTo>
                <a:lnTo>
                  <a:pt x="2883" y="15529"/>
                </a:lnTo>
                <a:cubicBezTo>
                  <a:pt x="2883" y="15902"/>
                  <a:pt x="3204" y="16202"/>
                  <a:pt x="3602" y="16202"/>
                </a:cubicBezTo>
                <a:lnTo>
                  <a:pt x="17998" y="16202"/>
                </a:lnTo>
                <a:cubicBezTo>
                  <a:pt x="18396" y="16202"/>
                  <a:pt x="18717" y="15902"/>
                  <a:pt x="18717" y="15529"/>
                </a:cubicBezTo>
                <a:lnTo>
                  <a:pt x="18717" y="3377"/>
                </a:lnTo>
                <a:cubicBezTo>
                  <a:pt x="18717" y="3004"/>
                  <a:pt x="18396" y="2703"/>
                  <a:pt x="17998" y="2703"/>
                </a:cubicBezTo>
                <a:lnTo>
                  <a:pt x="3602" y="2703"/>
                </a:lnTo>
                <a:close/>
                <a:moveTo>
                  <a:pt x="3602" y="3377"/>
                </a:moveTo>
                <a:cubicBezTo>
                  <a:pt x="3602" y="3377"/>
                  <a:pt x="17998" y="3377"/>
                  <a:pt x="17998" y="3377"/>
                </a:cubicBezTo>
                <a:lnTo>
                  <a:pt x="17998" y="12742"/>
                </a:lnTo>
                <a:lnTo>
                  <a:pt x="15656" y="10352"/>
                </a:lnTo>
                <a:cubicBezTo>
                  <a:pt x="15519" y="10207"/>
                  <a:pt x="15332" y="10122"/>
                  <a:pt x="15125" y="10122"/>
                </a:cubicBezTo>
                <a:cubicBezTo>
                  <a:pt x="14918" y="10122"/>
                  <a:pt x="14721" y="10207"/>
                  <a:pt x="14584" y="10352"/>
                </a:cubicBezTo>
                <a:lnTo>
                  <a:pt x="12704" y="12345"/>
                </a:lnTo>
                <a:lnTo>
                  <a:pt x="7026" y="6302"/>
                </a:lnTo>
                <a:cubicBezTo>
                  <a:pt x="6889" y="6157"/>
                  <a:pt x="6692" y="6071"/>
                  <a:pt x="6485" y="6071"/>
                </a:cubicBezTo>
                <a:cubicBezTo>
                  <a:pt x="6278" y="6071"/>
                  <a:pt x="6081" y="6157"/>
                  <a:pt x="5944" y="6302"/>
                </a:cubicBezTo>
                <a:lnTo>
                  <a:pt x="3602" y="8830"/>
                </a:lnTo>
                <a:lnTo>
                  <a:pt x="3602" y="3377"/>
                </a:lnTo>
                <a:close/>
                <a:moveTo>
                  <a:pt x="13678" y="4724"/>
                </a:moveTo>
                <a:cubicBezTo>
                  <a:pt x="12485" y="4724"/>
                  <a:pt x="11523" y="5635"/>
                  <a:pt x="11523" y="6754"/>
                </a:cubicBezTo>
                <a:cubicBezTo>
                  <a:pt x="11523" y="7872"/>
                  <a:pt x="12486" y="8775"/>
                  <a:pt x="13678" y="8775"/>
                </a:cubicBezTo>
                <a:cubicBezTo>
                  <a:pt x="14871" y="8775"/>
                  <a:pt x="15843" y="7872"/>
                  <a:pt x="15843" y="6754"/>
                </a:cubicBezTo>
                <a:cubicBezTo>
                  <a:pt x="15843" y="5635"/>
                  <a:pt x="14871" y="4724"/>
                  <a:pt x="13678" y="4724"/>
                </a:cubicBezTo>
                <a:close/>
                <a:moveTo>
                  <a:pt x="13678" y="5398"/>
                </a:moveTo>
                <a:cubicBezTo>
                  <a:pt x="14472" y="5398"/>
                  <a:pt x="15125" y="6009"/>
                  <a:pt x="15125" y="6754"/>
                </a:cubicBezTo>
                <a:cubicBezTo>
                  <a:pt x="15125" y="7498"/>
                  <a:pt x="14472" y="8101"/>
                  <a:pt x="13678" y="8101"/>
                </a:cubicBezTo>
                <a:cubicBezTo>
                  <a:pt x="12885" y="8101"/>
                  <a:pt x="12242" y="7498"/>
                  <a:pt x="12242" y="6754"/>
                </a:cubicBezTo>
                <a:cubicBezTo>
                  <a:pt x="12242" y="6009"/>
                  <a:pt x="12885" y="5398"/>
                  <a:pt x="13678" y="5398"/>
                </a:cubicBezTo>
                <a:close/>
                <a:moveTo>
                  <a:pt x="6485" y="6754"/>
                </a:moveTo>
                <a:lnTo>
                  <a:pt x="12291" y="12927"/>
                </a:lnTo>
                <a:lnTo>
                  <a:pt x="12704" y="13370"/>
                </a:lnTo>
                <a:lnTo>
                  <a:pt x="14692" y="15529"/>
                </a:lnTo>
                <a:lnTo>
                  <a:pt x="3602" y="15529"/>
                </a:lnTo>
                <a:cubicBezTo>
                  <a:pt x="3602" y="15529"/>
                  <a:pt x="3602" y="9854"/>
                  <a:pt x="3602" y="9854"/>
                </a:cubicBezTo>
                <a:lnTo>
                  <a:pt x="6485" y="6754"/>
                </a:lnTo>
                <a:close/>
                <a:moveTo>
                  <a:pt x="15125" y="10805"/>
                </a:moveTo>
                <a:lnTo>
                  <a:pt x="17998" y="13757"/>
                </a:lnTo>
                <a:lnTo>
                  <a:pt x="17998" y="15529"/>
                </a:lnTo>
                <a:cubicBezTo>
                  <a:pt x="17998" y="15529"/>
                  <a:pt x="15656" y="15529"/>
                  <a:pt x="15656" y="15529"/>
                </a:cubicBezTo>
                <a:lnTo>
                  <a:pt x="13186" y="12853"/>
                </a:lnTo>
                <a:lnTo>
                  <a:pt x="15125" y="10805"/>
                </a:ln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25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70" name="Shape 10070"/>
          <p:cNvSpPr/>
          <p:nvPr>
            <p:ph type="title"/>
          </p:nvPr>
        </p:nvSpPr>
        <p:spPr>
          <a:prstGeom prst="rect">
            <a:avLst/>
          </a:prstGeom>
        </p:spPr>
        <p:txBody>
          <a:bodyPr/>
          <a:lstStyle/>
          <a:p>
            <a:pPr/>
            <a:r>
              <a:t>Proceso / Plan / Pasos</a:t>
            </a:r>
          </a:p>
        </p:txBody>
      </p:sp>
      <p:sp>
        <p:nvSpPr>
          <p:cNvPr id="10071" name="Shape 10071"/>
          <p:cNvSpPr/>
          <p:nvPr/>
        </p:nvSpPr>
        <p:spPr>
          <a:xfrm>
            <a:off x="3139812" y="4399470"/>
            <a:ext cx="18104624" cy="56948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18150" y="0"/>
                </a:lnTo>
                <a:lnTo>
                  <a:pt x="18150" y="5423"/>
                </a:lnTo>
                <a:lnTo>
                  <a:pt x="0" y="5423"/>
                </a:lnTo>
                <a:lnTo>
                  <a:pt x="0" y="16177"/>
                </a:lnTo>
                <a:lnTo>
                  <a:pt x="18150" y="16177"/>
                </a:lnTo>
                <a:lnTo>
                  <a:pt x="18150" y="21600"/>
                </a:lnTo>
                <a:cubicBezTo>
                  <a:pt x="18150" y="21600"/>
                  <a:pt x="21600" y="10800"/>
                  <a:pt x="21600" y="10800"/>
                </a:cubicBezTo>
                <a:close/>
              </a:path>
            </a:pathLst>
          </a:custGeom>
          <a:solidFill>
            <a:srgbClr val="6CC0CC"/>
          </a:solidFill>
          <a:ln w="12700">
            <a:miter lim="400000"/>
          </a:ln>
        </p:spPr>
        <p:txBody>
          <a:bodyPr lIns="38100" tIns="38100" rIns="38100" bIns="38100" anchor="ctr"/>
          <a:lstStyle/>
          <a:p>
            <a:pPr defTabSz="825500">
              <a:defRPr sz="3200"/>
            </a:pPr>
          </a:p>
        </p:txBody>
      </p:sp>
      <p:sp>
        <p:nvSpPr>
          <p:cNvPr id="10072" name="Shape 10072"/>
          <p:cNvSpPr/>
          <p:nvPr/>
        </p:nvSpPr>
        <p:spPr>
          <a:xfrm>
            <a:off x="1589215" y="6108647"/>
            <a:ext cx="3738425" cy="2276509"/>
          </a:xfrm>
          <a:prstGeom prst="roundRect">
            <a:avLst>
              <a:gd name="adj" fmla="val 16584"/>
            </a:avLst>
          </a:prstGeom>
          <a:solidFill>
            <a:srgbClr val="234770"/>
          </a:solidFill>
          <a:ln w="12700">
            <a:miter lim="400000"/>
          </a:ln>
        </p:spPr>
        <p:txBody>
          <a:bodyPr lIns="50800" tIns="50800" rIns="50800" bIns="50800" anchor="ctr"/>
          <a:lstStyle/>
          <a:p>
            <a:pPr defTabSz="825500">
              <a:defRPr sz="3200"/>
            </a:pPr>
          </a:p>
        </p:txBody>
      </p:sp>
      <p:sp>
        <p:nvSpPr>
          <p:cNvPr id="10073" name="Shape 10073"/>
          <p:cNvSpPr/>
          <p:nvPr/>
        </p:nvSpPr>
        <p:spPr>
          <a:xfrm>
            <a:off x="5956738" y="6108647"/>
            <a:ext cx="3738425" cy="2276509"/>
          </a:xfrm>
          <a:prstGeom prst="roundRect">
            <a:avLst>
              <a:gd name="adj" fmla="val 16584"/>
            </a:avLst>
          </a:prstGeom>
          <a:solidFill>
            <a:srgbClr val="234770"/>
          </a:solidFill>
          <a:ln w="12700">
            <a:miter lim="400000"/>
          </a:ln>
        </p:spPr>
        <p:txBody>
          <a:bodyPr lIns="50800" tIns="50800" rIns="50800" bIns="50800" anchor="ctr"/>
          <a:lstStyle/>
          <a:p>
            <a:pPr defTabSz="825500">
              <a:defRPr sz="3200"/>
            </a:pPr>
          </a:p>
        </p:txBody>
      </p:sp>
      <p:sp>
        <p:nvSpPr>
          <p:cNvPr id="10074" name="Shape 10074"/>
          <p:cNvSpPr/>
          <p:nvPr/>
        </p:nvSpPr>
        <p:spPr>
          <a:xfrm>
            <a:off x="10324262" y="6108647"/>
            <a:ext cx="3738425" cy="2276509"/>
          </a:xfrm>
          <a:prstGeom prst="roundRect">
            <a:avLst>
              <a:gd name="adj" fmla="val 16584"/>
            </a:avLst>
          </a:prstGeom>
          <a:solidFill>
            <a:srgbClr val="234770"/>
          </a:solidFill>
          <a:ln w="12700">
            <a:miter lim="400000"/>
          </a:ln>
        </p:spPr>
        <p:txBody>
          <a:bodyPr lIns="50800" tIns="50800" rIns="50800" bIns="50800" anchor="ctr"/>
          <a:lstStyle/>
          <a:p>
            <a:pPr defTabSz="825500">
              <a:defRPr sz="3200"/>
            </a:pPr>
          </a:p>
        </p:txBody>
      </p:sp>
      <p:sp>
        <p:nvSpPr>
          <p:cNvPr id="10075" name="Shape 10075"/>
          <p:cNvSpPr/>
          <p:nvPr/>
        </p:nvSpPr>
        <p:spPr>
          <a:xfrm>
            <a:off x="14691786" y="6108647"/>
            <a:ext cx="3738426" cy="2276509"/>
          </a:xfrm>
          <a:prstGeom prst="roundRect">
            <a:avLst>
              <a:gd name="adj" fmla="val 16584"/>
            </a:avLst>
          </a:prstGeom>
          <a:solidFill>
            <a:srgbClr val="234770"/>
          </a:solidFill>
          <a:ln w="12700">
            <a:miter lim="400000"/>
          </a:ln>
        </p:spPr>
        <p:txBody>
          <a:bodyPr lIns="50800" tIns="50800" rIns="50800" bIns="50800" anchor="ctr"/>
          <a:lstStyle/>
          <a:p>
            <a:pPr defTabSz="825500">
              <a:defRPr sz="3200"/>
            </a:pPr>
          </a:p>
        </p:txBody>
      </p:sp>
      <p:sp>
        <p:nvSpPr>
          <p:cNvPr id="10076" name="Shape 10076"/>
          <p:cNvSpPr/>
          <p:nvPr/>
        </p:nvSpPr>
        <p:spPr>
          <a:xfrm>
            <a:off x="19059309" y="6108647"/>
            <a:ext cx="3738425" cy="2276509"/>
          </a:xfrm>
          <a:prstGeom prst="roundRect">
            <a:avLst>
              <a:gd name="adj" fmla="val 16584"/>
            </a:avLst>
          </a:prstGeom>
          <a:solidFill>
            <a:srgbClr val="234770"/>
          </a:solidFill>
          <a:ln w="12700">
            <a:miter lim="400000"/>
          </a:ln>
        </p:spPr>
        <p:txBody>
          <a:bodyPr lIns="50800" tIns="50800" rIns="50800" bIns="50800" anchor="ctr"/>
          <a:lstStyle/>
          <a:p>
            <a:pPr defTabSz="825500">
              <a:defRPr sz="3200"/>
            </a:pPr>
          </a:p>
        </p:txBody>
      </p:sp>
      <p:sp>
        <p:nvSpPr>
          <p:cNvPr id="10077" name="Shape 10077"/>
          <p:cNvSpPr/>
          <p:nvPr/>
        </p:nvSpPr>
        <p:spPr>
          <a:xfrm>
            <a:off x="7491252" y="6304411"/>
            <a:ext cx="669399" cy="973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8"/>
                </a:lnTo>
                <a:cubicBezTo>
                  <a:pt x="6913" y="20559"/>
                  <a:pt x="6790" y="20433"/>
                  <a:pt x="6873" y="20208"/>
                </a:cubicBezTo>
                <a:cubicBezTo>
                  <a:pt x="6954" y="19983"/>
                  <a:pt x="7158" y="19899"/>
                  <a:pt x="7486" y="19955"/>
                </a:cubicBezTo>
                <a:cubicBezTo>
                  <a:pt x="7486" y="19955"/>
                  <a:pt x="13868" y="20925"/>
                  <a:pt x="13868" y="20925"/>
                </a:cubicBezTo>
                <a:close/>
                <a:moveTo>
                  <a:pt x="14605" y="19912"/>
                </a:moveTo>
                <a:lnTo>
                  <a:pt x="6750" y="18689"/>
                </a:lnTo>
                <a:cubicBezTo>
                  <a:pt x="6422" y="18633"/>
                  <a:pt x="6299" y="18493"/>
                  <a:pt x="6382" y="18267"/>
                </a:cubicBezTo>
                <a:cubicBezTo>
                  <a:pt x="6463" y="18042"/>
                  <a:pt x="6668" y="17958"/>
                  <a:pt x="6995" y="18014"/>
                </a:cubicBezTo>
                <a:lnTo>
                  <a:pt x="14850" y="19238"/>
                </a:lnTo>
                <a:cubicBezTo>
                  <a:pt x="15177" y="19294"/>
                  <a:pt x="15300" y="19435"/>
                  <a:pt x="15218" y="19659"/>
                </a:cubicBezTo>
                <a:cubicBezTo>
                  <a:pt x="15136" y="19828"/>
                  <a:pt x="14973" y="19912"/>
                  <a:pt x="14727" y="19912"/>
                </a:cubicBezTo>
                <a:cubicBezTo>
                  <a:pt x="14686" y="19912"/>
                  <a:pt x="14645" y="19912"/>
                  <a:pt x="14605" y="19912"/>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80"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2"/>
                  <a:pt x="15157" y="14175"/>
                </a:cubicBezTo>
                <a:cubicBezTo>
                  <a:pt x="15443" y="13838"/>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8"/>
                  <a:pt x="6474" y="14175"/>
                </a:cubicBezTo>
                <a:cubicBezTo>
                  <a:pt x="6739" y="14512"/>
                  <a:pt x="6873" y="14907"/>
                  <a:pt x="6873" y="15356"/>
                </a:cubicBezTo>
                <a:lnTo>
                  <a:pt x="6873" y="15736"/>
                </a:lnTo>
                <a:lnTo>
                  <a:pt x="6873" y="15863"/>
                </a:lnTo>
                <a:cubicBezTo>
                  <a:pt x="6873" y="16088"/>
                  <a:pt x="6913" y="16200"/>
                  <a:pt x="6995" y="16200"/>
                </a:cubicBezTo>
                <a:lnTo>
                  <a:pt x="14911" y="17423"/>
                </a:lnTo>
                <a:cubicBezTo>
                  <a:pt x="15238" y="17452"/>
                  <a:pt x="15361" y="17578"/>
                  <a:pt x="15280"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825500">
              <a:defRPr sz="3200"/>
            </a:pPr>
          </a:p>
        </p:txBody>
      </p:sp>
      <p:sp>
        <p:nvSpPr>
          <p:cNvPr id="10078" name="Shape 10078"/>
          <p:cNvSpPr/>
          <p:nvPr/>
        </p:nvSpPr>
        <p:spPr>
          <a:xfrm>
            <a:off x="12019457" y="7587445"/>
            <a:ext cx="345086" cy="5334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2800">
                <a:solidFill>
                  <a:srgbClr val="FFFFFF"/>
                </a:solidFill>
                <a:latin typeface="Lato Regular"/>
                <a:ea typeface="Lato Regular"/>
                <a:cs typeface="Lato Regular"/>
                <a:sym typeface="Lato Regular"/>
              </a:defRPr>
            </a:lvl1pPr>
          </a:lstStyle>
          <a:p>
            <a:pPr/>
            <a:r>
              <a:t>X</a:t>
            </a:r>
          </a:p>
        </p:txBody>
      </p:sp>
      <p:sp>
        <p:nvSpPr>
          <p:cNvPr id="10079" name="Shape 10079"/>
          <p:cNvSpPr/>
          <p:nvPr/>
        </p:nvSpPr>
        <p:spPr>
          <a:xfrm>
            <a:off x="7640708" y="7587445"/>
            <a:ext cx="345086" cy="5334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2800">
                <a:solidFill>
                  <a:srgbClr val="FFFFFF"/>
                </a:solidFill>
                <a:latin typeface="Lato Regular"/>
                <a:ea typeface="Lato Regular"/>
                <a:cs typeface="Lato Regular"/>
                <a:sym typeface="Lato Regular"/>
              </a:defRPr>
            </a:lvl1pPr>
          </a:lstStyle>
          <a:p>
            <a:pPr/>
            <a:r>
              <a:t>X</a:t>
            </a:r>
          </a:p>
        </p:txBody>
      </p:sp>
      <p:sp>
        <p:nvSpPr>
          <p:cNvPr id="10080" name="Shape 10080"/>
          <p:cNvSpPr/>
          <p:nvPr/>
        </p:nvSpPr>
        <p:spPr>
          <a:xfrm>
            <a:off x="3285885" y="7587445"/>
            <a:ext cx="345085" cy="5334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2800">
                <a:solidFill>
                  <a:srgbClr val="FFFFFF"/>
                </a:solidFill>
                <a:latin typeface="Lato Regular"/>
                <a:ea typeface="Lato Regular"/>
                <a:cs typeface="Lato Regular"/>
                <a:sym typeface="Lato Regular"/>
              </a:defRPr>
            </a:lvl1pPr>
          </a:lstStyle>
          <a:p>
            <a:pPr/>
            <a:r>
              <a:t>X</a:t>
            </a:r>
          </a:p>
        </p:txBody>
      </p:sp>
      <p:sp>
        <p:nvSpPr>
          <p:cNvPr id="10081" name="Shape 10081"/>
          <p:cNvSpPr/>
          <p:nvPr/>
        </p:nvSpPr>
        <p:spPr>
          <a:xfrm>
            <a:off x="16388456" y="7587445"/>
            <a:ext cx="345085" cy="5334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2800">
                <a:solidFill>
                  <a:srgbClr val="FFFFFF"/>
                </a:solidFill>
                <a:latin typeface="Lato Regular"/>
                <a:ea typeface="Lato Regular"/>
                <a:cs typeface="Lato Regular"/>
                <a:sym typeface="Lato Regular"/>
              </a:defRPr>
            </a:lvl1pPr>
          </a:lstStyle>
          <a:p>
            <a:pPr/>
            <a:r>
              <a:t>X</a:t>
            </a:r>
          </a:p>
        </p:txBody>
      </p:sp>
      <p:sp>
        <p:nvSpPr>
          <p:cNvPr id="10082" name="Shape 10082"/>
          <p:cNvSpPr/>
          <p:nvPr/>
        </p:nvSpPr>
        <p:spPr>
          <a:xfrm>
            <a:off x="20768680" y="7587445"/>
            <a:ext cx="345085" cy="5334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825500">
              <a:defRPr sz="2800">
                <a:solidFill>
                  <a:srgbClr val="FFFFFF"/>
                </a:solidFill>
                <a:latin typeface="Lato Regular"/>
                <a:ea typeface="Lato Regular"/>
                <a:cs typeface="Lato Regular"/>
                <a:sym typeface="Lato Regular"/>
              </a:defRPr>
            </a:lvl1pPr>
          </a:lstStyle>
          <a:p>
            <a:pPr/>
            <a:r>
              <a:t>X</a:t>
            </a:r>
          </a:p>
        </p:txBody>
      </p:sp>
      <p:sp>
        <p:nvSpPr>
          <p:cNvPr id="10083" name="Shape 10083"/>
          <p:cNvSpPr/>
          <p:nvPr/>
        </p:nvSpPr>
        <p:spPr>
          <a:xfrm flipH="1">
            <a:off x="3458364" y="8430272"/>
            <a:ext cx="4145" cy="835280"/>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084" name="Shape 10084"/>
          <p:cNvSpPr/>
          <p:nvPr/>
        </p:nvSpPr>
        <p:spPr>
          <a:xfrm flipH="1">
            <a:off x="7825888" y="8430272"/>
            <a:ext cx="4145" cy="835280"/>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085" name="Shape 10085"/>
          <p:cNvSpPr/>
          <p:nvPr/>
        </p:nvSpPr>
        <p:spPr>
          <a:xfrm flipH="1">
            <a:off x="12191937" y="8430272"/>
            <a:ext cx="4145" cy="835280"/>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086" name="Shape 10086"/>
          <p:cNvSpPr/>
          <p:nvPr/>
        </p:nvSpPr>
        <p:spPr>
          <a:xfrm flipH="1">
            <a:off x="16560935" y="8430272"/>
            <a:ext cx="4146" cy="835280"/>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087" name="Shape 10087"/>
          <p:cNvSpPr/>
          <p:nvPr/>
        </p:nvSpPr>
        <p:spPr>
          <a:xfrm flipH="1">
            <a:off x="20928458" y="8430272"/>
            <a:ext cx="4145" cy="835280"/>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088" name="Shape 10088"/>
          <p:cNvSpPr/>
          <p:nvPr/>
        </p:nvSpPr>
        <p:spPr>
          <a:xfrm>
            <a:off x="16226301" y="6304411"/>
            <a:ext cx="669399" cy="973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8"/>
                </a:lnTo>
                <a:cubicBezTo>
                  <a:pt x="6913" y="20559"/>
                  <a:pt x="6790" y="20433"/>
                  <a:pt x="6873" y="20208"/>
                </a:cubicBezTo>
                <a:cubicBezTo>
                  <a:pt x="6954" y="19983"/>
                  <a:pt x="7158" y="19899"/>
                  <a:pt x="7486" y="19955"/>
                </a:cubicBezTo>
                <a:cubicBezTo>
                  <a:pt x="7486" y="19955"/>
                  <a:pt x="13868" y="20925"/>
                  <a:pt x="13868" y="20925"/>
                </a:cubicBezTo>
                <a:close/>
                <a:moveTo>
                  <a:pt x="14605" y="19912"/>
                </a:moveTo>
                <a:lnTo>
                  <a:pt x="6750" y="18689"/>
                </a:lnTo>
                <a:cubicBezTo>
                  <a:pt x="6422" y="18633"/>
                  <a:pt x="6299" y="18493"/>
                  <a:pt x="6382" y="18267"/>
                </a:cubicBezTo>
                <a:cubicBezTo>
                  <a:pt x="6463" y="18042"/>
                  <a:pt x="6668" y="17958"/>
                  <a:pt x="6995" y="18014"/>
                </a:cubicBezTo>
                <a:lnTo>
                  <a:pt x="14850" y="19238"/>
                </a:lnTo>
                <a:cubicBezTo>
                  <a:pt x="15177" y="19294"/>
                  <a:pt x="15300" y="19435"/>
                  <a:pt x="15218" y="19659"/>
                </a:cubicBezTo>
                <a:cubicBezTo>
                  <a:pt x="15136" y="19828"/>
                  <a:pt x="14973" y="19912"/>
                  <a:pt x="14727" y="19912"/>
                </a:cubicBezTo>
                <a:cubicBezTo>
                  <a:pt x="14686" y="19912"/>
                  <a:pt x="14645" y="19912"/>
                  <a:pt x="14605" y="19912"/>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80"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2"/>
                  <a:pt x="15157" y="14175"/>
                </a:cubicBezTo>
                <a:cubicBezTo>
                  <a:pt x="15443" y="13838"/>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8"/>
                  <a:pt x="6474" y="14175"/>
                </a:cubicBezTo>
                <a:cubicBezTo>
                  <a:pt x="6739" y="14512"/>
                  <a:pt x="6873" y="14907"/>
                  <a:pt x="6873" y="15356"/>
                </a:cubicBezTo>
                <a:lnTo>
                  <a:pt x="6873" y="15736"/>
                </a:lnTo>
                <a:lnTo>
                  <a:pt x="6873" y="15863"/>
                </a:lnTo>
                <a:cubicBezTo>
                  <a:pt x="6873" y="16088"/>
                  <a:pt x="6913" y="16200"/>
                  <a:pt x="6995" y="16200"/>
                </a:cubicBezTo>
                <a:lnTo>
                  <a:pt x="14911" y="17423"/>
                </a:lnTo>
                <a:cubicBezTo>
                  <a:pt x="15238" y="17452"/>
                  <a:pt x="15361" y="17578"/>
                  <a:pt x="15280"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825500">
              <a:defRPr sz="3200"/>
            </a:pPr>
          </a:p>
        </p:txBody>
      </p:sp>
      <p:sp>
        <p:nvSpPr>
          <p:cNvPr id="10089" name="Shape 10089"/>
          <p:cNvSpPr/>
          <p:nvPr/>
        </p:nvSpPr>
        <p:spPr>
          <a:xfrm>
            <a:off x="2998202" y="6304411"/>
            <a:ext cx="669399" cy="973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8"/>
                </a:lnTo>
                <a:cubicBezTo>
                  <a:pt x="6913" y="20559"/>
                  <a:pt x="6790" y="20433"/>
                  <a:pt x="6873" y="20208"/>
                </a:cubicBezTo>
                <a:cubicBezTo>
                  <a:pt x="6954" y="19983"/>
                  <a:pt x="7158" y="19899"/>
                  <a:pt x="7486" y="19955"/>
                </a:cubicBezTo>
                <a:cubicBezTo>
                  <a:pt x="7486" y="19955"/>
                  <a:pt x="13868" y="20925"/>
                  <a:pt x="13868" y="20925"/>
                </a:cubicBezTo>
                <a:close/>
                <a:moveTo>
                  <a:pt x="14605" y="19912"/>
                </a:moveTo>
                <a:lnTo>
                  <a:pt x="6750" y="18689"/>
                </a:lnTo>
                <a:cubicBezTo>
                  <a:pt x="6422" y="18633"/>
                  <a:pt x="6299" y="18493"/>
                  <a:pt x="6382" y="18267"/>
                </a:cubicBezTo>
                <a:cubicBezTo>
                  <a:pt x="6463" y="18042"/>
                  <a:pt x="6668" y="17958"/>
                  <a:pt x="6995" y="18014"/>
                </a:cubicBezTo>
                <a:lnTo>
                  <a:pt x="14850" y="19238"/>
                </a:lnTo>
                <a:cubicBezTo>
                  <a:pt x="15177" y="19294"/>
                  <a:pt x="15300" y="19435"/>
                  <a:pt x="15218" y="19659"/>
                </a:cubicBezTo>
                <a:cubicBezTo>
                  <a:pt x="15136" y="19828"/>
                  <a:pt x="14973" y="19912"/>
                  <a:pt x="14727" y="19912"/>
                </a:cubicBezTo>
                <a:cubicBezTo>
                  <a:pt x="14686" y="19912"/>
                  <a:pt x="14645" y="19912"/>
                  <a:pt x="14605" y="19912"/>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80"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2"/>
                  <a:pt x="15157" y="14175"/>
                </a:cubicBezTo>
                <a:cubicBezTo>
                  <a:pt x="15443" y="13838"/>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8"/>
                  <a:pt x="6474" y="14175"/>
                </a:cubicBezTo>
                <a:cubicBezTo>
                  <a:pt x="6739" y="14512"/>
                  <a:pt x="6873" y="14907"/>
                  <a:pt x="6873" y="15356"/>
                </a:cubicBezTo>
                <a:lnTo>
                  <a:pt x="6873" y="15736"/>
                </a:lnTo>
                <a:lnTo>
                  <a:pt x="6873" y="15863"/>
                </a:lnTo>
                <a:cubicBezTo>
                  <a:pt x="6873" y="16088"/>
                  <a:pt x="6913" y="16200"/>
                  <a:pt x="6995" y="16200"/>
                </a:cubicBezTo>
                <a:lnTo>
                  <a:pt x="14911" y="17423"/>
                </a:lnTo>
                <a:cubicBezTo>
                  <a:pt x="15238" y="17452"/>
                  <a:pt x="15361" y="17578"/>
                  <a:pt x="15280"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825500">
              <a:defRPr sz="3200"/>
            </a:pPr>
          </a:p>
        </p:txBody>
      </p:sp>
      <p:sp>
        <p:nvSpPr>
          <p:cNvPr id="10090" name="Shape 10090"/>
          <p:cNvSpPr/>
          <p:nvPr/>
        </p:nvSpPr>
        <p:spPr>
          <a:xfrm>
            <a:off x="11984301" y="6304411"/>
            <a:ext cx="669399" cy="973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8"/>
                </a:lnTo>
                <a:cubicBezTo>
                  <a:pt x="6913" y="20559"/>
                  <a:pt x="6790" y="20433"/>
                  <a:pt x="6873" y="20208"/>
                </a:cubicBezTo>
                <a:cubicBezTo>
                  <a:pt x="6954" y="19983"/>
                  <a:pt x="7158" y="19899"/>
                  <a:pt x="7486" y="19955"/>
                </a:cubicBezTo>
                <a:cubicBezTo>
                  <a:pt x="7486" y="19955"/>
                  <a:pt x="13868" y="20925"/>
                  <a:pt x="13868" y="20925"/>
                </a:cubicBezTo>
                <a:close/>
                <a:moveTo>
                  <a:pt x="14605" y="19912"/>
                </a:moveTo>
                <a:lnTo>
                  <a:pt x="6750" y="18689"/>
                </a:lnTo>
                <a:cubicBezTo>
                  <a:pt x="6422" y="18633"/>
                  <a:pt x="6299" y="18493"/>
                  <a:pt x="6382" y="18267"/>
                </a:cubicBezTo>
                <a:cubicBezTo>
                  <a:pt x="6463" y="18042"/>
                  <a:pt x="6668" y="17958"/>
                  <a:pt x="6995" y="18014"/>
                </a:cubicBezTo>
                <a:lnTo>
                  <a:pt x="14850" y="19238"/>
                </a:lnTo>
                <a:cubicBezTo>
                  <a:pt x="15177" y="19294"/>
                  <a:pt x="15300" y="19435"/>
                  <a:pt x="15218" y="19659"/>
                </a:cubicBezTo>
                <a:cubicBezTo>
                  <a:pt x="15136" y="19828"/>
                  <a:pt x="14973" y="19912"/>
                  <a:pt x="14727" y="19912"/>
                </a:cubicBezTo>
                <a:cubicBezTo>
                  <a:pt x="14686" y="19912"/>
                  <a:pt x="14645" y="19912"/>
                  <a:pt x="14605" y="19912"/>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80"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2"/>
                  <a:pt x="15157" y="14175"/>
                </a:cubicBezTo>
                <a:cubicBezTo>
                  <a:pt x="15443" y="13838"/>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8"/>
                  <a:pt x="6474" y="14175"/>
                </a:cubicBezTo>
                <a:cubicBezTo>
                  <a:pt x="6739" y="14512"/>
                  <a:pt x="6873" y="14907"/>
                  <a:pt x="6873" y="15356"/>
                </a:cubicBezTo>
                <a:lnTo>
                  <a:pt x="6873" y="15736"/>
                </a:lnTo>
                <a:lnTo>
                  <a:pt x="6873" y="15863"/>
                </a:lnTo>
                <a:cubicBezTo>
                  <a:pt x="6873" y="16088"/>
                  <a:pt x="6913" y="16200"/>
                  <a:pt x="6995" y="16200"/>
                </a:cubicBezTo>
                <a:lnTo>
                  <a:pt x="14911" y="17423"/>
                </a:lnTo>
                <a:cubicBezTo>
                  <a:pt x="15238" y="17452"/>
                  <a:pt x="15361" y="17578"/>
                  <a:pt x="15280"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825500">
              <a:defRPr sz="3200"/>
            </a:pPr>
          </a:p>
        </p:txBody>
      </p:sp>
      <p:sp>
        <p:nvSpPr>
          <p:cNvPr id="10091" name="Shape 10091"/>
          <p:cNvSpPr/>
          <p:nvPr/>
        </p:nvSpPr>
        <p:spPr>
          <a:xfrm>
            <a:off x="20606523" y="6304411"/>
            <a:ext cx="669400" cy="9736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8"/>
                </a:lnTo>
                <a:cubicBezTo>
                  <a:pt x="6913" y="20559"/>
                  <a:pt x="6790" y="20433"/>
                  <a:pt x="6873" y="20208"/>
                </a:cubicBezTo>
                <a:cubicBezTo>
                  <a:pt x="6954" y="19983"/>
                  <a:pt x="7158" y="19899"/>
                  <a:pt x="7486" y="19955"/>
                </a:cubicBezTo>
                <a:cubicBezTo>
                  <a:pt x="7486" y="19955"/>
                  <a:pt x="13868" y="20925"/>
                  <a:pt x="13868" y="20925"/>
                </a:cubicBezTo>
                <a:close/>
                <a:moveTo>
                  <a:pt x="14605" y="19912"/>
                </a:moveTo>
                <a:lnTo>
                  <a:pt x="6750" y="18689"/>
                </a:lnTo>
                <a:cubicBezTo>
                  <a:pt x="6422" y="18633"/>
                  <a:pt x="6299" y="18493"/>
                  <a:pt x="6382" y="18267"/>
                </a:cubicBezTo>
                <a:cubicBezTo>
                  <a:pt x="6463" y="18042"/>
                  <a:pt x="6668" y="17958"/>
                  <a:pt x="6995" y="18014"/>
                </a:cubicBezTo>
                <a:lnTo>
                  <a:pt x="14850" y="19238"/>
                </a:lnTo>
                <a:cubicBezTo>
                  <a:pt x="15177" y="19294"/>
                  <a:pt x="15300" y="19435"/>
                  <a:pt x="15218" y="19659"/>
                </a:cubicBezTo>
                <a:cubicBezTo>
                  <a:pt x="15136" y="19828"/>
                  <a:pt x="14973" y="19912"/>
                  <a:pt x="14727" y="19912"/>
                </a:cubicBezTo>
                <a:cubicBezTo>
                  <a:pt x="14686" y="19912"/>
                  <a:pt x="14645" y="19912"/>
                  <a:pt x="14605" y="19912"/>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80"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2"/>
                  <a:pt x="15157" y="14175"/>
                </a:cubicBezTo>
                <a:cubicBezTo>
                  <a:pt x="15443" y="13838"/>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8"/>
                  <a:pt x="6474" y="14175"/>
                </a:cubicBezTo>
                <a:cubicBezTo>
                  <a:pt x="6739" y="14512"/>
                  <a:pt x="6873" y="14907"/>
                  <a:pt x="6873" y="15356"/>
                </a:cubicBezTo>
                <a:lnTo>
                  <a:pt x="6873" y="15736"/>
                </a:lnTo>
                <a:lnTo>
                  <a:pt x="6873" y="15863"/>
                </a:lnTo>
                <a:cubicBezTo>
                  <a:pt x="6873" y="16088"/>
                  <a:pt x="6913" y="16200"/>
                  <a:pt x="6995" y="16200"/>
                </a:cubicBezTo>
                <a:lnTo>
                  <a:pt x="14911" y="17423"/>
                </a:lnTo>
                <a:cubicBezTo>
                  <a:pt x="15238" y="17452"/>
                  <a:pt x="15361" y="17578"/>
                  <a:pt x="15280"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825500">
              <a:defRPr sz="3200"/>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10083"/>
                                        </p:tgtEl>
                                        <p:attrNameLst>
                                          <p:attrName>style.visibility</p:attrName>
                                        </p:attrNameLst>
                                      </p:cBhvr>
                                      <p:to>
                                        <p:strVal val="visible"/>
                                      </p:to>
                                    </p:set>
                                    <p:animEffect filter="wipe(up)" transition="in">
                                      <p:cBhvr>
                                        <p:cTn id="7" dur="700"/>
                                        <p:tgtEl>
                                          <p:spTgt spid="10083"/>
                                        </p:tgtEl>
                                      </p:cBhvr>
                                    </p:animEffect>
                                  </p:childTnLst>
                                </p:cTn>
                              </p:par>
                            </p:childTnLst>
                          </p:cTn>
                        </p:par>
                        <p:par>
                          <p:cTn id="8" fill="hold">
                            <p:stCondLst>
                              <p:cond delay="700"/>
                            </p:stCondLst>
                            <p:childTnLst>
                              <p:par>
                                <p:cTn id="9" presetClass="entr" nodeType="afterEffect" presetSubtype="1" presetID="22" grpId="2" fill="hold">
                                  <p:stCondLst>
                                    <p:cond delay="0"/>
                                  </p:stCondLst>
                                  <p:iterate type="el" backwards="0">
                                    <p:tmAbs val="0"/>
                                  </p:iterate>
                                  <p:childTnLst>
                                    <p:set>
                                      <p:cBhvr>
                                        <p:cTn id="10" fill="hold"/>
                                        <p:tgtEl>
                                          <p:spTgt spid="10084"/>
                                        </p:tgtEl>
                                        <p:attrNameLst>
                                          <p:attrName>style.visibility</p:attrName>
                                        </p:attrNameLst>
                                      </p:cBhvr>
                                      <p:to>
                                        <p:strVal val="visible"/>
                                      </p:to>
                                    </p:set>
                                    <p:animEffect filter="wipe(up)" transition="in">
                                      <p:cBhvr>
                                        <p:cTn id="11" dur="700"/>
                                        <p:tgtEl>
                                          <p:spTgt spid="10084"/>
                                        </p:tgtEl>
                                      </p:cBhvr>
                                    </p:animEffect>
                                  </p:childTnLst>
                                </p:cTn>
                              </p:par>
                            </p:childTnLst>
                          </p:cTn>
                        </p:par>
                        <p:par>
                          <p:cTn id="12" fill="hold">
                            <p:stCondLst>
                              <p:cond delay="1400"/>
                            </p:stCondLst>
                            <p:childTnLst>
                              <p:par>
                                <p:cTn id="13" presetClass="entr" nodeType="afterEffect" presetSubtype="1" presetID="22" grpId="3" fill="hold">
                                  <p:stCondLst>
                                    <p:cond delay="0"/>
                                  </p:stCondLst>
                                  <p:iterate type="el" backwards="0">
                                    <p:tmAbs val="0"/>
                                  </p:iterate>
                                  <p:childTnLst>
                                    <p:set>
                                      <p:cBhvr>
                                        <p:cTn id="14" fill="hold"/>
                                        <p:tgtEl>
                                          <p:spTgt spid="10085"/>
                                        </p:tgtEl>
                                        <p:attrNameLst>
                                          <p:attrName>style.visibility</p:attrName>
                                        </p:attrNameLst>
                                      </p:cBhvr>
                                      <p:to>
                                        <p:strVal val="visible"/>
                                      </p:to>
                                    </p:set>
                                    <p:animEffect filter="wipe(up)" transition="in">
                                      <p:cBhvr>
                                        <p:cTn id="15" dur="700"/>
                                        <p:tgtEl>
                                          <p:spTgt spid="10085"/>
                                        </p:tgtEl>
                                      </p:cBhvr>
                                    </p:animEffect>
                                  </p:childTnLst>
                                </p:cTn>
                              </p:par>
                            </p:childTnLst>
                          </p:cTn>
                        </p:par>
                        <p:par>
                          <p:cTn id="16" fill="hold">
                            <p:stCondLst>
                              <p:cond delay="2100"/>
                            </p:stCondLst>
                            <p:childTnLst>
                              <p:par>
                                <p:cTn id="17" presetClass="entr" nodeType="afterEffect" presetSubtype="1" presetID="22" grpId="4" fill="hold">
                                  <p:stCondLst>
                                    <p:cond delay="0"/>
                                  </p:stCondLst>
                                  <p:iterate type="el" backwards="0">
                                    <p:tmAbs val="0"/>
                                  </p:iterate>
                                  <p:childTnLst>
                                    <p:set>
                                      <p:cBhvr>
                                        <p:cTn id="18" fill="hold"/>
                                        <p:tgtEl>
                                          <p:spTgt spid="10086"/>
                                        </p:tgtEl>
                                        <p:attrNameLst>
                                          <p:attrName>style.visibility</p:attrName>
                                        </p:attrNameLst>
                                      </p:cBhvr>
                                      <p:to>
                                        <p:strVal val="visible"/>
                                      </p:to>
                                    </p:set>
                                    <p:animEffect filter="wipe(up)" transition="in">
                                      <p:cBhvr>
                                        <p:cTn id="19" dur="700"/>
                                        <p:tgtEl>
                                          <p:spTgt spid="10086"/>
                                        </p:tgtEl>
                                      </p:cBhvr>
                                    </p:animEffect>
                                  </p:childTnLst>
                                </p:cTn>
                              </p:par>
                            </p:childTnLst>
                          </p:cTn>
                        </p:par>
                        <p:par>
                          <p:cTn id="20" fill="hold">
                            <p:stCondLst>
                              <p:cond delay="2800"/>
                            </p:stCondLst>
                            <p:childTnLst>
                              <p:par>
                                <p:cTn id="21" presetClass="entr" nodeType="afterEffect" presetSubtype="1" presetID="22" grpId="5" fill="hold">
                                  <p:stCondLst>
                                    <p:cond delay="0"/>
                                  </p:stCondLst>
                                  <p:iterate type="el" backwards="0">
                                    <p:tmAbs val="0"/>
                                  </p:iterate>
                                  <p:childTnLst>
                                    <p:set>
                                      <p:cBhvr>
                                        <p:cTn id="22" fill="hold"/>
                                        <p:tgtEl>
                                          <p:spTgt spid="10087"/>
                                        </p:tgtEl>
                                        <p:attrNameLst>
                                          <p:attrName>style.visibility</p:attrName>
                                        </p:attrNameLst>
                                      </p:cBhvr>
                                      <p:to>
                                        <p:strVal val="visible"/>
                                      </p:to>
                                    </p:set>
                                    <p:animEffect filter="wipe(up)" transition="in">
                                      <p:cBhvr>
                                        <p:cTn id="23" dur="700"/>
                                        <p:tgtEl>
                                          <p:spTgt spid="100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085" grpId="3"/>
      <p:bldP build="whole" bldLvl="1" animBg="1" rev="0" advAuto="0" spid="10087" grpId="5"/>
      <p:bldP build="whole" bldLvl="1" animBg="1" rev="0" advAuto="0" spid="10084" grpId="2"/>
      <p:bldP build="whole" bldLvl="1" animBg="1" rev="0" advAuto="0" spid="10083" grpId="1"/>
      <p:bldP build="whole" bldLvl="1" animBg="1" rev="0" advAuto="0" spid="10086" grpId="4"/>
    </p:bldLst>
  </p:timing>
</p:sld>
</file>

<file path=ppt/slides/slide25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095" name="Shape 10095"/>
          <p:cNvSpPr/>
          <p:nvPr>
            <p:ph type="title"/>
          </p:nvPr>
        </p:nvSpPr>
        <p:spPr>
          <a:prstGeom prst="rect">
            <a:avLst/>
          </a:prstGeom>
        </p:spPr>
        <p:txBody>
          <a:bodyPr/>
          <a:lstStyle/>
          <a:p>
            <a:pPr/>
            <a:r>
              <a:t>Resumen de acciones</a:t>
            </a:r>
          </a:p>
        </p:txBody>
      </p:sp>
      <p:sp>
        <p:nvSpPr>
          <p:cNvPr id="10096" name="Shape 10096"/>
          <p:cNvSpPr/>
          <p:nvPr/>
        </p:nvSpPr>
        <p:spPr>
          <a:xfrm>
            <a:off x="7508921" y="3821622"/>
            <a:ext cx="3953853" cy="11751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lnTo>
                  <a:pt x="21010" y="21600"/>
                </a:lnTo>
              </a:path>
            </a:pathLst>
          </a:custGeom>
          <a:ln w="50800">
            <a:solidFill>
              <a:srgbClr val="000000"/>
            </a:solidFill>
            <a:miter/>
            <a:headEnd type="oval"/>
          </a:ln>
        </p:spPr>
        <p:txBody>
          <a:bodyPr lIns="121856" tIns="121856" rIns="121856" bIns="121856" anchor="ctr"/>
          <a:lstStyle/>
          <a:p>
            <a:pPr algn="l" defTabSz="1828800">
              <a:defRPr sz="3400">
                <a:solidFill>
                  <a:srgbClr val="2D3C55"/>
                </a:solidFill>
                <a:latin typeface="Calibri"/>
                <a:ea typeface="Calibri"/>
                <a:cs typeface="Calibri"/>
                <a:sym typeface="Calibri"/>
              </a:defRPr>
            </a:pPr>
          </a:p>
        </p:txBody>
      </p:sp>
      <p:sp>
        <p:nvSpPr>
          <p:cNvPr id="10097" name="Shape 10097"/>
          <p:cNvSpPr/>
          <p:nvPr/>
        </p:nvSpPr>
        <p:spPr>
          <a:xfrm flipH="1" rot="10800000">
            <a:off x="7485845" y="9569265"/>
            <a:ext cx="3862591" cy="7144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600" y="0"/>
                </a:lnTo>
                <a:lnTo>
                  <a:pt x="21600" y="21600"/>
                </a:lnTo>
                <a:lnTo>
                  <a:pt x="21195" y="21600"/>
                </a:lnTo>
              </a:path>
            </a:pathLst>
          </a:custGeom>
          <a:ln w="50800">
            <a:solidFill>
              <a:srgbClr val="000000"/>
            </a:solidFill>
            <a:miter/>
            <a:headEnd type="oval"/>
          </a:ln>
        </p:spPr>
        <p:txBody>
          <a:bodyPr lIns="121856" tIns="121856" rIns="121856" bIns="121856" anchor="ctr"/>
          <a:lstStyle/>
          <a:p>
            <a:pPr algn="l" defTabSz="1828800">
              <a:defRPr sz="3400">
                <a:solidFill>
                  <a:srgbClr val="2D3C55"/>
                </a:solidFill>
                <a:latin typeface="Calibri"/>
                <a:ea typeface="Calibri"/>
                <a:cs typeface="Calibri"/>
                <a:sym typeface="Calibri"/>
              </a:defRPr>
            </a:pPr>
          </a:p>
        </p:txBody>
      </p:sp>
      <p:sp>
        <p:nvSpPr>
          <p:cNvPr id="10098" name="Shape 10098"/>
          <p:cNvSpPr/>
          <p:nvPr/>
        </p:nvSpPr>
        <p:spPr>
          <a:xfrm>
            <a:off x="6858292" y="5980891"/>
            <a:ext cx="961305" cy="1"/>
          </a:xfrm>
          <a:prstGeom prst="line">
            <a:avLst/>
          </a:prstGeom>
          <a:ln w="50800">
            <a:solidFill>
              <a:srgbClr val="000000"/>
            </a:solidFill>
            <a:miter/>
            <a:headEnd type="ova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099" name="Shape 10099"/>
          <p:cNvSpPr/>
          <p:nvPr/>
        </p:nvSpPr>
        <p:spPr>
          <a:xfrm>
            <a:off x="6868155" y="8108887"/>
            <a:ext cx="951442" cy="1"/>
          </a:xfrm>
          <a:prstGeom prst="line">
            <a:avLst/>
          </a:prstGeom>
          <a:ln w="50800">
            <a:solidFill>
              <a:srgbClr val="000000"/>
            </a:solidFill>
            <a:miter/>
            <a:headEnd type="ova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0" name="Shape 10100"/>
          <p:cNvSpPr/>
          <p:nvPr/>
        </p:nvSpPr>
        <p:spPr>
          <a:xfrm flipV="1">
            <a:off x="16670609" y="5977436"/>
            <a:ext cx="917308" cy="3456"/>
          </a:xfrm>
          <a:prstGeom prst="line">
            <a:avLst/>
          </a:prstGeom>
          <a:ln w="50800">
            <a:solidFill>
              <a:srgbClr val="000000"/>
            </a:solidFill>
            <a:miter/>
            <a:tailEnd type="ova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1" name="Shape 10101"/>
          <p:cNvSpPr/>
          <p:nvPr/>
        </p:nvSpPr>
        <p:spPr>
          <a:xfrm>
            <a:off x="16670608" y="8081075"/>
            <a:ext cx="926322" cy="1"/>
          </a:xfrm>
          <a:prstGeom prst="line">
            <a:avLst/>
          </a:prstGeom>
          <a:ln w="50800">
            <a:solidFill>
              <a:srgbClr val="000000"/>
            </a:solidFill>
            <a:miter/>
            <a:tailEnd type="ova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2" name="Shape 10102"/>
          <p:cNvSpPr/>
          <p:nvPr/>
        </p:nvSpPr>
        <p:spPr>
          <a:xfrm flipH="1" rot="10800000">
            <a:off x="12853778" y="3796491"/>
            <a:ext cx="4028366" cy="129088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92" y="0"/>
                </a:lnTo>
                <a:lnTo>
                  <a:pt x="92" y="21600"/>
                </a:lnTo>
                <a:lnTo>
                  <a:pt x="21600" y="21600"/>
                </a:lnTo>
              </a:path>
            </a:pathLst>
          </a:custGeom>
          <a:ln w="50800">
            <a:solidFill>
              <a:srgbClr val="000000"/>
            </a:solidFill>
            <a:miter/>
            <a:tailEnd type="oval"/>
          </a:ln>
        </p:spPr>
        <p:txBody>
          <a:bodyPr lIns="121856" tIns="121856" rIns="121856" bIns="121856" anchor="ctr"/>
          <a:lstStyle/>
          <a:p>
            <a:pPr algn="l" defTabSz="1828800">
              <a:defRPr sz="3400">
                <a:solidFill>
                  <a:srgbClr val="2D3C55"/>
                </a:solidFill>
                <a:latin typeface="Calibri"/>
                <a:ea typeface="Calibri"/>
                <a:cs typeface="Calibri"/>
                <a:sym typeface="Calibri"/>
              </a:defRPr>
            </a:pPr>
          </a:p>
        </p:txBody>
      </p:sp>
      <p:sp>
        <p:nvSpPr>
          <p:cNvPr id="10103" name="Shape 10103"/>
          <p:cNvSpPr/>
          <p:nvPr/>
        </p:nvSpPr>
        <p:spPr>
          <a:xfrm>
            <a:off x="13113542" y="9493254"/>
            <a:ext cx="3730934" cy="8092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2" y="0"/>
                </a:moveTo>
                <a:lnTo>
                  <a:pt x="0" y="0"/>
                </a:lnTo>
                <a:lnTo>
                  <a:pt x="0" y="21600"/>
                </a:lnTo>
                <a:lnTo>
                  <a:pt x="21600" y="21600"/>
                </a:lnTo>
              </a:path>
            </a:pathLst>
          </a:custGeom>
          <a:ln w="50800">
            <a:solidFill>
              <a:srgbClr val="000000"/>
            </a:solidFill>
            <a:miter/>
            <a:tailEnd type="oval"/>
          </a:ln>
        </p:spPr>
        <p:txBody>
          <a:bodyPr lIns="121856" tIns="121856" rIns="121856" bIns="121856" anchor="ctr"/>
          <a:lstStyle/>
          <a:p>
            <a:pPr algn="l" defTabSz="1828800">
              <a:defRPr sz="3400">
                <a:solidFill>
                  <a:srgbClr val="2D3C55"/>
                </a:solidFill>
                <a:latin typeface="Calibri"/>
                <a:ea typeface="Calibri"/>
                <a:cs typeface="Calibri"/>
                <a:sym typeface="Calibri"/>
              </a:defRPr>
            </a:pPr>
          </a:p>
        </p:txBody>
      </p:sp>
      <p:sp>
        <p:nvSpPr>
          <p:cNvPr id="10104" name="Shape 10104"/>
          <p:cNvSpPr/>
          <p:nvPr/>
        </p:nvSpPr>
        <p:spPr>
          <a:xfrm>
            <a:off x="11766598" y="7212581"/>
            <a:ext cx="2442677" cy="25801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09" y="0"/>
                </a:moveTo>
                <a:lnTo>
                  <a:pt x="7845" y="695"/>
                </a:lnTo>
                <a:lnTo>
                  <a:pt x="7899" y="1372"/>
                </a:lnTo>
                <a:lnTo>
                  <a:pt x="7970" y="2067"/>
                </a:lnTo>
                <a:lnTo>
                  <a:pt x="8257" y="3388"/>
                </a:lnTo>
                <a:lnTo>
                  <a:pt x="8454" y="4015"/>
                </a:lnTo>
                <a:lnTo>
                  <a:pt x="8651" y="4659"/>
                </a:lnTo>
                <a:lnTo>
                  <a:pt x="8901" y="5269"/>
                </a:lnTo>
                <a:lnTo>
                  <a:pt x="9170" y="5862"/>
                </a:lnTo>
                <a:lnTo>
                  <a:pt x="9493" y="6472"/>
                </a:lnTo>
                <a:lnTo>
                  <a:pt x="9815" y="7031"/>
                </a:lnTo>
                <a:lnTo>
                  <a:pt x="10191" y="7590"/>
                </a:lnTo>
                <a:lnTo>
                  <a:pt x="10549" y="8132"/>
                </a:lnTo>
                <a:lnTo>
                  <a:pt x="10961" y="8674"/>
                </a:lnTo>
                <a:lnTo>
                  <a:pt x="11391" y="9165"/>
                </a:lnTo>
                <a:lnTo>
                  <a:pt x="11839" y="9640"/>
                </a:lnTo>
                <a:lnTo>
                  <a:pt x="12304" y="10114"/>
                </a:lnTo>
                <a:lnTo>
                  <a:pt x="12806" y="10571"/>
                </a:lnTo>
                <a:lnTo>
                  <a:pt x="13343" y="10995"/>
                </a:lnTo>
                <a:lnTo>
                  <a:pt x="13863" y="11384"/>
                </a:lnTo>
                <a:lnTo>
                  <a:pt x="15009" y="12130"/>
                </a:lnTo>
                <a:lnTo>
                  <a:pt x="15600" y="12435"/>
                </a:lnTo>
                <a:lnTo>
                  <a:pt x="16209" y="12757"/>
                </a:lnTo>
                <a:lnTo>
                  <a:pt x="16836" y="13028"/>
                </a:lnTo>
                <a:lnTo>
                  <a:pt x="17463" y="13282"/>
                </a:lnTo>
                <a:lnTo>
                  <a:pt x="18143" y="13519"/>
                </a:lnTo>
                <a:lnTo>
                  <a:pt x="18806" y="13705"/>
                </a:lnTo>
                <a:lnTo>
                  <a:pt x="19487" y="13875"/>
                </a:lnTo>
                <a:lnTo>
                  <a:pt x="20185" y="14027"/>
                </a:lnTo>
                <a:lnTo>
                  <a:pt x="20884" y="14129"/>
                </a:lnTo>
                <a:lnTo>
                  <a:pt x="21600" y="14214"/>
                </a:lnTo>
                <a:lnTo>
                  <a:pt x="18287" y="17958"/>
                </a:lnTo>
                <a:lnTo>
                  <a:pt x="21528" y="21600"/>
                </a:lnTo>
                <a:lnTo>
                  <a:pt x="20400" y="21515"/>
                </a:lnTo>
                <a:lnTo>
                  <a:pt x="19290" y="21397"/>
                </a:lnTo>
                <a:lnTo>
                  <a:pt x="18197" y="21176"/>
                </a:lnTo>
                <a:lnTo>
                  <a:pt x="17140" y="20939"/>
                </a:lnTo>
                <a:lnTo>
                  <a:pt x="16101" y="20685"/>
                </a:lnTo>
                <a:lnTo>
                  <a:pt x="15063" y="20329"/>
                </a:lnTo>
                <a:lnTo>
                  <a:pt x="14060" y="19974"/>
                </a:lnTo>
                <a:lnTo>
                  <a:pt x="13093" y="19550"/>
                </a:lnTo>
                <a:lnTo>
                  <a:pt x="12143" y="19093"/>
                </a:lnTo>
                <a:lnTo>
                  <a:pt x="11212" y="18584"/>
                </a:lnTo>
                <a:lnTo>
                  <a:pt x="10316" y="18059"/>
                </a:lnTo>
                <a:lnTo>
                  <a:pt x="9457" y="17483"/>
                </a:lnTo>
                <a:lnTo>
                  <a:pt x="8615" y="16873"/>
                </a:lnTo>
                <a:lnTo>
                  <a:pt x="7809" y="16247"/>
                </a:lnTo>
                <a:lnTo>
                  <a:pt x="7021" y="15552"/>
                </a:lnTo>
                <a:lnTo>
                  <a:pt x="6269" y="14840"/>
                </a:lnTo>
                <a:lnTo>
                  <a:pt x="5570" y="14112"/>
                </a:lnTo>
                <a:lnTo>
                  <a:pt x="4907" y="13333"/>
                </a:lnTo>
                <a:lnTo>
                  <a:pt x="4263" y="12553"/>
                </a:lnTo>
                <a:lnTo>
                  <a:pt x="3654" y="11706"/>
                </a:lnTo>
                <a:lnTo>
                  <a:pt x="3116" y="10859"/>
                </a:lnTo>
                <a:lnTo>
                  <a:pt x="2597" y="9961"/>
                </a:lnTo>
                <a:lnTo>
                  <a:pt x="2113" y="9064"/>
                </a:lnTo>
                <a:lnTo>
                  <a:pt x="1701" y="8132"/>
                </a:lnTo>
                <a:lnTo>
                  <a:pt x="1307" y="7183"/>
                </a:lnTo>
                <a:lnTo>
                  <a:pt x="967" y="6217"/>
                </a:lnTo>
                <a:lnTo>
                  <a:pt x="681" y="5201"/>
                </a:lnTo>
                <a:lnTo>
                  <a:pt x="430" y="4201"/>
                </a:lnTo>
                <a:lnTo>
                  <a:pt x="251" y="3168"/>
                </a:lnTo>
                <a:lnTo>
                  <a:pt x="107" y="2152"/>
                </a:lnTo>
                <a:lnTo>
                  <a:pt x="18" y="1084"/>
                </a:lnTo>
                <a:lnTo>
                  <a:pt x="0" y="0"/>
                </a:lnTo>
                <a:lnTo>
                  <a:pt x="7809" y="0"/>
                </a:lnTo>
                <a:close/>
              </a:path>
            </a:pathLst>
          </a:custGeom>
          <a:solidFill>
            <a:srgbClr val="234770"/>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5" name="Shape 10105"/>
          <p:cNvSpPr/>
          <p:nvPr/>
        </p:nvSpPr>
        <p:spPr>
          <a:xfrm>
            <a:off x="7245221" y="4612181"/>
            <a:ext cx="2648929" cy="31261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6120"/>
                </a:moveTo>
                <a:lnTo>
                  <a:pt x="18552" y="3004"/>
                </a:lnTo>
                <a:lnTo>
                  <a:pt x="21534" y="0"/>
                </a:lnTo>
                <a:lnTo>
                  <a:pt x="20496" y="70"/>
                </a:lnTo>
                <a:lnTo>
                  <a:pt x="19475" y="196"/>
                </a:lnTo>
                <a:lnTo>
                  <a:pt x="18470" y="349"/>
                </a:lnTo>
                <a:lnTo>
                  <a:pt x="17497" y="545"/>
                </a:lnTo>
                <a:lnTo>
                  <a:pt x="16542" y="782"/>
                </a:lnTo>
                <a:lnTo>
                  <a:pt x="15603" y="1048"/>
                </a:lnTo>
                <a:lnTo>
                  <a:pt x="14680" y="1355"/>
                </a:lnTo>
                <a:lnTo>
                  <a:pt x="13774" y="1705"/>
                </a:lnTo>
                <a:lnTo>
                  <a:pt x="12901" y="2096"/>
                </a:lnTo>
                <a:lnTo>
                  <a:pt x="12060" y="2487"/>
                </a:lnTo>
                <a:lnTo>
                  <a:pt x="11237" y="2948"/>
                </a:lnTo>
                <a:lnTo>
                  <a:pt x="10413" y="3395"/>
                </a:lnTo>
                <a:lnTo>
                  <a:pt x="9638" y="3898"/>
                </a:lnTo>
                <a:lnTo>
                  <a:pt x="8897" y="4443"/>
                </a:lnTo>
                <a:lnTo>
                  <a:pt x="8172" y="5016"/>
                </a:lnTo>
                <a:lnTo>
                  <a:pt x="7513" y="5575"/>
                </a:lnTo>
                <a:lnTo>
                  <a:pt x="6838" y="6203"/>
                </a:lnTo>
                <a:lnTo>
                  <a:pt x="6228" y="6846"/>
                </a:lnTo>
                <a:lnTo>
                  <a:pt x="5651" y="7489"/>
                </a:lnTo>
                <a:lnTo>
                  <a:pt x="5091" y="8187"/>
                </a:lnTo>
                <a:lnTo>
                  <a:pt x="4580" y="8886"/>
                </a:lnTo>
                <a:lnTo>
                  <a:pt x="4119" y="9626"/>
                </a:lnTo>
                <a:lnTo>
                  <a:pt x="3674" y="10367"/>
                </a:lnTo>
                <a:lnTo>
                  <a:pt x="3295" y="11135"/>
                </a:lnTo>
                <a:lnTo>
                  <a:pt x="2933" y="11918"/>
                </a:lnTo>
                <a:lnTo>
                  <a:pt x="2620" y="12714"/>
                </a:lnTo>
                <a:lnTo>
                  <a:pt x="2340" y="13552"/>
                </a:lnTo>
                <a:lnTo>
                  <a:pt x="2142" y="14377"/>
                </a:lnTo>
                <a:lnTo>
                  <a:pt x="1961" y="15229"/>
                </a:lnTo>
                <a:lnTo>
                  <a:pt x="1829" y="16095"/>
                </a:lnTo>
                <a:lnTo>
                  <a:pt x="1746" y="16961"/>
                </a:lnTo>
                <a:lnTo>
                  <a:pt x="1730" y="17842"/>
                </a:lnTo>
                <a:lnTo>
                  <a:pt x="0" y="17842"/>
                </a:lnTo>
                <a:lnTo>
                  <a:pt x="5322" y="21600"/>
                </a:lnTo>
                <a:lnTo>
                  <a:pt x="10643" y="17842"/>
                </a:lnTo>
                <a:lnTo>
                  <a:pt x="8914" y="17842"/>
                </a:lnTo>
                <a:lnTo>
                  <a:pt x="8946" y="17269"/>
                </a:lnTo>
                <a:lnTo>
                  <a:pt x="8996" y="16710"/>
                </a:lnTo>
                <a:lnTo>
                  <a:pt x="9078" y="16165"/>
                </a:lnTo>
                <a:lnTo>
                  <a:pt x="9177" y="15592"/>
                </a:lnTo>
                <a:lnTo>
                  <a:pt x="9325" y="15047"/>
                </a:lnTo>
                <a:lnTo>
                  <a:pt x="9507" y="14530"/>
                </a:lnTo>
                <a:lnTo>
                  <a:pt x="9688" y="13999"/>
                </a:lnTo>
                <a:lnTo>
                  <a:pt x="9919" y="13497"/>
                </a:lnTo>
                <a:lnTo>
                  <a:pt x="10182" y="13008"/>
                </a:lnTo>
                <a:lnTo>
                  <a:pt x="10462" y="12505"/>
                </a:lnTo>
                <a:lnTo>
                  <a:pt x="10742" y="12043"/>
                </a:lnTo>
                <a:lnTo>
                  <a:pt x="11072" y="11582"/>
                </a:lnTo>
                <a:lnTo>
                  <a:pt x="11797" y="10688"/>
                </a:lnTo>
                <a:lnTo>
                  <a:pt x="12209" y="10283"/>
                </a:lnTo>
                <a:lnTo>
                  <a:pt x="12621" y="9892"/>
                </a:lnTo>
                <a:lnTo>
                  <a:pt x="13049" y="9501"/>
                </a:lnTo>
                <a:lnTo>
                  <a:pt x="13510" y="9123"/>
                </a:lnTo>
                <a:lnTo>
                  <a:pt x="13972" y="8774"/>
                </a:lnTo>
                <a:lnTo>
                  <a:pt x="14499" y="8453"/>
                </a:lnTo>
                <a:lnTo>
                  <a:pt x="15010" y="8131"/>
                </a:lnTo>
                <a:lnTo>
                  <a:pt x="15520" y="7838"/>
                </a:lnTo>
                <a:lnTo>
                  <a:pt x="16081" y="7559"/>
                </a:lnTo>
                <a:lnTo>
                  <a:pt x="16657" y="7321"/>
                </a:lnTo>
                <a:lnTo>
                  <a:pt x="17217" y="7084"/>
                </a:lnTo>
                <a:lnTo>
                  <a:pt x="17811" y="6888"/>
                </a:lnTo>
                <a:lnTo>
                  <a:pt x="18420" y="6692"/>
                </a:lnTo>
                <a:lnTo>
                  <a:pt x="19046" y="6511"/>
                </a:lnTo>
                <a:lnTo>
                  <a:pt x="19656" y="6385"/>
                </a:lnTo>
                <a:lnTo>
                  <a:pt x="20298" y="6273"/>
                </a:lnTo>
                <a:lnTo>
                  <a:pt x="20941" y="6189"/>
                </a:lnTo>
                <a:lnTo>
                  <a:pt x="21600" y="6120"/>
                </a:lnTo>
                <a:close/>
              </a:path>
            </a:pathLst>
          </a:custGeom>
          <a:solidFill>
            <a:srgbClr val="6CC0CC"/>
          </a:solidFill>
          <a:ln w="12700">
            <a:miter lim="400000"/>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6" name="Shape 10106"/>
          <p:cNvSpPr/>
          <p:nvPr/>
        </p:nvSpPr>
        <p:spPr>
          <a:xfrm>
            <a:off x="7459560" y="7362212"/>
            <a:ext cx="3126142" cy="2644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6270"/>
                </a:moveTo>
                <a:lnTo>
                  <a:pt x="17825" y="10957"/>
                </a:lnTo>
                <a:lnTo>
                  <a:pt x="17825" y="12673"/>
                </a:lnTo>
                <a:lnTo>
                  <a:pt x="17266" y="12640"/>
                </a:lnTo>
                <a:lnTo>
                  <a:pt x="16693" y="12590"/>
                </a:lnTo>
                <a:lnTo>
                  <a:pt x="16134" y="12524"/>
                </a:lnTo>
                <a:lnTo>
                  <a:pt x="15588" y="12409"/>
                </a:lnTo>
                <a:lnTo>
                  <a:pt x="15043" y="12260"/>
                </a:lnTo>
                <a:lnTo>
                  <a:pt x="14512" y="12079"/>
                </a:lnTo>
                <a:lnTo>
                  <a:pt x="13995" y="11897"/>
                </a:lnTo>
                <a:lnTo>
                  <a:pt x="13491" y="11666"/>
                </a:lnTo>
                <a:lnTo>
                  <a:pt x="12988" y="11419"/>
                </a:lnTo>
                <a:lnTo>
                  <a:pt x="12513" y="11122"/>
                </a:lnTo>
                <a:lnTo>
                  <a:pt x="12023" y="10825"/>
                </a:lnTo>
                <a:lnTo>
                  <a:pt x="11576" y="10511"/>
                </a:lnTo>
                <a:lnTo>
                  <a:pt x="11143" y="10148"/>
                </a:lnTo>
                <a:lnTo>
                  <a:pt x="10695" y="9785"/>
                </a:lnTo>
                <a:lnTo>
                  <a:pt x="10290" y="9373"/>
                </a:lnTo>
                <a:lnTo>
                  <a:pt x="9870" y="8977"/>
                </a:lnTo>
                <a:lnTo>
                  <a:pt x="9507" y="8531"/>
                </a:lnTo>
                <a:lnTo>
                  <a:pt x="9129" y="8069"/>
                </a:lnTo>
                <a:lnTo>
                  <a:pt x="8780" y="7607"/>
                </a:lnTo>
                <a:lnTo>
                  <a:pt x="8458" y="7112"/>
                </a:lnTo>
                <a:lnTo>
                  <a:pt x="8123" y="6600"/>
                </a:lnTo>
                <a:lnTo>
                  <a:pt x="7843" y="6056"/>
                </a:lnTo>
                <a:lnTo>
                  <a:pt x="7563" y="5528"/>
                </a:lnTo>
                <a:lnTo>
                  <a:pt x="7326" y="4950"/>
                </a:lnTo>
                <a:lnTo>
                  <a:pt x="7088" y="4389"/>
                </a:lnTo>
                <a:lnTo>
                  <a:pt x="6892" y="3795"/>
                </a:lnTo>
                <a:lnTo>
                  <a:pt x="6697" y="3185"/>
                </a:lnTo>
                <a:lnTo>
                  <a:pt x="6515" y="2574"/>
                </a:lnTo>
                <a:lnTo>
                  <a:pt x="6389" y="1947"/>
                </a:lnTo>
                <a:lnTo>
                  <a:pt x="6165" y="660"/>
                </a:lnTo>
                <a:lnTo>
                  <a:pt x="6096" y="0"/>
                </a:lnTo>
                <a:lnTo>
                  <a:pt x="3006" y="3053"/>
                </a:lnTo>
                <a:lnTo>
                  <a:pt x="0" y="99"/>
                </a:lnTo>
                <a:lnTo>
                  <a:pt x="70" y="1122"/>
                </a:lnTo>
                <a:lnTo>
                  <a:pt x="196" y="2129"/>
                </a:lnTo>
                <a:lnTo>
                  <a:pt x="350" y="3135"/>
                </a:lnTo>
                <a:lnTo>
                  <a:pt x="545" y="4109"/>
                </a:lnTo>
                <a:lnTo>
                  <a:pt x="783" y="5066"/>
                </a:lnTo>
                <a:lnTo>
                  <a:pt x="1049" y="6006"/>
                </a:lnTo>
                <a:lnTo>
                  <a:pt x="1370" y="6930"/>
                </a:lnTo>
                <a:lnTo>
                  <a:pt x="1706" y="7805"/>
                </a:lnTo>
                <a:lnTo>
                  <a:pt x="2097" y="8713"/>
                </a:lnTo>
                <a:lnTo>
                  <a:pt x="2489" y="9554"/>
                </a:lnTo>
                <a:lnTo>
                  <a:pt x="2936" y="10379"/>
                </a:lnTo>
                <a:lnTo>
                  <a:pt x="3397" y="11188"/>
                </a:lnTo>
                <a:lnTo>
                  <a:pt x="3901" y="11947"/>
                </a:lnTo>
                <a:lnTo>
                  <a:pt x="4446" y="12689"/>
                </a:lnTo>
                <a:lnTo>
                  <a:pt x="4991" y="13415"/>
                </a:lnTo>
                <a:lnTo>
                  <a:pt x="5578" y="14092"/>
                </a:lnTo>
                <a:lnTo>
                  <a:pt x="6193" y="14752"/>
                </a:lnTo>
                <a:lnTo>
                  <a:pt x="6837" y="15379"/>
                </a:lnTo>
                <a:lnTo>
                  <a:pt x="7494" y="15940"/>
                </a:lnTo>
                <a:lnTo>
                  <a:pt x="8179" y="16501"/>
                </a:lnTo>
                <a:lnTo>
                  <a:pt x="8892" y="17013"/>
                </a:lnTo>
                <a:lnTo>
                  <a:pt x="9605" y="17475"/>
                </a:lnTo>
                <a:lnTo>
                  <a:pt x="10346" y="17920"/>
                </a:lnTo>
                <a:lnTo>
                  <a:pt x="11143" y="18300"/>
                </a:lnTo>
                <a:lnTo>
                  <a:pt x="11925" y="18663"/>
                </a:lnTo>
                <a:lnTo>
                  <a:pt x="12708" y="18976"/>
                </a:lnTo>
                <a:lnTo>
                  <a:pt x="13533" y="19257"/>
                </a:lnTo>
                <a:lnTo>
                  <a:pt x="14358" y="19455"/>
                </a:lnTo>
                <a:lnTo>
                  <a:pt x="15211" y="19636"/>
                </a:lnTo>
                <a:lnTo>
                  <a:pt x="16064" y="19768"/>
                </a:lnTo>
                <a:lnTo>
                  <a:pt x="16930" y="19851"/>
                </a:lnTo>
                <a:lnTo>
                  <a:pt x="17825" y="19867"/>
                </a:lnTo>
                <a:lnTo>
                  <a:pt x="17825" y="21600"/>
                </a:lnTo>
                <a:lnTo>
                  <a:pt x="21600" y="16270"/>
                </a:lnTo>
                <a:close/>
              </a:path>
            </a:pathLst>
          </a:custGeom>
          <a:solidFill>
            <a:srgbClr val="234770"/>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7" name="Shape 10107"/>
          <p:cNvSpPr/>
          <p:nvPr/>
        </p:nvSpPr>
        <p:spPr>
          <a:xfrm>
            <a:off x="10209593" y="6666617"/>
            <a:ext cx="2652973" cy="31261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95" y="0"/>
                </a:moveTo>
                <a:lnTo>
                  <a:pt x="10973" y="3763"/>
                </a:lnTo>
                <a:lnTo>
                  <a:pt x="12703" y="3763"/>
                </a:lnTo>
                <a:lnTo>
                  <a:pt x="12670" y="4337"/>
                </a:lnTo>
                <a:lnTo>
                  <a:pt x="12621" y="4896"/>
                </a:lnTo>
                <a:lnTo>
                  <a:pt x="12538" y="5470"/>
                </a:lnTo>
                <a:lnTo>
                  <a:pt x="12406" y="6016"/>
                </a:lnTo>
                <a:lnTo>
                  <a:pt x="12291" y="6561"/>
                </a:lnTo>
                <a:lnTo>
                  <a:pt x="12110" y="7079"/>
                </a:lnTo>
                <a:lnTo>
                  <a:pt x="11896" y="7610"/>
                </a:lnTo>
                <a:lnTo>
                  <a:pt x="11665" y="8114"/>
                </a:lnTo>
                <a:lnTo>
                  <a:pt x="11434" y="8604"/>
                </a:lnTo>
                <a:lnTo>
                  <a:pt x="11154" y="9107"/>
                </a:lnTo>
                <a:lnTo>
                  <a:pt x="10841" y="9569"/>
                </a:lnTo>
                <a:lnTo>
                  <a:pt x="10512" y="10031"/>
                </a:lnTo>
                <a:lnTo>
                  <a:pt x="10182" y="10478"/>
                </a:lnTo>
                <a:lnTo>
                  <a:pt x="9787" y="10926"/>
                </a:lnTo>
                <a:lnTo>
                  <a:pt x="9408" y="11332"/>
                </a:lnTo>
                <a:lnTo>
                  <a:pt x="8963" y="11723"/>
                </a:lnTo>
                <a:lnTo>
                  <a:pt x="8535" y="12115"/>
                </a:lnTo>
                <a:lnTo>
                  <a:pt x="8090" y="12493"/>
                </a:lnTo>
                <a:lnTo>
                  <a:pt x="7612" y="12842"/>
                </a:lnTo>
                <a:lnTo>
                  <a:pt x="7118" y="13164"/>
                </a:lnTo>
                <a:lnTo>
                  <a:pt x="6607" y="13472"/>
                </a:lnTo>
                <a:lnTo>
                  <a:pt x="6063" y="13780"/>
                </a:lnTo>
                <a:lnTo>
                  <a:pt x="5536" y="14032"/>
                </a:lnTo>
                <a:lnTo>
                  <a:pt x="4959" y="14297"/>
                </a:lnTo>
                <a:lnTo>
                  <a:pt x="4399" y="14521"/>
                </a:lnTo>
                <a:lnTo>
                  <a:pt x="3806" y="14731"/>
                </a:lnTo>
                <a:lnTo>
                  <a:pt x="3196" y="14927"/>
                </a:lnTo>
                <a:lnTo>
                  <a:pt x="2570" y="15081"/>
                </a:lnTo>
                <a:lnTo>
                  <a:pt x="1961" y="15221"/>
                </a:lnTo>
                <a:lnTo>
                  <a:pt x="1318" y="15347"/>
                </a:lnTo>
                <a:lnTo>
                  <a:pt x="676" y="15431"/>
                </a:lnTo>
                <a:lnTo>
                  <a:pt x="0" y="15501"/>
                </a:lnTo>
                <a:lnTo>
                  <a:pt x="3065" y="18592"/>
                </a:lnTo>
                <a:lnTo>
                  <a:pt x="82" y="21600"/>
                </a:lnTo>
                <a:lnTo>
                  <a:pt x="1104" y="21530"/>
                </a:lnTo>
                <a:lnTo>
                  <a:pt x="2142" y="21432"/>
                </a:lnTo>
                <a:lnTo>
                  <a:pt x="3114" y="21250"/>
                </a:lnTo>
                <a:lnTo>
                  <a:pt x="4086" y="21054"/>
                </a:lnTo>
                <a:lnTo>
                  <a:pt x="5058" y="20845"/>
                </a:lnTo>
                <a:lnTo>
                  <a:pt x="6014" y="20551"/>
                </a:lnTo>
                <a:lnTo>
                  <a:pt x="6920" y="20257"/>
                </a:lnTo>
                <a:lnTo>
                  <a:pt x="7810" y="19907"/>
                </a:lnTo>
                <a:lnTo>
                  <a:pt x="8683" y="19530"/>
                </a:lnTo>
                <a:lnTo>
                  <a:pt x="9556" y="19110"/>
                </a:lnTo>
                <a:lnTo>
                  <a:pt x="10380" y="18676"/>
                </a:lnTo>
                <a:lnTo>
                  <a:pt x="11187" y="18201"/>
                </a:lnTo>
                <a:lnTo>
                  <a:pt x="11945" y="17697"/>
                </a:lnTo>
                <a:lnTo>
                  <a:pt x="12703" y="17179"/>
                </a:lnTo>
                <a:lnTo>
                  <a:pt x="13411" y="16606"/>
                </a:lnTo>
                <a:lnTo>
                  <a:pt x="14103" y="16018"/>
                </a:lnTo>
                <a:lnTo>
                  <a:pt x="14746" y="15417"/>
                </a:lnTo>
                <a:lnTo>
                  <a:pt x="15372" y="14773"/>
                </a:lnTo>
                <a:lnTo>
                  <a:pt x="15965" y="14130"/>
                </a:lnTo>
                <a:lnTo>
                  <a:pt x="16492" y="13430"/>
                </a:lnTo>
                <a:lnTo>
                  <a:pt x="17003" y="12731"/>
                </a:lnTo>
                <a:lnTo>
                  <a:pt x="17497" y="11989"/>
                </a:lnTo>
                <a:lnTo>
                  <a:pt x="17942" y="11248"/>
                </a:lnTo>
                <a:lnTo>
                  <a:pt x="18321" y="10478"/>
                </a:lnTo>
                <a:lnTo>
                  <a:pt x="18684" y="9695"/>
                </a:lnTo>
                <a:lnTo>
                  <a:pt x="18980" y="8897"/>
                </a:lnTo>
                <a:lnTo>
                  <a:pt x="19244" y="8058"/>
                </a:lnTo>
                <a:lnTo>
                  <a:pt x="19475" y="7233"/>
                </a:lnTo>
                <a:lnTo>
                  <a:pt x="19656" y="6379"/>
                </a:lnTo>
                <a:lnTo>
                  <a:pt x="19788" y="5540"/>
                </a:lnTo>
                <a:lnTo>
                  <a:pt x="19854" y="4659"/>
                </a:lnTo>
                <a:lnTo>
                  <a:pt x="19886" y="3763"/>
                </a:lnTo>
                <a:lnTo>
                  <a:pt x="21600" y="3763"/>
                </a:lnTo>
                <a:lnTo>
                  <a:pt x="16295" y="0"/>
                </a:lnTo>
                <a:close/>
              </a:path>
            </a:pathLst>
          </a:custGeom>
          <a:solidFill>
            <a:srgbClr val="6CC0CC"/>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8" name="Shape 10108"/>
          <p:cNvSpPr/>
          <p:nvPr/>
        </p:nvSpPr>
        <p:spPr>
          <a:xfrm>
            <a:off x="9518042" y="4393796"/>
            <a:ext cx="3126142" cy="26489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594" y="18550"/>
                </a:moveTo>
                <a:lnTo>
                  <a:pt x="21600" y="21534"/>
                </a:lnTo>
                <a:lnTo>
                  <a:pt x="21530" y="20495"/>
                </a:lnTo>
                <a:lnTo>
                  <a:pt x="21404" y="19506"/>
                </a:lnTo>
                <a:lnTo>
                  <a:pt x="21250" y="18500"/>
                </a:lnTo>
                <a:lnTo>
                  <a:pt x="21055" y="17527"/>
                </a:lnTo>
                <a:lnTo>
                  <a:pt x="20817" y="16538"/>
                </a:lnTo>
                <a:lnTo>
                  <a:pt x="20551" y="15615"/>
                </a:lnTo>
                <a:lnTo>
                  <a:pt x="20244" y="14691"/>
                </a:lnTo>
                <a:lnTo>
                  <a:pt x="19894" y="13801"/>
                </a:lnTo>
                <a:lnTo>
                  <a:pt x="19531" y="12927"/>
                </a:lnTo>
                <a:lnTo>
                  <a:pt x="19111" y="12053"/>
                </a:lnTo>
                <a:lnTo>
                  <a:pt x="18678" y="11229"/>
                </a:lnTo>
                <a:lnTo>
                  <a:pt x="18203" y="10421"/>
                </a:lnTo>
                <a:lnTo>
                  <a:pt x="17699" y="9662"/>
                </a:lnTo>
                <a:lnTo>
                  <a:pt x="17168" y="8920"/>
                </a:lnTo>
                <a:lnTo>
                  <a:pt x="16609" y="8195"/>
                </a:lnTo>
                <a:lnTo>
                  <a:pt x="16022" y="7502"/>
                </a:lnTo>
                <a:lnTo>
                  <a:pt x="15407" y="6859"/>
                </a:lnTo>
                <a:lnTo>
                  <a:pt x="14777" y="6233"/>
                </a:lnTo>
                <a:lnTo>
                  <a:pt x="14106" y="5656"/>
                </a:lnTo>
                <a:lnTo>
                  <a:pt x="13421" y="5111"/>
                </a:lnTo>
                <a:lnTo>
                  <a:pt x="12722" y="4600"/>
                </a:lnTo>
                <a:lnTo>
                  <a:pt x="11981" y="4106"/>
                </a:lnTo>
                <a:lnTo>
                  <a:pt x="11240" y="3693"/>
                </a:lnTo>
                <a:lnTo>
                  <a:pt x="10485" y="3281"/>
                </a:lnTo>
                <a:lnTo>
                  <a:pt x="9703" y="2918"/>
                </a:lnTo>
                <a:lnTo>
                  <a:pt x="8892" y="2622"/>
                </a:lnTo>
                <a:lnTo>
                  <a:pt x="8067" y="2358"/>
                </a:lnTo>
                <a:lnTo>
                  <a:pt x="7242" y="2127"/>
                </a:lnTo>
                <a:lnTo>
                  <a:pt x="6389" y="1946"/>
                </a:lnTo>
                <a:lnTo>
                  <a:pt x="5536" y="1814"/>
                </a:lnTo>
                <a:lnTo>
                  <a:pt x="4670" y="1748"/>
                </a:lnTo>
                <a:lnTo>
                  <a:pt x="3775" y="1715"/>
                </a:lnTo>
                <a:lnTo>
                  <a:pt x="3775" y="0"/>
                </a:lnTo>
                <a:lnTo>
                  <a:pt x="0" y="5309"/>
                </a:lnTo>
                <a:lnTo>
                  <a:pt x="3775" y="10635"/>
                </a:lnTo>
                <a:lnTo>
                  <a:pt x="3775" y="8920"/>
                </a:lnTo>
                <a:lnTo>
                  <a:pt x="4334" y="8937"/>
                </a:lnTo>
                <a:lnTo>
                  <a:pt x="4907" y="8986"/>
                </a:lnTo>
                <a:lnTo>
                  <a:pt x="5466" y="9069"/>
                </a:lnTo>
                <a:lnTo>
                  <a:pt x="6012" y="9201"/>
                </a:lnTo>
                <a:lnTo>
                  <a:pt x="6557" y="9316"/>
                </a:lnTo>
                <a:lnTo>
                  <a:pt x="7088" y="9497"/>
                </a:lnTo>
                <a:lnTo>
                  <a:pt x="7605" y="9712"/>
                </a:lnTo>
                <a:lnTo>
                  <a:pt x="8612" y="10173"/>
                </a:lnTo>
                <a:lnTo>
                  <a:pt x="9087" y="10454"/>
                </a:lnTo>
                <a:lnTo>
                  <a:pt x="9563" y="10767"/>
                </a:lnTo>
                <a:lnTo>
                  <a:pt x="10024" y="11097"/>
                </a:lnTo>
                <a:lnTo>
                  <a:pt x="10485" y="11460"/>
                </a:lnTo>
                <a:lnTo>
                  <a:pt x="10891" y="11822"/>
                </a:lnTo>
                <a:lnTo>
                  <a:pt x="11338" y="12202"/>
                </a:lnTo>
                <a:lnTo>
                  <a:pt x="11730" y="12630"/>
                </a:lnTo>
                <a:lnTo>
                  <a:pt x="12121" y="13075"/>
                </a:lnTo>
                <a:lnTo>
                  <a:pt x="12820" y="13999"/>
                </a:lnTo>
                <a:lnTo>
                  <a:pt x="13170" y="14493"/>
                </a:lnTo>
                <a:lnTo>
                  <a:pt x="13463" y="15005"/>
                </a:lnTo>
                <a:lnTo>
                  <a:pt x="13757" y="15549"/>
                </a:lnTo>
                <a:lnTo>
                  <a:pt x="14037" y="16076"/>
                </a:lnTo>
                <a:lnTo>
                  <a:pt x="14302" y="16653"/>
                </a:lnTo>
                <a:lnTo>
                  <a:pt x="14512" y="17214"/>
                </a:lnTo>
                <a:lnTo>
                  <a:pt x="14736" y="17808"/>
                </a:lnTo>
                <a:lnTo>
                  <a:pt x="14903" y="18418"/>
                </a:lnTo>
                <a:lnTo>
                  <a:pt x="15085" y="19028"/>
                </a:lnTo>
                <a:lnTo>
                  <a:pt x="15211" y="19654"/>
                </a:lnTo>
                <a:lnTo>
                  <a:pt x="15323" y="20297"/>
                </a:lnTo>
                <a:lnTo>
                  <a:pt x="15435" y="20957"/>
                </a:lnTo>
                <a:lnTo>
                  <a:pt x="15477" y="21600"/>
                </a:lnTo>
                <a:lnTo>
                  <a:pt x="18594" y="18550"/>
                </a:lnTo>
                <a:close/>
              </a:path>
            </a:pathLst>
          </a:custGeom>
          <a:solidFill>
            <a:srgbClr val="234770"/>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09" name="Shape 10109"/>
          <p:cNvSpPr/>
          <p:nvPr/>
        </p:nvSpPr>
        <p:spPr>
          <a:xfrm>
            <a:off x="14524718" y="4612181"/>
            <a:ext cx="2648929" cy="31261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6120"/>
                </a:moveTo>
                <a:lnTo>
                  <a:pt x="3065" y="3004"/>
                </a:lnTo>
                <a:lnTo>
                  <a:pt x="82" y="0"/>
                </a:lnTo>
                <a:lnTo>
                  <a:pt x="1104" y="70"/>
                </a:lnTo>
                <a:lnTo>
                  <a:pt x="2125" y="196"/>
                </a:lnTo>
                <a:lnTo>
                  <a:pt x="3114" y="349"/>
                </a:lnTo>
                <a:lnTo>
                  <a:pt x="4119" y="545"/>
                </a:lnTo>
                <a:lnTo>
                  <a:pt x="5058" y="782"/>
                </a:lnTo>
                <a:lnTo>
                  <a:pt x="6014" y="1048"/>
                </a:lnTo>
                <a:lnTo>
                  <a:pt x="6936" y="1355"/>
                </a:lnTo>
                <a:lnTo>
                  <a:pt x="7843" y="1705"/>
                </a:lnTo>
                <a:lnTo>
                  <a:pt x="8716" y="2096"/>
                </a:lnTo>
                <a:lnTo>
                  <a:pt x="9556" y="2487"/>
                </a:lnTo>
                <a:lnTo>
                  <a:pt x="10380" y="2948"/>
                </a:lnTo>
                <a:lnTo>
                  <a:pt x="11171" y="3395"/>
                </a:lnTo>
                <a:lnTo>
                  <a:pt x="11978" y="3898"/>
                </a:lnTo>
                <a:lnTo>
                  <a:pt x="12719" y="4443"/>
                </a:lnTo>
                <a:lnTo>
                  <a:pt x="13411" y="5016"/>
                </a:lnTo>
                <a:lnTo>
                  <a:pt x="14103" y="5575"/>
                </a:lnTo>
                <a:lnTo>
                  <a:pt x="14746" y="6203"/>
                </a:lnTo>
                <a:lnTo>
                  <a:pt x="15389" y="6846"/>
                </a:lnTo>
                <a:lnTo>
                  <a:pt x="15949" y="7489"/>
                </a:lnTo>
                <a:lnTo>
                  <a:pt x="16525" y="8187"/>
                </a:lnTo>
                <a:lnTo>
                  <a:pt x="17036" y="8886"/>
                </a:lnTo>
                <a:lnTo>
                  <a:pt x="17497" y="9626"/>
                </a:lnTo>
                <a:lnTo>
                  <a:pt x="17926" y="10367"/>
                </a:lnTo>
                <a:lnTo>
                  <a:pt x="18321" y="11135"/>
                </a:lnTo>
                <a:lnTo>
                  <a:pt x="18667" y="11918"/>
                </a:lnTo>
                <a:lnTo>
                  <a:pt x="18980" y="12714"/>
                </a:lnTo>
                <a:lnTo>
                  <a:pt x="19244" y="13552"/>
                </a:lnTo>
                <a:lnTo>
                  <a:pt x="19475" y="14377"/>
                </a:lnTo>
                <a:lnTo>
                  <a:pt x="19656" y="15229"/>
                </a:lnTo>
                <a:lnTo>
                  <a:pt x="19788" y="16095"/>
                </a:lnTo>
                <a:lnTo>
                  <a:pt x="19854" y="16961"/>
                </a:lnTo>
                <a:lnTo>
                  <a:pt x="19886" y="17842"/>
                </a:lnTo>
                <a:lnTo>
                  <a:pt x="21600" y="17842"/>
                </a:lnTo>
                <a:lnTo>
                  <a:pt x="16278" y="21600"/>
                </a:lnTo>
                <a:lnTo>
                  <a:pt x="10973" y="17842"/>
                </a:lnTo>
                <a:lnTo>
                  <a:pt x="12686" y="17842"/>
                </a:lnTo>
                <a:lnTo>
                  <a:pt x="12670" y="17269"/>
                </a:lnTo>
                <a:lnTo>
                  <a:pt x="12621" y="16710"/>
                </a:lnTo>
                <a:lnTo>
                  <a:pt x="12538" y="16165"/>
                </a:lnTo>
                <a:lnTo>
                  <a:pt x="12406" y="15592"/>
                </a:lnTo>
                <a:lnTo>
                  <a:pt x="12275" y="15047"/>
                </a:lnTo>
                <a:lnTo>
                  <a:pt x="12093" y="14530"/>
                </a:lnTo>
                <a:lnTo>
                  <a:pt x="11912" y="13999"/>
                </a:lnTo>
                <a:lnTo>
                  <a:pt x="11681" y="13497"/>
                </a:lnTo>
                <a:lnTo>
                  <a:pt x="11434" y="13008"/>
                </a:lnTo>
                <a:lnTo>
                  <a:pt x="11154" y="12505"/>
                </a:lnTo>
                <a:lnTo>
                  <a:pt x="10528" y="11582"/>
                </a:lnTo>
                <a:lnTo>
                  <a:pt x="10166" y="11135"/>
                </a:lnTo>
                <a:lnTo>
                  <a:pt x="9787" y="10688"/>
                </a:lnTo>
                <a:lnTo>
                  <a:pt x="9408" y="10283"/>
                </a:lnTo>
                <a:lnTo>
                  <a:pt x="8996" y="9892"/>
                </a:lnTo>
                <a:lnTo>
                  <a:pt x="8551" y="9501"/>
                </a:lnTo>
                <a:lnTo>
                  <a:pt x="8090" y="9123"/>
                </a:lnTo>
                <a:lnTo>
                  <a:pt x="7612" y="8774"/>
                </a:lnTo>
                <a:lnTo>
                  <a:pt x="7118" y="8453"/>
                </a:lnTo>
                <a:lnTo>
                  <a:pt x="6607" y="8131"/>
                </a:lnTo>
                <a:lnTo>
                  <a:pt x="6063" y="7838"/>
                </a:lnTo>
                <a:lnTo>
                  <a:pt x="5519" y="7559"/>
                </a:lnTo>
                <a:lnTo>
                  <a:pt x="4399" y="7084"/>
                </a:lnTo>
                <a:lnTo>
                  <a:pt x="3806" y="6888"/>
                </a:lnTo>
                <a:lnTo>
                  <a:pt x="3180" y="6692"/>
                </a:lnTo>
                <a:lnTo>
                  <a:pt x="2570" y="6511"/>
                </a:lnTo>
                <a:lnTo>
                  <a:pt x="1961" y="6385"/>
                </a:lnTo>
                <a:lnTo>
                  <a:pt x="1318" y="6273"/>
                </a:lnTo>
                <a:lnTo>
                  <a:pt x="676" y="6189"/>
                </a:lnTo>
                <a:lnTo>
                  <a:pt x="0" y="6120"/>
                </a:lnTo>
                <a:close/>
              </a:path>
            </a:pathLst>
          </a:custGeom>
          <a:solidFill>
            <a:srgbClr val="234770"/>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10" name="Shape 10110"/>
          <p:cNvSpPr/>
          <p:nvPr/>
        </p:nvSpPr>
        <p:spPr>
          <a:xfrm>
            <a:off x="13833163" y="7362212"/>
            <a:ext cx="3122096" cy="26448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6270"/>
                </a:moveTo>
                <a:lnTo>
                  <a:pt x="3761" y="10957"/>
                </a:lnTo>
                <a:lnTo>
                  <a:pt x="3761" y="12673"/>
                </a:lnTo>
                <a:lnTo>
                  <a:pt x="4334" y="12640"/>
                </a:lnTo>
                <a:lnTo>
                  <a:pt x="4893" y="12590"/>
                </a:lnTo>
                <a:lnTo>
                  <a:pt x="5466" y="12524"/>
                </a:lnTo>
                <a:lnTo>
                  <a:pt x="6012" y="12409"/>
                </a:lnTo>
                <a:lnTo>
                  <a:pt x="6529" y="12260"/>
                </a:lnTo>
                <a:lnTo>
                  <a:pt x="7074" y="12079"/>
                </a:lnTo>
                <a:lnTo>
                  <a:pt x="7605" y="11897"/>
                </a:lnTo>
                <a:lnTo>
                  <a:pt x="8109" y="11666"/>
                </a:lnTo>
                <a:lnTo>
                  <a:pt x="8598" y="11419"/>
                </a:lnTo>
                <a:lnTo>
                  <a:pt x="9087" y="11122"/>
                </a:lnTo>
                <a:lnTo>
                  <a:pt x="9563" y="10825"/>
                </a:lnTo>
                <a:lnTo>
                  <a:pt x="10024" y="10511"/>
                </a:lnTo>
                <a:lnTo>
                  <a:pt x="10891" y="9785"/>
                </a:lnTo>
                <a:lnTo>
                  <a:pt x="11310" y="9373"/>
                </a:lnTo>
                <a:lnTo>
                  <a:pt x="11702" y="8977"/>
                </a:lnTo>
                <a:lnTo>
                  <a:pt x="12093" y="8531"/>
                </a:lnTo>
                <a:lnTo>
                  <a:pt x="12457" y="8069"/>
                </a:lnTo>
                <a:lnTo>
                  <a:pt x="12806" y="7607"/>
                </a:lnTo>
                <a:lnTo>
                  <a:pt x="13142" y="7112"/>
                </a:lnTo>
                <a:lnTo>
                  <a:pt x="13449" y="6600"/>
                </a:lnTo>
                <a:lnTo>
                  <a:pt x="13743" y="6056"/>
                </a:lnTo>
                <a:lnTo>
                  <a:pt x="14009" y="5528"/>
                </a:lnTo>
                <a:lnTo>
                  <a:pt x="14274" y="4950"/>
                </a:lnTo>
                <a:lnTo>
                  <a:pt x="14512" y="4389"/>
                </a:lnTo>
                <a:lnTo>
                  <a:pt x="14708" y="3795"/>
                </a:lnTo>
                <a:lnTo>
                  <a:pt x="14903" y="3185"/>
                </a:lnTo>
                <a:lnTo>
                  <a:pt x="15057" y="2574"/>
                </a:lnTo>
                <a:lnTo>
                  <a:pt x="15211" y="1947"/>
                </a:lnTo>
                <a:lnTo>
                  <a:pt x="15323" y="1304"/>
                </a:lnTo>
                <a:lnTo>
                  <a:pt x="15407" y="660"/>
                </a:lnTo>
                <a:lnTo>
                  <a:pt x="15477" y="0"/>
                </a:lnTo>
                <a:lnTo>
                  <a:pt x="18580" y="3053"/>
                </a:lnTo>
                <a:lnTo>
                  <a:pt x="21600" y="99"/>
                </a:lnTo>
                <a:lnTo>
                  <a:pt x="21502" y="1122"/>
                </a:lnTo>
                <a:lnTo>
                  <a:pt x="21404" y="2129"/>
                </a:lnTo>
                <a:lnTo>
                  <a:pt x="21250" y="3135"/>
                </a:lnTo>
                <a:lnTo>
                  <a:pt x="21055" y="4109"/>
                </a:lnTo>
                <a:lnTo>
                  <a:pt x="20817" y="5066"/>
                </a:lnTo>
                <a:lnTo>
                  <a:pt x="20523" y="6006"/>
                </a:lnTo>
                <a:lnTo>
                  <a:pt x="20216" y="6930"/>
                </a:lnTo>
                <a:lnTo>
                  <a:pt x="19894" y="7805"/>
                </a:lnTo>
                <a:lnTo>
                  <a:pt x="19503" y="8713"/>
                </a:lnTo>
                <a:lnTo>
                  <a:pt x="19083" y="9554"/>
                </a:lnTo>
                <a:lnTo>
                  <a:pt x="18650" y="10379"/>
                </a:lnTo>
                <a:lnTo>
                  <a:pt x="18189" y="11188"/>
                </a:lnTo>
                <a:lnTo>
                  <a:pt x="17671" y="11947"/>
                </a:lnTo>
                <a:lnTo>
                  <a:pt x="17154" y="12689"/>
                </a:lnTo>
                <a:lnTo>
                  <a:pt x="16581" y="13415"/>
                </a:lnTo>
                <a:lnTo>
                  <a:pt x="16022" y="14092"/>
                </a:lnTo>
                <a:lnTo>
                  <a:pt x="15379" y="14752"/>
                </a:lnTo>
                <a:lnTo>
                  <a:pt x="14750" y="15379"/>
                </a:lnTo>
                <a:lnTo>
                  <a:pt x="14092" y="15940"/>
                </a:lnTo>
                <a:lnTo>
                  <a:pt x="13393" y="16501"/>
                </a:lnTo>
                <a:lnTo>
                  <a:pt x="12708" y="17013"/>
                </a:lnTo>
                <a:lnTo>
                  <a:pt x="11981" y="17475"/>
                </a:lnTo>
                <a:lnTo>
                  <a:pt x="11226" y="17920"/>
                </a:lnTo>
                <a:lnTo>
                  <a:pt x="10457" y="18300"/>
                </a:lnTo>
                <a:lnTo>
                  <a:pt x="9675" y="18663"/>
                </a:lnTo>
                <a:lnTo>
                  <a:pt x="8864" y="18976"/>
                </a:lnTo>
                <a:lnTo>
                  <a:pt x="8053" y="19257"/>
                </a:lnTo>
                <a:lnTo>
                  <a:pt x="7228" y="19455"/>
                </a:lnTo>
                <a:lnTo>
                  <a:pt x="6375" y="19636"/>
                </a:lnTo>
                <a:lnTo>
                  <a:pt x="5508" y="19768"/>
                </a:lnTo>
                <a:lnTo>
                  <a:pt x="4642" y="19851"/>
                </a:lnTo>
                <a:lnTo>
                  <a:pt x="3761" y="19867"/>
                </a:lnTo>
                <a:lnTo>
                  <a:pt x="3761" y="21600"/>
                </a:lnTo>
                <a:lnTo>
                  <a:pt x="0" y="16270"/>
                </a:lnTo>
                <a:close/>
              </a:path>
            </a:pathLst>
          </a:custGeom>
          <a:solidFill>
            <a:srgbClr val="6CC0CC"/>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11" name="Shape 10111"/>
          <p:cNvSpPr/>
          <p:nvPr/>
        </p:nvSpPr>
        <p:spPr>
          <a:xfrm>
            <a:off x="11774684" y="4393796"/>
            <a:ext cx="3122096" cy="264893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006" y="18550"/>
                </a:moveTo>
                <a:lnTo>
                  <a:pt x="0" y="21534"/>
                </a:lnTo>
                <a:lnTo>
                  <a:pt x="56" y="20495"/>
                </a:lnTo>
                <a:lnTo>
                  <a:pt x="168" y="19506"/>
                </a:lnTo>
                <a:lnTo>
                  <a:pt x="350" y="18500"/>
                </a:lnTo>
                <a:lnTo>
                  <a:pt x="545" y="17527"/>
                </a:lnTo>
                <a:lnTo>
                  <a:pt x="755" y="16538"/>
                </a:lnTo>
                <a:lnTo>
                  <a:pt x="1035" y="15615"/>
                </a:lnTo>
                <a:lnTo>
                  <a:pt x="1342" y="14691"/>
                </a:lnTo>
                <a:lnTo>
                  <a:pt x="1692" y="13801"/>
                </a:lnTo>
                <a:lnTo>
                  <a:pt x="2069" y="12927"/>
                </a:lnTo>
                <a:lnTo>
                  <a:pt x="2475" y="12053"/>
                </a:lnTo>
                <a:lnTo>
                  <a:pt x="2922" y="11229"/>
                </a:lnTo>
                <a:lnTo>
                  <a:pt x="3397" y="10421"/>
                </a:lnTo>
                <a:lnTo>
                  <a:pt x="3901" y="9662"/>
                </a:lnTo>
                <a:lnTo>
                  <a:pt x="4418" y="8920"/>
                </a:lnTo>
                <a:lnTo>
                  <a:pt x="4991" y="8195"/>
                </a:lnTo>
                <a:lnTo>
                  <a:pt x="5578" y="7502"/>
                </a:lnTo>
                <a:lnTo>
                  <a:pt x="6179" y="6859"/>
                </a:lnTo>
                <a:lnTo>
                  <a:pt x="6823" y="6233"/>
                </a:lnTo>
                <a:lnTo>
                  <a:pt x="7466" y="5656"/>
                </a:lnTo>
                <a:lnTo>
                  <a:pt x="8165" y="5111"/>
                </a:lnTo>
                <a:lnTo>
                  <a:pt x="8864" y="4600"/>
                </a:lnTo>
                <a:lnTo>
                  <a:pt x="9605" y="4106"/>
                </a:lnTo>
                <a:lnTo>
                  <a:pt x="10346" y="3693"/>
                </a:lnTo>
                <a:lnTo>
                  <a:pt x="11115" y="3281"/>
                </a:lnTo>
                <a:lnTo>
                  <a:pt x="11897" y="2918"/>
                </a:lnTo>
                <a:lnTo>
                  <a:pt x="12708" y="2622"/>
                </a:lnTo>
                <a:lnTo>
                  <a:pt x="13533" y="2358"/>
                </a:lnTo>
                <a:lnTo>
                  <a:pt x="14358" y="2127"/>
                </a:lnTo>
                <a:lnTo>
                  <a:pt x="15211" y="1946"/>
                </a:lnTo>
                <a:lnTo>
                  <a:pt x="16064" y="1814"/>
                </a:lnTo>
                <a:lnTo>
                  <a:pt x="16930" y="1748"/>
                </a:lnTo>
                <a:lnTo>
                  <a:pt x="17825" y="1715"/>
                </a:lnTo>
                <a:lnTo>
                  <a:pt x="17825" y="0"/>
                </a:lnTo>
                <a:lnTo>
                  <a:pt x="21600" y="5309"/>
                </a:lnTo>
                <a:lnTo>
                  <a:pt x="17825" y="10635"/>
                </a:lnTo>
                <a:lnTo>
                  <a:pt x="17825" y="8920"/>
                </a:lnTo>
                <a:lnTo>
                  <a:pt x="17252" y="8937"/>
                </a:lnTo>
                <a:lnTo>
                  <a:pt x="16693" y="8986"/>
                </a:lnTo>
                <a:lnTo>
                  <a:pt x="16120" y="9069"/>
                </a:lnTo>
                <a:lnTo>
                  <a:pt x="15574" y="9201"/>
                </a:lnTo>
                <a:lnTo>
                  <a:pt x="15029" y="9316"/>
                </a:lnTo>
                <a:lnTo>
                  <a:pt x="14512" y="9497"/>
                </a:lnTo>
                <a:lnTo>
                  <a:pt x="13995" y="9712"/>
                </a:lnTo>
                <a:lnTo>
                  <a:pt x="12988" y="10173"/>
                </a:lnTo>
                <a:lnTo>
                  <a:pt x="12485" y="10454"/>
                </a:lnTo>
                <a:lnTo>
                  <a:pt x="12023" y="10767"/>
                </a:lnTo>
                <a:lnTo>
                  <a:pt x="11562" y="11097"/>
                </a:lnTo>
                <a:lnTo>
                  <a:pt x="11115" y="11460"/>
                </a:lnTo>
                <a:lnTo>
                  <a:pt x="10681" y="11822"/>
                </a:lnTo>
                <a:lnTo>
                  <a:pt x="10262" y="12202"/>
                </a:lnTo>
                <a:lnTo>
                  <a:pt x="9870" y="12630"/>
                </a:lnTo>
                <a:lnTo>
                  <a:pt x="9479" y="13075"/>
                </a:lnTo>
                <a:lnTo>
                  <a:pt x="9101" y="13537"/>
                </a:lnTo>
                <a:lnTo>
                  <a:pt x="8752" y="13999"/>
                </a:lnTo>
                <a:lnTo>
                  <a:pt x="8430" y="14493"/>
                </a:lnTo>
                <a:lnTo>
                  <a:pt x="8123" y="15005"/>
                </a:lnTo>
                <a:lnTo>
                  <a:pt x="7815" y="15549"/>
                </a:lnTo>
                <a:lnTo>
                  <a:pt x="7563" y="16076"/>
                </a:lnTo>
                <a:lnTo>
                  <a:pt x="7298" y="16653"/>
                </a:lnTo>
                <a:lnTo>
                  <a:pt x="7074" y="17214"/>
                </a:lnTo>
                <a:lnTo>
                  <a:pt x="6864" y="17808"/>
                </a:lnTo>
                <a:lnTo>
                  <a:pt x="6683" y="18418"/>
                </a:lnTo>
                <a:lnTo>
                  <a:pt x="6515" y="19028"/>
                </a:lnTo>
                <a:lnTo>
                  <a:pt x="6375" y="19654"/>
                </a:lnTo>
                <a:lnTo>
                  <a:pt x="6249" y="20297"/>
                </a:lnTo>
                <a:lnTo>
                  <a:pt x="6165" y="20957"/>
                </a:lnTo>
                <a:lnTo>
                  <a:pt x="6096" y="21600"/>
                </a:lnTo>
                <a:lnTo>
                  <a:pt x="3006" y="18550"/>
                </a:lnTo>
                <a:close/>
              </a:path>
            </a:pathLst>
          </a:custGeom>
          <a:solidFill>
            <a:srgbClr val="6CC0CC"/>
          </a:solidFill>
          <a:ln w="12700">
            <a:solidFill>
              <a:srgbClr val="FFFFFF"/>
            </a:solidFil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112" name="Shape 10112"/>
          <p:cNvSpPr/>
          <p:nvPr/>
        </p:nvSpPr>
        <p:spPr>
          <a:xfrm>
            <a:off x="8442471" y="7074875"/>
            <a:ext cx="3086286" cy="416273"/>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lnSpc>
                <a:spcPts val="3400"/>
              </a:lnSpc>
              <a:defRPr b="1" sz="2600">
                <a:latin typeface="Montserrat"/>
                <a:ea typeface="Montserrat"/>
                <a:cs typeface="Montserrat"/>
                <a:sym typeface="Montserrat"/>
              </a:defRPr>
            </a:lvl1pPr>
          </a:lstStyle>
          <a:p>
            <a:pPr/>
            <a:r>
              <a:t>A</a:t>
            </a:r>
          </a:p>
        </p:txBody>
      </p:sp>
      <p:sp>
        <p:nvSpPr>
          <p:cNvPr id="10113" name="Shape 10113"/>
          <p:cNvSpPr/>
          <p:nvPr/>
        </p:nvSpPr>
        <p:spPr>
          <a:xfrm>
            <a:off x="12855244" y="7074875"/>
            <a:ext cx="3086285" cy="416273"/>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lnSpc>
                <a:spcPts val="3400"/>
              </a:lnSpc>
              <a:defRPr b="1" sz="2600">
                <a:latin typeface="Montserrat"/>
                <a:ea typeface="Montserrat"/>
                <a:cs typeface="Montserrat"/>
                <a:sym typeface="Montserrat"/>
              </a:defRPr>
            </a:lvl1pPr>
          </a:lstStyle>
          <a:p>
            <a:pPr/>
            <a:r>
              <a:t>B</a:t>
            </a:r>
          </a:p>
        </p:txBody>
      </p:sp>
      <p:sp>
        <p:nvSpPr>
          <p:cNvPr id="10114" name="Shape 10114"/>
          <p:cNvSpPr/>
          <p:nvPr/>
        </p:nvSpPr>
        <p:spPr>
          <a:xfrm>
            <a:off x="7362694" y="3748508"/>
            <a:ext cx="146228" cy="146229"/>
          </a:xfrm>
          <a:prstGeom prst="ellipse">
            <a:avLst/>
          </a:prstGeom>
          <a:ln w="12700">
            <a:solidFill>
              <a:srgbClr val="D3D9D9"/>
            </a:solidFill>
            <a:miter/>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115" name="Shape 10115"/>
          <p:cNvSpPr/>
          <p:nvPr/>
        </p:nvSpPr>
        <p:spPr>
          <a:xfrm>
            <a:off x="7339617" y="10210626"/>
            <a:ext cx="146229" cy="146229"/>
          </a:xfrm>
          <a:prstGeom prst="ellipse">
            <a:avLst/>
          </a:prstGeom>
          <a:ln w="12700">
            <a:solidFill>
              <a:srgbClr val="D3D9D9"/>
            </a:solidFill>
            <a:miter/>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116" name="Shape 10116"/>
          <p:cNvSpPr/>
          <p:nvPr/>
        </p:nvSpPr>
        <p:spPr>
          <a:xfrm>
            <a:off x="16844477" y="10229355"/>
            <a:ext cx="146229" cy="146229"/>
          </a:xfrm>
          <a:prstGeom prst="ellipse">
            <a:avLst/>
          </a:prstGeom>
          <a:ln w="12700">
            <a:solidFill>
              <a:srgbClr val="D3D9D9"/>
            </a:solidFill>
            <a:miter/>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117" name="Shape 10117"/>
          <p:cNvSpPr/>
          <p:nvPr/>
        </p:nvSpPr>
        <p:spPr>
          <a:xfrm>
            <a:off x="16882146" y="3723377"/>
            <a:ext cx="146229" cy="146229"/>
          </a:xfrm>
          <a:prstGeom prst="ellipse">
            <a:avLst/>
          </a:prstGeom>
          <a:ln w="12700">
            <a:solidFill>
              <a:srgbClr val="D3D9D9"/>
            </a:solidFill>
            <a:miter/>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118" name="Shape 10118"/>
          <p:cNvSpPr/>
          <p:nvPr/>
        </p:nvSpPr>
        <p:spPr>
          <a:xfrm>
            <a:off x="6809533" y="3496454"/>
            <a:ext cx="419228" cy="600076"/>
          </a:xfrm>
          <a:prstGeom prst="rect">
            <a:avLst/>
          </a:prstGeom>
          <a:ln w="12700">
            <a:miter lim="400000"/>
          </a:ln>
          <a:extLst>
            <a:ext uri="{C572A759-6A51-4108-AA02-DFA0A04FC94B}">
              <ma14:wrappingTextBoxFlag xmlns:ma14="http://schemas.microsoft.com/office/mac/drawingml/2011/main" val="1"/>
            </a:ext>
          </a:extLst>
        </p:spPr>
        <p:txBody>
          <a:bodyPr wrap="none" lIns="71437" tIns="71437" rIns="71437" bIns="71437" anchor="ctr">
            <a:spAutoFit/>
          </a:bodyPr>
          <a:lstStyle>
            <a:lvl1pPr algn="l" defTabSz="1828432">
              <a:spcBef>
                <a:spcPts val="1300"/>
              </a:spcBef>
              <a:defRPr sz="3000">
                <a:latin typeface="Montserrat"/>
                <a:ea typeface="Montserrat"/>
                <a:cs typeface="Montserrat"/>
                <a:sym typeface="Montserrat"/>
              </a:defRPr>
            </a:lvl1pPr>
          </a:lstStyle>
          <a:p>
            <a:pPr/>
            <a:r>
              <a:t>X</a:t>
            </a:r>
          </a:p>
        </p:txBody>
      </p:sp>
      <p:sp>
        <p:nvSpPr>
          <p:cNvPr id="10119" name="Shape 10119"/>
          <p:cNvSpPr/>
          <p:nvPr/>
        </p:nvSpPr>
        <p:spPr>
          <a:xfrm>
            <a:off x="340483" y="5677446"/>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3000">
                <a:latin typeface="Montserrat"/>
                <a:ea typeface="Montserrat"/>
                <a:cs typeface="Montserrat"/>
                <a:sym typeface="Montserrat"/>
              </a:defRPr>
            </a:lvl1pPr>
          </a:lstStyle>
          <a:p>
            <a:pPr/>
            <a:r>
              <a:t>X</a:t>
            </a:r>
          </a:p>
        </p:txBody>
      </p:sp>
      <p:sp>
        <p:nvSpPr>
          <p:cNvPr id="10120" name="Shape 10120"/>
          <p:cNvSpPr/>
          <p:nvPr/>
        </p:nvSpPr>
        <p:spPr>
          <a:xfrm>
            <a:off x="165601" y="7781038"/>
            <a:ext cx="6235956"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3000">
                <a:latin typeface="Montserrat"/>
                <a:ea typeface="Montserrat"/>
                <a:cs typeface="Montserrat"/>
                <a:sym typeface="Montserrat"/>
              </a:defRPr>
            </a:lvl1pPr>
          </a:lstStyle>
          <a:p>
            <a:pPr/>
            <a:r>
              <a:t>X</a:t>
            </a:r>
          </a:p>
        </p:txBody>
      </p:sp>
      <p:sp>
        <p:nvSpPr>
          <p:cNvPr id="10121" name="Shape 10121"/>
          <p:cNvSpPr/>
          <p:nvPr/>
        </p:nvSpPr>
        <p:spPr>
          <a:xfrm>
            <a:off x="17063688" y="10002432"/>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3000">
                <a:latin typeface="Montserrat"/>
                <a:ea typeface="Montserrat"/>
                <a:cs typeface="Montserrat"/>
                <a:sym typeface="Montserrat"/>
              </a:defRPr>
            </a:lvl1pPr>
          </a:lstStyle>
          <a:p>
            <a:pPr/>
            <a:r>
              <a:t>X</a:t>
            </a:r>
          </a:p>
        </p:txBody>
      </p:sp>
      <p:sp>
        <p:nvSpPr>
          <p:cNvPr id="10122" name="Shape 10122"/>
          <p:cNvSpPr/>
          <p:nvPr/>
        </p:nvSpPr>
        <p:spPr>
          <a:xfrm>
            <a:off x="863478" y="10002431"/>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3000">
                <a:latin typeface="Montserrat"/>
                <a:ea typeface="Montserrat"/>
                <a:cs typeface="Montserrat"/>
                <a:sym typeface="Montserrat"/>
              </a:defRPr>
            </a:lvl1pPr>
          </a:lstStyle>
          <a:p>
            <a:pPr/>
            <a:r>
              <a:t>X</a:t>
            </a:r>
          </a:p>
        </p:txBody>
      </p:sp>
      <p:sp>
        <p:nvSpPr>
          <p:cNvPr id="10123" name="Shape 10123"/>
          <p:cNvSpPr/>
          <p:nvPr/>
        </p:nvSpPr>
        <p:spPr>
          <a:xfrm>
            <a:off x="17077066" y="3489033"/>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3000">
                <a:latin typeface="Montserrat"/>
                <a:ea typeface="Montserrat"/>
                <a:cs typeface="Montserrat"/>
                <a:sym typeface="Montserrat"/>
              </a:defRPr>
            </a:lvl1pPr>
          </a:lstStyle>
          <a:p>
            <a:pPr/>
            <a:r>
              <a:t>X</a:t>
            </a:r>
          </a:p>
        </p:txBody>
      </p:sp>
      <p:sp>
        <p:nvSpPr>
          <p:cNvPr id="10124" name="Shape 10124"/>
          <p:cNvSpPr/>
          <p:nvPr/>
        </p:nvSpPr>
        <p:spPr>
          <a:xfrm>
            <a:off x="17828752" y="5677446"/>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3000">
                <a:latin typeface="Montserrat"/>
                <a:ea typeface="Montserrat"/>
                <a:cs typeface="Montserrat"/>
                <a:sym typeface="Montserrat"/>
              </a:defRPr>
            </a:lvl1pPr>
          </a:lstStyle>
          <a:p>
            <a:pPr/>
            <a:r>
              <a:t>X</a:t>
            </a:r>
          </a:p>
        </p:txBody>
      </p:sp>
      <p:sp>
        <p:nvSpPr>
          <p:cNvPr id="10125" name="Shape 10125"/>
          <p:cNvSpPr/>
          <p:nvPr/>
        </p:nvSpPr>
        <p:spPr>
          <a:xfrm>
            <a:off x="17828752" y="7781038"/>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3000">
                <a:latin typeface="Montserrat"/>
                <a:ea typeface="Montserrat"/>
                <a:cs typeface="Montserrat"/>
                <a:sym typeface="Montserrat"/>
              </a:defRPr>
            </a:lvl1pPr>
          </a:lstStyle>
          <a:p>
            <a:pPr/>
            <a:r>
              <a:t>X</a:t>
            </a:r>
          </a:p>
        </p:txBody>
      </p:sp>
    </p:spTree>
  </p:cSld>
  <p:clrMapOvr>
    <a:masterClrMapping/>
  </p:clrMapOvr>
  <p:transition xmlns:p14="http://schemas.microsoft.com/office/powerpoint/2010/main" spd="med" advClick="1" p14:dur="1000"/>
</p:sld>
</file>

<file path=ppt/slides/slide25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129" name="Shape 10129"/>
          <p:cNvSpPr/>
          <p:nvPr>
            <p:ph type="title"/>
          </p:nvPr>
        </p:nvSpPr>
        <p:spPr>
          <a:prstGeom prst="rect">
            <a:avLst/>
          </a:prstGeom>
        </p:spPr>
        <p:txBody>
          <a:bodyPr/>
          <a:lstStyle/>
          <a:p>
            <a:pPr/>
            <a:r>
              <a:t>División de tiempos</a:t>
            </a:r>
          </a:p>
        </p:txBody>
      </p:sp>
      <p:graphicFrame>
        <p:nvGraphicFramePr>
          <p:cNvPr id="10130" name="Chart 10130"/>
          <p:cNvGraphicFramePr/>
          <p:nvPr/>
        </p:nvGraphicFramePr>
        <p:xfrm>
          <a:off x="9545397" y="6178846"/>
          <a:ext cx="4700781" cy="4700781"/>
        </p:xfrm>
        <a:graphic xmlns:a="http://schemas.openxmlformats.org/drawingml/2006/main">
          <a:graphicData uri="http://schemas.openxmlformats.org/drawingml/2006/chart">
            <c:chart xmlns:c="http://schemas.openxmlformats.org/drawingml/2006/chart" r:id="rId3"/>
          </a:graphicData>
        </a:graphic>
      </p:graphicFrame>
      <p:sp>
        <p:nvSpPr>
          <p:cNvPr id="10131" name="Shape 10131"/>
          <p:cNvSpPr/>
          <p:nvPr/>
        </p:nvSpPr>
        <p:spPr>
          <a:xfrm>
            <a:off x="8831525" y="3565138"/>
            <a:ext cx="6128420" cy="801544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9257" y="0"/>
                  <a:pt x="8005" y="957"/>
                  <a:pt x="8005" y="2137"/>
                </a:cubicBezTo>
                <a:cubicBezTo>
                  <a:pt x="8005" y="3092"/>
                  <a:pt x="8825" y="3900"/>
                  <a:pt x="9957" y="4173"/>
                </a:cubicBezTo>
                <a:lnTo>
                  <a:pt x="9957" y="5110"/>
                </a:lnTo>
                <a:cubicBezTo>
                  <a:pt x="8880" y="5173"/>
                  <a:pt x="7848" y="5359"/>
                  <a:pt x="6883" y="5646"/>
                </a:cubicBezTo>
                <a:lnTo>
                  <a:pt x="5938" y="4398"/>
                </a:lnTo>
                <a:lnTo>
                  <a:pt x="4064" y="5235"/>
                </a:lnTo>
                <a:lnTo>
                  <a:pt x="4948" y="6402"/>
                </a:lnTo>
                <a:cubicBezTo>
                  <a:pt x="1971" y="7872"/>
                  <a:pt x="0" y="10431"/>
                  <a:pt x="0" y="13342"/>
                </a:cubicBezTo>
                <a:cubicBezTo>
                  <a:pt x="0" y="17903"/>
                  <a:pt x="4835" y="21600"/>
                  <a:pt x="10800" y="21600"/>
                </a:cubicBezTo>
                <a:cubicBezTo>
                  <a:pt x="16765" y="21600"/>
                  <a:pt x="21600" y="17903"/>
                  <a:pt x="21600" y="13342"/>
                </a:cubicBezTo>
                <a:cubicBezTo>
                  <a:pt x="21600" y="10431"/>
                  <a:pt x="19629" y="7872"/>
                  <a:pt x="16652" y="6402"/>
                </a:cubicBezTo>
                <a:lnTo>
                  <a:pt x="17536" y="5235"/>
                </a:lnTo>
                <a:lnTo>
                  <a:pt x="15662" y="4398"/>
                </a:lnTo>
                <a:lnTo>
                  <a:pt x="14717" y="5646"/>
                </a:lnTo>
                <a:cubicBezTo>
                  <a:pt x="13752" y="5359"/>
                  <a:pt x="12719" y="5173"/>
                  <a:pt x="11642" y="5110"/>
                </a:cubicBezTo>
                <a:lnTo>
                  <a:pt x="11642" y="4173"/>
                </a:lnTo>
                <a:cubicBezTo>
                  <a:pt x="12773" y="3900"/>
                  <a:pt x="13593" y="3092"/>
                  <a:pt x="13593" y="2137"/>
                </a:cubicBezTo>
                <a:cubicBezTo>
                  <a:pt x="13593" y="957"/>
                  <a:pt x="12343" y="0"/>
                  <a:pt x="10800" y="0"/>
                </a:cubicBezTo>
                <a:close/>
                <a:moveTo>
                  <a:pt x="10800" y="782"/>
                </a:moveTo>
                <a:cubicBezTo>
                  <a:pt x="11778" y="782"/>
                  <a:pt x="12571" y="1389"/>
                  <a:pt x="12571" y="2137"/>
                </a:cubicBezTo>
                <a:cubicBezTo>
                  <a:pt x="12571" y="2651"/>
                  <a:pt x="12195" y="3099"/>
                  <a:pt x="11642" y="3328"/>
                </a:cubicBezTo>
                <a:lnTo>
                  <a:pt x="11642" y="2347"/>
                </a:lnTo>
                <a:lnTo>
                  <a:pt x="9957" y="2347"/>
                </a:lnTo>
                <a:lnTo>
                  <a:pt x="9957" y="3328"/>
                </a:lnTo>
                <a:cubicBezTo>
                  <a:pt x="9404" y="3099"/>
                  <a:pt x="9029" y="2651"/>
                  <a:pt x="9029" y="2137"/>
                </a:cubicBezTo>
                <a:cubicBezTo>
                  <a:pt x="9029" y="1389"/>
                  <a:pt x="9822" y="782"/>
                  <a:pt x="10800" y="782"/>
                </a:cubicBezTo>
                <a:close/>
                <a:moveTo>
                  <a:pt x="10800" y="6425"/>
                </a:moveTo>
                <a:cubicBezTo>
                  <a:pt x="15797" y="6425"/>
                  <a:pt x="19847" y="9522"/>
                  <a:pt x="19847" y="13342"/>
                </a:cubicBezTo>
                <a:cubicBezTo>
                  <a:pt x="19847" y="17163"/>
                  <a:pt x="15797" y="20260"/>
                  <a:pt x="10800" y="20260"/>
                </a:cubicBezTo>
                <a:cubicBezTo>
                  <a:pt x="5803" y="20260"/>
                  <a:pt x="1752" y="17163"/>
                  <a:pt x="1752" y="13342"/>
                </a:cubicBezTo>
                <a:cubicBezTo>
                  <a:pt x="1752" y="9522"/>
                  <a:pt x="5803" y="6425"/>
                  <a:pt x="10800" y="6425"/>
                </a:cubicBezTo>
                <a:close/>
                <a:moveTo>
                  <a:pt x="10648" y="7457"/>
                </a:moveTo>
                <a:lnTo>
                  <a:pt x="10648" y="8433"/>
                </a:lnTo>
                <a:lnTo>
                  <a:pt x="11000" y="8433"/>
                </a:lnTo>
                <a:cubicBezTo>
                  <a:pt x="11000" y="8433"/>
                  <a:pt x="11000" y="7457"/>
                  <a:pt x="11000" y="7457"/>
                </a:cubicBezTo>
                <a:lnTo>
                  <a:pt x="10648" y="7457"/>
                </a:lnTo>
                <a:close/>
                <a:moveTo>
                  <a:pt x="7031" y="8244"/>
                </a:moveTo>
                <a:lnTo>
                  <a:pt x="6890" y="8306"/>
                </a:lnTo>
                <a:lnTo>
                  <a:pt x="7185" y="8697"/>
                </a:lnTo>
                <a:lnTo>
                  <a:pt x="7326" y="8635"/>
                </a:lnTo>
                <a:cubicBezTo>
                  <a:pt x="7326" y="8635"/>
                  <a:pt x="7031" y="8244"/>
                  <a:pt x="7031" y="8244"/>
                </a:cubicBezTo>
                <a:close/>
                <a:moveTo>
                  <a:pt x="14611" y="8244"/>
                </a:moveTo>
                <a:cubicBezTo>
                  <a:pt x="14611" y="8244"/>
                  <a:pt x="14316" y="8635"/>
                  <a:pt x="14316" y="8635"/>
                </a:cubicBezTo>
                <a:lnTo>
                  <a:pt x="14457" y="8697"/>
                </a:lnTo>
                <a:lnTo>
                  <a:pt x="14752" y="8306"/>
                </a:lnTo>
                <a:lnTo>
                  <a:pt x="14611" y="8244"/>
                </a:lnTo>
                <a:close/>
                <a:moveTo>
                  <a:pt x="4152" y="10364"/>
                </a:moveTo>
                <a:lnTo>
                  <a:pt x="4071" y="10472"/>
                </a:lnTo>
                <a:lnTo>
                  <a:pt x="4583" y="10698"/>
                </a:lnTo>
                <a:lnTo>
                  <a:pt x="4664" y="10590"/>
                </a:lnTo>
                <a:cubicBezTo>
                  <a:pt x="4664" y="10590"/>
                  <a:pt x="4152" y="10364"/>
                  <a:pt x="4152" y="10364"/>
                </a:cubicBezTo>
                <a:close/>
                <a:moveTo>
                  <a:pt x="17467" y="10364"/>
                </a:moveTo>
                <a:cubicBezTo>
                  <a:pt x="17467" y="10364"/>
                  <a:pt x="16956" y="10590"/>
                  <a:pt x="16956" y="10590"/>
                </a:cubicBezTo>
                <a:lnTo>
                  <a:pt x="17037" y="10698"/>
                </a:lnTo>
                <a:lnTo>
                  <a:pt x="17548" y="10472"/>
                </a:lnTo>
                <a:lnTo>
                  <a:pt x="17467" y="10364"/>
                </a:lnTo>
                <a:close/>
                <a:moveTo>
                  <a:pt x="3087" y="13238"/>
                </a:moveTo>
                <a:lnTo>
                  <a:pt x="3087" y="13507"/>
                </a:lnTo>
                <a:cubicBezTo>
                  <a:pt x="3087" y="13507"/>
                  <a:pt x="4363" y="13507"/>
                  <a:pt x="4363" y="13507"/>
                </a:cubicBezTo>
                <a:lnTo>
                  <a:pt x="4363" y="13238"/>
                </a:lnTo>
                <a:lnTo>
                  <a:pt x="3087" y="13238"/>
                </a:lnTo>
                <a:close/>
                <a:moveTo>
                  <a:pt x="17269" y="13238"/>
                </a:moveTo>
                <a:lnTo>
                  <a:pt x="17269" y="13507"/>
                </a:lnTo>
                <a:cubicBezTo>
                  <a:pt x="17269" y="13507"/>
                  <a:pt x="18545" y="13507"/>
                  <a:pt x="18545" y="13507"/>
                </a:cubicBezTo>
                <a:lnTo>
                  <a:pt x="18545" y="13238"/>
                </a:lnTo>
                <a:lnTo>
                  <a:pt x="17269" y="13238"/>
                </a:lnTo>
                <a:close/>
                <a:moveTo>
                  <a:pt x="4583" y="16043"/>
                </a:moveTo>
                <a:cubicBezTo>
                  <a:pt x="4583" y="16043"/>
                  <a:pt x="4071" y="16268"/>
                  <a:pt x="4071" y="16268"/>
                </a:cubicBezTo>
                <a:lnTo>
                  <a:pt x="4152" y="16376"/>
                </a:lnTo>
                <a:lnTo>
                  <a:pt x="4664" y="16151"/>
                </a:lnTo>
                <a:lnTo>
                  <a:pt x="4583" y="16043"/>
                </a:lnTo>
                <a:close/>
                <a:moveTo>
                  <a:pt x="17037" y="16043"/>
                </a:moveTo>
                <a:lnTo>
                  <a:pt x="16956" y="16151"/>
                </a:lnTo>
                <a:lnTo>
                  <a:pt x="17467" y="16376"/>
                </a:lnTo>
                <a:lnTo>
                  <a:pt x="17548" y="16268"/>
                </a:lnTo>
                <a:cubicBezTo>
                  <a:pt x="17548" y="16268"/>
                  <a:pt x="17037" y="16043"/>
                  <a:pt x="17037" y="16043"/>
                </a:cubicBezTo>
                <a:close/>
                <a:moveTo>
                  <a:pt x="7185" y="18061"/>
                </a:moveTo>
                <a:cubicBezTo>
                  <a:pt x="7185" y="18061"/>
                  <a:pt x="6890" y="18452"/>
                  <a:pt x="6890" y="18452"/>
                </a:cubicBezTo>
                <a:lnTo>
                  <a:pt x="7031" y="18514"/>
                </a:lnTo>
                <a:lnTo>
                  <a:pt x="7326" y="18123"/>
                </a:lnTo>
                <a:lnTo>
                  <a:pt x="7185" y="18061"/>
                </a:lnTo>
                <a:close/>
                <a:moveTo>
                  <a:pt x="14457" y="18061"/>
                </a:moveTo>
                <a:lnTo>
                  <a:pt x="14316" y="18123"/>
                </a:lnTo>
                <a:lnTo>
                  <a:pt x="14611" y="18514"/>
                </a:lnTo>
                <a:lnTo>
                  <a:pt x="14752" y="18452"/>
                </a:lnTo>
                <a:cubicBezTo>
                  <a:pt x="14752" y="18452"/>
                  <a:pt x="14457" y="18061"/>
                  <a:pt x="14457" y="18061"/>
                </a:cubicBezTo>
                <a:close/>
                <a:moveTo>
                  <a:pt x="10648" y="18300"/>
                </a:moveTo>
                <a:lnTo>
                  <a:pt x="10648" y="19276"/>
                </a:lnTo>
                <a:lnTo>
                  <a:pt x="11000" y="19276"/>
                </a:lnTo>
                <a:cubicBezTo>
                  <a:pt x="11000" y="19276"/>
                  <a:pt x="11000" y="18300"/>
                  <a:pt x="11000" y="18300"/>
                </a:cubicBezTo>
                <a:lnTo>
                  <a:pt x="10648" y="18300"/>
                </a:lnTo>
                <a:close/>
              </a:path>
            </a:pathLst>
          </a:custGeom>
          <a:solidFill>
            <a:srgbClr val="E0E1E1"/>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132" name="Shape 10132"/>
          <p:cNvSpPr/>
          <p:nvPr/>
        </p:nvSpPr>
        <p:spPr>
          <a:xfrm>
            <a:off x="6637357" y="4819262"/>
            <a:ext cx="1959010" cy="889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914400">
              <a:defRPr b="1" sz="5800">
                <a:solidFill>
                  <a:srgbClr val="464646"/>
                </a:solidFill>
                <a:latin typeface="Helvetica"/>
                <a:ea typeface="Helvetica"/>
                <a:cs typeface="Helvetica"/>
                <a:sym typeface="Helvetica"/>
              </a:defRPr>
            </a:lvl1pPr>
          </a:lstStyle>
          <a:p>
            <a:pPr>
              <a:defRPr b="0">
                <a:solidFill>
                  <a:srgbClr val="000000"/>
                </a:solidFill>
              </a:defRPr>
            </a:pPr>
            <a:r>
              <a:rPr b="1">
                <a:solidFill>
                  <a:srgbClr val="464646"/>
                </a:solidFill>
              </a:rPr>
              <a:t>10%</a:t>
            </a:r>
          </a:p>
        </p:txBody>
      </p:sp>
      <p:sp>
        <p:nvSpPr>
          <p:cNvPr id="10133" name="Shape 10133"/>
          <p:cNvSpPr/>
          <p:nvPr/>
        </p:nvSpPr>
        <p:spPr>
          <a:xfrm>
            <a:off x="6637357" y="7921986"/>
            <a:ext cx="1959010" cy="889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914400">
              <a:defRPr b="1" sz="5800">
                <a:solidFill>
                  <a:srgbClr val="464646"/>
                </a:solidFill>
                <a:latin typeface="Helvetica"/>
                <a:ea typeface="Helvetica"/>
                <a:cs typeface="Helvetica"/>
                <a:sym typeface="Helvetica"/>
              </a:defRPr>
            </a:lvl1pPr>
          </a:lstStyle>
          <a:p>
            <a:pPr>
              <a:defRPr b="0">
                <a:solidFill>
                  <a:srgbClr val="000000"/>
                </a:solidFill>
              </a:defRPr>
            </a:pPr>
            <a:r>
              <a:rPr b="1">
                <a:solidFill>
                  <a:srgbClr val="464646"/>
                </a:solidFill>
              </a:rPr>
              <a:t>10%</a:t>
            </a:r>
          </a:p>
        </p:txBody>
      </p:sp>
      <p:sp>
        <p:nvSpPr>
          <p:cNvPr id="10134" name="Shape 10134"/>
          <p:cNvSpPr/>
          <p:nvPr/>
        </p:nvSpPr>
        <p:spPr>
          <a:xfrm>
            <a:off x="15198700" y="8521124"/>
            <a:ext cx="1959009" cy="889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914400">
              <a:defRPr b="1" sz="5800">
                <a:solidFill>
                  <a:srgbClr val="464646"/>
                </a:solidFill>
                <a:latin typeface="Helvetica"/>
                <a:ea typeface="Helvetica"/>
                <a:cs typeface="Helvetica"/>
                <a:sym typeface="Helvetica"/>
              </a:defRPr>
            </a:lvl1pPr>
          </a:lstStyle>
          <a:p>
            <a:pPr>
              <a:defRPr b="0">
                <a:solidFill>
                  <a:srgbClr val="000000"/>
                </a:solidFill>
              </a:defRPr>
            </a:pPr>
            <a:r>
              <a:rPr b="1">
                <a:solidFill>
                  <a:srgbClr val="464646"/>
                </a:solidFill>
              </a:rPr>
              <a:t>10%</a:t>
            </a:r>
          </a:p>
        </p:txBody>
      </p:sp>
      <p:grpSp>
        <p:nvGrpSpPr>
          <p:cNvPr id="10138" name="Group 10138"/>
          <p:cNvGrpSpPr/>
          <p:nvPr/>
        </p:nvGrpSpPr>
        <p:grpSpPr>
          <a:xfrm>
            <a:off x="6723233" y="5735707"/>
            <a:ext cx="4493734" cy="491269"/>
            <a:chOff x="0" y="0"/>
            <a:chExt cx="4493732" cy="491268"/>
          </a:xfrm>
        </p:grpSpPr>
        <p:sp>
          <p:nvSpPr>
            <p:cNvPr id="10135" name="Shape 10135"/>
            <p:cNvSpPr/>
            <p:nvPr/>
          </p:nvSpPr>
          <p:spPr>
            <a:xfrm flipH="1" flipV="1">
              <a:off x="170599" y="85302"/>
              <a:ext cx="4323135" cy="3394"/>
            </a:xfrm>
            <a:prstGeom prst="line">
              <a:avLst/>
            </a:prstGeom>
            <a:noFill/>
            <a:ln w="12700" cap="flat">
              <a:solidFill>
                <a:srgbClr val="BFBFBF"/>
              </a:solidFill>
              <a:prstDash val="solid"/>
              <a:bevel/>
            </a:ln>
            <a:effectLst/>
          </p:spPr>
          <p:txBody>
            <a:bodyPr wrap="square" lIns="121856" tIns="121856" rIns="121856" bIns="121856" numCol="1" anchor="t">
              <a:noAutofit/>
            </a:bodyPr>
            <a:lstStyle/>
            <a:p>
              <a:pPr algn="l" defTabSz="457200">
                <a:defRPr sz="3200">
                  <a:latin typeface="Helvetica"/>
                  <a:ea typeface="Helvetica"/>
                  <a:cs typeface="Helvetica"/>
                  <a:sym typeface="Helvetica"/>
                </a:defRPr>
              </a:pPr>
            </a:p>
          </p:txBody>
        </p:sp>
        <p:sp>
          <p:nvSpPr>
            <p:cNvPr id="10136" name="Shape 10136"/>
            <p:cNvSpPr/>
            <p:nvPr/>
          </p:nvSpPr>
          <p:spPr>
            <a:xfrm>
              <a:off x="4483833" y="82504"/>
              <a:ext cx="1" cy="408765"/>
            </a:xfrm>
            <a:prstGeom prst="line">
              <a:avLst/>
            </a:prstGeom>
            <a:noFill/>
            <a:ln w="12700" cap="flat">
              <a:solidFill>
                <a:srgbClr val="BFBFBF"/>
              </a:solidFill>
              <a:prstDash val="solid"/>
              <a:bevel/>
            </a:ln>
            <a:effectLst/>
          </p:spPr>
          <p:txBody>
            <a:bodyPr wrap="square" lIns="121856" tIns="121856" rIns="121856" bIns="121856" numCol="1" anchor="t">
              <a:noAutofit/>
            </a:bodyPr>
            <a:lstStyle/>
            <a:p>
              <a:pPr algn="l" defTabSz="457200">
                <a:defRPr sz="3200">
                  <a:latin typeface="Helvetica"/>
                  <a:ea typeface="Helvetica"/>
                  <a:cs typeface="Helvetica"/>
                  <a:sym typeface="Helvetica"/>
                </a:defRPr>
              </a:pPr>
            </a:p>
          </p:txBody>
        </p:sp>
        <p:sp>
          <p:nvSpPr>
            <p:cNvPr id="10137" name="Shape 10137"/>
            <p:cNvSpPr/>
            <p:nvPr/>
          </p:nvSpPr>
          <p:spPr>
            <a:xfrm rot="10800000">
              <a:off x="0" y="0"/>
              <a:ext cx="170689" cy="170689"/>
            </a:xfrm>
            <a:prstGeom prst="ellipse">
              <a:avLst/>
            </a:prstGeom>
            <a:solidFill>
              <a:srgbClr val="FFFFFF"/>
            </a:solidFill>
            <a:ln w="12700" cap="flat">
              <a:solidFill>
                <a:srgbClr val="BFBFBF"/>
              </a:solidFill>
              <a:prstDash val="solid"/>
              <a:bevel/>
              <a:tailEnd type="triangle" w="med" len="med"/>
            </a:ln>
            <a:effectLst/>
          </p:spPr>
          <p:txBody>
            <a:bodyPr wrap="square" lIns="121856" tIns="121856" rIns="121856" bIns="121856" numCol="1" anchor="ctr">
              <a:noAutofit/>
            </a:bodyPr>
            <a:lstStyle/>
            <a:p>
              <a:pPr defTabSz="914400">
                <a:defRPr sz="4800">
                  <a:solidFill>
                    <a:srgbClr val="FFFFFF"/>
                  </a:solidFill>
                  <a:latin typeface="Calibri"/>
                  <a:ea typeface="Calibri"/>
                  <a:cs typeface="Calibri"/>
                  <a:sym typeface="Calibri"/>
                </a:defRPr>
              </a:pPr>
            </a:p>
          </p:txBody>
        </p:sp>
      </p:grpSp>
      <p:grpSp>
        <p:nvGrpSpPr>
          <p:cNvPr id="10141" name="Group 10141"/>
          <p:cNvGrpSpPr/>
          <p:nvPr/>
        </p:nvGrpSpPr>
        <p:grpSpPr>
          <a:xfrm>
            <a:off x="6716886" y="8844130"/>
            <a:ext cx="2745347" cy="170689"/>
            <a:chOff x="0" y="0"/>
            <a:chExt cx="2745345" cy="170688"/>
          </a:xfrm>
        </p:grpSpPr>
        <p:sp>
          <p:nvSpPr>
            <p:cNvPr id="10139" name="Shape 10139"/>
            <p:cNvSpPr/>
            <p:nvPr/>
          </p:nvSpPr>
          <p:spPr>
            <a:xfrm>
              <a:off x="170599" y="85299"/>
              <a:ext cx="2574747" cy="4233"/>
            </a:xfrm>
            <a:prstGeom prst="line">
              <a:avLst/>
            </a:prstGeom>
            <a:noFill/>
            <a:ln w="12700" cap="flat">
              <a:solidFill>
                <a:srgbClr val="BFBFBF"/>
              </a:solidFill>
              <a:prstDash val="solid"/>
              <a:bevel/>
            </a:ln>
            <a:effectLst/>
          </p:spPr>
          <p:txBody>
            <a:bodyPr wrap="square" lIns="121856" tIns="121856" rIns="121856" bIns="121856" numCol="1" anchor="t">
              <a:noAutofit/>
            </a:bodyPr>
            <a:lstStyle/>
            <a:p>
              <a:pPr algn="l" defTabSz="457200">
                <a:defRPr sz="3200">
                  <a:latin typeface="Helvetica"/>
                  <a:ea typeface="Helvetica"/>
                  <a:cs typeface="Helvetica"/>
                  <a:sym typeface="Helvetica"/>
                </a:defRPr>
              </a:pPr>
            </a:p>
          </p:txBody>
        </p:sp>
        <p:sp>
          <p:nvSpPr>
            <p:cNvPr id="10140" name="Shape 10140"/>
            <p:cNvSpPr/>
            <p:nvPr/>
          </p:nvSpPr>
          <p:spPr>
            <a:xfrm>
              <a:off x="-1" y="0"/>
              <a:ext cx="170689" cy="170689"/>
            </a:xfrm>
            <a:prstGeom prst="ellipse">
              <a:avLst/>
            </a:prstGeom>
            <a:solidFill>
              <a:srgbClr val="FFFFFF"/>
            </a:solidFill>
            <a:ln w="12700" cap="flat">
              <a:solidFill>
                <a:srgbClr val="BFBFBF"/>
              </a:solidFill>
              <a:prstDash val="solid"/>
              <a:bevel/>
              <a:tailEnd type="triangle" w="med" len="med"/>
            </a:ln>
            <a:effectLst/>
          </p:spPr>
          <p:txBody>
            <a:bodyPr wrap="square" lIns="121856" tIns="121856" rIns="121856" bIns="121856" numCol="1" anchor="ctr">
              <a:noAutofit/>
            </a:bodyPr>
            <a:lstStyle/>
            <a:p>
              <a:pPr defTabSz="914400">
                <a:defRPr sz="4800">
                  <a:solidFill>
                    <a:srgbClr val="FFFFFF"/>
                  </a:solidFill>
                  <a:latin typeface="Calibri"/>
                  <a:ea typeface="Calibri"/>
                  <a:cs typeface="Calibri"/>
                  <a:sym typeface="Calibri"/>
                </a:defRPr>
              </a:pPr>
            </a:p>
          </p:txBody>
        </p:sp>
      </p:grpSp>
      <p:grpSp>
        <p:nvGrpSpPr>
          <p:cNvPr id="10145" name="Group 10145"/>
          <p:cNvGrpSpPr/>
          <p:nvPr/>
        </p:nvGrpSpPr>
        <p:grpSpPr>
          <a:xfrm>
            <a:off x="12582086" y="5735630"/>
            <a:ext cx="4430263" cy="501192"/>
            <a:chOff x="21968" y="0"/>
            <a:chExt cx="4430262" cy="501191"/>
          </a:xfrm>
        </p:grpSpPr>
        <p:sp>
          <p:nvSpPr>
            <p:cNvPr id="10142" name="Shape 10142"/>
            <p:cNvSpPr/>
            <p:nvPr/>
          </p:nvSpPr>
          <p:spPr>
            <a:xfrm flipV="1">
              <a:off x="21968" y="85302"/>
              <a:ext cx="4262074" cy="3394"/>
            </a:xfrm>
            <a:prstGeom prst="line">
              <a:avLst/>
            </a:prstGeom>
            <a:noFill/>
            <a:ln w="12700" cap="flat">
              <a:solidFill>
                <a:srgbClr val="BFBFBF"/>
              </a:solidFill>
              <a:prstDash val="solid"/>
              <a:bevel/>
            </a:ln>
            <a:effectLst/>
          </p:spPr>
          <p:txBody>
            <a:bodyPr wrap="square" lIns="121856" tIns="121856" rIns="121856" bIns="121856" numCol="1" anchor="t">
              <a:noAutofit/>
            </a:bodyPr>
            <a:lstStyle/>
            <a:p>
              <a:pPr algn="l" defTabSz="457200">
                <a:defRPr sz="3200">
                  <a:latin typeface="Helvetica"/>
                  <a:ea typeface="Helvetica"/>
                  <a:cs typeface="Helvetica"/>
                  <a:sym typeface="Helvetica"/>
                </a:defRPr>
              </a:pPr>
            </a:p>
          </p:txBody>
        </p:sp>
        <p:sp>
          <p:nvSpPr>
            <p:cNvPr id="10143" name="Shape 10143"/>
            <p:cNvSpPr/>
            <p:nvPr/>
          </p:nvSpPr>
          <p:spPr>
            <a:xfrm flipH="1">
              <a:off x="25386" y="82504"/>
              <a:ext cx="1" cy="418688"/>
            </a:xfrm>
            <a:prstGeom prst="line">
              <a:avLst/>
            </a:prstGeom>
            <a:noFill/>
            <a:ln w="12700" cap="flat">
              <a:solidFill>
                <a:srgbClr val="BFBFBF"/>
              </a:solidFill>
              <a:prstDash val="solid"/>
              <a:bevel/>
            </a:ln>
            <a:effectLst/>
          </p:spPr>
          <p:txBody>
            <a:bodyPr wrap="square" lIns="121856" tIns="121856" rIns="121856" bIns="121856" numCol="1" anchor="t">
              <a:noAutofit/>
            </a:bodyPr>
            <a:lstStyle/>
            <a:p>
              <a:pPr algn="l" defTabSz="457200">
                <a:defRPr sz="3200">
                  <a:latin typeface="Helvetica"/>
                  <a:ea typeface="Helvetica"/>
                  <a:cs typeface="Helvetica"/>
                  <a:sym typeface="Helvetica"/>
                </a:defRPr>
              </a:pPr>
            </a:p>
          </p:txBody>
        </p:sp>
        <p:sp>
          <p:nvSpPr>
            <p:cNvPr id="10144" name="Shape 10144"/>
            <p:cNvSpPr/>
            <p:nvPr/>
          </p:nvSpPr>
          <p:spPr>
            <a:xfrm flipH="1" rot="10800000">
              <a:off x="4284040" y="0"/>
              <a:ext cx="168191" cy="170600"/>
            </a:xfrm>
            <a:prstGeom prst="ellipse">
              <a:avLst/>
            </a:prstGeom>
            <a:solidFill>
              <a:srgbClr val="FFFFFF"/>
            </a:solidFill>
            <a:ln w="12700" cap="flat">
              <a:solidFill>
                <a:srgbClr val="BFBFBF"/>
              </a:solidFill>
              <a:prstDash val="solid"/>
              <a:bevel/>
              <a:tailEnd type="triangle" w="med" len="med"/>
            </a:ln>
            <a:effectLst/>
          </p:spPr>
          <p:txBody>
            <a:bodyPr wrap="square" lIns="121856" tIns="121856" rIns="121856" bIns="121856" numCol="1" anchor="ctr">
              <a:noAutofit/>
            </a:bodyPr>
            <a:lstStyle/>
            <a:p>
              <a:pPr defTabSz="914400">
                <a:defRPr sz="4800">
                  <a:solidFill>
                    <a:srgbClr val="FFFFFF"/>
                  </a:solidFill>
                  <a:latin typeface="Calibri"/>
                  <a:ea typeface="Calibri"/>
                  <a:cs typeface="Calibri"/>
                  <a:sym typeface="Calibri"/>
                </a:defRPr>
              </a:pPr>
            </a:p>
          </p:txBody>
        </p:sp>
      </p:grpSp>
      <p:sp>
        <p:nvSpPr>
          <p:cNvPr id="10146" name="Shape 10146"/>
          <p:cNvSpPr/>
          <p:nvPr/>
        </p:nvSpPr>
        <p:spPr>
          <a:xfrm>
            <a:off x="15031065" y="4819262"/>
            <a:ext cx="1959009" cy="8890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r" defTabSz="914400">
              <a:defRPr b="1" sz="5800">
                <a:solidFill>
                  <a:srgbClr val="464646"/>
                </a:solidFill>
                <a:latin typeface="Helvetica"/>
                <a:ea typeface="Helvetica"/>
                <a:cs typeface="Helvetica"/>
                <a:sym typeface="Helvetica"/>
              </a:defRPr>
            </a:lvl1pPr>
          </a:lstStyle>
          <a:p>
            <a:pPr>
              <a:defRPr b="0">
                <a:solidFill>
                  <a:srgbClr val="000000"/>
                </a:solidFill>
              </a:defRPr>
            </a:pPr>
            <a:r>
              <a:rPr b="1">
                <a:solidFill>
                  <a:srgbClr val="464646"/>
                </a:solidFill>
              </a:rPr>
              <a:t>10%</a:t>
            </a:r>
          </a:p>
        </p:txBody>
      </p:sp>
      <p:grpSp>
        <p:nvGrpSpPr>
          <p:cNvPr id="10149" name="Group 10149"/>
          <p:cNvGrpSpPr/>
          <p:nvPr/>
        </p:nvGrpSpPr>
        <p:grpSpPr>
          <a:xfrm>
            <a:off x="13963794" y="9486667"/>
            <a:ext cx="3192641" cy="170600"/>
            <a:chOff x="0" y="0"/>
            <a:chExt cx="3192640" cy="170599"/>
          </a:xfrm>
        </p:grpSpPr>
        <p:sp>
          <p:nvSpPr>
            <p:cNvPr id="10147" name="Shape 10147"/>
            <p:cNvSpPr/>
            <p:nvPr/>
          </p:nvSpPr>
          <p:spPr>
            <a:xfrm flipH="1" flipV="1">
              <a:off x="-1" y="85299"/>
              <a:ext cx="3022043" cy="4234"/>
            </a:xfrm>
            <a:prstGeom prst="line">
              <a:avLst/>
            </a:prstGeom>
            <a:noFill/>
            <a:ln w="12700" cap="flat">
              <a:solidFill>
                <a:srgbClr val="BFBFBF"/>
              </a:solidFill>
              <a:prstDash val="solid"/>
              <a:bevel/>
            </a:ln>
            <a:effectLst/>
          </p:spPr>
          <p:txBody>
            <a:bodyPr wrap="square" lIns="121856" tIns="121856" rIns="121856" bIns="121856" numCol="1" anchor="t">
              <a:noAutofit/>
            </a:bodyPr>
            <a:lstStyle/>
            <a:p>
              <a:pPr algn="l" defTabSz="457200">
                <a:defRPr sz="3200">
                  <a:latin typeface="Helvetica"/>
                  <a:ea typeface="Helvetica"/>
                  <a:cs typeface="Helvetica"/>
                  <a:sym typeface="Helvetica"/>
                </a:defRPr>
              </a:pPr>
            </a:p>
          </p:txBody>
        </p:sp>
        <p:sp>
          <p:nvSpPr>
            <p:cNvPr id="10148" name="Shape 10148"/>
            <p:cNvSpPr/>
            <p:nvPr/>
          </p:nvSpPr>
          <p:spPr>
            <a:xfrm rot="10800000">
              <a:off x="3022041" y="-1"/>
              <a:ext cx="170600" cy="170601"/>
            </a:xfrm>
            <a:prstGeom prst="ellipse">
              <a:avLst/>
            </a:prstGeom>
            <a:solidFill>
              <a:srgbClr val="FFFFFF"/>
            </a:solidFill>
            <a:ln w="12700" cap="flat">
              <a:solidFill>
                <a:srgbClr val="BFBFBF"/>
              </a:solidFill>
              <a:prstDash val="solid"/>
              <a:bevel/>
              <a:tailEnd type="triangle" w="med" len="med"/>
            </a:ln>
            <a:effectLst/>
          </p:spPr>
          <p:txBody>
            <a:bodyPr wrap="square" lIns="121856" tIns="121856" rIns="121856" bIns="121856" numCol="1" anchor="ctr">
              <a:noAutofit/>
            </a:bodyPr>
            <a:lstStyle/>
            <a:p>
              <a:pPr defTabSz="914400">
                <a:defRPr sz="4800">
                  <a:solidFill>
                    <a:srgbClr val="FFFFFF"/>
                  </a:solidFill>
                  <a:latin typeface="Calibri"/>
                  <a:ea typeface="Calibri"/>
                  <a:cs typeface="Calibri"/>
                  <a:sym typeface="Calibri"/>
                </a:defRPr>
              </a:pPr>
            </a:p>
          </p:txBody>
        </p:sp>
      </p:grpSp>
      <p:sp>
        <p:nvSpPr>
          <p:cNvPr id="10150" name="Shape 10150"/>
          <p:cNvSpPr/>
          <p:nvPr/>
        </p:nvSpPr>
        <p:spPr>
          <a:xfrm>
            <a:off x="17536821" y="4792274"/>
            <a:ext cx="6235955" cy="9302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5200">
                <a:latin typeface="Montserrat"/>
                <a:ea typeface="Montserrat"/>
                <a:cs typeface="Montserrat"/>
                <a:sym typeface="Montserrat"/>
              </a:defRPr>
            </a:lvl1pPr>
          </a:lstStyle>
          <a:p>
            <a:pPr/>
            <a:r>
              <a:t>X</a:t>
            </a:r>
          </a:p>
        </p:txBody>
      </p:sp>
      <p:sp>
        <p:nvSpPr>
          <p:cNvPr id="10151" name="Shape 10151"/>
          <p:cNvSpPr/>
          <p:nvPr/>
        </p:nvSpPr>
        <p:spPr>
          <a:xfrm>
            <a:off x="17536821" y="8725017"/>
            <a:ext cx="6235955" cy="9302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5200">
                <a:latin typeface="Montserrat"/>
                <a:ea typeface="Montserrat"/>
                <a:cs typeface="Montserrat"/>
                <a:sym typeface="Montserrat"/>
              </a:defRPr>
            </a:lvl1pPr>
          </a:lstStyle>
          <a:p>
            <a:pPr/>
            <a:r>
              <a:t>X</a:t>
            </a:r>
          </a:p>
        </p:txBody>
      </p:sp>
      <p:sp>
        <p:nvSpPr>
          <p:cNvPr id="10152" name="Shape 10152"/>
          <p:cNvSpPr/>
          <p:nvPr/>
        </p:nvSpPr>
        <p:spPr>
          <a:xfrm>
            <a:off x="18696" y="4792274"/>
            <a:ext cx="5968464" cy="9302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5200">
                <a:latin typeface="Montserrat"/>
                <a:ea typeface="Montserrat"/>
                <a:cs typeface="Montserrat"/>
                <a:sym typeface="Montserrat"/>
              </a:defRPr>
            </a:lvl1pPr>
          </a:lstStyle>
          <a:p>
            <a:pPr/>
            <a:r>
              <a:t>X</a:t>
            </a:r>
          </a:p>
        </p:txBody>
      </p:sp>
      <p:sp>
        <p:nvSpPr>
          <p:cNvPr id="10153" name="Shape 10153"/>
          <p:cNvSpPr/>
          <p:nvPr/>
        </p:nvSpPr>
        <p:spPr>
          <a:xfrm>
            <a:off x="18696" y="8064099"/>
            <a:ext cx="5968464" cy="9302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5200">
                <a:latin typeface="Montserrat"/>
                <a:ea typeface="Montserrat"/>
                <a:cs typeface="Montserrat"/>
                <a:sym typeface="Montserrat"/>
              </a:defRPr>
            </a:lvl1pPr>
          </a:lstStyle>
          <a:p>
            <a:pPr/>
            <a:r>
              <a:t>X</a:t>
            </a:r>
          </a:p>
        </p:txBody>
      </p:sp>
    </p:spTree>
  </p:cSld>
  <p:clrMapOvr>
    <a:masterClrMapping/>
  </p:clrMapOvr>
  <p:transition xmlns:p14="http://schemas.microsoft.com/office/powerpoint/2010/main" spd="med" advClick="1" p14:dur="1000"/>
</p:sld>
</file>

<file path=ppt/slides/slide25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157" name="Shape 10157"/>
          <p:cNvSpPr/>
          <p:nvPr/>
        </p:nvSpPr>
        <p:spPr>
          <a:xfrm>
            <a:off x="6435549" y="7981122"/>
            <a:ext cx="11512902" cy="11512902"/>
          </a:xfrm>
          <a:prstGeom prst="ellipse">
            <a:avLst/>
          </a:prstGeom>
          <a:ln w="25400">
            <a:solidFill>
              <a:srgbClr val="FFFFFF"/>
            </a:solidFill>
            <a:miter lim="400000"/>
          </a:ln>
        </p:spPr>
        <p:txBody>
          <a:bodyPr lIns="50800" tIns="50800" rIns="50800" bIns="50800" anchor="ctr"/>
          <a:lstStyle/>
          <a:p>
            <a:pPr defTabSz="825500">
              <a:defRPr sz="3200"/>
            </a:pPr>
          </a:p>
        </p:txBody>
      </p:sp>
      <p:sp>
        <p:nvSpPr>
          <p:cNvPr id="10158" name="Shape 10158"/>
          <p:cNvSpPr/>
          <p:nvPr/>
        </p:nvSpPr>
        <p:spPr>
          <a:xfrm>
            <a:off x="16909498" y="10686731"/>
            <a:ext cx="1653825" cy="1653825"/>
          </a:xfrm>
          <a:prstGeom prst="ellipse">
            <a:avLst/>
          </a:prstGeom>
          <a:solidFill>
            <a:srgbClr val="6CC0CC"/>
          </a:solidFill>
          <a:ln w="12700">
            <a:solidFill>
              <a:srgbClr val="FFFFFF"/>
            </a:solidFill>
            <a:miter lim="400000"/>
          </a:ln>
        </p:spPr>
        <p:txBody>
          <a:bodyPr lIns="50800" tIns="50800" rIns="50800" bIns="50800" anchor="ctr"/>
          <a:lstStyle/>
          <a:p>
            <a:pPr defTabSz="825500">
              <a:defRPr sz="3200"/>
            </a:pPr>
          </a:p>
        </p:txBody>
      </p:sp>
      <p:sp>
        <p:nvSpPr>
          <p:cNvPr id="10159" name="Shape 10159"/>
          <p:cNvSpPr/>
          <p:nvPr/>
        </p:nvSpPr>
        <p:spPr>
          <a:xfrm>
            <a:off x="15027397" y="8228320"/>
            <a:ext cx="1653825" cy="1653825"/>
          </a:xfrm>
          <a:prstGeom prst="ellipse">
            <a:avLst/>
          </a:prstGeom>
          <a:solidFill>
            <a:srgbClr val="6CC0CC"/>
          </a:solidFill>
          <a:ln w="12700">
            <a:solidFill>
              <a:srgbClr val="FFFFFF"/>
            </a:solidFill>
            <a:miter lim="400000"/>
          </a:ln>
        </p:spPr>
        <p:txBody>
          <a:bodyPr lIns="50800" tIns="50800" rIns="50800" bIns="50800" anchor="ctr"/>
          <a:lstStyle/>
          <a:p>
            <a:pPr defTabSz="825500">
              <a:defRPr sz="3200"/>
            </a:pPr>
          </a:p>
        </p:txBody>
      </p:sp>
      <p:sp>
        <p:nvSpPr>
          <p:cNvPr id="10160" name="Shape 10160"/>
          <p:cNvSpPr/>
          <p:nvPr/>
        </p:nvSpPr>
        <p:spPr>
          <a:xfrm>
            <a:off x="7702778" y="8228320"/>
            <a:ext cx="1653826" cy="1653825"/>
          </a:xfrm>
          <a:prstGeom prst="ellipse">
            <a:avLst/>
          </a:prstGeom>
          <a:solidFill>
            <a:srgbClr val="6CC0CC"/>
          </a:solidFill>
          <a:ln w="12700">
            <a:solidFill>
              <a:srgbClr val="FFFFFF"/>
            </a:solidFill>
            <a:miter lim="400000"/>
          </a:ln>
        </p:spPr>
        <p:txBody>
          <a:bodyPr lIns="50800" tIns="50800" rIns="50800" bIns="50800" anchor="ctr"/>
          <a:lstStyle/>
          <a:p>
            <a:pPr defTabSz="825500">
              <a:defRPr sz="3200"/>
            </a:pPr>
          </a:p>
        </p:txBody>
      </p:sp>
      <p:sp>
        <p:nvSpPr>
          <p:cNvPr id="10161" name="Shape 10161"/>
          <p:cNvSpPr/>
          <p:nvPr/>
        </p:nvSpPr>
        <p:spPr>
          <a:xfrm>
            <a:off x="5820677" y="10686731"/>
            <a:ext cx="1653825" cy="1653825"/>
          </a:xfrm>
          <a:prstGeom prst="ellipse">
            <a:avLst/>
          </a:prstGeom>
          <a:solidFill>
            <a:srgbClr val="6CC0CC"/>
          </a:solidFill>
          <a:ln w="12700">
            <a:solidFill>
              <a:srgbClr val="FFFFFF"/>
            </a:solidFill>
            <a:miter lim="400000"/>
          </a:ln>
        </p:spPr>
        <p:txBody>
          <a:bodyPr lIns="50800" tIns="50800" rIns="50800" bIns="50800" anchor="ctr"/>
          <a:lstStyle/>
          <a:p>
            <a:pPr defTabSz="825500">
              <a:defRPr sz="3200"/>
            </a:pPr>
          </a:p>
        </p:txBody>
      </p:sp>
      <p:sp>
        <p:nvSpPr>
          <p:cNvPr id="10162" name="Shape 10162"/>
          <p:cNvSpPr/>
          <p:nvPr/>
        </p:nvSpPr>
        <p:spPr>
          <a:xfrm>
            <a:off x="11365087" y="7095331"/>
            <a:ext cx="1653826" cy="1653825"/>
          </a:xfrm>
          <a:prstGeom prst="ellipse">
            <a:avLst/>
          </a:prstGeom>
          <a:solidFill>
            <a:srgbClr val="6CC0CC"/>
          </a:solidFill>
          <a:ln w="12700">
            <a:solidFill>
              <a:srgbClr val="FFFFFF"/>
            </a:solidFill>
            <a:miter lim="400000"/>
          </a:ln>
        </p:spPr>
        <p:txBody>
          <a:bodyPr lIns="50800" tIns="50800" rIns="50800" bIns="50800" anchor="ctr"/>
          <a:lstStyle/>
          <a:p>
            <a:pPr defTabSz="825500">
              <a:defRPr sz="3200"/>
            </a:pPr>
          </a:p>
        </p:txBody>
      </p:sp>
      <p:sp>
        <p:nvSpPr>
          <p:cNvPr id="10163" name="Shape 10163"/>
          <p:cNvSpPr/>
          <p:nvPr/>
        </p:nvSpPr>
        <p:spPr>
          <a:xfrm>
            <a:off x="9841610" y="10340008"/>
            <a:ext cx="4700780"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spcBef>
                <a:spcPts val="1200"/>
              </a:spcBef>
              <a:defRPr b="1" sz="3600">
                <a:solidFill>
                  <a:srgbClr val="FFFFFF"/>
                </a:solidFill>
                <a:latin typeface="Helvetica"/>
                <a:ea typeface="Helvetica"/>
                <a:cs typeface="Helvetica"/>
                <a:sym typeface="Helvetica"/>
              </a:defRPr>
            </a:lvl1pPr>
          </a:lstStyle>
          <a:p>
            <a:pPr>
              <a:defRPr b="0"/>
            </a:pPr>
            <a:r>
              <a:rPr b="1"/>
              <a:t>Título</a:t>
            </a:r>
          </a:p>
        </p:txBody>
      </p:sp>
      <p:sp>
        <p:nvSpPr>
          <p:cNvPr id="10164" name="Shape 10164"/>
          <p:cNvSpPr/>
          <p:nvPr/>
        </p:nvSpPr>
        <p:spPr>
          <a:xfrm>
            <a:off x="931858" y="8470669"/>
            <a:ext cx="6235956"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3000">
                <a:solidFill>
                  <a:srgbClr val="FFFFFF"/>
                </a:solidFill>
                <a:latin typeface="Montserrat"/>
                <a:ea typeface="Montserrat"/>
                <a:cs typeface="Montserrat"/>
                <a:sym typeface="Montserrat"/>
              </a:defRPr>
            </a:lvl1pPr>
          </a:lstStyle>
          <a:p>
            <a:pPr/>
            <a:r>
              <a:t>X</a:t>
            </a:r>
          </a:p>
        </p:txBody>
      </p:sp>
      <p:sp>
        <p:nvSpPr>
          <p:cNvPr id="10165" name="Shape 10165"/>
          <p:cNvSpPr/>
          <p:nvPr/>
        </p:nvSpPr>
        <p:spPr>
          <a:xfrm>
            <a:off x="-958242" y="11213606"/>
            <a:ext cx="6235955"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r" defTabSz="1828432">
              <a:spcBef>
                <a:spcPts val="1300"/>
              </a:spcBef>
              <a:defRPr sz="3000">
                <a:solidFill>
                  <a:srgbClr val="FFFFFF"/>
                </a:solidFill>
                <a:latin typeface="Montserrat"/>
                <a:ea typeface="Montserrat"/>
                <a:cs typeface="Montserrat"/>
                <a:sym typeface="Montserrat"/>
              </a:defRPr>
            </a:lvl1pPr>
          </a:lstStyle>
          <a:p>
            <a:pPr/>
            <a:r>
              <a:t>X</a:t>
            </a:r>
          </a:p>
        </p:txBody>
      </p:sp>
      <p:sp>
        <p:nvSpPr>
          <p:cNvPr id="10166" name="Shape 10166"/>
          <p:cNvSpPr/>
          <p:nvPr/>
        </p:nvSpPr>
        <p:spPr>
          <a:xfrm>
            <a:off x="10741928" y="6136571"/>
            <a:ext cx="2900144"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defTabSz="1828432">
              <a:spcBef>
                <a:spcPts val="1300"/>
              </a:spcBef>
              <a:defRPr sz="3000">
                <a:solidFill>
                  <a:srgbClr val="FFFFFF"/>
                </a:solidFill>
                <a:latin typeface="Montserrat"/>
                <a:ea typeface="Montserrat"/>
                <a:cs typeface="Montserrat"/>
                <a:sym typeface="Montserrat"/>
              </a:defRPr>
            </a:lvl1pPr>
          </a:lstStyle>
          <a:p>
            <a:pPr/>
            <a:r>
              <a:t>X</a:t>
            </a:r>
          </a:p>
        </p:txBody>
      </p:sp>
      <p:sp>
        <p:nvSpPr>
          <p:cNvPr id="10167" name="Shape 10167"/>
          <p:cNvSpPr/>
          <p:nvPr/>
        </p:nvSpPr>
        <p:spPr>
          <a:xfrm>
            <a:off x="17216186" y="8470669"/>
            <a:ext cx="2900143" cy="600076"/>
          </a:xfrm>
          <a:prstGeom prst="rect">
            <a:avLst/>
          </a:prstGeom>
          <a:ln w="12700">
            <a:miter lim="400000"/>
          </a:ln>
          <a:extLst>
            <a:ext uri="{C572A759-6A51-4108-AA02-DFA0A04FC94B}">
              <ma14:wrappingTextBoxFlag xmlns:ma14="http://schemas.microsoft.com/office/mac/drawingml/2011/main" val="1"/>
            </a:ext>
          </a:extLst>
        </p:spPr>
        <p:txBody>
          <a:bodyPr lIns="71437" tIns="71437" rIns="71437" bIns="71437" anchor="ctr">
            <a:spAutoFit/>
          </a:bodyPr>
          <a:lstStyle>
            <a:lvl1pPr algn="l" defTabSz="1828432">
              <a:spcBef>
                <a:spcPts val="1300"/>
              </a:spcBef>
              <a:defRPr sz="3000">
                <a:solidFill>
                  <a:srgbClr val="FFFFFF"/>
                </a:solidFill>
                <a:latin typeface="Montserrat"/>
                <a:ea typeface="Montserrat"/>
                <a:cs typeface="Montserrat"/>
                <a:sym typeface="Montserrat"/>
              </a:defRPr>
            </a:lvl1pPr>
          </a:lstStyle>
          <a:p>
            <a:pPr/>
            <a:r>
              <a:t>X</a:t>
            </a:r>
          </a:p>
        </p:txBody>
      </p:sp>
    </p:spTree>
  </p:cSld>
  <p:clrMapOvr>
    <a:masterClrMapping/>
  </p:clrMapOvr>
  <p:transition xmlns:p14="http://schemas.microsoft.com/office/powerpoint/2010/main" spd="med" advClick="0" advTm="0"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163"/>
                                        </p:tgtEl>
                                        <p:attrNameLst>
                                          <p:attrName>style.visibility</p:attrName>
                                        </p:attrNameLst>
                                      </p:cBhvr>
                                      <p:to>
                                        <p:strVal val="visible"/>
                                      </p:to>
                                    </p:set>
                                    <p:animEffect filter="wipe(left)" transition="in">
                                      <p:cBhvr>
                                        <p:cTn id="7" dur="1000"/>
                                        <p:tgtEl>
                                          <p:spTgt spid="10163"/>
                                        </p:tgtEl>
                                      </p:cBhvr>
                                    </p:animEffect>
                                  </p:childTnLst>
                                </p:cTn>
                              </p:par>
                            </p:childTnLst>
                          </p:cTn>
                        </p:par>
                        <p:par>
                          <p:cTn id="8" fill="hold">
                            <p:stCondLst>
                              <p:cond delay="1000"/>
                            </p:stCondLst>
                            <p:childTnLst>
                              <p:par>
                                <p:cTn id="9" presetClass="entr" nodeType="afterEffect" presetSubtype="8" presetID="22" grpId="2" fill="hold">
                                  <p:stCondLst>
                                    <p:cond delay="0"/>
                                  </p:stCondLst>
                                  <p:iterate type="el" backwards="0">
                                    <p:tmAbs val="0"/>
                                  </p:iterate>
                                  <p:childTnLst>
                                    <p:set>
                                      <p:cBhvr>
                                        <p:cTn id="10" fill="hold"/>
                                        <p:tgtEl>
                                          <p:spTgt spid="10157"/>
                                        </p:tgtEl>
                                        <p:attrNameLst>
                                          <p:attrName>style.visibility</p:attrName>
                                        </p:attrNameLst>
                                      </p:cBhvr>
                                      <p:to>
                                        <p:strVal val="visible"/>
                                      </p:to>
                                    </p:set>
                                    <p:animEffect filter="wipe(left)" transition="in">
                                      <p:cBhvr>
                                        <p:cTn id="11" dur="1000"/>
                                        <p:tgtEl>
                                          <p:spTgt spid="101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157" grpId="2"/>
      <p:bldP build="whole" bldLvl="1" animBg="1" rev="0" advAuto="0" spid="10163" grpId="1"/>
    </p:bldLst>
  </p:timing>
</p:sld>
</file>

<file path=ppt/slides/slide25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169" name="Shape 10169"/>
          <p:cNvSpPr/>
          <p:nvPr>
            <p:ph type="title"/>
          </p:nvPr>
        </p:nvSpPr>
        <p:spPr>
          <a:prstGeom prst="rect">
            <a:avLst/>
          </a:prstGeom>
        </p:spPr>
        <p:txBody>
          <a:bodyPr/>
          <a:lstStyle/>
          <a:p>
            <a:pPr/>
            <a:r>
              <a:t>Beneficios </a:t>
            </a:r>
          </a:p>
        </p:txBody>
      </p:sp>
      <p:grpSp>
        <p:nvGrpSpPr>
          <p:cNvPr id="10176" name="Group 10176"/>
          <p:cNvGrpSpPr/>
          <p:nvPr/>
        </p:nvGrpSpPr>
        <p:grpSpPr>
          <a:xfrm>
            <a:off x="16797712" y="2994452"/>
            <a:ext cx="6854044" cy="11220954"/>
            <a:chOff x="0" y="0"/>
            <a:chExt cx="6854043" cy="11220952"/>
          </a:xfrm>
        </p:grpSpPr>
        <p:sp>
          <p:nvSpPr>
            <p:cNvPr id="10170" name="Shape 10170"/>
            <p:cNvSpPr/>
            <p:nvPr/>
          </p:nvSpPr>
          <p:spPr>
            <a:xfrm>
              <a:off x="42472" y="2890918"/>
              <a:ext cx="812361" cy="1158273"/>
            </a:xfrm>
            <a:custGeom>
              <a:avLst/>
              <a:gdLst/>
              <a:ahLst/>
              <a:cxnLst>
                <a:cxn ang="0">
                  <a:pos x="wd2" y="hd2"/>
                </a:cxn>
                <a:cxn ang="5400000">
                  <a:pos x="wd2" y="hd2"/>
                </a:cxn>
                <a:cxn ang="10800000">
                  <a:pos x="wd2" y="hd2"/>
                </a:cxn>
                <a:cxn ang="16200000">
                  <a:pos x="wd2" y="hd2"/>
                </a:cxn>
              </a:cxnLst>
              <a:rect l="0" t="0" r="r" b="b"/>
              <a:pathLst>
                <a:path w="20107" h="21600" fill="norm" stroke="1" extrusionOk="0">
                  <a:moveTo>
                    <a:pt x="6003" y="16695"/>
                  </a:moveTo>
                  <a:cubicBezTo>
                    <a:pt x="9307" y="19148"/>
                    <a:pt x="15406" y="20657"/>
                    <a:pt x="18836" y="21411"/>
                  </a:cubicBezTo>
                  <a:cubicBezTo>
                    <a:pt x="20107" y="21600"/>
                    <a:pt x="20107" y="21600"/>
                    <a:pt x="20107" y="21600"/>
                  </a:cubicBezTo>
                  <a:cubicBezTo>
                    <a:pt x="20107" y="20657"/>
                    <a:pt x="20107" y="20657"/>
                    <a:pt x="20107" y="20657"/>
                  </a:cubicBezTo>
                  <a:cubicBezTo>
                    <a:pt x="20107" y="755"/>
                    <a:pt x="20107" y="755"/>
                    <a:pt x="20107" y="755"/>
                  </a:cubicBezTo>
                  <a:cubicBezTo>
                    <a:pt x="20107" y="0"/>
                    <a:pt x="20107" y="0"/>
                    <a:pt x="20107" y="0"/>
                  </a:cubicBezTo>
                  <a:cubicBezTo>
                    <a:pt x="19091" y="0"/>
                    <a:pt x="19091" y="0"/>
                    <a:pt x="19091" y="0"/>
                  </a:cubicBezTo>
                  <a:cubicBezTo>
                    <a:pt x="18836" y="0"/>
                    <a:pt x="18836" y="0"/>
                    <a:pt x="18836" y="0"/>
                  </a:cubicBezTo>
                  <a:cubicBezTo>
                    <a:pt x="17185" y="0"/>
                    <a:pt x="14389" y="94"/>
                    <a:pt x="12102" y="283"/>
                  </a:cubicBezTo>
                  <a:cubicBezTo>
                    <a:pt x="9815" y="566"/>
                    <a:pt x="2827" y="1226"/>
                    <a:pt x="667" y="6037"/>
                  </a:cubicBezTo>
                  <a:cubicBezTo>
                    <a:pt x="-1493" y="10753"/>
                    <a:pt x="1938" y="13771"/>
                    <a:pt x="6003" y="16695"/>
                  </a:cubicBez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71" name="Shape 10171"/>
            <p:cNvSpPr/>
            <p:nvPr/>
          </p:nvSpPr>
          <p:spPr>
            <a:xfrm>
              <a:off x="1168993" y="3027372"/>
              <a:ext cx="5685051" cy="81935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541" y="21453"/>
                  </a:moveTo>
                  <a:cubicBezTo>
                    <a:pt x="21522" y="21440"/>
                    <a:pt x="20898" y="20001"/>
                    <a:pt x="20449" y="19042"/>
                  </a:cubicBezTo>
                  <a:cubicBezTo>
                    <a:pt x="20117" y="18389"/>
                    <a:pt x="19649" y="17762"/>
                    <a:pt x="19317" y="17363"/>
                  </a:cubicBezTo>
                  <a:cubicBezTo>
                    <a:pt x="19161" y="17176"/>
                    <a:pt x="19044" y="17016"/>
                    <a:pt x="19005" y="16950"/>
                  </a:cubicBezTo>
                  <a:cubicBezTo>
                    <a:pt x="18966" y="16856"/>
                    <a:pt x="18927" y="16656"/>
                    <a:pt x="18927" y="16350"/>
                  </a:cubicBezTo>
                  <a:cubicBezTo>
                    <a:pt x="18927" y="15937"/>
                    <a:pt x="18927" y="15937"/>
                    <a:pt x="18927" y="15937"/>
                  </a:cubicBezTo>
                  <a:cubicBezTo>
                    <a:pt x="18966" y="15590"/>
                    <a:pt x="19024" y="15217"/>
                    <a:pt x="19122" y="14844"/>
                  </a:cubicBezTo>
                  <a:cubicBezTo>
                    <a:pt x="19239" y="14404"/>
                    <a:pt x="19376" y="13765"/>
                    <a:pt x="19532" y="13099"/>
                  </a:cubicBezTo>
                  <a:cubicBezTo>
                    <a:pt x="19766" y="12086"/>
                    <a:pt x="20000" y="11047"/>
                    <a:pt x="20137" y="10673"/>
                  </a:cubicBezTo>
                  <a:cubicBezTo>
                    <a:pt x="20156" y="10620"/>
                    <a:pt x="20176" y="10567"/>
                    <a:pt x="20195" y="10514"/>
                  </a:cubicBezTo>
                  <a:cubicBezTo>
                    <a:pt x="20371" y="9981"/>
                    <a:pt x="20527" y="9567"/>
                    <a:pt x="20098" y="8368"/>
                  </a:cubicBezTo>
                  <a:cubicBezTo>
                    <a:pt x="19824" y="7569"/>
                    <a:pt x="19688" y="7049"/>
                    <a:pt x="19571" y="6663"/>
                  </a:cubicBezTo>
                  <a:cubicBezTo>
                    <a:pt x="19512" y="6449"/>
                    <a:pt x="19454" y="6276"/>
                    <a:pt x="19415" y="6130"/>
                  </a:cubicBezTo>
                  <a:cubicBezTo>
                    <a:pt x="19239" y="5623"/>
                    <a:pt x="19141" y="5263"/>
                    <a:pt x="19122" y="5024"/>
                  </a:cubicBezTo>
                  <a:cubicBezTo>
                    <a:pt x="19122" y="4984"/>
                    <a:pt x="19122" y="4984"/>
                    <a:pt x="19122" y="4984"/>
                  </a:cubicBezTo>
                  <a:cubicBezTo>
                    <a:pt x="19102" y="4690"/>
                    <a:pt x="19083" y="4424"/>
                    <a:pt x="18712" y="4024"/>
                  </a:cubicBezTo>
                  <a:cubicBezTo>
                    <a:pt x="18224" y="3531"/>
                    <a:pt x="17893" y="3185"/>
                    <a:pt x="17834" y="3118"/>
                  </a:cubicBezTo>
                  <a:cubicBezTo>
                    <a:pt x="17795" y="3051"/>
                    <a:pt x="17678" y="2892"/>
                    <a:pt x="17600" y="2772"/>
                  </a:cubicBezTo>
                  <a:cubicBezTo>
                    <a:pt x="17561" y="2692"/>
                    <a:pt x="17522" y="2638"/>
                    <a:pt x="17502" y="2598"/>
                  </a:cubicBezTo>
                  <a:cubicBezTo>
                    <a:pt x="17463" y="2558"/>
                    <a:pt x="17424" y="2505"/>
                    <a:pt x="17346" y="2452"/>
                  </a:cubicBezTo>
                  <a:cubicBezTo>
                    <a:pt x="17288" y="2399"/>
                    <a:pt x="17288" y="2399"/>
                    <a:pt x="17288" y="2399"/>
                  </a:cubicBezTo>
                  <a:cubicBezTo>
                    <a:pt x="17210" y="2159"/>
                    <a:pt x="16917" y="986"/>
                    <a:pt x="16859" y="760"/>
                  </a:cubicBezTo>
                  <a:cubicBezTo>
                    <a:pt x="16800" y="533"/>
                    <a:pt x="16761" y="426"/>
                    <a:pt x="16722" y="360"/>
                  </a:cubicBezTo>
                  <a:cubicBezTo>
                    <a:pt x="16410" y="0"/>
                    <a:pt x="16410" y="0"/>
                    <a:pt x="16410" y="0"/>
                  </a:cubicBezTo>
                  <a:cubicBezTo>
                    <a:pt x="16410" y="160"/>
                    <a:pt x="16410" y="160"/>
                    <a:pt x="16410" y="160"/>
                  </a:cubicBezTo>
                  <a:cubicBezTo>
                    <a:pt x="16312" y="93"/>
                    <a:pt x="16156" y="13"/>
                    <a:pt x="15922" y="13"/>
                  </a:cubicBezTo>
                  <a:cubicBezTo>
                    <a:pt x="15902" y="13"/>
                    <a:pt x="15883" y="27"/>
                    <a:pt x="15883" y="27"/>
                  </a:cubicBezTo>
                  <a:cubicBezTo>
                    <a:pt x="15532" y="27"/>
                    <a:pt x="14517" y="67"/>
                    <a:pt x="13951" y="933"/>
                  </a:cubicBezTo>
                  <a:cubicBezTo>
                    <a:pt x="13463" y="1719"/>
                    <a:pt x="13600" y="2985"/>
                    <a:pt x="13776" y="3598"/>
                  </a:cubicBezTo>
                  <a:cubicBezTo>
                    <a:pt x="13932" y="4144"/>
                    <a:pt x="14029" y="4597"/>
                    <a:pt x="14068" y="4757"/>
                  </a:cubicBezTo>
                  <a:cubicBezTo>
                    <a:pt x="14088" y="4930"/>
                    <a:pt x="14205" y="5050"/>
                    <a:pt x="14283" y="5104"/>
                  </a:cubicBezTo>
                  <a:cubicBezTo>
                    <a:pt x="14283" y="5117"/>
                    <a:pt x="14283" y="5117"/>
                    <a:pt x="14283" y="5117"/>
                  </a:cubicBezTo>
                  <a:cubicBezTo>
                    <a:pt x="14302" y="5117"/>
                    <a:pt x="14302" y="5117"/>
                    <a:pt x="14302" y="5117"/>
                  </a:cubicBezTo>
                  <a:cubicBezTo>
                    <a:pt x="14322" y="5130"/>
                    <a:pt x="14341" y="5143"/>
                    <a:pt x="14380" y="5157"/>
                  </a:cubicBezTo>
                  <a:cubicBezTo>
                    <a:pt x="14380" y="5237"/>
                    <a:pt x="14380" y="5237"/>
                    <a:pt x="14380" y="5237"/>
                  </a:cubicBezTo>
                  <a:cubicBezTo>
                    <a:pt x="14380" y="5277"/>
                    <a:pt x="14380" y="5303"/>
                    <a:pt x="14380" y="5317"/>
                  </a:cubicBezTo>
                  <a:cubicBezTo>
                    <a:pt x="14380" y="5317"/>
                    <a:pt x="14380" y="5343"/>
                    <a:pt x="14361" y="5357"/>
                  </a:cubicBezTo>
                  <a:cubicBezTo>
                    <a:pt x="14302" y="5463"/>
                    <a:pt x="14185" y="5716"/>
                    <a:pt x="14263" y="6050"/>
                  </a:cubicBezTo>
                  <a:cubicBezTo>
                    <a:pt x="14302" y="6209"/>
                    <a:pt x="14341" y="6436"/>
                    <a:pt x="14361" y="6649"/>
                  </a:cubicBezTo>
                  <a:cubicBezTo>
                    <a:pt x="14361" y="7342"/>
                    <a:pt x="14361" y="7342"/>
                    <a:pt x="14361" y="7342"/>
                  </a:cubicBezTo>
                  <a:cubicBezTo>
                    <a:pt x="14361" y="7982"/>
                    <a:pt x="14361" y="7982"/>
                    <a:pt x="14361" y="7982"/>
                  </a:cubicBezTo>
                  <a:cubicBezTo>
                    <a:pt x="14361" y="8142"/>
                    <a:pt x="14361" y="8142"/>
                    <a:pt x="14361" y="8142"/>
                  </a:cubicBezTo>
                  <a:cubicBezTo>
                    <a:pt x="14361" y="8168"/>
                    <a:pt x="14361" y="8168"/>
                    <a:pt x="14361" y="8168"/>
                  </a:cubicBezTo>
                  <a:cubicBezTo>
                    <a:pt x="14361" y="8328"/>
                    <a:pt x="14361" y="8328"/>
                    <a:pt x="14361" y="8328"/>
                  </a:cubicBezTo>
                  <a:cubicBezTo>
                    <a:pt x="14361" y="12166"/>
                    <a:pt x="14361" y="12166"/>
                    <a:pt x="14361" y="12166"/>
                  </a:cubicBezTo>
                  <a:cubicBezTo>
                    <a:pt x="14361" y="12979"/>
                    <a:pt x="13385" y="13658"/>
                    <a:pt x="12176" y="13658"/>
                  </a:cubicBezTo>
                  <a:cubicBezTo>
                    <a:pt x="995" y="13658"/>
                    <a:pt x="995" y="13658"/>
                    <a:pt x="995" y="13658"/>
                  </a:cubicBezTo>
                  <a:cubicBezTo>
                    <a:pt x="780" y="13658"/>
                    <a:pt x="566" y="13632"/>
                    <a:pt x="371" y="13592"/>
                  </a:cubicBezTo>
                  <a:cubicBezTo>
                    <a:pt x="0" y="13525"/>
                    <a:pt x="0" y="13525"/>
                    <a:pt x="0" y="13525"/>
                  </a:cubicBezTo>
                  <a:cubicBezTo>
                    <a:pt x="176" y="13738"/>
                    <a:pt x="176" y="13738"/>
                    <a:pt x="176" y="13738"/>
                  </a:cubicBezTo>
                  <a:cubicBezTo>
                    <a:pt x="195" y="13778"/>
                    <a:pt x="195" y="13778"/>
                    <a:pt x="195" y="13778"/>
                  </a:cubicBezTo>
                  <a:cubicBezTo>
                    <a:pt x="293" y="13885"/>
                    <a:pt x="371" y="13991"/>
                    <a:pt x="410" y="14031"/>
                  </a:cubicBezTo>
                  <a:cubicBezTo>
                    <a:pt x="507" y="14138"/>
                    <a:pt x="722" y="14391"/>
                    <a:pt x="761" y="14458"/>
                  </a:cubicBezTo>
                  <a:cubicBezTo>
                    <a:pt x="780" y="14484"/>
                    <a:pt x="800" y="14564"/>
                    <a:pt x="839" y="14631"/>
                  </a:cubicBezTo>
                  <a:cubicBezTo>
                    <a:pt x="898" y="14711"/>
                    <a:pt x="1151" y="14977"/>
                    <a:pt x="1659" y="15430"/>
                  </a:cubicBezTo>
                  <a:cubicBezTo>
                    <a:pt x="1737" y="15510"/>
                    <a:pt x="1737" y="15510"/>
                    <a:pt x="1737" y="15510"/>
                  </a:cubicBezTo>
                  <a:cubicBezTo>
                    <a:pt x="1893" y="15644"/>
                    <a:pt x="2068" y="15804"/>
                    <a:pt x="2283" y="15990"/>
                  </a:cubicBezTo>
                  <a:cubicBezTo>
                    <a:pt x="2751" y="16417"/>
                    <a:pt x="2751" y="16417"/>
                    <a:pt x="2751" y="16417"/>
                  </a:cubicBezTo>
                  <a:cubicBezTo>
                    <a:pt x="3278" y="16883"/>
                    <a:pt x="3707" y="17243"/>
                    <a:pt x="4039" y="17496"/>
                  </a:cubicBezTo>
                  <a:cubicBezTo>
                    <a:pt x="4624" y="17936"/>
                    <a:pt x="5034" y="18135"/>
                    <a:pt x="5268" y="18255"/>
                  </a:cubicBezTo>
                  <a:cubicBezTo>
                    <a:pt x="5346" y="18295"/>
                    <a:pt x="5405" y="18322"/>
                    <a:pt x="5463" y="18349"/>
                  </a:cubicBezTo>
                  <a:cubicBezTo>
                    <a:pt x="5678" y="18482"/>
                    <a:pt x="6654" y="19135"/>
                    <a:pt x="6790" y="19295"/>
                  </a:cubicBezTo>
                  <a:cubicBezTo>
                    <a:pt x="6868" y="19375"/>
                    <a:pt x="6888" y="19428"/>
                    <a:pt x="6927" y="19495"/>
                  </a:cubicBezTo>
                  <a:cubicBezTo>
                    <a:pt x="6946" y="19548"/>
                    <a:pt x="6966" y="19601"/>
                    <a:pt x="7044" y="19655"/>
                  </a:cubicBezTo>
                  <a:cubicBezTo>
                    <a:pt x="7122" y="19734"/>
                    <a:pt x="7610" y="20241"/>
                    <a:pt x="7922" y="20601"/>
                  </a:cubicBezTo>
                  <a:cubicBezTo>
                    <a:pt x="8215" y="20920"/>
                    <a:pt x="8273" y="21453"/>
                    <a:pt x="8273" y="21453"/>
                  </a:cubicBezTo>
                  <a:cubicBezTo>
                    <a:pt x="8293" y="21547"/>
                    <a:pt x="8293" y="21547"/>
                    <a:pt x="8293" y="21547"/>
                  </a:cubicBezTo>
                  <a:cubicBezTo>
                    <a:pt x="8429" y="21547"/>
                    <a:pt x="8429" y="21547"/>
                    <a:pt x="8429" y="21547"/>
                  </a:cubicBezTo>
                  <a:cubicBezTo>
                    <a:pt x="21385" y="21600"/>
                    <a:pt x="21385" y="21600"/>
                    <a:pt x="21385" y="21600"/>
                  </a:cubicBezTo>
                  <a:cubicBezTo>
                    <a:pt x="21600" y="21600"/>
                    <a:pt x="21600" y="21600"/>
                    <a:pt x="21600" y="21600"/>
                  </a:cubicBezTo>
                  <a:lnTo>
                    <a:pt x="21541" y="21453"/>
                  </a:ln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72" name="Shape 10172"/>
            <p:cNvSpPr/>
            <p:nvPr/>
          </p:nvSpPr>
          <p:spPr>
            <a:xfrm>
              <a:off x="121896" y="4287191"/>
              <a:ext cx="871360" cy="1480366"/>
            </a:xfrm>
            <a:custGeom>
              <a:avLst/>
              <a:gdLst/>
              <a:ahLst/>
              <a:cxnLst>
                <a:cxn ang="0">
                  <a:pos x="wd2" y="hd2"/>
                </a:cxn>
                <a:cxn ang="5400000">
                  <a:pos x="wd2" y="hd2"/>
                </a:cxn>
                <a:cxn ang="10800000">
                  <a:pos x="wd2" y="hd2"/>
                </a:cxn>
                <a:cxn ang="16200000">
                  <a:pos x="wd2" y="hd2"/>
                </a:cxn>
              </a:cxnLst>
              <a:rect l="0" t="0" r="r" b="b"/>
              <a:pathLst>
                <a:path w="20347" h="21600" fill="norm" stroke="1" extrusionOk="0">
                  <a:moveTo>
                    <a:pt x="550" y="14891"/>
                  </a:moveTo>
                  <a:cubicBezTo>
                    <a:pt x="550" y="14891"/>
                    <a:pt x="550" y="14891"/>
                    <a:pt x="550" y="14891"/>
                  </a:cubicBezTo>
                  <a:cubicBezTo>
                    <a:pt x="550" y="15039"/>
                    <a:pt x="550" y="15039"/>
                    <a:pt x="550" y="15039"/>
                  </a:cubicBezTo>
                  <a:cubicBezTo>
                    <a:pt x="550" y="15555"/>
                    <a:pt x="670" y="16145"/>
                    <a:pt x="670" y="16734"/>
                  </a:cubicBezTo>
                  <a:cubicBezTo>
                    <a:pt x="910" y="19241"/>
                    <a:pt x="910" y="19241"/>
                    <a:pt x="910" y="19241"/>
                  </a:cubicBezTo>
                  <a:cubicBezTo>
                    <a:pt x="1150" y="18872"/>
                    <a:pt x="1150" y="18872"/>
                    <a:pt x="1150" y="18872"/>
                  </a:cubicBezTo>
                  <a:cubicBezTo>
                    <a:pt x="1150" y="19020"/>
                    <a:pt x="1150" y="19167"/>
                    <a:pt x="1270" y="19241"/>
                  </a:cubicBezTo>
                  <a:cubicBezTo>
                    <a:pt x="1270" y="19315"/>
                    <a:pt x="1270" y="19315"/>
                    <a:pt x="1270" y="19315"/>
                  </a:cubicBezTo>
                  <a:cubicBezTo>
                    <a:pt x="1390" y="19388"/>
                    <a:pt x="1390" y="19388"/>
                    <a:pt x="1390" y="19388"/>
                  </a:cubicBezTo>
                  <a:cubicBezTo>
                    <a:pt x="2470" y="20420"/>
                    <a:pt x="5110" y="21600"/>
                    <a:pt x="8830" y="21600"/>
                  </a:cubicBezTo>
                  <a:cubicBezTo>
                    <a:pt x="11230" y="21600"/>
                    <a:pt x="13630" y="21084"/>
                    <a:pt x="15790" y="20052"/>
                  </a:cubicBezTo>
                  <a:cubicBezTo>
                    <a:pt x="19750" y="18209"/>
                    <a:pt x="21190" y="15408"/>
                    <a:pt x="19870" y="11574"/>
                  </a:cubicBezTo>
                  <a:cubicBezTo>
                    <a:pt x="19870" y="11279"/>
                    <a:pt x="19750" y="10984"/>
                    <a:pt x="19630" y="10689"/>
                  </a:cubicBezTo>
                  <a:cubicBezTo>
                    <a:pt x="19630" y="10542"/>
                    <a:pt x="19630" y="10542"/>
                    <a:pt x="19630" y="10542"/>
                  </a:cubicBezTo>
                  <a:cubicBezTo>
                    <a:pt x="19630" y="10542"/>
                    <a:pt x="19630" y="10542"/>
                    <a:pt x="19630" y="10542"/>
                  </a:cubicBezTo>
                  <a:cubicBezTo>
                    <a:pt x="19630" y="10468"/>
                    <a:pt x="19630" y="10468"/>
                    <a:pt x="19630" y="10468"/>
                  </a:cubicBezTo>
                  <a:cubicBezTo>
                    <a:pt x="19390" y="10100"/>
                    <a:pt x="19270" y="9657"/>
                    <a:pt x="19030" y="9215"/>
                  </a:cubicBezTo>
                  <a:cubicBezTo>
                    <a:pt x="18910" y="9068"/>
                    <a:pt x="18790" y="8846"/>
                    <a:pt x="18790" y="8699"/>
                  </a:cubicBezTo>
                  <a:cubicBezTo>
                    <a:pt x="18790" y="8625"/>
                    <a:pt x="18790" y="8625"/>
                    <a:pt x="18790" y="8625"/>
                  </a:cubicBezTo>
                  <a:cubicBezTo>
                    <a:pt x="18670" y="8552"/>
                    <a:pt x="18670" y="8552"/>
                    <a:pt x="18670" y="8552"/>
                  </a:cubicBezTo>
                  <a:cubicBezTo>
                    <a:pt x="16990" y="6192"/>
                    <a:pt x="16990" y="4055"/>
                    <a:pt x="16990" y="2949"/>
                  </a:cubicBezTo>
                  <a:cubicBezTo>
                    <a:pt x="16990" y="2875"/>
                    <a:pt x="16990" y="2875"/>
                    <a:pt x="16990" y="2875"/>
                  </a:cubicBezTo>
                  <a:cubicBezTo>
                    <a:pt x="16990" y="811"/>
                    <a:pt x="16990" y="811"/>
                    <a:pt x="16990" y="811"/>
                  </a:cubicBezTo>
                  <a:cubicBezTo>
                    <a:pt x="16990" y="0"/>
                    <a:pt x="16990" y="0"/>
                    <a:pt x="16990" y="0"/>
                  </a:cubicBezTo>
                  <a:cubicBezTo>
                    <a:pt x="15790" y="221"/>
                    <a:pt x="15790" y="221"/>
                    <a:pt x="15790" y="221"/>
                  </a:cubicBezTo>
                  <a:cubicBezTo>
                    <a:pt x="14470" y="442"/>
                    <a:pt x="13270" y="737"/>
                    <a:pt x="11950" y="958"/>
                  </a:cubicBezTo>
                  <a:cubicBezTo>
                    <a:pt x="8590" y="1622"/>
                    <a:pt x="6910" y="3170"/>
                    <a:pt x="4510" y="5234"/>
                  </a:cubicBezTo>
                  <a:cubicBezTo>
                    <a:pt x="4150" y="5603"/>
                    <a:pt x="3790" y="5971"/>
                    <a:pt x="3310" y="6340"/>
                  </a:cubicBezTo>
                  <a:cubicBezTo>
                    <a:pt x="-410" y="9510"/>
                    <a:pt x="-170" y="11427"/>
                    <a:pt x="190" y="12311"/>
                  </a:cubicBezTo>
                  <a:cubicBezTo>
                    <a:pt x="310" y="12385"/>
                    <a:pt x="310" y="12532"/>
                    <a:pt x="310" y="12754"/>
                  </a:cubicBezTo>
                  <a:cubicBezTo>
                    <a:pt x="670" y="14228"/>
                    <a:pt x="670" y="14228"/>
                    <a:pt x="670" y="14228"/>
                  </a:cubicBezTo>
                  <a:cubicBezTo>
                    <a:pt x="670" y="14449"/>
                    <a:pt x="550" y="14670"/>
                    <a:pt x="550" y="14818"/>
                  </a:cubicBezTo>
                  <a:lnTo>
                    <a:pt x="550" y="14891"/>
                  </a:ln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73" name="Shape 10173"/>
            <p:cNvSpPr/>
            <p:nvPr/>
          </p:nvSpPr>
          <p:spPr>
            <a:xfrm>
              <a:off x="-1" y="5681876"/>
              <a:ext cx="1057600" cy="2072196"/>
            </a:xfrm>
            <a:custGeom>
              <a:avLst/>
              <a:gdLst/>
              <a:ahLst/>
              <a:cxnLst>
                <a:cxn ang="0">
                  <a:pos x="wd2" y="hd2"/>
                </a:cxn>
                <a:cxn ang="5400000">
                  <a:pos x="wd2" y="hd2"/>
                </a:cxn>
                <a:cxn ang="10800000">
                  <a:pos x="wd2" y="hd2"/>
                </a:cxn>
                <a:cxn ang="16200000">
                  <a:pos x="wd2" y="hd2"/>
                </a:cxn>
              </a:cxnLst>
              <a:rect l="0" t="0" r="r" b="b"/>
              <a:pathLst>
                <a:path w="19777" h="21600" fill="norm" stroke="1" extrusionOk="0">
                  <a:moveTo>
                    <a:pt x="17233" y="19387"/>
                  </a:moveTo>
                  <a:cubicBezTo>
                    <a:pt x="18481" y="17491"/>
                    <a:pt x="18385" y="16174"/>
                    <a:pt x="18289" y="15120"/>
                  </a:cubicBezTo>
                  <a:cubicBezTo>
                    <a:pt x="18289" y="14909"/>
                    <a:pt x="18289" y="14751"/>
                    <a:pt x="18289" y="14540"/>
                  </a:cubicBezTo>
                  <a:cubicBezTo>
                    <a:pt x="18289" y="13645"/>
                    <a:pt x="18193" y="12697"/>
                    <a:pt x="17329" y="12012"/>
                  </a:cubicBezTo>
                  <a:cubicBezTo>
                    <a:pt x="17329" y="12012"/>
                    <a:pt x="17329" y="12012"/>
                    <a:pt x="17329" y="12012"/>
                  </a:cubicBezTo>
                  <a:cubicBezTo>
                    <a:pt x="17233" y="11959"/>
                    <a:pt x="17233" y="11959"/>
                    <a:pt x="17233" y="11959"/>
                  </a:cubicBezTo>
                  <a:cubicBezTo>
                    <a:pt x="16849" y="11748"/>
                    <a:pt x="16369" y="11643"/>
                    <a:pt x="15985" y="11538"/>
                  </a:cubicBezTo>
                  <a:cubicBezTo>
                    <a:pt x="15985" y="11432"/>
                    <a:pt x="15985" y="11432"/>
                    <a:pt x="15985" y="11432"/>
                  </a:cubicBezTo>
                  <a:cubicBezTo>
                    <a:pt x="15313" y="11380"/>
                    <a:pt x="15313" y="11380"/>
                    <a:pt x="15313" y="11380"/>
                  </a:cubicBezTo>
                  <a:cubicBezTo>
                    <a:pt x="13393" y="11274"/>
                    <a:pt x="13393" y="11274"/>
                    <a:pt x="13393" y="11274"/>
                  </a:cubicBezTo>
                  <a:cubicBezTo>
                    <a:pt x="13585" y="11274"/>
                    <a:pt x="13777" y="11221"/>
                    <a:pt x="13969" y="11221"/>
                  </a:cubicBezTo>
                  <a:cubicBezTo>
                    <a:pt x="14161" y="11169"/>
                    <a:pt x="14353" y="11169"/>
                    <a:pt x="14449" y="11116"/>
                  </a:cubicBezTo>
                  <a:cubicBezTo>
                    <a:pt x="14545" y="11116"/>
                    <a:pt x="14545" y="11116"/>
                    <a:pt x="14545" y="11116"/>
                  </a:cubicBezTo>
                  <a:cubicBezTo>
                    <a:pt x="14545" y="11116"/>
                    <a:pt x="14545" y="11116"/>
                    <a:pt x="14545" y="11116"/>
                  </a:cubicBezTo>
                  <a:cubicBezTo>
                    <a:pt x="16465" y="10695"/>
                    <a:pt x="17809" y="9904"/>
                    <a:pt x="18769" y="8587"/>
                  </a:cubicBezTo>
                  <a:cubicBezTo>
                    <a:pt x="20881" y="5900"/>
                    <a:pt x="19153" y="3688"/>
                    <a:pt x="18289" y="2845"/>
                  </a:cubicBezTo>
                  <a:cubicBezTo>
                    <a:pt x="18193" y="2792"/>
                    <a:pt x="18193" y="2792"/>
                    <a:pt x="18193" y="2792"/>
                  </a:cubicBezTo>
                  <a:cubicBezTo>
                    <a:pt x="18193" y="2740"/>
                    <a:pt x="18193" y="2740"/>
                    <a:pt x="18193" y="2740"/>
                  </a:cubicBezTo>
                  <a:cubicBezTo>
                    <a:pt x="18097" y="2687"/>
                    <a:pt x="18097" y="2687"/>
                    <a:pt x="18097" y="2687"/>
                  </a:cubicBezTo>
                  <a:cubicBezTo>
                    <a:pt x="18097" y="2687"/>
                    <a:pt x="18097" y="2687"/>
                    <a:pt x="18097" y="2687"/>
                  </a:cubicBezTo>
                  <a:cubicBezTo>
                    <a:pt x="17713" y="2423"/>
                    <a:pt x="17329" y="2213"/>
                    <a:pt x="17041" y="2002"/>
                  </a:cubicBezTo>
                  <a:cubicBezTo>
                    <a:pt x="16273" y="1633"/>
                    <a:pt x="15985" y="1422"/>
                    <a:pt x="15985" y="1001"/>
                  </a:cubicBezTo>
                  <a:cubicBezTo>
                    <a:pt x="15985" y="685"/>
                    <a:pt x="15985" y="685"/>
                    <a:pt x="15985" y="685"/>
                  </a:cubicBezTo>
                  <a:cubicBezTo>
                    <a:pt x="15985" y="0"/>
                    <a:pt x="15985" y="0"/>
                    <a:pt x="15985" y="0"/>
                  </a:cubicBezTo>
                  <a:cubicBezTo>
                    <a:pt x="14833" y="316"/>
                    <a:pt x="14833" y="316"/>
                    <a:pt x="14833" y="316"/>
                  </a:cubicBezTo>
                  <a:cubicBezTo>
                    <a:pt x="13489" y="738"/>
                    <a:pt x="11569" y="948"/>
                    <a:pt x="9169" y="948"/>
                  </a:cubicBezTo>
                  <a:cubicBezTo>
                    <a:pt x="7057" y="948"/>
                    <a:pt x="5425" y="527"/>
                    <a:pt x="4561" y="263"/>
                  </a:cubicBezTo>
                  <a:cubicBezTo>
                    <a:pt x="4081" y="105"/>
                    <a:pt x="4081" y="105"/>
                    <a:pt x="4081" y="105"/>
                  </a:cubicBezTo>
                  <a:cubicBezTo>
                    <a:pt x="3697" y="263"/>
                    <a:pt x="3697" y="263"/>
                    <a:pt x="3697" y="263"/>
                  </a:cubicBezTo>
                  <a:cubicBezTo>
                    <a:pt x="3313" y="421"/>
                    <a:pt x="3121" y="580"/>
                    <a:pt x="2833" y="738"/>
                  </a:cubicBezTo>
                  <a:cubicBezTo>
                    <a:pt x="2065" y="1159"/>
                    <a:pt x="721" y="2318"/>
                    <a:pt x="49" y="4794"/>
                  </a:cubicBezTo>
                  <a:cubicBezTo>
                    <a:pt x="-335" y="6638"/>
                    <a:pt x="1681" y="8271"/>
                    <a:pt x="3121" y="9430"/>
                  </a:cubicBezTo>
                  <a:cubicBezTo>
                    <a:pt x="3505" y="9746"/>
                    <a:pt x="3793" y="9957"/>
                    <a:pt x="3985" y="10220"/>
                  </a:cubicBezTo>
                  <a:cubicBezTo>
                    <a:pt x="5521" y="11590"/>
                    <a:pt x="5521" y="11590"/>
                    <a:pt x="5521" y="11590"/>
                  </a:cubicBezTo>
                  <a:cubicBezTo>
                    <a:pt x="5233" y="11643"/>
                    <a:pt x="5041" y="11696"/>
                    <a:pt x="4849" y="11748"/>
                  </a:cubicBezTo>
                  <a:cubicBezTo>
                    <a:pt x="3409" y="12117"/>
                    <a:pt x="2929" y="12591"/>
                    <a:pt x="1969" y="13750"/>
                  </a:cubicBezTo>
                  <a:cubicBezTo>
                    <a:pt x="1777" y="13908"/>
                    <a:pt x="1681" y="14066"/>
                    <a:pt x="1489" y="14277"/>
                  </a:cubicBezTo>
                  <a:cubicBezTo>
                    <a:pt x="241" y="15700"/>
                    <a:pt x="-719" y="17017"/>
                    <a:pt x="721" y="18702"/>
                  </a:cubicBezTo>
                  <a:cubicBezTo>
                    <a:pt x="1873" y="20020"/>
                    <a:pt x="4369" y="20652"/>
                    <a:pt x="5425" y="20968"/>
                  </a:cubicBezTo>
                  <a:cubicBezTo>
                    <a:pt x="5521" y="20968"/>
                    <a:pt x="5713" y="21020"/>
                    <a:pt x="5809" y="21073"/>
                  </a:cubicBezTo>
                  <a:cubicBezTo>
                    <a:pt x="6001" y="21126"/>
                    <a:pt x="6289" y="21231"/>
                    <a:pt x="6769" y="21389"/>
                  </a:cubicBezTo>
                  <a:cubicBezTo>
                    <a:pt x="6769" y="21389"/>
                    <a:pt x="6769" y="21389"/>
                    <a:pt x="6769" y="21389"/>
                  </a:cubicBezTo>
                  <a:cubicBezTo>
                    <a:pt x="6769" y="21389"/>
                    <a:pt x="6769" y="21389"/>
                    <a:pt x="6769" y="21389"/>
                  </a:cubicBezTo>
                  <a:cubicBezTo>
                    <a:pt x="6865" y="21389"/>
                    <a:pt x="6865" y="21389"/>
                    <a:pt x="6865" y="21389"/>
                  </a:cubicBezTo>
                  <a:cubicBezTo>
                    <a:pt x="6865" y="21389"/>
                    <a:pt x="6865" y="21389"/>
                    <a:pt x="6865" y="21389"/>
                  </a:cubicBezTo>
                  <a:cubicBezTo>
                    <a:pt x="7537" y="21600"/>
                    <a:pt x="8785" y="21600"/>
                    <a:pt x="9265" y="21600"/>
                  </a:cubicBezTo>
                  <a:cubicBezTo>
                    <a:pt x="12433" y="21600"/>
                    <a:pt x="16081" y="21020"/>
                    <a:pt x="17233" y="19387"/>
                  </a:cubicBezTo>
                  <a:close/>
                  <a:moveTo>
                    <a:pt x="5425" y="10905"/>
                  </a:moveTo>
                  <a:cubicBezTo>
                    <a:pt x="5905" y="11063"/>
                    <a:pt x="6577" y="11221"/>
                    <a:pt x="7345" y="11327"/>
                  </a:cubicBezTo>
                  <a:cubicBezTo>
                    <a:pt x="7345" y="11327"/>
                    <a:pt x="7249" y="11327"/>
                    <a:pt x="7153" y="11327"/>
                  </a:cubicBezTo>
                  <a:cubicBezTo>
                    <a:pt x="7153" y="11327"/>
                    <a:pt x="7153" y="11327"/>
                    <a:pt x="7153" y="11327"/>
                  </a:cubicBezTo>
                  <a:cubicBezTo>
                    <a:pt x="7153" y="11327"/>
                    <a:pt x="7153" y="11327"/>
                    <a:pt x="7153" y="11327"/>
                  </a:cubicBezTo>
                  <a:cubicBezTo>
                    <a:pt x="6481" y="11432"/>
                    <a:pt x="6001" y="11485"/>
                    <a:pt x="5521" y="11590"/>
                  </a:cubicBezTo>
                  <a:lnTo>
                    <a:pt x="5425" y="10905"/>
                  </a:ln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74" name="Shape 10174"/>
            <p:cNvSpPr/>
            <p:nvPr/>
          </p:nvSpPr>
          <p:spPr>
            <a:xfrm>
              <a:off x="896085" y="0"/>
              <a:ext cx="4015871" cy="81681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00" y="21600"/>
                  </a:moveTo>
                  <a:cubicBezTo>
                    <a:pt x="20274" y="21600"/>
                    <a:pt x="21572" y="20972"/>
                    <a:pt x="21572" y="20210"/>
                  </a:cubicBezTo>
                  <a:cubicBezTo>
                    <a:pt x="21572" y="14409"/>
                    <a:pt x="21572" y="14409"/>
                    <a:pt x="21572" y="14409"/>
                  </a:cubicBezTo>
                  <a:cubicBezTo>
                    <a:pt x="21572" y="14382"/>
                    <a:pt x="21572" y="14382"/>
                    <a:pt x="21572" y="14382"/>
                  </a:cubicBezTo>
                  <a:cubicBezTo>
                    <a:pt x="21545" y="14355"/>
                    <a:pt x="21545" y="14355"/>
                    <a:pt x="21545" y="14355"/>
                  </a:cubicBezTo>
                  <a:cubicBezTo>
                    <a:pt x="21490" y="14329"/>
                    <a:pt x="21490" y="14329"/>
                    <a:pt x="21490" y="14329"/>
                  </a:cubicBezTo>
                  <a:cubicBezTo>
                    <a:pt x="21490" y="14235"/>
                    <a:pt x="21462" y="14155"/>
                    <a:pt x="21434" y="14088"/>
                  </a:cubicBezTo>
                  <a:cubicBezTo>
                    <a:pt x="21324" y="13727"/>
                    <a:pt x="21517" y="13460"/>
                    <a:pt x="21600" y="13340"/>
                  </a:cubicBezTo>
                  <a:cubicBezTo>
                    <a:pt x="21600" y="13340"/>
                    <a:pt x="21600" y="13340"/>
                    <a:pt x="21600" y="13340"/>
                  </a:cubicBezTo>
                  <a:cubicBezTo>
                    <a:pt x="21600" y="13313"/>
                    <a:pt x="21600" y="13313"/>
                    <a:pt x="21600" y="13313"/>
                  </a:cubicBezTo>
                  <a:cubicBezTo>
                    <a:pt x="21600" y="13300"/>
                    <a:pt x="21600" y="13300"/>
                    <a:pt x="21600" y="13300"/>
                  </a:cubicBezTo>
                  <a:cubicBezTo>
                    <a:pt x="21600" y="13286"/>
                    <a:pt x="21600" y="13286"/>
                    <a:pt x="21600" y="13286"/>
                  </a:cubicBezTo>
                  <a:cubicBezTo>
                    <a:pt x="21600" y="13246"/>
                    <a:pt x="21600" y="13246"/>
                    <a:pt x="21600" y="13246"/>
                  </a:cubicBezTo>
                  <a:cubicBezTo>
                    <a:pt x="21545" y="13219"/>
                    <a:pt x="21545" y="13219"/>
                    <a:pt x="21545" y="13219"/>
                  </a:cubicBezTo>
                  <a:cubicBezTo>
                    <a:pt x="21434" y="13152"/>
                    <a:pt x="21213" y="13005"/>
                    <a:pt x="21158" y="12792"/>
                  </a:cubicBezTo>
                  <a:cubicBezTo>
                    <a:pt x="21130" y="12765"/>
                    <a:pt x="21130" y="12738"/>
                    <a:pt x="21130" y="12698"/>
                  </a:cubicBezTo>
                  <a:cubicBezTo>
                    <a:pt x="20909" y="12711"/>
                    <a:pt x="20909" y="12711"/>
                    <a:pt x="20909" y="12711"/>
                  </a:cubicBezTo>
                  <a:cubicBezTo>
                    <a:pt x="20909" y="12056"/>
                    <a:pt x="20909" y="12056"/>
                    <a:pt x="20909" y="12056"/>
                  </a:cubicBezTo>
                  <a:cubicBezTo>
                    <a:pt x="20909" y="12056"/>
                    <a:pt x="20909" y="12056"/>
                    <a:pt x="20909" y="12056"/>
                  </a:cubicBezTo>
                  <a:cubicBezTo>
                    <a:pt x="20909" y="12043"/>
                    <a:pt x="20909" y="12043"/>
                    <a:pt x="20909" y="12043"/>
                  </a:cubicBezTo>
                  <a:cubicBezTo>
                    <a:pt x="20854" y="11909"/>
                    <a:pt x="20799" y="11776"/>
                    <a:pt x="20744" y="11642"/>
                  </a:cubicBezTo>
                  <a:cubicBezTo>
                    <a:pt x="20523" y="11067"/>
                    <a:pt x="20302" y="9878"/>
                    <a:pt x="20882" y="9062"/>
                  </a:cubicBezTo>
                  <a:cubicBezTo>
                    <a:pt x="20909" y="9036"/>
                    <a:pt x="20909" y="9036"/>
                    <a:pt x="20909" y="9036"/>
                  </a:cubicBezTo>
                  <a:cubicBezTo>
                    <a:pt x="20909" y="9022"/>
                    <a:pt x="20909" y="9022"/>
                    <a:pt x="20909" y="9022"/>
                  </a:cubicBezTo>
                  <a:cubicBezTo>
                    <a:pt x="20909" y="9009"/>
                    <a:pt x="20909" y="9009"/>
                    <a:pt x="20909" y="9009"/>
                  </a:cubicBezTo>
                  <a:cubicBezTo>
                    <a:pt x="21103" y="8822"/>
                    <a:pt x="21103" y="8822"/>
                    <a:pt x="21103" y="8822"/>
                  </a:cubicBezTo>
                  <a:cubicBezTo>
                    <a:pt x="21213" y="8688"/>
                    <a:pt x="21379" y="8581"/>
                    <a:pt x="21517" y="8488"/>
                  </a:cubicBezTo>
                  <a:cubicBezTo>
                    <a:pt x="21572" y="8461"/>
                    <a:pt x="21572" y="8461"/>
                    <a:pt x="21572" y="8461"/>
                  </a:cubicBezTo>
                  <a:cubicBezTo>
                    <a:pt x="21572" y="8421"/>
                    <a:pt x="21572" y="8421"/>
                    <a:pt x="21572" y="8421"/>
                  </a:cubicBezTo>
                  <a:cubicBezTo>
                    <a:pt x="21572" y="1390"/>
                    <a:pt x="21572" y="1390"/>
                    <a:pt x="21572" y="1390"/>
                  </a:cubicBezTo>
                  <a:cubicBezTo>
                    <a:pt x="21572" y="615"/>
                    <a:pt x="20274" y="0"/>
                    <a:pt x="18700" y="0"/>
                  </a:cubicBezTo>
                  <a:cubicBezTo>
                    <a:pt x="2873" y="0"/>
                    <a:pt x="2873" y="0"/>
                    <a:pt x="2873" y="0"/>
                  </a:cubicBezTo>
                  <a:cubicBezTo>
                    <a:pt x="1271" y="0"/>
                    <a:pt x="0" y="615"/>
                    <a:pt x="0" y="1390"/>
                  </a:cubicBezTo>
                  <a:cubicBezTo>
                    <a:pt x="0" y="12070"/>
                    <a:pt x="0" y="12070"/>
                    <a:pt x="0" y="12070"/>
                  </a:cubicBezTo>
                  <a:cubicBezTo>
                    <a:pt x="0" y="12083"/>
                    <a:pt x="0" y="12083"/>
                    <a:pt x="0" y="12083"/>
                  </a:cubicBezTo>
                  <a:cubicBezTo>
                    <a:pt x="0" y="12083"/>
                    <a:pt x="0" y="12083"/>
                    <a:pt x="0" y="12083"/>
                  </a:cubicBezTo>
                  <a:cubicBezTo>
                    <a:pt x="55" y="12404"/>
                    <a:pt x="193" y="12618"/>
                    <a:pt x="304" y="12765"/>
                  </a:cubicBezTo>
                  <a:cubicBezTo>
                    <a:pt x="359" y="12832"/>
                    <a:pt x="414" y="12899"/>
                    <a:pt x="442" y="12952"/>
                  </a:cubicBezTo>
                  <a:cubicBezTo>
                    <a:pt x="442" y="12965"/>
                    <a:pt x="442" y="12965"/>
                    <a:pt x="442" y="12965"/>
                  </a:cubicBezTo>
                  <a:cubicBezTo>
                    <a:pt x="442" y="12965"/>
                    <a:pt x="442" y="12965"/>
                    <a:pt x="442" y="12965"/>
                  </a:cubicBezTo>
                  <a:cubicBezTo>
                    <a:pt x="663" y="13420"/>
                    <a:pt x="663" y="13420"/>
                    <a:pt x="663" y="13420"/>
                  </a:cubicBezTo>
                  <a:cubicBezTo>
                    <a:pt x="663" y="13460"/>
                    <a:pt x="663" y="13460"/>
                    <a:pt x="663" y="13460"/>
                  </a:cubicBezTo>
                  <a:cubicBezTo>
                    <a:pt x="663" y="13460"/>
                    <a:pt x="663" y="13460"/>
                    <a:pt x="663" y="13460"/>
                  </a:cubicBezTo>
                  <a:cubicBezTo>
                    <a:pt x="663" y="13473"/>
                    <a:pt x="663" y="13473"/>
                    <a:pt x="663" y="13473"/>
                  </a:cubicBezTo>
                  <a:cubicBezTo>
                    <a:pt x="773" y="13767"/>
                    <a:pt x="773" y="14035"/>
                    <a:pt x="663" y="14262"/>
                  </a:cubicBezTo>
                  <a:cubicBezTo>
                    <a:pt x="663" y="14275"/>
                    <a:pt x="663" y="14275"/>
                    <a:pt x="663" y="14275"/>
                  </a:cubicBezTo>
                  <a:cubicBezTo>
                    <a:pt x="663" y="14289"/>
                    <a:pt x="663" y="14289"/>
                    <a:pt x="663" y="14289"/>
                  </a:cubicBezTo>
                  <a:cubicBezTo>
                    <a:pt x="663" y="14355"/>
                    <a:pt x="663" y="14355"/>
                    <a:pt x="663" y="14355"/>
                  </a:cubicBezTo>
                  <a:cubicBezTo>
                    <a:pt x="470" y="14556"/>
                    <a:pt x="470" y="14556"/>
                    <a:pt x="470" y="14556"/>
                  </a:cubicBezTo>
                  <a:cubicBezTo>
                    <a:pt x="414" y="14609"/>
                    <a:pt x="359" y="14650"/>
                    <a:pt x="304" y="14690"/>
                  </a:cubicBezTo>
                  <a:cubicBezTo>
                    <a:pt x="276" y="14716"/>
                    <a:pt x="276" y="14716"/>
                    <a:pt x="276" y="14716"/>
                  </a:cubicBezTo>
                  <a:cubicBezTo>
                    <a:pt x="276" y="14743"/>
                    <a:pt x="276" y="14743"/>
                    <a:pt x="276" y="14743"/>
                  </a:cubicBezTo>
                  <a:cubicBezTo>
                    <a:pt x="276" y="15171"/>
                    <a:pt x="276" y="15171"/>
                    <a:pt x="276" y="15171"/>
                  </a:cubicBezTo>
                  <a:cubicBezTo>
                    <a:pt x="276" y="15345"/>
                    <a:pt x="304" y="15398"/>
                    <a:pt x="470" y="15545"/>
                  </a:cubicBezTo>
                  <a:cubicBezTo>
                    <a:pt x="773" y="15826"/>
                    <a:pt x="773" y="15826"/>
                    <a:pt x="773" y="15826"/>
                  </a:cubicBezTo>
                  <a:cubicBezTo>
                    <a:pt x="1077" y="16133"/>
                    <a:pt x="1160" y="16467"/>
                    <a:pt x="829" y="17216"/>
                  </a:cubicBezTo>
                  <a:cubicBezTo>
                    <a:pt x="773" y="17309"/>
                    <a:pt x="718" y="17430"/>
                    <a:pt x="663" y="17510"/>
                  </a:cubicBezTo>
                  <a:cubicBezTo>
                    <a:pt x="663" y="17523"/>
                    <a:pt x="663" y="17523"/>
                    <a:pt x="663" y="17523"/>
                  </a:cubicBezTo>
                  <a:cubicBezTo>
                    <a:pt x="663" y="17537"/>
                    <a:pt x="663" y="17537"/>
                    <a:pt x="663" y="17537"/>
                  </a:cubicBezTo>
                  <a:cubicBezTo>
                    <a:pt x="663" y="17630"/>
                    <a:pt x="663" y="17630"/>
                    <a:pt x="663" y="17630"/>
                  </a:cubicBezTo>
                  <a:cubicBezTo>
                    <a:pt x="470" y="17791"/>
                    <a:pt x="470" y="17791"/>
                    <a:pt x="470" y="17791"/>
                  </a:cubicBezTo>
                  <a:cubicBezTo>
                    <a:pt x="442" y="17817"/>
                    <a:pt x="387" y="17844"/>
                    <a:pt x="359" y="17857"/>
                  </a:cubicBezTo>
                  <a:cubicBezTo>
                    <a:pt x="221" y="17924"/>
                    <a:pt x="221" y="17924"/>
                    <a:pt x="221" y="17924"/>
                  </a:cubicBezTo>
                  <a:cubicBezTo>
                    <a:pt x="331" y="18004"/>
                    <a:pt x="331" y="18004"/>
                    <a:pt x="331" y="18004"/>
                  </a:cubicBezTo>
                  <a:cubicBezTo>
                    <a:pt x="387" y="18031"/>
                    <a:pt x="414" y="18071"/>
                    <a:pt x="470" y="18098"/>
                  </a:cubicBezTo>
                  <a:cubicBezTo>
                    <a:pt x="663" y="18312"/>
                    <a:pt x="663" y="18312"/>
                    <a:pt x="663" y="18312"/>
                  </a:cubicBezTo>
                  <a:cubicBezTo>
                    <a:pt x="663" y="18593"/>
                    <a:pt x="663" y="18593"/>
                    <a:pt x="663" y="18593"/>
                  </a:cubicBezTo>
                  <a:cubicBezTo>
                    <a:pt x="663" y="18593"/>
                    <a:pt x="663" y="18593"/>
                    <a:pt x="663" y="18593"/>
                  </a:cubicBezTo>
                  <a:cubicBezTo>
                    <a:pt x="663" y="18593"/>
                    <a:pt x="663" y="18593"/>
                    <a:pt x="663" y="18593"/>
                  </a:cubicBezTo>
                  <a:cubicBezTo>
                    <a:pt x="663" y="18633"/>
                    <a:pt x="663" y="18659"/>
                    <a:pt x="663" y="18713"/>
                  </a:cubicBezTo>
                  <a:cubicBezTo>
                    <a:pt x="663" y="18753"/>
                    <a:pt x="663" y="18806"/>
                    <a:pt x="663" y="18860"/>
                  </a:cubicBezTo>
                  <a:cubicBezTo>
                    <a:pt x="663" y="18980"/>
                    <a:pt x="691" y="19100"/>
                    <a:pt x="663" y="19261"/>
                  </a:cubicBezTo>
                  <a:cubicBezTo>
                    <a:pt x="663" y="19261"/>
                    <a:pt x="663" y="19261"/>
                    <a:pt x="663" y="19261"/>
                  </a:cubicBezTo>
                  <a:cubicBezTo>
                    <a:pt x="663" y="19274"/>
                    <a:pt x="663" y="19274"/>
                    <a:pt x="663" y="19274"/>
                  </a:cubicBezTo>
                  <a:cubicBezTo>
                    <a:pt x="663" y="19461"/>
                    <a:pt x="663" y="19461"/>
                    <a:pt x="663" y="19461"/>
                  </a:cubicBezTo>
                  <a:cubicBezTo>
                    <a:pt x="442" y="19809"/>
                    <a:pt x="442" y="19809"/>
                    <a:pt x="442" y="19809"/>
                  </a:cubicBezTo>
                  <a:cubicBezTo>
                    <a:pt x="414" y="19862"/>
                    <a:pt x="387" y="19916"/>
                    <a:pt x="331" y="19983"/>
                  </a:cubicBezTo>
                  <a:cubicBezTo>
                    <a:pt x="276" y="20063"/>
                    <a:pt x="166" y="20143"/>
                    <a:pt x="55" y="20223"/>
                  </a:cubicBezTo>
                  <a:cubicBezTo>
                    <a:pt x="0" y="20250"/>
                    <a:pt x="0" y="20250"/>
                    <a:pt x="0" y="20250"/>
                  </a:cubicBezTo>
                  <a:cubicBezTo>
                    <a:pt x="0" y="20290"/>
                    <a:pt x="0" y="20290"/>
                    <a:pt x="0" y="20290"/>
                  </a:cubicBezTo>
                  <a:cubicBezTo>
                    <a:pt x="83" y="21025"/>
                    <a:pt x="1353" y="21600"/>
                    <a:pt x="2873" y="21600"/>
                  </a:cubicBezTo>
                  <a:lnTo>
                    <a:pt x="18700" y="21600"/>
                  </a:ln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75" name="Shape 10175"/>
            <p:cNvSpPr/>
            <p:nvPr/>
          </p:nvSpPr>
          <p:spPr>
            <a:xfrm>
              <a:off x="551777" y="7703298"/>
              <a:ext cx="468069" cy="3696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79" y="3255"/>
                  </a:moveTo>
                  <a:cubicBezTo>
                    <a:pt x="14004" y="0"/>
                    <a:pt x="14004" y="0"/>
                    <a:pt x="14004" y="0"/>
                  </a:cubicBezTo>
                  <a:cubicBezTo>
                    <a:pt x="11631" y="1479"/>
                    <a:pt x="11631" y="1479"/>
                    <a:pt x="11631" y="1479"/>
                  </a:cubicBezTo>
                  <a:cubicBezTo>
                    <a:pt x="9732" y="2959"/>
                    <a:pt x="7596" y="4142"/>
                    <a:pt x="4985" y="4734"/>
                  </a:cubicBezTo>
                  <a:cubicBezTo>
                    <a:pt x="0" y="6214"/>
                    <a:pt x="0" y="6214"/>
                    <a:pt x="0" y="6214"/>
                  </a:cubicBezTo>
                  <a:cubicBezTo>
                    <a:pt x="4510" y="9173"/>
                    <a:pt x="4510" y="9173"/>
                    <a:pt x="4510" y="9173"/>
                  </a:cubicBezTo>
                  <a:cubicBezTo>
                    <a:pt x="8308" y="11540"/>
                    <a:pt x="12343" y="14499"/>
                    <a:pt x="14242" y="15978"/>
                  </a:cubicBezTo>
                  <a:cubicBezTo>
                    <a:pt x="14479" y="16274"/>
                    <a:pt x="14954" y="16570"/>
                    <a:pt x="15191" y="16866"/>
                  </a:cubicBezTo>
                  <a:cubicBezTo>
                    <a:pt x="21600" y="21600"/>
                    <a:pt x="21600" y="21600"/>
                    <a:pt x="21600" y="21600"/>
                  </a:cubicBezTo>
                  <a:cubicBezTo>
                    <a:pt x="17802" y="13611"/>
                    <a:pt x="17802" y="13611"/>
                    <a:pt x="17802" y="13611"/>
                  </a:cubicBezTo>
                  <a:cubicBezTo>
                    <a:pt x="16141" y="10356"/>
                    <a:pt x="15191" y="6805"/>
                    <a:pt x="14479" y="3255"/>
                  </a:cubicBez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grpSp>
      <p:grpSp>
        <p:nvGrpSpPr>
          <p:cNvPr id="10184" name="Group 10184"/>
          <p:cNvGrpSpPr/>
          <p:nvPr/>
        </p:nvGrpSpPr>
        <p:grpSpPr>
          <a:xfrm>
            <a:off x="16658815" y="2884049"/>
            <a:ext cx="7041870" cy="11382795"/>
            <a:chOff x="0" y="0"/>
            <a:chExt cx="7041868" cy="11382793"/>
          </a:xfrm>
        </p:grpSpPr>
        <p:sp>
          <p:nvSpPr>
            <p:cNvPr id="10177" name="Shape 10177"/>
            <p:cNvSpPr/>
            <p:nvPr/>
          </p:nvSpPr>
          <p:spPr>
            <a:xfrm>
              <a:off x="276377" y="6015078"/>
              <a:ext cx="516511" cy="717178"/>
            </a:xfrm>
            <a:custGeom>
              <a:avLst/>
              <a:gdLst/>
              <a:ahLst/>
              <a:cxnLst>
                <a:cxn ang="0">
                  <a:pos x="wd2" y="hd2"/>
                </a:cxn>
                <a:cxn ang="5400000">
                  <a:pos x="wd2" y="hd2"/>
                </a:cxn>
                <a:cxn ang="10800000">
                  <a:pos x="wd2" y="hd2"/>
                </a:cxn>
                <a:cxn ang="16200000">
                  <a:pos x="wd2" y="hd2"/>
                </a:cxn>
              </a:cxnLst>
              <a:rect l="0" t="0" r="r" b="b"/>
              <a:pathLst>
                <a:path w="20264" h="21600" fill="norm" stroke="1" extrusionOk="0">
                  <a:moveTo>
                    <a:pt x="6485" y="21600"/>
                  </a:moveTo>
                  <a:cubicBezTo>
                    <a:pt x="6283" y="19318"/>
                    <a:pt x="6283" y="19318"/>
                    <a:pt x="6283" y="19318"/>
                  </a:cubicBezTo>
                  <a:cubicBezTo>
                    <a:pt x="6283" y="19318"/>
                    <a:pt x="6081" y="15972"/>
                    <a:pt x="10321" y="11561"/>
                  </a:cubicBezTo>
                  <a:cubicBezTo>
                    <a:pt x="13752" y="8214"/>
                    <a:pt x="16175" y="6693"/>
                    <a:pt x="17790" y="5628"/>
                  </a:cubicBezTo>
                  <a:cubicBezTo>
                    <a:pt x="18395" y="5324"/>
                    <a:pt x="18799" y="5020"/>
                    <a:pt x="19203" y="4715"/>
                  </a:cubicBezTo>
                  <a:cubicBezTo>
                    <a:pt x="20010" y="4107"/>
                    <a:pt x="20414" y="3194"/>
                    <a:pt x="20212" y="2434"/>
                  </a:cubicBezTo>
                  <a:cubicBezTo>
                    <a:pt x="19808" y="1521"/>
                    <a:pt x="18799" y="913"/>
                    <a:pt x="17386" y="456"/>
                  </a:cubicBezTo>
                  <a:cubicBezTo>
                    <a:pt x="16578" y="304"/>
                    <a:pt x="14964" y="0"/>
                    <a:pt x="12945" y="0"/>
                  </a:cubicBezTo>
                  <a:cubicBezTo>
                    <a:pt x="10119" y="0"/>
                    <a:pt x="6081" y="608"/>
                    <a:pt x="3255" y="3803"/>
                  </a:cubicBezTo>
                  <a:cubicBezTo>
                    <a:pt x="-1186" y="8518"/>
                    <a:pt x="-177" y="11713"/>
                    <a:pt x="1035" y="14146"/>
                  </a:cubicBezTo>
                  <a:cubicBezTo>
                    <a:pt x="2246" y="16732"/>
                    <a:pt x="4668" y="19470"/>
                    <a:pt x="4870" y="19623"/>
                  </a:cubicBezTo>
                  <a:lnTo>
                    <a:pt x="6485" y="21600"/>
                  </a:lnTo>
                  <a:close/>
                  <a:moveTo>
                    <a:pt x="4466" y="4411"/>
                  </a:moveTo>
                  <a:cubicBezTo>
                    <a:pt x="6485" y="2282"/>
                    <a:pt x="9311" y="1217"/>
                    <a:pt x="12945" y="1217"/>
                  </a:cubicBezTo>
                  <a:cubicBezTo>
                    <a:pt x="14762" y="1217"/>
                    <a:pt x="16377" y="1521"/>
                    <a:pt x="16982" y="1673"/>
                  </a:cubicBezTo>
                  <a:cubicBezTo>
                    <a:pt x="17790" y="1825"/>
                    <a:pt x="18395" y="2282"/>
                    <a:pt x="18597" y="2738"/>
                  </a:cubicBezTo>
                  <a:cubicBezTo>
                    <a:pt x="18597" y="3042"/>
                    <a:pt x="18395" y="3499"/>
                    <a:pt x="17992" y="3803"/>
                  </a:cubicBezTo>
                  <a:cubicBezTo>
                    <a:pt x="17790" y="4107"/>
                    <a:pt x="17386" y="4259"/>
                    <a:pt x="16780" y="4715"/>
                  </a:cubicBezTo>
                  <a:cubicBezTo>
                    <a:pt x="15165" y="5780"/>
                    <a:pt x="12541" y="7301"/>
                    <a:pt x="9109" y="10952"/>
                  </a:cubicBezTo>
                  <a:cubicBezTo>
                    <a:pt x="6485" y="13538"/>
                    <a:pt x="5476" y="15972"/>
                    <a:pt x="4870" y="17493"/>
                  </a:cubicBezTo>
                  <a:cubicBezTo>
                    <a:pt x="4264" y="16428"/>
                    <a:pt x="3255" y="15059"/>
                    <a:pt x="2650" y="13842"/>
                  </a:cubicBezTo>
                  <a:cubicBezTo>
                    <a:pt x="1438" y="11256"/>
                    <a:pt x="631" y="8670"/>
                    <a:pt x="4466" y="4411"/>
                  </a:cubicBezTo>
                  <a:close/>
                </a:path>
              </a:pathLst>
            </a:custGeom>
            <a:solidFill>
              <a:srgbClr val="234770"/>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78" name="Shape 10178"/>
            <p:cNvSpPr/>
            <p:nvPr/>
          </p:nvSpPr>
          <p:spPr>
            <a:xfrm>
              <a:off x="348739" y="7005163"/>
              <a:ext cx="478759" cy="536296"/>
            </a:xfrm>
            <a:custGeom>
              <a:avLst/>
              <a:gdLst/>
              <a:ahLst/>
              <a:cxnLst>
                <a:cxn ang="0">
                  <a:pos x="wd2" y="hd2"/>
                </a:cxn>
                <a:cxn ang="5400000">
                  <a:pos x="wd2" y="hd2"/>
                </a:cxn>
                <a:cxn ang="10800000">
                  <a:pos x="wd2" y="hd2"/>
                </a:cxn>
                <a:cxn ang="16200000">
                  <a:pos x="wd2" y="hd2"/>
                </a:cxn>
              </a:cxnLst>
              <a:rect l="0" t="0" r="r" b="b"/>
              <a:pathLst>
                <a:path w="20178" h="21600" fill="norm" stroke="1" extrusionOk="0">
                  <a:moveTo>
                    <a:pt x="16680" y="0"/>
                  </a:moveTo>
                  <a:cubicBezTo>
                    <a:pt x="15384" y="0"/>
                    <a:pt x="13656" y="204"/>
                    <a:pt x="11712" y="611"/>
                  </a:cubicBezTo>
                  <a:cubicBezTo>
                    <a:pt x="8040" y="1019"/>
                    <a:pt x="4152" y="1834"/>
                    <a:pt x="1344" y="7540"/>
                  </a:cubicBezTo>
                  <a:cubicBezTo>
                    <a:pt x="-1248" y="13449"/>
                    <a:pt x="480" y="16709"/>
                    <a:pt x="1776" y="17728"/>
                  </a:cubicBezTo>
                  <a:cubicBezTo>
                    <a:pt x="3072" y="18747"/>
                    <a:pt x="7392" y="20581"/>
                    <a:pt x="8904" y="21396"/>
                  </a:cubicBezTo>
                  <a:cubicBezTo>
                    <a:pt x="9552" y="21600"/>
                    <a:pt x="9984" y="21600"/>
                    <a:pt x="10416" y="21600"/>
                  </a:cubicBezTo>
                  <a:cubicBezTo>
                    <a:pt x="11280" y="21600"/>
                    <a:pt x="11712" y="21396"/>
                    <a:pt x="11928" y="21192"/>
                  </a:cubicBezTo>
                  <a:cubicBezTo>
                    <a:pt x="12360" y="20785"/>
                    <a:pt x="12576" y="19970"/>
                    <a:pt x="12360" y="18951"/>
                  </a:cubicBezTo>
                  <a:cubicBezTo>
                    <a:pt x="12576" y="18136"/>
                    <a:pt x="13656" y="11615"/>
                    <a:pt x="15600" y="8151"/>
                  </a:cubicBezTo>
                  <a:cubicBezTo>
                    <a:pt x="16680" y="6113"/>
                    <a:pt x="17976" y="4687"/>
                    <a:pt x="18840" y="3872"/>
                  </a:cubicBezTo>
                  <a:cubicBezTo>
                    <a:pt x="19704" y="2853"/>
                    <a:pt x="20352" y="2242"/>
                    <a:pt x="20136" y="1426"/>
                  </a:cubicBezTo>
                  <a:cubicBezTo>
                    <a:pt x="19920" y="204"/>
                    <a:pt x="18192" y="0"/>
                    <a:pt x="16680" y="0"/>
                  </a:cubicBezTo>
                  <a:close/>
                  <a:moveTo>
                    <a:pt x="17544" y="2649"/>
                  </a:moveTo>
                  <a:cubicBezTo>
                    <a:pt x="16680" y="3668"/>
                    <a:pt x="15384" y="5094"/>
                    <a:pt x="14088" y="7336"/>
                  </a:cubicBezTo>
                  <a:cubicBezTo>
                    <a:pt x="11928" y="11411"/>
                    <a:pt x="10632" y="18543"/>
                    <a:pt x="10632" y="18747"/>
                  </a:cubicBezTo>
                  <a:cubicBezTo>
                    <a:pt x="10632" y="18951"/>
                    <a:pt x="10632" y="18951"/>
                    <a:pt x="10632" y="18951"/>
                  </a:cubicBezTo>
                  <a:cubicBezTo>
                    <a:pt x="10632" y="18951"/>
                    <a:pt x="10632" y="18951"/>
                    <a:pt x="10632" y="18951"/>
                  </a:cubicBezTo>
                  <a:cubicBezTo>
                    <a:pt x="10632" y="19766"/>
                    <a:pt x="10632" y="19970"/>
                    <a:pt x="10632" y="19970"/>
                  </a:cubicBezTo>
                  <a:cubicBezTo>
                    <a:pt x="10632" y="19970"/>
                    <a:pt x="10416" y="20174"/>
                    <a:pt x="9768" y="19766"/>
                  </a:cubicBezTo>
                  <a:cubicBezTo>
                    <a:pt x="7824" y="19155"/>
                    <a:pt x="3936" y="17117"/>
                    <a:pt x="2856" y="16302"/>
                  </a:cubicBezTo>
                  <a:cubicBezTo>
                    <a:pt x="1776" y="15691"/>
                    <a:pt x="912" y="12838"/>
                    <a:pt x="3072" y="8151"/>
                  </a:cubicBezTo>
                  <a:cubicBezTo>
                    <a:pt x="5232" y="3260"/>
                    <a:pt x="8472" y="2649"/>
                    <a:pt x="11928" y="2038"/>
                  </a:cubicBezTo>
                  <a:cubicBezTo>
                    <a:pt x="13872" y="1834"/>
                    <a:pt x="15600" y="1630"/>
                    <a:pt x="16680" y="1630"/>
                  </a:cubicBezTo>
                  <a:cubicBezTo>
                    <a:pt x="17544" y="1630"/>
                    <a:pt x="17976" y="1834"/>
                    <a:pt x="18408" y="1834"/>
                  </a:cubicBezTo>
                  <a:cubicBezTo>
                    <a:pt x="18192" y="2038"/>
                    <a:pt x="17760" y="2445"/>
                    <a:pt x="17544" y="2649"/>
                  </a:cubicBezTo>
                  <a:close/>
                </a:path>
              </a:pathLst>
            </a:custGeom>
            <a:solidFill>
              <a:srgbClr val="234770"/>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grpSp>
          <p:nvGrpSpPr>
            <p:cNvPr id="10183" name="Group 10183"/>
            <p:cNvGrpSpPr/>
            <p:nvPr/>
          </p:nvGrpSpPr>
          <p:grpSpPr>
            <a:xfrm>
              <a:off x="0" y="-1"/>
              <a:ext cx="7041869" cy="11382795"/>
              <a:chOff x="0" y="0"/>
              <a:chExt cx="7041868" cy="11382793"/>
            </a:xfrm>
          </p:grpSpPr>
          <p:sp>
            <p:nvSpPr>
              <p:cNvPr id="10179" name="Shape 10179"/>
              <p:cNvSpPr/>
              <p:nvPr/>
            </p:nvSpPr>
            <p:spPr>
              <a:xfrm>
                <a:off x="2480183" y="388735"/>
                <a:ext cx="107895" cy="106308"/>
              </a:xfrm>
              <a:prstGeom prst="ellipse">
                <a:avLst/>
              </a:prstGeom>
              <a:solidFill>
                <a:srgbClr val="91B3C1"/>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80" name="Shape 10180"/>
              <p:cNvSpPr/>
              <p:nvPr/>
            </p:nvSpPr>
            <p:spPr>
              <a:xfrm>
                <a:off x="2932384" y="217374"/>
                <a:ext cx="114242" cy="111069"/>
              </a:xfrm>
              <a:prstGeom prst="ellipse">
                <a:avLst/>
              </a:prstGeom>
              <a:solidFill>
                <a:srgbClr val="91B3C1"/>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81" name="Shape 10181"/>
              <p:cNvSpPr/>
              <p:nvPr/>
            </p:nvSpPr>
            <p:spPr>
              <a:xfrm>
                <a:off x="2675343" y="404602"/>
                <a:ext cx="591830" cy="7616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03" y="21600"/>
                    </a:moveTo>
                    <a:cubicBezTo>
                      <a:pt x="20285" y="21600"/>
                      <a:pt x="20285" y="21600"/>
                      <a:pt x="20285" y="21600"/>
                    </a:cubicBezTo>
                    <a:cubicBezTo>
                      <a:pt x="21037" y="21600"/>
                      <a:pt x="21600" y="17280"/>
                      <a:pt x="21600" y="11520"/>
                    </a:cubicBezTo>
                    <a:cubicBezTo>
                      <a:pt x="21600" y="10080"/>
                      <a:pt x="21600" y="10080"/>
                      <a:pt x="21600" y="10080"/>
                    </a:cubicBezTo>
                    <a:cubicBezTo>
                      <a:pt x="21600" y="4320"/>
                      <a:pt x="21037" y="0"/>
                      <a:pt x="20285" y="0"/>
                    </a:cubicBezTo>
                    <a:cubicBezTo>
                      <a:pt x="1503" y="0"/>
                      <a:pt x="1503" y="0"/>
                      <a:pt x="1503" y="0"/>
                    </a:cubicBezTo>
                    <a:cubicBezTo>
                      <a:pt x="563" y="0"/>
                      <a:pt x="0" y="4320"/>
                      <a:pt x="0" y="10080"/>
                    </a:cubicBezTo>
                    <a:cubicBezTo>
                      <a:pt x="0" y="11520"/>
                      <a:pt x="0" y="11520"/>
                      <a:pt x="0" y="11520"/>
                    </a:cubicBezTo>
                    <a:cubicBezTo>
                      <a:pt x="0" y="17280"/>
                      <a:pt x="563" y="21600"/>
                      <a:pt x="1503" y="21600"/>
                    </a:cubicBezTo>
                    <a:close/>
                  </a:path>
                </a:pathLst>
              </a:custGeom>
              <a:solidFill>
                <a:srgbClr val="91B3C1"/>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82" name="Shape 10182"/>
              <p:cNvSpPr/>
              <p:nvPr/>
            </p:nvSpPr>
            <p:spPr>
              <a:xfrm>
                <a:off x="-1" y="0"/>
                <a:ext cx="7041870" cy="11382794"/>
              </a:xfrm>
              <a:custGeom>
                <a:avLst/>
                <a:gdLst/>
                <a:ahLst/>
                <a:cxnLst>
                  <a:cxn ang="0">
                    <a:pos x="wd2" y="hd2"/>
                  </a:cxn>
                  <a:cxn ang="5400000">
                    <a:pos x="wd2" y="hd2"/>
                  </a:cxn>
                  <a:cxn ang="10800000">
                    <a:pos x="wd2" y="hd2"/>
                  </a:cxn>
                  <a:cxn ang="16200000">
                    <a:pos x="wd2" y="hd2"/>
                  </a:cxn>
                </a:cxnLst>
                <a:rect l="0" t="0" r="r" b="b"/>
                <a:pathLst>
                  <a:path w="21460" h="21600" fill="norm" stroke="1" extrusionOk="0">
                    <a:moveTo>
                      <a:pt x="21319" y="21303"/>
                    </a:moveTo>
                    <a:cubicBezTo>
                      <a:pt x="21319" y="21293"/>
                      <a:pt x="20818" y="20257"/>
                      <a:pt x="20443" y="19557"/>
                    </a:cubicBezTo>
                    <a:cubicBezTo>
                      <a:pt x="20177" y="19068"/>
                      <a:pt x="19785" y="18617"/>
                      <a:pt x="19519" y="18320"/>
                    </a:cubicBezTo>
                    <a:cubicBezTo>
                      <a:pt x="19425" y="18214"/>
                      <a:pt x="19316" y="18090"/>
                      <a:pt x="19300" y="18051"/>
                    </a:cubicBezTo>
                    <a:cubicBezTo>
                      <a:pt x="19269" y="17994"/>
                      <a:pt x="19237" y="17869"/>
                      <a:pt x="19237" y="17667"/>
                    </a:cubicBezTo>
                    <a:cubicBezTo>
                      <a:pt x="19253" y="17361"/>
                      <a:pt x="19253" y="17361"/>
                      <a:pt x="19253" y="17361"/>
                    </a:cubicBezTo>
                    <a:cubicBezTo>
                      <a:pt x="19269" y="17150"/>
                      <a:pt x="19300" y="16900"/>
                      <a:pt x="19394" y="16612"/>
                    </a:cubicBezTo>
                    <a:cubicBezTo>
                      <a:pt x="19472" y="16286"/>
                      <a:pt x="19597" y="15836"/>
                      <a:pt x="19723" y="15346"/>
                    </a:cubicBezTo>
                    <a:cubicBezTo>
                      <a:pt x="19910" y="14627"/>
                      <a:pt x="20098" y="13879"/>
                      <a:pt x="20192" y="13620"/>
                    </a:cubicBezTo>
                    <a:cubicBezTo>
                      <a:pt x="20208" y="13582"/>
                      <a:pt x="20223" y="13543"/>
                      <a:pt x="20239" y="13505"/>
                    </a:cubicBezTo>
                    <a:cubicBezTo>
                      <a:pt x="20396" y="13102"/>
                      <a:pt x="20521" y="12785"/>
                      <a:pt x="20177" y="11893"/>
                    </a:cubicBezTo>
                    <a:cubicBezTo>
                      <a:pt x="19957" y="11308"/>
                      <a:pt x="19832" y="10944"/>
                      <a:pt x="19754" y="10666"/>
                    </a:cubicBezTo>
                    <a:cubicBezTo>
                      <a:pt x="19707" y="10512"/>
                      <a:pt x="19660" y="10388"/>
                      <a:pt x="19613" y="10272"/>
                    </a:cubicBezTo>
                    <a:cubicBezTo>
                      <a:pt x="19472" y="9918"/>
                      <a:pt x="19410" y="9668"/>
                      <a:pt x="19394" y="9505"/>
                    </a:cubicBezTo>
                    <a:cubicBezTo>
                      <a:pt x="19394" y="9476"/>
                      <a:pt x="19394" y="9476"/>
                      <a:pt x="19394" y="9476"/>
                    </a:cubicBezTo>
                    <a:cubicBezTo>
                      <a:pt x="19378" y="9256"/>
                      <a:pt x="19363" y="9026"/>
                      <a:pt x="19018" y="8709"/>
                    </a:cubicBezTo>
                    <a:cubicBezTo>
                      <a:pt x="18643" y="8364"/>
                      <a:pt x="18377" y="8114"/>
                      <a:pt x="18330" y="8066"/>
                    </a:cubicBezTo>
                    <a:cubicBezTo>
                      <a:pt x="18298" y="8028"/>
                      <a:pt x="18204" y="7903"/>
                      <a:pt x="18157" y="7836"/>
                    </a:cubicBezTo>
                    <a:cubicBezTo>
                      <a:pt x="18126" y="7779"/>
                      <a:pt x="18095" y="7731"/>
                      <a:pt x="18063" y="7702"/>
                    </a:cubicBezTo>
                    <a:cubicBezTo>
                      <a:pt x="18017" y="7644"/>
                      <a:pt x="17954" y="7596"/>
                      <a:pt x="17907" y="7558"/>
                    </a:cubicBezTo>
                    <a:cubicBezTo>
                      <a:pt x="17829" y="7328"/>
                      <a:pt x="17610" y="6570"/>
                      <a:pt x="17578" y="6426"/>
                    </a:cubicBezTo>
                    <a:cubicBezTo>
                      <a:pt x="17516" y="6196"/>
                      <a:pt x="17469" y="6091"/>
                      <a:pt x="17343" y="6014"/>
                    </a:cubicBezTo>
                    <a:cubicBezTo>
                      <a:pt x="17312" y="5995"/>
                      <a:pt x="17265" y="5975"/>
                      <a:pt x="17234" y="5966"/>
                    </a:cubicBezTo>
                    <a:cubicBezTo>
                      <a:pt x="17109" y="5860"/>
                      <a:pt x="16905" y="5755"/>
                      <a:pt x="16577" y="5755"/>
                    </a:cubicBezTo>
                    <a:cubicBezTo>
                      <a:pt x="16561" y="5755"/>
                      <a:pt x="16545" y="5764"/>
                      <a:pt x="16530" y="5764"/>
                    </a:cubicBezTo>
                    <a:cubicBezTo>
                      <a:pt x="16295" y="5764"/>
                      <a:pt x="15997" y="5784"/>
                      <a:pt x="15684" y="5889"/>
                    </a:cubicBezTo>
                    <a:cubicBezTo>
                      <a:pt x="15606" y="5908"/>
                      <a:pt x="15528" y="5937"/>
                      <a:pt x="15450" y="5975"/>
                    </a:cubicBezTo>
                    <a:cubicBezTo>
                      <a:pt x="15450" y="3683"/>
                      <a:pt x="15450" y="3683"/>
                      <a:pt x="15450" y="3683"/>
                    </a:cubicBezTo>
                    <a:cubicBezTo>
                      <a:pt x="15481" y="3654"/>
                      <a:pt x="15497" y="3626"/>
                      <a:pt x="15497" y="3587"/>
                    </a:cubicBezTo>
                    <a:cubicBezTo>
                      <a:pt x="15497" y="2906"/>
                      <a:pt x="15497" y="2906"/>
                      <a:pt x="15497" y="2906"/>
                    </a:cubicBezTo>
                    <a:cubicBezTo>
                      <a:pt x="15497" y="2868"/>
                      <a:pt x="15481" y="2839"/>
                      <a:pt x="15450" y="2820"/>
                    </a:cubicBezTo>
                    <a:cubicBezTo>
                      <a:pt x="15450" y="1151"/>
                      <a:pt x="15450" y="1151"/>
                      <a:pt x="15450" y="1151"/>
                    </a:cubicBezTo>
                    <a:cubicBezTo>
                      <a:pt x="15450" y="518"/>
                      <a:pt x="14604" y="0"/>
                      <a:pt x="13571" y="0"/>
                    </a:cubicBezTo>
                    <a:cubicBezTo>
                      <a:pt x="4603" y="0"/>
                      <a:pt x="4603" y="0"/>
                      <a:pt x="4603" y="0"/>
                    </a:cubicBezTo>
                    <a:cubicBezTo>
                      <a:pt x="3554" y="0"/>
                      <a:pt x="2724" y="518"/>
                      <a:pt x="2724" y="1151"/>
                    </a:cubicBezTo>
                    <a:cubicBezTo>
                      <a:pt x="2724" y="2945"/>
                      <a:pt x="2724" y="2945"/>
                      <a:pt x="2724" y="2945"/>
                    </a:cubicBezTo>
                    <a:cubicBezTo>
                      <a:pt x="2630" y="2964"/>
                      <a:pt x="2552" y="3021"/>
                      <a:pt x="2552" y="3088"/>
                    </a:cubicBezTo>
                    <a:cubicBezTo>
                      <a:pt x="2552" y="3779"/>
                      <a:pt x="2552" y="3779"/>
                      <a:pt x="2552" y="3779"/>
                    </a:cubicBezTo>
                    <a:cubicBezTo>
                      <a:pt x="2552" y="3846"/>
                      <a:pt x="2630" y="3904"/>
                      <a:pt x="2724" y="3923"/>
                    </a:cubicBezTo>
                    <a:cubicBezTo>
                      <a:pt x="2724" y="4249"/>
                      <a:pt x="2724" y="4249"/>
                      <a:pt x="2724" y="4249"/>
                    </a:cubicBezTo>
                    <a:cubicBezTo>
                      <a:pt x="2630" y="4268"/>
                      <a:pt x="2552" y="4326"/>
                      <a:pt x="2552" y="4393"/>
                    </a:cubicBezTo>
                    <a:cubicBezTo>
                      <a:pt x="2552" y="5083"/>
                      <a:pt x="2552" y="5083"/>
                      <a:pt x="2552" y="5083"/>
                    </a:cubicBezTo>
                    <a:cubicBezTo>
                      <a:pt x="2552" y="5151"/>
                      <a:pt x="2630" y="5208"/>
                      <a:pt x="2724" y="5227"/>
                    </a:cubicBezTo>
                    <a:cubicBezTo>
                      <a:pt x="2724" y="5486"/>
                      <a:pt x="2724" y="5486"/>
                      <a:pt x="2724" y="5486"/>
                    </a:cubicBezTo>
                    <a:cubicBezTo>
                      <a:pt x="2709" y="5486"/>
                      <a:pt x="2693" y="5486"/>
                      <a:pt x="2693" y="5486"/>
                    </a:cubicBezTo>
                    <a:cubicBezTo>
                      <a:pt x="2490" y="5486"/>
                      <a:pt x="2114" y="5496"/>
                      <a:pt x="1817" y="5515"/>
                    </a:cubicBezTo>
                    <a:cubicBezTo>
                      <a:pt x="1503" y="5544"/>
                      <a:pt x="533" y="5621"/>
                      <a:pt x="220" y="6206"/>
                    </a:cubicBezTo>
                    <a:cubicBezTo>
                      <a:pt x="-93" y="6772"/>
                      <a:pt x="423" y="7146"/>
                      <a:pt x="940" y="7453"/>
                    </a:cubicBezTo>
                    <a:cubicBezTo>
                      <a:pt x="1457" y="7769"/>
                      <a:pt x="2411" y="7932"/>
                      <a:pt x="2724" y="7980"/>
                    </a:cubicBezTo>
                    <a:cubicBezTo>
                      <a:pt x="2724" y="8153"/>
                      <a:pt x="2724" y="8153"/>
                      <a:pt x="2724" y="8153"/>
                    </a:cubicBezTo>
                    <a:cubicBezTo>
                      <a:pt x="2583" y="8172"/>
                      <a:pt x="2364" y="8210"/>
                      <a:pt x="2098" y="8268"/>
                    </a:cubicBezTo>
                    <a:cubicBezTo>
                      <a:pt x="1582" y="8373"/>
                      <a:pt x="1331" y="8594"/>
                      <a:pt x="1003" y="8882"/>
                    </a:cubicBezTo>
                    <a:cubicBezTo>
                      <a:pt x="956" y="8930"/>
                      <a:pt x="909" y="8978"/>
                      <a:pt x="846" y="9016"/>
                    </a:cubicBezTo>
                    <a:cubicBezTo>
                      <a:pt x="330" y="9467"/>
                      <a:pt x="330" y="9764"/>
                      <a:pt x="408" y="9937"/>
                    </a:cubicBezTo>
                    <a:cubicBezTo>
                      <a:pt x="423" y="9975"/>
                      <a:pt x="439" y="10138"/>
                      <a:pt x="439" y="10244"/>
                    </a:cubicBezTo>
                    <a:cubicBezTo>
                      <a:pt x="455" y="10407"/>
                      <a:pt x="455" y="10570"/>
                      <a:pt x="486" y="10704"/>
                    </a:cubicBezTo>
                    <a:cubicBezTo>
                      <a:pt x="517" y="10790"/>
                      <a:pt x="549" y="10858"/>
                      <a:pt x="596" y="10915"/>
                    </a:cubicBezTo>
                    <a:cubicBezTo>
                      <a:pt x="564" y="10934"/>
                      <a:pt x="549" y="10944"/>
                      <a:pt x="517" y="10963"/>
                    </a:cubicBezTo>
                    <a:cubicBezTo>
                      <a:pt x="377" y="11059"/>
                      <a:pt x="126" y="11289"/>
                      <a:pt x="17" y="11788"/>
                    </a:cubicBezTo>
                    <a:cubicBezTo>
                      <a:pt x="-77" y="12181"/>
                      <a:pt x="298" y="12517"/>
                      <a:pt x="549" y="12737"/>
                    </a:cubicBezTo>
                    <a:cubicBezTo>
                      <a:pt x="611" y="12805"/>
                      <a:pt x="690" y="12862"/>
                      <a:pt x="705" y="12901"/>
                    </a:cubicBezTo>
                    <a:cubicBezTo>
                      <a:pt x="721" y="12929"/>
                      <a:pt x="752" y="12958"/>
                      <a:pt x="783" y="12987"/>
                    </a:cubicBezTo>
                    <a:cubicBezTo>
                      <a:pt x="564" y="13073"/>
                      <a:pt x="470" y="13188"/>
                      <a:pt x="330" y="13371"/>
                    </a:cubicBezTo>
                    <a:cubicBezTo>
                      <a:pt x="314" y="13399"/>
                      <a:pt x="283" y="13428"/>
                      <a:pt x="267" y="13466"/>
                    </a:cubicBezTo>
                    <a:cubicBezTo>
                      <a:pt x="48" y="13735"/>
                      <a:pt x="-140" y="14032"/>
                      <a:pt x="142" y="14406"/>
                    </a:cubicBezTo>
                    <a:cubicBezTo>
                      <a:pt x="361" y="14694"/>
                      <a:pt x="815" y="14828"/>
                      <a:pt x="1018" y="14886"/>
                    </a:cubicBezTo>
                    <a:cubicBezTo>
                      <a:pt x="1034" y="14896"/>
                      <a:pt x="1050" y="14896"/>
                      <a:pt x="1050" y="14896"/>
                    </a:cubicBezTo>
                    <a:cubicBezTo>
                      <a:pt x="1159" y="14944"/>
                      <a:pt x="1550" y="15078"/>
                      <a:pt x="1785" y="15107"/>
                    </a:cubicBezTo>
                    <a:cubicBezTo>
                      <a:pt x="1926" y="15135"/>
                      <a:pt x="2490" y="15318"/>
                      <a:pt x="2740" y="15423"/>
                    </a:cubicBezTo>
                    <a:cubicBezTo>
                      <a:pt x="2897" y="15490"/>
                      <a:pt x="3163" y="15557"/>
                      <a:pt x="3366" y="15615"/>
                    </a:cubicBezTo>
                    <a:cubicBezTo>
                      <a:pt x="3429" y="15634"/>
                      <a:pt x="3507" y="15653"/>
                      <a:pt x="3554" y="15663"/>
                    </a:cubicBezTo>
                    <a:cubicBezTo>
                      <a:pt x="3601" y="15711"/>
                      <a:pt x="3695" y="15826"/>
                      <a:pt x="3742" y="15883"/>
                    </a:cubicBezTo>
                    <a:cubicBezTo>
                      <a:pt x="3836" y="15989"/>
                      <a:pt x="3883" y="16047"/>
                      <a:pt x="3930" y="16085"/>
                    </a:cubicBezTo>
                    <a:cubicBezTo>
                      <a:pt x="3992" y="16142"/>
                      <a:pt x="4117" y="16277"/>
                      <a:pt x="4180" y="16353"/>
                    </a:cubicBezTo>
                    <a:cubicBezTo>
                      <a:pt x="4196" y="16392"/>
                      <a:pt x="4211" y="16449"/>
                      <a:pt x="4258" y="16497"/>
                    </a:cubicBezTo>
                    <a:cubicBezTo>
                      <a:pt x="4305" y="16564"/>
                      <a:pt x="4509" y="16766"/>
                      <a:pt x="4931" y="17102"/>
                    </a:cubicBezTo>
                    <a:cubicBezTo>
                      <a:pt x="4994" y="17159"/>
                      <a:pt x="4994" y="17159"/>
                      <a:pt x="4994" y="17159"/>
                    </a:cubicBezTo>
                    <a:cubicBezTo>
                      <a:pt x="5072" y="17217"/>
                      <a:pt x="5166" y="17284"/>
                      <a:pt x="5260" y="17361"/>
                    </a:cubicBezTo>
                    <a:cubicBezTo>
                      <a:pt x="5636" y="17667"/>
                      <a:pt x="5636" y="17667"/>
                      <a:pt x="5636" y="17667"/>
                    </a:cubicBezTo>
                    <a:cubicBezTo>
                      <a:pt x="6027" y="17984"/>
                      <a:pt x="6497" y="18339"/>
                      <a:pt x="6857" y="18588"/>
                    </a:cubicBezTo>
                    <a:cubicBezTo>
                      <a:pt x="7342" y="18924"/>
                      <a:pt x="7686" y="19077"/>
                      <a:pt x="7890" y="19164"/>
                    </a:cubicBezTo>
                    <a:cubicBezTo>
                      <a:pt x="7937" y="19193"/>
                      <a:pt x="7983" y="19212"/>
                      <a:pt x="8015" y="19221"/>
                    </a:cubicBezTo>
                    <a:cubicBezTo>
                      <a:pt x="8234" y="19346"/>
                      <a:pt x="8954" y="19778"/>
                      <a:pt x="9048" y="19864"/>
                    </a:cubicBezTo>
                    <a:cubicBezTo>
                      <a:pt x="9079" y="19902"/>
                      <a:pt x="9095" y="19941"/>
                      <a:pt x="9110" y="19969"/>
                    </a:cubicBezTo>
                    <a:cubicBezTo>
                      <a:pt x="9142" y="20027"/>
                      <a:pt x="9173" y="20085"/>
                      <a:pt x="9267" y="20152"/>
                    </a:cubicBezTo>
                    <a:cubicBezTo>
                      <a:pt x="9314" y="20190"/>
                      <a:pt x="9658" y="20516"/>
                      <a:pt x="9956" y="20804"/>
                    </a:cubicBezTo>
                    <a:cubicBezTo>
                      <a:pt x="10112" y="20967"/>
                      <a:pt x="10175" y="21255"/>
                      <a:pt x="10190" y="21351"/>
                    </a:cubicBezTo>
                    <a:cubicBezTo>
                      <a:pt x="10222" y="21562"/>
                      <a:pt x="10222" y="21562"/>
                      <a:pt x="10222" y="21562"/>
                    </a:cubicBezTo>
                    <a:cubicBezTo>
                      <a:pt x="10566" y="21562"/>
                      <a:pt x="10566" y="21562"/>
                      <a:pt x="10566" y="21562"/>
                    </a:cubicBezTo>
                    <a:cubicBezTo>
                      <a:pt x="20959" y="21600"/>
                      <a:pt x="20959" y="21600"/>
                      <a:pt x="20959" y="21600"/>
                    </a:cubicBezTo>
                    <a:cubicBezTo>
                      <a:pt x="21460" y="21600"/>
                      <a:pt x="21460" y="21600"/>
                      <a:pt x="21460" y="21600"/>
                    </a:cubicBezTo>
                    <a:lnTo>
                      <a:pt x="21319" y="21303"/>
                    </a:lnTo>
                    <a:close/>
                    <a:moveTo>
                      <a:pt x="17109" y="6196"/>
                    </a:moveTo>
                    <a:cubicBezTo>
                      <a:pt x="17140" y="6234"/>
                      <a:pt x="17171" y="6311"/>
                      <a:pt x="17203" y="6465"/>
                    </a:cubicBezTo>
                    <a:cubicBezTo>
                      <a:pt x="17250" y="6628"/>
                      <a:pt x="17500" y="7491"/>
                      <a:pt x="17547" y="7644"/>
                    </a:cubicBezTo>
                    <a:cubicBezTo>
                      <a:pt x="17531" y="7673"/>
                      <a:pt x="17469" y="7750"/>
                      <a:pt x="17390" y="7760"/>
                    </a:cubicBezTo>
                    <a:cubicBezTo>
                      <a:pt x="17343" y="7760"/>
                      <a:pt x="17312" y="7750"/>
                      <a:pt x="17265" y="7721"/>
                    </a:cubicBezTo>
                    <a:cubicBezTo>
                      <a:pt x="17030" y="7568"/>
                      <a:pt x="16780" y="7251"/>
                      <a:pt x="16749" y="7117"/>
                    </a:cubicBezTo>
                    <a:cubicBezTo>
                      <a:pt x="16717" y="6954"/>
                      <a:pt x="16905" y="6656"/>
                      <a:pt x="16952" y="6561"/>
                    </a:cubicBezTo>
                    <a:cubicBezTo>
                      <a:pt x="17062" y="6407"/>
                      <a:pt x="17093" y="6263"/>
                      <a:pt x="17093" y="6225"/>
                    </a:cubicBezTo>
                    <a:cubicBezTo>
                      <a:pt x="17109" y="6215"/>
                      <a:pt x="17109" y="6206"/>
                      <a:pt x="17109" y="6196"/>
                    </a:cubicBezTo>
                    <a:close/>
                    <a:moveTo>
                      <a:pt x="3100" y="1151"/>
                    </a:moveTo>
                    <a:cubicBezTo>
                      <a:pt x="3100" y="643"/>
                      <a:pt x="3773" y="230"/>
                      <a:pt x="4603" y="230"/>
                    </a:cubicBezTo>
                    <a:cubicBezTo>
                      <a:pt x="13571" y="230"/>
                      <a:pt x="13571" y="230"/>
                      <a:pt x="13571" y="230"/>
                    </a:cubicBezTo>
                    <a:cubicBezTo>
                      <a:pt x="14401" y="230"/>
                      <a:pt x="15074" y="643"/>
                      <a:pt x="15074" y="1151"/>
                    </a:cubicBezTo>
                    <a:cubicBezTo>
                      <a:pt x="15074" y="6196"/>
                      <a:pt x="15074" y="6196"/>
                      <a:pt x="15074" y="6196"/>
                    </a:cubicBezTo>
                    <a:cubicBezTo>
                      <a:pt x="14980" y="6273"/>
                      <a:pt x="14902" y="6350"/>
                      <a:pt x="14823" y="6445"/>
                    </a:cubicBezTo>
                    <a:cubicBezTo>
                      <a:pt x="14823" y="1410"/>
                      <a:pt x="14823" y="1410"/>
                      <a:pt x="14823" y="1410"/>
                    </a:cubicBezTo>
                    <a:cubicBezTo>
                      <a:pt x="3350" y="1410"/>
                      <a:pt x="3350" y="1410"/>
                      <a:pt x="3350" y="1410"/>
                    </a:cubicBezTo>
                    <a:cubicBezTo>
                      <a:pt x="3350" y="9448"/>
                      <a:pt x="3350" y="9448"/>
                      <a:pt x="3350" y="9448"/>
                    </a:cubicBezTo>
                    <a:cubicBezTo>
                      <a:pt x="3350" y="9438"/>
                      <a:pt x="3350" y="9438"/>
                      <a:pt x="3350" y="9428"/>
                    </a:cubicBezTo>
                    <a:cubicBezTo>
                      <a:pt x="3288" y="9294"/>
                      <a:pt x="3131" y="9131"/>
                      <a:pt x="3100" y="8815"/>
                    </a:cubicBezTo>
                    <a:lnTo>
                      <a:pt x="3100" y="1151"/>
                    </a:lnTo>
                    <a:close/>
                    <a:moveTo>
                      <a:pt x="14604" y="8517"/>
                    </a:moveTo>
                    <a:cubicBezTo>
                      <a:pt x="14636" y="8623"/>
                      <a:pt x="14667" y="8719"/>
                      <a:pt x="14698" y="8805"/>
                    </a:cubicBezTo>
                    <a:cubicBezTo>
                      <a:pt x="14698" y="14387"/>
                      <a:pt x="14698" y="14387"/>
                      <a:pt x="14698" y="14387"/>
                    </a:cubicBezTo>
                    <a:cubicBezTo>
                      <a:pt x="3476" y="14387"/>
                      <a:pt x="3476" y="14387"/>
                      <a:pt x="3476" y="14387"/>
                    </a:cubicBezTo>
                    <a:cubicBezTo>
                      <a:pt x="3476" y="13984"/>
                      <a:pt x="3476" y="13984"/>
                      <a:pt x="3476" y="13984"/>
                    </a:cubicBezTo>
                    <a:cubicBezTo>
                      <a:pt x="3491" y="13869"/>
                      <a:pt x="3476" y="13764"/>
                      <a:pt x="3476" y="13687"/>
                    </a:cubicBezTo>
                    <a:cubicBezTo>
                      <a:pt x="3476" y="13649"/>
                      <a:pt x="3476" y="13610"/>
                      <a:pt x="3476" y="13582"/>
                    </a:cubicBezTo>
                    <a:cubicBezTo>
                      <a:pt x="3476" y="13553"/>
                      <a:pt x="3476" y="13524"/>
                      <a:pt x="3476" y="13495"/>
                    </a:cubicBezTo>
                    <a:cubicBezTo>
                      <a:pt x="3476" y="12737"/>
                      <a:pt x="3476" y="12737"/>
                      <a:pt x="3476" y="12737"/>
                    </a:cubicBezTo>
                    <a:cubicBezTo>
                      <a:pt x="3507" y="12680"/>
                      <a:pt x="3523" y="12603"/>
                      <a:pt x="3554" y="12517"/>
                    </a:cubicBezTo>
                    <a:cubicBezTo>
                      <a:pt x="3773" y="11932"/>
                      <a:pt x="3710" y="11673"/>
                      <a:pt x="3476" y="11414"/>
                    </a:cubicBezTo>
                    <a:cubicBezTo>
                      <a:pt x="3476" y="10407"/>
                      <a:pt x="3476" y="10407"/>
                      <a:pt x="3476" y="10407"/>
                    </a:cubicBezTo>
                    <a:cubicBezTo>
                      <a:pt x="3538" y="10234"/>
                      <a:pt x="3538" y="10033"/>
                      <a:pt x="3476" y="9812"/>
                    </a:cubicBezTo>
                    <a:cubicBezTo>
                      <a:pt x="3476" y="1487"/>
                      <a:pt x="3476" y="1487"/>
                      <a:pt x="3476" y="1487"/>
                    </a:cubicBezTo>
                    <a:cubicBezTo>
                      <a:pt x="14698" y="1487"/>
                      <a:pt x="14698" y="1487"/>
                      <a:pt x="14698" y="1487"/>
                    </a:cubicBezTo>
                    <a:cubicBezTo>
                      <a:pt x="14698" y="6628"/>
                      <a:pt x="14698" y="6628"/>
                      <a:pt x="14698" y="6628"/>
                    </a:cubicBezTo>
                    <a:cubicBezTo>
                      <a:pt x="14354" y="7222"/>
                      <a:pt x="14479" y="8086"/>
                      <a:pt x="14604" y="8517"/>
                    </a:cubicBezTo>
                    <a:close/>
                    <a:moveTo>
                      <a:pt x="3350" y="10637"/>
                    </a:moveTo>
                    <a:cubicBezTo>
                      <a:pt x="3350" y="11280"/>
                      <a:pt x="3350" y="11280"/>
                      <a:pt x="3350" y="11280"/>
                    </a:cubicBezTo>
                    <a:cubicBezTo>
                      <a:pt x="3257" y="11174"/>
                      <a:pt x="3257" y="11145"/>
                      <a:pt x="3257" y="11040"/>
                    </a:cubicBezTo>
                    <a:cubicBezTo>
                      <a:pt x="3257" y="10733"/>
                      <a:pt x="3257" y="10733"/>
                      <a:pt x="3257" y="10733"/>
                    </a:cubicBezTo>
                    <a:cubicBezTo>
                      <a:pt x="3288" y="10704"/>
                      <a:pt x="3319" y="10666"/>
                      <a:pt x="3350" y="10637"/>
                    </a:cubicBezTo>
                    <a:close/>
                    <a:moveTo>
                      <a:pt x="1190" y="7290"/>
                    </a:moveTo>
                    <a:cubicBezTo>
                      <a:pt x="658" y="6963"/>
                      <a:pt x="345" y="6695"/>
                      <a:pt x="564" y="6273"/>
                    </a:cubicBezTo>
                    <a:cubicBezTo>
                      <a:pt x="799" y="5860"/>
                      <a:pt x="1488" y="5774"/>
                      <a:pt x="1879" y="5745"/>
                    </a:cubicBezTo>
                    <a:cubicBezTo>
                      <a:pt x="2145" y="5726"/>
                      <a:pt x="2505" y="5717"/>
                      <a:pt x="2693" y="5717"/>
                    </a:cubicBezTo>
                    <a:cubicBezTo>
                      <a:pt x="2693" y="5717"/>
                      <a:pt x="2709" y="5717"/>
                      <a:pt x="2724" y="5717"/>
                    </a:cubicBezTo>
                    <a:cubicBezTo>
                      <a:pt x="2724" y="7740"/>
                      <a:pt x="2724" y="7740"/>
                      <a:pt x="2724" y="7740"/>
                    </a:cubicBezTo>
                    <a:cubicBezTo>
                      <a:pt x="2380" y="7683"/>
                      <a:pt x="1597" y="7529"/>
                      <a:pt x="1190" y="7290"/>
                    </a:cubicBezTo>
                    <a:close/>
                    <a:moveTo>
                      <a:pt x="1159" y="9150"/>
                    </a:moveTo>
                    <a:cubicBezTo>
                      <a:pt x="1566" y="8805"/>
                      <a:pt x="1754" y="8575"/>
                      <a:pt x="2208" y="8488"/>
                    </a:cubicBezTo>
                    <a:cubicBezTo>
                      <a:pt x="2411" y="8450"/>
                      <a:pt x="2583" y="8412"/>
                      <a:pt x="2709" y="8393"/>
                    </a:cubicBezTo>
                    <a:cubicBezTo>
                      <a:pt x="2709" y="8661"/>
                      <a:pt x="2709" y="8661"/>
                      <a:pt x="2709" y="8661"/>
                    </a:cubicBezTo>
                    <a:cubicBezTo>
                      <a:pt x="2709" y="8805"/>
                      <a:pt x="2709" y="9102"/>
                      <a:pt x="2943" y="9438"/>
                    </a:cubicBezTo>
                    <a:cubicBezTo>
                      <a:pt x="2959" y="9457"/>
                      <a:pt x="2959" y="9486"/>
                      <a:pt x="2975" y="9505"/>
                    </a:cubicBezTo>
                    <a:cubicBezTo>
                      <a:pt x="3006" y="9563"/>
                      <a:pt x="3037" y="9620"/>
                      <a:pt x="3053" y="9678"/>
                    </a:cubicBezTo>
                    <a:cubicBezTo>
                      <a:pt x="3069" y="9716"/>
                      <a:pt x="3084" y="9764"/>
                      <a:pt x="3100" y="9812"/>
                    </a:cubicBezTo>
                    <a:cubicBezTo>
                      <a:pt x="3241" y="10282"/>
                      <a:pt x="3084" y="10618"/>
                      <a:pt x="2599" y="10838"/>
                    </a:cubicBezTo>
                    <a:cubicBezTo>
                      <a:pt x="1863" y="11174"/>
                      <a:pt x="1143" y="10992"/>
                      <a:pt x="909" y="10771"/>
                    </a:cubicBezTo>
                    <a:cubicBezTo>
                      <a:pt x="893" y="10733"/>
                      <a:pt x="877" y="10704"/>
                      <a:pt x="862" y="10666"/>
                    </a:cubicBezTo>
                    <a:cubicBezTo>
                      <a:pt x="862" y="10656"/>
                      <a:pt x="862" y="10637"/>
                      <a:pt x="846" y="10627"/>
                    </a:cubicBezTo>
                    <a:cubicBezTo>
                      <a:pt x="909" y="10531"/>
                      <a:pt x="1112" y="10225"/>
                      <a:pt x="1363" y="10052"/>
                    </a:cubicBezTo>
                    <a:cubicBezTo>
                      <a:pt x="1676" y="9831"/>
                      <a:pt x="2114" y="9630"/>
                      <a:pt x="2239" y="9572"/>
                    </a:cubicBezTo>
                    <a:cubicBezTo>
                      <a:pt x="2302" y="9553"/>
                      <a:pt x="2349" y="9505"/>
                      <a:pt x="2333" y="9467"/>
                    </a:cubicBezTo>
                    <a:cubicBezTo>
                      <a:pt x="2333" y="9409"/>
                      <a:pt x="2255" y="9342"/>
                      <a:pt x="2145" y="9304"/>
                    </a:cubicBezTo>
                    <a:cubicBezTo>
                      <a:pt x="1973" y="9237"/>
                      <a:pt x="1488" y="9313"/>
                      <a:pt x="1237" y="9457"/>
                    </a:cubicBezTo>
                    <a:cubicBezTo>
                      <a:pt x="1003" y="9611"/>
                      <a:pt x="846" y="9841"/>
                      <a:pt x="783" y="9937"/>
                    </a:cubicBezTo>
                    <a:cubicBezTo>
                      <a:pt x="783" y="9908"/>
                      <a:pt x="783" y="9889"/>
                      <a:pt x="768" y="9870"/>
                    </a:cubicBezTo>
                    <a:cubicBezTo>
                      <a:pt x="705" y="9745"/>
                      <a:pt x="752" y="9505"/>
                      <a:pt x="1159" y="9150"/>
                    </a:cubicBezTo>
                    <a:close/>
                    <a:moveTo>
                      <a:pt x="830" y="10455"/>
                    </a:moveTo>
                    <a:cubicBezTo>
                      <a:pt x="815" y="10388"/>
                      <a:pt x="815" y="10301"/>
                      <a:pt x="815" y="10225"/>
                    </a:cubicBezTo>
                    <a:cubicBezTo>
                      <a:pt x="830" y="10157"/>
                      <a:pt x="846" y="10052"/>
                      <a:pt x="909" y="9956"/>
                    </a:cubicBezTo>
                    <a:cubicBezTo>
                      <a:pt x="940" y="9889"/>
                      <a:pt x="1097" y="9659"/>
                      <a:pt x="1331" y="9515"/>
                    </a:cubicBezTo>
                    <a:cubicBezTo>
                      <a:pt x="1550" y="9380"/>
                      <a:pt x="1973" y="9333"/>
                      <a:pt x="2083" y="9371"/>
                    </a:cubicBezTo>
                    <a:cubicBezTo>
                      <a:pt x="2161" y="9390"/>
                      <a:pt x="2208" y="9438"/>
                      <a:pt x="2208" y="9467"/>
                    </a:cubicBezTo>
                    <a:cubicBezTo>
                      <a:pt x="2208" y="9476"/>
                      <a:pt x="2208" y="9496"/>
                      <a:pt x="2177" y="9515"/>
                    </a:cubicBezTo>
                    <a:cubicBezTo>
                      <a:pt x="2036" y="9563"/>
                      <a:pt x="1597" y="9774"/>
                      <a:pt x="1269" y="9994"/>
                    </a:cubicBezTo>
                    <a:cubicBezTo>
                      <a:pt x="1081" y="10129"/>
                      <a:pt x="924" y="10320"/>
                      <a:pt x="830" y="10455"/>
                    </a:cubicBezTo>
                    <a:close/>
                    <a:moveTo>
                      <a:pt x="377" y="11817"/>
                    </a:moveTo>
                    <a:cubicBezTo>
                      <a:pt x="470" y="11404"/>
                      <a:pt x="674" y="11203"/>
                      <a:pt x="799" y="11117"/>
                    </a:cubicBezTo>
                    <a:cubicBezTo>
                      <a:pt x="846" y="11088"/>
                      <a:pt x="877" y="11069"/>
                      <a:pt x="924" y="11040"/>
                    </a:cubicBezTo>
                    <a:cubicBezTo>
                      <a:pt x="1128" y="11117"/>
                      <a:pt x="1425" y="11184"/>
                      <a:pt x="1738" y="11184"/>
                    </a:cubicBezTo>
                    <a:cubicBezTo>
                      <a:pt x="2004" y="11184"/>
                      <a:pt x="2411" y="11174"/>
                      <a:pt x="2724" y="11059"/>
                    </a:cubicBezTo>
                    <a:cubicBezTo>
                      <a:pt x="2724" y="11117"/>
                      <a:pt x="2724" y="11117"/>
                      <a:pt x="2724" y="11117"/>
                    </a:cubicBezTo>
                    <a:cubicBezTo>
                      <a:pt x="2724" y="11280"/>
                      <a:pt x="2928" y="11328"/>
                      <a:pt x="3100" y="11471"/>
                    </a:cubicBezTo>
                    <a:cubicBezTo>
                      <a:pt x="3100" y="11471"/>
                      <a:pt x="3116" y="11481"/>
                      <a:pt x="3116" y="11491"/>
                    </a:cubicBezTo>
                    <a:cubicBezTo>
                      <a:pt x="3303" y="11692"/>
                      <a:pt x="3491" y="12056"/>
                      <a:pt x="3194" y="12469"/>
                    </a:cubicBezTo>
                    <a:cubicBezTo>
                      <a:pt x="3022" y="12718"/>
                      <a:pt x="2803" y="12833"/>
                      <a:pt x="2583" y="12881"/>
                    </a:cubicBezTo>
                    <a:cubicBezTo>
                      <a:pt x="2505" y="12901"/>
                      <a:pt x="2427" y="12910"/>
                      <a:pt x="2333" y="12920"/>
                    </a:cubicBezTo>
                    <a:cubicBezTo>
                      <a:pt x="2255" y="12929"/>
                      <a:pt x="2177" y="12939"/>
                      <a:pt x="2098" y="12939"/>
                    </a:cubicBezTo>
                    <a:cubicBezTo>
                      <a:pt x="1253" y="12987"/>
                      <a:pt x="1003" y="12757"/>
                      <a:pt x="1003" y="12757"/>
                    </a:cubicBezTo>
                    <a:cubicBezTo>
                      <a:pt x="1003" y="12757"/>
                      <a:pt x="1003" y="12757"/>
                      <a:pt x="1003" y="12757"/>
                    </a:cubicBezTo>
                    <a:cubicBezTo>
                      <a:pt x="815" y="12546"/>
                      <a:pt x="298" y="12200"/>
                      <a:pt x="377" y="11817"/>
                    </a:cubicBezTo>
                    <a:close/>
                    <a:moveTo>
                      <a:pt x="3350" y="12958"/>
                    </a:moveTo>
                    <a:cubicBezTo>
                      <a:pt x="3350" y="13112"/>
                      <a:pt x="3350" y="13112"/>
                      <a:pt x="3350" y="13112"/>
                    </a:cubicBezTo>
                    <a:cubicBezTo>
                      <a:pt x="3319" y="13083"/>
                      <a:pt x="3288" y="13054"/>
                      <a:pt x="3257" y="13025"/>
                    </a:cubicBezTo>
                    <a:cubicBezTo>
                      <a:pt x="3288" y="13006"/>
                      <a:pt x="3319" y="12987"/>
                      <a:pt x="3350" y="12958"/>
                    </a:cubicBezTo>
                    <a:close/>
                    <a:moveTo>
                      <a:pt x="1410" y="14761"/>
                    </a:moveTo>
                    <a:cubicBezTo>
                      <a:pt x="1410" y="14761"/>
                      <a:pt x="1410" y="14761"/>
                      <a:pt x="1410" y="14761"/>
                    </a:cubicBezTo>
                    <a:cubicBezTo>
                      <a:pt x="1331" y="14733"/>
                      <a:pt x="1284" y="14713"/>
                      <a:pt x="1253" y="14704"/>
                    </a:cubicBezTo>
                    <a:cubicBezTo>
                      <a:pt x="1190" y="14675"/>
                      <a:pt x="674" y="14569"/>
                      <a:pt x="470" y="14310"/>
                    </a:cubicBezTo>
                    <a:cubicBezTo>
                      <a:pt x="283" y="14042"/>
                      <a:pt x="377" y="13840"/>
                      <a:pt x="596" y="13562"/>
                    </a:cubicBezTo>
                    <a:cubicBezTo>
                      <a:pt x="815" y="13294"/>
                      <a:pt x="862" y="13207"/>
                      <a:pt x="1081" y="13140"/>
                    </a:cubicBezTo>
                    <a:cubicBezTo>
                      <a:pt x="1206" y="13112"/>
                      <a:pt x="1331" y="13083"/>
                      <a:pt x="1441" y="13073"/>
                    </a:cubicBezTo>
                    <a:cubicBezTo>
                      <a:pt x="1535" y="13064"/>
                      <a:pt x="1644" y="13054"/>
                      <a:pt x="1770" y="13054"/>
                    </a:cubicBezTo>
                    <a:cubicBezTo>
                      <a:pt x="1895" y="13054"/>
                      <a:pt x="2036" y="13054"/>
                      <a:pt x="2177" y="13054"/>
                    </a:cubicBezTo>
                    <a:cubicBezTo>
                      <a:pt x="2192" y="13054"/>
                      <a:pt x="2192" y="13054"/>
                      <a:pt x="2192" y="13054"/>
                    </a:cubicBezTo>
                    <a:cubicBezTo>
                      <a:pt x="2724" y="13083"/>
                      <a:pt x="2724" y="13083"/>
                      <a:pt x="2724" y="13083"/>
                    </a:cubicBezTo>
                    <a:cubicBezTo>
                      <a:pt x="2724" y="13083"/>
                      <a:pt x="2724" y="13083"/>
                      <a:pt x="2724" y="13083"/>
                    </a:cubicBezTo>
                    <a:cubicBezTo>
                      <a:pt x="2803" y="13102"/>
                      <a:pt x="2897" y="13131"/>
                      <a:pt x="2975" y="13169"/>
                    </a:cubicBezTo>
                    <a:cubicBezTo>
                      <a:pt x="3100" y="13275"/>
                      <a:pt x="3100" y="13438"/>
                      <a:pt x="3100" y="13582"/>
                    </a:cubicBezTo>
                    <a:cubicBezTo>
                      <a:pt x="3100" y="13793"/>
                      <a:pt x="3163" y="14042"/>
                      <a:pt x="2928" y="14435"/>
                    </a:cubicBezTo>
                    <a:cubicBezTo>
                      <a:pt x="2693" y="14828"/>
                      <a:pt x="1582" y="14819"/>
                      <a:pt x="1410" y="14761"/>
                    </a:cubicBezTo>
                    <a:close/>
                    <a:moveTo>
                      <a:pt x="2943" y="15231"/>
                    </a:moveTo>
                    <a:cubicBezTo>
                      <a:pt x="2803" y="15174"/>
                      <a:pt x="2537" y="15078"/>
                      <a:pt x="2286" y="15001"/>
                    </a:cubicBezTo>
                    <a:cubicBezTo>
                      <a:pt x="2443" y="14982"/>
                      <a:pt x="2615" y="14944"/>
                      <a:pt x="2756" y="14886"/>
                    </a:cubicBezTo>
                    <a:cubicBezTo>
                      <a:pt x="2803" y="15020"/>
                      <a:pt x="2881" y="15135"/>
                      <a:pt x="2990" y="15250"/>
                    </a:cubicBezTo>
                    <a:cubicBezTo>
                      <a:pt x="2975" y="15241"/>
                      <a:pt x="2959" y="15231"/>
                      <a:pt x="2943" y="15231"/>
                    </a:cubicBezTo>
                    <a:close/>
                    <a:moveTo>
                      <a:pt x="3100" y="14713"/>
                    </a:moveTo>
                    <a:cubicBezTo>
                      <a:pt x="3178" y="14656"/>
                      <a:pt x="3241" y="14589"/>
                      <a:pt x="3288" y="14512"/>
                    </a:cubicBezTo>
                    <a:cubicBezTo>
                      <a:pt x="3303" y="14474"/>
                      <a:pt x="3335" y="14426"/>
                      <a:pt x="3350" y="14387"/>
                    </a:cubicBezTo>
                    <a:cubicBezTo>
                      <a:pt x="3350" y="14464"/>
                      <a:pt x="3350" y="14464"/>
                      <a:pt x="3350" y="14464"/>
                    </a:cubicBezTo>
                    <a:cubicBezTo>
                      <a:pt x="14823" y="14464"/>
                      <a:pt x="14823" y="14464"/>
                      <a:pt x="14823" y="14464"/>
                    </a:cubicBezTo>
                    <a:cubicBezTo>
                      <a:pt x="14823" y="9275"/>
                      <a:pt x="14823" y="9275"/>
                      <a:pt x="14823" y="9275"/>
                    </a:cubicBezTo>
                    <a:cubicBezTo>
                      <a:pt x="14823" y="9304"/>
                      <a:pt x="14823" y="9323"/>
                      <a:pt x="14839" y="9342"/>
                    </a:cubicBezTo>
                    <a:cubicBezTo>
                      <a:pt x="14870" y="9515"/>
                      <a:pt x="15011" y="9630"/>
                      <a:pt x="15090" y="9697"/>
                    </a:cubicBezTo>
                    <a:cubicBezTo>
                      <a:pt x="15090" y="9697"/>
                      <a:pt x="15090" y="9697"/>
                      <a:pt x="15090" y="9697"/>
                    </a:cubicBezTo>
                    <a:cubicBezTo>
                      <a:pt x="15090" y="9697"/>
                      <a:pt x="15090" y="9697"/>
                      <a:pt x="15090" y="9707"/>
                    </a:cubicBezTo>
                    <a:cubicBezTo>
                      <a:pt x="15043" y="9793"/>
                      <a:pt x="14933" y="10004"/>
                      <a:pt x="14996" y="10282"/>
                    </a:cubicBezTo>
                    <a:cubicBezTo>
                      <a:pt x="15011" y="10330"/>
                      <a:pt x="15027" y="10397"/>
                      <a:pt x="15043" y="10464"/>
                    </a:cubicBezTo>
                    <a:cubicBezTo>
                      <a:pt x="15074" y="10493"/>
                      <a:pt x="15074" y="10493"/>
                      <a:pt x="15074" y="10493"/>
                    </a:cubicBezTo>
                    <a:cubicBezTo>
                      <a:pt x="15074" y="14656"/>
                      <a:pt x="15074" y="14656"/>
                      <a:pt x="15074" y="14656"/>
                    </a:cubicBezTo>
                    <a:cubicBezTo>
                      <a:pt x="15074" y="15164"/>
                      <a:pt x="14401" y="15577"/>
                      <a:pt x="13571" y="15577"/>
                    </a:cubicBezTo>
                    <a:cubicBezTo>
                      <a:pt x="4603" y="15577"/>
                      <a:pt x="4603" y="15577"/>
                      <a:pt x="4603" y="15577"/>
                    </a:cubicBezTo>
                    <a:cubicBezTo>
                      <a:pt x="3804" y="15577"/>
                      <a:pt x="3147" y="15193"/>
                      <a:pt x="3100" y="14713"/>
                    </a:cubicBezTo>
                    <a:close/>
                    <a:moveTo>
                      <a:pt x="10566" y="21331"/>
                    </a:moveTo>
                    <a:cubicBezTo>
                      <a:pt x="10566" y="21331"/>
                      <a:pt x="10519" y="20929"/>
                      <a:pt x="10269" y="20679"/>
                    </a:cubicBezTo>
                    <a:cubicBezTo>
                      <a:pt x="10018" y="20430"/>
                      <a:pt x="9627" y="20056"/>
                      <a:pt x="9549" y="19998"/>
                    </a:cubicBezTo>
                    <a:cubicBezTo>
                      <a:pt x="9470" y="19941"/>
                      <a:pt x="9486" y="19864"/>
                      <a:pt x="9361" y="19739"/>
                    </a:cubicBezTo>
                    <a:cubicBezTo>
                      <a:pt x="9236" y="19615"/>
                      <a:pt x="8422" y="19135"/>
                      <a:pt x="8265" y="19049"/>
                    </a:cubicBezTo>
                    <a:cubicBezTo>
                      <a:pt x="8109" y="18962"/>
                      <a:pt x="7749" y="18857"/>
                      <a:pt x="7138" y="18435"/>
                    </a:cubicBezTo>
                    <a:cubicBezTo>
                      <a:pt x="6841" y="18224"/>
                      <a:pt x="6465" y="17946"/>
                      <a:pt x="6105" y="17667"/>
                    </a:cubicBezTo>
                    <a:cubicBezTo>
                      <a:pt x="5730" y="17361"/>
                      <a:pt x="5730" y="17361"/>
                      <a:pt x="5730" y="17361"/>
                    </a:cubicBezTo>
                    <a:cubicBezTo>
                      <a:pt x="5542" y="17207"/>
                      <a:pt x="5354" y="17063"/>
                      <a:pt x="5229" y="16958"/>
                    </a:cubicBezTo>
                    <a:cubicBezTo>
                      <a:pt x="4822" y="16632"/>
                      <a:pt x="4634" y="16449"/>
                      <a:pt x="4587" y="16401"/>
                    </a:cubicBezTo>
                    <a:cubicBezTo>
                      <a:pt x="4556" y="16353"/>
                      <a:pt x="4540" y="16277"/>
                      <a:pt x="4540" y="16277"/>
                    </a:cubicBezTo>
                    <a:cubicBezTo>
                      <a:pt x="4540" y="16277"/>
                      <a:pt x="4337" y="16047"/>
                      <a:pt x="4243" y="15960"/>
                    </a:cubicBezTo>
                    <a:cubicBezTo>
                      <a:pt x="4196" y="15922"/>
                      <a:pt x="4133" y="15845"/>
                      <a:pt x="4055" y="15759"/>
                    </a:cubicBezTo>
                    <a:cubicBezTo>
                      <a:pt x="4227" y="15788"/>
                      <a:pt x="4415" y="15807"/>
                      <a:pt x="4603" y="15807"/>
                    </a:cubicBezTo>
                    <a:cubicBezTo>
                      <a:pt x="13571" y="15807"/>
                      <a:pt x="13571" y="15807"/>
                      <a:pt x="13571" y="15807"/>
                    </a:cubicBezTo>
                    <a:cubicBezTo>
                      <a:pt x="14604" y="15807"/>
                      <a:pt x="15450" y="15289"/>
                      <a:pt x="15450" y="14656"/>
                    </a:cubicBezTo>
                    <a:cubicBezTo>
                      <a:pt x="15450" y="11778"/>
                      <a:pt x="15450" y="11778"/>
                      <a:pt x="15450" y="11778"/>
                    </a:cubicBezTo>
                    <a:cubicBezTo>
                      <a:pt x="15543" y="11692"/>
                      <a:pt x="15637" y="11615"/>
                      <a:pt x="15637" y="11606"/>
                    </a:cubicBezTo>
                    <a:cubicBezTo>
                      <a:pt x="15653" y="11596"/>
                      <a:pt x="15653" y="11596"/>
                      <a:pt x="15653" y="11596"/>
                    </a:cubicBezTo>
                    <a:cubicBezTo>
                      <a:pt x="15653" y="11587"/>
                      <a:pt x="15653" y="11587"/>
                      <a:pt x="15653" y="11587"/>
                    </a:cubicBezTo>
                    <a:cubicBezTo>
                      <a:pt x="15653" y="11587"/>
                      <a:pt x="15622" y="11385"/>
                      <a:pt x="15606" y="11289"/>
                    </a:cubicBezTo>
                    <a:cubicBezTo>
                      <a:pt x="15590" y="11203"/>
                      <a:pt x="15512" y="11001"/>
                      <a:pt x="15481" y="10925"/>
                    </a:cubicBezTo>
                    <a:cubicBezTo>
                      <a:pt x="15465" y="10742"/>
                      <a:pt x="15418" y="10436"/>
                      <a:pt x="15371" y="10244"/>
                    </a:cubicBezTo>
                    <a:cubicBezTo>
                      <a:pt x="15293" y="9966"/>
                      <a:pt x="15450" y="9774"/>
                      <a:pt x="15465" y="9735"/>
                    </a:cubicBezTo>
                    <a:cubicBezTo>
                      <a:pt x="15465" y="9716"/>
                      <a:pt x="15465" y="9687"/>
                      <a:pt x="15465" y="9659"/>
                    </a:cubicBezTo>
                    <a:cubicBezTo>
                      <a:pt x="15575" y="9697"/>
                      <a:pt x="15669" y="9707"/>
                      <a:pt x="15747" y="9707"/>
                    </a:cubicBezTo>
                    <a:cubicBezTo>
                      <a:pt x="15810" y="9707"/>
                      <a:pt x="15872" y="9697"/>
                      <a:pt x="15919" y="9697"/>
                    </a:cubicBezTo>
                    <a:cubicBezTo>
                      <a:pt x="15950" y="9687"/>
                      <a:pt x="15982" y="9687"/>
                      <a:pt x="15997" y="9687"/>
                    </a:cubicBezTo>
                    <a:cubicBezTo>
                      <a:pt x="16013" y="9611"/>
                      <a:pt x="16013" y="9611"/>
                      <a:pt x="16013" y="9611"/>
                    </a:cubicBezTo>
                    <a:cubicBezTo>
                      <a:pt x="15982" y="9611"/>
                      <a:pt x="15950" y="9611"/>
                      <a:pt x="15903" y="9620"/>
                    </a:cubicBezTo>
                    <a:cubicBezTo>
                      <a:pt x="15778" y="9630"/>
                      <a:pt x="15590" y="9649"/>
                      <a:pt x="15356" y="9524"/>
                    </a:cubicBezTo>
                    <a:cubicBezTo>
                      <a:pt x="15293" y="9476"/>
                      <a:pt x="15230" y="9409"/>
                      <a:pt x="15199" y="9313"/>
                    </a:cubicBezTo>
                    <a:cubicBezTo>
                      <a:pt x="15183" y="9198"/>
                      <a:pt x="15090" y="8872"/>
                      <a:pt x="14980" y="8479"/>
                    </a:cubicBezTo>
                    <a:cubicBezTo>
                      <a:pt x="14855" y="8095"/>
                      <a:pt x="14714" y="7165"/>
                      <a:pt x="15105" y="6609"/>
                    </a:cubicBezTo>
                    <a:cubicBezTo>
                      <a:pt x="15512" y="6043"/>
                      <a:pt x="16201" y="6004"/>
                      <a:pt x="16545" y="5995"/>
                    </a:cubicBezTo>
                    <a:cubicBezTo>
                      <a:pt x="16561" y="5985"/>
                      <a:pt x="16561" y="5985"/>
                      <a:pt x="16577" y="5985"/>
                    </a:cubicBezTo>
                    <a:cubicBezTo>
                      <a:pt x="16843" y="5985"/>
                      <a:pt x="16937" y="6100"/>
                      <a:pt x="16968" y="6139"/>
                    </a:cubicBezTo>
                    <a:cubicBezTo>
                      <a:pt x="16968" y="6158"/>
                      <a:pt x="16983" y="6187"/>
                      <a:pt x="16983" y="6225"/>
                    </a:cubicBezTo>
                    <a:cubicBezTo>
                      <a:pt x="16968" y="6263"/>
                      <a:pt x="16937" y="6398"/>
                      <a:pt x="16843" y="6541"/>
                    </a:cubicBezTo>
                    <a:cubicBezTo>
                      <a:pt x="16764" y="6656"/>
                      <a:pt x="16592" y="6954"/>
                      <a:pt x="16623" y="7126"/>
                    </a:cubicBezTo>
                    <a:cubicBezTo>
                      <a:pt x="16670" y="7290"/>
                      <a:pt x="16952" y="7625"/>
                      <a:pt x="17171" y="7769"/>
                    </a:cubicBezTo>
                    <a:cubicBezTo>
                      <a:pt x="17234" y="7817"/>
                      <a:pt x="17312" y="7836"/>
                      <a:pt x="17375" y="7836"/>
                    </a:cubicBezTo>
                    <a:cubicBezTo>
                      <a:pt x="17390" y="7836"/>
                      <a:pt x="17390" y="7836"/>
                      <a:pt x="17406" y="7827"/>
                    </a:cubicBezTo>
                    <a:cubicBezTo>
                      <a:pt x="17516" y="7817"/>
                      <a:pt x="17594" y="7760"/>
                      <a:pt x="17625" y="7712"/>
                    </a:cubicBezTo>
                    <a:cubicBezTo>
                      <a:pt x="17657" y="7740"/>
                      <a:pt x="17703" y="7769"/>
                      <a:pt x="17719" y="7807"/>
                    </a:cubicBezTo>
                    <a:cubicBezTo>
                      <a:pt x="17782" y="7875"/>
                      <a:pt x="17938" y="8114"/>
                      <a:pt x="18001" y="8182"/>
                    </a:cubicBezTo>
                    <a:cubicBezTo>
                      <a:pt x="18063" y="8249"/>
                      <a:pt x="18408" y="8565"/>
                      <a:pt x="18705" y="8843"/>
                    </a:cubicBezTo>
                    <a:cubicBezTo>
                      <a:pt x="19003" y="9112"/>
                      <a:pt x="19003" y="9294"/>
                      <a:pt x="19018" y="9515"/>
                    </a:cubicBezTo>
                    <a:cubicBezTo>
                      <a:pt x="19034" y="9735"/>
                      <a:pt x="19143" y="10052"/>
                      <a:pt x="19253" y="10330"/>
                    </a:cubicBezTo>
                    <a:cubicBezTo>
                      <a:pt x="19363" y="10608"/>
                      <a:pt x="19457" y="11021"/>
                      <a:pt x="19817" y="11941"/>
                    </a:cubicBezTo>
                    <a:cubicBezTo>
                      <a:pt x="20161" y="12862"/>
                      <a:pt x="20004" y="13121"/>
                      <a:pt x="19832" y="13562"/>
                    </a:cubicBezTo>
                    <a:cubicBezTo>
                      <a:pt x="19660" y="14013"/>
                      <a:pt x="19253" y="15768"/>
                      <a:pt x="19018" y="16574"/>
                    </a:cubicBezTo>
                    <a:cubicBezTo>
                      <a:pt x="18940" y="16871"/>
                      <a:pt x="18893" y="17140"/>
                      <a:pt x="18862" y="17361"/>
                    </a:cubicBezTo>
                    <a:cubicBezTo>
                      <a:pt x="18862" y="17667"/>
                      <a:pt x="18862" y="17667"/>
                      <a:pt x="18862" y="17667"/>
                    </a:cubicBezTo>
                    <a:cubicBezTo>
                      <a:pt x="18862" y="17888"/>
                      <a:pt x="18893" y="18042"/>
                      <a:pt x="18940" y="18118"/>
                    </a:cubicBezTo>
                    <a:cubicBezTo>
                      <a:pt x="19018" y="18281"/>
                      <a:pt x="19707" y="18924"/>
                      <a:pt x="20083" y="19624"/>
                    </a:cubicBezTo>
                    <a:cubicBezTo>
                      <a:pt x="20458" y="20334"/>
                      <a:pt x="20959" y="21370"/>
                      <a:pt x="20959" y="21370"/>
                    </a:cubicBezTo>
                    <a:lnTo>
                      <a:pt x="10566" y="21331"/>
                    </a:lnTo>
                    <a:close/>
                    <a:moveTo>
                      <a:pt x="15450" y="11644"/>
                    </a:moveTo>
                    <a:cubicBezTo>
                      <a:pt x="15450" y="11184"/>
                      <a:pt x="15450" y="11184"/>
                      <a:pt x="15450" y="11184"/>
                    </a:cubicBezTo>
                    <a:cubicBezTo>
                      <a:pt x="15465" y="11232"/>
                      <a:pt x="15481" y="11270"/>
                      <a:pt x="15481" y="11289"/>
                    </a:cubicBezTo>
                    <a:cubicBezTo>
                      <a:pt x="15497" y="11375"/>
                      <a:pt x="15512" y="11529"/>
                      <a:pt x="15528" y="11577"/>
                    </a:cubicBezTo>
                    <a:cubicBezTo>
                      <a:pt x="15512" y="11587"/>
                      <a:pt x="15481" y="11615"/>
                      <a:pt x="15450" y="11644"/>
                    </a:cubicBezTo>
                    <a:close/>
                  </a:path>
                </a:pathLst>
              </a:custGeom>
              <a:solidFill>
                <a:srgbClr val="234770"/>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grpSp>
      </p:grpSp>
      <p:grpSp>
        <p:nvGrpSpPr>
          <p:cNvPr id="10187" name="Group 10187"/>
          <p:cNvGrpSpPr/>
          <p:nvPr/>
        </p:nvGrpSpPr>
        <p:grpSpPr>
          <a:xfrm>
            <a:off x="9147232" y="14266842"/>
            <a:ext cx="6709746" cy="10448244"/>
            <a:chOff x="0" y="0"/>
            <a:chExt cx="6709745" cy="10448242"/>
          </a:xfrm>
        </p:grpSpPr>
        <p:sp>
          <p:nvSpPr>
            <p:cNvPr id="10185" name="Shape 10185"/>
            <p:cNvSpPr/>
            <p:nvPr/>
          </p:nvSpPr>
          <p:spPr>
            <a:xfrm>
              <a:off x="103133" y="51927"/>
              <a:ext cx="6520030" cy="10299529"/>
            </a:xfrm>
            <a:custGeom>
              <a:avLst/>
              <a:gdLst/>
              <a:ahLst/>
              <a:cxnLst>
                <a:cxn ang="0">
                  <a:pos x="wd2" y="hd2"/>
                </a:cxn>
                <a:cxn ang="5400000">
                  <a:pos x="wd2" y="hd2"/>
                </a:cxn>
                <a:cxn ang="10800000">
                  <a:pos x="wd2" y="hd2"/>
                </a:cxn>
                <a:cxn ang="16200000">
                  <a:pos x="wd2" y="hd2"/>
                </a:cxn>
              </a:cxnLst>
              <a:rect l="0" t="0" r="r" b="b"/>
              <a:pathLst>
                <a:path w="21544" h="21554" fill="norm" stroke="1" extrusionOk="0">
                  <a:moveTo>
                    <a:pt x="21498" y="7686"/>
                  </a:moveTo>
                  <a:cubicBezTo>
                    <a:pt x="21447" y="7655"/>
                    <a:pt x="21396" y="7623"/>
                    <a:pt x="21345" y="7602"/>
                  </a:cubicBezTo>
                  <a:cubicBezTo>
                    <a:pt x="21312" y="7591"/>
                    <a:pt x="21312" y="7591"/>
                    <a:pt x="21312" y="7591"/>
                  </a:cubicBezTo>
                  <a:cubicBezTo>
                    <a:pt x="21278" y="7612"/>
                    <a:pt x="21278" y="7612"/>
                    <a:pt x="21278" y="7612"/>
                  </a:cubicBezTo>
                  <a:cubicBezTo>
                    <a:pt x="21278" y="7612"/>
                    <a:pt x="21261" y="7623"/>
                    <a:pt x="21244" y="7634"/>
                  </a:cubicBezTo>
                  <a:cubicBezTo>
                    <a:pt x="21261" y="7634"/>
                    <a:pt x="21261" y="7623"/>
                    <a:pt x="21261" y="7623"/>
                  </a:cubicBezTo>
                  <a:cubicBezTo>
                    <a:pt x="21312" y="7591"/>
                    <a:pt x="21312" y="7591"/>
                    <a:pt x="21312" y="7591"/>
                  </a:cubicBezTo>
                  <a:cubicBezTo>
                    <a:pt x="21261" y="7570"/>
                    <a:pt x="21261" y="7570"/>
                    <a:pt x="21261" y="7570"/>
                  </a:cubicBezTo>
                  <a:cubicBezTo>
                    <a:pt x="21176" y="7528"/>
                    <a:pt x="20870" y="7380"/>
                    <a:pt x="20344" y="7380"/>
                  </a:cubicBezTo>
                  <a:cubicBezTo>
                    <a:pt x="20192" y="7380"/>
                    <a:pt x="20022" y="7390"/>
                    <a:pt x="19852" y="7411"/>
                  </a:cubicBezTo>
                  <a:cubicBezTo>
                    <a:pt x="19055" y="7538"/>
                    <a:pt x="18783" y="7951"/>
                    <a:pt x="18614" y="8226"/>
                  </a:cubicBezTo>
                  <a:cubicBezTo>
                    <a:pt x="18580" y="8279"/>
                    <a:pt x="18546" y="8332"/>
                    <a:pt x="18512" y="8374"/>
                  </a:cubicBezTo>
                  <a:cubicBezTo>
                    <a:pt x="18393" y="8533"/>
                    <a:pt x="18139" y="8755"/>
                    <a:pt x="17952" y="8903"/>
                  </a:cubicBezTo>
                  <a:cubicBezTo>
                    <a:pt x="17935" y="8913"/>
                    <a:pt x="17935" y="8913"/>
                    <a:pt x="17935" y="8913"/>
                  </a:cubicBezTo>
                  <a:cubicBezTo>
                    <a:pt x="17935" y="8924"/>
                    <a:pt x="17935" y="8924"/>
                    <a:pt x="17935" y="8924"/>
                  </a:cubicBezTo>
                  <a:cubicBezTo>
                    <a:pt x="17901" y="9326"/>
                    <a:pt x="17816" y="10045"/>
                    <a:pt x="17748" y="10426"/>
                  </a:cubicBezTo>
                  <a:cubicBezTo>
                    <a:pt x="17765" y="10299"/>
                    <a:pt x="17799" y="10098"/>
                    <a:pt x="17816" y="9855"/>
                  </a:cubicBezTo>
                  <a:cubicBezTo>
                    <a:pt x="17867" y="9421"/>
                    <a:pt x="17918" y="8839"/>
                    <a:pt x="18054" y="8279"/>
                  </a:cubicBezTo>
                  <a:cubicBezTo>
                    <a:pt x="18088" y="8120"/>
                    <a:pt x="18139" y="7909"/>
                    <a:pt x="18189" y="7676"/>
                  </a:cubicBezTo>
                  <a:cubicBezTo>
                    <a:pt x="18291" y="7168"/>
                    <a:pt x="18410" y="6597"/>
                    <a:pt x="18478" y="6343"/>
                  </a:cubicBezTo>
                  <a:cubicBezTo>
                    <a:pt x="18495" y="6258"/>
                    <a:pt x="18529" y="6153"/>
                    <a:pt x="18563" y="6026"/>
                  </a:cubicBezTo>
                  <a:cubicBezTo>
                    <a:pt x="18682" y="5571"/>
                    <a:pt x="18868" y="4894"/>
                    <a:pt x="18817" y="4524"/>
                  </a:cubicBezTo>
                  <a:cubicBezTo>
                    <a:pt x="18749" y="4069"/>
                    <a:pt x="18800" y="3667"/>
                    <a:pt x="18919" y="3180"/>
                  </a:cubicBezTo>
                  <a:cubicBezTo>
                    <a:pt x="18970" y="3022"/>
                    <a:pt x="19004" y="2831"/>
                    <a:pt x="19038" y="2630"/>
                  </a:cubicBezTo>
                  <a:cubicBezTo>
                    <a:pt x="19055" y="2620"/>
                    <a:pt x="19055" y="2620"/>
                    <a:pt x="19072" y="2609"/>
                  </a:cubicBezTo>
                  <a:cubicBezTo>
                    <a:pt x="19326" y="2366"/>
                    <a:pt x="19309" y="2165"/>
                    <a:pt x="19326" y="1837"/>
                  </a:cubicBezTo>
                  <a:cubicBezTo>
                    <a:pt x="19326" y="1520"/>
                    <a:pt x="19275" y="1075"/>
                    <a:pt x="19208" y="768"/>
                  </a:cubicBezTo>
                  <a:cubicBezTo>
                    <a:pt x="19140" y="472"/>
                    <a:pt x="18987" y="398"/>
                    <a:pt x="18732" y="208"/>
                  </a:cubicBezTo>
                  <a:cubicBezTo>
                    <a:pt x="18478" y="28"/>
                    <a:pt x="17986" y="-46"/>
                    <a:pt x="17324" y="28"/>
                  </a:cubicBezTo>
                  <a:cubicBezTo>
                    <a:pt x="16849" y="81"/>
                    <a:pt x="16578" y="271"/>
                    <a:pt x="16391" y="472"/>
                  </a:cubicBezTo>
                  <a:cubicBezTo>
                    <a:pt x="16238" y="620"/>
                    <a:pt x="16102" y="800"/>
                    <a:pt x="16001" y="1012"/>
                  </a:cubicBezTo>
                  <a:cubicBezTo>
                    <a:pt x="15984" y="1054"/>
                    <a:pt x="15950" y="1096"/>
                    <a:pt x="15933" y="1139"/>
                  </a:cubicBezTo>
                  <a:cubicBezTo>
                    <a:pt x="15882" y="1223"/>
                    <a:pt x="15831" y="1297"/>
                    <a:pt x="15797" y="1350"/>
                  </a:cubicBezTo>
                  <a:cubicBezTo>
                    <a:pt x="15763" y="1393"/>
                    <a:pt x="15763" y="1456"/>
                    <a:pt x="15797" y="1530"/>
                  </a:cubicBezTo>
                  <a:cubicBezTo>
                    <a:pt x="15610" y="2133"/>
                    <a:pt x="15627" y="2662"/>
                    <a:pt x="15627" y="2842"/>
                  </a:cubicBezTo>
                  <a:cubicBezTo>
                    <a:pt x="15644" y="3053"/>
                    <a:pt x="15627" y="3730"/>
                    <a:pt x="15390" y="4132"/>
                  </a:cubicBezTo>
                  <a:cubicBezTo>
                    <a:pt x="15118" y="4577"/>
                    <a:pt x="14915" y="5053"/>
                    <a:pt x="14796" y="5476"/>
                  </a:cubicBezTo>
                  <a:cubicBezTo>
                    <a:pt x="14728" y="5719"/>
                    <a:pt x="14694" y="6026"/>
                    <a:pt x="14643" y="6354"/>
                  </a:cubicBezTo>
                  <a:cubicBezTo>
                    <a:pt x="14592" y="6639"/>
                    <a:pt x="14558" y="6946"/>
                    <a:pt x="14490" y="7200"/>
                  </a:cubicBezTo>
                  <a:cubicBezTo>
                    <a:pt x="14304" y="7983"/>
                    <a:pt x="14100" y="8205"/>
                    <a:pt x="13964" y="8268"/>
                  </a:cubicBezTo>
                  <a:cubicBezTo>
                    <a:pt x="13914" y="8279"/>
                    <a:pt x="13880" y="8289"/>
                    <a:pt x="13880" y="8289"/>
                  </a:cubicBezTo>
                  <a:cubicBezTo>
                    <a:pt x="13795" y="8289"/>
                    <a:pt x="13778" y="8152"/>
                    <a:pt x="13761" y="8046"/>
                  </a:cubicBezTo>
                  <a:cubicBezTo>
                    <a:pt x="13761" y="8046"/>
                    <a:pt x="13761" y="8046"/>
                    <a:pt x="13761" y="8046"/>
                  </a:cubicBezTo>
                  <a:cubicBezTo>
                    <a:pt x="13744" y="7887"/>
                    <a:pt x="13778" y="6639"/>
                    <a:pt x="13829" y="6258"/>
                  </a:cubicBezTo>
                  <a:cubicBezTo>
                    <a:pt x="13846" y="6047"/>
                    <a:pt x="13914" y="5846"/>
                    <a:pt x="13964" y="5677"/>
                  </a:cubicBezTo>
                  <a:cubicBezTo>
                    <a:pt x="14015" y="5560"/>
                    <a:pt x="14049" y="5454"/>
                    <a:pt x="14049" y="5370"/>
                  </a:cubicBezTo>
                  <a:cubicBezTo>
                    <a:pt x="14083" y="4957"/>
                    <a:pt x="14015" y="4238"/>
                    <a:pt x="13048" y="4016"/>
                  </a:cubicBezTo>
                  <a:cubicBezTo>
                    <a:pt x="12658" y="3931"/>
                    <a:pt x="12302" y="3889"/>
                    <a:pt x="11962" y="3889"/>
                  </a:cubicBezTo>
                  <a:cubicBezTo>
                    <a:pt x="11165" y="3889"/>
                    <a:pt x="10605" y="4143"/>
                    <a:pt x="10350" y="4619"/>
                  </a:cubicBezTo>
                  <a:cubicBezTo>
                    <a:pt x="10113" y="5053"/>
                    <a:pt x="9994" y="5560"/>
                    <a:pt x="9926" y="5920"/>
                  </a:cubicBezTo>
                  <a:cubicBezTo>
                    <a:pt x="9892" y="6110"/>
                    <a:pt x="9858" y="6396"/>
                    <a:pt x="9807" y="6692"/>
                  </a:cubicBezTo>
                  <a:cubicBezTo>
                    <a:pt x="9841" y="6512"/>
                    <a:pt x="9858" y="6375"/>
                    <a:pt x="9875" y="6227"/>
                  </a:cubicBezTo>
                  <a:cubicBezTo>
                    <a:pt x="9875" y="6206"/>
                    <a:pt x="9875" y="6206"/>
                    <a:pt x="9875" y="6206"/>
                  </a:cubicBezTo>
                  <a:cubicBezTo>
                    <a:pt x="9875" y="6206"/>
                    <a:pt x="9875" y="6206"/>
                    <a:pt x="9875" y="6206"/>
                  </a:cubicBezTo>
                  <a:cubicBezTo>
                    <a:pt x="9875" y="6206"/>
                    <a:pt x="9875" y="6206"/>
                    <a:pt x="9875" y="6206"/>
                  </a:cubicBezTo>
                  <a:cubicBezTo>
                    <a:pt x="9875" y="5994"/>
                    <a:pt x="9773" y="5835"/>
                    <a:pt x="9587" y="5730"/>
                  </a:cubicBezTo>
                  <a:cubicBezTo>
                    <a:pt x="9315" y="5581"/>
                    <a:pt x="9010" y="5433"/>
                    <a:pt x="8331" y="5433"/>
                  </a:cubicBezTo>
                  <a:cubicBezTo>
                    <a:pt x="8212" y="5433"/>
                    <a:pt x="8077" y="5444"/>
                    <a:pt x="7924" y="5454"/>
                  </a:cubicBezTo>
                  <a:cubicBezTo>
                    <a:pt x="6804" y="5539"/>
                    <a:pt x="6482" y="6301"/>
                    <a:pt x="6414" y="6533"/>
                  </a:cubicBezTo>
                  <a:cubicBezTo>
                    <a:pt x="6312" y="6861"/>
                    <a:pt x="6058" y="7771"/>
                    <a:pt x="5956" y="8152"/>
                  </a:cubicBezTo>
                  <a:cubicBezTo>
                    <a:pt x="5939" y="8300"/>
                    <a:pt x="5888" y="8490"/>
                    <a:pt x="5803" y="8660"/>
                  </a:cubicBezTo>
                  <a:cubicBezTo>
                    <a:pt x="5871" y="8511"/>
                    <a:pt x="5922" y="8353"/>
                    <a:pt x="5939" y="8236"/>
                  </a:cubicBezTo>
                  <a:cubicBezTo>
                    <a:pt x="5939" y="8215"/>
                    <a:pt x="5939" y="8215"/>
                    <a:pt x="5939" y="8215"/>
                  </a:cubicBezTo>
                  <a:cubicBezTo>
                    <a:pt x="5922" y="8205"/>
                    <a:pt x="5922" y="8205"/>
                    <a:pt x="5922" y="8205"/>
                  </a:cubicBezTo>
                  <a:cubicBezTo>
                    <a:pt x="5786" y="8141"/>
                    <a:pt x="5498" y="8025"/>
                    <a:pt x="5141" y="8025"/>
                  </a:cubicBezTo>
                  <a:cubicBezTo>
                    <a:pt x="4921" y="8025"/>
                    <a:pt x="4683" y="8067"/>
                    <a:pt x="4479" y="8152"/>
                  </a:cubicBezTo>
                  <a:cubicBezTo>
                    <a:pt x="3852" y="8385"/>
                    <a:pt x="2918" y="9030"/>
                    <a:pt x="2223" y="9495"/>
                  </a:cubicBezTo>
                  <a:cubicBezTo>
                    <a:pt x="1985" y="9664"/>
                    <a:pt x="1782" y="9802"/>
                    <a:pt x="1646" y="9897"/>
                  </a:cubicBezTo>
                  <a:cubicBezTo>
                    <a:pt x="1103" y="10225"/>
                    <a:pt x="781" y="10839"/>
                    <a:pt x="831" y="11431"/>
                  </a:cubicBezTo>
                  <a:cubicBezTo>
                    <a:pt x="882" y="11896"/>
                    <a:pt x="865" y="12362"/>
                    <a:pt x="781" y="12806"/>
                  </a:cubicBezTo>
                  <a:cubicBezTo>
                    <a:pt x="764" y="12891"/>
                    <a:pt x="713" y="13081"/>
                    <a:pt x="645" y="13314"/>
                  </a:cubicBezTo>
                  <a:cubicBezTo>
                    <a:pt x="441" y="13949"/>
                    <a:pt x="136" y="14901"/>
                    <a:pt x="170" y="15503"/>
                  </a:cubicBezTo>
                  <a:cubicBezTo>
                    <a:pt x="170" y="15599"/>
                    <a:pt x="170" y="15704"/>
                    <a:pt x="170" y="15831"/>
                  </a:cubicBezTo>
                  <a:cubicBezTo>
                    <a:pt x="221" y="16847"/>
                    <a:pt x="305" y="18719"/>
                    <a:pt x="204" y="19259"/>
                  </a:cubicBezTo>
                  <a:cubicBezTo>
                    <a:pt x="68" y="19862"/>
                    <a:pt x="0" y="20115"/>
                    <a:pt x="0" y="20115"/>
                  </a:cubicBezTo>
                  <a:cubicBezTo>
                    <a:pt x="0" y="20147"/>
                    <a:pt x="0" y="20147"/>
                    <a:pt x="0" y="20147"/>
                  </a:cubicBezTo>
                  <a:cubicBezTo>
                    <a:pt x="51" y="20158"/>
                    <a:pt x="51" y="20158"/>
                    <a:pt x="51" y="20158"/>
                  </a:cubicBezTo>
                  <a:cubicBezTo>
                    <a:pt x="10893" y="21543"/>
                    <a:pt x="10893" y="21543"/>
                    <a:pt x="10893" y="21543"/>
                  </a:cubicBezTo>
                  <a:cubicBezTo>
                    <a:pt x="10944" y="21554"/>
                    <a:pt x="10944" y="21554"/>
                    <a:pt x="10944" y="21554"/>
                  </a:cubicBezTo>
                  <a:cubicBezTo>
                    <a:pt x="10961" y="21522"/>
                    <a:pt x="10961" y="21522"/>
                    <a:pt x="10961" y="21522"/>
                  </a:cubicBezTo>
                  <a:cubicBezTo>
                    <a:pt x="11284" y="20740"/>
                    <a:pt x="12285" y="19904"/>
                    <a:pt x="13116" y="19470"/>
                  </a:cubicBezTo>
                  <a:cubicBezTo>
                    <a:pt x="13625" y="19206"/>
                    <a:pt x="14457" y="18539"/>
                    <a:pt x="15186" y="17947"/>
                  </a:cubicBezTo>
                  <a:cubicBezTo>
                    <a:pt x="15712" y="17534"/>
                    <a:pt x="16204" y="17143"/>
                    <a:pt x="16510" y="16931"/>
                  </a:cubicBezTo>
                  <a:cubicBezTo>
                    <a:pt x="16578" y="16889"/>
                    <a:pt x="16662" y="16836"/>
                    <a:pt x="16730" y="16794"/>
                  </a:cubicBezTo>
                  <a:cubicBezTo>
                    <a:pt x="17494" y="16297"/>
                    <a:pt x="18444" y="15683"/>
                    <a:pt x="18783" y="15006"/>
                  </a:cubicBezTo>
                  <a:cubicBezTo>
                    <a:pt x="18919" y="14700"/>
                    <a:pt x="19123" y="14181"/>
                    <a:pt x="19326" y="13621"/>
                  </a:cubicBezTo>
                  <a:cubicBezTo>
                    <a:pt x="19632" y="12827"/>
                    <a:pt x="19954" y="11918"/>
                    <a:pt x="20175" y="11643"/>
                  </a:cubicBezTo>
                  <a:cubicBezTo>
                    <a:pt x="20480" y="11230"/>
                    <a:pt x="20531" y="10849"/>
                    <a:pt x="20582" y="10363"/>
                  </a:cubicBezTo>
                  <a:cubicBezTo>
                    <a:pt x="20582" y="10299"/>
                    <a:pt x="20599" y="10225"/>
                    <a:pt x="20599" y="10140"/>
                  </a:cubicBezTo>
                  <a:cubicBezTo>
                    <a:pt x="20684" y="9506"/>
                    <a:pt x="20718" y="9284"/>
                    <a:pt x="20769" y="9125"/>
                  </a:cubicBezTo>
                  <a:cubicBezTo>
                    <a:pt x="20786" y="9051"/>
                    <a:pt x="20803" y="8987"/>
                    <a:pt x="20819" y="8935"/>
                  </a:cubicBezTo>
                  <a:cubicBezTo>
                    <a:pt x="20819" y="8903"/>
                    <a:pt x="20819" y="8903"/>
                    <a:pt x="20819" y="8903"/>
                  </a:cubicBezTo>
                  <a:cubicBezTo>
                    <a:pt x="20803" y="8903"/>
                    <a:pt x="20803" y="8903"/>
                    <a:pt x="20803" y="8903"/>
                  </a:cubicBezTo>
                  <a:cubicBezTo>
                    <a:pt x="20819" y="8871"/>
                    <a:pt x="20819" y="8871"/>
                    <a:pt x="20819" y="8871"/>
                  </a:cubicBezTo>
                  <a:cubicBezTo>
                    <a:pt x="20870" y="8808"/>
                    <a:pt x="21142" y="8469"/>
                    <a:pt x="21295" y="8236"/>
                  </a:cubicBezTo>
                  <a:cubicBezTo>
                    <a:pt x="21329" y="8184"/>
                    <a:pt x="21362" y="8131"/>
                    <a:pt x="21396" y="8088"/>
                  </a:cubicBezTo>
                  <a:cubicBezTo>
                    <a:pt x="21515" y="7887"/>
                    <a:pt x="21600" y="7771"/>
                    <a:pt x="21498" y="7686"/>
                  </a:cubicBezTo>
                  <a:close/>
                  <a:moveTo>
                    <a:pt x="5667" y="8871"/>
                  </a:moveTo>
                  <a:cubicBezTo>
                    <a:pt x="5650" y="8882"/>
                    <a:pt x="5650" y="8892"/>
                    <a:pt x="5633" y="8913"/>
                  </a:cubicBezTo>
                  <a:cubicBezTo>
                    <a:pt x="5650" y="8892"/>
                    <a:pt x="5650" y="8882"/>
                    <a:pt x="5667" y="8871"/>
                  </a:cubicBezTo>
                  <a:cubicBezTo>
                    <a:pt x="5684" y="8839"/>
                    <a:pt x="5701" y="8818"/>
                    <a:pt x="5718" y="8797"/>
                  </a:cubicBezTo>
                  <a:cubicBezTo>
                    <a:pt x="5701" y="8818"/>
                    <a:pt x="5684" y="8839"/>
                    <a:pt x="5667" y="8871"/>
                  </a:cubicBezTo>
                  <a:close/>
                  <a:moveTo>
                    <a:pt x="5803" y="8660"/>
                  </a:moveTo>
                  <a:cubicBezTo>
                    <a:pt x="5786" y="8681"/>
                    <a:pt x="5769" y="8702"/>
                    <a:pt x="5769" y="8723"/>
                  </a:cubicBezTo>
                  <a:cubicBezTo>
                    <a:pt x="5769" y="8702"/>
                    <a:pt x="5786" y="8681"/>
                    <a:pt x="5803" y="8660"/>
                  </a:cubicBezTo>
                  <a:close/>
                  <a:moveTo>
                    <a:pt x="9332" y="8416"/>
                  </a:moveTo>
                  <a:cubicBezTo>
                    <a:pt x="9349" y="8406"/>
                    <a:pt x="9655" y="7475"/>
                    <a:pt x="9773" y="6872"/>
                  </a:cubicBezTo>
                  <a:cubicBezTo>
                    <a:pt x="9655" y="7475"/>
                    <a:pt x="9349" y="8374"/>
                    <a:pt x="9332" y="8416"/>
                  </a:cubicBezTo>
                  <a:close/>
                  <a:moveTo>
                    <a:pt x="16798" y="13896"/>
                  </a:moveTo>
                  <a:cubicBezTo>
                    <a:pt x="16781" y="13991"/>
                    <a:pt x="16747" y="14086"/>
                    <a:pt x="16730" y="14171"/>
                  </a:cubicBezTo>
                  <a:cubicBezTo>
                    <a:pt x="16747" y="14086"/>
                    <a:pt x="16781" y="13991"/>
                    <a:pt x="16798" y="13896"/>
                  </a:cubicBezTo>
                  <a:cubicBezTo>
                    <a:pt x="16815" y="13832"/>
                    <a:pt x="16832" y="13769"/>
                    <a:pt x="16849" y="13695"/>
                  </a:cubicBezTo>
                  <a:cubicBezTo>
                    <a:pt x="16832" y="13769"/>
                    <a:pt x="16815" y="13832"/>
                    <a:pt x="16798" y="13896"/>
                  </a:cubicBezTo>
                  <a:close/>
                  <a:moveTo>
                    <a:pt x="17222" y="12510"/>
                  </a:moveTo>
                  <a:cubicBezTo>
                    <a:pt x="17392" y="12044"/>
                    <a:pt x="17545" y="11399"/>
                    <a:pt x="17647" y="10913"/>
                  </a:cubicBezTo>
                  <a:cubicBezTo>
                    <a:pt x="17545" y="11399"/>
                    <a:pt x="17392" y="12044"/>
                    <a:pt x="17222" y="12510"/>
                  </a:cubicBezTo>
                  <a:close/>
                  <a:moveTo>
                    <a:pt x="20310" y="8522"/>
                  </a:moveTo>
                  <a:cubicBezTo>
                    <a:pt x="20327" y="8554"/>
                    <a:pt x="20327" y="8586"/>
                    <a:pt x="20344" y="8617"/>
                  </a:cubicBezTo>
                  <a:cubicBezTo>
                    <a:pt x="20327" y="8586"/>
                    <a:pt x="20327" y="8554"/>
                    <a:pt x="20310" y="8522"/>
                  </a:cubicBezTo>
                  <a:close/>
                  <a:moveTo>
                    <a:pt x="20429" y="8258"/>
                  </a:moveTo>
                  <a:cubicBezTo>
                    <a:pt x="20514" y="8162"/>
                    <a:pt x="20633" y="8067"/>
                    <a:pt x="20752" y="7983"/>
                  </a:cubicBezTo>
                  <a:cubicBezTo>
                    <a:pt x="20633" y="8067"/>
                    <a:pt x="20514" y="8162"/>
                    <a:pt x="20429" y="8258"/>
                  </a:cubicBezTo>
                  <a:close/>
                  <a:moveTo>
                    <a:pt x="20904" y="7877"/>
                  </a:moveTo>
                  <a:cubicBezTo>
                    <a:pt x="20870" y="7898"/>
                    <a:pt x="20870" y="7898"/>
                    <a:pt x="20870" y="7898"/>
                  </a:cubicBezTo>
                  <a:cubicBezTo>
                    <a:pt x="20904" y="7877"/>
                    <a:pt x="20904" y="7877"/>
                    <a:pt x="20904" y="7877"/>
                  </a:cubicBezTo>
                  <a:cubicBezTo>
                    <a:pt x="21006" y="7803"/>
                    <a:pt x="21108" y="7729"/>
                    <a:pt x="21193" y="7665"/>
                  </a:cubicBezTo>
                  <a:cubicBezTo>
                    <a:pt x="21108" y="7729"/>
                    <a:pt x="20989" y="7803"/>
                    <a:pt x="20904" y="7877"/>
                  </a:cubicBezTo>
                  <a:close/>
                </a:path>
              </a:pathLst>
            </a:custGeom>
            <a:solidFill>
              <a:srgbClr val="FFFFFF"/>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186" name="Shape 10186"/>
            <p:cNvSpPr/>
            <p:nvPr/>
          </p:nvSpPr>
          <p:spPr>
            <a:xfrm>
              <a:off x="0" y="0"/>
              <a:ext cx="6709746" cy="10448243"/>
            </a:xfrm>
            <a:custGeom>
              <a:avLst/>
              <a:gdLst/>
              <a:ahLst/>
              <a:cxnLst>
                <a:cxn ang="0">
                  <a:pos x="wd2" y="hd2"/>
                </a:cxn>
                <a:cxn ang="5400000">
                  <a:pos x="wd2" y="hd2"/>
                </a:cxn>
                <a:cxn ang="10800000">
                  <a:pos x="wd2" y="hd2"/>
                </a:cxn>
                <a:cxn ang="16200000">
                  <a:pos x="wd2" y="hd2"/>
                </a:cxn>
              </a:cxnLst>
              <a:rect l="0" t="0" r="r" b="b"/>
              <a:pathLst>
                <a:path w="21508" h="21600" fill="norm" stroke="1" extrusionOk="0">
                  <a:moveTo>
                    <a:pt x="21402" y="7587"/>
                  </a:moveTo>
                  <a:cubicBezTo>
                    <a:pt x="21304" y="7513"/>
                    <a:pt x="21205" y="7472"/>
                    <a:pt x="21123" y="7451"/>
                  </a:cubicBezTo>
                  <a:cubicBezTo>
                    <a:pt x="20974" y="7367"/>
                    <a:pt x="20629" y="7221"/>
                    <a:pt x="20069" y="7221"/>
                  </a:cubicBezTo>
                  <a:cubicBezTo>
                    <a:pt x="19888" y="7221"/>
                    <a:pt x="19723" y="7231"/>
                    <a:pt x="19526" y="7263"/>
                  </a:cubicBezTo>
                  <a:cubicBezTo>
                    <a:pt x="18702" y="7399"/>
                    <a:pt x="18373" y="7806"/>
                    <a:pt x="18176" y="8099"/>
                  </a:cubicBezTo>
                  <a:cubicBezTo>
                    <a:pt x="18176" y="8099"/>
                    <a:pt x="18176" y="8088"/>
                    <a:pt x="18176" y="8088"/>
                  </a:cubicBezTo>
                  <a:cubicBezTo>
                    <a:pt x="18258" y="7608"/>
                    <a:pt x="18439" y="6740"/>
                    <a:pt x="18521" y="6395"/>
                  </a:cubicBezTo>
                  <a:cubicBezTo>
                    <a:pt x="18538" y="6322"/>
                    <a:pt x="18571" y="6207"/>
                    <a:pt x="18604" y="6092"/>
                  </a:cubicBezTo>
                  <a:cubicBezTo>
                    <a:pt x="18735" y="5601"/>
                    <a:pt x="18916" y="4943"/>
                    <a:pt x="18851" y="4567"/>
                  </a:cubicBezTo>
                  <a:cubicBezTo>
                    <a:pt x="18785" y="4128"/>
                    <a:pt x="18851" y="3741"/>
                    <a:pt x="18966" y="3271"/>
                  </a:cubicBezTo>
                  <a:cubicBezTo>
                    <a:pt x="19065" y="2874"/>
                    <a:pt x="19229" y="2017"/>
                    <a:pt x="19196" y="1693"/>
                  </a:cubicBezTo>
                  <a:cubicBezTo>
                    <a:pt x="19180" y="1651"/>
                    <a:pt x="19180" y="1599"/>
                    <a:pt x="19180" y="1526"/>
                  </a:cubicBezTo>
                  <a:cubicBezTo>
                    <a:pt x="19196" y="1327"/>
                    <a:pt x="19196" y="1014"/>
                    <a:pt x="19065" y="731"/>
                  </a:cubicBezTo>
                  <a:cubicBezTo>
                    <a:pt x="18851" y="261"/>
                    <a:pt x="18390" y="94"/>
                    <a:pt x="18011" y="42"/>
                  </a:cubicBezTo>
                  <a:cubicBezTo>
                    <a:pt x="17813" y="10"/>
                    <a:pt x="17632" y="0"/>
                    <a:pt x="17451" y="0"/>
                  </a:cubicBezTo>
                  <a:cubicBezTo>
                    <a:pt x="17007" y="0"/>
                    <a:pt x="16612" y="94"/>
                    <a:pt x="16299" y="272"/>
                  </a:cubicBezTo>
                  <a:cubicBezTo>
                    <a:pt x="15986" y="460"/>
                    <a:pt x="15755" y="711"/>
                    <a:pt x="15591" y="1066"/>
                  </a:cubicBezTo>
                  <a:cubicBezTo>
                    <a:pt x="15196" y="1881"/>
                    <a:pt x="15212" y="2696"/>
                    <a:pt x="15229" y="2926"/>
                  </a:cubicBezTo>
                  <a:cubicBezTo>
                    <a:pt x="15245" y="3166"/>
                    <a:pt x="15212" y="3783"/>
                    <a:pt x="15015" y="4128"/>
                  </a:cubicBezTo>
                  <a:cubicBezTo>
                    <a:pt x="14735" y="4577"/>
                    <a:pt x="14521" y="5058"/>
                    <a:pt x="14422" y="5486"/>
                  </a:cubicBezTo>
                  <a:cubicBezTo>
                    <a:pt x="14356" y="5737"/>
                    <a:pt x="14307" y="6040"/>
                    <a:pt x="14257" y="6364"/>
                  </a:cubicBezTo>
                  <a:cubicBezTo>
                    <a:pt x="14224" y="6657"/>
                    <a:pt x="14175" y="6949"/>
                    <a:pt x="14126" y="7190"/>
                  </a:cubicBezTo>
                  <a:cubicBezTo>
                    <a:pt x="14060" y="7440"/>
                    <a:pt x="14010" y="7618"/>
                    <a:pt x="13961" y="7754"/>
                  </a:cubicBezTo>
                  <a:cubicBezTo>
                    <a:pt x="13961" y="7325"/>
                    <a:pt x="13977" y="6573"/>
                    <a:pt x="14010" y="6301"/>
                  </a:cubicBezTo>
                  <a:cubicBezTo>
                    <a:pt x="14027" y="6103"/>
                    <a:pt x="14093" y="5925"/>
                    <a:pt x="14142" y="5758"/>
                  </a:cubicBezTo>
                  <a:cubicBezTo>
                    <a:pt x="14191" y="5622"/>
                    <a:pt x="14224" y="5518"/>
                    <a:pt x="14241" y="5424"/>
                  </a:cubicBezTo>
                  <a:cubicBezTo>
                    <a:pt x="14307" y="4650"/>
                    <a:pt x="13895" y="4096"/>
                    <a:pt x="13088" y="3919"/>
                  </a:cubicBezTo>
                  <a:cubicBezTo>
                    <a:pt x="12677" y="3825"/>
                    <a:pt x="12298" y="3783"/>
                    <a:pt x="11936" y="3783"/>
                  </a:cubicBezTo>
                  <a:cubicBezTo>
                    <a:pt x="11047" y="3783"/>
                    <a:pt x="10388" y="4075"/>
                    <a:pt x="10109" y="4619"/>
                  </a:cubicBezTo>
                  <a:cubicBezTo>
                    <a:pt x="9944" y="4932"/>
                    <a:pt x="9829" y="5288"/>
                    <a:pt x="9746" y="5601"/>
                  </a:cubicBezTo>
                  <a:cubicBezTo>
                    <a:pt x="9483" y="5455"/>
                    <a:pt x="9104" y="5309"/>
                    <a:pt x="8413" y="5309"/>
                  </a:cubicBezTo>
                  <a:cubicBezTo>
                    <a:pt x="8281" y="5309"/>
                    <a:pt x="8133" y="5309"/>
                    <a:pt x="7985" y="5329"/>
                  </a:cubicBezTo>
                  <a:cubicBezTo>
                    <a:pt x="7491" y="5361"/>
                    <a:pt x="7063" y="5528"/>
                    <a:pt x="6750" y="5800"/>
                  </a:cubicBezTo>
                  <a:cubicBezTo>
                    <a:pt x="6454" y="6061"/>
                    <a:pt x="6322" y="6364"/>
                    <a:pt x="6273" y="6521"/>
                  </a:cubicBezTo>
                  <a:cubicBezTo>
                    <a:pt x="6190" y="6813"/>
                    <a:pt x="6009" y="7524"/>
                    <a:pt x="5894" y="7942"/>
                  </a:cubicBezTo>
                  <a:cubicBezTo>
                    <a:pt x="5729" y="7900"/>
                    <a:pt x="5532" y="7869"/>
                    <a:pt x="5318" y="7869"/>
                  </a:cubicBezTo>
                  <a:cubicBezTo>
                    <a:pt x="5054" y="7869"/>
                    <a:pt x="4774" y="7921"/>
                    <a:pt x="4527" y="8015"/>
                  </a:cubicBezTo>
                  <a:cubicBezTo>
                    <a:pt x="3885" y="8255"/>
                    <a:pt x="2963" y="8903"/>
                    <a:pt x="2288" y="9374"/>
                  </a:cubicBezTo>
                  <a:cubicBezTo>
                    <a:pt x="2058" y="9541"/>
                    <a:pt x="1860" y="9677"/>
                    <a:pt x="1729" y="9760"/>
                  </a:cubicBezTo>
                  <a:cubicBezTo>
                    <a:pt x="1136" y="10126"/>
                    <a:pt x="807" y="10763"/>
                    <a:pt x="873" y="11411"/>
                  </a:cubicBezTo>
                  <a:cubicBezTo>
                    <a:pt x="905" y="11861"/>
                    <a:pt x="889" y="12310"/>
                    <a:pt x="823" y="12738"/>
                  </a:cubicBezTo>
                  <a:cubicBezTo>
                    <a:pt x="807" y="12822"/>
                    <a:pt x="757" y="13010"/>
                    <a:pt x="675" y="13230"/>
                  </a:cubicBezTo>
                  <a:cubicBezTo>
                    <a:pt x="477" y="13857"/>
                    <a:pt x="181" y="14808"/>
                    <a:pt x="214" y="15424"/>
                  </a:cubicBezTo>
                  <a:cubicBezTo>
                    <a:pt x="214" y="15518"/>
                    <a:pt x="214" y="15633"/>
                    <a:pt x="230" y="15758"/>
                  </a:cubicBezTo>
                  <a:cubicBezTo>
                    <a:pt x="263" y="16678"/>
                    <a:pt x="362" y="18590"/>
                    <a:pt x="247" y="19113"/>
                  </a:cubicBezTo>
                  <a:cubicBezTo>
                    <a:pt x="132" y="19698"/>
                    <a:pt x="66" y="19949"/>
                    <a:pt x="66" y="19949"/>
                  </a:cubicBezTo>
                  <a:cubicBezTo>
                    <a:pt x="0" y="20147"/>
                    <a:pt x="0" y="20147"/>
                    <a:pt x="0" y="20147"/>
                  </a:cubicBezTo>
                  <a:cubicBezTo>
                    <a:pt x="313" y="20189"/>
                    <a:pt x="313" y="20189"/>
                    <a:pt x="313" y="20189"/>
                  </a:cubicBezTo>
                  <a:cubicBezTo>
                    <a:pt x="10849" y="21558"/>
                    <a:pt x="10849" y="21558"/>
                    <a:pt x="10849" y="21558"/>
                  </a:cubicBezTo>
                  <a:cubicBezTo>
                    <a:pt x="11146" y="21600"/>
                    <a:pt x="11146" y="21600"/>
                    <a:pt x="11146" y="21600"/>
                  </a:cubicBezTo>
                  <a:cubicBezTo>
                    <a:pt x="11228" y="21412"/>
                    <a:pt x="11228" y="21412"/>
                    <a:pt x="11228" y="21412"/>
                  </a:cubicBezTo>
                  <a:cubicBezTo>
                    <a:pt x="11524" y="20680"/>
                    <a:pt x="12463" y="19886"/>
                    <a:pt x="13237" y="19479"/>
                  </a:cubicBezTo>
                  <a:cubicBezTo>
                    <a:pt x="13747" y="19197"/>
                    <a:pt x="14537" y="18559"/>
                    <a:pt x="15278" y="17943"/>
                  </a:cubicBezTo>
                  <a:cubicBezTo>
                    <a:pt x="15772" y="17535"/>
                    <a:pt x="16249" y="17148"/>
                    <a:pt x="16546" y="16950"/>
                  </a:cubicBezTo>
                  <a:cubicBezTo>
                    <a:pt x="16612" y="16908"/>
                    <a:pt x="16677" y="16866"/>
                    <a:pt x="16760" y="16824"/>
                  </a:cubicBezTo>
                  <a:cubicBezTo>
                    <a:pt x="17517" y="16312"/>
                    <a:pt x="18472" y="15685"/>
                    <a:pt x="18818" y="14975"/>
                  </a:cubicBezTo>
                  <a:cubicBezTo>
                    <a:pt x="18949" y="14682"/>
                    <a:pt x="19147" y="14160"/>
                    <a:pt x="19345" y="13606"/>
                  </a:cubicBezTo>
                  <a:cubicBezTo>
                    <a:pt x="19624" y="12822"/>
                    <a:pt x="19954" y="11944"/>
                    <a:pt x="20151" y="11683"/>
                  </a:cubicBezTo>
                  <a:cubicBezTo>
                    <a:pt x="20480" y="11255"/>
                    <a:pt x="20513" y="10857"/>
                    <a:pt x="20563" y="10356"/>
                  </a:cubicBezTo>
                  <a:cubicBezTo>
                    <a:pt x="20579" y="10293"/>
                    <a:pt x="20579" y="10220"/>
                    <a:pt x="20596" y="10136"/>
                  </a:cubicBezTo>
                  <a:cubicBezTo>
                    <a:pt x="20662" y="9520"/>
                    <a:pt x="20711" y="9300"/>
                    <a:pt x="20744" y="9154"/>
                  </a:cubicBezTo>
                  <a:cubicBezTo>
                    <a:pt x="20777" y="9039"/>
                    <a:pt x="20793" y="8966"/>
                    <a:pt x="20810" y="8924"/>
                  </a:cubicBezTo>
                  <a:cubicBezTo>
                    <a:pt x="20892" y="8820"/>
                    <a:pt x="21106" y="8527"/>
                    <a:pt x="21238" y="8308"/>
                  </a:cubicBezTo>
                  <a:cubicBezTo>
                    <a:pt x="21271" y="8255"/>
                    <a:pt x="21304" y="8203"/>
                    <a:pt x="21337" y="8161"/>
                  </a:cubicBezTo>
                  <a:cubicBezTo>
                    <a:pt x="21485" y="7942"/>
                    <a:pt x="21600" y="7754"/>
                    <a:pt x="21402" y="7587"/>
                  </a:cubicBezTo>
                  <a:close/>
                  <a:moveTo>
                    <a:pt x="17945" y="240"/>
                  </a:moveTo>
                  <a:cubicBezTo>
                    <a:pt x="18455" y="324"/>
                    <a:pt x="18686" y="575"/>
                    <a:pt x="18785" y="867"/>
                  </a:cubicBezTo>
                  <a:cubicBezTo>
                    <a:pt x="18785" y="1087"/>
                    <a:pt x="18686" y="1338"/>
                    <a:pt x="18439" y="1411"/>
                  </a:cubicBezTo>
                  <a:cubicBezTo>
                    <a:pt x="18126" y="1494"/>
                    <a:pt x="17484" y="1578"/>
                    <a:pt x="17007" y="1421"/>
                  </a:cubicBezTo>
                  <a:cubicBezTo>
                    <a:pt x="16579" y="1275"/>
                    <a:pt x="16381" y="1066"/>
                    <a:pt x="16430" y="805"/>
                  </a:cubicBezTo>
                  <a:cubicBezTo>
                    <a:pt x="16463" y="585"/>
                    <a:pt x="16595" y="428"/>
                    <a:pt x="16710" y="334"/>
                  </a:cubicBezTo>
                  <a:cubicBezTo>
                    <a:pt x="16924" y="251"/>
                    <a:pt x="17171" y="209"/>
                    <a:pt x="17451" y="209"/>
                  </a:cubicBezTo>
                  <a:cubicBezTo>
                    <a:pt x="17599" y="209"/>
                    <a:pt x="17764" y="219"/>
                    <a:pt x="17945" y="240"/>
                  </a:cubicBezTo>
                  <a:close/>
                  <a:moveTo>
                    <a:pt x="20266" y="10126"/>
                  </a:moveTo>
                  <a:cubicBezTo>
                    <a:pt x="20201" y="10722"/>
                    <a:pt x="20201" y="11140"/>
                    <a:pt x="19855" y="11599"/>
                  </a:cubicBezTo>
                  <a:cubicBezTo>
                    <a:pt x="19509" y="12059"/>
                    <a:pt x="18851" y="14191"/>
                    <a:pt x="18505" y="14922"/>
                  </a:cubicBezTo>
                  <a:cubicBezTo>
                    <a:pt x="18159" y="15644"/>
                    <a:pt x="17073" y="16302"/>
                    <a:pt x="16315" y="16814"/>
                  </a:cubicBezTo>
                  <a:cubicBezTo>
                    <a:pt x="15558" y="17316"/>
                    <a:pt x="13862" y="18873"/>
                    <a:pt x="13023" y="19311"/>
                  </a:cubicBezTo>
                  <a:cubicBezTo>
                    <a:pt x="12199" y="19750"/>
                    <a:pt x="11228" y="20586"/>
                    <a:pt x="10915" y="21360"/>
                  </a:cubicBezTo>
                  <a:cubicBezTo>
                    <a:pt x="379" y="19991"/>
                    <a:pt x="379" y="19991"/>
                    <a:pt x="379" y="19991"/>
                  </a:cubicBezTo>
                  <a:cubicBezTo>
                    <a:pt x="379" y="19991"/>
                    <a:pt x="461" y="19740"/>
                    <a:pt x="576" y="19144"/>
                  </a:cubicBezTo>
                  <a:cubicBezTo>
                    <a:pt x="691" y="18538"/>
                    <a:pt x="576" y="16250"/>
                    <a:pt x="543" y="15424"/>
                  </a:cubicBezTo>
                  <a:cubicBezTo>
                    <a:pt x="510" y="14599"/>
                    <a:pt x="1087" y="13073"/>
                    <a:pt x="1152" y="12759"/>
                  </a:cubicBezTo>
                  <a:cubicBezTo>
                    <a:pt x="1202" y="12456"/>
                    <a:pt x="1251" y="11986"/>
                    <a:pt x="1202" y="11401"/>
                  </a:cubicBezTo>
                  <a:cubicBezTo>
                    <a:pt x="1152" y="10816"/>
                    <a:pt x="1449" y="10230"/>
                    <a:pt x="1959" y="9907"/>
                  </a:cubicBezTo>
                  <a:cubicBezTo>
                    <a:pt x="2486" y="9572"/>
                    <a:pt x="3885" y="8496"/>
                    <a:pt x="4692" y="8193"/>
                  </a:cubicBezTo>
                  <a:cubicBezTo>
                    <a:pt x="4923" y="8109"/>
                    <a:pt x="5137" y="8078"/>
                    <a:pt x="5318" y="8078"/>
                  </a:cubicBezTo>
                  <a:cubicBezTo>
                    <a:pt x="5647" y="8078"/>
                    <a:pt x="5910" y="8172"/>
                    <a:pt x="6042" y="8235"/>
                  </a:cubicBezTo>
                  <a:cubicBezTo>
                    <a:pt x="5993" y="8433"/>
                    <a:pt x="5927" y="8673"/>
                    <a:pt x="5779" y="8851"/>
                  </a:cubicBezTo>
                  <a:cubicBezTo>
                    <a:pt x="5532" y="9175"/>
                    <a:pt x="5087" y="9583"/>
                    <a:pt x="5087" y="9593"/>
                  </a:cubicBezTo>
                  <a:cubicBezTo>
                    <a:pt x="5071" y="9603"/>
                    <a:pt x="5071" y="9624"/>
                    <a:pt x="5104" y="9635"/>
                  </a:cubicBezTo>
                  <a:cubicBezTo>
                    <a:pt x="5104" y="9645"/>
                    <a:pt x="5120" y="9645"/>
                    <a:pt x="5137" y="9645"/>
                  </a:cubicBezTo>
                  <a:cubicBezTo>
                    <a:pt x="5153" y="9645"/>
                    <a:pt x="5170" y="9635"/>
                    <a:pt x="5170" y="9624"/>
                  </a:cubicBezTo>
                  <a:cubicBezTo>
                    <a:pt x="5186" y="9624"/>
                    <a:pt x="5614" y="9206"/>
                    <a:pt x="5877" y="8882"/>
                  </a:cubicBezTo>
                  <a:cubicBezTo>
                    <a:pt x="6042" y="8673"/>
                    <a:pt x="6124" y="8370"/>
                    <a:pt x="6174" y="8161"/>
                  </a:cubicBezTo>
                  <a:cubicBezTo>
                    <a:pt x="6256" y="7827"/>
                    <a:pt x="6503" y="6897"/>
                    <a:pt x="6602" y="6563"/>
                  </a:cubicBezTo>
                  <a:cubicBezTo>
                    <a:pt x="6717" y="6155"/>
                    <a:pt x="7129" y="5601"/>
                    <a:pt x="8018" y="5528"/>
                  </a:cubicBezTo>
                  <a:cubicBezTo>
                    <a:pt x="8166" y="5518"/>
                    <a:pt x="8298" y="5518"/>
                    <a:pt x="8413" y="5518"/>
                  </a:cubicBezTo>
                  <a:cubicBezTo>
                    <a:pt x="9038" y="5518"/>
                    <a:pt x="9335" y="5643"/>
                    <a:pt x="9598" y="5800"/>
                  </a:cubicBezTo>
                  <a:cubicBezTo>
                    <a:pt x="9746" y="5873"/>
                    <a:pt x="9862" y="6009"/>
                    <a:pt x="9862" y="6239"/>
                  </a:cubicBezTo>
                  <a:cubicBezTo>
                    <a:pt x="9829" y="6437"/>
                    <a:pt x="9812" y="6573"/>
                    <a:pt x="9779" y="6824"/>
                  </a:cubicBezTo>
                  <a:cubicBezTo>
                    <a:pt x="9680" y="7419"/>
                    <a:pt x="9335" y="8402"/>
                    <a:pt x="9335" y="8412"/>
                  </a:cubicBezTo>
                  <a:cubicBezTo>
                    <a:pt x="9335" y="8433"/>
                    <a:pt x="9351" y="8454"/>
                    <a:pt x="9384" y="8454"/>
                  </a:cubicBezTo>
                  <a:cubicBezTo>
                    <a:pt x="9384" y="8454"/>
                    <a:pt x="9384" y="8454"/>
                    <a:pt x="9384" y="8454"/>
                  </a:cubicBezTo>
                  <a:cubicBezTo>
                    <a:pt x="9417" y="8454"/>
                    <a:pt x="9434" y="8444"/>
                    <a:pt x="9450" y="8433"/>
                  </a:cubicBezTo>
                  <a:cubicBezTo>
                    <a:pt x="9450" y="8423"/>
                    <a:pt x="9779" y="7430"/>
                    <a:pt x="9878" y="6824"/>
                  </a:cubicBezTo>
                  <a:cubicBezTo>
                    <a:pt x="9944" y="6489"/>
                    <a:pt x="9977" y="6176"/>
                    <a:pt x="10010" y="5967"/>
                  </a:cubicBezTo>
                  <a:cubicBezTo>
                    <a:pt x="10076" y="5612"/>
                    <a:pt x="10191" y="5110"/>
                    <a:pt x="10421" y="4692"/>
                  </a:cubicBezTo>
                  <a:cubicBezTo>
                    <a:pt x="10685" y="4170"/>
                    <a:pt x="11277" y="3981"/>
                    <a:pt x="11936" y="3981"/>
                  </a:cubicBezTo>
                  <a:cubicBezTo>
                    <a:pt x="12265" y="3981"/>
                    <a:pt x="12627" y="4034"/>
                    <a:pt x="12973" y="4117"/>
                  </a:cubicBezTo>
                  <a:cubicBezTo>
                    <a:pt x="13994" y="4347"/>
                    <a:pt x="13928" y="5225"/>
                    <a:pt x="13912" y="5413"/>
                  </a:cubicBezTo>
                  <a:cubicBezTo>
                    <a:pt x="13895" y="5601"/>
                    <a:pt x="13714" y="5925"/>
                    <a:pt x="13681" y="6291"/>
                  </a:cubicBezTo>
                  <a:cubicBezTo>
                    <a:pt x="13648" y="6657"/>
                    <a:pt x="13615" y="7890"/>
                    <a:pt x="13632" y="8057"/>
                  </a:cubicBezTo>
                  <a:cubicBezTo>
                    <a:pt x="13648" y="8193"/>
                    <a:pt x="13665" y="8329"/>
                    <a:pt x="13796" y="8329"/>
                  </a:cubicBezTo>
                  <a:cubicBezTo>
                    <a:pt x="13829" y="8329"/>
                    <a:pt x="13862" y="8318"/>
                    <a:pt x="13912" y="8297"/>
                  </a:cubicBezTo>
                  <a:cubicBezTo>
                    <a:pt x="14159" y="8203"/>
                    <a:pt x="14323" y="7743"/>
                    <a:pt x="14438" y="7221"/>
                  </a:cubicBezTo>
                  <a:cubicBezTo>
                    <a:pt x="14570" y="6709"/>
                    <a:pt x="14620" y="5988"/>
                    <a:pt x="14735" y="5518"/>
                  </a:cubicBezTo>
                  <a:cubicBezTo>
                    <a:pt x="14866" y="5047"/>
                    <a:pt x="15080" y="4577"/>
                    <a:pt x="15311" y="4201"/>
                  </a:cubicBezTo>
                  <a:cubicBezTo>
                    <a:pt x="15541" y="3825"/>
                    <a:pt x="15574" y="3177"/>
                    <a:pt x="15558" y="2916"/>
                  </a:cubicBezTo>
                  <a:cubicBezTo>
                    <a:pt x="15541" y="2654"/>
                    <a:pt x="15541" y="1881"/>
                    <a:pt x="15904" y="1118"/>
                  </a:cubicBezTo>
                  <a:cubicBezTo>
                    <a:pt x="16035" y="836"/>
                    <a:pt x="16233" y="617"/>
                    <a:pt x="16463" y="460"/>
                  </a:cubicBezTo>
                  <a:cubicBezTo>
                    <a:pt x="16398" y="554"/>
                    <a:pt x="16332" y="669"/>
                    <a:pt x="16315" y="794"/>
                  </a:cubicBezTo>
                  <a:cubicBezTo>
                    <a:pt x="16266" y="1087"/>
                    <a:pt x="16496" y="1317"/>
                    <a:pt x="16957" y="1473"/>
                  </a:cubicBezTo>
                  <a:cubicBezTo>
                    <a:pt x="17171" y="1547"/>
                    <a:pt x="17418" y="1578"/>
                    <a:pt x="17665" y="1578"/>
                  </a:cubicBezTo>
                  <a:cubicBezTo>
                    <a:pt x="17978" y="1578"/>
                    <a:pt x="18291" y="1526"/>
                    <a:pt x="18472" y="1473"/>
                  </a:cubicBezTo>
                  <a:cubicBezTo>
                    <a:pt x="18686" y="1411"/>
                    <a:pt x="18785" y="1264"/>
                    <a:pt x="18851" y="1118"/>
                  </a:cubicBezTo>
                  <a:cubicBezTo>
                    <a:pt x="18884" y="1369"/>
                    <a:pt x="18851" y="1599"/>
                    <a:pt x="18867" y="1703"/>
                  </a:cubicBezTo>
                  <a:cubicBezTo>
                    <a:pt x="18900" y="1975"/>
                    <a:pt x="18752" y="2738"/>
                    <a:pt x="18637" y="3239"/>
                  </a:cubicBezTo>
                  <a:cubicBezTo>
                    <a:pt x="18521" y="3752"/>
                    <a:pt x="18472" y="4138"/>
                    <a:pt x="18538" y="4588"/>
                  </a:cubicBezTo>
                  <a:cubicBezTo>
                    <a:pt x="18604" y="5037"/>
                    <a:pt x="18291" y="5988"/>
                    <a:pt x="18209" y="6364"/>
                  </a:cubicBezTo>
                  <a:cubicBezTo>
                    <a:pt x="18110" y="6740"/>
                    <a:pt x="17896" y="7817"/>
                    <a:pt x="17797" y="8276"/>
                  </a:cubicBezTo>
                  <a:cubicBezTo>
                    <a:pt x="17599" y="9154"/>
                    <a:pt x="17566" y="10063"/>
                    <a:pt x="17484" y="10408"/>
                  </a:cubicBezTo>
                  <a:cubicBezTo>
                    <a:pt x="17402" y="10878"/>
                    <a:pt x="17155" y="12028"/>
                    <a:pt x="16924" y="12655"/>
                  </a:cubicBezTo>
                  <a:cubicBezTo>
                    <a:pt x="16776" y="13042"/>
                    <a:pt x="16661" y="13460"/>
                    <a:pt x="16579" y="13836"/>
                  </a:cubicBezTo>
                  <a:cubicBezTo>
                    <a:pt x="16529" y="14034"/>
                    <a:pt x="16480" y="14233"/>
                    <a:pt x="16430" y="14379"/>
                  </a:cubicBezTo>
                  <a:cubicBezTo>
                    <a:pt x="16299" y="14787"/>
                    <a:pt x="16118" y="15100"/>
                    <a:pt x="16118" y="15100"/>
                  </a:cubicBezTo>
                  <a:cubicBezTo>
                    <a:pt x="16101" y="15121"/>
                    <a:pt x="16118" y="15142"/>
                    <a:pt x="16151" y="15152"/>
                  </a:cubicBezTo>
                  <a:cubicBezTo>
                    <a:pt x="16151" y="15152"/>
                    <a:pt x="16167" y="15152"/>
                    <a:pt x="16167" y="15152"/>
                  </a:cubicBezTo>
                  <a:cubicBezTo>
                    <a:pt x="16184" y="15152"/>
                    <a:pt x="16216" y="15142"/>
                    <a:pt x="16216" y="15131"/>
                  </a:cubicBezTo>
                  <a:cubicBezTo>
                    <a:pt x="16216" y="15121"/>
                    <a:pt x="16398" y="14808"/>
                    <a:pt x="16529" y="14400"/>
                  </a:cubicBezTo>
                  <a:cubicBezTo>
                    <a:pt x="16579" y="14243"/>
                    <a:pt x="16628" y="14055"/>
                    <a:pt x="16677" y="13846"/>
                  </a:cubicBezTo>
                  <a:cubicBezTo>
                    <a:pt x="16776" y="13470"/>
                    <a:pt x="16875" y="13052"/>
                    <a:pt x="17023" y="12665"/>
                  </a:cubicBezTo>
                  <a:cubicBezTo>
                    <a:pt x="17270" y="12038"/>
                    <a:pt x="17501" y="10889"/>
                    <a:pt x="17599" y="10419"/>
                  </a:cubicBezTo>
                  <a:cubicBezTo>
                    <a:pt x="17682" y="10042"/>
                    <a:pt x="17748" y="9300"/>
                    <a:pt x="17780" y="8924"/>
                  </a:cubicBezTo>
                  <a:cubicBezTo>
                    <a:pt x="17962" y="8778"/>
                    <a:pt x="18209" y="8558"/>
                    <a:pt x="18340" y="8402"/>
                  </a:cubicBezTo>
                  <a:cubicBezTo>
                    <a:pt x="18538" y="8140"/>
                    <a:pt x="18719" y="7608"/>
                    <a:pt x="19608" y="7461"/>
                  </a:cubicBezTo>
                  <a:cubicBezTo>
                    <a:pt x="19773" y="7440"/>
                    <a:pt x="19937" y="7430"/>
                    <a:pt x="20069" y="7430"/>
                  </a:cubicBezTo>
                  <a:cubicBezTo>
                    <a:pt x="20563" y="7430"/>
                    <a:pt x="20843" y="7566"/>
                    <a:pt x="20925" y="7618"/>
                  </a:cubicBezTo>
                  <a:cubicBezTo>
                    <a:pt x="20826" y="7681"/>
                    <a:pt x="20695" y="7775"/>
                    <a:pt x="20563" y="7858"/>
                  </a:cubicBezTo>
                  <a:cubicBezTo>
                    <a:pt x="20530" y="7900"/>
                    <a:pt x="20530" y="7900"/>
                    <a:pt x="20530" y="7900"/>
                  </a:cubicBezTo>
                  <a:cubicBezTo>
                    <a:pt x="20316" y="8046"/>
                    <a:pt x="20069" y="8224"/>
                    <a:pt x="20003" y="8433"/>
                  </a:cubicBezTo>
                  <a:cubicBezTo>
                    <a:pt x="19954" y="8569"/>
                    <a:pt x="20020" y="8705"/>
                    <a:pt x="20168" y="8809"/>
                  </a:cubicBezTo>
                  <a:cubicBezTo>
                    <a:pt x="20250" y="8872"/>
                    <a:pt x="20365" y="8914"/>
                    <a:pt x="20480" y="8924"/>
                  </a:cubicBezTo>
                  <a:cubicBezTo>
                    <a:pt x="20464" y="8966"/>
                    <a:pt x="20448" y="9029"/>
                    <a:pt x="20431" y="9112"/>
                  </a:cubicBezTo>
                  <a:cubicBezTo>
                    <a:pt x="20382" y="9290"/>
                    <a:pt x="20332" y="9530"/>
                    <a:pt x="20266" y="10126"/>
                  </a:cubicBezTo>
                  <a:close/>
                  <a:moveTo>
                    <a:pt x="20941" y="8235"/>
                  </a:moveTo>
                  <a:cubicBezTo>
                    <a:pt x="20793" y="8464"/>
                    <a:pt x="20530" y="8809"/>
                    <a:pt x="20480" y="8862"/>
                  </a:cubicBezTo>
                  <a:cubicBezTo>
                    <a:pt x="20398" y="8851"/>
                    <a:pt x="20316" y="8809"/>
                    <a:pt x="20250" y="8757"/>
                  </a:cubicBezTo>
                  <a:cubicBezTo>
                    <a:pt x="20118" y="8673"/>
                    <a:pt x="20069" y="8558"/>
                    <a:pt x="20102" y="8444"/>
                  </a:cubicBezTo>
                  <a:cubicBezTo>
                    <a:pt x="20168" y="8255"/>
                    <a:pt x="20415" y="8078"/>
                    <a:pt x="20612" y="7942"/>
                  </a:cubicBezTo>
                  <a:cubicBezTo>
                    <a:pt x="20645" y="7911"/>
                    <a:pt x="20645" y="7911"/>
                    <a:pt x="20645" y="7911"/>
                  </a:cubicBezTo>
                  <a:cubicBezTo>
                    <a:pt x="20777" y="7817"/>
                    <a:pt x="20925" y="7722"/>
                    <a:pt x="21024" y="7649"/>
                  </a:cubicBezTo>
                  <a:cubicBezTo>
                    <a:pt x="21057" y="7660"/>
                    <a:pt x="21090" y="7681"/>
                    <a:pt x="21139" y="7722"/>
                  </a:cubicBezTo>
                  <a:cubicBezTo>
                    <a:pt x="21254" y="7806"/>
                    <a:pt x="21090" y="7973"/>
                    <a:pt x="20941" y="8235"/>
                  </a:cubicBezTo>
                  <a:close/>
                </a:path>
              </a:pathLst>
            </a:custGeom>
            <a:solidFill>
              <a:srgbClr val="234770"/>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grpSp>
      <p:sp>
        <p:nvSpPr>
          <p:cNvPr id="10188" name="Shape 10188"/>
          <p:cNvSpPr/>
          <p:nvPr/>
        </p:nvSpPr>
        <p:spPr>
          <a:xfrm rot="10800000">
            <a:off x="825029" y="4515930"/>
            <a:ext cx="1665363" cy="1573059"/>
          </a:xfrm>
          <a:prstGeom prst="ellipse">
            <a:avLst/>
          </a:prstGeom>
          <a:solidFill>
            <a:srgbClr val="234770"/>
          </a:solidFill>
          <a:ln w="12700">
            <a:solidFill>
              <a:srgbClr val="FFFFFF"/>
            </a:solidFill>
            <a:miter lim="400000"/>
          </a:ln>
        </p:spPr>
        <p:txBody>
          <a:bodyPr lIns="121919" tIns="121919" rIns="121919" bIns="121919" anchor="ctr"/>
          <a:lstStyle/>
          <a:p>
            <a:pPr defTabSz="825500">
              <a:defRPr sz="3200"/>
            </a:pPr>
          </a:p>
        </p:txBody>
      </p:sp>
      <p:sp>
        <p:nvSpPr>
          <p:cNvPr id="10189" name="Shape 10189"/>
          <p:cNvSpPr/>
          <p:nvPr/>
        </p:nvSpPr>
        <p:spPr>
          <a:xfrm>
            <a:off x="1028125" y="4839642"/>
            <a:ext cx="1259171" cy="876301"/>
          </a:xfrm>
          <a:prstGeom prst="rect">
            <a:avLst/>
          </a:prstGeom>
          <a:solidFill>
            <a:srgbClr val="234770"/>
          </a:solidFill>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800">
                <a:solidFill>
                  <a:srgbClr val="FFFFFF"/>
                </a:solidFill>
                <a:latin typeface="Lato Black"/>
                <a:ea typeface="Lato Black"/>
                <a:cs typeface="Lato Black"/>
                <a:sym typeface="Lato Black"/>
              </a:defRPr>
            </a:lvl1pPr>
          </a:lstStyle>
          <a:p>
            <a:pPr>
              <a:defRPr>
                <a:solidFill>
                  <a:srgbClr val="000000"/>
                </a:solidFill>
                <a:latin typeface="Calibri"/>
                <a:ea typeface="Calibri"/>
                <a:cs typeface="Calibri"/>
                <a:sym typeface="Calibri"/>
              </a:defRPr>
            </a:pPr>
            <a:r>
              <a:rPr>
                <a:solidFill>
                  <a:srgbClr val="FFFFFF"/>
                </a:solidFill>
                <a:latin typeface="Lato Black"/>
                <a:ea typeface="Lato Black"/>
                <a:cs typeface="Lato Black"/>
                <a:sym typeface="Lato Black"/>
              </a:rPr>
              <a:t>1</a:t>
            </a:r>
          </a:p>
        </p:txBody>
      </p:sp>
      <p:sp>
        <p:nvSpPr>
          <p:cNvPr id="10190" name="Shape 10190"/>
          <p:cNvSpPr/>
          <p:nvPr/>
        </p:nvSpPr>
        <p:spPr>
          <a:xfrm>
            <a:off x="2743197" y="4851444"/>
            <a:ext cx="8803767" cy="90203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p>
            <a:pPr algn="l" defTabSz="914400">
              <a:lnSpc>
                <a:spcPts val="3400"/>
              </a:lnSpc>
              <a:spcBef>
                <a:spcPts val="300"/>
              </a:spcBef>
              <a:defRPr sz="2900">
                <a:latin typeface="Montserrat"/>
                <a:ea typeface="Montserrat"/>
                <a:cs typeface="Montserrat"/>
                <a:sym typeface="Montserrat"/>
              </a:defRPr>
            </a:pPr>
            <a:r>
              <a:rPr b="1"/>
              <a:t>Título</a:t>
            </a:r>
            <a:endParaRPr b="1"/>
          </a:p>
          <a:p>
            <a:pPr algn="l" defTabSz="914400">
              <a:lnSpc>
                <a:spcPts val="3400"/>
              </a:lnSpc>
              <a:spcBef>
                <a:spcPts val="300"/>
              </a:spcBef>
              <a:defRPr sz="2900">
                <a:latin typeface="Montserrat"/>
                <a:ea typeface="Montserrat"/>
                <a:cs typeface="Montserrat"/>
                <a:sym typeface="Montserrat"/>
              </a:defRPr>
            </a:pPr>
            <a:r>
              <a:t>Texto</a:t>
            </a:r>
          </a:p>
        </p:txBody>
      </p:sp>
      <p:sp>
        <p:nvSpPr>
          <p:cNvPr id="10191" name="Shape 10191"/>
          <p:cNvSpPr/>
          <p:nvPr/>
        </p:nvSpPr>
        <p:spPr>
          <a:xfrm rot="10800000">
            <a:off x="825029" y="7047403"/>
            <a:ext cx="1665363" cy="1573058"/>
          </a:xfrm>
          <a:prstGeom prst="ellipse">
            <a:avLst/>
          </a:prstGeom>
          <a:solidFill>
            <a:srgbClr val="234770"/>
          </a:solidFill>
          <a:ln w="12700">
            <a:solidFill>
              <a:srgbClr val="FFFFFF"/>
            </a:solidFill>
            <a:miter lim="400000"/>
          </a:ln>
        </p:spPr>
        <p:txBody>
          <a:bodyPr lIns="121919" tIns="121919" rIns="121919" bIns="121919" anchor="ctr"/>
          <a:lstStyle/>
          <a:p>
            <a:pPr defTabSz="825500">
              <a:defRPr sz="3200"/>
            </a:pPr>
          </a:p>
        </p:txBody>
      </p:sp>
      <p:sp>
        <p:nvSpPr>
          <p:cNvPr id="10192" name="Shape 10192"/>
          <p:cNvSpPr/>
          <p:nvPr/>
        </p:nvSpPr>
        <p:spPr>
          <a:xfrm>
            <a:off x="1028125" y="7371115"/>
            <a:ext cx="1259171" cy="876301"/>
          </a:xfrm>
          <a:prstGeom prst="rect">
            <a:avLst/>
          </a:prstGeom>
          <a:solidFill>
            <a:srgbClr val="234770"/>
          </a:solidFill>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800">
                <a:solidFill>
                  <a:srgbClr val="FFFFFF"/>
                </a:solidFill>
                <a:latin typeface="Lato Black"/>
                <a:ea typeface="Lato Black"/>
                <a:cs typeface="Lato Black"/>
                <a:sym typeface="Lato Black"/>
              </a:defRPr>
            </a:lvl1pPr>
          </a:lstStyle>
          <a:p>
            <a:pPr>
              <a:defRPr>
                <a:solidFill>
                  <a:srgbClr val="000000"/>
                </a:solidFill>
                <a:latin typeface="Calibri"/>
                <a:ea typeface="Calibri"/>
                <a:cs typeface="Calibri"/>
                <a:sym typeface="Calibri"/>
              </a:defRPr>
            </a:pPr>
            <a:r>
              <a:rPr>
                <a:solidFill>
                  <a:srgbClr val="FFFFFF"/>
                </a:solidFill>
                <a:latin typeface="Lato Black"/>
                <a:ea typeface="Lato Black"/>
                <a:cs typeface="Lato Black"/>
                <a:sym typeface="Lato Black"/>
              </a:rPr>
              <a:t>2</a:t>
            </a:r>
          </a:p>
        </p:txBody>
      </p:sp>
      <p:sp>
        <p:nvSpPr>
          <p:cNvPr id="10193" name="Shape 10193"/>
          <p:cNvSpPr/>
          <p:nvPr/>
        </p:nvSpPr>
        <p:spPr>
          <a:xfrm>
            <a:off x="2743197" y="7382916"/>
            <a:ext cx="8803767" cy="902032"/>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p>
            <a:pPr algn="l" defTabSz="914400">
              <a:lnSpc>
                <a:spcPts val="3400"/>
              </a:lnSpc>
              <a:spcBef>
                <a:spcPts val="300"/>
              </a:spcBef>
              <a:defRPr sz="2900">
                <a:latin typeface="Montserrat"/>
                <a:ea typeface="Montserrat"/>
                <a:cs typeface="Montserrat"/>
                <a:sym typeface="Montserrat"/>
              </a:defRPr>
            </a:pPr>
            <a:r>
              <a:rPr b="1"/>
              <a:t>Título</a:t>
            </a:r>
            <a:endParaRPr b="1"/>
          </a:p>
          <a:p>
            <a:pPr algn="l" defTabSz="914400">
              <a:lnSpc>
                <a:spcPts val="3400"/>
              </a:lnSpc>
              <a:spcBef>
                <a:spcPts val="300"/>
              </a:spcBef>
              <a:defRPr sz="2900">
                <a:latin typeface="Montserrat"/>
                <a:ea typeface="Montserrat"/>
                <a:cs typeface="Montserrat"/>
                <a:sym typeface="Montserrat"/>
              </a:defRPr>
            </a:pPr>
            <a:r>
              <a:t>Texto</a:t>
            </a:r>
          </a:p>
        </p:txBody>
      </p:sp>
      <p:sp>
        <p:nvSpPr>
          <p:cNvPr id="10194" name="Shape 10194"/>
          <p:cNvSpPr/>
          <p:nvPr/>
        </p:nvSpPr>
        <p:spPr>
          <a:xfrm rot="10800000">
            <a:off x="825029" y="9578875"/>
            <a:ext cx="1665363" cy="1573059"/>
          </a:xfrm>
          <a:prstGeom prst="ellipse">
            <a:avLst/>
          </a:prstGeom>
          <a:solidFill>
            <a:srgbClr val="234770"/>
          </a:solidFill>
          <a:ln w="12700">
            <a:solidFill>
              <a:srgbClr val="FFFFFF"/>
            </a:solidFill>
            <a:miter lim="400000"/>
          </a:ln>
        </p:spPr>
        <p:txBody>
          <a:bodyPr lIns="121919" tIns="121919" rIns="121919" bIns="121919" anchor="ctr"/>
          <a:lstStyle/>
          <a:p>
            <a:pPr defTabSz="825500">
              <a:defRPr sz="3200"/>
            </a:pPr>
          </a:p>
        </p:txBody>
      </p:sp>
      <p:sp>
        <p:nvSpPr>
          <p:cNvPr id="10195" name="Shape 10195"/>
          <p:cNvSpPr/>
          <p:nvPr/>
        </p:nvSpPr>
        <p:spPr>
          <a:xfrm>
            <a:off x="1028125" y="9902587"/>
            <a:ext cx="1259171" cy="876301"/>
          </a:xfrm>
          <a:prstGeom prst="rect">
            <a:avLst/>
          </a:prstGeom>
          <a:solidFill>
            <a:srgbClr val="234770"/>
          </a:solidFill>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800">
                <a:solidFill>
                  <a:srgbClr val="FFFFFF"/>
                </a:solidFill>
                <a:latin typeface="Lato Black"/>
                <a:ea typeface="Lato Black"/>
                <a:cs typeface="Lato Black"/>
                <a:sym typeface="Lato Black"/>
              </a:defRPr>
            </a:lvl1pPr>
          </a:lstStyle>
          <a:p>
            <a:pPr>
              <a:defRPr>
                <a:solidFill>
                  <a:srgbClr val="000000"/>
                </a:solidFill>
                <a:latin typeface="Calibri"/>
                <a:ea typeface="Calibri"/>
                <a:cs typeface="Calibri"/>
                <a:sym typeface="Calibri"/>
              </a:defRPr>
            </a:pPr>
            <a:r>
              <a:rPr>
                <a:solidFill>
                  <a:srgbClr val="FFFFFF"/>
                </a:solidFill>
                <a:latin typeface="Lato Black"/>
                <a:ea typeface="Lato Black"/>
                <a:cs typeface="Lato Black"/>
                <a:sym typeface="Lato Black"/>
              </a:rPr>
              <a:t>3</a:t>
            </a:r>
          </a:p>
        </p:txBody>
      </p:sp>
      <p:sp>
        <p:nvSpPr>
          <p:cNvPr id="10196" name="Shape 10196"/>
          <p:cNvSpPr/>
          <p:nvPr/>
        </p:nvSpPr>
        <p:spPr>
          <a:xfrm>
            <a:off x="2743197" y="9914389"/>
            <a:ext cx="8803767" cy="90203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p>
            <a:pPr algn="l" defTabSz="914400">
              <a:lnSpc>
                <a:spcPts val="3400"/>
              </a:lnSpc>
              <a:spcBef>
                <a:spcPts val="300"/>
              </a:spcBef>
              <a:defRPr sz="2900">
                <a:latin typeface="Montserrat"/>
                <a:ea typeface="Montserrat"/>
                <a:cs typeface="Montserrat"/>
                <a:sym typeface="Montserrat"/>
              </a:defRPr>
            </a:pPr>
            <a:r>
              <a:rPr b="1"/>
              <a:t>Título</a:t>
            </a:r>
            <a:endParaRPr b="1"/>
          </a:p>
          <a:p>
            <a:pPr algn="l" defTabSz="914400">
              <a:lnSpc>
                <a:spcPts val="3400"/>
              </a:lnSpc>
              <a:spcBef>
                <a:spcPts val="300"/>
              </a:spcBef>
              <a:defRPr sz="2900">
                <a:latin typeface="Montserrat"/>
                <a:ea typeface="Montserrat"/>
                <a:cs typeface="Montserrat"/>
                <a:sym typeface="Montserrat"/>
              </a:defRPr>
            </a:pPr>
            <a:r>
              <a:t>Texto</a:t>
            </a:r>
          </a:p>
        </p:txBody>
      </p:sp>
    </p:spTree>
  </p:cSld>
  <p:clrMapOvr>
    <a:masterClrMapping/>
  </p:clrMapOvr>
  <mc:AlternateContent xmlns:mc="http://schemas.openxmlformats.org/markup-compatibility/2006">
    <mc:Choice xmlns:p14="http://schemas.microsoft.com/office/powerpoint/2010/main" Requires="p14">
      <p:transition spd="slow" advClick="0" advTm="2000" p14:dur="1500">
        <p:cover dir="u"/>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path" nodeType="afterEffect" presetSubtype="0" presetID="-1" grpId="1" accel="50000" decel="50000" fill="hold">
                                  <p:stCondLst>
                                    <p:cond delay="0"/>
                                  </p:stCondLst>
                                  <p:childTnLst>
                                    <p:animMotion path="M 0.000000 0.000000 L 0.205887 -0.518248" origin="layout" pathEditMode="relative">
                                      <p:cBhvr>
                                        <p:cTn id="6" dur="500" fill="hold"/>
                                        <p:tgtEl>
                                          <p:spTgt spid="10187"/>
                                        </p:tgtEl>
                                        <p:attrNameLst>
                                          <p:attrName>ppt_x</p:attrName>
                                          <p:attrName>ppt_y</p:attrName>
                                        </p:attrNameLst>
                                      </p:cBhvr>
                                    </p:animMotion>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200" name="Shape 10200"/>
          <p:cNvSpPr/>
          <p:nvPr>
            <p:ph type="title"/>
          </p:nvPr>
        </p:nvSpPr>
        <p:spPr>
          <a:prstGeom prst="rect">
            <a:avLst/>
          </a:prstGeom>
        </p:spPr>
        <p:txBody>
          <a:bodyPr/>
          <a:lstStyle/>
          <a:p>
            <a:pPr/>
            <a:r>
              <a:t>Beneficios </a:t>
            </a:r>
          </a:p>
        </p:txBody>
      </p:sp>
      <p:sp>
        <p:nvSpPr>
          <p:cNvPr id="10201" name="Shape 10201"/>
          <p:cNvSpPr/>
          <p:nvPr/>
        </p:nvSpPr>
        <p:spPr>
          <a:xfrm>
            <a:off x="8244730" y="3199430"/>
            <a:ext cx="7463779" cy="487817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43" y="0"/>
                </a:moveTo>
                <a:cubicBezTo>
                  <a:pt x="4866" y="0"/>
                  <a:pt x="0" y="7372"/>
                  <a:pt x="0" y="16297"/>
                </a:cubicBezTo>
                <a:cubicBezTo>
                  <a:pt x="0" y="18237"/>
                  <a:pt x="256" y="20048"/>
                  <a:pt x="598" y="21600"/>
                </a:cubicBezTo>
                <a:cubicBezTo>
                  <a:pt x="8025" y="17332"/>
                  <a:pt x="8025" y="17332"/>
                  <a:pt x="8025" y="17332"/>
                </a:cubicBezTo>
                <a:cubicBezTo>
                  <a:pt x="7940" y="17073"/>
                  <a:pt x="7940" y="16685"/>
                  <a:pt x="7940" y="16297"/>
                </a:cubicBezTo>
                <a:cubicBezTo>
                  <a:pt x="7940" y="13969"/>
                  <a:pt x="9221" y="11899"/>
                  <a:pt x="10843" y="11899"/>
                </a:cubicBezTo>
                <a:cubicBezTo>
                  <a:pt x="12379" y="11899"/>
                  <a:pt x="13745" y="13969"/>
                  <a:pt x="13745" y="16297"/>
                </a:cubicBezTo>
                <a:cubicBezTo>
                  <a:pt x="13745" y="16685"/>
                  <a:pt x="13660" y="17073"/>
                  <a:pt x="13660" y="17332"/>
                </a:cubicBezTo>
                <a:cubicBezTo>
                  <a:pt x="21002" y="21600"/>
                  <a:pt x="21002" y="21600"/>
                  <a:pt x="21002" y="21600"/>
                </a:cubicBezTo>
                <a:cubicBezTo>
                  <a:pt x="21429" y="20048"/>
                  <a:pt x="21600" y="18237"/>
                  <a:pt x="21600" y="16297"/>
                </a:cubicBezTo>
                <a:cubicBezTo>
                  <a:pt x="21600" y="7372"/>
                  <a:pt x="16819" y="0"/>
                  <a:pt x="10843" y="0"/>
                </a:cubicBezTo>
                <a:close/>
              </a:path>
            </a:pathLst>
          </a:custGeom>
          <a:solidFill>
            <a:srgbClr val="D5E2E7"/>
          </a:solidFill>
          <a:ln w="12700">
            <a:miter lim="400000"/>
          </a:ln>
        </p:spPr>
        <p:txBody>
          <a:bodyPr lIns="45696" tIns="45696" rIns="45696" bIns="45696"/>
          <a:lstStyle/>
          <a:p>
            <a:pPr algn="l" defTabSz="914400">
              <a:defRPr sz="1800">
                <a:latin typeface="Fira Sans Light"/>
                <a:ea typeface="Fira Sans Light"/>
                <a:cs typeface="Fira Sans Light"/>
                <a:sym typeface="Fira Sans Light"/>
              </a:defRPr>
            </a:pPr>
          </a:p>
        </p:txBody>
      </p:sp>
      <p:grpSp>
        <p:nvGrpSpPr>
          <p:cNvPr id="10205" name="Group 10205"/>
          <p:cNvGrpSpPr/>
          <p:nvPr/>
        </p:nvGrpSpPr>
        <p:grpSpPr>
          <a:xfrm>
            <a:off x="8102217" y="2928929"/>
            <a:ext cx="7786883" cy="7858142"/>
            <a:chOff x="0" y="0"/>
            <a:chExt cx="7786882" cy="7858141"/>
          </a:xfrm>
        </p:grpSpPr>
        <p:sp>
          <p:nvSpPr>
            <p:cNvPr id="10202" name="Shape 10202"/>
            <p:cNvSpPr/>
            <p:nvPr/>
          </p:nvSpPr>
          <p:spPr>
            <a:xfrm rot="16200000">
              <a:off x="-35630" y="35629"/>
              <a:ext cx="7858142" cy="7786883"/>
            </a:xfrm>
            <a:prstGeom prst="ellipse">
              <a:avLst/>
            </a:prstGeom>
            <a:solidFill>
              <a:srgbClr val="D9D9D9">
                <a:alpha val="0"/>
              </a:srgbClr>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203" name="Shape 10203"/>
            <p:cNvSpPr/>
            <p:nvPr/>
          </p:nvSpPr>
          <p:spPr>
            <a:xfrm rot="16200000">
              <a:off x="3288567" y="3329679"/>
              <a:ext cx="1209750" cy="1198783"/>
            </a:xfrm>
            <a:prstGeom prst="ellipse">
              <a:avLst/>
            </a:prstGeom>
            <a:solidFill>
              <a:srgbClr val="44546A"/>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sp>
          <p:nvSpPr>
            <p:cNvPr id="10204" name="Shape 10204"/>
            <p:cNvSpPr/>
            <p:nvPr/>
          </p:nvSpPr>
          <p:spPr>
            <a:xfrm rot="16200000">
              <a:off x="1107080" y="1201922"/>
              <a:ext cx="2389727" cy="338949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49"/>
                  </a:moveTo>
                  <a:lnTo>
                    <a:pt x="3994" y="21600"/>
                  </a:lnTo>
                  <a:lnTo>
                    <a:pt x="0" y="19743"/>
                  </a:lnTo>
                  <a:lnTo>
                    <a:pt x="19999" y="0"/>
                  </a:lnTo>
                  <a:lnTo>
                    <a:pt x="21600" y="749"/>
                  </a:lnTo>
                  <a:close/>
                </a:path>
              </a:pathLst>
            </a:custGeom>
            <a:solidFill>
              <a:srgbClr val="44546A"/>
            </a:solidFill>
            <a:ln w="12700" cap="flat">
              <a:noFill/>
              <a:miter lim="400000"/>
            </a:ln>
            <a:effectLst/>
          </p:spPr>
          <p:txBody>
            <a:bodyPr wrap="square" lIns="45696" tIns="45696" rIns="45696" bIns="45696" numCol="1" anchor="t">
              <a:noAutofit/>
            </a:bodyPr>
            <a:lstStyle/>
            <a:p>
              <a:pPr algn="l" defTabSz="914400">
                <a:defRPr sz="1800">
                  <a:latin typeface="Fira Sans Light"/>
                  <a:ea typeface="Fira Sans Light"/>
                  <a:cs typeface="Fira Sans Light"/>
                  <a:sym typeface="Fira Sans Light"/>
                </a:defRPr>
              </a:pPr>
            </a:p>
          </p:txBody>
        </p:sp>
      </p:grpSp>
      <p:sp>
        <p:nvSpPr>
          <p:cNvPr id="10206" name="Shape 10206"/>
          <p:cNvSpPr/>
          <p:nvPr/>
        </p:nvSpPr>
        <p:spPr>
          <a:xfrm>
            <a:off x="9521515" y="8388635"/>
            <a:ext cx="5187278" cy="13716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4500">
                <a:latin typeface="Helvetica"/>
                <a:ea typeface="Helvetica"/>
                <a:cs typeface="Helvetica"/>
                <a:sym typeface="Helvetica"/>
              </a:defRPr>
            </a:lvl1pPr>
          </a:lstStyle>
          <a:p>
            <a:pPr/>
            <a:r>
              <a:t>Un X% más de leads</a:t>
            </a:r>
          </a:p>
        </p:txBody>
      </p:sp>
      <p:sp>
        <p:nvSpPr>
          <p:cNvPr id="10207" name="Shape 10207"/>
          <p:cNvSpPr/>
          <p:nvPr/>
        </p:nvSpPr>
        <p:spPr>
          <a:xfrm>
            <a:off x="14238583" y="3054798"/>
            <a:ext cx="3216227" cy="5207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sz="3400">
                <a:solidFill>
                  <a:srgbClr val="44546A"/>
                </a:solidFill>
                <a:latin typeface="Montserrat"/>
                <a:ea typeface="Montserrat"/>
                <a:cs typeface="Montserrat"/>
                <a:sym typeface="Montserrat"/>
              </a:defRPr>
            </a:lvl1pPr>
          </a:lstStyle>
          <a:p>
            <a:pPr/>
            <a:r>
              <a:t>1200 leads</a:t>
            </a:r>
          </a:p>
        </p:txBody>
      </p:sp>
      <p:sp>
        <p:nvSpPr>
          <p:cNvPr id="10208" name="Shape 10208"/>
          <p:cNvSpPr/>
          <p:nvPr/>
        </p:nvSpPr>
        <p:spPr>
          <a:xfrm>
            <a:off x="6054557" y="4279951"/>
            <a:ext cx="3216227" cy="5207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sz="3400">
                <a:solidFill>
                  <a:srgbClr val="44546A"/>
                </a:solidFill>
                <a:latin typeface="Montserrat"/>
                <a:ea typeface="Montserrat"/>
                <a:cs typeface="Montserrat"/>
                <a:sym typeface="Montserrat"/>
              </a:defRPr>
            </a:lvl1pPr>
          </a:lstStyle>
          <a:p>
            <a:pPr/>
            <a:r>
              <a:t>750 leads</a:t>
            </a:r>
          </a:p>
        </p:txBody>
      </p:sp>
    </p:spTree>
  </p:cSld>
  <p:clrMapOvr>
    <a:masterClrMapping/>
  </p:clrMapOvr>
  <mc:AlternateContent xmlns:mc="http://schemas.openxmlformats.org/markup-compatibility/2006">
    <mc:Choice xmlns:p14="http://schemas.microsoft.com/office/powerpoint/2010/main" Requires="p14">
      <p:transition spd="slow" advClick="0" advTm="2000" p14:dur="1200">
        <p:push dir="l"/>
      </p:transition>
    </mc:Choice>
    <mc:Fallback>
      <p:transition spd="slow">
        <p:fade/>
      </p:transition>
    </mc:Fallback>
  </mc:AlternateContent>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208"/>
                                        </p:tgtEl>
                                        <p:attrNameLst>
                                          <p:attrName>style.visibility</p:attrName>
                                        </p:attrNameLst>
                                      </p:cBhvr>
                                      <p:to>
                                        <p:strVal val="visible"/>
                                      </p:to>
                                    </p:set>
                                    <p:animEffect filter="wipe(left)" transition="in">
                                      <p:cBhvr>
                                        <p:cTn id="7" dur="250"/>
                                        <p:tgtEl>
                                          <p:spTgt spid="10208"/>
                                        </p:tgtEl>
                                      </p:cBhvr>
                                    </p:animEffect>
                                  </p:childTnLst>
                                </p:cTn>
                              </p:par>
                            </p:childTnLst>
                          </p:cTn>
                        </p:par>
                        <p:par>
                          <p:cTn id="8" fill="hold">
                            <p:stCondLst>
                              <p:cond delay="250"/>
                            </p:stCondLst>
                            <p:childTnLst>
                              <p:par>
                                <p:cTn id="9" presetClass="entr" nodeType="afterEffect" presetID="9" grpId="2" fill="hold">
                                  <p:stCondLst>
                                    <p:cond delay="0"/>
                                  </p:stCondLst>
                                  <p:iterate type="el" backwards="0">
                                    <p:tmAbs val="0"/>
                                  </p:iterate>
                                  <p:childTnLst>
                                    <p:set>
                                      <p:cBhvr>
                                        <p:cTn id="10" fill="hold"/>
                                        <p:tgtEl>
                                          <p:spTgt spid="10201"/>
                                        </p:tgtEl>
                                        <p:attrNameLst>
                                          <p:attrName>style.visibility</p:attrName>
                                        </p:attrNameLst>
                                      </p:cBhvr>
                                      <p:to>
                                        <p:strVal val="visible"/>
                                      </p:to>
                                    </p:set>
                                    <p:animEffect filter="dissolve" transition="in">
                                      <p:cBhvr>
                                        <p:cTn id="11" dur="250"/>
                                        <p:tgtEl>
                                          <p:spTgt spid="10201"/>
                                        </p:tgtEl>
                                      </p:cBhvr>
                                    </p:animEffect>
                                  </p:childTnLst>
                                </p:cTn>
                              </p:par>
                            </p:childTnLst>
                          </p:cTn>
                        </p:par>
                        <p:par>
                          <p:cTn id="12" fill="hold">
                            <p:stCondLst>
                              <p:cond delay="500"/>
                            </p:stCondLst>
                            <p:childTnLst>
                              <p:par>
                                <p:cTn id="13" presetClass="entr" nodeType="afterEffect" presetSubtype="4" presetID="22" grpId="3" fill="hold">
                                  <p:stCondLst>
                                    <p:cond delay="0"/>
                                  </p:stCondLst>
                                  <p:iterate type="el" backwards="0">
                                    <p:tmAbs val="0"/>
                                  </p:iterate>
                                  <p:childTnLst>
                                    <p:set>
                                      <p:cBhvr>
                                        <p:cTn id="14" fill="hold"/>
                                        <p:tgtEl>
                                          <p:spTgt spid="10205"/>
                                        </p:tgtEl>
                                        <p:attrNameLst>
                                          <p:attrName>style.visibility</p:attrName>
                                        </p:attrNameLst>
                                      </p:cBhvr>
                                      <p:to>
                                        <p:strVal val="visible"/>
                                      </p:to>
                                    </p:set>
                                    <p:animEffect filter="wipe(down)" transition="in">
                                      <p:cBhvr>
                                        <p:cTn id="15" dur="250"/>
                                        <p:tgtEl>
                                          <p:spTgt spid="10205"/>
                                        </p:tgtEl>
                                      </p:cBhvr>
                                    </p:animEffect>
                                  </p:childTnLst>
                                </p:cTn>
                              </p:par>
                            </p:childTnLst>
                          </p:cTn>
                        </p:par>
                        <p:par>
                          <p:cTn id="16" fill="hold">
                            <p:stCondLst>
                              <p:cond delay="0"/>
                            </p:stCondLst>
                            <p:childTnLst>
                              <p:par>
                                <p:cTn id="17" presetClass="emph" nodeType="afterEffect" presetSubtype="0" presetID="8" grpId="4" fill="hold">
                                  <p:stCondLst>
                                    <p:cond delay="0"/>
                                  </p:stCondLst>
                                  <p:childTnLst>
                                    <p:animRot by="5400000">
                                      <p:cBhvr>
                                        <p:cTn id="18" dur="250" fill="hold"/>
                                        <p:tgtEl>
                                          <p:spTgt spid="10205"/>
                                        </p:tgtEl>
                                        <p:attrNameLst>
                                          <p:attrName>r</p:attrName>
                                        </p:attrNameLst>
                                      </p:cBhvr>
                                    </p:animRot>
                                  </p:childTnLst>
                                </p:cTn>
                              </p:par>
                            </p:childTnLst>
                          </p:cTn>
                        </p:par>
                        <p:par>
                          <p:cTn id="19" fill="hold">
                            <p:stCondLst>
                              <p:cond delay="250"/>
                            </p:stCondLst>
                            <p:childTnLst>
                              <p:par>
                                <p:cTn id="20" presetClass="entr" nodeType="afterEffect" presetSubtype="8" presetID="22" grpId="5" fill="hold">
                                  <p:stCondLst>
                                    <p:cond delay="0"/>
                                  </p:stCondLst>
                                  <p:iterate type="el" backwards="0">
                                    <p:tmAbs val="0"/>
                                  </p:iterate>
                                  <p:childTnLst>
                                    <p:set>
                                      <p:cBhvr>
                                        <p:cTn id="21" fill="hold"/>
                                        <p:tgtEl>
                                          <p:spTgt spid="10207"/>
                                        </p:tgtEl>
                                        <p:attrNameLst>
                                          <p:attrName>style.visibility</p:attrName>
                                        </p:attrNameLst>
                                      </p:cBhvr>
                                      <p:to>
                                        <p:strVal val="visible"/>
                                      </p:to>
                                    </p:set>
                                    <p:animEffect filter="wipe(left)" transition="in">
                                      <p:cBhvr>
                                        <p:cTn id="22" dur="250"/>
                                        <p:tgtEl>
                                          <p:spTgt spid="10207"/>
                                        </p:tgtEl>
                                      </p:cBhvr>
                                    </p:animEffect>
                                  </p:childTnLst>
                                </p:cTn>
                              </p:par>
                            </p:childTnLst>
                          </p:cTn>
                        </p:par>
                        <p:par>
                          <p:cTn id="23" fill="hold">
                            <p:stCondLst>
                              <p:cond delay="500"/>
                            </p:stCondLst>
                            <p:childTnLst>
                              <p:par>
                                <p:cTn id="24" presetClass="entr" nodeType="afterEffect" presetSubtype="8" presetID="22" grpId="6" fill="hold">
                                  <p:stCondLst>
                                    <p:cond delay="0"/>
                                  </p:stCondLst>
                                  <p:iterate type="el" backwards="0">
                                    <p:tmAbs val="0"/>
                                  </p:iterate>
                                  <p:childTnLst>
                                    <p:set>
                                      <p:cBhvr>
                                        <p:cTn id="25" fill="hold"/>
                                        <p:tgtEl>
                                          <p:spTgt spid="10206"/>
                                        </p:tgtEl>
                                        <p:attrNameLst>
                                          <p:attrName>style.visibility</p:attrName>
                                        </p:attrNameLst>
                                      </p:cBhvr>
                                      <p:to>
                                        <p:strVal val="visible"/>
                                      </p:to>
                                    </p:set>
                                    <p:animEffect filter="wipe(left)" transition="in">
                                      <p:cBhvr>
                                        <p:cTn id="26" dur="250"/>
                                        <p:tgtEl>
                                          <p:spTgt spid="1020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208" grpId="1"/>
      <p:bldP build="whole" bldLvl="1" animBg="1" rev="0" advAuto="0" spid="10205" grpId="3"/>
      <p:bldP build="whole" bldLvl="1" animBg="1" rev="0" advAuto="0" spid="10205" grpId="4"/>
      <p:bldP build="whole" bldLvl="1" animBg="1" rev="0" advAuto="0" spid="10201" grpId="2"/>
      <p:bldP build="whole" bldLvl="1" animBg="1" rev="0" advAuto="0" spid="10207" grpId="5"/>
      <p:bldP build="whole" bldLvl="1" animBg="1" rev="0" advAuto="0" spid="10206" grpId="6"/>
    </p:bldLst>
  </p:timing>
</p:sld>
</file>

<file path=ppt/slides/slide25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212" name="Shape 10212"/>
          <p:cNvSpPr/>
          <p:nvPr>
            <p:ph type="title"/>
          </p:nvPr>
        </p:nvSpPr>
        <p:spPr>
          <a:prstGeom prst="rect">
            <a:avLst/>
          </a:prstGeom>
        </p:spPr>
        <p:txBody>
          <a:bodyPr/>
          <a:lstStyle/>
          <a:p>
            <a:pPr/>
            <a:r>
              <a:t>Equipo para proyecto</a:t>
            </a:r>
          </a:p>
        </p:txBody>
      </p:sp>
      <p:grpSp>
        <p:nvGrpSpPr>
          <p:cNvPr id="10215" name="Group 10215"/>
          <p:cNvGrpSpPr/>
          <p:nvPr/>
        </p:nvGrpSpPr>
        <p:grpSpPr>
          <a:xfrm>
            <a:off x="11102914" y="2177869"/>
            <a:ext cx="1684899" cy="1374656"/>
            <a:chOff x="0" y="0"/>
            <a:chExt cx="1684897" cy="1374654"/>
          </a:xfrm>
        </p:grpSpPr>
        <p:sp>
          <p:nvSpPr>
            <p:cNvPr id="10213" name="Shape 10213"/>
            <p:cNvSpPr/>
            <p:nvPr/>
          </p:nvSpPr>
          <p:spPr>
            <a:xfrm>
              <a:off x="0" y="850015"/>
              <a:ext cx="1684899" cy="52464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14" name="Shape 10214"/>
            <p:cNvSpPr/>
            <p:nvPr/>
          </p:nvSpPr>
          <p:spPr>
            <a:xfrm>
              <a:off x="454013" y="-1"/>
              <a:ext cx="776868" cy="776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16" name="Shape 10216"/>
          <p:cNvSpPr/>
          <p:nvPr/>
        </p:nvSpPr>
        <p:spPr>
          <a:xfrm>
            <a:off x="9660557" y="3554688"/>
            <a:ext cx="4569620" cy="609283"/>
          </a:xfrm>
          <a:prstGeom prst="roundRect">
            <a:avLst>
              <a:gd name="adj" fmla="val 50000"/>
            </a:avLst>
          </a:prstGeom>
          <a:solidFill>
            <a:srgbClr val="234770"/>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sp>
        <p:nvSpPr>
          <p:cNvPr id="10217" name="Shape 10217"/>
          <p:cNvSpPr/>
          <p:nvPr/>
        </p:nvSpPr>
        <p:spPr>
          <a:xfrm>
            <a:off x="9915690" y="5611773"/>
            <a:ext cx="4059345" cy="609284"/>
          </a:xfrm>
          <a:prstGeom prst="roundRect">
            <a:avLst>
              <a:gd name="adj" fmla="val 50000"/>
            </a:avLst>
          </a:prstGeom>
          <a:solidFill>
            <a:srgbClr val="872428"/>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grpSp>
        <p:nvGrpSpPr>
          <p:cNvPr id="10220" name="Group 10220"/>
          <p:cNvGrpSpPr/>
          <p:nvPr/>
        </p:nvGrpSpPr>
        <p:grpSpPr>
          <a:xfrm>
            <a:off x="11354989" y="4648441"/>
            <a:ext cx="1180745" cy="963333"/>
            <a:chOff x="0" y="0"/>
            <a:chExt cx="1180744" cy="963332"/>
          </a:xfrm>
        </p:grpSpPr>
        <p:sp>
          <p:nvSpPr>
            <p:cNvPr id="10218" name="Shape 10218"/>
            <p:cNvSpPr/>
            <p:nvPr/>
          </p:nvSpPr>
          <p:spPr>
            <a:xfrm>
              <a:off x="0" y="595675"/>
              <a:ext cx="1180745" cy="367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19" name="Shape 10219"/>
            <p:cNvSpPr/>
            <p:nvPr/>
          </p:nvSpPr>
          <p:spPr>
            <a:xfrm>
              <a:off x="318163" y="0"/>
              <a:ext cx="544416" cy="544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21" name="Shape 10221"/>
          <p:cNvSpPr/>
          <p:nvPr/>
        </p:nvSpPr>
        <p:spPr>
          <a:xfrm>
            <a:off x="3815547" y="8502464"/>
            <a:ext cx="4059344" cy="609284"/>
          </a:xfrm>
          <a:prstGeom prst="roundRect">
            <a:avLst>
              <a:gd name="adj" fmla="val 50000"/>
            </a:avLst>
          </a:prstGeom>
          <a:solidFill>
            <a:srgbClr val="6CC0CC">
              <a:alpha val="64000"/>
            </a:srgbClr>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grpSp>
        <p:nvGrpSpPr>
          <p:cNvPr id="10231" name="Group 10231"/>
          <p:cNvGrpSpPr/>
          <p:nvPr/>
        </p:nvGrpSpPr>
        <p:grpSpPr>
          <a:xfrm>
            <a:off x="4388813" y="7539132"/>
            <a:ext cx="2912809" cy="963333"/>
            <a:chOff x="0" y="0"/>
            <a:chExt cx="2912807" cy="963332"/>
          </a:xfrm>
        </p:grpSpPr>
        <p:grpSp>
          <p:nvGrpSpPr>
            <p:cNvPr id="10224" name="Group 10224"/>
            <p:cNvGrpSpPr/>
            <p:nvPr/>
          </p:nvGrpSpPr>
          <p:grpSpPr>
            <a:xfrm>
              <a:off x="866031" y="-1"/>
              <a:ext cx="1180746" cy="963334"/>
              <a:chOff x="0" y="0"/>
              <a:chExt cx="1180744" cy="963332"/>
            </a:xfrm>
          </p:grpSpPr>
          <p:sp>
            <p:nvSpPr>
              <p:cNvPr id="10222" name="Shape 10222"/>
              <p:cNvSpPr/>
              <p:nvPr/>
            </p:nvSpPr>
            <p:spPr>
              <a:xfrm>
                <a:off x="0" y="595675"/>
                <a:ext cx="1180745" cy="367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23" name="Shape 10223"/>
              <p:cNvSpPr/>
              <p:nvPr/>
            </p:nvSpPr>
            <p:spPr>
              <a:xfrm>
                <a:off x="318163" y="0"/>
                <a:ext cx="544416" cy="544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nvGrpSpPr>
            <p:cNvPr id="10227" name="Group 10227"/>
            <p:cNvGrpSpPr/>
            <p:nvPr/>
          </p:nvGrpSpPr>
          <p:grpSpPr>
            <a:xfrm>
              <a:off x="0" y="256762"/>
              <a:ext cx="866032" cy="706569"/>
              <a:chOff x="0" y="0"/>
              <a:chExt cx="866031" cy="706567"/>
            </a:xfrm>
          </p:grpSpPr>
          <p:sp>
            <p:nvSpPr>
              <p:cNvPr id="10225" name="Shape 10225"/>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26" name="Shape 10226"/>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nvGrpSpPr>
            <p:cNvPr id="10230" name="Group 10230"/>
            <p:cNvGrpSpPr/>
            <p:nvPr/>
          </p:nvGrpSpPr>
          <p:grpSpPr>
            <a:xfrm>
              <a:off x="2046776" y="256762"/>
              <a:ext cx="866032" cy="706569"/>
              <a:chOff x="0" y="0"/>
              <a:chExt cx="866031" cy="706567"/>
            </a:xfrm>
          </p:grpSpPr>
          <p:sp>
            <p:nvSpPr>
              <p:cNvPr id="10228" name="Shape 10228"/>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29" name="Shape 10229"/>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sp>
        <p:nvSpPr>
          <p:cNvPr id="10232" name="Shape 10232"/>
          <p:cNvSpPr/>
          <p:nvPr/>
        </p:nvSpPr>
        <p:spPr>
          <a:xfrm>
            <a:off x="9915688" y="8502464"/>
            <a:ext cx="4059344" cy="609284"/>
          </a:xfrm>
          <a:prstGeom prst="roundRect">
            <a:avLst>
              <a:gd name="adj" fmla="val 50000"/>
            </a:avLst>
          </a:prstGeom>
          <a:solidFill>
            <a:srgbClr val="872428">
              <a:alpha val="64000"/>
            </a:srgbClr>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grpSp>
        <p:nvGrpSpPr>
          <p:cNvPr id="10242" name="Group 10242"/>
          <p:cNvGrpSpPr/>
          <p:nvPr/>
        </p:nvGrpSpPr>
        <p:grpSpPr>
          <a:xfrm>
            <a:off x="10488955" y="7539132"/>
            <a:ext cx="2912808" cy="963333"/>
            <a:chOff x="0" y="0"/>
            <a:chExt cx="2912807" cy="963332"/>
          </a:xfrm>
        </p:grpSpPr>
        <p:grpSp>
          <p:nvGrpSpPr>
            <p:cNvPr id="10235" name="Group 10235"/>
            <p:cNvGrpSpPr/>
            <p:nvPr/>
          </p:nvGrpSpPr>
          <p:grpSpPr>
            <a:xfrm>
              <a:off x="866031" y="-1"/>
              <a:ext cx="1180746" cy="963334"/>
              <a:chOff x="0" y="0"/>
              <a:chExt cx="1180744" cy="963332"/>
            </a:xfrm>
          </p:grpSpPr>
          <p:sp>
            <p:nvSpPr>
              <p:cNvPr id="10233" name="Shape 10233"/>
              <p:cNvSpPr/>
              <p:nvPr/>
            </p:nvSpPr>
            <p:spPr>
              <a:xfrm>
                <a:off x="0" y="595675"/>
                <a:ext cx="1180745" cy="367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34" name="Shape 10234"/>
              <p:cNvSpPr/>
              <p:nvPr/>
            </p:nvSpPr>
            <p:spPr>
              <a:xfrm>
                <a:off x="318163" y="0"/>
                <a:ext cx="544416" cy="544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nvGrpSpPr>
            <p:cNvPr id="10238" name="Group 10238"/>
            <p:cNvGrpSpPr/>
            <p:nvPr/>
          </p:nvGrpSpPr>
          <p:grpSpPr>
            <a:xfrm>
              <a:off x="0" y="256762"/>
              <a:ext cx="866032" cy="706569"/>
              <a:chOff x="0" y="0"/>
              <a:chExt cx="866031" cy="706567"/>
            </a:xfrm>
          </p:grpSpPr>
          <p:sp>
            <p:nvSpPr>
              <p:cNvPr id="10236" name="Shape 10236"/>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37" name="Shape 10237"/>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nvGrpSpPr>
            <p:cNvPr id="10241" name="Group 10241"/>
            <p:cNvGrpSpPr/>
            <p:nvPr/>
          </p:nvGrpSpPr>
          <p:grpSpPr>
            <a:xfrm>
              <a:off x="2046776" y="256762"/>
              <a:ext cx="866032" cy="706569"/>
              <a:chOff x="0" y="0"/>
              <a:chExt cx="866031" cy="706567"/>
            </a:xfrm>
          </p:grpSpPr>
          <p:sp>
            <p:nvSpPr>
              <p:cNvPr id="10239" name="Shape 10239"/>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40" name="Shape 10240"/>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sp>
        <p:nvSpPr>
          <p:cNvPr id="10243" name="Shape 10243"/>
          <p:cNvSpPr/>
          <p:nvPr/>
        </p:nvSpPr>
        <p:spPr>
          <a:xfrm>
            <a:off x="15933616" y="8502464"/>
            <a:ext cx="4059344" cy="609284"/>
          </a:xfrm>
          <a:prstGeom prst="roundRect">
            <a:avLst>
              <a:gd name="adj" fmla="val 50000"/>
            </a:avLst>
          </a:prstGeom>
          <a:solidFill>
            <a:srgbClr val="DBA137">
              <a:alpha val="64043"/>
            </a:srgbClr>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grpSp>
        <p:nvGrpSpPr>
          <p:cNvPr id="10253" name="Group 10253"/>
          <p:cNvGrpSpPr/>
          <p:nvPr/>
        </p:nvGrpSpPr>
        <p:grpSpPr>
          <a:xfrm>
            <a:off x="16506882" y="7539132"/>
            <a:ext cx="2912808" cy="963333"/>
            <a:chOff x="0" y="0"/>
            <a:chExt cx="2912807" cy="963332"/>
          </a:xfrm>
        </p:grpSpPr>
        <p:grpSp>
          <p:nvGrpSpPr>
            <p:cNvPr id="10246" name="Group 10246"/>
            <p:cNvGrpSpPr/>
            <p:nvPr/>
          </p:nvGrpSpPr>
          <p:grpSpPr>
            <a:xfrm>
              <a:off x="866031" y="-1"/>
              <a:ext cx="1180746" cy="963334"/>
              <a:chOff x="0" y="0"/>
              <a:chExt cx="1180744" cy="963332"/>
            </a:xfrm>
          </p:grpSpPr>
          <p:sp>
            <p:nvSpPr>
              <p:cNvPr id="10244" name="Shape 10244"/>
              <p:cNvSpPr/>
              <p:nvPr/>
            </p:nvSpPr>
            <p:spPr>
              <a:xfrm>
                <a:off x="0" y="595675"/>
                <a:ext cx="1180745" cy="367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45" name="Shape 10245"/>
              <p:cNvSpPr/>
              <p:nvPr/>
            </p:nvSpPr>
            <p:spPr>
              <a:xfrm>
                <a:off x="318163" y="0"/>
                <a:ext cx="544416" cy="544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nvGrpSpPr>
            <p:cNvPr id="10249" name="Group 10249"/>
            <p:cNvGrpSpPr/>
            <p:nvPr/>
          </p:nvGrpSpPr>
          <p:grpSpPr>
            <a:xfrm>
              <a:off x="0" y="256762"/>
              <a:ext cx="866032" cy="706569"/>
              <a:chOff x="0" y="0"/>
              <a:chExt cx="866031" cy="706567"/>
            </a:xfrm>
          </p:grpSpPr>
          <p:sp>
            <p:nvSpPr>
              <p:cNvPr id="10247" name="Shape 10247"/>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48" name="Shape 10248"/>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nvGrpSpPr>
            <p:cNvPr id="10252" name="Group 10252"/>
            <p:cNvGrpSpPr/>
            <p:nvPr/>
          </p:nvGrpSpPr>
          <p:grpSpPr>
            <a:xfrm>
              <a:off x="2046776" y="256762"/>
              <a:ext cx="866032" cy="706569"/>
              <a:chOff x="0" y="0"/>
              <a:chExt cx="866031" cy="706567"/>
            </a:xfrm>
          </p:grpSpPr>
          <p:sp>
            <p:nvSpPr>
              <p:cNvPr id="10250" name="Shape 10250"/>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51" name="Shape 10251"/>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grpSp>
      <p:sp>
        <p:nvSpPr>
          <p:cNvPr id="10254" name="Shape 10254"/>
          <p:cNvSpPr/>
          <p:nvPr/>
        </p:nvSpPr>
        <p:spPr>
          <a:xfrm>
            <a:off x="10082268" y="3702667"/>
            <a:ext cx="3726192"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Super jefe</a:t>
            </a:r>
          </a:p>
        </p:txBody>
      </p:sp>
      <p:sp>
        <p:nvSpPr>
          <p:cNvPr id="10255" name="Shape 10255"/>
          <p:cNvSpPr/>
          <p:nvPr/>
        </p:nvSpPr>
        <p:spPr>
          <a:xfrm>
            <a:off x="10082268" y="5738808"/>
            <a:ext cx="3726192"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Director</a:t>
            </a:r>
          </a:p>
        </p:txBody>
      </p:sp>
      <p:sp>
        <p:nvSpPr>
          <p:cNvPr id="10256" name="Shape 10256"/>
          <p:cNvSpPr/>
          <p:nvPr/>
        </p:nvSpPr>
        <p:spPr>
          <a:xfrm>
            <a:off x="15933616" y="5611773"/>
            <a:ext cx="4059344" cy="609284"/>
          </a:xfrm>
          <a:prstGeom prst="roundRect">
            <a:avLst>
              <a:gd name="adj" fmla="val 50000"/>
            </a:avLst>
          </a:prstGeom>
          <a:solidFill>
            <a:srgbClr val="DBA137"/>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grpSp>
        <p:nvGrpSpPr>
          <p:cNvPr id="10259" name="Group 10259"/>
          <p:cNvGrpSpPr/>
          <p:nvPr/>
        </p:nvGrpSpPr>
        <p:grpSpPr>
          <a:xfrm>
            <a:off x="17372914" y="4648441"/>
            <a:ext cx="1180746" cy="963333"/>
            <a:chOff x="0" y="0"/>
            <a:chExt cx="1180744" cy="963332"/>
          </a:xfrm>
        </p:grpSpPr>
        <p:sp>
          <p:nvSpPr>
            <p:cNvPr id="10257" name="Shape 10257"/>
            <p:cNvSpPr/>
            <p:nvPr/>
          </p:nvSpPr>
          <p:spPr>
            <a:xfrm>
              <a:off x="0" y="595675"/>
              <a:ext cx="1180745" cy="367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58" name="Shape 10258"/>
            <p:cNvSpPr/>
            <p:nvPr/>
          </p:nvSpPr>
          <p:spPr>
            <a:xfrm>
              <a:off x="318163" y="0"/>
              <a:ext cx="544416" cy="544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60" name="Shape 10260"/>
          <p:cNvSpPr/>
          <p:nvPr/>
        </p:nvSpPr>
        <p:spPr>
          <a:xfrm>
            <a:off x="3897771" y="5611773"/>
            <a:ext cx="4059344" cy="609284"/>
          </a:xfrm>
          <a:prstGeom prst="roundRect">
            <a:avLst>
              <a:gd name="adj" fmla="val 50000"/>
            </a:avLst>
          </a:prstGeom>
          <a:solidFill>
            <a:srgbClr val="6CC0CC"/>
          </a:solidFill>
          <a:ln w="12700">
            <a:miter lim="400000"/>
          </a:ln>
        </p:spPr>
        <p:txBody>
          <a:bodyPr lIns="121856" tIns="121856" rIns="121856" bIns="121856" anchor="ctr"/>
          <a:lstStyle/>
          <a:p>
            <a:pPr defTabSz="1828800">
              <a:defRPr sz="3400">
                <a:solidFill>
                  <a:srgbClr val="FFFFFF"/>
                </a:solidFill>
                <a:latin typeface="Calibri"/>
                <a:ea typeface="Calibri"/>
                <a:cs typeface="Calibri"/>
                <a:sym typeface="Calibri"/>
              </a:defRPr>
            </a:pPr>
          </a:p>
        </p:txBody>
      </p:sp>
      <p:grpSp>
        <p:nvGrpSpPr>
          <p:cNvPr id="10263" name="Group 10263"/>
          <p:cNvGrpSpPr/>
          <p:nvPr/>
        </p:nvGrpSpPr>
        <p:grpSpPr>
          <a:xfrm>
            <a:off x="5337069" y="4648425"/>
            <a:ext cx="1180745" cy="963331"/>
            <a:chOff x="0" y="0"/>
            <a:chExt cx="1180744" cy="963330"/>
          </a:xfrm>
        </p:grpSpPr>
        <p:sp>
          <p:nvSpPr>
            <p:cNvPr id="10261" name="Shape 10261"/>
            <p:cNvSpPr/>
            <p:nvPr/>
          </p:nvSpPr>
          <p:spPr>
            <a:xfrm>
              <a:off x="0" y="595673"/>
              <a:ext cx="1180745" cy="36765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62" name="Shape 10262"/>
            <p:cNvSpPr/>
            <p:nvPr/>
          </p:nvSpPr>
          <p:spPr>
            <a:xfrm>
              <a:off x="318163" y="-1"/>
              <a:ext cx="544416" cy="54441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64" name="Shape 10264"/>
          <p:cNvSpPr/>
          <p:nvPr/>
        </p:nvSpPr>
        <p:spPr>
          <a:xfrm>
            <a:off x="4096598" y="5738808"/>
            <a:ext cx="3609176"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Director</a:t>
            </a:r>
          </a:p>
        </p:txBody>
      </p:sp>
      <p:sp>
        <p:nvSpPr>
          <p:cNvPr id="10265" name="Shape 10265"/>
          <p:cNvSpPr/>
          <p:nvPr/>
        </p:nvSpPr>
        <p:spPr>
          <a:xfrm>
            <a:off x="16101080" y="5738808"/>
            <a:ext cx="3726193"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Director</a:t>
            </a:r>
          </a:p>
        </p:txBody>
      </p:sp>
      <p:sp>
        <p:nvSpPr>
          <p:cNvPr id="10266" name="Shape 10266"/>
          <p:cNvSpPr/>
          <p:nvPr/>
        </p:nvSpPr>
        <p:spPr>
          <a:xfrm>
            <a:off x="10082268" y="8651155"/>
            <a:ext cx="3726192"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Equipo de diseño</a:t>
            </a:r>
          </a:p>
        </p:txBody>
      </p:sp>
      <p:sp>
        <p:nvSpPr>
          <p:cNvPr id="10267" name="Shape 10267"/>
          <p:cNvSpPr/>
          <p:nvPr/>
        </p:nvSpPr>
        <p:spPr>
          <a:xfrm>
            <a:off x="4096598" y="8651155"/>
            <a:ext cx="3609176"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Equipo de marketing</a:t>
            </a:r>
          </a:p>
        </p:txBody>
      </p:sp>
      <p:sp>
        <p:nvSpPr>
          <p:cNvPr id="10268" name="Shape 10268"/>
          <p:cNvSpPr/>
          <p:nvPr/>
        </p:nvSpPr>
        <p:spPr>
          <a:xfrm>
            <a:off x="16101080" y="8651155"/>
            <a:ext cx="3726193" cy="3048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spcBef>
                <a:spcPts val="1600"/>
              </a:spcBef>
              <a:defRPr b="1" sz="2000">
                <a:solidFill>
                  <a:srgbClr val="FFFFFF"/>
                </a:solidFill>
                <a:latin typeface="Montserrat"/>
                <a:ea typeface="Montserrat"/>
                <a:cs typeface="Montserrat"/>
                <a:sym typeface="Montserrat"/>
              </a:defRPr>
            </a:lvl1pPr>
          </a:lstStyle>
          <a:p>
            <a:pPr/>
            <a:r>
              <a:t>Equipo de contenidos</a:t>
            </a:r>
          </a:p>
        </p:txBody>
      </p:sp>
      <p:grpSp>
        <p:nvGrpSpPr>
          <p:cNvPr id="10271" name="Group 10271"/>
          <p:cNvGrpSpPr/>
          <p:nvPr/>
        </p:nvGrpSpPr>
        <p:grpSpPr>
          <a:xfrm>
            <a:off x="9965054" y="10068953"/>
            <a:ext cx="866032" cy="706569"/>
            <a:chOff x="0" y="0"/>
            <a:chExt cx="866031" cy="706567"/>
          </a:xfrm>
        </p:grpSpPr>
        <p:sp>
          <p:nvSpPr>
            <p:cNvPr id="10269" name="Shape 10269"/>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70" name="Shape 10270"/>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72" name="Shape 10272"/>
          <p:cNvSpPr/>
          <p:nvPr/>
        </p:nvSpPr>
        <p:spPr>
          <a:xfrm>
            <a:off x="10958009" y="10246400"/>
            <a:ext cx="3726192" cy="444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1828800">
              <a:spcBef>
                <a:spcPts val="1600"/>
              </a:spcBef>
              <a:defRPr b="1" sz="2900">
                <a:solidFill>
                  <a:srgbClr val="FFFFFF"/>
                </a:solidFill>
                <a:latin typeface="Montserrat"/>
                <a:ea typeface="Montserrat"/>
                <a:cs typeface="Montserrat"/>
                <a:sym typeface="Montserrat"/>
              </a:defRPr>
            </a:lvl1pPr>
          </a:lstStyle>
          <a:p>
            <a:pPr/>
            <a:r>
              <a:t>Creativo</a:t>
            </a:r>
          </a:p>
        </p:txBody>
      </p:sp>
      <p:grpSp>
        <p:nvGrpSpPr>
          <p:cNvPr id="10275" name="Group 10275"/>
          <p:cNvGrpSpPr/>
          <p:nvPr/>
        </p:nvGrpSpPr>
        <p:grpSpPr>
          <a:xfrm>
            <a:off x="9965054" y="11079974"/>
            <a:ext cx="866032" cy="706569"/>
            <a:chOff x="0" y="0"/>
            <a:chExt cx="866031" cy="706567"/>
          </a:xfrm>
        </p:grpSpPr>
        <p:sp>
          <p:nvSpPr>
            <p:cNvPr id="10273" name="Shape 10273"/>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74" name="Shape 10274"/>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76" name="Shape 10276"/>
          <p:cNvSpPr/>
          <p:nvPr/>
        </p:nvSpPr>
        <p:spPr>
          <a:xfrm>
            <a:off x="10958009" y="11257422"/>
            <a:ext cx="3726192" cy="444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1828800">
              <a:spcBef>
                <a:spcPts val="1600"/>
              </a:spcBef>
              <a:defRPr b="1" sz="2900">
                <a:solidFill>
                  <a:srgbClr val="FFFFFF"/>
                </a:solidFill>
                <a:latin typeface="Montserrat"/>
                <a:ea typeface="Montserrat"/>
                <a:cs typeface="Montserrat"/>
                <a:sym typeface="Montserrat"/>
              </a:defRPr>
            </a:lvl1pPr>
          </a:lstStyle>
          <a:p>
            <a:pPr/>
            <a:r>
              <a:t>Diseñador</a:t>
            </a:r>
          </a:p>
        </p:txBody>
      </p:sp>
      <p:grpSp>
        <p:nvGrpSpPr>
          <p:cNvPr id="10279" name="Group 10279"/>
          <p:cNvGrpSpPr/>
          <p:nvPr/>
        </p:nvGrpSpPr>
        <p:grpSpPr>
          <a:xfrm>
            <a:off x="16117431" y="10068953"/>
            <a:ext cx="866033" cy="706569"/>
            <a:chOff x="0" y="0"/>
            <a:chExt cx="866031" cy="706567"/>
          </a:xfrm>
        </p:grpSpPr>
        <p:sp>
          <p:nvSpPr>
            <p:cNvPr id="10277" name="Shape 10277"/>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78" name="Shape 10278"/>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80" name="Shape 10280"/>
          <p:cNvSpPr/>
          <p:nvPr/>
        </p:nvSpPr>
        <p:spPr>
          <a:xfrm>
            <a:off x="17110386" y="10246400"/>
            <a:ext cx="3726193" cy="444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1828800">
              <a:spcBef>
                <a:spcPts val="1600"/>
              </a:spcBef>
              <a:defRPr b="1" sz="2900">
                <a:solidFill>
                  <a:srgbClr val="FFFFFF"/>
                </a:solidFill>
                <a:latin typeface="Montserrat"/>
                <a:ea typeface="Montserrat"/>
                <a:cs typeface="Montserrat"/>
                <a:sym typeface="Montserrat"/>
              </a:defRPr>
            </a:lvl1pPr>
          </a:lstStyle>
          <a:p>
            <a:pPr/>
            <a:r>
              <a:t>Corrector</a:t>
            </a:r>
          </a:p>
        </p:txBody>
      </p:sp>
      <p:grpSp>
        <p:nvGrpSpPr>
          <p:cNvPr id="10283" name="Group 10283"/>
          <p:cNvGrpSpPr/>
          <p:nvPr/>
        </p:nvGrpSpPr>
        <p:grpSpPr>
          <a:xfrm>
            <a:off x="16117431" y="11079974"/>
            <a:ext cx="866033" cy="706569"/>
            <a:chOff x="0" y="0"/>
            <a:chExt cx="866031" cy="706567"/>
          </a:xfrm>
        </p:grpSpPr>
        <p:sp>
          <p:nvSpPr>
            <p:cNvPr id="10281" name="Shape 10281"/>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82" name="Shape 10282"/>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84" name="Shape 10284"/>
          <p:cNvSpPr/>
          <p:nvPr/>
        </p:nvSpPr>
        <p:spPr>
          <a:xfrm>
            <a:off x="17110386" y="11257422"/>
            <a:ext cx="3726193" cy="444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1828800">
              <a:spcBef>
                <a:spcPts val="1600"/>
              </a:spcBef>
              <a:defRPr b="1" sz="2900">
                <a:solidFill>
                  <a:srgbClr val="FFFFFF"/>
                </a:solidFill>
                <a:latin typeface="Montserrat"/>
                <a:ea typeface="Montserrat"/>
                <a:cs typeface="Montserrat"/>
                <a:sym typeface="Montserrat"/>
              </a:defRPr>
            </a:lvl1pPr>
          </a:lstStyle>
          <a:p>
            <a:pPr/>
            <a:r>
              <a:t>Periodista</a:t>
            </a:r>
          </a:p>
        </p:txBody>
      </p:sp>
      <p:grpSp>
        <p:nvGrpSpPr>
          <p:cNvPr id="10287" name="Group 10287"/>
          <p:cNvGrpSpPr/>
          <p:nvPr/>
        </p:nvGrpSpPr>
        <p:grpSpPr>
          <a:xfrm>
            <a:off x="4162090" y="10068953"/>
            <a:ext cx="866032" cy="706569"/>
            <a:chOff x="0" y="0"/>
            <a:chExt cx="866031" cy="706567"/>
          </a:xfrm>
        </p:grpSpPr>
        <p:sp>
          <p:nvSpPr>
            <p:cNvPr id="10285" name="Shape 10285"/>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86" name="Shape 10286"/>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88" name="Shape 10288"/>
          <p:cNvSpPr/>
          <p:nvPr/>
        </p:nvSpPr>
        <p:spPr>
          <a:xfrm>
            <a:off x="5155045" y="10246400"/>
            <a:ext cx="3726192" cy="444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1828800">
              <a:spcBef>
                <a:spcPts val="1600"/>
              </a:spcBef>
              <a:defRPr b="1" sz="2900">
                <a:solidFill>
                  <a:srgbClr val="FFFFFF"/>
                </a:solidFill>
                <a:latin typeface="Montserrat"/>
                <a:ea typeface="Montserrat"/>
                <a:cs typeface="Montserrat"/>
                <a:sym typeface="Montserrat"/>
              </a:defRPr>
            </a:lvl1pPr>
          </a:lstStyle>
          <a:p>
            <a:pPr/>
            <a:r>
              <a:t>CM</a:t>
            </a:r>
          </a:p>
        </p:txBody>
      </p:sp>
      <p:grpSp>
        <p:nvGrpSpPr>
          <p:cNvPr id="10291" name="Group 10291"/>
          <p:cNvGrpSpPr/>
          <p:nvPr/>
        </p:nvGrpSpPr>
        <p:grpSpPr>
          <a:xfrm>
            <a:off x="4162090" y="11079974"/>
            <a:ext cx="866032" cy="706569"/>
            <a:chOff x="0" y="0"/>
            <a:chExt cx="866031" cy="706567"/>
          </a:xfrm>
        </p:grpSpPr>
        <p:sp>
          <p:nvSpPr>
            <p:cNvPr id="10289" name="Shape 10289"/>
            <p:cNvSpPr/>
            <p:nvPr/>
          </p:nvSpPr>
          <p:spPr>
            <a:xfrm>
              <a:off x="-1" y="436905"/>
              <a:ext cx="866033" cy="2696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378" y="0"/>
                  </a:moveTo>
                  <a:lnTo>
                    <a:pt x="11960" y="15151"/>
                  </a:lnTo>
                  <a:lnTo>
                    <a:pt x="11580" y="5283"/>
                  </a:lnTo>
                  <a:lnTo>
                    <a:pt x="12179" y="3729"/>
                  </a:lnTo>
                  <a:lnTo>
                    <a:pt x="9405" y="3729"/>
                  </a:lnTo>
                  <a:lnTo>
                    <a:pt x="10003" y="5283"/>
                  </a:lnTo>
                  <a:lnTo>
                    <a:pt x="9631" y="15151"/>
                  </a:lnTo>
                  <a:lnTo>
                    <a:pt x="7222" y="0"/>
                  </a:lnTo>
                  <a:lnTo>
                    <a:pt x="6825" y="181"/>
                  </a:lnTo>
                  <a:lnTo>
                    <a:pt x="6437" y="388"/>
                  </a:lnTo>
                  <a:lnTo>
                    <a:pt x="6065" y="622"/>
                  </a:lnTo>
                  <a:lnTo>
                    <a:pt x="5693" y="881"/>
                  </a:lnTo>
                  <a:lnTo>
                    <a:pt x="5337" y="1165"/>
                  </a:lnTo>
                  <a:lnTo>
                    <a:pt x="4990" y="1450"/>
                  </a:lnTo>
                  <a:lnTo>
                    <a:pt x="4642" y="1813"/>
                  </a:lnTo>
                  <a:lnTo>
                    <a:pt x="4318" y="2176"/>
                  </a:lnTo>
                  <a:lnTo>
                    <a:pt x="3995" y="2564"/>
                  </a:lnTo>
                  <a:lnTo>
                    <a:pt x="3680" y="2978"/>
                  </a:lnTo>
                  <a:lnTo>
                    <a:pt x="3372" y="3445"/>
                  </a:lnTo>
                  <a:lnTo>
                    <a:pt x="3081" y="3937"/>
                  </a:lnTo>
                  <a:lnTo>
                    <a:pt x="2806" y="4455"/>
                  </a:lnTo>
                  <a:lnTo>
                    <a:pt x="2531" y="4999"/>
                  </a:lnTo>
                  <a:lnTo>
                    <a:pt x="2280" y="5620"/>
                  </a:lnTo>
                  <a:lnTo>
                    <a:pt x="2038" y="6242"/>
                  </a:lnTo>
                  <a:lnTo>
                    <a:pt x="1795" y="6889"/>
                  </a:lnTo>
                  <a:lnTo>
                    <a:pt x="1577" y="7563"/>
                  </a:lnTo>
                  <a:lnTo>
                    <a:pt x="1367" y="8314"/>
                  </a:lnTo>
                  <a:lnTo>
                    <a:pt x="1173" y="9091"/>
                  </a:lnTo>
                  <a:lnTo>
                    <a:pt x="987" y="9894"/>
                  </a:lnTo>
                  <a:lnTo>
                    <a:pt x="825" y="10748"/>
                  </a:lnTo>
                  <a:lnTo>
                    <a:pt x="679" y="11629"/>
                  </a:lnTo>
                  <a:lnTo>
                    <a:pt x="534" y="12561"/>
                  </a:lnTo>
                  <a:lnTo>
                    <a:pt x="412" y="13545"/>
                  </a:lnTo>
                  <a:lnTo>
                    <a:pt x="299" y="14555"/>
                  </a:lnTo>
                  <a:lnTo>
                    <a:pt x="210" y="15617"/>
                  </a:lnTo>
                  <a:lnTo>
                    <a:pt x="137" y="16731"/>
                  </a:lnTo>
                  <a:lnTo>
                    <a:pt x="81" y="17871"/>
                  </a:lnTo>
                  <a:lnTo>
                    <a:pt x="40" y="19062"/>
                  </a:lnTo>
                  <a:lnTo>
                    <a:pt x="8" y="20305"/>
                  </a:lnTo>
                  <a:lnTo>
                    <a:pt x="0" y="21600"/>
                  </a:lnTo>
                  <a:lnTo>
                    <a:pt x="21600" y="21600"/>
                  </a:lnTo>
                  <a:lnTo>
                    <a:pt x="21592" y="20305"/>
                  </a:lnTo>
                  <a:lnTo>
                    <a:pt x="21560" y="19062"/>
                  </a:lnTo>
                  <a:lnTo>
                    <a:pt x="21519" y="17871"/>
                  </a:lnTo>
                  <a:lnTo>
                    <a:pt x="21454" y="16731"/>
                  </a:lnTo>
                  <a:lnTo>
                    <a:pt x="21374" y="15617"/>
                  </a:lnTo>
                  <a:lnTo>
                    <a:pt x="21285" y="14555"/>
                  </a:lnTo>
                  <a:lnTo>
                    <a:pt x="21188" y="13545"/>
                  </a:lnTo>
                  <a:lnTo>
                    <a:pt x="21066" y="12561"/>
                  </a:lnTo>
                  <a:lnTo>
                    <a:pt x="20921" y="11629"/>
                  </a:lnTo>
                  <a:lnTo>
                    <a:pt x="20767" y="10748"/>
                  </a:lnTo>
                  <a:lnTo>
                    <a:pt x="20605" y="9894"/>
                  </a:lnTo>
                  <a:lnTo>
                    <a:pt x="20427" y="9091"/>
                  </a:lnTo>
                  <a:lnTo>
                    <a:pt x="20217" y="8314"/>
                  </a:lnTo>
                  <a:lnTo>
                    <a:pt x="20015" y="7563"/>
                  </a:lnTo>
                  <a:lnTo>
                    <a:pt x="19797" y="6889"/>
                  </a:lnTo>
                  <a:lnTo>
                    <a:pt x="19562" y="6242"/>
                  </a:lnTo>
                  <a:lnTo>
                    <a:pt x="19320" y="5594"/>
                  </a:lnTo>
                  <a:lnTo>
                    <a:pt x="19061" y="4999"/>
                  </a:lnTo>
                  <a:lnTo>
                    <a:pt x="18794" y="4455"/>
                  </a:lnTo>
                  <a:lnTo>
                    <a:pt x="18503" y="3937"/>
                  </a:lnTo>
                  <a:lnTo>
                    <a:pt x="18220" y="3445"/>
                  </a:lnTo>
                  <a:lnTo>
                    <a:pt x="17920" y="2978"/>
                  </a:lnTo>
                  <a:lnTo>
                    <a:pt x="17605" y="2564"/>
                  </a:lnTo>
                  <a:lnTo>
                    <a:pt x="17282" y="2176"/>
                  </a:lnTo>
                  <a:lnTo>
                    <a:pt x="16942" y="1813"/>
                  </a:lnTo>
                  <a:lnTo>
                    <a:pt x="16610" y="1450"/>
                  </a:lnTo>
                  <a:lnTo>
                    <a:pt x="15899" y="881"/>
                  </a:lnTo>
                  <a:lnTo>
                    <a:pt x="15535" y="622"/>
                  </a:lnTo>
                  <a:lnTo>
                    <a:pt x="15163" y="388"/>
                  </a:lnTo>
                  <a:lnTo>
                    <a:pt x="14775" y="181"/>
                  </a:lnTo>
                  <a:lnTo>
                    <a:pt x="14378" y="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sp>
          <p:nvSpPr>
            <p:cNvPr id="10290" name="Shape 10290"/>
            <p:cNvSpPr/>
            <p:nvPr/>
          </p:nvSpPr>
          <p:spPr>
            <a:xfrm>
              <a:off x="233361" y="-1"/>
              <a:ext cx="399308" cy="39930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lnTo>
                    <a:pt x="21582" y="11345"/>
                  </a:lnTo>
                  <a:lnTo>
                    <a:pt x="21530" y="11908"/>
                  </a:lnTo>
                  <a:lnTo>
                    <a:pt x="21459" y="12453"/>
                  </a:lnTo>
                  <a:lnTo>
                    <a:pt x="21372" y="12981"/>
                  </a:lnTo>
                  <a:lnTo>
                    <a:pt x="21248" y="13509"/>
                  </a:lnTo>
                  <a:lnTo>
                    <a:pt x="21108" y="14019"/>
                  </a:lnTo>
                  <a:lnTo>
                    <a:pt x="20932" y="14529"/>
                  </a:lnTo>
                  <a:lnTo>
                    <a:pt x="20739" y="15004"/>
                  </a:lnTo>
                  <a:lnTo>
                    <a:pt x="20282" y="15954"/>
                  </a:lnTo>
                  <a:lnTo>
                    <a:pt x="20036" y="16393"/>
                  </a:lnTo>
                  <a:lnTo>
                    <a:pt x="19737" y="16851"/>
                  </a:lnTo>
                  <a:lnTo>
                    <a:pt x="19438" y="17255"/>
                  </a:lnTo>
                  <a:lnTo>
                    <a:pt x="19122" y="17678"/>
                  </a:lnTo>
                  <a:lnTo>
                    <a:pt x="18770" y="18064"/>
                  </a:lnTo>
                  <a:lnTo>
                    <a:pt x="18419" y="18434"/>
                  </a:lnTo>
                  <a:lnTo>
                    <a:pt x="18050" y="18803"/>
                  </a:lnTo>
                  <a:lnTo>
                    <a:pt x="17646" y="19137"/>
                  </a:lnTo>
                  <a:lnTo>
                    <a:pt x="17259" y="19472"/>
                  </a:lnTo>
                  <a:lnTo>
                    <a:pt x="16837" y="19753"/>
                  </a:lnTo>
                  <a:lnTo>
                    <a:pt x="16398" y="20035"/>
                  </a:lnTo>
                  <a:lnTo>
                    <a:pt x="15923" y="20298"/>
                  </a:lnTo>
                  <a:lnTo>
                    <a:pt x="15466" y="20545"/>
                  </a:lnTo>
                  <a:lnTo>
                    <a:pt x="14992" y="20738"/>
                  </a:lnTo>
                  <a:lnTo>
                    <a:pt x="14500" y="20949"/>
                  </a:lnTo>
                  <a:lnTo>
                    <a:pt x="13990" y="21125"/>
                  </a:lnTo>
                  <a:lnTo>
                    <a:pt x="13480" y="21248"/>
                  </a:lnTo>
                  <a:lnTo>
                    <a:pt x="12971" y="21389"/>
                  </a:lnTo>
                  <a:lnTo>
                    <a:pt x="12426" y="21477"/>
                  </a:lnTo>
                  <a:lnTo>
                    <a:pt x="11898" y="21547"/>
                  </a:lnTo>
                  <a:lnTo>
                    <a:pt x="11354" y="21582"/>
                  </a:lnTo>
                  <a:lnTo>
                    <a:pt x="10791" y="21600"/>
                  </a:lnTo>
                  <a:lnTo>
                    <a:pt x="10246" y="21582"/>
                  </a:lnTo>
                  <a:lnTo>
                    <a:pt x="9702" y="21547"/>
                  </a:lnTo>
                  <a:lnTo>
                    <a:pt x="9139" y="21477"/>
                  </a:lnTo>
                  <a:lnTo>
                    <a:pt x="8612" y="21389"/>
                  </a:lnTo>
                  <a:lnTo>
                    <a:pt x="8085" y="21248"/>
                  </a:lnTo>
                  <a:lnTo>
                    <a:pt x="7575" y="21125"/>
                  </a:lnTo>
                  <a:lnTo>
                    <a:pt x="7065" y="20949"/>
                  </a:lnTo>
                  <a:lnTo>
                    <a:pt x="6591" y="20738"/>
                  </a:lnTo>
                  <a:lnTo>
                    <a:pt x="6116" y="20545"/>
                  </a:lnTo>
                  <a:lnTo>
                    <a:pt x="5642" y="20298"/>
                  </a:lnTo>
                  <a:lnTo>
                    <a:pt x="5202" y="20035"/>
                  </a:lnTo>
                  <a:lnTo>
                    <a:pt x="4763" y="19753"/>
                  </a:lnTo>
                  <a:lnTo>
                    <a:pt x="4341" y="19472"/>
                  </a:lnTo>
                  <a:lnTo>
                    <a:pt x="3919" y="19137"/>
                  </a:lnTo>
                  <a:lnTo>
                    <a:pt x="3550" y="18803"/>
                  </a:lnTo>
                  <a:lnTo>
                    <a:pt x="3164" y="18434"/>
                  </a:lnTo>
                  <a:lnTo>
                    <a:pt x="2794" y="18064"/>
                  </a:lnTo>
                  <a:lnTo>
                    <a:pt x="2461" y="17678"/>
                  </a:lnTo>
                  <a:lnTo>
                    <a:pt x="2127" y="17255"/>
                  </a:lnTo>
                  <a:lnTo>
                    <a:pt x="1845" y="16851"/>
                  </a:lnTo>
                  <a:lnTo>
                    <a:pt x="1564" y="16393"/>
                  </a:lnTo>
                  <a:lnTo>
                    <a:pt x="1301" y="15954"/>
                  </a:lnTo>
                  <a:lnTo>
                    <a:pt x="1055" y="15479"/>
                  </a:lnTo>
                  <a:lnTo>
                    <a:pt x="861" y="15004"/>
                  </a:lnTo>
                  <a:lnTo>
                    <a:pt x="650" y="14529"/>
                  </a:lnTo>
                  <a:lnTo>
                    <a:pt x="475" y="14019"/>
                  </a:lnTo>
                  <a:lnTo>
                    <a:pt x="352" y="13509"/>
                  </a:lnTo>
                  <a:lnTo>
                    <a:pt x="211" y="12981"/>
                  </a:lnTo>
                  <a:lnTo>
                    <a:pt x="123" y="12453"/>
                  </a:lnTo>
                  <a:lnTo>
                    <a:pt x="53" y="11908"/>
                  </a:lnTo>
                  <a:lnTo>
                    <a:pt x="18" y="11345"/>
                  </a:lnTo>
                  <a:lnTo>
                    <a:pt x="0" y="10800"/>
                  </a:lnTo>
                  <a:lnTo>
                    <a:pt x="18" y="10255"/>
                  </a:lnTo>
                  <a:lnTo>
                    <a:pt x="53" y="9692"/>
                  </a:lnTo>
                  <a:lnTo>
                    <a:pt x="123" y="9164"/>
                  </a:lnTo>
                  <a:lnTo>
                    <a:pt x="211" y="8619"/>
                  </a:lnTo>
                  <a:lnTo>
                    <a:pt x="352" y="8109"/>
                  </a:lnTo>
                  <a:lnTo>
                    <a:pt x="475" y="7581"/>
                  </a:lnTo>
                  <a:lnTo>
                    <a:pt x="650" y="7089"/>
                  </a:lnTo>
                  <a:lnTo>
                    <a:pt x="861" y="6596"/>
                  </a:lnTo>
                  <a:lnTo>
                    <a:pt x="1055" y="6121"/>
                  </a:lnTo>
                  <a:lnTo>
                    <a:pt x="1301" y="5664"/>
                  </a:lnTo>
                  <a:lnTo>
                    <a:pt x="1564" y="5207"/>
                  </a:lnTo>
                  <a:lnTo>
                    <a:pt x="1845" y="4749"/>
                  </a:lnTo>
                  <a:lnTo>
                    <a:pt x="2127" y="4345"/>
                  </a:lnTo>
                  <a:lnTo>
                    <a:pt x="2461" y="3940"/>
                  </a:lnTo>
                  <a:lnTo>
                    <a:pt x="2794" y="3553"/>
                  </a:lnTo>
                  <a:lnTo>
                    <a:pt x="3164" y="3166"/>
                  </a:lnTo>
                  <a:lnTo>
                    <a:pt x="3550" y="2814"/>
                  </a:lnTo>
                  <a:lnTo>
                    <a:pt x="3919" y="2463"/>
                  </a:lnTo>
                  <a:lnTo>
                    <a:pt x="4341" y="2164"/>
                  </a:lnTo>
                  <a:lnTo>
                    <a:pt x="4763" y="1847"/>
                  </a:lnTo>
                  <a:lnTo>
                    <a:pt x="5202" y="1565"/>
                  </a:lnTo>
                  <a:lnTo>
                    <a:pt x="5642" y="1302"/>
                  </a:lnTo>
                  <a:lnTo>
                    <a:pt x="6116" y="1073"/>
                  </a:lnTo>
                  <a:lnTo>
                    <a:pt x="7065" y="651"/>
                  </a:lnTo>
                  <a:lnTo>
                    <a:pt x="7575" y="475"/>
                  </a:lnTo>
                  <a:lnTo>
                    <a:pt x="8085" y="352"/>
                  </a:lnTo>
                  <a:lnTo>
                    <a:pt x="8612" y="211"/>
                  </a:lnTo>
                  <a:lnTo>
                    <a:pt x="9139" y="123"/>
                  </a:lnTo>
                  <a:lnTo>
                    <a:pt x="9702" y="53"/>
                  </a:lnTo>
                  <a:lnTo>
                    <a:pt x="10246" y="18"/>
                  </a:lnTo>
                  <a:lnTo>
                    <a:pt x="10791" y="0"/>
                  </a:lnTo>
                  <a:lnTo>
                    <a:pt x="11354" y="18"/>
                  </a:lnTo>
                  <a:lnTo>
                    <a:pt x="11898" y="53"/>
                  </a:lnTo>
                  <a:lnTo>
                    <a:pt x="12426" y="123"/>
                  </a:lnTo>
                  <a:lnTo>
                    <a:pt x="12971" y="211"/>
                  </a:lnTo>
                  <a:lnTo>
                    <a:pt x="13480" y="352"/>
                  </a:lnTo>
                  <a:lnTo>
                    <a:pt x="13990" y="475"/>
                  </a:lnTo>
                  <a:lnTo>
                    <a:pt x="14500" y="651"/>
                  </a:lnTo>
                  <a:lnTo>
                    <a:pt x="14992" y="862"/>
                  </a:lnTo>
                  <a:lnTo>
                    <a:pt x="15466" y="1073"/>
                  </a:lnTo>
                  <a:lnTo>
                    <a:pt x="15923" y="1302"/>
                  </a:lnTo>
                  <a:lnTo>
                    <a:pt x="16398" y="1565"/>
                  </a:lnTo>
                  <a:lnTo>
                    <a:pt x="16837" y="1847"/>
                  </a:lnTo>
                  <a:lnTo>
                    <a:pt x="17259" y="2164"/>
                  </a:lnTo>
                  <a:lnTo>
                    <a:pt x="17646" y="2463"/>
                  </a:lnTo>
                  <a:lnTo>
                    <a:pt x="18050" y="2814"/>
                  </a:lnTo>
                  <a:lnTo>
                    <a:pt x="18419" y="3166"/>
                  </a:lnTo>
                  <a:lnTo>
                    <a:pt x="19122" y="3940"/>
                  </a:lnTo>
                  <a:lnTo>
                    <a:pt x="19438" y="4345"/>
                  </a:lnTo>
                  <a:lnTo>
                    <a:pt x="19737" y="4749"/>
                  </a:lnTo>
                  <a:lnTo>
                    <a:pt x="20036" y="5207"/>
                  </a:lnTo>
                  <a:lnTo>
                    <a:pt x="20282" y="5664"/>
                  </a:lnTo>
                  <a:lnTo>
                    <a:pt x="20510" y="6121"/>
                  </a:lnTo>
                  <a:lnTo>
                    <a:pt x="20739" y="6596"/>
                  </a:lnTo>
                  <a:lnTo>
                    <a:pt x="20932" y="7089"/>
                  </a:lnTo>
                  <a:lnTo>
                    <a:pt x="21108" y="7581"/>
                  </a:lnTo>
                  <a:lnTo>
                    <a:pt x="21248" y="8109"/>
                  </a:lnTo>
                  <a:lnTo>
                    <a:pt x="21372" y="8619"/>
                  </a:lnTo>
                  <a:lnTo>
                    <a:pt x="21459" y="9164"/>
                  </a:lnTo>
                  <a:lnTo>
                    <a:pt x="21530" y="9692"/>
                  </a:lnTo>
                  <a:lnTo>
                    <a:pt x="21582" y="10255"/>
                  </a:lnTo>
                  <a:lnTo>
                    <a:pt x="21600" y="10800"/>
                  </a:lnTo>
                  <a:close/>
                </a:path>
              </a:pathLst>
            </a:custGeom>
            <a:solidFill>
              <a:srgbClr val="6A7B7B"/>
            </a:solidFill>
            <a:ln w="12700" cap="flat">
              <a:noFill/>
              <a:miter lim="400000"/>
            </a:ln>
            <a:effectLst/>
          </p:spPr>
          <p:txBody>
            <a:bodyPr wrap="square" lIns="121856" tIns="121856" rIns="121856" bIns="121856" numCol="1" anchor="t">
              <a:noAutofit/>
            </a:bodyPr>
            <a:lstStyle/>
            <a:p>
              <a:pPr algn="l" defTabSz="1828800">
                <a:defRPr sz="3400">
                  <a:solidFill>
                    <a:srgbClr val="2D3C55"/>
                  </a:solidFill>
                  <a:latin typeface="Calibri"/>
                  <a:ea typeface="Calibri"/>
                  <a:cs typeface="Calibri"/>
                  <a:sym typeface="Calibri"/>
                </a:defRPr>
              </a:pPr>
            </a:p>
          </p:txBody>
        </p:sp>
      </p:grpSp>
      <p:sp>
        <p:nvSpPr>
          <p:cNvPr id="10292" name="Shape 10292"/>
          <p:cNvSpPr/>
          <p:nvPr/>
        </p:nvSpPr>
        <p:spPr>
          <a:xfrm>
            <a:off x="5155045" y="11257422"/>
            <a:ext cx="3726192" cy="4445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l" defTabSz="1828800">
              <a:spcBef>
                <a:spcPts val="1600"/>
              </a:spcBef>
              <a:defRPr b="1" sz="2900">
                <a:solidFill>
                  <a:srgbClr val="FFFFFF"/>
                </a:solidFill>
                <a:latin typeface="Montserrat"/>
                <a:ea typeface="Montserrat"/>
                <a:cs typeface="Montserrat"/>
                <a:sym typeface="Montserrat"/>
              </a:defRPr>
            </a:lvl1pPr>
          </a:lstStyle>
          <a:p>
            <a:pPr/>
            <a:r>
              <a:t>Anunciante</a:t>
            </a:r>
          </a:p>
        </p:txBody>
      </p:sp>
    </p:spTree>
  </p:cSld>
  <p:clrMapOvr>
    <a:masterClrMapping/>
  </p:clrMapOvr>
  <mc:AlternateContent xmlns:mc="http://schemas.openxmlformats.org/markup-compatibility/2006">
    <mc:Choice xmlns:p14="http://schemas.microsoft.com/office/powerpoint/2010/main" Requires="p14">
      <p:transition spd="slow" advClick="1" p14:dur="1200">
        <p:push dir="l"/>
      </p:transition>
    </mc:Choice>
    <mc:Fallback>
      <p:transition spd="slow">
        <p:fade/>
      </p:transition>
    </mc:Fallback>
  </mc:AlternateContent>
</p:sld>
</file>

<file path=ppt/slides/slide26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294" name="Shape 10294"/>
          <p:cNvSpPr/>
          <p:nvPr>
            <p:ph type="title"/>
          </p:nvPr>
        </p:nvSpPr>
        <p:spPr>
          <a:prstGeom prst="rect">
            <a:avLst/>
          </a:prstGeom>
        </p:spPr>
        <p:txBody>
          <a:bodyPr/>
          <a:lstStyle/>
          <a:p>
            <a:pPr/>
            <a:r>
              <a:t>Proceso / Plan / Pasos</a:t>
            </a:r>
          </a:p>
        </p:txBody>
      </p:sp>
      <p:sp>
        <p:nvSpPr>
          <p:cNvPr id="10295" name="Shape 10295"/>
          <p:cNvSpPr/>
          <p:nvPr/>
        </p:nvSpPr>
        <p:spPr>
          <a:xfrm>
            <a:off x="3456701" y="4428246"/>
            <a:ext cx="19041535" cy="41994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610" y="21600"/>
                </a:moveTo>
                <a:lnTo>
                  <a:pt x="18963" y="21600"/>
                </a:lnTo>
                <a:cubicBezTo>
                  <a:pt x="19009" y="21600"/>
                  <a:pt x="19052" y="21588"/>
                  <a:pt x="19098" y="21588"/>
                </a:cubicBezTo>
                <a:lnTo>
                  <a:pt x="19232" y="21552"/>
                </a:lnTo>
                <a:lnTo>
                  <a:pt x="19364" y="21480"/>
                </a:lnTo>
                <a:cubicBezTo>
                  <a:pt x="19407" y="21444"/>
                  <a:pt x="19451" y="21420"/>
                  <a:pt x="19494" y="21384"/>
                </a:cubicBezTo>
                <a:cubicBezTo>
                  <a:pt x="19537" y="21348"/>
                  <a:pt x="19578" y="21300"/>
                  <a:pt x="19621" y="21264"/>
                </a:cubicBezTo>
                <a:lnTo>
                  <a:pt x="19746" y="21121"/>
                </a:lnTo>
                <a:cubicBezTo>
                  <a:pt x="19787" y="21061"/>
                  <a:pt x="19830" y="21013"/>
                  <a:pt x="19871" y="20953"/>
                </a:cubicBezTo>
                <a:cubicBezTo>
                  <a:pt x="19909" y="20881"/>
                  <a:pt x="19950" y="20821"/>
                  <a:pt x="19989" y="20749"/>
                </a:cubicBezTo>
                <a:lnTo>
                  <a:pt x="20106" y="20533"/>
                </a:lnTo>
                <a:cubicBezTo>
                  <a:pt x="20145" y="20449"/>
                  <a:pt x="20181" y="20377"/>
                  <a:pt x="20219" y="20293"/>
                </a:cubicBezTo>
                <a:cubicBezTo>
                  <a:pt x="20255" y="20210"/>
                  <a:pt x="20294" y="20126"/>
                  <a:pt x="20330" y="20042"/>
                </a:cubicBezTo>
                <a:lnTo>
                  <a:pt x="20438" y="19754"/>
                </a:lnTo>
                <a:cubicBezTo>
                  <a:pt x="20474" y="19658"/>
                  <a:pt x="20507" y="19550"/>
                  <a:pt x="20543" y="19454"/>
                </a:cubicBezTo>
                <a:cubicBezTo>
                  <a:pt x="20575" y="19347"/>
                  <a:pt x="20608" y="19239"/>
                  <a:pt x="20639" y="19131"/>
                </a:cubicBezTo>
                <a:cubicBezTo>
                  <a:pt x="20673" y="19023"/>
                  <a:pt x="20704" y="18915"/>
                  <a:pt x="20738" y="18807"/>
                </a:cubicBezTo>
                <a:lnTo>
                  <a:pt x="20916" y="18064"/>
                </a:lnTo>
                <a:lnTo>
                  <a:pt x="21000" y="17680"/>
                </a:lnTo>
                <a:lnTo>
                  <a:pt x="21076" y="17261"/>
                </a:lnTo>
                <a:cubicBezTo>
                  <a:pt x="21100" y="17117"/>
                  <a:pt x="21127" y="16985"/>
                  <a:pt x="21151" y="16841"/>
                </a:cubicBezTo>
                <a:cubicBezTo>
                  <a:pt x="21173" y="16697"/>
                  <a:pt x="21197" y="16542"/>
                  <a:pt x="21218" y="16398"/>
                </a:cubicBezTo>
                <a:cubicBezTo>
                  <a:pt x="21240" y="16254"/>
                  <a:pt x="21259" y="16098"/>
                  <a:pt x="21281" y="15954"/>
                </a:cubicBezTo>
                <a:cubicBezTo>
                  <a:pt x="21300" y="15798"/>
                  <a:pt x="21321" y="15631"/>
                  <a:pt x="21341" y="15475"/>
                </a:cubicBezTo>
                <a:lnTo>
                  <a:pt x="21391" y="15007"/>
                </a:lnTo>
                <a:cubicBezTo>
                  <a:pt x="21408" y="14840"/>
                  <a:pt x="21422" y="14672"/>
                  <a:pt x="21439" y="14504"/>
                </a:cubicBezTo>
                <a:cubicBezTo>
                  <a:pt x="21454" y="14348"/>
                  <a:pt x="21468" y="14180"/>
                  <a:pt x="21482" y="14024"/>
                </a:cubicBezTo>
                <a:cubicBezTo>
                  <a:pt x="21494" y="13845"/>
                  <a:pt x="21504" y="13677"/>
                  <a:pt x="21516" y="13497"/>
                </a:cubicBezTo>
                <a:cubicBezTo>
                  <a:pt x="21526" y="13329"/>
                  <a:pt x="21538" y="13149"/>
                  <a:pt x="21547" y="12982"/>
                </a:cubicBezTo>
                <a:cubicBezTo>
                  <a:pt x="21554" y="12802"/>
                  <a:pt x="21564" y="12622"/>
                  <a:pt x="21571" y="12442"/>
                </a:cubicBezTo>
                <a:cubicBezTo>
                  <a:pt x="21576" y="12262"/>
                  <a:pt x="21583" y="12083"/>
                  <a:pt x="21588" y="11903"/>
                </a:cubicBezTo>
                <a:cubicBezTo>
                  <a:pt x="21590" y="11723"/>
                  <a:pt x="21595" y="11531"/>
                  <a:pt x="21598" y="11351"/>
                </a:cubicBezTo>
                <a:cubicBezTo>
                  <a:pt x="21598" y="11172"/>
                  <a:pt x="21600" y="10980"/>
                  <a:pt x="21600" y="10800"/>
                </a:cubicBezTo>
                <a:cubicBezTo>
                  <a:pt x="21600" y="10620"/>
                  <a:pt x="21598" y="10428"/>
                  <a:pt x="21598" y="10249"/>
                </a:cubicBezTo>
                <a:cubicBezTo>
                  <a:pt x="21595" y="10069"/>
                  <a:pt x="21590" y="9877"/>
                  <a:pt x="21588" y="9697"/>
                </a:cubicBezTo>
                <a:cubicBezTo>
                  <a:pt x="21583" y="9517"/>
                  <a:pt x="21576" y="9338"/>
                  <a:pt x="21571" y="9158"/>
                </a:cubicBezTo>
                <a:cubicBezTo>
                  <a:pt x="21564" y="8978"/>
                  <a:pt x="21554" y="8798"/>
                  <a:pt x="21547" y="8618"/>
                </a:cubicBezTo>
                <a:cubicBezTo>
                  <a:pt x="21538" y="8451"/>
                  <a:pt x="21526" y="8271"/>
                  <a:pt x="21516" y="8103"/>
                </a:cubicBezTo>
                <a:cubicBezTo>
                  <a:pt x="21504" y="7923"/>
                  <a:pt x="21494" y="7755"/>
                  <a:pt x="21482" y="7576"/>
                </a:cubicBezTo>
                <a:cubicBezTo>
                  <a:pt x="21468" y="7420"/>
                  <a:pt x="21454" y="7252"/>
                  <a:pt x="21439" y="7096"/>
                </a:cubicBezTo>
                <a:cubicBezTo>
                  <a:pt x="21422" y="6928"/>
                  <a:pt x="21408" y="6760"/>
                  <a:pt x="21391" y="6593"/>
                </a:cubicBezTo>
                <a:lnTo>
                  <a:pt x="21341" y="6125"/>
                </a:lnTo>
                <a:cubicBezTo>
                  <a:pt x="21321" y="5969"/>
                  <a:pt x="21300" y="5802"/>
                  <a:pt x="21281" y="5646"/>
                </a:cubicBezTo>
                <a:cubicBezTo>
                  <a:pt x="21259" y="5502"/>
                  <a:pt x="21240" y="5346"/>
                  <a:pt x="21218" y="5202"/>
                </a:cubicBezTo>
                <a:cubicBezTo>
                  <a:pt x="21197" y="5058"/>
                  <a:pt x="21173" y="4903"/>
                  <a:pt x="21151" y="4759"/>
                </a:cubicBezTo>
                <a:cubicBezTo>
                  <a:pt x="21127" y="4615"/>
                  <a:pt x="21100" y="4483"/>
                  <a:pt x="21076" y="4339"/>
                </a:cubicBezTo>
                <a:lnTo>
                  <a:pt x="21000" y="3920"/>
                </a:lnTo>
                <a:lnTo>
                  <a:pt x="20916" y="3536"/>
                </a:lnTo>
                <a:lnTo>
                  <a:pt x="20738" y="2793"/>
                </a:lnTo>
                <a:cubicBezTo>
                  <a:pt x="20704" y="2685"/>
                  <a:pt x="20673" y="2577"/>
                  <a:pt x="20639" y="2469"/>
                </a:cubicBezTo>
                <a:cubicBezTo>
                  <a:pt x="20608" y="2361"/>
                  <a:pt x="20575" y="2253"/>
                  <a:pt x="20543" y="2146"/>
                </a:cubicBezTo>
                <a:cubicBezTo>
                  <a:pt x="20507" y="2050"/>
                  <a:pt x="20474" y="1942"/>
                  <a:pt x="20438" y="1846"/>
                </a:cubicBezTo>
                <a:lnTo>
                  <a:pt x="20330" y="1558"/>
                </a:lnTo>
                <a:cubicBezTo>
                  <a:pt x="20294" y="1474"/>
                  <a:pt x="20255" y="1390"/>
                  <a:pt x="20219" y="1307"/>
                </a:cubicBezTo>
                <a:cubicBezTo>
                  <a:pt x="20181" y="1223"/>
                  <a:pt x="20145" y="1151"/>
                  <a:pt x="20106" y="1067"/>
                </a:cubicBezTo>
                <a:lnTo>
                  <a:pt x="19989" y="851"/>
                </a:lnTo>
                <a:cubicBezTo>
                  <a:pt x="19950" y="779"/>
                  <a:pt x="19909" y="719"/>
                  <a:pt x="19871" y="647"/>
                </a:cubicBezTo>
                <a:cubicBezTo>
                  <a:pt x="19830" y="587"/>
                  <a:pt x="19787" y="539"/>
                  <a:pt x="19746" y="479"/>
                </a:cubicBezTo>
                <a:lnTo>
                  <a:pt x="19621" y="336"/>
                </a:lnTo>
                <a:cubicBezTo>
                  <a:pt x="19578" y="300"/>
                  <a:pt x="19537" y="252"/>
                  <a:pt x="19494" y="216"/>
                </a:cubicBezTo>
                <a:cubicBezTo>
                  <a:pt x="19451" y="180"/>
                  <a:pt x="19407" y="156"/>
                  <a:pt x="19364" y="120"/>
                </a:cubicBezTo>
                <a:lnTo>
                  <a:pt x="19232" y="48"/>
                </a:lnTo>
                <a:lnTo>
                  <a:pt x="19098" y="12"/>
                </a:lnTo>
                <a:cubicBezTo>
                  <a:pt x="19052" y="12"/>
                  <a:pt x="19009" y="0"/>
                  <a:pt x="18963" y="0"/>
                </a:cubicBezTo>
                <a:lnTo>
                  <a:pt x="2637" y="0"/>
                </a:lnTo>
                <a:cubicBezTo>
                  <a:pt x="2591" y="0"/>
                  <a:pt x="2548" y="12"/>
                  <a:pt x="2502" y="12"/>
                </a:cubicBezTo>
                <a:lnTo>
                  <a:pt x="2368" y="48"/>
                </a:lnTo>
                <a:lnTo>
                  <a:pt x="2236" y="120"/>
                </a:lnTo>
                <a:cubicBezTo>
                  <a:pt x="2193" y="156"/>
                  <a:pt x="2149" y="180"/>
                  <a:pt x="2106" y="216"/>
                </a:cubicBezTo>
                <a:cubicBezTo>
                  <a:pt x="2063" y="252"/>
                  <a:pt x="2022" y="300"/>
                  <a:pt x="1979" y="336"/>
                </a:cubicBezTo>
                <a:lnTo>
                  <a:pt x="1854" y="479"/>
                </a:lnTo>
                <a:cubicBezTo>
                  <a:pt x="1813" y="539"/>
                  <a:pt x="1770" y="587"/>
                  <a:pt x="1729" y="647"/>
                </a:cubicBezTo>
                <a:cubicBezTo>
                  <a:pt x="1691" y="719"/>
                  <a:pt x="1650" y="779"/>
                  <a:pt x="1611" y="851"/>
                </a:cubicBezTo>
                <a:lnTo>
                  <a:pt x="1494" y="1067"/>
                </a:lnTo>
                <a:cubicBezTo>
                  <a:pt x="1455" y="1151"/>
                  <a:pt x="1419" y="1223"/>
                  <a:pt x="1381" y="1307"/>
                </a:cubicBezTo>
                <a:cubicBezTo>
                  <a:pt x="1345" y="1390"/>
                  <a:pt x="1306" y="1474"/>
                  <a:pt x="1270" y="1558"/>
                </a:cubicBezTo>
                <a:lnTo>
                  <a:pt x="1162" y="1846"/>
                </a:lnTo>
                <a:cubicBezTo>
                  <a:pt x="1126" y="1942"/>
                  <a:pt x="1093" y="2050"/>
                  <a:pt x="1057" y="2146"/>
                </a:cubicBezTo>
                <a:cubicBezTo>
                  <a:pt x="1025" y="2253"/>
                  <a:pt x="992" y="2361"/>
                  <a:pt x="961" y="2469"/>
                </a:cubicBezTo>
                <a:cubicBezTo>
                  <a:pt x="927" y="2577"/>
                  <a:pt x="896" y="2685"/>
                  <a:pt x="862" y="2793"/>
                </a:cubicBezTo>
                <a:lnTo>
                  <a:pt x="684" y="3536"/>
                </a:lnTo>
                <a:lnTo>
                  <a:pt x="600" y="3920"/>
                </a:lnTo>
                <a:lnTo>
                  <a:pt x="524" y="4339"/>
                </a:lnTo>
                <a:cubicBezTo>
                  <a:pt x="500" y="4483"/>
                  <a:pt x="473" y="4615"/>
                  <a:pt x="449" y="4759"/>
                </a:cubicBezTo>
                <a:cubicBezTo>
                  <a:pt x="427" y="4903"/>
                  <a:pt x="403" y="5058"/>
                  <a:pt x="382" y="5202"/>
                </a:cubicBezTo>
                <a:cubicBezTo>
                  <a:pt x="360" y="5346"/>
                  <a:pt x="341" y="5502"/>
                  <a:pt x="319" y="5646"/>
                </a:cubicBezTo>
                <a:cubicBezTo>
                  <a:pt x="300" y="5802"/>
                  <a:pt x="279" y="5969"/>
                  <a:pt x="259" y="6125"/>
                </a:cubicBezTo>
                <a:lnTo>
                  <a:pt x="209" y="6593"/>
                </a:lnTo>
                <a:cubicBezTo>
                  <a:pt x="192" y="6760"/>
                  <a:pt x="178" y="6928"/>
                  <a:pt x="161" y="7096"/>
                </a:cubicBezTo>
                <a:cubicBezTo>
                  <a:pt x="146" y="7252"/>
                  <a:pt x="132" y="7420"/>
                  <a:pt x="118" y="7576"/>
                </a:cubicBezTo>
                <a:cubicBezTo>
                  <a:pt x="106" y="7755"/>
                  <a:pt x="96" y="7923"/>
                  <a:pt x="84" y="8103"/>
                </a:cubicBezTo>
                <a:cubicBezTo>
                  <a:pt x="74" y="8271"/>
                  <a:pt x="62" y="8451"/>
                  <a:pt x="53" y="8618"/>
                </a:cubicBezTo>
                <a:cubicBezTo>
                  <a:pt x="46" y="8798"/>
                  <a:pt x="36" y="8978"/>
                  <a:pt x="29" y="9158"/>
                </a:cubicBezTo>
                <a:cubicBezTo>
                  <a:pt x="24" y="9338"/>
                  <a:pt x="17" y="9517"/>
                  <a:pt x="12" y="9697"/>
                </a:cubicBezTo>
                <a:cubicBezTo>
                  <a:pt x="10" y="9877"/>
                  <a:pt x="5" y="10069"/>
                  <a:pt x="2" y="10249"/>
                </a:cubicBezTo>
                <a:cubicBezTo>
                  <a:pt x="2" y="10428"/>
                  <a:pt x="0" y="10620"/>
                  <a:pt x="0" y="10800"/>
                </a:cubicBezTo>
              </a:path>
            </a:pathLst>
          </a:custGeom>
          <a:ln w="25400">
            <a:solidFill>
              <a:srgbClr val="808080"/>
            </a:solidFill>
            <a:prstDash val="sysDash"/>
          </a:ln>
        </p:spPr>
        <p:txBody>
          <a:bodyPr lIns="121919" tIns="121919" rIns="121919" bIns="121919"/>
          <a:lstStyle/>
          <a:p>
            <a:pPr algn="r" defTabSz="914400">
              <a:defRPr sz="4800">
                <a:latin typeface="Calibri"/>
                <a:ea typeface="Calibri"/>
                <a:cs typeface="Calibri"/>
                <a:sym typeface="Calibri"/>
              </a:defRPr>
            </a:pPr>
          </a:p>
        </p:txBody>
      </p:sp>
      <p:sp>
        <p:nvSpPr>
          <p:cNvPr id="10296" name="Shape 10296"/>
          <p:cNvSpPr/>
          <p:nvPr/>
        </p:nvSpPr>
        <p:spPr>
          <a:xfrm>
            <a:off x="7681599" y="8022374"/>
            <a:ext cx="1219201" cy="1219201"/>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297" name="Shape 10297"/>
          <p:cNvSpPr/>
          <p:nvPr/>
        </p:nvSpPr>
        <p:spPr>
          <a:xfrm>
            <a:off x="13318569" y="8022374"/>
            <a:ext cx="1219201" cy="1219201"/>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298" name="Shape 10298"/>
          <p:cNvSpPr/>
          <p:nvPr/>
        </p:nvSpPr>
        <p:spPr>
          <a:xfrm>
            <a:off x="18955545" y="8022374"/>
            <a:ext cx="1219201" cy="1219201"/>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299" name="Shape 10299"/>
          <p:cNvSpPr/>
          <p:nvPr/>
        </p:nvSpPr>
        <p:spPr>
          <a:xfrm>
            <a:off x="7681599" y="3813566"/>
            <a:ext cx="1219201" cy="1219201"/>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300" name="Shape 10300"/>
          <p:cNvSpPr/>
          <p:nvPr/>
        </p:nvSpPr>
        <p:spPr>
          <a:xfrm>
            <a:off x="2816349" y="6453323"/>
            <a:ext cx="1254193" cy="1254193"/>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301" name="Shape 10301"/>
          <p:cNvSpPr/>
          <p:nvPr/>
        </p:nvSpPr>
        <p:spPr>
          <a:xfrm>
            <a:off x="6174458" y="5433875"/>
            <a:ext cx="4233484" cy="423665"/>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2" name="Shape 10302"/>
          <p:cNvSpPr/>
          <p:nvPr/>
        </p:nvSpPr>
        <p:spPr>
          <a:xfrm>
            <a:off x="1310271" y="8147287"/>
            <a:ext cx="4233484" cy="423664"/>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3" name="Shape 10303"/>
          <p:cNvSpPr/>
          <p:nvPr/>
        </p:nvSpPr>
        <p:spPr>
          <a:xfrm>
            <a:off x="11811429" y="5433875"/>
            <a:ext cx="4233484" cy="423665"/>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4" name="Shape 10304"/>
          <p:cNvSpPr/>
          <p:nvPr/>
        </p:nvSpPr>
        <p:spPr>
          <a:xfrm>
            <a:off x="17448403" y="5433875"/>
            <a:ext cx="4233483" cy="423665"/>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5" name="Shape 10305"/>
          <p:cNvSpPr/>
          <p:nvPr/>
        </p:nvSpPr>
        <p:spPr>
          <a:xfrm>
            <a:off x="6174458" y="9674572"/>
            <a:ext cx="4233484" cy="423664"/>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6" name="Shape 10306"/>
          <p:cNvSpPr/>
          <p:nvPr/>
        </p:nvSpPr>
        <p:spPr>
          <a:xfrm>
            <a:off x="11811429" y="9674572"/>
            <a:ext cx="4233484" cy="423664"/>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7" name="Shape 10307"/>
          <p:cNvSpPr/>
          <p:nvPr/>
        </p:nvSpPr>
        <p:spPr>
          <a:xfrm>
            <a:off x="17448403" y="9674572"/>
            <a:ext cx="4233483" cy="423664"/>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lnSpc>
                <a:spcPts val="3400"/>
              </a:lnSpc>
              <a:spcBef>
                <a:spcPts val="300"/>
              </a:spcBef>
              <a:defRPr sz="2900">
                <a:latin typeface="Montserrat"/>
                <a:ea typeface="Montserrat"/>
                <a:cs typeface="Montserrat"/>
                <a:sym typeface="Montserrat"/>
              </a:defRPr>
            </a:lvl1pPr>
          </a:lstStyle>
          <a:p>
            <a:pPr/>
            <a:r>
              <a:t>Texto</a:t>
            </a:r>
          </a:p>
        </p:txBody>
      </p:sp>
      <p:sp>
        <p:nvSpPr>
          <p:cNvPr id="10308" name="Shape 10308"/>
          <p:cNvSpPr/>
          <p:nvPr/>
        </p:nvSpPr>
        <p:spPr>
          <a:xfrm>
            <a:off x="13318569" y="3813566"/>
            <a:ext cx="1219201" cy="1219201"/>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309" name="Shape 10309"/>
          <p:cNvSpPr/>
          <p:nvPr/>
        </p:nvSpPr>
        <p:spPr>
          <a:xfrm>
            <a:off x="18955545" y="3813566"/>
            <a:ext cx="1219201" cy="1219201"/>
          </a:xfrm>
          <a:prstGeom prst="ellipse">
            <a:avLst/>
          </a:prstGeom>
          <a:solidFill>
            <a:srgbClr val="234770"/>
          </a:solidFill>
          <a:ln w="12700">
            <a:miter lim="400000"/>
          </a:ln>
        </p:spPr>
        <p:txBody>
          <a:bodyPr lIns="121919" tIns="121919" rIns="121919" bIns="121919" anchor="ctr"/>
          <a:lstStyle/>
          <a:p>
            <a:pPr defTabSz="825500">
              <a:defRPr sz="3200"/>
            </a:pPr>
          </a:p>
        </p:txBody>
      </p:sp>
      <p:sp>
        <p:nvSpPr>
          <p:cNvPr id="10310" name="Shape 10310"/>
          <p:cNvSpPr/>
          <p:nvPr/>
        </p:nvSpPr>
        <p:spPr>
          <a:xfrm>
            <a:off x="8011775" y="4016732"/>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311" name="Shape 10311"/>
          <p:cNvSpPr/>
          <p:nvPr/>
        </p:nvSpPr>
        <p:spPr>
          <a:xfrm>
            <a:off x="3147589" y="6673986"/>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312" name="Shape 10312"/>
          <p:cNvSpPr/>
          <p:nvPr/>
        </p:nvSpPr>
        <p:spPr>
          <a:xfrm>
            <a:off x="13648745" y="3956325"/>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313" name="Shape 10313"/>
          <p:cNvSpPr/>
          <p:nvPr/>
        </p:nvSpPr>
        <p:spPr>
          <a:xfrm>
            <a:off x="19285720" y="3956325"/>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314" name="Shape 10314"/>
          <p:cNvSpPr/>
          <p:nvPr/>
        </p:nvSpPr>
        <p:spPr>
          <a:xfrm>
            <a:off x="8011775" y="8255744"/>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315" name="Shape 10315"/>
          <p:cNvSpPr/>
          <p:nvPr/>
        </p:nvSpPr>
        <p:spPr>
          <a:xfrm>
            <a:off x="13648745" y="8195337"/>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316" name="Shape 10316"/>
          <p:cNvSpPr/>
          <p:nvPr/>
        </p:nvSpPr>
        <p:spPr>
          <a:xfrm>
            <a:off x="19285720" y="8195337"/>
            <a:ext cx="558849" cy="81286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868" y="20925"/>
                </a:moveTo>
                <a:cubicBezTo>
                  <a:pt x="14195" y="20981"/>
                  <a:pt x="14318" y="21121"/>
                  <a:pt x="14236" y="21347"/>
                </a:cubicBezTo>
                <a:cubicBezTo>
                  <a:pt x="14154" y="21516"/>
                  <a:pt x="13991" y="21600"/>
                  <a:pt x="13745" y="21600"/>
                </a:cubicBezTo>
                <a:cubicBezTo>
                  <a:pt x="13704" y="21600"/>
                  <a:pt x="13663" y="21600"/>
                  <a:pt x="13623" y="21600"/>
                </a:cubicBezTo>
                <a:lnTo>
                  <a:pt x="7241" y="20587"/>
                </a:lnTo>
                <a:cubicBezTo>
                  <a:pt x="6913" y="20559"/>
                  <a:pt x="6790" y="20433"/>
                  <a:pt x="6873" y="20208"/>
                </a:cubicBezTo>
                <a:cubicBezTo>
                  <a:pt x="6954" y="19983"/>
                  <a:pt x="7158" y="19899"/>
                  <a:pt x="7486" y="19955"/>
                </a:cubicBezTo>
                <a:cubicBezTo>
                  <a:pt x="7486" y="19955"/>
                  <a:pt x="13868" y="20925"/>
                  <a:pt x="13868" y="20925"/>
                </a:cubicBezTo>
                <a:close/>
                <a:moveTo>
                  <a:pt x="14605" y="19913"/>
                </a:moveTo>
                <a:lnTo>
                  <a:pt x="6750" y="18689"/>
                </a:lnTo>
                <a:cubicBezTo>
                  <a:pt x="6422" y="18633"/>
                  <a:pt x="6299" y="18493"/>
                  <a:pt x="6382" y="18267"/>
                </a:cubicBezTo>
                <a:cubicBezTo>
                  <a:pt x="6463" y="18042"/>
                  <a:pt x="6668" y="17958"/>
                  <a:pt x="6995" y="18014"/>
                </a:cubicBezTo>
                <a:lnTo>
                  <a:pt x="14850" y="19237"/>
                </a:lnTo>
                <a:cubicBezTo>
                  <a:pt x="15177" y="19294"/>
                  <a:pt x="15300" y="19435"/>
                  <a:pt x="15218" y="19659"/>
                </a:cubicBezTo>
                <a:cubicBezTo>
                  <a:pt x="15136" y="19828"/>
                  <a:pt x="14973" y="19913"/>
                  <a:pt x="14727" y="19913"/>
                </a:cubicBezTo>
                <a:cubicBezTo>
                  <a:pt x="14686" y="19913"/>
                  <a:pt x="14645" y="19913"/>
                  <a:pt x="14605" y="19913"/>
                </a:cubicBezTo>
                <a:close/>
                <a:moveTo>
                  <a:pt x="18317" y="2046"/>
                </a:moveTo>
                <a:cubicBezTo>
                  <a:pt x="20505" y="3411"/>
                  <a:pt x="21600" y="5204"/>
                  <a:pt x="21600" y="7425"/>
                </a:cubicBezTo>
                <a:cubicBezTo>
                  <a:pt x="21600" y="9703"/>
                  <a:pt x="20311" y="11588"/>
                  <a:pt x="17734" y="13078"/>
                </a:cubicBezTo>
                <a:lnTo>
                  <a:pt x="17673" y="13078"/>
                </a:lnTo>
                <a:cubicBezTo>
                  <a:pt x="16814" y="13753"/>
                  <a:pt x="16271" y="14217"/>
                  <a:pt x="16047" y="14470"/>
                </a:cubicBezTo>
                <a:cubicBezTo>
                  <a:pt x="15821" y="14723"/>
                  <a:pt x="15709" y="15019"/>
                  <a:pt x="15709" y="15356"/>
                </a:cubicBezTo>
                <a:lnTo>
                  <a:pt x="15709" y="15398"/>
                </a:lnTo>
                <a:cubicBezTo>
                  <a:pt x="15709" y="15427"/>
                  <a:pt x="15709" y="15455"/>
                  <a:pt x="15709" y="15483"/>
                </a:cubicBezTo>
                <a:lnTo>
                  <a:pt x="15709" y="15525"/>
                </a:lnTo>
                <a:cubicBezTo>
                  <a:pt x="15668" y="15778"/>
                  <a:pt x="15525" y="15975"/>
                  <a:pt x="15279" y="16116"/>
                </a:cubicBezTo>
                <a:cubicBezTo>
                  <a:pt x="14993" y="16228"/>
                  <a:pt x="14666" y="16242"/>
                  <a:pt x="14298" y="16158"/>
                </a:cubicBezTo>
                <a:lnTo>
                  <a:pt x="10248" y="15525"/>
                </a:lnTo>
                <a:cubicBezTo>
                  <a:pt x="9920" y="15469"/>
                  <a:pt x="9797" y="15329"/>
                  <a:pt x="9880" y="15103"/>
                </a:cubicBezTo>
                <a:cubicBezTo>
                  <a:pt x="9961" y="14878"/>
                  <a:pt x="10165" y="14794"/>
                  <a:pt x="10493" y="14850"/>
                </a:cubicBezTo>
                <a:lnTo>
                  <a:pt x="14605" y="15525"/>
                </a:lnTo>
                <a:lnTo>
                  <a:pt x="14727" y="15525"/>
                </a:lnTo>
                <a:cubicBezTo>
                  <a:pt x="14727" y="15497"/>
                  <a:pt x="14727" y="15469"/>
                  <a:pt x="14727" y="15441"/>
                </a:cubicBezTo>
                <a:lnTo>
                  <a:pt x="14727" y="15356"/>
                </a:lnTo>
                <a:cubicBezTo>
                  <a:pt x="14727" y="14907"/>
                  <a:pt x="14870" y="14513"/>
                  <a:pt x="15157" y="14175"/>
                </a:cubicBezTo>
                <a:cubicBezTo>
                  <a:pt x="15443" y="13837"/>
                  <a:pt x="16056" y="13317"/>
                  <a:pt x="16998" y="12614"/>
                </a:cubicBezTo>
                <a:cubicBezTo>
                  <a:pt x="17038" y="12558"/>
                  <a:pt x="17099" y="12530"/>
                  <a:pt x="17182" y="12530"/>
                </a:cubicBezTo>
                <a:cubicBezTo>
                  <a:pt x="19472" y="11152"/>
                  <a:pt x="20618" y="9450"/>
                  <a:pt x="20618" y="7425"/>
                </a:cubicBezTo>
                <a:cubicBezTo>
                  <a:pt x="20618" y="5400"/>
                  <a:pt x="19626" y="3769"/>
                  <a:pt x="17642" y="2531"/>
                </a:cubicBezTo>
                <a:cubicBezTo>
                  <a:pt x="15657" y="1294"/>
                  <a:pt x="13377" y="675"/>
                  <a:pt x="10800" y="675"/>
                </a:cubicBezTo>
                <a:cubicBezTo>
                  <a:pt x="8263" y="675"/>
                  <a:pt x="5993" y="1301"/>
                  <a:pt x="3989" y="2552"/>
                </a:cubicBezTo>
                <a:cubicBezTo>
                  <a:pt x="1984" y="3804"/>
                  <a:pt x="982" y="5428"/>
                  <a:pt x="982" y="7425"/>
                </a:cubicBezTo>
                <a:cubicBezTo>
                  <a:pt x="982" y="9478"/>
                  <a:pt x="2148" y="11180"/>
                  <a:pt x="4480" y="12530"/>
                </a:cubicBezTo>
                <a:cubicBezTo>
                  <a:pt x="4520" y="12558"/>
                  <a:pt x="4561" y="12586"/>
                  <a:pt x="4602" y="12614"/>
                </a:cubicBezTo>
                <a:cubicBezTo>
                  <a:pt x="5584" y="13317"/>
                  <a:pt x="6207" y="13837"/>
                  <a:pt x="6474" y="14175"/>
                </a:cubicBezTo>
                <a:cubicBezTo>
                  <a:pt x="6739" y="14513"/>
                  <a:pt x="6873" y="14907"/>
                  <a:pt x="6873" y="15356"/>
                </a:cubicBezTo>
                <a:lnTo>
                  <a:pt x="6873" y="15736"/>
                </a:lnTo>
                <a:lnTo>
                  <a:pt x="6873" y="15863"/>
                </a:lnTo>
                <a:cubicBezTo>
                  <a:pt x="6873" y="16088"/>
                  <a:pt x="6913" y="16200"/>
                  <a:pt x="6995" y="16200"/>
                </a:cubicBezTo>
                <a:lnTo>
                  <a:pt x="14911" y="17423"/>
                </a:lnTo>
                <a:cubicBezTo>
                  <a:pt x="15238" y="17452"/>
                  <a:pt x="15361" y="17578"/>
                  <a:pt x="15279" y="17803"/>
                </a:cubicBezTo>
                <a:cubicBezTo>
                  <a:pt x="15238" y="17972"/>
                  <a:pt x="15095" y="18056"/>
                  <a:pt x="14850" y="18056"/>
                </a:cubicBezTo>
                <a:cubicBezTo>
                  <a:pt x="14809" y="18056"/>
                  <a:pt x="14768" y="18056"/>
                  <a:pt x="14727" y="18056"/>
                </a:cubicBezTo>
                <a:lnTo>
                  <a:pt x="6750" y="16875"/>
                </a:lnTo>
                <a:cubicBezTo>
                  <a:pt x="6136" y="16735"/>
                  <a:pt x="5850" y="16397"/>
                  <a:pt x="5891" y="15863"/>
                </a:cubicBezTo>
                <a:lnTo>
                  <a:pt x="5891" y="15736"/>
                </a:lnTo>
                <a:cubicBezTo>
                  <a:pt x="5891" y="15680"/>
                  <a:pt x="5891" y="15553"/>
                  <a:pt x="5891" y="15356"/>
                </a:cubicBezTo>
                <a:cubicBezTo>
                  <a:pt x="5891" y="15019"/>
                  <a:pt x="5778" y="14723"/>
                  <a:pt x="5553" y="14470"/>
                </a:cubicBezTo>
                <a:cubicBezTo>
                  <a:pt x="5328" y="14217"/>
                  <a:pt x="4786" y="13753"/>
                  <a:pt x="3927" y="13078"/>
                </a:cubicBezTo>
                <a:cubicBezTo>
                  <a:pt x="3886" y="13078"/>
                  <a:pt x="3845" y="13064"/>
                  <a:pt x="3805" y="13036"/>
                </a:cubicBezTo>
                <a:cubicBezTo>
                  <a:pt x="1268" y="11574"/>
                  <a:pt x="0" y="9703"/>
                  <a:pt x="0" y="7425"/>
                </a:cubicBezTo>
                <a:cubicBezTo>
                  <a:pt x="0" y="5231"/>
                  <a:pt x="1105" y="3446"/>
                  <a:pt x="3314" y="2067"/>
                </a:cubicBezTo>
                <a:cubicBezTo>
                  <a:pt x="5523" y="689"/>
                  <a:pt x="8018" y="0"/>
                  <a:pt x="10800" y="0"/>
                </a:cubicBezTo>
                <a:cubicBezTo>
                  <a:pt x="13623" y="0"/>
                  <a:pt x="16128" y="682"/>
                  <a:pt x="18317" y="2046"/>
                </a:cubicBezTo>
                <a:close/>
              </a:path>
            </a:pathLst>
          </a:custGeom>
          <a:solidFill>
            <a:srgbClr val="FFFFFF"/>
          </a:solidFill>
          <a:ln w="12700">
            <a:miter lim="400000"/>
          </a:ln>
        </p:spPr>
        <p:txBody>
          <a:bodyPr lIns="38100" tIns="38100" rIns="38100" bIns="38100" anchor="ct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sld>
</file>

<file path=ppt/slides/slide26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320" name="Shape 10320"/>
          <p:cNvSpPr/>
          <p:nvPr>
            <p:ph type="title"/>
          </p:nvPr>
        </p:nvSpPr>
        <p:spPr>
          <a:prstGeom prst="rect">
            <a:avLst/>
          </a:prstGeom>
        </p:spPr>
        <p:txBody>
          <a:bodyPr/>
          <a:lstStyle/>
          <a:p>
            <a:pPr/>
            <a:r>
              <a:t>Plan / Proceso</a:t>
            </a:r>
          </a:p>
        </p:txBody>
      </p:sp>
      <p:sp>
        <p:nvSpPr>
          <p:cNvPr id="10321" name="Shape 10321"/>
          <p:cNvSpPr/>
          <p:nvPr/>
        </p:nvSpPr>
        <p:spPr>
          <a:xfrm>
            <a:off x="12191999" y="6200859"/>
            <a:ext cx="4233" cy="1710267"/>
          </a:xfrm>
          <a:prstGeom prst="line">
            <a:avLst/>
          </a:prstGeom>
          <a:ln w="50800">
            <a:solidFill>
              <a:srgbClr val="234770"/>
            </a:solidFill>
            <a:miter lim="400000"/>
          </a:ln>
        </p:spPr>
        <p:txBody>
          <a:bodyPr lIns="121919" tIns="121919" rIns="121919" bIns="121919"/>
          <a:lstStyle/>
          <a:p>
            <a:pPr algn="l" defTabSz="457200">
              <a:defRPr sz="3200">
                <a:latin typeface="Helvetica"/>
                <a:ea typeface="Helvetica"/>
                <a:cs typeface="Helvetica"/>
                <a:sym typeface="Helvetica"/>
              </a:defRPr>
            </a:pPr>
          </a:p>
        </p:txBody>
      </p:sp>
      <p:sp>
        <p:nvSpPr>
          <p:cNvPr id="10322" name="Shape 10322"/>
          <p:cNvSpPr/>
          <p:nvPr/>
        </p:nvSpPr>
        <p:spPr>
          <a:xfrm>
            <a:off x="3386666" y="6975561"/>
            <a:ext cx="8047569" cy="9355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11761"/>
                </a:lnTo>
                <a:lnTo>
                  <a:pt x="4" y="11175"/>
                </a:lnTo>
                <a:lnTo>
                  <a:pt x="11" y="10556"/>
                </a:lnTo>
                <a:lnTo>
                  <a:pt x="15" y="9969"/>
                </a:lnTo>
                <a:lnTo>
                  <a:pt x="27" y="9383"/>
                </a:lnTo>
                <a:lnTo>
                  <a:pt x="45" y="8862"/>
                </a:lnTo>
                <a:lnTo>
                  <a:pt x="61" y="8275"/>
                </a:lnTo>
                <a:lnTo>
                  <a:pt x="106" y="7200"/>
                </a:lnTo>
                <a:lnTo>
                  <a:pt x="170" y="6190"/>
                </a:lnTo>
                <a:lnTo>
                  <a:pt x="235" y="5213"/>
                </a:lnTo>
                <a:lnTo>
                  <a:pt x="314" y="4300"/>
                </a:lnTo>
                <a:lnTo>
                  <a:pt x="405" y="3486"/>
                </a:lnTo>
                <a:lnTo>
                  <a:pt x="500" y="2704"/>
                </a:lnTo>
                <a:lnTo>
                  <a:pt x="610" y="2020"/>
                </a:lnTo>
                <a:lnTo>
                  <a:pt x="720" y="1433"/>
                </a:lnTo>
                <a:lnTo>
                  <a:pt x="841" y="912"/>
                </a:lnTo>
                <a:lnTo>
                  <a:pt x="962" y="521"/>
                </a:lnTo>
                <a:lnTo>
                  <a:pt x="1030" y="391"/>
                </a:lnTo>
                <a:lnTo>
                  <a:pt x="1095" y="228"/>
                </a:lnTo>
                <a:lnTo>
                  <a:pt x="1159" y="130"/>
                </a:lnTo>
                <a:lnTo>
                  <a:pt x="1227" y="33"/>
                </a:lnTo>
                <a:lnTo>
                  <a:pt x="1303" y="0"/>
                </a:lnTo>
                <a:lnTo>
                  <a:pt x="2160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3" name="Shape 10323"/>
          <p:cNvSpPr/>
          <p:nvPr/>
        </p:nvSpPr>
        <p:spPr>
          <a:xfrm>
            <a:off x="11434233" y="6192392"/>
            <a:ext cx="537636" cy="7831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262" y="21600"/>
                </a:lnTo>
                <a:lnTo>
                  <a:pt x="3280" y="21522"/>
                </a:lnTo>
                <a:lnTo>
                  <a:pt x="5315" y="21289"/>
                </a:lnTo>
                <a:lnTo>
                  <a:pt x="6333" y="21133"/>
                </a:lnTo>
                <a:lnTo>
                  <a:pt x="7238" y="20938"/>
                </a:lnTo>
                <a:lnTo>
                  <a:pt x="9160" y="20471"/>
                </a:lnTo>
                <a:lnTo>
                  <a:pt x="10913" y="19926"/>
                </a:lnTo>
                <a:lnTo>
                  <a:pt x="12609" y="19226"/>
                </a:lnTo>
                <a:lnTo>
                  <a:pt x="14193" y="18409"/>
                </a:lnTo>
                <a:lnTo>
                  <a:pt x="15663" y="17475"/>
                </a:lnTo>
                <a:lnTo>
                  <a:pt x="17020" y="16502"/>
                </a:lnTo>
                <a:lnTo>
                  <a:pt x="18151" y="15412"/>
                </a:lnTo>
                <a:lnTo>
                  <a:pt x="19169" y="14244"/>
                </a:lnTo>
                <a:lnTo>
                  <a:pt x="20017" y="13038"/>
                </a:lnTo>
                <a:lnTo>
                  <a:pt x="20695" y="11676"/>
                </a:lnTo>
                <a:lnTo>
                  <a:pt x="21035" y="11053"/>
                </a:lnTo>
                <a:lnTo>
                  <a:pt x="21374" y="9652"/>
                </a:lnTo>
                <a:lnTo>
                  <a:pt x="21543" y="8990"/>
                </a:lnTo>
                <a:lnTo>
                  <a:pt x="21600" y="8290"/>
                </a:lnTo>
                <a:lnTo>
                  <a:pt x="2160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4" name="Shape 10324"/>
          <p:cNvSpPr/>
          <p:nvPr/>
        </p:nvSpPr>
        <p:spPr>
          <a:xfrm>
            <a:off x="11544301" y="6200859"/>
            <a:ext cx="541868" cy="9186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362" y="21600"/>
                </a:lnTo>
                <a:lnTo>
                  <a:pt x="3375" y="21533"/>
                </a:lnTo>
                <a:lnTo>
                  <a:pt x="5400" y="21334"/>
                </a:lnTo>
                <a:lnTo>
                  <a:pt x="6356" y="21201"/>
                </a:lnTo>
                <a:lnTo>
                  <a:pt x="7313" y="21034"/>
                </a:lnTo>
                <a:lnTo>
                  <a:pt x="9225" y="20668"/>
                </a:lnTo>
                <a:lnTo>
                  <a:pt x="10969" y="20169"/>
                </a:lnTo>
                <a:lnTo>
                  <a:pt x="12656" y="19570"/>
                </a:lnTo>
                <a:lnTo>
                  <a:pt x="14231" y="18871"/>
                </a:lnTo>
                <a:lnTo>
                  <a:pt x="15694" y="18072"/>
                </a:lnTo>
                <a:lnTo>
                  <a:pt x="16931" y="17240"/>
                </a:lnTo>
                <a:lnTo>
                  <a:pt x="18169" y="16308"/>
                </a:lnTo>
                <a:lnTo>
                  <a:pt x="19181" y="15310"/>
                </a:lnTo>
                <a:lnTo>
                  <a:pt x="20025" y="14278"/>
                </a:lnTo>
                <a:lnTo>
                  <a:pt x="20700" y="13146"/>
                </a:lnTo>
                <a:lnTo>
                  <a:pt x="20925" y="12581"/>
                </a:lnTo>
                <a:lnTo>
                  <a:pt x="21206" y="11982"/>
                </a:lnTo>
                <a:lnTo>
                  <a:pt x="21375" y="11382"/>
                </a:lnTo>
                <a:lnTo>
                  <a:pt x="21544" y="10817"/>
                </a:lnTo>
                <a:lnTo>
                  <a:pt x="21600" y="10218"/>
                </a:lnTo>
                <a:lnTo>
                  <a:pt x="2160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5" name="Shape 10325"/>
          <p:cNvSpPr/>
          <p:nvPr/>
        </p:nvSpPr>
        <p:spPr>
          <a:xfrm>
            <a:off x="7628466" y="7119494"/>
            <a:ext cx="3915835" cy="7916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13144"/>
                </a:lnTo>
                <a:lnTo>
                  <a:pt x="8" y="12453"/>
                </a:lnTo>
                <a:lnTo>
                  <a:pt x="55" y="11069"/>
                </a:lnTo>
                <a:lnTo>
                  <a:pt x="78" y="10416"/>
                </a:lnTo>
                <a:lnTo>
                  <a:pt x="125" y="9762"/>
                </a:lnTo>
                <a:lnTo>
                  <a:pt x="218" y="8494"/>
                </a:lnTo>
                <a:lnTo>
                  <a:pt x="335" y="7302"/>
                </a:lnTo>
                <a:lnTo>
                  <a:pt x="475" y="6149"/>
                </a:lnTo>
                <a:lnTo>
                  <a:pt x="639" y="5073"/>
                </a:lnTo>
                <a:lnTo>
                  <a:pt x="826" y="4112"/>
                </a:lnTo>
                <a:lnTo>
                  <a:pt x="1020" y="3190"/>
                </a:lnTo>
                <a:lnTo>
                  <a:pt x="1239" y="2383"/>
                </a:lnTo>
                <a:lnTo>
                  <a:pt x="1472" y="1691"/>
                </a:lnTo>
                <a:lnTo>
                  <a:pt x="1714" y="1076"/>
                </a:lnTo>
                <a:lnTo>
                  <a:pt x="1979" y="615"/>
                </a:lnTo>
                <a:lnTo>
                  <a:pt x="2111" y="461"/>
                </a:lnTo>
                <a:lnTo>
                  <a:pt x="2243" y="269"/>
                </a:lnTo>
                <a:lnTo>
                  <a:pt x="2524" y="38"/>
                </a:lnTo>
                <a:lnTo>
                  <a:pt x="2664" y="0"/>
                </a:lnTo>
                <a:lnTo>
                  <a:pt x="2160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6" name="Shape 10326"/>
          <p:cNvSpPr/>
          <p:nvPr/>
        </p:nvSpPr>
        <p:spPr>
          <a:xfrm>
            <a:off x="12949767" y="6975561"/>
            <a:ext cx="8047569" cy="9355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600" y="11761"/>
                </a:lnTo>
                <a:lnTo>
                  <a:pt x="21596" y="11175"/>
                </a:lnTo>
                <a:lnTo>
                  <a:pt x="21589" y="10556"/>
                </a:lnTo>
                <a:lnTo>
                  <a:pt x="21585" y="9969"/>
                </a:lnTo>
                <a:lnTo>
                  <a:pt x="21573" y="9383"/>
                </a:lnTo>
                <a:lnTo>
                  <a:pt x="21555" y="8862"/>
                </a:lnTo>
                <a:lnTo>
                  <a:pt x="21539" y="8275"/>
                </a:lnTo>
                <a:lnTo>
                  <a:pt x="21494" y="7200"/>
                </a:lnTo>
                <a:lnTo>
                  <a:pt x="21430" y="6190"/>
                </a:lnTo>
                <a:lnTo>
                  <a:pt x="21365" y="5213"/>
                </a:lnTo>
                <a:lnTo>
                  <a:pt x="21286" y="4300"/>
                </a:lnTo>
                <a:lnTo>
                  <a:pt x="21195" y="3486"/>
                </a:lnTo>
                <a:lnTo>
                  <a:pt x="21100" y="2704"/>
                </a:lnTo>
                <a:lnTo>
                  <a:pt x="20990" y="2020"/>
                </a:lnTo>
                <a:lnTo>
                  <a:pt x="20880" y="1433"/>
                </a:lnTo>
                <a:lnTo>
                  <a:pt x="20759" y="912"/>
                </a:lnTo>
                <a:lnTo>
                  <a:pt x="20638" y="521"/>
                </a:lnTo>
                <a:lnTo>
                  <a:pt x="20570" y="391"/>
                </a:lnTo>
                <a:lnTo>
                  <a:pt x="20505" y="228"/>
                </a:lnTo>
                <a:lnTo>
                  <a:pt x="20441" y="130"/>
                </a:lnTo>
                <a:lnTo>
                  <a:pt x="20373" y="33"/>
                </a:lnTo>
                <a:lnTo>
                  <a:pt x="20297" y="0"/>
                </a:lnTo>
                <a:lnTo>
                  <a:pt x="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7" name="Shape 10327"/>
          <p:cNvSpPr/>
          <p:nvPr/>
        </p:nvSpPr>
        <p:spPr>
          <a:xfrm>
            <a:off x="12412133" y="6192392"/>
            <a:ext cx="537636" cy="7831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19338" y="21600"/>
                </a:lnTo>
                <a:lnTo>
                  <a:pt x="18320" y="21522"/>
                </a:lnTo>
                <a:lnTo>
                  <a:pt x="17246" y="21405"/>
                </a:lnTo>
                <a:lnTo>
                  <a:pt x="16285" y="21289"/>
                </a:lnTo>
                <a:lnTo>
                  <a:pt x="15267" y="21133"/>
                </a:lnTo>
                <a:lnTo>
                  <a:pt x="14249" y="20938"/>
                </a:lnTo>
                <a:lnTo>
                  <a:pt x="12440" y="20471"/>
                </a:lnTo>
                <a:lnTo>
                  <a:pt x="10687" y="19926"/>
                </a:lnTo>
                <a:lnTo>
                  <a:pt x="8991" y="19226"/>
                </a:lnTo>
                <a:lnTo>
                  <a:pt x="7407" y="18409"/>
                </a:lnTo>
                <a:lnTo>
                  <a:pt x="5937" y="17475"/>
                </a:lnTo>
                <a:lnTo>
                  <a:pt x="4580" y="16502"/>
                </a:lnTo>
                <a:lnTo>
                  <a:pt x="3449" y="15412"/>
                </a:lnTo>
                <a:lnTo>
                  <a:pt x="2431" y="14244"/>
                </a:lnTo>
                <a:lnTo>
                  <a:pt x="1583" y="13038"/>
                </a:lnTo>
                <a:lnTo>
                  <a:pt x="905" y="11676"/>
                </a:lnTo>
                <a:lnTo>
                  <a:pt x="565" y="11053"/>
                </a:lnTo>
                <a:lnTo>
                  <a:pt x="226" y="9652"/>
                </a:lnTo>
                <a:lnTo>
                  <a:pt x="57" y="8990"/>
                </a:lnTo>
                <a:lnTo>
                  <a:pt x="0" y="8290"/>
                </a:lnTo>
                <a:lnTo>
                  <a:pt x="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8" name="Shape 10328"/>
          <p:cNvSpPr/>
          <p:nvPr/>
        </p:nvSpPr>
        <p:spPr>
          <a:xfrm>
            <a:off x="12297833" y="6200859"/>
            <a:ext cx="541868" cy="91863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19338" y="21600"/>
                </a:lnTo>
                <a:lnTo>
                  <a:pt x="18320" y="21533"/>
                </a:lnTo>
                <a:lnTo>
                  <a:pt x="16285" y="21334"/>
                </a:lnTo>
                <a:lnTo>
                  <a:pt x="15324" y="21201"/>
                </a:lnTo>
                <a:lnTo>
                  <a:pt x="14362" y="21034"/>
                </a:lnTo>
                <a:lnTo>
                  <a:pt x="12440" y="20668"/>
                </a:lnTo>
                <a:lnTo>
                  <a:pt x="10687" y="20169"/>
                </a:lnTo>
                <a:lnTo>
                  <a:pt x="8991" y="19570"/>
                </a:lnTo>
                <a:lnTo>
                  <a:pt x="7407" y="18871"/>
                </a:lnTo>
                <a:lnTo>
                  <a:pt x="5937" y="18072"/>
                </a:lnTo>
                <a:lnTo>
                  <a:pt x="4637" y="17240"/>
                </a:lnTo>
                <a:lnTo>
                  <a:pt x="3449" y="16308"/>
                </a:lnTo>
                <a:lnTo>
                  <a:pt x="2431" y="15310"/>
                </a:lnTo>
                <a:lnTo>
                  <a:pt x="1583" y="14278"/>
                </a:lnTo>
                <a:lnTo>
                  <a:pt x="905" y="13146"/>
                </a:lnTo>
                <a:lnTo>
                  <a:pt x="679" y="12581"/>
                </a:lnTo>
                <a:lnTo>
                  <a:pt x="396" y="11982"/>
                </a:lnTo>
                <a:lnTo>
                  <a:pt x="226" y="11382"/>
                </a:lnTo>
                <a:lnTo>
                  <a:pt x="57" y="10817"/>
                </a:lnTo>
                <a:lnTo>
                  <a:pt x="0" y="10218"/>
                </a:lnTo>
                <a:lnTo>
                  <a:pt x="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29" name="Shape 10329"/>
          <p:cNvSpPr/>
          <p:nvPr/>
        </p:nvSpPr>
        <p:spPr>
          <a:xfrm>
            <a:off x="12839701" y="7119494"/>
            <a:ext cx="3915836" cy="79163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21600" y="13144"/>
                </a:lnTo>
                <a:lnTo>
                  <a:pt x="21592" y="12453"/>
                </a:lnTo>
                <a:lnTo>
                  <a:pt x="21545" y="11069"/>
                </a:lnTo>
                <a:lnTo>
                  <a:pt x="21507" y="10416"/>
                </a:lnTo>
                <a:lnTo>
                  <a:pt x="21475" y="9762"/>
                </a:lnTo>
                <a:lnTo>
                  <a:pt x="21382" y="8494"/>
                </a:lnTo>
                <a:lnTo>
                  <a:pt x="21265" y="7302"/>
                </a:lnTo>
                <a:lnTo>
                  <a:pt x="21117" y="6149"/>
                </a:lnTo>
                <a:lnTo>
                  <a:pt x="20953" y="5073"/>
                </a:lnTo>
                <a:lnTo>
                  <a:pt x="20774" y="4112"/>
                </a:lnTo>
                <a:lnTo>
                  <a:pt x="20572" y="3190"/>
                </a:lnTo>
                <a:lnTo>
                  <a:pt x="20361" y="2383"/>
                </a:lnTo>
                <a:lnTo>
                  <a:pt x="20128" y="1691"/>
                </a:lnTo>
                <a:lnTo>
                  <a:pt x="19871" y="1076"/>
                </a:lnTo>
                <a:lnTo>
                  <a:pt x="19621" y="615"/>
                </a:lnTo>
                <a:lnTo>
                  <a:pt x="19489" y="461"/>
                </a:lnTo>
                <a:lnTo>
                  <a:pt x="19357" y="269"/>
                </a:lnTo>
                <a:lnTo>
                  <a:pt x="19076" y="38"/>
                </a:lnTo>
                <a:lnTo>
                  <a:pt x="18936" y="0"/>
                </a:lnTo>
                <a:lnTo>
                  <a:pt x="0" y="0"/>
                </a:lnTo>
              </a:path>
            </a:pathLst>
          </a:custGeom>
          <a:ln w="50800">
            <a:solidFill>
              <a:srgbClr val="234770"/>
            </a:solidFill>
            <a:miter lim="400000"/>
          </a:ln>
        </p:spPr>
        <p:txBody>
          <a:bodyPr lIns="121919" tIns="121919" rIns="121919" bIns="121919"/>
          <a:lstStyle/>
          <a:p>
            <a:pPr defTabSz="914400">
              <a:defRPr sz="4800">
                <a:latin typeface="Calibri"/>
                <a:ea typeface="Calibri"/>
                <a:cs typeface="Calibri"/>
                <a:sym typeface="Calibri"/>
              </a:defRPr>
            </a:pPr>
          </a:p>
        </p:txBody>
      </p:sp>
      <p:sp>
        <p:nvSpPr>
          <p:cNvPr id="10330" name="Shape 10330"/>
          <p:cNvSpPr/>
          <p:nvPr/>
        </p:nvSpPr>
        <p:spPr>
          <a:xfrm>
            <a:off x="2903220" y="7883693"/>
            <a:ext cx="975361" cy="975362"/>
          </a:xfrm>
          <a:prstGeom prst="ellipse">
            <a:avLst/>
          </a:prstGeom>
          <a:solidFill>
            <a:srgbClr val="234770"/>
          </a:solidFill>
          <a:ln w="12700">
            <a:miter lim="400000"/>
          </a:ln>
        </p:spPr>
        <p:txBody>
          <a:bodyPr lIns="121919" tIns="121919" rIns="121919" bIns="121919" anchor="ctr"/>
          <a:lstStyle/>
          <a:p>
            <a:pPr defTabSz="825500">
              <a:defRPr sz="3200">
                <a:latin typeface="Montserrat"/>
                <a:ea typeface="Montserrat"/>
                <a:cs typeface="Montserrat"/>
                <a:sym typeface="Montserrat"/>
              </a:defRPr>
            </a:pPr>
          </a:p>
        </p:txBody>
      </p:sp>
      <p:sp>
        <p:nvSpPr>
          <p:cNvPr id="10331" name="Shape 10331"/>
          <p:cNvSpPr/>
          <p:nvPr/>
        </p:nvSpPr>
        <p:spPr>
          <a:xfrm>
            <a:off x="3215793" y="7958624"/>
            <a:ext cx="350216" cy="8255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48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1</a:t>
            </a:r>
          </a:p>
        </p:txBody>
      </p:sp>
      <p:sp>
        <p:nvSpPr>
          <p:cNvPr id="10332" name="Shape 10332"/>
          <p:cNvSpPr/>
          <p:nvPr/>
        </p:nvSpPr>
        <p:spPr>
          <a:xfrm>
            <a:off x="7165295" y="7883693"/>
            <a:ext cx="975361" cy="975362"/>
          </a:xfrm>
          <a:prstGeom prst="ellipse">
            <a:avLst/>
          </a:prstGeom>
          <a:solidFill>
            <a:srgbClr val="234770"/>
          </a:solidFill>
          <a:ln w="12700">
            <a:miter lim="400000"/>
          </a:ln>
        </p:spPr>
        <p:txBody>
          <a:bodyPr lIns="121919" tIns="121919" rIns="121919" bIns="121919" anchor="ctr"/>
          <a:lstStyle/>
          <a:p>
            <a:pPr defTabSz="825500">
              <a:defRPr sz="3200">
                <a:latin typeface="Montserrat"/>
                <a:ea typeface="Montserrat"/>
                <a:cs typeface="Montserrat"/>
                <a:sym typeface="Montserrat"/>
              </a:defRPr>
            </a:pPr>
          </a:p>
        </p:txBody>
      </p:sp>
      <p:sp>
        <p:nvSpPr>
          <p:cNvPr id="10333" name="Shape 10333"/>
          <p:cNvSpPr/>
          <p:nvPr/>
        </p:nvSpPr>
        <p:spPr>
          <a:xfrm>
            <a:off x="7419156" y="7958624"/>
            <a:ext cx="472746" cy="8255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48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2</a:t>
            </a:r>
          </a:p>
        </p:txBody>
      </p:sp>
      <p:sp>
        <p:nvSpPr>
          <p:cNvPr id="10334" name="Shape 10334"/>
          <p:cNvSpPr/>
          <p:nvPr/>
        </p:nvSpPr>
        <p:spPr>
          <a:xfrm>
            <a:off x="11717007" y="7883693"/>
            <a:ext cx="975361" cy="975362"/>
          </a:xfrm>
          <a:prstGeom prst="ellipse">
            <a:avLst/>
          </a:prstGeom>
          <a:solidFill>
            <a:srgbClr val="234770"/>
          </a:solidFill>
          <a:ln w="12700">
            <a:miter lim="400000"/>
          </a:ln>
        </p:spPr>
        <p:txBody>
          <a:bodyPr lIns="121919" tIns="121919" rIns="121919" bIns="121919" anchor="ctr"/>
          <a:lstStyle/>
          <a:p>
            <a:pPr defTabSz="825500">
              <a:defRPr sz="3200">
                <a:latin typeface="Montserrat"/>
                <a:ea typeface="Montserrat"/>
                <a:cs typeface="Montserrat"/>
                <a:sym typeface="Montserrat"/>
              </a:defRPr>
            </a:pPr>
          </a:p>
        </p:txBody>
      </p:sp>
      <p:sp>
        <p:nvSpPr>
          <p:cNvPr id="10335" name="Shape 10335"/>
          <p:cNvSpPr/>
          <p:nvPr/>
        </p:nvSpPr>
        <p:spPr>
          <a:xfrm>
            <a:off x="12009920" y="7958624"/>
            <a:ext cx="442875" cy="8255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48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3</a:t>
            </a:r>
          </a:p>
        </p:txBody>
      </p:sp>
      <p:sp>
        <p:nvSpPr>
          <p:cNvPr id="10336" name="Shape 10336"/>
          <p:cNvSpPr/>
          <p:nvPr/>
        </p:nvSpPr>
        <p:spPr>
          <a:xfrm>
            <a:off x="16322059" y="7883693"/>
            <a:ext cx="975361" cy="975362"/>
          </a:xfrm>
          <a:prstGeom prst="ellipse">
            <a:avLst/>
          </a:prstGeom>
          <a:solidFill>
            <a:srgbClr val="234770"/>
          </a:solidFill>
          <a:ln w="12700">
            <a:miter lim="400000"/>
          </a:ln>
        </p:spPr>
        <p:txBody>
          <a:bodyPr lIns="121919" tIns="121919" rIns="121919" bIns="121919" anchor="ctr"/>
          <a:lstStyle/>
          <a:p>
            <a:pPr defTabSz="825500">
              <a:defRPr sz="3200">
                <a:latin typeface="Montserrat"/>
                <a:ea typeface="Montserrat"/>
                <a:cs typeface="Montserrat"/>
                <a:sym typeface="Montserrat"/>
              </a:defRPr>
            </a:pPr>
          </a:p>
        </p:txBody>
      </p:sp>
      <p:sp>
        <p:nvSpPr>
          <p:cNvPr id="10337" name="Shape 10337"/>
          <p:cNvSpPr/>
          <p:nvPr/>
        </p:nvSpPr>
        <p:spPr>
          <a:xfrm>
            <a:off x="16567461" y="7958624"/>
            <a:ext cx="479451" cy="8255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48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4</a:t>
            </a:r>
          </a:p>
        </p:txBody>
      </p:sp>
      <p:sp>
        <p:nvSpPr>
          <p:cNvPr id="10338" name="Shape 10338"/>
          <p:cNvSpPr/>
          <p:nvPr/>
        </p:nvSpPr>
        <p:spPr>
          <a:xfrm>
            <a:off x="20483267" y="7883693"/>
            <a:ext cx="975361" cy="975362"/>
          </a:xfrm>
          <a:prstGeom prst="ellipse">
            <a:avLst/>
          </a:prstGeom>
          <a:solidFill>
            <a:srgbClr val="234770"/>
          </a:solidFill>
          <a:ln w="12700">
            <a:miter lim="400000"/>
          </a:ln>
        </p:spPr>
        <p:txBody>
          <a:bodyPr lIns="121919" tIns="121919" rIns="121919" bIns="121919" anchor="ctr"/>
          <a:lstStyle/>
          <a:p>
            <a:pPr defTabSz="825500">
              <a:defRPr sz="3200">
                <a:latin typeface="Montserrat"/>
                <a:ea typeface="Montserrat"/>
                <a:cs typeface="Montserrat"/>
                <a:sym typeface="Montserrat"/>
              </a:defRPr>
            </a:pPr>
          </a:p>
        </p:txBody>
      </p:sp>
      <p:sp>
        <p:nvSpPr>
          <p:cNvPr id="10339" name="Shape 10339"/>
          <p:cNvSpPr/>
          <p:nvPr/>
        </p:nvSpPr>
        <p:spPr>
          <a:xfrm>
            <a:off x="20737928" y="7958624"/>
            <a:ext cx="466040" cy="8255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48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5</a:t>
            </a:r>
          </a:p>
        </p:txBody>
      </p:sp>
      <p:sp>
        <p:nvSpPr>
          <p:cNvPr id="10340" name="Shape 10340"/>
          <p:cNvSpPr/>
          <p:nvPr/>
        </p:nvSpPr>
        <p:spPr>
          <a:xfrm>
            <a:off x="11169577" y="3952838"/>
            <a:ext cx="2146421" cy="214642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341" name="Shape 10341"/>
          <p:cNvSpPr/>
          <p:nvPr/>
        </p:nvSpPr>
        <p:spPr>
          <a:xfrm>
            <a:off x="1880548" y="9267861"/>
            <a:ext cx="3020706" cy="495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300">
                <a:latin typeface="Montserrat"/>
                <a:ea typeface="Montserrat"/>
                <a:cs typeface="Montserrat"/>
                <a:sym typeface="Montserrat"/>
              </a:defRPr>
            </a:lvl1pPr>
          </a:lstStyle>
          <a:p>
            <a:pPr/>
            <a:r>
              <a:t>Texto</a:t>
            </a:r>
          </a:p>
        </p:txBody>
      </p:sp>
      <p:sp>
        <p:nvSpPr>
          <p:cNvPr id="10342" name="Shape 10342"/>
          <p:cNvSpPr/>
          <p:nvPr/>
        </p:nvSpPr>
        <p:spPr>
          <a:xfrm>
            <a:off x="6142622" y="9267861"/>
            <a:ext cx="3020706" cy="495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300">
                <a:latin typeface="Montserrat"/>
                <a:ea typeface="Montserrat"/>
                <a:cs typeface="Montserrat"/>
                <a:sym typeface="Montserrat"/>
              </a:defRPr>
            </a:lvl1pPr>
          </a:lstStyle>
          <a:p>
            <a:pPr/>
            <a:r>
              <a:t>Texto</a:t>
            </a:r>
          </a:p>
        </p:txBody>
      </p:sp>
      <p:sp>
        <p:nvSpPr>
          <p:cNvPr id="10343" name="Shape 10343"/>
          <p:cNvSpPr/>
          <p:nvPr/>
        </p:nvSpPr>
        <p:spPr>
          <a:xfrm>
            <a:off x="10732434" y="9267861"/>
            <a:ext cx="3020706" cy="495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300">
                <a:latin typeface="Montserrat"/>
                <a:ea typeface="Montserrat"/>
                <a:cs typeface="Montserrat"/>
                <a:sym typeface="Montserrat"/>
              </a:defRPr>
            </a:lvl1pPr>
          </a:lstStyle>
          <a:p>
            <a:pPr/>
            <a:r>
              <a:t>Texto</a:t>
            </a:r>
          </a:p>
        </p:txBody>
      </p:sp>
      <p:sp>
        <p:nvSpPr>
          <p:cNvPr id="10344" name="Shape 10344"/>
          <p:cNvSpPr/>
          <p:nvPr/>
        </p:nvSpPr>
        <p:spPr>
          <a:xfrm>
            <a:off x="15475898" y="9267861"/>
            <a:ext cx="3020706" cy="495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300">
                <a:latin typeface="Montserrat"/>
                <a:ea typeface="Montserrat"/>
                <a:cs typeface="Montserrat"/>
                <a:sym typeface="Montserrat"/>
              </a:defRPr>
            </a:lvl1pPr>
          </a:lstStyle>
          <a:p>
            <a:pPr/>
            <a:r>
              <a:t>Texto</a:t>
            </a:r>
          </a:p>
        </p:txBody>
      </p:sp>
      <p:sp>
        <p:nvSpPr>
          <p:cNvPr id="10345" name="Shape 10345"/>
          <p:cNvSpPr/>
          <p:nvPr/>
        </p:nvSpPr>
        <p:spPr>
          <a:xfrm>
            <a:off x="19584320" y="9267861"/>
            <a:ext cx="3020706" cy="4953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300">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10321"/>
                                        </p:tgtEl>
                                        <p:attrNameLst>
                                          <p:attrName>style.visibility</p:attrName>
                                        </p:attrNameLst>
                                      </p:cBhvr>
                                      <p:to>
                                        <p:strVal val="visible"/>
                                      </p:to>
                                    </p:set>
                                    <p:animEffect filter="wipe(up)" transition="in">
                                      <p:cBhvr>
                                        <p:cTn id="7" dur="1000"/>
                                        <p:tgtEl>
                                          <p:spTgt spid="10321"/>
                                        </p:tgtEl>
                                      </p:cBhvr>
                                    </p:animEffect>
                                  </p:childTnLst>
                                </p:cTn>
                              </p:par>
                            </p:childTnLst>
                          </p:cTn>
                        </p:par>
                        <p:par>
                          <p:cTn id="8" fill="hold">
                            <p:stCondLst>
                              <p:cond delay="1000"/>
                            </p:stCondLst>
                            <p:childTnLst>
                              <p:par>
                                <p:cTn id="9" presetClass="entr" nodeType="afterEffect" presetSubtype="8" presetID="22" grpId="2" fill="hold">
                                  <p:stCondLst>
                                    <p:cond delay="0"/>
                                  </p:stCondLst>
                                  <p:iterate type="el" backwards="0">
                                    <p:tmAbs val="0"/>
                                  </p:iterate>
                                  <p:childTnLst>
                                    <p:set>
                                      <p:cBhvr>
                                        <p:cTn id="10" fill="hold"/>
                                        <p:tgtEl>
                                          <p:spTgt spid="10341"/>
                                        </p:tgtEl>
                                        <p:attrNameLst>
                                          <p:attrName>style.visibility</p:attrName>
                                        </p:attrNameLst>
                                      </p:cBhvr>
                                      <p:to>
                                        <p:strVal val="visible"/>
                                      </p:to>
                                    </p:set>
                                    <p:animEffect filter="wipe(left)" transition="in">
                                      <p:cBhvr>
                                        <p:cTn id="11" dur="250"/>
                                        <p:tgtEl>
                                          <p:spTgt spid="10341"/>
                                        </p:tgtEl>
                                      </p:cBhvr>
                                    </p:animEffect>
                                  </p:childTnLst>
                                </p:cTn>
                              </p:par>
                            </p:childTnLst>
                          </p:cTn>
                        </p:par>
                        <p:par>
                          <p:cTn id="12" fill="hold">
                            <p:stCondLst>
                              <p:cond delay="1250"/>
                            </p:stCondLst>
                            <p:childTnLst>
                              <p:par>
                                <p:cTn id="13" presetClass="entr" nodeType="afterEffect" presetSubtype="8" presetID="22" grpId="3" fill="hold">
                                  <p:stCondLst>
                                    <p:cond delay="0"/>
                                  </p:stCondLst>
                                  <p:iterate type="el" backwards="0">
                                    <p:tmAbs val="0"/>
                                  </p:iterate>
                                  <p:childTnLst>
                                    <p:set>
                                      <p:cBhvr>
                                        <p:cTn id="14" fill="hold"/>
                                        <p:tgtEl>
                                          <p:spTgt spid="10342"/>
                                        </p:tgtEl>
                                        <p:attrNameLst>
                                          <p:attrName>style.visibility</p:attrName>
                                        </p:attrNameLst>
                                      </p:cBhvr>
                                      <p:to>
                                        <p:strVal val="visible"/>
                                      </p:to>
                                    </p:set>
                                    <p:animEffect filter="wipe(left)" transition="in">
                                      <p:cBhvr>
                                        <p:cTn id="15" dur="250"/>
                                        <p:tgtEl>
                                          <p:spTgt spid="10342"/>
                                        </p:tgtEl>
                                      </p:cBhvr>
                                    </p:animEffect>
                                  </p:childTnLst>
                                </p:cTn>
                              </p:par>
                            </p:childTnLst>
                          </p:cTn>
                        </p:par>
                        <p:par>
                          <p:cTn id="16" fill="hold">
                            <p:stCondLst>
                              <p:cond delay="1500"/>
                            </p:stCondLst>
                            <p:childTnLst>
                              <p:par>
                                <p:cTn id="17" presetClass="entr" nodeType="afterEffect" presetSubtype="8" presetID="22" grpId="4" fill="hold">
                                  <p:stCondLst>
                                    <p:cond delay="0"/>
                                  </p:stCondLst>
                                  <p:iterate type="el" backwards="0">
                                    <p:tmAbs val="0"/>
                                  </p:iterate>
                                  <p:childTnLst>
                                    <p:set>
                                      <p:cBhvr>
                                        <p:cTn id="18" fill="hold"/>
                                        <p:tgtEl>
                                          <p:spTgt spid="10343"/>
                                        </p:tgtEl>
                                        <p:attrNameLst>
                                          <p:attrName>style.visibility</p:attrName>
                                        </p:attrNameLst>
                                      </p:cBhvr>
                                      <p:to>
                                        <p:strVal val="visible"/>
                                      </p:to>
                                    </p:set>
                                    <p:animEffect filter="wipe(left)" transition="in">
                                      <p:cBhvr>
                                        <p:cTn id="19" dur="250"/>
                                        <p:tgtEl>
                                          <p:spTgt spid="10343"/>
                                        </p:tgtEl>
                                      </p:cBhvr>
                                    </p:animEffect>
                                  </p:childTnLst>
                                </p:cTn>
                              </p:par>
                            </p:childTnLst>
                          </p:cTn>
                        </p:par>
                        <p:par>
                          <p:cTn id="20" fill="hold">
                            <p:stCondLst>
                              <p:cond delay="1750"/>
                            </p:stCondLst>
                            <p:childTnLst>
                              <p:par>
                                <p:cTn id="21" presetClass="entr" nodeType="afterEffect" presetSubtype="8" presetID="22" grpId="5" fill="hold">
                                  <p:stCondLst>
                                    <p:cond delay="0"/>
                                  </p:stCondLst>
                                  <p:iterate type="el" backwards="0">
                                    <p:tmAbs val="0"/>
                                  </p:iterate>
                                  <p:childTnLst>
                                    <p:set>
                                      <p:cBhvr>
                                        <p:cTn id="22" fill="hold"/>
                                        <p:tgtEl>
                                          <p:spTgt spid="10344"/>
                                        </p:tgtEl>
                                        <p:attrNameLst>
                                          <p:attrName>style.visibility</p:attrName>
                                        </p:attrNameLst>
                                      </p:cBhvr>
                                      <p:to>
                                        <p:strVal val="visible"/>
                                      </p:to>
                                    </p:set>
                                    <p:animEffect filter="wipe(left)" transition="in">
                                      <p:cBhvr>
                                        <p:cTn id="23" dur="250"/>
                                        <p:tgtEl>
                                          <p:spTgt spid="10344"/>
                                        </p:tgtEl>
                                      </p:cBhvr>
                                    </p:animEffect>
                                  </p:childTnLst>
                                </p:cTn>
                              </p:par>
                            </p:childTnLst>
                          </p:cTn>
                        </p:par>
                        <p:par>
                          <p:cTn id="24" fill="hold">
                            <p:stCondLst>
                              <p:cond delay="2000"/>
                            </p:stCondLst>
                            <p:childTnLst>
                              <p:par>
                                <p:cTn id="25" presetClass="entr" nodeType="afterEffect" presetSubtype="8" presetID="22" grpId="6" fill="hold">
                                  <p:stCondLst>
                                    <p:cond delay="0"/>
                                  </p:stCondLst>
                                  <p:iterate type="el" backwards="0">
                                    <p:tmAbs val="0"/>
                                  </p:iterate>
                                  <p:childTnLst>
                                    <p:set>
                                      <p:cBhvr>
                                        <p:cTn id="26" fill="hold"/>
                                        <p:tgtEl>
                                          <p:spTgt spid="10345"/>
                                        </p:tgtEl>
                                        <p:attrNameLst>
                                          <p:attrName>style.visibility</p:attrName>
                                        </p:attrNameLst>
                                      </p:cBhvr>
                                      <p:to>
                                        <p:strVal val="visible"/>
                                      </p:to>
                                    </p:set>
                                    <p:animEffect filter="wipe(left)" transition="in">
                                      <p:cBhvr>
                                        <p:cTn id="27" dur="250"/>
                                        <p:tgtEl>
                                          <p:spTgt spid="103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342" grpId="3"/>
      <p:bldP build="whole" bldLvl="1" animBg="1" rev="0" advAuto="0" spid="10343" grpId="4"/>
      <p:bldP build="whole" bldLvl="1" animBg="1" rev="0" advAuto="0" spid="10344" grpId="5"/>
      <p:bldP build="whole" bldLvl="1" animBg="1" rev="0" advAuto="0" spid="10345" grpId="6"/>
      <p:bldP build="whole" bldLvl="1" animBg="1" rev="0" advAuto="0" spid="10341" grpId="2"/>
      <p:bldP build="whole" bldLvl="1" animBg="1" rev="0" advAuto="0" spid="10321" grpId="1"/>
    </p:bldLst>
  </p:timing>
</p:sld>
</file>

<file path=ppt/slides/slide26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347" name="Shape 10347"/>
          <p:cNvSpPr/>
          <p:nvPr>
            <p:ph type="title"/>
          </p:nvPr>
        </p:nvSpPr>
        <p:spPr>
          <a:prstGeom prst="rect">
            <a:avLst/>
          </a:prstGeom>
        </p:spPr>
        <p:txBody>
          <a:bodyPr/>
          <a:lstStyle/>
          <a:p>
            <a:pPr/>
            <a:r>
              <a:t>Pasos / Plan</a:t>
            </a:r>
          </a:p>
        </p:txBody>
      </p:sp>
      <p:grpSp>
        <p:nvGrpSpPr>
          <p:cNvPr id="10350" name="Group 10350"/>
          <p:cNvGrpSpPr/>
          <p:nvPr/>
        </p:nvGrpSpPr>
        <p:grpSpPr>
          <a:xfrm>
            <a:off x="2322047" y="8252235"/>
            <a:ext cx="3057609" cy="3914176"/>
            <a:chOff x="0" y="0"/>
            <a:chExt cx="3057607" cy="3914175"/>
          </a:xfrm>
        </p:grpSpPr>
        <p:sp>
          <p:nvSpPr>
            <p:cNvPr id="10348" name="Shape 10348"/>
            <p:cNvSpPr/>
            <p:nvPr/>
          </p:nvSpPr>
          <p:spPr>
            <a:xfrm flipH="1">
              <a:off x="0" y="0"/>
              <a:ext cx="3057608" cy="39141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4835"/>
                    <a:pt x="15394" y="0"/>
                    <a:pt x="7739" y="0"/>
                  </a:cubicBezTo>
                  <a:lnTo>
                    <a:pt x="0" y="0"/>
                  </a:lnTo>
                  <a:lnTo>
                    <a:pt x="0" y="7200"/>
                  </a:lnTo>
                  <a:lnTo>
                    <a:pt x="7739" y="7200"/>
                  </a:lnTo>
                  <a:cubicBezTo>
                    <a:pt x="10291" y="7200"/>
                    <a:pt x="12359" y="8811"/>
                    <a:pt x="12359" y="10800"/>
                  </a:cubicBezTo>
                  <a:cubicBezTo>
                    <a:pt x="12359" y="12788"/>
                    <a:pt x="10291" y="14400"/>
                    <a:pt x="7739" y="14400"/>
                  </a:cubicBezTo>
                  <a:lnTo>
                    <a:pt x="0" y="14400"/>
                  </a:lnTo>
                  <a:lnTo>
                    <a:pt x="0" y="21600"/>
                  </a:lnTo>
                  <a:lnTo>
                    <a:pt x="7739" y="21600"/>
                  </a:lnTo>
                  <a:cubicBezTo>
                    <a:pt x="15394" y="21600"/>
                    <a:pt x="21600" y="16764"/>
                    <a:pt x="21600" y="10800"/>
                  </a:cubicBezTo>
                  <a:close/>
                </a:path>
              </a:pathLst>
            </a:custGeom>
            <a:solidFill>
              <a:srgbClr val="E5E5E5"/>
            </a:solidFill>
            <a:ln w="12700" cap="flat">
              <a:noFill/>
              <a:miter lim="400000"/>
            </a:ln>
            <a:effectLst/>
          </p:spPr>
          <p:txBody>
            <a:bodyPr wrap="square" lIns="0" tIns="0" rIns="0" bIns="0" numCol="1" anchor="ctr">
              <a:noAutofit/>
            </a:bodyPr>
            <a:lstStyle/>
            <a:p>
              <a:pPr algn="l">
                <a:lnSpc>
                  <a:spcPct val="110000"/>
                </a:lnSpc>
                <a:spcBef>
                  <a:spcPts val="3000"/>
                </a:spcBef>
                <a:defRPr sz="2000">
                  <a:solidFill>
                    <a:srgbClr val="4C4C4C"/>
                  </a:solidFill>
                  <a:latin typeface="Helvetica Neue Light"/>
                  <a:ea typeface="Helvetica Neue Light"/>
                  <a:cs typeface="Helvetica Neue Light"/>
                  <a:sym typeface="Helvetica Neue Light"/>
                </a:defRPr>
              </a:pPr>
            </a:p>
          </p:txBody>
        </p:sp>
        <p:sp>
          <p:nvSpPr>
            <p:cNvPr id="10349" name="Shape 10349"/>
            <p:cNvSpPr/>
            <p:nvPr/>
          </p:nvSpPr>
          <p:spPr>
            <a:xfrm flipH="1">
              <a:off x="547854" y="535489"/>
              <a:ext cx="2033621" cy="28867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rgbClr val="FFFFFF"/>
            </a:solidFill>
            <a:ln w="12700" cap="flat">
              <a:noFill/>
              <a:miter lim="400000"/>
            </a:ln>
            <a:effectLst/>
          </p:spPr>
          <p:txBody>
            <a:bodyPr wrap="square" lIns="0" tIns="0" rIns="0" bIns="0" numCol="1" anchor="ctr">
              <a:noAutofit/>
            </a:bodyP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grpSp>
      <p:sp>
        <p:nvSpPr>
          <p:cNvPr id="10351" name="Shape 10351"/>
          <p:cNvSpPr/>
          <p:nvPr/>
        </p:nvSpPr>
        <p:spPr>
          <a:xfrm flipH="1">
            <a:off x="18653024" y="5640609"/>
            <a:ext cx="3057609" cy="391417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10800"/>
                </a:moveTo>
                <a:cubicBezTo>
                  <a:pt x="0" y="4835"/>
                  <a:pt x="6206" y="0"/>
                  <a:pt x="13861" y="0"/>
                </a:cubicBezTo>
                <a:lnTo>
                  <a:pt x="21600" y="0"/>
                </a:lnTo>
                <a:lnTo>
                  <a:pt x="21600" y="7200"/>
                </a:lnTo>
                <a:lnTo>
                  <a:pt x="13861" y="7200"/>
                </a:lnTo>
                <a:cubicBezTo>
                  <a:pt x="11309" y="7200"/>
                  <a:pt x="9241" y="8811"/>
                  <a:pt x="9241" y="10800"/>
                </a:cubicBezTo>
                <a:cubicBezTo>
                  <a:pt x="9241" y="12788"/>
                  <a:pt x="11309" y="14400"/>
                  <a:pt x="13861" y="14400"/>
                </a:cubicBezTo>
                <a:lnTo>
                  <a:pt x="21600" y="14400"/>
                </a:lnTo>
                <a:lnTo>
                  <a:pt x="21600" y="21600"/>
                </a:lnTo>
                <a:lnTo>
                  <a:pt x="13861" y="21600"/>
                </a:lnTo>
                <a:cubicBezTo>
                  <a:pt x="6206" y="21600"/>
                  <a:pt x="0" y="16764"/>
                  <a:pt x="0" y="10800"/>
                </a:cubicBezTo>
                <a:close/>
              </a:path>
            </a:pathLst>
          </a:custGeom>
          <a:solidFill>
            <a:srgbClr val="E5E5E5"/>
          </a:solidFill>
          <a:ln w="12700">
            <a:miter lim="400000"/>
          </a:ln>
        </p:spPr>
        <p:txBody>
          <a:bodyPr lIns="0" tIns="0" rIns="0" bIns="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52" name="Shape 10352"/>
          <p:cNvSpPr/>
          <p:nvPr/>
        </p:nvSpPr>
        <p:spPr>
          <a:xfrm flipH="1">
            <a:off x="19141361" y="6176101"/>
            <a:ext cx="2033622" cy="2886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388" y="1831"/>
                </a:moveTo>
                <a:lnTo>
                  <a:pt x="16388" y="0"/>
                </a:lnTo>
                <a:lnTo>
                  <a:pt x="21584" y="0"/>
                </a:lnTo>
                <a:lnTo>
                  <a:pt x="21584" y="1831"/>
                </a:lnTo>
                <a:cubicBezTo>
                  <a:pt x="21584" y="1831"/>
                  <a:pt x="16388" y="1831"/>
                  <a:pt x="16388" y="1831"/>
                </a:cubicBezTo>
                <a:close/>
                <a:moveTo>
                  <a:pt x="5837" y="2192"/>
                </a:moveTo>
                <a:cubicBezTo>
                  <a:pt x="7359" y="1380"/>
                  <a:pt x="9057" y="783"/>
                  <a:pt x="10884" y="415"/>
                </a:cubicBezTo>
                <a:lnTo>
                  <a:pt x="11602" y="2174"/>
                </a:lnTo>
                <a:cubicBezTo>
                  <a:pt x="10085" y="2480"/>
                  <a:pt x="8677" y="2976"/>
                  <a:pt x="7412" y="3650"/>
                </a:cubicBezTo>
                <a:cubicBezTo>
                  <a:pt x="7412" y="3650"/>
                  <a:pt x="5837" y="2192"/>
                  <a:pt x="5837" y="2192"/>
                </a:cubicBezTo>
                <a:close/>
                <a:moveTo>
                  <a:pt x="0" y="8823"/>
                </a:moveTo>
                <a:cubicBezTo>
                  <a:pt x="348" y="7509"/>
                  <a:pt x="1033" y="6264"/>
                  <a:pt x="2041" y="5123"/>
                </a:cubicBezTo>
                <a:lnTo>
                  <a:pt x="4253" y="6088"/>
                </a:lnTo>
                <a:cubicBezTo>
                  <a:pt x="3420" y="7034"/>
                  <a:pt x="2850" y="8068"/>
                  <a:pt x="2562" y="9157"/>
                </a:cubicBezTo>
                <a:cubicBezTo>
                  <a:pt x="2562" y="9157"/>
                  <a:pt x="0" y="8823"/>
                  <a:pt x="0" y="8823"/>
                </a:cubicBezTo>
                <a:close/>
                <a:moveTo>
                  <a:pt x="4" y="12788"/>
                </a:moveTo>
                <a:lnTo>
                  <a:pt x="2563" y="12451"/>
                </a:lnTo>
                <a:cubicBezTo>
                  <a:pt x="2854" y="13542"/>
                  <a:pt x="3425" y="14573"/>
                  <a:pt x="4262" y="15519"/>
                </a:cubicBezTo>
                <a:lnTo>
                  <a:pt x="2050" y="16486"/>
                </a:lnTo>
                <a:cubicBezTo>
                  <a:pt x="1041" y="15346"/>
                  <a:pt x="352" y="14102"/>
                  <a:pt x="4" y="12788"/>
                </a:cubicBezTo>
                <a:close/>
                <a:moveTo>
                  <a:pt x="5851" y="19414"/>
                </a:moveTo>
                <a:lnTo>
                  <a:pt x="7423" y="17955"/>
                </a:lnTo>
                <a:cubicBezTo>
                  <a:pt x="8689" y="18627"/>
                  <a:pt x="10099" y="19123"/>
                  <a:pt x="11615" y="19427"/>
                </a:cubicBezTo>
                <a:lnTo>
                  <a:pt x="10900" y="21187"/>
                </a:lnTo>
                <a:cubicBezTo>
                  <a:pt x="9073" y="20821"/>
                  <a:pt x="7374" y="20225"/>
                  <a:pt x="5851" y="19414"/>
                </a:cubicBezTo>
                <a:close/>
                <a:moveTo>
                  <a:pt x="16404" y="21600"/>
                </a:moveTo>
                <a:lnTo>
                  <a:pt x="16404" y="19769"/>
                </a:lnTo>
                <a:lnTo>
                  <a:pt x="21600" y="19769"/>
                </a:lnTo>
                <a:lnTo>
                  <a:pt x="21600" y="21600"/>
                </a:lnTo>
                <a:cubicBezTo>
                  <a:pt x="21600" y="21600"/>
                  <a:pt x="16404" y="21600"/>
                  <a:pt x="16404"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53" name="Shape 10353"/>
          <p:cNvSpPr/>
          <p:nvPr/>
        </p:nvSpPr>
        <p:spPr>
          <a:xfrm flipH="1">
            <a:off x="5274528" y="8252235"/>
            <a:ext cx="13400757" cy="13047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21600" y="0"/>
                </a:lnTo>
                <a:lnTo>
                  <a:pt x="0" y="0"/>
                </a:lnTo>
                <a:cubicBezTo>
                  <a:pt x="0" y="0"/>
                  <a:pt x="0" y="21600"/>
                  <a:pt x="0" y="21600"/>
                </a:cubicBezTo>
                <a:close/>
              </a:path>
            </a:pathLst>
          </a:custGeom>
          <a:solidFill>
            <a:srgbClr val="E5E5E5"/>
          </a:solidFill>
          <a:ln w="12700">
            <a:miter lim="400000"/>
          </a:ln>
        </p:spPr>
        <p:txBody>
          <a:bodyPr lIns="0" tIns="0" rIns="0" bIns="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54" name="Shape 10354"/>
          <p:cNvSpPr/>
          <p:nvPr/>
        </p:nvSpPr>
        <p:spPr>
          <a:xfrm flipH="1">
            <a:off x="14242513" y="8817473"/>
            <a:ext cx="4403012"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200" y="21600"/>
                </a:moveTo>
                <a:lnTo>
                  <a:pt x="19200" y="0"/>
                </a:lnTo>
                <a:lnTo>
                  <a:pt x="21600" y="0"/>
                </a:lnTo>
                <a:lnTo>
                  <a:pt x="21600" y="21600"/>
                </a:lnTo>
                <a:cubicBezTo>
                  <a:pt x="21600" y="21600"/>
                  <a:pt x="19200" y="21600"/>
                  <a:pt x="19200" y="21600"/>
                </a:cubicBezTo>
                <a:close/>
                <a:moveTo>
                  <a:pt x="14400" y="21600"/>
                </a:moveTo>
                <a:lnTo>
                  <a:pt x="14400" y="0"/>
                </a:lnTo>
                <a:lnTo>
                  <a:pt x="16800" y="0"/>
                </a:lnTo>
                <a:lnTo>
                  <a:pt x="16800" y="21600"/>
                </a:lnTo>
                <a:cubicBezTo>
                  <a:pt x="16800" y="21600"/>
                  <a:pt x="14400" y="21600"/>
                  <a:pt x="14400" y="21600"/>
                </a:cubicBezTo>
                <a:close/>
                <a:moveTo>
                  <a:pt x="9600" y="21600"/>
                </a:moveTo>
                <a:lnTo>
                  <a:pt x="9600" y="0"/>
                </a:lnTo>
                <a:lnTo>
                  <a:pt x="12000" y="0"/>
                </a:lnTo>
                <a:lnTo>
                  <a:pt x="12000" y="21600"/>
                </a:lnTo>
                <a:cubicBezTo>
                  <a:pt x="12000" y="21600"/>
                  <a:pt x="9600" y="21600"/>
                  <a:pt x="9600" y="21600"/>
                </a:cubicBezTo>
                <a:close/>
                <a:moveTo>
                  <a:pt x="4800" y="21600"/>
                </a:moveTo>
                <a:lnTo>
                  <a:pt x="4800" y="0"/>
                </a:lnTo>
                <a:lnTo>
                  <a:pt x="7200" y="0"/>
                </a:lnTo>
                <a:lnTo>
                  <a:pt x="7200" y="21600"/>
                </a:lnTo>
                <a:cubicBezTo>
                  <a:pt x="7200" y="21600"/>
                  <a:pt x="4800" y="21600"/>
                  <a:pt x="4800" y="21600"/>
                </a:cubicBezTo>
                <a:close/>
                <a:moveTo>
                  <a:pt x="0" y="21600"/>
                </a:moveTo>
                <a:lnTo>
                  <a:pt x="0" y="0"/>
                </a:lnTo>
                <a:lnTo>
                  <a:pt x="2400" y="0"/>
                </a:lnTo>
                <a:lnTo>
                  <a:pt x="2400" y="21600"/>
                </a:lnTo>
                <a:cubicBezTo>
                  <a:pt x="240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55" name="Shape 10355"/>
          <p:cNvSpPr/>
          <p:nvPr/>
        </p:nvSpPr>
        <p:spPr>
          <a:xfrm flipH="1">
            <a:off x="5320608" y="5640609"/>
            <a:ext cx="13343927" cy="130470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21600"/>
                </a:moveTo>
                <a:lnTo>
                  <a:pt x="0" y="21600"/>
                </a:lnTo>
                <a:lnTo>
                  <a:pt x="0" y="0"/>
                </a:lnTo>
                <a:lnTo>
                  <a:pt x="21600" y="0"/>
                </a:lnTo>
                <a:cubicBezTo>
                  <a:pt x="21600" y="0"/>
                  <a:pt x="21600" y="21600"/>
                  <a:pt x="21600" y="21600"/>
                </a:cubicBezTo>
                <a:close/>
              </a:path>
            </a:pathLst>
          </a:custGeom>
          <a:solidFill>
            <a:srgbClr val="E5E5E5"/>
          </a:solidFill>
          <a:ln w="12700">
            <a:miter lim="400000"/>
          </a:ln>
        </p:spPr>
        <p:txBody>
          <a:bodyPr lIns="0" tIns="0" rIns="0" bIns="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56" name="Shape 10356"/>
          <p:cNvSpPr/>
          <p:nvPr/>
        </p:nvSpPr>
        <p:spPr>
          <a:xfrm flipH="1">
            <a:off x="14231767" y="6205849"/>
            <a:ext cx="440301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0" y="0"/>
                </a:lnTo>
                <a:lnTo>
                  <a:pt x="2400" y="0"/>
                </a:lnTo>
                <a:lnTo>
                  <a:pt x="2400" y="21600"/>
                </a:lnTo>
                <a:cubicBezTo>
                  <a:pt x="2400" y="21600"/>
                  <a:pt x="0" y="21600"/>
                  <a:pt x="0" y="21600"/>
                </a:cubicBezTo>
                <a:close/>
                <a:moveTo>
                  <a:pt x="4800" y="21600"/>
                </a:moveTo>
                <a:lnTo>
                  <a:pt x="4800" y="0"/>
                </a:lnTo>
                <a:lnTo>
                  <a:pt x="7200" y="0"/>
                </a:lnTo>
                <a:lnTo>
                  <a:pt x="7200" y="21600"/>
                </a:lnTo>
                <a:cubicBezTo>
                  <a:pt x="7200" y="21600"/>
                  <a:pt x="4800" y="21600"/>
                  <a:pt x="4800" y="21600"/>
                </a:cubicBezTo>
                <a:close/>
                <a:moveTo>
                  <a:pt x="9600" y="21600"/>
                </a:moveTo>
                <a:lnTo>
                  <a:pt x="9600" y="0"/>
                </a:lnTo>
                <a:lnTo>
                  <a:pt x="12000" y="0"/>
                </a:lnTo>
                <a:lnTo>
                  <a:pt x="12000" y="21600"/>
                </a:lnTo>
                <a:cubicBezTo>
                  <a:pt x="12000" y="21600"/>
                  <a:pt x="9600" y="21600"/>
                  <a:pt x="9600" y="21600"/>
                </a:cubicBezTo>
                <a:close/>
                <a:moveTo>
                  <a:pt x="14400" y="21600"/>
                </a:moveTo>
                <a:lnTo>
                  <a:pt x="14400" y="0"/>
                </a:lnTo>
                <a:lnTo>
                  <a:pt x="16800" y="0"/>
                </a:lnTo>
                <a:lnTo>
                  <a:pt x="16800" y="21600"/>
                </a:lnTo>
                <a:cubicBezTo>
                  <a:pt x="16800" y="21600"/>
                  <a:pt x="14400" y="21600"/>
                  <a:pt x="14400" y="21600"/>
                </a:cubicBezTo>
                <a:close/>
                <a:moveTo>
                  <a:pt x="19200" y="21600"/>
                </a:moveTo>
                <a:lnTo>
                  <a:pt x="19200" y="0"/>
                </a:lnTo>
                <a:lnTo>
                  <a:pt x="21600" y="0"/>
                </a:lnTo>
                <a:lnTo>
                  <a:pt x="21600" y="21600"/>
                </a:lnTo>
                <a:cubicBezTo>
                  <a:pt x="21600" y="21600"/>
                  <a:pt x="19200" y="21600"/>
                  <a:pt x="1920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57" name="Shape 10357"/>
          <p:cNvSpPr/>
          <p:nvPr/>
        </p:nvSpPr>
        <p:spPr>
          <a:xfrm flipH="1">
            <a:off x="5238236" y="10866658"/>
            <a:ext cx="16566082" cy="1308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542"/>
                </a:moveTo>
                <a:lnTo>
                  <a:pt x="21600" y="21600"/>
                </a:lnTo>
                <a:lnTo>
                  <a:pt x="21600" y="58"/>
                </a:lnTo>
                <a:lnTo>
                  <a:pt x="0" y="0"/>
                </a:lnTo>
                <a:lnTo>
                  <a:pt x="0" y="21542"/>
                </a:lnTo>
                <a:close/>
              </a:path>
            </a:pathLst>
          </a:custGeom>
          <a:solidFill>
            <a:srgbClr val="E5E5E5"/>
          </a:solidFill>
          <a:ln w="12700">
            <a:miter lim="400000"/>
          </a:ln>
        </p:spPr>
        <p:txBody>
          <a:bodyPr lIns="0" tIns="0" rIns="0" bIns="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58" name="Shape 10358"/>
          <p:cNvSpPr/>
          <p:nvPr/>
        </p:nvSpPr>
        <p:spPr>
          <a:xfrm flipH="1">
            <a:off x="14253237" y="11435426"/>
            <a:ext cx="733836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59" name="Shape 10359"/>
          <p:cNvSpPr/>
          <p:nvPr/>
        </p:nvSpPr>
        <p:spPr>
          <a:xfrm flipH="1">
            <a:off x="5332513" y="3020496"/>
            <a:ext cx="16471805" cy="130823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542"/>
                </a:moveTo>
                <a:lnTo>
                  <a:pt x="21600" y="21600"/>
                </a:lnTo>
                <a:lnTo>
                  <a:pt x="21600" y="58"/>
                </a:lnTo>
                <a:lnTo>
                  <a:pt x="0" y="0"/>
                </a:lnTo>
                <a:lnTo>
                  <a:pt x="0" y="21542"/>
                </a:lnTo>
                <a:close/>
              </a:path>
            </a:pathLst>
          </a:custGeom>
          <a:solidFill>
            <a:srgbClr val="E5E5E5"/>
          </a:solidFill>
          <a:ln w="12700">
            <a:miter lim="400000"/>
          </a:ln>
        </p:spPr>
        <p:txBody>
          <a:bodyPr lIns="0" tIns="0" rIns="0" bIns="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60" name="Shape 10360"/>
          <p:cNvSpPr/>
          <p:nvPr/>
        </p:nvSpPr>
        <p:spPr>
          <a:xfrm flipH="1">
            <a:off x="14253237" y="3589265"/>
            <a:ext cx="733836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grpSp>
        <p:nvGrpSpPr>
          <p:cNvPr id="10363" name="Group 10363"/>
          <p:cNvGrpSpPr/>
          <p:nvPr/>
        </p:nvGrpSpPr>
        <p:grpSpPr>
          <a:xfrm>
            <a:off x="19274807" y="2271818"/>
            <a:ext cx="2529510" cy="2060278"/>
            <a:chOff x="0" y="0"/>
            <a:chExt cx="2529508" cy="2060276"/>
          </a:xfrm>
        </p:grpSpPr>
        <p:sp>
          <p:nvSpPr>
            <p:cNvPr id="10361" name="Shape 10361"/>
            <p:cNvSpPr/>
            <p:nvPr/>
          </p:nvSpPr>
          <p:spPr>
            <a:xfrm>
              <a:off x="1386545" y="607549"/>
              <a:ext cx="178004" cy="1452728"/>
            </a:xfrm>
            <a:prstGeom prst="rect">
              <a:avLst/>
            </a:prstGeom>
            <a:solidFill>
              <a:srgbClr val="B9B9B9"/>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62" name="Shape 10362"/>
            <p:cNvSpPr/>
            <p:nvPr/>
          </p:nvSpPr>
          <p:spPr>
            <a:xfrm>
              <a:off x="0" y="0"/>
              <a:ext cx="2529509" cy="1077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574" y="21600"/>
                  </a:moveTo>
                  <a:lnTo>
                    <a:pt x="0" y="10800"/>
                  </a:lnTo>
                  <a:lnTo>
                    <a:pt x="3574" y="0"/>
                  </a:lnTo>
                  <a:lnTo>
                    <a:pt x="21600" y="0"/>
                  </a:lnTo>
                  <a:lnTo>
                    <a:pt x="21600" y="21600"/>
                  </a:lnTo>
                  <a:lnTo>
                    <a:pt x="3574" y="21600"/>
                  </a:lnTo>
                  <a:close/>
                </a:path>
              </a:pathLst>
            </a:custGeom>
            <a:solidFill>
              <a:srgbClr val="B9B9B9"/>
            </a:solid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noAutofit/>
            </a:bodyPr>
            <a:lstStyle>
              <a:lvl1pPr>
                <a:defRPr b="1" cap="all" sz="2500">
                  <a:latin typeface="Montserrat"/>
                  <a:ea typeface="Montserrat"/>
                  <a:cs typeface="Montserrat"/>
                  <a:sym typeface="Montserrat"/>
                </a:defRPr>
              </a:lvl1pPr>
            </a:lstStyle>
            <a:p>
              <a:pPr/>
              <a:r>
                <a:t>Texto</a:t>
              </a:r>
            </a:p>
          </p:txBody>
        </p:sp>
      </p:grpSp>
      <p:grpSp>
        <p:nvGrpSpPr>
          <p:cNvPr id="10366" name="Group 10366"/>
          <p:cNvGrpSpPr/>
          <p:nvPr/>
        </p:nvGrpSpPr>
        <p:grpSpPr>
          <a:xfrm>
            <a:off x="19532443" y="10117980"/>
            <a:ext cx="2529510" cy="2060278"/>
            <a:chOff x="0" y="0"/>
            <a:chExt cx="2529508" cy="2060276"/>
          </a:xfrm>
        </p:grpSpPr>
        <p:sp>
          <p:nvSpPr>
            <p:cNvPr id="10364" name="Shape 10364"/>
            <p:cNvSpPr/>
            <p:nvPr/>
          </p:nvSpPr>
          <p:spPr>
            <a:xfrm flipH="1">
              <a:off x="964961" y="607549"/>
              <a:ext cx="178003" cy="1452728"/>
            </a:xfrm>
            <a:prstGeom prst="rect">
              <a:avLst/>
            </a:prstGeom>
            <a:solidFill>
              <a:srgbClr val="B9B9B9"/>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65" name="Shape 10365"/>
            <p:cNvSpPr/>
            <p:nvPr/>
          </p:nvSpPr>
          <p:spPr>
            <a:xfrm>
              <a:off x="0" y="0"/>
              <a:ext cx="2529509" cy="107738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26" y="21600"/>
                  </a:moveTo>
                  <a:lnTo>
                    <a:pt x="21600" y="10800"/>
                  </a:lnTo>
                  <a:lnTo>
                    <a:pt x="18026" y="0"/>
                  </a:lnTo>
                  <a:lnTo>
                    <a:pt x="0" y="0"/>
                  </a:lnTo>
                  <a:lnTo>
                    <a:pt x="0" y="21600"/>
                  </a:lnTo>
                  <a:lnTo>
                    <a:pt x="18026" y="21600"/>
                  </a:lnTo>
                  <a:close/>
                </a:path>
              </a:pathLst>
            </a:custGeom>
            <a:solidFill>
              <a:srgbClr val="B9B9B9"/>
            </a:solid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ctr">
              <a:noAutofit/>
            </a:bodyPr>
            <a:lstStyle>
              <a:lvl1pPr>
                <a:defRPr b="1" cap="all" sz="2500">
                  <a:latin typeface="Montserrat"/>
                  <a:ea typeface="Montserrat"/>
                  <a:cs typeface="Montserrat"/>
                  <a:sym typeface="Montserrat"/>
                </a:defRPr>
              </a:lvl1pPr>
            </a:lstStyle>
            <a:p>
              <a:pPr/>
              <a:r>
                <a:t>Texto</a:t>
              </a:r>
            </a:p>
          </p:txBody>
        </p:sp>
      </p:grpSp>
      <p:grpSp>
        <p:nvGrpSpPr>
          <p:cNvPr id="10369" name="Group 10369"/>
          <p:cNvGrpSpPr/>
          <p:nvPr/>
        </p:nvGrpSpPr>
        <p:grpSpPr>
          <a:xfrm>
            <a:off x="14941853" y="4696879"/>
            <a:ext cx="1639498" cy="2258411"/>
            <a:chOff x="0" y="0"/>
            <a:chExt cx="1639496" cy="2258410"/>
          </a:xfrm>
        </p:grpSpPr>
        <p:sp>
          <p:nvSpPr>
            <p:cNvPr id="10367" name="Shape 10367"/>
            <p:cNvSpPr/>
            <p:nvPr/>
          </p:nvSpPr>
          <p:spPr>
            <a:xfrm>
              <a:off x="730746" y="805683"/>
              <a:ext cx="178004" cy="1452728"/>
            </a:xfrm>
            <a:prstGeom prst="rect">
              <a:avLst/>
            </a:prstGeom>
            <a:solidFill>
              <a:srgbClr val="234770"/>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68" name="Shape 10368"/>
            <p:cNvSpPr/>
            <p:nvPr/>
          </p:nvSpPr>
          <p:spPr>
            <a:xfrm>
              <a:off x="0" y="0"/>
              <a:ext cx="1639497" cy="1639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rgbClr val="234770"/>
            </a:solidFill>
            <a:ln w="12700" cap="flat">
              <a:noFill/>
              <a:miter lim="400000"/>
            </a:ln>
            <a:effectLst/>
          </p:spPr>
          <p:txBody>
            <a:bodyPr wrap="square" lIns="0" tIns="0" rIns="0" bIns="0" numCol="1" anchor="ctr">
              <a:noAutofit/>
            </a:bodyPr>
            <a:lstStyle/>
            <a:p>
              <a:pPr>
                <a:defRPr cap="all" sz="2500">
                  <a:solidFill>
                    <a:srgbClr val="FFFFFF"/>
                  </a:solidFill>
                  <a:latin typeface="Helvetica Neue Light"/>
                  <a:ea typeface="Helvetica Neue Light"/>
                  <a:cs typeface="Helvetica Neue Light"/>
                  <a:sym typeface="Helvetica Neue Light"/>
                </a:defRPr>
              </a:pPr>
            </a:p>
          </p:txBody>
        </p:sp>
      </p:grpSp>
      <p:grpSp>
        <p:nvGrpSpPr>
          <p:cNvPr id="10373" name="Group 10373"/>
          <p:cNvGrpSpPr/>
          <p:nvPr/>
        </p:nvGrpSpPr>
        <p:grpSpPr>
          <a:xfrm>
            <a:off x="2322047" y="3025627"/>
            <a:ext cx="3057609" cy="3914177"/>
            <a:chOff x="0" y="0"/>
            <a:chExt cx="3057607" cy="3914175"/>
          </a:xfrm>
        </p:grpSpPr>
        <p:sp>
          <p:nvSpPr>
            <p:cNvPr id="10370" name="Shape 10370"/>
            <p:cNvSpPr/>
            <p:nvPr/>
          </p:nvSpPr>
          <p:spPr>
            <a:xfrm flipH="1">
              <a:off x="547854" y="526430"/>
              <a:ext cx="2033621" cy="288671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rgbClr val="FFFFFF"/>
            </a:solidFill>
            <a:ln w="12700" cap="flat">
              <a:noFill/>
              <a:miter lim="400000"/>
            </a:ln>
            <a:effectLst/>
          </p:spPr>
          <p:txBody>
            <a:bodyPr wrap="square" lIns="0" tIns="0" rIns="0" bIns="0" numCol="1" anchor="ctr">
              <a:noAutofit/>
            </a:bodyP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71" name="Shape 10371"/>
            <p:cNvSpPr/>
            <p:nvPr/>
          </p:nvSpPr>
          <p:spPr>
            <a:xfrm flipH="1">
              <a:off x="0" y="0"/>
              <a:ext cx="3057608" cy="39141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10800"/>
                  </a:moveTo>
                  <a:cubicBezTo>
                    <a:pt x="21600" y="4835"/>
                    <a:pt x="15394" y="0"/>
                    <a:pt x="7739" y="0"/>
                  </a:cubicBezTo>
                  <a:lnTo>
                    <a:pt x="0" y="0"/>
                  </a:lnTo>
                  <a:lnTo>
                    <a:pt x="0" y="7200"/>
                  </a:lnTo>
                  <a:lnTo>
                    <a:pt x="7739" y="7200"/>
                  </a:lnTo>
                  <a:cubicBezTo>
                    <a:pt x="10291" y="7200"/>
                    <a:pt x="12359" y="8811"/>
                    <a:pt x="12359" y="10800"/>
                  </a:cubicBezTo>
                  <a:cubicBezTo>
                    <a:pt x="12359" y="12788"/>
                    <a:pt x="10291" y="14400"/>
                    <a:pt x="7739" y="14400"/>
                  </a:cubicBezTo>
                  <a:lnTo>
                    <a:pt x="0" y="14400"/>
                  </a:lnTo>
                  <a:lnTo>
                    <a:pt x="0" y="21600"/>
                  </a:lnTo>
                  <a:lnTo>
                    <a:pt x="7739" y="21600"/>
                  </a:lnTo>
                  <a:cubicBezTo>
                    <a:pt x="15394" y="21600"/>
                    <a:pt x="21600" y="16764"/>
                    <a:pt x="21600" y="10800"/>
                  </a:cubicBezTo>
                  <a:close/>
                </a:path>
              </a:pathLst>
            </a:custGeom>
            <a:solidFill>
              <a:srgbClr val="E5E5E5"/>
            </a:solidFill>
            <a:ln w="12700" cap="flat">
              <a:noFill/>
              <a:miter lim="400000"/>
            </a:ln>
            <a:effectLst/>
          </p:spPr>
          <p:txBody>
            <a:bodyPr wrap="square" lIns="0" tIns="0" rIns="0" bIns="0" numCol="1" anchor="ctr">
              <a:noAutofit/>
            </a:bodyPr>
            <a:lstStyle/>
            <a:p>
              <a:pPr algn="l">
                <a:lnSpc>
                  <a:spcPct val="110000"/>
                </a:lnSpc>
                <a:spcBef>
                  <a:spcPts val="3000"/>
                </a:spcBef>
                <a:defRPr sz="2000">
                  <a:solidFill>
                    <a:srgbClr val="4C4C4C"/>
                  </a:solidFill>
                  <a:latin typeface="Helvetica Neue Light"/>
                  <a:ea typeface="Helvetica Neue Light"/>
                  <a:cs typeface="Helvetica Neue Light"/>
                  <a:sym typeface="Helvetica Neue Light"/>
                </a:defRPr>
              </a:pPr>
            </a:p>
          </p:txBody>
        </p:sp>
        <p:sp>
          <p:nvSpPr>
            <p:cNvPr id="10372" name="Shape 10372"/>
            <p:cNvSpPr/>
            <p:nvPr/>
          </p:nvSpPr>
          <p:spPr>
            <a:xfrm flipH="1">
              <a:off x="547854" y="535489"/>
              <a:ext cx="2033621" cy="288671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rgbClr val="FFFFFF"/>
            </a:solidFill>
            <a:ln w="12700" cap="flat">
              <a:noFill/>
              <a:miter lim="400000"/>
            </a:ln>
            <a:effectLst/>
          </p:spPr>
          <p:txBody>
            <a:bodyPr wrap="square" lIns="0" tIns="0" rIns="0" bIns="0" numCol="1" anchor="ctr">
              <a:noAutofit/>
            </a:bodyP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grpSp>
      <p:sp>
        <p:nvSpPr>
          <p:cNvPr id="10374" name="Shape 10374"/>
          <p:cNvSpPr/>
          <p:nvPr/>
        </p:nvSpPr>
        <p:spPr>
          <a:xfrm flipH="1">
            <a:off x="6147266" y="3589265"/>
            <a:ext cx="733836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75" name="Shape 10375"/>
          <p:cNvSpPr/>
          <p:nvPr/>
        </p:nvSpPr>
        <p:spPr>
          <a:xfrm flipH="1">
            <a:off x="5236077" y="6205719"/>
            <a:ext cx="7338361" cy="2446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76" name="Shape 10376"/>
          <p:cNvSpPr/>
          <p:nvPr/>
        </p:nvSpPr>
        <p:spPr>
          <a:xfrm flipH="1">
            <a:off x="7323584" y="6200891"/>
            <a:ext cx="733836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grpSp>
        <p:nvGrpSpPr>
          <p:cNvPr id="10379" name="Group 10379"/>
          <p:cNvGrpSpPr/>
          <p:nvPr/>
        </p:nvGrpSpPr>
        <p:grpSpPr>
          <a:xfrm>
            <a:off x="4761185" y="2070318"/>
            <a:ext cx="1639498" cy="2258412"/>
            <a:chOff x="0" y="0"/>
            <a:chExt cx="1639496" cy="2258410"/>
          </a:xfrm>
        </p:grpSpPr>
        <p:sp>
          <p:nvSpPr>
            <p:cNvPr id="10377" name="Shape 10377"/>
            <p:cNvSpPr/>
            <p:nvPr/>
          </p:nvSpPr>
          <p:spPr>
            <a:xfrm>
              <a:off x="730746" y="805683"/>
              <a:ext cx="178004" cy="1452728"/>
            </a:xfrm>
            <a:prstGeom prst="rect">
              <a:avLst/>
            </a:prstGeom>
            <a:solidFill>
              <a:srgbClr val="DCA138"/>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78" name="Shape 10378"/>
            <p:cNvSpPr/>
            <p:nvPr/>
          </p:nvSpPr>
          <p:spPr>
            <a:xfrm>
              <a:off x="0" y="0"/>
              <a:ext cx="1639497" cy="1639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rgbClr val="DCA138"/>
            </a:solidFill>
            <a:ln w="12700" cap="flat">
              <a:noFill/>
              <a:miter lim="400000"/>
            </a:ln>
            <a:effectLst/>
          </p:spPr>
          <p:txBody>
            <a:bodyPr wrap="square" lIns="0" tIns="0" rIns="0" bIns="0" numCol="1" anchor="ctr">
              <a:noAutofit/>
            </a:bodyPr>
            <a:lstStyle/>
            <a:p>
              <a:pPr>
                <a:defRPr cap="all" sz="2500">
                  <a:solidFill>
                    <a:srgbClr val="FFFFFF"/>
                  </a:solidFill>
                  <a:latin typeface="Helvetica Neue Light"/>
                  <a:ea typeface="Helvetica Neue Light"/>
                  <a:cs typeface="Helvetica Neue Light"/>
                  <a:sym typeface="Helvetica Neue Light"/>
                </a:defRPr>
              </a:pPr>
            </a:p>
          </p:txBody>
        </p:sp>
      </p:grpSp>
      <p:grpSp>
        <p:nvGrpSpPr>
          <p:cNvPr id="10382" name="Group 10382"/>
          <p:cNvGrpSpPr/>
          <p:nvPr/>
        </p:nvGrpSpPr>
        <p:grpSpPr>
          <a:xfrm>
            <a:off x="6239437" y="7132103"/>
            <a:ext cx="1639497" cy="2258411"/>
            <a:chOff x="0" y="0"/>
            <a:chExt cx="1639496" cy="2258410"/>
          </a:xfrm>
        </p:grpSpPr>
        <p:sp>
          <p:nvSpPr>
            <p:cNvPr id="10380" name="Shape 10380"/>
            <p:cNvSpPr/>
            <p:nvPr/>
          </p:nvSpPr>
          <p:spPr>
            <a:xfrm>
              <a:off x="730746" y="805683"/>
              <a:ext cx="178004" cy="1452728"/>
            </a:xfrm>
            <a:prstGeom prst="rect">
              <a:avLst/>
            </a:prstGeom>
            <a:solidFill>
              <a:srgbClr val="DCA138"/>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81" name="Shape 10381"/>
            <p:cNvSpPr/>
            <p:nvPr/>
          </p:nvSpPr>
          <p:spPr>
            <a:xfrm>
              <a:off x="0" y="0"/>
              <a:ext cx="1639497" cy="1639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rgbClr val="DCA138"/>
            </a:solidFill>
            <a:ln w="12700" cap="flat">
              <a:noFill/>
              <a:miter lim="400000"/>
            </a:ln>
            <a:effectLst/>
          </p:spPr>
          <p:txBody>
            <a:bodyPr wrap="square" lIns="0" tIns="0" rIns="0" bIns="0" numCol="1" anchor="ctr">
              <a:noAutofit/>
            </a:bodyPr>
            <a:lstStyle/>
            <a:p>
              <a:pPr>
                <a:defRPr cap="all" sz="2500">
                  <a:solidFill>
                    <a:srgbClr val="FFFFFF"/>
                  </a:solidFill>
                  <a:latin typeface="Helvetica Neue Light"/>
                  <a:ea typeface="Helvetica Neue Light"/>
                  <a:cs typeface="Helvetica Neue Light"/>
                  <a:sym typeface="Helvetica Neue Light"/>
                </a:defRPr>
              </a:pPr>
            </a:p>
          </p:txBody>
        </p:sp>
      </p:grpSp>
      <p:sp>
        <p:nvSpPr>
          <p:cNvPr id="10383" name="Shape 10383"/>
          <p:cNvSpPr/>
          <p:nvPr/>
        </p:nvSpPr>
        <p:spPr>
          <a:xfrm flipH="1">
            <a:off x="6401266" y="8798272"/>
            <a:ext cx="7338361" cy="2446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84" name="Shape 10384"/>
          <p:cNvSpPr/>
          <p:nvPr/>
        </p:nvSpPr>
        <p:spPr>
          <a:xfrm flipH="1">
            <a:off x="5372566" y="8798272"/>
            <a:ext cx="7338361" cy="2446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85" name="Shape 10385"/>
          <p:cNvSpPr/>
          <p:nvPr/>
        </p:nvSpPr>
        <p:spPr>
          <a:xfrm flipH="1">
            <a:off x="6401266" y="11435426"/>
            <a:ext cx="733836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sp>
        <p:nvSpPr>
          <p:cNvPr id="10386" name="Shape 10386"/>
          <p:cNvSpPr/>
          <p:nvPr/>
        </p:nvSpPr>
        <p:spPr>
          <a:xfrm flipH="1">
            <a:off x="5372566" y="11435426"/>
            <a:ext cx="7338361" cy="2446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rgbClr val="FFFFFF"/>
          </a:solidFill>
          <a:ln w="12700">
            <a:miter lim="400000"/>
          </a:ln>
        </p:spPr>
        <p:txBody>
          <a:bodyPr lIns="0" tIns="0" rIns="0" bIns="0" anchor="ctr"/>
          <a:lstStyle/>
          <a:p>
            <a:pPr defTabSz="457200">
              <a:lnSpc>
                <a:spcPct val="80000"/>
              </a:lnSpc>
              <a:spcBef>
                <a:spcPts val="5500"/>
              </a:spcBef>
              <a:defRPr sz="3000">
                <a:solidFill>
                  <a:srgbClr val="333333"/>
                </a:solidFill>
                <a:latin typeface="Helvetica Neue Thin"/>
                <a:ea typeface="Helvetica Neue Thin"/>
                <a:cs typeface="Helvetica Neue Thin"/>
                <a:sym typeface="Helvetica Neue Thin"/>
              </a:defRPr>
            </a:pPr>
          </a:p>
        </p:txBody>
      </p:sp>
      <p:grpSp>
        <p:nvGrpSpPr>
          <p:cNvPr id="10389" name="Group 10389"/>
          <p:cNvGrpSpPr/>
          <p:nvPr/>
        </p:nvGrpSpPr>
        <p:grpSpPr>
          <a:xfrm>
            <a:off x="14242513" y="9804823"/>
            <a:ext cx="1639498" cy="2258411"/>
            <a:chOff x="0" y="0"/>
            <a:chExt cx="1639496" cy="2258410"/>
          </a:xfrm>
        </p:grpSpPr>
        <p:sp>
          <p:nvSpPr>
            <p:cNvPr id="10387" name="Shape 10387"/>
            <p:cNvSpPr/>
            <p:nvPr/>
          </p:nvSpPr>
          <p:spPr>
            <a:xfrm>
              <a:off x="730746" y="805683"/>
              <a:ext cx="178004" cy="1452728"/>
            </a:xfrm>
            <a:prstGeom prst="rect">
              <a:avLst/>
            </a:prstGeom>
            <a:solidFill>
              <a:srgbClr val="DCA138"/>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388" name="Shape 10388"/>
            <p:cNvSpPr/>
            <p:nvPr/>
          </p:nvSpPr>
          <p:spPr>
            <a:xfrm>
              <a:off x="0" y="0"/>
              <a:ext cx="1639497" cy="163949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rgbClr val="DCA138"/>
            </a:solidFill>
            <a:ln w="12700" cap="flat">
              <a:noFill/>
              <a:miter lim="400000"/>
            </a:ln>
            <a:effectLst/>
          </p:spPr>
          <p:txBody>
            <a:bodyPr wrap="square" lIns="0" tIns="0" rIns="0" bIns="0" numCol="1" anchor="ctr">
              <a:noAutofit/>
            </a:bodyPr>
            <a:lstStyle/>
            <a:p>
              <a:pPr>
                <a:defRPr cap="all" sz="2500">
                  <a:solidFill>
                    <a:srgbClr val="FFFFFF"/>
                  </a:solidFill>
                  <a:latin typeface="Helvetica Neue Light"/>
                  <a:ea typeface="Helvetica Neue Light"/>
                  <a:cs typeface="Helvetica Neue Light"/>
                  <a:sym typeface="Helvetica Neue Light"/>
                </a:defRPr>
              </a:pPr>
            </a:p>
          </p:txBody>
        </p:sp>
      </p:grpSp>
    </p:spTree>
  </p:cSld>
  <p:clrMapOvr>
    <a:masterClrMapping/>
  </p:clrMapOvr>
  <p:transition xmlns:p14="http://schemas.microsoft.com/office/powerpoint/2010/main" spd="med" advClick="1" p14:dur="1000"/>
</p:sld>
</file>

<file path=ppt/slides/slide26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391" name="Shape 10391"/>
          <p:cNvSpPr/>
          <p:nvPr>
            <p:ph type="title"/>
          </p:nvPr>
        </p:nvSpPr>
        <p:spPr>
          <a:prstGeom prst="rect">
            <a:avLst/>
          </a:prstGeom>
        </p:spPr>
        <p:txBody>
          <a:bodyPr/>
          <a:lstStyle/>
          <a:p>
            <a:pPr/>
            <a:r>
              <a:t>División plan estratégico</a:t>
            </a:r>
          </a:p>
        </p:txBody>
      </p:sp>
      <p:graphicFrame>
        <p:nvGraphicFramePr>
          <p:cNvPr id="10392" name="Chart 10392"/>
          <p:cNvGraphicFramePr/>
          <p:nvPr/>
        </p:nvGraphicFramePr>
        <p:xfrm>
          <a:off x="4927369" y="4829103"/>
          <a:ext cx="4801326" cy="4801326"/>
        </p:xfrm>
        <a:graphic xmlns:a="http://schemas.openxmlformats.org/drawingml/2006/main">
          <a:graphicData uri="http://schemas.openxmlformats.org/drawingml/2006/chart">
            <c:chart xmlns:c="http://schemas.openxmlformats.org/drawingml/2006/chart" r:id="rId3"/>
          </a:graphicData>
        </a:graphic>
      </p:graphicFrame>
      <p:sp>
        <p:nvSpPr>
          <p:cNvPr id="10393" name="Shape 10393"/>
          <p:cNvSpPr/>
          <p:nvPr/>
        </p:nvSpPr>
        <p:spPr>
          <a:xfrm>
            <a:off x="5779923" y="5681657"/>
            <a:ext cx="3096218" cy="3096219"/>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394" name="Shape 10394"/>
          <p:cNvSpPr/>
          <p:nvPr/>
        </p:nvSpPr>
        <p:spPr>
          <a:xfrm>
            <a:off x="6530191" y="6591493"/>
            <a:ext cx="1595683" cy="127654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338"/>
                </a:moveTo>
                <a:lnTo>
                  <a:pt x="21600" y="21263"/>
                </a:lnTo>
                <a:cubicBezTo>
                  <a:pt x="21600" y="21487"/>
                  <a:pt x="21510" y="21600"/>
                  <a:pt x="21330" y="21600"/>
                </a:cubicBezTo>
                <a:cubicBezTo>
                  <a:pt x="21150" y="21600"/>
                  <a:pt x="21060" y="21487"/>
                  <a:pt x="21060" y="21263"/>
                </a:cubicBezTo>
                <a:lnTo>
                  <a:pt x="21060" y="338"/>
                </a:lnTo>
                <a:cubicBezTo>
                  <a:pt x="21060" y="113"/>
                  <a:pt x="21150" y="0"/>
                  <a:pt x="21330" y="0"/>
                </a:cubicBezTo>
                <a:cubicBezTo>
                  <a:pt x="21510" y="0"/>
                  <a:pt x="21600" y="113"/>
                  <a:pt x="21600" y="338"/>
                </a:cubicBezTo>
                <a:close/>
                <a:moveTo>
                  <a:pt x="19980" y="1814"/>
                </a:moveTo>
                <a:cubicBezTo>
                  <a:pt x="19417" y="2377"/>
                  <a:pt x="18905" y="2841"/>
                  <a:pt x="18444" y="3206"/>
                </a:cubicBezTo>
                <a:cubicBezTo>
                  <a:pt x="17983" y="3572"/>
                  <a:pt x="17331" y="4008"/>
                  <a:pt x="16487" y="4514"/>
                </a:cubicBezTo>
                <a:cubicBezTo>
                  <a:pt x="15643" y="5020"/>
                  <a:pt x="14675" y="5407"/>
                  <a:pt x="13584" y="5674"/>
                </a:cubicBezTo>
                <a:cubicBezTo>
                  <a:pt x="12493" y="5942"/>
                  <a:pt x="11295" y="6075"/>
                  <a:pt x="9990" y="6075"/>
                </a:cubicBezTo>
                <a:lnTo>
                  <a:pt x="4860" y="6075"/>
                </a:lnTo>
                <a:lnTo>
                  <a:pt x="4860" y="15525"/>
                </a:lnTo>
                <a:lnTo>
                  <a:pt x="6649" y="15525"/>
                </a:lnTo>
                <a:cubicBezTo>
                  <a:pt x="6694" y="15525"/>
                  <a:pt x="6727" y="15525"/>
                  <a:pt x="6750" y="15525"/>
                </a:cubicBezTo>
                <a:cubicBezTo>
                  <a:pt x="6772" y="15525"/>
                  <a:pt x="6795" y="15525"/>
                  <a:pt x="6817" y="15525"/>
                </a:cubicBezTo>
                <a:lnTo>
                  <a:pt x="9956" y="15525"/>
                </a:lnTo>
                <a:cubicBezTo>
                  <a:pt x="11261" y="15525"/>
                  <a:pt x="12465" y="15659"/>
                  <a:pt x="13568" y="15926"/>
                </a:cubicBezTo>
                <a:cubicBezTo>
                  <a:pt x="14670" y="16193"/>
                  <a:pt x="15637" y="16573"/>
                  <a:pt x="16470" y="17065"/>
                </a:cubicBezTo>
                <a:cubicBezTo>
                  <a:pt x="17302" y="17557"/>
                  <a:pt x="17955" y="17993"/>
                  <a:pt x="18428" y="18373"/>
                </a:cubicBezTo>
                <a:cubicBezTo>
                  <a:pt x="18900" y="18752"/>
                  <a:pt x="19417" y="19224"/>
                  <a:pt x="19980" y="19786"/>
                </a:cubicBezTo>
                <a:cubicBezTo>
                  <a:pt x="19980" y="19786"/>
                  <a:pt x="19980" y="1814"/>
                  <a:pt x="19980" y="1814"/>
                </a:cubicBezTo>
                <a:close/>
                <a:moveTo>
                  <a:pt x="1873" y="15209"/>
                </a:moveTo>
                <a:cubicBezTo>
                  <a:pt x="2042" y="15420"/>
                  <a:pt x="2250" y="15525"/>
                  <a:pt x="2497" y="15525"/>
                </a:cubicBezTo>
                <a:lnTo>
                  <a:pt x="4320" y="15525"/>
                </a:lnTo>
                <a:lnTo>
                  <a:pt x="4320" y="6075"/>
                </a:lnTo>
                <a:lnTo>
                  <a:pt x="2497" y="6075"/>
                </a:lnTo>
                <a:cubicBezTo>
                  <a:pt x="2250" y="6075"/>
                  <a:pt x="2042" y="6188"/>
                  <a:pt x="1873" y="6413"/>
                </a:cubicBezTo>
                <a:cubicBezTo>
                  <a:pt x="1704" y="6638"/>
                  <a:pt x="1620" y="6905"/>
                  <a:pt x="1620" y="7214"/>
                </a:cubicBezTo>
                <a:lnTo>
                  <a:pt x="1620" y="14428"/>
                </a:lnTo>
                <a:cubicBezTo>
                  <a:pt x="1620" y="14738"/>
                  <a:pt x="1704" y="14998"/>
                  <a:pt x="1873" y="15209"/>
                </a:cubicBezTo>
                <a:close/>
                <a:moveTo>
                  <a:pt x="20520" y="1097"/>
                </a:moveTo>
                <a:lnTo>
                  <a:pt x="20520" y="20503"/>
                </a:lnTo>
                <a:cubicBezTo>
                  <a:pt x="20520" y="20644"/>
                  <a:pt x="20464" y="20742"/>
                  <a:pt x="20351" y="20798"/>
                </a:cubicBezTo>
                <a:cubicBezTo>
                  <a:pt x="20329" y="20826"/>
                  <a:pt x="20295" y="20841"/>
                  <a:pt x="20250" y="20841"/>
                </a:cubicBezTo>
                <a:cubicBezTo>
                  <a:pt x="20182" y="20841"/>
                  <a:pt x="20126" y="20812"/>
                  <a:pt x="20081" y="20756"/>
                </a:cubicBezTo>
                <a:lnTo>
                  <a:pt x="19811" y="20461"/>
                </a:lnTo>
                <a:cubicBezTo>
                  <a:pt x="19226" y="19899"/>
                  <a:pt x="18720" y="19442"/>
                  <a:pt x="18293" y="19090"/>
                </a:cubicBezTo>
                <a:cubicBezTo>
                  <a:pt x="17865" y="18739"/>
                  <a:pt x="17235" y="18303"/>
                  <a:pt x="16403" y="17782"/>
                </a:cubicBezTo>
                <a:cubicBezTo>
                  <a:pt x="15570" y="17262"/>
                  <a:pt x="14608" y="16868"/>
                  <a:pt x="13517" y="16601"/>
                </a:cubicBezTo>
                <a:cubicBezTo>
                  <a:pt x="12425" y="16334"/>
                  <a:pt x="11239" y="16200"/>
                  <a:pt x="9956" y="16200"/>
                </a:cubicBezTo>
                <a:lnTo>
                  <a:pt x="7054" y="16200"/>
                </a:lnTo>
                <a:cubicBezTo>
                  <a:pt x="7121" y="16791"/>
                  <a:pt x="7290" y="17269"/>
                  <a:pt x="7560" y="17634"/>
                </a:cubicBezTo>
                <a:cubicBezTo>
                  <a:pt x="7898" y="18029"/>
                  <a:pt x="8347" y="18225"/>
                  <a:pt x="8910" y="18225"/>
                </a:cubicBezTo>
                <a:cubicBezTo>
                  <a:pt x="9090" y="18225"/>
                  <a:pt x="9180" y="18338"/>
                  <a:pt x="9180" y="18562"/>
                </a:cubicBezTo>
                <a:cubicBezTo>
                  <a:pt x="9180" y="18788"/>
                  <a:pt x="9090" y="18900"/>
                  <a:pt x="8910" y="18900"/>
                </a:cubicBezTo>
                <a:cubicBezTo>
                  <a:pt x="8190" y="18900"/>
                  <a:pt x="7616" y="18633"/>
                  <a:pt x="7189" y="18098"/>
                </a:cubicBezTo>
                <a:cubicBezTo>
                  <a:pt x="6806" y="17621"/>
                  <a:pt x="6570" y="16988"/>
                  <a:pt x="6480" y="16200"/>
                </a:cubicBezTo>
                <a:lnTo>
                  <a:pt x="4860" y="16200"/>
                </a:lnTo>
                <a:cubicBezTo>
                  <a:pt x="4972" y="17634"/>
                  <a:pt x="5366" y="18773"/>
                  <a:pt x="6041" y="19617"/>
                </a:cubicBezTo>
                <a:cubicBezTo>
                  <a:pt x="6738" y="20489"/>
                  <a:pt x="7695" y="20925"/>
                  <a:pt x="8910" y="20925"/>
                </a:cubicBezTo>
                <a:cubicBezTo>
                  <a:pt x="9090" y="20925"/>
                  <a:pt x="9180" y="21037"/>
                  <a:pt x="9180" y="21263"/>
                </a:cubicBezTo>
                <a:cubicBezTo>
                  <a:pt x="9180" y="21487"/>
                  <a:pt x="9090" y="21600"/>
                  <a:pt x="8910" y="21600"/>
                </a:cubicBezTo>
                <a:cubicBezTo>
                  <a:pt x="7537" y="21600"/>
                  <a:pt x="6457" y="21094"/>
                  <a:pt x="5670" y="20081"/>
                </a:cubicBezTo>
                <a:cubicBezTo>
                  <a:pt x="4882" y="19097"/>
                  <a:pt x="4432" y="17803"/>
                  <a:pt x="4320" y="16200"/>
                </a:cubicBezTo>
                <a:lnTo>
                  <a:pt x="2497" y="16200"/>
                </a:lnTo>
                <a:cubicBezTo>
                  <a:pt x="2115" y="16200"/>
                  <a:pt x="1783" y="16025"/>
                  <a:pt x="1502" y="15673"/>
                </a:cubicBezTo>
                <a:cubicBezTo>
                  <a:pt x="1220" y="15321"/>
                  <a:pt x="1080" y="14907"/>
                  <a:pt x="1080" y="14428"/>
                </a:cubicBezTo>
                <a:lnTo>
                  <a:pt x="1080" y="7214"/>
                </a:lnTo>
                <a:cubicBezTo>
                  <a:pt x="1080" y="6708"/>
                  <a:pt x="1220" y="6279"/>
                  <a:pt x="1502" y="5927"/>
                </a:cubicBezTo>
                <a:cubicBezTo>
                  <a:pt x="1783" y="5576"/>
                  <a:pt x="2115" y="5400"/>
                  <a:pt x="2497" y="5400"/>
                </a:cubicBezTo>
                <a:lnTo>
                  <a:pt x="9990" y="5400"/>
                </a:lnTo>
                <a:cubicBezTo>
                  <a:pt x="11273" y="5400"/>
                  <a:pt x="12454" y="5267"/>
                  <a:pt x="13534" y="4999"/>
                </a:cubicBezTo>
                <a:cubicBezTo>
                  <a:pt x="14614" y="4732"/>
                  <a:pt x="15570" y="4339"/>
                  <a:pt x="16403" y="3818"/>
                </a:cubicBezTo>
                <a:cubicBezTo>
                  <a:pt x="17235" y="3298"/>
                  <a:pt x="17859" y="2869"/>
                  <a:pt x="18276" y="2531"/>
                </a:cubicBezTo>
                <a:cubicBezTo>
                  <a:pt x="18692" y="2194"/>
                  <a:pt x="19192" y="1730"/>
                  <a:pt x="19777" y="1139"/>
                </a:cubicBezTo>
                <a:lnTo>
                  <a:pt x="20081" y="844"/>
                </a:lnTo>
                <a:cubicBezTo>
                  <a:pt x="20171" y="759"/>
                  <a:pt x="20267" y="746"/>
                  <a:pt x="20368" y="802"/>
                </a:cubicBezTo>
                <a:cubicBezTo>
                  <a:pt x="20469" y="858"/>
                  <a:pt x="20520" y="956"/>
                  <a:pt x="20520" y="1097"/>
                </a:cubicBezTo>
                <a:close/>
                <a:moveTo>
                  <a:pt x="0" y="14428"/>
                </a:moveTo>
                <a:lnTo>
                  <a:pt x="0" y="7172"/>
                </a:lnTo>
                <a:cubicBezTo>
                  <a:pt x="0" y="6947"/>
                  <a:pt x="90" y="6834"/>
                  <a:pt x="270" y="6834"/>
                </a:cubicBezTo>
                <a:cubicBezTo>
                  <a:pt x="450" y="6834"/>
                  <a:pt x="540" y="6947"/>
                  <a:pt x="540" y="7172"/>
                </a:cubicBezTo>
                <a:lnTo>
                  <a:pt x="540" y="14428"/>
                </a:lnTo>
                <a:cubicBezTo>
                  <a:pt x="540" y="14654"/>
                  <a:pt x="450" y="14766"/>
                  <a:pt x="270" y="14766"/>
                </a:cubicBezTo>
                <a:cubicBezTo>
                  <a:pt x="90" y="14766"/>
                  <a:pt x="0" y="14654"/>
                  <a:pt x="0" y="14428"/>
                </a:cubicBezTo>
                <a:close/>
              </a:path>
            </a:pathLst>
          </a:custGeom>
          <a:solidFill>
            <a:srgbClr val="4678AF"/>
          </a:solidFill>
          <a:ln w="63500">
            <a:solidFill>
              <a:srgbClr val="234770"/>
            </a:solidFill>
            <a:miter lim="400000"/>
          </a:ln>
        </p:spPr>
        <p:txBody>
          <a:bodyPr lIns="38100" tIns="38100" rIns="38100" bIns="38100" anchor="ctr"/>
          <a:lstStyle/>
          <a:p>
            <a:pPr defTabSz="825500">
              <a:defRPr sz="3200"/>
            </a:pPr>
          </a:p>
        </p:txBody>
      </p:sp>
      <p:sp>
        <p:nvSpPr>
          <p:cNvPr id="10395" name="Shape 10395"/>
          <p:cNvSpPr/>
          <p:nvPr/>
        </p:nvSpPr>
        <p:spPr>
          <a:xfrm>
            <a:off x="7077622" y="3953518"/>
            <a:ext cx="5364478" cy="4236"/>
          </a:xfrm>
          <a:prstGeom prst="line">
            <a:avLst/>
          </a:prstGeom>
          <a:ln w="63500">
            <a:solidFill>
              <a:srgbClr val="234770"/>
            </a:solidFill>
            <a:miter lim="400000"/>
          </a:ln>
        </p:spPr>
        <p:txBody>
          <a:bodyPr lIns="121919" tIns="121919" rIns="121919" bIns="121919"/>
          <a:lstStyle/>
          <a:p>
            <a:pPr algn="l" defTabSz="457200">
              <a:defRPr sz="3200">
                <a:latin typeface="Helvetica"/>
                <a:ea typeface="Helvetica"/>
                <a:cs typeface="Helvetica"/>
                <a:sym typeface="Helvetica"/>
              </a:defRPr>
            </a:pPr>
          </a:p>
        </p:txBody>
      </p:sp>
      <p:sp>
        <p:nvSpPr>
          <p:cNvPr id="10396" name="Shape 10396"/>
          <p:cNvSpPr/>
          <p:nvPr/>
        </p:nvSpPr>
        <p:spPr>
          <a:xfrm>
            <a:off x="7077622" y="10447505"/>
            <a:ext cx="5364478" cy="4235"/>
          </a:xfrm>
          <a:prstGeom prst="line">
            <a:avLst/>
          </a:prstGeom>
          <a:ln w="63500">
            <a:solidFill>
              <a:srgbClr val="234770"/>
            </a:solidFill>
            <a:miter lim="400000"/>
          </a:ln>
        </p:spPr>
        <p:txBody>
          <a:bodyPr lIns="121919" tIns="121919" rIns="121919" bIns="121919"/>
          <a:lstStyle/>
          <a:p>
            <a:pPr algn="l" defTabSz="457200">
              <a:defRPr sz="3200">
                <a:latin typeface="Helvetica"/>
                <a:ea typeface="Helvetica"/>
                <a:cs typeface="Helvetica"/>
                <a:sym typeface="Helvetica"/>
              </a:defRPr>
            </a:pPr>
          </a:p>
        </p:txBody>
      </p:sp>
      <p:sp>
        <p:nvSpPr>
          <p:cNvPr id="10397" name="Shape 10397"/>
          <p:cNvSpPr/>
          <p:nvPr/>
        </p:nvSpPr>
        <p:spPr>
          <a:xfrm>
            <a:off x="10125116" y="7200905"/>
            <a:ext cx="2316984" cy="12312"/>
          </a:xfrm>
          <a:prstGeom prst="line">
            <a:avLst/>
          </a:prstGeom>
          <a:ln w="63500">
            <a:solidFill>
              <a:srgbClr val="234770"/>
            </a:solidFill>
            <a:miter lim="400000"/>
            <a:head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398" name="Shape 10398"/>
          <p:cNvSpPr/>
          <p:nvPr/>
        </p:nvSpPr>
        <p:spPr>
          <a:xfrm>
            <a:off x="7092823" y="3960816"/>
            <a:ext cx="2057" cy="664592"/>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399" name="Shape 10399"/>
          <p:cNvSpPr/>
          <p:nvPr/>
        </p:nvSpPr>
        <p:spPr>
          <a:xfrm flipH="1">
            <a:off x="7092825" y="9826399"/>
            <a:ext cx="4107" cy="591440"/>
          </a:xfrm>
          <a:prstGeom prst="line">
            <a:avLst/>
          </a:prstGeom>
          <a:ln w="25400">
            <a:solidFill>
              <a:srgbClr val="808080"/>
            </a:solidFill>
            <a:prstDash val="sysDash"/>
            <a:bevel/>
            <a:headEnd type="oval"/>
          </a:ln>
        </p:spPr>
        <p:txBody>
          <a:bodyPr lIns="121919" tIns="121919" rIns="121919" bIns="121919"/>
          <a:lstStyle/>
          <a:p>
            <a:pPr algn="l" defTabSz="457200">
              <a:defRPr sz="3200">
                <a:latin typeface="Helvetica"/>
                <a:ea typeface="Helvetica"/>
                <a:cs typeface="Helvetica"/>
                <a:sym typeface="Helvetica"/>
              </a:defRPr>
            </a:pPr>
          </a:p>
        </p:txBody>
      </p:sp>
      <p:grpSp>
        <p:nvGrpSpPr>
          <p:cNvPr id="10402" name="Group 10402"/>
          <p:cNvGrpSpPr/>
          <p:nvPr/>
        </p:nvGrpSpPr>
        <p:grpSpPr>
          <a:xfrm>
            <a:off x="12669293" y="3346036"/>
            <a:ext cx="1219201" cy="1219201"/>
            <a:chOff x="0" y="0"/>
            <a:chExt cx="1219200" cy="1219200"/>
          </a:xfrm>
        </p:grpSpPr>
        <p:sp>
          <p:nvSpPr>
            <p:cNvPr id="10400" name="Shape 10400"/>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01" name="Shape 10401"/>
            <p:cNvSpPr/>
            <p:nvPr/>
          </p:nvSpPr>
          <p:spPr>
            <a:xfrm>
              <a:off x="395173" y="17927"/>
              <a:ext cx="428854"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1</a:t>
              </a:r>
            </a:p>
          </p:txBody>
        </p:sp>
      </p:grpSp>
      <p:grpSp>
        <p:nvGrpSpPr>
          <p:cNvPr id="10405" name="Group 10405"/>
          <p:cNvGrpSpPr/>
          <p:nvPr/>
        </p:nvGrpSpPr>
        <p:grpSpPr>
          <a:xfrm>
            <a:off x="12669293" y="6510250"/>
            <a:ext cx="1219201" cy="1219201"/>
            <a:chOff x="0" y="0"/>
            <a:chExt cx="1219200" cy="1219200"/>
          </a:xfrm>
        </p:grpSpPr>
        <p:sp>
          <p:nvSpPr>
            <p:cNvPr id="10403" name="Shape 10403"/>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04" name="Shape 10404"/>
            <p:cNvSpPr/>
            <p:nvPr/>
          </p:nvSpPr>
          <p:spPr>
            <a:xfrm>
              <a:off x="313486" y="17927"/>
              <a:ext cx="592228"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2</a:t>
              </a:r>
            </a:p>
          </p:txBody>
        </p:sp>
      </p:grpSp>
      <p:grpSp>
        <p:nvGrpSpPr>
          <p:cNvPr id="10408" name="Group 10408"/>
          <p:cNvGrpSpPr/>
          <p:nvPr/>
        </p:nvGrpSpPr>
        <p:grpSpPr>
          <a:xfrm>
            <a:off x="12669293" y="9840022"/>
            <a:ext cx="1219201" cy="1219201"/>
            <a:chOff x="0" y="0"/>
            <a:chExt cx="1219200" cy="1219200"/>
          </a:xfrm>
        </p:grpSpPr>
        <p:sp>
          <p:nvSpPr>
            <p:cNvPr id="10406" name="Shape 10406"/>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07" name="Shape 10407"/>
            <p:cNvSpPr/>
            <p:nvPr/>
          </p:nvSpPr>
          <p:spPr>
            <a:xfrm>
              <a:off x="333400" y="17927"/>
              <a:ext cx="552400"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3</a:t>
              </a:r>
            </a:p>
          </p:txBody>
        </p:sp>
      </p:grpSp>
      <p:sp>
        <p:nvSpPr>
          <p:cNvPr id="10409" name="Shape 10409"/>
          <p:cNvSpPr/>
          <p:nvPr/>
        </p:nvSpPr>
        <p:spPr>
          <a:xfrm>
            <a:off x="14115660" y="6776950"/>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10" name="Shape 10410"/>
          <p:cNvSpPr/>
          <p:nvPr/>
        </p:nvSpPr>
        <p:spPr>
          <a:xfrm>
            <a:off x="14115660" y="3625436"/>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11" name="Shape 10411"/>
          <p:cNvSpPr/>
          <p:nvPr/>
        </p:nvSpPr>
        <p:spPr>
          <a:xfrm>
            <a:off x="14115660" y="10106722"/>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409"/>
                                        </p:tgtEl>
                                        <p:attrNameLst>
                                          <p:attrName>style.visibility</p:attrName>
                                        </p:attrNameLst>
                                      </p:cBhvr>
                                      <p:to>
                                        <p:strVal val="visible"/>
                                      </p:to>
                                    </p:set>
                                    <p:animEffect filter="wipe(left)" transition="in">
                                      <p:cBhvr>
                                        <p:cTn id="7" dur="250"/>
                                        <p:tgtEl>
                                          <p:spTgt spid="10409"/>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410"/>
                                        </p:tgtEl>
                                        <p:attrNameLst>
                                          <p:attrName>style.visibility</p:attrName>
                                        </p:attrNameLst>
                                      </p:cBhvr>
                                      <p:to>
                                        <p:strVal val="visible"/>
                                      </p:to>
                                    </p:set>
                                    <p:animEffect filter="wipe(left)" transition="in">
                                      <p:cBhvr>
                                        <p:cTn id="11" dur="250"/>
                                        <p:tgtEl>
                                          <p:spTgt spid="10410"/>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411"/>
                                        </p:tgtEl>
                                        <p:attrNameLst>
                                          <p:attrName>style.visibility</p:attrName>
                                        </p:attrNameLst>
                                      </p:cBhvr>
                                      <p:to>
                                        <p:strVal val="visible"/>
                                      </p:to>
                                    </p:set>
                                    <p:animEffect filter="wipe(left)" transition="in">
                                      <p:cBhvr>
                                        <p:cTn id="15" dur="250"/>
                                        <p:tgtEl>
                                          <p:spTgt spid="104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410" grpId="2"/>
      <p:bldP build="whole" bldLvl="1" animBg="1" rev="0" advAuto="0" spid="10411" grpId="3"/>
      <p:bldP build="whole" bldLvl="1" animBg="1" rev="0" advAuto="0" spid="10409" grpId="1"/>
    </p:bldLst>
  </p:timing>
</p:sld>
</file>

<file path=ppt/slides/slide26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415" name="Shape 10415"/>
          <p:cNvSpPr/>
          <p:nvPr>
            <p:ph type="title"/>
          </p:nvPr>
        </p:nvSpPr>
        <p:spPr>
          <a:prstGeom prst="rect">
            <a:avLst/>
          </a:prstGeom>
        </p:spPr>
        <p:txBody>
          <a:bodyPr/>
          <a:lstStyle/>
          <a:p>
            <a:pPr/>
            <a:r>
              <a:t>Detalle</a:t>
            </a:r>
          </a:p>
        </p:txBody>
      </p:sp>
      <p:grpSp>
        <p:nvGrpSpPr>
          <p:cNvPr id="10418" name="Group 10418"/>
          <p:cNvGrpSpPr/>
          <p:nvPr/>
        </p:nvGrpSpPr>
        <p:grpSpPr>
          <a:xfrm>
            <a:off x="12669293" y="3346036"/>
            <a:ext cx="1219201" cy="1219201"/>
            <a:chOff x="0" y="0"/>
            <a:chExt cx="1219200" cy="1219200"/>
          </a:xfrm>
        </p:grpSpPr>
        <p:sp>
          <p:nvSpPr>
            <p:cNvPr id="10416" name="Shape 10416"/>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17" name="Shape 10417"/>
            <p:cNvSpPr/>
            <p:nvPr/>
          </p:nvSpPr>
          <p:spPr>
            <a:xfrm>
              <a:off x="395173" y="17927"/>
              <a:ext cx="428854"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1</a:t>
              </a:r>
            </a:p>
          </p:txBody>
        </p:sp>
      </p:grpSp>
      <p:grpSp>
        <p:nvGrpSpPr>
          <p:cNvPr id="10421" name="Group 10421"/>
          <p:cNvGrpSpPr/>
          <p:nvPr/>
        </p:nvGrpSpPr>
        <p:grpSpPr>
          <a:xfrm>
            <a:off x="12669293" y="6510250"/>
            <a:ext cx="1219201" cy="1219201"/>
            <a:chOff x="0" y="0"/>
            <a:chExt cx="1219200" cy="1219200"/>
          </a:xfrm>
        </p:grpSpPr>
        <p:sp>
          <p:nvSpPr>
            <p:cNvPr id="10419" name="Shape 10419"/>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20" name="Shape 10420"/>
            <p:cNvSpPr/>
            <p:nvPr/>
          </p:nvSpPr>
          <p:spPr>
            <a:xfrm>
              <a:off x="313486" y="17927"/>
              <a:ext cx="592228"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2</a:t>
              </a:r>
            </a:p>
          </p:txBody>
        </p:sp>
      </p:grpSp>
      <p:grpSp>
        <p:nvGrpSpPr>
          <p:cNvPr id="10424" name="Group 10424"/>
          <p:cNvGrpSpPr/>
          <p:nvPr/>
        </p:nvGrpSpPr>
        <p:grpSpPr>
          <a:xfrm>
            <a:off x="12669293" y="9674465"/>
            <a:ext cx="1219201" cy="1219201"/>
            <a:chOff x="0" y="0"/>
            <a:chExt cx="1219200" cy="1219200"/>
          </a:xfrm>
        </p:grpSpPr>
        <p:sp>
          <p:nvSpPr>
            <p:cNvPr id="10422" name="Shape 10422"/>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23" name="Shape 10423"/>
            <p:cNvSpPr/>
            <p:nvPr/>
          </p:nvSpPr>
          <p:spPr>
            <a:xfrm>
              <a:off x="333400" y="17927"/>
              <a:ext cx="552400"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3</a:t>
              </a:r>
            </a:p>
          </p:txBody>
        </p:sp>
      </p:grpSp>
      <p:sp>
        <p:nvSpPr>
          <p:cNvPr id="10425" name="Shape 10425"/>
          <p:cNvSpPr/>
          <p:nvPr/>
        </p:nvSpPr>
        <p:spPr>
          <a:xfrm>
            <a:off x="14115660" y="6776950"/>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26" name="Shape 10426"/>
          <p:cNvSpPr/>
          <p:nvPr/>
        </p:nvSpPr>
        <p:spPr>
          <a:xfrm>
            <a:off x="14115660" y="3625436"/>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27" name="Shape 10427"/>
          <p:cNvSpPr/>
          <p:nvPr/>
        </p:nvSpPr>
        <p:spPr>
          <a:xfrm>
            <a:off x="14115660" y="9941165"/>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grpSp>
        <p:nvGrpSpPr>
          <p:cNvPr id="10435" name="Group 10435"/>
          <p:cNvGrpSpPr/>
          <p:nvPr/>
        </p:nvGrpSpPr>
        <p:grpSpPr>
          <a:xfrm>
            <a:off x="2868529" y="5434372"/>
            <a:ext cx="6708921" cy="7194122"/>
            <a:chOff x="0" y="0"/>
            <a:chExt cx="6708919" cy="7194121"/>
          </a:xfrm>
        </p:grpSpPr>
        <p:grpSp>
          <p:nvGrpSpPr>
            <p:cNvPr id="10431" name="Group 10431"/>
            <p:cNvGrpSpPr/>
            <p:nvPr/>
          </p:nvGrpSpPr>
          <p:grpSpPr>
            <a:xfrm>
              <a:off x="-1" y="1609811"/>
              <a:ext cx="5339204" cy="5584311"/>
              <a:chOff x="0" y="0"/>
              <a:chExt cx="5339202" cy="5584309"/>
            </a:xfrm>
          </p:grpSpPr>
          <p:sp>
            <p:nvSpPr>
              <p:cNvPr id="10428" name="Shape 10428"/>
              <p:cNvSpPr/>
              <p:nvPr/>
            </p:nvSpPr>
            <p:spPr>
              <a:xfrm>
                <a:off x="-1" y="1070"/>
                <a:ext cx="5339204" cy="5583240"/>
              </a:xfrm>
              <a:custGeom>
                <a:avLst/>
                <a:gdLst/>
                <a:ahLst/>
                <a:cxnLst>
                  <a:cxn ang="0">
                    <a:pos x="wd2" y="hd2"/>
                  </a:cxn>
                  <a:cxn ang="5400000">
                    <a:pos x="wd2" y="hd2"/>
                  </a:cxn>
                  <a:cxn ang="10800000">
                    <a:pos x="wd2" y="hd2"/>
                  </a:cxn>
                  <a:cxn ang="16200000">
                    <a:pos x="wd2" y="hd2"/>
                  </a:cxn>
                </a:cxnLst>
                <a:rect l="0" t="0" r="r" b="b"/>
                <a:pathLst>
                  <a:path w="21431" h="21438" fill="norm" stroke="1" extrusionOk="0">
                    <a:moveTo>
                      <a:pt x="9575" y="149"/>
                    </a:moveTo>
                    <a:cubicBezTo>
                      <a:pt x="9575" y="149"/>
                      <a:pt x="9588" y="134"/>
                      <a:pt x="9611" y="108"/>
                    </a:cubicBezTo>
                    <a:cubicBezTo>
                      <a:pt x="9634" y="82"/>
                      <a:pt x="9666" y="44"/>
                      <a:pt x="9706" y="0"/>
                    </a:cubicBezTo>
                    <a:lnTo>
                      <a:pt x="12623" y="2181"/>
                    </a:lnTo>
                    <a:lnTo>
                      <a:pt x="4537" y="12082"/>
                    </a:lnTo>
                    <a:cubicBezTo>
                      <a:pt x="3266" y="13638"/>
                      <a:pt x="3554" y="15884"/>
                      <a:pt x="5181" y="17100"/>
                    </a:cubicBezTo>
                    <a:cubicBezTo>
                      <a:pt x="6807" y="18316"/>
                      <a:pt x="9156" y="18040"/>
                      <a:pt x="10427" y="16484"/>
                    </a:cubicBezTo>
                    <a:lnTo>
                      <a:pt x="18513" y="6583"/>
                    </a:lnTo>
                    <a:lnTo>
                      <a:pt x="21431" y="8763"/>
                    </a:lnTo>
                    <a:cubicBezTo>
                      <a:pt x="21395" y="8811"/>
                      <a:pt x="21366" y="8850"/>
                      <a:pt x="21345" y="8877"/>
                    </a:cubicBezTo>
                    <a:cubicBezTo>
                      <a:pt x="21324" y="8905"/>
                      <a:pt x="21312" y="8920"/>
                      <a:pt x="21312" y="8920"/>
                    </a:cubicBezTo>
                    <a:lnTo>
                      <a:pt x="13360" y="18656"/>
                    </a:lnTo>
                    <a:lnTo>
                      <a:pt x="13209" y="18831"/>
                    </a:lnTo>
                    <a:cubicBezTo>
                      <a:pt x="11968" y="20303"/>
                      <a:pt x="10229" y="21171"/>
                      <a:pt x="8406" y="21385"/>
                    </a:cubicBezTo>
                    <a:cubicBezTo>
                      <a:pt x="6583" y="21600"/>
                      <a:pt x="4676" y="21161"/>
                      <a:pt x="3100" y="20020"/>
                    </a:cubicBezTo>
                    <a:lnTo>
                      <a:pt x="2724" y="19739"/>
                    </a:lnTo>
                    <a:cubicBezTo>
                      <a:pt x="1186" y="18553"/>
                      <a:pt x="279" y="16888"/>
                      <a:pt x="55" y="15144"/>
                    </a:cubicBezTo>
                    <a:cubicBezTo>
                      <a:pt x="-169" y="13400"/>
                      <a:pt x="290" y="11575"/>
                      <a:pt x="1483" y="10068"/>
                    </a:cubicBezTo>
                    <a:lnTo>
                      <a:pt x="1624" y="9885"/>
                    </a:lnTo>
                    <a:lnTo>
                      <a:pt x="9575" y="149"/>
                    </a:lnTo>
                    <a:close/>
                  </a:path>
                </a:pathLst>
              </a:custGeom>
              <a:solidFill>
                <a:srgbClr val="E5E5E5"/>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29" name="Shape 10429"/>
              <p:cNvSpPr/>
              <p:nvPr/>
            </p:nvSpPr>
            <p:spPr>
              <a:xfrm>
                <a:off x="4395300" y="1715480"/>
                <a:ext cx="943903" cy="8467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66" y="0"/>
                    </a:moveTo>
                    <a:lnTo>
                      <a:pt x="21600" y="14487"/>
                    </a:lnTo>
                    <a:lnTo>
                      <a:pt x="16665" y="21600"/>
                    </a:lnTo>
                    <a:lnTo>
                      <a:pt x="0" y="7086"/>
                    </a:lnTo>
                    <a:lnTo>
                      <a:pt x="4966" y="0"/>
                    </a:ln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30" name="Shape 10430"/>
              <p:cNvSpPr/>
              <p:nvPr/>
            </p:nvSpPr>
            <p:spPr>
              <a:xfrm>
                <a:off x="2199585" y="0"/>
                <a:ext cx="943903" cy="8467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66" y="0"/>
                    </a:moveTo>
                    <a:lnTo>
                      <a:pt x="21600" y="14487"/>
                    </a:lnTo>
                    <a:lnTo>
                      <a:pt x="16665" y="21600"/>
                    </a:lnTo>
                    <a:lnTo>
                      <a:pt x="0" y="7086"/>
                    </a:lnTo>
                    <a:lnTo>
                      <a:pt x="4966" y="0"/>
                    </a:ln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grpSp>
          <p:nvGrpSpPr>
            <p:cNvPr id="10434" name="Group 10434"/>
            <p:cNvGrpSpPr/>
            <p:nvPr/>
          </p:nvGrpSpPr>
          <p:grpSpPr>
            <a:xfrm>
              <a:off x="2729696" y="-1"/>
              <a:ext cx="3979224" cy="3586831"/>
              <a:chOff x="0" y="0"/>
              <a:chExt cx="3979222" cy="3586829"/>
            </a:xfrm>
          </p:grpSpPr>
          <p:sp>
            <p:nvSpPr>
              <p:cNvPr id="10432" name="Shape 10432"/>
              <p:cNvSpPr/>
              <p:nvPr/>
            </p:nvSpPr>
            <p:spPr>
              <a:xfrm>
                <a:off x="0" y="0"/>
                <a:ext cx="1783508" cy="187134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903" y="0"/>
                    </a:moveTo>
                    <a:lnTo>
                      <a:pt x="0" y="11961"/>
                    </a:lnTo>
                    <a:lnTo>
                      <a:pt x="3453" y="12053"/>
                    </a:lnTo>
                    <a:lnTo>
                      <a:pt x="3431" y="12070"/>
                    </a:lnTo>
                    <a:lnTo>
                      <a:pt x="532" y="20442"/>
                    </a:lnTo>
                    <a:lnTo>
                      <a:pt x="7651" y="9650"/>
                    </a:lnTo>
                    <a:lnTo>
                      <a:pt x="7577" y="9697"/>
                    </a:lnTo>
                    <a:lnTo>
                      <a:pt x="4235" y="9535"/>
                    </a:lnTo>
                    <a:lnTo>
                      <a:pt x="4216" y="9546"/>
                    </a:lnTo>
                    <a:lnTo>
                      <a:pt x="5903" y="0"/>
                    </a:lnTo>
                    <a:close/>
                    <a:moveTo>
                      <a:pt x="21600" y="11689"/>
                    </a:moveTo>
                    <a:lnTo>
                      <a:pt x="12289" y="15558"/>
                    </a:lnTo>
                    <a:lnTo>
                      <a:pt x="12296" y="15538"/>
                    </a:lnTo>
                    <a:lnTo>
                      <a:pt x="11323" y="12486"/>
                    </a:lnTo>
                    <a:lnTo>
                      <a:pt x="11353" y="12406"/>
                    </a:lnTo>
                    <a:lnTo>
                      <a:pt x="2087" y="21600"/>
                    </a:lnTo>
                    <a:lnTo>
                      <a:pt x="9910" y="16894"/>
                    </a:lnTo>
                    <a:lnTo>
                      <a:pt x="9922" y="16869"/>
                    </a:lnTo>
                    <a:lnTo>
                      <a:pt x="10850" y="20041"/>
                    </a:lnTo>
                    <a:lnTo>
                      <a:pt x="21600" y="11689"/>
                    </a:lnTo>
                    <a:close/>
                  </a:path>
                </a:pathLst>
              </a:custGeom>
              <a:solidFill>
                <a:srgbClr val="E5E5E5"/>
              </a:solidFill>
              <a:ln w="12700" cap="flat">
                <a:noFill/>
                <a:miter lim="400000"/>
              </a:ln>
              <a:effectLst/>
            </p:spPr>
            <p:txBody>
              <a:bodyPr wrap="square" lIns="38100" tIns="38100" rIns="38100" bIns="381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33" name="Shape 10433"/>
              <p:cNvSpPr/>
              <p:nvPr/>
            </p:nvSpPr>
            <p:spPr>
              <a:xfrm>
                <a:off x="2195715" y="1715480"/>
                <a:ext cx="1783508" cy="187135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903" y="0"/>
                    </a:moveTo>
                    <a:lnTo>
                      <a:pt x="0" y="11961"/>
                    </a:lnTo>
                    <a:lnTo>
                      <a:pt x="3453" y="12053"/>
                    </a:lnTo>
                    <a:lnTo>
                      <a:pt x="3431" y="12070"/>
                    </a:lnTo>
                    <a:lnTo>
                      <a:pt x="532" y="20442"/>
                    </a:lnTo>
                    <a:lnTo>
                      <a:pt x="7651" y="9650"/>
                    </a:lnTo>
                    <a:lnTo>
                      <a:pt x="7577" y="9697"/>
                    </a:lnTo>
                    <a:lnTo>
                      <a:pt x="4235" y="9535"/>
                    </a:lnTo>
                    <a:lnTo>
                      <a:pt x="4216" y="9546"/>
                    </a:lnTo>
                    <a:lnTo>
                      <a:pt x="5903" y="0"/>
                    </a:lnTo>
                    <a:close/>
                    <a:moveTo>
                      <a:pt x="21600" y="11689"/>
                    </a:moveTo>
                    <a:lnTo>
                      <a:pt x="12289" y="15558"/>
                    </a:lnTo>
                    <a:lnTo>
                      <a:pt x="12296" y="15538"/>
                    </a:lnTo>
                    <a:lnTo>
                      <a:pt x="11323" y="12486"/>
                    </a:lnTo>
                    <a:lnTo>
                      <a:pt x="11353" y="12406"/>
                    </a:lnTo>
                    <a:lnTo>
                      <a:pt x="2087" y="21600"/>
                    </a:lnTo>
                    <a:lnTo>
                      <a:pt x="9910" y="16894"/>
                    </a:lnTo>
                    <a:lnTo>
                      <a:pt x="9922" y="16869"/>
                    </a:lnTo>
                    <a:lnTo>
                      <a:pt x="10850" y="20041"/>
                    </a:lnTo>
                    <a:lnTo>
                      <a:pt x="21600" y="11689"/>
                    </a:lnTo>
                    <a:close/>
                  </a:path>
                </a:pathLst>
              </a:custGeom>
              <a:solidFill>
                <a:srgbClr val="E5E5E5"/>
              </a:solidFill>
              <a:ln w="12700" cap="flat">
                <a:noFill/>
                <a:miter lim="400000"/>
              </a:ln>
              <a:effectLst/>
            </p:spPr>
            <p:txBody>
              <a:bodyPr wrap="square" lIns="38100" tIns="38100" rIns="38100" bIns="381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grpSp>
      <p:grpSp>
        <p:nvGrpSpPr>
          <p:cNvPr id="10443" name="Group 10443"/>
          <p:cNvGrpSpPr/>
          <p:nvPr/>
        </p:nvGrpSpPr>
        <p:grpSpPr>
          <a:xfrm>
            <a:off x="6653715" y="3642498"/>
            <a:ext cx="4153648" cy="3998170"/>
            <a:chOff x="0" y="0"/>
            <a:chExt cx="4153647" cy="3998169"/>
          </a:xfrm>
        </p:grpSpPr>
        <p:sp>
          <p:nvSpPr>
            <p:cNvPr id="10436" name="Shape 10436"/>
            <p:cNvSpPr/>
            <p:nvPr/>
          </p:nvSpPr>
          <p:spPr>
            <a:xfrm>
              <a:off x="1520238" y="934235"/>
              <a:ext cx="742114" cy="742113"/>
            </a:xfrm>
            <a:prstGeom prst="ellipse">
              <a:avLst/>
            </a:pr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37" name="Shape 10437"/>
            <p:cNvSpPr/>
            <p:nvPr/>
          </p:nvSpPr>
          <p:spPr>
            <a:xfrm>
              <a:off x="0" y="1251181"/>
              <a:ext cx="1113170" cy="1113171"/>
            </a:xfrm>
            <a:prstGeom prst="ellipse">
              <a:avLst/>
            </a:pr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38" name="Shape 10438"/>
            <p:cNvSpPr/>
            <p:nvPr/>
          </p:nvSpPr>
          <p:spPr>
            <a:xfrm>
              <a:off x="382397" y="1509711"/>
              <a:ext cx="348376" cy="5961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011" y="14246"/>
                  </a:moveTo>
                  <a:cubicBezTo>
                    <a:pt x="13463" y="14465"/>
                    <a:pt x="12788" y="14597"/>
                    <a:pt x="11985" y="14642"/>
                  </a:cubicBezTo>
                  <a:lnTo>
                    <a:pt x="11985" y="11787"/>
                  </a:lnTo>
                  <a:cubicBezTo>
                    <a:pt x="12979" y="11898"/>
                    <a:pt x="13702" y="12073"/>
                    <a:pt x="14155" y="12311"/>
                  </a:cubicBezTo>
                  <a:cubicBezTo>
                    <a:pt x="14607" y="12549"/>
                    <a:pt x="14833" y="12854"/>
                    <a:pt x="14833" y="13225"/>
                  </a:cubicBezTo>
                  <a:cubicBezTo>
                    <a:pt x="14833" y="13686"/>
                    <a:pt x="14559" y="14027"/>
                    <a:pt x="14011" y="14246"/>
                  </a:cubicBezTo>
                  <a:close/>
                  <a:moveTo>
                    <a:pt x="9309" y="8118"/>
                  </a:moveTo>
                  <a:cubicBezTo>
                    <a:pt x="8162" y="7962"/>
                    <a:pt x="7436" y="7780"/>
                    <a:pt x="7130" y="7572"/>
                  </a:cubicBezTo>
                  <a:cubicBezTo>
                    <a:pt x="6824" y="7364"/>
                    <a:pt x="6671" y="7100"/>
                    <a:pt x="6671" y="6780"/>
                  </a:cubicBezTo>
                  <a:cubicBezTo>
                    <a:pt x="6671" y="6386"/>
                    <a:pt x="6932" y="6085"/>
                    <a:pt x="7455" y="5877"/>
                  </a:cubicBezTo>
                  <a:cubicBezTo>
                    <a:pt x="7977" y="5669"/>
                    <a:pt x="8595" y="5546"/>
                    <a:pt x="9309" y="5509"/>
                  </a:cubicBezTo>
                  <a:cubicBezTo>
                    <a:pt x="9309" y="5509"/>
                    <a:pt x="9309" y="8118"/>
                    <a:pt x="9309" y="8118"/>
                  </a:cubicBezTo>
                  <a:close/>
                  <a:moveTo>
                    <a:pt x="19688" y="10008"/>
                  </a:moveTo>
                  <a:cubicBezTo>
                    <a:pt x="18414" y="9365"/>
                    <a:pt x="16451" y="8876"/>
                    <a:pt x="13801" y="8542"/>
                  </a:cubicBezTo>
                  <a:lnTo>
                    <a:pt x="12119" y="8330"/>
                  </a:lnTo>
                  <a:lnTo>
                    <a:pt x="12119" y="5498"/>
                  </a:lnTo>
                  <a:cubicBezTo>
                    <a:pt x="13559" y="5542"/>
                    <a:pt x="14827" y="5661"/>
                    <a:pt x="15923" y="5854"/>
                  </a:cubicBezTo>
                  <a:cubicBezTo>
                    <a:pt x="17019" y="6048"/>
                    <a:pt x="18032" y="6312"/>
                    <a:pt x="18962" y="6646"/>
                  </a:cubicBezTo>
                  <a:lnTo>
                    <a:pt x="19574" y="6646"/>
                  </a:lnTo>
                  <a:lnTo>
                    <a:pt x="19574" y="3435"/>
                  </a:lnTo>
                  <a:cubicBezTo>
                    <a:pt x="18783" y="3234"/>
                    <a:pt x="17646" y="3046"/>
                    <a:pt x="16162" y="2872"/>
                  </a:cubicBezTo>
                  <a:cubicBezTo>
                    <a:pt x="14677" y="2697"/>
                    <a:pt x="13361" y="2598"/>
                    <a:pt x="12215" y="2576"/>
                  </a:cubicBezTo>
                  <a:lnTo>
                    <a:pt x="12215" y="0"/>
                  </a:lnTo>
                  <a:lnTo>
                    <a:pt x="9080" y="0"/>
                  </a:lnTo>
                  <a:lnTo>
                    <a:pt x="9080" y="2598"/>
                  </a:lnTo>
                  <a:cubicBezTo>
                    <a:pt x="6225" y="2762"/>
                    <a:pt x="3998" y="3236"/>
                    <a:pt x="2399" y="4020"/>
                  </a:cubicBezTo>
                  <a:cubicBezTo>
                    <a:pt x="800" y="4804"/>
                    <a:pt x="0" y="5754"/>
                    <a:pt x="0" y="6869"/>
                  </a:cubicBezTo>
                  <a:cubicBezTo>
                    <a:pt x="0" y="7635"/>
                    <a:pt x="201" y="8261"/>
                    <a:pt x="602" y="8748"/>
                  </a:cubicBezTo>
                  <a:cubicBezTo>
                    <a:pt x="1003" y="9235"/>
                    <a:pt x="1555" y="9650"/>
                    <a:pt x="2256" y="9992"/>
                  </a:cubicBezTo>
                  <a:cubicBezTo>
                    <a:pt x="2969" y="10341"/>
                    <a:pt x="3772" y="10616"/>
                    <a:pt x="4664" y="10817"/>
                  </a:cubicBezTo>
                  <a:cubicBezTo>
                    <a:pt x="5556" y="11017"/>
                    <a:pt x="6492" y="11189"/>
                    <a:pt x="7474" y="11330"/>
                  </a:cubicBezTo>
                  <a:lnTo>
                    <a:pt x="9175" y="11575"/>
                  </a:lnTo>
                  <a:lnTo>
                    <a:pt x="9175" y="14664"/>
                  </a:lnTo>
                  <a:cubicBezTo>
                    <a:pt x="7595" y="14627"/>
                    <a:pt x="6009" y="14458"/>
                    <a:pt x="4416" y="14157"/>
                  </a:cubicBezTo>
                  <a:cubicBezTo>
                    <a:pt x="2823" y="13855"/>
                    <a:pt x="1720" y="13590"/>
                    <a:pt x="1109" y="13359"/>
                  </a:cubicBezTo>
                  <a:lnTo>
                    <a:pt x="497" y="13359"/>
                  </a:lnTo>
                  <a:lnTo>
                    <a:pt x="497" y="16593"/>
                  </a:lnTo>
                  <a:cubicBezTo>
                    <a:pt x="1478" y="16883"/>
                    <a:pt x="2810" y="17125"/>
                    <a:pt x="4492" y="17318"/>
                  </a:cubicBezTo>
                  <a:cubicBezTo>
                    <a:pt x="6174" y="17511"/>
                    <a:pt x="7703" y="17612"/>
                    <a:pt x="9080" y="17619"/>
                  </a:cubicBezTo>
                  <a:lnTo>
                    <a:pt x="9080" y="21600"/>
                  </a:lnTo>
                  <a:lnTo>
                    <a:pt x="12215" y="21600"/>
                  </a:lnTo>
                  <a:lnTo>
                    <a:pt x="12215" y="17563"/>
                  </a:lnTo>
                  <a:cubicBezTo>
                    <a:pt x="13667" y="17519"/>
                    <a:pt x="14973" y="17357"/>
                    <a:pt x="16133" y="17078"/>
                  </a:cubicBezTo>
                  <a:cubicBezTo>
                    <a:pt x="17292" y="16799"/>
                    <a:pt x="18274" y="16448"/>
                    <a:pt x="19077" y="16024"/>
                  </a:cubicBezTo>
                  <a:cubicBezTo>
                    <a:pt x="19867" y="15608"/>
                    <a:pt x="20485" y="15121"/>
                    <a:pt x="20931" y="14564"/>
                  </a:cubicBezTo>
                  <a:cubicBezTo>
                    <a:pt x="21377" y="14006"/>
                    <a:pt x="21600" y="13415"/>
                    <a:pt x="21600" y="12790"/>
                  </a:cubicBezTo>
                  <a:cubicBezTo>
                    <a:pt x="21600" y="11579"/>
                    <a:pt x="20963" y="10651"/>
                    <a:pt x="19688" y="10008"/>
                  </a:cubicBezTo>
                  <a:close/>
                </a:path>
              </a:pathLst>
            </a:custGeom>
            <a:solidFill>
              <a:srgbClr val="234770"/>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439" name="Shape 10439"/>
            <p:cNvSpPr/>
            <p:nvPr/>
          </p:nvSpPr>
          <p:spPr>
            <a:xfrm>
              <a:off x="2057177" y="2142887"/>
              <a:ext cx="1855284" cy="1855283"/>
            </a:xfrm>
            <a:prstGeom prst="ellipse">
              <a:avLst/>
            </a:pr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40" name="Shape 10440"/>
            <p:cNvSpPr/>
            <p:nvPr/>
          </p:nvSpPr>
          <p:spPr>
            <a:xfrm>
              <a:off x="2791496" y="2643886"/>
              <a:ext cx="386646" cy="85328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00" y="18466"/>
                  </a:moveTo>
                  <a:lnTo>
                    <a:pt x="2500" y="18466"/>
                  </a:lnTo>
                  <a:lnTo>
                    <a:pt x="2500" y="3136"/>
                  </a:lnTo>
                  <a:lnTo>
                    <a:pt x="19100" y="3136"/>
                  </a:lnTo>
                  <a:cubicBezTo>
                    <a:pt x="19100" y="3136"/>
                    <a:pt x="19100" y="18466"/>
                    <a:pt x="19100" y="18466"/>
                  </a:cubicBezTo>
                  <a:close/>
                  <a:moveTo>
                    <a:pt x="10853" y="20779"/>
                  </a:moveTo>
                  <a:cubicBezTo>
                    <a:pt x="10002" y="20779"/>
                    <a:pt x="9310" y="20457"/>
                    <a:pt x="9310" y="20058"/>
                  </a:cubicBezTo>
                  <a:cubicBezTo>
                    <a:pt x="9310" y="19659"/>
                    <a:pt x="10002" y="19337"/>
                    <a:pt x="10853" y="19337"/>
                  </a:cubicBezTo>
                  <a:cubicBezTo>
                    <a:pt x="11704" y="19337"/>
                    <a:pt x="12396" y="19659"/>
                    <a:pt x="12396" y="20058"/>
                  </a:cubicBezTo>
                  <a:cubicBezTo>
                    <a:pt x="12396" y="20457"/>
                    <a:pt x="11704" y="20779"/>
                    <a:pt x="10853" y="20779"/>
                  </a:cubicBezTo>
                  <a:close/>
                  <a:moveTo>
                    <a:pt x="17876" y="0"/>
                  </a:moveTo>
                  <a:lnTo>
                    <a:pt x="3724" y="0"/>
                  </a:lnTo>
                  <a:cubicBezTo>
                    <a:pt x="1664" y="0"/>
                    <a:pt x="0" y="780"/>
                    <a:pt x="0" y="1741"/>
                  </a:cubicBezTo>
                  <a:lnTo>
                    <a:pt x="0" y="19859"/>
                  </a:lnTo>
                  <a:cubicBezTo>
                    <a:pt x="0" y="20820"/>
                    <a:pt x="1664" y="21600"/>
                    <a:pt x="3724" y="21600"/>
                  </a:cubicBezTo>
                  <a:lnTo>
                    <a:pt x="17876" y="21600"/>
                  </a:lnTo>
                  <a:cubicBezTo>
                    <a:pt x="19931" y="21600"/>
                    <a:pt x="21600" y="20820"/>
                    <a:pt x="21600" y="19859"/>
                  </a:cubicBezTo>
                  <a:lnTo>
                    <a:pt x="21600" y="1741"/>
                  </a:lnTo>
                  <a:cubicBezTo>
                    <a:pt x="21600" y="780"/>
                    <a:pt x="19931" y="0"/>
                    <a:pt x="17876" y="0"/>
                  </a:cubicBezTo>
                  <a:close/>
                </a:path>
              </a:pathLst>
            </a:custGeom>
            <a:solidFill>
              <a:srgbClr val="234770"/>
            </a:solidFill>
            <a:ln w="12700" cap="flat">
              <a:noFill/>
              <a:miter lim="400000"/>
            </a:ln>
            <a:effectLst/>
          </p:spPr>
          <p:txBody>
            <a:bodyPr wrap="square" lIns="0" tIns="0" rIns="0" bIns="0" numCol="1" anchor="b">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41" name="Shape 10441"/>
            <p:cNvSpPr/>
            <p:nvPr/>
          </p:nvSpPr>
          <p:spPr>
            <a:xfrm>
              <a:off x="2669421" y="0"/>
              <a:ext cx="1484227" cy="1484226"/>
            </a:xfrm>
            <a:prstGeom prst="ellipse">
              <a:avLst/>
            </a:pr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42" name="Shape 10442"/>
            <p:cNvSpPr/>
            <p:nvPr/>
          </p:nvSpPr>
          <p:spPr>
            <a:xfrm>
              <a:off x="3111762" y="407652"/>
              <a:ext cx="599543" cy="668922"/>
            </a:xfrm>
            <a:custGeom>
              <a:avLst/>
              <a:gdLst/>
              <a:ahLst/>
              <a:cxnLst>
                <a:cxn ang="0">
                  <a:pos x="wd2" y="hd2"/>
                </a:cxn>
                <a:cxn ang="5400000">
                  <a:pos x="wd2" y="hd2"/>
                </a:cxn>
                <a:cxn ang="10800000">
                  <a:pos x="wd2" y="hd2"/>
                </a:cxn>
                <a:cxn ang="16200000">
                  <a:pos x="wd2" y="hd2"/>
                </a:cxn>
              </a:cxnLst>
              <a:rect l="0" t="0" r="r" b="b"/>
              <a:pathLst>
                <a:path w="21066" h="21120" fill="norm" stroke="1" extrusionOk="0">
                  <a:moveTo>
                    <a:pt x="7115" y="3487"/>
                  </a:moveTo>
                  <a:cubicBezTo>
                    <a:pt x="6224" y="2687"/>
                    <a:pt x="4773" y="2692"/>
                    <a:pt x="3875" y="3499"/>
                  </a:cubicBezTo>
                  <a:cubicBezTo>
                    <a:pt x="2977" y="4307"/>
                    <a:pt x="2971" y="5610"/>
                    <a:pt x="3862" y="6411"/>
                  </a:cubicBezTo>
                  <a:cubicBezTo>
                    <a:pt x="4753" y="7212"/>
                    <a:pt x="6204" y="7206"/>
                    <a:pt x="7102" y="6399"/>
                  </a:cubicBezTo>
                  <a:cubicBezTo>
                    <a:pt x="8000" y="5592"/>
                    <a:pt x="8007" y="4289"/>
                    <a:pt x="7115" y="3487"/>
                  </a:cubicBezTo>
                  <a:close/>
                  <a:moveTo>
                    <a:pt x="21066" y="17081"/>
                  </a:moveTo>
                  <a:lnTo>
                    <a:pt x="20939" y="17196"/>
                  </a:lnTo>
                  <a:lnTo>
                    <a:pt x="20953" y="17209"/>
                  </a:lnTo>
                  <a:lnTo>
                    <a:pt x="16611" y="21120"/>
                  </a:lnTo>
                  <a:lnTo>
                    <a:pt x="15331" y="19970"/>
                  </a:lnTo>
                  <a:lnTo>
                    <a:pt x="16860" y="18596"/>
                  </a:lnTo>
                  <a:lnTo>
                    <a:pt x="15612" y="17474"/>
                  </a:lnTo>
                  <a:lnTo>
                    <a:pt x="14083" y="18848"/>
                  </a:lnTo>
                  <a:lnTo>
                    <a:pt x="12803" y="17698"/>
                  </a:lnTo>
                  <a:lnTo>
                    <a:pt x="15285" y="15471"/>
                  </a:lnTo>
                  <a:lnTo>
                    <a:pt x="8234" y="9136"/>
                  </a:lnTo>
                  <a:cubicBezTo>
                    <a:pt x="6139" y="10247"/>
                    <a:pt x="3399" y="10002"/>
                    <a:pt x="1600" y="8385"/>
                  </a:cubicBezTo>
                  <a:cubicBezTo>
                    <a:pt x="-534" y="6467"/>
                    <a:pt x="-533" y="3358"/>
                    <a:pt x="1602" y="1439"/>
                  </a:cubicBezTo>
                  <a:cubicBezTo>
                    <a:pt x="3737" y="-479"/>
                    <a:pt x="7198" y="-480"/>
                    <a:pt x="9331" y="1437"/>
                  </a:cubicBezTo>
                  <a:cubicBezTo>
                    <a:pt x="11108" y="3034"/>
                    <a:pt x="11395" y="5454"/>
                    <a:pt x="10211" y="7328"/>
                  </a:cubicBezTo>
                  <a:cubicBezTo>
                    <a:pt x="10211" y="7328"/>
                    <a:pt x="21066" y="17081"/>
                    <a:pt x="21066" y="17081"/>
                  </a:cubicBezTo>
                  <a:close/>
                </a:path>
              </a:pathLst>
            </a:custGeom>
            <a:solidFill>
              <a:srgbClr val="234770"/>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grpSp>
      <p:sp>
        <p:nvSpPr>
          <p:cNvPr id="10444" name="Shape 10444"/>
          <p:cNvSpPr/>
          <p:nvPr/>
        </p:nvSpPr>
        <p:spPr>
          <a:xfrm>
            <a:off x="9818251" y="406228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445" name="Shape 10445"/>
          <p:cNvSpPr/>
          <p:nvPr/>
        </p:nvSpPr>
        <p:spPr>
          <a:xfrm>
            <a:off x="9371216" y="636063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446" name="Shape 10446"/>
          <p:cNvSpPr/>
          <p:nvPr/>
        </p:nvSpPr>
        <p:spPr>
          <a:xfrm>
            <a:off x="8273062" y="458861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447" name="Shape 10447"/>
          <p:cNvSpPr/>
          <p:nvPr/>
        </p:nvSpPr>
        <p:spPr>
          <a:xfrm>
            <a:off x="6950286" y="5162649"/>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425"/>
                                        </p:tgtEl>
                                        <p:attrNameLst>
                                          <p:attrName>style.visibility</p:attrName>
                                        </p:attrNameLst>
                                      </p:cBhvr>
                                      <p:to>
                                        <p:strVal val="visible"/>
                                      </p:to>
                                    </p:set>
                                    <p:animEffect filter="wipe(left)" transition="in">
                                      <p:cBhvr>
                                        <p:cTn id="7" dur="250"/>
                                        <p:tgtEl>
                                          <p:spTgt spid="10425"/>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426"/>
                                        </p:tgtEl>
                                        <p:attrNameLst>
                                          <p:attrName>style.visibility</p:attrName>
                                        </p:attrNameLst>
                                      </p:cBhvr>
                                      <p:to>
                                        <p:strVal val="visible"/>
                                      </p:to>
                                    </p:set>
                                    <p:animEffect filter="wipe(left)" transition="in">
                                      <p:cBhvr>
                                        <p:cTn id="11" dur="250"/>
                                        <p:tgtEl>
                                          <p:spTgt spid="10426"/>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427"/>
                                        </p:tgtEl>
                                        <p:attrNameLst>
                                          <p:attrName>style.visibility</p:attrName>
                                        </p:attrNameLst>
                                      </p:cBhvr>
                                      <p:to>
                                        <p:strVal val="visible"/>
                                      </p:to>
                                    </p:set>
                                    <p:animEffect filter="wipe(left)" transition="in">
                                      <p:cBhvr>
                                        <p:cTn id="15" dur="250"/>
                                        <p:tgtEl>
                                          <p:spTgt spid="104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425" grpId="1"/>
      <p:bldP build="whole" bldLvl="1" animBg="1" rev="0" advAuto="0" spid="10426" grpId="2"/>
      <p:bldP build="whole" bldLvl="1" animBg="1" rev="0" advAuto="0" spid="10427" grpId="3"/>
    </p:bldLst>
  </p:timing>
</p:sld>
</file>

<file path=ppt/slides/slide26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451" name="Shape 10451"/>
          <p:cNvSpPr/>
          <p:nvPr>
            <p:ph type="title"/>
          </p:nvPr>
        </p:nvSpPr>
        <p:spPr>
          <a:prstGeom prst="rect">
            <a:avLst/>
          </a:prstGeom>
        </p:spPr>
        <p:txBody>
          <a:bodyPr/>
          <a:lstStyle/>
          <a:p>
            <a:pPr/>
            <a:r>
              <a:t>Detalle</a:t>
            </a:r>
          </a:p>
        </p:txBody>
      </p:sp>
      <p:grpSp>
        <p:nvGrpSpPr>
          <p:cNvPr id="10454" name="Group 10454"/>
          <p:cNvGrpSpPr/>
          <p:nvPr/>
        </p:nvGrpSpPr>
        <p:grpSpPr>
          <a:xfrm>
            <a:off x="12669293" y="3346036"/>
            <a:ext cx="1219201" cy="1219201"/>
            <a:chOff x="0" y="0"/>
            <a:chExt cx="1219200" cy="1219200"/>
          </a:xfrm>
        </p:grpSpPr>
        <p:sp>
          <p:nvSpPr>
            <p:cNvPr id="10452" name="Shape 10452"/>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53" name="Shape 10453"/>
            <p:cNvSpPr/>
            <p:nvPr/>
          </p:nvSpPr>
          <p:spPr>
            <a:xfrm>
              <a:off x="395173" y="17927"/>
              <a:ext cx="428854"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1</a:t>
              </a:r>
            </a:p>
          </p:txBody>
        </p:sp>
      </p:grpSp>
      <p:grpSp>
        <p:nvGrpSpPr>
          <p:cNvPr id="10457" name="Group 10457"/>
          <p:cNvGrpSpPr/>
          <p:nvPr/>
        </p:nvGrpSpPr>
        <p:grpSpPr>
          <a:xfrm>
            <a:off x="12669293" y="6510250"/>
            <a:ext cx="1219201" cy="1219201"/>
            <a:chOff x="0" y="0"/>
            <a:chExt cx="1219200" cy="1219200"/>
          </a:xfrm>
        </p:grpSpPr>
        <p:sp>
          <p:nvSpPr>
            <p:cNvPr id="10455" name="Shape 10455"/>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56" name="Shape 10456"/>
            <p:cNvSpPr/>
            <p:nvPr/>
          </p:nvSpPr>
          <p:spPr>
            <a:xfrm>
              <a:off x="313486" y="17927"/>
              <a:ext cx="592228"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2</a:t>
              </a:r>
            </a:p>
          </p:txBody>
        </p:sp>
      </p:grpSp>
      <p:grpSp>
        <p:nvGrpSpPr>
          <p:cNvPr id="10460" name="Group 10460"/>
          <p:cNvGrpSpPr/>
          <p:nvPr/>
        </p:nvGrpSpPr>
        <p:grpSpPr>
          <a:xfrm>
            <a:off x="12669293" y="9674465"/>
            <a:ext cx="1219201" cy="1219201"/>
            <a:chOff x="0" y="0"/>
            <a:chExt cx="1219200" cy="1219200"/>
          </a:xfrm>
        </p:grpSpPr>
        <p:sp>
          <p:nvSpPr>
            <p:cNvPr id="10458" name="Shape 10458"/>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59" name="Shape 10459"/>
            <p:cNvSpPr/>
            <p:nvPr/>
          </p:nvSpPr>
          <p:spPr>
            <a:xfrm>
              <a:off x="333400" y="17927"/>
              <a:ext cx="552400"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3</a:t>
              </a:r>
            </a:p>
          </p:txBody>
        </p:sp>
      </p:grpSp>
      <p:sp>
        <p:nvSpPr>
          <p:cNvPr id="10461" name="Shape 10461"/>
          <p:cNvSpPr/>
          <p:nvPr/>
        </p:nvSpPr>
        <p:spPr>
          <a:xfrm>
            <a:off x="14115660" y="6776950"/>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62" name="Shape 10462"/>
          <p:cNvSpPr/>
          <p:nvPr/>
        </p:nvSpPr>
        <p:spPr>
          <a:xfrm>
            <a:off x="14115660" y="3625436"/>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63" name="Shape 10463"/>
          <p:cNvSpPr/>
          <p:nvPr/>
        </p:nvSpPr>
        <p:spPr>
          <a:xfrm>
            <a:off x="14115660" y="9941165"/>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grpSp>
        <p:nvGrpSpPr>
          <p:cNvPr id="10466" name="Group 10466"/>
          <p:cNvGrpSpPr/>
          <p:nvPr/>
        </p:nvGrpSpPr>
        <p:grpSpPr>
          <a:xfrm>
            <a:off x="18237144" y="3358736"/>
            <a:ext cx="1219201" cy="1219201"/>
            <a:chOff x="0" y="0"/>
            <a:chExt cx="1219200" cy="1219200"/>
          </a:xfrm>
        </p:grpSpPr>
        <p:sp>
          <p:nvSpPr>
            <p:cNvPr id="10464" name="Shape 10464"/>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65" name="Shape 10465"/>
            <p:cNvSpPr/>
            <p:nvPr/>
          </p:nvSpPr>
          <p:spPr>
            <a:xfrm>
              <a:off x="395173" y="17927"/>
              <a:ext cx="428854"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1</a:t>
              </a:r>
            </a:p>
          </p:txBody>
        </p:sp>
      </p:grpSp>
      <p:grpSp>
        <p:nvGrpSpPr>
          <p:cNvPr id="10469" name="Group 10469"/>
          <p:cNvGrpSpPr/>
          <p:nvPr/>
        </p:nvGrpSpPr>
        <p:grpSpPr>
          <a:xfrm>
            <a:off x="18237144" y="6522950"/>
            <a:ext cx="1219201" cy="1219201"/>
            <a:chOff x="0" y="0"/>
            <a:chExt cx="1219200" cy="1219200"/>
          </a:xfrm>
        </p:grpSpPr>
        <p:sp>
          <p:nvSpPr>
            <p:cNvPr id="10467" name="Shape 10467"/>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68" name="Shape 10468"/>
            <p:cNvSpPr/>
            <p:nvPr/>
          </p:nvSpPr>
          <p:spPr>
            <a:xfrm>
              <a:off x="313486" y="17927"/>
              <a:ext cx="592228"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2</a:t>
              </a:r>
            </a:p>
          </p:txBody>
        </p:sp>
      </p:grpSp>
      <p:grpSp>
        <p:nvGrpSpPr>
          <p:cNvPr id="10472" name="Group 10472"/>
          <p:cNvGrpSpPr/>
          <p:nvPr/>
        </p:nvGrpSpPr>
        <p:grpSpPr>
          <a:xfrm>
            <a:off x="18237144" y="9687165"/>
            <a:ext cx="1219201" cy="1219201"/>
            <a:chOff x="0" y="0"/>
            <a:chExt cx="1219200" cy="1219200"/>
          </a:xfrm>
        </p:grpSpPr>
        <p:sp>
          <p:nvSpPr>
            <p:cNvPr id="10470" name="Shape 10470"/>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471" name="Shape 10471"/>
            <p:cNvSpPr/>
            <p:nvPr/>
          </p:nvSpPr>
          <p:spPr>
            <a:xfrm>
              <a:off x="333400" y="17927"/>
              <a:ext cx="552400"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3</a:t>
              </a:r>
            </a:p>
          </p:txBody>
        </p:sp>
      </p:grpSp>
      <p:sp>
        <p:nvSpPr>
          <p:cNvPr id="10473" name="Shape 10473"/>
          <p:cNvSpPr/>
          <p:nvPr/>
        </p:nvSpPr>
        <p:spPr>
          <a:xfrm>
            <a:off x="19683511" y="6789650"/>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74" name="Shape 10474"/>
          <p:cNvSpPr/>
          <p:nvPr/>
        </p:nvSpPr>
        <p:spPr>
          <a:xfrm>
            <a:off x="19683511" y="3638136"/>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475" name="Shape 10475"/>
          <p:cNvSpPr/>
          <p:nvPr/>
        </p:nvSpPr>
        <p:spPr>
          <a:xfrm>
            <a:off x="19683511" y="9953865"/>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grpSp>
        <p:nvGrpSpPr>
          <p:cNvPr id="10484" name="Group 10484"/>
          <p:cNvGrpSpPr/>
          <p:nvPr/>
        </p:nvGrpSpPr>
        <p:grpSpPr>
          <a:xfrm>
            <a:off x="-1" y="3713995"/>
            <a:ext cx="10444096" cy="8716311"/>
            <a:chOff x="0" y="0"/>
            <a:chExt cx="10444094" cy="8716309"/>
          </a:xfrm>
        </p:grpSpPr>
        <p:sp>
          <p:nvSpPr>
            <p:cNvPr id="10476" name="Shape 10476"/>
            <p:cNvSpPr/>
            <p:nvPr/>
          </p:nvSpPr>
          <p:spPr>
            <a:xfrm>
              <a:off x="3764685" y="5446748"/>
              <a:ext cx="2395746" cy="2508134"/>
            </a:xfrm>
            <a:custGeom>
              <a:avLst/>
              <a:gdLst/>
              <a:ahLst/>
              <a:cxnLst>
                <a:cxn ang="0">
                  <a:pos x="wd2" y="hd2"/>
                </a:cxn>
                <a:cxn ang="5400000">
                  <a:pos x="wd2" y="hd2"/>
                </a:cxn>
                <a:cxn ang="10800000">
                  <a:pos x="wd2" y="hd2"/>
                </a:cxn>
                <a:cxn ang="16200000">
                  <a:pos x="wd2" y="hd2"/>
                </a:cxn>
              </a:cxnLst>
              <a:rect l="0" t="0" r="r" b="b"/>
              <a:pathLst>
                <a:path w="20945" h="21576" fill="norm" stroke="1" extrusionOk="0">
                  <a:moveTo>
                    <a:pt x="11189" y="0"/>
                  </a:moveTo>
                  <a:cubicBezTo>
                    <a:pt x="10446" y="120"/>
                    <a:pt x="9706" y="238"/>
                    <a:pt x="8969" y="353"/>
                  </a:cubicBezTo>
                  <a:cubicBezTo>
                    <a:pt x="8088" y="491"/>
                    <a:pt x="7189" y="629"/>
                    <a:pt x="6404" y="1063"/>
                  </a:cubicBezTo>
                  <a:cubicBezTo>
                    <a:pt x="5626" y="1493"/>
                    <a:pt x="5037" y="2172"/>
                    <a:pt x="4488" y="2863"/>
                  </a:cubicBezTo>
                  <a:cubicBezTo>
                    <a:pt x="4081" y="3376"/>
                    <a:pt x="3691" y="3901"/>
                    <a:pt x="3285" y="4415"/>
                  </a:cubicBezTo>
                  <a:cubicBezTo>
                    <a:pt x="2276" y="5693"/>
                    <a:pt x="1179" y="6899"/>
                    <a:pt x="0" y="8027"/>
                  </a:cubicBezTo>
                  <a:lnTo>
                    <a:pt x="2047" y="20568"/>
                  </a:lnTo>
                  <a:cubicBezTo>
                    <a:pt x="5138" y="21208"/>
                    <a:pt x="8286" y="21545"/>
                    <a:pt x="11444" y="21574"/>
                  </a:cubicBezTo>
                  <a:cubicBezTo>
                    <a:pt x="14366" y="21600"/>
                    <a:pt x="17284" y="21362"/>
                    <a:pt x="20162" y="20864"/>
                  </a:cubicBezTo>
                  <a:cubicBezTo>
                    <a:pt x="21600" y="16226"/>
                    <a:pt x="21042" y="11211"/>
                    <a:pt x="18618" y="6989"/>
                  </a:cubicBezTo>
                  <a:cubicBezTo>
                    <a:pt x="16896" y="3990"/>
                    <a:pt x="14311" y="1558"/>
                    <a:pt x="11189" y="0"/>
                  </a:cubicBezTo>
                  <a:close/>
                </a:path>
              </a:pathLst>
            </a:custGeom>
            <a:solidFill>
              <a:srgbClr val="B9B9B9"/>
            </a:solidFill>
            <a:ln w="12700" cap="flat">
              <a:noFill/>
              <a:miter lim="400000"/>
            </a:ln>
            <a:effectLst/>
          </p:spPr>
          <p:txBody>
            <a:bodyPr wrap="square" lIns="50800" tIns="50800" rIns="50800" bIns="508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77" name="Shape 10477"/>
            <p:cNvSpPr/>
            <p:nvPr/>
          </p:nvSpPr>
          <p:spPr>
            <a:xfrm>
              <a:off x="4561925" y="4635537"/>
              <a:ext cx="1801729" cy="3740060"/>
            </a:xfrm>
            <a:custGeom>
              <a:avLst/>
              <a:gdLst/>
              <a:ahLst/>
              <a:cxnLst>
                <a:cxn ang="0">
                  <a:pos x="wd2" y="hd2"/>
                </a:cxn>
                <a:cxn ang="5400000">
                  <a:pos x="wd2" y="hd2"/>
                </a:cxn>
                <a:cxn ang="10800000">
                  <a:pos x="wd2" y="hd2"/>
                </a:cxn>
                <a:cxn ang="16200000">
                  <a:pos x="wd2" y="hd2"/>
                </a:cxn>
              </a:cxnLst>
              <a:rect l="0" t="0" r="r" b="b"/>
              <a:pathLst>
                <a:path w="21518" h="21561" fill="norm" stroke="1" extrusionOk="0">
                  <a:moveTo>
                    <a:pt x="3354" y="717"/>
                  </a:moveTo>
                  <a:lnTo>
                    <a:pt x="8275" y="168"/>
                  </a:lnTo>
                  <a:cubicBezTo>
                    <a:pt x="9395" y="43"/>
                    <a:pt x="9964" y="-20"/>
                    <a:pt x="10612" y="5"/>
                  </a:cubicBezTo>
                  <a:cubicBezTo>
                    <a:pt x="11329" y="48"/>
                    <a:pt x="11970" y="241"/>
                    <a:pt x="12363" y="533"/>
                  </a:cubicBezTo>
                  <a:cubicBezTo>
                    <a:pt x="12694" y="804"/>
                    <a:pt x="12826" y="1078"/>
                    <a:pt x="13088" y="1627"/>
                  </a:cubicBezTo>
                  <a:lnTo>
                    <a:pt x="21169" y="18522"/>
                  </a:lnTo>
                  <a:cubicBezTo>
                    <a:pt x="21428" y="19063"/>
                    <a:pt x="21559" y="19337"/>
                    <a:pt x="21507" y="19650"/>
                  </a:cubicBezTo>
                  <a:cubicBezTo>
                    <a:pt x="21419" y="19996"/>
                    <a:pt x="21018" y="20306"/>
                    <a:pt x="20413" y="20495"/>
                  </a:cubicBezTo>
                  <a:cubicBezTo>
                    <a:pt x="19853" y="20655"/>
                    <a:pt x="19284" y="20719"/>
                    <a:pt x="18146" y="20845"/>
                  </a:cubicBezTo>
                  <a:lnTo>
                    <a:pt x="13243" y="21392"/>
                  </a:lnTo>
                  <a:cubicBezTo>
                    <a:pt x="12123" y="21517"/>
                    <a:pt x="11554" y="21580"/>
                    <a:pt x="10906" y="21555"/>
                  </a:cubicBezTo>
                  <a:cubicBezTo>
                    <a:pt x="10189" y="21512"/>
                    <a:pt x="9548" y="21319"/>
                    <a:pt x="9155" y="21027"/>
                  </a:cubicBezTo>
                  <a:cubicBezTo>
                    <a:pt x="8824" y="20756"/>
                    <a:pt x="8692" y="20482"/>
                    <a:pt x="8430" y="19933"/>
                  </a:cubicBezTo>
                  <a:lnTo>
                    <a:pt x="349" y="3038"/>
                  </a:lnTo>
                  <a:cubicBezTo>
                    <a:pt x="90" y="2497"/>
                    <a:pt x="-41" y="2223"/>
                    <a:pt x="11" y="1910"/>
                  </a:cubicBezTo>
                  <a:cubicBezTo>
                    <a:pt x="99" y="1564"/>
                    <a:pt x="500" y="1254"/>
                    <a:pt x="1105" y="1065"/>
                  </a:cubicBezTo>
                  <a:cubicBezTo>
                    <a:pt x="1665" y="905"/>
                    <a:pt x="2234" y="841"/>
                    <a:pt x="3372" y="715"/>
                  </a:cubicBezTo>
                  <a:close/>
                </a:path>
              </a:pathLst>
            </a:custGeom>
            <a:solidFill>
              <a:srgbClr val="E5E5E5"/>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78" name="Shape 10478"/>
            <p:cNvSpPr/>
            <p:nvPr/>
          </p:nvSpPr>
          <p:spPr>
            <a:xfrm>
              <a:off x="4439033" y="5268978"/>
              <a:ext cx="2305642" cy="2722947"/>
            </a:xfrm>
            <a:custGeom>
              <a:avLst/>
              <a:gdLst/>
              <a:ahLst/>
              <a:cxnLst>
                <a:cxn ang="0">
                  <a:pos x="wd2" y="hd2"/>
                </a:cxn>
                <a:cxn ang="5400000">
                  <a:pos x="wd2" y="hd2"/>
                </a:cxn>
                <a:cxn ang="10800000">
                  <a:pos x="wd2" y="hd2"/>
                </a:cxn>
                <a:cxn ang="16200000">
                  <a:pos x="wd2" y="hd2"/>
                </a:cxn>
              </a:cxnLst>
              <a:rect l="0" t="0" r="r" b="b"/>
              <a:pathLst>
                <a:path w="21241" h="21321" fill="norm" stroke="1" extrusionOk="0">
                  <a:moveTo>
                    <a:pt x="10820" y="53"/>
                  </a:moveTo>
                  <a:lnTo>
                    <a:pt x="1597" y="2008"/>
                  </a:lnTo>
                  <a:cubicBezTo>
                    <a:pt x="468" y="2247"/>
                    <a:pt x="-218" y="3221"/>
                    <a:pt x="63" y="4180"/>
                  </a:cubicBezTo>
                  <a:cubicBezTo>
                    <a:pt x="345" y="5139"/>
                    <a:pt x="1490" y="5723"/>
                    <a:pt x="2618" y="5484"/>
                  </a:cubicBezTo>
                  <a:lnTo>
                    <a:pt x="11841" y="3528"/>
                  </a:lnTo>
                  <a:cubicBezTo>
                    <a:pt x="12970" y="3289"/>
                    <a:pt x="13656" y="2316"/>
                    <a:pt x="13375" y="1357"/>
                  </a:cubicBezTo>
                  <a:cubicBezTo>
                    <a:pt x="13094" y="397"/>
                    <a:pt x="11949" y="-186"/>
                    <a:pt x="10820" y="53"/>
                  </a:cubicBezTo>
                  <a:close/>
                  <a:moveTo>
                    <a:pt x="10953" y="3898"/>
                  </a:moveTo>
                  <a:cubicBezTo>
                    <a:pt x="9473" y="4031"/>
                    <a:pt x="8401" y="5156"/>
                    <a:pt x="8556" y="6414"/>
                  </a:cubicBezTo>
                  <a:cubicBezTo>
                    <a:pt x="8712" y="7672"/>
                    <a:pt x="10036" y="8584"/>
                    <a:pt x="11517" y="8452"/>
                  </a:cubicBezTo>
                  <a:lnTo>
                    <a:pt x="16965" y="7965"/>
                  </a:lnTo>
                  <a:cubicBezTo>
                    <a:pt x="18445" y="7833"/>
                    <a:pt x="19518" y="6707"/>
                    <a:pt x="19362" y="5449"/>
                  </a:cubicBezTo>
                  <a:cubicBezTo>
                    <a:pt x="19206" y="4191"/>
                    <a:pt x="17882" y="3279"/>
                    <a:pt x="16402" y="3412"/>
                  </a:cubicBezTo>
                  <a:lnTo>
                    <a:pt x="10953" y="3898"/>
                  </a:lnTo>
                  <a:close/>
                  <a:moveTo>
                    <a:pt x="12827" y="8586"/>
                  </a:moveTo>
                  <a:cubicBezTo>
                    <a:pt x="11347" y="8718"/>
                    <a:pt x="10275" y="9844"/>
                    <a:pt x="10430" y="11102"/>
                  </a:cubicBezTo>
                  <a:cubicBezTo>
                    <a:pt x="10586" y="12360"/>
                    <a:pt x="11910" y="13271"/>
                    <a:pt x="13390" y="13139"/>
                  </a:cubicBezTo>
                  <a:lnTo>
                    <a:pt x="18829" y="12653"/>
                  </a:lnTo>
                  <a:cubicBezTo>
                    <a:pt x="20309" y="12521"/>
                    <a:pt x="21382" y="11395"/>
                    <a:pt x="21226" y="10137"/>
                  </a:cubicBezTo>
                  <a:cubicBezTo>
                    <a:pt x="21071" y="8879"/>
                    <a:pt x="19746" y="7968"/>
                    <a:pt x="18266" y="8100"/>
                  </a:cubicBezTo>
                  <a:lnTo>
                    <a:pt x="12827" y="8586"/>
                  </a:lnTo>
                  <a:close/>
                  <a:moveTo>
                    <a:pt x="13128" y="13414"/>
                  </a:moveTo>
                  <a:cubicBezTo>
                    <a:pt x="11810" y="13531"/>
                    <a:pt x="10856" y="14542"/>
                    <a:pt x="10994" y="15663"/>
                  </a:cubicBezTo>
                  <a:cubicBezTo>
                    <a:pt x="11133" y="16783"/>
                    <a:pt x="12312" y="17595"/>
                    <a:pt x="13631" y="17477"/>
                  </a:cubicBezTo>
                  <a:lnTo>
                    <a:pt x="18970" y="17000"/>
                  </a:lnTo>
                  <a:cubicBezTo>
                    <a:pt x="20288" y="16883"/>
                    <a:pt x="21243" y="15880"/>
                    <a:pt x="21105" y="14759"/>
                  </a:cubicBezTo>
                  <a:cubicBezTo>
                    <a:pt x="20966" y="13639"/>
                    <a:pt x="19786" y="12819"/>
                    <a:pt x="18467" y="12937"/>
                  </a:cubicBezTo>
                  <a:lnTo>
                    <a:pt x="13128" y="13414"/>
                  </a:lnTo>
                  <a:close/>
                  <a:moveTo>
                    <a:pt x="13369" y="17752"/>
                  </a:moveTo>
                  <a:cubicBezTo>
                    <a:pt x="12212" y="17855"/>
                    <a:pt x="11374" y="18735"/>
                    <a:pt x="11496" y="19718"/>
                  </a:cubicBezTo>
                  <a:cubicBezTo>
                    <a:pt x="11617" y="20702"/>
                    <a:pt x="12652" y="21414"/>
                    <a:pt x="13809" y="21311"/>
                  </a:cubicBezTo>
                  <a:lnTo>
                    <a:pt x="18188" y="20919"/>
                  </a:lnTo>
                  <a:cubicBezTo>
                    <a:pt x="19345" y="20816"/>
                    <a:pt x="20183" y="19936"/>
                    <a:pt x="20061" y="18953"/>
                  </a:cubicBezTo>
                  <a:cubicBezTo>
                    <a:pt x="19940" y="17970"/>
                    <a:pt x="18905" y="17258"/>
                    <a:pt x="17748" y="17361"/>
                  </a:cubicBezTo>
                  <a:lnTo>
                    <a:pt x="13369" y="17752"/>
                  </a:lnTo>
                  <a:close/>
                </a:path>
              </a:pathLst>
            </a:custGeom>
            <a:solidFill>
              <a:srgbClr val="B9B9B9"/>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79" name="Shape 10479"/>
            <p:cNvSpPr/>
            <p:nvPr/>
          </p:nvSpPr>
          <p:spPr>
            <a:xfrm>
              <a:off x="8661103" y="1823057"/>
              <a:ext cx="1782992" cy="1782992"/>
            </a:xfrm>
            <a:prstGeom prst="ellipse">
              <a:avLst/>
            </a:pr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80" name="Shape 10480"/>
            <p:cNvSpPr/>
            <p:nvPr/>
          </p:nvSpPr>
          <p:spPr>
            <a:xfrm>
              <a:off x="3215570" y="243793"/>
              <a:ext cx="6638408" cy="5149691"/>
            </a:xfrm>
            <a:custGeom>
              <a:avLst/>
              <a:gdLst/>
              <a:ahLst/>
              <a:cxnLst>
                <a:cxn ang="0">
                  <a:pos x="wd2" y="hd2"/>
                </a:cxn>
                <a:cxn ang="5400000">
                  <a:pos x="wd2" y="hd2"/>
                </a:cxn>
                <a:cxn ang="10800000">
                  <a:pos x="wd2" y="hd2"/>
                </a:cxn>
                <a:cxn ang="16200000">
                  <a:pos x="wd2" y="hd2"/>
                </a:cxn>
              </a:cxnLst>
              <a:rect l="0" t="0" r="r" b="b"/>
              <a:pathLst>
                <a:path w="21361" h="21600" fill="norm" stroke="1" extrusionOk="0">
                  <a:moveTo>
                    <a:pt x="17535" y="0"/>
                  </a:moveTo>
                  <a:cubicBezTo>
                    <a:pt x="16041" y="2642"/>
                    <a:pt x="14298" y="5025"/>
                    <a:pt x="12344" y="7095"/>
                  </a:cubicBezTo>
                  <a:cubicBezTo>
                    <a:pt x="10623" y="8917"/>
                    <a:pt x="8693" y="10550"/>
                    <a:pt x="6522" y="11209"/>
                  </a:cubicBezTo>
                  <a:cubicBezTo>
                    <a:pt x="4762" y="11744"/>
                    <a:pt x="2905" y="11616"/>
                    <a:pt x="1384" y="12953"/>
                  </a:cubicBezTo>
                  <a:cubicBezTo>
                    <a:pt x="384" y="13831"/>
                    <a:pt x="-239" y="15344"/>
                    <a:pt x="88" y="16818"/>
                  </a:cubicBezTo>
                  <a:cubicBezTo>
                    <a:pt x="389" y="18174"/>
                    <a:pt x="1397" y="18996"/>
                    <a:pt x="2488" y="19188"/>
                  </a:cubicBezTo>
                  <a:cubicBezTo>
                    <a:pt x="4302" y="19506"/>
                    <a:pt x="5932" y="18337"/>
                    <a:pt x="7693" y="17819"/>
                  </a:cubicBezTo>
                  <a:cubicBezTo>
                    <a:pt x="9867" y="17180"/>
                    <a:pt x="12149" y="17538"/>
                    <a:pt x="14309" y="18190"/>
                  </a:cubicBezTo>
                  <a:cubicBezTo>
                    <a:pt x="16762" y="18930"/>
                    <a:pt x="19131" y="20076"/>
                    <a:pt x="21361" y="21600"/>
                  </a:cubicBezTo>
                  <a:lnTo>
                    <a:pt x="19659" y="11989"/>
                  </a:lnTo>
                  <a:lnTo>
                    <a:pt x="19513" y="11165"/>
                  </a:lnTo>
                  <a:lnTo>
                    <a:pt x="19384" y="10435"/>
                  </a:lnTo>
                  <a:lnTo>
                    <a:pt x="19238" y="9611"/>
                  </a:lnTo>
                  <a:lnTo>
                    <a:pt x="17535" y="0"/>
                  </a:lnTo>
                  <a:close/>
                </a:path>
              </a:pathLst>
            </a:custGeom>
            <a:solidFill>
              <a:srgbClr val="E5E5E5"/>
            </a:solidFill>
            <a:ln w="12700" cap="flat">
              <a:noFill/>
              <a:miter lim="400000"/>
            </a:ln>
            <a:effectLst/>
          </p:spPr>
          <p:txBody>
            <a:bodyPr wrap="square" lIns="50800" tIns="50800" rIns="50800" bIns="508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81" name="Shape 10481"/>
            <p:cNvSpPr/>
            <p:nvPr/>
          </p:nvSpPr>
          <p:spPr>
            <a:xfrm>
              <a:off x="8449107" y="0"/>
              <a:ext cx="1689534" cy="5548569"/>
            </a:xfrm>
            <a:custGeom>
              <a:avLst/>
              <a:gdLst/>
              <a:ahLst/>
              <a:cxnLst>
                <a:cxn ang="0">
                  <a:pos x="wd2" y="hd2"/>
                </a:cxn>
                <a:cxn ang="5400000">
                  <a:pos x="wd2" y="hd2"/>
                </a:cxn>
                <a:cxn ang="10800000">
                  <a:pos x="wd2" y="hd2"/>
                </a:cxn>
                <a:cxn ang="16200000">
                  <a:pos x="wd2" y="hd2"/>
                </a:cxn>
              </a:cxnLst>
              <a:rect l="0" t="0" r="r" b="b"/>
              <a:pathLst>
                <a:path w="20952" h="21398" fill="norm" stroke="1" extrusionOk="0">
                  <a:moveTo>
                    <a:pt x="2553" y="26"/>
                  </a:moveTo>
                  <a:cubicBezTo>
                    <a:pt x="2553" y="26"/>
                    <a:pt x="2553" y="26"/>
                    <a:pt x="2553" y="26"/>
                  </a:cubicBezTo>
                  <a:cubicBezTo>
                    <a:pt x="4325" y="-101"/>
                    <a:pt x="6093" y="243"/>
                    <a:pt x="6502" y="794"/>
                  </a:cubicBezTo>
                  <a:cubicBezTo>
                    <a:pt x="6502" y="794"/>
                    <a:pt x="6502" y="794"/>
                    <a:pt x="6502" y="794"/>
                  </a:cubicBezTo>
                  <a:lnTo>
                    <a:pt x="20867" y="20144"/>
                  </a:lnTo>
                  <a:cubicBezTo>
                    <a:pt x="20867" y="20144"/>
                    <a:pt x="20867" y="20144"/>
                    <a:pt x="20867" y="20144"/>
                  </a:cubicBezTo>
                  <a:cubicBezTo>
                    <a:pt x="21276" y="20695"/>
                    <a:pt x="20171" y="21245"/>
                    <a:pt x="18399" y="21372"/>
                  </a:cubicBezTo>
                  <a:cubicBezTo>
                    <a:pt x="18399" y="21372"/>
                    <a:pt x="18399" y="21372"/>
                    <a:pt x="18399" y="21372"/>
                  </a:cubicBezTo>
                  <a:cubicBezTo>
                    <a:pt x="18399" y="21372"/>
                    <a:pt x="18399" y="21372"/>
                    <a:pt x="18399" y="21372"/>
                  </a:cubicBezTo>
                  <a:cubicBezTo>
                    <a:pt x="16627" y="21499"/>
                    <a:pt x="14859" y="21155"/>
                    <a:pt x="14450" y="20604"/>
                  </a:cubicBezTo>
                  <a:cubicBezTo>
                    <a:pt x="14450" y="20604"/>
                    <a:pt x="14450" y="20604"/>
                    <a:pt x="14450" y="20604"/>
                  </a:cubicBezTo>
                  <a:lnTo>
                    <a:pt x="85" y="1254"/>
                  </a:lnTo>
                  <a:cubicBezTo>
                    <a:pt x="85" y="1254"/>
                    <a:pt x="85" y="1254"/>
                    <a:pt x="85" y="1254"/>
                  </a:cubicBezTo>
                  <a:cubicBezTo>
                    <a:pt x="-324" y="703"/>
                    <a:pt x="781" y="153"/>
                    <a:pt x="2553" y="26"/>
                  </a:cubicBezTo>
                  <a:cubicBezTo>
                    <a:pt x="2553" y="26"/>
                    <a:pt x="2553" y="26"/>
                    <a:pt x="2553" y="26"/>
                  </a:cubicBez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82" name="Shape 10482"/>
            <p:cNvSpPr/>
            <p:nvPr/>
          </p:nvSpPr>
          <p:spPr>
            <a:xfrm>
              <a:off x="3857601" y="2577801"/>
              <a:ext cx="1954552" cy="2597547"/>
            </a:xfrm>
            <a:custGeom>
              <a:avLst/>
              <a:gdLst/>
              <a:ahLst/>
              <a:cxnLst>
                <a:cxn ang="0">
                  <a:pos x="wd2" y="hd2"/>
                </a:cxn>
                <a:cxn ang="5400000">
                  <a:pos x="wd2" y="hd2"/>
                </a:cxn>
                <a:cxn ang="10800000">
                  <a:pos x="wd2" y="hd2"/>
                </a:cxn>
                <a:cxn ang="16200000">
                  <a:pos x="wd2" y="hd2"/>
                </a:cxn>
              </a:cxnLst>
              <a:rect l="0" t="0" r="r" b="b"/>
              <a:pathLst>
                <a:path w="21474" h="21505" fill="norm" stroke="1" extrusionOk="0">
                  <a:moveTo>
                    <a:pt x="5176" y="1285"/>
                  </a:moveTo>
                  <a:lnTo>
                    <a:pt x="10227" y="406"/>
                  </a:lnTo>
                  <a:cubicBezTo>
                    <a:pt x="11956" y="106"/>
                    <a:pt x="12834" y="-47"/>
                    <a:pt x="13834" y="13"/>
                  </a:cubicBezTo>
                  <a:cubicBezTo>
                    <a:pt x="14940" y="116"/>
                    <a:pt x="15929" y="582"/>
                    <a:pt x="16536" y="1286"/>
                  </a:cubicBezTo>
                  <a:cubicBezTo>
                    <a:pt x="17047" y="1937"/>
                    <a:pt x="17250" y="2598"/>
                    <a:pt x="17655" y="3921"/>
                  </a:cubicBezTo>
                  <a:lnTo>
                    <a:pt x="20935" y="14628"/>
                  </a:lnTo>
                  <a:cubicBezTo>
                    <a:pt x="21334" y="15931"/>
                    <a:pt x="21537" y="16592"/>
                    <a:pt x="21457" y="17346"/>
                  </a:cubicBezTo>
                  <a:cubicBezTo>
                    <a:pt x="21321" y="18180"/>
                    <a:pt x="20703" y="18925"/>
                    <a:pt x="19768" y="19383"/>
                  </a:cubicBezTo>
                  <a:cubicBezTo>
                    <a:pt x="18904" y="19767"/>
                    <a:pt x="18026" y="19920"/>
                    <a:pt x="16271" y="20225"/>
                  </a:cubicBezTo>
                  <a:lnTo>
                    <a:pt x="11247" y="21100"/>
                  </a:lnTo>
                  <a:cubicBezTo>
                    <a:pt x="9518" y="21400"/>
                    <a:pt x="8640" y="21553"/>
                    <a:pt x="7640" y="21493"/>
                  </a:cubicBezTo>
                  <a:cubicBezTo>
                    <a:pt x="6534" y="21390"/>
                    <a:pt x="5545" y="20924"/>
                    <a:pt x="4938" y="20220"/>
                  </a:cubicBezTo>
                  <a:cubicBezTo>
                    <a:pt x="4427" y="19569"/>
                    <a:pt x="4224" y="18908"/>
                    <a:pt x="3819" y="17585"/>
                  </a:cubicBezTo>
                  <a:lnTo>
                    <a:pt x="539" y="6878"/>
                  </a:lnTo>
                  <a:cubicBezTo>
                    <a:pt x="140" y="5575"/>
                    <a:pt x="-63" y="4914"/>
                    <a:pt x="17" y="4160"/>
                  </a:cubicBezTo>
                  <a:cubicBezTo>
                    <a:pt x="153" y="3326"/>
                    <a:pt x="771" y="2581"/>
                    <a:pt x="1706" y="2123"/>
                  </a:cubicBezTo>
                  <a:cubicBezTo>
                    <a:pt x="2570" y="1739"/>
                    <a:pt x="3448" y="1586"/>
                    <a:pt x="5203" y="1281"/>
                  </a:cubicBez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483" name="Shape 10483"/>
            <p:cNvSpPr/>
            <p:nvPr/>
          </p:nvSpPr>
          <p:spPr>
            <a:xfrm>
              <a:off x="0" y="6203943"/>
              <a:ext cx="3862339" cy="251236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920" y="0"/>
                  </a:moveTo>
                  <a:lnTo>
                    <a:pt x="0" y="4847"/>
                  </a:lnTo>
                  <a:lnTo>
                    <a:pt x="0" y="21600"/>
                  </a:lnTo>
                  <a:lnTo>
                    <a:pt x="21600" y="16342"/>
                  </a:lnTo>
                  <a:lnTo>
                    <a:pt x="19920" y="0"/>
                  </a:ln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461"/>
                                        </p:tgtEl>
                                        <p:attrNameLst>
                                          <p:attrName>style.visibility</p:attrName>
                                        </p:attrNameLst>
                                      </p:cBhvr>
                                      <p:to>
                                        <p:strVal val="visible"/>
                                      </p:to>
                                    </p:set>
                                    <p:animEffect filter="wipe(left)" transition="in">
                                      <p:cBhvr>
                                        <p:cTn id="7" dur="250"/>
                                        <p:tgtEl>
                                          <p:spTgt spid="10461"/>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462"/>
                                        </p:tgtEl>
                                        <p:attrNameLst>
                                          <p:attrName>style.visibility</p:attrName>
                                        </p:attrNameLst>
                                      </p:cBhvr>
                                      <p:to>
                                        <p:strVal val="visible"/>
                                      </p:to>
                                    </p:set>
                                    <p:animEffect filter="wipe(left)" transition="in">
                                      <p:cBhvr>
                                        <p:cTn id="11" dur="250"/>
                                        <p:tgtEl>
                                          <p:spTgt spid="10462"/>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463"/>
                                        </p:tgtEl>
                                        <p:attrNameLst>
                                          <p:attrName>style.visibility</p:attrName>
                                        </p:attrNameLst>
                                      </p:cBhvr>
                                      <p:to>
                                        <p:strVal val="visible"/>
                                      </p:to>
                                    </p:set>
                                    <p:animEffect filter="wipe(left)" transition="in">
                                      <p:cBhvr>
                                        <p:cTn id="15" dur="250"/>
                                        <p:tgtEl>
                                          <p:spTgt spid="10463"/>
                                        </p:tgtEl>
                                      </p:cBhvr>
                                    </p:animEffect>
                                  </p:childTnLst>
                                </p:cTn>
                              </p:par>
                            </p:childTnLst>
                          </p:cTn>
                        </p:par>
                        <p:par>
                          <p:cTn id="16" fill="hold">
                            <p:stCondLst>
                              <p:cond delay="750"/>
                            </p:stCondLst>
                            <p:childTnLst>
                              <p:par>
                                <p:cTn id="17" presetClass="entr" nodeType="afterEffect" presetSubtype="8" presetID="22" grpId="4" fill="hold">
                                  <p:stCondLst>
                                    <p:cond delay="0"/>
                                  </p:stCondLst>
                                  <p:iterate type="el" backwards="0">
                                    <p:tmAbs val="0"/>
                                  </p:iterate>
                                  <p:childTnLst>
                                    <p:set>
                                      <p:cBhvr>
                                        <p:cTn id="18" fill="hold"/>
                                        <p:tgtEl>
                                          <p:spTgt spid="10473"/>
                                        </p:tgtEl>
                                        <p:attrNameLst>
                                          <p:attrName>style.visibility</p:attrName>
                                        </p:attrNameLst>
                                      </p:cBhvr>
                                      <p:to>
                                        <p:strVal val="visible"/>
                                      </p:to>
                                    </p:set>
                                    <p:animEffect filter="wipe(left)" transition="in">
                                      <p:cBhvr>
                                        <p:cTn id="19" dur="250"/>
                                        <p:tgtEl>
                                          <p:spTgt spid="10473"/>
                                        </p:tgtEl>
                                      </p:cBhvr>
                                    </p:animEffect>
                                  </p:childTnLst>
                                </p:cTn>
                              </p:par>
                            </p:childTnLst>
                          </p:cTn>
                        </p:par>
                        <p:par>
                          <p:cTn id="20" fill="hold">
                            <p:stCondLst>
                              <p:cond delay="1000"/>
                            </p:stCondLst>
                            <p:childTnLst>
                              <p:par>
                                <p:cTn id="21" presetClass="entr" nodeType="afterEffect" presetSubtype="8" presetID="22" grpId="5" fill="hold">
                                  <p:stCondLst>
                                    <p:cond delay="0"/>
                                  </p:stCondLst>
                                  <p:iterate type="el" backwards="0">
                                    <p:tmAbs val="0"/>
                                  </p:iterate>
                                  <p:childTnLst>
                                    <p:set>
                                      <p:cBhvr>
                                        <p:cTn id="22" fill="hold"/>
                                        <p:tgtEl>
                                          <p:spTgt spid="10474"/>
                                        </p:tgtEl>
                                        <p:attrNameLst>
                                          <p:attrName>style.visibility</p:attrName>
                                        </p:attrNameLst>
                                      </p:cBhvr>
                                      <p:to>
                                        <p:strVal val="visible"/>
                                      </p:to>
                                    </p:set>
                                    <p:animEffect filter="wipe(left)" transition="in">
                                      <p:cBhvr>
                                        <p:cTn id="23" dur="250"/>
                                        <p:tgtEl>
                                          <p:spTgt spid="10474"/>
                                        </p:tgtEl>
                                      </p:cBhvr>
                                    </p:animEffect>
                                  </p:childTnLst>
                                </p:cTn>
                              </p:par>
                            </p:childTnLst>
                          </p:cTn>
                        </p:par>
                        <p:par>
                          <p:cTn id="24" fill="hold">
                            <p:stCondLst>
                              <p:cond delay="1250"/>
                            </p:stCondLst>
                            <p:childTnLst>
                              <p:par>
                                <p:cTn id="25" presetClass="entr" nodeType="afterEffect" presetSubtype="8" presetID="22" grpId="6" fill="hold">
                                  <p:stCondLst>
                                    <p:cond delay="0"/>
                                  </p:stCondLst>
                                  <p:iterate type="el" backwards="0">
                                    <p:tmAbs val="0"/>
                                  </p:iterate>
                                  <p:childTnLst>
                                    <p:set>
                                      <p:cBhvr>
                                        <p:cTn id="26" fill="hold"/>
                                        <p:tgtEl>
                                          <p:spTgt spid="10475"/>
                                        </p:tgtEl>
                                        <p:attrNameLst>
                                          <p:attrName>style.visibility</p:attrName>
                                        </p:attrNameLst>
                                      </p:cBhvr>
                                      <p:to>
                                        <p:strVal val="visible"/>
                                      </p:to>
                                    </p:set>
                                    <p:animEffect filter="wipe(left)" transition="in">
                                      <p:cBhvr>
                                        <p:cTn id="27" dur="250"/>
                                        <p:tgtEl>
                                          <p:spTgt spid="1047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461" grpId="1"/>
      <p:bldP build="whole" bldLvl="1" animBg="1" rev="0" advAuto="0" spid="10462" grpId="2"/>
      <p:bldP build="whole" bldLvl="1" animBg="1" rev="0" advAuto="0" spid="10463" grpId="3"/>
      <p:bldP build="whole" bldLvl="1" animBg="1" rev="0" advAuto="0" spid="10475" grpId="6"/>
      <p:bldP build="whole" bldLvl="1" animBg="1" rev="0" advAuto="0" spid="10473" grpId="4"/>
      <p:bldP build="whole" bldLvl="1" animBg="1" rev="0" advAuto="0" spid="10474" grpId="5"/>
    </p:bldLst>
  </p:timing>
</p:sld>
</file>

<file path=ppt/slides/slide26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486" name="Shape 10486"/>
          <p:cNvSpPr/>
          <p:nvPr>
            <p:ph type="title"/>
          </p:nvPr>
        </p:nvSpPr>
        <p:spPr>
          <a:prstGeom prst="rect">
            <a:avLst/>
          </a:prstGeom>
        </p:spPr>
        <p:txBody>
          <a:bodyPr/>
          <a:lstStyle/>
          <a:p>
            <a:pPr/>
            <a:r>
              <a:t>Estrategia</a:t>
            </a:r>
          </a:p>
        </p:txBody>
      </p:sp>
      <p:graphicFrame>
        <p:nvGraphicFramePr>
          <p:cNvPr id="10487" name="Chart 10487"/>
          <p:cNvGraphicFramePr/>
          <p:nvPr/>
        </p:nvGraphicFramePr>
        <p:xfrm>
          <a:off x="6083276" y="1424733"/>
          <a:ext cx="12063756" cy="12063757"/>
        </p:xfrm>
        <a:graphic xmlns:a="http://schemas.openxmlformats.org/drawingml/2006/main">
          <a:graphicData uri="http://schemas.openxmlformats.org/drawingml/2006/chart">
            <c:chart xmlns:c="http://schemas.openxmlformats.org/drawingml/2006/chart" r:id="rId3"/>
          </a:graphicData>
        </a:graphic>
      </p:graphicFrame>
      <p:sp>
        <p:nvSpPr>
          <p:cNvPr id="10488" name="Shape 10488"/>
          <p:cNvSpPr/>
          <p:nvPr/>
        </p:nvSpPr>
        <p:spPr>
          <a:xfrm>
            <a:off x="7749979" y="3091437"/>
            <a:ext cx="8730350" cy="8730350"/>
          </a:xfrm>
          <a:prstGeom prst="ellipse">
            <a:avLst/>
          </a:prstGeom>
          <a:solidFill>
            <a:srgbClr val="FFFFFF"/>
          </a:solidFill>
          <a:ln w="12700">
            <a:miter lim="400000"/>
          </a:ln>
        </p:spPr>
        <p:txBody>
          <a:bodyPr lIns="0" tIns="0" rIns="0" bIns="0" anchor="ctr"/>
          <a:lstStyle/>
          <a:p>
            <a:pPr>
              <a:defRPr cap="all" sz="2500">
                <a:solidFill>
                  <a:srgbClr val="FFFFFF"/>
                </a:solidFill>
                <a:latin typeface="Helvetica Neue Light"/>
                <a:ea typeface="Helvetica Neue Light"/>
                <a:cs typeface="Helvetica Neue Light"/>
                <a:sym typeface="Helvetica Neue Light"/>
              </a:defRPr>
            </a:pPr>
          </a:p>
        </p:txBody>
      </p:sp>
      <p:graphicFrame>
        <p:nvGraphicFramePr>
          <p:cNvPr id="10489" name="Chart 10489"/>
          <p:cNvGraphicFramePr/>
          <p:nvPr/>
        </p:nvGraphicFramePr>
        <p:xfrm>
          <a:off x="7940459" y="3281917"/>
          <a:ext cx="8349389" cy="8349389"/>
        </p:xfrm>
        <a:graphic xmlns:a="http://schemas.openxmlformats.org/drawingml/2006/main">
          <a:graphicData uri="http://schemas.openxmlformats.org/drawingml/2006/chart">
            <c:chart xmlns:c="http://schemas.openxmlformats.org/drawingml/2006/chart" r:id="rId4"/>
          </a:graphicData>
        </a:graphic>
      </p:graphicFrame>
      <p:sp>
        <p:nvSpPr>
          <p:cNvPr id="10490" name="Shape 10490"/>
          <p:cNvSpPr/>
          <p:nvPr/>
        </p:nvSpPr>
        <p:spPr>
          <a:xfrm>
            <a:off x="9892882" y="5234340"/>
            <a:ext cx="4444543" cy="4444543"/>
          </a:xfrm>
          <a:prstGeom prst="ellipse">
            <a:avLst/>
          </a:prstGeom>
          <a:solidFill>
            <a:srgbClr val="FFFFFF"/>
          </a:solidFill>
          <a:ln w="12700">
            <a:miter lim="400000"/>
          </a:ln>
        </p:spPr>
        <p:txBody>
          <a:bodyPr lIns="0" tIns="0" rIns="0" bIns="0" anchor="ctr"/>
          <a:lstStyle/>
          <a:p>
            <a:pPr>
              <a:defRPr cap="all" sz="2500">
                <a:solidFill>
                  <a:srgbClr val="FFFFFF"/>
                </a:solidFill>
                <a:latin typeface="Helvetica Neue Light"/>
                <a:ea typeface="Helvetica Neue Light"/>
                <a:cs typeface="Helvetica Neue Light"/>
                <a:sym typeface="Helvetica Neue Light"/>
              </a:defRPr>
            </a:pPr>
          </a:p>
        </p:txBody>
      </p:sp>
      <p:sp>
        <p:nvSpPr>
          <p:cNvPr id="10491" name="Shape 10491"/>
          <p:cNvSpPr/>
          <p:nvPr/>
        </p:nvSpPr>
        <p:spPr>
          <a:xfrm>
            <a:off x="10051616" y="5393074"/>
            <a:ext cx="4127075" cy="4127075"/>
          </a:xfrm>
          <a:prstGeom prst="ellipse">
            <a:avLst/>
          </a:prstGeom>
          <a:solidFill>
            <a:srgbClr val="3484C9"/>
          </a:solidFill>
          <a:ln w="12700">
            <a:miter lim="400000"/>
          </a:ln>
          <a:extLst>
            <a:ext uri="{C572A759-6A51-4108-AA02-DFA0A04FC94B}">
              <ma14:wrappingTextBoxFlag xmlns:ma14="http://schemas.microsoft.com/office/mac/drawingml/2011/main" val="1"/>
            </a:ext>
          </a:extLst>
        </p:spPr>
        <p:txBody>
          <a:bodyPr lIns="0" tIns="0" rIns="0" bIns="0" anchor="ctr"/>
          <a:lstStyle>
            <a:lvl1pPr defTabSz="457200">
              <a:lnSpc>
                <a:spcPct val="90000"/>
              </a:lnSpc>
              <a:spcBef>
                <a:spcPts val="5500"/>
              </a:spcBef>
              <a:defRPr b="1" sz="4000">
                <a:solidFill>
                  <a:srgbClr val="FFFFFF"/>
                </a:solidFill>
                <a:latin typeface="Helvetica Neue"/>
                <a:ea typeface="Helvetica Neue"/>
                <a:cs typeface="Helvetica Neue"/>
                <a:sym typeface="Helvetica Neue"/>
              </a:defRPr>
            </a:lvl1pPr>
          </a:lstStyle>
          <a:p>
            <a:pPr/>
            <a:r>
              <a:t>Texto</a:t>
            </a:r>
          </a:p>
        </p:txBody>
      </p:sp>
      <p:sp>
        <p:nvSpPr>
          <p:cNvPr id="10492" name="Shape 10492"/>
          <p:cNvSpPr/>
          <p:nvPr/>
        </p:nvSpPr>
        <p:spPr>
          <a:xfrm rot="19924213">
            <a:off x="7874804" y="2467880"/>
            <a:ext cx="3276345" cy="108924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nSpc>
                <a:spcPct val="120000"/>
              </a:lnSpc>
              <a:spcBef>
                <a:spcPts val="1000"/>
              </a:spcBef>
              <a:defRPr b="1" sz="2400">
                <a:solidFill>
                  <a:srgbClr val="FFFFFF"/>
                </a:solidFill>
                <a:latin typeface="Montserrat"/>
                <a:ea typeface="Montserrat"/>
                <a:cs typeface="Montserrat"/>
                <a:sym typeface="Montserrat"/>
              </a:defRPr>
            </a:lvl1pPr>
          </a:lstStyle>
          <a:p>
            <a:pPr/>
            <a:r>
              <a:t>Texto</a:t>
            </a:r>
          </a:p>
        </p:txBody>
      </p:sp>
      <p:sp>
        <p:nvSpPr>
          <p:cNvPr id="10493" name="Shape 10493"/>
          <p:cNvSpPr/>
          <p:nvPr/>
        </p:nvSpPr>
        <p:spPr>
          <a:xfrm rot="1931331">
            <a:off x="13113013" y="2467880"/>
            <a:ext cx="3276345" cy="108924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nSpc>
                <a:spcPct val="120000"/>
              </a:lnSpc>
              <a:spcBef>
                <a:spcPts val="1000"/>
              </a:spcBef>
              <a:defRPr b="1" sz="2400">
                <a:solidFill>
                  <a:srgbClr val="FFFFFF"/>
                </a:solidFill>
                <a:latin typeface="Montserrat"/>
                <a:ea typeface="Montserrat"/>
                <a:cs typeface="Montserrat"/>
                <a:sym typeface="Montserrat"/>
              </a:defRPr>
            </a:lvl1pPr>
          </a:lstStyle>
          <a:p>
            <a:pPr/>
            <a:r>
              <a:t>Texto</a:t>
            </a:r>
          </a:p>
        </p:txBody>
      </p:sp>
      <p:sp>
        <p:nvSpPr>
          <p:cNvPr id="10494" name="Shape 10494"/>
          <p:cNvSpPr/>
          <p:nvPr/>
        </p:nvSpPr>
        <p:spPr>
          <a:xfrm rot="5400000">
            <a:off x="15563226" y="7134649"/>
            <a:ext cx="3276345" cy="108924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nSpc>
                <a:spcPct val="120000"/>
              </a:lnSpc>
              <a:spcBef>
                <a:spcPts val="1000"/>
              </a:spcBef>
              <a:defRPr b="1" sz="2400">
                <a:solidFill>
                  <a:srgbClr val="FFFFFF"/>
                </a:solidFill>
                <a:latin typeface="Montserrat"/>
                <a:ea typeface="Montserrat"/>
                <a:cs typeface="Montserrat"/>
                <a:sym typeface="Montserrat"/>
              </a:defRPr>
            </a:lvl1pPr>
          </a:lstStyle>
          <a:p>
            <a:pPr/>
            <a:r>
              <a:t>Texto</a:t>
            </a:r>
          </a:p>
        </p:txBody>
      </p:sp>
      <p:sp>
        <p:nvSpPr>
          <p:cNvPr id="10495" name="Shape 10495"/>
          <p:cNvSpPr/>
          <p:nvPr/>
        </p:nvSpPr>
        <p:spPr>
          <a:xfrm rot="19924213">
            <a:off x="12890786" y="11356095"/>
            <a:ext cx="3276344" cy="108924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nSpc>
                <a:spcPct val="120000"/>
              </a:lnSpc>
              <a:spcBef>
                <a:spcPts val="1000"/>
              </a:spcBef>
              <a:defRPr b="1" sz="2400">
                <a:solidFill>
                  <a:srgbClr val="FFFFFF"/>
                </a:solidFill>
                <a:latin typeface="Montserrat"/>
                <a:ea typeface="Montserrat"/>
                <a:cs typeface="Montserrat"/>
                <a:sym typeface="Montserrat"/>
              </a:defRPr>
            </a:lvl1pPr>
          </a:lstStyle>
          <a:p>
            <a:pPr/>
            <a:r>
              <a:t>Texto</a:t>
            </a:r>
          </a:p>
        </p:txBody>
      </p:sp>
      <p:sp>
        <p:nvSpPr>
          <p:cNvPr id="10496" name="Shape 10496"/>
          <p:cNvSpPr/>
          <p:nvPr/>
        </p:nvSpPr>
        <p:spPr>
          <a:xfrm rot="2255257">
            <a:off x="7620830" y="11102121"/>
            <a:ext cx="3276345" cy="1089249"/>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nSpc>
                <a:spcPct val="120000"/>
              </a:lnSpc>
              <a:spcBef>
                <a:spcPts val="1000"/>
              </a:spcBef>
              <a:defRPr b="1" sz="2400">
                <a:solidFill>
                  <a:srgbClr val="FFFFFF"/>
                </a:solidFill>
                <a:latin typeface="Montserrat"/>
                <a:ea typeface="Montserrat"/>
                <a:cs typeface="Montserrat"/>
                <a:sym typeface="Montserrat"/>
              </a:defRPr>
            </a:lvl1pPr>
          </a:lstStyle>
          <a:p>
            <a:pPr/>
            <a:r>
              <a:t>Texto</a:t>
            </a:r>
          </a:p>
        </p:txBody>
      </p:sp>
      <p:sp>
        <p:nvSpPr>
          <p:cNvPr id="10497" name="Shape 10497"/>
          <p:cNvSpPr/>
          <p:nvPr/>
        </p:nvSpPr>
        <p:spPr>
          <a:xfrm rot="16200000">
            <a:off x="5390735" y="6911987"/>
            <a:ext cx="3276345" cy="108924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nSpc>
                <a:spcPct val="120000"/>
              </a:lnSpc>
              <a:spcBef>
                <a:spcPts val="1000"/>
              </a:spcBef>
              <a:defRPr b="1" sz="2400">
                <a:solidFill>
                  <a:srgbClr val="FFFFFF"/>
                </a:solidFill>
                <a:latin typeface="Montserrat"/>
                <a:ea typeface="Montserrat"/>
                <a:cs typeface="Montserrat"/>
                <a:sym typeface="Montserrat"/>
              </a:defRPr>
            </a:lvl1pPr>
          </a:lstStyle>
          <a:p>
            <a:pPr/>
            <a:r>
              <a:t>Texto</a:t>
            </a:r>
          </a:p>
        </p:txBody>
      </p:sp>
      <p:sp>
        <p:nvSpPr>
          <p:cNvPr id="10498" name="Shape 10498"/>
          <p:cNvSpPr/>
          <p:nvPr/>
        </p:nvSpPr>
        <p:spPr>
          <a:xfrm>
            <a:off x="9863229" y="4045736"/>
            <a:ext cx="1306132" cy="1306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499" name="Shape 10499"/>
          <p:cNvSpPr/>
          <p:nvPr/>
        </p:nvSpPr>
        <p:spPr>
          <a:xfrm>
            <a:off x="13035109" y="4045736"/>
            <a:ext cx="1306132" cy="1306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00" name="Shape 10500"/>
          <p:cNvSpPr/>
          <p:nvPr/>
        </p:nvSpPr>
        <p:spPr>
          <a:xfrm>
            <a:off x="13035109" y="9561355"/>
            <a:ext cx="1306132" cy="1306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01" name="Shape 10501"/>
          <p:cNvSpPr/>
          <p:nvPr/>
        </p:nvSpPr>
        <p:spPr>
          <a:xfrm>
            <a:off x="9863229" y="9561355"/>
            <a:ext cx="1306132" cy="1306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02" name="Shape 10502"/>
          <p:cNvSpPr/>
          <p:nvPr/>
        </p:nvSpPr>
        <p:spPr>
          <a:xfrm>
            <a:off x="8342999" y="6803545"/>
            <a:ext cx="1306131" cy="1306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03" name="Shape 10503"/>
          <p:cNvSpPr/>
          <p:nvPr/>
        </p:nvSpPr>
        <p:spPr>
          <a:xfrm>
            <a:off x="14581176" y="6803545"/>
            <a:ext cx="1306132" cy="1306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Tree>
  </p:cSld>
  <p:clrMapOvr>
    <a:masterClrMapping/>
  </p:clrMapOvr>
  <p:transition xmlns:p14="http://schemas.microsoft.com/office/powerpoint/2010/main" spd="med" advClick="1" p14:dur="1000"/>
</p:sld>
</file>

<file path=ppt/slides/slide26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07" name="Shape 10507"/>
          <p:cNvSpPr/>
          <p:nvPr>
            <p:ph type="title"/>
          </p:nvPr>
        </p:nvSpPr>
        <p:spPr>
          <a:prstGeom prst="rect">
            <a:avLst/>
          </a:prstGeom>
        </p:spPr>
        <p:txBody>
          <a:bodyPr/>
          <a:lstStyle/>
          <a:p>
            <a:pPr/>
            <a:r>
              <a:t>Estrategia</a:t>
            </a:r>
          </a:p>
        </p:txBody>
      </p:sp>
      <p:grpSp>
        <p:nvGrpSpPr>
          <p:cNvPr id="10511" name="Group 10511"/>
          <p:cNvGrpSpPr/>
          <p:nvPr/>
        </p:nvGrpSpPr>
        <p:grpSpPr>
          <a:xfrm>
            <a:off x="6174102" y="1819076"/>
            <a:ext cx="12035796" cy="11176001"/>
            <a:chOff x="0" y="0"/>
            <a:chExt cx="12035795" cy="11176000"/>
          </a:xfrm>
        </p:grpSpPr>
        <p:sp>
          <p:nvSpPr>
            <p:cNvPr id="10508" name="Shape 10508"/>
            <p:cNvSpPr/>
            <p:nvPr/>
          </p:nvSpPr>
          <p:spPr>
            <a:xfrm>
              <a:off x="2805575" y="4751353"/>
              <a:ext cx="6424646" cy="6424647"/>
            </a:xfrm>
            <a:prstGeom prst="ellipse">
              <a:avLst/>
            </a:prstGeom>
            <a:noFill/>
            <a:ln w="63500" cap="flat">
              <a:solidFill>
                <a:srgbClr val="B9B9B9"/>
              </a:solidFill>
              <a:prstDash val="solid"/>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09" name="Shape 10509"/>
            <p:cNvSpPr/>
            <p:nvPr/>
          </p:nvSpPr>
          <p:spPr>
            <a:xfrm>
              <a:off x="0" y="0"/>
              <a:ext cx="6424646" cy="6424647"/>
            </a:xfrm>
            <a:prstGeom prst="ellipse">
              <a:avLst/>
            </a:prstGeom>
            <a:noFill/>
            <a:ln w="63500" cap="flat">
              <a:solidFill>
                <a:srgbClr val="3483C9"/>
              </a:solidFill>
              <a:prstDash val="solid"/>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10" name="Shape 10510"/>
            <p:cNvSpPr/>
            <p:nvPr/>
          </p:nvSpPr>
          <p:spPr>
            <a:xfrm>
              <a:off x="5611150" y="0"/>
              <a:ext cx="6424646" cy="6424647"/>
            </a:xfrm>
            <a:prstGeom prst="ellipse">
              <a:avLst/>
            </a:prstGeom>
            <a:noFill/>
            <a:ln w="63500" cap="flat">
              <a:solidFill>
                <a:srgbClr val="71B1D7"/>
              </a:solidFill>
              <a:prstDash val="solid"/>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grpSp>
        <p:nvGrpSpPr>
          <p:cNvPr id="10515" name="Group 10515"/>
          <p:cNvGrpSpPr/>
          <p:nvPr/>
        </p:nvGrpSpPr>
        <p:grpSpPr>
          <a:xfrm>
            <a:off x="9199332" y="3118875"/>
            <a:ext cx="6055230" cy="5446081"/>
            <a:chOff x="0" y="0"/>
            <a:chExt cx="6055228" cy="5446079"/>
          </a:xfrm>
        </p:grpSpPr>
        <p:sp>
          <p:nvSpPr>
            <p:cNvPr id="10512" name="Shape 10512"/>
            <p:cNvSpPr/>
            <p:nvPr/>
          </p:nvSpPr>
          <p:spPr>
            <a:xfrm>
              <a:off x="2666227" y="0"/>
              <a:ext cx="642466" cy="642465"/>
            </a:xfrm>
            <a:prstGeom prst="ellipse">
              <a:avLst/>
            </a:prstGeom>
            <a:solidFill>
              <a:srgbClr val="3484C9"/>
            </a:solidFill>
            <a:ln w="63500" cap="flat">
              <a:solidFill>
                <a:srgbClr val="FFFFFF"/>
              </a:solidFill>
              <a:prstDash val="solid"/>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13" name="Shape 10513"/>
            <p:cNvSpPr/>
            <p:nvPr/>
          </p:nvSpPr>
          <p:spPr>
            <a:xfrm>
              <a:off x="0" y="4803614"/>
              <a:ext cx="642465" cy="642466"/>
            </a:xfrm>
            <a:prstGeom prst="ellipse">
              <a:avLst/>
            </a:prstGeom>
            <a:solidFill>
              <a:srgbClr val="B9B9B9"/>
            </a:solidFill>
            <a:ln w="63500" cap="flat">
              <a:solidFill>
                <a:srgbClr val="FFFFFF"/>
              </a:solidFill>
              <a:prstDash val="solid"/>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14" name="Shape 10514"/>
            <p:cNvSpPr/>
            <p:nvPr/>
          </p:nvSpPr>
          <p:spPr>
            <a:xfrm>
              <a:off x="5412764" y="4803614"/>
              <a:ext cx="642465" cy="642466"/>
            </a:xfrm>
            <a:prstGeom prst="ellipse">
              <a:avLst/>
            </a:prstGeom>
            <a:solidFill>
              <a:srgbClr val="72B1D7"/>
            </a:solidFill>
            <a:ln w="63500" cap="flat">
              <a:solidFill>
                <a:srgbClr val="FFFFFF"/>
              </a:solidFill>
              <a:prstDash val="solid"/>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sp>
        <p:nvSpPr>
          <p:cNvPr id="10516" name="Shape 10516"/>
          <p:cNvSpPr/>
          <p:nvPr/>
        </p:nvSpPr>
        <p:spPr>
          <a:xfrm>
            <a:off x="6490760" y="5147876"/>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4500">
                <a:latin typeface="Montserrat"/>
                <a:ea typeface="Montserrat"/>
                <a:cs typeface="Montserrat"/>
                <a:sym typeface="Montserrat"/>
              </a:defRPr>
            </a:lvl1pPr>
          </a:lstStyle>
          <a:p>
            <a:pPr/>
            <a:r>
              <a:t>Texto</a:t>
            </a:r>
          </a:p>
        </p:txBody>
      </p:sp>
      <p:sp>
        <p:nvSpPr>
          <p:cNvPr id="10517" name="Shape 10517"/>
          <p:cNvSpPr/>
          <p:nvPr/>
        </p:nvSpPr>
        <p:spPr>
          <a:xfrm>
            <a:off x="8541375" y="3653176"/>
            <a:ext cx="1446973" cy="1446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18" name="Shape 10518"/>
          <p:cNvSpPr/>
          <p:nvPr/>
        </p:nvSpPr>
        <p:spPr>
          <a:xfrm>
            <a:off x="12607688" y="5249917"/>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4500">
                <a:latin typeface="Montserrat"/>
                <a:ea typeface="Montserrat"/>
                <a:cs typeface="Montserrat"/>
                <a:sym typeface="Montserrat"/>
              </a:defRPr>
            </a:lvl1pPr>
          </a:lstStyle>
          <a:p>
            <a:pPr/>
            <a:r>
              <a:t>Texto</a:t>
            </a:r>
          </a:p>
        </p:txBody>
      </p:sp>
      <p:sp>
        <p:nvSpPr>
          <p:cNvPr id="10519" name="Shape 10519"/>
          <p:cNvSpPr/>
          <p:nvPr/>
        </p:nvSpPr>
        <p:spPr>
          <a:xfrm>
            <a:off x="14658303" y="3755218"/>
            <a:ext cx="1446973" cy="144697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20" name="Shape 10520"/>
          <p:cNvSpPr/>
          <p:nvPr/>
        </p:nvSpPr>
        <p:spPr>
          <a:xfrm>
            <a:off x="9598361" y="10056782"/>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4500">
                <a:latin typeface="Montserrat"/>
                <a:ea typeface="Montserrat"/>
                <a:cs typeface="Montserrat"/>
                <a:sym typeface="Montserrat"/>
              </a:defRPr>
            </a:lvl1pPr>
          </a:lstStyle>
          <a:p>
            <a:pPr/>
            <a:r>
              <a:t>Texto</a:t>
            </a:r>
          </a:p>
        </p:txBody>
      </p:sp>
      <p:sp>
        <p:nvSpPr>
          <p:cNvPr id="10521" name="Shape 10521"/>
          <p:cNvSpPr/>
          <p:nvPr/>
        </p:nvSpPr>
        <p:spPr>
          <a:xfrm>
            <a:off x="11648976" y="8562082"/>
            <a:ext cx="1446973" cy="14469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22" name="Shape 10522"/>
          <p:cNvSpPr/>
          <p:nvPr/>
        </p:nvSpPr>
        <p:spPr>
          <a:xfrm rot="16200000">
            <a:off x="10928740" y="4695801"/>
            <a:ext cx="2428245" cy="571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800">
                <a:latin typeface="Montserrat"/>
                <a:ea typeface="Montserrat"/>
                <a:cs typeface="Montserrat"/>
                <a:sym typeface="Montserrat"/>
              </a:defRPr>
            </a:lvl1pPr>
          </a:lstStyle>
          <a:p>
            <a:pPr/>
            <a:r>
              <a:t>Texto</a:t>
            </a:r>
          </a:p>
        </p:txBody>
      </p:sp>
      <p:sp>
        <p:nvSpPr>
          <p:cNvPr id="10523" name="Shape 10523"/>
          <p:cNvSpPr/>
          <p:nvPr/>
        </p:nvSpPr>
        <p:spPr>
          <a:xfrm rot="1754854">
            <a:off x="12353558" y="7121326"/>
            <a:ext cx="2428245" cy="571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800">
                <a:latin typeface="Montserrat"/>
                <a:ea typeface="Montserrat"/>
                <a:cs typeface="Montserrat"/>
                <a:sym typeface="Montserrat"/>
              </a:defRPr>
            </a:lvl1pPr>
          </a:lstStyle>
          <a:p>
            <a:pPr/>
            <a:r>
              <a:t>Texto</a:t>
            </a:r>
          </a:p>
        </p:txBody>
      </p:sp>
      <p:sp>
        <p:nvSpPr>
          <p:cNvPr id="10524" name="Shape 10524"/>
          <p:cNvSpPr/>
          <p:nvPr/>
        </p:nvSpPr>
        <p:spPr>
          <a:xfrm rot="19754797">
            <a:off x="9595474" y="7093127"/>
            <a:ext cx="2428245" cy="5715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3800">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516"/>
                                        </p:tgtEl>
                                        <p:attrNameLst>
                                          <p:attrName>style.visibility</p:attrName>
                                        </p:attrNameLst>
                                      </p:cBhvr>
                                      <p:to>
                                        <p:strVal val="visible"/>
                                      </p:to>
                                    </p:set>
                                    <p:animEffect filter="wipe(left)" transition="in">
                                      <p:cBhvr>
                                        <p:cTn id="7" dur="250"/>
                                        <p:tgtEl>
                                          <p:spTgt spid="10516"/>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518"/>
                                        </p:tgtEl>
                                        <p:attrNameLst>
                                          <p:attrName>style.visibility</p:attrName>
                                        </p:attrNameLst>
                                      </p:cBhvr>
                                      <p:to>
                                        <p:strVal val="visible"/>
                                      </p:to>
                                    </p:set>
                                    <p:animEffect filter="wipe(left)" transition="in">
                                      <p:cBhvr>
                                        <p:cTn id="11" dur="250"/>
                                        <p:tgtEl>
                                          <p:spTgt spid="10518"/>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520"/>
                                        </p:tgtEl>
                                        <p:attrNameLst>
                                          <p:attrName>style.visibility</p:attrName>
                                        </p:attrNameLst>
                                      </p:cBhvr>
                                      <p:to>
                                        <p:strVal val="visible"/>
                                      </p:to>
                                    </p:set>
                                    <p:animEffect filter="wipe(left)" transition="in">
                                      <p:cBhvr>
                                        <p:cTn id="15" dur="250"/>
                                        <p:tgtEl>
                                          <p:spTgt spid="10520"/>
                                        </p:tgtEl>
                                      </p:cBhvr>
                                    </p:animEffect>
                                  </p:childTnLst>
                                </p:cTn>
                              </p:par>
                            </p:childTnLst>
                          </p:cTn>
                        </p:par>
                        <p:par>
                          <p:cTn id="16" fill="hold">
                            <p:stCondLst>
                              <p:cond delay="750"/>
                            </p:stCondLst>
                            <p:childTnLst>
                              <p:par>
                                <p:cTn id="17" presetClass="entr" nodeType="afterEffect" presetSubtype="8" presetID="22" grpId="4" fill="hold">
                                  <p:stCondLst>
                                    <p:cond delay="0"/>
                                  </p:stCondLst>
                                  <p:iterate type="el" backwards="0">
                                    <p:tmAbs val="0"/>
                                  </p:iterate>
                                  <p:childTnLst>
                                    <p:set>
                                      <p:cBhvr>
                                        <p:cTn id="18" fill="hold"/>
                                        <p:tgtEl>
                                          <p:spTgt spid="10522"/>
                                        </p:tgtEl>
                                        <p:attrNameLst>
                                          <p:attrName>style.visibility</p:attrName>
                                        </p:attrNameLst>
                                      </p:cBhvr>
                                      <p:to>
                                        <p:strVal val="visible"/>
                                      </p:to>
                                    </p:set>
                                    <p:animEffect filter="wipe(left)" transition="in">
                                      <p:cBhvr>
                                        <p:cTn id="19" dur="250"/>
                                        <p:tgtEl>
                                          <p:spTgt spid="10522"/>
                                        </p:tgtEl>
                                      </p:cBhvr>
                                    </p:animEffect>
                                  </p:childTnLst>
                                </p:cTn>
                              </p:par>
                            </p:childTnLst>
                          </p:cTn>
                        </p:par>
                        <p:par>
                          <p:cTn id="20" fill="hold">
                            <p:stCondLst>
                              <p:cond delay="1000"/>
                            </p:stCondLst>
                            <p:childTnLst>
                              <p:par>
                                <p:cTn id="21" presetClass="entr" nodeType="afterEffect" presetSubtype="8" presetID="22" grpId="5" fill="hold">
                                  <p:stCondLst>
                                    <p:cond delay="0"/>
                                  </p:stCondLst>
                                  <p:iterate type="el" backwards="0">
                                    <p:tmAbs val="0"/>
                                  </p:iterate>
                                  <p:childTnLst>
                                    <p:set>
                                      <p:cBhvr>
                                        <p:cTn id="22" fill="hold"/>
                                        <p:tgtEl>
                                          <p:spTgt spid="10523"/>
                                        </p:tgtEl>
                                        <p:attrNameLst>
                                          <p:attrName>style.visibility</p:attrName>
                                        </p:attrNameLst>
                                      </p:cBhvr>
                                      <p:to>
                                        <p:strVal val="visible"/>
                                      </p:to>
                                    </p:set>
                                    <p:animEffect filter="wipe(left)" transition="in">
                                      <p:cBhvr>
                                        <p:cTn id="23" dur="250"/>
                                        <p:tgtEl>
                                          <p:spTgt spid="10523"/>
                                        </p:tgtEl>
                                      </p:cBhvr>
                                    </p:animEffect>
                                  </p:childTnLst>
                                </p:cTn>
                              </p:par>
                            </p:childTnLst>
                          </p:cTn>
                        </p:par>
                        <p:par>
                          <p:cTn id="24" fill="hold">
                            <p:stCondLst>
                              <p:cond delay="1250"/>
                            </p:stCondLst>
                            <p:childTnLst>
                              <p:par>
                                <p:cTn id="25" presetClass="entr" nodeType="afterEffect" presetSubtype="8" presetID="22" grpId="6" fill="hold">
                                  <p:stCondLst>
                                    <p:cond delay="0"/>
                                  </p:stCondLst>
                                  <p:iterate type="el" backwards="0">
                                    <p:tmAbs val="0"/>
                                  </p:iterate>
                                  <p:childTnLst>
                                    <p:set>
                                      <p:cBhvr>
                                        <p:cTn id="26" fill="hold"/>
                                        <p:tgtEl>
                                          <p:spTgt spid="10524"/>
                                        </p:tgtEl>
                                        <p:attrNameLst>
                                          <p:attrName>style.visibility</p:attrName>
                                        </p:attrNameLst>
                                      </p:cBhvr>
                                      <p:to>
                                        <p:strVal val="visible"/>
                                      </p:to>
                                    </p:set>
                                    <p:animEffect filter="wipe(left)" transition="in">
                                      <p:cBhvr>
                                        <p:cTn id="27" dur="250"/>
                                        <p:tgtEl>
                                          <p:spTgt spid="105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516" grpId="1"/>
      <p:bldP build="whole" bldLvl="1" animBg="1" rev="0" advAuto="0" spid="10524" grpId="6"/>
      <p:bldP build="whole" bldLvl="1" animBg="1" rev="0" advAuto="0" spid="10520" grpId="3"/>
      <p:bldP build="whole" bldLvl="1" animBg="1" rev="0" advAuto="0" spid="10522" grpId="4"/>
      <p:bldP build="whole" bldLvl="1" animBg="1" rev="0" advAuto="0" spid="10518" grpId="2"/>
      <p:bldP build="whole" bldLvl="1" animBg="1" rev="0" advAuto="0" spid="10523" grpId="5"/>
    </p:bldLst>
  </p:timing>
</p:sld>
</file>

<file path=ppt/slides/slide26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26" name="Shape 10526"/>
          <p:cNvSpPr/>
          <p:nvPr>
            <p:ph type="title"/>
          </p:nvPr>
        </p:nvSpPr>
        <p:spPr>
          <a:prstGeom prst="rect">
            <a:avLst/>
          </a:prstGeom>
        </p:spPr>
        <p:txBody>
          <a:bodyPr/>
          <a:lstStyle/>
          <a:p>
            <a:pPr/>
            <a:r>
              <a:t>Estrategia</a:t>
            </a:r>
          </a:p>
        </p:txBody>
      </p:sp>
      <p:grpSp>
        <p:nvGrpSpPr>
          <p:cNvPr id="10545" name="Group 10545"/>
          <p:cNvGrpSpPr/>
          <p:nvPr/>
        </p:nvGrpSpPr>
        <p:grpSpPr>
          <a:xfrm>
            <a:off x="7820588" y="1813484"/>
            <a:ext cx="9041968" cy="11199880"/>
            <a:chOff x="0" y="0"/>
            <a:chExt cx="9041966" cy="11199878"/>
          </a:xfrm>
        </p:grpSpPr>
        <p:grpSp>
          <p:nvGrpSpPr>
            <p:cNvPr id="10536" name="Group 10536"/>
            <p:cNvGrpSpPr/>
            <p:nvPr/>
          </p:nvGrpSpPr>
          <p:grpSpPr>
            <a:xfrm>
              <a:off x="0" y="-1"/>
              <a:ext cx="9041967" cy="5094756"/>
              <a:chOff x="0" y="0"/>
              <a:chExt cx="9041966" cy="5094754"/>
            </a:xfrm>
          </p:grpSpPr>
          <p:grpSp>
            <p:nvGrpSpPr>
              <p:cNvPr id="10529" name="Group 10529"/>
              <p:cNvGrpSpPr/>
              <p:nvPr/>
            </p:nvGrpSpPr>
            <p:grpSpPr>
              <a:xfrm>
                <a:off x="4268827" y="650459"/>
                <a:ext cx="4773140" cy="4325021"/>
                <a:chOff x="0" y="0"/>
                <a:chExt cx="4773139" cy="4325019"/>
              </a:xfrm>
            </p:grpSpPr>
            <p:sp>
              <p:nvSpPr>
                <p:cNvPr id="10527" name="Shape 10527"/>
                <p:cNvSpPr/>
                <p:nvPr/>
              </p:nvSpPr>
              <p:spPr>
                <a:xfrm rot="18000000">
                  <a:off x="984351" y="154899"/>
                  <a:ext cx="2505292" cy="371969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539" y="7602"/>
                      </a:moveTo>
                      <a:cubicBezTo>
                        <a:pt x="1675" y="7602"/>
                        <a:pt x="972" y="8085"/>
                        <a:pt x="972" y="8678"/>
                      </a:cubicBezTo>
                      <a:lnTo>
                        <a:pt x="972" y="19812"/>
                      </a:lnTo>
                      <a:cubicBezTo>
                        <a:pt x="972" y="20426"/>
                        <a:pt x="1690" y="20945"/>
                        <a:pt x="2539" y="20945"/>
                      </a:cubicBezTo>
                      <a:lnTo>
                        <a:pt x="19070" y="20945"/>
                      </a:lnTo>
                      <a:cubicBezTo>
                        <a:pt x="19915" y="20945"/>
                        <a:pt x="20628" y="20426"/>
                        <a:pt x="20628" y="19812"/>
                      </a:cubicBezTo>
                      <a:lnTo>
                        <a:pt x="20628" y="8678"/>
                      </a:lnTo>
                      <a:cubicBezTo>
                        <a:pt x="20628" y="8085"/>
                        <a:pt x="19929" y="7602"/>
                        <a:pt x="19070" y="7602"/>
                      </a:cubicBezTo>
                      <a:lnTo>
                        <a:pt x="13183" y="7602"/>
                      </a:lnTo>
                      <a:lnTo>
                        <a:pt x="13183" y="1599"/>
                      </a:lnTo>
                      <a:lnTo>
                        <a:pt x="13648" y="1585"/>
                      </a:lnTo>
                      <a:cubicBezTo>
                        <a:pt x="14007" y="1575"/>
                        <a:pt x="14267" y="1381"/>
                        <a:pt x="14267" y="1124"/>
                      </a:cubicBezTo>
                      <a:cubicBezTo>
                        <a:pt x="14267" y="865"/>
                        <a:pt x="13958" y="655"/>
                        <a:pt x="13577" y="655"/>
                      </a:cubicBezTo>
                      <a:lnTo>
                        <a:pt x="8032" y="655"/>
                      </a:lnTo>
                      <a:cubicBezTo>
                        <a:pt x="7654" y="657"/>
                        <a:pt x="7342" y="868"/>
                        <a:pt x="7342" y="1124"/>
                      </a:cubicBezTo>
                      <a:cubicBezTo>
                        <a:pt x="7342" y="1381"/>
                        <a:pt x="7599" y="1575"/>
                        <a:pt x="7952" y="1585"/>
                      </a:cubicBezTo>
                      <a:lnTo>
                        <a:pt x="8417" y="1599"/>
                      </a:lnTo>
                      <a:lnTo>
                        <a:pt x="8417" y="7602"/>
                      </a:lnTo>
                      <a:cubicBezTo>
                        <a:pt x="8417" y="7602"/>
                        <a:pt x="2539" y="7602"/>
                        <a:pt x="2539" y="7602"/>
                      </a:cubicBezTo>
                      <a:close/>
                      <a:moveTo>
                        <a:pt x="19070" y="21600"/>
                      </a:moveTo>
                      <a:lnTo>
                        <a:pt x="2539" y="21600"/>
                      </a:lnTo>
                      <a:cubicBezTo>
                        <a:pt x="1163" y="21600"/>
                        <a:pt x="0" y="20781"/>
                        <a:pt x="0" y="19812"/>
                      </a:cubicBezTo>
                      <a:lnTo>
                        <a:pt x="0" y="8678"/>
                      </a:lnTo>
                      <a:cubicBezTo>
                        <a:pt x="0" y="7724"/>
                        <a:pt x="1139" y="6947"/>
                        <a:pt x="2539" y="6947"/>
                      </a:cubicBezTo>
                      <a:lnTo>
                        <a:pt x="7445" y="6947"/>
                      </a:lnTo>
                      <a:lnTo>
                        <a:pt x="7445" y="2179"/>
                      </a:lnTo>
                      <a:cubicBezTo>
                        <a:pt x="6809" y="2030"/>
                        <a:pt x="6370" y="1620"/>
                        <a:pt x="6370" y="1124"/>
                      </a:cubicBezTo>
                      <a:cubicBezTo>
                        <a:pt x="6370" y="511"/>
                        <a:pt x="7114" y="7"/>
                        <a:pt x="8027" y="0"/>
                      </a:cubicBezTo>
                      <a:lnTo>
                        <a:pt x="13577" y="0"/>
                      </a:lnTo>
                      <a:cubicBezTo>
                        <a:pt x="14494" y="0"/>
                        <a:pt x="15239" y="504"/>
                        <a:pt x="15239" y="1124"/>
                      </a:cubicBezTo>
                      <a:cubicBezTo>
                        <a:pt x="15239" y="1621"/>
                        <a:pt x="14797" y="2031"/>
                        <a:pt x="14155" y="2180"/>
                      </a:cubicBezTo>
                      <a:lnTo>
                        <a:pt x="14155" y="6947"/>
                      </a:lnTo>
                      <a:lnTo>
                        <a:pt x="19070" y="6947"/>
                      </a:lnTo>
                      <a:cubicBezTo>
                        <a:pt x="20465" y="6947"/>
                        <a:pt x="21600" y="7724"/>
                        <a:pt x="21600" y="8678"/>
                      </a:cubicBezTo>
                      <a:lnTo>
                        <a:pt x="21600" y="19812"/>
                      </a:lnTo>
                      <a:cubicBezTo>
                        <a:pt x="21600" y="20781"/>
                        <a:pt x="20441" y="21600"/>
                        <a:pt x="19070" y="21600"/>
                      </a:cubicBezTo>
                      <a:close/>
                    </a:path>
                  </a:pathLst>
                </a:custGeom>
                <a:solidFill>
                  <a:srgbClr val="E5E5E5"/>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pic>
              <p:nvPicPr>
                <p:cNvPr id="10528" name="Color-Placehoder2.jpg"/>
                <p:cNvPicPr>
                  <a:picLocks noChangeAspect="0"/>
                </p:cNvPicPr>
                <p:nvPr/>
              </p:nvPicPr>
              <p:blipFill>
                <a:blip r:embed="rId2">
                  <a:extLst/>
                </a:blip>
                <a:srcRect l="21345" t="1" r="6351" b="59817"/>
                <a:stretch>
                  <a:fillRect/>
                </a:stretch>
              </p:blipFill>
              <p:spPr>
                <a:xfrm rot="20100000">
                  <a:off x="1545284" y="2090861"/>
                  <a:ext cx="3015040" cy="1675546"/>
                </a:xfrm>
                <a:custGeom>
                  <a:avLst/>
                  <a:gdLst/>
                  <a:ahLst/>
                  <a:cxnLst>
                    <a:cxn ang="0">
                      <a:pos x="wd2" y="hd2"/>
                    </a:cxn>
                    <a:cxn ang="5400000">
                      <a:pos x="wd2" y="hd2"/>
                    </a:cxn>
                    <a:cxn ang="10800000">
                      <a:pos x="wd2" y="hd2"/>
                    </a:cxn>
                    <a:cxn ang="16200000">
                      <a:pos x="wd2" y="hd2"/>
                    </a:cxn>
                  </a:cxnLst>
                  <a:rect l="0" t="0" r="r" b="b"/>
                  <a:pathLst>
                    <a:path w="21428" h="21266" fill="norm" stroke="1" extrusionOk="0">
                      <a:moveTo>
                        <a:pt x="0" y="1"/>
                      </a:moveTo>
                      <a:cubicBezTo>
                        <a:pt x="25" y="82"/>
                        <a:pt x="47" y="165"/>
                        <a:pt x="77" y="242"/>
                      </a:cubicBezTo>
                      <a:lnTo>
                        <a:pt x="7895" y="20180"/>
                      </a:lnTo>
                      <a:cubicBezTo>
                        <a:pt x="8326" y="21280"/>
                        <a:pt x="9174" y="21600"/>
                        <a:pt x="9747" y="20883"/>
                      </a:cubicBezTo>
                      <a:lnTo>
                        <a:pt x="20909" y="6925"/>
                      </a:lnTo>
                      <a:cubicBezTo>
                        <a:pt x="21480" y="6212"/>
                        <a:pt x="21600" y="4682"/>
                        <a:pt x="21169" y="3582"/>
                      </a:cubicBezTo>
                      <a:cubicBezTo>
                        <a:pt x="21169" y="3582"/>
                        <a:pt x="20178" y="1055"/>
                        <a:pt x="19764" y="0"/>
                      </a:cubicBezTo>
                      <a:lnTo>
                        <a:pt x="0" y="1"/>
                      </a:lnTo>
                      <a:close/>
                    </a:path>
                  </a:pathLst>
                </a:custGeom>
                <a:ln w="12700" cap="flat">
                  <a:noFill/>
                  <a:miter lim="400000"/>
                </a:ln>
                <a:effectLst/>
              </p:spPr>
            </p:pic>
          </p:grpSp>
          <p:grpSp>
            <p:nvGrpSpPr>
              <p:cNvPr id="10532" name="Group 10532"/>
              <p:cNvGrpSpPr/>
              <p:nvPr/>
            </p:nvGrpSpPr>
            <p:grpSpPr>
              <a:xfrm>
                <a:off x="0" y="1046091"/>
                <a:ext cx="4485246" cy="4048664"/>
                <a:chOff x="0" y="0"/>
                <a:chExt cx="4485245" cy="4048662"/>
              </a:xfrm>
            </p:grpSpPr>
            <p:sp>
              <p:nvSpPr>
                <p:cNvPr id="10530" name="Shape 10530"/>
                <p:cNvSpPr/>
                <p:nvPr/>
              </p:nvSpPr>
              <p:spPr>
                <a:xfrm rot="3602468">
                  <a:off x="977903" y="164821"/>
                  <a:ext cx="2529440" cy="3719020"/>
                </a:xfrm>
                <a:custGeom>
                  <a:avLst/>
                  <a:gdLst/>
                  <a:ahLst/>
                  <a:cxnLst>
                    <a:cxn ang="0">
                      <a:pos x="wd2" y="hd2"/>
                    </a:cxn>
                    <a:cxn ang="5400000">
                      <a:pos x="wd2" y="hd2"/>
                    </a:cxn>
                    <a:cxn ang="10800000">
                      <a:pos x="wd2" y="hd2"/>
                    </a:cxn>
                    <a:cxn ang="16200000">
                      <a:pos x="wd2" y="hd2"/>
                    </a:cxn>
                  </a:cxnLst>
                  <a:rect l="0" t="0" r="r" b="b"/>
                  <a:pathLst>
                    <a:path w="21600" h="21567" fill="norm" stroke="1" extrusionOk="0">
                      <a:moveTo>
                        <a:pt x="7997" y="654"/>
                      </a:moveTo>
                      <a:cubicBezTo>
                        <a:pt x="7584" y="654"/>
                        <a:pt x="7260" y="880"/>
                        <a:pt x="7260" y="1168"/>
                      </a:cubicBezTo>
                      <a:cubicBezTo>
                        <a:pt x="7260" y="1428"/>
                        <a:pt x="7534" y="1640"/>
                        <a:pt x="7925" y="1683"/>
                      </a:cubicBezTo>
                      <a:lnTo>
                        <a:pt x="8329" y="1728"/>
                      </a:lnTo>
                      <a:lnTo>
                        <a:pt x="8329" y="7758"/>
                      </a:lnTo>
                      <a:lnTo>
                        <a:pt x="7984" y="7827"/>
                      </a:lnTo>
                      <a:cubicBezTo>
                        <a:pt x="6421" y="8138"/>
                        <a:pt x="5028" y="8704"/>
                        <a:pt x="3844" y="9508"/>
                      </a:cubicBezTo>
                      <a:cubicBezTo>
                        <a:pt x="1986" y="10770"/>
                        <a:pt x="963" y="12447"/>
                        <a:pt x="963" y="14232"/>
                      </a:cubicBezTo>
                      <a:cubicBezTo>
                        <a:pt x="963" y="16017"/>
                        <a:pt x="1986" y="17695"/>
                        <a:pt x="3843" y="18956"/>
                      </a:cubicBezTo>
                      <a:cubicBezTo>
                        <a:pt x="5702" y="20218"/>
                        <a:pt x="8172" y="20913"/>
                        <a:pt x="10800" y="20913"/>
                      </a:cubicBezTo>
                      <a:cubicBezTo>
                        <a:pt x="13428" y="20913"/>
                        <a:pt x="15898" y="20218"/>
                        <a:pt x="17757" y="18956"/>
                      </a:cubicBezTo>
                      <a:cubicBezTo>
                        <a:pt x="19614" y="17695"/>
                        <a:pt x="20637" y="16017"/>
                        <a:pt x="20637" y="14232"/>
                      </a:cubicBezTo>
                      <a:cubicBezTo>
                        <a:pt x="20637" y="12447"/>
                        <a:pt x="19614" y="10769"/>
                        <a:pt x="17757" y="9508"/>
                      </a:cubicBezTo>
                      <a:cubicBezTo>
                        <a:pt x="16597" y="8720"/>
                        <a:pt x="15156" y="8139"/>
                        <a:pt x="13589" y="7827"/>
                      </a:cubicBezTo>
                      <a:lnTo>
                        <a:pt x="13243" y="7758"/>
                      </a:lnTo>
                      <a:lnTo>
                        <a:pt x="13243" y="1722"/>
                      </a:lnTo>
                      <a:lnTo>
                        <a:pt x="13664" y="1686"/>
                      </a:lnTo>
                      <a:cubicBezTo>
                        <a:pt x="14068" y="1652"/>
                        <a:pt x="14340" y="1444"/>
                        <a:pt x="14340" y="1168"/>
                      </a:cubicBezTo>
                      <a:cubicBezTo>
                        <a:pt x="14340" y="876"/>
                        <a:pt x="13992" y="655"/>
                        <a:pt x="13532" y="655"/>
                      </a:cubicBezTo>
                      <a:lnTo>
                        <a:pt x="13168" y="655"/>
                      </a:lnTo>
                      <a:lnTo>
                        <a:pt x="8201" y="655"/>
                      </a:lnTo>
                      <a:lnTo>
                        <a:pt x="8058" y="655"/>
                      </a:lnTo>
                      <a:lnTo>
                        <a:pt x="8044" y="655"/>
                      </a:lnTo>
                      <a:cubicBezTo>
                        <a:pt x="8028" y="654"/>
                        <a:pt x="8012" y="654"/>
                        <a:pt x="7997" y="654"/>
                      </a:cubicBezTo>
                      <a:close/>
                      <a:moveTo>
                        <a:pt x="10800" y="21567"/>
                      </a:moveTo>
                      <a:cubicBezTo>
                        <a:pt x="7915" y="21567"/>
                        <a:pt x="5203" y="20804"/>
                        <a:pt x="3163" y="19418"/>
                      </a:cubicBezTo>
                      <a:cubicBezTo>
                        <a:pt x="1123" y="18034"/>
                        <a:pt x="0" y="16192"/>
                        <a:pt x="0" y="14232"/>
                      </a:cubicBezTo>
                      <a:cubicBezTo>
                        <a:pt x="0" y="12273"/>
                        <a:pt x="1123" y="10431"/>
                        <a:pt x="3163" y="9046"/>
                      </a:cubicBezTo>
                      <a:cubicBezTo>
                        <a:pt x="4375" y="8223"/>
                        <a:pt x="5788" y="7627"/>
                        <a:pt x="7367" y="7273"/>
                      </a:cubicBezTo>
                      <a:lnTo>
                        <a:pt x="7367" y="2251"/>
                      </a:lnTo>
                      <a:cubicBezTo>
                        <a:pt x="6729" y="2070"/>
                        <a:pt x="6298" y="1651"/>
                        <a:pt x="6298" y="1168"/>
                      </a:cubicBezTo>
                      <a:cubicBezTo>
                        <a:pt x="6298" y="504"/>
                        <a:pt x="7104" y="-33"/>
                        <a:pt x="8085" y="2"/>
                      </a:cubicBezTo>
                      <a:lnTo>
                        <a:pt x="13532" y="2"/>
                      </a:lnTo>
                      <a:cubicBezTo>
                        <a:pt x="14525" y="2"/>
                        <a:pt x="15302" y="514"/>
                        <a:pt x="15302" y="1168"/>
                      </a:cubicBezTo>
                      <a:cubicBezTo>
                        <a:pt x="15302" y="1668"/>
                        <a:pt x="14860" y="2092"/>
                        <a:pt x="14205" y="2263"/>
                      </a:cubicBezTo>
                      <a:lnTo>
                        <a:pt x="14205" y="7273"/>
                      </a:lnTo>
                      <a:cubicBezTo>
                        <a:pt x="15793" y="7630"/>
                        <a:pt x="17250" y="8239"/>
                        <a:pt x="18437" y="9045"/>
                      </a:cubicBezTo>
                      <a:cubicBezTo>
                        <a:pt x="20477" y="10430"/>
                        <a:pt x="21600" y="12272"/>
                        <a:pt x="21600" y="14232"/>
                      </a:cubicBezTo>
                      <a:cubicBezTo>
                        <a:pt x="21600" y="16192"/>
                        <a:pt x="20477" y="18034"/>
                        <a:pt x="18437" y="19418"/>
                      </a:cubicBezTo>
                      <a:cubicBezTo>
                        <a:pt x="16397" y="20804"/>
                        <a:pt x="13685" y="21567"/>
                        <a:pt x="10800" y="21567"/>
                      </a:cubicBezTo>
                      <a:close/>
                    </a:path>
                  </a:pathLst>
                </a:custGeom>
                <a:solidFill>
                  <a:srgbClr val="E5E5E5"/>
                </a:solidFill>
                <a:ln w="12700" cap="flat">
                  <a:noFill/>
                  <a:miter lim="400000"/>
                </a:ln>
                <a:effectLst/>
              </p:spPr>
              <p:txBody>
                <a:bodyPr wrap="square" lIns="38100" tIns="38100" rIns="38100" bIns="381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pic>
              <p:nvPicPr>
                <p:cNvPr id="10531" name="Color-Placehoder3.jpg"/>
                <p:cNvPicPr>
                  <a:picLocks noChangeAspect="0"/>
                </p:cNvPicPr>
                <p:nvPr/>
              </p:nvPicPr>
              <p:blipFill>
                <a:blip r:embed="rId3">
                  <a:extLst/>
                </a:blip>
                <a:srcRect l="25119" t="0" r="19826" b="71759"/>
                <a:stretch>
                  <a:fillRect/>
                </a:stretch>
              </p:blipFill>
              <p:spPr>
                <a:xfrm rot="1500000">
                  <a:off x="337905" y="2239239"/>
                  <a:ext cx="2303005" cy="1181367"/>
                </a:xfrm>
                <a:custGeom>
                  <a:avLst/>
                  <a:gdLst/>
                  <a:ahLst/>
                  <a:cxnLst>
                    <a:cxn ang="0">
                      <a:pos x="wd2" y="hd2"/>
                    </a:cxn>
                    <a:cxn ang="5400000">
                      <a:pos x="wd2" y="hd2"/>
                    </a:cxn>
                    <a:cxn ang="10800000">
                      <a:pos x="wd2" y="hd2"/>
                    </a:cxn>
                    <a:cxn ang="16200000">
                      <a:pos x="wd2" y="hd2"/>
                    </a:cxn>
                  </a:cxnLst>
                  <a:rect l="0" t="0" r="r" b="b"/>
                  <a:pathLst>
                    <a:path w="21529" h="20969" fill="norm" stroke="1" extrusionOk="0">
                      <a:moveTo>
                        <a:pt x="21524" y="6"/>
                      </a:moveTo>
                      <a:lnTo>
                        <a:pt x="2" y="0"/>
                      </a:lnTo>
                      <a:cubicBezTo>
                        <a:pt x="-14" y="1343"/>
                        <a:pt x="39" y="2700"/>
                        <a:pt x="164" y="4052"/>
                      </a:cubicBezTo>
                      <a:cubicBezTo>
                        <a:pt x="661" y="9433"/>
                        <a:pt x="2232" y="14128"/>
                        <a:pt x="4587" y="17264"/>
                      </a:cubicBezTo>
                      <a:cubicBezTo>
                        <a:pt x="6943" y="20399"/>
                        <a:pt x="9800" y="21600"/>
                        <a:pt x="12633" y="20655"/>
                      </a:cubicBezTo>
                      <a:cubicBezTo>
                        <a:pt x="15466" y="19711"/>
                        <a:pt x="17934" y="16732"/>
                        <a:pt x="19586" y="12258"/>
                      </a:cubicBezTo>
                      <a:cubicBezTo>
                        <a:pt x="20928" y="8625"/>
                        <a:pt x="21586" y="4360"/>
                        <a:pt x="21524" y="6"/>
                      </a:cubicBezTo>
                      <a:close/>
                    </a:path>
                  </a:pathLst>
                </a:custGeom>
                <a:ln w="12700" cap="flat">
                  <a:noFill/>
                  <a:miter lim="400000"/>
                </a:ln>
                <a:effectLst/>
              </p:spPr>
            </p:pic>
          </p:grpSp>
          <p:grpSp>
            <p:nvGrpSpPr>
              <p:cNvPr id="10535" name="Group 10535"/>
              <p:cNvGrpSpPr/>
              <p:nvPr/>
            </p:nvGrpSpPr>
            <p:grpSpPr>
              <a:xfrm>
                <a:off x="0" y="-1"/>
                <a:ext cx="3842270" cy="1661619"/>
                <a:chOff x="0" y="0"/>
                <a:chExt cx="3842269" cy="1661617"/>
              </a:xfrm>
            </p:grpSpPr>
            <p:sp>
              <p:nvSpPr>
                <p:cNvPr id="10533" name="Shape 10533"/>
                <p:cNvSpPr/>
                <p:nvPr/>
              </p:nvSpPr>
              <p:spPr>
                <a:xfrm rot="4800000">
                  <a:off x="1405450" y="-1029034"/>
                  <a:ext cx="1031370" cy="3719685"/>
                </a:xfrm>
                <a:custGeom>
                  <a:avLst/>
                  <a:gdLst/>
                  <a:ahLst/>
                  <a:cxnLst>
                    <a:cxn ang="0">
                      <a:pos x="wd2" y="hd2"/>
                    </a:cxn>
                    <a:cxn ang="5400000">
                      <a:pos x="wd2" y="hd2"/>
                    </a:cxn>
                    <a:cxn ang="10800000">
                      <a:pos x="wd2" y="hd2"/>
                    </a:cxn>
                    <a:cxn ang="16200000">
                      <a:pos x="wd2" y="hd2"/>
                    </a:cxn>
                  </a:cxnLst>
                  <a:rect l="0" t="0" r="r" b="b"/>
                  <a:pathLst>
                    <a:path w="21600" h="21568" fill="norm" stroke="1" extrusionOk="0">
                      <a:moveTo>
                        <a:pt x="3871" y="653"/>
                      </a:moveTo>
                      <a:cubicBezTo>
                        <a:pt x="3038" y="653"/>
                        <a:pt x="2361" y="851"/>
                        <a:pt x="2361" y="1095"/>
                      </a:cubicBezTo>
                      <a:cubicBezTo>
                        <a:pt x="2361" y="1331"/>
                        <a:pt x="3104" y="1536"/>
                        <a:pt x="4017" y="1552"/>
                      </a:cubicBezTo>
                      <a:lnTo>
                        <a:pt x="5123" y="1571"/>
                      </a:lnTo>
                      <a:lnTo>
                        <a:pt x="5123" y="19323"/>
                      </a:lnTo>
                      <a:cubicBezTo>
                        <a:pt x="5123" y="20201"/>
                        <a:pt x="7670" y="20914"/>
                        <a:pt x="10800" y="20914"/>
                      </a:cubicBezTo>
                      <a:cubicBezTo>
                        <a:pt x="14018" y="20914"/>
                        <a:pt x="16737" y="20186"/>
                        <a:pt x="16737" y="19323"/>
                      </a:cubicBezTo>
                      <a:lnTo>
                        <a:pt x="16737" y="1573"/>
                      </a:lnTo>
                      <a:lnTo>
                        <a:pt x="17844" y="1554"/>
                      </a:lnTo>
                      <a:cubicBezTo>
                        <a:pt x="18808" y="1537"/>
                        <a:pt x="19239" y="1312"/>
                        <a:pt x="19239" y="1095"/>
                      </a:cubicBezTo>
                      <a:cubicBezTo>
                        <a:pt x="19239" y="844"/>
                        <a:pt x="18515" y="655"/>
                        <a:pt x="17554" y="655"/>
                      </a:cubicBezTo>
                      <a:lnTo>
                        <a:pt x="3970" y="654"/>
                      </a:lnTo>
                      <a:cubicBezTo>
                        <a:pt x="3937" y="653"/>
                        <a:pt x="3904" y="653"/>
                        <a:pt x="3871" y="653"/>
                      </a:cubicBezTo>
                      <a:close/>
                      <a:moveTo>
                        <a:pt x="10800" y="21568"/>
                      </a:moveTo>
                      <a:cubicBezTo>
                        <a:pt x="6368" y="21568"/>
                        <a:pt x="2762" y="20561"/>
                        <a:pt x="2762" y="19323"/>
                      </a:cubicBezTo>
                      <a:lnTo>
                        <a:pt x="2762" y="2143"/>
                      </a:lnTo>
                      <a:cubicBezTo>
                        <a:pt x="1148" y="1990"/>
                        <a:pt x="0" y="1575"/>
                        <a:pt x="0" y="1095"/>
                      </a:cubicBezTo>
                      <a:cubicBezTo>
                        <a:pt x="0" y="472"/>
                        <a:pt x="1835" y="-32"/>
                        <a:pt x="4080" y="1"/>
                      </a:cubicBezTo>
                      <a:lnTo>
                        <a:pt x="17554" y="1"/>
                      </a:lnTo>
                      <a:cubicBezTo>
                        <a:pt x="19823" y="1"/>
                        <a:pt x="21600" y="482"/>
                        <a:pt x="21600" y="1095"/>
                      </a:cubicBezTo>
                      <a:cubicBezTo>
                        <a:pt x="21600" y="1589"/>
                        <a:pt x="20597" y="1990"/>
                        <a:pt x="19098" y="2143"/>
                      </a:cubicBezTo>
                      <a:lnTo>
                        <a:pt x="19098" y="19323"/>
                      </a:lnTo>
                      <a:cubicBezTo>
                        <a:pt x="19098" y="20540"/>
                        <a:pt x="15298" y="21568"/>
                        <a:pt x="10800" y="21568"/>
                      </a:cubicBezTo>
                      <a:close/>
                    </a:path>
                  </a:pathLst>
                </a:custGeom>
                <a:solidFill>
                  <a:srgbClr val="E5E5E5"/>
                </a:solidFill>
                <a:ln w="12700" cap="flat">
                  <a:noFill/>
                  <a:miter lim="400000"/>
                </a:ln>
                <a:effectLst/>
              </p:spPr>
              <p:txBody>
                <a:bodyPr wrap="square" lIns="38100" tIns="38100" rIns="38100" bIns="38100" numCol="1" anchor="ctr">
                  <a:noAutofit/>
                </a:bodyP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pic>
              <p:nvPicPr>
                <p:cNvPr id="10534" name="Color-Placehoder4.jpg"/>
                <p:cNvPicPr>
                  <a:picLocks noChangeAspect="0"/>
                </p:cNvPicPr>
                <p:nvPr/>
              </p:nvPicPr>
              <p:blipFill>
                <a:blip r:embed="rId4">
                  <a:extLst/>
                </a:blip>
                <a:srcRect l="13201" t="0" r="16919" b="82505"/>
                <a:stretch>
                  <a:fillRect/>
                </a:stretch>
              </p:blipFill>
              <p:spPr>
                <a:xfrm rot="360000">
                  <a:off x="194565" y="844946"/>
                  <a:ext cx="2502393" cy="626436"/>
                </a:xfrm>
                <a:custGeom>
                  <a:avLst/>
                  <a:gdLst/>
                  <a:ahLst/>
                  <a:cxnLst>
                    <a:cxn ang="0">
                      <a:pos x="wd2" y="hd2"/>
                    </a:cxn>
                    <a:cxn ang="5400000">
                      <a:pos x="wd2" y="hd2"/>
                    </a:cxn>
                    <a:cxn ang="10800000">
                      <a:pos x="wd2" y="hd2"/>
                    </a:cxn>
                    <a:cxn ang="16200000">
                      <a:pos x="wd2" y="hd2"/>
                    </a:cxn>
                  </a:cxnLst>
                  <a:rect l="0" t="0" r="r" b="b"/>
                  <a:pathLst>
                    <a:path w="21338" h="20578" fill="norm" stroke="1" extrusionOk="0">
                      <a:moveTo>
                        <a:pt x="21338" y="0"/>
                      </a:moveTo>
                      <a:lnTo>
                        <a:pt x="4172" y="2"/>
                      </a:lnTo>
                      <a:lnTo>
                        <a:pt x="1700" y="2733"/>
                      </a:lnTo>
                      <a:cubicBezTo>
                        <a:pt x="460" y="4103"/>
                        <a:pt x="-262" y="9056"/>
                        <a:pt x="89" y="13776"/>
                      </a:cubicBezTo>
                      <a:cubicBezTo>
                        <a:pt x="450" y="18628"/>
                        <a:pt x="1785" y="21600"/>
                        <a:pt x="3004" y="20253"/>
                      </a:cubicBezTo>
                      <a:cubicBezTo>
                        <a:pt x="3004" y="20253"/>
                        <a:pt x="14123" y="7971"/>
                        <a:pt x="21338" y="0"/>
                      </a:cubicBezTo>
                      <a:close/>
                    </a:path>
                  </a:pathLst>
                </a:custGeom>
                <a:ln w="12700" cap="flat">
                  <a:noFill/>
                  <a:miter lim="400000"/>
                </a:ln>
                <a:effectLst/>
              </p:spPr>
            </p:pic>
          </p:grpSp>
        </p:grpSp>
        <p:grpSp>
          <p:nvGrpSpPr>
            <p:cNvPr id="10544" name="Group 10544"/>
            <p:cNvGrpSpPr/>
            <p:nvPr/>
          </p:nvGrpSpPr>
          <p:grpSpPr>
            <a:xfrm>
              <a:off x="1999939" y="2854099"/>
              <a:ext cx="4970613" cy="8345780"/>
              <a:chOff x="0" y="0"/>
              <a:chExt cx="4970611" cy="8345778"/>
            </a:xfrm>
          </p:grpSpPr>
          <p:grpSp>
            <p:nvGrpSpPr>
              <p:cNvPr id="10539" name="Group 10539"/>
              <p:cNvGrpSpPr/>
              <p:nvPr/>
            </p:nvGrpSpPr>
            <p:grpSpPr>
              <a:xfrm>
                <a:off x="0" y="1039540"/>
                <a:ext cx="4970612" cy="7306239"/>
                <a:chOff x="0" y="0"/>
                <a:chExt cx="4970611" cy="7306237"/>
              </a:xfrm>
            </p:grpSpPr>
            <p:sp>
              <p:nvSpPr>
                <p:cNvPr id="10537" name="Shape 10537"/>
                <p:cNvSpPr/>
                <p:nvPr/>
              </p:nvSpPr>
              <p:spPr>
                <a:xfrm>
                  <a:off x="0" y="-1"/>
                  <a:ext cx="4970612" cy="730623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91" y="19212"/>
                      </a:moveTo>
                      <a:cubicBezTo>
                        <a:pt x="16144" y="20537"/>
                        <a:pt x="13554" y="21267"/>
                        <a:pt x="10800" y="21267"/>
                      </a:cubicBezTo>
                      <a:cubicBezTo>
                        <a:pt x="8046" y="21267"/>
                        <a:pt x="5456" y="20537"/>
                        <a:pt x="3509" y="19212"/>
                      </a:cubicBezTo>
                      <a:cubicBezTo>
                        <a:pt x="1562" y="17887"/>
                        <a:pt x="490" y="16125"/>
                        <a:pt x="490" y="14252"/>
                      </a:cubicBezTo>
                      <a:cubicBezTo>
                        <a:pt x="490" y="12378"/>
                        <a:pt x="1562" y="10617"/>
                        <a:pt x="3509" y="9292"/>
                      </a:cubicBezTo>
                      <a:cubicBezTo>
                        <a:pt x="4752" y="8447"/>
                        <a:pt x="6217" y="7853"/>
                        <a:pt x="7851" y="7527"/>
                      </a:cubicBezTo>
                      <a:lnTo>
                        <a:pt x="7851" y="2014"/>
                      </a:lnTo>
                      <a:cubicBezTo>
                        <a:pt x="7231" y="1946"/>
                        <a:pt x="6782" y="1602"/>
                        <a:pt x="6782" y="1176"/>
                      </a:cubicBezTo>
                      <a:cubicBezTo>
                        <a:pt x="6782" y="720"/>
                        <a:pt x="7294" y="358"/>
                        <a:pt x="7936" y="335"/>
                      </a:cubicBezTo>
                      <a:cubicBezTo>
                        <a:pt x="7817" y="457"/>
                        <a:pt x="7747" y="602"/>
                        <a:pt x="7747" y="758"/>
                      </a:cubicBezTo>
                      <a:cubicBezTo>
                        <a:pt x="7747" y="1179"/>
                        <a:pt x="8250" y="1521"/>
                        <a:pt x="8868" y="1521"/>
                      </a:cubicBezTo>
                      <a:lnTo>
                        <a:pt x="12732" y="1521"/>
                      </a:lnTo>
                      <a:cubicBezTo>
                        <a:pt x="13350" y="1521"/>
                        <a:pt x="13853" y="1179"/>
                        <a:pt x="13853" y="758"/>
                      </a:cubicBezTo>
                      <a:cubicBezTo>
                        <a:pt x="13853" y="604"/>
                        <a:pt x="13784" y="460"/>
                        <a:pt x="13667" y="339"/>
                      </a:cubicBezTo>
                      <a:cubicBezTo>
                        <a:pt x="14323" y="382"/>
                        <a:pt x="14818" y="729"/>
                        <a:pt x="14818" y="1176"/>
                      </a:cubicBezTo>
                      <a:cubicBezTo>
                        <a:pt x="14818" y="1614"/>
                        <a:pt x="14364" y="1964"/>
                        <a:pt x="13722" y="2018"/>
                      </a:cubicBezTo>
                      <a:lnTo>
                        <a:pt x="13722" y="7527"/>
                      </a:lnTo>
                      <a:cubicBezTo>
                        <a:pt x="15380" y="7857"/>
                        <a:pt x="16878" y="8466"/>
                        <a:pt x="18091" y="9291"/>
                      </a:cubicBezTo>
                      <a:cubicBezTo>
                        <a:pt x="20038" y="10616"/>
                        <a:pt x="21110" y="12378"/>
                        <a:pt x="21110" y="14252"/>
                      </a:cubicBezTo>
                      <a:cubicBezTo>
                        <a:pt x="21110" y="16125"/>
                        <a:pt x="20038" y="17887"/>
                        <a:pt x="18091" y="19212"/>
                      </a:cubicBezTo>
                      <a:close/>
                      <a:moveTo>
                        <a:pt x="8772" y="335"/>
                      </a:moveTo>
                      <a:lnTo>
                        <a:pt x="12828" y="335"/>
                      </a:lnTo>
                      <a:cubicBezTo>
                        <a:pt x="13131" y="366"/>
                        <a:pt x="13363" y="544"/>
                        <a:pt x="13363" y="758"/>
                      </a:cubicBezTo>
                      <a:cubicBezTo>
                        <a:pt x="13363" y="995"/>
                        <a:pt x="13080" y="1187"/>
                        <a:pt x="12732" y="1187"/>
                      </a:cubicBezTo>
                      <a:lnTo>
                        <a:pt x="8868" y="1187"/>
                      </a:lnTo>
                      <a:cubicBezTo>
                        <a:pt x="8519" y="1187"/>
                        <a:pt x="8237" y="995"/>
                        <a:pt x="8237" y="758"/>
                      </a:cubicBezTo>
                      <a:cubicBezTo>
                        <a:pt x="8237" y="544"/>
                        <a:pt x="8469" y="366"/>
                        <a:pt x="8772" y="335"/>
                      </a:cubicBezTo>
                      <a:close/>
                      <a:moveTo>
                        <a:pt x="18437" y="9056"/>
                      </a:moveTo>
                      <a:cubicBezTo>
                        <a:pt x="17251" y="8249"/>
                        <a:pt x="15797" y="7639"/>
                        <a:pt x="14211" y="7282"/>
                      </a:cubicBezTo>
                      <a:lnTo>
                        <a:pt x="14211" y="2276"/>
                      </a:lnTo>
                      <a:cubicBezTo>
                        <a:pt x="14866" y="2102"/>
                        <a:pt x="15308" y="1677"/>
                        <a:pt x="15308" y="1176"/>
                      </a:cubicBezTo>
                      <a:cubicBezTo>
                        <a:pt x="15308" y="517"/>
                        <a:pt x="14526" y="2"/>
                        <a:pt x="13529" y="2"/>
                      </a:cubicBezTo>
                      <a:cubicBezTo>
                        <a:pt x="13529" y="2"/>
                        <a:pt x="8029" y="0"/>
                        <a:pt x="7999" y="0"/>
                      </a:cubicBezTo>
                      <a:cubicBezTo>
                        <a:pt x="7541" y="0"/>
                        <a:pt x="7112" y="122"/>
                        <a:pt x="6790" y="344"/>
                      </a:cubicBezTo>
                      <a:cubicBezTo>
                        <a:pt x="6469" y="565"/>
                        <a:pt x="6292" y="861"/>
                        <a:pt x="6292" y="1176"/>
                      </a:cubicBezTo>
                      <a:cubicBezTo>
                        <a:pt x="6292" y="1659"/>
                        <a:pt x="6723" y="2080"/>
                        <a:pt x="7361" y="2263"/>
                      </a:cubicBezTo>
                      <a:lnTo>
                        <a:pt x="7361" y="7282"/>
                      </a:lnTo>
                      <a:cubicBezTo>
                        <a:pt x="5784" y="7637"/>
                        <a:pt x="4373" y="8233"/>
                        <a:pt x="3163" y="9057"/>
                      </a:cubicBezTo>
                      <a:cubicBezTo>
                        <a:pt x="1123" y="10444"/>
                        <a:pt x="0" y="12289"/>
                        <a:pt x="0" y="14252"/>
                      </a:cubicBezTo>
                      <a:cubicBezTo>
                        <a:pt x="0" y="16215"/>
                        <a:pt x="1123" y="18060"/>
                        <a:pt x="3163" y="19447"/>
                      </a:cubicBezTo>
                      <a:cubicBezTo>
                        <a:pt x="5203" y="20836"/>
                        <a:pt x="7915" y="21600"/>
                        <a:pt x="10800" y="21600"/>
                      </a:cubicBezTo>
                      <a:cubicBezTo>
                        <a:pt x="13685" y="21600"/>
                        <a:pt x="16397" y="20836"/>
                        <a:pt x="18437" y="19447"/>
                      </a:cubicBezTo>
                      <a:cubicBezTo>
                        <a:pt x="20477" y="18060"/>
                        <a:pt x="21600" y="16215"/>
                        <a:pt x="21600" y="14252"/>
                      </a:cubicBezTo>
                      <a:cubicBezTo>
                        <a:pt x="21600" y="12289"/>
                        <a:pt x="20477" y="10443"/>
                        <a:pt x="18437" y="9056"/>
                      </a:cubicBezTo>
                      <a:close/>
                    </a:path>
                  </a:pathLst>
                </a:custGeom>
                <a:solidFill>
                  <a:srgbClr val="E5E5E5"/>
                </a:solidFill>
                <a:ln w="12700" cap="flat">
                  <a:noFill/>
                  <a:miter lim="400000"/>
                </a:ln>
                <a:effectLst/>
              </p:spPr>
              <p:txBody>
                <a:bodyPr wrap="square" lIns="38100" tIns="38100" rIns="38100" bIns="381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pic>
              <p:nvPicPr>
                <p:cNvPr id="10538" name="photo-placeholder.jpg"/>
                <p:cNvPicPr>
                  <a:picLocks noChangeAspect="0"/>
                </p:cNvPicPr>
                <p:nvPr/>
              </p:nvPicPr>
              <p:blipFill>
                <a:blip r:embed="rId5">
                  <a:extLst/>
                </a:blip>
                <a:srcRect l="12412" t="0" r="12416" b="49998"/>
                <a:stretch>
                  <a:fillRect/>
                </a:stretch>
              </p:blipFill>
              <p:spPr>
                <a:xfrm>
                  <a:off x="112717" y="4597983"/>
                  <a:ext cx="4745039" cy="259630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9" y="0"/>
                      </a:moveTo>
                      <a:cubicBezTo>
                        <a:pt x="18" y="614"/>
                        <a:pt x="0" y="1234"/>
                        <a:pt x="0" y="1859"/>
                      </a:cubicBezTo>
                      <a:cubicBezTo>
                        <a:pt x="0" y="7132"/>
                        <a:pt x="1124" y="12088"/>
                        <a:pt x="3163" y="15815"/>
                      </a:cubicBezTo>
                      <a:cubicBezTo>
                        <a:pt x="5203" y="19543"/>
                        <a:pt x="7915" y="21600"/>
                        <a:pt x="10800" y="21600"/>
                      </a:cubicBezTo>
                      <a:cubicBezTo>
                        <a:pt x="13685" y="21600"/>
                        <a:pt x="16399" y="19543"/>
                        <a:pt x="18438" y="15815"/>
                      </a:cubicBezTo>
                      <a:cubicBezTo>
                        <a:pt x="20478" y="12088"/>
                        <a:pt x="21600" y="7132"/>
                        <a:pt x="21600" y="1859"/>
                      </a:cubicBezTo>
                      <a:cubicBezTo>
                        <a:pt x="21600" y="1234"/>
                        <a:pt x="21582" y="614"/>
                        <a:pt x="21551" y="0"/>
                      </a:cubicBezTo>
                      <a:lnTo>
                        <a:pt x="49" y="0"/>
                      </a:lnTo>
                      <a:close/>
                    </a:path>
                  </a:pathLst>
                </a:custGeom>
                <a:ln w="12700" cap="flat">
                  <a:noFill/>
                  <a:miter lim="400000"/>
                </a:ln>
                <a:effectLst/>
              </p:spPr>
            </p:pic>
          </p:grpSp>
          <p:grpSp>
            <p:nvGrpSpPr>
              <p:cNvPr id="10543" name="Group 10543"/>
              <p:cNvGrpSpPr/>
              <p:nvPr/>
            </p:nvGrpSpPr>
            <p:grpSpPr>
              <a:xfrm>
                <a:off x="2233799" y="0"/>
                <a:ext cx="457927" cy="4987684"/>
                <a:chOff x="0" y="0"/>
                <a:chExt cx="457926" cy="4987683"/>
              </a:xfrm>
            </p:grpSpPr>
            <p:sp>
              <p:nvSpPr>
                <p:cNvPr id="10540" name="Shape 10540"/>
                <p:cNvSpPr/>
                <p:nvPr/>
              </p:nvSpPr>
              <p:spPr>
                <a:xfrm>
                  <a:off x="-1" y="2129320"/>
                  <a:ext cx="457928" cy="729043"/>
                </a:xfrm>
                <a:custGeom>
                  <a:avLst/>
                  <a:gdLst/>
                  <a:ahLst/>
                  <a:cxnLst>
                    <a:cxn ang="0">
                      <a:pos x="wd2" y="hd2"/>
                    </a:cxn>
                    <a:cxn ang="5400000">
                      <a:pos x="wd2" y="hd2"/>
                    </a:cxn>
                    <a:cxn ang="10800000">
                      <a:pos x="wd2" y="hd2"/>
                    </a:cxn>
                    <a:cxn ang="16200000">
                      <a:pos x="wd2" y="hd2"/>
                    </a:cxn>
                  </a:cxnLst>
                  <a:rect l="0" t="0" r="r" b="b"/>
                  <a:pathLst>
                    <a:path w="20987" h="21600" fill="norm" stroke="1" extrusionOk="0">
                      <a:moveTo>
                        <a:pt x="10489" y="0"/>
                      </a:moveTo>
                      <a:cubicBezTo>
                        <a:pt x="8581" y="2172"/>
                        <a:pt x="6630" y="4331"/>
                        <a:pt x="4642" y="6472"/>
                      </a:cubicBezTo>
                      <a:cubicBezTo>
                        <a:pt x="2213" y="9086"/>
                        <a:pt x="-313" y="11830"/>
                        <a:pt x="32" y="14876"/>
                      </a:cubicBezTo>
                      <a:cubicBezTo>
                        <a:pt x="447" y="18541"/>
                        <a:pt x="4875" y="21526"/>
                        <a:pt x="10489" y="21600"/>
                      </a:cubicBezTo>
                      <a:lnTo>
                        <a:pt x="10495" y="21600"/>
                      </a:lnTo>
                      <a:cubicBezTo>
                        <a:pt x="16127" y="21599"/>
                        <a:pt x="20558" y="18576"/>
                        <a:pt x="20958" y="14876"/>
                      </a:cubicBezTo>
                      <a:cubicBezTo>
                        <a:pt x="21287" y="11829"/>
                        <a:pt x="18776" y="9086"/>
                        <a:pt x="16348" y="6472"/>
                      </a:cubicBezTo>
                      <a:cubicBezTo>
                        <a:pt x="14359" y="4331"/>
                        <a:pt x="12408" y="2172"/>
                        <a:pt x="10501" y="0"/>
                      </a:cubicBezTo>
                      <a:lnTo>
                        <a:pt x="10498" y="6"/>
                      </a:lnTo>
                      <a:lnTo>
                        <a:pt x="10495" y="12"/>
                      </a:lnTo>
                      <a:lnTo>
                        <a:pt x="10492" y="6"/>
                      </a:lnTo>
                      <a:lnTo>
                        <a:pt x="10489" y="0"/>
                      </a:lnTo>
                      <a:close/>
                    </a:path>
                  </a:pathLst>
                </a:custGeom>
                <a:solidFill>
                  <a:srgbClr val="72B1D7"/>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41" name="Shape 10541"/>
                <p:cNvSpPr/>
                <p:nvPr/>
              </p:nvSpPr>
              <p:spPr>
                <a:xfrm>
                  <a:off x="-1" y="4258641"/>
                  <a:ext cx="457928" cy="729043"/>
                </a:xfrm>
                <a:custGeom>
                  <a:avLst/>
                  <a:gdLst/>
                  <a:ahLst/>
                  <a:cxnLst>
                    <a:cxn ang="0">
                      <a:pos x="wd2" y="hd2"/>
                    </a:cxn>
                    <a:cxn ang="5400000">
                      <a:pos x="wd2" y="hd2"/>
                    </a:cxn>
                    <a:cxn ang="10800000">
                      <a:pos x="wd2" y="hd2"/>
                    </a:cxn>
                    <a:cxn ang="16200000">
                      <a:pos x="wd2" y="hd2"/>
                    </a:cxn>
                  </a:cxnLst>
                  <a:rect l="0" t="0" r="r" b="b"/>
                  <a:pathLst>
                    <a:path w="20987" h="21600" fill="norm" stroke="1" extrusionOk="0">
                      <a:moveTo>
                        <a:pt x="10489" y="0"/>
                      </a:moveTo>
                      <a:cubicBezTo>
                        <a:pt x="8581" y="2172"/>
                        <a:pt x="6630" y="4331"/>
                        <a:pt x="4642" y="6472"/>
                      </a:cubicBezTo>
                      <a:cubicBezTo>
                        <a:pt x="2213" y="9086"/>
                        <a:pt x="-313" y="11830"/>
                        <a:pt x="32" y="14876"/>
                      </a:cubicBezTo>
                      <a:cubicBezTo>
                        <a:pt x="447" y="18541"/>
                        <a:pt x="4875" y="21526"/>
                        <a:pt x="10489" y="21600"/>
                      </a:cubicBezTo>
                      <a:lnTo>
                        <a:pt x="10495" y="21600"/>
                      </a:lnTo>
                      <a:cubicBezTo>
                        <a:pt x="16127" y="21599"/>
                        <a:pt x="20558" y="18576"/>
                        <a:pt x="20958" y="14876"/>
                      </a:cubicBezTo>
                      <a:cubicBezTo>
                        <a:pt x="21287" y="11829"/>
                        <a:pt x="18776" y="9086"/>
                        <a:pt x="16348" y="6472"/>
                      </a:cubicBezTo>
                      <a:cubicBezTo>
                        <a:pt x="14359" y="4331"/>
                        <a:pt x="12408" y="2172"/>
                        <a:pt x="10501" y="0"/>
                      </a:cubicBezTo>
                      <a:lnTo>
                        <a:pt x="10498" y="6"/>
                      </a:lnTo>
                      <a:lnTo>
                        <a:pt x="10495" y="12"/>
                      </a:lnTo>
                      <a:lnTo>
                        <a:pt x="10492" y="6"/>
                      </a:lnTo>
                      <a:lnTo>
                        <a:pt x="10489" y="0"/>
                      </a:lnTo>
                      <a:close/>
                    </a:path>
                  </a:pathLst>
                </a:custGeom>
                <a:solidFill>
                  <a:srgbClr val="3197E0"/>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42" name="Shape 10542"/>
                <p:cNvSpPr/>
                <p:nvPr/>
              </p:nvSpPr>
              <p:spPr>
                <a:xfrm>
                  <a:off x="-1" y="0"/>
                  <a:ext cx="457928" cy="729042"/>
                </a:xfrm>
                <a:custGeom>
                  <a:avLst/>
                  <a:gdLst/>
                  <a:ahLst/>
                  <a:cxnLst>
                    <a:cxn ang="0">
                      <a:pos x="wd2" y="hd2"/>
                    </a:cxn>
                    <a:cxn ang="5400000">
                      <a:pos x="wd2" y="hd2"/>
                    </a:cxn>
                    <a:cxn ang="10800000">
                      <a:pos x="wd2" y="hd2"/>
                    </a:cxn>
                    <a:cxn ang="16200000">
                      <a:pos x="wd2" y="hd2"/>
                    </a:cxn>
                  </a:cxnLst>
                  <a:rect l="0" t="0" r="r" b="b"/>
                  <a:pathLst>
                    <a:path w="20987" h="21600" fill="norm" stroke="1" extrusionOk="0">
                      <a:moveTo>
                        <a:pt x="10489" y="0"/>
                      </a:moveTo>
                      <a:cubicBezTo>
                        <a:pt x="8581" y="2172"/>
                        <a:pt x="6630" y="4331"/>
                        <a:pt x="4642" y="6472"/>
                      </a:cubicBezTo>
                      <a:cubicBezTo>
                        <a:pt x="2213" y="9086"/>
                        <a:pt x="-313" y="11830"/>
                        <a:pt x="32" y="14876"/>
                      </a:cubicBezTo>
                      <a:cubicBezTo>
                        <a:pt x="447" y="18541"/>
                        <a:pt x="4875" y="21526"/>
                        <a:pt x="10489" y="21600"/>
                      </a:cubicBezTo>
                      <a:lnTo>
                        <a:pt x="10495" y="21600"/>
                      </a:lnTo>
                      <a:cubicBezTo>
                        <a:pt x="16127" y="21599"/>
                        <a:pt x="20558" y="18576"/>
                        <a:pt x="20958" y="14876"/>
                      </a:cubicBezTo>
                      <a:cubicBezTo>
                        <a:pt x="21287" y="11829"/>
                        <a:pt x="18776" y="9086"/>
                        <a:pt x="16348" y="6472"/>
                      </a:cubicBezTo>
                      <a:cubicBezTo>
                        <a:pt x="14359" y="4331"/>
                        <a:pt x="12408" y="2172"/>
                        <a:pt x="10501" y="0"/>
                      </a:cubicBezTo>
                      <a:lnTo>
                        <a:pt x="10498" y="6"/>
                      </a:lnTo>
                      <a:lnTo>
                        <a:pt x="10495" y="12"/>
                      </a:lnTo>
                      <a:lnTo>
                        <a:pt x="10492" y="6"/>
                      </a:lnTo>
                      <a:lnTo>
                        <a:pt x="10489" y="0"/>
                      </a:lnTo>
                      <a:close/>
                    </a:path>
                  </a:pathLst>
                </a:custGeom>
                <a:solidFill>
                  <a:srgbClr val="B9B9B9"/>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grpSp>
      </p:grpSp>
      <p:sp>
        <p:nvSpPr>
          <p:cNvPr id="10546" name="Shape 10546"/>
          <p:cNvSpPr/>
          <p:nvPr/>
        </p:nvSpPr>
        <p:spPr>
          <a:xfrm>
            <a:off x="11769605" y="1953247"/>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547" name="Shape 10547"/>
          <p:cNvSpPr/>
          <p:nvPr/>
        </p:nvSpPr>
        <p:spPr>
          <a:xfrm>
            <a:off x="16314177" y="5100170"/>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548" name="Shape 10548"/>
          <p:cNvSpPr/>
          <p:nvPr/>
        </p:nvSpPr>
        <p:spPr>
          <a:xfrm>
            <a:off x="2489636" y="5100170"/>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r" defTabSz="914400">
              <a:defRPr b="1" sz="4500">
                <a:latin typeface="Montserrat"/>
                <a:ea typeface="Montserrat"/>
                <a:cs typeface="Montserrat"/>
                <a:sym typeface="Montserrat"/>
              </a:defRPr>
            </a:lvl1pPr>
          </a:lstStyle>
          <a:p>
            <a:pPr/>
            <a:r>
              <a:t>Texto</a:t>
            </a:r>
          </a:p>
        </p:txBody>
      </p:sp>
      <p:sp>
        <p:nvSpPr>
          <p:cNvPr id="10549" name="Shape 10549"/>
          <p:cNvSpPr/>
          <p:nvPr/>
        </p:nvSpPr>
        <p:spPr>
          <a:xfrm>
            <a:off x="8681439" y="11042391"/>
            <a:ext cx="5187277"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r" defTabSz="914400">
              <a:defRPr b="1" sz="4500">
                <a:latin typeface="Montserrat"/>
                <a:ea typeface="Montserrat"/>
                <a:cs typeface="Montserrat"/>
                <a:sym typeface="Montserrat"/>
              </a:defRPr>
            </a:lvl1pPr>
          </a:lstStyle>
          <a:p>
            <a:pPr/>
            <a:r>
              <a:t>Resultado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546"/>
                                        </p:tgtEl>
                                        <p:attrNameLst>
                                          <p:attrName>style.visibility</p:attrName>
                                        </p:attrNameLst>
                                      </p:cBhvr>
                                      <p:to>
                                        <p:strVal val="visible"/>
                                      </p:to>
                                    </p:set>
                                    <p:animEffect filter="wipe(left)" transition="in">
                                      <p:cBhvr>
                                        <p:cTn id="7" dur="250"/>
                                        <p:tgtEl>
                                          <p:spTgt spid="10546"/>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547"/>
                                        </p:tgtEl>
                                        <p:attrNameLst>
                                          <p:attrName>style.visibility</p:attrName>
                                        </p:attrNameLst>
                                      </p:cBhvr>
                                      <p:to>
                                        <p:strVal val="visible"/>
                                      </p:to>
                                    </p:set>
                                    <p:animEffect filter="wipe(left)" transition="in">
                                      <p:cBhvr>
                                        <p:cTn id="11" dur="250"/>
                                        <p:tgtEl>
                                          <p:spTgt spid="10547"/>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548"/>
                                        </p:tgtEl>
                                        <p:attrNameLst>
                                          <p:attrName>style.visibility</p:attrName>
                                        </p:attrNameLst>
                                      </p:cBhvr>
                                      <p:to>
                                        <p:strVal val="visible"/>
                                      </p:to>
                                    </p:set>
                                    <p:animEffect filter="wipe(left)" transition="in">
                                      <p:cBhvr>
                                        <p:cTn id="15" dur="250"/>
                                        <p:tgtEl>
                                          <p:spTgt spid="10548"/>
                                        </p:tgtEl>
                                      </p:cBhvr>
                                    </p:animEffect>
                                  </p:childTnLst>
                                </p:cTn>
                              </p:par>
                            </p:childTnLst>
                          </p:cTn>
                        </p:par>
                        <p:par>
                          <p:cTn id="16" fill="hold">
                            <p:stCondLst>
                              <p:cond delay="750"/>
                            </p:stCondLst>
                            <p:childTnLst>
                              <p:par>
                                <p:cTn id="17" presetClass="entr" nodeType="afterEffect" presetSubtype="8" presetID="22" grpId="4" fill="hold">
                                  <p:stCondLst>
                                    <p:cond delay="0"/>
                                  </p:stCondLst>
                                  <p:iterate type="el" backwards="0">
                                    <p:tmAbs val="0"/>
                                  </p:iterate>
                                  <p:childTnLst>
                                    <p:set>
                                      <p:cBhvr>
                                        <p:cTn id="18" fill="hold"/>
                                        <p:tgtEl>
                                          <p:spTgt spid="10549"/>
                                        </p:tgtEl>
                                        <p:attrNameLst>
                                          <p:attrName>style.visibility</p:attrName>
                                        </p:attrNameLst>
                                      </p:cBhvr>
                                      <p:to>
                                        <p:strVal val="visible"/>
                                      </p:to>
                                    </p:set>
                                    <p:animEffect filter="wipe(left)" transition="in">
                                      <p:cBhvr>
                                        <p:cTn id="19" dur="250"/>
                                        <p:tgtEl>
                                          <p:spTgt spid="105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546" grpId="1"/>
      <p:bldP build="whole" bldLvl="1" animBg="1" rev="0" advAuto="0" spid="10547" grpId="2"/>
      <p:bldP build="whole" bldLvl="1" animBg="1" rev="0" advAuto="0" spid="10548" grpId="3"/>
      <p:bldP build="whole" bldLvl="1" animBg="1" rev="0" advAuto="0" spid="10549" grpId="4"/>
    </p:bldLst>
  </p:timing>
</p:sld>
</file>

<file path=ppt/slides/slide26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51" name="Shape 10551"/>
          <p:cNvSpPr/>
          <p:nvPr>
            <p:ph type="title"/>
          </p:nvPr>
        </p:nvSpPr>
        <p:spPr>
          <a:prstGeom prst="rect">
            <a:avLst/>
          </a:prstGeom>
        </p:spPr>
        <p:txBody>
          <a:bodyPr/>
          <a:lstStyle/>
          <a:p>
            <a:pPr/>
            <a:r>
              <a:t>Piramide</a:t>
            </a:r>
          </a:p>
        </p:txBody>
      </p:sp>
      <p:grpSp>
        <p:nvGrpSpPr>
          <p:cNvPr id="10554" name="Group 10554"/>
          <p:cNvGrpSpPr/>
          <p:nvPr/>
        </p:nvGrpSpPr>
        <p:grpSpPr>
          <a:xfrm>
            <a:off x="10779658" y="1635025"/>
            <a:ext cx="3653875" cy="3627110"/>
            <a:chOff x="0" y="0"/>
            <a:chExt cx="3653874" cy="3627108"/>
          </a:xfrm>
        </p:grpSpPr>
        <p:sp>
          <p:nvSpPr>
            <p:cNvPr id="10552" name="Shape 10552"/>
            <p:cNvSpPr/>
            <p:nvPr/>
          </p:nvSpPr>
          <p:spPr>
            <a:xfrm>
              <a:off x="0" y="0"/>
              <a:ext cx="3653875" cy="3627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0" y="21600"/>
                  </a:lnTo>
                  <a:lnTo>
                    <a:pt x="21600" y="21600"/>
                  </a:lnTo>
                  <a:lnTo>
                    <a:pt x="10800" y="0"/>
                  </a:ln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53" name="Shape 10553"/>
            <p:cNvSpPr/>
            <p:nvPr/>
          </p:nvSpPr>
          <p:spPr>
            <a:xfrm>
              <a:off x="1411135" y="1810008"/>
              <a:ext cx="831605" cy="1098085"/>
            </a:xfrm>
            <a:custGeom>
              <a:avLst/>
              <a:gdLst/>
              <a:ahLst/>
              <a:cxnLst>
                <a:cxn ang="0">
                  <a:pos x="wd2" y="hd2"/>
                </a:cxn>
                <a:cxn ang="5400000">
                  <a:pos x="wd2" y="hd2"/>
                </a:cxn>
                <a:cxn ang="10800000">
                  <a:pos x="wd2" y="hd2"/>
                </a:cxn>
                <a:cxn ang="16200000">
                  <a:pos x="wd2" y="hd2"/>
                </a:cxn>
              </a:cxnLst>
              <a:rect l="0" t="0" r="r" b="b"/>
              <a:pathLst>
                <a:path w="21350" h="21600" fill="norm" stroke="1" extrusionOk="0">
                  <a:moveTo>
                    <a:pt x="16784" y="1264"/>
                  </a:moveTo>
                  <a:cubicBezTo>
                    <a:pt x="16363" y="1078"/>
                    <a:pt x="15824" y="1189"/>
                    <a:pt x="15581" y="1511"/>
                  </a:cubicBezTo>
                  <a:lnTo>
                    <a:pt x="14280" y="3236"/>
                  </a:lnTo>
                  <a:cubicBezTo>
                    <a:pt x="14867" y="3417"/>
                    <a:pt x="15381" y="3636"/>
                    <a:pt x="15831" y="3874"/>
                  </a:cubicBezTo>
                  <a:lnTo>
                    <a:pt x="17106" y="2185"/>
                  </a:lnTo>
                  <a:cubicBezTo>
                    <a:pt x="17349" y="1863"/>
                    <a:pt x="17205" y="1451"/>
                    <a:pt x="16784" y="1264"/>
                  </a:cubicBezTo>
                  <a:close/>
                  <a:moveTo>
                    <a:pt x="21233" y="4689"/>
                  </a:moveTo>
                  <a:cubicBezTo>
                    <a:pt x="20988" y="4366"/>
                    <a:pt x="20450" y="4256"/>
                    <a:pt x="20028" y="4442"/>
                  </a:cubicBezTo>
                  <a:lnTo>
                    <a:pt x="17841" y="5408"/>
                  </a:lnTo>
                  <a:cubicBezTo>
                    <a:pt x="18203" y="5799"/>
                    <a:pt x="18487" y="6197"/>
                    <a:pt x="18711" y="6581"/>
                  </a:cubicBezTo>
                  <a:lnTo>
                    <a:pt x="20909" y="5610"/>
                  </a:lnTo>
                  <a:cubicBezTo>
                    <a:pt x="21331" y="5423"/>
                    <a:pt x="21475" y="5012"/>
                    <a:pt x="21233" y="4689"/>
                  </a:cubicBezTo>
                  <a:close/>
                  <a:moveTo>
                    <a:pt x="1322" y="4393"/>
                  </a:moveTo>
                  <a:cubicBezTo>
                    <a:pt x="900" y="4207"/>
                    <a:pt x="362" y="4317"/>
                    <a:pt x="118" y="4640"/>
                  </a:cubicBezTo>
                  <a:cubicBezTo>
                    <a:pt x="-125" y="4963"/>
                    <a:pt x="19" y="5375"/>
                    <a:pt x="441" y="5561"/>
                  </a:cubicBezTo>
                  <a:lnTo>
                    <a:pt x="2633" y="6530"/>
                  </a:lnTo>
                  <a:cubicBezTo>
                    <a:pt x="2861" y="6146"/>
                    <a:pt x="3149" y="5751"/>
                    <a:pt x="3514" y="5362"/>
                  </a:cubicBezTo>
                  <a:cubicBezTo>
                    <a:pt x="3514" y="5362"/>
                    <a:pt x="1322" y="4393"/>
                    <a:pt x="1322" y="4393"/>
                  </a:cubicBezTo>
                  <a:close/>
                  <a:moveTo>
                    <a:pt x="5797" y="1483"/>
                  </a:moveTo>
                  <a:cubicBezTo>
                    <a:pt x="5553" y="1160"/>
                    <a:pt x="5015" y="1050"/>
                    <a:pt x="4593" y="1236"/>
                  </a:cubicBezTo>
                  <a:cubicBezTo>
                    <a:pt x="4173" y="1422"/>
                    <a:pt x="4029" y="1834"/>
                    <a:pt x="4272" y="2157"/>
                  </a:cubicBezTo>
                  <a:lnTo>
                    <a:pt x="5544" y="3843"/>
                  </a:lnTo>
                  <a:cubicBezTo>
                    <a:pt x="5997" y="3607"/>
                    <a:pt x="6514" y="3392"/>
                    <a:pt x="7103" y="3215"/>
                  </a:cubicBezTo>
                  <a:cubicBezTo>
                    <a:pt x="7103" y="3215"/>
                    <a:pt x="5797" y="1483"/>
                    <a:pt x="5797" y="1483"/>
                  </a:cubicBezTo>
                  <a:close/>
                  <a:moveTo>
                    <a:pt x="10693" y="0"/>
                  </a:moveTo>
                  <a:cubicBezTo>
                    <a:pt x="10208" y="0"/>
                    <a:pt x="9813" y="302"/>
                    <a:pt x="9813" y="674"/>
                  </a:cubicBezTo>
                  <a:lnTo>
                    <a:pt x="9813" y="2753"/>
                  </a:lnTo>
                  <a:cubicBezTo>
                    <a:pt x="10026" y="2740"/>
                    <a:pt x="11348" y="2744"/>
                    <a:pt x="11574" y="2758"/>
                  </a:cubicBezTo>
                  <a:lnTo>
                    <a:pt x="11574" y="674"/>
                  </a:lnTo>
                  <a:cubicBezTo>
                    <a:pt x="11574" y="302"/>
                    <a:pt x="11180" y="0"/>
                    <a:pt x="10693" y="0"/>
                  </a:cubicBezTo>
                  <a:close/>
                  <a:moveTo>
                    <a:pt x="18428" y="9068"/>
                  </a:moveTo>
                  <a:cubicBezTo>
                    <a:pt x="18228" y="7091"/>
                    <a:pt x="16423" y="3572"/>
                    <a:pt x="10662" y="3572"/>
                  </a:cubicBezTo>
                  <a:cubicBezTo>
                    <a:pt x="10661" y="3572"/>
                    <a:pt x="10660" y="3572"/>
                    <a:pt x="10659" y="3572"/>
                  </a:cubicBezTo>
                  <a:cubicBezTo>
                    <a:pt x="10658" y="3572"/>
                    <a:pt x="10658" y="3572"/>
                    <a:pt x="10657" y="3572"/>
                  </a:cubicBezTo>
                  <a:cubicBezTo>
                    <a:pt x="10656" y="3572"/>
                    <a:pt x="10655" y="3572"/>
                    <a:pt x="10655" y="3572"/>
                  </a:cubicBezTo>
                  <a:cubicBezTo>
                    <a:pt x="10654" y="3572"/>
                    <a:pt x="10653" y="3572"/>
                    <a:pt x="10652" y="3572"/>
                  </a:cubicBezTo>
                  <a:cubicBezTo>
                    <a:pt x="4890" y="3572"/>
                    <a:pt x="3086" y="7091"/>
                    <a:pt x="2886" y="9068"/>
                  </a:cubicBezTo>
                  <a:cubicBezTo>
                    <a:pt x="2715" y="10852"/>
                    <a:pt x="4327" y="12514"/>
                    <a:pt x="4510" y="12775"/>
                  </a:cubicBezTo>
                  <a:cubicBezTo>
                    <a:pt x="4810" y="13201"/>
                    <a:pt x="6695" y="14825"/>
                    <a:pt x="6762" y="15807"/>
                  </a:cubicBezTo>
                  <a:cubicBezTo>
                    <a:pt x="6855" y="17159"/>
                    <a:pt x="7070" y="17195"/>
                    <a:pt x="7930" y="17355"/>
                  </a:cubicBezTo>
                  <a:cubicBezTo>
                    <a:pt x="8807" y="17519"/>
                    <a:pt x="12507" y="17519"/>
                    <a:pt x="13383" y="17355"/>
                  </a:cubicBezTo>
                  <a:cubicBezTo>
                    <a:pt x="14243" y="17195"/>
                    <a:pt x="14459" y="17159"/>
                    <a:pt x="14552" y="15807"/>
                  </a:cubicBezTo>
                  <a:cubicBezTo>
                    <a:pt x="14619" y="14825"/>
                    <a:pt x="16504" y="13201"/>
                    <a:pt x="16803" y="12775"/>
                  </a:cubicBezTo>
                  <a:cubicBezTo>
                    <a:pt x="16987" y="12514"/>
                    <a:pt x="18599" y="10852"/>
                    <a:pt x="18428" y="9068"/>
                  </a:cubicBezTo>
                  <a:close/>
                  <a:moveTo>
                    <a:pt x="13756" y="19204"/>
                  </a:moveTo>
                  <a:cubicBezTo>
                    <a:pt x="13756" y="18991"/>
                    <a:pt x="13530" y="18817"/>
                    <a:pt x="13251" y="18817"/>
                  </a:cubicBezTo>
                  <a:lnTo>
                    <a:pt x="8063" y="18817"/>
                  </a:lnTo>
                  <a:cubicBezTo>
                    <a:pt x="7783" y="18817"/>
                    <a:pt x="7557" y="18991"/>
                    <a:pt x="7557" y="19204"/>
                  </a:cubicBezTo>
                  <a:lnTo>
                    <a:pt x="7557" y="19204"/>
                  </a:lnTo>
                  <a:cubicBezTo>
                    <a:pt x="7557" y="19418"/>
                    <a:pt x="7783" y="19591"/>
                    <a:pt x="8063" y="19591"/>
                  </a:cubicBezTo>
                  <a:lnTo>
                    <a:pt x="13251" y="19591"/>
                  </a:lnTo>
                  <a:cubicBezTo>
                    <a:pt x="13530" y="19591"/>
                    <a:pt x="13756" y="19418"/>
                    <a:pt x="13756" y="19204"/>
                  </a:cubicBezTo>
                  <a:cubicBezTo>
                    <a:pt x="13756" y="19204"/>
                    <a:pt x="13756" y="19204"/>
                    <a:pt x="13756" y="19204"/>
                  </a:cubicBezTo>
                  <a:close/>
                  <a:moveTo>
                    <a:pt x="13756" y="18147"/>
                  </a:moveTo>
                  <a:cubicBezTo>
                    <a:pt x="13756" y="17934"/>
                    <a:pt x="13530" y="17761"/>
                    <a:pt x="13251" y="17761"/>
                  </a:cubicBezTo>
                  <a:lnTo>
                    <a:pt x="8063" y="17761"/>
                  </a:lnTo>
                  <a:cubicBezTo>
                    <a:pt x="7783" y="17761"/>
                    <a:pt x="7557" y="17934"/>
                    <a:pt x="7557" y="18147"/>
                  </a:cubicBezTo>
                  <a:lnTo>
                    <a:pt x="7557" y="18147"/>
                  </a:lnTo>
                  <a:cubicBezTo>
                    <a:pt x="7557" y="18361"/>
                    <a:pt x="7783" y="18535"/>
                    <a:pt x="8063" y="18535"/>
                  </a:cubicBezTo>
                  <a:lnTo>
                    <a:pt x="13251" y="18535"/>
                  </a:lnTo>
                  <a:cubicBezTo>
                    <a:pt x="13530" y="18535"/>
                    <a:pt x="13756" y="18361"/>
                    <a:pt x="13756" y="18147"/>
                  </a:cubicBezTo>
                  <a:cubicBezTo>
                    <a:pt x="13756" y="18147"/>
                    <a:pt x="13756" y="18147"/>
                    <a:pt x="13756" y="18147"/>
                  </a:cubicBezTo>
                  <a:close/>
                  <a:moveTo>
                    <a:pt x="8400" y="19874"/>
                  </a:moveTo>
                  <a:lnTo>
                    <a:pt x="12913" y="19874"/>
                  </a:lnTo>
                  <a:cubicBezTo>
                    <a:pt x="12913" y="20827"/>
                    <a:pt x="11903" y="21600"/>
                    <a:pt x="10657" y="21600"/>
                  </a:cubicBezTo>
                  <a:cubicBezTo>
                    <a:pt x="9411" y="21600"/>
                    <a:pt x="8400" y="20827"/>
                    <a:pt x="8400" y="19874"/>
                  </a:cubicBezTo>
                  <a:close/>
                </a:path>
              </a:pathLst>
            </a:custGeom>
            <a:solidFill>
              <a:srgbClr val="FFFFFF"/>
            </a:solidFill>
            <a:ln w="12700" cap="flat">
              <a:noFill/>
              <a:miter lim="400000"/>
            </a:ln>
            <a:effectLst/>
          </p:spPr>
          <p:txBody>
            <a:bodyPr wrap="square" lIns="0" tIns="0" rIns="0" bIns="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grpSp>
        <p:nvGrpSpPr>
          <p:cNvPr id="10558" name="Group 10558"/>
          <p:cNvGrpSpPr/>
          <p:nvPr/>
        </p:nvGrpSpPr>
        <p:grpSpPr>
          <a:xfrm>
            <a:off x="8869677" y="5406944"/>
            <a:ext cx="7473879" cy="3649071"/>
            <a:chOff x="0" y="0"/>
            <a:chExt cx="7473877" cy="3649070"/>
          </a:xfrm>
        </p:grpSpPr>
        <p:sp>
          <p:nvSpPr>
            <p:cNvPr id="10555" name="Shape 10555"/>
            <p:cNvSpPr/>
            <p:nvPr/>
          </p:nvSpPr>
          <p:spPr>
            <a:xfrm>
              <a:off x="0" y="21961"/>
              <a:ext cx="3653875" cy="36271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0" y="21600"/>
                  </a:lnTo>
                  <a:lnTo>
                    <a:pt x="21600" y="21600"/>
                  </a:lnTo>
                  <a:lnTo>
                    <a:pt x="10800" y="0"/>
                  </a:lnTo>
                  <a:close/>
                </a:path>
              </a:pathLst>
            </a:custGeom>
            <a:solidFill>
              <a:srgbClr val="82B8F2"/>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56" name="Shape 10556"/>
            <p:cNvSpPr/>
            <p:nvPr/>
          </p:nvSpPr>
          <p:spPr>
            <a:xfrm flipH="1" rot="10800000">
              <a:off x="1910001" y="0"/>
              <a:ext cx="3653876" cy="36271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0" y="21600"/>
                  </a:lnTo>
                  <a:lnTo>
                    <a:pt x="21600" y="21600"/>
                  </a:lnTo>
                  <a:lnTo>
                    <a:pt x="10800" y="0"/>
                  </a:lnTo>
                  <a:close/>
                </a:path>
              </a:pathLst>
            </a:custGeom>
            <a:solidFill>
              <a:srgbClr val="3197E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57" name="Shape 10557"/>
            <p:cNvSpPr/>
            <p:nvPr/>
          </p:nvSpPr>
          <p:spPr>
            <a:xfrm>
              <a:off x="3820003" y="21961"/>
              <a:ext cx="3653875" cy="362711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0" y="21600"/>
                  </a:lnTo>
                  <a:lnTo>
                    <a:pt x="21600" y="21600"/>
                  </a:lnTo>
                  <a:lnTo>
                    <a:pt x="10800" y="0"/>
                  </a:lnTo>
                  <a:close/>
                </a:path>
              </a:pathLst>
            </a:custGeom>
            <a:solidFill>
              <a:srgbClr val="366DAB"/>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sp>
        <p:nvSpPr>
          <p:cNvPr id="10559" name="Shape 10559"/>
          <p:cNvSpPr/>
          <p:nvPr/>
        </p:nvSpPr>
        <p:spPr>
          <a:xfrm>
            <a:off x="7621210" y="10492675"/>
            <a:ext cx="9978270" cy="10877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78" y="0"/>
                </a:moveTo>
                <a:lnTo>
                  <a:pt x="0" y="21600"/>
                </a:lnTo>
                <a:lnTo>
                  <a:pt x="2368" y="21600"/>
                </a:lnTo>
                <a:lnTo>
                  <a:pt x="19232" y="21600"/>
                </a:lnTo>
                <a:lnTo>
                  <a:pt x="20410" y="21600"/>
                </a:lnTo>
                <a:lnTo>
                  <a:pt x="21600" y="21600"/>
                </a:lnTo>
                <a:lnTo>
                  <a:pt x="20410" y="0"/>
                </a:lnTo>
                <a:lnTo>
                  <a:pt x="1178" y="0"/>
                </a:lnTo>
                <a:close/>
              </a:path>
            </a:pathLst>
          </a:custGeom>
          <a:solidFill>
            <a:srgbClr val="234770"/>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60" name="Shape 10560"/>
          <p:cNvSpPr/>
          <p:nvPr/>
        </p:nvSpPr>
        <p:spPr>
          <a:xfrm>
            <a:off x="8240338" y="9222786"/>
            <a:ext cx="8736483" cy="108779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346" y="0"/>
                </a:moveTo>
                <a:lnTo>
                  <a:pt x="0" y="21600"/>
                </a:lnTo>
                <a:lnTo>
                  <a:pt x="2705" y="21600"/>
                </a:lnTo>
                <a:lnTo>
                  <a:pt x="18895" y="21600"/>
                </a:lnTo>
                <a:lnTo>
                  <a:pt x="20241" y="21600"/>
                </a:lnTo>
                <a:lnTo>
                  <a:pt x="21600" y="21600"/>
                </a:lnTo>
                <a:lnTo>
                  <a:pt x="20241" y="0"/>
                </a:lnTo>
                <a:lnTo>
                  <a:pt x="1346" y="0"/>
                </a:lnTo>
                <a:close/>
              </a:path>
            </a:pathLst>
          </a:custGeom>
          <a:solidFill>
            <a:srgbClr val="234770"/>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61" name="Shape 10561"/>
          <p:cNvSpPr/>
          <p:nvPr/>
        </p:nvSpPr>
        <p:spPr>
          <a:xfrm>
            <a:off x="6957485" y="11762563"/>
            <a:ext cx="11301579" cy="108779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40" y="0"/>
                </a:moveTo>
                <a:lnTo>
                  <a:pt x="0" y="21600"/>
                </a:lnTo>
                <a:lnTo>
                  <a:pt x="2091" y="21600"/>
                </a:lnTo>
                <a:lnTo>
                  <a:pt x="19509" y="21600"/>
                </a:lnTo>
                <a:lnTo>
                  <a:pt x="20549" y="21600"/>
                </a:lnTo>
                <a:lnTo>
                  <a:pt x="21600" y="21600"/>
                </a:lnTo>
                <a:lnTo>
                  <a:pt x="20549" y="0"/>
                </a:lnTo>
                <a:lnTo>
                  <a:pt x="1040" y="0"/>
                </a:lnTo>
                <a:close/>
              </a:path>
            </a:pathLst>
          </a:custGeom>
          <a:solidFill>
            <a:srgbClr val="234770"/>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Tree>
  </p:cSld>
  <p:clrMapOvr>
    <a:masterClrMapping/>
  </p:clrMapOvr>
  <p:transition xmlns:p14="http://schemas.microsoft.com/office/powerpoint/2010/main" spd="med" advClick="1" p14:dur="1000"/>
</p:sld>
</file>

<file path=ppt/slides/slide27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63" name="Shape 10563"/>
          <p:cNvSpPr/>
          <p:nvPr>
            <p:ph type="title"/>
          </p:nvPr>
        </p:nvSpPr>
        <p:spPr>
          <a:prstGeom prst="rect">
            <a:avLst/>
          </a:prstGeom>
        </p:spPr>
        <p:txBody>
          <a:bodyPr/>
          <a:lstStyle/>
          <a:p>
            <a:pPr/>
            <a:r>
              <a:t>Funnel</a:t>
            </a:r>
          </a:p>
        </p:txBody>
      </p:sp>
      <p:sp>
        <p:nvSpPr>
          <p:cNvPr id="10564" name="Shape 10564"/>
          <p:cNvSpPr/>
          <p:nvPr/>
        </p:nvSpPr>
        <p:spPr>
          <a:xfrm>
            <a:off x="7370842" y="4793951"/>
            <a:ext cx="9046056" cy="2610635"/>
          </a:xfrm>
          <a:prstGeom prst="ellipse">
            <a:avLst/>
          </a:prstGeom>
          <a:solidFill>
            <a:srgbClr val="999999"/>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65" name="Shape 10565"/>
          <p:cNvSpPr/>
          <p:nvPr/>
        </p:nvSpPr>
        <p:spPr>
          <a:xfrm>
            <a:off x="8067185" y="5347756"/>
            <a:ext cx="2680465" cy="2680465"/>
          </a:xfrm>
          <a:prstGeom prst="ellipse">
            <a:avLst/>
          </a:prstGeom>
          <a:solidFill>
            <a:srgbClr val="3197E0"/>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b="1" cap="all" sz="1500">
                <a:latin typeface="Montserrat"/>
                <a:ea typeface="Montserrat"/>
                <a:cs typeface="Montserrat"/>
                <a:sym typeface="Montserrat"/>
              </a:defRPr>
            </a:lvl1pPr>
          </a:lstStyle>
          <a:p>
            <a:pPr/>
            <a:r>
              <a:t>TEXTO</a:t>
            </a:r>
          </a:p>
        </p:txBody>
      </p:sp>
      <p:sp>
        <p:nvSpPr>
          <p:cNvPr id="10566" name="Shape 10566"/>
          <p:cNvSpPr/>
          <p:nvPr/>
        </p:nvSpPr>
        <p:spPr>
          <a:xfrm>
            <a:off x="13761067" y="5112436"/>
            <a:ext cx="2088507" cy="2088507"/>
          </a:xfrm>
          <a:prstGeom prst="ellipse">
            <a:avLst/>
          </a:prstGeom>
          <a:solidFill>
            <a:srgbClr val="3197E0"/>
          </a:solidFill>
          <a:ln w="12700">
            <a:miter lim="400000"/>
          </a:ln>
        </p:spPr>
        <p:txBody>
          <a:bodyPr lIns="50800" tIns="50800" rIns="50800" bIns="50800" anchor="ctr"/>
          <a:lstStyle/>
          <a:p>
            <a:pPr defTabSz="457200">
              <a:lnSpc>
                <a:spcPct val="80000"/>
              </a:lnSpc>
              <a:spcBef>
                <a:spcPts val="5500"/>
              </a:spcBef>
              <a:defRPr b="1">
                <a:latin typeface="Montserrat"/>
                <a:ea typeface="Montserrat"/>
                <a:cs typeface="Montserrat"/>
                <a:sym typeface="Montserrat"/>
              </a:defRPr>
            </a:pPr>
          </a:p>
        </p:txBody>
      </p:sp>
      <p:sp>
        <p:nvSpPr>
          <p:cNvPr id="10567" name="Shape 10567"/>
          <p:cNvSpPr/>
          <p:nvPr/>
        </p:nvSpPr>
        <p:spPr>
          <a:xfrm>
            <a:off x="11065218" y="5044638"/>
            <a:ext cx="2983582" cy="2983582"/>
          </a:xfrm>
          <a:prstGeom prst="ellipse">
            <a:avLst/>
          </a:prstGeom>
          <a:solidFill>
            <a:srgbClr val="7EC3EE"/>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b="1" cap="all" sz="1500">
                <a:latin typeface="Montserrat"/>
                <a:ea typeface="Montserrat"/>
                <a:cs typeface="Montserrat"/>
                <a:sym typeface="Montserrat"/>
              </a:defRPr>
            </a:lvl1pPr>
          </a:lstStyle>
          <a:p>
            <a:pPr/>
            <a:r>
              <a:t>TEXTO</a:t>
            </a:r>
          </a:p>
        </p:txBody>
      </p:sp>
      <p:sp>
        <p:nvSpPr>
          <p:cNvPr id="10568" name="Shape 10568"/>
          <p:cNvSpPr/>
          <p:nvPr/>
        </p:nvSpPr>
        <p:spPr>
          <a:xfrm>
            <a:off x="7176210" y="6361890"/>
            <a:ext cx="9231386" cy="597555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cubicBezTo>
                  <a:pt x="4" y="7"/>
                  <a:pt x="7" y="13"/>
                  <a:pt x="11" y="20"/>
                </a:cubicBezTo>
                <a:cubicBezTo>
                  <a:pt x="8" y="13"/>
                  <a:pt x="7" y="7"/>
                  <a:pt x="4" y="0"/>
                </a:cubicBezTo>
                <a:lnTo>
                  <a:pt x="0" y="0"/>
                </a:lnTo>
                <a:close/>
                <a:moveTo>
                  <a:pt x="473" y="873"/>
                </a:moveTo>
                <a:cubicBezTo>
                  <a:pt x="691" y="1276"/>
                  <a:pt x="907" y="1681"/>
                  <a:pt x="1128" y="2079"/>
                </a:cubicBezTo>
                <a:cubicBezTo>
                  <a:pt x="3415" y="6207"/>
                  <a:pt x="5877" y="10096"/>
                  <a:pt x="8497" y="13720"/>
                </a:cubicBezTo>
                <a:lnTo>
                  <a:pt x="8497" y="20717"/>
                </a:lnTo>
                <a:cubicBezTo>
                  <a:pt x="8497" y="20961"/>
                  <a:pt x="8562" y="21181"/>
                  <a:pt x="8665" y="21340"/>
                </a:cubicBezTo>
                <a:cubicBezTo>
                  <a:pt x="8769" y="21500"/>
                  <a:pt x="8911" y="21600"/>
                  <a:pt x="9069" y="21600"/>
                </a:cubicBezTo>
                <a:lnTo>
                  <a:pt x="13057" y="21600"/>
                </a:lnTo>
                <a:cubicBezTo>
                  <a:pt x="13215" y="21600"/>
                  <a:pt x="13357" y="21500"/>
                  <a:pt x="13460" y="21340"/>
                </a:cubicBezTo>
                <a:cubicBezTo>
                  <a:pt x="13564" y="21181"/>
                  <a:pt x="13628" y="20961"/>
                  <a:pt x="13628" y="20717"/>
                </a:cubicBezTo>
                <a:lnTo>
                  <a:pt x="13628" y="13720"/>
                </a:lnTo>
                <a:cubicBezTo>
                  <a:pt x="16272" y="10132"/>
                  <a:pt x="18737" y="6239"/>
                  <a:pt x="21000" y="2076"/>
                </a:cubicBezTo>
                <a:cubicBezTo>
                  <a:pt x="21203" y="1702"/>
                  <a:pt x="21400" y="1322"/>
                  <a:pt x="21600" y="944"/>
                </a:cubicBezTo>
                <a:cubicBezTo>
                  <a:pt x="21057" y="1663"/>
                  <a:pt x="20198" y="2342"/>
                  <a:pt x="18997" y="2919"/>
                </a:cubicBezTo>
                <a:cubicBezTo>
                  <a:pt x="14615" y="5025"/>
                  <a:pt x="7511" y="5025"/>
                  <a:pt x="3128" y="2919"/>
                </a:cubicBezTo>
                <a:cubicBezTo>
                  <a:pt x="1888" y="2323"/>
                  <a:pt x="1012" y="1619"/>
                  <a:pt x="473" y="873"/>
                </a:cubicBezTo>
                <a:close/>
              </a:path>
            </a:pathLst>
          </a:custGeom>
          <a:solidFill>
            <a:srgbClr val="B9B9B9"/>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69" name="Shape 10569"/>
          <p:cNvSpPr/>
          <p:nvPr/>
        </p:nvSpPr>
        <p:spPr>
          <a:xfrm>
            <a:off x="7108480" y="4651926"/>
            <a:ext cx="9591547" cy="2984168"/>
          </a:xfrm>
          <a:custGeom>
            <a:avLst/>
            <a:gdLst/>
            <a:ahLst/>
            <a:cxnLst>
              <a:cxn ang="0">
                <a:pos x="wd2" y="hd2"/>
              </a:cxn>
              <a:cxn ang="5400000">
                <a:pos x="wd2" y="hd2"/>
              </a:cxn>
              <a:cxn ang="10800000">
                <a:pos x="wd2" y="hd2"/>
              </a:cxn>
              <a:cxn ang="16200000">
                <a:pos x="wd2" y="hd2"/>
              </a:cxn>
            </a:cxnLst>
            <a:rect l="0" t="0" r="r" b="b"/>
            <a:pathLst>
              <a:path w="19679" h="20595" fill="norm" stroke="1" extrusionOk="0">
                <a:moveTo>
                  <a:pt x="9839" y="0"/>
                </a:moveTo>
                <a:cubicBezTo>
                  <a:pt x="7321" y="0"/>
                  <a:pt x="4803" y="1008"/>
                  <a:pt x="2882" y="3018"/>
                </a:cubicBezTo>
                <a:cubicBezTo>
                  <a:pt x="-961" y="7038"/>
                  <a:pt x="-961" y="13559"/>
                  <a:pt x="2882" y="17579"/>
                </a:cubicBezTo>
                <a:cubicBezTo>
                  <a:pt x="6725" y="21600"/>
                  <a:pt x="12953" y="21600"/>
                  <a:pt x="16796" y="17579"/>
                </a:cubicBezTo>
                <a:cubicBezTo>
                  <a:pt x="20639" y="13559"/>
                  <a:pt x="20639" y="7038"/>
                  <a:pt x="16796" y="3018"/>
                </a:cubicBezTo>
                <a:cubicBezTo>
                  <a:pt x="14875" y="1008"/>
                  <a:pt x="12357" y="0"/>
                  <a:pt x="9839" y="0"/>
                </a:cubicBezTo>
                <a:close/>
                <a:moveTo>
                  <a:pt x="9818" y="978"/>
                </a:moveTo>
                <a:cubicBezTo>
                  <a:pt x="12193" y="978"/>
                  <a:pt x="14567" y="1852"/>
                  <a:pt x="16379" y="3591"/>
                </a:cubicBezTo>
                <a:cubicBezTo>
                  <a:pt x="20003" y="7068"/>
                  <a:pt x="20003" y="12705"/>
                  <a:pt x="16379" y="16183"/>
                </a:cubicBezTo>
                <a:cubicBezTo>
                  <a:pt x="12755" y="19661"/>
                  <a:pt x="6881" y="19661"/>
                  <a:pt x="3257" y="16183"/>
                </a:cubicBezTo>
                <a:cubicBezTo>
                  <a:pt x="-367" y="12705"/>
                  <a:pt x="-367" y="7068"/>
                  <a:pt x="3257" y="3591"/>
                </a:cubicBezTo>
                <a:cubicBezTo>
                  <a:pt x="5069" y="1852"/>
                  <a:pt x="7443" y="978"/>
                  <a:pt x="9818" y="978"/>
                </a:cubicBezTo>
                <a:close/>
              </a:path>
            </a:pathLst>
          </a:custGeom>
          <a:solidFill>
            <a:srgbClr val="E5E5E5"/>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70" name="Shape 10570"/>
          <p:cNvSpPr/>
          <p:nvPr/>
        </p:nvSpPr>
        <p:spPr>
          <a:xfrm>
            <a:off x="12557008" y="3919003"/>
            <a:ext cx="2088508" cy="2088508"/>
          </a:xfrm>
          <a:prstGeom prst="ellipse">
            <a:avLst/>
          </a:prstGeom>
          <a:solidFill>
            <a:srgbClr val="72B1D7"/>
          </a:solidFill>
          <a:ln w="12700">
            <a:miter lim="400000"/>
          </a:ln>
          <a:extLst>
            <a:ext uri="{C572A759-6A51-4108-AA02-DFA0A04FC94B}">
              <ma14:wrappingTextBoxFlag xmlns:ma14="http://schemas.microsoft.com/office/mac/drawingml/2011/main" val="1"/>
            </a:ext>
          </a:extLst>
        </p:spPr>
        <p:txBody>
          <a:bodyPr lIns="50800" tIns="50800" rIns="50800" bIns="50800" anchor="ctr"/>
          <a:lstStyle>
            <a:lvl1pPr>
              <a:defRPr b="1" cap="all" sz="1500">
                <a:latin typeface="Montserrat"/>
                <a:ea typeface="Montserrat"/>
                <a:cs typeface="Montserrat"/>
                <a:sym typeface="Montserrat"/>
              </a:defRPr>
            </a:lvl1pPr>
          </a:lstStyle>
          <a:p>
            <a:pPr/>
            <a:r>
              <a:t>TEXTO</a:t>
            </a:r>
          </a:p>
        </p:txBody>
      </p:sp>
      <p:sp>
        <p:nvSpPr>
          <p:cNvPr id="10571" name="Shape 10571"/>
          <p:cNvSpPr/>
          <p:nvPr/>
        </p:nvSpPr>
        <p:spPr>
          <a:xfrm>
            <a:off x="11893869" y="2332088"/>
            <a:ext cx="1491791" cy="1491792"/>
          </a:xfrm>
          <a:prstGeom prst="ellipse">
            <a:avLst/>
          </a:prstGeom>
          <a:solidFill>
            <a:srgbClr val="3197E0"/>
          </a:solidFill>
          <a:ln w="12700">
            <a:miter lim="400000"/>
          </a:ln>
        </p:spPr>
        <p:txBody>
          <a:bodyPr lIns="50800" tIns="50800" rIns="50800" bIns="50800" anchor="ctr"/>
          <a:lstStyle/>
          <a:p>
            <a:pPr defTabSz="457200">
              <a:lnSpc>
                <a:spcPct val="80000"/>
              </a:lnSpc>
              <a:spcBef>
                <a:spcPts val="5500"/>
              </a:spcBef>
              <a:defRPr b="1">
                <a:latin typeface="Montserrat"/>
                <a:ea typeface="Montserrat"/>
                <a:cs typeface="Montserrat"/>
                <a:sym typeface="Montserrat"/>
              </a:defRPr>
            </a:pPr>
          </a:p>
        </p:txBody>
      </p:sp>
      <p:sp>
        <p:nvSpPr>
          <p:cNvPr id="10572" name="Shape 10572"/>
          <p:cNvSpPr/>
          <p:nvPr/>
        </p:nvSpPr>
        <p:spPr>
          <a:xfrm>
            <a:off x="9805362" y="3923505"/>
            <a:ext cx="2088508" cy="2088508"/>
          </a:xfrm>
          <a:prstGeom prst="ellipse">
            <a:avLst/>
          </a:prstGeom>
          <a:solidFill>
            <a:srgbClr val="72B1D7"/>
          </a:solidFill>
          <a:ln w="12700">
            <a:miter lim="400000"/>
          </a:ln>
        </p:spPr>
        <p:txBody>
          <a:bodyPr lIns="50800" tIns="50800" rIns="50800" bIns="50800" anchor="ctr"/>
          <a:lstStyle/>
          <a:p>
            <a:pPr>
              <a:defRPr b="1" cap="all" sz="1500">
                <a:latin typeface="Montserrat"/>
                <a:ea typeface="Montserrat"/>
                <a:cs typeface="Montserrat"/>
                <a:sym typeface="Montserrat"/>
              </a:defRPr>
            </a:pPr>
          </a:p>
        </p:txBody>
      </p:sp>
      <p:sp>
        <p:nvSpPr>
          <p:cNvPr id="10573" name="Shape 10573"/>
          <p:cNvSpPr/>
          <p:nvPr/>
        </p:nvSpPr>
        <p:spPr>
          <a:xfrm>
            <a:off x="10488102" y="4601743"/>
            <a:ext cx="723028" cy="7230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74" name="Shape 10574"/>
          <p:cNvSpPr/>
          <p:nvPr/>
        </p:nvSpPr>
        <p:spPr>
          <a:xfrm>
            <a:off x="14570806" y="5864755"/>
            <a:ext cx="723028" cy="7230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575" name="Shape 10575"/>
          <p:cNvSpPr/>
          <p:nvPr/>
        </p:nvSpPr>
        <p:spPr>
          <a:xfrm>
            <a:off x="12278250" y="2735973"/>
            <a:ext cx="723028" cy="72302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Tree>
  </p:cSld>
  <p:clrMapOvr>
    <a:masterClrMapping/>
  </p:clrMapOvr>
  <p:transition xmlns:p14="http://schemas.microsoft.com/office/powerpoint/2010/main" spd="med" advClick="1" p14:dur="1000"/>
</p:sld>
</file>

<file path=ppt/slides/slide27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79" name="Shape 10579"/>
          <p:cNvSpPr/>
          <p:nvPr>
            <p:ph type="title"/>
          </p:nvPr>
        </p:nvSpPr>
        <p:spPr>
          <a:prstGeom prst="rect">
            <a:avLst/>
          </a:prstGeom>
        </p:spPr>
        <p:txBody>
          <a:bodyPr/>
          <a:lstStyle/>
          <a:p>
            <a:pPr/>
            <a:r>
              <a:t>Email Marketing</a:t>
            </a:r>
          </a:p>
        </p:txBody>
      </p:sp>
      <p:sp>
        <p:nvSpPr>
          <p:cNvPr id="10580" name="Shape 10580"/>
          <p:cNvSpPr/>
          <p:nvPr/>
        </p:nvSpPr>
        <p:spPr>
          <a:xfrm>
            <a:off x="12191896" y="11381144"/>
            <a:ext cx="1" cy="1241934"/>
          </a:xfrm>
          <a:prstGeom prst="line">
            <a:avLst/>
          </a:prstGeom>
          <a:ln w="63500">
            <a:solidFill>
              <a:srgbClr val="000000"/>
            </a:solidFill>
            <a:miter lim="400000"/>
          </a:ln>
        </p:spPr>
        <p:txBody>
          <a:bodyPr lIns="50800" tIns="50800" rIns="50800" bIns="5080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1" name="Shape 10581"/>
          <p:cNvSpPr/>
          <p:nvPr/>
        </p:nvSpPr>
        <p:spPr>
          <a:xfrm>
            <a:off x="16312373" y="7574834"/>
            <a:ext cx="2309167" cy="1"/>
          </a:xfrm>
          <a:prstGeom prst="line">
            <a:avLst/>
          </a:prstGeom>
          <a:ln w="63500">
            <a:solidFill>
              <a:srgbClr val="000000"/>
            </a:solidFill>
            <a:miter lim="400000"/>
          </a:ln>
        </p:spPr>
        <p:txBody>
          <a:bodyPr lIns="50800" tIns="50800" rIns="50800" bIns="5080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2" name="Shape 10582"/>
          <p:cNvSpPr/>
          <p:nvPr/>
        </p:nvSpPr>
        <p:spPr>
          <a:xfrm>
            <a:off x="12191896" y="2124576"/>
            <a:ext cx="1" cy="1241934"/>
          </a:xfrm>
          <a:prstGeom prst="line">
            <a:avLst/>
          </a:prstGeom>
          <a:ln w="63500">
            <a:solidFill>
              <a:srgbClr val="000000"/>
            </a:solidFill>
            <a:miter lim="400000"/>
          </a:ln>
        </p:spPr>
        <p:txBody>
          <a:bodyPr lIns="50800" tIns="50800" rIns="50800" bIns="5080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3" name="Shape 10583"/>
          <p:cNvSpPr/>
          <p:nvPr/>
        </p:nvSpPr>
        <p:spPr>
          <a:xfrm>
            <a:off x="5762460" y="7718855"/>
            <a:ext cx="2309167" cy="1"/>
          </a:xfrm>
          <a:prstGeom prst="line">
            <a:avLst/>
          </a:prstGeom>
          <a:ln w="63500">
            <a:solidFill>
              <a:srgbClr val="000000"/>
            </a:solidFill>
            <a:miter lim="400000"/>
          </a:ln>
        </p:spPr>
        <p:txBody>
          <a:bodyPr lIns="50800" tIns="50800" rIns="50800" bIns="5080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4" name="Shape 10584"/>
          <p:cNvSpPr/>
          <p:nvPr/>
        </p:nvSpPr>
        <p:spPr>
          <a:xfrm>
            <a:off x="8246839" y="7028716"/>
            <a:ext cx="7890322" cy="4218057"/>
          </a:xfrm>
          <a:prstGeom prst="rect">
            <a:avLst/>
          </a:prstGeom>
          <a:solidFill>
            <a:srgbClr val="999999"/>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5" name="Shape 10585"/>
          <p:cNvSpPr/>
          <p:nvPr/>
        </p:nvSpPr>
        <p:spPr>
          <a:xfrm>
            <a:off x="8954064" y="3505032"/>
            <a:ext cx="6317728" cy="5632714"/>
          </a:xfrm>
          <a:prstGeom prst="rect">
            <a:avLst/>
          </a:prstGeom>
          <a:solidFill>
            <a:srgbClr val="E5E5E5"/>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6" name="Shape 10586"/>
          <p:cNvSpPr/>
          <p:nvPr/>
        </p:nvSpPr>
        <p:spPr>
          <a:xfrm>
            <a:off x="9480627" y="4334824"/>
            <a:ext cx="5264603" cy="3078148"/>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849"/>
                </a:lnTo>
                <a:lnTo>
                  <a:pt x="10800" y="849"/>
                </a:lnTo>
                <a:lnTo>
                  <a:pt x="10800" y="0"/>
                </a:lnTo>
                <a:lnTo>
                  <a:pt x="0" y="0"/>
                </a:lnTo>
                <a:close/>
                <a:moveTo>
                  <a:pt x="0" y="5195"/>
                </a:moveTo>
                <a:lnTo>
                  <a:pt x="0" y="6044"/>
                </a:lnTo>
                <a:lnTo>
                  <a:pt x="21600" y="6044"/>
                </a:lnTo>
                <a:lnTo>
                  <a:pt x="21600" y="5195"/>
                </a:lnTo>
                <a:lnTo>
                  <a:pt x="0" y="5195"/>
                </a:lnTo>
                <a:close/>
                <a:moveTo>
                  <a:pt x="0" y="9080"/>
                </a:moveTo>
                <a:lnTo>
                  <a:pt x="0" y="9934"/>
                </a:lnTo>
                <a:lnTo>
                  <a:pt x="21600" y="9934"/>
                </a:lnTo>
                <a:lnTo>
                  <a:pt x="21600" y="9080"/>
                </a:lnTo>
                <a:lnTo>
                  <a:pt x="0" y="9080"/>
                </a:lnTo>
                <a:close/>
                <a:moveTo>
                  <a:pt x="0" y="12970"/>
                </a:moveTo>
                <a:lnTo>
                  <a:pt x="0" y="13825"/>
                </a:lnTo>
                <a:lnTo>
                  <a:pt x="21600" y="13825"/>
                </a:lnTo>
                <a:lnTo>
                  <a:pt x="21600" y="12970"/>
                </a:lnTo>
                <a:lnTo>
                  <a:pt x="0" y="12970"/>
                </a:lnTo>
                <a:close/>
                <a:moveTo>
                  <a:pt x="0" y="16861"/>
                </a:moveTo>
                <a:lnTo>
                  <a:pt x="0" y="17709"/>
                </a:lnTo>
                <a:lnTo>
                  <a:pt x="21600" y="17709"/>
                </a:lnTo>
                <a:lnTo>
                  <a:pt x="21600" y="16861"/>
                </a:lnTo>
                <a:lnTo>
                  <a:pt x="0" y="16861"/>
                </a:lnTo>
                <a:close/>
                <a:moveTo>
                  <a:pt x="0" y="20746"/>
                </a:moveTo>
                <a:lnTo>
                  <a:pt x="0" y="21600"/>
                </a:lnTo>
                <a:lnTo>
                  <a:pt x="21600" y="21600"/>
                </a:lnTo>
                <a:lnTo>
                  <a:pt x="21600" y="20746"/>
                </a:lnTo>
                <a:lnTo>
                  <a:pt x="0" y="20746"/>
                </a:lnTo>
                <a:close/>
              </a:path>
            </a:pathLst>
          </a:custGeom>
          <a:solidFill>
            <a:srgbClr val="B9B9B9"/>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7" name="Shape 10587"/>
          <p:cNvSpPr/>
          <p:nvPr/>
        </p:nvSpPr>
        <p:spPr>
          <a:xfrm>
            <a:off x="8246633" y="9137642"/>
            <a:ext cx="7890323" cy="210913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lnTo>
                  <a:pt x="0" y="21600"/>
                </a:lnTo>
                <a:lnTo>
                  <a:pt x="21600" y="21600"/>
                </a:lnTo>
                <a:lnTo>
                  <a:pt x="10800" y="0"/>
                </a:lnTo>
                <a:close/>
              </a:path>
            </a:pathLst>
          </a:custGeom>
          <a:solidFill>
            <a:srgbClr val="3484C9"/>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8" name="Shape 10588"/>
          <p:cNvSpPr/>
          <p:nvPr/>
        </p:nvSpPr>
        <p:spPr>
          <a:xfrm>
            <a:off x="8246839" y="7028614"/>
            <a:ext cx="3945162" cy="421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10800"/>
                </a:lnTo>
                <a:lnTo>
                  <a:pt x="0" y="0"/>
                </a:lnTo>
                <a:close/>
              </a:path>
            </a:pathLst>
          </a:custGeom>
          <a:solidFill>
            <a:srgbClr val="72B1D7"/>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89" name="Shape 10589"/>
          <p:cNvSpPr/>
          <p:nvPr/>
        </p:nvSpPr>
        <p:spPr>
          <a:xfrm flipH="1">
            <a:off x="12191794" y="7028614"/>
            <a:ext cx="3945162" cy="421826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0" y="21600"/>
                </a:lnTo>
                <a:lnTo>
                  <a:pt x="21600" y="10800"/>
                </a:lnTo>
                <a:lnTo>
                  <a:pt x="0" y="0"/>
                </a:lnTo>
                <a:close/>
              </a:path>
            </a:pathLst>
          </a:custGeom>
          <a:solidFill>
            <a:srgbClr val="3197E0"/>
          </a:solidFill>
          <a:ln w="12700">
            <a:miter lim="400000"/>
          </a:ln>
        </p:spPr>
        <p:txBody>
          <a:bodyPr lIns="0" tIns="0" rIns="0" bIns="0"/>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90" name="Shape 10590"/>
          <p:cNvSpPr/>
          <p:nvPr/>
        </p:nvSpPr>
        <p:spPr>
          <a:xfrm>
            <a:off x="9598361" y="1129632"/>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4500">
                <a:latin typeface="Montserrat"/>
                <a:ea typeface="Montserrat"/>
                <a:cs typeface="Montserrat"/>
                <a:sym typeface="Montserrat"/>
              </a:defRPr>
            </a:lvl1pPr>
          </a:lstStyle>
          <a:p>
            <a:pPr/>
            <a:r>
              <a:t>Texto</a:t>
            </a:r>
          </a:p>
        </p:txBody>
      </p:sp>
      <p:sp>
        <p:nvSpPr>
          <p:cNvPr id="10591" name="Shape 10591"/>
          <p:cNvSpPr/>
          <p:nvPr/>
        </p:nvSpPr>
        <p:spPr>
          <a:xfrm>
            <a:off x="9598361" y="12757447"/>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defTabSz="914400">
              <a:defRPr b="1" sz="4500">
                <a:latin typeface="Montserrat"/>
                <a:ea typeface="Montserrat"/>
                <a:cs typeface="Montserrat"/>
                <a:sym typeface="Montserrat"/>
              </a:defRPr>
            </a:lvl1pPr>
          </a:lstStyle>
          <a:p>
            <a:pPr/>
            <a:r>
              <a:t>Texto</a:t>
            </a:r>
          </a:p>
        </p:txBody>
      </p:sp>
      <p:sp>
        <p:nvSpPr>
          <p:cNvPr id="10592" name="Shape 10592"/>
          <p:cNvSpPr/>
          <p:nvPr/>
        </p:nvSpPr>
        <p:spPr>
          <a:xfrm>
            <a:off x="19009749" y="7231934"/>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4500">
                <a:latin typeface="Montserrat"/>
                <a:ea typeface="Montserrat"/>
                <a:cs typeface="Montserrat"/>
                <a:sym typeface="Montserrat"/>
              </a:defRPr>
            </a:lvl1pPr>
          </a:lstStyle>
          <a:p>
            <a:pPr/>
            <a:r>
              <a:t>Texto</a:t>
            </a:r>
          </a:p>
        </p:txBody>
      </p:sp>
      <p:sp>
        <p:nvSpPr>
          <p:cNvPr id="10593" name="Shape 10593"/>
          <p:cNvSpPr/>
          <p:nvPr/>
        </p:nvSpPr>
        <p:spPr>
          <a:xfrm>
            <a:off x="399970" y="7358934"/>
            <a:ext cx="5187278" cy="6858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r" defTabSz="914400">
              <a:defRPr b="1" sz="4500">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590"/>
                                        </p:tgtEl>
                                        <p:attrNameLst>
                                          <p:attrName>style.visibility</p:attrName>
                                        </p:attrNameLst>
                                      </p:cBhvr>
                                      <p:to>
                                        <p:strVal val="visible"/>
                                      </p:to>
                                    </p:set>
                                    <p:animEffect filter="wipe(left)" transition="in">
                                      <p:cBhvr>
                                        <p:cTn id="7" dur="250"/>
                                        <p:tgtEl>
                                          <p:spTgt spid="10590"/>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591"/>
                                        </p:tgtEl>
                                        <p:attrNameLst>
                                          <p:attrName>style.visibility</p:attrName>
                                        </p:attrNameLst>
                                      </p:cBhvr>
                                      <p:to>
                                        <p:strVal val="visible"/>
                                      </p:to>
                                    </p:set>
                                    <p:animEffect filter="wipe(left)" transition="in">
                                      <p:cBhvr>
                                        <p:cTn id="11" dur="250"/>
                                        <p:tgtEl>
                                          <p:spTgt spid="10591"/>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592"/>
                                        </p:tgtEl>
                                        <p:attrNameLst>
                                          <p:attrName>style.visibility</p:attrName>
                                        </p:attrNameLst>
                                      </p:cBhvr>
                                      <p:to>
                                        <p:strVal val="visible"/>
                                      </p:to>
                                    </p:set>
                                    <p:animEffect filter="wipe(left)" transition="in">
                                      <p:cBhvr>
                                        <p:cTn id="15" dur="250"/>
                                        <p:tgtEl>
                                          <p:spTgt spid="10592"/>
                                        </p:tgtEl>
                                      </p:cBhvr>
                                    </p:animEffect>
                                  </p:childTnLst>
                                </p:cTn>
                              </p:par>
                            </p:childTnLst>
                          </p:cTn>
                        </p:par>
                        <p:par>
                          <p:cTn id="16" fill="hold">
                            <p:stCondLst>
                              <p:cond delay="750"/>
                            </p:stCondLst>
                            <p:childTnLst>
                              <p:par>
                                <p:cTn id="17" presetClass="entr" nodeType="afterEffect" presetSubtype="8" presetID="22" grpId="4" fill="hold">
                                  <p:stCondLst>
                                    <p:cond delay="0"/>
                                  </p:stCondLst>
                                  <p:iterate type="el" backwards="0">
                                    <p:tmAbs val="0"/>
                                  </p:iterate>
                                  <p:childTnLst>
                                    <p:set>
                                      <p:cBhvr>
                                        <p:cTn id="18" fill="hold"/>
                                        <p:tgtEl>
                                          <p:spTgt spid="10593"/>
                                        </p:tgtEl>
                                        <p:attrNameLst>
                                          <p:attrName>style.visibility</p:attrName>
                                        </p:attrNameLst>
                                      </p:cBhvr>
                                      <p:to>
                                        <p:strVal val="visible"/>
                                      </p:to>
                                    </p:set>
                                    <p:animEffect filter="wipe(left)" transition="in">
                                      <p:cBhvr>
                                        <p:cTn id="19" dur="250"/>
                                        <p:tgtEl>
                                          <p:spTgt spid="1059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593" grpId="4"/>
      <p:bldP build="whole" bldLvl="1" animBg="1" rev="0" advAuto="0" spid="10591" grpId="2"/>
      <p:bldP build="whole" bldLvl="1" animBg="1" rev="0" advAuto="0" spid="10592" grpId="3"/>
      <p:bldP build="whole" bldLvl="1" animBg="1" rev="0" advAuto="0" spid="10590" grpId="1"/>
    </p:bldLst>
  </p:timing>
</p:sld>
</file>

<file path=ppt/slides/slide27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595" name="Shape 10595"/>
          <p:cNvSpPr/>
          <p:nvPr>
            <p:ph type="title"/>
          </p:nvPr>
        </p:nvSpPr>
        <p:spPr>
          <a:prstGeom prst="rect">
            <a:avLst/>
          </a:prstGeom>
        </p:spPr>
        <p:txBody>
          <a:bodyPr/>
          <a:lstStyle/>
          <a:p>
            <a:pPr/>
            <a:r>
              <a:t>Estrategia contenidos / SEO</a:t>
            </a:r>
          </a:p>
        </p:txBody>
      </p:sp>
      <p:grpSp>
        <p:nvGrpSpPr>
          <p:cNvPr id="10604" name="Group 10604"/>
          <p:cNvGrpSpPr/>
          <p:nvPr/>
        </p:nvGrpSpPr>
        <p:grpSpPr>
          <a:xfrm>
            <a:off x="1618449" y="2661276"/>
            <a:ext cx="6794774" cy="11179647"/>
            <a:chOff x="0" y="22649"/>
            <a:chExt cx="6794773" cy="11179646"/>
          </a:xfrm>
        </p:grpSpPr>
        <p:sp>
          <p:nvSpPr>
            <p:cNvPr id="10596" name="Shape 10596"/>
            <p:cNvSpPr/>
            <p:nvPr/>
          </p:nvSpPr>
          <p:spPr>
            <a:xfrm>
              <a:off x="-1" y="22649"/>
              <a:ext cx="6794775" cy="10303826"/>
            </a:xfrm>
            <a:custGeom>
              <a:avLst/>
              <a:gdLst/>
              <a:ahLst/>
              <a:cxnLst>
                <a:cxn ang="0">
                  <a:pos x="wd2" y="hd2"/>
                </a:cxn>
                <a:cxn ang="5400000">
                  <a:pos x="wd2" y="hd2"/>
                </a:cxn>
                <a:cxn ang="10800000">
                  <a:pos x="wd2" y="hd2"/>
                </a:cxn>
                <a:cxn ang="16200000">
                  <a:pos x="wd2" y="hd2"/>
                </a:cxn>
              </a:cxnLst>
              <a:rect l="0" t="0" r="r" b="b"/>
              <a:pathLst>
                <a:path w="19679" h="21600" fill="norm" stroke="1" extrusionOk="0">
                  <a:moveTo>
                    <a:pt x="9837" y="0"/>
                  </a:moveTo>
                  <a:cubicBezTo>
                    <a:pt x="7319" y="0"/>
                    <a:pt x="4803" y="695"/>
                    <a:pt x="2882" y="2086"/>
                  </a:cubicBezTo>
                  <a:cubicBezTo>
                    <a:pt x="-961" y="4867"/>
                    <a:pt x="-961" y="9377"/>
                    <a:pt x="2882" y="12159"/>
                  </a:cubicBezTo>
                  <a:cubicBezTo>
                    <a:pt x="4500" y="13330"/>
                    <a:pt x="6543" y="14001"/>
                    <a:pt x="8651" y="14186"/>
                  </a:cubicBezTo>
                  <a:lnTo>
                    <a:pt x="8651" y="14978"/>
                  </a:lnTo>
                  <a:cubicBezTo>
                    <a:pt x="8646" y="14979"/>
                    <a:pt x="8639" y="14980"/>
                    <a:pt x="8634" y="14981"/>
                  </a:cubicBezTo>
                  <a:cubicBezTo>
                    <a:pt x="8628" y="14981"/>
                    <a:pt x="8621" y="14982"/>
                    <a:pt x="8616" y="14983"/>
                  </a:cubicBezTo>
                  <a:cubicBezTo>
                    <a:pt x="8502" y="15013"/>
                    <a:pt x="8400" y="15061"/>
                    <a:pt x="8316" y="15122"/>
                  </a:cubicBezTo>
                  <a:cubicBezTo>
                    <a:pt x="8232" y="15183"/>
                    <a:pt x="8166" y="15258"/>
                    <a:pt x="8124" y="15341"/>
                  </a:cubicBezTo>
                  <a:cubicBezTo>
                    <a:pt x="8091" y="15416"/>
                    <a:pt x="8075" y="15490"/>
                    <a:pt x="8066" y="15580"/>
                  </a:cubicBezTo>
                  <a:cubicBezTo>
                    <a:pt x="8058" y="15669"/>
                    <a:pt x="8057" y="15775"/>
                    <a:pt x="8057" y="15915"/>
                  </a:cubicBezTo>
                  <a:lnTo>
                    <a:pt x="8057" y="16381"/>
                  </a:lnTo>
                  <a:lnTo>
                    <a:pt x="8057" y="18268"/>
                  </a:lnTo>
                  <a:lnTo>
                    <a:pt x="8057" y="21600"/>
                  </a:lnTo>
                  <a:lnTo>
                    <a:pt x="11021" y="21600"/>
                  </a:lnTo>
                  <a:lnTo>
                    <a:pt x="11021" y="18274"/>
                  </a:lnTo>
                  <a:lnTo>
                    <a:pt x="11021" y="16381"/>
                  </a:lnTo>
                  <a:lnTo>
                    <a:pt x="11021" y="15919"/>
                  </a:lnTo>
                  <a:cubicBezTo>
                    <a:pt x="11021" y="15777"/>
                    <a:pt x="11022" y="15670"/>
                    <a:pt x="11014" y="15580"/>
                  </a:cubicBezTo>
                  <a:cubicBezTo>
                    <a:pt x="11006" y="15490"/>
                    <a:pt x="10990" y="15416"/>
                    <a:pt x="10956" y="15341"/>
                  </a:cubicBezTo>
                  <a:cubicBezTo>
                    <a:pt x="10915" y="15258"/>
                    <a:pt x="10849" y="15183"/>
                    <a:pt x="10765" y="15122"/>
                  </a:cubicBezTo>
                  <a:cubicBezTo>
                    <a:pt x="10680" y="15061"/>
                    <a:pt x="10577" y="15013"/>
                    <a:pt x="10463" y="14983"/>
                  </a:cubicBezTo>
                  <a:cubicBezTo>
                    <a:pt x="10458" y="14982"/>
                    <a:pt x="10452" y="14981"/>
                    <a:pt x="10447" y="14981"/>
                  </a:cubicBezTo>
                  <a:cubicBezTo>
                    <a:pt x="10442" y="14980"/>
                    <a:pt x="10436" y="14979"/>
                    <a:pt x="10431" y="14978"/>
                  </a:cubicBezTo>
                  <a:lnTo>
                    <a:pt x="10431" y="14224"/>
                  </a:lnTo>
                  <a:cubicBezTo>
                    <a:pt x="12748" y="14124"/>
                    <a:pt x="15026" y="13440"/>
                    <a:pt x="16796" y="12159"/>
                  </a:cubicBezTo>
                  <a:cubicBezTo>
                    <a:pt x="20639" y="9377"/>
                    <a:pt x="20639" y="4867"/>
                    <a:pt x="16796" y="2086"/>
                  </a:cubicBezTo>
                  <a:cubicBezTo>
                    <a:pt x="14875" y="695"/>
                    <a:pt x="12355" y="0"/>
                    <a:pt x="9837" y="0"/>
                  </a:cubicBezTo>
                  <a:close/>
                  <a:moveTo>
                    <a:pt x="9837" y="1732"/>
                  </a:moveTo>
                  <a:cubicBezTo>
                    <a:pt x="11743" y="1732"/>
                    <a:pt x="13649" y="2259"/>
                    <a:pt x="15103" y="3312"/>
                  </a:cubicBezTo>
                  <a:cubicBezTo>
                    <a:pt x="18010" y="5416"/>
                    <a:pt x="18010" y="8828"/>
                    <a:pt x="15103" y="10933"/>
                  </a:cubicBezTo>
                  <a:cubicBezTo>
                    <a:pt x="12195" y="13038"/>
                    <a:pt x="7481" y="13038"/>
                    <a:pt x="4573" y="10933"/>
                  </a:cubicBezTo>
                  <a:cubicBezTo>
                    <a:pt x="1666" y="8828"/>
                    <a:pt x="1666" y="5416"/>
                    <a:pt x="4573" y="3312"/>
                  </a:cubicBezTo>
                  <a:cubicBezTo>
                    <a:pt x="6027" y="2259"/>
                    <a:pt x="7932" y="1732"/>
                    <a:pt x="9837" y="1732"/>
                  </a:cubicBezTo>
                  <a:close/>
                </a:path>
              </a:pathLst>
            </a:custGeom>
            <a:solidFill>
              <a:srgbClr val="234770"/>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nvGrpSpPr>
            <p:cNvPr id="10603" name="Group 10603"/>
            <p:cNvGrpSpPr/>
            <p:nvPr/>
          </p:nvGrpSpPr>
          <p:grpSpPr>
            <a:xfrm>
              <a:off x="1785851" y="8467918"/>
              <a:ext cx="2826527" cy="2734378"/>
              <a:chOff x="0" y="0"/>
              <a:chExt cx="2826526" cy="2734376"/>
            </a:xfrm>
          </p:grpSpPr>
          <p:sp>
            <p:nvSpPr>
              <p:cNvPr id="10597" name="Shape 10597"/>
              <p:cNvSpPr/>
              <p:nvPr/>
            </p:nvSpPr>
            <p:spPr>
              <a:xfrm rot="20040000">
                <a:off x="1200612" y="195237"/>
                <a:ext cx="1301659" cy="1779880"/>
              </a:xfrm>
              <a:custGeom>
                <a:avLst/>
                <a:gdLst/>
                <a:ahLst/>
                <a:cxnLst>
                  <a:cxn ang="0">
                    <a:pos x="wd2" y="hd2"/>
                  </a:cxn>
                  <a:cxn ang="5400000">
                    <a:pos x="wd2" y="hd2"/>
                  </a:cxn>
                  <a:cxn ang="10800000">
                    <a:pos x="wd2" y="hd2"/>
                  </a:cxn>
                  <a:cxn ang="16200000">
                    <a:pos x="wd2" y="hd2"/>
                  </a:cxn>
                </a:cxnLst>
                <a:rect l="0" t="0" r="r" b="b"/>
                <a:pathLst>
                  <a:path w="21210" h="21589" fill="norm" stroke="1" extrusionOk="0">
                    <a:moveTo>
                      <a:pt x="10595" y="0"/>
                    </a:moveTo>
                    <a:cubicBezTo>
                      <a:pt x="8658" y="-11"/>
                      <a:pt x="6966" y="973"/>
                      <a:pt x="6511" y="2374"/>
                    </a:cubicBezTo>
                    <a:cubicBezTo>
                      <a:pt x="6004" y="3937"/>
                      <a:pt x="7160" y="5534"/>
                      <a:pt x="9193" y="6078"/>
                    </a:cubicBezTo>
                    <a:lnTo>
                      <a:pt x="17099" y="6090"/>
                    </a:lnTo>
                    <a:cubicBezTo>
                      <a:pt x="19108" y="6274"/>
                      <a:pt x="20936" y="5211"/>
                      <a:pt x="21182" y="3715"/>
                    </a:cubicBezTo>
                    <a:cubicBezTo>
                      <a:pt x="21429" y="2220"/>
                      <a:pt x="20001" y="859"/>
                      <a:pt x="17992" y="676"/>
                    </a:cubicBezTo>
                    <a:lnTo>
                      <a:pt x="10595" y="0"/>
                    </a:lnTo>
                    <a:close/>
                    <a:moveTo>
                      <a:pt x="8596" y="6130"/>
                    </a:moveTo>
                    <a:cubicBezTo>
                      <a:pt x="6587" y="5946"/>
                      <a:pt x="4759" y="7009"/>
                      <a:pt x="4512" y="8504"/>
                    </a:cubicBezTo>
                    <a:cubicBezTo>
                      <a:pt x="4266" y="9999"/>
                      <a:pt x="5694" y="11360"/>
                      <a:pt x="7703" y="11544"/>
                    </a:cubicBezTo>
                    <a:lnTo>
                      <a:pt x="15088" y="12219"/>
                    </a:lnTo>
                    <a:cubicBezTo>
                      <a:pt x="17096" y="12403"/>
                      <a:pt x="18925" y="11339"/>
                      <a:pt x="19171" y="9844"/>
                    </a:cubicBezTo>
                    <a:cubicBezTo>
                      <a:pt x="19418" y="8349"/>
                      <a:pt x="17989" y="6988"/>
                      <a:pt x="15981" y="6805"/>
                    </a:cubicBezTo>
                    <a:lnTo>
                      <a:pt x="8596" y="6130"/>
                    </a:lnTo>
                    <a:close/>
                    <a:moveTo>
                      <a:pt x="6007" y="11544"/>
                    </a:moveTo>
                    <a:cubicBezTo>
                      <a:pt x="4214" y="11383"/>
                      <a:pt x="2585" y="12334"/>
                      <a:pt x="2368" y="13669"/>
                    </a:cubicBezTo>
                    <a:cubicBezTo>
                      <a:pt x="2152" y="15000"/>
                      <a:pt x="3422" y="16210"/>
                      <a:pt x="5210" y="16376"/>
                    </a:cubicBezTo>
                    <a:lnTo>
                      <a:pt x="12459" y="17039"/>
                    </a:lnTo>
                    <a:cubicBezTo>
                      <a:pt x="14247" y="17200"/>
                      <a:pt x="15873" y="16254"/>
                      <a:pt x="16096" y="14923"/>
                    </a:cubicBezTo>
                    <a:cubicBezTo>
                      <a:pt x="16319" y="13589"/>
                      <a:pt x="15046" y="12370"/>
                      <a:pt x="13256" y="12206"/>
                    </a:cubicBezTo>
                    <a:lnTo>
                      <a:pt x="6007" y="11544"/>
                    </a:lnTo>
                    <a:close/>
                    <a:moveTo>
                      <a:pt x="3213" y="16379"/>
                    </a:moveTo>
                    <a:cubicBezTo>
                      <a:pt x="1643" y="16236"/>
                      <a:pt x="214" y="17067"/>
                      <a:pt x="22" y="18235"/>
                    </a:cubicBezTo>
                    <a:cubicBezTo>
                      <a:pt x="-171" y="19404"/>
                      <a:pt x="945" y="20468"/>
                      <a:pt x="2515" y="20611"/>
                    </a:cubicBezTo>
                    <a:lnTo>
                      <a:pt x="6619" y="21589"/>
                    </a:lnTo>
                    <a:cubicBezTo>
                      <a:pt x="7236" y="21453"/>
                      <a:pt x="7850" y="21308"/>
                      <a:pt x="8461" y="21154"/>
                    </a:cubicBezTo>
                    <a:cubicBezTo>
                      <a:pt x="9836" y="20809"/>
                      <a:pt x="11269" y="20323"/>
                      <a:pt x="11652" y="19298"/>
                    </a:cubicBezTo>
                    <a:cubicBezTo>
                      <a:pt x="12106" y="18084"/>
                      <a:pt x="10852" y="16889"/>
                      <a:pt x="9159" y="16923"/>
                    </a:cubicBezTo>
                    <a:cubicBezTo>
                      <a:pt x="8168" y="16832"/>
                      <a:pt x="7177" y="16742"/>
                      <a:pt x="6186" y="16651"/>
                    </a:cubicBezTo>
                    <a:cubicBezTo>
                      <a:pt x="5195" y="16560"/>
                      <a:pt x="4204" y="16470"/>
                      <a:pt x="3213" y="16379"/>
                    </a:cubicBezTo>
                    <a:close/>
                  </a:path>
                </a:pathLst>
              </a:custGeom>
              <a:solidFill>
                <a:srgbClr val="B9B9B9"/>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98" name="Shape 10598"/>
              <p:cNvSpPr/>
              <p:nvPr/>
            </p:nvSpPr>
            <p:spPr>
              <a:xfrm>
                <a:off x="557507" y="258630"/>
                <a:ext cx="1187294" cy="451947"/>
              </a:xfrm>
              <a:custGeom>
                <a:avLst/>
                <a:gdLst/>
                <a:ahLst/>
                <a:cxnLst>
                  <a:cxn ang="0">
                    <a:pos x="wd2" y="hd2"/>
                  </a:cxn>
                  <a:cxn ang="5400000">
                    <a:pos x="wd2" y="hd2"/>
                  </a:cxn>
                  <a:cxn ang="10800000">
                    <a:pos x="wd2" y="hd2"/>
                  </a:cxn>
                  <a:cxn ang="16200000">
                    <a:pos x="wd2" y="hd2"/>
                  </a:cxn>
                </a:cxnLst>
                <a:rect l="0" t="0" r="r" b="b"/>
                <a:pathLst>
                  <a:path w="21523" h="21400" fill="norm" stroke="1" extrusionOk="0">
                    <a:moveTo>
                      <a:pt x="17513" y="2"/>
                    </a:moveTo>
                    <a:lnTo>
                      <a:pt x="3870" y="816"/>
                    </a:lnTo>
                    <a:cubicBezTo>
                      <a:pt x="1694" y="917"/>
                      <a:pt x="-38" y="5607"/>
                      <a:pt x="1" y="11291"/>
                    </a:cubicBezTo>
                    <a:cubicBezTo>
                      <a:pt x="40" y="16975"/>
                      <a:pt x="1835" y="21500"/>
                      <a:pt x="4011" y="21398"/>
                    </a:cubicBezTo>
                    <a:lnTo>
                      <a:pt x="17654" y="20584"/>
                    </a:lnTo>
                    <a:cubicBezTo>
                      <a:pt x="19830" y="20483"/>
                      <a:pt x="21562" y="15793"/>
                      <a:pt x="21523" y="10109"/>
                    </a:cubicBezTo>
                    <a:cubicBezTo>
                      <a:pt x="21484" y="4425"/>
                      <a:pt x="19689" y="-100"/>
                      <a:pt x="17513" y="2"/>
                    </a:cubicBezTo>
                    <a:close/>
                  </a:path>
                </a:pathLst>
              </a:custGeom>
              <a:solidFill>
                <a:srgbClr val="E5E5E5"/>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599" name="Shape 10599"/>
              <p:cNvSpPr/>
              <p:nvPr/>
            </p:nvSpPr>
            <p:spPr>
              <a:xfrm rot="1500000">
                <a:off x="1304063" y="315209"/>
                <a:ext cx="753717" cy="451947"/>
              </a:xfrm>
              <a:custGeom>
                <a:avLst/>
                <a:gdLst/>
                <a:ahLst/>
                <a:cxnLst>
                  <a:cxn ang="0">
                    <a:pos x="wd2" y="hd2"/>
                  </a:cxn>
                  <a:cxn ang="5400000">
                    <a:pos x="wd2" y="hd2"/>
                  </a:cxn>
                  <a:cxn ang="10800000">
                    <a:pos x="wd2" y="hd2"/>
                  </a:cxn>
                  <a:cxn ang="16200000">
                    <a:pos x="wd2" y="hd2"/>
                  </a:cxn>
                </a:cxnLst>
                <a:rect l="0" t="0" r="r" b="b"/>
                <a:pathLst>
                  <a:path w="21480" h="21400" fill="norm" stroke="1" extrusionOk="0">
                    <a:moveTo>
                      <a:pt x="15174" y="2"/>
                    </a:moveTo>
                    <a:lnTo>
                      <a:pt x="6084" y="816"/>
                    </a:lnTo>
                    <a:cubicBezTo>
                      <a:pt x="2664" y="917"/>
                      <a:pt x="-60" y="5607"/>
                      <a:pt x="1" y="11291"/>
                    </a:cubicBezTo>
                    <a:cubicBezTo>
                      <a:pt x="62" y="16975"/>
                      <a:pt x="2885" y="21500"/>
                      <a:pt x="6306" y="21398"/>
                    </a:cubicBezTo>
                    <a:lnTo>
                      <a:pt x="15396" y="20584"/>
                    </a:lnTo>
                    <a:cubicBezTo>
                      <a:pt x="18816" y="20483"/>
                      <a:pt x="21540" y="15793"/>
                      <a:pt x="21479" y="10109"/>
                    </a:cubicBezTo>
                    <a:cubicBezTo>
                      <a:pt x="21418" y="4425"/>
                      <a:pt x="18595" y="-100"/>
                      <a:pt x="15174" y="2"/>
                    </a:cubicBezTo>
                    <a:close/>
                  </a:path>
                </a:pathLst>
              </a:custGeom>
              <a:solidFill>
                <a:srgbClr val="E5E5E5"/>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600" name="Shape 10600"/>
              <p:cNvSpPr/>
              <p:nvPr/>
            </p:nvSpPr>
            <p:spPr>
              <a:xfrm rot="19680000">
                <a:off x="442192" y="357866"/>
                <a:ext cx="945275" cy="1939960"/>
              </a:xfrm>
              <a:custGeom>
                <a:avLst/>
                <a:gdLst/>
                <a:ahLst/>
                <a:cxnLst>
                  <a:cxn ang="0">
                    <a:pos x="wd2" y="hd2"/>
                  </a:cxn>
                  <a:cxn ang="5400000">
                    <a:pos x="wd2" y="hd2"/>
                  </a:cxn>
                  <a:cxn ang="10800000">
                    <a:pos x="wd2" y="hd2"/>
                  </a:cxn>
                  <a:cxn ang="16200000">
                    <a:pos x="wd2" y="hd2"/>
                  </a:cxn>
                </a:cxnLst>
                <a:rect l="0" t="0" r="r" b="b"/>
                <a:pathLst>
                  <a:path w="21046" h="21423" fill="norm" stroke="1" extrusionOk="0">
                    <a:moveTo>
                      <a:pt x="18385" y="49"/>
                    </a:moveTo>
                    <a:cubicBezTo>
                      <a:pt x="17612" y="-25"/>
                      <a:pt x="16817" y="-15"/>
                      <a:pt x="16054" y="79"/>
                    </a:cubicBezTo>
                    <a:cubicBezTo>
                      <a:pt x="13274" y="421"/>
                      <a:pt x="11555" y="1676"/>
                      <a:pt x="10101" y="2906"/>
                    </a:cubicBezTo>
                    <a:cubicBezTo>
                      <a:pt x="6542" y="5917"/>
                      <a:pt x="3498" y="9076"/>
                      <a:pt x="1351" y="12401"/>
                    </a:cubicBezTo>
                    <a:cubicBezTo>
                      <a:pt x="389" y="13889"/>
                      <a:pt x="-400" y="15445"/>
                      <a:pt x="220" y="16981"/>
                    </a:cubicBezTo>
                    <a:cubicBezTo>
                      <a:pt x="1008" y="18930"/>
                      <a:pt x="3812" y="20433"/>
                      <a:pt x="7300" y="21117"/>
                    </a:cubicBezTo>
                    <a:cubicBezTo>
                      <a:pt x="8997" y="21451"/>
                      <a:pt x="10895" y="21575"/>
                      <a:pt x="12518" y="21160"/>
                    </a:cubicBezTo>
                    <a:cubicBezTo>
                      <a:pt x="14188" y="20733"/>
                      <a:pt x="15021" y="19990"/>
                      <a:pt x="15930" y="19277"/>
                    </a:cubicBezTo>
                    <a:cubicBezTo>
                      <a:pt x="16532" y="18805"/>
                      <a:pt x="17209" y="18334"/>
                      <a:pt x="17788" y="17818"/>
                    </a:cubicBezTo>
                    <a:cubicBezTo>
                      <a:pt x="18331" y="17335"/>
                      <a:pt x="18779" y="16816"/>
                      <a:pt x="19187" y="16279"/>
                    </a:cubicBezTo>
                    <a:cubicBezTo>
                      <a:pt x="19998" y="15211"/>
                      <a:pt x="20745" y="14047"/>
                      <a:pt x="20971" y="12812"/>
                    </a:cubicBezTo>
                    <a:cubicBezTo>
                      <a:pt x="21200" y="11561"/>
                      <a:pt x="20867" y="10278"/>
                      <a:pt x="20469" y="9023"/>
                    </a:cubicBezTo>
                    <a:cubicBezTo>
                      <a:pt x="19527" y="6049"/>
                      <a:pt x="18838" y="3051"/>
                      <a:pt x="18385" y="49"/>
                    </a:cubicBezTo>
                    <a:close/>
                  </a:path>
                </a:pathLst>
              </a:custGeom>
              <a:solidFill>
                <a:srgbClr val="E5E5E5"/>
              </a:solidFill>
              <a:ln w="12700" cap="flat">
                <a:noFill/>
                <a:miter lim="400000"/>
              </a:ln>
              <a:effectLst/>
            </p:spPr>
            <p:txBody>
              <a:bodyPr wrap="square" lIns="50800" tIns="50800" rIns="50800" bIns="508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601" name="Shape 10601"/>
              <p:cNvSpPr/>
              <p:nvPr/>
            </p:nvSpPr>
            <p:spPr>
              <a:xfrm>
                <a:off x="1510838" y="1835905"/>
                <a:ext cx="513006" cy="89847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40" y="0"/>
                    </a:moveTo>
                    <a:lnTo>
                      <a:pt x="0" y="987"/>
                    </a:lnTo>
                    <a:lnTo>
                      <a:pt x="0" y="21600"/>
                    </a:lnTo>
                    <a:lnTo>
                      <a:pt x="21600" y="21600"/>
                    </a:lnTo>
                    <a:lnTo>
                      <a:pt x="21600" y="3038"/>
                    </a:lnTo>
                    <a:lnTo>
                      <a:pt x="1740" y="0"/>
                    </a:lnTo>
                    <a:close/>
                  </a:path>
                </a:pathLst>
              </a:custGeom>
              <a:solidFill>
                <a:srgbClr val="B9B9B9"/>
              </a:solidFill>
              <a:ln w="12700" cap="flat">
                <a:noFill/>
                <a:miter lim="400000"/>
              </a:ln>
              <a:effectLst/>
            </p:spPr>
            <p:txBody>
              <a:bodyPr wrap="square" lIns="50800" tIns="50800" rIns="50800" bIns="50800" numCol="1" anchor="ctr">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
            <p:nvSpPr>
              <p:cNvPr id="10602" name="Shape 10602"/>
              <p:cNvSpPr/>
              <p:nvPr/>
            </p:nvSpPr>
            <p:spPr>
              <a:xfrm>
                <a:off x="943694" y="1610006"/>
                <a:ext cx="591175" cy="1124371"/>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0"/>
                    </a:moveTo>
                    <a:lnTo>
                      <a:pt x="21508" y="2975"/>
                    </a:lnTo>
                    <a:lnTo>
                      <a:pt x="21600" y="21600"/>
                    </a:lnTo>
                    <a:lnTo>
                      <a:pt x="0" y="21600"/>
                    </a:lnTo>
                    <a:lnTo>
                      <a:pt x="0" y="0"/>
                    </a:lnTo>
                    <a:close/>
                  </a:path>
                </a:pathLst>
              </a:custGeom>
              <a:solidFill>
                <a:srgbClr val="E5E5E5"/>
              </a:solidFill>
              <a:ln w="12700" cap="flat">
                <a:noFill/>
                <a:miter lim="400000"/>
              </a:ln>
              <a:effectLst/>
            </p:spPr>
            <p:txBody>
              <a:bodyPr wrap="square" lIns="0" tIns="0" rIns="0" bIns="0" numCol="1" anchor="t">
                <a:noAutofit/>
              </a:bodyP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grpSp>
      </p:grpSp>
      <p:sp>
        <p:nvSpPr>
          <p:cNvPr id="10605" name="Shape 10605"/>
          <p:cNvSpPr/>
          <p:nvPr/>
        </p:nvSpPr>
        <p:spPr>
          <a:xfrm>
            <a:off x="10210229" y="3942460"/>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06" name="Shape 10606"/>
          <p:cNvSpPr/>
          <p:nvPr/>
        </p:nvSpPr>
        <p:spPr>
          <a:xfrm>
            <a:off x="10210227" y="5909666"/>
            <a:ext cx="970819" cy="970818"/>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07" name="Shape 10607"/>
          <p:cNvSpPr/>
          <p:nvPr/>
        </p:nvSpPr>
        <p:spPr>
          <a:xfrm>
            <a:off x="10485756" y="6095017"/>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08" name="Shape 10608"/>
          <p:cNvSpPr/>
          <p:nvPr/>
        </p:nvSpPr>
        <p:spPr>
          <a:xfrm>
            <a:off x="10210227" y="8034156"/>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09" name="Shape 10609"/>
          <p:cNvSpPr/>
          <p:nvPr/>
        </p:nvSpPr>
        <p:spPr>
          <a:xfrm>
            <a:off x="10210227" y="9984107"/>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10" name="Shape 10610"/>
          <p:cNvSpPr/>
          <p:nvPr/>
        </p:nvSpPr>
        <p:spPr>
          <a:xfrm>
            <a:off x="10485758" y="4127812"/>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11" name="Shape 10611"/>
          <p:cNvSpPr/>
          <p:nvPr/>
        </p:nvSpPr>
        <p:spPr>
          <a:xfrm>
            <a:off x="10485758" y="8219508"/>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12" name="Shape 10612"/>
          <p:cNvSpPr/>
          <p:nvPr/>
        </p:nvSpPr>
        <p:spPr>
          <a:xfrm>
            <a:off x="10485758" y="10169459"/>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13" name="Shape 10613"/>
          <p:cNvSpPr/>
          <p:nvPr/>
        </p:nvSpPr>
        <p:spPr>
          <a:xfrm>
            <a:off x="11572255" y="4154819"/>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14" name="Shape 10614"/>
          <p:cNvSpPr/>
          <p:nvPr/>
        </p:nvSpPr>
        <p:spPr>
          <a:xfrm>
            <a:off x="11572255" y="6122024"/>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15" name="Shape 10615"/>
          <p:cNvSpPr/>
          <p:nvPr/>
        </p:nvSpPr>
        <p:spPr>
          <a:xfrm>
            <a:off x="11572255" y="8246516"/>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16" name="Shape 10616"/>
          <p:cNvSpPr/>
          <p:nvPr/>
        </p:nvSpPr>
        <p:spPr>
          <a:xfrm>
            <a:off x="11572255" y="10196466"/>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17" name="Shape 10617"/>
          <p:cNvSpPr/>
          <p:nvPr/>
        </p:nvSpPr>
        <p:spPr>
          <a:xfrm>
            <a:off x="15039830" y="3942460"/>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18" name="Shape 10618"/>
          <p:cNvSpPr/>
          <p:nvPr/>
        </p:nvSpPr>
        <p:spPr>
          <a:xfrm>
            <a:off x="15039829" y="5909666"/>
            <a:ext cx="970819" cy="970818"/>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19" name="Shape 10619"/>
          <p:cNvSpPr/>
          <p:nvPr/>
        </p:nvSpPr>
        <p:spPr>
          <a:xfrm>
            <a:off x="15315358" y="6095017"/>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20" name="Shape 10620"/>
          <p:cNvSpPr/>
          <p:nvPr/>
        </p:nvSpPr>
        <p:spPr>
          <a:xfrm>
            <a:off x="15039829" y="8034156"/>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21" name="Shape 10621"/>
          <p:cNvSpPr/>
          <p:nvPr/>
        </p:nvSpPr>
        <p:spPr>
          <a:xfrm>
            <a:off x="15039829" y="9984107"/>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22" name="Shape 10622"/>
          <p:cNvSpPr/>
          <p:nvPr/>
        </p:nvSpPr>
        <p:spPr>
          <a:xfrm>
            <a:off x="15315359" y="4127812"/>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23" name="Shape 10623"/>
          <p:cNvSpPr/>
          <p:nvPr/>
        </p:nvSpPr>
        <p:spPr>
          <a:xfrm>
            <a:off x="15315359" y="8219508"/>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24" name="Shape 10624"/>
          <p:cNvSpPr/>
          <p:nvPr/>
        </p:nvSpPr>
        <p:spPr>
          <a:xfrm>
            <a:off x="15315359" y="10169459"/>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25" name="Shape 10625"/>
          <p:cNvSpPr/>
          <p:nvPr/>
        </p:nvSpPr>
        <p:spPr>
          <a:xfrm>
            <a:off x="16401856" y="4154819"/>
            <a:ext cx="5187277"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26" name="Shape 10626"/>
          <p:cNvSpPr/>
          <p:nvPr/>
        </p:nvSpPr>
        <p:spPr>
          <a:xfrm>
            <a:off x="16401856" y="6122024"/>
            <a:ext cx="5187277"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27" name="Shape 10627"/>
          <p:cNvSpPr/>
          <p:nvPr/>
        </p:nvSpPr>
        <p:spPr>
          <a:xfrm>
            <a:off x="16401856" y="8246516"/>
            <a:ext cx="5187277"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28" name="Shape 10628"/>
          <p:cNvSpPr/>
          <p:nvPr/>
        </p:nvSpPr>
        <p:spPr>
          <a:xfrm>
            <a:off x="16401856" y="10196466"/>
            <a:ext cx="5187277"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29" name="Shape 10629"/>
          <p:cNvSpPr/>
          <p:nvPr/>
        </p:nvSpPr>
        <p:spPr>
          <a:xfrm>
            <a:off x="19520019" y="3942460"/>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30" name="Shape 10630"/>
          <p:cNvSpPr/>
          <p:nvPr/>
        </p:nvSpPr>
        <p:spPr>
          <a:xfrm>
            <a:off x="19520017" y="5909666"/>
            <a:ext cx="970819" cy="970818"/>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31" name="Shape 10631"/>
          <p:cNvSpPr/>
          <p:nvPr/>
        </p:nvSpPr>
        <p:spPr>
          <a:xfrm>
            <a:off x="19795546" y="6095017"/>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32" name="Shape 10632"/>
          <p:cNvSpPr/>
          <p:nvPr/>
        </p:nvSpPr>
        <p:spPr>
          <a:xfrm>
            <a:off x="19520017" y="8034156"/>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33" name="Shape 10633"/>
          <p:cNvSpPr/>
          <p:nvPr/>
        </p:nvSpPr>
        <p:spPr>
          <a:xfrm>
            <a:off x="19520017" y="9984107"/>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634" name="Shape 10634"/>
          <p:cNvSpPr/>
          <p:nvPr/>
        </p:nvSpPr>
        <p:spPr>
          <a:xfrm>
            <a:off x="19795548" y="4127812"/>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35" name="Shape 10635"/>
          <p:cNvSpPr/>
          <p:nvPr/>
        </p:nvSpPr>
        <p:spPr>
          <a:xfrm>
            <a:off x="19795548" y="8219508"/>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36" name="Shape 10636"/>
          <p:cNvSpPr/>
          <p:nvPr/>
        </p:nvSpPr>
        <p:spPr>
          <a:xfrm>
            <a:off x="19795548" y="10169459"/>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637" name="Shape 10637"/>
          <p:cNvSpPr/>
          <p:nvPr/>
        </p:nvSpPr>
        <p:spPr>
          <a:xfrm>
            <a:off x="20882044" y="4154819"/>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38" name="Shape 10638"/>
          <p:cNvSpPr/>
          <p:nvPr/>
        </p:nvSpPr>
        <p:spPr>
          <a:xfrm>
            <a:off x="20882044" y="6122024"/>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39" name="Shape 10639"/>
          <p:cNvSpPr/>
          <p:nvPr/>
        </p:nvSpPr>
        <p:spPr>
          <a:xfrm>
            <a:off x="20882044" y="8246516"/>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640" name="Shape 10640"/>
          <p:cNvSpPr/>
          <p:nvPr/>
        </p:nvSpPr>
        <p:spPr>
          <a:xfrm>
            <a:off x="20882044" y="10196466"/>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613"/>
                                        </p:tgtEl>
                                        <p:attrNameLst>
                                          <p:attrName>style.visibility</p:attrName>
                                        </p:attrNameLst>
                                      </p:cBhvr>
                                      <p:to>
                                        <p:strVal val="visible"/>
                                      </p:to>
                                    </p:set>
                                    <p:animEffect filter="wipe(left)" transition="in">
                                      <p:cBhvr>
                                        <p:cTn id="7" dur="250"/>
                                        <p:tgtEl>
                                          <p:spTgt spid="10613"/>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614"/>
                                        </p:tgtEl>
                                        <p:attrNameLst>
                                          <p:attrName>style.visibility</p:attrName>
                                        </p:attrNameLst>
                                      </p:cBhvr>
                                      <p:to>
                                        <p:strVal val="visible"/>
                                      </p:to>
                                    </p:set>
                                    <p:animEffect filter="wipe(left)" transition="in">
                                      <p:cBhvr>
                                        <p:cTn id="11" dur="250"/>
                                        <p:tgtEl>
                                          <p:spTgt spid="10614"/>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615"/>
                                        </p:tgtEl>
                                        <p:attrNameLst>
                                          <p:attrName>style.visibility</p:attrName>
                                        </p:attrNameLst>
                                      </p:cBhvr>
                                      <p:to>
                                        <p:strVal val="visible"/>
                                      </p:to>
                                    </p:set>
                                    <p:animEffect filter="wipe(left)" transition="in">
                                      <p:cBhvr>
                                        <p:cTn id="15" dur="250"/>
                                        <p:tgtEl>
                                          <p:spTgt spid="10615"/>
                                        </p:tgtEl>
                                      </p:cBhvr>
                                    </p:animEffect>
                                  </p:childTnLst>
                                </p:cTn>
                              </p:par>
                            </p:childTnLst>
                          </p:cTn>
                        </p:par>
                        <p:par>
                          <p:cTn id="16" fill="hold">
                            <p:stCondLst>
                              <p:cond delay="750"/>
                            </p:stCondLst>
                            <p:childTnLst>
                              <p:par>
                                <p:cTn id="17" presetClass="entr" nodeType="afterEffect" presetSubtype="8" presetID="22" grpId="4" fill="hold">
                                  <p:stCondLst>
                                    <p:cond delay="0"/>
                                  </p:stCondLst>
                                  <p:iterate type="el" backwards="0">
                                    <p:tmAbs val="0"/>
                                  </p:iterate>
                                  <p:childTnLst>
                                    <p:set>
                                      <p:cBhvr>
                                        <p:cTn id="18" fill="hold"/>
                                        <p:tgtEl>
                                          <p:spTgt spid="10616"/>
                                        </p:tgtEl>
                                        <p:attrNameLst>
                                          <p:attrName>style.visibility</p:attrName>
                                        </p:attrNameLst>
                                      </p:cBhvr>
                                      <p:to>
                                        <p:strVal val="visible"/>
                                      </p:to>
                                    </p:set>
                                    <p:animEffect filter="wipe(left)" transition="in">
                                      <p:cBhvr>
                                        <p:cTn id="19" dur="250"/>
                                        <p:tgtEl>
                                          <p:spTgt spid="10616"/>
                                        </p:tgtEl>
                                      </p:cBhvr>
                                    </p:animEffect>
                                  </p:childTnLst>
                                </p:cTn>
                              </p:par>
                            </p:childTnLst>
                          </p:cTn>
                        </p:par>
                        <p:par>
                          <p:cTn id="20" fill="hold">
                            <p:stCondLst>
                              <p:cond delay="1000"/>
                            </p:stCondLst>
                            <p:childTnLst>
                              <p:par>
                                <p:cTn id="21" presetClass="entr" nodeType="afterEffect" presetSubtype="8" presetID="22" grpId="5" fill="hold">
                                  <p:stCondLst>
                                    <p:cond delay="0"/>
                                  </p:stCondLst>
                                  <p:iterate type="el" backwards="0">
                                    <p:tmAbs val="0"/>
                                  </p:iterate>
                                  <p:childTnLst>
                                    <p:set>
                                      <p:cBhvr>
                                        <p:cTn id="22" fill="hold"/>
                                        <p:tgtEl>
                                          <p:spTgt spid="10625"/>
                                        </p:tgtEl>
                                        <p:attrNameLst>
                                          <p:attrName>style.visibility</p:attrName>
                                        </p:attrNameLst>
                                      </p:cBhvr>
                                      <p:to>
                                        <p:strVal val="visible"/>
                                      </p:to>
                                    </p:set>
                                    <p:animEffect filter="wipe(left)" transition="in">
                                      <p:cBhvr>
                                        <p:cTn id="23" dur="250"/>
                                        <p:tgtEl>
                                          <p:spTgt spid="10625"/>
                                        </p:tgtEl>
                                      </p:cBhvr>
                                    </p:animEffect>
                                  </p:childTnLst>
                                </p:cTn>
                              </p:par>
                            </p:childTnLst>
                          </p:cTn>
                        </p:par>
                        <p:par>
                          <p:cTn id="24" fill="hold">
                            <p:stCondLst>
                              <p:cond delay="1250"/>
                            </p:stCondLst>
                            <p:childTnLst>
                              <p:par>
                                <p:cTn id="25" presetClass="entr" nodeType="afterEffect" presetSubtype="8" presetID="22" grpId="6" fill="hold">
                                  <p:stCondLst>
                                    <p:cond delay="0"/>
                                  </p:stCondLst>
                                  <p:iterate type="el" backwards="0">
                                    <p:tmAbs val="0"/>
                                  </p:iterate>
                                  <p:childTnLst>
                                    <p:set>
                                      <p:cBhvr>
                                        <p:cTn id="26" fill="hold"/>
                                        <p:tgtEl>
                                          <p:spTgt spid="10626"/>
                                        </p:tgtEl>
                                        <p:attrNameLst>
                                          <p:attrName>style.visibility</p:attrName>
                                        </p:attrNameLst>
                                      </p:cBhvr>
                                      <p:to>
                                        <p:strVal val="visible"/>
                                      </p:to>
                                    </p:set>
                                    <p:animEffect filter="wipe(left)" transition="in">
                                      <p:cBhvr>
                                        <p:cTn id="27" dur="250"/>
                                        <p:tgtEl>
                                          <p:spTgt spid="10626"/>
                                        </p:tgtEl>
                                      </p:cBhvr>
                                    </p:animEffect>
                                  </p:childTnLst>
                                </p:cTn>
                              </p:par>
                            </p:childTnLst>
                          </p:cTn>
                        </p:par>
                        <p:par>
                          <p:cTn id="28" fill="hold">
                            <p:stCondLst>
                              <p:cond delay="1500"/>
                            </p:stCondLst>
                            <p:childTnLst>
                              <p:par>
                                <p:cTn id="29" presetClass="entr" nodeType="afterEffect" presetSubtype="8" presetID="22" grpId="7" fill="hold">
                                  <p:stCondLst>
                                    <p:cond delay="0"/>
                                  </p:stCondLst>
                                  <p:iterate type="el" backwards="0">
                                    <p:tmAbs val="0"/>
                                  </p:iterate>
                                  <p:childTnLst>
                                    <p:set>
                                      <p:cBhvr>
                                        <p:cTn id="30" fill="hold"/>
                                        <p:tgtEl>
                                          <p:spTgt spid="10627"/>
                                        </p:tgtEl>
                                        <p:attrNameLst>
                                          <p:attrName>style.visibility</p:attrName>
                                        </p:attrNameLst>
                                      </p:cBhvr>
                                      <p:to>
                                        <p:strVal val="visible"/>
                                      </p:to>
                                    </p:set>
                                    <p:animEffect filter="wipe(left)" transition="in">
                                      <p:cBhvr>
                                        <p:cTn id="31" dur="250"/>
                                        <p:tgtEl>
                                          <p:spTgt spid="10627"/>
                                        </p:tgtEl>
                                      </p:cBhvr>
                                    </p:animEffect>
                                  </p:childTnLst>
                                </p:cTn>
                              </p:par>
                            </p:childTnLst>
                          </p:cTn>
                        </p:par>
                        <p:par>
                          <p:cTn id="32" fill="hold">
                            <p:stCondLst>
                              <p:cond delay="1750"/>
                            </p:stCondLst>
                            <p:childTnLst>
                              <p:par>
                                <p:cTn id="33" presetClass="entr" nodeType="afterEffect" presetSubtype="8" presetID="22" grpId="8" fill="hold">
                                  <p:stCondLst>
                                    <p:cond delay="0"/>
                                  </p:stCondLst>
                                  <p:iterate type="el" backwards="0">
                                    <p:tmAbs val="0"/>
                                  </p:iterate>
                                  <p:childTnLst>
                                    <p:set>
                                      <p:cBhvr>
                                        <p:cTn id="34" fill="hold"/>
                                        <p:tgtEl>
                                          <p:spTgt spid="10628"/>
                                        </p:tgtEl>
                                        <p:attrNameLst>
                                          <p:attrName>style.visibility</p:attrName>
                                        </p:attrNameLst>
                                      </p:cBhvr>
                                      <p:to>
                                        <p:strVal val="visible"/>
                                      </p:to>
                                    </p:set>
                                    <p:animEffect filter="wipe(left)" transition="in">
                                      <p:cBhvr>
                                        <p:cTn id="35" dur="250"/>
                                        <p:tgtEl>
                                          <p:spTgt spid="10628"/>
                                        </p:tgtEl>
                                      </p:cBhvr>
                                    </p:animEffect>
                                  </p:childTnLst>
                                </p:cTn>
                              </p:par>
                            </p:childTnLst>
                          </p:cTn>
                        </p:par>
                        <p:par>
                          <p:cTn id="36" fill="hold">
                            <p:stCondLst>
                              <p:cond delay="2000"/>
                            </p:stCondLst>
                            <p:childTnLst>
                              <p:par>
                                <p:cTn id="37" presetClass="entr" nodeType="afterEffect" presetSubtype="8" presetID="22" grpId="9" fill="hold">
                                  <p:stCondLst>
                                    <p:cond delay="0"/>
                                  </p:stCondLst>
                                  <p:iterate type="el" backwards="0">
                                    <p:tmAbs val="0"/>
                                  </p:iterate>
                                  <p:childTnLst>
                                    <p:set>
                                      <p:cBhvr>
                                        <p:cTn id="38" fill="hold"/>
                                        <p:tgtEl>
                                          <p:spTgt spid="10637"/>
                                        </p:tgtEl>
                                        <p:attrNameLst>
                                          <p:attrName>style.visibility</p:attrName>
                                        </p:attrNameLst>
                                      </p:cBhvr>
                                      <p:to>
                                        <p:strVal val="visible"/>
                                      </p:to>
                                    </p:set>
                                    <p:animEffect filter="wipe(left)" transition="in">
                                      <p:cBhvr>
                                        <p:cTn id="39" dur="250"/>
                                        <p:tgtEl>
                                          <p:spTgt spid="10637"/>
                                        </p:tgtEl>
                                      </p:cBhvr>
                                    </p:animEffect>
                                  </p:childTnLst>
                                </p:cTn>
                              </p:par>
                            </p:childTnLst>
                          </p:cTn>
                        </p:par>
                        <p:par>
                          <p:cTn id="40" fill="hold">
                            <p:stCondLst>
                              <p:cond delay="2250"/>
                            </p:stCondLst>
                            <p:childTnLst>
                              <p:par>
                                <p:cTn id="41" presetClass="entr" nodeType="afterEffect" presetSubtype="8" presetID="22" grpId="10" fill="hold">
                                  <p:stCondLst>
                                    <p:cond delay="0"/>
                                  </p:stCondLst>
                                  <p:iterate type="el" backwards="0">
                                    <p:tmAbs val="0"/>
                                  </p:iterate>
                                  <p:childTnLst>
                                    <p:set>
                                      <p:cBhvr>
                                        <p:cTn id="42" fill="hold"/>
                                        <p:tgtEl>
                                          <p:spTgt spid="10638"/>
                                        </p:tgtEl>
                                        <p:attrNameLst>
                                          <p:attrName>style.visibility</p:attrName>
                                        </p:attrNameLst>
                                      </p:cBhvr>
                                      <p:to>
                                        <p:strVal val="visible"/>
                                      </p:to>
                                    </p:set>
                                    <p:animEffect filter="wipe(left)" transition="in">
                                      <p:cBhvr>
                                        <p:cTn id="43" dur="250"/>
                                        <p:tgtEl>
                                          <p:spTgt spid="10638"/>
                                        </p:tgtEl>
                                      </p:cBhvr>
                                    </p:animEffect>
                                  </p:childTnLst>
                                </p:cTn>
                              </p:par>
                            </p:childTnLst>
                          </p:cTn>
                        </p:par>
                        <p:par>
                          <p:cTn id="44" fill="hold">
                            <p:stCondLst>
                              <p:cond delay="2500"/>
                            </p:stCondLst>
                            <p:childTnLst>
                              <p:par>
                                <p:cTn id="45" presetClass="entr" nodeType="afterEffect" presetSubtype="8" presetID="22" grpId="11" fill="hold">
                                  <p:stCondLst>
                                    <p:cond delay="0"/>
                                  </p:stCondLst>
                                  <p:iterate type="el" backwards="0">
                                    <p:tmAbs val="0"/>
                                  </p:iterate>
                                  <p:childTnLst>
                                    <p:set>
                                      <p:cBhvr>
                                        <p:cTn id="46" fill="hold"/>
                                        <p:tgtEl>
                                          <p:spTgt spid="10639"/>
                                        </p:tgtEl>
                                        <p:attrNameLst>
                                          <p:attrName>style.visibility</p:attrName>
                                        </p:attrNameLst>
                                      </p:cBhvr>
                                      <p:to>
                                        <p:strVal val="visible"/>
                                      </p:to>
                                    </p:set>
                                    <p:animEffect filter="wipe(left)" transition="in">
                                      <p:cBhvr>
                                        <p:cTn id="47" dur="250"/>
                                        <p:tgtEl>
                                          <p:spTgt spid="10639"/>
                                        </p:tgtEl>
                                      </p:cBhvr>
                                    </p:animEffect>
                                  </p:childTnLst>
                                </p:cTn>
                              </p:par>
                            </p:childTnLst>
                          </p:cTn>
                        </p:par>
                        <p:par>
                          <p:cTn id="48" fill="hold">
                            <p:stCondLst>
                              <p:cond delay="2750"/>
                            </p:stCondLst>
                            <p:childTnLst>
                              <p:par>
                                <p:cTn id="49" presetClass="entr" nodeType="afterEffect" presetSubtype="8" presetID="22" grpId="12" fill="hold">
                                  <p:stCondLst>
                                    <p:cond delay="0"/>
                                  </p:stCondLst>
                                  <p:iterate type="el" backwards="0">
                                    <p:tmAbs val="0"/>
                                  </p:iterate>
                                  <p:childTnLst>
                                    <p:set>
                                      <p:cBhvr>
                                        <p:cTn id="50" fill="hold"/>
                                        <p:tgtEl>
                                          <p:spTgt spid="10640"/>
                                        </p:tgtEl>
                                        <p:attrNameLst>
                                          <p:attrName>style.visibility</p:attrName>
                                        </p:attrNameLst>
                                      </p:cBhvr>
                                      <p:to>
                                        <p:strVal val="visible"/>
                                      </p:to>
                                    </p:set>
                                    <p:animEffect filter="wipe(left)" transition="in">
                                      <p:cBhvr>
                                        <p:cTn id="51" dur="250"/>
                                        <p:tgtEl>
                                          <p:spTgt spid="1064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626" grpId="6"/>
      <p:bldP build="whole" bldLvl="1" animBg="1" rev="0" advAuto="0" spid="10627" grpId="7"/>
      <p:bldP build="whole" bldLvl="1" animBg="1" rev="0" advAuto="0" spid="10625" grpId="5"/>
      <p:bldP build="whole" bldLvl="1" animBg="1" rev="0" advAuto="0" spid="10614" grpId="2"/>
      <p:bldP build="whole" bldLvl="1" animBg="1" rev="0" advAuto="0" spid="10638" grpId="10"/>
      <p:bldP build="whole" bldLvl="1" animBg="1" rev="0" advAuto="0" spid="10639" grpId="11"/>
      <p:bldP build="whole" bldLvl="1" animBg="1" rev="0" advAuto="0" spid="10637" grpId="9"/>
      <p:bldP build="whole" bldLvl="1" animBg="1" rev="0" advAuto="0" spid="10640" grpId="12"/>
      <p:bldP build="whole" bldLvl="1" animBg="1" rev="0" advAuto="0" spid="10615" grpId="3"/>
      <p:bldP build="whole" bldLvl="1" animBg="1" rev="0" advAuto="0" spid="10613" grpId="1"/>
      <p:bldP build="whole" bldLvl="1" animBg="1" rev="0" advAuto="0" spid="10616" grpId="4"/>
      <p:bldP build="whole" bldLvl="1" animBg="1" rev="0" advAuto="0" spid="10628" grpId="8"/>
    </p:bldLst>
  </p:timing>
</p:sld>
</file>

<file path=ppt/slides/slide273.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642" name="Shape 10642"/>
          <p:cNvSpPr/>
          <p:nvPr>
            <p:ph type="title"/>
          </p:nvPr>
        </p:nvSpPr>
        <p:spPr>
          <a:prstGeom prst="rect">
            <a:avLst/>
          </a:prstGeom>
        </p:spPr>
        <p:txBody>
          <a:bodyPr/>
          <a:lstStyle/>
          <a:p>
            <a:pPr/>
            <a:r>
              <a:t>Pasos</a:t>
            </a:r>
          </a:p>
        </p:txBody>
      </p:sp>
      <p:sp>
        <p:nvSpPr>
          <p:cNvPr id="10643" name="Shape 10643"/>
          <p:cNvSpPr/>
          <p:nvPr/>
        </p:nvSpPr>
        <p:spPr>
          <a:xfrm>
            <a:off x="468873" y="4762274"/>
            <a:ext cx="1843388" cy="3518944"/>
          </a:xfrm>
          <a:custGeom>
            <a:avLst/>
            <a:gdLst/>
            <a:ahLst/>
            <a:cxnLst>
              <a:cxn ang="0">
                <a:pos x="wd2" y="hd2"/>
              </a:cxn>
              <a:cxn ang="5400000">
                <a:pos x="wd2" y="hd2"/>
              </a:cxn>
              <a:cxn ang="10800000">
                <a:pos x="wd2" y="hd2"/>
              </a:cxn>
              <a:cxn ang="16200000">
                <a:pos x="wd2" y="hd2"/>
              </a:cxn>
            </a:cxnLst>
            <a:rect l="0" t="0" r="r" b="b"/>
            <a:pathLst>
              <a:path w="21270" h="21600" fill="norm" stroke="1" extrusionOk="0">
                <a:moveTo>
                  <a:pt x="10262" y="0"/>
                </a:moveTo>
                <a:cubicBezTo>
                  <a:pt x="8556" y="0"/>
                  <a:pt x="7173" y="735"/>
                  <a:pt x="7173" y="1643"/>
                </a:cubicBezTo>
                <a:cubicBezTo>
                  <a:pt x="7173" y="2551"/>
                  <a:pt x="8556" y="3286"/>
                  <a:pt x="10262" y="3286"/>
                </a:cubicBezTo>
                <a:cubicBezTo>
                  <a:pt x="11968" y="3286"/>
                  <a:pt x="13350" y="2551"/>
                  <a:pt x="13350" y="1643"/>
                </a:cubicBezTo>
                <a:cubicBezTo>
                  <a:pt x="13350" y="735"/>
                  <a:pt x="11968" y="0"/>
                  <a:pt x="10262" y="0"/>
                </a:cubicBezTo>
                <a:close/>
                <a:moveTo>
                  <a:pt x="9691" y="3937"/>
                </a:moveTo>
                <a:cubicBezTo>
                  <a:pt x="8620" y="3929"/>
                  <a:pt x="8320" y="4047"/>
                  <a:pt x="8320" y="4047"/>
                </a:cubicBezTo>
                <a:lnTo>
                  <a:pt x="1983" y="6290"/>
                </a:lnTo>
                <a:cubicBezTo>
                  <a:pt x="1809" y="6330"/>
                  <a:pt x="1653" y="6386"/>
                  <a:pt x="1517" y="6455"/>
                </a:cubicBezTo>
                <a:cubicBezTo>
                  <a:pt x="1285" y="6575"/>
                  <a:pt x="1118" y="6734"/>
                  <a:pt x="1065" y="6917"/>
                </a:cubicBezTo>
                <a:lnTo>
                  <a:pt x="19" y="10541"/>
                </a:lnTo>
                <a:cubicBezTo>
                  <a:pt x="-111" y="10988"/>
                  <a:pt x="462" y="11405"/>
                  <a:pt x="1303" y="11474"/>
                </a:cubicBezTo>
                <a:cubicBezTo>
                  <a:pt x="2143" y="11543"/>
                  <a:pt x="2932" y="11239"/>
                  <a:pt x="3062" y="10791"/>
                </a:cubicBezTo>
                <a:lnTo>
                  <a:pt x="3806" y="7469"/>
                </a:lnTo>
                <a:lnTo>
                  <a:pt x="7498" y="6127"/>
                </a:lnTo>
                <a:lnTo>
                  <a:pt x="7498" y="10726"/>
                </a:lnTo>
                <a:cubicBezTo>
                  <a:pt x="7498" y="10726"/>
                  <a:pt x="7475" y="10849"/>
                  <a:pt x="7630" y="10940"/>
                </a:cubicBezTo>
                <a:cubicBezTo>
                  <a:pt x="7766" y="11019"/>
                  <a:pt x="8146" y="11095"/>
                  <a:pt x="8147" y="11095"/>
                </a:cubicBezTo>
                <a:lnTo>
                  <a:pt x="7662" y="20781"/>
                </a:lnTo>
                <a:cubicBezTo>
                  <a:pt x="7662" y="21233"/>
                  <a:pt x="8351" y="21600"/>
                  <a:pt x="9202" y="21600"/>
                </a:cubicBezTo>
                <a:cubicBezTo>
                  <a:pt x="10053" y="21600"/>
                  <a:pt x="10742" y="21233"/>
                  <a:pt x="10742" y="20781"/>
                </a:cubicBezTo>
                <a:lnTo>
                  <a:pt x="11194" y="11749"/>
                </a:lnTo>
                <a:lnTo>
                  <a:pt x="17508" y="13093"/>
                </a:lnTo>
                <a:lnTo>
                  <a:pt x="17321" y="16280"/>
                </a:lnTo>
                <a:cubicBezTo>
                  <a:pt x="17321" y="16732"/>
                  <a:pt x="18010" y="17099"/>
                  <a:pt x="18860" y="17099"/>
                </a:cubicBezTo>
                <a:cubicBezTo>
                  <a:pt x="19711" y="17099"/>
                  <a:pt x="20400" y="16732"/>
                  <a:pt x="20400" y="16280"/>
                </a:cubicBezTo>
                <a:lnTo>
                  <a:pt x="20514" y="12593"/>
                </a:lnTo>
                <a:cubicBezTo>
                  <a:pt x="20514" y="12241"/>
                  <a:pt x="20098" y="11941"/>
                  <a:pt x="19514" y="11824"/>
                </a:cubicBezTo>
                <a:lnTo>
                  <a:pt x="13762" y="10407"/>
                </a:lnTo>
                <a:lnTo>
                  <a:pt x="13647" y="7945"/>
                </a:lnTo>
                <a:lnTo>
                  <a:pt x="18988" y="9501"/>
                </a:lnTo>
                <a:cubicBezTo>
                  <a:pt x="19734" y="9718"/>
                  <a:pt x="20673" y="9572"/>
                  <a:pt x="21081" y="9175"/>
                </a:cubicBezTo>
                <a:cubicBezTo>
                  <a:pt x="21489" y="8778"/>
                  <a:pt x="21215" y="8282"/>
                  <a:pt x="20469" y="8064"/>
                </a:cubicBezTo>
                <a:lnTo>
                  <a:pt x="14164" y="6229"/>
                </a:lnTo>
                <a:cubicBezTo>
                  <a:pt x="13971" y="6173"/>
                  <a:pt x="13741" y="6140"/>
                  <a:pt x="13583" y="6101"/>
                </a:cubicBezTo>
                <a:lnTo>
                  <a:pt x="13492" y="4657"/>
                </a:lnTo>
                <a:cubicBezTo>
                  <a:pt x="13492" y="4657"/>
                  <a:pt x="13474" y="4175"/>
                  <a:pt x="11039" y="3998"/>
                </a:cubicBezTo>
                <a:cubicBezTo>
                  <a:pt x="10492" y="3958"/>
                  <a:pt x="10048" y="3940"/>
                  <a:pt x="9691" y="3937"/>
                </a:cubicBezTo>
                <a:close/>
              </a:path>
            </a:pathLst>
          </a:custGeom>
          <a:solidFill>
            <a:srgbClr val="4B4B4B"/>
          </a:solidFill>
          <a:ln w="12700">
            <a:miter lim="400000"/>
          </a:ln>
        </p:spPr>
        <p:txBody>
          <a:bodyPr lIns="38100" tIns="38100" rIns="38100" bIns="38100" anchor="ctr"/>
          <a:lstStyle/>
          <a:p>
            <a:pPr defTabSz="825500">
              <a:defRPr sz="3200"/>
            </a:pPr>
          </a:p>
        </p:txBody>
      </p:sp>
      <p:sp>
        <p:nvSpPr>
          <p:cNvPr id="10644" name="Shape 10644"/>
          <p:cNvSpPr/>
          <p:nvPr/>
        </p:nvSpPr>
        <p:spPr>
          <a:xfrm>
            <a:off x="2586014" y="9112303"/>
            <a:ext cx="4290585" cy="1696455"/>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600"/>
              </a:spcBef>
              <a:defRPr sz="2000">
                <a:latin typeface="Montserrat"/>
                <a:ea typeface="Montserrat"/>
                <a:cs typeface="Montserrat"/>
                <a:sym typeface="Montserrat"/>
              </a:defRPr>
            </a:lvl1pPr>
          </a:lstStyle>
          <a:p>
            <a:pPr/>
            <a:r>
              <a:t>Sed ut persp iciatis unde omnis iste natus error sit volupt atem accusantium dolor emque laudan tium, totam rem , </a:t>
            </a:r>
          </a:p>
        </p:txBody>
      </p:sp>
      <p:sp>
        <p:nvSpPr>
          <p:cNvPr id="10645" name="Shape 10645"/>
          <p:cNvSpPr/>
          <p:nvPr/>
        </p:nvSpPr>
        <p:spPr>
          <a:xfrm>
            <a:off x="7886025" y="8164539"/>
            <a:ext cx="4290586" cy="1696455"/>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600"/>
              </a:spcBef>
              <a:defRPr sz="2000">
                <a:latin typeface="Montserrat"/>
                <a:ea typeface="Montserrat"/>
                <a:cs typeface="Montserrat"/>
                <a:sym typeface="Montserrat"/>
              </a:defRPr>
            </a:lvl1pPr>
          </a:lstStyle>
          <a:p>
            <a:pPr/>
            <a:r>
              <a:t>Sed ut persp iciatis unde omnis iste natus error sit volupt atem accusantium dolor emque laudan tium, totam rem , </a:t>
            </a:r>
          </a:p>
        </p:txBody>
      </p:sp>
      <p:sp>
        <p:nvSpPr>
          <p:cNvPr id="10646" name="Shape 10646"/>
          <p:cNvSpPr/>
          <p:nvPr/>
        </p:nvSpPr>
        <p:spPr>
          <a:xfrm>
            <a:off x="13200237" y="7225803"/>
            <a:ext cx="4290585" cy="1696454"/>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600"/>
              </a:spcBef>
              <a:defRPr sz="2000">
                <a:latin typeface="Montserrat"/>
                <a:ea typeface="Montserrat"/>
                <a:cs typeface="Montserrat"/>
                <a:sym typeface="Montserrat"/>
              </a:defRPr>
            </a:lvl1pPr>
          </a:lstStyle>
          <a:p>
            <a:pPr/>
            <a:r>
              <a:t>Sed ut persp iciatis unde omnis iste natus error sit volupt atem accusantium dolor emque laudan tium, totam rem , </a:t>
            </a:r>
          </a:p>
        </p:txBody>
      </p:sp>
      <p:sp>
        <p:nvSpPr>
          <p:cNvPr id="10647" name="Shape 10647"/>
          <p:cNvSpPr/>
          <p:nvPr/>
        </p:nvSpPr>
        <p:spPr>
          <a:xfrm>
            <a:off x="18491489" y="6268398"/>
            <a:ext cx="4290587" cy="1696454"/>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600"/>
              </a:spcBef>
              <a:defRPr sz="2000">
                <a:latin typeface="Montserrat"/>
                <a:ea typeface="Montserrat"/>
                <a:cs typeface="Montserrat"/>
                <a:sym typeface="Montserrat"/>
              </a:defRPr>
            </a:lvl1pPr>
          </a:lstStyle>
          <a:p>
            <a:pPr/>
            <a:r>
              <a:t>Sed ut persp iciatis unde omnis iste natus error sit volupt atem accusantium dolor emque laudan tium, totam rem , </a:t>
            </a:r>
          </a:p>
        </p:txBody>
      </p:sp>
      <p:sp>
        <p:nvSpPr>
          <p:cNvPr id="10648" name="Shape 10648"/>
          <p:cNvSpPr/>
          <p:nvPr/>
        </p:nvSpPr>
        <p:spPr>
          <a:xfrm>
            <a:off x="10619194" y="4917239"/>
            <a:ext cx="2020267" cy="1616637"/>
          </a:xfrm>
          <a:custGeom>
            <a:avLst/>
            <a:gdLst/>
            <a:ahLst/>
            <a:cxnLst>
              <a:cxn ang="0">
                <a:pos x="wd2" y="hd2"/>
              </a:cxn>
              <a:cxn ang="5400000">
                <a:pos x="wd2" y="hd2"/>
              </a:cxn>
              <a:cxn ang="10800000">
                <a:pos x="wd2" y="hd2"/>
              </a:cxn>
              <a:cxn ang="16200000">
                <a:pos x="wd2" y="hd2"/>
              </a:cxn>
            </a:cxnLst>
            <a:rect l="0" t="0" r="r" b="b"/>
            <a:pathLst>
              <a:path w="20180" h="19854" fill="norm" stroke="1" extrusionOk="0">
                <a:moveTo>
                  <a:pt x="1789" y="19854"/>
                </a:moveTo>
                <a:lnTo>
                  <a:pt x="1789" y="19854"/>
                </a:lnTo>
                <a:cubicBezTo>
                  <a:pt x="-1420" y="14049"/>
                  <a:pt x="-194" y="6145"/>
                  <a:pt x="4527" y="2200"/>
                </a:cubicBezTo>
                <a:cubicBezTo>
                  <a:pt x="9248" y="-1746"/>
                  <a:pt x="15677" y="-239"/>
                  <a:pt x="18886" y="5565"/>
                </a:cubicBezTo>
                <a:cubicBezTo>
                  <a:pt x="19442" y="6572"/>
                  <a:pt x="19878" y="7671"/>
                  <a:pt x="20180" y="8829"/>
                </a:cubicBezTo>
              </a:path>
            </a:pathLst>
          </a:custGeom>
          <a:ln w="38100">
            <a:solidFill>
              <a:srgbClr val="4B4B4B"/>
            </a:solidFill>
            <a:prstDash val="sysDash"/>
            <a:bevel/>
            <a:headEnd type="oval"/>
            <a:tailEnd type="arrow"/>
          </a:ln>
        </p:spPr>
        <p:txBody>
          <a:bodyPr lIns="121919" tIns="121919" rIns="121919" bIns="121919" anchor="ctr"/>
          <a:lstStyle/>
          <a:p>
            <a:pPr defTabSz="914400">
              <a:defRPr sz="4800">
                <a:latin typeface="Calibri"/>
                <a:ea typeface="Calibri"/>
                <a:cs typeface="Calibri"/>
                <a:sym typeface="Calibri"/>
              </a:defRPr>
            </a:pPr>
          </a:p>
        </p:txBody>
      </p:sp>
      <p:sp>
        <p:nvSpPr>
          <p:cNvPr id="10649" name="Shape 10649"/>
          <p:cNvSpPr/>
          <p:nvPr/>
        </p:nvSpPr>
        <p:spPr>
          <a:xfrm>
            <a:off x="15882691" y="3992271"/>
            <a:ext cx="2020267" cy="1616636"/>
          </a:xfrm>
          <a:custGeom>
            <a:avLst/>
            <a:gdLst/>
            <a:ahLst/>
            <a:cxnLst>
              <a:cxn ang="0">
                <a:pos x="wd2" y="hd2"/>
              </a:cxn>
              <a:cxn ang="5400000">
                <a:pos x="wd2" y="hd2"/>
              </a:cxn>
              <a:cxn ang="10800000">
                <a:pos x="wd2" y="hd2"/>
              </a:cxn>
              <a:cxn ang="16200000">
                <a:pos x="wd2" y="hd2"/>
              </a:cxn>
            </a:cxnLst>
            <a:rect l="0" t="0" r="r" b="b"/>
            <a:pathLst>
              <a:path w="20180" h="19854" fill="norm" stroke="1" extrusionOk="0">
                <a:moveTo>
                  <a:pt x="1789" y="19854"/>
                </a:moveTo>
                <a:lnTo>
                  <a:pt x="1789" y="19854"/>
                </a:lnTo>
                <a:cubicBezTo>
                  <a:pt x="-1420" y="14049"/>
                  <a:pt x="-194" y="6145"/>
                  <a:pt x="4527" y="2200"/>
                </a:cubicBezTo>
                <a:cubicBezTo>
                  <a:pt x="9248" y="-1746"/>
                  <a:pt x="15677" y="-239"/>
                  <a:pt x="18886" y="5565"/>
                </a:cubicBezTo>
                <a:cubicBezTo>
                  <a:pt x="19442" y="6572"/>
                  <a:pt x="19878" y="7671"/>
                  <a:pt x="20180" y="8829"/>
                </a:cubicBezTo>
              </a:path>
            </a:pathLst>
          </a:custGeom>
          <a:ln w="38100">
            <a:solidFill>
              <a:srgbClr val="4B4B4B"/>
            </a:solidFill>
            <a:prstDash val="sysDash"/>
            <a:bevel/>
            <a:headEnd type="oval"/>
            <a:tailEnd type="arrow"/>
          </a:ln>
        </p:spPr>
        <p:txBody>
          <a:bodyPr lIns="121919" tIns="121919" rIns="121919" bIns="121919" anchor="ctr"/>
          <a:lstStyle/>
          <a:p>
            <a:pPr defTabSz="914400">
              <a:defRPr sz="4800">
                <a:latin typeface="Calibri"/>
                <a:ea typeface="Calibri"/>
                <a:cs typeface="Calibri"/>
                <a:sym typeface="Calibri"/>
              </a:defRPr>
            </a:pPr>
          </a:p>
        </p:txBody>
      </p:sp>
      <p:sp>
        <p:nvSpPr>
          <p:cNvPr id="10650" name="Shape 10650"/>
          <p:cNvSpPr/>
          <p:nvPr/>
        </p:nvSpPr>
        <p:spPr>
          <a:xfrm>
            <a:off x="1587499" y="7703118"/>
            <a:ext cx="5303526" cy="950325"/>
          </a:xfrm>
          <a:prstGeom prst="rect">
            <a:avLst/>
          </a:prstGeom>
          <a:solidFill>
            <a:srgbClr val="234770"/>
          </a:solidFill>
          <a:ln w="12700">
            <a:miter lim="400000"/>
          </a:ln>
        </p:spPr>
        <p:txBody>
          <a:bodyPr lIns="121919" tIns="121919" rIns="121919" bIns="121919" anchor="ctr"/>
          <a:lstStyle/>
          <a:p>
            <a:pPr defTabSz="825500">
              <a:defRPr sz="3200"/>
            </a:pPr>
          </a:p>
        </p:txBody>
      </p:sp>
      <p:sp>
        <p:nvSpPr>
          <p:cNvPr id="10651" name="Shape 10651"/>
          <p:cNvSpPr/>
          <p:nvPr/>
        </p:nvSpPr>
        <p:spPr>
          <a:xfrm>
            <a:off x="1587500" y="7703118"/>
            <a:ext cx="965388" cy="950325"/>
          </a:xfrm>
          <a:prstGeom prst="rect">
            <a:avLst/>
          </a:prstGeom>
          <a:solidFill>
            <a:srgbClr val="4B4B4B"/>
          </a:solidFill>
          <a:ln w="12700">
            <a:miter lim="400000"/>
          </a:ln>
        </p:spPr>
        <p:txBody>
          <a:bodyPr lIns="121919" tIns="121919" rIns="121919" bIns="121919" anchor="ctr"/>
          <a:lstStyle/>
          <a:p>
            <a:pPr defTabSz="825500">
              <a:defRPr sz="3200"/>
            </a:pPr>
          </a:p>
        </p:txBody>
      </p:sp>
      <p:sp>
        <p:nvSpPr>
          <p:cNvPr id="10652" name="Shape 10652"/>
          <p:cNvSpPr/>
          <p:nvPr/>
        </p:nvSpPr>
        <p:spPr>
          <a:xfrm>
            <a:off x="2842238" y="7957867"/>
            <a:ext cx="3778137" cy="432373"/>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300"/>
              </a:spcBef>
              <a:defRPr sz="3000">
                <a:solidFill>
                  <a:srgbClr val="FFFFFF"/>
                </a:solidFill>
                <a:latin typeface="Montserrat"/>
                <a:ea typeface="Montserrat"/>
                <a:cs typeface="Montserrat"/>
                <a:sym typeface="Montserrat"/>
              </a:defRPr>
            </a:lvl1pPr>
          </a:lstStyle>
          <a:p>
            <a:pPr/>
            <a:r>
              <a:t>Texto</a:t>
            </a:r>
          </a:p>
        </p:txBody>
      </p:sp>
      <p:sp>
        <p:nvSpPr>
          <p:cNvPr id="10653" name="Shape 10653"/>
          <p:cNvSpPr/>
          <p:nvPr/>
        </p:nvSpPr>
        <p:spPr>
          <a:xfrm>
            <a:off x="1867510" y="7747470"/>
            <a:ext cx="405368" cy="86162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lstStyle>
            <a:lvl1pPr defTabSz="914400">
              <a:defRPr sz="4800">
                <a:solidFill>
                  <a:srgbClr val="FFFFFF"/>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FFFFFF"/>
                </a:solidFill>
                <a:latin typeface="Helvetica"/>
                <a:ea typeface="Helvetica"/>
                <a:cs typeface="Helvetica"/>
                <a:sym typeface="Helvetica"/>
              </a:rPr>
              <a:t>1</a:t>
            </a:r>
          </a:p>
        </p:txBody>
      </p:sp>
      <p:sp>
        <p:nvSpPr>
          <p:cNvPr id="10654" name="Shape 10654"/>
          <p:cNvSpPr/>
          <p:nvPr/>
        </p:nvSpPr>
        <p:spPr>
          <a:xfrm>
            <a:off x="6887511" y="6755355"/>
            <a:ext cx="5303526" cy="950325"/>
          </a:xfrm>
          <a:prstGeom prst="rect">
            <a:avLst/>
          </a:prstGeom>
          <a:solidFill>
            <a:srgbClr val="234770"/>
          </a:solidFill>
          <a:ln w="12700">
            <a:miter lim="400000"/>
          </a:ln>
        </p:spPr>
        <p:txBody>
          <a:bodyPr lIns="121919" tIns="121919" rIns="121919" bIns="121919" anchor="ctr"/>
          <a:lstStyle/>
          <a:p>
            <a:pPr defTabSz="825500">
              <a:defRPr sz="3200"/>
            </a:pPr>
          </a:p>
        </p:txBody>
      </p:sp>
      <p:sp>
        <p:nvSpPr>
          <p:cNvPr id="10655" name="Shape 10655"/>
          <p:cNvSpPr/>
          <p:nvPr/>
        </p:nvSpPr>
        <p:spPr>
          <a:xfrm>
            <a:off x="6887511" y="6755355"/>
            <a:ext cx="965388" cy="950325"/>
          </a:xfrm>
          <a:prstGeom prst="rect">
            <a:avLst/>
          </a:prstGeom>
          <a:solidFill>
            <a:srgbClr val="4B4B4B"/>
          </a:solidFill>
          <a:ln w="12700">
            <a:miter lim="400000"/>
          </a:ln>
        </p:spPr>
        <p:txBody>
          <a:bodyPr lIns="121919" tIns="121919" rIns="121919" bIns="121919" anchor="ctr"/>
          <a:lstStyle/>
          <a:p>
            <a:pPr defTabSz="825500">
              <a:defRPr sz="3200"/>
            </a:pPr>
          </a:p>
        </p:txBody>
      </p:sp>
      <p:sp>
        <p:nvSpPr>
          <p:cNvPr id="10656" name="Shape 10656"/>
          <p:cNvSpPr/>
          <p:nvPr/>
        </p:nvSpPr>
        <p:spPr>
          <a:xfrm>
            <a:off x="8142250" y="7009617"/>
            <a:ext cx="3778136" cy="432373"/>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300"/>
              </a:spcBef>
              <a:defRPr sz="30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Texto</a:t>
            </a:r>
          </a:p>
        </p:txBody>
      </p:sp>
      <p:sp>
        <p:nvSpPr>
          <p:cNvPr id="10657" name="Shape 10657"/>
          <p:cNvSpPr/>
          <p:nvPr/>
        </p:nvSpPr>
        <p:spPr>
          <a:xfrm>
            <a:off x="7167521" y="6799707"/>
            <a:ext cx="405368" cy="861621"/>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lstStyle>
            <a:lvl1pPr defTabSz="914400">
              <a:defRPr sz="4800">
                <a:solidFill>
                  <a:srgbClr val="FFFFFF"/>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FFFFFF"/>
                </a:solidFill>
                <a:latin typeface="Helvetica"/>
                <a:ea typeface="Helvetica"/>
                <a:cs typeface="Helvetica"/>
                <a:sym typeface="Helvetica"/>
              </a:rPr>
              <a:t>2</a:t>
            </a:r>
          </a:p>
        </p:txBody>
      </p:sp>
      <p:sp>
        <p:nvSpPr>
          <p:cNvPr id="10658" name="Shape 10658"/>
          <p:cNvSpPr/>
          <p:nvPr/>
        </p:nvSpPr>
        <p:spPr>
          <a:xfrm>
            <a:off x="12192208" y="5807105"/>
            <a:ext cx="5303526" cy="950324"/>
          </a:xfrm>
          <a:prstGeom prst="rect">
            <a:avLst/>
          </a:prstGeom>
          <a:solidFill>
            <a:srgbClr val="234770"/>
          </a:solidFill>
          <a:ln w="12700">
            <a:miter lim="400000"/>
          </a:ln>
        </p:spPr>
        <p:txBody>
          <a:bodyPr lIns="121919" tIns="121919" rIns="121919" bIns="121919" anchor="ctr"/>
          <a:lstStyle/>
          <a:p>
            <a:pPr defTabSz="825500">
              <a:defRPr sz="3200"/>
            </a:pPr>
          </a:p>
        </p:txBody>
      </p:sp>
      <p:sp>
        <p:nvSpPr>
          <p:cNvPr id="10659" name="Shape 10659"/>
          <p:cNvSpPr/>
          <p:nvPr/>
        </p:nvSpPr>
        <p:spPr>
          <a:xfrm>
            <a:off x="12192208" y="5807105"/>
            <a:ext cx="965388" cy="950324"/>
          </a:xfrm>
          <a:prstGeom prst="rect">
            <a:avLst/>
          </a:prstGeom>
          <a:solidFill>
            <a:srgbClr val="4B4B4B"/>
          </a:solidFill>
          <a:ln w="12700">
            <a:miter lim="400000"/>
          </a:ln>
        </p:spPr>
        <p:txBody>
          <a:bodyPr lIns="121919" tIns="121919" rIns="121919" bIns="121919" anchor="ctr"/>
          <a:lstStyle/>
          <a:p>
            <a:pPr defTabSz="825500">
              <a:defRPr sz="3200"/>
            </a:pPr>
          </a:p>
        </p:txBody>
      </p:sp>
      <p:sp>
        <p:nvSpPr>
          <p:cNvPr id="10660" name="Shape 10660"/>
          <p:cNvSpPr/>
          <p:nvPr/>
        </p:nvSpPr>
        <p:spPr>
          <a:xfrm>
            <a:off x="13452194" y="6070881"/>
            <a:ext cx="3778137" cy="432373"/>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300"/>
              </a:spcBef>
              <a:defRPr sz="30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Texto</a:t>
            </a:r>
          </a:p>
        </p:txBody>
      </p:sp>
      <p:sp>
        <p:nvSpPr>
          <p:cNvPr id="10661" name="Shape 10661"/>
          <p:cNvSpPr/>
          <p:nvPr/>
        </p:nvSpPr>
        <p:spPr>
          <a:xfrm>
            <a:off x="12472218" y="5851456"/>
            <a:ext cx="405368" cy="861622"/>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lstStyle>
            <a:lvl1pPr defTabSz="914400">
              <a:defRPr sz="4800">
                <a:solidFill>
                  <a:srgbClr val="FFFFFF"/>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FFFFFF"/>
                </a:solidFill>
                <a:latin typeface="Helvetica"/>
                <a:ea typeface="Helvetica"/>
                <a:cs typeface="Helvetica"/>
                <a:sym typeface="Helvetica"/>
              </a:rPr>
              <a:t>3</a:t>
            </a:r>
          </a:p>
        </p:txBody>
      </p:sp>
      <p:sp>
        <p:nvSpPr>
          <p:cNvPr id="10662" name="Shape 10662"/>
          <p:cNvSpPr/>
          <p:nvPr/>
        </p:nvSpPr>
        <p:spPr>
          <a:xfrm>
            <a:off x="17492975" y="4859213"/>
            <a:ext cx="5303526" cy="950325"/>
          </a:xfrm>
          <a:prstGeom prst="rect">
            <a:avLst/>
          </a:prstGeom>
          <a:solidFill>
            <a:srgbClr val="234770"/>
          </a:solidFill>
          <a:ln w="12700">
            <a:miter lim="400000"/>
          </a:ln>
        </p:spPr>
        <p:txBody>
          <a:bodyPr lIns="121919" tIns="121919" rIns="121919" bIns="121919" anchor="ctr"/>
          <a:lstStyle/>
          <a:p>
            <a:pPr defTabSz="825500">
              <a:defRPr sz="3200"/>
            </a:pPr>
          </a:p>
        </p:txBody>
      </p:sp>
      <p:sp>
        <p:nvSpPr>
          <p:cNvPr id="10663" name="Shape 10663"/>
          <p:cNvSpPr/>
          <p:nvPr/>
        </p:nvSpPr>
        <p:spPr>
          <a:xfrm>
            <a:off x="17492977" y="4859213"/>
            <a:ext cx="965388" cy="950325"/>
          </a:xfrm>
          <a:prstGeom prst="rect">
            <a:avLst/>
          </a:prstGeom>
          <a:solidFill>
            <a:srgbClr val="4B4B4B"/>
          </a:solidFill>
          <a:ln w="12700">
            <a:miter lim="400000"/>
          </a:ln>
        </p:spPr>
        <p:txBody>
          <a:bodyPr lIns="121919" tIns="121919" rIns="121919" bIns="121919" anchor="ctr"/>
          <a:lstStyle/>
          <a:p>
            <a:pPr defTabSz="825500">
              <a:defRPr sz="3200"/>
            </a:pPr>
          </a:p>
        </p:txBody>
      </p:sp>
      <p:sp>
        <p:nvSpPr>
          <p:cNvPr id="10664" name="Shape 10664"/>
          <p:cNvSpPr/>
          <p:nvPr/>
        </p:nvSpPr>
        <p:spPr>
          <a:xfrm>
            <a:off x="18747714" y="5113470"/>
            <a:ext cx="3778137" cy="432373"/>
          </a:xfrm>
          <a:prstGeom prst="rect">
            <a:avLst/>
          </a:prstGeom>
          <a:ln w="12700">
            <a:miter lim="400000"/>
          </a:ln>
          <a:extLst>
            <a:ext uri="{C572A759-6A51-4108-AA02-DFA0A04FC94B}">
              <ma14:wrappingTextBoxFlag xmlns:ma14="http://schemas.microsoft.com/office/mac/drawingml/2011/main" val="1"/>
            </a:ext>
          </a:extLst>
        </p:spPr>
        <p:txBody>
          <a:bodyPr lIns="0" tIns="0" rIns="0" bIns="0"/>
          <a:lstStyle>
            <a:lvl1pPr defTabSz="914400">
              <a:lnSpc>
                <a:spcPts val="3400"/>
              </a:lnSpc>
              <a:spcBef>
                <a:spcPts val="300"/>
              </a:spcBef>
              <a:defRPr sz="30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Texto</a:t>
            </a:r>
          </a:p>
        </p:txBody>
      </p:sp>
      <p:sp>
        <p:nvSpPr>
          <p:cNvPr id="10665" name="Shape 10665"/>
          <p:cNvSpPr/>
          <p:nvPr/>
        </p:nvSpPr>
        <p:spPr>
          <a:xfrm>
            <a:off x="17772986" y="4892285"/>
            <a:ext cx="405368" cy="861622"/>
          </a:xfrm>
          <a:prstGeom prst="rect">
            <a:avLst/>
          </a:prstGeom>
          <a:ln w="12700">
            <a:miter lim="400000"/>
          </a:ln>
          <a:extLst>
            <a:ext uri="{C572A759-6A51-4108-AA02-DFA0A04FC94B}">
              <ma14:wrappingTextBoxFlag xmlns:ma14="http://schemas.microsoft.com/office/mac/drawingml/2011/main" val="1"/>
            </a:ext>
          </a:extLst>
        </p:spPr>
        <p:txBody>
          <a:bodyPr lIns="50800" tIns="50800" rIns="50800" bIns="50800" anchor="ctr"/>
          <a:lstStyle>
            <a:lvl1pPr defTabSz="914400">
              <a:defRPr sz="4800">
                <a:solidFill>
                  <a:srgbClr val="FFFFFF"/>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FFFFFF"/>
                </a:solidFill>
                <a:latin typeface="Helvetica"/>
                <a:ea typeface="Helvetica"/>
                <a:cs typeface="Helvetica"/>
                <a:sym typeface="Helvetica"/>
              </a:rPr>
              <a:t>4</a:t>
            </a:r>
          </a:p>
        </p:txBody>
      </p:sp>
      <p:sp>
        <p:nvSpPr>
          <p:cNvPr id="10666" name="Shape 10666"/>
          <p:cNvSpPr/>
          <p:nvPr/>
        </p:nvSpPr>
        <p:spPr>
          <a:xfrm>
            <a:off x="5797003" y="5818890"/>
            <a:ext cx="2020268" cy="1616636"/>
          </a:xfrm>
          <a:custGeom>
            <a:avLst/>
            <a:gdLst/>
            <a:ahLst/>
            <a:cxnLst>
              <a:cxn ang="0">
                <a:pos x="wd2" y="hd2"/>
              </a:cxn>
              <a:cxn ang="5400000">
                <a:pos x="wd2" y="hd2"/>
              </a:cxn>
              <a:cxn ang="10800000">
                <a:pos x="wd2" y="hd2"/>
              </a:cxn>
              <a:cxn ang="16200000">
                <a:pos x="wd2" y="hd2"/>
              </a:cxn>
            </a:cxnLst>
            <a:rect l="0" t="0" r="r" b="b"/>
            <a:pathLst>
              <a:path w="20180" h="19854" fill="norm" stroke="1" extrusionOk="0">
                <a:moveTo>
                  <a:pt x="1789" y="19854"/>
                </a:moveTo>
                <a:lnTo>
                  <a:pt x="1789" y="19854"/>
                </a:lnTo>
                <a:cubicBezTo>
                  <a:pt x="-1420" y="14049"/>
                  <a:pt x="-194" y="6145"/>
                  <a:pt x="4527" y="2200"/>
                </a:cubicBezTo>
                <a:cubicBezTo>
                  <a:pt x="9248" y="-1746"/>
                  <a:pt x="15677" y="-239"/>
                  <a:pt x="18886" y="5565"/>
                </a:cubicBezTo>
                <a:cubicBezTo>
                  <a:pt x="19442" y="6572"/>
                  <a:pt x="19878" y="7671"/>
                  <a:pt x="20180" y="8829"/>
                </a:cubicBezTo>
              </a:path>
            </a:pathLst>
          </a:custGeom>
          <a:ln w="38100">
            <a:solidFill>
              <a:srgbClr val="4B4B4B"/>
            </a:solidFill>
            <a:prstDash val="sysDash"/>
            <a:bevel/>
            <a:headEnd type="oval"/>
            <a:tailEnd type="arrow"/>
          </a:ln>
        </p:spPr>
        <p:txBody>
          <a:bodyPr lIns="121919" tIns="121919" rIns="121919" bIns="121919" anchor="ctr"/>
          <a:lstStyle/>
          <a:p>
            <a:pPr defTabSz="914400">
              <a:defRPr sz="4800">
                <a:latin typeface="Calibri"/>
                <a:ea typeface="Calibri"/>
                <a:cs typeface="Calibri"/>
                <a:sym typeface="Calibri"/>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644"/>
                                        </p:tgtEl>
                                        <p:attrNameLst>
                                          <p:attrName>style.visibility</p:attrName>
                                        </p:attrNameLst>
                                      </p:cBhvr>
                                      <p:to>
                                        <p:strVal val="visible"/>
                                      </p:to>
                                    </p:set>
                                    <p:animEffect filter="wipe(left)" transition="in">
                                      <p:cBhvr>
                                        <p:cTn id="7" dur="700"/>
                                        <p:tgtEl>
                                          <p:spTgt spid="10644"/>
                                        </p:tgtEl>
                                      </p:cBhvr>
                                    </p:animEffect>
                                  </p:childTnLst>
                                </p:cTn>
                              </p:par>
                            </p:childTnLst>
                          </p:cTn>
                        </p:par>
                        <p:par>
                          <p:cTn id="8" fill="hold">
                            <p:stCondLst>
                              <p:cond delay="700"/>
                            </p:stCondLst>
                            <p:childTnLst>
                              <p:par>
                                <p:cTn id="9" presetClass="entr" nodeType="afterEffect" presetSubtype="8" presetID="22" grpId="2" fill="hold">
                                  <p:stCondLst>
                                    <p:cond delay="0"/>
                                  </p:stCondLst>
                                  <p:iterate type="el" backwards="0">
                                    <p:tmAbs val="0"/>
                                  </p:iterate>
                                  <p:childTnLst>
                                    <p:set>
                                      <p:cBhvr>
                                        <p:cTn id="10" fill="hold"/>
                                        <p:tgtEl>
                                          <p:spTgt spid="10645"/>
                                        </p:tgtEl>
                                        <p:attrNameLst>
                                          <p:attrName>style.visibility</p:attrName>
                                        </p:attrNameLst>
                                      </p:cBhvr>
                                      <p:to>
                                        <p:strVal val="visible"/>
                                      </p:to>
                                    </p:set>
                                    <p:animEffect filter="wipe(left)" transition="in">
                                      <p:cBhvr>
                                        <p:cTn id="11" dur="700"/>
                                        <p:tgtEl>
                                          <p:spTgt spid="10645"/>
                                        </p:tgtEl>
                                      </p:cBhvr>
                                    </p:animEffect>
                                  </p:childTnLst>
                                </p:cTn>
                              </p:par>
                            </p:childTnLst>
                          </p:cTn>
                        </p:par>
                        <p:par>
                          <p:cTn id="12" fill="hold">
                            <p:stCondLst>
                              <p:cond delay="1400"/>
                            </p:stCondLst>
                            <p:childTnLst>
                              <p:par>
                                <p:cTn id="13" presetClass="entr" nodeType="afterEffect" presetSubtype="8" presetID="22" grpId="3" fill="hold">
                                  <p:stCondLst>
                                    <p:cond delay="0"/>
                                  </p:stCondLst>
                                  <p:iterate type="el" backwards="0">
                                    <p:tmAbs val="0"/>
                                  </p:iterate>
                                  <p:childTnLst>
                                    <p:set>
                                      <p:cBhvr>
                                        <p:cTn id="14" fill="hold"/>
                                        <p:tgtEl>
                                          <p:spTgt spid="10646"/>
                                        </p:tgtEl>
                                        <p:attrNameLst>
                                          <p:attrName>style.visibility</p:attrName>
                                        </p:attrNameLst>
                                      </p:cBhvr>
                                      <p:to>
                                        <p:strVal val="visible"/>
                                      </p:to>
                                    </p:set>
                                    <p:animEffect filter="wipe(left)" transition="in">
                                      <p:cBhvr>
                                        <p:cTn id="15" dur="700"/>
                                        <p:tgtEl>
                                          <p:spTgt spid="10646"/>
                                        </p:tgtEl>
                                      </p:cBhvr>
                                    </p:animEffect>
                                  </p:childTnLst>
                                </p:cTn>
                              </p:par>
                            </p:childTnLst>
                          </p:cTn>
                        </p:par>
                        <p:par>
                          <p:cTn id="16" fill="hold">
                            <p:stCondLst>
                              <p:cond delay="2100"/>
                            </p:stCondLst>
                            <p:childTnLst>
                              <p:par>
                                <p:cTn id="17" presetClass="entr" nodeType="afterEffect" presetSubtype="8" presetID="22" grpId="4" fill="hold">
                                  <p:stCondLst>
                                    <p:cond delay="0"/>
                                  </p:stCondLst>
                                  <p:iterate type="el" backwards="0">
                                    <p:tmAbs val="0"/>
                                  </p:iterate>
                                  <p:childTnLst>
                                    <p:set>
                                      <p:cBhvr>
                                        <p:cTn id="18" fill="hold"/>
                                        <p:tgtEl>
                                          <p:spTgt spid="10647"/>
                                        </p:tgtEl>
                                        <p:attrNameLst>
                                          <p:attrName>style.visibility</p:attrName>
                                        </p:attrNameLst>
                                      </p:cBhvr>
                                      <p:to>
                                        <p:strVal val="visible"/>
                                      </p:to>
                                    </p:set>
                                    <p:animEffect filter="wipe(left)" transition="in">
                                      <p:cBhvr>
                                        <p:cTn id="19" dur="700"/>
                                        <p:tgtEl>
                                          <p:spTgt spid="10647"/>
                                        </p:tgtEl>
                                      </p:cBhvr>
                                    </p:animEffect>
                                  </p:childTnLst>
                                </p:cTn>
                              </p:par>
                            </p:childTnLst>
                          </p:cTn>
                        </p:par>
                        <p:par>
                          <p:cTn id="20" fill="hold">
                            <p:stCondLst>
                              <p:cond delay="2800"/>
                            </p:stCondLst>
                            <p:childTnLst>
                              <p:par>
                                <p:cTn id="21" presetClass="entr" nodeType="afterEffect" presetSubtype="8" presetID="22" grpId="5" fill="hold">
                                  <p:stCondLst>
                                    <p:cond delay="0"/>
                                  </p:stCondLst>
                                  <p:iterate type="el" backwards="0">
                                    <p:tmAbs val="0"/>
                                  </p:iterate>
                                  <p:childTnLst>
                                    <p:set>
                                      <p:cBhvr>
                                        <p:cTn id="22" fill="hold"/>
                                        <p:tgtEl>
                                          <p:spTgt spid="10643"/>
                                        </p:tgtEl>
                                        <p:attrNameLst>
                                          <p:attrName>style.visibility</p:attrName>
                                        </p:attrNameLst>
                                      </p:cBhvr>
                                      <p:to>
                                        <p:strVal val="visible"/>
                                      </p:to>
                                    </p:set>
                                    <p:animEffect filter="wipe(left)" transition="in">
                                      <p:cBhvr>
                                        <p:cTn id="23" dur="700"/>
                                        <p:tgtEl>
                                          <p:spTgt spid="10643"/>
                                        </p:tgtEl>
                                      </p:cBhvr>
                                    </p:animEffect>
                                  </p:childTnLst>
                                </p:cTn>
                              </p:par>
                            </p:childTnLst>
                          </p:cTn>
                        </p:par>
                        <p:par>
                          <p:cTn id="24" fill="hold">
                            <p:stCondLst>
                              <p:cond delay="3500"/>
                            </p:stCondLst>
                            <p:childTnLst>
                              <p:par>
                                <p:cTn id="25" presetClass="entr" nodeType="afterEffect" presetSubtype="8" presetID="22" grpId="6" fill="hold">
                                  <p:stCondLst>
                                    <p:cond delay="0"/>
                                  </p:stCondLst>
                                  <p:iterate type="el" backwards="0">
                                    <p:tmAbs val="0"/>
                                  </p:iterate>
                                  <p:childTnLst>
                                    <p:set>
                                      <p:cBhvr>
                                        <p:cTn id="26" fill="hold"/>
                                        <p:tgtEl>
                                          <p:spTgt spid="10648"/>
                                        </p:tgtEl>
                                        <p:attrNameLst>
                                          <p:attrName>style.visibility</p:attrName>
                                        </p:attrNameLst>
                                      </p:cBhvr>
                                      <p:to>
                                        <p:strVal val="visible"/>
                                      </p:to>
                                    </p:set>
                                    <p:animEffect filter="wipe(left)" transition="in">
                                      <p:cBhvr>
                                        <p:cTn id="27" dur="700"/>
                                        <p:tgtEl>
                                          <p:spTgt spid="10648"/>
                                        </p:tgtEl>
                                      </p:cBhvr>
                                    </p:animEffect>
                                  </p:childTnLst>
                                </p:cTn>
                              </p:par>
                            </p:childTnLst>
                          </p:cTn>
                        </p:par>
                        <p:par>
                          <p:cTn id="28" fill="hold">
                            <p:stCondLst>
                              <p:cond delay="4200"/>
                            </p:stCondLst>
                            <p:childTnLst>
                              <p:par>
                                <p:cTn id="29" presetClass="entr" nodeType="afterEffect" presetSubtype="8" presetID="22" grpId="7" fill="hold">
                                  <p:stCondLst>
                                    <p:cond delay="0"/>
                                  </p:stCondLst>
                                  <p:iterate type="el" backwards="0">
                                    <p:tmAbs val="0"/>
                                  </p:iterate>
                                  <p:childTnLst>
                                    <p:set>
                                      <p:cBhvr>
                                        <p:cTn id="30" fill="hold"/>
                                        <p:tgtEl>
                                          <p:spTgt spid="10649"/>
                                        </p:tgtEl>
                                        <p:attrNameLst>
                                          <p:attrName>style.visibility</p:attrName>
                                        </p:attrNameLst>
                                      </p:cBhvr>
                                      <p:to>
                                        <p:strVal val="visible"/>
                                      </p:to>
                                    </p:set>
                                    <p:animEffect filter="wipe(left)" transition="in">
                                      <p:cBhvr>
                                        <p:cTn id="31" dur="700"/>
                                        <p:tgtEl>
                                          <p:spTgt spid="10649"/>
                                        </p:tgtEl>
                                      </p:cBhvr>
                                    </p:animEffect>
                                  </p:childTnLst>
                                </p:cTn>
                              </p:par>
                            </p:childTnLst>
                          </p:cTn>
                        </p:par>
                        <p:par>
                          <p:cTn id="32" fill="hold">
                            <p:stCondLst>
                              <p:cond delay="4900"/>
                            </p:stCondLst>
                            <p:childTnLst>
                              <p:par>
                                <p:cTn id="33" presetClass="entr" nodeType="afterEffect" presetSubtype="8" presetID="22" grpId="8" fill="hold">
                                  <p:stCondLst>
                                    <p:cond delay="0"/>
                                  </p:stCondLst>
                                  <p:iterate type="el" backwards="0">
                                    <p:tmAbs val="0"/>
                                  </p:iterate>
                                  <p:childTnLst>
                                    <p:set>
                                      <p:cBhvr>
                                        <p:cTn id="34" fill="hold"/>
                                        <p:tgtEl>
                                          <p:spTgt spid="10666"/>
                                        </p:tgtEl>
                                        <p:attrNameLst>
                                          <p:attrName>style.visibility</p:attrName>
                                        </p:attrNameLst>
                                      </p:cBhvr>
                                      <p:to>
                                        <p:strVal val="visible"/>
                                      </p:to>
                                    </p:set>
                                    <p:animEffect filter="wipe(left)" transition="in">
                                      <p:cBhvr>
                                        <p:cTn id="35" dur="700"/>
                                        <p:tgtEl>
                                          <p:spTgt spid="106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643" grpId="5"/>
      <p:bldP build="whole" bldLvl="1" animBg="1" rev="0" advAuto="0" spid="10644" grpId="1"/>
      <p:bldP build="whole" bldLvl="1" animBg="1" rev="0" advAuto="0" spid="10645" grpId="2"/>
      <p:bldP build="whole" bldLvl="1" animBg="1" rev="0" advAuto="0" spid="10646" grpId="3"/>
      <p:bldP build="whole" bldLvl="1" animBg="1" rev="0" advAuto="0" spid="10648" grpId="6"/>
      <p:bldP build="whole" bldLvl="1" animBg="1" rev="0" advAuto="0" spid="10649" grpId="7"/>
      <p:bldP build="whole" bldLvl="1" animBg="1" rev="0" advAuto="0" spid="10666" grpId="8"/>
      <p:bldP build="whole" bldLvl="1" animBg="1" rev="0" advAuto="0" spid="10647" grpId="4"/>
    </p:bldLst>
  </p:timing>
</p:sld>
</file>

<file path=ppt/slides/slide274.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668" name="Shape 10668"/>
          <p:cNvSpPr/>
          <p:nvPr>
            <p:ph type="title"/>
          </p:nvPr>
        </p:nvSpPr>
        <p:spPr>
          <a:prstGeom prst="rect">
            <a:avLst/>
          </a:prstGeom>
        </p:spPr>
        <p:txBody>
          <a:bodyPr/>
          <a:lstStyle/>
          <a:p>
            <a:pPr/>
            <a:r>
              <a:t>Pasos  / Plan</a:t>
            </a:r>
          </a:p>
        </p:txBody>
      </p:sp>
      <p:sp>
        <p:nvSpPr>
          <p:cNvPr id="10669" name="Shape 10669"/>
          <p:cNvSpPr/>
          <p:nvPr/>
        </p:nvSpPr>
        <p:spPr>
          <a:xfrm>
            <a:off x="8401895" y="3503441"/>
            <a:ext cx="7580210" cy="7580210"/>
          </a:xfrm>
          <a:prstGeom prst="ellipse">
            <a:avLst/>
          </a:prstGeom>
          <a:ln w="25400">
            <a:solidFill>
              <a:srgbClr val="000000"/>
            </a:solidFill>
            <a:prstDash val="sysDash"/>
            <a:bevel/>
            <a:tailEnd type="triangle"/>
          </a:ln>
        </p:spPr>
        <p:txBody>
          <a:bodyPr lIns="121919" tIns="121919" rIns="121919" bIns="121919" anchor="ctr"/>
          <a:lstStyle/>
          <a:p>
            <a:pPr defTabSz="914400">
              <a:defRPr sz="4800">
                <a:solidFill>
                  <a:srgbClr val="FFFFFF"/>
                </a:solidFill>
                <a:latin typeface="Calibri"/>
                <a:ea typeface="Calibri"/>
                <a:cs typeface="Calibri"/>
                <a:sym typeface="Calibri"/>
              </a:defRPr>
            </a:pPr>
          </a:p>
        </p:txBody>
      </p:sp>
      <p:grpSp>
        <p:nvGrpSpPr>
          <p:cNvPr id="10672" name="Group 10672"/>
          <p:cNvGrpSpPr/>
          <p:nvPr/>
        </p:nvGrpSpPr>
        <p:grpSpPr>
          <a:xfrm>
            <a:off x="9042031" y="3921677"/>
            <a:ext cx="1219201" cy="1219201"/>
            <a:chOff x="0" y="0"/>
            <a:chExt cx="1219200" cy="1219200"/>
          </a:xfrm>
        </p:grpSpPr>
        <p:sp>
          <p:nvSpPr>
            <p:cNvPr id="10670" name="Shape 10670"/>
            <p:cNvSpPr/>
            <p:nvPr/>
          </p:nvSpPr>
          <p:spPr>
            <a:xfrm>
              <a:off x="0" y="0"/>
              <a:ext cx="1219200" cy="1219200"/>
            </a:xfrm>
            <a:prstGeom prst="ellipse">
              <a:avLst/>
            </a:prstGeom>
            <a:solidFill>
              <a:srgbClr val="234770"/>
            </a:solidFill>
            <a:ln w="12700" cap="flat">
              <a:noFill/>
              <a:miter lim="400000"/>
              <a:tailEnd type="triangle" w="med" len="med"/>
            </a:ln>
            <a:effectLst/>
          </p:spPr>
          <p:txBody>
            <a:bodyPr wrap="square" lIns="121919" tIns="121919" rIns="121919" bIns="121919" numCol="1" anchor="ctr">
              <a:noAutofit/>
            </a:bodyPr>
            <a:lstStyle/>
            <a:p>
              <a:pPr defTabSz="825500">
                <a:defRPr sz="3200"/>
              </a:pPr>
            </a:p>
          </p:txBody>
        </p:sp>
        <p:sp>
          <p:nvSpPr>
            <p:cNvPr id="10671" name="Shape 10671"/>
            <p:cNvSpPr/>
            <p:nvPr/>
          </p:nvSpPr>
          <p:spPr>
            <a:xfrm>
              <a:off x="395173" y="17927"/>
              <a:ext cx="428854" cy="10668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none" lIns="50800" tIns="50800" rIns="50800" bIns="50800" numCol="1"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1</a:t>
              </a:r>
            </a:p>
          </p:txBody>
        </p:sp>
      </p:grpSp>
      <p:sp>
        <p:nvSpPr>
          <p:cNvPr id="10673" name="Shape 10673"/>
          <p:cNvSpPr/>
          <p:nvPr/>
        </p:nvSpPr>
        <p:spPr>
          <a:xfrm>
            <a:off x="7835538" y="6683946"/>
            <a:ext cx="1219201" cy="1219201"/>
          </a:xfrm>
          <a:prstGeom prst="ellipse">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674" name="Shape 10674"/>
          <p:cNvSpPr/>
          <p:nvPr/>
        </p:nvSpPr>
        <p:spPr>
          <a:xfrm>
            <a:off x="8168939" y="6760146"/>
            <a:ext cx="552400" cy="10668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3</a:t>
            </a:r>
          </a:p>
        </p:txBody>
      </p:sp>
      <p:sp>
        <p:nvSpPr>
          <p:cNvPr id="10675" name="Shape 10675"/>
          <p:cNvSpPr/>
          <p:nvPr/>
        </p:nvSpPr>
        <p:spPr>
          <a:xfrm>
            <a:off x="9042031" y="9446215"/>
            <a:ext cx="1219201" cy="1219201"/>
          </a:xfrm>
          <a:prstGeom prst="ellipse">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676" name="Shape 10676"/>
          <p:cNvSpPr/>
          <p:nvPr/>
        </p:nvSpPr>
        <p:spPr>
          <a:xfrm>
            <a:off x="9351048" y="9522415"/>
            <a:ext cx="601168" cy="10668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4</a:t>
            </a:r>
          </a:p>
        </p:txBody>
      </p:sp>
      <p:sp>
        <p:nvSpPr>
          <p:cNvPr id="10677" name="Shape 10677"/>
          <p:cNvSpPr/>
          <p:nvPr/>
        </p:nvSpPr>
        <p:spPr>
          <a:xfrm>
            <a:off x="14137307" y="3921677"/>
            <a:ext cx="1219201" cy="1219201"/>
          </a:xfrm>
          <a:prstGeom prst="ellipse">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678" name="Shape 10678"/>
          <p:cNvSpPr/>
          <p:nvPr/>
        </p:nvSpPr>
        <p:spPr>
          <a:xfrm>
            <a:off x="14450794" y="3997877"/>
            <a:ext cx="592227" cy="10668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2</a:t>
            </a:r>
          </a:p>
        </p:txBody>
      </p:sp>
      <p:sp>
        <p:nvSpPr>
          <p:cNvPr id="10679" name="Shape 10679"/>
          <p:cNvSpPr/>
          <p:nvPr/>
        </p:nvSpPr>
        <p:spPr>
          <a:xfrm>
            <a:off x="15376824" y="6683946"/>
            <a:ext cx="1219201" cy="1219201"/>
          </a:xfrm>
          <a:prstGeom prst="ellipse">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680" name="Shape 10680"/>
          <p:cNvSpPr/>
          <p:nvPr/>
        </p:nvSpPr>
        <p:spPr>
          <a:xfrm>
            <a:off x="15694223" y="6760146"/>
            <a:ext cx="601168" cy="10668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4</a:t>
            </a:r>
          </a:p>
        </p:txBody>
      </p:sp>
      <p:sp>
        <p:nvSpPr>
          <p:cNvPr id="10681" name="Shape 10681"/>
          <p:cNvSpPr/>
          <p:nvPr/>
        </p:nvSpPr>
        <p:spPr>
          <a:xfrm>
            <a:off x="14137307" y="9446215"/>
            <a:ext cx="1219201" cy="1219201"/>
          </a:xfrm>
          <a:prstGeom prst="ellipse">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682" name="Shape 10682"/>
          <p:cNvSpPr/>
          <p:nvPr/>
        </p:nvSpPr>
        <p:spPr>
          <a:xfrm>
            <a:off x="14439821" y="9522415"/>
            <a:ext cx="614173" cy="1066801"/>
          </a:xfrm>
          <a:prstGeom prst="rect">
            <a:avLst/>
          </a:prstGeom>
          <a:ln w="12700">
            <a:miter lim="400000"/>
          </a:ln>
          <a:extLst>
            <a:ext uri="{C572A759-6A51-4108-AA02-DFA0A04FC94B}">
              <ma14:wrappingTextBoxFlag xmlns:ma14="http://schemas.microsoft.com/office/mac/drawingml/2011/main" val="1"/>
            </a:ext>
          </a:extLst>
        </p:spPr>
        <p:txBody>
          <a:bodyPr wrap="none" lIns="50800" tIns="50800" rIns="50800" bIns="50800" anchor="ctr">
            <a:spAutoFit/>
          </a:bodyPr>
          <a:lstStyle>
            <a:lvl1pPr defTabSz="914400">
              <a:defRPr sz="64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6</a:t>
            </a:r>
          </a:p>
        </p:txBody>
      </p:sp>
      <p:grpSp>
        <p:nvGrpSpPr>
          <p:cNvPr id="10691" name="Group 10691"/>
          <p:cNvGrpSpPr/>
          <p:nvPr/>
        </p:nvGrpSpPr>
        <p:grpSpPr>
          <a:xfrm>
            <a:off x="9977834" y="5052123"/>
            <a:ext cx="4816707" cy="4431909"/>
            <a:chOff x="0" y="0"/>
            <a:chExt cx="4816705" cy="4431907"/>
          </a:xfrm>
        </p:grpSpPr>
        <p:grpSp>
          <p:nvGrpSpPr>
            <p:cNvPr id="10687" name="Group 10687"/>
            <p:cNvGrpSpPr/>
            <p:nvPr/>
          </p:nvGrpSpPr>
          <p:grpSpPr>
            <a:xfrm>
              <a:off x="0" y="165501"/>
              <a:ext cx="4266407" cy="4266407"/>
              <a:chOff x="0" y="0"/>
              <a:chExt cx="4266406" cy="4266406"/>
            </a:xfrm>
          </p:grpSpPr>
          <p:sp>
            <p:nvSpPr>
              <p:cNvPr id="10683" name="Shape 10683"/>
              <p:cNvSpPr/>
              <p:nvPr/>
            </p:nvSpPr>
            <p:spPr>
              <a:xfrm>
                <a:off x="0" y="0"/>
                <a:ext cx="4266407" cy="4266407"/>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close/>
                    <a:moveTo>
                      <a:pt x="10812" y="1585"/>
                    </a:moveTo>
                    <a:cubicBezTo>
                      <a:pt x="15895" y="1585"/>
                      <a:pt x="20015" y="5708"/>
                      <a:pt x="20015" y="10790"/>
                    </a:cubicBezTo>
                    <a:cubicBezTo>
                      <a:pt x="20015" y="15873"/>
                      <a:pt x="15895" y="19993"/>
                      <a:pt x="10812" y="19993"/>
                    </a:cubicBezTo>
                    <a:cubicBezTo>
                      <a:pt x="5729" y="19993"/>
                      <a:pt x="1609" y="15873"/>
                      <a:pt x="1609" y="10790"/>
                    </a:cubicBezTo>
                    <a:cubicBezTo>
                      <a:pt x="1609" y="5708"/>
                      <a:pt x="5729" y="1585"/>
                      <a:pt x="10812" y="1585"/>
                    </a:cubicBezTo>
                    <a:close/>
                  </a:path>
                </a:pathLst>
              </a:custGeom>
              <a:solidFill>
                <a:srgbClr val="4B4B4B"/>
              </a:solidFill>
              <a:ln w="12700" cap="flat">
                <a:noFill/>
                <a:miter lim="400000"/>
              </a:ln>
              <a:effectLst/>
            </p:spPr>
            <p:txBody>
              <a:bodyPr wrap="square" lIns="38100" tIns="38100" rIns="38100" bIns="38100" numCol="1" anchor="ctr">
                <a:noAutofit/>
              </a:bodyPr>
              <a:lstStyle/>
              <a:p>
                <a:pPr defTabSz="825500">
                  <a:defRPr sz="3200"/>
                </a:pPr>
              </a:p>
            </p:txBody>
          </p:sp>
          <p:sp>
            <p:nvSpPr>
              <p:cNvPr id="10684" name="Shape 10684"/>
              <p:cNvSpPr/>
              <p:nvPr/>
            </p:nvSpPr>
            <p:spPr>
              <a:xfrm>
                <a:off x="670306" y="665909"/>
                <a:ext cx="2928542" cy="292854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799" y="0"/>
                    </a:moveTo>
                    <a:cubicBezTo>
                      <a:pt x="4834" y="0"/>
                      <a:pt x="0" y="4834"/>
                      <a:pt x="0" y="10799"/>
                    </a:cubicBezTo>
                    <a:cubicBezTo>
                      <a:pt x="0" y="16763"/>
                      <a:pt x="4834" y="21600"/>
                      <a:pt x="10799" y="21600"/>
                    </a:cubicBezTo>
                    <a:cubicBezTo>
                      <a:pt x="16763" y="21600"/>
                      <a:pt x="21600" y="16763"/>
                      <a:pt x="21600" y="10799"/>
                    </a:cubicBezTo>
                    <a:cubicBezTo>
                      <a:pt x="21600" y="4834"/>
                      <a:pt x="16763" y="0"/>
                      <a:pt x="10799" y="0"/>
                    </a:cubicBezTo>
                    <a:close/>
                    <a:moveTo>
                      <a:pt x="10816" y="2345"/>
                    </a:moveTo>
                    <a:cubicBezTo>
                      <a:pt x="15495" y="2345"/>
                      <a:pt x="19287" y="6137"/>
                      <a:pt x="19287" y="10816"/>
                    </a:cubicBezTo>
                    <a:cubicBezTo>
                      <a:pt x="19287" y="15496"/>
                      <a:pt x="15495" y="19287"/>
                      <a:pt x="10816" y="19287"/>
                    </a:cubicBezTo>
                    <a:cubicBezTo>
                      <a:pt x="6137" y="19287"/>
                      <a:pt x="2345" y="15496"/>
                      <a:pt x="2345" y="10816"/>
                    </a:cubicBezTo>
                    <a:cubicBezTo>
                      <a:pt x="2345" y="6137"/>
                      <a:pt x="6137" y="2345"/>
                      <a:pt x="10816" y="2345"/>
                    </a:cubicBezTo>
                    <a:close/>
                  </a:path>
                </a:pathLst>
              </a:custGeom>
              <a:solidFill>
                <a:srgbClr val="4B4B4B"/>
              </a:solidFill>
              <a:ln w="12700" cap="flat">
                <a:noFill/>
                <a:miter lim="400000"/>
              </a:ln>
              <a:effectLst/>
            </p:spPr>
            <p:txBody>
              <a:bodyPr wrap="square" lIns="38100" tIns="38100" rIns="38100" bIns="38100" numCol="1" anchor="ctr">
                <a:noAutofit/>
              </a:bodyPr>
              <a:lstStyle/>
              <a:p>
                <a:pPr defTabSz="825500">
                  <a:defRPr sz="3200"/>
                </a:pPr>
              </a:p>
            </p:txBody>
          </p:sp>
          <p:sp>
            <p:nvSpPr>
              <p:cNvPr id="10685" name="Shape 10685"/>
              <p:cNvSpPr/>
              <p:nvPr/>
            </p:nvSpPr>
            <p:spPr>
              <a:xfrm>
                <a:off x="1340643" y="1336278"/>
                <a:ext cx="1590676" cy="159067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0"/>
                    </a:moveTo>
                    <a:cubicBezTo>
                      <a:pt x="4836" y="0"/>
                      <a:pt x="0" y="4836"/>
                      <a:pt x="0" y="10800"/>
                    </a:cubicBezTo>
                    <a:cubicBezTo>
                      <a:pt x="0" y="16764"/>
                      <a:pt x="4836" y="21600"/>
                      <a:pt x="10800" y="21600"/>
                    </a:cubicBezTo>
                    <a:cubicBezTo>
                      <a:pt x="16764" y="21600"/>
                      <a:pt x="21600" y="16764"/>
                      <a:pt x="21600" y="10800"/>
                    </a:cubicBezTo>
                    <a:cubicBezTo>
                      <a:pt x="21600" y="4836"/>
                      <a:pt x="16764" y="0"/>
                      <a:pt x="10800" y="0"/>
                    </a:cubicBezTo>
                    <a:close/>
                    <a:moveTo>
                      <a:pt x="10762" y="4139"/>
                    </a:moveTo>
                    <a:cubicBezTo>
                      <a:pt x="14454" y="4139"/>
                      <a:pt x="17450" y="7130"/>
                      <a:pt x="17450" y="10822"/>
                    </a:cubicBezTo>
                    <a:cubicBezTo>
                      <a:pt x="17450" y="14514"/>
                      <a:pt x="14454" y="17510"/>
                      <a:pt x="10762" y="17510"/>
                    </a:cubicBezTo>
                    <a:cubicBezTo>
                      <a:pt x="7070" y="17510"/>
                      <a:pt x="4080" y="14514"/>
                      <a:pt x="4080" y="10822"/>
                    </a:cubicBezTo>
                    <a:cubicBezTo>
                      <a:pt x="4080" y="7130"/>
                      <a:pt x="7070" y="4139"/>
                      <a:pt x="10762" y="4139"/>
                    </a:cubicBezTo>
                    <a:close/>
                  </a:path>
                </a:pathLst>
              </a:custGeom>
              <a:solidFill>
                <a:srgbClr val="4B4B4B"/>
              </a:solidFill>
              <a:ln w="12700" cap="flat">
                <a:noFill/>
                <a:miter lim="400000"/>
              </a:ln>
              <a:effectLst/>
            </p:spPr>
            <p:txBody>
              <a:bodyPr wrap="square" lIns="38100" tIns="38100" rIns="38100" bIns="38100" numCol="1" anchor="ctr">
                <a:noAutofit/>
              </a:bodyPr>
              <a:lstStyle/>
              <a:p>
                <a:pPr defTabSz="825500">
                  <a:defRPr sz="3200"/>
                </a:pPr>
              </a:p>
            </p:txBody>
          </p:sp>
          <p:sp>
            <p:nvSpPr>
              <p:cNvPr id="10686" name="Shape 10686"/>
              <p:cNvSpPr/>
              <p:nvPr/>
            </p:nvSpPr>
            <p:spPr>
              <a:xfrm>
                <a:off x="1902187" y="1902143"/>
                <a:ext cx="462128" cy="462128"/>
              </a:xfrm>
              <a:prstGeom prst="ellipse">
                <a:avLst/>
              </a:prstGeom>
              <a:solidFill>
                <a:srgbClr val="4B4B4B"/>
              </a:solidFill>
              <a:ln w="12700" cap="flat">
                <a:noFill/>
                <a:miter lim="400000"/>
              </a:ln>
              <a:effectLst/>
            </p:spPr>
            <p:txBody>
              <a:bodyPr wrap="square" lIns="38100" tIns="38100" rIns="38100" bIns="38100" numCol="1" anchor="ctr">
                <a:noAutofit/>
              </a:bodyPr>
              <a:lstStyle/>
              <a:p>
                <a:pPr defTabSz="825500">
                  <a:defRPr sz="3200"/>
                </a:pPr>
              </a:p>
            </p:txBody>
          </p:sp>
        </p:grpSp>
        <p:grpSp>
          <p:nvGrpSpPr>
            <p:cNvPr id="10690" name="Group 10690"/>
            <p:cNvGrpSpPr/>
            <p:nvPr/>
          </p:nvGrpSpPr>
          <p:grpSpPr>
            <a:xfrm>
              <a:off x="2128540" y="-1"/>
              <a:ext cx="2688166" cy="2332344"/>
              <a:chOff x="0" y="0"/>
              <a:chExt cx="2688165" cy="2332342"/>
            </a:xfrm>
          </p:grpSpPr>
          <p:sp>
            <p:nvSpPr>
              <p:cNvPr id="10688" name="Shape 10688"/>
              <p:cNvSpPr/>
              <p:nvPr/>
            </p:nvSpPr>
            <p:spPr>
              <a:xfrm>
                <a:off x="1606233" y="0"/>
                <a:ext cx="1081933" cy="107605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52" y="19593"/>
                    </a:moveTo>
                    <a:lnTo>
                      <a:pt x="0" y="14046"/>
                    </a:lnTo>
                    <a:lnTo>
                      <a:pt x="11035" y="0"/>
                    </a:lnTo>
                    <a:lnTo>
                      <a:pt x="10659" y="11646"/>
                    </a:lnTo>
                    <a:lnTo>
                      <a:pt x="21600" y="14361"/>
                    </a:lnTo>
                    <a:lnTo>
                      <a:pt x="5322" y="21600"/>
                    </a:lnTo>
                    <a:cubicBezTo>
                      <a:pt x="5322" y="21600"/>
                      <a:pt x="352" y="19593"/>
                      <a:pt x="352" y="19593"/>
                    </a:cubicBezTo>
                    <a:close/>
                  </a:path>
                </a:pathLst>
              </a:custGeom>
              <a:solidFill>
                <a:srgbClr val="64AAE6"/>
              </a:solidFill>
              <a:ln w="12700" cap="flat">
                <a:noFill/>
                <a:miter lim="400000"/>
              </a:ln>
              <a:effectLst/>
            </p:spPr>
            <p:txBody>
              <a:bodyPr wrap="square" lIns="38100" tIns="38100" rIns="38100" bIns="38100" numCol="1" anchor="ctr">
                <a:noAutofit/>
              </a:bodyPr>
              <a:lstStyle/>
              <a:p>
                <a:pPr defTabSz="825500">
                  <a:defRPr sz="3200"/>
                </a:pPr>
              </a:p>
            </p:txBody>
          </p:sp>
          <p:sp>
            <p:nvSpPr>
              <p:cNvPr id="10689" name="Shape 10689"/>
              <p:cNvSpPr/>
              <p:nvPr/>
            </p:nvSpPr>
            <p:spPr>
              <a:xfrm>
                <a:off x="0" y="404823"/>
                <a:ext cx="2325574" cy="192752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1326" y="19288"/>
                    </a:lnTo>
                    <a:lnTo>
                      <a:pt x="20826" y="0"/>
                    </a:lnTo>
                    <a:lnTo>
                      <a:pt x="21600" y="1107"/>
                    </a:lnTo>
                    <a:lnTo>
                      <a:pt x="2146" y="20589"/>
                    </a:lnTo>
                    <a:cubicBezTo>
                      <a:pt x="2146" y="20589"/>
                      <a:pt x="0" y="21600"/>
                      <a:pt x="0" y="21600"/>
                    </a:cubicBezTo>
                    <a:close/>
                  </a:path>
                </a:pathLst>
              </a:custGeom>
              <a:solidFill>
                <a:srgbClr val="4678AF"/>
              </a:solidFill>
              <a:ln w="12700" cap="flat">
                <a:noFill/>
                <a:miter lim="400000"/>
              </a:ln>
              <a:effectLst/>
            </p:spPr>
            <p:txBody>
              <a:bodyPr wrap="square" lIns="38100" tIns="38100" rIns="38100" bIns="38100" numCol="1" anchor="ctr">
                <a:noAutofit/>
              </a:bodyPr>
              <a:lstStyle/>
              <a:p>
                <a:pPr defTabSz="825500">
                  <a:defRPr sz="3200"/>
                </a:pPr>
              </a:p>
            </p:txBody>
          </p:sp>
        </p:gr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10669"/>
                                        </p:tgtEl>
                                        <p:attrNameLst>
                                          <p:attrName>style.visibility</p:attrName>
                                        </p:attrNameLst>
                                      </p:cBhvr>
                                      <p:to>
                                        <p:strVal val="visible"/>
                                      </p:to>
                                    </p:set>
                                    <p:animEffect filter="wipe(up)" transition="in">
                                      <p:cBhvr>
                                        <p:cTn id="7" dur="700"/>
                                        <p:tgtEl>
                                          <p:spTgt spid="10669"/>
                                        </p:tgtEl>
                                      </p:cBhvr>
                                    </p:animEffect>
                                  </p:childTnLst>
                                </p:cTn>
                              </p:par>
                            </p:childTnLst>
                          </p:cTn>
                        </p:par>
                        <p:par>
                          <p:cTn id="8" fill="hold">
                            <p:stCondLst>
                              <p:cond delay="700"/>
                            </p:stCondLst>
                            <p:childTnLst>
                              <p:par>
                                <p:cTn id="9" presetClass="entr" nodeType="afterEffect" presetID="9" grpId="2" fill="hold">
                                  <p:stCondLst>
                                    <p:cond delay="0"/>
                                  </p:stCondLst>
                                  <p:iterate type="el" backwards="0">
                                    <p:tmAbs val="0"/>
                                  </p:iterate>
                                  <p:childTnLst>
                                    <p:set>
                                      <p:cBhvr>
                                        <p:cTn id="10" fill="hold"/>
                                        <p:tgtEl>
                                          <p:spTgt spid="10691"/>
                                        </p:tgtEl>
                                        <p:attrNameLst>
                                          <p:attrName>style.visibility</p:attrName>
                                        </p:attrNameLst>
                                      </p:cBhvr>
                                      <p:to>
                                        <p:strVal val="visible"/>
                                      </p:to>
                                    </p:set>
                                    <p:animEffect filter="dissolve" transition="in">
                                      <p:cBhvr>
                                        <p:cTn id="11" dur="700"/>
                                        <p:tgtEl>
                                          <p:spTgt spid="1069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669" grpId="1"/>
      <p:bldP build="whole" bldLvl="1" animBg="1" rev="0" advAuto="0" spid="10691" grpId="2"/>
    </p:bldLst>
  </p:timing>
</p:sld>
</file>

<file path=ppt/slides/slide275.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693" name="Shape 10693"/>
          <p:cNvSpPr/>
          <p:nvPr>
            <p:ph type="title"/>
          </p:nvPr>
        </p:nvSpPr>
        <p:spPr>
          <a:prstGeom prst="rect">
            <a:avLst/>
          </a:prstGeom>
        </p:spPr>
        <p:txBody>
          <a:bodyPr/>
          <a:lstStyle/>
          <a:p>
            <a:pPr/>
            <a:r>
              <a:t>Propuesta contenidos</a:t>
            </a:r>
          </a:p>
        </p:txBody>
      </p:sp>
      <p:grpSp>
        <p:nvGrpSpPr>
          <p:cNvPr id="10710" name="Group 10710"/>
          <p:cNvGrpSpPr/>
          <p:nvPr/>
        </p:nvGrpSpPr>
        <p:grpSpPr>
          <a:xfrm>
            <a:off x="6860967" y="2177291"/>
            <a:ext cx="10508373" cy="10309823"/>
            <a:chOff x="0" y="0"/>
            <a:chExt cx="10508372" cy="10309821"/>
          </a:xfrm>
        </p:grpSpPr>
        <p:sp>
          <p:nvSpPr>
            <p:cNvPr id="10694" name="Shape 10694"/>
            <p:cNvSpPr/>
            <p:nvPr/>
          </p:nvSpPr>
          <p:spPr>
            <a:xfrm flipH="1">
              <a:off x="6503009" y="3826803"/>
              <a:ext cx="2991420" cy="1016343"/>
            </a:xfrm>
            <a:custGeom>
              <a:avLst/>
              <a:gdLst/>
              <a:ahLst/>
              <a:cxnLst>
                <a:cxn ang="0">
                  <a:pos x="wd2" y="hd2"/>
                </a:cxn>
                <a:cxn ang="5400000">
                  <a:pos x="wd2" y="hd2"/>
                </a:cxn>
                <a:cxn ang="10800000">
                  <a:pos x="wd2" y="hd2"/>
                </a:cxn>
                <a:cxn ang="16200000">
                  <a:pos x="wd2" y="hd2"/>
                </a:cxn>
              </a:cxnLst>
              <a:rect l="0" t="0" r="r" b="b"/>
              <a:pathLst>
                <a:path w="21600" h="12793" fill="norm" stroke="1" extrusionOk="0">
                  <a:moveTo>
                    <a:pt x="0" y="3480"/>
                  </a:moveTo>
                  <a:cubicBezTo>
                    <a:pt x="0" y="3480"/>
                    <a:pt x="12318" y="-8807"/>
                    <a:pt x="21600" y="12793"/>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695" name="Shape 10695"/>
            <p:cNvSpPr/>
            <p:nvPr/>
          </p:nvSpPr>
          <p:spPr>
            <a:xfrm flipH="1">
              <a:off x="6366343" y="2478038"/>
              <a:ext cx="4142030" cy="1952654"/>
            </a:xfrm>
            <a:custGeom>
              <a:avLst/>
              <a:gdLst/>
              <a:ahLst/>
              <a:cxnLst>
                <a:cxn ang="0">
                  <a:pos x="wd2" y="hd2"/>
                </a:cxn>
                <a:cxn ang="5400000">
                  <a:pos x="wd2" y="hd2"/>
                </a:cxn>
                <a:cxn ang="10800000">
                  <a:pos x="wd2" y="hd2"/>
                </a:cxn>
                <a:cxn ang="16200000">
                  <a:pos x="wd2" y="hd2"/>
                </a:cxn>
              </a:cxnLst>
              <a:rect l="0" t="0" r="r" b="b"/>
              <a:pathLst>
                <a:path w="21600" h="15168" fill="norm" stroke="1" extrusionOk="0">
                  <a:moveTo>
                    <a:pt x="0" y="1374"/>
                  </a:moveTo>
                  <a:cubicBezTo>
                    <a:pt x="0" y="1374"/>
                    <a:pt x="14044" y="-6432"/>
                    <a:pt x="21600" y="15168"/>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696" name="Shape 10696"/>
            <p:cNvSpPr/>
            <p:nvPr/>
          </p:nvSpPr>
          <p:spPr>
            <a:xfrm flipH="1">
              <a:off x="5644800" y="1139611"/>
              <a:ext cx="3880213" cy="2680275"/>
            </a:xfrm>
            <a:custGeom>
              <a:avLst/>
              <a:gdLst/>
              <a:ahLst/>
              <a:cxnLst>
                <a:cxn ang="0">
                  <a:pos x="wd2" y="hd2"/>
                </a:cxn>
                <a:cxn ang="5400000">
                  <a:pos x="wd2" y="hd2"/>
                </a:cxn>
                <a:cxn ang="10800000">
                  <a:pos x="wd2" y="hd2"/>
                </a:cxn>
                <a:cxn ang="16200000">
                  <a:pos x="wd2" y="hd2"/>
                </a:cxn>
              </a:cxnLst>
              <a:rect l="0" t="0" r="r" b="b"/>
              <a:pathLst>
                <a:path w="21600" h="18449" fill="norm" stroke="1" extrusionOk="0">
                  <a:moveTo>
                    <a:pt x="0" y="186"/>
                  </a:moveTo>
                  <a:cubicBezTo>
                    <a:pt x="0" y="186"/>
                    <a:pt x="16470" y="-3151"/>
                    <a:pt x="21600" y="18449"/>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697" name="Shape 10697"/>
            <p:cNvSpPr/>
            <p:nvPr/>
          </p:nvSpPr>
          <p:spPr>
            <a:xfrm flipH="1">
              <a:off x="5251914" y="0"/>
              <a:ext cx="2918021" cy="3748410"/>
            </a:xfrm>
            <a:custGeom>
              <a:avLst/>
              <a:gdLst/>
              <a:ahLst/>
              <a:cxnLst>
                <a:cxn ang="0">
                  <a:pos x="wd2" y="hd2"/>
                </a:cxn>
                <a:cxn ang="5400000">
                  <a:pos x="wd2" y="hd2"/>
                </a:cxn>
                <a:cxn ang="10800000">
                  <a:pos x="wd2" y="hd2"/>
                </a:cxn>
                <a:cxn ang="16200000">
                  <a:pos x="wd2" y="hd2"/>
                </a:cxn>
              </a:cxnLst>
              <a:rect l="0" t="0" r="r" b="b"/>
              <a:pathLst>
                <a:path w="21035" h="21600" fill="norm" stroke="1" extrusionOk="0">
                  <a:moveTo>
                    <a:pt x="0" y="0"/>
                  </a:moveTo>
                  <a:cubicBezTo>
                    <a:pt x="0" y="0"/>
                    <a:pt x="21600" y="2564"/>
                    <a:pt x="21024" y="21600"/>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698" name="Shape 10698"/>
            <p:cNvSpPr/>
            <p:nvPr/>
          </p:nvSpPr>
          <p:spPr>
            <a:xfrm>
              <a:off x="1013943" y="3826803"/>
              <a:ext cx="2991420" cy="1016343"/>
            </a:xfrm>
            <a:custGeom>
              <a:avLst/>
              <a:gdLst/>
              <a:ahLst/>
              <a:cxnLst>
                <a:cxn ang="0">
                  <a:pos x="wd2" y="hd2"/>
                </a:cxn>
                <a:cxn ang="5400000">
                  <a:pos x="wd2" y="hd2"/>
                </a:cxn>
                <a:cxn ang="10800000">
                  <a:pos x="wd2" y="hd2"/>
                </a:cxn>
                <a:cxn ang="16200000">
                  <a:pos x="wd2" y="hd2"/>
                </a:cxn>
              </a:cxnLst>
              <a:rect l="0" t="0" r="r" b="b"/>
              <a:pathLst>
                <a:path w="21600" h="12793" fill="norm" stroke="1" extrusionOk="0">
                  <a:moveTo>
                    <a:pt x="0" y="3480"/>
                  </a:moveTo>
                  <a:cubicBezTo>
                    <a:pt x="0" y="3480"/>
                    <a:pt x="12318" y="-8807"/>
                    <a:pt x="21600" y="12793"/>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699" name="Shape 10699"/>
            <p:cNvSpPr/>
            <p:nvPr/>
          </p:nvSpPr>
          <p:spPr>
            <a:xfrm>
              <a:off x="0" y="2478038"/>
              <a:ext cx="4142030" cy="1952654"/>
            </a:xfrm>
            <a:custGeom>
              <a:avLst/>
              <a:gdLst/>
              <a:ahLst/>
              <a:cxnLst>
                <a:cxn ang="0">
                  <a:pos x="wd2" y="hd2"/>
                </a:cxn>
                <a:cxn ang="5400000">
                  <a:pos x="wd2" y="hd2"/>
                </a:cxn>
                <a:cxn ang="10800000">
                  <a:pos x="wd2" y="hd2"/>
                </a:cxn>
                <a:cxn ang="16200000">
                  <a:pos x="wd2" y="hd2"/>
                </a:cxn>
              </a:cxnLst>
              <a:rect l="0" t="0" r="r" b="b"/>
              <a:pathLst>
                <a:path w="21600" h="15168" fill="norm" stroke="1" extrusionOk="0">
                  <a:moveTo>
                    <a:pt x="0" y="1374"/>
                  </a:moveTo>
                  <a:cubicBezTo>
                    <a:pt x="0" y="1374"/>
                    <a:pt x="14044" y="-6432"/>
                    <a:pt x="21600" y="15168"/>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0" name="Shape 10700"/>
            <p:cNvSpPr/>
            <p:nvPr/>
          </p:nvSpPr>
          <p:spPr>
            <a:xfrm>
              <a:off x="983360" y="1139611"/>
              <a:ext cx="3880213" cy="2680275"/>
            </a:xfrm>
            <a:custGeom>
              <a:avLst/>
              <a:gdLst/>
              <a:ahLst/>
              <a:cxnLst>
                <a:cxn ang="0">
                  <a:pos x="wd2" y="hd2"/>
                </a:cxn>
                <a:cxn ang="5400000">
                  <a:pos x="wd2" y="hd2"/>
                </a:cxn>
                <a:cxn ang="10800000">
                  <a:pos x="wd2" y="hd2"/>
                </a:cxn>
                <a:cxn ang="16200000">
                  <a:pos x="wd2" y="hd2"/>
                </a:cxn>
              </a:cxnLst>
              <a:rect l="0" t="0" r="r" b="b"/>
              <a:pathLst>
                <a:path w="21600" h="18449" fill="norm" stroke="1" extrusionOk="0">
                  <a:moveTo>
                    <a:pt x="0" y="186"/>
                  </a:moveTo>
                  <a:cubicBezTo>
                    <a:pt x="0" y="186"/>
                    <a:pt x="16470" y="-3151"/>
                    <a:pt x="21600" y="18449"/>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1" name="Shape 10701"/>
            <p:cNvSpPr/>
            <p:nvPr/>
          </p:nvSpPr>
          <p:spPr>
            <a:xfrm>
              <a:off x="2338437" y="0"/>
              <a:ext cx="2918022" cy="3748410"/>
            </a:xfrm>
            <a:custGeom>
              <a:avLst/>
              <a:gdLst/>
              <a:ahLst/>
              <a:cxnLst>
                <a:cxn ang="0">
                  <a:pos x="wd2" y="hd2"/>
                </a:cxn>
                <a:cxn ang="5400000">
                  <a:pos x="wd2" y="hd2"/>
                </a:cxn>
                <a:cxn ang="10800000">
                  <a:pos x="wd2" y="hd2"/>
                </a:cxn>
                <a:cxn ang="16200000">
                  <a:pos x="wd2" y="hd2"/>
                </a:cxn>
              </a:cxnLst>
              <a:rect l="0" t="0" r="r" b="b"/>
              <a:pathLst>
                <a:path w="21035" h="21600" fill="norm" stroke="1" extrusionOk="0">
                  <a:moveTo>
                    <a:pt x="0" y="0"/>
                  </a:moveTo>
                  <a:cubicBezTo>
                    <a:pt x="0" y="0"/>
                    <a:pt x="21600" y="2564"/>
                    <a:pt x="21024" y="21600"/>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2" name="Shape 10702"/>
            <p:cNvSpPr/>
            <p:nvPr/>
          </p:nvSpPr>
          <p:spPr>
            <a:xfrm rot="10800000">
              <a:off x="6503009" y="5466676"/>
              <a:ext cx="2991420" cy="1016343"/>
            </a:xfrm>
            <a:custGeom>
              <a:avLst/>
              <a:gdLst/>
              <a:ahLst/>
              <a:cxnLst>
                <a:cxn ang="0">
                  <a:pos x="wd2" y="hd2"/>
                </a:cxn>
                <a:cxn ang="5400000">
                  <a:pos x="wd2" y="hd2"/>
                </a:cxn>
                <a:cxn ang="10800000">
                  <a:pos x="wd2" y="hd2"/>
                </a:cxn>
                <a:cxn ang="16200000">
                  <a:pos x="wd2" y="hd2"/>
                </a:cxn>
              </a:cxnLst>
              <a:rect l="0" t="0" r="r" b="b"/>
              <a:pathLst>
                <a:path w="21600" h="12793" fill="norm" stroke="1" extrusionOk="0">
                  <a:moveTo>
                    <a:pt x="0" y="3480"/>
                  </a:moveTo>
                  <a:cubicBezTo>
                    <a:pt x="0" y="3480"/>
                    <a:pt x="12318" y="-8807"/>
                    <a:pt x="21600" y="12793"/>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3" name="Shape 10703"/>
            <p:cNvSpPr/>
            <p:nvPr/>
          </p:nvSpPr>
          <p:spPr>
            <a:xfrm rot="10800000">
              <a:off x="6366343" y="5879129"/>
              <a:ext cx="4142030" cy="1952655"/>
            </a:xfrm>
            <a:custGeom>
              <a:avLst/>
              <a:gdLst/>
              <a:ahLst/>
              <a:cxnLst>
                <a:cxn ang="0">
                  <a:pos x="wd2" y="hd2"/>
                </a:cxn>
                <a:cxn ang="5400000">
                  <a:pos x="wd2" y="hd2"/>
                </a:cxn>
                <a:cxn ang="10800000">
                  <a:pos x="wd2" y="hd2"/>
                </a:cxn>
                <a:cxn ang="16200000">
                  <a:pos x="wd2" y="hd2"/>
                </a:cxn>
              </a:cxnLst>
              <a:rect l="0" t="0" r="r" b="b"/>
              <a:pathLst>
                <a:path w="21600" h="15168" fill="norm" stroke="1" extrusionOk="0">
                  <a:moveTo>
                    <a:pt x="0" y="1374"/>
                  </a:moveTo>
                  <a:cubicBezTo>
                    <a:pt x="0" y="1374"/>
                    <a:pt x="14044" y="-6432"/>
                    <a:pt x="21600" y="15168"/>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4" name="Shape 10704"/>
            <p:cNvSpPr/>
            <p:nvPr/>
          </p:nvSpPr>
          <p:spPr>
            <a:xfrm rot="10800000">
              <a:off x="5644800" y="6489936"/>
              <a:ext cx="3880213" cy="2680275"/>
            </a:xfrm>
            <a:custGeom>
              <a:avLst/>
              <a:gdLst/>
              <a:ahLst/>
              <a:cxnLst>
                <a:cxn ang="0">
                  <a:pos x="wd2" y="hd2"/>
                </a:cxn>
                <a:cxn ang="5400000">
                  <a:pos x="wd2" y="hd2"/>
                </a:cxn>
                <a:cxn ang="10800000">
                  <a:pos x="wd2" y="hd2"/>
                </a:cxn>
                <a:cxn ang="16200000">
                  <a:pos x="wd2" y="hd2"/>
                </a:cxn>
              </a:cxnLst>
              <a:rect l="0" t="0" r="r" b="b"/>
              <a:pathLst>
                <a:path w="21600" h="18449" fill="norm" stroke="1" extrusionOk="0">
                  <a:moveTo>
                    <a:pt x="0" y="186"/>
                  </a:moveTo>
                  <a:cubicBezTo>
                    <a:pt x="0" y="186"/>
                    <a:pt x="16470" y="-3151"/>
                    <a:pt x="21600" y="18449"/>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5" name="Shape 10705"/>
            <p:cNvSpPr/>
            <p:nvPr/>
          </p:nvSpPr>
          <p:spPr>
            <a:xfrm rot="10800000">
              <a:off x="5251914" y="6561411"/>
              <a:ext cx="2918021" cy="3748411"/>
            </a:xfrm>
            <a:custGeom>
              <a:avLst/>
              <a:gdLst/>
              <a:ahLst/>
              <a:cxnLst>
                <a:cxn ang="0">
                  <a:pos x="wd2" y="hd2"/>
                </a:cxn>
                <a:cxn ang="5400000">
                  <a:pos x="wd2" y="hd2"/>
                </a:cxn>
                <a:cxn ang="10800000">
                  <a:pos x="wd2" y="hd2"/>
                </a:cxn>
                <a:cxn ang="16200000">
                  <a:pos x="wd2" y="hd2"/>
                </a:cxn>
              </a:cxnLst>
              <a:rect l="0" t="0" r="r" b="b"/>
              <a:pathLst>
                <a:path w="21035" h="21600" fill="norm" stroke="1" extrusionOk="0">
                  <a:moveTo>
                    <a:pt x="0" y="0"/>
                  </a:moveTo>
                  <a:cubicBezTo>
                    <a:pt x="0" y="0"/>
                    <a:pt x="21600" y="2564"/>
                    <a:pt x="21024" y="21600"/>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6" name="Shape 10706"/>
            <p:cNvSpPr/>
            <p:nvPr/>
          </p:nvSpPr>
          <p:spPr>
            <a:xfrm flipH="1" rot="10800000">
              <a:off x="1013943" y="5466676"/>
              <a:ext cx="2991420" cy="1016343"/>
            </a:xfrm>
            <a:custGeom>
              <a:avLst/>
              <a:gdLst/>
              <a:ahLst/>
              <a:cxnLst>
                <a:cxn ang="0">
                  <a:pos x="wd2" y="hd2"/>
                </a:cxn>
                <a:cxn ang="5400000">
                  <a:pos x="wd2" y="hd2"/>
                </a:cxn>
                <a:cxn ang="10800000">
                  <a:pos x="wd2" y="hd2"/>
                </a:cxn>
                <a:cxn ang="16200000">
                  <a:pos x="wd2" y="hd2"/>
                </a:cxn>
              </a:cxnLst>
              <a:rect l="0" t="0" r="r" b="b"/>
              <a:pathLst>
                <a:path w="21600" h="12793" fill="norm" stroke="1" extrusionOk="0">
                  <a:moveTo>
                    <a:pt x="0" y="3480"/>
                  </a:moveTo>
                  <a:cubicBezTo>
                    <a:pt x="0" y="3480"/>
                    <a:pt x="12318" y="-8807"/>
                    <a:pt x="21600" y="12793"/>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7" name="Shape 10707"/>
            <p:cNvSpPr/>
            <p:nvPr/>
          </p:nvSpPr>
          <p:spPr>
            <a:xfrm flipH="1" rot="10800000">
              <a:off x="0" y="5879129"/>
              <a:ext cx="4142030" cy="1952655"/>
            </a:xfrm>
            <a:custGeom>
              <a:avLst/>
              <a:gdLst/>
              <a:ahLst/>
              <a:cxnLst>
                <a:cxn ang="0">
                  <a:pos x="wd2" y="hd2"/>
                </a:cxn>
                <a:cxn ang="5400000">
                  <a:pos x="wd2" y="hd2"/>
                </a:cxn>
                <a:cxn ang="10800000">
                  <a:pos x="wd2" y="hd2"/>
                </a:cxn>
                <a:cxn ang="16200000">
                  <a:pos x="wd2" y="hd2"/>
                </a:cxn>
              </a:cxnLst>
              <a:rect l="0" t="0" r="r" b="b"/>
              <a:pathLst>
                <a:path w="21600" h="15168" fill="norm" stroke="1" extrusionOk="0">
                  <a:moveTo>
                    <a:pt x="0" y="1374"/>
                  </a:moveTo>
                  <a:cubicBezTo>
                    <a:pt x="0" y="1374"/>
                    <a:pt x="14044" y="-6432"/>
                    <a:pt x="21600" y="15168"/>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8" name="Shape 10708"/>
            <p:cNvSpPr/>
            <p:nvPr/>
          </p:nvSpPr>
          <p:spPr>
            <a:xfrm flipH="1" rot="10800000">
              <a:off x="983360" y="6489936"/>
              <a:ext cx="3880213" cy="2680275"/>
            </a:xfrm>
            <a:custGeom>
              <a:avLst/>
              <a:gdLst/>
              <a:ahLst/>
              <a:cxnLst>
                <a:cxn ang="0">
                  <a:pos x="wd2" y="hd2"/>
                </a:cxn>
                <a:cxn ang="5400000">
                  <a:pos x="wd2" y="hd2"/>
                </a:cxn>
                <a:cxn ang="10800000">
                  <a:pos x="wd2" y="hd2"/>
                </a:cxn>
                <a:cxn ang="16200000">
                  <a:pos x="wd2" y="hd2"/>
                </a:cxn>
              </a:cxnLst>
              <a:rect l="0" t="0" r="r" b="b"/>
              <a:pathLst>
                <a:path w="21600" h="18449" fill="norm" stroke="1" extrusionOk="0">
                  <a:moveTo>
                    <a:pt x="0" y="186"/>
                  </a:moveTo>
                  <a:cubicBezTo>
                    <a:pt x="0" y="186"/>
                    <a:pt x="16470" y="-3151"/>
                    <a:pt x="21600" y="18449"/>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sp>
          <p:nvSpPr>
            <p:cNvPr id="10709" name="Shape 10709"/>
            <p:cNvSpPr/>
            <p:nvPr/>
          </p:nvSpPr>
          <p:spPr>
            <a:xfrm flipH="1" rot="10800000">
              <a:off x="2338437" y="6561411"/>
              <a:ext cx="2918022" cy="3748411"/>
            </a:xfrm>
            <a:custGeom>
              <a:avLst/>
              <a:gdLst/>
              <a:ahLst/>
              <a:cxnLst>
                <a:cxn ang="0">
                  <a:pos x="wd2" y="hd2"/>
                </a:cxn>
                <a:cxn ang="5400000">
                  <a:pos x="wd2" y="hd2"/>
                </a:cxn>
                <a:cxn ang="10800000">
                  <a:pos x="wd2" y="hd2"/>
                </a:cxn>
                <a:cxn ang="16200000">
                  <a:pos x="wd2" y="hd2"/>
                </a:cxn>
              </a:cxnLst>
              <a:rect l="0" t="0" r="r" b="b"/>
              <a:pathLst>
                <a:path w="21035" h="21600" fill="norm" stroke="1" extrusionOk="0">
                  <a:moveTo>
                    <a:pt x="0" y="0"/>
                  </a:moveTo>
                  <a:cubicBezTo>
                    <a:pt x="0" y="0"/>
                    <a:pt x="21600" y="2564"/>
                    <a:pt x="21024" y="21600"/>
                  </a:cubicBezTo>
                </a:path>
              </a:pathLst>
            </a:custGeom>
            <a:noFill/>
            <a:ln w="38100" cap="flat">
              <a:solidFill>
                <a:srgbClr val="E5E5E5"/>
              </a:solidFill>
              <a:prstDash val="solid"/>
              <a:miter lim="400000"/>
              <a:headEnd type="triangle" w="med" len="med"/>
              <a:tailEnd type="triangle" w="med" len="med"/>
            </a:ln>
            <a:effectLst/>
          </p:spPr>
          <p:txBody>
            <a:bodyPr wrap="square" lIns="50800" tIns="50800" rIns="50800" bIns="50800" numCol="1" anchor="ctr">
              <a:noAutofit/>
            </a:bodyPr>
            <a:lstStyle/>
            <a:p>
              <a:pPr>
                <a:defRPr sz="4200">
                  <a:latin typeface="Gill Sans"/>
                  <a:ea typeface="Gill Sans"/>
                  <a:cs typeface="Gill Sans"/>
                  <a:sym typeface="Gill Sans"/>
                </a:defRPr>
              </a:pPr>
            </a:p>
          </p:txBody>
        </p:sp>
      </p:grpSp>
      <p:sp>
        <p:nvSpPr>
          <p:cNvPr id="10711" name="Shape 10711"/>
          <p:cNvSpPr/>
          <p:nvPr/>
        </p:nvSpPr>
        <p:spPr>
          <a:xfrm>
            <a:off x="9186577" y="4403626"/>
            <a:ext cx="5857154" cy="5857154"/>
          </a:xfrm>
          <a:prstGeom prst="ellipse">
            <a:avLst/>
          </a:prstGeom>
          <a:solidFill>
            <a:srgbClr val="234770"/>
          </a:solidFill>
          <a:ln w="12700">
            <a:miter lim="400000"/>
          </a:ln>
        </p:spPr>
        <p:txBody>
          <a:bodyPr lIns="0" tIns="0" rIns="0" bIns="0" anchor="ctr"/>
          <a:lstStyle/>
          <a:p>
            <a:pPr defTabSz="457200">
              <a:lnSpc>
                <a:spcPct val="90000"/>
              </a:lnSpc>
              <a:spcBef>
                <a:spcPts val="5500"/>
              </a:spcBef>
              <a:defRPr sz="4000">
                <a:solidFill>
                  <a:srgbClr val="FFFFFF"/>
                </a:solidFill>
                <a:latin typeface="Montserrat"/>
                <a:ea typeface="Montserrat"/>
                <a:cs typeface="Montserrat"/>
                <a:sym typeface="Montserrat"/>
              </a:defRPr>
            </a:pPr>
          </a:p>
        </p:txBody>
      </p:sp>
      <p:sp>
        <p:nvSpPr>
          <p:cNvPr id="10712" name="Shape 10712"/>
          <p:cNvSpPr/>
          <p:nvPr/>
        </p:nvSpPr>
        <p:spPr>
          <a:xfrm>
            <a:off x="6568099" y="1663749"/>
            <a:ext cx="2511548"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3" name="Shape 10713"/>
          <p:cNvSpPr/>
          <p:nvPr/>
        </p:nvSpPr>
        <p:spPr>
          <a:xfrm>
            <a:off x="5017698" y="3144307"/>
            <a:ext cx="2511548"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4" name="Shape 10714"/>
          <p:cNvSpPr/>
          <p:nvPr/>
        </p:nvSpPr>
        <p:spPr>
          <a:xfrm>
            <a:off x="4134647" y="4624864"/>
            <a:ext cx="2511548"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5" name="Shape 10715"/>
          <p:cNvSpPr/>
          <p:nvPr/>
        </p:nvSpPr>
        <p:spPr>
          <a:xfrm>
            <a:off x="5212936" y="6105423"/>
            <a:ext cx="2511549"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6" name="Shape 10716"/>
          <p:cNvSpPr/>
          <p:nvPr/>
        </p:nvSpPr>
        <p:spPr>
          <a:xfrm>
            <a:off x="5212936" y="7945545"/>
            <a:ext cx="2511549"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7" name="Shape 10717"/>
          <p:cNvSpPr/>
          <p:nvPr/>
        </p:nvSpPr>
        <p:spPr>
          <a:xfrm>
            <a:off x="4134647" y="9426102"/>
            <a:ext cx="2511548"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8" name="Shape 10718"/>
          <p:cNvSpPr/>
          <p:nvPr/>
        </p:nvSpPr>
        <p:spPr>
          <a:xfrm>
            <a:off x="5017698" y="10906659"/>
            <a:ext cx="2511548"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19" name="Shape 10719"/>
          <p:cNvSpPr/>
          <p:nvPr/>
        </p:nvSpPr>
        <p:spPr>
          <a:xfrm>
            <a:off x="6568099" y="12387219"/>
            <a:ext cx="2511548"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r">
              <a:lnSpc>
                <a:spcPct val="120000"/>
              </a:lnSpc>
              <a:spcBef>
                <a:spcPts val="1000"/>
              </a:spcBef>
              <a:defRPr sz="1600">
                <a:latin typeface="Montserrat"/>
                <a:ea typeface="Montserrat"/>
                <a:cs typeface="Montserrat"/>
                <a:sym typeface="Montserrat"/>
              </a:defRPr>
            </a:lvl1pPr>
          </a:lstStyle>
          <a:p>
            <a:pPr/>
            <a:r>
              <a:t>Dolor sit amet</a:t>
            </a:r>
          </a:p>
        </p:txBody>
      </p:sp>
      <p:sp>
        <p:nvSpPr>
          <p:cNvPr id="10720" name="Shape 10720"/>
          <p:cNvSpPr/>
          <p:nvPr/>
        </p:nvSpPr>
        <p:spPr>
          <a:xfrm>
            <a:off x="15150661" y="1663749"/>
            <a:ext cx="2511548"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1" name="Shape 10721"/>
          <p:cNvSpPr/>
          <p:nvPr/>
        </p:nvSpPr>
        <p:spPr>
          <a:xfrm>
            <a:off x="16701062" y="3144307"/>
            <a:ext cx="2511549"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2" name="Shape 10722"/>
          <p:cNvSpPr/>
          <p:nvPr/>
        </p:nvSpPr>
        <p:spPr>
          <a:xfrm>
            <a:off x="17584112" y="4624864"/>
            <a:ext cx="2511549"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3" name="Shape 10723"/>
          <p:cNvSpPr/>
          <p:nvPr/>
        </p:nvSpPr>
        <p:spPr>
          <a:xfrm>
            <a:off x="16505823" y="6105423"/>
            <a:ext cx="2511548"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4" name="Shape 10724"/>
          <p:cNvSpPr/>
          <p:nvPr/>
        </p:nvSpPr>
        <p:spPr>
          <a:xfrm>
            <a:off x="16505823" y="7945545"/>
            <a:ext cx="2511548" cy="613437"/>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5" name="Shape 10725"/>
          <p:cNvSpPr/>
          <p:nvPr/>
        </p:nvSpPr>
        <p:spPr>
          <a:xfrm>
            <a:off x="17584112" y="9426102"/>
            <a:ext cx="2511549"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6" name="Shape 10726"/>
          <p:cNvSpPr/>
          <p:nvPr/>
        </p:nvSpPr>
        <p:spPr>
          <a:xfrm>
            <a:off x="16701062" y="10906659"/>
            <a:ext cx="2511549"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
        <p:nvSpPr>
          <p:cNvPr id="10727" name="Shape 10727"/>
          <p:cNvSpPr/>
          <p:nvPr/>
        </p:nvSpPr>
        <p:spPr>
          <a:xfrm>
            <a:off x="15150661" y="12387219"/>
            <a:ext cx="2511548" cy="613438"/>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lstStyle>
            <a:lvl1pPr algn="l">
              <a:lnSpc>
                <a:spcPct val="120000"/>
              </a:lnSpc>
              <a:spcBef>
                <a:spcPts val="1000"/>
              </a:spcBef>
              <a:defRPr sz="1600">
                <a:latin typeface="Montserrat"/>
                <a:ea typeface="Montserrat"/>
                <a:cs typeface="Montserrat"/>
                <a:sym typeface="Montserrat"/>
              </a:defRPr>
            </a:lvl1pPr>
          </a:lstStyle>
          <a:p>
            <a:pPr/>
            <a:r>
              <a:t>Dolor sit amet</a:t>
            </a:r>
          </a:p>
        </p:txBody>
      </p:sp>
    </p:spTree>
  </p:cSld>
  <p:clrMapOvr>
    <a:masterClrMapping/>
  </p:clrMapOvr>
  <p:transition xmlns:p14="http://schemas.microsoft.com/office/powerpoint/2010/main" spd="med" advClick="1" p14:dur="1000"/>
</p:sld>
</file>

<file path=ppt/slides/slide276.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729" name="Shape 10729"/>
          <p:cNvSpPr/>
          <p:nvPr>
            <p:ph type="title"/>
          </p:nvPr>
        </p:nvSpPr>
        <p:spPr>
          <a:prstGeom prst="rect">
            <a:avLst/>
          </a:prstGeom>
        </p:spPr>
        <p:txBody>
          <a:bodyPr/>
          <a:lstStyle/>
          <a:p>
            <a:pPr/>
            <a:r>
              <a:t>Datos</a:t>
            </a:r>
          </a:p>
        </p:txBody>
      </p:sp>
      <p:grpSp>
        <p:nvGrpSpPr>
          <p:cNvPr id="10732" name="Group 10732"/>
          <p:cNvGrpSpPr/>
          <p:nvPr/>
        </p:nvGrpSpPr>
        <p:grpSpPr>
          <a:xfrm>
            <a:off x="9114003" y="4587418"/>
            <a:ext cx="5590086" cy="5590057"/>
            <a:chOff x="0" y="0"/>
            <a:chExt cx="5590085" cy="5590056"/>
          </a:xfrm>
        </p:grpSpPr>
        <p:sp>
          <p:nvSpPr>
            <p:cNvPr id="10730" name="Shape 10730"/>
            <p:cNvSpPr/>
            <p:nvPr/>
          </p:nvSpPr>
          <p:spPr>
            <a:xfrm>
              <a:off x="0" y="0"/>
              <a:ext cx="5590086" cy="5590057"/>
            </a:xfrm>
            <a:prstGeom prst="ellipse">
              <a:avLst/>
            </a:prstGeom>
            <a:solidFill>
              <a:srgbClr val="DCDCDC"/>
            </a:solidFill>
            <a:ln w="12700" cap="flat">
              <a:noFill/>
              <a:miter lim="400000"/>
            </a:ln>
            <a:effectLst/>
          </p:spPr>
          <p:txBody>
            <a:bodyPr wrap="square" lIns="38100" tIns="38100" rIns="38100" bIns="38100" numCol="1" anchor="ctr">
              <a:noAutofit/>
            </a:bodyPr>
            <a:lstStyle/>
            <a:p>
              <a:pPr defTabSz="825500">
                <a:defRPr sz="3200"/>
              </a:pPr>
            </a:p>
          </p:txBody>
        </p:sp>
        <p:sp>
          <p:nvSpPr>
            <p:cNvPr id="10731" name="Shape 10731"/>
            <p:cNvSpPr/>
            <p:nvPr/>
          </p:nvSpPr>
          <p:spPr>
            <a:xfrm>
              <a:off x="13330" y="294893"/>
              <a:ext cx="5544816" cy="4626019"/>
            </a:xfrm>
            <a:custGeom>
              <a:avLst/>
              <a:gdLst/>
              <a:ahLst/>
              <a:cxnLst>
                <a:cxn ang="0">
                  <a:pos x="wd2" y="hd2"/>
                </a:cxn>
                <a:cxn ang="5400000">
                  <a:pos x="wd2" y="hd2"/>
                </a:cxn>
                <a:cxn ang="10800000">
                  <a:pos x="wd2" y="hd2"/>
                </a:cxn>
                <a:cxn ang="16200000">
                  <a:pos x="wd2" y="hd2"/>
                </a:cxn>
              </a:cxnLst>
              <a:rect l="0" t="0" r="r" b="b"/>
              <a:pathLst>
                <a:path w="21600" h="21579" fill="norm" stroke="1" extrusionOk="0">
                  <a:moveTo>
                    <a:pt x="8007" y="0"/>
                  </a:moveTo>
                  <a:cubicBezTo>
                    <a:pt x="7964" y="-7"/>
                    <a:pt x="7654" y="111"/>
                    <a:pt x="7508" y="102"/>
                  </a:cubicBezTo>
                  <a:cubicBezTo>
                    <a:pt x="7361" y="94"/>
                    <a:pt x="7003" y="112"/>
                    <a:pt x="6926" y="138"/>
                  </a:cubicBezTo>
                  <a:cubicBezTo>
                    <a:pt x="6847" y="163"/>
                    <a:pt x="6790" y="345"/>
                    <a:pt x="6802" y="409"/>
                  </a:cubicBezTo>
                  <a:cubicBezTo>
                    <a:pt x="6813" y="474"/>
                    <a:pt x="6455" y="473"/>
                    <a:pt x="6342" y="475"/>
                  </a:cubicBezTo>
                  <a:cubicBezTo>
                    <a:pt x="6229" y="477"/>
                    <a:pt x="5627" y="630"/>
                    <a:pt x="5471" y="733"/>
                  </a:cubicBezTo>
                  <a:cubicBezTo>
                    <a:pt x="5313" y="836"/>
                    <a:pt x="5191" y="1101"/>
                    <a:pt x="5243" y="1106"/>
                  </a:cubicBezTo>
                  <a:cubicBezTo>
                    <a:pt x="5295" y="1111"/>
                    <a:pt x="5155" y="1261"/>
                    <a:pt x="5071" y="1297"/>
                  </a:cubicBezTo>
                  <a:cubicBezTo>
                    <a:pt x="4987" y="1331"/>
                    <a:pt x="4786" y="1347"/>
                    <a:pt x="4738" y="1404"/>
                  </a:cubicBezTo>
                  <a:cubicBezTo>
                    <a:pt x="4691" y="1460"/>
                    <a:pt x="4788" y="1499"/>
                    <a:pt x="4807" y="1537"/>
                  </a:cubicBezTo>
                  <a:cubicBezTo>
                    <a:pt x="4825" y="1574"/>
                    <a:pt x="4881" y="1503"/>
                    <a:pt x="4935" y="1540"/>
                  </a:cubicBezTo>
                  <a:cubicBezTo>
                    <a:pt x="4988" y="1576"/>
                    <a:pt x="5164" y="1593"/>
                    <a:pt x="5210" y="1614"/>
                  </a:cubicBezTo>
                  <a:cubicBezTo>
                    <a:pt x="5257" y="1637"/>
                    <a:pt x="5061" y="1681"/>
                    <a:pt x="4969" y="1689"/>
                  </a:cubicBezTo>
                  <a:cubicBezTo>
                    <a:pt x="4877" y="1696"/>
                    <a:pt x="4898" y="1913"/>
                    <a:pt x="4973" y="1943"/>
                  </a:cubicBezTo>
                  <a:cubicBezTo>
                    <a:pt x="5048" y="1974"/>
                    <a:pt x="5241" y="2005"/>
                    <a:pt x="5261" y="1967"/>
                  </a:cubicBezTo>
                  <a:cubicBezTo>
                    <a:pt x="5281" y="1930"/>
                    <a:pt x="5490" y="2008"/>
                    <a:pt x="5585" y="2021"/>
                  </a:cubicBezTo>
                  <a:cubicBezTo>
                    <a:pt x="5678" y="2033"/>
                    <a:pt x="5750" y="2317"/>
                    <a:pt x="5779" y="2378"/>
                  </a:cubicBezTo>
                  <a:cubicBezTo>
                    <a:pt x="5808" y="2439"/>
                    <a:pt x="5814" y="2655"/>
                    <a:pt x="5807" y="2717"/>
                  </a:cubicBezTo>
                  <a:cubicBezTo>
                    <a:pt x="5801" y="2779"/>
                    <a:pt x="5973" y="2892"/>
                    <a:pt x="6005" y="2853"/>
                  </a:cubicBezTo>
                  <a:cubicBezTo>
                    <a:pt x="6035" y="2813"/>
                    <a:pt x="6026" y="2950"/>
                    <a:pt x="5957" y="2943"/>
                  </a:cubicBezTo>
                  <a:cubicBezTo>
                    <a:pt x="5888" y="2936"/>
                    <a:pt x="5933" y="3176"/>
                    <a:pt x="6019" y="3211"/>
                  </a:cubicBezTo>
                  <a:cubicBezTo>
                    <a:pt x="6104" y="3245"/>
                    <a:pt x="6046" y="3391"/>
                    <a:pt x="5997" y="3437"/>
                  </a:cubicBezTo>
                  <a:cubicBezTo>
                    <a:pt x="5947" y="3481"/>
                    <a:pt x="5974" y="3622"/>
                    <a:pt x="5923" y="3673"/>
                  </a:cubicBezTo>
                  <a:cubicBezTo>
                    <a:pt x="5873" y="3723"/>
                    <a:pt x="6103" y="4199"/>
                    <a:pt x="6102" y="4445"/>
                  </a:cubicBezTo>
                  <a:cubicBezTo>
                    <a:pt x="6100" y="4689"/>
                    <a:pt x="6228" y="4890"/>
                    <a:pt x="6277" y="4890"/>
                  </a:cubicBezTo>
                  <a:cubicBezTo>
                    <a:pt x="6326" y="4890"/>
                    <a:pt x="6493" y="4938"/>
                    <a:pt x="6516" y="4991"/>
                  </a:cubicBezTo>
                  <a:cubicBezTo>
                    <a:pt x="6538" y="5043"/>
                    <a:pt x="6619" y="4954"/>
                    <a:pt x="6651" y="4914"/>
                  </a:cubicBezTo>
                  <a:cubicBezTo>
                    <a:pt x="6683" y="4874"/>
                    <a:pt x="6752" y="4756"/>
                    <a:pt x="6804" y="4653"/>
                  </a:cubicBezTo>
                  <a:cubicBezTo>
                    <a:pt x="6855" y="4549"/>
                    <a:pt x="6970" y="4057"/>
                    <a:pt x="6986" y="4004"/>
                  </a:cubicBezTo>
                  <a:cubicBezTo>
                    <a:pt x="7001" y="3951"/>
                    <a:pt x="7193" y="3986"/>
                    <a:pt x="7237" y="3958"/>
                  </a:cubicBezTo>
                  <a:cubicBezTo>
                    <a:pt x="7281" y="3931"/>
                    <a:pt x="7408" y="3813"/>
                    <a:pt x="7444" y="3777"/>
                  </a:cubicBezTo>
                  <a:cubicBezTo>
                    <a:pt x="7480" y="3742"/>
                    <a:pt x="7754" y="3601"/>
                    <a:pt x="7830" y="3537"/>
                  </a:cubicBezTo>
                  <a:cubicBezTo>
                    <a:pt x="7904" y="3473"/>
                    <a:pt x="8029" y="3193"/>
                    <a:pt x="8087" y="3134"/>
                  </a:cubicBezTo>
                  <a:cubicBezTo>
                    <a:pt x="8146" y="3074"/>
                    <a:pt x="8057" y="3093"/>
                    <a:pt x="7983" y="3035"/>
                  </a:cubicBezTo>
                  <a:cubicBezTo>
                    <a:pt x="7911" y="2978"/>
                    <a:pt x="7943" y="2908"/>
                    <a:pt x="7964" y="2881"/>
                  </a:cubicBezTo>
                  <a:cubicBezTo>
                    <a:pt x="7985" y="2854"/>
                    <a:pt x="8207" y="2924"/>
                    <a:pt x="8284" y="2959"/>
                  </a:cubicBezTo>
                  <a:cubicBezTo>
                    <a:pt x="8360" y="2996"/>
                    <a:pt x="8506" y="2871"/>
                    <a:pt x="8451" y="2822"/>
                  </a:cubicBezTo>
                  <a:cubicBezTo>
                    <a:pt x="8394" y="2773"/>
                    <a:pt x="8424" y="2774"/>
                    <a:pt x="8451" y="2794"/>
                  </a:cubicBezTo>
                  <a:cubicBezTo>
                    <a:pt x="8477" y="2814"/>
                    <a:pt x="8506" y="2634"/>
                    <a:pt x="8477" y="2600"/>
                  </a:cubicBezTo>
                  <a:cubicBezTo>
                    <a:pt x="8447" y="2565"/>
                    <a:pt x="8700" y="2343"/>
                    <a:pt x="8655" y="2133"/>
                  </a:cubicBezTo>
                  <a:cubicBezTo>
                    <a:pt x="8611" y="1924"/>
                    <a:pt x="8725" y="1710"/>
                    <a:pt x="8793" y="1708"/>
                  </a:cubicBezTo>
                  <a:cubicBezTo>
                    <a:pt x="8861" y="1705"/>
                    <a:pt x="8842" y="1471"/>
                    <a:pt x="8760" y="1450"/>
                  </a:cubicBezTo>
                  <a:cubicBezTo>
                    <a:pt x="8679" y="1428"/>
                    <a:pt x="8755" y="1406"/>
                    <a:pt x="8785" y="1372"/>
                  </a:cubicBezTo>
                  <a:cubicBezTo>
                    <a:pt x="8815" y="1340"/>
                    <a:pt x="8854" y="1130"/>
                    <a:pt x="8837" y="1090"/>
                  </a:cubicBezTo>
                  <a:cubicBezTo>
                    <a:pt x="8819" y="1049"/>
                    <a:pt x="8961" y="1005"/>
                    <a:pt x="8986" y="957"/>
                  </a:cubicBezTo>
                  <a:cubicBezTo>
                    <a:pt x="9012" y="910"/>
                    <a:pt x="9175" y="816"/>
                    <a:pt x="9233" y="801"/>
                  </a:cubicBezTo>
                  <a:cubicBezTo>
                    <a:pt x="9291" y="785"/>
                    <a:pt x="9321" y="602"/>
                    <a:pt x="9259" y="610"/>
                  </a:cubicBezTo>
                  <a:cubicBezTo>
                    <a:pt x="9196" y="619"/>
                    <a:pt x="9034" y="580"/>
                    <a:pt x="9006" y="544"/>
                  </a:cubicBezTo>
                  <a:cubicBezTo>
                    <a:pt x="8979" y="508"/>
                    <a:pt x="8734" y="476"/>
                    <a:pt x="8664" y="511"/>
                  </a:cubicBezTo>
                  <a:cubicBezTo>
                    <a:pt x="8594" y="547"/>
                    <a:pt x="8642" y="306"/>
                    <a:pt x="8740" y="280"/>
                  </a:cubicBezTo>
                  <a:cubicBezTo>
                    <a:pt x="8837" y="254"/>
                    <a:pt x="8755" y="88"/>
                    <a:pt x="8651" y="88"/>
                  </a:cubicBezTo>
                  <a:cubicBezTo>
                    <a:pt x="8546" y="87"/>
                    <a:pt x="8289" y="42"/>
                    <a:pt x="8228" y="59"/>
                  </a:cubicBezTo>
                  <a:cubicBezTo>
                    <a:pt x="8168" y="74"/>
                    <a:pt x="8050" y="8"/>
                    <a:pt x="8007" y="0"/>
                  </a:cubicBezTo>
                  <a:close/>
                  <a:moveTo>
                    <a:pt x="5603" y="282"/>
                  </a:moveTo>
                  <a:cubicBezTo>
                    <a:pt x="5583" y="278"/>
                    <a:pt x="5127" y="563"/>
                    <a:pt x="4710" y="847"/>
                  </a:cubicBezTo>
                  <a:cubicBezTo>
                    <a:pt x="4233" y="1234"/>
                    <a:pt x="3786" y="1667"/>
                    <a:pt x="3367" y="2138"/>
                  </a:cubicBezTo>
                  <a:cubicBezTo>
                    <a:pt x="3498" y="2126"/>
                    <a:pt x="3700" y="2097"/>
                    <a:pt x="3785" y="2079"/>
                  </a:cubicBezTo>
                  <a:cubicBezTo>
                    <a:pt x="3916" y="2054"/>
                    <a:pt x="4133" y="2010"/>
                    <a:pt x="4149" y="1966"/>
                  </a:cubicBezTo>
                  <a:cubicBezTo>
                    <a:pt x="4159" y="1930"/>
                    <a:pt x="4160" y="1823"/>
                    <a:pt x="4135" y="1786"/>
                  </a:cubicBezTo>
                  <a:cubicBezTo>
                    <a:pt x="4156" y="1788"/>
                    <a:pt x="4181" y="1787"/>
                    <a:pt x="4199" y="1787"/>
                  </a:cubicBezTo>
                  <a:cubicBezTo>
                    <a:pt x="4249" y="1787"/>
                    <a:pt x="4331" y="1464"/>
                    <a:pt x="4383" y="1387"/>
                  </a:cubicBezTo>
                  <a:cubicBezTo>
                    <a:pt x="4436" y="1311"/>
                    <a:pt x="4733" y="1199"/>
                    <a:pt x="4805" y="1148"/>
                  </a:cubicBezTo>
                  <a:cubicBezTo>
                    <a:pt x="4876" y="1096"/>
                    <a:pt x="5032" y="916"/>
                    <a:pt x="5091" y="895"/>
                  </a:cubicBezTo>
                  <a:cubicBezTo>
                    <a:pt x="5152" y="874"/>
                    <a:pt x="5239" y="708"/>
                    <a:pt x="5226" y="674"/>
                  </a:cubicBezTo>
                  <a:cubicBezTo>
                    <a:pt x="5213" y="641"/>
                    <a:pt x="5428" y="484"/>
                    <a:pt x="5510" y="442"/>
                  </a:cubicBezTo>
                  <a:cubicBezTo>
                    <a:pt x="5591" y="401"/>
                    <a:pt x="5633" y="286"/>
                    <a:pt x="5603" y="282"/>
                  </a:cubicBezTo>
                  <a:close/>
                  <a:moveTo>
                    <a:pt x="11203" y="626"/>
                  </a:moveTo>
                  <a:cubicBezTo>
                    <a:pt x="11026" y="620"/>
                    <a:pt x="10883" y="648"/>
                    <a:pt x="10886" y="690"/>
                  </a:cubicBezTo>
                  <a:cubicBezTo>
                    <a:pt x="10889" y="731"/>
                    <a:pt x="11287" y="931"/>
                    <a:pt x="11441" y="957"/>
                  </a:cubicBezTo>
                  <a:cubicBezTo>
                    <a:pt x="11595" y="983"/>
                    <a:pt x="11768" y="832"/>
                    <a:pt x="11806" y="788"/>
                  </a:cubicBezTo>
                  <a:cubicBezTo>
                    <a:pt x="11844" y="746"/>
                    <a:pt x="11380" y="633"/>
                    <a:pt x="11203" y="626"/>
                  </a:cubicBezTo>
                  <a:close/>
                  <a:moveTo>
                    <a:pt x="13897" y="722"/>
                  </a:moveTo>
                  <a:cubicBezTo>
                    <a:pt x="13810" y="741"/>
                    <a:pt x="13725" y="831"/>
                    <a:pt x="13732" y="956"/>
                  </a:cubicBezTo>
                  <a:cubicBezTo>
                    <a:pt x="13861" y="1109"/>
                    <a:pt x="13931" y="888"/>
                    <a:pt x="14073" y="910"/>
                  </a:cubicBezTo>
                  <a:cubicBezTo>
                    <a:pt x="14071" y="755"/>
                    <a:pt x="13983" y="703"/>
                    <a:pt x="13897" y="722"/>
                  </a:cubicBezTo>
                  <a:close/>
                  <a:moveTo>
                    <a:pt x="10588" y="786"/>
                  </a:moveTo>
                  <a:cubicBezTo>
                    <a:pt x="10512" y="804"/>
                    <a:pt x="10427" y="873"/>
                    <a:pt x="10442" y="917"/>
                  </a:cubicBezTo>
                  <a:cubicBezTo>
                    <a:pt x="10463" y="976"/>
                    <a:pt x="10314" y="842"/>
                    <a:pt x="10210" y="906"/>
                  </a:cubicBezTo>
                  <a:cubicBezTo>
                    <a:pt x="10106" y="971"/>
                    <a:pt x="10078" y="1188"/>
                    <a:pt x="10125" y="1217"/>
                  </a:cubicBezTo>
                  <a:cubicBezTo>
                    <a:pt x="10173" y="1245"/>
                    <a:pt x="10208" y="1419"/>
                    <a:pt x="10208" y="1452"/>
                  </a:cubicBezTo>
                  <a:cubicBezTo>
                    <a:pt x="10210" y="1487"/>
                    <a:pt x="10410" y="1462"/>
                    <a:pt x="10461" y="1412"/>
                  </a:cubicBezTo>
                  <a:cubicBezTo>
                    <a:pt x="10512" y="1361"/>
                    <a:pt x="10506" y="1588"/>
                    <a:pt x="10456" y="1648"/>
                  </a:cubicBezTo>
                  <a:cubicBezTo>
                    <a:pt x="10405" y="1709"/>
                    <a:pt x="10473" y="1831"/>
                    <a:pt x="10529" y="1842"/>
                  </a:cubicBezTo>
                  <a:cubicBezTo>
                    <a:pt x="10585" y="1851"/>
                    <a:pt x="10661" y="2008"/>
                    <a:pt x="10719" y="2006"/>
                  </a:cubicBezTo>
                  <a:cubicBezTo>
                    <a:pt x="10776" y="2005"/>
                    <a:pt x="10872" y="1741"/>
                    <a:pt x="10895" y="1641"/>
                  </a:cubicBezTo>
                  <a:cubicBezTo>
                    <a:pt x="10917" y="1544"/>
                    <a:pt x="11109" y="1622"/>
                    <a:pt x="11196" y="1654"/>
                  </a:cubicBezTo>
                  <a:cubicBezTo>
                    <a:pt x="11283" y="1684"/>
                    <a:pt x="11315" y="1289"/>
                    <a:pt x="11220" y="1229"/>
                  </a:cubicBezTo>
                  <a:cubicBezTo>
                    <a:pt x="11126" y="1171"/>
                    <a:pt x="11008" y="1200"/>
                    <a:pt x="10968" y="1155"/>
                  </a:cubicBezTo>
                  <a:cubicBezTo>
                    <a:pt x="10930" y="1109"/>
                    <a:pt x="10863" y="1068"/>
                    <a:pt x="10819" y="1060"/>
                  </a:cubicBezTo>
                  <a:cubicBezTo>
                    <a:pt x="10776" y="1053"/>
                    <a:pt x="10734" y="819"/>
                    <a:pt x="10657" y="787"/>
                  </a:cubicBezTo>
                  <a:cubicBezTo>
                    <a:pt x="10637" y="779"/>
                    <a:pt x="10613" y="780"/>
                    <a:pt x="10588" y="786"/>
                  </a:cubicBezTo>
                  <a:close/>
                  <a:moveTo>
                    <a:pt x="16523" y="907"/>
                  </a:moveTo>
                  <a:cubicBezTo>
                    <a:pt x="16370" y="920"/>
                    <a:pt x="16242" y="976"/>
                    <a:pt x="16238" y="1033"/>
                  </a:cubicBezTo>
                  <a:cubicBezTo>
                    <a:pt x="16234" y="1090"/>
                    <a:pt x="16594" y="1137"/>
                    <a:pt x="16700" y="1114"/>
                  </a:cubicBezTo>
                  <a:cubicBezTo>
                    <a:pt x="16805" y="1093"/>
                    <a:pt x="16678" y="896"/>
                    <a:pt x="16523" y="907"/>
                  </a:cubicBezTo>
                  <a:close/>
                  <a:moveTo>
                    <a:pt x="17258" y="1532"/>
                  </a:moveTo>
                  <a:cubicBezTo>
                    <a:pt x="17208" y="1540"/>
                    <a:pt x="17137" y="1602"/>
                    <a:pt x="17132" y="1663"/>
                  </a:cubicBezTo>
                  <a:cubicBezTo>
                    <a:pt x="17124" y="1744"/>
                    <a:pt x="16910" y="1782"/>
                    <a:pt x="16890" y="1844"/>
                  </a:cubicBezTo>
                  <a:cubicBezTo>
                    <a:pt x="16869" y="1905"/>
                    <a:pt x="16759" y="1910"/>
                    <a:pt x="16738" y="1875"/>
                  </a:cubicBezTo>
                  <a:cubicBezTo>
                    <a:pt x="16717" y="1841"/>
                    <a:pt x="16519" y="1958"/>
                    <a:pt x="16421" y="1975"/>
                  </a:cubicBezTo>
                  <a:cubicBezTo>
                    <a:pt x="16322" y="1992"/>
                    <a:pt x="16139" y="2088"/>
                    <a:pt x="16094" y="2112"/>
                  </a:cubicBezTo>
                  <a:cubicBezTo>
                    <a:pt x="16050" y="2135"/>
                    <a:pt x="15946" y="2258"/>
                    <a:pt x="15929" y="2308"/>
                  </a:cubicBezTo>
                  <a:cubicBezTo>
                    <a:pt x="15912" y="2359"/>
                    <a:pt x="15786" y="2444"/>
                    <a:pt x="15746" y="2463"/>
                  </a:cubicBezTo>
                  <a:cubicBezTo>
                    <a:pt x="15704" y="2482"/>
                    <a:pt x="15712" y="2702"/>
                    <a:pt x="15765" y="2734"/>
                  </a:cubicBezTo>
                  <a:cubicBezTo>
                    <a:pt x="15817" y="2764"/>
                    <a:pt x="15667" y="2707"/>
                    <a:pt x="15601" y="2666"/>
                  </a:cubicBezTo>
                  <a:cubicBezTo>
                    <a:pt x="15534" y="2627"/>
                    <a:pt x="15462" y="2760"/>
                    <a:pt x="15442" y="2807"/>
                  </a:cubicBezTo>
                  <a:cubicBezTo>
                    <a:pt x="15421" y="2852"/>
                    <a:pt x="15360" y="2778"/>
                    <a:pt x="15363" y="2713"/>
                  </a:cubicBezTo>
                  <a:cubicBezTo>
                    <a:pt x="15365" y="2647"/>
                    <a:pt x="15199" y="2595"/>
                    <a:pt x="15178" y="2647"/>
                  </a:cubicBezTo>
                  <a:cubicBezTo>
                    <a:pt x="15155" y="2700"/>
                    <a:pt x="15041" y="2630"/>
                    <a:pt x="14994" y="2600"/>
                  </a:cubicBezTo>
                  <a:cubicBezTo>
                    <a:pt x="14946" y="2569"/>
                    <a:pt x="14740" y="2825"/>
                    <a:pt x="14664" y="2917"/>
                  </a:cubicBezTo>
                  <a:cubicBezTo>
                    <a:pt x="14588" y="3009"/>
                    <a:pt x="14224" y="3081"/>
                    <a:pt x="14156" y="3046"/>
                  </a:cubicBezTo>
                  <a:cubicBezTo>
                    <a:pt x="14088" y="3012"/>
                    <a:pt x="14021" y="3240"/>
                    <a:pt x="14079" y="3255"/>
                  </a:cubicBezTo>
                  <a:cubicBezTo>
                    <a:pt x="14137" y="3269"/>
                    <a:pt x="13931" y="3243"/>
                    <a:pt x="13819" y="3255"/>
                  </a:cubicBezTo>
                  <a:cubicBezTo>
                    <a:pt x="13705" y="3269"/>
                    <a:pt x="13376" y="3427"/>
                    <a:pt x="13298" y="3497"/>
                  </a:cubicBezTo>
                  <a:cubicBezTo>
                    <a:pt x="13219" y="3568"/>
                    <a:pt x="13156" y="3481"/>
                    <a:pt x="13156" y="3427"/>
                  </a:cubicBezTo>
                  <a:cubicBezTo>
                    <a:pt x="13156" y="3373"/>
                    <a:pt x="13031" y="3323"/>
                    <a:pt x="12993" y="3308"/>
                  </a:cubicBezTo>
                  <a:cubicBezTo>
                    <a:pt x="12957" y="3293"/>
                    <a:pt x="12883" y="3604"/>
                    <a:pt x="12818" y="3664"/>
                  </a:cubicBezTo>
                  <a:cubicBezTo>
                    <a:pt x="12753" y="3724"/>
                    <a:pt x="12675" y="3421"/>
                    <a:pt x="12522" y="3372"/>
                  </a:cubicBezTo>
                  <a:cubicBezTo>
                    <a:pt x="12368" y="3322"/>
                    <a:pt x="12127" y="3145"/>
                    <a:pt x="12059" y="3124"/>
                  </a:cubicBezTo>
                  <a:cubicBezTo>
                    <a:pt x="11991" y="3103"/>
                    <a:pt x="11855" y="2931"/>
                    <a:pt x="11816" y="2881"/>
                  </a:cubicBezTo>
                  <a:cubicBezTo>
                    <a:pt x="11777" y="2831"/>
                    <a:pt x="11581" y="2790"/>
                    <a:pt x="11518" y="2790"/>
                  </a:cubicBezTo>
                  <a:cubicBezTo>
                    <a:pt x="11455" y="2790"/>
                    <a:pt x="11251" y="2929"/>
                    <a:pt x="11197" y="2984"/>
                  </a:cubicBezTo>
                  <a:cubicBezTo>
                    <a:pt x="11141" y="3039"/>
                    <a:pt x="11061" y="3029"/>
                    <a:pt x="11034" y="3049"/>
                  </a:cubicBezTo>
                  <a:cubicBezTo>
                    <a:pt x="11007" y="3068"/>
                    <a:pt x="10777" y="3337"/>
                    <a:pt x="10688" y="3422"/>
                  </a:cubicBezTo>
                  <a:cubicBezTo>
                    <a:pt x="10599" y="3506"/>
                    <a:pt x="10442" y="3869"/>
                    <a:pt x="10392" y="3956"/>
                  </a:cubicBezTo>
                  <a:cubicBezTo>
                    <a:pt x="10341" y="4042"/>
                    <a:pt x="10268" y="4059"/>
                    <a:pt x="10238" y="4061"/>
                  </a:cubicBezTo>
                  <a:cubicBezTo>
                    <a:pt x="10208" y="4063"/>
                    <a:pt x="10184" y="4160"/>
                    <a:pt x="10184" y="4195"/>
                  </a:cubicBezTo>
                  <a:cubicBezTo>
                    <a:pt x="10184" y="4231"/>
                    <a:pt x="9920" y="4396"/>
                    <a:pt x="9892" y="4540"/>
                  </a:cubicBezTo>
                  <a:cubicBezTo>
                    <a:pt x="9865" y="4683"/>
                    <a:pt x="9918" y="5009"/>
                    <a:pt x="9918" y="5126"/>
                  </a:cubicBezTo>
                  <a:cubicBezTo>
                    <a:pt x="9918" y="5243"/>
                    <a:pt x="10017" y="5474"/>
                    <a:pt x="10090" y="5478"/>
                  </a:cubicBezTo>
                  <a:cubicBezTo>
                    <a:pt x="10163" y="5482"/>
                    <a:pt x="10124" y="5676"/>
                    <a:pt x="10105" y="5730"/>
                  </a:cubicBezTo>
                  <a:cubicBezTo>
                    <a:pt x="10086" y="5785"/>
                    <a:pt x="10151" y="5845"/>
                    <a:pt x="10149" y="5891"/>
                  </a:cubicBezTo>
                  <a:cubicBezTo>
                    <a:pt x="10147" y="5938"/>
                    <a:pt x="9964" y="6002"/>
                    <a:pt x="9907" y="6028"/>
                  </a:cubicBezTo>
                  <a:cubicBezTo>
                    <a:pt x="9850" y="6053"/>
                    <a:pt x="9759" y="6206"/>
                    <a:pt x="9747" y="6263"/>
                  </a:cubicBezTo>
                  <a:cubicBezTo>
                    <a:pt x="9737" y="6313"/>
                    <a:pt x="9561" y="6349"/>
                    <a:pt x="9503" y="6416"/>
                  </a:cubicBezTo>
                  <a:cubicBezTo>
                    <a:pt x="9517" y="6368"/>
                    <a:pt x="9537" y="6300"/>
                    <a:pt x="9553" y="6263"/>
                  </a:cubicBezTo>
                  <a:cubicBezTo>
                    <a:pt x="9586" y="6187"/>
                    <a:pt x="9539" y="6053"/>
                    <a:pt x="9512" y="6025"/>
                  </a:cubicBezTo>
                  <a:cubicBezTo>
                    <a:pt x="9484" y="5997"/>
                    <a:pt x="9472" y="5618"/>
                    <a:pt x="9427" y="5537"/>
                  </a:cubicBezTo>
                  <a:cubicBezTo>
                    <a:pt x="9383" y="5455"/>
                    <a:pt x="9272" y="5317"/>
                    <a:pt x="9244" y="5290"/>
                  </a:cubicBezTo>
                  <a:cubicBezTo>
                    <a:pt x="9217" y="5264"/>
                    <a:pt x="9263" y="5163"/>
                    <a:pt x="9278" y="5121"/>
                  </a:cubicBezTo>
                  <a:cubicBezTo>
                    <a:pt x="9295" y="5079"/>
                    <a:pt x="9131" y="5054"/>
                    <a:pt x="9086" y="5086"/>
                  </a:cubicBezTo>
                  <a:cubicBezTo>
                    <a:pt x="9041" y="5116"/>
                    <a:pt x="9017" y="5493"/>
                    <a:pt x="8998" y="5595"/>
                  </a:cubicBezTo>
                  <a:cubicBezTo>
                    <a:pt x="8980" y="5698"/>
                    <a:pt x="9079" y="5857"/>
                    <a:pt x="9107" y="5864"/>
                  </a:cubicBezTo>
                  <a:cubicBezTo>
                    <a:pt x="9133" y="5872"/>
                    <a:pt x="9126" y="6057"/>
                    <a:pt x="9068" y="6063"/>
                  </a:cubicBezTo>
                  <a:cubicBezTo>
                    <a:pt x="9011" y="6070"/>
                    <a:pt x="8959" y="6341"/>
                    <a:pt x="8988" y="6402"/>
                  </a:cubicBezTo>
                  <a:cubicBezTo>
                    <a:pt x="9018" y="6464"/>
                    <a:pt x="8947" y="6585"/>
                    <a:pt x="8913" y="6613"/>
                  </a:cubicBezTo>
                  <a:cubicBezTo>
                    <a:pt x="8879" y="6641"/>
                    <a:pt x="9133" y="6625"/>
                    <a:pt x="9250" y="6621"/>
                  </a:cubicBezTo>
                  <a:cubicBezTo>
                    <a:pt x="9366" y="6618"/>
                    <a:pt x="9456" y="6679"/>
                    <a:pt x="9444" y="6690"/>
                  </a:cubicBezTo>
                  <a:cubicBezTo>
                    <a:pt x="9432" y="6702"/>
                    <a:pt x="9222" y="6740"/>
                    <a:pt x="9185" y="6800"/>
                  </a:cubicBezTo>
                  <a:cubicBezTo>
                    <a:pt x="9147" y="6859"/>
                    <a:pt x="9005" y="6974"/>
                    <a:pt x="8977" y="7020"/>
                  </a:cubicBezTo>
                  <a:cubicBezTo>
                    <a:pt x="8949" y="7065"/>
                    <a:pt x="9023" y="7167"/>
                    <a:pt x="9084" y="7162"/>
                  </a:cubicBezTo>
                  <a:cubicBezTo>
                    <a:pt x="9144" y="7158"/>
                    <a:pt x="9213" y="7413"/>
                    <a:pt x="9260" y="7459"/>
                  </a:cubicBezTo>
                  <a:cubicBezTo>
                    <a:pt x="9307" y="7507"/>
                    <a:pt x="9290" y="7639"/>
                    <a:pt x="9270" y="7676"/>
                  </a:cubicBezTo>
                  <a:cubicBezTo>
                    <a:pt x="9248" y="7711"/>
                    <a:pt x="8965" y="7651"/>
                    <a:pt x="8857" y="7682"/>
                  </a:cubicBezTo>
                  <a:cubicBezTo>
                    <a:pt x="8749" y="7714"/>
                    <a:pt x="8612" y="7988"/>
                    <a:pt x="8603" y="8091"/>
                  </a:cubicBezTo>
                  <a:cubicBezTo>
                    <a:pt x="8593" y="8194"/>
                    <a:pt x="8620" y="8491"/>
                    <a:pt x="8635" y="8573"/>
                  </a:cubicBezTo>
                  <a:cubicBezTo>
                    <a:pt x="8648" y="8655"/>
                    <a:pt x="8874" y="8706"/>
                    <a:pt x="8919" y="8746"/>
                  </a:cubicBezTo>
                  <a:cubicBezTo>
                    <a:pt x="8966" y="8786"/>
                    <a:pt x="9183" y="8747"/>
                    <a:pt x="9229" y="8772"/>
                  </a:cubicBezTo>
                  <a:cubicBezTo>
                    <a:pt x="9272" y="8798"/>
                    <a:pt x="9418" y="8509"/>
                    <a:pt x="9448" y="8376"/>
                  </a:cubicBezTo>
                  <a:cubicBezTo>
                    <a:pt x="9475" y="8242"/>
                    <a:pt x="9706" y="7997"/>
                    <a:pt x="9754" y="7905"/>
                  </a:cubicBezTo>
                  <a:cubicBezTo>
                    <a:pt x="9801" y="7815"/>
                    <a:pt x="10050" y="7826"/>
                    <a:pt x="10111" y="7778"/>
                  </a:cubicBezTo>
                  <a:cubicBezTo>
                    <a:pt x="10173" y="7732"/>
                    <a:pt x="10138" y="8004"/>
                    <a:pt x="10168" y="8154"/>
                  </a:cubicBezTo>
                  <a:cubicBezTo>
                    <a:pt x="10197" y="8305"/>
                    <a:pt x="10435" y="8285"/>
                    <a:pt x="10400" y="8143"/>
                  </a:cubicBezTo>
                  <a:cubicBezTo>
                    <a:pt x="10365" y="8003"/>
                    <a:pt x="10424" y="7942"/>
                    <a:pt x="10433" y="7993"/>
                  </a:cubicBezTo>
                  <a:cubicBezTo>
                    <a:pt x="10444" y="8043"/>
                    <a:pt x="10672" y="8156"/>
                    <a:pt x="10715" y="8235"/>
                  </a:cubicBezTo>
                  <a:cubicBezTo>
                    <a:pt x="10758" y="8315"/>
                    <a:pt x="10746" y="8482"/>
                    <a:pt x="10695" y="8480"/>
                  </a:cubicBezTo>
                  <a:cubicBezTo>
                    <a:pt x="10644" y="8477"/>
                    <a:pt x="10642" y="8665"/>
                    <a:pt x="10696" y="8685"/>
                  </a:cubicBezTo>
                  <a:cubicBezTo>
                    <a:pt x="10749" y="8706"/>
                    <a:pt x="10821" y="8474"/>
                    <a:pt x="10879" y="8441"/>
                  </a:cubicBezTo>
                  <a:cubicBezTo>
                    <a:pt x="10936" y="8406"/>
                    <a:pt x="10983" y="8263"/>
                    <a:pt x="10956" y="8251"/>
                  </a:cubicBezTo>
                  <a:cubicBezTo>
                    <a:pt x="10930" y="8241"/>
                    <a:pt x="11005" y="8113"/>
                    <a:pt x="11038" y="8156"/>
                  </a:cubicBezTo>
                  <a:cubicBezTo>
                    <a:pt x="11071" y="8198"/>
                    <a:pt x="10916" y="7876"/>
                    <a:pt x="10819" y="7758"/>
                  </a:cubicBezTo>
                  <a:cubicBezTo>
                    <a:pt x="10722" y="7641"/>
                    <a:pt x="10790" y="7694"/>
                    <a:pt x="10972" y="7874"/>
                  </a:cubicBezTo>
                  <a:cubicBezTo>
                    <a:pt x="10972" y="7874"/>
                    <a:pt x="10971" y="7874"/>
                    <a:pt x="11097" y="8085"/>
                  </a:cubicBezTo>
                  <a:cubicBezTo>
                    <a:pt x="11121" y="8123"/>
                    <a:pt x="11153" y="8238"/>
                    <a:pt x="11175" y="8280"/>
                  </a:cubicBezTo>
                  <a:cubicBezTo>
                    <a:pt x="11204" y="8342"/>
                    <a:pt x="11205" y="8342"/>
                    <a:pt x="11205" y="8342"/>
                  </a:cubicBezTo>
                  <a:cubicBezTo>
                    <a:pt x="11230" y="8416"/>
                    <a:pt x="11252" y="8617"/>
                    <a:pt x="11252" y="8672"/>
                  </a:cubicBezTo>
                  <a:cubicBezTo>
                    <a:pt x="11252" y="8725"/>
                    <a:pt x="11350" y="8834"/>
                    <a:pt x="11410" y="8829"/>
                  </a:cubicBezTo>
                  <a:cubicBezTo>
                    <a:pt x="11469" y="8824"/>
                    <a:pt x="11515" y="8862"/>
                    <a:pt x="11502" y="8865"/>
                  </a:cubicBezTo>
                  <a:cubicBezTo>
                    <a:pt x="11490" y="8868"/>
                    <a:pt x="11541" y="9008"/>
                    <a:pt x="11600" y="9011"/>
                  </a:cubicBezTo>
                  <a:cubicBezTo>
                    <a:pt x="11659" y="9014"/>
                    <a:pt x="11685" y="8830"/>
                    <a:pt x="11625" y="8826"/>
                  </a:cubicBezTo>
                  <a:cubicBezTo>
                    <a:pt x="11566" y="8822"/>
                    <a:pt x="11575" y="8557"/>
                    <a:pt x="11568" y="8442"/>
                  </a:cubicBezTo>
                  <a:cubicBezTo>
                    <a:pt x="11561" y="8326"/>
                    <a:pt x="11610" y="8231"/>
                    <a:pt x="11631" y="8231"/>
                  </a:cubicBezTo>
                  <a:cubicBezTo>
                    <a:pt x="11651" y="8231"/>
                    <a:pt x="11629" y="8468"/>
                    <a:pt x="11631" y="8523"/>
                  </a:cubicBezTo>
                  <a:cubicBezTo>
                    <a:pt x="11632" y="8578"/>
                    <a:pt x="11657" y="8685"/>
                    <a:pt x="11685" y="8762"/>
                  </a:cubicBezTo>
                  <a:cubicBezTo>
                    <a:pt x="11685" y="8762"/>
                    <a:pt x="11684" y="8762"/>
                    <a:pt x="11746" y="8818"/>
                  </a:cubicBezTo>
                  <a:cubicBezTo>
                    <a:pt x="11884" y="8945"/>
                    <a:pt x="11884" y="8945"/>
                    <a:pt x="11884" y="8945"/>
                  </a:cubicBezTo>
                  <a:cubicBezTo>
                    <a:pt x="12081" y="8875"/>
                    <a:pt x="12347" y="8929"/>
                    <a:pt x="12336" y="8977"/>
                  </a:cubicBezTo>
                  <a:cubicBezTo>
                    <a:pt x="12326" y="9026"/>
                    <a:pt x="12481" y="9038"/>
                    <a:pt x="12491" y="8960"/>
                  </a:cubicBezTo>
                  <a:cubicBezTo>
                    <a:pt x="12500" y="8883"/>
                    <a:pt x="12508" y="8961"/>
                    <a:pt x="12508" y="9015"/>
                  </a:cubicBezTo>
                  <a:cubicBezTo>
                    <a:pt x="12508" y="9068"/>
                    <a:pt x="12378" y="9279"/>
                    <a:pt x="12357" y="9378"/>
                  </a:cubicBezTo>
                  <a:cubicBezTo>
                    <a:pt x="12335" y="9474"/>
                    <a:pt x="11880" y="9409"/>
                    <a:pt x="11684" y="9391"/>
                  </a:cubicBezTo>
                  <a:cubicBezTo>
                    <a:pt x="11488" y="9374"/>
                    <a:pt x="11197" y="9453"/>
                    <a:pt x="11175" y="9523"/>
                  </a:cubicBezTo>
                  <a:cubicBezTo>
                    <a:pt x="11153" y="9594"/>
                    <a:pt x="10848" y="9363"/>
                    <a:pt x="10707" y="9292"/>
                  </a:cubicBezTo>
                  <a:cubicBezTo>
                    <a:pt x="10567" y="9221"/>
                    <a:pt x="10456" y="8965"/>
                    <a:pt x="10427" y="8931"/>
                  </a:cubicBezTo>
                  <a:cubicBezTo>
                    <a:pt x="10398" y="8898"/>
                    <a:pt x="10452" y="8814"/>
                    <a:pt x="10439" y="8764"/>
                  </a:cubicBezTo>
                  <a:cubicBezTo>
                    <a:pt x="10425" y="8712"/>
                    <a:pt x="10104" y="8702"/>
                    <a:pt x="10011" y="8744"/>
                  </a:cubicBezTo>
                  <a:cubicBezTo>
                    <a:pt x="9917" y="8784"/>
                    <a:pt x="9437" y="8846"/>
                    <a:pt x="9323" y="8906"/>
                  </a:cubicBezTo>
                  <a:cubicBezTo>
                    <a:pt x="9210" y="8967"/>
                    <a:pt x="9039" y="8902"/>
                    <a:pt x="8986" y="8891"/>
                  </a:cubicBezTo>
                  <a:cubicBezTo>
                    <a:pt x="8933" y="8880"/>
                    <a:pt x="8805" y="9068"/>
                    <a:pt x="8741" y="9102"/>
                  </a:cubicBezTo>
                  <a:cubicBezTo>
                    <a:pt x="8675" y="9136"/>
                    <a:pt x="8593" y="9401"/>
                    <a:pt x="8558" y="9694"/>
                  </a:cubicBezTo>
                  <a:cubicBezTo>
                    <a:pt x="8558" y="9694"/>
                    <a:pt x="8558" y="9694"/>
                    <a:pt x="8471" y="9898"/>
                  </a:cubicBezTo>
                  <a:cubicBezTo>
                    <a:pt x="8415" y="10028"/>
                    <a:pt x="8415" y="10028"/>
                    <a:pt x="8415" y="10028"/>
                  </a:cubicBezTo>
                  <a:cubicBezTo>
                    <a:pt x="8256" y="10172"/>
                    <a:pt x="8081" y="10654"/>
                    <a:pt x="8029" y="10751"/>
                  </a:cubicBezTo>
                  <a:cubicBezTo>
                    <a:pt x="7977" y="10848"/>
                    <a:pt x="7936" y="11542"/>
                    <a:pt x="7936" y="11776"/>
                  </a:cubicBezTo>
                  <a:cubicBezTo>
                    <a:pt x="7936" y="12009"/>
                    <a:pt x="8106" y="12504"/>
                    <a:pt x="8154" y="12641"/>
                  </a:cubicBezTo>
                  <a:cubicBezTo>
                    <a:pt x="8202" y="12777"/>
                    <a:pt x="8497" y="13079"/>
                    <a:pt x="8595" y="13152"/>
                  </a:cubicBezTo>
                  <a:cubicBezTo>
                    <a:pt x="8694" y="13222"/>
                    <a:pt x="9013" y="13232"/>
                    <a:pt x="9118" y="13231"/>
                  </a:cubicBezTo>
                  <a:cubicBezTo>
                    <a:pt x="9222" y="13231"/>
                    <a:pt x="9342" y="13112"/>
                    <a:pt x="9382" y="12966"/>
                  </a:cubicBezTo>
                  <a:cubicBezTo>
                    <a:pt x="9382" y="12966"/>
                    <a:pt x="9382" y="12967"/>
                    <a:pt x="9536" y="12985"/>
                  </a:cubicBezTo>
                  <a:cubicBezTo>
                    <a:pt x="9606" y="12994"/>
                    <a:pt x="9607" y="12993"/>
                    <a:pt x="9607" y="12993"/>
                  </a:cubicBezTo>
                  <a:cubicBezTo>
                    <a:pt x="9611" y="13096"/>
                    <a:pt x="9837" y="13179"/>
                    <a:pt x="9892" y="13215"/>
                  </a:cubicBezTo>
                  <a:cubicBezTo>
                    <a:pt x="9948" y="13251"/>
                    <a:pt x="10098" y="13224"/>
                    <a:pt x="10142" y="13208"/>
                  </a:cubicBezTo>
                  <a:cubicBezTo>
                    <a:pt x="10187" y="13193"/>
                    <a:pt x="10236" y="13672"/>
                    <a:pt x="10204" y="13811"/>
                  </a:cubicBezTo>
                  <a:cubicBezTo>
                    <a:pt x="10172" y="13950"/>
                    <a:pt x="10282" y="14437"/>
                    <a:pt x="10315" y="14583"/>
                  </a:cubicBezTo>
                  <a:cubicBezTo>
                    <a:pt x="10347" y="14730"/>
                    <a:pt x="10486" y="15130"/>
                    <a:pt x="10501" y="15274"/>
                  </a:cubicBezTo>
                  <a:cubicBezTo>
                    <a:pt x="10514" y="15418"/>
                    <a:pt x="10420" y="15895"/>
                    <a:pt x="10404" y="16062"/>
                  </a:cubicBezTo>
                  <a:cubicBezTo>
                    <a:pt x="10388" y="16230"/>
                    <a:pt x="10578" y="16698"/>
                    <a:pt x="10628" y="16859"/>
                  </a:cubicBezTo>
                  <a:cubicBezTo>
                    <a:pt x="10677" y="17020"/>
                    <a:pt x="10718" y="17366"/>
                    <a:pt x="10718" y="17446"/>
                  </a:cubicBezTo>
                  <a:cubicBezTo>
                    <a:pt x="10718" y="17526"/>
                    <a:pt x="10926" y="18011"/>
                    <a:pt x="10973" y="18210"/>
                  </a:cubicBezTo>
                  <a:cubicBezTo>
                    <a:pt x="11021" y="18410"/>
                    <a:pt x="11542" y="18458"/>
                    <a:pt x="11682" y="18360"/>
                  </a:cubicBezTo>
                  <a:cubicBezTo>
                    <a:pt x="11821" y="18261"/>
                    <a:pt x="12059" y="17841"/>
                    <a:pt x="12137" y="17753"/>
                  </a:cubicBezTo>
                  <a:cubicBezTo>
                    <a:pt x="12215" y="17664"/>
                    <a:pt x="12271" y="17347"/>
                    <a:pt x="12288" y="17277"/>
                  </a:cubicBezTo>
                  <a:cubicBezTo>
                    <a:pt x="12303" y="17207"/>
                    <a:pt x="12422" y="17096"/>
                    <a:pt x="12466" y="17081"/>
                  </a:cubicBezTo>
                  <a:cubicBezTo>
                    <a:pt x="12510" y="17066"/>
                    <a:pt x="12653" y="16362"/>
                    <a:pt x="12777" y="16208"/>
                  </a:cubicBezTo>
                  <a:cubicBezTo>
                    <a:pt x="12901" y="16054"/>
                    <a:pt x="13046" y="15308"/>
                    <a:pt x="13031" y="15040"/>
                  </a:cubicBezTo>
                  <a:cubicBezTo>
                    <a:pt x="13015" y="14773"/>
                    <a:pt x="13111" y="14264"/>
                    <a:pt x="13140" y="14141"/>
                  </a:cubicBezTo>
                  <a:cubicBezTo>
                    <a:pt x="13170" y="14019"/>
                    <a:pt x="13325" y="13799"/>
                    <a:pt x="13374" y="13754"/>
                  </a:cubicBezTo>
                  <a:cubicBezTo>
                    <a:pt x="13422" y="13709"/>
                    <a:pt x="13721" y="13178"/>
                    <a:pt x="13819" y="12988"/>
                  </a:cubicBezTo>
                  <a:cubicBezTo>
                    <a:pt x="13914" y="12797"/>
                    <a:pt x="14006" y="12379"/>
                    <a:pt x="13988" y="12281"/>
                  </a:cubicBezTo>
                  <a:cubicBezTo>
                    <a:pt x="13970" y="12183"/>
                    <a:pt x="13761" y="12115"/>
                    <a:pt x="13722" y="12163"/>
                  </a:cubicBezTo>
                  <a:cubicBezTo>
                    <a:pt x="13683" y="12212"/>
                    <a:pt x="13486" y="12251"/>
                    <a:pt x="13424" y="12251"/>
                  </a:cubicBezTo>
                  <a:cubicBezTo>
                    <a:pt x="13361" y="12251"/>
                    <a:pt x="13217" y="11848"/>
                    <a:pt x="13128" y="11765"/>
                  </a:cubicBezTo>
                  <a:cubicBezTo>
                    <a:pt x="13039" y="11682"/>
                    <a:pt x="12958" y="11221"/>
                    <a:pt x="12906" y="11133"/>
                  </a:cubicBezTo>
                  <a:cubicBezTo>
                    <a:pt x="12855" y="11046"/>
                    <a:pt x="12710" y="10824"/>
                    <a:pt x="12665" y="10774"/>
                  </a:cubicBezTo>
                  <a:cubicBezTo>
                    <a:pt x="12620" y="10724"/>
                    <a:pt x="12612" y="10479"/>
                    <a:pt x="12602" y="10412"/>
                  </a:cubicBezTo>
                  <a:cubicBezTo>
                    <a:pt x="12592" y="10345"/>
                    <a:pt x="12689" y="10455"/>
                    <a:pt x="12706" y="10552"/>
                  </a:cubicBezTo>
                  <a:cubicBezTo>
                    <a:pt x="12723" y="10650"/>
                    <a:pt x="12954" y="11045"/>
                    <a:pt x="13025" y="11177"/>
                  </a:cubicBezTo>
                  <a:cubicBezTo>
                    <a:pt x="13097" y="11310"/>
                    <a:pt x="13285" y="11731"/>
                    <a:pt x="13333" y="11863"/>
                  </a:cubicBezTo>
                  <a:cubicBezTo>
                    <a:pt x="13381" y="11994"/>
                    <a:pt x="13801" y="11928"/>
                    <a:pt x="13937" y="11851"/>
                  </a:cubicBezTo>
                  <a:cubicBezTo>
                    <a:pt x="14074" y="11774"/>
                    <a:pt x="14243" y="11644"/>
                    <a:pt x="14250" y="11598"/>
                  </a:cubicBezTo>
                  <a:cubicBezTo>
                    <a:pt x="14256" y="11553"/>
                    <a:pt x="14472" y="11433"/>
                    <a:pt x="14532" y="11375"/>
                  </a:cubicBezTo>
                  <a:cubicBezTo>
                    <a:pt x="14592" y="11318"/>
                    <a:pt x="14646" y="11015"/>
                    <a:pt x="14686" y="10967"/>
                  </a:cubicBezTo>
                  <a:cubicBezTo>
                    <a:pt x="14725" y="10918"/>
                    <a:pt x="14654" y="10631"/>
                    <a:pt x="14609" y="10545"/>
                  </a:cubicBezTo>
                  <a:cubicBezTo>
                    <a:pt x="14564" y="10460"/>
                    <a:pt x="14346" y="10390"/>
                    <a:pt x="14303" y="10424"/>
                  </a:cubicBezTo>
                  <a:cubicBezTo>
                    <a:pt x="14258" y="10457"/>
                    <a:pt x="14165" y="10231"/>
                    <a:pt x="14131" y="10148"/>
                  </a:cubicBezTo>
                  <a:cubicBezTo>
                    <a:pt x="14098" y="10064"/>
                    <a:pt x="13931" y="9961"/>
                    <a:pt x="13912" y="9905"/>
                  </a:cubicBezTo>
                  <a:cubicBezTo>
                    <a:pt x="13895" y="9846"/>
                    <a:pt x="13958" y="9758"/>
                    <a:pt x="13985" y="9738"/>
                  </a:cubicBezTo>
                  <a:cubicBezTo>
                    <a:pt x="14011" y="9718"/>
                    <a:pt x="14317" y="9975"/>
                    <a:pt x="14406" y="10103"/>
                  </a:cubicBezTo>
                  <a:cubicBezTo>
                    <a:pt x="14493" y="10232"/>
                    <a:pt x="14595" y="10467"/>
                    <a:pt x="14612" y="10509"/>
                  </a:cubicBezTo>
                  <a:cubicBezTo>
                    <a:pt x="14628" y="10549"/>
                    <a:pt x="14870" y="10571"/>
                    <a:pt x="14924" y="10524"/>
                  </a:cubicBezTo>
                  <a:cubicBezTo>
                    <a:pt x="14977" y="10476"/>
                    <a:pt x="15040" y="10488"/>
                    <a:pt x="15062" y="10549"/>
                  </a:cubicBezTo>
                  <a:cubicBezTo>
                    <a:pt x="15062" y="10549"/>
                    <a:pt x="15061" y="10549"/>
                    <a:pt x="15137" y="10533"/>
                  </a:cubicBezTo>
                  <a:cubicBezTo>
                    <a:pt x="15403" y="10484"/>
                    <a:pt x="15402" y="10485"/>
                    <a:pt x="15402" y="10485"/>
                  </a:cubicBezTo>
                  <a:cubicBezTo>
                    <a:pt x="15528" y="10647"/>
                    <a:pt x="15564" y="10788"/>
                    <a:pt x="15562" y="10821"/>
                  </a:cubicBezTo>
                  <a:cubicBezTo>
                    <a:pt x="15559" y="10852"/>
                    <a:pt x="15639" y="10985"/>
                    <a:pt x="15690" y="11000"/>
                  </a:cubicBezTo>
                  <a:cubicBezTo>
                    <a:pt x="15742" y="11014"/>
                    <a:pt x="15779" y="11222"/>
                    <a:pt x="15795" y="11274"/>
                  </a:cubicBezTo>
                  <a:cubicBezTo>
                    <a:pt x="15810" y="11326"/>
                    <a:pt x="15962" y="11636"/>
                    <a:pt x="15993" y="11767"/>
                  </a:cubicBezTo>
                  <a:cubicBezTo>
                    <a:pt x="16024" y="11898"/>
                    <a:pt x="16154" y="12154"/>
                    <a:pt x="16185" y="12223"/>
                  </a:cubicBezTo>
                  <a:cubicBezTo>
                    <a:pt x="16215" y="12292"/>
                    <a:pt x="16241" y="12491"/>
                    <a:pt x="16241" y="12545"/>
                  </a:cubicBezTo>
                  <a:cubicBezTo>
                    <a:pt x="16241" y="12599"/>
                    <a:pt x="16337" y="12705"/>
                    <a:pt x="16398" y="12700"/>
                  </a:cubicBezTo>
                  <a:cubicBezTo>
                    <a:pt x="16458" y="12696"/>
                    <a:pt x="16581" y="12240"/>
                    <a:pt x="16609" y="12070"/>
                  </a:cubicBezTo>
                  <a:cubicBezTo>
                    <a:pt x="16637" y="11901"/>
                    <a:pt x="16735" y="11761"/>
                    <a:pt x="16763" y="11761"/>
                  </a:cubicBezTo>
                  <a:cubicBezTo>
                    <a:pt x="16791" y="11761"/>
                    <a:pt x="16812" y="11666"/>
                    <a:pt x="16812" y="11630"/>
                  </a:cubicBezTo>
                  <a:cubicBezTo>
                    <a:pt x="16812" y="11594"/>
                    <a:pt x="16966" y="11597"/>
                    <a:pt x="16981" y="11551"/>
                  </a:cubicBezTo>
                  <a:cubicBezTo>
                    <a:pt x="16994" y="11505"/>
                    <a:pt x="17040" y="11204"/>
                    <a:pt x="17095" y="11158"/>
                  </a:cubicBezTo>
                  <a:cubicBezTo>
                    <a:pt x="17150" y="11112"/>
                    <a:pt x="17344" y="10959"/>
                    <a:pt x="17413" y="10931"/>
                  </a:cubicBezTo>
                  <a:cubicBezTo>
                    <a:pt x="17481" y="10902"/>
                    <a:pt x="17656" y="11083"/>
                    <a:pt x="17695" y="11167"/>
                  </a:cubicBezTo>
                  <a:cubicBezTo>
                    <a:pt x="17734" y="11251"/>
                    <a:pt x="17769" y="11465"/>
                    <a:pt x="17754" y="11500"/>
                  </a:cubicBezTo>
                  <a:cubicBezTo>
                    <a:pt x="17739" y="11535"/>
                    <a:pt x="17846" y="11720"/>
                    <a:pt x="17940" y="11716"/>
                  </a:cubicBezTo>
                  <a:cubicBezTo>
                    <a:pt x="18032" y="11713"/>
                    <a:pt x="18062" y="11859"/>
                    <a:pt x="18064" y="11911"/>
                  </a:cubicBezTo>
                  <a:cubicBezTo>
                    <a:pt x="18069" y="11963"/>
                    <a:pt x="18190" y="12112"/>
                    <a:pt x="18214" y="12178"/>
                  </a:cubicBezTo>
                  <a:cubicBezTo>
                    <a:pt x="18238" y="12245"/>
                    <a:pt x="18232" y="12428"/>
                    <a:pt x="18216" y="12469"/>
                  </a:cubicBezTo>
                  <a:cubicBezTo>
                    <a:pt x="18199" y="12510"/>
                    <a:pt x="18210" y="12748"/>
                    <a:pt x="18228" y="12815"/>
                  </a:cubicBezTo>
                  <a:cubicBezTo>
                    <a:pt x="18246" y="12881"/>
                    <a:pt x="18532" y="13229"/>
                    <a:pt x="18639" y="13334"/>
                  </a:cubicBezTo>
                  <a:cubicBezTo>
                    <a:pt x="18747" y="13439"/>
                    <a:pt x="18797" y="13120"/>
                    <a:pt x="18742" y="13020"/>
                  </a:cubicBezTo>
                  <a:cubicBezTo>
                    <a:pt x="18687" y="12921"/>
                    <a:pt x="18500" y="12689"/>
                    <a:pt x="18456" y="12620"/>
                  </a:cubicBezTo>
                  <a:cubicBezTo>
                    <a:pt x="18412" y="12551"/>
                    <a:pt x="18404" y="12273"/>
                    <a:pt x="18421" y="12196"/>
                  </a:cubicBezTo>
                  <a:cubicBezTo>
                    <a:pt x="18437" y="12118"/>
                    <a:pt x="18585" y="12239"/>
                    <a:pt x="18646" y="12295"/>
                  </a:cubicBezTo>
                  <a:cubicBezTo>
                    <a:pt x="18707" y="12351"/>
                    <a:pt x="18787" y="12475"/>
                    <a:pt x="18789" y="12518"/>
                  </a:cubicBezTo>
                  <a:cubicBezTo>
                    <a:pt x="18791" y="12559"/>
                    <a:pt x="19175" y="12302"/>
                    <a:pt x="19188" y="12023"/>
                  </a:cubicBezTo>
                  <a:cubicBezTo>
                    <a:pt x="19202" y="11744"/>
                    <a:pt x="19330" y="11430"/>
                    <a:pt x="19342" y="11356"/>
                  </a:cubicBezTo>
                  <a:cubicBezTo>
                    <a:pt x="19355" y="11283"/>
                    <a:pt x="19304" y="11181"/>
                    <a:pt x="19272" y="11178"/>
                  </a:cubicBezTo>
                  <a:cubicBezTo>
                    <a:pt x="19240" y="11174"/>
                    <a:pt x="19329" y="10965"/>
                    <a:pt x="19436" y="10969"/>
                  </a:cubicBezTo>
                  <a:cubicBezTo>
                    <a:pt x="19544" y="10973"/>
                    <a:pt x="19803" y="10627"/>
                    <a:pt x="19864" y="10490"/>
                  </a:cubicBezTo>
                  <a:cubicBezTo>
                    <a:pt x="19925" y="10353"/>
                    <a:pt x="20049" y="10240"/>
                    <a:pt x="20062" y="10222"/>
                  </a:cubicBezTo>
                  <a:cubicBezTo>
                    <a:pt x="20077" y="10206"/>
                    <a:pt x="20164" y="9882"/>
                    <a:pt x="20179" y="9748"/>
                  </a:cubicBezTo>
                  <a:cubicBezTo>
                    <a:pt x="20193" y="9614"/>
                    <a:pt x="20116" y="9405"/>
                    <a:pt x="20106" y="9336"/>
                  </a:cubicBezTo>
                  <a:cubicBezTo>
                    <a:pt x="20097" y="9267"/>
                    <a:pt x="20005" y="9107"/>
                    <a:pt x="19980" y="9057"/>
                  </a:cubicBezTo>
                  <a:cubicBezTo>
                    <a:pt x="19957" y="9007"/>
                    <a:pt x="19933" y="8819"/>
                    <a:pt x="19948" y="8784"/>
                  </a:cubicBezTo>
                  <a:cubicBezTo>
                    <a:pt x="19962" y="8750"/>
                    <a:pt x="20059" y="8712"/>
                    <a:pt x="20069" y="8681"/>
                  </a:cubicBezTo>
                  <a:cubicBezTo>
                    <a:pt x="20080" y="8649"/>
                    <a:pt x="20191" y="8508"/>
                    <a:pt x="20183" y="8446"/>
                  </a:cubicBezTo>
                  <a:cubicBezTo>
                    <a:pt x="20175" y="8383"/>
                    <a:pt x="20252" y="8526"/>
                    <a:pt x="20303" y="8577"/>
                  </a:cubicBezTo>
                  <a:cubicBezTo>
                    <a:pt x="20354" y="8629"/>
                    <a:pt x="20409" y="8962"/>
                    <a:pt x="20472" y="8999"/>
                  </a:cubicBezTo>
                  <a:cubicBezTo>
                    <a:pt x="20534" y="9036"/>
                    <a:pt x="20788" y="8646"/>
                    <a:pt x="20757" y="8395"/>
                  </a:cubicBezTo>
                  <a:cubicBezTo>
                    <a:pt x="20726" y="8143"/>
                    <a:pt x="20831" y="7821"/>
                    <a:pt x="20892" y="7792"/>
                  </a:cubicBezTo>
                  <a:cubicBezTo>
                    <a:pt x="20939" y="7770"/>
                    <a:pt x="21059" y="7568"/>
                    <a:pt x="21141" y="7422"/>
                  </a:cubicBezTo>
                  <a:cubicBezTo>
                    <a:pt x="20580" y="5486"/>
                    <a:pt x="19651" y="3755"/>
                    <a:pt x="18453" y="2351"/>
                  </a:cubicBezTo>
                  <a:cubicBezTo>
                    <a:pt x="18439" y="2352"/>
                    <a:pt x="18425" y="2353"/>
                    <a:pt x="18412" y="2350"/>
                  </a:cubicBezTo>
                  <a:cubicBezTo>
                    <a:pt x="18319" y="2326"/>
                    <a:pt x="18318" y="2325"/>
                    <a:pt x="18318" y="2325"/>
                  </a:cubicBezTo>
                  <a:cubicBezTo>
                    <a:pt x="18162" y="2286"/>
                    <a:pt x="18070" y="2085"/>
                    <a:pt x="18097" y="2039"/>
                  </a:cubicBezTo>
                  <a:cubicBezTo>
                    <a:pt x="18106" y="2024"/>
                    <a:pt x="18104" y="1991"/>
                    <a:pt x="18096" y="1951"/>
                  </a:cubicBezTo>
                  <a:cubicBezTo>
                    <a:pt x="18009" y="1857"/>
                    <a:pt x="17921" y="1764"/>
                    <a:pt x="17830" y="1674"/>
                  </a:cubicBezTo>
                  <a:cubicBezTo>
                    <a:pt x="17756" y="1671"/>
                    <a:pt x="17677" y="1674"/>
                    <a:pt x="17632" y="1671"/>
                  </a:cubicBezTo>
                  <a:cubicBezTo>
                    <a:pt x="17538" y="1667"/>
                    <a:pt x="17335" y="1588"/>
                    <a:pt x="17299" y="1544"/>
                  </a:cubicBezTo>
                  <a:cubicBezTo>
                    <a:pt x="17290" y="1533"/>
                    <a:pt x="17275" y="1529"/>
                    <a:pt x="17258" y="1532"/>
                  </a:cubicBezTo>
                  <a:close/>
                  <a:moveTo>
                    <a:pt x="14552" y="1656"/>
                  </a:moveTo>
                  <a:cubicBezTo>
                    <a:pt x="14518" y="1656"/>
                    <a:pt x="14475" y="1708"/>
                    <a:pt x="14468" y="1724"/>
                  </a:cubicBezTo>
                  <a:cubicBezTo>
                    <a:pt x="14459" y="1741"/>
                    <a:pt x="14067" y="1852"/>
                    <a:pt x="13947" y="1921"/>
                  </a:cubicBezTo>
                  <a:cubicBezTo>
                    <a:pt x="13826" y="1991"/>
                    <a:pt x="13687" y="2098"/>
                    <a:pt x="13637" y="2159"/>
                  </a:cubicBezTo>
                  <a:cubicBezTo>
                    <a:pt x="13586" y="2220"/>
                    <a:pt x="13503" y="2685"/>
                    <a:pt x="13473" y="2738"/>
                  </a:cubicBezTo>
                  <a:cubicBezTo>
                    <a:pt x="13445" y="2790"/>
                    <a:pt x="13603" y="2979"/>
                    <a:pt x="13674" y="3032"/>
                  </a:cubicBezTo>
                  <a:cubicBezTo>
                    <a:pt x="13745" y="3084"/>
                    <a:pt x="13842" y="3056"/>
                    <a:pt x="13869" y="3046"/>
                  </a:cubicBezTo>
                  <a:cubicBezTo>
                    <a:pt x="13896" y="3036"/>
                    <a:pt x="13833" y="2712"/>
                    <a:pt x="13797" y="2598"/>
                  </a:cubicBezTo>
                  <a:cubicBezTo>
                    <a:pt x="13759" y="2486"/>
                    <a:pt x="14064" y="2282"/>
                    <a:pt x="14147" y="2181"/>
                  </a:cubicBezTo>
                  <a:cubicBezTo>
                    <a:pt x="14230" y="2081"/>
                    <a:pt x="14572" y="1946"/>
                    <a:pt x="14611" y="1843"/>
                  </a:cubicBezTo>
                  <a:cubicBezTo>
                    <a:pt x="14649" y="1741"/>
                    <a:pt x="14587" y="1656"/>
                    <a:pt x="14552" y="1656"/>
                  </a:cubicBezTo>
                  <a:close/>
                  <a:moveTo>
                    <a:pt x="3505" y="2315"/>
                  </a:moveTo>
                  <a:cubicBezTo>
                    <a:pt x="3459" y="2285"/>
                    <a:pt x="3224" y="2588"/>
                    <a:pt x="3225" y="2801"/>
                  </a:cubicBezTo>
                  <a:cubicBezTo>
                    <a:pt x="3228" y="3016"/>
                    <a:pt x="3318" y="3222"/>
                    <a:pt x="3355" y="3228"/>
                  </a:cubicBezTo>
                  <a:cubicBezTo>
                    <a:pt x="3392" y="3235"/>
                    <a:pt x="3347" y="3427"/>
                    <a:pt x="3305" y="3483"/>
                  </a:cubicBezTo>
                  <a:cubicBezTo>
                    <a:pt x="3265" y="3537"/>
                    <a:pt x="3165" y="3425"/>
                    <a:pt x="3203" y="3376"/>
                  </a:cubicBezTo>
                  <a:cubicBezTo>
                    <a:pt x="3239" y="3328"/>
                    <a:pt x="3100" y="3104"/>
                    <a:pt x="3051" y="3013"/>
                  </a:cubicBezTo>
                  <a:cubicBezTo>
                    <a:pt x="3017" y="2948"/>
                    <a:pt x="2894" y="2890"/>
                    <a:pt x="2811" y="2850"/>
                  </a:cubicBezTo>
                  <a:cubicBezTo>
                    <a:pt x="2762" y="2913"/>
                    <a:pt x="2715" y="2977"/>
                    <a:pt x="2668" y="3042"/>
                  </a:cubicBezTo>
                  <a:cubicBezTo>
                    <a:pt x="2686" y="3119"/>
                    <a:pt x="2708" y="3221"/>
                    <a:pt x="2687" y="3297"/>
                  </a:cubicBezTo>
                  <a:cubicBezTo>
                    <a:pt x="2652" y="3428"/>
                    <a:pt x="2561" y="3447"/>
                    <a:pt x="2556" y="3391"/>
                  </a:cubicBezTo>
                  <a:cubicBezTo>
                    <a:pt x="2553" y="3366"/>
                    <a:pt x="2507" y="3346"/>
                    <a:pt x="2453" y="3338"/>
                  </a:cubicBezTo>
                  <a:cubicBezTo>
                    <a:pt x="1131" y="5235"/>
                    <a:pt x="252" y="7587"/>
                    <a:pt x="0" y="10166"/>
                  </a:cubicBezTo>
                  <a:cubicBezTo>
                    <a:pt x="53" y="10238"/>
                    <a:pt x="113" y="10323"/>
                    <a:pt x="129" y="10385"/>
                  </a:cubicBezTo>
                  <a:cubicBezTo>
                    <a:pt x="159" y="10499"/>
                    <a:pt x="325" y="10574"/>
                    <a:pt x="357" y="10597"/>
                  </a:cubicBezTo>
                  <a:cubicBezTo>
                    <a:pt x="387" y="10619"/>
                    <a:pt x="398" y="10378"/>
                    <a:pt x="376" y="10314"/>
                  </a:cubicBezTo>
                  <a:cubicBezTo>
                    <a:pt x="355" y="10252"/>
                    <a:pt x="416" y="10214"/>
                    <a:pt x="414" y="10260"/>
                  </a:cubicBezTo>
                  <a:cubicBezTo>
                    <a:pt x="413" y="10307"/>
                    <a:pt x="572" y="10519"/>
                    <a:pt x="623" y="10597"/>
                  </a:cubicBezTo>
                  <a:cubicBezTo>
                    <a:pt x="676" y="10673"/>
                    <a:pt x="729" y="11173"/>
                    <a:pt x="779" y="11279"/>
                  </a:cubicBezTo>
                  <a:cubicBezTo>
                    <a:pt x="828" y="11386"/>
                    <a:pt x="1309" y="11609"/>
                    <a:pt x="1464" y="11647"/>
                  </a:cubicBezTo>
                  <a:cubicBezTo>
                    <a:pt x="1618" y="11686"/>
                    <a:pt x="1813" y="11893"/>
                    <a:pt x="1843" y="11953"/>
                  </a:cubicBezTo>
                  <a:cubicBezTo>
                    <a:pt x="1873" y="12012"/>
                    <a:pt x="2079" y="12043"/>
                    <a:pt x="2123" y="12066"/>
                  </a:cubicBezTo>
                  <a:cubicBezTo>
                    <a:pt x="2168" y="12091"/>
                    <a:pt x="2272" y="12258"/>
                    <a:pt x="2316" y="12292"/>
                  </a:cubicBezTo>
                  <a:cubicBezTo>
                    <a:pt x="2360" y="12327"/>
                    <a:pt x="2394" y="12426"/>
                    <a:pt x="2394" y="12453"/>
                  </a:cubicBezTo>
                  <a:cubicBezTo>
                    <a:pt x="2394" y="12479"/>
                    <a:pt x="2666" y="12602"/>
                    <a:pt x="2732" y="12689"/>
                  </a:cubicBezTo>
                  <a:cubicBezTo>
                    <a:pt x="2798" y="12776"/>
                    <a:pt x="2906" y="12752"/>
                    <a:pt x="2926" y="12715"/>
                  </a:cubicBezTo>
                  <a:cubicBezTo>
                    <a:pt x="2947" y="12678"/>
                    <a:pt x="3001" y="12888"/>
                    <a:pt x="3029" y="12960"/>
                  </a:cubicBezTo>
                  <a:cubicBezTo>
                    <a:pt x="3056" y="13032"/>
                    <a:pt x="3063" y="13210"/>
                    <a:pt x="3041" y="13238"/>
                  </a:cubicBezTo>
                  <a:cubicBezTo>
                    <a:pt x="3020" y="13266"/>
                    <a:pt x="2982" y="13593"/>
                    <a:pt x="2935" y="13658"/>
                  </a:cubicBezTo>
                  <a:cubicBezTo>
                    <a:pt x="2889" y="13724"/>
                    <a:pt x="2794" y="14199"/>
                    <a:pt x="2814" y="14292"/>
                  </a:cubicBezTo>
                  <a:cubicBezTo>
                    <a:pt x="2836" y="14387"/>
                    <a:pt x="2962" y="14580"/>
                    <a:pt x="3017" y="14609"/>
                  </a:cubicBezTo>
                  <a:cubicBezTo>
                    <a:pt x="3072" y="14638"/>
                    <a:pt x="3048" y="14738"/>
                    <a:pt x="3005" y="14745"/>
                  </a:cubicBezTo>
                  <a:cubicBezTo>
                    <a:pt x="2961" y="14752"/>
                    <a:pt x="2982" y="15206"/>
                    <a:pt x="3084" y="15274"/>
                  </a:cubicBezTo>
                  <a:cubicBezTo>
                    <a:pt x="3186" y="15340"/>
                    <a:pt x="3272" y="15540"/>
                    <a:pt x="3257" y="15575"/>
                  </a:cubicBezTo>
                  <a:cubicBezTo>
                    <a:pt x="3242" y="15610"/>
                    <a:pt x="3437" y="15851"/>
                    <a:pt x="3513" y="15932"/>
                  </a:cubicBezTo>
                  <a:cubicBezTo>
                    <a:pt x="3588" y="16015"/>
                    <a:pt x="3749" y="16406"/>
                    <a:pt x="3782" y="16535"/>
                  </a:cubicBezTo>
                  <a:cubicBezTo>
                    <a:pt x="3814" y="16664"/>
                    <a:pt x="3795" y="16873"/>
                    <a:pt x="3784" y="16923"/>
                  </a:cubicBezTo>
                  <a:cubicBezTo>
                    <a:pt x="3774" y="16973"/>
                    <a:pt x="3821" y="17082"/>
                    <a:pt x="3829" y="17127"/>
                  </a:cubicBezTo>
                  <a:cubicBezTo>
                    <a:pt x="3835" y="17172"/>
                    <a:pt x="3761" y="17556"/>
                    <a:pt x="3790" y="17711"/>
                  </a:cubicBezTo>
                  <a:cubicBezTo>
                    <a:pt x="3818" y="17865"/>
                    <a:pt x="3639" y="18348"/>
                    <a:pt x="3643" y="18587"/>
                  </a:cubicBezTo>
                  <a:cubicBezTo>
                    <a:pt x="3648" y="18827"/>
                    <a:pt x="3737" y="19139"/>
                    <a:pt x="3774" y="19115"/>
                  </a:cubicBezTo>
                  <a:cubicBezTo>
                    <a:pt x="3810" y="19092"/>
                    <a:pt x="3823" y="19333"/>
                    <a:pt x="3761" y="19362"/>
                  </a:cubicBezTo>
                  <a:cubicBezTo>
                    <a:pt x="3700" y="19391"/>
                    <a:pt x="3630" y="19581"/>
                    <a:pt x="3664" y="19591"/>
                  </a:cubicBezTo>
                  <a:cubicBezTo>
                    <a:pt x="3698" y="19601"/>
                    <a:pt x="3662" y="19789"/>
                    <a:pt x="3671" y="19864"/>
                  </a:cubicBezTo>
                  <a:cubicBezTo>
                    <a:pt x="3680" y="19940"/>
                    <a:pt x="3733" y="20438"/>
                    <a:pt x="3744" y="20562"/>
                  </a:cubicBezTo>
                  <a:cubicBezTo>
                    <a:pt x="3756" y="20686"/>
                    <a:pt x="3904" y="20987"/>
                    <a:pt x="3935" y="21089"/>
                  </a:cubicBezTo>
                  <a:cubicBezTo>
                    <a:pt x="3966" y="21192"/>
                    <a:pt x="3998" y="21387"/>
                    <a:pt x="4010" y="21416"/>
                  </a:cubicBezTo>
                  <a:cubicBezTo>
                    <a:pt x="4022" y="21446"/>
                    <a:pt x="4038" y="21476"/>
                    <a:pt x="4039" y="21477"/>
                  </a:cubicBezTo>
                  <a:cubicBezTo>
                    <a:pt x="4042" y="21478"/>
                    <a:pt x="4161" y="21531"/>
                    <a:pt x="4195" y="21562"/>
                  </a:cubicBezTo>
                  <a:cubicBezTo>
                    <a:pt x="4230" y="21593"/>
                    <a:pt x="4463" y="21574"/>
                    <a:pt x="4539" y="21555"/>
                  </a:cubicBezTo>
                  <a:cubicBezTo>
                    <a:pt x="4616" y="21537"/>
                    <a:pt x="4546" y="21453"/>
                    <a:pt x="4512" y="21408"/>
                  </a:cubicBezTo>
                  <a:cubicBezTo>
                    <a:pt x="4478" y="21362"/>
                    <a:pt x="4447" y="21142"/>
                    <a:pt x="4407" y="21119"/>
                  </a:cubicBezTo>
                  <a:cubicBezTo>
                    <a:pt x="4368" y="21097"/>
                    <a:pt x="4351" y="20816"/>
                    <a:pt x="4386" y="20754"/>
                  </a:cubicBezTo>
                  <a:cubicBezTo>
                    <a:pt x="4421" y="20691"/>
                    <a:pt x="4560" y="20592"/>
                    <a:pt x="4575" y="20540"/>
                  </a:cubicBezTo>
                  <a:cubicBezTo>
                    <a:pt x="4589" y="20488"/>
                    <a:pt x="4594" y="20243"/>
                    <a:pt x="4557" y="20209"/>
                  </a:cubicBezTo>
                  <a:cubicBezTo>
                    <a:pt x="4519" y="20176"/>
                    <a:pt x="4568" y="19878"/>
                    <a:pt x="4539" y="19731"/>
                  </a:cubicBezTo>
                  <a:cubicBezTo>
                    <a:pt x="4511" y="19583"/>
                    <a:pt x="4754" y="19449"/>
                    <a:pt x="4768" y="19332"/>
                  </a:cubicBezTo>
                  <a:cubicBezTo>
                    <a:pt x="4782" y="19215"/>
                    <a:pt x="5044" y="19089"/>
                    <a:pt x="5104" y="19030"/>
                  </a:cubicBezTo>
                  <a:cubicBezTo>
                    <a:pt x="5163" y="18971"/>
                    <a:pt x="5214" y="18637"/>
                    <a:pt x="5186" y="18564"/>
                  </a:cubicBezTo>
                  <a:cubicBezTo>
                    <a:pt x="5157" y="18493"/>
                    <a:pt x="5283" y="18434"/>
                    <a:pt x="5340" y="18434"/>
                  </a:cubicBezTo>
                  <a:cubicBezTo>
                    <a:pt x="5395" y="18434"/>
                    <a:pt x="5458" y="18386"/>
                    <a:pt x="5480" y="18386"/>
                  </a:cubicBezTo>
                  <a:cubicBezTo>
                    <a:pt x="5501" y="18385"/>
                    <a:pt x="5567" y="18237"/>
                    <a:pt x="5603" y="18203"/>
                  </a:cubicBezTo>
                  <a:cubicBezTo>
                    <a:pt x="5639" y="18169"/>
                    <a:pt x="5713" y="17815"/>
                    <a:pt x="5778" y="17757"/>
                  </a:cubicBezTo>
                  <a:cubicBezTo>
                    <a:pt x="5843" y="17698"/>
                    <a:pt x="5897" y="17484"/>
                    <a:pt x="5897" y="17420"/>
                  </a:cubicBezTo>
                  <a:cubicBezTo>
                    <a:pt x="5897" y="17358"/>
                    <a:pt x="5996" y="17172"/>
                    <a:pt x="6029" y="17116"/>
                  </a:cubicBezTo>
                  <a:cubicBezTo>
                    <a:pt x="6062" y="17060"/>
                    <a:pt x="6307" y="16925"/>
                    <a:pt x="6351" y="16904"/>
                  </a:cubicBezTo>
                  <a:cubicBezTo>
                    <a:pt x="6395" y="16882"/>
                    <a:pt x="6462" y="16411"/>
                    <a:pt x="6479" y="16242"/>
                  </a:cubicBezTo>
                  <a:cubicBezTo>
                    <a:pt x="6496" y="16073"/>
                    <a:pt x="6569" y="15847"/>
                    <a:pt x="6575" y="15792"/>
                  </a:cubicBezTo>
                  <a:cubicBezTo>
                    <a:pt x="6579" y="15735"/>
                    <a:pt x="6658" y="15689"/>
                    <a:pt x="6672" y="15671"/>
                  </a:cubicBezTo>
                  <a:cubicBezTo>
                    <a:pt x="6687" y="15654"/>
                    <a:pt x="6745" y="15437"/>
                    <a:pt x="6782" y="15387"/>
                  </a:cubicBezTo>
                  <a:cubicBezTo>
                    <a:pt x="6820" y="15338"/>
                    <a:pt x="6955" y="15134"/>
                    <a:pt x="6958" y="15087"/>
                  </a:cubicBezTo>
                  <a:cubicBezTo>
                    <a:pt x="6961" y="15041"/>
                    <a:pt x="6982" y="14924"/>
                    <a:pt x="7005" y="14825"/>
                  </a:cubicBezTo>
                  <a:cubicBezTo>
                    <a:pt x="7005" y="14825"/>
                    <a:pt x="7004" y="14825"/>
                    <a:pt x="7004" y="14710"/>
                  </a:cubicBezTo>
                  <a:cubicBezTo>
                    <a:pt x="7005" y="14526"/>
                    <a:pt x="7006" y="14526"/>
                    <a:pt x="7006" y="14526"/>
                  </a:cubicBezTo>
                  <a:cubicBezTo>
                    <a:pt x="6963" y="14384"/>
                    <a:pt x="6830" y="14207"/>
                    <a:pt x="6797" y="14246"/>
                  </a:cubicBezTo>
                  <a:cubicBezTo>
                    <a:pt x="6763" y="14285"/>
                    <a:pt x="6612" y="14121"/>
                    <a:pt x="6535" y="14086"/>
                  </a:cubicBezTo>
                  <a:cubicBezTo>
                    <a:pt x="6457" y="14052"/>
                    <a:pt x="6265" y="14022"/>
                    <a:pt x="6216" y="14022"/>
                  </a:cubicBezTo>
                  <a:cubicBezTo>
                    <a:pt x="6167" y="14022"/>
                    <a:pt x="5999" y="13858"/>
                    <a:pt x="5923" y="13829"/>
                  </a:cubicBezTo>
                  <a:cubicBezTo>
                    <a:pt x="5848" y="13801"/>
                    <a:pt x="5655" y="13756"/>
                    <a:pt x="5620" y="13729"/>
                  </a:cubicBezTo>
                  <a:cubicBezTo>
                    <a:pt x="5585" y="13702"/>
                    <a:pt x="5537" y="13359"/>
                    <a:pt x="5381" y="13248"/>
                  </a:cubicBezTo>
                  <a:cubicBezTo>
                    <a:pt x="5226" y="13135"/>
                    <a:pt x="4955" y="12873"/>
                    <a:pt x="4924" y="12776"/>
                  </a:cubicBezTo>
                  <a:cubicBezTo>
                    <a:pt x="4894" y="12680"/>
                    <a:pt x="4596" y="12478"/>
                    <a:pt x="4503" y="12418"/>
                  </a:cubicBezTo>
                  <a:cubicBezTo>
                    <a:pt x="4412" y="12357"/>
                    <a:pt x="4272" y="12342"/>
                    <a:pt x="4255" y="12365"/>
                  </a:cubicBezTo>
                  <a:cubicBezTo>
                    <a:pt x="4236" y="12385"/>
                    <a:pt x="4123" y="12178"/>
                    <a:pt x="4064" y="12119"/>
                  </a:cubicBezTo>
                  <a:cubicBezTo>
                    <a:pt x="4004" y="12061"/>
                    <a:pt x="3825" y="12012"/>
                    <a:pt x="3817" y="12065"/>
                  </a:cubicBezTo>
                  <a:cubicBezTo>
                    <a:pt x="3808" y="12117"/>
                    <a:pt x="3690" y="12090"/>
                    <a:pt x="3662" y="12045"/>
                  </a:cubicBezTo>
                  <a:cubicBezTo>
                    <a:pt x="3635" y="12000"/>
                    <a:pt x="3543" y="12064"/>
                    <a:pt x="3500" y="12081"/>
                  </a:cubicBezTo>
                  <a:cubicBezTo>
                    <a:pt x="3457" y="12097"/>
                    <a:pt x="3308" y="12368"/>
                    <a:pt x="3241" y="12434"/>
                  </a:cubicBezTo>
                  <a:cubicBezTo>
                    <a:pt x="3172" y="12498"/>
                    <a:pt x="3091" y="12374"/>
                    <a:pt x="3046" y="12350"/>
                  </a:cubicBezTo>
                  <a:cubicBezTo>
                    <a:pt x="3001" y="12327"/>
                    <a:pt x="2830" y="12390"/>
                    <a:pt x="2783" y="12430"/>
                  </a:cubicBezTo>
                  <a:cubicBezTo>
                    <a:pt x="2736" y="12469"/>
                    <a:pt x="2628" y="12142"/>
                    <a:pt x="2654" y="11992"/>
                  </a:cubicBezTo>
                  <a:cubicBezTo>
                    <a:pt x="2679" y="11841"/>
                    <a:pt x="2541" y="11543"/>
                    <a:pt x="2434" y="11535"/>
                  </a:cubicBezTo>
                  <a:cubicBezTo>
                    <a:pt x="2329" y="11528"/>
                    <a:pt x="2295" y="11213"/>
                    <a:pt x="2316" y="11097"/>
                  </a:cubicBezTo>
                  <a:cubicBezTo>
                    <a:pt x="2338" y="10981"/>
                    <a:pt x="2125" y="10909"/>
                    <a:pt x="2071" y="10901"/>
                  </a:cubicBezTo>
                  <a:cubicBezTo>
                    <a:pt x="2017" y="10892"/>
                    <a:pt x="1885" y="11057"/>
                    <a:pt x="1863" y="11135"/>
                  </a:cubicBezTo>
                  <a:cubicBezTo>
                    <a:pt x="1840" y="11213"/>
                    <a:pt x="1357" y="11028"/>
                    <a:pt x="1414" y="10681"/>
                  </a:cubicBezTo>
                  <a:cubicBezTo>
                    <a:pt x="1470" y="10334"/>
                    <a:pt x="1700" y="9976"/>
                    <a:pt x="1757" y="9933"/>
                  </a:cubicBezTo>
                  <a:cubicBezTo>
                    <a:pt x="1814" y="9892"/>
                    <a:pt x="2124" y="9870"/>
                    <a:pt x="2192" y="9917"/>
                  </a:cubicBezTo>
                  <a:cubicBezTo>
                    <a:pt x="2261" y="9965"/>
                    <a:pt x="2323" y="9916"/>
                    <a:pt x="2335" y="9895"/>
                  </a:cubicBezTo>
                  <a:cubicBezTo>
                    <a:pt x="2346" y="9874"/>
                    <a:pt x="2599" y="9899"/>
                    <a:pt x="2675" y="9936"/>
                  </a:cubicBezTo>
                  <a:cubicBezTo>
                    <a:pt x="2750" y="9972"/>
                    <a:pt x="2858" y="10323"/>
                    <a:pt x="2936" y="10366"/>
                  </a:cubicBezTo>
                  <a:cubicBezTo>
                    <a:pt x="3015" y="10409"/>
                    <a:pt x="3043" y="10139"/>
                    <a:pt x="3056" y="10074"/>
                  </a:cubicBezTo>
                  <a:cubicBezTo>
                    <a:pt x="3069" y="10008"/>
                    <a:pt x="3018" y="9842"/>
                    <a:pt x="2999" y="9795"/>
                  </a:cubicBezTo>
                  <a:cubicBezTo>
                    <a:pt x="2980" y="9748"/>
                    <a:pt x="3124" y="9324"/>
                    <a:pt x="3243" y="9252"/>
                  </a:cubicBezTo>
                  <a:cubicBezTo>
                    <a:pt x="3361" y="9179"/>
                    <a:pt x="3486" y="8944"/>
                    <a:pt x="3477" y="8902"/>
                  </a:cubicBezTo>
                  <a:cubicBezTo>
                    <a:pt x="3466" y="8860"/>
                    <a:pt x="3571" y="8828"/>
                    <a:pt x="3599" y="8810"/>
                  </a:cubicBezTo>
                  <a:cubicBezTo>
                    <a:pt x="3628" y="8793"/>
                    <a:pt x="3594" y="8449"/>
                    <a:pt x="3641" y="8375"/>
                  </a:cubicBezTo>
                  <a:cubicBezTo>
                    <a:pt x="3688" y="8301"/>
                    <a:pt x="3910" y="8142"/>
                    <a:pt x="3980" y="8107"/>
                  </a:cubicBezTo>
                  <a:cubicBezTo>
                    <a:pt x="4051" y="8071"/>
                    <a:pt x="4104" y="7855"/>
                    <a:pt x="4079" y="7818"/>
                  </a:cubicBezTo>
                  <a:cubicBezTo>
                    <a:pt x="4053" y="7779"/>
                    <a:pt x="4260" y="7568"/>
                    <a:pt x="4368" y="7527"/>
                  </a:cubicBezTo>
                  <a:cubicBezTo>
                    <a:pt x="4475" y="7488"/>
                    <a:pt x="4568" y="7601"/>
                    <a:pt x="4541" y="7619"/>
                  </a:cubicBezTo>
                  <a:cubicBezTo>
                    <a:pt x="4563" y="7604"/>
                    <a:pt x="4711" y="7513"/>
                    <a:pt x="4774" y="7463"/>
                  </a:cubicBezTo>
                  <a:cubicBezTo>
                    <a:pt x="4848" y="7405"/>
                    <a:pt x="4776" y="7244"/>
                    <a:pt x="4728" y="7196"/>
                  </a:cubicBezTo>
                  <a:cubicBezTo>
                    <a:pt x="4681" y="7150"/>
                    <a:pt x="4709" y="6963"/>
                    <a:pt x="4766" y="6946"/>
                  </a:cubicBezTo>
                  <a:cubicBezTo>
                    <a:pt x="4824" y="6929"/>
                    <a:pt x="4874" y="6768"/>
                    <a:pt x="4859" y="6733"/>
                  </a:cubicBezTo>
                  <a:cubicBezTo>
                    <a:pt x="4843" y="6698"/>
                    <a:pt x="5096" y="6761"/>
                    <a:pt x="5192" y="6675"/>
                  </a:cubicBezTo>
                  <a:cubicBezTo>
                    <a:pt x="5286" y="6590"/>
                    <a:pt x="5218" y="6880"/>
                    <a:pt x="5148" y="6997"/>
                  </a:cubicBezTo>
                  <a:cubicBezTo>
                    <a:pt x="5078" y="7114"/>
                    <a:pt x="5199" y="7224"/>
                    <a:pt x="5245" y="7203"/>
                  </a:cubicBezTo>
                  <a:cubicBezTo>
                    <a:pt x="5290" y="7180"/>
                    <a:pt x="5338" y="7264"/>
                    <a:pt x="5348" y="7297"/>
                  </a:cubicBezTo>
                  <a:cubicBezTo>
                    <a:pt x="5357" y="7330"/>
                    <a:pt x="5454" y="7263"/>
                    <a:pt x="5517" y="7296"/>
                  </a:cubicBezTo>
                  <a:cubicBezTo>
                    <a:pt x="5581" y="7329"/>
                    <a:pt x="5617" y="7192"/>
                    <a:pt x="5623" y="7130"/>
                  </a:cubicBezTo>
                  <a:cubicBezTo>
                    <a:pt x="5627" y="7066"/>
                    <a:pt x="5471" y="6934"/>
                    <a:pt x="5447" y="6858"/>
                  </a:cubicBezTo>
                  <a:cubicBezTo>
                    <a:pt x="5423" y="6782"/>
                    <a:pt x="5411" y="6339"/>
                    <a:pt x="5408" y="6248"/>
                  </a:cubicBezTo>
                  <a:cubicBezTo>
                    <a:pt x="5405" y="6158"/>
                    <a:pt x="5304" y="6011"/>
                    <a:pt x="5271" y="6037"/>
                  </a:cubicBezTo>
                  <a:cubicBezTo>
                    <a:pt x="5238" y="6062"/>
                    <a:pt x="5172" y="5802"/>
                    <a:pt x="5119" y="5745"/>
                  </a:cubicBezTo>
                  <a:cubicBezTo>
                    <a:pt x="5066" y="5689"/>
                    <a:pt x="5055" y="5563"/>
                    <a:pt x="5056" y="5521"/>
                  </a:cubicBezTo>
                  <a:cubicBezTo>
                    <a:pt x="5059" y="5479"/>
                    <a:pt x="4878" y="5253"/>
                    <a:pt x="4834" y="5148"/>
                  </a:cubicBezTo>
                  <a:cubicBezTo>
                    <a:pt x="4791" y="5043"/>
                    <a:pt x="4730" y="5064"/>
                    <a:pt x="4725" y="5111"/>
                  </a:cubicBezTo>
                  <a:cubicBezTo>
                    <a:pt x="4721" y="5160"/>
                    <a:pt x="4595" y="5166"/>
                    <a:pt x="4543" y="5160"/>
                  </a:cubicBezTo>
                  <a:cubicBezTo>
                    <a:pt x="4491" y="5154"/>
                    <a:pt x="4449" y="4915"/>
                    <a:pt x="4449" y="4825"/>
                  </a:cubicBezTo>
                  <a:cubicBezTo>
                    <a:pt x="4449" y="4734"/>
                    <a:pt x="4215" y="4718"/>
                    <a:pt x="4177" y="4645"/>
                  </a:cubicBezTo>
                  <a:cubicBezTo>
                    <a:pt x="4139" y="4573"/>
                    <a:pt x="3986" y="4607"/>
                    <a:pt x="3961" y="4557"/>
                  </a:cubicBezTo>
                  <a:cubicBezTo>
                    <a:pt x="3936" y="4507"/>
                    <a:pt x="3802" y="4460"/>
                    <a:pt x="3776" y="4479"/>
                  </a:cubicBezTo>
                  <a:cubicBezTo>
                    <a:pt x="3748" y="4498"/>
                    <a:pt x="3761" y="5147"/>
                    <a:pt x="3735" y="5322"/>
                  </a:cubicBezTo>
                  <a:cubicBezTo>
                    <a:pt x="3710" y="5498"/>
                    <a:pt x="3586" y="5653"/>
                    <a:pt x="3540" y="5648"/>
                  </a:cubicBezTo>
                  <a:cubicBezTo>
                    <a:pt x="3496" y="5644"/>
                    <a:pt x="3523" y="5772"/>
                    <a:pt x="3554" y="5760"/>
                  </a:cubicBezTo>
                  <a:cubicBezTo>
                    <a:pt x="3586" y="5749"/>
                    <a:pt x="3466" y="5952"/>
                    <a:pt x="3450" y="6085"/>
                  </a:cubicBezTo>
                  <a:cubicBezTo>
                    <a:pt x="3434" y="6217"/>
                    <a:pt x="3321" y="6080"/>
                    <a:pt x="3303" y="5959"/>
                  </a:cubicBezTo>
                  <a:cubicBezTo>
                    <a:pt x="3284" y="5838"/>
                    <a:pt x="3175" y="5674"/>
                    <a:pt x="3154" y="5716"/>
                  </a:cubicBezTo>
                  <a:cubicBezTo>
                    <a:pt x="3133" y="5756"/>
                    <a:pt x="3058" y="5667"/>
                    <a:pt x="3024" y="5693"/>
                  </a:cubicBezTo>
                  <a:cubicBezTo>
                    <a:pt x="2992" y="5719"/>
                    <a:pt x="2783" y="5548"/>
                    <a:pt x="2699" y="5493"/>
                  </a:cubicBezTo>
                  <a:cubicBezTo>
                    <a:pt x="2615" y="5439"/>
                    <a:pt x="2567" y="5129"/>
                    <a:pt x="2520" y="5102"/>
                  </a:cubicBezTo>
                  <a:cubicBezTo>
                    <a:pt x="2471" y="5074"/>
                    <a:pt x="2512" y="5038"/>
                    <a:pt x="2510" y="4991"/>
                  </a:cubicBezTo>
                  <a:cubicBezTo>
                    <a:pt x="2508" y="4944"/>
                    <a:pt x="2673" y="4764"/>
                    <a:pt x="2723" y="4694"/>
                  </a:cubicBezTo>
                  <a:cubicBezTo>
                    <a:pt x="2772" y="4621"/>
                    <a:pt x="2953" y="4340"/>
                    <a:pt x="3024" y="4280"/>
                  </a:cubicBezTo>
                  <a:cubicBezTo>
                    <a:pt x="3096" y="4219"/>
                    <a:pt x="3151" y="4059"/>
                    <a:pt x="3139" y="4029"/>
                  </a:cubicBezTo>
                  <a:cubicBezTo>
                    <a:pt x="3127" y="4000"/>
                    <a:pt x="3446" y="3881"/>
                    <a:pt x="3532" y="3845"/>
                  </a:cubicBezTo>
                  <a:cubicBezTo>
                    <a:pt x="3618" y="3809"/>
                    <a:pt x="3692" y="3520"/>
                    <a:pt x="3704" y="3438"/>
                  </a:cubicBezTo>
                  <a:cubicBezTo>
                    <a:pt x="3715" y="3355"/>
                    <a:pt x="3650" y="3199"/>
                    <a:pt x="3610" y="3178"/>
                  </a:cubicBezTo>
                  <a:cubicBezTo>
                    <a:pt x="3569" y="3158"/>
                    <a:pt x="3730" y="3150"/>
                    <a:pt x="3783" y="3182"/>
                  </a:cubicBezTo>
                  <a:cubicBezTo>
                    <a:pt x="3836" y="3213"/>
                    <a:pt x="4001" y="3124"/>
                    <a:pt x="4066" y="3165"/>
                  </a:cubicBezTo>
                  <a:cubicBezTo>
                    <a:pt x="4130" y="3206"/>
                    <a:pt x="4263" y="3300"/>
                    <a:pt x="4357" y="3372"/>
                  </a:cubicBezTo>
                  <a:cubicBezTo>
                    <a:pt x="4357" y="3372"/>
                    <a:pt x="4358" y="3371"/>
                    <a:pt x="4337" y="3583"/>
                  </a:cubicBezTo>
                  <a:cubicBezTo>
                    <a:pt x="4298" y="3941"/>
                    <a:pt x="4298" y="3942"/>
                    <a:pt x="4298" y="3942"/>
                  </a:cubicBezTo>
                  <a:cubicBezTo>
                    <a:pt x="4047" y="4067"/>
                    <a:pt x="3975" y="4282"/>
                    <a:pt x="4063" y="4277"/>
                  </a:cubicBezTo>
                  <a:cubicBezTo>
                    <a:pt x="4151" y="4272"/>
                    <a:pt x="4551" y="4484"/>
                    <a:pt x="4665" y="4582"/>
                  </a:cubicBezTo>
                  <a:cubicBezTo>
                    <a:pt x="4778" y="4679"/>
                    <a:pt x="4813" y="4441"/>
                    <a:pt x="4846" y="4361"/>
                  </a:cubicBezTo>
                  <a:cubicBezTo>
                    <a:pt x="4880" y="4283"/>
                    <a:pt x="4870" y="4054"/>
                    <a:pt x="4843" y="4008"/>
                  </a:cubicBezTo>
                  <a:cubicBezTo>
                    <a:pt x="4815" y="3963"/>
                    <a:pt x="4973" y="3979"/>
                    <a:pt x="5018" y="4030"/>
                  </a:cubicBezTo>
                  <a:cubicBezTo>
                    <a:pt x="5062" y="4081"/>
                    <a:pt x="5114" y="3977"/>
                    <a:pt x="5149" y="3958"/>
                  </a:cubicBezTo>
                  <a:cubicBezTo>
                    <a:pt x="5183" y="3940"/>
                    <a:pt x="5200" y="3744"/>
                    <a:pt x="5219" y="3704"/>
                  </a:cubicBezTo>
                  <a:cubicBezTo>
                    <a:pt x="5236" y="3664"/>
                    <a:pt x="5144" y="3623"/>
                    <a:pt x="5141" y="3574"/>
                  </a:cubicBezTo>
                  <a:cubicBezTo>
                    <a:pt x="5138" y="3524"/>
                    <a:pt x="4958" y="3431"/>
                    <a:pt x="4899" y="3397"/>
                  </a:cubicBezTo>
                  <a:cubicBezTo>
                    <a:pt x="4840" y="3364"/>
                    <a:pt x="4827" y="3215"/>
                    <a:pt x="4855" y="3189"/>
                  </a:cubicBezTo>
                  <a:cubicBezTo>
                    <a:pt x="4884" y="3163"/>
                    <a:pt x="4836" y="2973"/>
                    <a:pt x="4807" y="2911"/>
                  </a:cubicBezTo>
                  <a:cubicBezTo>
                    <a:pt x="4779" y="2848"/>
                    <a:pt x="4590" y="2797"/>
                    <a:pt x="4527" y="2797"/>
                  </a:cubicBezTo>
                  <a:cubicBezTo>
                    <a:pt x="4464" y="2797"/>
                    <a:pt x="4399" y="2623"/>
                    <a:pt x="4363" y="2597"/>
                  </a:cubicBezTo>
                  <a:cubicBezTo>
                    <a:pt x="4327" y="2573"/>
                    <a:pt x="4086" y="2541"/>
                    <a:pt x="4027" y="2562"/>
                  </a:cubicBezTo>
                  <a:cubicBezTo>
                    <a:pt x="3967" y="2583"/>
                    <a:pt x="3856" y="2357"/>
                    <a:pt x="3756" y="2425"/>
                  </a:cubicBezTo>
                  <a:cubicBezTo>
                    <a:pt x="3655" y="2494"/>
                    <a:pt x="3551" y="2345"/>
                    <a:pt x="3505" y="2315"/>
                  </a:cubicBezTo>
                  <a:close/>
                  <a:moveTo>
                    <a:pt x="8461" y="3664"/>
                  </a:moveTo>
                  <a:cubicBezTo>
                    <a:pt x="8428" y="3618"/>
                    <a:pt x="8401" y="3841"/>
                    <a:pt x="8347" y="3870"/>
                  </a:cubicBezTo>
                  <a:cubicBezTo>
                    <a:pt x="8291" y="3899"/>
                    <a:pt x="8374" y="3941"/>
                    <a:pt x="8397" y="3918"/>
                  </a:cubicBezTo>
                  <a:cubicBezTo>
                    <a:pt x="8419" y="3894"/>
                    <a:pt x="8394" y="4034"/>
                    <a:pt x="8370" y="4081"/>
                  </a:cubicBezTo>
                  <a:cubicBezTo>
                    <a:pt x="8345" y="4129"/>
                    <a:pt x="8531" y="4162"/>
                    <a:pt x="8552" y="4234"/>
                  </a:cubicBezTo>
                  <a:cubicBezTo>
                    <a:pt x="8573" y="4306"/>
                    <a:pt x="8649" y="4353"/>
                    <a:pt x="8722" y="4340"/>
                  </a:cubicBezTo>
                  <a:cubicBezTo>
                    <a:pt x="8794" y="4325"/>
                    <a:pt x="8940" y="4235"/>
                    <a:pt x="8992" y="4229"/>
                  </a:cubicBezTo>
                  <a:cubicBezTo>
                    <a:pt x="9043" y="4222"/>
                    <a:pt x="9099" y="3915"/>
                    <a:pt x="9067" y="3849"/>
                  </a:cubicBezTo>
                  <a:cubicBezTo>
                    <a:pt x="9036" y="3782"/>
                    <a:pt x="8794" y="3790"/>
                    <a:pt x="8735" y="3785"/>
                  </a:cubicBezTo>
                  <a:cubicBezTo>
                    <a:pt x="8677" y="3781"/>
                    <a:pt x="8495" y="3710"/>
                    <a:pt x="8461" y="3664"/>
                  </a:cubicBezTo>
                  <a:close/>
                  <a:moveTo>
                    <a:pt x="3354" y="4098"/>
                  </a:moveTo>
                  <a:cubicBezTo>
                    <a:pt x="3323" y="4075"/>
                    <a:pt x="3214" y="4185"/>
                    <a:pt x="3174" y="4226"/>
                  </a:cubicBezTo>
                  <a:cubicBezTo>
                    <a:pt x="3137" y="4268"/>
                    <a:pt x="3170" y="4481"/>
                    <a:pt x="3242" y="4487"/>
                  </a:cubicBezTo>
                  <a:cubicBezTo>
                    <a:pt x="3314" y="4493"/>
                    <a:pt x="3429" y="4167"/>
                    <a:pt x="3518" y="4233"/>
                  </a:cubicBezTo>
                  <a:cubicBezTo>
                    <a:pt x="3606" y="4298"/>
                    <a:pt x="3666" y="4323"/>
                    <a:pt x="3652" y="4288"/>
                  </a:cubicBezTo>
                  <a:cubicBezTo>
                    <a:pt x="3637" y="4254"/>
                    <a:pt x="3385" y="4122"/>
                    <a:pt x="3354" y="4098"/>
                  </a:cubicBezTo>
                  <a:close/>
                  <a:moveTo>
                    <a:pt x="8758" y="5783"/>
                  </a:moveTo>
                  <a:cubicBezTo>
                    <a:pt x="8724" y="5783"/>
                    <a:pt x="8659" y="5982"/>
                    <a:pt x="8618" y="5963"/>
                  </a:cubicBezTo>
                  <a:cubicBezTo>
                    <a:pt x="8578" y="5943"/>
                    <a:pt x="8556" y="6125"/>
                    <a:pt x="8565" y="6194"/>
                  </a:cubicBezTo>
                  <a:cubicBezTo>
                    <a:pt x="8574" y="6263"/>
                    <a:pt x="8716" y="6258"/>
                    <a:pt x="8777" y="6246"/>
                  </a:cubicBezTo>
                  <a:cubicBezTo>
                    <a:pt x="8837" y="6233"/>
                    <a:pt x="8883" y="6175"/>
                    <a:pt x="8881" y="6114"/>
                  </a:cubicBezTo>
                  <a:cubicBezTo>
                    <a:pt x="8878" y="6055"/>
                    <a:pt x="8792" y="5783"/>
                    <a:pt x="8758" y="5783"/>
                  </a:cubicBezTo>
                  <a:close/>
                  <a:moveTo>
                    <a:pt x="21450" y="8627"/>
                  </a:moveTo>
                  <a:cubicBezTo>
                    <a:pt x="21398" y="8674"/>
                    <a:pt x="21337" y="8724"/>
                    <a:pt x="21310" y="8753"/>
                  </a:cubicBezTo>
                  <a:cubicBezTo>
                    <a:pt x="21254" y="8814"/>
                    <a:pt x="21019" y="8995"/>
                    <a:pt x="20951" y="9052"/>
                  </a:cubicBezTo>
                  <a:cubicBezTo>
                    <a:pt x="20898" y="9096"/>
                    <a:pt x="20870" y="9208"/>
                    <a:pt x="20887" y="9253"/>
                  </a:cubicBezTo>
                  <a:cubicBezTo>
                    <a:pt x="20879" y="9252"/>
                    <a:pt x="20873" y="9253"/>
                    <a:pt x="20865" y="9253"/>
                  </a:cubicBezTo>
                  <a:cubicBezTo>
                    <a:pt x="20823" y="9253"/>
                    <a:pt x="20818" y="9451"/>
                    <a:pt x="20863" y="9486"/>
                  </a:cubicBezTo>
                  <a:cubicBezTo>
                    <a:pt x="20906" y="9519"/>
                    <a:pt x="21014" y="9331"/>
                    <a:pt x="21069" y="9286"/>
                  </a:cubicBezTo>
                  <a:cubicBezTo>
                    <a:pt x="21125" y="9240"/>
                    <a:pt x="21236" y="9213"/>
                    <a:pt x="21252" y="9227"/>
                  </a:cubicBezTo>
                  <a:cubicBezTo>
                    <a:pt x="21270" y="9242"/>
                    <a:pt x="21368" y="9206"/>
                    <a:pt x="21471" y="9149"/>
                  </a:cubicBezTo>
                  <a:cubicBezTo>
                    <a:pt x="21490" y="9139"/>
                    <a:pt x="21510" y="9106"/>
                    <a:pt x="21532" y="9060"/>
                  </a:cubicBezTo>
                  <a:cubicBezTo>
                    <a:pt x="21508" y="8914"/>
                    <a:pt x="21479" y="8771"/>
                    <a:pt x="21450" y="8627"/>
                  </a:cubicBezTo>
                  <a:close/>
                  <a:moveTo>
                    <a:pt x="3426" y="10378"/>
                  </a:moveTo>
                  <a:cubicBezTo>
                    <a:pt x="3405" y="10378"/>
                    <a:pt x="3391" y="10441"/>
                    <a:pt x="3395" y="10517"/>
                  </a:cubicBezTo>
                  <a:cubicBezTo>
                    <a:pt x="3398" y="10594"/>
                    <a:pt x="3541" y="10480"/>
                    <a:pt x="3528" y="10444"/>
                  </a:cubicBezTo>
                  <a:cubicBezTo>
                    <a:pt x="3514" y="10407"/>
                    <a:pt x="3446" y="10378"/>
                    <a:pt x="3426" y="10378"/>
                  </a:cubicBezTo>
                  <a:close/>
                  <a:moveTo>
                    <a:pt x="20092" y="10378"/>
                  </a:moveTo>
                  <a:cubicBezTo>
                    <a:pt x="20085" y="10376"/>
                    <a:pt x="20079" y="10379"/>
                    <a:pt x="20073" y="10387"/>
                  </a:cubicBezTo>
                  <a:cubicBezTo>
                    <a:pt x="20026" y="10456"/>
                    <a:pt x="20060" y="10635"/>
                    <a:pt x="20075" y="10698"/>
                  </a:cubicBezTo>
                  <a:cubicBezTo>
                    <a:pt x="20090" y="10759"/>
                    <a:pt x="20135" y="10755"/>
                    <a:pt x="20174" y="10689"/>
                  </a:cubicBezTo>
                  <a:cubicBezTo>
                    <a:pt x="20209" y="10632"/>
                    <a:pt x="20141" y="10391"/>
                    <a:pt x="20092" y="10378"/>
                  </a:cubicBezTo>
                  <a:close/>
                  <a:moveTo>
                    <a:pt x="3181" y="10412"/>
                  </a:moveTo>
                  <a:cubicBezTo>
                    <a:pt x="3140" y="10392"/>
                    <a:pt x="3107" y="10471"/>
                    <a:pt x="3107" y="10508"/>
                  </a:cubicBezTo>
                  <a:cubicBezTo>
                    <a:pt x="3107" y="10544"/>
                    <a:pt x="3130" y="10574"/>
                    <a:pt x="3157" y="10574"/>
                  </a:cubicBezTo>
                  <a:cubicBezTo>
                    <a:pt x="3186" y="10574"/>
                    <a:pt x="3222" y="10432"/>
                    <a:pt x="3181" y="10412"/>
                  </a:cubicBezTo>
                  <a:close/>
                  <a:moveTo>
                    <a:pt x="3652" y="10599"/>
                  </a:moveTo>
                  <a:cubicBezTo>
                    <a:pt x="3611" y="10580"/>
                    <a:pt x="3576" y="10682"/>
                    <a:pt x="3576" y="10727"/>
                  </a:cubicBezTo>
                  <a:cubicBezTo>
                    <a:pt x="3576" y="10771"/>
                    <a:pt x="3600" y="10801"/>
                    <a:pt x="3628" y="10791"/>
                  </a:cubicBezTo>
                  <a:cubicBezTo>
                    <a:pt x="3656" y="10783"/>
                    <a:pt x="3702" y="10911"/>
                    <a:pt x="3767" y="10875"/>
                  </a:cubicBezTo>
                  <a:cubicBezTo>
                    <a:pt x="3831" y="10838"/>
                    <a:pt x="3839" y="10745"/>
                    <a:pt x="3801" y="10751"/>
                  </a:cubicBezTo>
                  <a:cubicBezTo>
                    <a:pt x="3763" y="10755"/>
                    <a:pt x="3693" y="10619"/>
                    <a:pt x="3652" y="10599"/>
                  </a:cubicBezTo>
                  <a:close/>
                  <a:moveTo>
                    <a:pt x="2847" y="10659"/>
                  </a:moveTo>
                  <a:cubicBezTo>
                    <a:pt x="2742" y="10659"/>
                    <a:pt x="2628" y="10786"/>
                    <a:pt x="2612" y="10828"/>
                  </a:cubicBezTo>
                  <a:cubicBezTo>
                    <a:pt x="2595" y="10870"/>
                    <a:pt x="2777" y="10899"/>
                    <a:pt x="2829" y="10866"/>
                  </a:cubicBezTo>
                  <a:cubicBezTo>
                    <a:pt x="2881" y="10833"/>
                    <a:pt x="3126" y="10903"/>
                    <a:pt x="3176" y="10974"/>
                  </a:cubicBezTo>
                  <a:cubicBezTo>
                    <a:pt x="3226" y="11044"/>
                    <a:pt x="3329" y="11087"/>
                    <a:pt x="3405" y="11070"/>
                  </a:cubicBezTo>
                  <a:cubicBezTo>
                    <a:pt x="3480" y="11053"/>
                    <a:pt x="3445" y="11198"/>
                    <a:pt x="3462" y="11250"/>
                  </a:cubicBezTo>
                  <a:cubicBezTo>
                    <a:pt x="3481" y="11302"/>
                    <a:pt x="3662" y="11344"/>
                    <a:pt x="3698" y="11379"/>
                  </a:cubicBezTo>
                  <a:cubicBezTo>
                    <a:pt x="3734" y="11415"/>
                    <a:pt x="3827" y="11314"/>
                    <a:pt x="3899" y="11325"/>
                  </a:cubicBezTo>
                  <a:cubicBezTo>
                    <a:pt x="3971" y="11336"/>
                    <a:pt x="3875" y="11026"/>
                    <a:pt x="3754" y="11035"/>
                  </a:cubicBezTo>
                  <a:cubicBezTo>
                    <a:pt x="3633" y="11044"/>
                    <a:pt x="3538" y="10903"/>
                    <a:pt x="3510" y="10886"/>
                  </a:cubicBezTo>
                  <a:cubicBezTo>
                    <a:pt x="3480" y="10871"/>
                    <a:pt x="3340" y="10769"/>
                    <a:pt x="3300" y="10731"/>
                  </a:cubicBezTo>
                  <a:cubicBezTo>
                    <a:pt x="3260" y="10692"/>
                    <a:pt x="2952" y="10659"/>
                    <a:pt x="2847" y="10659"/>
                  </a:cubicBezTo>
                  <a:close/>
                  <a:moveTo>
                    <a:pt x="20311" y="11160"/>
                  </a:moveTo>
                  <a:cubicBezTo>
                    <a:pt x="20205" y="11135"/>
                    <a:pt x="20220" y="11515"/>
                    <a:pt x="20267" y="11563"/>
                  </a:cubicBezTo>
                  <a:cubicBezTo>
                    <a:pt x="20312" y="11611"/>
                    <a:pt x="20422" y="11432"/>
                    <a:pt x="20451" y="11352"/>
                  </a:cubicBezTo>
                  <a:cubicBezTo>
                    <a:pt x="20479" y="11274"/>
                    <a:pt x="20416" y="11187"/>
                    <a:pt x="20311" y="11160"/>
                  </a:cubicBezTo>
                  <a:close/>
                  <a:moveTo>
                    <a:pt x="4251" y="11252"/>
                  </a:moveTo>
                  <a:cubicBezTo>
                    <a:pt x="4210" y="11252"/>
                    <a:pt x="4099" y="11348"/>
                    <a:pt x="4099" y="11385"/>
                  </a:cubicBezTo>
                  <a:cubicBezTo>
                    <a:pt x="4099" y="11420"/>
                    <a:pt x="4256" y="11416"/>
                    <a:pt x="4282" y="11358"/>
                  </a:cubicBezTo>
                  <a:cubicBezTo>
                    <a:pt x="4307" y="11300"/>
                    <a:pt x="4294" y="11252"/>
                    <a:pt x="4251" y="11252"/>
                  </a:cubicBezTo>
                  <a:close/>
                  <a:moveTo>
                    <a:pt x="3227" y="11316"/>
                  </a:moveTo>
                  <a:cubicBezTo>
                    <a:pt x="3167" y="11317"/>
                    <a:pt x="3081" y="11355"/>
                    <a:pt x="3081" y="11382"/>
                  </a:cubicBezTo>
                  <a:cubicBezTo>
                    <a:pt x="3081" y="11418"/>
                    <a:pt x="3239" y="11396"/>
                    <a:pt x="3277" y="11397"/>
                  </a:cubicBezTo>
                  <a:cubicBezTo>
                    <a:pt x="3316" y="11398"/>
                    <a:pt x="3314" y="11367"/>
                    <a:pt x="3274" y="11328"/>
                  </a:cubicBezTo>
                  <a:cubicBezTo>
                    <a:pt x="3264" y="11319"/>
                    <a:pt x="3247" y="11315"/>
                    <a:pt x="3227" y="11316"/>
                  </a:cubicBezTo>
                  <a:close/>
                  <a:moveTo>
                    <a:pt x="20784" y="11788"/>
                  </a:moveTo>
                  <a:cubicBezTo>
                    <a:pt x="20739" y="11764"/>
                    <a:pt x="20653" y="11871"/>
                    <a:pt x="20656" y="11947"/>
                  </a:cubicBezTo>
                  <a:cubicBezTo>
                    <a:pt x="20660" y="12024"/>
                    <a:pt x="20513" y="12055"/>
                    <a:pt x="20486" y="12119"/>
                  </a:cubicBezTo>
                  <a:cubicBezTo>
                    <a:pt x="20458" y="12182"/>
                    <a:pt x="20460" y="12230"/>
                    <a:pt x="20490" y="12223"/>
                  </a:cubicBezTo>
                  <a:cubicBezTo>
                    <a:pt x="20519" y="12217"/>
                    <a:pt x="20664" y="12379"/>
                    <a:pt x="20678" y="12414"/>
                  </a:cubicBezTo>
                  <a:cubicBezTo>
                    <a:pt x="20692" y="12449"/>
                    <a:pt x="20823" y="12325"/>
                    <a:pt x="20901" y="12311"/>
                  </a:cubicBezTo>
                  <a:cubicBezTo>
                    <a:pt x="20980" y="12296"/>
                    <a:pt x="21029" y="12043"/>
                    <a:pt x="20968" y="12026"/>
                  </a:cubicBezTo>
                  <a:cubicBezTo>
                    <a:pt x="20905" y="12005"/>
                    <a:pt x="20828" y="11811"/>
                    <a:pt x="20784" y="11788"/>
                  </a:cubicBezTo>
                  <a:close/>
                  <a:moveTo>
                    <a:pt x="16696" y="12473"/>
                  </a:moveTo>
                  <a:cubicBezTo>
                    <a:pt x="16657" y="12466"/>
                    <a:pt x="16611" y="12504"/>
                    <a:pt x="16581" y="12576"/>
                  </a:cubicBezTo>
                  <a:cubicBezTo>
                    <a:pt x="16542" y="12672"/>
                    <a:pt x="16790" y="12877"/>
                    <a:pt x="16809" y="12830"/>
                  </a:cubicBezTo>
                  <a:cubicBezTo>
                    <a:pt x="16829" y="12783"/>
                    <a:pt x="16778" y="12547"/>
                    <a:pt x="16733" y="12495"/>
                  </a:cubicBezTo>
                  <a:cubicBezTo>
                    <a:pt x="16722" y="12482"/>
                    <a:pt x="16709" y="12475"/>
                    <a:pt x="16696" y="12473"/>
                  </a:cubicBezTo>
                  <a:close/>
                  <a:moveTo>
                    <a:pt x="19925" y="12880"/>
                  </a:moveTo>
                  <a:cubicBezTo>
                    <a:pt x="19856" y="12851"/>
                    <a:pt x="19636" y="13422"/>
                    <a:pt x="19479" y="13523"/>
                  </a:cubicBezTo>
                  <a:cubicBezTo>
                    <a:pt x="19320" y="13625"/>
                    <a:pt x="19264" y="13972"/>
                    <a:pt x="19305" y="14053"/>
                  </a:cubicBezTo>
                  <a:cubicBezTo>
                    <a:pt x="19347" y="14133"/>
                    <a:pt x="19677" y="14176"/>
                    <a:pt x="19734" y="14237"/>
                  </a:cubicBezTo>
                  <a:cubicBezTo>
                    <a:pt x="19792" y="14297"/>
                    <a:pt x="19855" y="14227"/>
                    <a:pt x="19890" y="14217"/>
                  </a:cubicBezTo>
                  <a:cubicBezTo>
                    <a:pt x="19925" y="14207"/>
                    <a:pt x="19913" y="14180"/>
                    <a:pt x="19900" y="14169"/>
                  </a:cubicBezTo>
                  <a:cubicBezTo>
                    <a:pt x="19887" y="14160"/>
                    <a:pt x="20014" y="13998"/>
                    <a:pt x="20033" y="13895"/>
                  </a:cubicBezTo>
                  <a:cubicBezTo>
                    <a:pt x="20051" y="13793"/>
                    <a:pt x="20073" y="13635"/>
                    <a:pt x="20083" y="13546"/>
                  </a:cubicBezTo>
                  <a:cubicBezTo>
                    <a:pt x="20092" y="13457"/>
                    <a:pt x="20107" y="13178"/>
                    <a:pt x="20120" y="13123"/>
                  </a:cubicBezTo>
                  <a:cubicBezTo>
                    <a:pt x="20132" y="13068"/>
                    <a:pt x="19994" y="12909"/>
                    <a:pt x="19925" y="12880"/>
                  </a:cubicBezTo>
                  <a:close/>
                  <a:moveTo>
                    <a:pt x="18165" y="13010"/>
                  </a:moveTo>
                  <a:cubicBezTo>
                    <a:pt x="18143" y="13033"/>
                    <a:pt x="18104" y="13108"/>
                    <a:pt x="18064" y="13076"/>
                  </a:cubicBezTo>
                  <a:cubicBezTo>
                    <a:pt x="18092" y="13099"/>
                    <a:pt x="18150" y="13149"/>
                    <a:pt x="18233" y="13219"/>
                  </a:cubicBezTo>
                  <a:cubicBezTo>
                    <a:pt x="18379" y="13345"/>
                    <a:pt x="18662" y="14195"/>
                    <a:pt x="18726" y="14255"/>
                  </a:cubicBezTo>
                  <a:cubicBezTo>
                    <a:pt x="18789" y="14314"/>
                    <a:pt x="18894" y="14076"/>
                    <a:pt x="18849" y="13952"/>
                  </a:cubicBezTo>
                  <a:cubicBezTo>
                    <a:pt x="18803" y="13828"/>
                    <a:pt x="18653" y="13619"/>
                    <a:pt x="18514" y="13487"/>
                  </a:cubicBezTo>
                  <a:cubicBezTo>
                    <a:pt x="18514" y="13487"/>
                    <a:pt x="18513" y="13486"/>
                    <a:pt x="18461" y="13383"/>
                  </a:cubicBezTo>
                  <a:cubicBezTo>
                    <a:pt x="18403" y="13268"/>
                    <a:pt x="18403" y="13269"/>
                    <a:pt x="18403" y="13269"/>
                  </a:cubicBezTo>
                  <a:cubicBezTo>
                    <a:pt x="18351" y="13144"/>
                    <a:pt x="18194" y="13047"/>
                    <a:pt x="18181" y="13010"/>
                  </a:cubicBezTo>
                  <a:cubicBezTo>
                    <a:pt x="18177" y="13000"/>
                    <a:pt x="18172" y="13002"/>
                    <a:pt x="18165" y="13010"/>
                  </a:cubicBezTo>
                  <a:close/>
                  <a:moveTo>
                    <a:pt x="18054" y="13049"/>
                  </a:moveTo>
                  <a:cubicBezTo>
                    <a:pt x="18031" y="13028"/>
                    <a:pt x="18034" y="13031"/>
                    <a:pt x="18056" y="13050"/>
                  </a:cubicBezTo>
                  <a:cubicBezTo>
                    <a:pt x="18056" y="13049"/>
                    <a:pt x="18054" y="13049"/>
                    <a:pt x="18054" y="13049"/>
                  </a:cubicBezTo>
                  <a:close/>
                  <a:moveTo>
                    <a:pt x="20424" y="13504"/>
                  </a:moveTo>
                  <a:cubicBezTo>
                    <a:pt x="20341" y="13484"/>
                    <a:pt x="20116" y="13833"/>
                    <a:pt x="20158" y="14034"/>
                  </a:cubicBezTo>
                  <a:cubicBezTo>
                    <a:pt x="20202" y="14234"/>
                    <a:pt x="20249" y="14223"/>
                    <a:pt x="20272" y="14180"/>
                  </a:cubicBezTo>
                  <a:cubicBezTo>
                    <a:pt x="20296" y="14138"/>
                    <a:pt x="20430" y="14207"/>
                    <a:pt x="20470" y="14224"/>
                  </a:cubicBezTo>
                  <a:cubicBezTo>
                    <a:pt x="20509" y="14239"/>
                    <a:pt x="20509" y="14190"/>
                    <a:pt x="20470" y="14117"/>
                  </a:cubicBezTo>
                  <a:cubicBezTo>
                    <a:pt x="20430" y="14042"/>
                    <a:pt x="20471" y="13809"/>
                    <a:pt x="20510" y="13792"/>
                  </a:cubicBezTo>
                  <a:cubicBezTo>
                    <a:pt x="20549" y="13775"/>
                    <a:pt x="20505" y="13525"/>
                    <a:pt x="20424" y="13504"/>
                  </a:cubicBezTo>
                  <a:close/>
                  <a:moveTo>
                    <a:pt x="21312" y="13510"/>
                  </a:moveTo>
                  <a:cubicBezTo>
                    <a:pt x="21175" y="13484"/>
                    <a:pt x="21006" y="13536"/>
                    <a:pt x="21014" y="13707"/>
                  </a:cubicBezTo>
                  <a:cubicBezTo>
                    <a:pt x="21140" y="13814"/>
                    <a:pt x="21423" y="13764"/>
                    <a:pt x="21432" y="13560"/>
                  </a:cubicBezTo>
                  <a:cubicBezTo>
                    <a:pt x="21401" y="13535"/>
                    <a:pt x="21358" y="13518"/>
                    <a:pt x="21312" y="13510"/>
                  </a:cubicBezTo>
                  <a:close/>
                  <a:moveTo>
                    <a:pt x="21600" y="13784"/>
                  </a:moveTo>
                  <a:cubicBezTo>
                    <a:pt x="21556" y="13812"/>
                    <a:pt x="21510" y="13850"/>
                    <a:pt x="21489" y="13864"/>
                  </a:cubicBezTo>
                  <a:cubicBezTo>
                    <a:pt x="21456" y="13884"/>
                    <a:pt x="21297" y="13907"/>
                    <a:pt x="21276" y="13869"/>
                  </a:cubicBezTo>
                  <a:cubicBezTo>
                    <a:pt x="21254" y="13831"/>
                    <a:pt x="21222" y="13948"/>
                    <a:pt x="21188" y="13967"/>
                  </a:cubicBezTo>
                  <a:cubicBezTo>
                    <a:pt x="21154" y="13985"/>
                    <a:pt x="21173" y="14086"/>
                    <a:pt x="21224" y="14055"/>
                  </a:cubicBezTo>
                  <a:cubicBezTo>
                    <a:pt x="21260" y="14034"/>
                    <a:pt x="21411" y="14133"/>
                    <a:pt x="21535" y="14226"/>
                  </a:cubicBezTo>
                  <a:cubicBezTo>
                    <a:pt x="21559" y="14080"/>
                    <a:pt x="21580" y="13933"/>
                    <a:pt x="21600" y="13784"/>
                  </a:cubicBezTo>
                  <a:close/>
                  <a:moveTo>
                    <a:pt x="19086" y="14472"/>
                  </a:moveTo>
                  <a:cubicBezTo>
                    <a:pt x="18993" y="14476"/>
                    <a:pt x="18908" y="14536"/>
                    <a:pt x="18900" y="14579"/>
                  </a:cubicBezTo>
                  <a:cubicBezTo>
                    <a:pt x="18887" y="14636"/>
                    <a:pt x="19376" y="14729"/>
                    <a:pt x="19538" y="14782"/>
                  </a:cubicBezTo>
                  <a:cubicBezTo>
                    <a:pt x="19698" y="14835"/>
                    <a:pt x="19800" y="14851"/>
                    <a:pt x="19763" y="14818"/>
                  </a:cubicBezTo>
                  <a:cubicBezTo>
                    <a:pt x="19726" y="14785"/>
                    <a:pt x="19303" y="14546"/>
                    <a:pt x="19180" y="14490"/>
                  </a:cubicBezTo>
                  <a:cubicBezTo>
                    <a:pt x="19149" y="14476"/>
                    <a:pt x="19117" y="14471"/>
                    <a:pt x="19086" y="14472"/>
                  </a:cubicBezTo>
                  <a:close/>
                  <a:moveTo>
                    <a:pt x="21258" y="15222"/>
                  </a:moveTo>
                  <a:cubicBezTo>
                    <a:pt x="21114" y="15226"/>
                    <a:pt x="20927" y="15308"/>
                    <a:pt x="20924" y="15367"/>
                  </a:cubicBezTo>
                  <a:cubicBezTo>
                    <a:pt x="20921" y="15426"/>
                    <a:pt x="20724" y="15531"/>
                    <a:pt x="20659" y="15563"/>
                  </a:cubicBezTo>
                  <a:cubicBezTo>
                    <a:pt x="20593" y="15595"/>
                    <a:pt x="20466" y="15838"/>
                    <a:pt x="20437" y="15917"/>
                  </a:cubicBezTo>
                  <a:cubicBezTo>
                    <a:pt x="20410" y="15997"/>
                    <a:pt x="20248" y="15972"/>
                    <a:pt x="20188" y="16005"/>
                  </a:cubicBezTo>
                  <a:cubicBezTo>
                    <a:pt x="20129" y="16036"/>
                    <a:pt x="20006" y="16156"/>
                    <a:pt x="20005" y="16228"/>
                  </a:cubicBezTo>
                  <a:cubicBezTo>
                    <a:pt x="20005" y="16299"/>
                    <a:pt x="19972" y="16291"/>
                    <a:pt x="19932" y="16209"/>
                  </a:cubicBezTo>
                  <a:cubicBezTo>
                    <a:pt x="19932" y="16209"/>
                    <a:pt x="19931" y="16210"/>
                    <a:pt x="19852" y="16309"/>
                  </a:cubicBezTo>
                  <a:cubicBezTo>
                    <a:pt x="19760" y="16433"/>
                    <a:pt x="19760" y="16432"/>
                    <a:pt x="19760" y="16432"/>
                  </a:cubicBezTo>
                  <a:cubicBezTo>
                    <a:pt x="19706" y="16633"/>
                    <a:pt x="19529" y="16886"/>
                    <a:pt x="19468" y="16908"/>
                  </a:cubicBezTo>
                  <a:cubicBezTo>
                    <a:pt x="19406" y="16928"/>
                    <a:pt x="19396" y="17282"/>
                    <a:pt x="19396" y="17423"/>
                  </a:cubicBezTo>
                  <a:cubicBezTo>
                    <a:pt x="19396" y="17566"/>
                    <a:pt x="19441" y="17740"/>
                    <a:pt x="19498" y="17812"/>
                  </a:cubicBezTo>
                  <a:cubicBezTo>
                    <a:pt x="19498" y="17812"/>
                    <a:pt x="19498" y="17812"/>
                    <a:pt x="19510" y="17925"/>
                  </a:cubicBezTo>
                  <a:cubicBezTo>
                    <a:pt x="19531" y="18150"/>
                    <a:pt x="19531" y="18150"/>
                    <a:pt x="19531" y="18150"/>
                  </a:cubicBezTo>
                  <a:cubicBezTo>
                    <a:pt x="19498" y="18323"/>
                    <a:pt x="19608" y="18478"/>
                    <a:pt x="19640" y="18509"/>
                  </a:cubicBezTo>
                  <a:cubicBezTo>
                    <a:pt x="19672" y="18538"/>
                    <a:pt x="19942" y="18451"/>
                    <a:pt x="20046" y="18421"/>
                  </a:cubicBezTo>
                  <a:cubicBezTo>
                    <a:pt x="20089" y="18409"/>
                    <a:pt x="20142" y="18379"/>
                    <a:pt x="20192" y="18349"/>
                  </a:cubicBezTo>
                  <a:cubicBezTo>
                    <a:pt x="20674" y="17383"/>
                    <a:pt x="21054" y="16335"/>
                    <a:pt x="21316" y="15229"/>
                  </a:cubicBezTo>
                  <a:cubicBezTo>
                    <a:pt x="21296" y="15225"/>
                    <a:pt x="21276" y="15221"/>
                    <a:pt x="21258" y="15222"/>
                  </a:cubicBezTo>
                  <a:close/>
                  <a:moveTo>
                    <a:pt x="13761" y="15379"/>
                  </a:moveTo>
                  <a:cubicBezTo>
                    <a:pt x="13734" y="15384"/>
                    <a:pt x="13680" y="15482"/>
                    <a:pt x="13663" y="15554"/>
                  </a:cubicBezTo>
                  <a:cubicBezTo>
                    <a:pt x="13639" y="15649"/>
                    <a:pt x="13416" y="15843"/>
                    <a:pt x="13366" y="15924"/>
                  </a:cubicBezTo>
                  <a:cubicBezTo>
                    <a:pt x="13317" y="16005"/>
                    <a:pt x="13262" y="16279"/>
                    <a:pt x="13281" y="16327"/>
                  </a:cubicBezTo>
                  <a:cubicBezTo>
                    <a:pt x="13300" y="16374"/>
                    <a:pt x="13262" y="16560"/>
                    <a:pt x="13240" y="16612"/>
                  </a:cubicBezTo>
                  <a:cubicBezTo>
                    <a:pt x="13218" y="16665"/>
                    <a:pt x="13289" y="17012"/>
                    <a:pt x="13298" y="17114"/>
                  </a:cubicBezTo>
                  <a:cubicBezTo>
                    <a:pt x="13308" y="17215"/>
                    <a:pt x="13479" y="17295"/>
                    <a:pt x="13529" y="17278"/>
                  </a:cubicBezTo>
                  <a:cubicBezTo>
                    <a:pt x="13580" y="17262"/>
                    <a:pt x="13717" y="16955"/>
                    <a:pt x="13736" y="16868"/>
                  </a:cubicBezTo>
                  <a:cubicBezTo>
                    <a:pt x="13756" y="16779"/>
                    <a:pt x="13771" y="16591"/>
                    <a:pt x="13771" y="16546"/>
                  </a:cubicBezTo>
                  <a:cubicBezTo>
                    <a:pt x="13771" y="16502"/>
                    <a:pt x="13795" y="16399"/>
                    <a:pt x="13814" y="16386"/>
                  </a:cubicBezTo>
                  <a:cubicBezTo>
                    <a:pt x="13832" y="16375"/>
                    <a:pt x="13864" y="16270"/>
                    <a:pt x="13883" y="16157"/>
                  </a:cubicBezTo>
                  <a:cubicBezTo>
                    <a:pt x="13902" y="16040"/>
                    <a:pt x="13781" y="15504"/>
                    <a:pt x="13777" y="15410"/>
                  </a:cubicBezTo>
                  <a:cubicBezTo>
                    <a:pt x="13776" y="15387"/>
                    <a:pt x="13770" y="15378"/>
                    <a:pt x="13761" y="15379"/>
                  </a:cubicBezTo>
                  <a:close/>
                  <a:moveTo>
                    <a:pt x="5329" y="20693"/>
                  </a:moveTo>
                  <a:cubicBezTo>
                    <a:pt x="5288" y="20697"/>
                    <a:pt x="5243" y="20746"/>
                    <a:pt x="5247" y="20827"/>
                  </a:cubicBezTo>
                  <a:cubicBezTo>
                    <a:pt x="5296" y="20827"/>
                    <a:pt x="5345" y="20827"/>
                    <a:pt x="5397" y="20827"/>
                  </a:cubicBezTo>
                  <a:cubicBezTo>
                    <a:pt x="5410" y="20730"/>
                    <a:pt x="5371" y="20689"/>
                    <a:pt x="5329" y="20693"/>
                  </a:cubicBezTo>
                  <a:close/>
                </a:path>
              </a:pathLst>
            </a:custGeom>
            <a:solidFill>
              <a:srgbClr val="234770"/>
            </a:solidFill>
            <a:ln w="12700" cap="flat">
              <a:noFill/>
              <a:miter lim="400000"/>
            </a:ln>
            <a:effectLst/>
          </p:spPr>
          <p:txBody>
            <a:bodyPr wrap="square" lIns="38100" tIns="38100" rIns="38100" bIns="38100" numCol="1" anchor="ctr">
              <a:noAutofit/>
            </a:bodyPr>
            <a:lstStyle/>
            <a:p>
              <a:pPr defTabSz="825500">
                <a:defRPr sz="3200"/>
              </a:pPr>
            </a:p>
          </p:txBody>
        </p:sp>
      </p:grpSp>
      <p:sp>
        <p:nvSpPr>
          <p:cNvPr id="10733" name="Shape 10733"/>
          <p:cNvSpPr/>
          <p:nvPr/>
        </p:nvSpPr>
        <p:spPr>
          <a:xfrm>
            <a:off x="8674293" y="4147707"/>
            <a:ext cx="6469662" cy="6469300"/>
          </a:xfrm>
          <a:custGeom>
            <a:avLst/>
            <a:gdLst/>
            <a:ahLst/>
            <a:cxnLst>
              <a:cxn ang="0">
                <a:pos x="wd2" y="hd2"/>
              </a:cxn>
              <a:cxn ang="5400000">
                <a:pos x="wd2" y="hd2"/>
              </a:cxn>
              <a:cxn ang="10800000">
                <a:pos x="wd2" y="hd2"/>
              </a:cxn>
              <a:cxn ang="16200000">
                <a:pos x="wd2" y="hd2"/>
              </a:cxn>
            </a:cxnLst>
            <a:rect l="0" t="0" r="r" b="b"/>
            <a:pathLst>
              <a:path w="19679" h="20595" fill="norm" stroke="1" extrusionOk="0">
                <a:moveTo>
                  <a:pt x="9839" y="0"/>
                </a:moveTo>
                <a:cubicBezTo>
                  <a:pt x="7321" y="0"/>
                  <a:pt x="4803" y="1006"/>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6"/>
                  <a:pt x="12357" y="0"/>
                  <a:pt x="9839" y="0"/>
                </a:cubicBezTo>
                <a:close/>
                <a:moveTo>
                  <a:pt x="9839" y="588"/>
                </a:moveTo>
                <a:cubicBezTo>
                  <a:pt x="12213" y="588"/>
                  <a:pt x="14588" y="1536"/>
                  <a:pt x="16400" y="3432"/>
                </a:cubicBezTo>
                <a:cubicBezTo>
                  <a:pt x="20023" y="7224"/>
                  <a:pt x="20023" y="13371"/>
                  <a:pt x="16400" y="17163"/>
                </a:cubicBezTo>
                <a:cubicBezTo>
                  <a:pt x="12776" y="20955"/>
                  <a:pt x="6902" y="20955"/>
                  <a:pt x="3278" y="17163"/>
                </a:cubicBezTo>
                <a:cubicBezTo>
                  <a:pt x="-345" y="13371"/>
                  <a:pt x="-345" y="7224"/>
                  <a:pt x="3278" y="3432"/>
                </a:cubicBezTo>
                <a:cubicBezTo>
                  <a:pt x="5090" y="1536"/>
                  <a:pt x="7465" y="588"/>
                  <a:pt x="9839" y="588"/>
                </a:cubicBezTo>
                <a:close/>
              </a:path>
            </a:pathLst>
          </a:custGeom>
          <a:solidFill>
            <a:srgbClr val="DCDCDC"/>
          </a:solidFill>
          <a:ln w="12700">
            <a:miter lim="400000"/>
            <a:tailEnd type="triangle"/>
          </a:ln>
        </p:spPr>
        <p:txBody>
          <a:bodyPr lIns="121919" tIns="121919" rIns="121919" bIns="121919" anchor="ctr"/>
          <a:lstStyle/>
          <a:p>
            <a:pPr defTabSz="825500">
              <a:defRPr sz="3200"/>
            </a:pPr>
          </a:p>
        </p:txBody>
      </p:sp>
      <p:sp>
        <p:nvSpPr>
          <p:cNvPr id="10734" name="Shape 10734"/>
          <p:cNvSpPr/>
          <p:nvPr/>
        </p:nvSpPr>
        <p:spPr>
          <a:xfrm>
            <a:off x="14774155" y="6237069"/>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35" name="Shape 10735"/>
          <p:cNvSpPr/>
          <p:nvPr/>
        </p:nvSpPr>
        <p:spPr>
          <a:xfrm>
            <a:off x="14774155" y="8361560"/>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36" name="Shape 10736"/>
          <p:cNvSpPr/>
          <p:nvPr/>
        </p:nvSpPr>
        <p:spPr>
          <a:xfrm>
            <a:off x="13818144" y="4874578"/>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37" name="Shape 10737"/>
          <p:cNvSpPr/>
          <p:nvPr/>
        </p:nvSpPr>
        <p:spPr>
          <a:xfrm>
            <a:off x="13818144" y="9724052"/>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grpSp>
        <p:nvGrpSpPr>
          <p:cNvPr id="10740" name="Group 10740"/>
          <p:cNvGrpSpPr/>
          <p:nvPr/>
        </p:nvGrpSpPr>
        <p:grpSpPr>
          <a:xfrm>
            <a:off x="13903490" y="4352995"/>
            <a:ext cx="2288445" cy="474718"/>
            <a:chOff x="0" y="0"/>
            <a:chExt cx="2288443" cy="474717"/>
          </a:xfrm>
        </p:grpSpPr>
        <p:sp>
          <p:nvSpPr>
            <p:cNvPr id="10738" name="Shape 10738"/>
            <p:cNvSpPr/>
            <p:nvPr/>
          </p:nvSpPr>
          <p:spPr>
            <a:xfrm flipH="1">
              <a:off x="-1" y="14091"/>
              <a:ext cx="2" cy="460627"/>
            </a:xfrm>
            <a:prstGeom prst="line">
              <a:avLst/>
            </a:prstGeom>
            <a:noFill/>
            <a:ln w="25400" cap="flat">
              <a:solidFill>
                <a:srgbClr val="808080"/>
              </a:solidFill>
              <a:prstDash val="sysDash"/>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739" name="Shape 10739"/>
            <p:cNvSpPr/>
            <p:nvPr/>
          </p:nvSpPr>
          <p:spPr>
            <a:xfrm>
              <a:off x="6725" y="-1"/>
              <a:ext cx="2281719" cy="1"/>
            </a:xfrm>
            <a:prstGeom prst="line">
              <a:avLst/>
            </a:prstGeom>
            <a:noFill/>
            <a:ln w="25400" cap="flat">
              <a:solidFill>
                <a:srgbClr val="808080"/>
              </a:solidFill>
              <a:prstDash val="sysDash"/>
              <a:bevel/>
              <a:tailEnd type="oval" w="med" len="med"/>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grpSp>
      <p:sp>
        <p:nvSpPr>
          <p:cNvPr id="10741" name="Shape 10741"/>
          <p:cNvSpPr/>
          <p:nvPr/>
        </p:nvSpPr>
        <p:spPr>
          <a:xfrm>
            <a:off x="15002270" y="6320201"/>
            <a:ext cx="1189665" cy="1"/>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742" name="Shape 10742"/>
          <p:cNvSpPr/>
          <p:nvPr/>
        </p:nvSpPr>
        <p:spPr>
          <a:xfrm>
            <a:off x="15002270" y="8444691"/>
            <a:ext cx="1189665" cy="1"/>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grpSp>
        <p:nvGrpSpPr>
          <p:cNvPr id="10745" name="Group 10745"/>
          <p:cNvGrpSpPr/>
          <p:nvPr/>
        </p:nvGrpSpPr>
        <p:grpSpPr>
          <a:xfrm>
            <a:off x="13903490" y="9943224"/>
            <a:ext cx="2288446" cy="451418"/>
            <a:chOff x="0" y="0"/>
            <a:chExt cx="2288444" cy="451417"/>
          </a:xfrm>
        </p:grpSpPr>
        <p:sp>
          <p:nvSpPr>
            <p:cNvPr id="10743" name="Shape 10743"/>
            <p:cNvSpPr/>
            <p:nvPr/>
          </p:nvSpPr>
          <p:spPr>
            <a:xfrm flipH="1">
              <a:off x="-1" y="0"/>
              <a:ext cx="2" cy="449254"/>
            </a:xfrm>
            <a:prstGeom prst="line">
              <a:avLst/>
            </a:prstGeom>
            <a:noFill/>
            <a:ln w="25400" cap="flat">
              <a:solidFill>
                <a:srgbClr val="808080"/>
              </a:solidFill>
              <a:prstDash val="sysDash"/>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744" name="Shape 10744"/>
            <p:cNvSpPr/>
            <p:nvPr/>
          </p:nvSpPr>
          <p:spPr>
            <a:xfrm>
              <a:off x="6726" y="451417"/>
              <a:ext cx="2281719" cy="1"/>
            </a:xfrm>
            <a:prstGeom prst="line">
              <a:avLst/>
            </a:prstGeom>
            <a:noFill/>
            <a:ln w="25400" cap="flat">
              <a:solidFill>
                <a:srgbClr val="808080"/>
              </a:solidFill>
              <a:prstDash val="sysDash"/>
              <a:bevel/>
              <a:tailEnd type="oval" w="med" len="med"/>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grpSp>
      <p:sp>
        <p:nvSpPr>
          <p:cNvPr id="10746" name="Shape 10746"/>
          <p:cNvSpPr/>
          <p:nvPr/>
        </p:nvSpPr>
        <p:spPr>
          <a:xfrm flipH="1">
            <a:off x="8868088" y="6237069"/>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47" name="Shape 10747"/>
          <p:cNvSpPr/>
          <p:nvPr/>
        </p:nvSpPr>
        <p:spPr>
          <a:xfrm flipH="1">
            <a:off x="8868088" y="8361560"/>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48" name="Shape 10748"/>
          <p:cNvSpPr/>
          <p:nvPr/>
        </p:nvSpPr>
        <p:spPr>
          <a:xfrm flipH="1">
            <a:off x="9824101" y="4874578"/>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49" name="Shape 10749"/>
          <p:cNvSpPr/>
          <p:nvPr/>
        </p:nvSpPr>
        <p:spPr>
          <a:xfrm flipH="1">
            <a:off x="9824101" y="9724052"/>
            <a:ext cx="166263" cy="166263"/>
          </a:xfrm>
          <a:prstGeom prst="ellipse">
            <a:avLst/>
          </a:prstGeom>
          <a:solidFill>
            <a:srgbClr val="234770"/>
          </a:solidFill>
          <a:ln w="12700">
            <a:miter lim="400000"/>
          </a:ln>
        </p:spPr>
        <p:txBody>
          <a:bodyPr lIns="50800" tIns="50800" rIns="50800" bIns="50800" anchor="ctr"/>
          <a:lstStyle/>
          <a:p>
            <a:pPr defTabSz="825500">
              <a:defRPr sz="3200"/>
            </a:pPr>
          </a:p>
        </p:txBody>
      </p:sp>
      <p:grpSp>
        <p:nvGrpSpPr>
          <p:cNvPr id="10752" name="Group 10752"/>
          <p:cNvGrpSpPr/>
          <p:nvPr/>
        </p:nvGrpSpPr>
        <p:grpSpPr>
          <a:xfrm>
            <a:off x="7616572" y="4352995"/>
            <a:ext cx="2288444" cy="474718"/>
            <a:chOff x="38099" y="0"/>
            <a:chExt cx="2288443" cy="474717"/>
          </a:xfrm>
        </p:grpSpPr>
        <p:sp>
          <p:nvSpPr>
            <p:cNvPr id="10750" name="Shape 10750"/>
            <p:cNvSpPr/>
            <p:nvPr/>
          </p:nvSpPr>
          <p:spPr>
            <a:xfrm>
              <a:off x="2326543" y="14091"/>
              <a:ext cx="1" cy="460627"/>
            </a:xfrm>
            <a:prstGeom prst="line">
              <a:avLst/>
            </a:prstGeom>
            <a:noFill/>
            <a:ln w="25400" cap="flat">
              <a:solidFill>
                <a:srgbClr val="808080"/>
              </a:solidFill>
              <a:prstDash val="sysDash"/>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751" name="Shape 10751"/>
            <p:cNvSpPr/>
            <p:nvPr/>
          </p:nvSpPr>
          <p:spPr>
            <a:xfrm flipH="1" flipV="1">
              <a:off x="38099" y="-1"/>
              <a:ext cx="2281719" cy="1"/>
            </a:xfrm>
            <a:prstGeom prst="line">
              <a:avLst/>
            </a:prstGeom>
            <a:noFill/>
            <a:ln w="25400" cap="flat">
              <a:solidFill>
                <a:srgbClr val="808080"/>
              </a:solidFill>
              <a:prstDash val="sysDash"/>
              <a:bevel/>
              <a:tailEnd type="oval" w="med" len="med"/>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grpSp>
      <p:sp>
        <p:nvSpPr>
          <p:cNvPr id="10753" name="Shape 10753"/>
          <p:cNvSpPr/>
          <p:nvPr/>
        </p:nvSpPr>
        <p:spPr>
          <a:xfrm flipH="1">
            <a:off x="7616571" y="6320201"/>
            <a:ext cx="1189665" cy="1"/>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sp>
        <p:nvSpPr>
          <p:cNvPr id="10754" name="Shape 10754"/>
          <p:cNvSpPr/>
          <p:nvPr/>
        </p:nvSpPr>
        <p:spPr>
          <a:xfrm flipH="1">
            <a:off x="7616571" y="8444691"/>
            <a:ext cx="1189665" cy="1"/>
          </a:xfrm>
          <a:prstGeom prst="line">
            <a:avLst/>
          </a:prstGeom>
          <a:ln w="25400">
            <a:solidFill>
              <a:srgbClr val="808080"/>
            </a:solidFill>
            <a:prstDash val="sysDash"/>
            <a:bevel/>
            <a:tailEnd type="oval"/>
          </a:ln>
        </p:spPr>
        <p:txBody>
          <a:bodyPr lIns="121919" tIns="121919" rIns="121919" bIns="121919"/>
          <a:lstStyle/>
          <a:p>
            <a:pPr algn="l" defTabSz="457200">
              <a:defRPr sz="3200">
                <a:latin typeface="Helvetica"/>
                <a:ea typeface="Helvetica"/>
                <a:cs typeface="Helvetica"/>
                <a:sym typeface="Helvetica"/>
              </a:defRPr>
            </a:pPr>
          </a:p>
        </p:txBody>
      </p:sp>
      <p:grpSp>
        <p:nvGrpSpPr>
          <p:cNvPr id="10757" name="Group 10757"/>
          <p:cNvGrpSpPr/>
          <p:nvPr/>
        </p:nvGrpSpPr>
        <p:grpSpPr>
          <a:xfrm>
            <a:off x="7616571" y="9943224"/>
            <a:ext cx="2288445" cy="451418"/>
            <a:chOff x="38099" y="0"/>
            <a:chExt cx="2288443" cy="451417"/>
          </a:xfrm>
        </p:grpSpPr>
        <p:sp>
          <p:nvSpPr>
            <p:cNvPr id="10755" name="Shape 10755"/>
            <p:cNvSpPr/>
            <p:nvPr/>
          </p:nvSpPr>
          <p:spPr>
            <a:xfrm>
              <a:off x="2326543" y="0"/>
              <a:ext cx="1" cy="433918"/>
            </a:xfrm>
            <a:prstGeom prst="line">
              <a:avLst/>
            </a:prstGeom>
            <a:noFill/>
            <a:ln w="25400" cap="flat">
              <a:solidFill>
                <a:srgbClr val="808080"/>
              </a:solidFill>
              <a:prstDash val="sysDash"/>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756" name="Shape 10756"/>
            <p:cNvSpPr/>
            <p:nvPr/>
          </p:nvSpPr>
          <p:spPr>
            <a:xfrm flipH="1" flipV="1">
              <a:off x="38099" y="451417"/>
              <a:ext cx="2281719" cy="1"/>
            </a:xfrm>
            <a:prstGeom prst="line">
              <a:avLst/>
            </a:prstGeom>
            <a:noFill/>
            <a:ln w="25400" cap="flat">
              <a:solidFill>
                <a:srgbClr val="808080"/>
              </a:solidFill>
              <a:prstDash val="sysDash"/>
              <a:bevel/>
              <a:tailEnd type="oval" w="med" len="med"/>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grpSp>
      <p:sp>
        <p:nvSpPr>
          <p:cNvPr id="10758" name="Shape 10758"/>
          <p:cNvSpPr/>
          <p:nvPr/>
        </p:nvSpPr>
        <p:spPr>
          <a:xfrm>
            <a:off x="16324947" y="3867586"/>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59" name="Shape 10759"/>
          <p:cNvSpPr/>
          <p:nvPr/>
        </p:nvSpPr>
        <p:spPr>
          <a:xfrm>
            <a:off x="16324946" y="5834791"/>
            <a:ext cx="970818"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0" name="Shape 10760"/>
          <p:cNvSpPr/>
          <p:nvPr/>
        </p:nvSpPr>
        <p:spPr>
          <a:xfrm>
            <a:off x="16600475" y="6020143"/>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61" name="Shape 10761"/>
          <p:cNvSpPr/>
          <p:nvPr/>
        </p:nvSpPr>
        <p:spPr>
          <a:xfrm>
            <a:off x="16324946" y="7959283"/>
            <a:ext cx="970818" cy="970818"/>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2" name="Shape 10762"/>
          <p:cNvSpPr/>
          <p:nvPr/>
        </p:nvSpPr>
        <p:spPr>
          <a:xfrm>
            <a:off x="16324946" y="9909233"/>
            <a:ext cx="970818"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3" name="Shape 10763"/>
          <p:cNvSpPr/>
          <p:nvPr/>
        </p:nvSpPr>
        <p:spPr>
          <a:xfrm flipH="1">
            <a:off x="6512741" y="3867586"/>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4" name="Shape 10764"/>
          <p:cNvSpPr/>
          <p:nvPr/>
        </p:nvSpPr>
        <p:spPr>
          <a:xfrm flipH="1">
            <a:off x="6512742" y="5834791"/>
            <a:ext cx="970818"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5" name="Shape 10765"/>
          <p:cNvSpPr/>
          <p:nvPr/>
        </p:nvSpPr>
        <p:spPr>
          <a:xfrm flipH="1">
            <a:off x="6512742" y="7959283"/>
            <a:ext cx="970818" cy="970818"/>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6" name="Shape 10766"/>
          <p:cNvSpPr/>
          <p:nvPr/>
        </p:nvSpPr>
        <p:spPr>
          <a:xfrm flipH="1">
            <a:off x="6512742" y="9909233"/>
            <a:ext cx="970818"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767" name="Shape 10767"/>
          <p:cNvSpPr/>
          <p:nvPr/>
        </p:nvSpPr>
        <p:spPr>
          <a:xfrm>
            <a:off x="16600476" y="4052938"/>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68" name="Shape 10768"/>
          <p:cNvSpPr/>
          <p:nvPr/>
        </p:nvSpPr>
        <p:spPr>
          <a:xfrm>
            <a:off x="16600476" y="8144634"/>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69" name="Shape 10769"/>
          <p:cNvSpPr/>
          <p:nvPr/>
        </p:nvSpPr>
        <p:spPr>
          <a:xfrm>
            <a:off x="16600476" y="10094585"/>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70" name="Shape 10770"/>
          <p:cNvSpPr/>
          <p:nvPr/>
        </p:nvSpPr>
        <p:spPr>
          <a:xfrm>
            <a:off x="6808775" y="6020143"/>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71" name="Shape 10771"/>
          <p:cNvSpPr/>
          <p:nvPr/>
        </p:nvSpPr>
        <p:spPr>
          <a:xfrm>
            <a:off x="6808776" y="4052938"/>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72" name="Shape 10772"/>
          <p:cNvSpPr/>
          <p:nvPr/>
        </p:nvSpPr>
        <p:spPr>
          <a:xfrm>
            <a:off x="6808776" y="8144634"/>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73" name="Shape 10773"/>
          <p:cNvSpPr/>
          <p:nvPr/>
        </p:nvSpPr>
        <p:spPr>
          <a:xfrm>
            <a:off x="6808776" y="10094585"/>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10732"/>
                                        </p:tgtEl>
                                        <p:attrNameLst>
                                          <p:attrName>style.visibility</p:attrName>
                                        </p:attrNameLst>
                                      </p:cBhvr>
                                      <p:to>
                                        <p:strVal val="visible"/>
                                      </p:to>
                                    </p:set>
                                    <p:animEffect filter="wipe(up)" transition="in">
                                      <p:cBhvr>
                                        <p:cTn id="7" dur="1000"/>
                                        <p:tgtEl>
                                          <p:spTgt spid="10732"/>
                                        </p:tgtEl>
                                      </p:cBhvr>
                                    </p:animEffect>
                                  </p:childTnLst>
                                </p:cTn>
                              </p:par>
                            </p:childTnLst>
                          </p:cTn>
                        </p:par>
                        <p:par>
                          <p:cTn id="8" fill="hold">
                            <p:stCondLst>
                              <p:cond delay="1000"/>
                            </p:stCondLst>
                            <p:childTnLst>
                              <p:par>
                                <p:cTn id="9" presetClass="entr" nodeType="afterEffect" presetSubtype="4" presetID="22" grpId="2" fill="hold">
                                  <p:stCondLst>
                                    <p:cond delay="0"/>
                                  </p:stCondLst>
                                  <p:iterate type="el" backwards="0">
                                    <p:tmAbs val="0"/>
                                  </p:iterate>
                                  <p:childTnLst>
                                    <p:set>
                                      <p:cBhvr>
                                        <p:cTn id="10" fill="hold"/>
                                        <p:tgtEl>
                                          <p:spTgt spid="10733"/>
                                        </p:tgtEl>
                                        <p:attrNameLst>
                                          <p:attrName>style.visibility</p:attrName>
                                        </p:attrNameLst>
                                      </p:cBhvr>
                                      <p:to>
                                        <p:strVal val="visible"/>
                                      </p:to>
                                    </p:set>
                                    <p:animEffect filter="wipe(down)" transition="in">
                                      <p:cBhvr>
                                        <p:cTn id="11" dur="1000"/>
                                        <p:tgtEl>
                                          <p:spTgt spid="10733"/>
                                        </p:tgtEl>
                                      </p:cBhvr>
                                    </p:animEffect>
                                  </p:childTnLst>
                                </p:cTn>
                              </p:par>
                            </p:childTnLst>
                          </p:cTn>
                        </p:par>
                        <p:par>
                          <p:cTn id="12" fill="hold">
                            <p:stCondLst>
                              <p:cond delay="2000"/>
                            </p:stCondLst>
                            <p:childTnLst>
                              <p:par>
                                <p:cTn id="13" presetClass="entr" nodeType="afterEffect" presetSubtype="2" presetID="22" grpId="3" fill="hold">
                                  <p:stCondLst>
                                    <p:cond delay="0"/>
                                  </p:stCondLst>
                                  <p:iterate type="el" backwards="0">
                                    <p:tmAbs val="0"/>
                                  </p:iterate>
                                  <p:childTnLst>
                                    <p:set>
                                      <p:cBhvr>
                                        <p:cTn id="14" fill="hold"/>
                                        <p:tgtEl>
                                          <p:spTgt spid="10748"/>
                                        </p:tgtEl>
                                        <p:attrNameLst>
                                          <p:attrName>style.visibility</p:attrName>
                                        </p:attrNameLst>
                                      </p:cBhvr>
                                      <p:to>
                                        <p:strVal val="visible"/>
                                      </p:to>
                                    </p:set>
                                    <p:animEffect filter="wipe(right)" transition="in">
                                      <p:cBhvr>
                                        <p:cTn id="15" dur="499"/>
                                        <p:tgtEl>
                                          <p:spTgt spid="10748"/>
                                        </p:tgtEl>
                                      </p:cBhvr>
                                    </p:animEffect>
                                  </p:childTnLst>
                                </p:cTn>
                              </p:par>
                            </p:childTnLst>
                          </p:cTn>
                        </p:par>
                        <p:par>
                          <p:cTn id="16" fill="hold">
                            <p:stCondLst>
                              <p:cond delay="2499"/>
                            </p:stCondLst>
                            <p:childTnLst>
                              <p:par>
                                <p:cTn id="17" presetClass="entr" nodeType="afterEffect" presetSubtype="2" presetID="22" grpId="4" fill="hold">
                                  <p:stCondLst>
                                    <p:cond delay="0"/>
                                  </p:stCondLst>
                                  <p:iterate type="el" backwards="0">
                                    <p:tmAbs val="0"/>
                                  </p:iterate>
                                  <p:childTnLst>
                                    <p:set>
                                      <p:cBhvr>
                                        <p:cTn id="18" fill="hold"/>
                                        <p:tgtEl>
                                          <p:spTgt spid="10752"/>
                                        </p:tgtEl>
                                        <p:attrNameLst>
                                          <p:attrName>style.visibility</p:attrName>
                                        </p:attrNameLst>
                                      </p:cBhvr>
                                      <p:to>
                                        <p:strVal val="visible"/>
                                      </p:to>
                                    </p:set>
                                    <p:animEffect filter="wipe(right)" transition="in">
                                      <p:cBhvr>
                                        <p:cTn id="19" dur="499"/>
                                        <p:tgtEl>
                                          <p:spTgt spid="10752"/>
                                        </p:tgtEl>
                                      </p:cBhvr>
                                    </p:animEffect>
                                  </p:childTnLst>
                                </p:cTn>
                              </p:par>
                            </p:childTnLst>
                          </p:cTn>
                        </p:par>
                        <p:par>
                          <p:cTn id="20" fill="hold">
                            <p:stCondLst>
                              <p:cond delay="2998"/>
                            </p:stCondLst>
                            <p:childTnLst>
                              <p:par>
                                <p:cTn id="21" presetClass="entr" nodeType="afterEffect" presetSubtype="8" presetID="22" grpId="5" fill="hold">
                                  <p:stCondLst>
                                    <p:cond delay="0"/>
                                  </p:stCondLst>
                                  <p:iterate type="el" backwards="0">
                                    <p:tmAbs val="0"/>
                                  </p:iterate>
                                  <p:childTnLst>
                                    <p:set>
                                      <p:cBhvr>
                                        <p:cTn id="22" fill="hold"/>
                                        <p:tgtEl>
                                          <p:spTgt spid="10736"/>
                                        </p:tgtEl>
                                        <p:attrNameLst>
                                          <p:attrName>style.visibility</p:attrName>
                                        </p:attrNameLst>
                                      </p:cBhvr>
                                      <p:to>
                                        <p:strVal val="visible"/>
                                      </p:to>
                                    </p:set>
                                    <p:animEffect filter="wipe(left)" transition="in">
                                      <p:cBhvr>
                                        <p:cTn id="23" dur="499"/>
                                        <p:tgtEl>
                                          <p:spTgt spid="10736"/>
                                        </p:tgtEl>
                                      </p:cBhvr>
                                    </p:animEffect>
                                  </p:childTnLst>
                                </p:cTn>
                              </p:par>
                            </p:childTnLst>
                          </p:cTn>
                        </p:par>
                        <p:par>
                          <p:cTn id="24" fill="hold">
                            <p:stCondLst>
                              <p:cond delay="3497"/>
                            </p:stCondLst>
                            <p:childTnLst>
                              <p:par>
                                <p:cTn id="25" presetClass="entr" nodeType="afterEffect" presetSubtype="8" presetID="22" grpId="6" fill="hold">
                                  <p:stCondLst>
                                    <p:cond delay="0"/>
                                  </p:stCondLst>
                                  <p:iterate type="el" backwards="0">
                                    <p:tmAbs val="0"/>
                                  </p:iterate>
                                  <p:childTnLst>
                                    <p:set>
                                      <p:cBhvr>
                                        <p:cTn id="26" fill="hold"/>
                                        <p:tgtEl>
                                          <p:spTgt spid="10740"/>
                                        </p:tgtEl>
                                        <p:attrNameLst>
                                          <p:attrName>style.visibility</p:attrName>
                                        </p:attrNameLst>
                                      </p:cBhvr>
                                      <p:to>
                                        <p:strVal val="visible"/>
                                      </p:to>
                                    </p:set>
                                    <p:animEffect filter="wipe(left)" transition="in">
                                      <p:cBhvr>
                                        <p:cTn id="27" dur="499"/>
                                        <p:tgtEl>
                                          <p:spTgt spid="10740"/>
                                        </p:tgtEl>
                                      </p:cBhvr>
                                    </p:animEffect>
                                  </p:childTnLst>
                                </p:cTn>
                              </p:par>
                            </p:childTnLst>
                          </p:cTn>
                        </p:par>
                        <p:par>
                          <p:cTn id="28" fill="hold">
                            <p:stCondLst>
                              <p:cond delay="3996"/>
                            </p:stCondLst>
                            <p:childTnLst>
                              <p:par>
                                <p:cTn id="29" presetClass="entr" nodeType="afterEffect" presetSubtype="2" presetID="22" grpId="7" fill="hold">
                                  <p:stCondLst>
                                    <p:cond delay="0"/>
                                  </p:stCondLst>
                                  <p:iterate type="el" backwards="0">
                                    <p:tmAbs val="0"/>
                                  </p:iterate>
                                  <p:childTnLst>
                                    <p:set>
                                      <p:cBhvr>
                                        <p:cTn id="30" fill="hold"/>
                                        <p:tgtEl>
                                          <p:spTgt spid="10746"/>
                                        </p:tgtEl>
                                        <p:attrNameLst>
                                          <p:attrName>style.visibility</p:attrName>
                                        </p:attrNameLst>
                                      </p:cBhvr>
                                      <p:to>
                                        <p:strVal val="visible"/>
                                      </p:to>
                                    </p:set>
                                    <p:animEffect filter="wipe(right)" transition="in">
                                      <p:cBhvr>
                                        <p:cTn id="31" dur="499"/>
                                        <p:tgtEl>
                                          <p:spTgt spid="10746"/>
                                        </p:tgtEl>
                                      </p:cBhvr>
                                    </p:animEffect>
                                  </p:childTnLst>
                                </p:cTn>
                              </p:par>
                            </p:childTnLst>
                          </p:cTn>
                        </p:par>
                        <p:par>
                          <p:cTn id="32" fill="hold">
                            <p:stCondLst>
                              <p:cond delay="4495"/>
                            </p:stCondLst>
                            <p:childTnLst>
                              <p:par>
                                <p:cTn id="33" presetClass="entr" nodeType="afterEffect" presetSubtype="2" presetID="22" grpId="8" fill="hold">
                                  <p:stCondLst>
                                    <p:cond delay="0"/>
                                  </p:stCondLst>
                                  <p:iterate type="el" backwards="0">
                                    <p:tmAbs val="0"/>
                                  </p:iterate>
                                  <p:childTnLst>
                                    <p:set>
                                      <p:cBhvr>
                                        <p:cTn id="34" fill="hold"/>
                                        <p:tgtEl>
                                          <p:spTgt spid="10753"/>
                                        </p:tgtEl>
                                        <p:attrNameLst>
                                          <p:attrName>style.visibility</p:attrName>
                                        </p:attrNameLst>
                                      </p:cBhvr>
                                      <p:to>
                                        <p:strVal val="visible"/>
                                      </p:to>
                                    </p:set>
                                    <p:animEffect filter="wipe(right)" transition="in">
                                      <p:cBhvr>
                                        <p:cTn id="35" dur="499"/>
                                        <p:tgtEl>
                                          <p:spTgt spid="10753"/>
                                        </p:tgtEl>
                                      </p:cBhvr>
                                    </p:animEffect>
                                  </p:childTnLst>
                                </p:cTn>
                              </p:par>
                            </p:childTnLst>
                          </p:cTn>
                        </p:par>
                        <p:par>
                          <p:cTn id="36" fill="hold">
                            <p:stCondLst>
                              <p:cond delay="4994"/>
                            </p:stCondLst>
                            <p:childTnLst>
                              <p:par>
                                <p:cTn id="37" presetClass="entr" nodeType="afterEffect" presetSubtype="8" presetID="22" grpId="9" fill="hold">
                                  <p:stCondLst>
                                    <p:cond delay="0"/>
                                  </p:stCondLst>
                                  <p:iterate type="el" backwards="0">
                                    <p:tmAbs val="0"/>
                                  </p:iterate>
                                  <p:childTnLst>
                                    <p:set>
                                      <p:cBhvr>
                                        <p:cTn id="38" fill="hold"/>
                                        <p:tgtEl>
                                          <p:spTgt spid="10734"/>
                                        </p:tgtEl>
                                        <p:attrNameLst>
                                          <p:attrName>style.visibility</p:attrName>
                                        </p:attrNameLst>
                                      </p:cBhvr>
                                      <p:to>
                                        <p:strVal val="visible"/>
                                      </p:to>
                                    </p:set>
                                    <p:animEffect filter="wipe(left)" transition="in">
                                      <p:cBhvr>
                                        <p:cTn id="39" dur="499"/>
                                        <p:tgtEl>
                                          <p:spTgt spid="10734"/>
                                        </p:tgtEl>
                                      </p:cBhvr>
                                    </p:animEffect>
                                  </p:childTnLst>
                                </p:cTn>
                              </p:par>
                            </p:childTnLst>
                          </p:cTn>
                        </p:par>
                        <p:par>
                          <p:cTn id="40" fill="hold">
                            <p:stCondLst>
                              <p:cond delay="5493"/>
                            </p:stCondLst>
                            <p:childTnLst>
                              <p:par>
                                <p:cTn id="41" presetClass="entr" nodeType="afterEffect" presetSubtype="8" presetID="22" grpId="10" fill="hold">
                                  <p:stCondLst>
                                    <p:cond delay="0"/>
                                  </p:stCondLst>
                                  <p:iterate type="el" backwards="0">
                                    <p:tmAbs val="0"/>
                                  </p:iterate>
                                  <p:childTnLst>
                                    <p:set>
                                      <p:cBhvr>
                                        <p:cTn id="42" fill="hold"/>
                                        <p:tgtEl>
                                          <p:spTgt spid="10741"/>
                                        </p:tgtEl>
                                        <p:attrNameLst>
                                          <p:attrName>style.visibility</p:attrName>
                                        </p:attrNameLst>
                                      </p:cBhvr>
                                      <p:to>
                                        <p:strVal val="visible"/>
                                      </p:to>
                                    </p:set>
                                    <p:animEffect filter="wipe(left)" transition="in">
                                      <p:cBhvr>
                                        <p:cTn id="43" dur="499"/>
                                        <p:tgtEl>
                                          <p:spTgt spid="10741"/>
                                        </p:tgtEl>
                                      </p:cBhvr>
                                    </p:animEffect>
                                  </p:childTnLst>
                                </p:cTn>
                              </p:par>
                            </p:childTnLst>
                          </p:cTn>
                        </p:par>
                        <p:par>
                          <p:cTn id="44" fill="hold">
                            <p:stCondLst>
                              <p:cond delay="5992"/>
                            </p:stCondLst>
                            <p:childTnLst>
                              <p:par>
                                <p:cTn id="45" presetClass="entr" nodeType="afterEffect" presetSubtype="2" presetID="22" grpId="11" fill="hold">
                                  <p:stCondLst>
                                    <p:cond delay="0"/>
                                  </p:stCondLst>
                                  <p:iterate type="el" backwards="0">
                                    <p:tmAbs val="0"/>
                                  </p:iterate>
                                  <p:childTnLst>
                                    <p:set>
                                      <p:cBhvr>
                                        <p:cTn id="46" fill="hold"/>
                                        <p:tgtEl>
                                          <p:spTgt spid="10747"/>
                                        </p:tgtEl>
                                        <p:attrNameLst>
                                          <p:attrName>style.visibility</p:attrName>
                                        </p:attrNameLst>
                                      </p:cBhvr>
                                      <p:to>
                                        <p:strVal val="visible"/>
                                      </p:to>
                                    </p:set>
                                    <p:animEffect filter="wipe(right)" transition="in">
                                      <p:cBhvr>
                                        <p:cTn id="47" dur="499"/>
                                        <p:tgtEl>
                                          <p:spTgt spid="10747"/>
                                        </p:tgtEl>
                                      </p:cBhvr>
                                    </p:animEffect>
                                  </p:childTnLst>
                                </p:cTn>
                              </p:par>
                            </p:childTnLst>
                          </p:cTn>
                        </p:par>
                        <p:par>
                          <p:cTn id="48" fill="hold">
                            <p:stCondLst>
                              <p:cond delay="6491"/>
                            </p:stCondLst>
                            <p:childTnLst>
                              <p:par>
                                <p:cTn id="49" presetClass="entr" nodeType="afterEffect" presetSubtype="2" presetID="22" grpId="12" fill="hold">
                                  <p:stCondLst>
                                    <p:cond delay="0"/>
                                  </p:stCondLst>
                                  <p:iterate type="el" backwards="0">
                                    <p:tmAbs val="0"/>
                                  </p:iterate>
                                  <p:childTnLst>
                                    <p:set>
                                      <p:cBhvr>
                                        <p:cTn id="50" fill="hold"/>
                                        <p:tgtEl>
                                          <p:spTgt spid="10754"/>
                                        </p:tgtEl>
                                        <p:attrNameLst>
                                          <p:attrName>style.visibility</p:attrName>
                                        </p:attrNameLst>
                                      </p:cBhvr>
                                      <p:to>
                                        <p:strVal val="visible"/>
                                      </p:to>
                                    </p:set>
                                    <p:animEffect filter="wipe(right)" transition="in">
                                      <p:cBhvr>
                                        <p:cTn id="51" dur="499"/>
                                        <p:tgtEl>
                                          <p:spTgt spid="10754"/>
                                        </p:tgtEl>
                                      </p:cBhvr>
                                    </p:animEffect>
                                  </p:childTnLst>
                                </p:cTn>
                              </p:par>
                            </p:childTnLst>
                          </p:cTn>
                        </p:par>
                        <p:par>
                          <p:cTn id="52" fill="hold">
                            <p:stCondLst>
                              <p:cond delay="6990"/>
                            </p:stCondLst>
                            <p:childTnLst>
                              <p:par>
                                <p:cTn id="53" presetClass="entr" nodeType="afterEffect" presetSubtype="8" presetID="22" grpId="13" fill="hold">
                                  <p:stCondLst>
                                    <p:cond delay="0"/>
                                  </p:stCondLst>
                                  <p:iterate type="el" backwards="0">
                                    <p:tmAbs val="0"/>
                                  </p:iterate>
                                  <p:childTnLst>
                                    <p:set>
                                      <p:cBhvr>
                                        <p:cTn id="54" fill="hold"/>
                                        <p:tgtEl>
                                          <p:spTgt spid="10735"/>
                                        </p:tgtEl>
                                        <p:attrNameLst>
                                          <p:attrName>style.visibility</p:attrName>
                                        </p:attrNameLst>
                                      </p:cBhvr>
                                      <p:to>
                                        <p:strVal val="visible"/>
                                      </p:to>
                                    </p:set>
                                    <p:animEffect filter="wipe(left)" transition="in">
                                      <p:cBhvr>
                                        <p:cTn id="55" dur="499"/>
                                        <p:tgtEl>
                                          <p:spTgt spid="10735"/>
                                        </p:tgtEl>
                                      </p:cBhvr>
                                    </p:animEffect>
                                  </p:childTnLst>
                                </p:cTn>
                              </p:par>
                            </p:childTnLst>
                          </p:cTn>
                        </p:par>
                        <p:par>
                          <p:cTn id="56" fill="hold">
                            <p:stCondLst>
                              <p:cond delay="7489"/>
                            </p:stCondLst>
                            <p:childTnLst>
                              <p:par>
                                <p:cTn id="57" presetClass="entr" nodeType="afterEffect" presetSubtype="8" presetID="22" grpId="14" fill="hold">
                                  <p:stCondLst>
                                    <p:cond delay="0"/>
                                  </p:stCondLst>
                                  <p:iterate type="el" backwards="0">
                                    <p:tmAbs val="0"/>
                                  </p:iterate>
                                  <p:childTnLst>
                                    <p:set>
                                      <p:cBhvr>
                                        <p:cTn id="58" fill="hold"/>
                                        <p:tgtEl>
                                          <p:spTgt spid="10742"/>
                                        </p:tgtEl>
                                        <p:attrNameLst>
                                          <p:attrName>style.visibility</p:attrName>
                                        </p:attrNameLst>
                                      </p:cBhvr>
                                      <p:to>
                                        <p:strVal val="visible"/>
                                      </p:to>
                                    </p:set>
                                    <p:animEffect filter="wipe(left)" transition="in">
                                      <p:cBhvr>
                                        <p:cTn id="59" dur="499"/>
                                        <p:tgtEl>
                                          <p:spTgt spid="10742"/>
                                        </p:tgtEl>
                                      </p:cBhvr>
                                    </p:animEffect>
                                  </p:childTnLst>
                                </p:cTn>
                              </p:par>
                            </p:childTnLst>
                          </p:cTn>
                        </p:par>
                        <p:par>
                          <p:cTn id="60" fill="hold">
                            <p:stCondLst>
                              <p:cond delay="7988"/>
                            </p:stCondLst>
                            <p:childTnLst>
                              <p:par>
                                <p:cTn id="61" presetClass="entr" nodeType="afterEffect" presetSubtype="2" presetID="22" grpId="15" fill="hold">
                                  <p:stCondLst>
                                    <p:cond delay="0"/>
                                  </p:stCondLst>
                                  <p:iterate type="el" backwards="0">
                                    <p:tmAbs val="0"/>
                                  </p:iterate>
                                  <p:childTnLst>
                                    <p:set>
                                      <p:cBhvr>
                                        <p:cTn id="62" fill="hold"/>
                                        <p:tgtEl>
                                          <p:spTgt spid="10749"/>
                                        </p:tgtEl>
                                        <p:attrNameLst>
                                          <p:attrName>style.visibility</p:attrName>
                                        </p:attrNameLst>
                                      </p:cBhvr>
                                      <p:to>
                                        <p:strVal val="visible"/>
                                      </p:to>
                                    </p:set>
                                    <p:animEffect filter="wipe(right)" transition="in">
                                      <p:cBhvr>
                                        <p:cTn id="63" dur="499"/>
                                        <p:tgtEl>
                                          <p:spTgt spid="10749"/>
                                        </p:tgtEl>
                                      </p:cBhvr>
                                    </p:animEffect>
                                  </p:childTnLst>
                                </p:cTn>
                              </p:par>
                            </p:childTnLst>
                          </p:cTn>
                        </p:par>
                        <p:par>
                          <p:cTn id="64" fill="hold">
                            <p:stCondLst>
                              <p:cond delay="8487"/>
                            </p:stCondLst>
                            <p:childTnLst>
                              <p:par>
                                <p:cTn id="65" presetClass="entr" nodeType="afterEffect" presetSubtype="2" presetID="22" grpId="16" fill="hold">
                                  <p:stCondLst>
                                    <p:cond delay="0"/>
                                  </p:stCondLst>
                                  <p:iterate type="el" backwards="0">
                                    <p:tmAbs val="0"/>
                                  </p:iterate>
                                  <p:childTnLst>
                                    <p:set>
                                      <p:cBhvr>
                                        <p:cTn id="66" fill="hold"/>
                                        <p:tgtEl>
                                          <p:spTgt spid="10757"/>
                                        </p:tgtEl>
                                        <p:attrNameLst>
                                          <p:attrName>style.visibility</p:attrName>
                                        </p:attrNameLst>
                                      </p:cBhvr>
                                      <p:to>
                                        <p:strVal val="visible"/>
                                      </p:to>
                                    </p:set>
                                    <p:animEffect filter="wipe(right)" transition="in">
                                      <p:cBhvr>
                                        <p:cTn id="67" dur="499"/>
                                        <p:tgtEl>
                                          <p:spTgt spid="10757"/>
                                        </p:tgtEl>
                                      </p:cBhvr>
                                    </p:animEffect>
                                  </p:childTnLst>
                                </p:cTn>
                              </p:par>
                            </p:childTnLst>
                          </p:cTn>
                        </p:par>
                        <p:par>
                          <p:cTn id="68" fill="hold">
                            <p:stCondLst>
                              <p:cond delay="8986"/>
                            </p:stCondLst>
                            <p:childTnLst>
                              <p:par>
                                <p:cTn id="69" presetClass="entr" nodeType="afterEffect" presetSubtype="8" presetID="22" grpId="17" fill="hold">
                                  <p:stCondLst>
                                    <p:cond delay="0"/>
                                  </p:stCondLst>
                                  <p:iterate type="el" backwards="0">
                                    <p:tmAbs val="0"/>
                                  </p:iterate>
                                  <p:childTnLst>
                                    <p:set>
                                      <p:cBhvr>
                                        <p:cTn id="70" fill="hold"/>
                                        <p:tgtEl>
                                          <p:spTgt spid="10737"/>
                                        </p:tgtEl>
                                        <p:attrNameLst>
                                          <p:attrName>style.visibility</p:attrName>
                                        </p:attrNameLst>
                                      </p:cBhvr>
                                      <p:to>
                                        <p:strVal val="visible"/>
                                      </p:to>
                                    </p:set>
                                    <p:animEffect filter="wipe(left)" transition="in">
                                      <p:cBhvr>
                                        <p:cTn id="71" dur="499"/>
                                        <p:tgtEl>
                                          <p:spTgt spid="10737"/>
                                        </p:tgtEl>
                                      </p:cBhvr>
                                    </p:animEffect>
                                  </p:childTnLst>
                                </p:cTn>
                              </p:par>
                            </p:childTnLst>
                          </p:cTn>
                        </p:par>
                        <p:par>
                          <p:cTn id="72" fill="hold">
                            <p:stCondLst>
                              <p:cond delay="9485"/>
                            </p:stCondLst>
                            <p:childTnLst>
                              <p:par>
                                <p:cTn id="73" presetClass="entr" nodeType="afterEffect" presetSubtype="8" presetID="22" grpId="18" fill="hold">
                                  <p:stCondLst>
                                    <p:cond delay="0"/>
                                  </p:stCondLst>
                                  <p:iterate type="el" backwards="0">
                                    <p:tmAbs val="0"/>
                                  </p:iterate>
                                  <p:childTnLst>
                                    <p:set>
                                      <p:cBhvr>
                                        <p:cTn id="74" fill="hold"/>
                                        <p:tgtEl>
                                          <p:spTgt spid="10745"/>
                                        </p:tgtEl>
                                        <p:attrNameLst>
                                          <p:attrName>style.visibility</p:attrName>
                                        </p:attrNameLst>
                                      </p:cBhvr>
                                      <p:to>
                                        <p:strVal val="visible"/>
                                      </p:to>
                                    </p:set>
                                    <p:animEffect filter="wipe(left)" transition="in">
                                      <p:cBhvr>
                                        <p:cTn id="75" dur="499"/>
                                        <p:tgtEl>
                                          <p:spTgt spid="107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732" grpId="1"/>
      <p:bldP build="whole" bldLvl="1" animBg="1" rev="0" advAuto="0" spid="10757" grpId="16"/>
      <p:bldP build="whole" bldLvl="1" animBg="1" rev="0" advAuto="0" spid="10745" grpId="18"/>
      <p:bldP build="whole" bldLvl="1" animBg="1" rev="0" advAuto="0" spid="10740" grpId="6"/>
      <p:bldP build="whole" bldLvl="1" animBg="1" rev="0" advAuto="0" spid="10741" grpId="10"/>
      <p:bldP build="whole" bldLvl="1" animBg="1" rev="0" advAuto="0" spid="10746" grpId="7"/>
      <p:bldP build="whole" bldLvl="1" animBg="1" rev="0" advAuto="0" spid="10736" grpId="5"/>
      <p:bldP build="whole" bldLvl="1" animBg="1" rev="0" advAuto="0" spid="10747" grpId="11"/>
      <p:bldP build="whole" bldLvl="1" animBg="1" rev="0" advAuto="0" spid="10742" grpId="14"/>
      <p:bldP build="whole" bldLvl="1" animBg="1" rev="0" advAuto="0" spid="10734" grpId="9"/>
      <p:bldP build="whole" bldLvl="1" animBg="1" rev="0" advAuto="0" spid="10752" grpId="4"/>
      <p:bldP build="whole" bldLvl="1" animBg="1" rev="0" advAuto="0" spid="10753" grpId="8"/>
      <p:bldP build="whole" bldLvl="1" animBg="1" rev="0" advAuto="0" spid="10754" grpId="12"/>
      <p:bldP build="whole" bldLvl="1" animBg="1" rev="0" advAuto="0" spid="10749" grpId="15"/>
      <p:bldP build="whole" bldLvl="1" animBg="1" rev="0" advAuto="0" spid="10735" grpId="13"/>
      <p:bldP build="whole" bldLvl="1" animBg="1" rev="0" advAuto="0" spid="10733" grpId="2"/>
      <p:bldP build="whole" bldLvl="1" animBg="1" rev="0" advAuto="0" spid="10748" grpId="3"/>
      <p:bldP build="whole" bldLvl="1" animBg="1" rev="0" advAuto="0" spid="10737" grpId="17"/>
    </p:bldLst>
  </p:timing>
</p:sld>
</file>

<file path=ppt/slides/slide277.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775" name="Shape 10775"/>
          <p:cNvSpPr/>
          <p:nvPr>
            <p:ph type="title"/>
          </p:nvPr>
        </p:nvSpPr>
        <p:spPr>
          <a:prstGeom prst="rect">
            <a:avLst/>
          </a:prstGeom>
        </p:spPr>
        <p:txBody>
          <a:bodyPr/>
          <a:lstStyle/>
          <a:p>
            <a:pPr/>
            <a:r>
              <a:t>Situación actual y próximos pasos</a:t>
            </a:r>
          </a:p>
        </p:txBody>
      </p:sp>
      <p:grpSp>
        <p:nvGrpSpPr>
          <p:cNvPr id="10790" name="Group 10790"/>
          <p:cNvGrpSpPr/>
          <p:nvPr/>
        </p:nvGrpSpPr>
        <p:grpSpPr>
          <a:xfrm>
            <a:off x="1083249" y="3287138"/>
            <a:ext cx="9840809" cy="7837385"/>
            <a:chOff x="0" y="0"/>
            <a:chExt cx="9840807" cy="7837384"/>
          </a:xfrm>
        </p:grpSpPr>
        <p:sp>
          <p:nvSpPr>
            <p:cNvPr id="10776" name="Shape 10776"/>
            <p:cNvSpPr/>
            <p:nvPr/>
          </p:nvSpPr>
          <p:spPr>
            <a:xfrm>
              <a:off x="0" y="0"/>
              <a:ext cx="9840806" cy="952507"/>
            </a:xfrm>
            <a:prstGeom prst="rect">
              <a:avLst/>
            </a:prstGeom>
            <a:solidFill>
              <a:srgbClr val="4B4B4B"/>
            </a:solidFill>
            <a:ln w="12700" cap="flat">
              <a:noFill/>
              <a:miter lim="400000"/>
            </a:ln>
            <a:effectLst/>
          </p:spPr>
          <p:txBody>
            <a:bodyPr wrap="square" lIns="121919" tIns="121919" rIns="121919" bIns="121919" numCol="1" anchor="ctr">
              <a:noAutofit/>
            </a:bodyPr>
            <a:lstStyle/>
            <a:p>
              <a:pPr defTabSz="825500">
                <a:defRPr sz="3200"/>
              </a:pPr>
            </a:p>
          </p:txBody>
        </p:sp>
        <p:sp>
          <p:nvSpPr>
            <p:cNvPr id="10777" name="Shape 10777"/>
            <p:cNvSpPr/>
            <p:nvPr/>
          </p:nvSpPr>
          <p:spPr>
            <a:xfrm>
              <a:off x="258766" y="219244"/>
              <a:ext cx="395497" cy="439230"/>
            </a:xfrm>
            <a:custGeom>
              <a:avLst/>
              <a:gdLst/>
              <a:ahLst/>
              <a:cxnLst>
                <a:cxn ang="0">
                  <a:pos x="wd2" y="hd2"/>
                </a:cxn>
                <a:cxn ang="5400000">
                  <a:pos x="wd2" y="hd2"/>
                </a:cxn>
                <a:cxn ang="10800000">
                  <a:pos x="wd2" y="hd2"/>
                </a:cxn>
                <a:cxn ang="16200000">
                  <a:pos x="wd2" y="hd2"/>
                </a:cxn>
              </a:cxnLst>
              <a:rect l="0" t="0" r="r" b="b"/>
              <a:pathLst>
                <a:path w="20882" h="20952" fill="norm" stroke="1" extrusionOk="0">
                  <a:moveTo>
                    <a:pt x="20139" y="16394"/>
                  </a:moveTo>
                  <a:lnTo>
                    <a:pt x="14473" y="10476"/>
                  </a:lnTo>
                  <a:lnTo>
                    <a:pt x="20139" y="4558"/>
                  </a:lnTo>
                  <a:cubicBezTo>
                    <a:pt x="21241" y="3407"/>
                    <a:pt x="21101" y="1667"/>
                    <a:pt x="19827" y="672"/>
                  </a:cubicBezTo>
                  <a:cubicBezTo>
                    <a:pt x="18553" y="-324"/>
                    <a:pt x="16627" y="-198"/>
                    <a:pt x="15525" y="953"/>
                  </a:cubicBezTo>
                  <a:lnTo>
                    <a:pt x="10441" y="6264"/>
                  </a:lnTo>
                  <a:lnTo>
                    <a:pt x="5357" y="953"/>
                  </a:lnTo>
                  <a:cubicBezTo>
                    <a:pt x="4255" y="-198"/>
                    <a:pt x="2329" y="-324"/>
                    <a:pt x="1055" y="672"/>
                  </a:cubicBezTo>
                  <a:cubicBezTo>
                    <a:pt x="-219" y="1667"/>
                    <a:pt x="-359" y="3407"/>
                    <a:pt x="743" y="4558"/>
                  </a:cubicBezTo>
                  <a:lnTo>
                    <a:pt x="6408" y="10476"/>
                  </a:lnTo>
                  <a:lnTo>
                    <a:pt x="743" y="16394"/>
                  </a:lnTo>
                  <a:cubicBezTo>
                    <a:pt x="-359" y="17545"/>
                    <a:pt x="-219" y="19285"/>
                    <a:pt x="1055" y="20280"/>
                  </a:cubicBezTo>
                  <a:cubicBezTo>
                    <a:pt x="2329" y="21276"/>
                    <a:pt x="4255" y="21150"/>
                    <a:pt x="5357" y="19999"/>
                  </a:cubicBezTo>
                  <a:lnTo>
                    <a:pt x="10441" y="14688"/>
                  </a:lnTo>
                  <a:lnTo>
                    <a:pt x="15525" y="19999"/>
                  </a:lnTo>
                  <a:cubicBezTo>
                    <a:pt x="16627" y="21150"/>
                    <a:pt x="18553" y="21276"/>
                    <a:pt x="19827" y="20280"/>
                  </a:cubicBezTo>
                  <a:cubicBezTo>
                    <a:pt x="21101" y="19285"/>
                    <a:pt x="21241" y="17545"/>
                    <a:pt x="20139" y="16394"/>
                  </a:cubicBezTo>
                  <a:close/>
                </a:path>
              </a:pathLst>
            </a:custGeom>
            <a:noFill/>
            <a:ln w="19050" cap="flat">
              <a:solidFill>
                <a:srgbClr val="FFFFFF"/>
              </a:solidFill>
              <a:prstDash val="solid"/>
              <a:miter lim="400000"/>
            </a:ln>
            <a:effectLst/>
          </p:spPr>
          <p:txBody>
            <a:bodyPr wrap="square" lIns="38100" tIns="38100" rIns="38100" bIns="38100" numCol="1" anchor="ctr">
              <a:noAutofit/>
            </a:bodyP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78" name="Shape 10778"/>
            <p:cNvSpPr/>
            <p:nvPr/>
          </p:nvSpPr>
          <p:spPr>
            <a:xfrm>
              <a:off x="44877" y="1330221"/>
              <a:ext cx="910393"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4B4B4B"/>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4B4B4B"/>
                  </a:solidFill>
                  <a:latin typeface="Helvetica"/>
                  <a:ea typeface="Helvetica"/>
                  <a:cs typeface="Helvetica"/>
                  <a:sym typeface="Helvetica"/>
                </a:rPr>
                <a:t>1</a:t>
              </a:r>
            </a:p>
          </p:txBody>
        </p:sp>
        <p:sp>
          <p:nvSpPr>
            <p:cNvPr id="10779" name="Shape 10779"/>
            <p:cNvSpPr/>
            <p:nvPr/>
          </p:nvSpPr>
          <p:spPr>
            <a:xfrm>
              <a:off x="44877" y="3141138"/>
              <a:ext cx="910393"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4B4B4B"/>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4B4B4B"/>
                  </a:solidFill>
                  <a:latin typeface="Helvetica"/>
                  <a:ea typeface="Helvetica"/>
                  <a:cs typeface="Helvetica"/>
                  <a:sym typeface="Helvetica"/>
                </a:rPr>
                <a:t>2</a:t>
              </a:r>
            </a:p>
          </p:txBody>
        </p:sp>
        <p:sp>
          <p:nvSpPr>
            <p:cNvPr id="10780" name="Shape 10780"/>
            <p:cNvSpPr/>
            <p:nvPr/>
          </p:nvSpPr>
          <p:spPr>
            <a:xfrm>
              <a:off x="44877" y="5019762"/>
              <a:ext cx="910393"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4B4B4B"/>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4B4B4B"/>
                  </a:solidFill>
                  <a:latin typeface="Helvetica"/>
                  <a:ea typeface="Helvetica"/>
                  <a:cs typeface="Helvetica"/>
                  <a:sym typeface="Helvetica"/>
                </a:rPr>
                <a:t>3</a:t>
              </a:r>
            </a:p>
          </p:txBody>
        </p:sp>
        <p:sp>
          <p:nvSpPr>
            <p:cNvPr id="10781" name="Shape 10781"/>
            <p:cNvSpPr/>
            <p:nvPr/>
          </p:nvSpPr>
          <p:spPr>
            <a:xfrm>
              <a:off x="44877" y="6782756"/>
              <a:ext cx="910393"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4B4B4B"/>
                  </a:solidFill>
                  <a:latin typeface="Helvetica"/>
                  <a:ea typeface="Helvetica"/>
                  <a:cs typeface="Helvetica"/>
                  <a:sym typeface="Helvetica"/>
                </a:defRPr>
              </a:lvl1pPr>
            </a:lstStyle>
            <a:p>
              <a:pPr>
                <a:defRPr>
                  <a:solidFill>
                    <a:srgbClr val="000000"/>
                  </a:solidFill>
                  <a:latin typeface="Calibri"/>
                  <a:ea typeface="Calibri"/>
                  <a:cs typeface="Calibri"/>
                  <a:sym typeface="Calibri"/>
                </a:defRPr>
              </a:pPr>
              <a:r>
                <a:rPr>
                  <a:solidFill>
                    <a:srgbClr val="4B4B4B"/>
                  </a:solidFill>
                  <a:latin typeface="Helvetica"/>
                  <a:ea typeface="Helvetica"/>
                  <a:cs typeface="Helvetica"/>
                  <a:sym typeface="Helvetica"/>
                </a:rPr>
                <a:t>4</a:t>
              </a:r>
            </a:p>
          </p:txBody>
        </p:sp>
        <p:sp>
          <p:nvSpPr>
            <p:cNvPr id="10782" name="Shape 10782"/>
            <p:cNvSpPr/>
            <p:nvPr/>
          </p:nvSpPr>
          <p:spPr>
            <a:xfrm>
              <a:off x="1468740" y="219464"/>
              <a:ext cx="8011148" cy="426128"/>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400"/>
                </a:lnSpc>
                <a:spcBef>
                  <a:spcPts val="300"/>
                </a:spcBef>
                <a:defRPr sz="30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Oportunidades de mejora</a:t>
              </a:r>
            </a:p>
          </p:txBody>
        </p:sp>
        <p:sp>
          <p:nvSpPr>
            <p:cNvPr id="10783" name="Shape 10783"/>
            <p:cNvSpPr/>
            <p:nvPr/>
          </p:nvSpPr>
          <p:spPr>
            <a:xfrm>
              <a:off x="1547924" y="1395298"/>
              <a:ext cx="8290559" cy="785725"/>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784" name="Shape 10784"/>
            <p:cNvSpPr/>
            <p:nvPr/>
          </p:nvSpPr>
          <p:spPr>
            <a:xfrm>
              <a:off x="1547924" y="2729752"/>
              <a:ext cx="8292885" cy="315"/>
            </a:xfrm>
            <a:prstGeom prst="line">
              <a:avLst/>
            </a:prstGeom>
            <a:noFill/>
            <a:ln w="25400" cap="flat">
              <a:solidFill>
                <a:srgbClr val="DCDCDC"/>
              </a:solidFill>
              <a:prstDash val="solid"/>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785" name="Shape 10785"/>
            <p:cNvSpPr/>
            <p:nvPr/>
          </p:nvSpPr>
          <p:spPr>
            <a:xfrm>
              <a:off x="1547924" y="3280752"/>
              <a:ext cx="8290559" cy="785724"/>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786" name="Shape 10786"/>
            <p:cNvSpPr/>
            <p:nvPr/>
          </p:nvSpPr>
          <p:spPr>
            <a:xfrm>
              <a:off x="1547924" y="5166205"/>
              <a:ext cx="8290559" cy="785725"/>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787" name="Shape 10787"/>
            <p:cNvSpPr/>
            <p:nvPr/>
          </p:nvSpPr>
          <p:spPr>
            <a:xfrm>
              <a:off x="1547924" y="7051661"/>
              <a:ext cx="8290559" cy="785724"/>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788" name="Shape 10788"/>
            <p:cNvSpPr/>
            <p:nvPr/>
          </p:nvSpPr>
          <p:spPr>
            <a:xfrm>
              <a:off x="1547924" y="4594125"/>
              <a:ext cx="8292885" cy="315"/>
            </a:xfrm>
            <a:prstGeom prst="line">
              <a:avLst/>
            </a:prstGeom>
            <a:noFill/>
            <a:ln w="25400" cap="flat">
              <a:solidFill>
                <a:srgbClr val="DCDCDC"/>
              </a:solidFill>
              <a:prstDash val="solid"/>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789" name="Shape 10789"/>
            <p:cNvSpPr/>
            <p:nvPr/>
          </p:nvSpPr>
          <p:spPr>
            <a:xfrm>
              <a:off x="1547924" y="6499139"/>
              <a:ext cx="8292885" cy="315"/>
            </a:xfrm>
            <a:prstGeom prst="line">
              <a:avLst/>
            </a:prstGeom>
            <a:noFill/>
            <a:ln w="25400" cap="flat">
              <a:solidFill>
                <a:srgbClr val="DCDCDC"/>
              </a:solidFill>
              <a:prstDash val="solid"/>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grpSp>
      <p:grpSp>
        <p:nvGrpSpPr>
          <p:cNvPr id="10805" name="Group 10805"/>
          <p:cNvGrpSpPr/>
          <p:nvPr/>
        </p:nvGrpSpPr>
        <p:grpSpPr>
          <a:xfrm>
            <a:off x="12048411" y="3287138"/>
            <a:ext cx="9862058" cy="7837385"/>
            <a:chOff x="0" y="0"/>
            <a:chExt cx="9862056" cy="7837384"/>
          </a:xfrm>
        </p:grpSpPr>
        <p:sp>
          <p:nvSpPr>
            <p:cNvPr id="10791" name="Shape 10791"/>
            <p:cNvSpPr/>
            <p:nvPr/>
          </p:nvSpPr>
          <p:spPr>
            <a:xfrm>
              <a:off x="18919" y="0"/>
              <a:ext cx="9840810" cy="952507"/>
            </a:xfrm>
            <a:prstGeom prst="rect">
              <a:avLst/>
            </a:prstGeom>
            <a:solidFill>
              <a:srgbClr val="234770"/>
            </a:solidFill>
            <a:ln w="12700" cap="flat">
              <a:noFill/>
              <a:miter lim="400000"/>
            </a:ln>
            <a:effectLst/>
          </p:spPr>
          <p:txBody>
            <a:bodyPr wrap="square" lIns="121919" tIns="121919" rIns="121919" bIns="121919" numCol="1" anchor="ctr">
              <a:noAutofit/>
            </a:bodyPr>
            <a:lstStyle/>
            <a:p>
              <a:pPr defTabSz="825500">
                <a:defRPr sz="3200"/>
              </a:pPr>
            </a:p>
          </p:txBody>
        </p:sp>
        <p:sp>
          <p:nvSpPr>
            <p:cNvPr id="10792" name="Shape 10792"/>
            <p:cNvSpPr/>
            <p:nvPr/>
          </p:nvSpPr>
          <p:spPr>
            <a:xfrm>
              <a:off x="269584" y="216301"/>
              <a:ext cx="488443" cy="485704"/>
            </a:xfrm>
            <a:custGeom>
              <a:avLst/>
              <a:gdLst/>
              <a:ahLst/>
              <a:cxnLst>
                <a:cxn ang="0">
                  <a:pos x="wd2" y="hd2"/>
                </a:cxn>
                <a:cxn ang="5400000">
                  <a:pos x="wd2" y="hd2"/>
                </a:cxn>
                <a:cxn ang="10800000">
                  <a:pos x="wd2" y="hd2"/>
                </a:cxn>
                <a:cxn ang="16200000">
                  <a:pos x="wd2" y="hd2"/>
                </a:cxn>
              </a:cxnLst>
              <a:rect l="0" t="0" r="r" b="b"/>
              <a:pathLst>
                <a:path w="20997" h="21245" fill="norm" stroke="1" extrusionOk="0">
                  <a:moveTo>
                    <a:pt x="19909" y="413"/>
                  </a:moveTo>
                  <a:cubicBezTo>
                    <a:pt x="18790" y="-343"/>
                    <a:pt x="17281" y="-32"/>
                    <a:pt x="16538" y="1106"/>
                  </a:cubicBezTo>
                  <a:lnTo>
                    <a:pt x="8034" y="14826"/>
                  </a:lnTo>
                  <a:lnTo>
                    <a:pt x="4221" y="10665"/>
                  </a:lnTo>
                  <a:cubicBezTo>
                    <a:pt x="3310" y="9660"/>
                    <a:pt x="1772" y="9596"/>
                    <a:pt x="784" y="10522"/>
                  </a:cubicBezTo>
                  <a:cubicBezTo>
                    <a:pt x="-203" y="11449"/>
                    <a:pt x="-266" y="13014"/>
                    <a:pt x="644" y="14019"/>
                  </a:cubicBezTo>
                  <a:lnTo>
                    <a:pt x="6511" y="20448"/>
                  </a:lnTo>
                  <a:cubicBezTo>
                    <a:pt x="7002" y="20989"/>
                    <a:pt x="7675" y="21257"/>
                    <a:pt x="8345" y="21245"/>
                  </a:cubicBezTo>
                  <a:cubicBezTo>
                    <a:pt x="9144" y="21256"/>
                    <a:pt x="9932" y="20867"/>
                    <a:pt x="10407" y="20139"/>
                  </a:cubicBezTo>
                  <a:lnTo>
                    <a:pt x="20591" y="3843"/>
                  </a:lnTo>
                  <a:cubicBezTo>
                    <a:pt x="21334" y="2704"/>
                    <a:pt x="21029" y="1168"/>
                    <a:pt x="19909" y="413"/>
                  </a:cubicBezTo>
                  <a:close/>
                </a:path>
              </a:pathLst>
            </a:custGeom>
            <a:noFill/>
            <a:ln w="19050" cap="flat">
              <a:solidFill>
                <a:srgbClr val="FFFFFF"/>
              </a:solidFill>
              <a:prstDash val="solid"/>
              <a:miter lim="400000"/>
            </a:ln>
            <a:effectLst/>
          </p:spPr>
          <p:txBody>
            <a:bodyPr wrap="square" lIns="38100" tIns="38100" rIns="38100" bIns="38100" numCol="1" anchor="ctr">
              <a:noAutofit/>
            </a:bodyPr>
            <a:lstStyle/>
            <a:p>
              <a:pPr defTabSz="457200">
                <a:defRPr sz="3000">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793" name="Shape 10793"/>
            <p:cNvSpPr/>
            <p:nvPr/>
          </p:nvSpPr>
          <p:spPr>
            <a:xfrm>
              <a:off x="1469264" y="219464"/>
              <a:ext cx="8011150" cy="426128"/>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400"/>
                </a:lnSpc>
                <a:spcBef>
                  <a:spcPts val="300"/>
                </a:spcBef>
                <a:defRPr sz="3000">
                  <a:solidFill>
                    <a:srgbClr val="FFFFFF"/>
                  </a:solidFill>
                  <a:latin typeface="Montserrat"/>
                  <a:ea typeface="Montserrat"/>
                  <a:cs typeface="Montserrat"/>
                  <a:sym typeface="Montserrat"/>
                </a:defRPr>
              </a:lvl1pPr>
            </a:lstStyle>
            <a:p>
              <a:pPr>
                <a:defRPr>
                  <a:solidFill>
                    <a:srgbClr val="000000"/>
                  </a:solidFill>
                </a:defRPr>
              </a:pPr>
              <a:r>
                <a:rPr>
                  <a:solidFill>
                    <a:srgbClr val="FFFFFF"/>
                  </a:solidFill>
                </a:rPr>
                <a:t>Plan de acción</a:t>
              </a:r>
            </a:p>
          </p:txBody>
        </p:sp>
        <p:sp>
          <p:nvSpPr>
            <p:cNvPr id="10794" name="Shape 10794"/>
            <p:cNvSpPr/>
            <p:nvPr/>
          </p:nvSpPr>
          <p:spPr>
            <a:xfrm>
              <a:off x="0" y="1330221"/>
              <a:ext cx="910395"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234770"/>
                  </a:solidFill>
                  <a:latin typeface="Helvetica"/>
                  <a:ea typeface="Helvetica"/>
                  <a:cs typeface="Helvetica"/>
                  <a:sym typeface="Helvetica"/>
                </a:defRPr>
              </a:lvl1pPr>
            </a:lstStyle>
            <a:p>
              <a:pPr>
                <a:defRPr>
                  <a:latin typeface="Calibri"/>
                  <a:ea typeface="Calibri"/>
                  <a:cs typeface="Calibri"/>
                  <a:sym typeface="Calibri"/>
                </a:defRPr>
              </a:pPr>
              <a:r>
                <a:rPr>
                  <a:latin typeface="Helvetica"/>
                  <a:ea typeface="Helvetica"/>
                  <a:cs typeface="Helvetica"/>
                  <a:sym typeface="Helvetica"/>
                </a:rPr>
                <a:t>1</a:t>
              </a:r>
            </a:p>
          </p:txBody>
        </p:sp>
        <p:sp>
          <p:nvSpPr>
            <p:cNvPr id="10795" name="Shape 10795"/>
            <p:cNvSpPr/>
            <p:nvPr/>
          </p:nvSpPr>
          <p:spPr>
            <a:xfrm>
              <a:off x="0" y="3141138"/>
              <a:ext cx="910395"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234770"/>
                  </a:solidFill>
                  <a:latin typeface="Helvetica"/>
                  <a:ea typeface="Helvetica"/>
                  <a:cs typeface="Helvetica"/>
                  <a:sym typeface="Helvetica"/>
                </a:defRPr>
              </a:lvl1pPr>
            </a:lstStyle>
            <a:p>
              <a:pPr>
                <a:defRPr>
                  <a:latin typeface="Calibri"/>
                  <a:ea typeface="Calibri"/>
                  <a:cs typeface="Calibri"/>
                  <a:sym typeface="Calibri"/>
                </a:defRPr>
              </a:pPr>
              <a:r>
                <a:rPr>
                  <a:latin typeface="Helvetica"/>
                  <a:ea typeface="Helvetica"/>
                  <a:cs typeface="Helvetica"/>
                  <a:sym typeface="Helvetica"/>
                </a:rPr>
                <a:t>2</a:t>
              </a:r>
            </a:p>
          </p:txBody>
        </p:sp>
        <p:sp>
          <p:nvSpPr>
            <p:cNvPr id="10796" name="Shape 10796"/>
            <p:cNvSpPr/>
            <p:nvPr/>
          </p:nvSpPr>
          <p:spPr>
            <a:xfrm>
              <a:off x="0" y="5019762"/>
              <a:ext cx="910395"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234770"/>
                  </a:solidFill>
                  <a:latin typeface="Helvetica"/>
                  <a:ea typeface="Helvetica"/>
                  <a:cs typeface="Helvetica"/>
                  <a:sym typeface="Helvetica"/>
                </a:defRPr>
              </a:lvl1pPr>
            </a:lstStyle>
            <a:p>
              <a:pPr>
                <a:defRPr>
                  <a:latin typeface="Calibri"/>
                  <a:ea typeface="Calibri"/>
                  <a:cs typeface="Calibri"/>
                  <a:sym typeface="Calibri"/>
                </a:defRPr>
              </a:pPr>
              <a:r>
                <a:rPr>
                  <a:latin typeface="Helvetica"/>
                  <a:ea typeface="Helvetica"/>
                  <a:cs typeface="Helvetica"/>
                  <a:sym typeface="Helvetica"/>
                </a:rPr>
                <a:t>3</a:t>
              </a:r>
            </a:p>
          </p:txBody>
        </p:sp>
        <p:sp>
          <p:nvSpPr>
            <p:cNvPr id="10797" name="Shape 10797"/>
            <p:cNvSpPr/>
            <p:nvPr/>
          </p:nvSpPr>
          <p:spPr>
            <a:xfrm>
              <a:off x="0" y="6782756"/>
              <a:ext cx="910395" cy="977901"/>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defTabSz="914400">
                <a:defRPr sz="6400">
                  <a:solidFill>
                    <a:srgbClr val="234770"/>
                  </a:solidFill>
                  <a:latin typeface="Helvetica"/>
                  <a:ea typeface="Helvetica"/>
                  <a:cs typeface="Helvetica"/>
                  <a:sym typeface="Helvetica"/>
                </a:defRPr>
              </a:lvl1pPr>
            </a:lstStyle>
            <a:p>
              <a:pPr>
                <a:defRPr>
                  <a:latin typeface="Calibri"/>
                  <a:ea typeface="Calibri"/>
                  <a:cs typeface="Calibri"/>
                  <a:sym typeface="Calibri"/>
                </a:defRPr>
              </a:pPr>
              <a:r>
                <a:rPr>
                  <a:latin typeface="Helvetica"/>
                  <a:ea typeface="Helvetica"/>
                  <a:cs typeface="Helvetica"/>
                  <a:sym typeface="Helvetica"/>
                </a:rPr>
                <a:t>4</a:t>
              </a:r>
            </a:p>
          </p:txBody>
        </p:sp>
        <p:sp>
          <p:nvSpPr>
            <p:cNvPr id="10798" name="Shape 10798"/>
            <p:cNvSpPr/>
            <p:nvPr/>
          </p:nvSpPr>
          <p:spPr>
            <a:xfrm>
              <a:off x="1569170" y="1395298"/>
              <a:ext cx="8290562" cy="785725"/>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799" name="Shape 10799"/>
            <p:cNvSpPr/>
            <p:nvPr/>
          </p:nvSpPr>
          <p:spPr>
            <a:xfrm>
              <a:off x="1569170" y="2729752"/>
              <a:ext cx="8290562" cy="1"/>
            </a:xfrm>
            <a:prstGeom prst="line">
              <a:avLst/>
            </a:prstGeom>
            <a:noFill/>
            <a:ln w="25400" cap="flat">
              <a:solidFill>
                <a:srgbClr val="DCDCDC"/>
              </a:solidFill>
              <a:prstDash val="solid"/>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800" name="Shape 10800"/>
            <p:cNvSpPr/>
            <p:nvPr/>
          </p:nvSpPr>
          <p:spPr>
            <a:xfrm>
              <a:off x="1569170" y="3280752"/>
              <a:ext cx="8290562" cy="785724"/>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801" name="Shape 10801"/>
            <p:cNvSpPr/>
            <p:nvPr/>
          </p:nvSpPr>
          <p:spPr>
            <a:xfrm>
              <a:off x="1569170" y="5166205"/>
              <a:ext cx="8290562" cy="785725"/>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802" name="Shape 10802"/>
            <p:cNvSpPr/>
            <p:nvPr/>
          </p:nvSpPr>
          <p:spPr>
            <a:xfrm>
              <a:off x="1569170" y="7051661"/>
              <a:ext cx="8290562" cy="785724"/>
            </a:xfrm>
            <a:prstGeom prst="rect">
              <a:avLst/>
            </a:prstGeom>
            <a:noFill/>
            <a:ln w="12700" cap="flat">
              <a:noFill/>
              <a:miter lim="400000"/>
            </a:ln>
            <a:effectLst/>
            <a:extLst>
              <a:ext uri="{C572A759-6A51-4108-AA02-DFA0A04FC94B}">
                <ma14:wrappingTextBoxFlag xmlns:ma14="http://schemas.microsoft.com/office/mac/drawingml/2011/main" val="1"/>
              </a:ext>
            </a:extLst>
          </p:spPr>
          <p:txBody>
            <a:bodyPr wrap="square" lIns="0" tIns="0" rIns="0" bIns="0" numCol="1" anchor="t">
              <a:spAutoFit/>
            </a:bodyPr>
            <a:lstStyle>
              <a:lvl1pPr algn="l" defTabSz="914400">
                <a:lnSpc>
                  <a:spcPts val="3200"/>
                </a:lnSpc>
                <a:spcBef>
                  <a:spcPts val="600"/>
                </a:spcBef>
                <a:defRPr sz="2200">
                  <a:latin typeface="Montserrat"/>
                  <a:ea typeface="Montserrat"/>
                  <a:cs typeface="Montserrat"/>
                  <a:sym typeface="Montserrat"/>
                </a:defRPr>
              </a:lvl1pPr>
            </a:lstStyle>
            <a:p>
              <a:pPr/>
              <a:r>
                <a:t>Sed ut persp iciatis unde omnis iste natus error sit volupt atem accusantium dolor emque laudan tium, totam rem </a:t>
              </a:r>
            </a:p>
          </p:txBody>
        </p:sp>
        <p:sp>
          <p:nvSpPr>
            <p:cNvPr id="10803" name="Shape 10803"/>
            <p:cNvSpPr/>
            <p:nvPr/>
          </p:nvSpPr>
          <p:spPr>
            <a:xfrm>
              <a:off x="1569170" y="4594125"/>
              <a:ext cx="8292887" cy="315"/>
            </a:xfrm>
            <a:prstGeom prst="line">
              <a:avLst/>
            </a:prstGeom>
            <a:noFill/>
            <a:ln w="25400" cap="flat">
              <a:solidFill>
                <a:srgbClr val="DCDCDC"/>
              </a:solidFill>
              <a:prstDash val="solid"/>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sp>
          <p:nvSpPr>
            <p:cNvPr id="10804" name="Shape 10804"/>
            <p:cNvSpPr/>
            <p:nvPr/>
          </p:nvSpPr>
          <p:spPr>
            <a:xfrm>
              <a:off x="1569170" y="6499139"/>
              <a:ext cx="8292887" cy="315"/>
            </a:xfrm>
            <a:prstGeom prst="line">
              <a:avLst/>
            </a:prstGeom>
            <a:noFill/>
            <a:ln w="25400" cap="flat">
              <a:solidFill>
                <a:srgbClr val="DCDCDC"/>
              </a:solidFill>
              <a:prstDash val="solid"/>
              <a:bevel/>
            </a:ln>
            <a:effectLst/>
          </p:spPr>
          <p:txBody>
            <a:bodyPr wrap="square" lIns="121919" tIns="121919" rIns="121919" bIns="121919" numCol="1" anchor="t">
              <a:noAutofit/>
            </a:bodyPr>
            <a:lstStyle/>
            <a:p>
              <a:pPr algn="l" defTabSz="457200">
                <a:defRPr sz="3200">
                  <a:latin typeface="Helvetica"/>
                  <a:ea typeface="Helvetica"/>
                  <a:cs typeface="Helvetica"/>
                  <a:sym typeface="Helvetica"/>
                </a:defRPr>
              </a:pPr>
            </a:p>
          </p:txBody>
        </p:sp>
      </p:gr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1" presetID="22" grpId="1" fill="hold">
                                  <p:stCondLst>
                                    <p:cond delay="0"/>
                                  </p:stCondLst>
                                  <p:iterate type="el" backwards="0">
                                    <p:tmAbs val="0"/>
                                  </p:iterate>
                                  <p:childTnLst>
                                    <p:set>
                                      <p:cBhvr>
                                        <p:cTn id="6" fill="hold"/>
                                        <p:tgtEl>
                                          <p:spTgt spid="10805"/>
                                        </p:tgtEl>
                                        <p:attrNameLst>
                                          <p:attrName>style.visibility</p:attrName>
                                        </p:attrNameLst>
                                      </p:cBhvr>
                                      <p:to>
                                        <p:strVal val="visible"/>
                                      </p:to>
                                    </p:set>
                                    <p:animEffect filter="wipe(up)" transition="in">
                                      <p:cBhvr>
                                        <p:cTn id="7" dur="1000"/>
                                        <p:tgtEl>
                                          <p:spTgt spid="10805"/>
                                        </p:tgtEl>
                                      </p:cBhvr>
                                    </p:animEffect>
                                  </p:childTnLst>
                                </p:cTn>
                              </p:par>
                            </p:childTnLst>
                          </p:cTn>
                        </p:par>
                        <p:par>
                          <p:cTn id="8" fill="hold">
                            <p:stCondLst>
                              <p:cond delay="1000"/>
                            </p:stCondLst>
                            <p:childTnLst>
                              <p:par>
                                <p:cTn id="9" presetClass="entr" nodeType="afterEffect" presetSubtype="1" presetID="22" grpId="2" fill="hold">
                                  <p:stCondLst>
                                    <p:cond delay="0"/>
                                  </p:stCondLst>
                                  <p:iterate type="el" backwards="0">
                                    <p:tmAbs val="0"/>
                                  </p:iterate>
                                  <p:childTnLst>
                                    <p:set>
                                      <p:cBhvr>
                                        <p:cTn id="10" fill="hold"/>
                                        <p:tgtEl>
                                          <p:spTgt spid="10790"/>
                                        </p:tgtEl>
                                        <p:attrNameLst>
                                          <p:attrName>style.visibility</p:attrName>
                                        </p:attrNameLst>
                                      </p:cBhvr>
                                      <p:to>
                                        <p:strVal val="visible"/>
                                      </p:to>
                                    </p:set>
                                    <p:animEffect filter="wipe(up)" transition="in">
                                      <p:cBhvr>
                                        <p:cTn id="11" dur="1000"/>
                                        <p:tgtEl>
                                          <p:spTgt spid="107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790" grpId="2"/>
      <p:bldP build="whole" bldLvl="1" animBg="1" rev="0" advAuto="0" spid="10805" grpId="1"/>
    </p:bldLst>
  </p:timing>
</p:sld>
</file>

<file path=ppt/slides/slide278.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807" name="Shape 10807"/>
          <p:cNvSpPr/>
          <p:nvPr>
            <p:ph type="title"/>
          </p:nvPr>
        </p:nvSpPr>
        <p:spPr>
          <a:prstGeom prst="rect">
            <a:avLst/>
          </a:prstGeom>
        </p:spPr>
        <p:txBody>
          <a:bodyPr/>
          <a:lstStyle/>
          <a:p>
            <a:pPr/>
            <a:r>
              <a:t>Pros y contras</a:t>
            </a:r>
          </a:p>
        </p:txBody>
      </p:sp>
      <p:sp>
        <p:nvSpPr>
          <p:cNvPr id="10808" name="Shape 10808"/>
          <p:cNvSpPr/>
          <p:nvPr/>
        </p:nvSpPr>
        <p:spPr>
          <a:xfrm>
            <a:off x="4965" y="6900877"/>
            <a:ext cx="24524748" cy="7045738"/>
          </a:xfrm>
          <a:prstGeom prst="rect">
            <a:avLst/>
          </a:prstGeom>
          <a:solidFill>
            <a:srgbClr val="234770"/>
          </a:solidFill>
          <a:ln w="12700">
            <a:miter lim="400000"/>
          </a:ln>
        </p:spPr>
        <p:txBody>
          <a:bodyPr lIns="50800" tIns="50800" rIns="50800" bIns="50800" anchor="ctr"/>
          <a:lstStyle/>
          <a:p>
            <a:pPr defTabSz="825500">
              <a:defRPr sz="3200">
                <a:solidFill>
                  <a:srgbClr val="FFFFFF"/>
                </a:solidFill>
              </a:defRPr>
            </a:pPr>
          </a:p>
        </p:txBody>
      </p:sp>
      <p:sp>
        <p:nvSpPr>
          <p:cNvPr id="10809" name="Shape 10809"/>
          <p:cNvSpPr/>
          <p:nvPr/>
        </p:nvSpPr>
        <p:spPr>
          <a:xfrm>
            <a:off x="1373497" y="2548464"/>
            <a:ext cx="970818"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810" name="Shape 10810"/>
          <p:cNvSpPr/>
          <p:nvPr/>
        </p:nvSpPr>
        <p:spPr>
          <a:xfrm>
            <a:off x="1373495" y="4515669"/>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811" name="Shape 10811"/>
          <p:cNvSpPr/>
          <p:nvPr/>
        </p:nvSpPr>
        <p:spPr>
          <a:xfrm>
            <a:off x="1649024" y="4701020"/>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12" name="Shape 10812"/>
          <p:cNvSpPr/>
          <p:nvPr/>
        </p:nvSpPr>
        <p:spPr>
          <a:xfrm>
            <a:off x="1649026" y="2733815"/>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13" name="Shape 10813"/>
          <p:cNvSpPr/>
          <p:nvPr/>
        </p:nvSpPr>
        <p:spPr>
          <a:xfrm>
            <a:off x="2735523" y="2760823"/>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14" name="Shape 10814"/>
          <p:cNvSpPr/>
          <p:nvPr/>
        </p:nvSpPr>
        <p:spPr>
          <a:xfrm>
            <a:off x="2735523" y="4728028"/>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15" name="Shape 10815"/>
          <p:cNvSpPr/>
          <p:nvPr/>
        </p:nvSpPr>
        <p:spPr>
          <a:xfrm>
            <a:off x="7302241" y="2548464"/>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816" name="Shape 10816"/>
          <p:cNvSpPr/>
          <p:nvPr/>
        </p:nvSpPr>
        <p:spPr>
          <a:xfrm>
            <a:off x="7302240" y="4515669"/>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817" name="Shape 10817"/>
          <p:cNvSpPr/>
          <p:nvPr/>
        </p:nvSpPr>
        <p:spPr>
          <a:xfrm>
            <a:off x="7577769" y="4701020"/>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18" name="Shape 10818"/>
          <p:cNvSpPr/>
          <p:nvPr/>
        </p:nvSpPr>
        <p:spPr>
          <a:xfrm>
            <a:off x="7577770" y="2733815"/>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19" name="Shape 10819"/>
          <p:cNvSpPr/>
          <p:nvPr/>
        </p:nvSpPr>
        <p:spPr>
          <a:xfrm>
            <a:off x="8664268" y="2760823"/>
            <a:ext cx="5187277"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20" name="Shape 10820"/>
          <p:cNvSpPr/>
          <p:nvPr/>
        </p:nvSpPr>
        <p:spPr>
          <a:xfrm>
            <a:off x="8664268" y="4728028"/>
            <a:ext cx="5187277"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21" name="Shape 10821"/>
          <p:cNvSpPr/>
          <p:nvPr/>
        </p:nvSpPr>
        <p:spPr>
          <a:xfrm>
            <a:off x="14242755" y="2548464"/>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822" name="Shape 10822"/>
          <p:cNvSpPr/>
          <p:nvPr/>
        </p:nvSpPr>
        <p:spPr>
          <a:xfrm>
            <a:off x="14242753" y="4515669"/>
            <a:ext cx="970819" cy="970819"/>
          </a:xfrm>
          <a:prstGeom prst="ellipse">
            <a:avLst/>
          </a:prstGeom>
          <a:solidFill>
            <a:srgbClr val="234770"/>
          </a:solidFill>
          <a:ln w="12700">
            <a:miter lim="400000"/>
          </a:ln>
        </p:spPr>
        <p:txBody>
          <a:bodyPr lIns="50800" tIns="50800" rIns="50800" bIns="50800" anchor="ctr"/>
          <a:lstStyle/>
          <a:p>
            <a:pPr defTabSz="825500">
              <a:defRPr sz="3200"/>
            </a:pPr>
          </a:p>
        </p:txBody>
      </p:sp>
      <p:sp>
        <p:nvSpPr>
          <p:cNvPr id="10823" name="Shape 10823"/>
          <p:cNvSpPr/>
          <p:nvPr/>
        </p:nvSpPr>
        <p:spPr>
          <a:xfrm>
            <a:off x="14518282" y="4701020"/>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24" name="Shape 10824"/>
          <p:cNvSpPr/>
          <p:nvPr/>
        </p:nvSpPr>
        <p:spPr>
          <a:xfrm>
            <a:off x="14518284" y="2733815"/>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FFFFFF"/>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25" name="Shape 10825"/>
          <p:cNvSpPr/>
          <p:nvPr/>
        </p:nvSpPr>
        <p:spPr>
          <a:xfrm>
            <a:off x="15604780" y="2760823"/>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26" name="Shape 10826"/>
          <p:cNvSpPr/>
          <p:nvPr/>
        </p:nvSpPr>
        <p:spPr>
          <a:xfrm>
            <a:off x="15604780" y="4728028"/>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27" name="Shape 10827"/>
          <p:cNvSpPr/>
          <p:nvPr/>
        </p:nvSpPr>
        <p:spPr>
          <a:xfrm>
            <a:off x="5992943" y="8601135"/>
            <a:ext cx="970819" cy="970819"/>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828" name="Shape 10828"/>
          <p:cNvSpPr/>
          <p:nvPr/>
        </p:nvSpPr>
        <p:spPr>
          <a:xfrm>
            <a:off x="5992941" y="10568340"/>
            <a:ext cx="970819" cy="970818"/>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829" name="Shape 10829"/>
          <p:cNvSpPr/>
          <p:nvPr/>
        </p:nvSpPr>
        <p:spPr>
          <a:xfrm>
            <a:off x="6268470" y="10753691"/>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000000"/>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30" name="Shape 10830"/>
          <p:cNvSpPr/>
          <p:nvPr/>
        </p:nvSpPr>
        <p:spPr>
          <a:xfrm>
            <a:off x="6268472" y="8786486"/>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000000"/>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31" name="Shape 10831"/>
          <p:cNvSpPr/>
          <p:nvPr/>
        </p:nvSpPr>
        <p:spPr>
          <a:xfrm>
            <a:off x="7354969" y="8813493"/>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32" name="Shape 10832"/>
          <p:cNvSpPr/>
          <p:nvPr/>
        </p:nvSpPr>
        <p:spPr>
          <a:xfrm>
            <a:off x="7354969" y="10780699"/>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33" name="Shape 10833"/>
          <p:cNvSpPr/>
          <p:nvPr/>
        </p:nvSpPr>
        <p:spPr>
          <a:xfrm>
            <a:off x="11921688" y="8601135"/>
            <a:ext cx="970819" cy="970819"/>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834" name="Shape 10834"/>
          <p:cNvSpPr/>
          <p:nvPr/>
        </p:nvSpPr>
        <p:spPr>
          <a:xfrm>
            <a:off x="11921687" y="10568340"/>
            <a:ext cx="970818" cy="970818"/>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835" name="Shape 10835"/>
          <p:cNvSpPr/>
          <p:nvPr/>
        </p:nvSpPr>
        <p:spPr>
          <a:xfrm>
            <a:off x="12197215" y="10753691"/>
            <a:ext cx="419763"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000000"/>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36" name="Shape 10836"/>
          <p:cNvSpPr/>
          <p:nvPr/>
        </p:nvSpPr>
        <p:spPr>
          <a:xfrm>
            <a:off x="12197217" y="8786486"/>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000000"/>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37" name="Shape 10837"/>
          <p:cNvSpPr/>
          <p:nvPr/>
        </p:nvSpPr>
        <p:spPr>
          <a:xfrm>
            <a:off x="13283714" y="8813493"/>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38" name="Shape 10838"/>
          <p:cNvSpPr/>
          <p:nvPr/>
        </p:nvSpPr>
        <p:spPr>
          <a:xfrm>
            <a:off x="13283714" y="10780699"/>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39" name="Shape 10839"/>
          <p:cNvSpPr/>
          <p:nvPr/>
        </p:nvSpPr>
        <p:spPr>
          <a:xfrm>
            <a:off x="18862202" y="8601135"/>
            <a:ext cx="970818" cy="970819"/>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840" name="Shape 10840"/>
          <p:cNvSpPr/>
          <p:nvPr/>
        </p:nvSpPr>
        <p:spPr>
          <a:xfrm>
            <a:off x="18862200" y="10568340"/>
            <a:ext cx="970819" cy="970818"/>
          </a:xfrm>
          <a:prstGeom prst="ellipse">
            <a:avLst/>
          </a:prstGeom>
          <a:solidFill>
            <a:srgbClr val="FFFFFF"/>
          </a:solidFill>
          <a:ln w="12700">
            <a:miter lim="400000"/>
          </a:ln>
        </p:spPr>
        <p:txBody>
          <a:bodyPr lIns="50800" tIns="50800" rIns="50800" bIns="50800" anchor="ctr"/>
          <a:lstStyle/>
          <a:p>
            <a:pPr defTabSz="825500">
              <a:defRPr sz="3200"/>
            </a:pPr>
          </a:p>
        </p:txBody>
      </p:sp>
      <p:sp>
        <p:nvSpPr>
          <p:cNvPr id="10841" name="Shape 10841"/>
          <p:cNvSpPr/>
          <p:nvPr/>
        </p:nvSpPr>
        <p:spPr>
          <a:xfrm>
            <a:off x="19137729" y="10753691"/>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000000"/>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42" name="Shape 10842"/>
          <p:cNvSpPr/>
          <p:nvPr/>
        </p:nvSpPr>
        <p:spPr>
          <a:xfrm>
            <a:off x="19137731" y="8786486"/>
            <a:ext cx="419762" cy="600116"/>
          </a:xfrm>
          <a:custGeom>
            <a:avLst/>
            <a:gdLst/>
            <a:ahLst/>
            <a:cxnLst>
              <a:cxn ang="0">
                <a:pos x="wd2" y="hd2"/>
              </a:cxn>
              <a:cxn ang="5400000">
                <a:pos x="wd2" y="hd2"/>
              </a:cxn>
              <a:cxn ang="10800000">
                <a:pos x="wd2" y="hd2"/>
              </a:cxn>
              <a:cxn ang="16200000">
                <a:pos x="wd2" y="hd2"/>
              </a:cxn>
            </a:cxnLst>
            <a:rect l="0" t="0" r="r" b="b"/>
            <a:pathLst>
              <a:path w="21548" h="21586" fill="norm" stroke="1" extrusionOk="0">
                <a:moveTo>
                  <a:pt x="21548" y="8769"/>
                </a:moveTo>
                <a:cubicBezTo>
                  <a:pt x="21548" y="10371"/>
                  <a:pt x="21226" y="12086"/>
                  <a:pt x="20585" y="13913"/>
                </a:cubicBezTo>
                <a:cubicBezTo>
                  <a:pt x="20504" y="14081"/>
                  <a:pt x="20345" y="14166"/>
                  <a:pt x="20104" y="14166"/>
                </a:cubicBezTo>
                <a:cubicBezTo>
                  <a:pt x="20064" y="14166"/>
                  <a:pt x="20023" y="14166"/>
                  <a:pt x="19984" y="14166"/>
                </a:cubicBezTo>
                <a:cubicBezTo>
                  <a:pt x="19662" y="14110"/>
                  <a:pt x="19542" y="13969"/>
                  <a:pt x="19623" y="13744"/>
                </a:cubicBezTo>
                <a:cubicBezTo>
                  <a:pt x="20264" y="11973"/>
                  <a:pt x="20585" y="10315"/>
                  <a:pt x="20585" y="8769"/>
                </a:cubicBezTo>
                <a:cubicBezTo>
                  <a:pt x="20585" y="5537"/>
                  <a:pt x="18961" y="3148"/>
                  <a:pt x="15712" y="1602"/>
                </a:cubicBezTo>
                <a:cubicBezTo>
                  <a:pt x="14388" y="984"/>
                  <a:pt x="12643" y="674"/>
                  <a:pt x="10477" y="674"/>
                </a:cubicBezTo>
                <a:cubicBezTo>
                  <a:pt x="10156" y="674"/>
                  <a:pt x="9996" y="562"/>
                  <a:pt x="9996" y="337"/>
                </a:cubicBezTo>
                <a:cubicBezTo>
                  <a:pt x="9996" y="112"/>
                  <a:pt x="10156" y="0"/>
                  <a:pt x="10477" y="0"/>
                </a:cubicBezTo>
                <a:cubicBezTo>
                  <a:pt x="12843" y="0"/>
                  <a:pt x="14769" y="352"/>
                  <a:pt x="16253" y="1054"/>
                </a:cubicBezTo>
                <a:cubicBezTo>
                  <a:pt x="19782" y="2713"/>
                  <a:pt x="21548" y="5284"/>
                  <a:pt x="21548" y="8769"/>
                </a:cubicBezTo>
                <a:close/>
                <a:moveTo>
                  <a:pt x="20104" y="21586"/>
                </a:moveTo>
                <a:lnTo>
                  <a:pt x="2776" y="21586"/>
                </a:lnTo>
                <a:cubicBezTo>
                  <a:pt x="2454" y="21586"/>
                  <a:pt x="2295" y="21473"/>
                  <a:pt x="2295" y="21249"/>
                </a:cubicBezTo>
                <a:cubicBezTo>
                  <a:pt x="2295" y="21023"/>
                  <a:pt x="2454" y="20911"/>
                  <a:pt x="2776" y="20911"/>
                </a:cubicBezTo>
                <a:lnTo>
                  <a:pt x="20104" y="20911"/>
                </a:lnTo>
                <a:cubicBezTo>
                  <a:pt x="20425" y="20911"/>
                  <a:pt x="20585" y="21023"/>
                  <a:pt x="20585" y="21249"/>
                </a:cubicBezTo>
                <a:cubicBezTo>
                  <a:pt x="20585" y="21473"/>
                  <a:pt x="20425" y="21586"/>
                  <a:pt x="20104" y="21586"/>
                </a:cubicBezTo>
                <a:close/>
                <a:moveTo>
                  <a:pt x="5303" y="2445"/>
                </a:moveTo>
                <a:cubicBezTo>
                  <a:pt x="4901" y="1518"/>
                  <a:pt x="4701" y="815"/>
                  <a:pt x="4701" y="337"/>
                </a:cubicBezTo>
                <a:cubicBezTo>
                  <a:pt x="4701" y="197"/>
                  <a:pt x="4791" y="99"/>
                  <a:pt x="4972" y="42"/>
                </a:cubicBezTo>
                <a:cubicBezTo>
                  <a:pt x="5152" y="-14"/>
                  <a:pt x="5323" y="0"/>
                  <a:pt x="5483" y="84"/>
                </a:cubicBezTo>
                <a:cubicBezTo>
                  <a:pt x="5604" y="141"/>
                  <a:pt x="5844" y="253"/>
                  <a:pt x="6205" y="421"/>
                </a:cubicBezTo>
                <a:cubicBezTo>
                  <a:pt x="6566" y="590"/>
                  <a:pt x="7168" y="787"/>
                  <a:pt x="8010" y="1012"/>
                </a:cubicBezTo>
                <a:cubicBezTo>
                  <a:pt x="8853" y="1237"/>
                  <a:pt x="9614" y="1349"/>
                  <a:pt x="10297" y="1349"/>
                </a:cubicBezTo>
                <a:cubicBezTo>
                  <a:pt x="10898" y="1349"/>
                  <a:pt x="11510" y="1385"/>
                  <a:pt x="12132" y="1454"/>
                </a:cubicBezTo>
                <a:cubicBezTo>
                  <a:pt x="12753" y="1525"/>
                  <a:pt x="13546" y="1707"/>
                  <a:pt x="14508" y="2002"/>
                </a:cubicBezTo>
                <a:cubicBezTo>
                  <a:pt x="15471" y="2298"/>
                  <a:pt x="16303" y="2692"/>
                  <a:pt x="17005" y="3183"/>
                </a:cubicBezTo>
                <a:cubicBezTo>
                  <a:pt x="17707" y="3675"/>
                  <a:pt x="18319" y="4406"/>
                  <a:pt x="18840" y="5375"/>
                </a:cubicBezTo>
                <a:cubicBezTo>
                  <a:pt x="19361" y="6345"/>
                  <a:pt x="19623" y="7477"/>
                  <a:pt x="19623" y="8769"/>
                </a:cubicBezTo>
                <a:cubicBezTo>
                  <a:pt x="19623" y="11018"/>
                  <a:pt x="18981" y="13421"/>
                  <a:pt x="17697" y="15979"/>
                </a:cubicBezTo>
                <a:cubicBezTo>
                  <a:pt x="17616" y="16120"/>
                  <a:pt x="17457" y="16189"/>
                  <a:pt x="17216" y="16189"/>
                </a:cubicBezTo>
                <a:cubicBezTo>
                  <a:pt x="17176" y="16189"/>
                  <a:pt x="17115" y="16189"/>
                  <a:pt x="17035" y="16189"/>
                </a:cubicBezTo>
                <a:cubicBezTo>
                  <a:pt x="16754" y="16105"/>
                  <a:pt x="16654" y="15951"/>
                  <a:pt x="16735" y="15726"/>
                </a:cubicBezTo>
                <a:cubicBezTo>
                  <a:pt x="18018" y="13309"/>
                  <a:pt x="18660" y="10990"/>
                  <a:pt x="18660" y="8769"/>
                </a:cubicBezTo>
                <a:cubicBezTo>
                  <a:pt x="18660" y="7617"/>
                  <a:pt x="18449" y="6612"/>
                  <a:pt x="18028" y="5755"/>
                </a:cubicBezTo>
                <a:cubicBezTo>
                  <a:pt x="17607" y="4898"/>
                  <a:pt x="17096" y="4237"/>
                  <a:pt x="16494" y="3773"/>
                </a:cubicBezTo>
                <a:cubicBezTo>
                  <a:pt x="15892" y="3309"/>
                  <a:pt x="15170" y="2944"/>
                  <a:pt x="14328" y="2677"/>
                </a:cubicBezTo>
                <a:cubicBezTo>
                  <a:pt x="13486" y="2410"/>
                  <a:pt x="12764" y="2234"/>
                  <a:pt x="12162" y="2150"/>
                </a:cubicBezTo>
                <a:cubicBezTo>
                  <a:pt x="11560" y="2066"/>
                  <a:pt x="10938" y="2024"/>
                  <a:pt x="10297" y="2024"/>
                </a:cubicBezTo>
                <a:cubicBezTo>
                  <a:pt x="8892" y="2024"/>
                  <a:pt x="7388" y="1686"/>
                  <a:pt x="5784" y="1012"/>
                </a:cubicBezTo>
                <a:cubicBezTo>
                  <a:pt x="5905" y="1462"/>
                  <a:pt x="6085" y="1925"/>
                  <a:pt x="6326" y="2403"/>
                </a:cubicBezTo>
                <a:cubicBezTo>
                  <a:pt x="6365" y="2487"/>
                  <a:pt x="6345" y="2572"/>
                  <a:pt x="6266" y="2656"/>
                </a:cubicBezTo>
                <a:cubicBezTo>
                  <a:pt x="5183" y="4062"/>
                  <a:pt x="3498" y="5453"/>
                  <a:pt x="1211" y="6830"/>
                </a:cubicBezTo>
                <a:cubicBezTo>
                  <a:pt x="890" y="6998"/>
                  <a:pt x="851" y="7251"/>
                  <a:pt x="1091" y="7589"/>
                </a:cubicBezTo>
                <a:cubicBezTo>
                  <a:pt x="1612" y="8348"/>
                  <a:pt x="2254" y="8798"/>
                  <a:pt x="3017" y="8938"/>
                </a:cubicBezTo>
                <a:cubicBezTo>
                  <a:pt x="3297" y="8994"/>
                  <a:pt x="3558" y="8973"/>
                  <a:pt x="3799" y="8875"/>
                </a:cubicBezTo>
                <a:cubicBezTo>
                  <a:pt x="4039" y="8776"/>
                  <a:pt x="5042" y="8305"/>
                  <a:pt x="6807" y="7462"/>
                </a:cubicBezTo>
                <a:cubicBezTo>
                  <a:pt x="7007" y="7378"/>
                  <a:pt x="7208" y="7378"/>
                  <a:pt x="7409" y="7462"/>
                </a:cubicBezTo>
                <a:cubicBezTo>
                  <a:pt x="7890" y="7715"/>
                  <a:pt x="8511" y="7772"/>
                  <a:pt x="9274" y="7631"/>
                </a:cubicBezTo>
                <a:cubicBezTo>
                  <a:pt x="10035" y="7491"/>
                  <a:pt x="10598" y="7238"/>
                  <a:pt x="10959" y="6872"/>
                </a:cubicBezTo>
                <a:cubicBezTo>
                  <a:pt x="11600" y="6197"/>
                  <a:pt x="11780" y="5636"/>
                  <a:pt x="11500" y="5186"/>
                </a:cubicBezTo>
                <a:cubicBezTo>
                  <a:pt x="11339" y="4989"/>
                  <a:pt x="11410" y="4842"/>
                  <a:pt x="11711" y="4743"/>
                </a:cubicBezTo>
                <a:cubicBezTo>
                  <a:pt x="12012" y="4645"/>
                  <a:pt x="12222" y="4708"/>
                  <a:pt x="12342" y="4933"/>
                </a:cubicBezTo>
                <a:cubicBezTo>
                  <a:pt x="12824" y="5580"/>
                  <a:pt x="12623" y="6352"/>
                  <a:pt x="11741" y="7251"/>
                </a:cubicBezTo>
                <a:cubicBezTo>
                  <a:pt x="11460" y="7561"/>
                  <a:pt x="11038" y="7814"/>
                  <a:pt x="10477" y="8010"/>
                </a:cubicBezTo>
                <a:lnTo>
                  <a:pt x="10477" y="8095"/>
                </a:lnTo>
                <a:cubicBezTo>
                  <a:pt x="10477" y="8854"/>
                  <a:pt x="10237" y="9514"/>
                  <a:pt x="9755" y="10076"/>
                </a:cubicBezTo>
                <a:cubicBezTo>
                  <a:pt x="9274" y="10639"/>
                  <a:pt x="8331" y="11383"/>
                  <a:pt x="6927" y="12311"/>
                </a:cubicBezTo>
                <a:cubicBezTo>
                  <a:pt x="5884" y="12985"/>
                  <a:pt x="5052" y="13759"/>
                  <a:pt x="4430" y="14630"/>
                </a:cubicBezTo>
                <a:cubicBezTo>
                  <a:pt x="3808" y="15501"/>
                  <a:pt x="3518" y="16344"/>
                  <a:pt x="3558" y="17159"/>
                </a:cubicBezTo>
                <a:cubicBezTo>
                  <a:pt x="3558" y="18143"/>
                  <a:pt x="3999" y="18944"/>
                  <a:pt x="4882" y="19562"/>
                </a:cubicBezTo>
                <a:lnTo>
                  <a:pt x="18179" y="19562"/>
                </a:lnTo>
                <a:cubicBezTo>
                  <a:pt x="18499" y="19562"/>
                  <a:pt x="18660" y="19675"/>
                  <a:pt x="18660" y="19900"/>
                </a:cubicBezTo>
                <a:cubicBezTo>
                  <a:pt x="18660" y="20125"/>
                  <a:pt x="18499" y="20237"/>
                  <a:pt x="18179" y="20237"/>
                </a:cubicBezTo>
                <a:lnTo>
                  <a:pt x="4701" y="20237"/>
                </a:lnTo>
                <a:cubicBezTo>
                  <a:pt x="4581" y="20237"/>
                  <a:pt x="4480" y="20209"/>
                  <a:pt x="4400" y="20153"/>
                </a:cubicBezTo>
                <a:cubicBezTo>
                  <a:pt x="3197" y="19394"/>
                  <a:pt x="2595" y="18396"/>
                  <a:pt x="2595" y="17159"/>
                </a:cubicBezTo>
                <a:cubicBezTo>
                  <a:pt x="2555" y="16260"/>
                  <a:pt x="2866" y="15332"/>
                  <a:pt x="3528" y="14377"/>
                </a:cubicBezTo>
                <a:cubicBezTo>
                  <a:pt x="4190" y="13421"/>
                  <a:pt x="5102" y="12564"/>
                  <a:pt x="6266" y="11805"/>
                </a:cubicBezTo>
                <a:cubicBezTo>
                  <a:pt x="7549" y="10962"/>
                  <a:pt x="8401" y="10308"/>
                  <a:pt x="8823" y="9844"/>
                </a:cubicBezTo>
                <a:cubicBezTo>
                  <a:pt x="9244" y="9381"/>
                  <a:pt x="9474" y="8868"/>
                  <a:pt x="9515" y="8305"/>
                </a:cubicBezTo>
                <a:cubicBezTo>
                  <a:pt x="8632" y="8446"/>
                  <a:pt x="7830" y="8390"/>
                  <a:pt x="7108" y="8137"/>
                </a:cubicBezTo>
                <a:cubicBezTo>
                  <a:pt x="6025" y="8699"/>
                  <a:pt x="5082" y="9135"/>
                  <a:pt x="4280" y="9444"/>
                </a:cubicBezTo>
                <a:cubicBezTo>
                  <a:pt x="3799" y="9669"/>
                  <a:pt x="3297" y="9725"/>
                  <a:pt x="2776" y="9612"/>
                </a:cubicBezTo>
                <a:cubicBezTo>
                  <a:pt x="2254" y="9500"/>
                  <a:pt x="1762" y="9275"/>
                  <a:pt x="1302" y="8938"/>
                </a:cubicBezTo>
                <a:cubicBezTo>
                  <a:pt x="840" y="8601"/>
                  <a:pt x="469" y="8249"/>
                  <a:pt x="189" y="7884"/>
                </a:cubicBezTo>
                <a:cubicBezTo>
                  <a:pt x="-13" y="7435"/>
                  <a:pt x="-52" y="7090"/>
                  <a:pt x="68" y="6851"/>
                </a:cubicBezTo>
                <a:cubicBezTo>
                  <a:pt x="189" y="6612"/>
                  <a:pt x="369" y="6437"/>
                  <a:pt x="610" y="6324"/>
                </a:cubicBezTo>
                <a:cubicBezTo>
                  <a:pt x="2575" y="5143"/>
                  <a:pt x="4139" y="3851"/>
                  <a:pt x="5303" y="2445"/>
                </a:cubicBezTo>
                <a:close/>
              </a:path>
            </a:pathLst>
          </a:custGeom>
          <a:solidFill>
            <a:srgbClr val="000000"/>
          </a:solidFill>
          <a:ln w="12700">
            <a:miter lim="400000"/>
          </a:ln>
        </p:spPr>
        <p:txBody>
          <a:bodyPr lIns="38100" tIns="38100" rIns="38100" bIns="38100" anchor="ctr"/>
          <a:lstStyle/>
          <a:p>
            <a:pPr defTabSz="457200">
              <a:defRPr sz="3000">
                <a:solidFill>
                  <a:srgbClr val="FFFFFF"/>
                </a:solidFill>
                <a:effectLst>
                  <a:outerShdw sx="100000" sy="100000" kx="0" ky="0" algn="b" rotWithShape="0" blurRad="38100" dist="12700" dir="5400000">
                    <a:srgbClr val="000000">
                      <a:alpha val="50000"/>
                    </a:srgbClr>
                  </a:outerShdw>
                </a:effectLst>
                <a:latin typeface="Gill Sans"/>
                <a:ea typeface="Gill Sans"/>
                <a:cs typeface="Gill Sans"/>
                <a:sym typeface="Gill Sans"/>
              </a:defRPr>
            </a:pPr>
          </a:p>
        </p:txBody>
      </p:sp>
      <p:sp>
        <p:nvSpPr>
          <p:cNvPr id="10843" name="Shape 10843"/>
          <p:cNvSpPr/>
          <p:nvPr/>
        </p:nvSpPr>
        <p:spPr>
          <a:xfrm>
            <a:off x="20224227" y="8813493"/>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44" name="Shape 10844"/>
          <p:cNvSpPr/>
          <p:nvPr/>
        </p:nvSpPr>
        <p:spPr>
          <a:xfrm>
            <a:off x="20224227" y="10780699"/>
            <a:ext cx="5187278" cy="546101"/>
          </a:xfrm>
          <a:prstGeom prst="rect">
            <a:avLst/>
          </a:prstGeom>
          <a:ln w="12700">
            <a:miter lim="400000"/>
          </a:ln>
          <a:extLst>
            <a:ext uri="{C572A759-6A51-4108-AA02-DFA0A04FC94B}">
              <ma14:wrappingTextBoxFlag xmlns:ma14="http://schemas.microsoft.com/office/mac/drawingml/2011/main" val="1"/>
            </a:ext>
          </a:extLst>
        </p:spPr>
        <p:txBody>
          <a:bodyPr lIns="0" tIns="0" rIns="0" bIns="0" anchor="ctr">
            <a:spAutoFit/>
          </a:bodyPr>
          <a:lstStyle>
            <a:lvl1pPr algn="l" defTabSz="914400">
              <a:defRPr b="1" sz="3600">
                <a:latin typeface="Montserrat"/>
                <a:ea typeface="Montserrat"/>
                <a:cs typeface="Montserrat"/>
                <a:sym typeface="Montserrat"/>
              </a:defRPr>
            </a:lvl1pPr>
          </a:lstStyle>
          <a:p>
            <a:pPr/>
            <a:r>
              <a:t>Texto</a:t>
            </a:r>
          </a:p>
        </p:txBody>
      </p:sp>
      <p:sp>
        <p:nvSpPr>
          <p:cNvPr id="10845" name="Shape 10845"/>
          <p:cNvSpPr/>
          <p:nvPr/>
        </p:nvSpPr>
        <p:spPr>
          <a:xfrm>
            <a:off x="960208" y="9014407"/>
            <a:ext cx="2792708" cy="2666688"/>
          </a:xfrm>
          <a:custGeom>
            <a:avLst/>
            <a:gdLst/>
            <a:ahLst/>
            <a:cxnLst>
              <a:cxn ang="0">
                <a:pos x="wd2" y="hd2"/>
              </a:cxn>
              <a:cxn ang="5400000">
                <a:pos x="wd2" y="hd2"/>
              </a:cxn>
              <a:cxn ang="10800000">
                <a:pos x="wd2" y="hd2"/>
              </a:cxn>
              <a:cxn ang="16200000">
                <a:pos x="wd2" y="hd2"/>
              </a:cxn>
            </a:cxnLst>
            <a:rect l="0" t="0" r="r" b="b"/>
            <a:pathLst>
              <a:path w="21181" h="21283" fill="norm" stroke="1" extrusionOk="0">
                <a:moveTo>
                  <a:pt x="20562" y="12504"/>
                </a:moveTo>
                <a:cubicBezTo>
                  <a:pt x="19732" y="12988"/>
                  <a:pt x="18200" y="12836"/>
                  <a:pt x="16974" y="12857"/>
                </a:cubicBezTo>
                <a:cubicBezTo>
                  <a:pt x="15652" y="12880"/>
                  <a:pt x="14393" y="12833"/>
                  <a:pt x="13387" y="12916"/>
                </a:cubicBezTo>
                <a:cubicBezTo>
                  <a:pt x="12954" y="14088"/>
                  <a:pt x="13636" y="15272"/>
                  <a:pt x="13723" y="16632"/>
                </a:cubicBezTo>
                <a:cubicBezTo>
                  <a:pt x="13844" y="18537"/>
                  <a:pt x="13212" y="20079"/>
                  <a:pt x="12490" y="20761"/>
                </a:cubicBezTo>
                <a:cubicBezTo>
                  <a:pt x="11795" y="21418"/>
                  <a:pt x="10250" y="21591"/>
                  <a:pt x="9855" y="20466"/>
                </a:cubicBezTo>
                <a:cubicBezTo>
                  <a:pt x="9703" y="19285"/>
                  <a:pt x="10065" y="18357"/>
                  <a:pt x="9855" y="17340"/>
                </a:cubicBezTo>
                <a:cubicBezTo>
                  <a:pt x="9773" y="16943"/>
                  <a:pt x="9366" y="16373"/>
                  <a:pt x="9127" y="15924"/>
                </a:cubicBezTo>
                <a:cubicBezTo>
                  <a:pt x="8335" y="14440"/>
                  <a:pt x="7548" y="12997"/>
                  <a:pt x="6604" y="11854"/>
                </a:cubicBezTo>
                <a:cubicBezTo>
                  <a:pt x="6265" y="11830"/>
                  <a:pt x="5952" y="11778"/>
                  <a:pt x="5636" y="11729"/>
                </a:cubicBezTo>
                <a:cubicBezTo>
                  <a:pt x="5320" y="11679"/>
                  <a:pt x="5002" y="11633"/>
                  <a:pt x="4653" y="11619"/>
                </a:cubicBezTo>
                <a:lnTo>
                  <a:pt x="4653" y="12474"/>
                </a:lnTo>
                <a:cubicBezTo>
                  <a:pt x="4653" y="12719"/>
                  <a:pt x="4558" y="12940"/>
                  <a:pt x="4406" y="13100"/>
                </a:cubicBezTo>
                <a:cubicBezTo>
                  <a:pt x="4254" y="13260"/>
                  <a:pt x="4044" y="13359"/>
                  <a:pt x="3812" y="13359"/>
                </a:cubicBezTo>
                <a:lnTo>
                  <a:pt x="841" y="13359"/>
                </a:lnTo>
                <a:cubicBezTo>
                  <a:pt x="609" y="13359"/>
                  <a:pt x="398" y="13260"/>
                  <a:pt x="246" y="13100"/>
                </a:cubicBezTo>
                <a:cubicBezTo>
                  <a:pt x="94" y="12940"/>
                  <a:pt x="0" y="12719"/>
                  <a:pt x="0" y="12474"/>
                </a:cubicBezTo>
                <a:lnTo>
                  <a:pt x="0" y="1149"/>
                </a:lnTo>
                <a:cubicBezTo>
                  <a:pt x="0" y="905"/>
                  <a:pt x="94" y="683"/>
                  <a:pt x="246" y="523"/>
                </a:cubicBezTo>
                <a:cubicBezTo>
                  <a:pt x="398" y="363"/>
                  <a:pt x="609" y="264"/>
                  <a:pt x="841" y="264"/>
                </a:cubicBezTo>
                <a:lnTo>
                  <a:pt x="3812" y="264"/>
                </a:lnTo>
                <a:cubicBezTo>
                  <a:pt x="4044" y="264"/>
                  <a:pt x="4254" y="363"/>
                  <a:pt x="4406" y="523"/>
                </a:cubicBezTo>
                <a:cubicBezTo>
                  <a:pt x="4558" y="683"/>
                  <a:pt x="4653" y="905"/>
                  <a:pt x="4653" y="1149"/>
                </a:cubicBezTo>
                <a:lnTo>
                  <a:pt x="4653" y="2002"/>
                </a:lnTo>
                <a:cubicBezTo>
                  <a:pt x="6243" y="1735"/>
                  <a:pt x="7352" y="546"/>
                  <a:pt x="9071" y="234"/>
                </a:cubicBezTo>
                <a:cubicBezTo>
                  <a:pt x="10153" y="38"/>
                  <a:pt x="11318" y="22"/>
                  <a:pt x="12465" y="7"/>
                </a:cubicBezTo>
                <a:cubicBezTo>
                  <a:pt x="13142" y="-2"/>
                  <a:pt x="13819" y="-9"/>
                  <a:pt x="14495" y="29"/>
                </a:cubicBezTo>
                <a:cubicBezTo>
                  <a:pt x="14883" y="52"/>
                  <a:pt x="15268" y="81"/>
                  <a:pt x="15659" y="109"/>
                </a:cubicBezTo>
                <a:cubicBezTo>
                  <a:pt x="16319" y="155"/>
                  <a:pt x="17026" y="197"/>
                  <a:pt x="17591" y="519"/>
                </a:cubicBezTo>
                <a:cubicBezTo>
                  <a:pt x="18573" y="1079"/>
                  <a:pt x="18768" y="2594"/>
                  <a:pt x="18039" y="3410"/>
                </a:cubicBezTo>
                <a:cubicBezTo>
                  <a:pt x="19059" y="3561"/>
                  <a:pt x="19963" y="4368"/>
                  <a:pt x="19721" y="5415"/>
                </a:cubicBezTo>
                <a:cubicBezTo>
                  <a:pt x="19607" y="5906"/>
                  <a:pt x="19283" y="6124"/>
                  <a:pt x="18992" y="6477"/>
                </a:cubicBezTo>
                <a:cubicBezTo>
                  <a:pt x="19745" y="6549"/>
                  <a:pt x="20204" y="7070"/>
                  <a:pt x="20364" y="7710"/>
                </a:cubicBezTo>
                <a:cubicBezTo>
                  <a:pt x="20524" y="8351"/>
                  <a:pt x="20386" y="9111"/>
                  <a:pt x="19945" y="9662"/>
                </a:cubicBezTo>
                <a:cubicBezTo>
                  <a:pt x="21290" y="9831"/>
                  <a:pt x="21600" y="11898"/>
                  <a:pt x="20562" y="12504"/>
                </a:cubicBezTo>
                <a:close/>
              </a:path>
            </a:pathLst>
          </a:custGeom>
          <a:solidFill>
            <a:srgbClr val="FFFFFF"/>
          </a:solidFill>
          <a:ln w="12700">
            <a:miter lim="400000"/>
          </a:ln>
        </p:spPr>
        <p:txBody>
          <a:bodyPr lIns="38100" tIns="38100" rIns="38100" bIns="38100" anchor="ctr"/>
          <a:lstStyle/>
          <a:p>
            <a:pPr defTabSz="457200">
              <a:lnSpc>
                <a:spcPct val="80000"/>
              </a:lnSpc>
              <a:spcBef>
                <a:spcPts val="5500"/>
              </a:spcBef>
              <a:defRPr>
                <a:solidFill>
                  <a:srgbClr val="FFFFFF"/>
                </a:solidFill>
                <a:latin typeface="Helvetica Neue Thin"/>
                <a:ea typeface="Helvetica Neue Thin"/>
                <a:cs typeface="Helvetica Neue Thin"/>
                <a:sym typeface="Helvetica Neue Thin"/>
              </a:defRPr>
            </a:pPr>
          </a:p>
        </p:txBody>
      </p:sp>
      <p:sp>
        <p:nvSpPr>
          <p:cNvPr id="10846" name="Shape 10846"/>
          <p:cNvSpPr/>
          <p:nvPr/>
        </p:nvSpPr>
        <p:spPr>
          <a:xfrm>
            <a:off x="21183268" y="2607440"/>
            <a:ext cx="2792708" cy="2666688"/>
          </a:xfrm>
          <a:custGeom>
            <a:avLst/>
            <a:gdLst/>
            <a:ahLst/>
            <a:cxnLst>
              <a:cxn ang="0">
                <a:pos x="wd2" y="hd2"/>
              </a:cxn>
              <a:cxn ang="5400000">
                <a:pos x="wd2" y="hd2"/>
              </a:cxn>
              <a:cxn ang="10800000">
                <a:pos x="wd2" y="hd2"/>
              </a:cxn>
              <a:cxn ang="16200000">
                <a:pos x="wd2" y="hd2"/>
              </a:cxn>
            </a:cxnLst>
            <a:rect l="0" t="0" r="r" b="b"/>
            <a:pathLst>
              <a:path w="21181" h="21283" fill="norm" stroke="1" extrusionOk="0">
                <a:moveTo>
                  <a:pt x="20562" y="8779"/>
                </a:moveTo>
                <a:cubicBezTo>
                  <a:pt x="19732" y="8295"/>
                  <a:pt x="18200" y="8447"/>
                  <a:pt x="16974" y="8426"/>
                </a:cubicBezTo>
                <a:cubicBezTo>
                  <a:pt x="15652" y="8403"/>
                  <a:pt x="14393" y="8450"/>
                  <a:pt x="13387" y="8367"/>
                </a:cubicBezTo>
                <a:cubicBezTo>
                  <a:pt x="12954" y="7195"/>
                  <a:pt x="13636" y="6011"/>
                  <a:pt x="13723" y="4651"/>
                </a:cubicBezTo>
                <a:cubicBezTo>
                  <a:pt x="13844" y="2746"/>
                  <a:pt x="13212" y="1204"/>
                  <a:pt x="12490" y="522"/>
                </a:cubicBezTo>
                <a:cubicBezTo>
                  <a:pt x="11795" y="-135"/>
                  <a:pt x="10250" y="-308"/>
                  <a:pt x="9855" y="817"/>
                </a:cubicBezTo>
                <a:cubicBezTo>
                  <a:pt x="9703" y="1998"/>
                  <a:pt x="10065" y="2926"/>
                  <a:pt x="9855" y="3943"/>
                </a:cubicBezTo>
                <a:cubicBezTo>
                  <a:pt x="9773" y="4340"/>
                  <a:pt x="9366" y="4910"/>
                  <a:pt x="9127" y="5359"/>
                </a:cubicBezTo>
                <a:cubicBezTo>
                  <a:pt x="8335" y="6843"/>
                  <a:pt x="7548" y="8286"/>
                  <a:pt x="6604" y="9429"/>
                </a:cubicBezTo>
                <a:cubicBezTo>
                  <a:pt x="6265" y="9453"/>
                  <a:pt x="5952" y="9505"/>
                  <a:pt x="5636" y="9554"/>
                </a:cubicBezTo>
                <a:cubicBezTo>
                  <a:pt x="5320" y="9604"/>
                  <a:pt x="5002" y="9650"/>
                  <a:pt x="4653" y="9664"/>
                </a:cubicBezTo>
                <a:lnTo>
                  <a:pt x="4653" y="8809"/>
                </a:lnTo>
                <a:cubicBezTo>
                  <a:pt x="4653" y="8564"/>
                  <a:pt x="4558" y="8343"/>
                  <a:pt x="4406" y="8183"/>
                </a:cubicBezTo>
                <a:cubicBezTo>
                  <a:pt x="4254" y="8023"/>
                  <a:pt x="4044" y="7924"/>
                  <a:pt x="3812" y="7924"/>
                </a:cubicBezTo>
                <a:lnTo>
                  <a:pt x="841" y="7924"/>
                </a:lnTo>
                <a:cubicBezTo>
                  <a:pt x="609" y="7924"/>
                  <a:pt x="398" y="8023"/>
                  <a:pt x="246" y="8183"/>
                </a:cubicBezTo>
                <a:cubicBezTo>
                  <a:pt x="94" y="8343"/>
                  <a:pt x="0" y="8564"/>
                  <a:pt x="0" y="8809"/>
                </a:cubicBezTo>
                <a:lnTo>
                  <a:pt x="0" y="20134"/>
                </a:lnTo>
                <a:cubicBezTo>
                  <a:pt x="0" y="20378"/>
                  <a:pt x="94" y="20600"/>
                  <a:pt x="246" y="20760"/>
                </a:cubicBezTo>
                <a:cubicBezTo>
                  <a:pt x="398" y="20920"/>
                  <a:pt x="609" y="21019"/>
                  <a:pt x="841" y="21019"/>
                </a:cubicBezTo>
                <a:lnTo>
                  <a:pt x="3812" y="21019"/>
                </a:lnTo>
                <a:cubicBezTo>
                  <a:pt x="4044" y="21019"/>
                  <a:pt x="4254" y="20920"/>
                  <a:pt x="4406" y="20760"/>
                </a:cubicBezTo>
                <a:cubicBezTo>
                  <a:pt x="4558" y="20600"/>
                  <a:pt x="4653" y="20378"/>
                  <a:pt x="4653" y="20134"/>
                </a:cubicBezTo>
                <a:lnTo>
                  <a:pt x="4653" y="19281"/>
                </a:lnTo>
                <a:cubicBezTo>
                  <a:pt x="6243" y="19548"/>
                  <a:pt x="7352" y="20737"/>
                  <a:pt x="9071" y="21049"/>
                </a:cubicBezTo>
                <a:cubicBezTo>
                  <a:pt x="10153" y="21245"/>
                  <a:pt x="11318" y="21261"/>
                  <a:pt x="12465" y="21276"/>
                </a:cubicBezTo>
                <a:cubicBezTo>
                  <a:pt x="13142" y="21285"/>
                  <a:pt x="13819" y="21292"/>
                  <a:pt x="14495" y="21254"/>
                </a:cubicBezTo>
                <a:cubicBezTo>
                  <a:pt x="14883" y="21231"/>
                  <a:pt x="15268" y="21202"/>
                  <a:pt x="15659" y="21174"/>
                </a:cubicBezTo>
                <a:cubicBezTo>
                  <a:pt x="16319" y="21128"/>
                  <a:pt x="17026" y="21086"/>
                  <a:pt x="17591" y="20764"/>
                </a:cubicBezTo>
                <a:cubicBezTo>
                  <a:pt x="18573" y="20204"/>
                  <a:pt x="18768" y="18689"/>
                  <a:pt x="18039" y="17873"/>
                </a:cubicBezTo>
                <a:cubicBezTo>
                  <a:pt x="19059" y="17722"/>
                  <a:pt x="19963" y="16915"/>
                  <a:pt x="19721" y="15868"/>
                </a:cubicBezTo>
                <a:cubicBezTo>
                  <a:pt x="19607" y="15377"/>
                  <a:pt x="19283" y="15159"/>
                  <a:pt x="18992" y="14806"/>
                </a:cubicBezTo>
                <a:cubicBezTo>
                  <a:pt x="19745" y="14734"/>
                  <a:pt x="20204" y="14213"/>
                  <a:pt x="20364" y="13573"/>
                </a:cubicBezTo>
                <a:cubicBezTo>
                  <a:pt x="20524" y="12932"/>
                  <a:pt x="20386" y="12172"/>
                  <a:pt x="19945" y="11621"/>
                </a:cubicBezTo>
                <a:cubicBezTo>
                  <a:pt x="21290" y="11452"/>
                  <a:pt x="21600" y="9385"/>
                  <a:pt x="20562" y="8779"/>
                </a:cubicBezTo>
                <a:close/>
              </a:path>
            </a:pathLst>
          </a:custGeom>
          <a:solidFill>
            <a:srgbClr val="234770"/>
          </a:solidFill>
          <a:ln w="12700">
            <a:miter lim="400000"/>
          </a:ln>
        </p:spPr>
        <p:txBody>
          <a:bodyPr lIns="38100" tIns="38100" rIns="38100" bIns="38100" anchor="ctr"/>
          <a:lstStyle/>
          <a:p>
            <a:pPr defTabSz="457200">
              <a:lnSpc>
                <a:spcPct val="80000"/>
              </a:lnSpc>
              <a:spcBef>
                <a:spcPts val="5500"/>
              </a:spcBef>
              <a:defRPr>
                <a:solidFill>
                  <a:srgbClr val="333333"/>
                </a:solidFill>
                <a:latin typeface="Helvetica Neue Thin"/>
                <a:ea typeface="Helvetica Neue Thin"/>
                <a:cs typeface="Helvetica Neue Thin"/>
                <a:sym typeface="Helvetica Neue Thin"/>
              </a:defRPr>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813"/>
                                        </p:tgtEl>
                                        <p:attrNameLst>
                                          <p:attrName>style.visibility</p:attrName>
                                        </p:attrNameLst>
                                      </p:cBhvr>
                                      <p:to>
                                        <p:strVal val="visible"/>
                                      </p:to>
                                    </p:set>
                                    <p:animEffect filter="wipe(left)" transition="in">
                                      <p:cBhvr>
                                        <p:cTn id="7" dur="250"/>
                                        <p:tgtEl>
                                          <p:spTgt spid="10813"/>
                                        </p:tgtEl>
                                      </p:cBhvr>
                                    </p:animEffect>
                                  </p:childTnLst>
                                </p:cTn>
                              </p:par>
                            </p:childTnLst>
                          </p:cTn>
                        </p:par>
                        <p:par>
                          <p:cTn id="8" fill="hold">
                            <p:stCondLst>
                              <p:cond delay="250"/>
                            </p:stCondLst>
                            <p:childTnLst>
                              <p:par>
                                <p:cTn id="9" presetClass="entr" nodeType="afterEffect" presetSubtype="8" presetID="22" grpId="2" fill="hold">
                                  <p:stCondLst>
                                    <p:cond delay="0"/>
                                  </p:stCondLst>
                                  <p:iterate type="el" backwards="0">
                                    <p:tmAbs val="0"/>
                                  </p:iterate>
                                  <p:childTnLst>
                                    <p:set>
                                      <p:cBhvr>
                                        <p:cTn id="10" fill="hold"/>
                                        <p:tgtEl>
                                          <p:spTgt spid="10814"/>
                                        </p:tgtEl>
                                        <p:attrNameLst>
                                          <p:attrName>style.visibility</p:attrName>
                                        </p:attrNameLst>
                                      </p:cBhvr>
                                      <p:to>
                                        <p:strVal val="visible"/>
                                      </p:to>
                                    </p:set>
                                    <p:animEffect filter="wipe(left)" transition="in">
                                      <p:cBhvr>
                                        <p:cTn id="11" dur="250"/>
                                        <p:tgtEl>
                                          <p:spTgt spid="10814"/>
                                        </p:tgtEl>
                                      </p:cBhvr>
                                    </p:animEffect>
                                  </p:childTnLst>
                                </p:cTn>
                              </p:par>
                            </p:childTnLst>
                          </p:cTn>
                        </p:par>
                        <p:par>
                          <p:cTn id="12" fill="hold">
                            <p:stCondLst>
                              <p:cond delay="500"/>
                            </p:stCondLst>
                            <p:childTnLst>
                              <p:par>
                                <p:cTn id="13" presetClass="entr" nodeType="afterEffect" presetSubtype="8" presetID="22" grpId="3" fill="hold">
                                  <p:stCondLst>
                                    <p:cond delay="0"/>
                                  </p:stCondLst>
                                  <p:iterate type="el" backwards="0">
                                    <p:tmAbs val="0"/>
                                  </p:iterate>
                                  <p:childTnLst>
                                    <p:set>
                                      <p:cBhvr>
                                        <p:cTn id="14" fill="hold"/>
                                        <p:tgtEl>
                                          <p:spTgt spid="10819"/>
                                        </p:tgtEl>
                                        <p:attrNameLst>
                                          <p:attrName>style.visibility</p:attrName>
                                        </p:attrNameLst>
                                      </p:cBhvr>
                                      <p:to>
                                        <p:strVal val="visible"/>
                                      </p:to>
                                    </p:set>
                                    <p:animEffect filter="wipe(left)" transition="in">
                                      <p:cBhvr>
                                        <p:cTn id="15" dur="250"/>
                                        <p:tgtEl>
                                          <p:spTgt spid="10819"/>
                                        </p:tgtEl>
                                      </p:cBhvr>
                                    </p:animEffect>
                                  </p:childTnLst>
                                </p:cTn>
                              </p:par>
                            </p:childTnLst>
                          </p:cTn>
                        </p:par>
                        <p:par>
                          <p:cTn id="16" fill="hold">
                            <p:stCondLst>
                              <p:cond delay="750"/>
                            </p:stCondLst>
                            <p:childTnLst>
                              <p:par>
                                <p:cTn id="17" presetClass="entr" nodeType="afterEffect" presetSubtype="8" presetID="22" grpId="4" fill="hold">
                                  <p:stCondLst>
                                    <p:cond delay="0"/>
                                  </p:stCondLst>
                                  <p:iterate type="el" backwards="0">
                                    <p:tmAbs val="0"/>
                                  </p:iterate>
                                  <p:childTnLst>
                                    <p:set>
                                      <p:cBhvr>
                                        <p:cTn id="18" fill="hold"/>
                                        <p:tgtEl>
                                          <p:spTgt spid="10820"/>
                                        </p:tgtEl>
                                        <p:attrNameLst>
                                          <p:attrName>style.visibility</p:attrName>
                                        </p:attrNameLst>
                                      </p:cBhvr>
                                      <p:to>
                                        <p:strVal val="visible"/>
                                      </p:to>
                                    </p:set>
                                    <p:animEffect filter="wipe(left)" transition="in">
                                      <p:cBhvr>
                                        <p:cTn id="19" dur="250"/>
                                        <p:tgtEl>
                                          <p:spTgt spid="10820"/>
                                        </p:tgtEl>
                                      </p:cBhvr>
                                    </p:animEffect>
                                  </p:childTnLst>
                                </p:cTn>
                              </p:par>
                            </p:childTnLst>
                          </p:cTn>
                        </p:par>
                        <p:par>
                          <p:cTn id="20" fill="hold">
                            <p:stCondLst>
                              <p:cond delay="1000"/>
                            </p:stCondLst>
                            <p:childTnLst>
                              <p:par>
                                <p:cTn id="21" presetClass="entr" nodeType="afterEffect" presetSubtype="8" presetID="22" grpId="5" fill="hold">
                                  <p:stCondLst>
                                    <p:cond delay="0"/>
                                  </p:stCondLst>
                                  <p:iterate type="el" backwards="0">
                                    <p:tmAbs val="0"/>
                                  </p:iterate>
                                  <p:childTnLst>
                                    <p:set>
                                      <p:cBhvr>
                                        <p:cTn id="22" fill="hold"/>
                                        <p:tgtEl>
                                          <p:spTgt spid="10825"/>
                                        </p:tgtEl>
                                        <p:attrNameLst>
                                          <p:attrName>style.visibility</p:attrName>
                                        </p:attrNameLst>
                                      </p:cBhvr>
                                      <p:to>
                                        <p:strVal val="visible"/>
                                      </p:to>
                                    </p:set>
                                    <p:animEffect filter="wipe(left)" transition="in">
                                      <p:cBhvr>
                                        <p:cTn id="23" dur="250"/>
                                        <p:tgtEl>
                                          <p:spTgt spid="10825"/>
                                        </p:tgtEl>
                                      </p:cBhvr>
                                    </p:animEffect>
                                  </p:childTnLst>
                                </p:cTn>
                              </p:par>
                            </p:childTnLst>
                          </p:cTn>
                        </p:par>
                        <p:par>
                          <p:cTn id="24" fill="hold">
                            <p:stCondLst>
                              <p:cond delay="1250"/>
                            </p:stCondLst>
                            <p:childTnLst>
                              <p:par>
                                <p:cTn id="25" presetClass="entr" nodeType="afterEffect" presetSubtype="8" presetID="22" grpId="6" fill="hold">
                                  <p:stCondLst>
                                    <p:cond delay="0"/>
                                  </p:stCondLst>
                                  <p:iterate type="el" backwards="0">
                                    <p:tmAbs val="0"/>
                                  </p:iterate>
                                  <p:childTnLst>
                                    <p:set>
                                      <p:cBhvr>
                                        <p:cTn id="26" fill="hold"/>
                                        <p:tgtEl>
                                          <p:spTgt spid="10826"/>
                                        </p:tgtEl>
                                        <p:attrNameLst>
                                          <p:attrName>style.visibility</p:attrName>
                                        </p:attrNameLst>
                                      </p:cBhvr>
                                      <p:to>
                                        <p:strVal val="visible"/>
                                      </p:to>
                                    </p:set>
                                    <p:animEffect filter="wipe(left)" transition="in">
                                      <p:cBhvr>
                                        <p:cTn id="27" dur="250"/>
                                        <p:tgtEl>
                                          <p:spTgt spid="10826"/>
                                        </p:tgtEl>
                                      </p:cBhvr>
                                    </p:animEffect>
                                  </p:childTnLst>
                                </p:cTn>
                              </p:par>
                            </p:childTnLst>
                          </p:cTn>
                        </p:par>
                        <p:par>
                          <p:cTn id="28" fill="hold">
                            <p:stCondLst>
                              <p:cond delay="1500"/>
                            </p:stCondLst>
                            <p:childTnLst>
                              <p:par>
                                <p:cTn id="29" presetClass="entr" nodeType="afterEffect" presetSubtype="8" presetID="22" grpId="7" fill="hold">
                                  <p:stCondLst>
                                    <p:cond delay="0"/>
                                  </p:stCondLst>
                                  <p:iterate type="el" backwards="0">
                                    <p:tmAbs val="0"/>
                                  </p:iterate>
                                  <p:childTnLst>
                                    <p:set>
                                      <p:cBhvr>
                                        <p:cTn id="30" fill="hold"/>
                                        <p:tgtEl>
                                          <p:spTgt spid="10831"/>
                                        </p:tgtEl>
                                        <p:attrNameLst>
                                          <p:attrName>style.visibility</p:attrName>
                                        </p:attrNameLst>
                                      </p:cBhvr>
                                      <p:to>
                                        <p:strVal val="visible"/>
                                      </p:to>
                                    </p:set>
                                    <p:animEffect filter="wipe(left)" transition="in">
                                      <p:cBhvr>
                                        <p:cTn id="31" dur="250"/>
                                        <p:tgtEl>
                                          <p:spTgt spid="10831"/>
                                        </p:tgtEl>
                                      </p:cBhvr>
                                    </p:animEffect>
                                  </p:childTnLst>
                                </p:cTn>
                              </p:par>
                            </p:childTnLst>
                          </p:cTn>
                        </p:par>
                        <p:par>
                          <p:cTn id="32" fill="hold">
                            <p:stCondLst>
                              <p:cond delay="1750"/>
                            </p:stCondLst>
                            <p:childTnLst>
                              <p:par>
                                <p:cTn id="33" presetClass="entr" nodeType="afterEffect" presetSubtype="8" presetID="22" grpId="8" fill="hold">
                                  <p:stCondLst>
                                    <p:cond delay="0"/>
                                  </p:stCondLst>
                                  <p:iterate type="el" backwards="0">
                                    <p:tmAbs val="0"/>
                                  </p:iterate>
                                  <p:childTnLst>
                                    <p:set>
                                      <p:cBhvr>
                                        <p:cTn id="34" fill="hold"/>
                                        <p:tgtEl>
                                          <p:spTgt spid="10832"/>
                                        </p:tgtEl>
                                        <p:attrNameLst>
                                          <p:attrName>style.visibility</p:attrName>
                                        </p:attrNameLst>
                                      </p:cBhvr>
                                      <p:to>
                                        <p:strVal val="visible"/>
                                      </p:to>
                                    </p:set>
                                    <p:animEffect filter="wipe(left)" transition="in">
                                      <p:cBhvr>
                                        <p:cTn id="35" dur="250"/>
                                        <p:tgtEl>
                                          <p:spTgt spid="10832"/>
                                        </p:tgtEl>
                                      </p:cBhvr>
                                    </p:animEffect>
                                  </p:childTnLst>
                                </p:cTn>
                              </p:par>
                            </p:childTnLst>
                          </p:cTn>
                        </p:par>
                        <p:par>
                          <p:cTn id="36" fill="hold">
                            <p:stCondLst>
                              <p:cond delay="2000"/>
                            </p:stCondLst>
                            <p:childTnLst>
                              <p:par>
                                <p:cTn id="37" presetClass="entr" nodeType="afterEffect" presetSubtype="8" presetID="22" grpId="9" fill="hold">
                                  <p:stCondLst>
                                    <p:cond delay="0"/>
                                  </p:stCondLst>
                                  <p:iterate type="el" backwards="0">
                                    <p:tmAbs val="0"/>
                                  </p:iterate>
                                  <p:childTnLst>
                                    <p:set>
                                      <p:cBhvr>
                                        <p:cTn id="38" fill="hold"/>
                                        <p:tgtEl>
                                          <p:spTgt spid="10837"/>
                                        </p:tgtEl>
                                        <p:attrNameLst>
                                          <p:attrName>style.visibility</p:attrName>
                                        </p:attrNameLst>
                                      </p:cBhvr>
                                      <p:to>
                                        <p:strVal val="visible"/>
                                      </p:to>
                                    </p:set>
                                    <p:animEffect filter="wipe(left)" transition="in">
                                      <p:cBhvr>
                                        <p:cTn id="39" dur="250"/>
                                        <p:tgtEl>
                                          <p:spTgt spid="10837"/>
                                        </p:tgtEl>
                                      </p:cBhvr>
                                    </p:animEffect>
                                  </p:childTnLst>
                                </p:cTn>
                              </p:par>
                            </p:childTnLst>
                          </p:cTn>
                        </p:par>
                        <p:par>
                          <p:cTn id="40" fill="hold">
                            <p:stCondLst>
                              <p:cond delay="2250"/>
                            </p:stCondLst>
                            <p:childTnLst>
                              <p:par>
                                <p:cTn id="41" presetClass="entr" nodeType="afterEffect" presetSubtype="8" presetID="22" grpId="10" fill="hold">
                                  <p:stCondLst>
                                    <p:cond delay="0"/>
                                  </p:stCondLst>
                                  <p:iterate type="el" backwards="0">
                                    <p:tmAbs val="0"/>
                                  </p:iterate>
                                  <p:childTnLst>
                                    <p:set>
                                      <p:cBhvr>
                                        <p:cTn id="42" fill="hold"/>
                                        <p:tgtEl>
                                          <p:spTgt spid="10838"/>
                                        </p:tgtEl>
                                        <p:attrNameLst>
                                          <p:attrName>style.visibility</p:attrName>
                                        </p:attrNameLst>
                                      </p:cBhvr>
                                      <p:to>
                                        <p:strVal val="visible"/>
                                      </p:to>
                                    </p:set>
                                    <p:animEffect filter="wipe(left)" transition="in">
                                      <p:cBhvr>
                                        <p:cTn id="43" dur="250"/>
                                        <p:tgtEl>
                                          <p:spTgt spid="10838"/>
                                        </p:tgtEl>
                                      </p:cBhvr>
                                    </p:animEffect>
                                  </p:childTnLst>
                                </p:cTn>
                              </p:par>
                            </p:childTnLst>
                          </p:cTn>
                        </p:par>
                        <p:par>
                          <p:cTn id="44" fill="hold">
                            <p:stCondLst>
                              <p:cond delay="2500"/>
                            </p:stCondLst>
                            <p:childTnLst>
                              <p:par>
                                <p:cTn id="45" presetClass="entr" nodeType="afterEffect" presetSubtype="8" presetID="22" grpId="11" fill="hold">
                                  <p:stCondLst>
                                    <p:cond delay="0"/>
                                  </p:stCondLst>
                                  <p:iterate type="el" backwards="0">
                                    <p:tmAbs val="0"/>
                                  </p:iterate>
                                  <p:childTnLst>
                                    <p:set>
                                      <p:cBhvr>
                                        <p:cTn id="46" fill="hold"/>
                                        <p:tgtEl>
                                          <p:spTgt spid="10843"/>
                                        </p:tgtEl>
                                        <p:attrNameLst>
                                          <p:attrName>style.visibility</p:attrName>
                                        </p:attrNameLst>
                                      </p:cBhvr>
                                      <p:to>
                                        <p:strVal val="visible"/>
                                      </p:to>
                                    </p:set>
                                    <p:animEffect filter="wipe(left)" transition="in">
                                      <p:cBhvr>
                                        <p:cTn id="47" dur="250"/>
                                        <p:tgtEl>
                                          <p:spTgt spid="10843"/>
                                        </p:tgtEl>
                                      </p:cBhvr>
                                    </p:animEffect>
                                  </p:childTnLst>
                                </p:cTn>
                              </p:par>
                            </p:childTnLst>
                          </p:cTn>
                        </p:par>
                        <p:par>
                          <p:cTn id="48" fill="hold">
                            <p:stCondLst>
                              <p:cond delay="2750"/>
                            </p:stCondLst>
                            <p:childTnLst>
                              <p:par>
                                <p:cTn id="49" presetClass="entr" nodeType="afterEffect" presetSubtype="8" presetID="22" grpId="12" fill="hold">
                                  <p:stCondLst>
                                    <p:cond delay="0"/>
                                  </p:stCondLst>
                                  <p:iterate type="el" backwards="0">
                                    <p:tmAbs val="0"/>
                                  </p:iterate>
                                  <p:childTnLst>
                                    <p:set>
                                      <p:cBhvr>
                                        <p:cTn id="50" fill="hold"/>
                                        <p:tgtEl>
                                          <p:spTgt spid="10844"/>
                                        </p:tgtEl>
                                        <p:attrNameLst>
                                          <p:attrName>style.visibility</p:attrName>
                                        </p:attrNameLst>
                                      </p:cBhvr>
                                      <p:to>
                                        <p:strVal val="visible"/>
                                      </p:to>
                                    </p:set>
                                    <p:animEffect filter="wipe(left)" transition="in">
                                      <p:cBhvr>
                                        <p:cTn id="51" dur="250"/>
                                        <p:tgtEl>
                                          <p:spTgt spid="1084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814" grpId="2"/>
      <p:bldP build="whole" bldLvl="1" animBg="1" rev="0" advAuto="0" spid="10838" grpId="10"/>
      <p:bldP build="whole" bldLvl="1" animBg="1" rev="0" advAuto="0" spid="10813" grpId="1"/>
      <p:bldP build="whole" bldLvl="1" animBg="1" rev="0" advAuto="0" spid="10837" grpId="9"/>
      <p:bldP build="whole" bldLvl="1" animBg="1" rev="0" advAuto="0" spid="10831" grpId="7"/>
      <p:bldP build="whole" bldLvl="1" animBg="1" rev="0" advAuto="0" spid="10844" grpId="12"/>
      <p:bldP build="whole" bldLvl="1" animBg="1" rev="0" advAuto="0" spid="10843" grpId="11"/>
      <p:bldP build="whole" bldLvl="1" animBg="1" rev="0" advAuto="0" spid="10819" grpId="3"/>
      <p:bldP build="whole" bldLvl="1" animBg="1" rev="0" advAuto="0" spid="10832" grpId="8"/>
      <p:bldP build="whole" bldLvl="1" animBg="1" rev="0" advAuto="0" spid="10820" grpId="4"/>
      <p:bldP build="whole" bldLvl="1" animBg="1" rev="0" advAuto="0" spid="10826" grpId="6"/>
      <p:bldP build="whole" bldLvl="1" animBg="1" rev="0" advAuto="0" spid="10825" grpId="5"/>
    </p:bldLst>
  </p:timing>
</p:sld>
</file>

<file path=ppt/slides/slide279.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848" name="Shape 10848"/>
          <p:cNvSpPr/>
          <p:nvPr>
            <p:ph type="title"/>
          </p:nvPr>
        </p:nvSpPr>
        <p:spPr>
          <a:prstGeom prst="rect">
            <a:avLst/>
          </a:prstGeom>
        </p:spPr>
        <p:txBody>
          <a:bodyPr/>
          <a:lstStyle/>
          <a:p>
            <a:pPr/>
            <a:r>
              <a:t>Precios</a:t>
            </a:r>
          </a:p>
        </p:txBody>
      </p:sp>
      <p:sp>
        <p:nvSpPr>
          <p:cNvPr id="10849" name="Shape 10849"/>
          <p:cNvSpPr/>
          <p:nvPr/>
        </p:nvSpPr>
        <p:spPr>
          <a:xfrm>
            <a:off x="1396275" y="2354388"/>
            <a:ext cx="4903686" cy="9700056"/>
          </a:xfrm>
          <a:prstGeom prst="rect">
            <a:avLst/>
          </a:prstGeom>
          <a:solidFill>
            <a:srgbClr val="E4EDF0"/>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50" name="Shape 10850"/>
          <p:cNvSpPr/>
          <p:nvPr/>
        </p:nvSpPr>
        <p:spPr>
          <a:xfrm>
            <a:off x="2040551" y="7078956"/>
            <a:ext cx="3851902" cy="41910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p:txBody>
      </p:sp>
      <p:sp>
        <p:nvSpPr>
          <p:cNvPr id="10851" name="Shape 10851"/>
          <p:cNvSpPr/>
          <p:nvPr/>
        </p:nvSpPr>
        <p:spPr>
          <a:xfrm>
            <a:off x="1396275" y="2354387"/>
            <a:ext cx="4903686" cy="4154202"/>
          </a:xfrm>
          <a:prstGeom prst="rect">
            <a:avLst/>
          </a:prstGeom>
          <a:solidFill>
            <a:srgbClr val="6CC0CC"/>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52" name="Shape 10852"/>
          <p:cNvSpPr/>
          <p:nvPr/>
        </p:nvSpPr>
        <p:spPr>
          <a:xfrm>
            <a:off x="1754391" y="2739193"/>
            <a:ext cx="4424222" cy="8534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lvl1pPr defTabSz="914400">
              <a:defRPr>
                <a:solidFill>
                  <a:srgbClr val="FFFFFF"/>
                </a:solidFill>
                <a:latin typeface="Montserrat"/>
                <a:ea typeface="Montserrat"/>
                <a:cs typeface="Montserrat"/>
                <a:sym typeface="Montserrat"/>
              </a:defRPr>
            </a:lvl1pPr>
          </a:lstStyle>
          <a:p>
            <a:pPr/>
            <a:r>
              <a:t>PLAN 1</a:t>
            </a:r>
          </a:p>
        </p:txBody>
      </p:sp>
      <p:sp>
        <p:nvSpPr>
          <p:cNvPr id="10853" name="Shape 10853"/>
          <p:cNvSpPr/>
          <p:nvPr/>
        </p:nvSpPr>
        <p:spPr>
          <a:xfrm>
            <a:off x="2441151" y="3737131"/>
            <a:ext cx="3039924" cy="4191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defRPr sz="2800">
                <a:solidFill>
                  <a:srgbClr val="FFFFFF"/>
                </a:solidFill>
                <a:latin typeface="Montserrat"/>
                <a:ea typeface="Montserrat"/>
                <a:cs typeface="Montserrat"/>
                <a:sym typeface="Montserrat"/>
              </a:defRPr>
            </a:lvl1pPr>
          </a:lstStyle>
          <a:p>
            <a:pPr/>
            <a:r>
              <a:t>PROFESIONALES</a:t>
            </a:r>
          </a:p>
        </p:txBody>
      </p:sp>
      <p:sp>
        <p:nvSpPr>
          <p:cNvPr id="10854" name="Shape 10854"/>
          <p:cNvSpPr/>
          <p:nvPr/>
        </p:nvSpPr>
        <p:spPr>
          <a:xfrm>
            <a:off x="3012003" y="5807605"/>
            <a:ext cx="2089659" cy="304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2000">
                <a:solidFill>
                  <a:srgbClr val="FFFFFF"/>
                </a:solidFill>
                <a:latin typeface="Montserrat"/>
                <a:ea typeface="Montserrat"/>
                <a:cs typeface="Montserrat"/>
                <a:sym typeface="Montserrat"/>
              </a:defRPr>
            </a:lvl1pPr>
          </a:lstStyle>
          <a:p>
            <a:pPr/>
            <a:r>
              <a:t>PAGO MENSUAL</a:t>
            </a:r>
          </a:p>
        </p:txBody>
      </p:sp>
      <p:sp>
        <p:nvSpPr>
          <p:cNvPr id="10855" name="Shape 10855"/>
          <p:cNvSpPr/>
          <p:nvPr/>
        </p:nvSpPr>
        <p:spPr>
          <a:xfrm>
            <a:off x="3169233" y="4553292"/>
            <a:ext cx="1980167" cy="8509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600">
                <a:solidFill>
                  <a:srgbClr val="FFFFFF"/>
                </a:solidFill>
                <a:latin typeface="Montserrat"/>
                <a:ea typeface="Montserrat"/>
                <a:cs typeface="Montserrat"/>
                <a:sym typeface="Montserrat"/>
              </a:defRPr>
            </a:lvl1pPr>
          </a:lstStyle>
          <a:p>
            <a:pPr/>
            <a:r>
              <a:t>1000</a:t>
            </a:r>
          </a:p>
        </p:txBody>
      </p:sp>
      <p:sp>
        <p:nvSpPr>
          <p:cNvPr id="10856" name="Shape 10856"/>
          <p:cNvSpPr/>
          <p:nvPr/>
        </p:nvSpPr>
        <p:spPr>
          <a:xfrm>
            <a:off x="2783605" y="4559642"/>
            <a:ext cx="438582" cy="812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5400">
                <a:solidFill>
                  <a:srgbClr val="FFFFFF"/>
                </a:solidFill>
                <a:latin typeface="Montserrat"/>
                <a:ea typeface="Montserrat"/>
                <a:cs typeface="Montserrat"/>
                <a:sym typeface="Montserrat"/>
              </a:defRPr>
            </a:lvl1pPr>
          </a:lstStyle>
          <a:p>
            <a:pPr/>
            <a:r>
              <a:t>$</a:t>
            </a:r>
          </a:p>
        </p:txBody>
      </p:sp>
      <p:sp>
        <p:nvSpPr>
          <p:cNvPr id="10857" name="Shape 10857"/>
          <p:cNvSpPr/>
          <p:nvPr/>
        </p:nvSpPr>
        <p:spPr>
          <a:xfrm>
            <a:off x="6958861" y="2354388"/>
            <a:ext cx="4903684" cy="9700055"/>
          </a:xfrm>
          <a:prstGeom prst="rect">
            <a:avLst/>
          </a:prstGeom>
          <a:solidFill>
            <a:srgbClr val="E4EDF0"/>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58" name="Shape 10858"/>
          <p:cNvSpPr/>
          <p:nvPr/>
        </p:nvSpPr>
        <p:spPr>
          <a:xfrm>
            <a:off x="6947609" y="2354388"/>
            <a:ext cx="4903684" cy="4154202"/>
          </a:xfrm>
          <a:prstGeom prst="rect">
            <a:avLst/>
          </a:prstGeom>
          <a:solidFill>
            <a:srgbClr val="6CC0CC"/>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59" name="Shape 10859"/>
          <p:cNvSpPr/>
          <p:nvPr/>
        </p:nvSpPr>
        <p:spPr>
          <a:xfrm>
            <a:off x="12521448" y="2354388"/>
            <a:ext cx="4903686" cy="9700055"/>
          </a:xfrm>
          <a:prstGeom prst="rect">
            <a:avLst/>
          </a:prstGeom>
          <a:solidFill>
            <a:srgbClr val="E4EDF0"/>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60" name="Shape 10860"/>
          <p:cNvSpPr/>
          <p:nvPr/>
        </p:nvSpPr>
        <p:spPr>
          <a:xfrm>
            <a:off x="12521448" y="2354388"/>
            <a:ext cx="4903686" cy="4154202"/>
          </a:xfrm>
          <a:prstGeom prst="rect">
            <a:avLst/>
          </a:prstGeom>
          <a:solidFill>
            <a:srgbClr val="6CC0CC"/>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61" name="Shape 10861"/>
          <p:cNvSpPr/>
          <p:nvPr/>
        </p:nvSpPr>
        <p:spPr>
          <a:xfrm>
            <a:off x="18084038" y="2354387"/>
            <a:ext cx="4903687" cy="9700055"/>
          </a:xfrm>
          <a:prstGeom prst="rect">
            <a:avLst/>
          </a:prstGeom>
          <a:solidFill>
            <a:srgbClr val="E4EDF0"/>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62" name="Shape 10862"/>
          <p:cNvSpPr/>
          <p:nvPr/>
        </p:nvSpPr>
        <p:spPr>
          <a:xfrm>
            <a:off x="18072786" y="2354388"/>
            <a:ext cx="4903687" cy="4154202"/>
          </a:xfrm>
          <a:prstGeom prst="rect">
            <a:avLst/>
          </a:prstGeom>
          <a:solidFill>
            <a:srgbClr val="6CC0CC"/>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63" name="Shape 10863"/>
          <p:cNvSpPr/>
          <p:nvPr/>
        </p:nvSpPr>
        <p:spPr>
          <a:xfrm>
            <a:off x="12551460" y="2354388"/>
            <a:ext cx="4903686" cy="9700055"/>
          </a:xfrm>
          <a:prstGeom prst="rect">
            <a:avLst/>
          </a:prstGeom>
          <a:ln w="114300">
            <a:solidFill>
              <a:srgbClr val="234770"/>
            </a:solidFill>
            <a:miter/>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64" name="Shape 10864"/>
          <p:cNvSpPr/>
          <p:nvPr/>
        </p:nvSpPr>
        <p:spPr>
          <a:xfrm rot="5400000">
            <a:off x="12521448" y="2353435"/>
            <a:ext cx="1344591" cy="13445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0" y="21600"/>
                </a:moveTo>
                <a:lnTo>
                  <a:pt x="21600" y="21600"/>
                </a:lnTo>
                <a:lnTo>
                  <a:pt x="0" y="0"/>
                </a:lnTo>
                <a:close/>
              </a:path>
            </a:pathLst>
          </a:custGeom>
          <a:solidFill>
            <a:srgbClr val="234770"/>
          </a:solidFill>
          <a:ln w="12700">
            <a:miter lim="400000"/>
          </a:ln>
        </p:spPr>
        <p:txBody>
          <a:bodyPr lIns="45696" tIns="45696" rIns="45696" bIns="45696" anchor="ctr"/>
          <a:lstStyle/>
          <a:p>
            <a:pPr defTabSz="914400">
              <a:defRPr sz="1800">
                <a:solidFill>
                  <a:srgbClr val="FFFFFF"/>
                </a:solidFill>
                <a:latin typeface="Fira Sans Light"/>
                <a:ea typeface="Fira Sans Light"/>
                <a:cs typeface="Fira Sans Light"/>
                <a:sym typeface="Fira Sans Light"/>
              </a:defRPr>
            </a:pPr>
          </a:p>
        </p:txBody>
      </p:sp>
      <p:sp>
        <p:nvSpPr>
          <p:cNvPr id="10865" name="Shape 10865"/>
          <p:cNvSpPr/>
          <p:nvPr/>
        </p:nvSpPr>
        <p:spPr>
          <a:xfrm>
            <a:off x="7449155" y="7078956"/>
            <a:ext cx="3851902" cy="41910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p:txBody>
      </p:sp>
      <p:sp>
        <p:nvSpPr>
          <p:cNvPr id="10866" name="Shape 10866"/>
          <p:cNvSpPr/>
          <p:nvPr/>
        </p:nvSpPr>
        <p:spPr>
          <a:xfrm>
            <a:off x="13054170" y="7078956"/>
            <a:ext cx="3851902" cy="41910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p:txBody>
      </p:sp>
      <p:sp>
        <p:nvSpPr>
          <p:cNvPr id="10867" name="Shape 10867"/>
          <p:cNvSpPr/>
          <p:nvPr/>
        </p:nvSpPr>
        <p:spPr>
          <a:xfrm>
            <a:off x="18688660" y="7078956"/>
            <a:ext cx="3851902" cy="41910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a:p>
            <a:pPr marL="342891" indent="-342891" algn="l" defTabSz="914400">
              <a:lnSpc>
                <a:spcPct val="200000"/>
              </a:lnSpc>
              <a:buSzPct val="100000"/>
              <a:buFont typeface="Arial"/>
              <a:buChar char="•"/>
              <a:defRPr sz="2500">
                <a:solidFill>
                  <a:srgbClr val="44546A"/>
                </a:solidFill>
                <a:latin typeface="Montserrat"/>
                <a:ea typeface="Montserrat"/>
                <a:cs typeface="Montserrat"/>
                <a:sym typeface="Montserrat"/>
              </a:defRPr>
            </a:pPr>
            <a:r>
              <a:t>___________________</a:t>
            </a:r>
          </a:p>
        </p:txBody>
      </p:sp>
      <p:sp>
        <p:nvSpPr>
          <p:cNvPr id="10868" name="Shape 10868"/>
          <p:cNvSpPr/>
          <p:nvPr/>
        </p:nvSpPr>
        <p:spPr>
          <a:xfrm>
            <a:off x="7198593" y="2739193"/>
            <a:ext cx="4424221" cy="8534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lvl1pPr defTabSz="914400">
              <a:defRPr>
                <a:solidFill>
                  <a:srgbClr val="FFFFFF"/>
                </a:solidFill>
                <a:latin typeface="Montserrat"/>
                <a:ea typeface="Montserrat"/>
                <a:cs typeface="Montserrat"/>
                <a:sym typeface="Montserrat"/>
              </a:defRPr>
            </a:lvl1pPr>
          </a:lstStyle>
          <a:p>
            <a:pPr/>
            <a:r>
              <a:t>PLAN2</a:t>
            </a:r>
          </a:p>
        </p:txBody>
      </p:sp>
      <p:sp>
        <p:nvSpPr>
          <p:cNvPr id="10869" name="Shape 10869"/>
          <p:cNvSpPr/>
          <p:nvPr/>
        </p:nvSpPr>
        <p:spPr>
          <a:xfrm>
            <a:off x="8336075" y="3737131"/>
            <a:ext cx="2138478" cy="4191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defRPr sz="2800">
                <a:solidFill>
                  <a:srgbClr val="FFFFFF"/>
                </a:solidFill>
                <a:latin typeface="Montserrat"/>
                <a:ea typeface="Montserrat"/>
                <a:cs typeface="Montserrat"/>
                <a:sym typeface="Montserrat"/>
              </a:defRPr>
            </a:lvl1pPr>
          </a:lstStyle>
          <a:p>
            <a:pPr/>
            <a:r>
              <a:t>PEQUEÑAS </a:t>
            </a:r>
          </a:p>
        </p:txBody>
      </p:sp>
      <p:sp>
        <p:nvSpPr>
          <p:cNvPr id="10870" name="Shape 10870"/>
          <p:cNvSpPr/>
          <p:nvPr/>
        </p:nvSpPr>
        <p:spPr>
          <a:xfrm>
            <a:off x="8456204" y="5807605"/>
            <a:ext cx="2089659" cy="304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2000">
                <a:solidFill>
                  <a:srgbClr val="FFFFFF"/>
                </a:solidFill>
                <a:latin typeface="Montserrat"/>
                <a:ea typeface="Montserrat"/>
                <a:cs typeface="Montserrat"/>
                <a:sym typeface="Montserrat"/>
              </a:defRPr>
            </a:lvl1pPr>
          </a:lstStyle>
          <a:p>
            <a:pPr/>
            <a:r>
              <a:t>PAGO MENSUAL</a:t>
            </a:r>
          </a:p>
        </p:txBody>
      </p:sp>
      <p:sp>
        <p:nvSpPr>
          <p:cNvPr id="10871" name="Shape 10871"/>
          <p:cNvSpPr/>
          <p:nvPr/>
        </p:nvSpPr>
        <p:spPr>
          <a:xfrm>
            <a:off x="8613434" y="4553292"/>
            <a:ext cx="1980167" cy="8509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600">
                <a:solidFill>
                  <a:srgbClr val="FFFFFF"/>
                </a:solidFill>
                <a:latin typeface="Montserrat"/>
                <a:ea typeface="Montserrat"/>
                <a:cs typeface="Montserrat"/>
                <a:sym typeface="Montserrat"/>
              </a:defRPr>
            </a:lvl1pPr>
          </a:lstStyle>
          <a:p>
            <a:pPr/>
            <a:r>
              <a:t>2000</a:t>
            </a:r>
          </a:p>
        </p:txBody>
      </p:sp>
      <p:sp>
        <p:nvSpPr>
          <p:cNvPr id="10872" name="Shape 10872"/>
          <p:cNvSpPr/>
          <p:nvPr/>
        </p:nvSpPr>
        <p:spPr>
          <a:xfrm>
            <a:off x="8227806" y="4559642"/>
            <a:ext cx="438583" cy="812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5400">
                <a:solidFill>
                  <a:srgbClr val="FFFFFF"/>
                </a:solidFill>
                <a:latin typeface="Montserrat"/>
                <a:ea typeface="Montserrat"/>
                <a:cs typeface="Montserrat"/>
                <a:sym typeface="Montserrat"/>
              </a:defRPr>
            </a:lvl1pPr>
          </a:lstStyle>
          <a:p>
            <a:pPr/>
            <a:r>
              <a:t>$</a:t>
            </a:r>
          </a:p>
        </p:txBody>
      </p:sp>
      <p:sp>
        <p:nvSpPr>
          <p:cNvPr id="10873" name="Shape 10873"/>
          <p:cNvSpPr/>
          <p:nvPr/>
        </p:nvSpPr>
        <p:spPr>
          <a:xfrm>
            <a:off x="12791192" y="2739193"/>
            <a:ext cx="4424221" cy="8534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lvl1pPr defTabSz="914400">
              <a:defRPr>
                <a:solidFill>
                  <a:srgbClr val="FFFFFF"/>
                </a:solidFill>
                <a:latin typeface="Montserrat"/>
                <a:ea typeface="Montserrat"/>
                <a:cs typeface="Montserrat"/>
                <a:sym typeface="Montserrat"/>
              </a:defRPr>
            </a:lvl1pPr>
          </a:lstStyle>
          <a:p>
            <a:pPr/>
            <a:r>
              <a:t>PLAN 3</a:t>
            </a:r>
          </a:p>
        </p:txBody>
      </p:sp>
      <p:sp>
        <p:nvSpPr>
          <p:cNvPr id="10874" name="Shape 10874"/>
          <p:cNvSpPr/>
          <p:nvPr/>
        </p:nvSpPr>
        <p:spPr>
          <a:xfrm>
            <a:off x="14006194" y="3737131"/>
            <a:ext cx="1983437" cy="4191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defRPr sz="2800">
                <a:solidFill>
                  <a:srgbClr val="FFFFFF"/>
                </a:solidFill>
                <a:latin typeface="Montserrat"/>
                <a:ea typeface="Montserrat"/>
                <a:cs typeface="Montserrat"/>
                <a:sym typeface="Montserrat"/>
              </a:defRPr>
            </a:lvl1pPr>
          </a:lstStyle>
          <a:p>
            <a:pPr/>
            <a:r>
              <a:t>MEDIANAS</a:t>
            </a:r>
          </a:p>
        </p:txBody>
      </p:sp>
      <p:sp>
        <p:nvSpPr>
          <p:cNvPr id="10875" name="Shape 10875"/>
          <p:cNvSpPr/>
          <p:nvPr/>
        </p:nvSpPr>
        <p:spPr>
          <a:xfrm>
            <a:off x="14048804" y="5807605"/>
            <a:ext cx="2089659" cy="304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2000">
                <a:solidFill>
                  <a:srgbClr val="FFFFFF"/>
                </a:solidFill>
                <a:latin typeface="Montserrat"/>
                <a:ea typeface="Montserrat"/>
                <a:cs typeface="Montserrat"/>
                <a:sym typeface="Montserrat"/>
              </a:defRPr>
            </a:lvl1pPr>
          </a:lstStyle>
          <a:p>
            <a:pPr/>
            <a:r>
              <a:t>PAGO MENSUAL</a:t>
            </a:r>
          </a:p>
        </p:txBody>
      </p:sp>
      <p:sp>
        <p:nvSpPr>
          <p:cNvPr id="10876" name="Shape 10876"/>
          <p:cNvSpPr/>
          <p:nvPr/>
        </p:nvSpPr>
        <p:spPr>
          <a:xfrm>
            <a:off x="14206033" y="4553292"/>
            <a:ext cx="1980167" cy="8509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600">
                <a:solidFill>
                  <a:srgbClr val="FFFFFF"/>
                </a:solidFill>
                <a:latin typeface="Montserrat"/>
                <a:ea typeface="Montserrat"/>
                <a:cs typeface="Montserrat"/>
                <a:sym typeface="Montserrat"/>
              </a:defRPr>
            </a:lvl1pPr>
          </a:lstStyle>
          <a:p>
            <a:pPr/>
            <a:r>
              <a:t>3000</a:t>
            </a:r>
          </a:p>
        </p:txBody>
      </p:sp>
      <p:sp>
        <p:nvSpPr>
          <p:cNvPr id="10877" name="Shape 10877"/>
          <p:cNvSpPr/>
          <p:nvPr/>
        </p:nvSpPr>
        <p:spPr>
          <a:xfrm>
            <a:off x="13820406" y="4559642"/>
            <a:ext cx="438582" cy="812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5400">
                <a:solidFill>
                  <a:srgbClr val="FFFFFF"/>
                </a:solidFill>
                <a:latin typeface="Montserrat"/>
                <a:ea typeface="Montserrat"/>
                <a:cs typeface="Montserrat"/>
                <a:sym typeface="Montserrat"/>
              </a:defRPr>
            </a:lvl1pPr>
          </a:lstStyle>
          <a:p>
            <a:pPr/>
            <a:r>
              <a:t>$</a:t>
            </a:r>
          </a:p>
        </p:txBody>
      </p:sp>
      <p:sp>
        <p:nvSpPr>
          <p:cNvPr id="10878" name="Shape 10878"/>
          <p:cNvSpPr/>
          <p:nvPr/>
        </p:nvSpPr>
        <p:spPr>
          <a:xfrm>
            <a:off x="18402499" y="2739193"/>
            <a:ext cx="4424222" cy="853441"/>
          </a:xfrm>
          <a:prstGeom prst="rect">
            <a:avLst/>
          </a:prstGeom>
          <a:ln w="12700">
            <a:miter lim="400000"/>
          </a:ln>
          <a:extLst>
            <a:ext uri="{C572A759-6A51-4108-AA02-DFA0A04FC94B}">
              <ma14:wrappingTextBoxFlag xmlns:ma14="http://schemas.microsoft.com/office/mac/drawingml/2011/main" val="1"/>
            </a:ext>
          </a:extLst>
        </p:spPr>
        <p:txBody>
          <a:bodyPr lIns="45719" rIns="45719">
            <a:spAutoFit/>
          </a:bodyPr>
          <a:lstStyle>
            <a:lvl1pPr defTabSz="914400">
              <a:defRPr>
                <a:solidFill>
                  <a:srgbClr val="FFFFFF"/>
                </a:solidFill>
                <a:latin typeface="Montserrat"/>
                <a:ea typeface="Montserrat"/>
                <a:cs typeface="Montserrat"/>
                <a:sym typeface="Montserrat"/>
              </a:defRPr>
            </a:lvl1pPr>
          </a:lstStyle>
          <a:p>
            <a:pPr/>
            <a:r>
              <a:t>PLAN 4</a:t>
            </a:r>
          </a:p>
        </p:txBody>
      </p:sp>
      <p:sp>
        <p:nvSpPr>
          <p:cNvPr id="10879" name="Shape 10879"/>
          <p:cNvSpPr/>
          <p:nvPr/>
        </p:nvSpPr>
        <p:spPr>
          <a:xfrm>
            <a:off x="19704092" y="3737131"/>
            <a:ext cx="1810259" cy="4191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defTabSz="914400">
              <a:defRPr sz="2800">
                <a:solidFill>
                  <a:srgbClr val="FFFFFF"/>
                </a:solidFill>
                <a:latin typeface="Montserrat"/>
                <a:ea typeface="Montserrat"/>
                <a:cs typeface="Montserrat"/>
                <a:sym typeface="Montserrat"/>
              </a:defRPr>
            </a:lvl1pPr>
          </a:lstStyle>
          <a:p>
            <a:pPr/>
            <a:r>
              <a:t>GRANDES</a:t>
            </a:r>
          </a:p>
        </p:txBody>
      </p:sp>
      <p:sp>
        <p:nvSpPr>
          <p:cNvPr id="10880" name="Shape 10880"/>
          <p:cNvSpPr/>
          <p:nvPr/>
        </p:nvSpPr>
        <p:spPr>
          <a:xfrm>
            <a:off x="19660113" y="5807605"/>
            <a:ext cx="2089659" cy="304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2000">
                <a:solidFill>
                  <a:srgbClr val="FFFFFF"/>
                </a:solidFill>
                <a:latin typeface="Montserrat"/>
                <a:ea typeface="Montserrat"/>
                <a:cs typeface="Montserrat"/>
                <a:sym typeface="Montserrat"/>
              </a:defRPr>
            </a:lvl1pPr>
          </a:lstStyle>
          <a:p>
            <a:pPr/>
            <a:r>
              <a:t>PAGO MENSUAL</a:t>
            </a:r>
          </a:p>
        </p:txBody>
      </p:sp>
      <p:sp>
        <p:nvSpPr>
          <p:cNvPr id="10881" name="Shape 10881"/>
          <p:cNvSpPr/>
          <p:nvPr/>
        </p:nvSpPr>
        <p:spPr>
          <a:xfrm>
            <a:off x="19817342" y="4553292"/>
            <a:ext cx="1980166" cy="850901"/>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914400">
              <a:defRPr sz="5600">
                <a:solidFill>
                  <a:srgbClr val="FFFFFF"/>
                </a:solidFill>
                <a:latin typeface="Montserrat"/>
                <a:ea typeface="Montserrat"/>
                <a:cs typeface="Montserrat"/>
                <a:sym typeface="Montserrat"/>
              </a:defRPr>
            </a:lvl1pPr>
          </a:lstStyle>
          <a:p>
            <a:pPr/>
            <a:r>
              <a:t>4000</a:t>
            </a:r>
          </a:p>
        </p:txBody>
      </p:sp>
      <p:sp>
        <p:nvSpPr>
          <p:cNvPr id="10882" name="Shape 10882"/>
          <p:cNvSpPr/>
          <p:nvPr/>
        </p:nvSpPr>
        <p:spPr>
          <a:xfrm>
            <a:off x="19431714" y="4559642"/>
            <a:ext cx="438583" cy="812801"/>
          </a:xfrm>
          <a:prstGeom prst="rect">
            <a:avLst/>
          </a:prstGeom>
          <a:ln w="12700">
            <a:miter lim="400000"/>
          </a:ln>
          <a:extLst>
            <a:ext uri="{C572A759-6A51-4108-AA02-DFA0A04FC94B}">
              <ma14:wrappingTextBoxFlag xmlns:ma14="http://schemas.microsoft.com/office/mac/drawingml/2011/main" val="1"/>
            </a:ext>
          </a:extLst>
        </p:spPr>
        <p:txBody>
          <a:bodyPr wrap="none" lIns="0" tIns="0" rIns="0" bIns="0" anchor="ctr">
            <a:spAutoFit/>
          </a:bodyPr>
          <a:lstStyle>
            <a:lvl1pPr algn="l" defTabSz="914400">
              <a:defRPr sz="5400">
                <a:solidFill>
                  <a:srgbClr val="FFFFFF"/>
                </a:solidFill>
                <a:latin typeface="Montserrat"/>
                <a:ea typeface="Montserrat"/>
                <a:cs typeface="Montserrat"/>
                <a:sym typeface="Montserrat"/>
              </a:defRPr>
            </a:lvl1pPr>
          </a:lstStyle>
          <a:p>
            <a:pPr/>
            <a:r>
              <a:t>$</a:t>
            </a:r>
          </a:p>
        </p:txBody>
      </p:sp>
    </p:spTree>
  </p:cSld>
  <p:clrMapOvr>
    <a:masterClrMapping/>
  </p:clrMapOvr>
  <p:transition xmlns:p14="http://schemas.microsoft.com/office/powerpoint/2010/main" spd="med" advClick="1" p14:dur="1000"/>
</p:sld>
</file>

<file path=ppt/slides/slide280.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884" name="Shape 10884"/>
          <p:cNvSpPr/>
          <p:nvPr>
            <p:ph type="title"/>
          </p:nvPr>
        </p:nvSpPr>
        <p:spPr>
          <a:prstGeom prst="rect">
            <a:avLst/>
          </a:prstGeom>
        </p:spPr>
        <p:txBody>
          <a:bodyPr/>
          <a:lstStyle/>
          <a:p>
            <a:pPr/>
            <a:r>
              <a:t>Procesos</a:t>
            </a:r>
          </a:p>
        </p:txBody>
      </p:sp>
      <p:graphicFrame>
        <p:nvGraphicFramePr>
          <p:cNvPr id="10885" name="Table 10885"/>
          <p:cNvGraphicFramePr/>
          <p:nvPr/>
        </p:nvGraphicFramePr>
        <p:xfrm>
          <a:off x="1827855" y="4116218"/>
          <a:ext cx="20711368" cy="6064632"/>
        </p:xfrm>
        <a:graphic xmlns:a="http://schemas.openxmlformats.org/drawingml/2006/main">
          <a:graphicData uri="http://schemas.openxmlformats.org/drawingml/2006/table">
            <a:tbl>
              <a:tblPr firstCol="0" firstRow="1" lastCol="0" lastRow="0" bandCol="0" bandRow="1" rtl="0">
                <a:tableStyleId>{4C3C2611-4C71-4FC5-86AE-919BDF0F9419}</a:tableStyleId>
              </a:tblPr>
              <a:tblGrid>
                <a:gridCol w="4137193"/>
                <a:gridCol w="1379064"/>
                <a:gridCol w="1379064"/>
                <a:gridCol w="1379064"/>
                <a:gridCol w="1379064"/>
                <a:gridCol w="1379064"/>
                <a:gridCol w="1379064"/>
                <a:gridCol w="1379064"/>
                <a:gridCol w="1379064"/>
                <a:gridCol w="1379064"/>
                <a:gridCol w="1379064"/>
                <a:gridCol w="1379064"/>
                <a:gridCol w="1379064"/>
              </a:tblGrid>
              <a:tr h="1020734">
                <a:tc>
                  <a:txBody>
                    <a:bodyPr/>
                    <a:lstStyle/>
                    <a:p>
                      <a:pPr defTabSz="1828800">
                        <a:defRPr b="0" sz="2400">
                          <a:latin typeface="Lato Bold"/>
                          <a:ea typeface="Lato Bold"/>
                          <a:cs typeface="Lato Bold"/>
                          <a:sym typeface="Lato Bold"/>
                        </a:defRPr>
                      </a:pPr>
                    </a:p>
                  </a:txBody>
                  <a:tcPr marL="0" marR="0" marT="0" marB="0" anchor="ctr" anchorCtr="0" horzOverflow="overflow">
                    <a:lnL w="25400">
                      <a:miter lim="400000"/>
                    </a:lnL>
                    <a:lnR w="25400">
                      <a:solidFill>
                        <a:srgbClr val="DCDEE0"/>
                      </a:solidFill>
                    </a:lnR>
                    <a:lnT w="25400">
                      <a:miter lim="400000"/>
                    </a:lnT>
                    <a:lnB w="12700">
                      <a:solidFill>
                        <a:srgbClr val="DCDEE0"/>
                      </a:solidFill>
                    </a:lnB>
                    <a:no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ENERO</a:t>
                      </a:r>
                    </a:p>
                  </a:txBody>
                  <a:tcPr marL="0" marR="0" marT="0" marB="0" anchor="ctr" anchorCtr="0" horzOverflow="overflow">
                    <a:lnL w="254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FEB </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BDC6C6"/>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MARZO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ABRIL</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BDC6C6"/>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MAYO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JUNIO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BDC6C6"/>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JULIO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AGOSTO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BDC6C6"/>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SEPT</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OCT</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BDC6C6"/>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NOV</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DIC</a:t>
                      </a:r>
                    </a:p>
                  </a:txBody>
                  <a:tcPr marL="0" marR="0" marT="0" marB="0" anchor="ctr" anchorCtr="0" horzOverflow="overflow">
                    <a:lnL w="12700">
                      <a:solidFill>
                        <a:srgbClr val="DCDEE0"/>
                      </a:solidFill>
                    </a:lnL>
                    <a:lnR w="25400">
                      <a:solidFill>
                        <a:srgbClr val="DCDEE0"/>
                      </a:solidFill>
                    </a:lnR>
                    <a:lnT w="25400">
                      <a:solidFill>
                        <a:srgbClr val="DCDEE0"/>
                      </a:solidFill>
                    </a:lnT>
                    <a:lnB w="12700">
                      <a:solidFill>
                        <a:srgbClr val="DCDEE0"/>
                      </a:solidFill>
                    </a:lnB>
                    <a:solidFill>
                      <a:srgbClr val="BDC6C6"/>
                    </a:solidFill>
                  </a:tcPr>
                </a:tc>
              </a:tr>
              <a:tr h="1017572">
                <a:tc>
                  <a:txBody>
                    <a:bodyPr/>
                    <a:lstStyle/>
                    <a:p>
                      <a:pPr algn="l" defTabSz="1828800">
                        <a:defRPr sz="1800"/>
                      </a:pPr>
                      <a:r>
                        <a:rPr sz="2400">
                          <a:solidFill>
                            <a:srgbClr val="2D3C55"/>
                          </a:solidFill>
                          <a:latin typeface="Montserrat"/>
                          <a:ea typeface="Montserrat"/>
                          <a:cs typeface="Montserrat"/>
                          <a:sym typeface="Montserrat"/>
                        </a:rPr>
                        <a:t>Primera reunión</a:t>
                      </a:r>
                    </a:p>
                  </a:txBody>
                  <a:tcPr marL="0" marR="0" marT="0" marB="0" anchor="ctr" anchorCtr="0" horzOverflow="overflow">
                    <a:lnL w="254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25400">
                      <a:solidFill>
                        <a:srgbClr val="DCDEE0"/>
                      </a:solidFill>
                    </a:lnR>
                    <a:lnT w="12700">
                      <a:solidFill>
                        <a:srgbClr val="DCDEE0"/>
                      </a:solidFill>
                    </a:lnT>
                    <a:lnB w="12700">
                      <a:solidFill>
                        <a:srgbClr val="DCDEE0"/>
                      </a:solidFill>
                    </a:lnB>
                    <a:solidFill>
                      <a:srgbClr val="F8FDFD"/>
                    </a:solidFill>
                  </a:tcPr>
                </a:tc>
              </a:tr>
              <a:tr h="1017572">
                <a:tc>
                  <a:txBody>
                    <a:bodyPr/>
                    <a:lstStyle/>
                    <a:p>
                      <a:pPr algn="l" defTabSz="1828800">
                        <a:defRPr sz="1800"/>
                      </a:pPr>
                      <a:r>
                        <a:rPr sz="2400">
                          <a:solidFill>
                            <a:srgbClr val="2D3C55"/>
                          </a:solidFill>
                          <a:latin typeface="Montserrat"/>
                          <a:ea typeface="Montserrat"/>
                          <a:cs typeface="Montserrat"/>
                          <a:sym typeface="Montserrat"/>
                        </a:rPr>
                        <a:t>Plan</a:t>
                      </a:r>
                    </a:p>
                  </a:txBody>
                  <a:tcPr marL="0" marR="0" marT="0" marB="0" anchor="ctr" anchorCtr="0" horzOverflow="overflow">
                    <a:lnL w="254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25400">
                      <a:solidFill>
                        <a:srgbClr val="DCDEE0"/>
                      </a:solidFill>
                    </a:lnR>
                    <a:lnT w="12700">
                      <a:solidFill>
                        <a:srgbClr val="DCDEE0"/>
                      </a:solidFill>
                    </a:lnT>
                    <a:lnB w="12700">
                      <a:solidFill>
                        <a:srgbClr val="DCDEE0"/>
                      </a:solidFill>
                    </a:lnB>
                    <a:noFill/>
                  </a:tcPr>
                </a:tc>
              </a:tr>
              <a:tr h="1017572">
                <a:tc>
                  <a:txBody>
                    <a:bodyPr/>
                    <a:lstStyle/>
                    <a:p>
                      <a:pPr algn="l" defTabSz="1828800">
                        <a:defRPr sz="1800"/>
                      </a:pPr>
                      <a:r>
                        <a:rPr sz="2400">
                          <a:solidFill>
                            <a:srgbClr val="2D3C55"/>
                          </a:solidFill>
                          <a:latin typeface="Montserrat"/>
                          <a:ea typeface="Montserrat"/>
                          <a:cs typeface="Montserrat"/>
                          <a:sym typeface="Montserrat"/>
                        </a:rPr>
                        <a:t>Implementación</a:t>
                      </a:r>
                    </a:p>
                  </a:txBody>
                  <a:tcPr marL="0" marR="0" marT="0" marB="0" anchor="ctr" anchorCtr="0" horzOverflow="overflow">
                    <a:lnL w="254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25400">
                      <a:solidFill>
                        <a:srgbClr val="DCDEE0"/>
                      </a:solidFill>
                    </a:lnR>
                    <a:lnT w="12700">
                      <a:solidFill>
                        <a:srgbClr val="DCDEE0"/>
                      </a:solidFill>
                    </a:lnT>
                    <a:lnB w="12700">
                      <a:solidFill>
                        <a:srgbClr val="DCDEE0"/>
                      </a:solidFill>
                    </a:lnB>
                    <a:solidFill>
                      <a:srgbClr val="F8FDFD"/>
                    </a:solidFill>
                  </a:tcPr>
                </a:tc>
              </a:tr>
              <a:tr h="1017572">
                <a:tc>
                  <a:txBody>
                    <a:bodyPr/>
                    <a:lstStyle/>
                    <a:p>
                      <a:pPr algn="l" defTabSz="1828800">
                        <a:defRPr sz="1800"/>
                      </a:pPr>
                      <a:r>
                        <a:rPr sz="2400">
                          <a:solidFill>
                            <a:srgbClr val="2D3C55"/>
                          </a:solidFill>
                          <a:latin typeface="Montserrat"/>
                          <a:ea typeface="Montserrat"/>
                          <a:cs typeface="Montserrat"/>
                          <a:sym typeface="Montserrat"/>
                        </a:rPr>
                        <a:t>Supervisión</a:t>
                      </a:r>
                    </a:p>
                  </a:txBody>
                  <a:tcPr marL="0" marR="0" marT="0" marB="0" anchor="ctr" anchorCtr="0" horzOverflow="overflow">
                    <a:lnL w="254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12700">
                      <a:solidFill>
                        <a:srgbClr val="DCDEE0"/>
                      </a:solidFill>
                    </a:lnB>
                    <a:no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25400">
                      <a:solidFill>
                        <a:srgbClr val="DCDEE0"/>
                      </a:solidFill>
                    </a:lnR>
                    <a:lnT w="12700">
                      <a:solidFill>
                        <a:srgbClr val="DCDEE0"/>
                      </a:solidFill>
                    </a:lnT>
                    <a:lnB w="12700">
                      <a:solidFill>
                        <a:srgbClr val="DCDEE0"/>
                      </a:solidFill>
                    </a:lnB>
                    <a:noFill/>
                  </a:tcPr>
                </a:tc>
              </a:tr>
              <a:tr h="1020734">
                <a:tc>
                  <a:txBody>
                    <a:bodyPr/>
                    <a:lstStyle/>
                    <a:p>
                      <a:pPr algn="l" defTabSz="1828800">
                        <a:defRPr sz="1800"/>
                      </a:pPr>
                      <a:r>
                        <a:rPr sz="2400">
                          <a:solidFill>
                            <a:srgbClr val="2D3C55"/>
                          </a:solidFill>
                          <a:latin typeface="Montserrat"/>
                          <a:ea typeface="Montserrat"/>
                          <a:cs typeface="Montserrat"/>
                          <a:sym typeface="Montserrat"/>
                        </a:rPr>
                        <a:t>Reporte final</a:t>
                      </a:r>
                    </a:p>
                  </a:txBody>
                  <a:tcPr marL="0" marR="0" marT="0" marB="0" anchor="ctr" anchorCtr="0" horzOverflow="overflow">
                    <a:lnL w="254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12700">
                      <a:solidFill>
                        <a:srgbClr val="DCDEE0"/>
                      </a:solidFill>
                    </a:lnR>
                    <a:lnT w="12700">
                      <a:solidFill>
                        <a:srgbClr val="DCDEE0"/>
                      </a:solidFill>
                    </a:lnT>
                    <a:lnB w="25400">
                      <a:solidFill>
                        <a:srgbClr val="DCDEE0"/>
                      </a:solidFill>
                    </a:lnB>
                    <a:solidFill>
                      <a:srgbClr val="F8FDFD"/>
                    </a:solidFill>
                  </a:tcPr>
                </a:tc>
                <a:tc>
                  <a:txBody>
                    <a:bodyPr/>
                    <a:lstStyle/>
                    <a:p>
                      <a:pPr defTabSz="1828800">
                        <a:defRPr sz="2400">
                          <a:solidFill>
                            <a:srgbClr val="2D3C55"/>
                          </a:solidFill>
                          <a:latin typeface="Lato Regular"/>
                          <a:ea typeface="Lato Regular"/>
                          <a:cs typeface="Lato Regular"/>
                          <a:sym typeface="Lato Regular"/>
                        </a:defRPr>
                      </a:pPr>
                    </a:p>
                  </a:txBody>
                  <a:tcPr marL="0" marR="0" marT="0" marB="0" anchor="ctr" anchorCtr="0" horzOverflow="overflow">
                    <a:lnL w="12700">
                      <a:solidFill>
                        <a:srgbClr val="DCDEE0"/>
                      </a:solidFill>
                    </a:lnL>
                    <a:lnR w="25400">
                      <a:solidFill>
                        <a:srgbClr val="DCDEE0"/>
                      </a:solidFill>
                    </a:lnR>
                    <a:lnT w="12700">
                      <a:solidFill>
                        <a:srgbClr val="DCDEE0"/>
                      </a:solidFill>
                    </a:lnT>
                    <a:lnB w="25400">
                      <a:solidFill>
                        <a:srgbClr val="DCDEE0"/>
                      </a:solidFill>
                    </a:lnB>
                    <a:solidFill>
                      <a:srgbClr val="F8FDFD"/>
                    </a:solidFill>
                  </a:tcPr>
                </a:tc>
              </a:tr>
            </a:tbl>
          </a:graphicData>
        </a:graphic>
      </p:graphicFrame>
      <p:sp>
        <p:nvSpPr>
          <p:cNvPr id="10886" name="Shape 10886"/>
          <p:cNvSpPr/>
          <p:nvPr/>
        </p:nvSpPr>
        <p:spPr>
          <a:xfrm>
            <a:off x="6193058" y="5409638"/>
            <a:ext cx="1012920" cy="536404"/>
          </a:xfrm>
          <a:prstGeom prst="chevron">
            <a:avLst>
              <a:gd name="adj" fmla="val 50000"/>
            </a:avLst>
          </a:prstGeom>
          <a:solidFill>
            <a:srgbClr val="2D3C55"/>
          </a:solidFill>
          <a:ln w="12700">
            <a:miter lim="400000"/>
          </a:ln>
        </p:spPr>
        <p:txBody>
          <a:bodyPr lIns="121856" tIns="121856" rIns="121856" bIns="121856" anchor="ctr"/>
          <a:lstStyle/>
          <a:p>
            <a:pPr defTabSz="1828800">
              <a:defRPr sz="3400">
                <a:solidFill>
                  <a:srgbClr val="2D3C55"/>
                </a:solidFill>
                <a:latin typeface="Calibri"/>
                <a:ea typeface="Calibri"/>
                <a:cs typeface="Calibri"/>
                <a:sym typeface="Calibri"/>
              </a:defRPr>
            </a:pPr>
          </a:p>
        </p:txBody>
      </p:sp>
      <p:sp>
        <p:nvSpPr>
          <p:cNvPr id="10887" name="Shape 10887"/>
          <p:cNvSpPr/>
          <p:nvPr/>
        </p:nvSpPr>
        <p:spPr>
          <a:xfrm flipH="1">
            <a:off x="7336042" y="5190935"/>
            <a:ext cx="1" cy="5214304"/>
          </a:xfrm>
          <a:prstGeom prst="line">
            <a:avLst/>
          </a:prstGeom>
          <a:ln w="12700">
            <a:solidFill>
              <a:srgbClr val="2D3C55"/>
            </a:solidFill>
            <a:miter/>
            <a:tailEnd type="oval"/>
          </a:ln>
        </p:spPr>
        <p:txBody>
          <a:bodyPr lIns="121856" tIns="121856" rIns="121856" bIns="121856"/>
          <a:lstStyle/>
          <a:p>
            <a:pPr algn="l" defTabSz="1828800">
              <a:defRPr sz="3400">
                <a:solidFill>
                  <a:srgbClr val="2D3C55"/>
                </a:solidFill>
                <a:latin typeface="Calibri"/>
                <a:ea typeface="Calibri"/>
                <a:cs typeface="Calibri"/>
                <a:sym typeface="Calibri"/>
              </a:defRPr>
            </a:pPr>
          </a:p>
        </p:txBody>
      </p:sp>
      <p:sp>
        <p:nvSpPr>
          <p:cNvPr id="10888" name="Shape 10888"/>
          <p:cNvSpPr/>
          <p:nvPr/>
        </p:nvSpPr>
        <p:spPr>
          <a:xfrm>
            <a:off x="6628232" y="10557866"/>
            <a:ext cx="1421666" cy="319625"/>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defTabSz="1828800">
              <a:lnSpc>
                <a:spcPts val="2600"/>
              </a:lnSpc>
              <a:defRPr sz="1800">
                <a:solidFill>
                  <a:srgbClr val="2D3C55"/>
                </a:solidFill>
                <a:latin typeface="Lato Bold"/>
                <a:ea typeface="Lato Bold"/>
                <a:cs typeface="Lato Bold"/>
                <a:sym typeface="Lato Bold"/>
              </a:defRPr>
            </a:lvl1pPr>
          </a:lstStyle>
          <a:p>
            <a:pPr/>
            <a:r>
              <a:t>Hoy</a:t>
            </a:r>
          </a:p>
        </p:txBody>
      </p:sp>
      <p:sp>
        <p:nvSpPr>
          <p:cNvPr id="10889" name="Shape 10889"/>
          <p:cNvSpPr/>
          <p:nvPr/>
        </p:nvSpPr>
        <p:spPr>
          <a:xfrm>
            <a:off x="6394932" y="6385211"/>
            <a:ext cx="1012920" cy="536404"/>
          </a:xfrm>
          <a:prstGeom prst="chevron">
            <a:avLst>
              <a:gd name="adj" fmla="val 50000"/>
            </a:avLst>
          </a:prstGeom>
          <a:solidFill>
            <a:srgbClr val="2D3C55"/>
          </a:solidFill>
          <a:ln w="12700">
            <a:miter lim="400000"/>
          </a:ln>
        </p:spPr>
        <p:txBody>
          <a:bodyPr lIns="121856" tIns="121856" rIns="121856" bIns="121856" anchor="ctr"/>
          <a:lstStyle/>
          <a:p>
            <a:pPr defTabSz="1828800">
              <a:defRPr sz="3400">
                <a:solidFill>
                  <a:srgbClr val="2D3C55"/>
                </a:solidFill>
                <a:latin typeface="Calibri"/>
                <a:ea typeface="Calibri"/>
                <a:cs typeface="Calibri"/>
                <a:sym typeface="Calibri"/>
              </a:defRPr>
            </a:pPr>
          </a:p>
        </p:txBody>
      </p:sp>
      <p:sp>
        <p:nvSpPr>
          <p:cNvPr id="10890" name="Shape 10890"/>
          <p:cNvSpPr/>
          <p:nvPr/>
        </p:nvSpPr>
        <p:spPr>
          <a:xfrm>
            <a:off x="7436149" y="7360784"/>
            <a:ext cx="1271859" cy="536404"/>
          </a:xfrm>
          <a:prstGeom prst="chevron">
            <a:avLst>
              <a:gd name="adj" fmla="val 50000"/>
            </a:avLst>
          </a:prstGeom>
          <a:solidFill>
            <a:srgbClr val="2D3C55"/>
          </a:solidFill>
          <a:ln w="12700">
            <a:miter lim="400000"/>
          </a:ln>
        </p:spPr>
        <p:txBody>
          <a:bodyPr lIns="121856" tIns="121856" rIns="121856" bIns="121856" anchor="ctr"/>
          <a:lstStyle/>
          <a:p>
            <a:pPr defTabSz="1828800">
              <a:defRPr sz="3400">
                <a:solidFill>
                  <a:srgbClr val="2D3C55"/>
                </a:solidFill>
                <a:latin typeface="Calibri"/>
                <a:ea typeface="Calibri"/>
                <a:cs typeface="Calibri"/>
                <a:sym typeface="Calibri"/>
              </a:defRPr>
            </a:pPr>
          </a:p>
        </p:txBody>
      </p:sp>
      <p:sp>
        <p:nvSpPr>
          <p:cNvPr id="10891" name="Shape 10891"/>
          <p:cNvSpPr/>
          <p:nvPr/>
        </p:nvSpPr>
        <p:spPr>
          <a:xfrm>
            <a:off x="7436149" y="8436189"/>
            <a:ext cx="2639189" cy="536404"/>
          </a:xfrm>
          <a:prstGeom prst="chevron">
            <a:avLst>
              <a:gd name="adj" fmla="val 50000"/>
            </a:avLst>
          </a:prstGeom>
          <a:solidFill>
            <a:srgbClr val="2D3C55"/>
          </a:solidFill>
          <a:ln w="12700">
            <a:miter lim="400000"/>
          </a:ln>
        </p:spPr>
        <p:txBody>
          <a:bodyPr lIns="121856" tIns="121856" rIns="121856" bIns="121856" anchor="ctr"/>
          <a:lstStyle/>
          <a:p>
            <a:pPr defTabSz="1828800">
              <a:defRPr sz="3400">
                <a:solidFill>
                  <a:srgbClr val="2D3C55"/>
                </a:solidFill>
                <a:latin typeface="Calibri"/>
                <a:ea typeface="Calibri"/>
                <a:cs typeface="Calibri"/>
                <a:sym typeface="Calibri"/>
              </a:defRPr>
            </a:pPr>
          </a:p>
        </p:txBody>
      </p:sp>
      <p:sp>
        <p:nvSpPr>
          <p:cNvPr id="10892" name="Shape 10892"/>
          <p:cNvSpPr/>
          <p:nvPr/>
        </p:nvSpPr>
        <p:spPr>
          <a:xfrm>
            <a:off x="10228296" y="9511594"/>
            <a:ext cx="1271859" cy="536404"/>
          </a:xfrm>
          <a:prstGeom prst="chevron">
            <a:avLst>
              <a:gd name="adj" fmla="val 50000"/>
            </a:avLst>
          </a:prstGeom>
          <a:solidFill>
            <a:srgbClr val="2D3C55"/>
          </a:solidFill>
          <a:ln w="12700">
            <a:miter lim="400000"/>
          </a:ln>
        </p:spPr>
        <p:txBody>
          <a:bodyPr lIns="121856" tIns="121856" rIns="121856" bIns="121856" anchor="ctr"/>
          <a:lstStyle/>
          <a:p>
            <a:pPr defTabSz="1828800">
              <a:defRPr sz="3400">
                <a:solidFill>
                  <a:srgbClr val="2D3C55"/>
                </a:solidFill>
                <a:latin typeface="Calibri"/>
                <a:ea typeface="Calibri"/>
                <a:cs typeface="Calibri"/>
                <a:sym typeface="Calibri"/>
              </a:defRPr>
            </a:pPr>
          </a:p>
        </p:txBody>
      </p:sp>
    </p:spTree>
  </p:cSld>
  <p:clrMapOvr>
    <a:masterClrMapping/>
  </p:clrMapOvr>
  <p:transition xmlns:p14="http://schemas.microsoft.com/office/powerpoint/2010/main" spd="med" advClick="1" p14:dur="1000"/>
</p:sld>
</file>

<file path=ppt/slides/slide281.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896" name="Shape 10896"/>
          <p:cNvSpPr/>
          <p:nvPr>
            <p:ph type="title"/>
          </p:nvPr>
        </p:nvSpPr>
        <p:spPr>
          <a:prstGeom prst="rect">
            <a:avLst/>
          </a:prstGeom>
        </p:spPr>
        <p:txBody>
          <a:bodyPr/>
          <a:lstStyle/>
          <a:p>
            <a:pPr/>
            <a:r>
              <a:t>Procesos</a:t>
            </a:r>
          </a:p>
        </p:txBody>
      </p:sp>
      <p:graphicFrame>
        <p:nvGraphicFramePr>
          <p:cNvPr id="10897" name="Table 10897"/>
          <p:cNvGraphicFramePr/>
          <p:nvPr/>
        </p:nvGraphicFramePr>
        <p:xfrm>
          <a:off x="1615009" y="3511760"/>
          <a:ext cx="21166682" cy="6911480"/>
        </p:xfrm>
        <a:graphic xmlns:a="http://schemas.openxmlformats.org/drawingml/2006/main">
          <a:graphicData uri="http://schemas.openxmlformats.org/drawingml/2006/table">
            <a:tbl>
              <a:tblPr firstCol="0" firstRow="1" lastCol="0" lastRow="0" bandCol="0" bandRow="1" rtl="0">
                <a:tableStyleId>{4C3C2611-4C71-4FC5-86AE-919BDF0F9419}</a:tableStyleId>
              </a:tblPr>
              <a:tblGrid>
                <a:gridCol w="4230795"/>
                <a:gridCol w="1410265"/>
                <a:gridCol w="1410265"/>
                <a:gridCol w="1410265"/>
                <a:gridCol w="1410265"/>
                <a:gridCol w="1410265"/>
                <a:gridCol w="1410265"/>
                <a:gridCol w="1410265"/>
                <a:gridCol w="1410265"/>
                <a:gridCol w="1410265"/>
                <a:gridCol w="1410265"/>
                <a:gridCol w="1410265"/>
                <a:gridCol w="1410265"/>
              </a:tblGrid>
              <a:tr h="985539">
                <a:tc>
                  <a:txBody>
                    <a:bodyPr/>
                    <a:lstStyle/>
                    <a:p>
                      <a:pPr lvl="1" algn="l">
                        <a:defRPr b="0" sz="3000">
                          <a:latin typeface="Raleway Regular"/>
                          <a:ea typeface="Raleway Regular"/>
                          <a:cs typeface="Raleway Regular"/>
                          <a:sym typeface="Raleway Regular"/>
                        </a:defRPr>
                      </a:pPr>
                      <a:r>
                        <a:t>Tareas</a:t>
                      </a:r>
                    </a:p>
                  </a:txBody>
                  <a:tcPr marL="45720" marR="45720" marT="45720" marB="45720" anchor="ctr" anchorCtr="0" horzOverflow="overflow">
                    <a:lnL w="12700">
                      <a:solidFill>
                        <a:srgbClr val="FFFFFF"/>
                      </a:solidFill>
                      <a:bevel/>
                    </a:lnL>
                    <a:lnR w="25400">
                      <a:solidFill>
                        <a:srgbClr val="DCDEE0"/>
                      </a:solidFill>
                    </a:lnR>
                    <a:lnT w="12700">
                      <a:solidFill>
                        <a:srgbClr val="FFFFFF"/>
                      </a:solidFill>
                      <a:bevel/>
                    </a:lnT>
                    <a:lnB w="12700">
                      <a:solidFill>
                        <a:srgbClr val="FFFFFF"/>
                      </a:solidFill>
                    </a:lnB>
                    <a:solidFill>
                      <a:srgbClr val="4B4B4B"/>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ENERO</a:t>
                      </a:r>
                    </a:p>
                  </a:txBody>
                  <a:tcPr marL="0" marR="0" marT="0" marB="0" anchor="ctr" anchorCtr="0" horzOverflow="overflow">
                    <a:lnL w="254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latin typeface="Montserrat"/>
                          <a:ea typeface="Montserrat"/>
                          <a:cs typeface="Montserrat"/>
                          <a:sym typeface="Montserrat"/>
                        </a:rPr>
                        <a:t>FEB </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F7FCFD"/>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MARZO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latin typeface="Montserrat"/>
                          <a:ea typeface="Montserrat"/>
                          <a:cs typeface="Montserrat"/>
                          <a:sym typeface="Montserrat"/>
                        </a:rPr>
                        <a:t>ABRIL</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F7FCFD"/>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MAYO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latin typeface="Montserrat"/>
                          <a:ea typeface="Montserrat"/>
                          <a:cs typeface="Montserrat"/>
                          <a:sym typeface="Montserrat"/>
                        </a:rPr>
                        <a:t>JUNIO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F7FCFD"/>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JULIO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latin typeface="Montserrat"/>
                          <a:ea typeface="Montserrat"/>
                          <a:cs typeface="Montserrat"/>
                          <a:sym typeface="Montserrat"/>
                        </a:rPr>
                        <a:t>AGOSTO</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F7FCFD"/>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SEPT</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latin typeface="Montserrat"/>
                          <a:ea typeface="Montserrat"/>
                          <a:cs typeface="Montserrat"/>
                          <a:sym typeface="Montserrat"/>
                        </a:rPr>
                        <a:t>OCT</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F7FCFD"/>
                    </a:solidFill>
                  </a:tcPr>
                </a:tc>
                <a:tc>
                  <a:txBody>
                    <a:bodyPr/>
                    <a:lstStyle/>
                    <a:p>
                      <a:pPr defTabSz="1828800">
                        <a:defRPr b="0" sz="1800">
                          <a:solidFill>
                            <a:srgbClr val="000000"/>
                          </a:solidFill>
                        </a:defRPr>
                      </a:pPr>
                      <a:r>
                        <a:rPr sz="2400">
                          <a:solidFill>
                            <a:srgbClr val="FFFFFF"/>
                          </a:solidFill>
                          <a:latin typeface="Montserrat"/>
                          <a:ea typeface="Montserrat"/>
                          <a:cs typeface="Montserrat"/>
                          <a:sym typeface="Montserrat"/>
                        </a:rPr>
                        <a:t>NOV</a:t>
                      </a:r>
                    </a:p>
                  </a:txBody>
                  <a:tcPr marL="0" marR="0" marT="0" marB="0" anchor="ctr" anchorCtr="0" horzOverflow="overflow">
                    <a:lnL w="12700">
                      <a:solidFill>
                        <a:srgbClr val="DCDEE0"/>
                      </a:solidFill>
                    </a:lnL>
                    <a:lnR w="12700">
                      <a:solidFill>
                        <a:srgbClr val="DCDEE0"/>
                      </a:solidFill>
                    </a:lnR>
                    <a:lnT w="25400">
                      <a:solidFill>
                        <a:srgbClr val="DCDEE0"/>
                      </a:solidFill>
                    </a:lnT>
                    <a:lnB w="12700">
                      <a:solidFill>
                        <a:srgbClr val="DCDEE0"/>
                      </a:solidFill>
                    </a:lnB>
                    <a:solidFill>
                      <a:srgbClr val="91A0A0"/>
                    </a:solidFill>
                  </a:tcPr>
                </a:tc>
                <a:tc>
                  <a:txBody>
                    <a:bodyPr/>
                    <a:lstStyle/>
                    <a:p>
                      <a:pPr defTabSz="1828800">
                        <a:defRPr b="0" sz="1800">
                          <a:solidFill>
                            <a:srgbClr val="000000"/>
                          </a:solidFill>
                        </a:defRPr>
                      </a:pPr>
                      <a:r>
                        <a:rPr sz="2400">
                          <a:latin typeface="Montserrat"/>
                          <a:ea typeface="Montserrat"/>
                          <a:cs typeface="Montserrat"/>
                          <a:sym typeface="Montserrat"/>
                        </a:rPr>
                        <a:t>DIC</a:t>
                      </a:r>
                    </a:p>
                  </a:txBody>
                  <a:tcPr marL="0" marR="0" marT="0" marB="0" anchor="ctr" anchorCtr="0" horzOverflow="overflow">
                    <a:lnL w="12700">
                      <a:solidFill>
                        <a:srgbClr val="DCDEE0"/>
                      </a:solidFill>
                    </a:lnL>
                    <a:lnR w="25400">
                      <a:solidFill>
                        <a:srgbClr val="DCDEE0"/>
                      </a:solidFill>
                    </a:lnR>
                    <a:lnT w="25400">
                      <a:solidFill>
                        <a:srgbClr val="DCDEE0"/>
                      </a:solidFill>
                    </a:lnT>
                    <a:lnB w="12700">
                      <a:solidFill>
                        <a:srgbClr val="DCDEE0"/>
                      </a:solidFill>
                    </a:lnB>
                    <a:solidFill>
                      <a:srgbClr val="F7FCFD"/>
                    </a:solidFill>
                  </a:tcPr>
                </a:tc>
              </a:tr>
              <a:tr h="985539">
                <a:tc>
                  <a:txBody>
                    <a:bodyPr/>
                    <a:lstStyle/>
                    <a:p>
                      <a:pPr lvl="1" algn="l">
                        <a:defRPr sz="2300">
                          <a:latin typeface="Raleway Regular"/>
                          <a:ea typeface="Raleway Regular"/>
                          <a:cs typeface="Raleway Regular"/>
                          <a:sym typeface="Raleway Regular"/>
                        </a:defRPr>
                      </a:pPr>
                      <a:r>
                        <a:rPr>
                          <a:solidFill>
                            <a:srgbClr val="4B4B4B"/>
                          </a:solidFill>
                        </a:rPr>
                        <a:t>Tarea ___________________</a:t>
                      </a:r>
                    </a:p>
                  </a:txBody>
                  <a:tcPr marL="45720" marR="45720" marT="45720" marB="45720" anchor="ctr" anchorCtr="0" horzOverflow="overflow">
                    <a:lnL w="12700">
                      <a:solidFill>
                        <a:srgbClr val="FFFFFF"/>
                      </a:solidFill>
                      <a:bevel/>
                    </a:lnL>
                    <a:lnR w="12700">
                      <a:solidFill>
                        <a:srgbClr val="FFFFFF"/>
                      </a:solidFill>
                      <a:bevel/>
                    </a:lnR>
                    <a:lnT w="12700">
                      <a:solidFill>
                        <a:srgbClr val="FFFFFF"/>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12700">
                      <a:solidFill>
                        <a:srgbClr val="FFFFFF"/>
                      </a:solidFill>
                      <a:beve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DCDEE0"/>
                      </a:solidFil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12700">
                      <a:solidFill>
                        <a:srgbClr val="FFFFFF"/>
                      </a:solidFill>
                      <a:bevel/>
                    </a:lnR>
                    <a:lnT w="12700">
                      <a:solidFill>
                        <a:srgbClr val="DCDEE0"/>
                      </a:solidFill>
                    </a:lnT>
                    <a:lnB w="12700">
                      <a:solidFill>
                        <a:srgbClr val="FFFFFF"/>
                      </a:solidFill>
                      <a:bevel/>
                    </a:lnB>
                    <a:solidFill>
                      <a:srgbClr val="F7FCFD"/>
                    </a:solidFill>
                  </a:tcPr>
                </a:tc>
              </a:tr>
              <a:tr h="985539">
                <a:tc>
                  <a:txBody>
                    <a:bodyPr/>
                    <a:lstStyle/>
                    <a:p>
                      <a:pPr lvl="1" algn="l">
                        <a:defRPr sz="2300">
                          <a:latin typeface="Raleway Regular"/>
                          <a:ea typeface="Raleway Regular"/>
                          <a:cs typeface="Raleway Regular"/>
                          <a:sym typeface="Raleway Regular"/>
                        </a:defRPr>
                      </a:pPr>
                      <a:r>
                        <a:rPr>
                          <a:solidFill>
                            <a:srgbClr val="4B4B4B"/>
                          </a:solidFill>
                        </a:rPr>
                        <a:t>Tarea ___________________</a:t>
                      </a:r>
                    </a:p>
                  </a:txBody>
                  <a:tcPr marL="45720" marR="45720" marT="45720" marB="45720" anchor="ctr" anchorCtr="0" horzOverflow="overflow">
                    <a:lnL w="12700">
                      <a:solidFill>
                        <a:srgbClr val="FFFFFF"/>
                      </a:solidFill>
                      <a:bevel/>
                    </a:lnL>
                    <a:lnR w="12700">
                      <a:solidFill>
                        <a:srgbClr val="FFFFFF"/>
                      </a:solidFill>
                      <a:beve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12700">
                      <a:solidFill>
                        <a:srgbClr val="FFFFFF"/>
                      </a:solidFill>
                      <a:beve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12700">
                      <a:solidFill>
                        <a:srgbClr val="FFFFFF"/>
                      </a:solidFill>
                      <a:bevel/>
                    </a:lnR>
                    <a:lnT w="12700">
                      <a:solidFill>
                        <a:srgbClr val="FFFFFF"/>
                      </a:solidFill>
                      <a:bevel/>
                    </a:lnT>
                    <a:lnB w="12700">
                      <a:solidFill>
                        <a:srgbClr val="FFFFFF"/>
                      </a:solidFill>
                      <a:bevel/>
                    </a:lnB>
                    <a:noFill/>
                  </a:tcPr>
                </a:tc>
              </a:tr>
              <a:tr h="985539">
                <a:tc>
                  <a:txBody>
                    <a:bodyPr/>
                    <a:lstStyle/>
                    <a:p>
                      <a:pPr lvl="1" algn="l">
                        <a:defRPr sz="2300">
                          <a:latin typeface="Raleway Regular"/>
                          <a:ea typeface="Raleway Regular"/>
                          <a:cs typeface="Raleway Regular"/>
                          <a:sym typeface="Raleway Regular"/>
                        </a:defRPr>
                      </a:pPr>
                      <a:r>
                        <a:rPr>
                          <a:solidFill>
                            <a:srgbClr val="4B4B4B"/>
                          </a:solidFill>
                        </a:rPr>
                        <a:t>Tarea ___________________</a:t>
                      </a:r>
                    </a:p>
                  </a:txBody>
                  <a:tcPr marL="45720" marR="45720" marT="45720" marB="45720" anchor="ctr" anchorCtr="0" horzOverflow="overflow">
                    <a:lnL w="12700">
                      <a:solidFill>
                        <a:srgbClr val="FFFFFF"/>
                      </a:solidFill>
                      <a:bevel/>
                    </a:lnL>
                    <a:lnR w="12700">
                      <a:solidFill>
                        <a:srgbClr val="FFFFFF"/>
                      </a:solidFill>
                      <a:beve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12700">
                      <a:solidFill>
                        <a:srgbClr val="FFFFFF"/>
                      </a:solidFill>
                      <a:beve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12700">
                      <a:solidFill>
                        <a:srgbClr val="FFFFFF"/>
                      </a:solidFill>
                      <a:bevel/>
                    </a:lnR>
                    <a:lnT w="12700">
                      <a:solidFill>
                        <a:srgbClr val="FFFFFF"/>
                      </a:solidFill>
                      <a:bevel/>
                    </a:lnT>
                    <a:lnB w="12700">
                      <a:solidFill>
                        <a:srgbClr val="FFFFFF"/>
                      </a:solidFill>
                      <a:bevel/>
                    </a:lnB>
                    <a:solidFill>
                      <a:srgbClr val="F7FCFD"/>
                    </a:solidFill>
                  </a:tcPr>
                </a:tc>
              </a:tr>
              <a:tr h="985539">
                <a:tc>
                  <a:txBody>
                    <a:bodyPr/>
                    <a:lstStyle/>
                    <a:p>
                      <a:pPr lvl="1" algn="l">
                        <a:defRPr sz="2300">
                          <a:latin typeface="Raleway Regular"/>
                          <a:ea typeface="Raleway Regular"/>
                          <a:cs typeface="Raleway Regular"/>
                          <a:sym typeface="Raleway Regular"/>
                        </a:defRPr>
                      </a:pPr>
                      <a:r>
                        <a:rPr>
                          <a:solidFill>
                            <a:srgbClr val="4B4B4B"/>
                          </a:solidFill>
                        </a:rPr>
                        <a:t>Tarea ___________________</a:t>
                      </a:r>
                    </a:p>
                  </a:txBody>
                  <a:tcPr marL="45720" marR="45720" marT="45720" marB="45720" anchor="ctr" anchorCtr="0" horzOverflow="overflow">
                    <a:lnL w="12700">
                      <a:solidFill>
                        <a:srgbClr val="FFFFFF"/>
                      </a:solidFill>
                      <a:bevel/>
                    </a:lnL>
                    <a:lnR w="12700">
                      <a:solidFill>
                        <a:srgbClr val="FFFFFF"/>
                      </a:solidFill>
                      <a:beve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12700">
                      <a:solidFill>
                        <a:srgbClr val="FFFFFF"/>
                      </a:solidFill>
                      <a:beve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12700">
                      <a:solidFill>
                        <a:srgbClr val="FFFFFF"/>
                      </a:solidFill>
                      <a:bevel/>
                    </a:lnR>
                    <a:lnT w="12700">
                      <a:solidFill>
                        <a:srgbClr val="FFFFFF"/>
                      </a:solidFill>
                      <a:bevel/>
                    </a:lnT>
                    <a:lnB w="12700">
                      <a:solidFill>
                        <a:srgbClr val="FFFFFF"/>
                      </a:solidFill>
                      <a:bevel/>
                    </a:lnB>
                    <a:noFill/>
                  </a:tcPr>
                </a:tc>
              </a:tr>
              <a:tr h="985539">
                <a:tc>
                  <a:txBody>
                    <a:bodyPr/>
                    <a:lstStyle/>
                    <a:p>
                      <a:pPr lvl="1" algn="l">
                        <a:defRPr sz="2300">
                          <a:latin typeface="Raleway Regular"/>
                          <a:ea typeface="Raleway Regular"/>
                          <a:cs typeface="Raleway Regular"/>
                          <a:sym typeface="Raleway Regular"/>
                        </a:defRPr>
                      </a:pPr>
                      <a:r>
                        <a:rPr>
                          <a:solidFill>
                            <a:srgbClr val="4B4B4B"/>
                          </a:solidFill>
                        </a:rPr>
                        <a:t>Tarea ___________________</a:t>
                      </a:r>
                    </a:p>
                  </a:txBody>
                  <a:tcPr marL="45720" marR="45720" marT="45720" marB="45720" anchor="ctr" anchorCtr="0" horzOverflow="overflow">
                    <a:lnL w="12700">
                      <a:solidFill>
                        <a:srgbClr val="FFFFFF"/>
                      </a:solidFill>
                      <a:bevel/>
                    </a:lnL>
                    <a:lnR w="12700">
                      <a:solidFill>
                        <a:srgbClr val="FFFFFF"/>
                      </a:solidFill>
                      <a:beve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12700">
                      <a:solidFill>
                        <a:srgbClr val="FFFFFF"/>
                      </a:solidFill>
                      <a:beve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12700">
                      <a:solidFill>
                        <a:srgbClr val="FFFFFF"/>
                      </a:solidFill>
                      <a:bevel/>
                    </a:lnB>
                    <a:solidFill>
                      <a:srgbClr val="F7FCFD"/>
                    </a:solid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12700">
                      <a:solidFill>
                        <a:srgbClr val="FFFFFF"/>
                      </a:solidFill>
                      <a:bevel/>
                    </a:lnR>
                    <a:lnT w="12700">
                      <a:solidFill>
                        <a:srgbClr val="FFFFFF"/>
                      </a:solidFill>
                      <a:bevel/>
                    </a:lnT>
                    <a:lnB w="12700">
                      <a:solidFill>
                        <a:srgbClr val="FFFFFF"/>
                      </a:solidFill>
                      <a:bevel/>
                    </a:lnB>
                    <a:solidFill>
                      <a:srgbClr val="F7FCFD"/>
                    </a:solidFill>
                  </a:tcPr>
                </a:tc>
              </a:tr>
              <a:tr h="985539">
                <a:tc>
                  <a:txBody>
                    <a:bodyPr/>
                    <a:lstStyle/>
                    <a:p>
                      <a:pPr lvl="1" algn="l">
                        <a:defRPr sz="2300">
                          <a:latin typeface="Raleway Regular"/>
                          <a:ea typeface="Raleway Regular"/>
                          <a:cs typeface="Raleway Regular"/>
                          <a:sym typeface="Raleway Regular"/>
                        </a:defRPr>
                      </a:pPr>
                      <a:r>
                        <a:rPr>
                          <a:solidFill>
                            <a:srgbClr val="4B4B4B"/>
                          </a:solidFill>
                        </a:rPr>
                        <a:t>Tarea ___________________</a:t>
                      </a:r>
                    </a:p>
                  </a:txBody>
                  <a:tcPr marL="45720" marR="45720" marT="45720" marB="45720" anchor="ctr" anchorCtr="0" horzOverflow="overflow">
                    <a:lnL w="12700">
                      <a:solidFill>
                        <a:srgbClr val="FFFFFF"/>
                      </a:solidFill>
                      <a:bevel/>
                    </a:lnL>
                    <a:lnR w="12700">
                      <a:solidFill>
                        <a:srgbClr val="FFFFFF"/>
                      </a:solidFill>
                      <a:beve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12700">
                      <a:solidFill>
                        <a:srgbClr val="FFFFFF"/>
                      </a:solidFill>
                      <a:beve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6350">
                      <a:solidFill>
                        <a:srgbClr val="FFFFFF"/>
                      </a:solidFill>
                    </a:lnR>
                    <a:lnT w="12700">
                      <a:solidFill>
                        <a:srgbClr val="FFFFFF"/>
                      </a:solidFill>
                      <a:bevel/>
                    </a:lnT>
                    <a:lnB w="38100">
                      <a:solidFill>
                        <a:srgbClr val="DCDCDC"/>
                      </a:solidFill>
                    </a:lnB>
                    <a:noFill/>
                  </a:tcPr>
                </a:tc>
                <a:tc>
                  <a:txBody>
                    <a:bodyPr/>
                    <a:lstStyle/>
                    <a:p>
                      <a:pPr algn="r">
                        <a:defRPr sz="2200">
                          <a:latin typeface="Lato Regular"/>
                          <a:ea typeface="Lato Regular"/>
                          <a:cs typeface="Lato Regular"/>
                          <a:sym typeface="Lato Regular"/>
                        </a:defRPr>
                      </a:pPr>
                    </a:p>
                  </a:txBody>
                  <a:tcPr marL="45720" marR="45720" marT="45720" marB="45720" anchor="ctr" anchorCtr="0" horzOverflow="overflow">
                    <a:lnL w="6350">
                      <a:solidFill>
                        <a:srgbClr val="FFFFFF"/>
                      </a:solidFill>
                    </a:lnL>
                    <a:lnR w="12700">
                      <a:solidFill>
                        <a:srgbClr val="FFFFFF"/>
                      </a:solidFill>
                      <a:bevel/>
                    </a:lnR>
                    <a:lnT w="12700">
                      <a:solidFill>
                        <a:srgbClr val="FFFFFF"/>
                      </a:solidFill>
                      <a:bevel/>
                    </a:lnT>
                    <a:lnB w="38100">
                      <a:solidFill>
                        <a:srgbClr val="DCDCDC"/>
                      </a:solidFill>
                    </a:lnB>
                    <a:noFill/>
                  </a:tcPr>
                </a:tc>
              </a:tr>
            </a:tbl>
          </a:graphicData>
        </a:graphic>
      </p:graphicFrame>
      <p:sp>
        <p:nvSpPr>
          <p:cNvPr id="10898" name="Shape 10898"/>
          <p:cNvSpPr/>
          <p:nvPr/>
        </p:nvSpPr>
        <p:spPr>
          <a:xfrm>
            <a:off x="9524975" y="11010616"/>
            <a:ext cx="304871" cy="304870"/>
          </a:xfrm>
          <a:prstGeom prst="rect">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899" name="Shape 10899"/>
          <p:cNvSpPr/>
          <p:nvPr/>
        </p:nvSpPr>
        <p:spPr>
          <a:xfrm>
            <a:off x="9973727" y="10940768"/>
            <a:ext cx="1947332" cy="406418"/>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914400">
              <a:lnSpc>
                <a:spcPts val="3400"/>
              </a:lnSpc>
              <a:spcBef>
                <a:spcPts val="600"/>
              </a:spcBef>
              <a:defRPr sz="2200">
                <a:latin typeface="Montserrat"/>
                <a:ea typeface="Montserrat"/>
                <a:cs typeface="Montserrat"/>
                <a:sym typeface="Montserrat"/>
              </a:defRPr>
            </a:lvl1pPr>
          </a:lstStyle>
          <a:p>
            <a:pPr/>
            <a:r>
              <a:t>Completado</a:t>
            </a:r>
          </a:p>
        </p:txBody>
      </p:sp>
      <p:sp>
        <p:nvSpPr>
          <p:cNvPr id="10900" name="Shape 10900"/>
          <p:cNvSpPr/>
          <p:nvPr/>
        </p:nvSpPr>
        <p:spPr>
          <a:xfrm>
            <a:off x="12191994" y="11010616"/>
            <a:ext cx="304870" cy="304870"/>
          </a:xfrm>
          <a:prstGeom prst="rect">
            <a:avLst/>
          </a:prstGeom>
          <a:solidFill>
            <a:srgbClr val="6CC0CC"/>
          </a:solidFill>
          <a:ln w="12700">
            <a:miter lim="400000"/>
            <a:tailEnd type="triangle"/>
          </a:ln>
        </p:spPr>
        <p:txBody>
          <a:bodyPr lIns="121919" tIns="121919" rIns="121919" bIns="121919" anchor="ctr"/>
          <a:lstStyle/>
          <a:p>
            <a:pPr defTabSz="825500">
              <a:defRPr sz="3200"/>
            </a:pPr>
          </a:p>
        </p:txBody>
      </p:sp>
      <p:sp>
        <p:nvSpPr>
          <p:cNvPr id="10901" name="Shape 10901"/>
          <p:cNvSpPr/>
          <p:nvPr/>
        </p:nvSpPr>
        <p:spPr>
          <a:xfrm>
            <a:off x="12640747" y="10940768"/>
            <a:ext cx="2273299" cy="406418"/>
          </a:xfrm>
          <a:prstGeom prst="rect">
            <a:avLst/>
          </a:prstGeom>
          <a:ln w="12700">
            <a:miter lim="400000"/>
          </a:ln>
          <a:extLst>
            <a:ext uri="{C572A759-6A51-4108-AA02-DFA0A04FC94B}">
              <ma14:wrappingTextBoxFlag xmlns:ma14="http://schemas.microsoft.com/office/mac/drawingml/2011/main" val="1"/>
            </a:ext>
          </a:extLst>
        </p:spPr>
        <p:txBody>
          <a:bodyPr lIns="0" tIns="0" rIns="0" bIns="0">
            <a:spAutoFit/>
          </a:bodyPr>
          <a:lstStyle>
            <a:lvl1pPr algn="just" defTabSz="914400">
              <a:lnSpc>
                <a:spcPts val="3400"/>
              </a:lnSpc>
              <a:spcBef>
                <a:spcPts val="600"/>
              </a:spcBef>
              <a:defRPr sz="2200">
                <a:latin typeface="Montserrat"/>
                <a:ea typeface="Montserrat"/>
                <a:cs typeface="Montserrat"/>
                <a:sym typeface="Montserrat"/>
              </a:defRPr>
            </a:lvl1pPr>
          </a:lstStyle>
          <a:p>
            <a:pPr/>
            <a:r>
              <a:t>En proceso</a:t>
            </a:r>
          </a:p>
        </p:txBody>
      </p:sp>
      <p:sp>
        <p:nvSpPr>
          <p:cNvPr id="10902" name="Shape 10902"/>
          <p:cNvSpPr/>
          <p:nvPr/>
        </p:nvSpPr>
        <p:spPr>
          <a:xfrm>
            <a:off x="5945663" y="4666184"/>
            <a:ext cx="2480922" cy="571505"/>
          </a:xfrm>
          <a:prstGeom prst="rect">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903" name="Shape 10903"/>
          <p:cNvSpPr/>
          <p:nvPr/>
        </p:nvSpPr>
        <p:spPr>
          <a:xfrm>
            <a:off x="8843005" y="5547594"/>
            <a:ext cx="1197045" cy="571505"/>
          </a:xfrm>
          <a:prstGeom prst="rect">
            <a:avLst/>
          </a:prstGeom>
          <a:solidFill>
            <a:srgbClr val="6CC0CC"/>
          </a:solidFill>
          <a:ln w="12700">
            <a:miter lim="400000"/>
            <a:tailEnd type="triangle"/>
          </a:ln>
        </p:spPr>
        <p:txBody>
          <a:bodyPr lIns="121919" tIns="121919" rIns="121919" bIns="121919" anchor="ctr"/>
          <a:lstStyle/>
          <a:p>
            <a:pPr defTabSz="825500">
              <a:defRPr sz="3200"/>
            </a:pPr>
          </a:p>
        </p:txBody>
      </p:sp>
      <p:sp>
        <p:nvSpPr>
          <p:cNvPr id="10904" name="Shape 10904"/>
          <p:cNvSpPr/>
          <p:nvPr/>
        </p:nvSpPr>
        <p:spPr>
          <a:xfrm>
            <a:off x="14435814" y="6678572"/>
            <a:ext cx="1197046" cy="571505"/>
          </a:xfrm>
          <a:prstGeom prst="rect">
            <a:avLst/>
          </a:prstGeom>
          <a:solidFill>
            <a:srgbClr val="6CC0CC"/>
          </a:solidFill>
          <a:ln w="12700">
            <a:miter lim="400000"/>
            <a:tailEnd type="triangle"/>
          </a:ln>
        </p:spPr>
        <p:txBody>
          <a:bodyPr lIns="121919" tIns="121919" rIns="121919" bIns="121919" anchor="ctr"/>
          <a:lstStyle/>
          <a:p>
            <a:pPr defTabSz="825500">
              <a:defRPr sz="3200"/>
            </a:pPr>
          </a:p>
        </p:txBody>
      </p:sp>
      <p:sp>
        <p:nvSpPr>
          <p:cNvPr id="10905" name="Shape 10905"/>
          <p:cNvSpPr/>
          <p:nvPr/>
        </p:nvSpPr>
        <p:spPr>
          <a:xfrm>
            <a:off x="14435814" y="8469894"/>
            <a:ext cx="1197046" cy="571505"/>
          </a:xfrm>
          <a:prstGeom prst="rect">
            <a:avLst/>
          </a:prstGeom>
          <a:solidFill>
            <a:srgbClr val="6CC0CC"/>
          </a:solidFill>
          <a:ln w="12700">
            <a:miter lim="400000"/>
            <a:tailEnd type="triangle"/>
          </a:ln>
        </p:spPr>
        <p:txBody>
          <a:bodyPr lIns="121919" tIns="121919" rIns="121919" bIns="121919" anchor="ctr"/>
          <a:lstStyle/>
          <a:p>
            <a:pPr defTabSz="825500">
              <a:defRPr sz="3200"/>
            </a:pPr>
          </a:p>
        </p:txBody>
      </p:sp>
      <p:sp>
        <p:nvSpPr>
          <p:cNvPr id="10906" name="Shape 10906"/>
          <p:cNvSpPr/>
          <p:nvPr/>
        </p:nvSpPr>
        <p:spPr>
          <a:xfrm>
            <a:off x="10240654" y="7688316"/>
            <a:ext cx="2480922" cy="571505"/>
          </a:xfrm>
          <a:prstGeom prst="rect">
            <a:avLst/>
          </a:prstGeom>
          <a:solidFill>
            <a:srgbClr val="234770"/>
          </a:solidFill>
          <a:ln w="12700">
            <a:miter lim="400000"/>
            <a:tailEnd type="triangle"/>
          </a:ln>
        </p:spPr>
        <p:txBody>
          <a:bodyPr lIns="121919" tIns="121919" rIns="121919" bIns="121919" anchor="ctr"/>
          <a:lstStyle/>
          <a:p>
            <a:pPr defTabSz="825500">
              <a:defRPr sz="3200"/>
            </a:pPr>
          </a:p>
        </p:txBody>
      </p:sp>
      <p:sp>
        <p:nvSpPr>
          <p:cNvPr id="10907" name="Shape 10907"/>
          <p:cNvSpPr/>
          <p:nvPr/>
        </p:nvSpPr>
        <p:spPr>
          <a:xfrm>
            <a:off x="16779659" y="9535211"/>
            <a:ext cx="2480922" cy="571505"/>
          </a:xfrm>
          <a:prstGeom prst="rect">
            <a:avLst/>
          </a:prstGeom>
          <a:solidFill>
            <a:srgbClr val="234770"/>
          </a:solidFill>
          <a:ln w="12700">
            <a:miter lim="400000"/>
            <a:tailEnd type="triangle"/>
          </a:ln>
        </p:spPr>
        <p:txBody>
          <a:bodyPr lIns="121919" tIns="121919" rIns="121919" bIns="121919" anchor="ctr"/>
          <a:lstStyle/>
          <a:p>
            <a:pPr defTabSz="825500">
              <a:defRPr sz="3200"/>
            </a:pPr>
          </a:p>
        </p:txBody>
      </p:sp>
    </p:spTree>
  </p:cSld>
  <p:clrMapOvr>
    <a:masterClrMapping/>
  </p:clrMapOvr>
  <p:transition xmlns:p14="http://schemas.microsoft.com/office/powerpoint/2010/main" spd="med" advClick="1" p14:dur="1000"/>
  <p:timing>
    <p:tnLst>
      <p:par>
        <p:cTn id="1" nodeType="tmRoot" restart="never" dur="indefinite" fill="hold">
          <p:childTnLst>
            <p:seq concurrent="1" prevAc="none" nextAc="seek">
              <p:cTn id="2" nodeType="mainSeq" dur="indefinite" fill="hold">
                <p:childTnLst>
                  <p:par>
                    <p:cTn id="3" fill="hold">
                      <p:stCondLst>
                        <p:cond delay="indefinite"/>
                        <p:cond evt="onBegin">
                          <p:tn val="2"/>
                        </p:cond>
                      </p:stCondLst>
                      <p:childTnLst>
                        <p:par>
                          <p:cTn id="4" fill="hold">
                            <p:stCondLst>
                              <p:cond delay="0"/>
                            </p:stCondLst>
                            <p:childTnLst>
                              <p:par>
                                <p:cTn id="5" presetClass="entr" nodeType="afterEffect" presetSubtype="8" presetID="22" grpId="1" fill="hold">
                                  <p:stCondLst>
                                    <p:cond delay="0"/>
                                  </p:stCondLst>
                                  <p:iterate type="el" backwards="0">
                                    <p:tmAbs val="0"/>
                                  </p:iterate>
                                  <p:childTnLst>
                                    <p:set>
                                      <p:cBhvr>
                                        <p:cTn id="6" fill="hold"/>
                                        <p:tgtEl>
                                          <p:spTgt spid="10897"/>
                                        </p:tgtEl>
                                        <p:attrNameLst>
                                          <p:attrName>style.visibility</p:attrName>
                                        </p:attrNameLst>
                                      </p:cBhvr>
                                      <p:to>
                                        <p:strVal val="visible"/>
                                      </p:to>
                                    </p:set>
                                    <p:animEffect filter="wipe(left)" transition="in">
                                      <p:cBhvr>
                                        <p:cTn id="7" dur="1000"/>
                                        <p:tgtEl>
                                          <p:spTgt spid="108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bldLst>
      <p:bldP build="whole" bldLvl="1" animBg="1" rev="0" advAuto="0" spid="10897" grpId="1"/>
    </p:bldLst>
  </p:timing>
</p:sld>
</file>

<file path=ppt/slides/slide282.xml><?xml version="1.0" encoding="utf-8"?>
<p:sld xmlns:a="http://schemas.openxmlformats.org/drawingml/2006/main" xmlns:r="http://schemas.openxmlformats.org/officeDocument/2006/relationships" xmlns:p="http://schemas.openxmlformats.org/presentationml/2006/main" showMasterSp="1" showMasterPhAnim="1">
  <p:cSld>
    <p:spTree>
      <p:nvGrpSpPr>
        <p:cNvPr id="1" name=""/>
        <p:cNvGrpSpPr/>
        <p:nvPr/>
      </p:nvGrpSpPr>
      <p:grpSpPr>
        <a:xfrm>
          <a:off x="0" y="0"/>
          <a:ext cx="0" cy="0"/>
          <a:chOff x="0" y="0"/>
          <a:chExt cx="0" cy="0"/>
        </a:xfrm>
      </p:grpSpPr>
      <p:sp>
        <p:nvSpPr>
          <p:cNvPr id="10909" name="Shape 10909"/>
          <p:cNvSpPr/>
          <p:nvPr>
            <p:ph type="title"/>
          </p:nvPr>
        </p:nvSpPr>
        <p:spPr>
          <a:prstGeom prst="rect">
            <a:avLst/>
          </a:prstGeom>
        </p:spPr>
        <p:txBody>
          <a:bodyPr/>
          <a:lstStyle/>
          <a:p>
            <a:pPr/>
            <a:r>
              <a:t>Iconos </a:t>
            </a:r>
          </a:p>
        </p:txBody>
      </p:sp>
      <p:sp>
        <p:nvSpPr>
          <p:cNvPr id="10910" name="Shape 10910"/>
          <p:cNvSpPr/>
          <p:nvPr/>
        </p:nvSpPr>
        <p:spPr>
          <a:xfrm>
            <a:off x="1758542" y="394590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1" name="Shape 10911"/>
          <p:cNvSpPr/>
          <p:nvPr/>
        </p:nvSpPr>
        <p:spPr>
          <a:xfrm>
            <a:off x="2825063" y="394590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2" name="Shape 10912"/>
          <p:cNvSpPr/>
          <p:nvPr/>
        </p:nvSpPr>
        <p:spPr>
          <a:xfrm>
            <a:off x="3891586" y="394590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3" name="Shape 10913"/>
          <p:cNvSpPr/>
          <p:nvPr/>
        </p:nvSpPr>
        <p:spPr>
          <a:xfrm>
            <a:off x="5034288" y="3945904"/>
            <a:ext cx="40629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4" name="Shape 10914"/>
          <p:cNvSpPr/>
          <p:nvPr/>
        </p:nvSpPr>
        <p:spPr>
          <a:xfrm>
            <a:off x="6100810" y="3945904"/>
            <a:ext cx="40629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5" name="Shape 10915"/>
          <p:cNvSpPr/>
          <p:nvPr/>
        </p:nvSpPr>
        <p:spPr>
          <a:xfrm>
            <a:off x="7141939" y="3945902"/>
            <a:ext cx="457083"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6" name="Shape 10916"/>
          <p:cNvSpPr/>
          <p:nvPr/>
        </p:nvSpPr>
        <p:spPr>
          <a:xfrm>
            <a:off x="8208460" y="3945904"/>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7" name="Shape 10917"/>
          <p:cNvSpPr/>
          <p:nvPr/>
        </p:nvSpPr>
        <p:spPr>
          <a:xfrm>
            <a:off x="9274982" y="3945904"/>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8" name="Shape 10918"/>
          <p:cNvSpPr/>
          <p:nvPr/>
        </p:nvSpPr>
        <p:spPr>
          <a:xfrm>
            <a:off x="10341505" y="3945904"/>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19" name="Shape 10919"/>
          <p:cNvSpPr/>
          <p:nvPr/>
        </p:nvSpPr>
        <p:spPr>
          <a:xfrm>
            <a:off x="11408027" y="3945902"/>
            <a:ext cx="457083"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0" name="Shape 10920"/>
          <p:cNvSpPr/>
          <p:nvPr/>
        </p:nvSpPr>
        <p:spPr>
          <a:xfrm>
            <a:off x="1809327" y="5012425"/>
            <a:ext cx="457083"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1" name="Shape 10921"/>
          <p:cNvSpPr/>
          <p:nvPr/>
        </p:nvSpPr>
        <p:spPr>
          <a:xfrm>
            <a:off x="2825063"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2" name="Shape 10922"/>
          <p:cNvSpPr/>
          <p:nvPr/>
        </p:nvSpPr>
        <p:spPr>
          <a:xfrm>
            <a:off x="3942372" y="5012425"/>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3" name="Shape 10923"/>
          <p:cNvSpPr/>
          <p:nvPr/>
        </p:nvSpPr>
        <p:spPr>
          <a:xfrm>
            <a:off x="5008895" y="5012425"/>
            <a:ext cx="457082"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4" name="Shape 10924"/>
          <p:cNvSpPr/>
          <p:nvPr/>
        </p:nvSpPr>
        <p:spPr>
          <a:xfrm>
            <a:off x="6024629" y="5101302"/>
            <a:ext cx="558656" cy="3809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5" name="Shape 10925"/>
          <p:cNvSpPr/>
          <p:nvPr/>
        </p:nvSpPr>
        <p:spPr>
          <a:xfrm>
            <a:off x="7091153"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6" name="Shape 10926"/>
          <p:cNvSpPr/>
          <p:nvPr/>
        </p:nvSpPr>
        <p:spPr>
          <a:xfrm>
            <a:off x="8208460" y="5063213"/>
            <a:ext cx="457083"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7" name="Shape 10927"/>
          <p:cNvSpPr/>
          <p:nvPr/>
        </p:nvSpPr>
        <p:spPr>
          <a:xfrm>
            <a:off x="9224196"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8" name="Shape 10928"/>
          <p:cNvSpPr/>
          <p:nvPr/>
        </p:nvSpPr>
        <p:spPr>
          <a:xfrm>
            <a:off x="10290719"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29" name="Shape 10929"/>
          <p:cNvSpPr/>
          <p:nvPr/>
        </p:nvSpPr>
        <p:spPr>
          <a:xfrm>
            <a:off x="11357240"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0" name="Shape 10930"/>
          <p:cNvSpPr/>
          <p:nvPr/>
        </p:nvSpPr>
        <p:spPr>
          <a:xfrm>
            <a:off x="1758542"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1" name="Shape 10931"/>
          <p:cNvSpPr/>
          <p:nvPr/>
        </p:nvSpPr>
        <p:spPr>
          <a:xfrm>
            <a:off x="2825063" y="6129735"/>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2" name="Shape 10932"/>
          <p:cNvSpPr/>
          <p:nvPr/>
        </p:nvSpPr>
        <p:spPr>
          <a:xfrm>
            <a:off x="3891586"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3" name="Shape 10933"/>
          <p:cNvSpPr/>
          <p:nvPr/>
        </p:nvSpPr>
        <p:spPr>
          <a:xfrm>
            <a:off x="4958107" y="6294792"/>
            <a:ext cx="558656" cy="1269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4" name="Shape 10934"/>
          <p:cNvSpPr/>
          <p:nvPr/>
        </p:nvSpPr>
        <p:spPr>
          <a:xfrm>
            <a:off x="6024629"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5" name="Shape 10935"/>
          <p:cNvSpPr/>
          <p:nvPr/>
        </p:nvSpPr>
        <p:spPr>
          <a:xfrm>
            <a:off x="7091153"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6" name="Shape 10936"/>
          <p:cNvSpPr/>
          <p:nvPr/>
        </p:nvSpPr>
        <p:spPr>
          <a:xfrm>
            <a:off x="8157674"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7" name="Shape 10937"/>
          <p:cNvSpPr/>
          <p:nvPr/>
        </p:nvSpPr>
        <p:spPr>
          <a:xfrm>
            <a:off x="9224196" y="6104340"/>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8" name="Shape 10938"/>
          <p:cNvSpPr/>
          <p:nvPr/>
        </p:nvSpPr>
        <p:spPr>
          <a:xfrm>
            <a:off x="10290719" y="6104340"/>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39" name="Shape 10939"/>
          <p:cNvSpPr/>
          <p:nvPr/>
        </p:nvSpPr>
        <p:spPr>
          <a:xfrm>
            <a:off x="11357240" y="6104340"/>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0" name="Shape 10940"/>
          <p:cNvSpPr/>
          <p:nvPr/>
        </p:nvSpPr>
        <p:spPr>
          <a:xfrm>
            <a:off x="1758542"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1" name="Shape 10941"/>
          <p:cNvSpPr/>
          <p:nvPr/>
        </p:nvSpPr>
        <p:spPr>
          <a:xfrm>
            <a:off x="2825063"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2" name="Shape 10942"/>
          <p:cNvSpPr/>
          <p:nvPr/>
        </p:nvSpPr>
        <p:spPr>
          <a:xfrm>
            <a:off x="3891586"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3" name="Shape 10943"/>
          <p:cNvSpPr/>
          <p:nvPr/>
        </p:nvSpPr>
        <p:spPr>
          <a:xfrm>
            <a:off x="4958107"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4" name="Shape 10944"/>
          <p:cNvSpPr/>
          <p:nvPr/>
        </p:nvSpPr>
        <p:spPr>
          <a:xfrm>
            <a:off x="6024629" y="7196256"/>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5" name="Shape 10945"/>
          <p:cNvSpPr/>
          <p:nvPr/>
        </p:nvSpPr>
        <p:spPr>
          <a:xfrm>
            <a:off x="7091153"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6" name="Shape 10946"/>
          <p:cNvSpPr/>
          <p:nvPr/>
        </p:nvSpPr>
        <p:spPr>
          <a:xfrm>
            <a:off x="8157674" y="7196256"/>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7" name="Shape 10947"/>
          <p:cNvSpPr/>
          <p:nvPr/>
        </p:nvSpPr>
        <p:spPr>
          <a:xfrm>
            <a:off x="9224196"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8" name="Shape 10948"/>
          <p:cNvSpPr/>
          <p:nvPr/>
        </p:nvSpPr>
        <p:spPr>
          <a:xfrm>
            <a:off x="10290719"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49" name="Shape 10949"/>
          <p:cNvSpPr/>
          <p:nvPr/>
        </p:nvSpPr>
        <p:spPr>
          <a:xfrm>
            <a:off x="11357240"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0" name="Shape 10950"/>
          <p:cNvSpPr/>
          <p:nvPr/>
        </p:nvSpPr>
        <p:spPr>
          <a:xfrm>
            <a:off x="1758542" y="8262779"/>
            <a:ext cx="558656" cy="457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1" name="Shape 10951"/>
          <p:cNvSpPr/>
          <p:nvPr/>
        </p:nvSpPr>
        <p:spPr>
          <a:xfrm>
            <a:off x="2825063" y="8262779"/>
            <a:ext cx="558656" cy="4571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2" name="Shape 10952"/>
          <p:cNvSpPr/>
          <p:nvPr/>
        </p:nvSpPr>
        <p:spPr>
          <a:xfrm>
            <a:off x="3891586" y="8211991"/>
            <a:ext cx="558656"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3" name="Shape 10953"/>
          <p:cNvSpPr/>
          <p:nvPr/>
        </p:nvSpPr>
        <p:spPr>
          <a:xfrm>
            <a:off x="4958107" y="8211991"/>
            <a:ext cx="558656"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4" name="Shape 10954"/>
          <p:cNvSpPr/>
          <p:nvPr/>
        </p:nvSpPr>
        <p:spPr>
          <a:xfrm>
            <a:off x="6024629" y="8211991"/>
            <a:ext cx="558656" cy="5586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5" name="Shape 10955"/>
          <p:cNvSpPr/>
          <p:nvPr/>
        </p:nvSpPr>
        <p:spPr>
          <a:xfrm>
            <a:off x="7091153" y="8224698"/>
            <a:ext cx="558656" cy="545953"/>
          </a:xfrm>
          <a:custGeom>
            <a:avLst/>
            <a:gdLst/>
            <a:ahLst/>
            <a:cxnLst>
              <a:cxn ang="0">
                <a:pos x="wd2" y="hd2"/>
              </a:cxn>
              <a:cxn ang="5400000">
                <a:pos x="wd2" y="hd2"/>
              </a:cxn>
              <a:cxn ang="10800000">
                <a:pos x="wd2" y="hd2"/>
              </a:cxn>
              <a:cxn ang="16200000">
                <a:pos x="wd2" y="hd2"/>
              </a:cxn>
            </a:cxnLst>
            <a:rect l="0" t="0" r="r" b="b"/>
            <a:pathLst>
              <a:path w="21600" h="21319" fill="norm" stroke="1"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6" name="Shape 10956"/>
          <p:cNvSpPr/>
          <p:nvPr/>
        </p:nvSpPr>
        <p:spPr>
          <a:xfrm>
            <a:off x="8157674" y="821199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7" name="Shape 10957"/>
          <p:cNvSpPr/>
          <p:nvPr/>
        </p:nvSpPr>
        <p:spPr>
          <a:xfrm>
            <a:off x="9224196" y="821199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8" name="Shape 10958"/>
          <p:cNvSpPr/>
          <p:nvPr/>
        </p:nvSpPr>
        <p:spPr>
          <a:xfrm>
            <a:off x="10290719" y="821199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59" name="Shape 10959"/>
          <p:cNvSpPr/>
          <p:nvPr/>
        </p:nvSpPr>
        <p:spPr>
          <a:xfrm>
            <a:off x="11382633" y="8211993"/>
            <a:ext cx="507870"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0" name="Shape 10960"/>
          <p:cNvSpPr/>
          <p:nvPr/>
        </p:nvSpPr>
        <p:spPr>
          <a:xfrm>
            <a:off x="1758542"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1" name="Shape 10961"/>
          <p:cNvSpPr/>
          <p:nvPr/>
        </p:nvSpPr>
        <p:spPr>
          <a:xfrm>
            <a:off x="2825063"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2" name="Shape 10962"/>
          <p:cNvSpPr/>
          <p:nvPr/>
        </p:nvSpPr>
        <p:spPr>
          <a:xfrm>
            <a:off x="3916979" y="9278515"/>
            <a:ext cx="507870"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3" name="Shape 10963"/>
          <p:cNvSpPr/>
          <p:nvPr/>
        </p:nvSpPr>
        <p:spPr>
          <a:xfrm>
            <a:off x="5059681" y="9278515"/>
            <a:ext cx="355509"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4" name="Shape 10964"/>
          <p:cNvSpPr/>
          <p:nvPr/>
        </p:nvSpPr>
        <p:spPr>
          <a:xfrm>
            <a:off x="6024629"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5" name="Shape 10965"/>
          <p:cNvSpPr/>
          <p:nvPr/>
        </p:nvSpPr>
        <p:spPr>
          <a:xfrm>
            <a:off x="7091153"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6" name="Shape 10966"/>
          <p:cNvSpPr/>
          <p:nvPr/>
        </p:nvSpPr>
        <p:spPr>
          <a:xfrm>
            <a:off x="8157674"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7" name="Shape 10967"/>
          <p:cNvSpPr/>
          <p:nvPr/>
        </p:nvSpPr>
        <p:spPr>
          <a:xfrm>
            <a:off x="9224196"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8" name="Shape 10968"/>
          <p:cNvSpPr/>
          <p:nvPr/>
        </p:nvSpPr>
        <p:spPr>
          <a:xfrm>
            <a:off x="10290719"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69" name="Shape 10969"/>
          <p:cNvSpPr/>
          <p:nvPr/>
        </p:nvSpPr>
        <p:spPr>
          <a:xfrm>
            <a:off x="11357240"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0" name="Shape 10970"/>
          <p:cNvSpPr/>
          <p:nvPr/>
        </p:nvSpPr>
        <p:spPr>
          <a:xfrm>
            <a:off x="12550730" y="3945923"/>
            <a:ext cx="457082"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1" name="Shape 10971"/>
          <p:cNvSpPr/>
          <p:nvPr/>
        </p:nvSpPr>
        <p:spPr>
          <a:xfrm>
            <a:off x="13617252" y="3945923"/>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2" name="Shape 10972"/>
          <p:cNvSpPr/>
          <p:nvPr/>
        </p:nvSpPr>
        <p:spPr>
          <a:xfrm>
            <a:off x="14632987"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3" name="Shape 10973"/>
          <p:cNvSpPr/>
          <p:nvPr/>
        </p:nvSpPr>
        <p:spPr>
          <a:xfrm>
            <a:off x="15699509" y="3971314"/>
            <a:ext cx="558656" cy="507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4" name="Shape 10974"/>
          <p:cNvSpPr/>
          <p:nvPr/>
        </p:nvSpPr>
        <p:spPr>
          <a:xfrm>
            <a:off x="16766032" y="3971314"/>
            <a:ext cx="558656" cy="507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5" name="Shape 10975"/>
          <p:cNvSpPr/>
          <p:nvPr/>
        </p:nvSpPr>
        <p:spPr>
          <a:xfrm>
            <a:off x="17832554"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6" name="Shape 10976"/>
          <p:cNvSpPr/>
          <p:nvPr/>
        </p:nvSpPr>
        <p:spPr>
          <a:xfrm>
            <a:off x="18899077"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7" name="Shape 10977"/>
          <p:cNvSpPr/>
          <p:nvPr/>
        </p:nvSpPr>
        <p:spPr>
          <a:xfrm>
            <a:off x="19965598"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8" name="Shape 10978"/>
          <p:cNvSpPr/>
          <p:nvPr/>
        </p:nvSpPr>
        <p:spPr>
          <a:xfrm>
            <a:off x="21032120"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79" name="Shape 10979"/>
          <p:cNvSpPr/>
          <p:nvPr/>
        </p:nvSpPr>
        <p:spPr>
          <a:xfrm>
            <a:off x="22098643" y="3996709"/>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0" name="Shape 10980"/>
          <p:cNvSpPr/>
          <p:nvPr/>
        </p:nvSpPr>
        <p:spPr>
          <a:xfrm>
            <a:off x="12499943" y="5037837"/>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1" name="Shape 10981"/>
          <p:cNvSpPr/>
          <p:nvPr/>
        </p:nvSpPr>
        <p:spPr>
          <a:xfrm>
            <a:off x="13566466" y="5088625"/>
            <a:ext cx="558656" cy="4062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2" name="Shape 10982"/>
          <p:cNvSpPr/>
          <p:nvPr/>
        </p:nvSpPr>
        <p:spPr>
          <a:xfrm>
            <a:off x="14632987"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3" name="Shape 10983"/>
          <p:cNvSpPr/>
          <p:nvPr/>
        </p:nvSpPr>
        <p:spPr>
          <a:xfrm>
            <a:off x="15699509"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4" name="Shape 10984"/>
          <p:cNvSpPr/>
          <p:nvPr/>
        </p:nvSpPr>
        <p:spPr>
          <a:xfrm>
            <a:off x="16766032" y="501244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5" name="Shape 10985"/>
          <p:cNvSpPr/>
          <p:nvPr/>
        </p:nvSpPr>
        <p:spPr>
          <a:xfrm>
            <a:off x="17832554" y="501244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6" name="Shape 10986"/>
          <p:cNvSpPr/>
          <p:nvPr/>
        </p:nvSpPr>
        <p:spPr>
          <a:xfrm>
            <a:off x="18899077" y="501244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7" name="Shape 10987"/>
          <p:cNvSpPr/>
          <p:nvPr/>
        </p:nvSpPr>
        <p:spPr>
          <a:xfrm>
            <a:off x="19965598"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8" name="Shape 10988"/>
          <p:cNvSpPr/>
          <p:nvPr/>
        </p:nvSpPr>
        <p:spPr>
          <a:xfrm>
            <a:off x="21032120" y="5037837"/>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89" name="Shape 10989"/>
          <p:cNvSpPr/>
          <p:nvPr/>
        </p:nvSpPr>
        <p:spPr>
          <a:xfrm>
            <a:off x="22098643"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0" name="Shape 10990"/>
          <p:cNvSpPr/>
          <p:nvPr/>
        </p:nvSpPr>
        <p:spPr>
          <a:xfrm>
            <a:off x="12499937" y="6078960"/>
            <a:ext cx="558927" cy="558912"/>
          </a:xfrm>
          <a:custGeom>
            <a:avLst/>
            <a:gdLst/>
            <a:ahLst/>
            <a:cxnLst>
              <a:cxn ang="0">
                <a:pos x="wd2" y="hd2"/>
              </a:cxn>
              <a:cxn ang="5400000">
                <a:pos x="wd2" y="hd2"/>
              </a:cxn>
              <a:cxn ang="10800000">
                <a:pos x="wd2" y="hd2"/>
              </a:cxn>
              <a:cxn ang="16200000">
                <a:pos x="wd2" y="hd2"/>
              </a:cxn>
            </a:cxnLst>
            <a:rect l="0" t="0" r="r" b="b"/>
            <a:pathLst>
              <a:path w="21410" h="21410" fill="norm" stroke="1"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1" name="Shape 10991"/>
          <p:cNvSpPr/>
          <p:nvPr/>
        </p:nvSpPr>
        <p:spPr>
          <a:xfrm>
            <a:off x="13566466" y="6078966"/>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2" name="Shape 10992"/>
          <p:cNvSpPr/>
          <p:nvPr/>
        </p:nvSpPr>
        <p:spPr>
          <a:xfrm>
            <a:off x="14632987" y="6129752"/>
            <a:ext cx="558656" cy="4570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3" name="Shape 10993"/>
          <p:cNvSpPr/>
          <p:nvPr/>
        </p:nvSpPr>
        <p:spPr>
          <a:xfrm>
            <a:off x="15699509" y="6129754"/>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4" name="Shape 10994"/>
          <p:cNvSpPr/>
          <p:nvPr/>
        </p:nvSpPr>
        <p:spPr>
          <a:xfrm>
            <a:off x="16766032" y="6129754"/>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5" name="Shape 10995"/>
          <p:cNvSpPr/>
          <p:nvPr/>
        </p:nvSpPr>
        <p:spPr>
          <a:xfrm>
            <a:off x="17832554" y="6129752"/>
            <a:ext cx="558656" cy="4570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6" name="Shape 10996"/>
          <p:cNvSpPr/>
          <p:nvPr/>
        </p:nvSpPr>
        <p:spPr>
          <a:xfrm>
            <a:off x="18899077" y="6104359"/>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7" name="Shape 10997"/>
          <p:cNvSpPr/>
          <p:nvPr/>
        </p:nvSpPr>
        <p:spPr>
          <a:xfrm>
            <a:off x="19965598" y="6129752"/>
            <a:ext cx="558656" cy="4570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8" name="Shape 10998"/>
          <p:cNvSpPr/>
          <p:nvPr/>
        </p:nvSpPr>
        <p:spPr>
          <a:xfrm>
            <a:off x="21032120" y="6078966"/>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0999" name="Shape 10999"/>
          <p:cNvSpPr/>
          <p:nvPr/>
        </p:nvSpPr>
        <p:spPr>
          <a:xfrm>
            <a:off x="22098643" y="6078966"/>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0" name="Shape 11000"/>
          <p:cNvSpPr/>
          <p:nvPr/>
        </p:nvSpPr>
        <p:spPr>
          <a:xfrm>
            <a:off x="12499943"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1" name="Shape 11001"/>
          <p:cNvSpPr/>
          <p:nvPr/>
        </p:nvSpPr>
        <p:spPr>
          <a:xfrm>
            <a:off x="13566466" y="7170881"/>
            <a:ext cx="558656" cy="5079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2" name="Shape 11002"/>
          <p:cNvSpPr/>
          <p:nvPr/>
        </p:nvSpPr>
        <p:spPr>
          <a:xfrm>
            <a:off x="14632987" y="7196276"/>
            <a:ext cx="558656" cy="4571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3" name="Shape 11003"/>
          <p:cNvSpPr/>
          <p:nvPr/>
        </p:nvSpPr>
        <p:spPr>
          <a:xfrm>
            <a:off x="15699509" y="7145490"/>
            <a:ext cx="558595" cy="558682"/>
          </a:xfrm>
          <a:custGeom>
            <a:avLst/>
            <a:gdLst/>
            <a:ahLst/>
            <a:cxnLst>
              <a:cxn ang="0">
                <a:pos x="wd2" y="hd2"/>
              </a:cxn>
              <a:cxn ang="5400000">
                <a:pos x="wd2" y="hd2"/>
              </a:cxn>
              <a:cxn ang="10800000">
                <a:pos x="wd2" y="hd2"/>
              </a:cxn>
              <a:cxn ang="16200000">
                <a:pos x="wd2" y="hd2"/>
              </a:cxn>
            </a:cxnLst>
            <a:rect l="0" t="0" r="r" b="b"/>
            <a:pathLst>
              <a:path w="21278" h="21600" fill="norm" stroke="1"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4" name="Shape 11004"/>
          <p:cNvSpPr/>
          <p:nvPr/>
        </p:nvSpPr>
        <p:spPr>
          <a:xfrm>
            <a:off x="16766032" y="7145499"/>
            <a:ext cx="558656" cy="558643"/>
          </a:xfrm>
          <a:custGeom>
            <a:avLst/>
            <a:gdLst/>
            <a:ahLst/>
            <a:cxnLst>
              <a:cxn ang="0">
                <a:pos x="wd2" y="hd2"/>
              </a:cxn>
              <a:cxn ang="5400000">
                <a:pos x="wd2" y="hd2"/>
              </a:cxn>
              <a:cxn ang="10800000">
                <a:pos x="wd2" y="hd2"/>
              </a:cxn>
              <a:cxn ang="16200000">
                <a:pos x="wd2" y="hd2"/>
              </a:cxn>
            </a:cxnLst>
            <a:rect l="0" t="0" r="r" b="b"/>
            <a:pathLst>
              <a:path w="21600" h="21583" fill="norm" stroke="1"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5" name="Shape 11005"/>
          <p:cNvSpPr/>
          <p:nvPr/>
        </p:nvSpPr>
        <p:spPr>
          <a:xfrm>
            <a:off x="17832554" y="7170890"/>
            <a:ext cx="558656" cy="508053"/>
          </a:xfrm>
          <a:custGeom>
            <a:avLst/>
            <a:gdLst/>
            <a:ahLst/>
            <a:cxnLst>
              <a:cxn ang="0">
                <a:pos x="wd2" y="hd2"/>
              </a:cxn>
              <a:cxn ang="5400000">
                <a:pos x="wd2" y="hd2"/>
              </a:cxn>
              <a:cxn ang="10800000">
                <a:pos x="wd2" y="hd2"/>
              </a:cxn>
              <a:cxn ang="16200000">
                <a:pos x="wd2" y="hd2"/>
              </a:cxn>
            </a:cxnLst>
            <a:rect l="0" t="0" r="r" b="b"/>
            <a:pathLst>
              <a:path w="21600" h="21144" fill="norm" stroke="1"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6" name="Shape 11006"/>
          <p:cNvSpPr/>
          <p:nvPr/>
        </p:nvSpPr>
        <p:spPr>
          <a:xfrm>
            <a:off x="18899077" y="7247063"/>
            <a:ext cx="558656" cy="3555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7" name="Shape 11007"/>
          <p:cNvSpPr/>
          <p:nvPr/>
        </p:nvSpPr>
        <p:spPr>
          <a:xfrm>
            <a:off x="19965598"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8" name="Shape 11008"/>
          <p:cNvSpPr/>
          <p:nvPr/>
        </p:nvSpPr>
        <p:spPr>
          <a:xfrm>
            <a:off x="21032120"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09" name="Shape 11009"/>
          <p:cNvSpPr/>
          <p:nvPr/>
        </p:nvSpPr>
        <p:spPr>
          <a:xfrm>
            <a:off x="22098643"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0" name="Shape 11010"/>
          <p:cNvSpPr/>
          <p:nvPr/>
        </p:nvSpPr>
        <p:spPr>
          <a:xfrm>
            <a:off x="12499943" y="8262797"/>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1" name="Shape 11011"/>
          <p:cNvSpPr/>
          <p:nvPr/>
        </p:nvSpPr>
        <p:spPr>
          <a:xfrm>
            <a:off x="13617252" y="8212011"/>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2" name="Shape 11012"/>
          <p:cNvSpPr/>
          <p:nvPr/>
        </p:nvSpPr>
        <p:spPr>
          <a:xfrm>
            <a:off x="14721865" y="8212011"/>
            <a:ext cx="38090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3" name="Shape 11013"/>
          <p:cNvSpPr/>
          <p:nvPr/>
        </p:nvSpPr>
        <p:spPr>
          <a:xfrm>
            <a:off x="15699509" y="8212011"/>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4" name="Shape 11014"/>
          <p:cNvSpPr/>
          <p:nvPr/>
        </p:nvSpPr>
        <p:spPr>
          <a:xfrm>
            <a:off x="16766032" y="8212011"/>
            <a:ext cx="558811"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5" name="Shape 11015"/>
          <p:cNvSpPr/>
          <p:nvPr/>
        </p:nvSpPr>
        <p:spPr>
          <a:xfrm>
            <a:off x="17959520" y="8212011"/>
            <a:ext cx="30473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6" name="Shape 11016"/>
          <p:cNvSpPr/>
          <p:nvPr/>
        </p:nvSpPr>
        <p:spPr>
          <a:xfrm>
            <a:off x="18899077" y="8262797"/>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7" name="Shape 11017"/>
          <p:cNvSpPr/>
          <p:nvPr/>
        </p:nvSpPr>
        <p:spPr>
          <a:xfrm>
            <a:off x="20016385" y="8212011"/>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8" name="Shape 11018"/>
          <p:cNvSpPr/>
          <p:nvPr/>
        </p:nvSpPr>
        <p:spPr>
          <a:xfrm>
            <a:off x="21032120" y="8212011"/>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19" name="Shape 11019"/>
          <p:cNvSpPr/>
          <p:nvPr/>
        </p:nvSpPr>
        <p:spPr>
          <a:xfrm>
            <a:off x="22098643" y="8212011"/>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234770"/>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Tree>
  </p:cSld>
  <p:clrMapOvr>
    <a:masterClrMapping/>
  </p:clrMapOvr>
  <p:transition xmlns:p14="http://schemas.microsoft.com/office/powerpoint/2010/main" spd="med" advClick="1" p14:dur="1000"/>
</p:sld>
</file>

<file path=ppt/slides/slide283.xml><?xml version="1.0" encoding="utf-8"?>
<p:sld xmlns:a="http://schemas.openxmlformats.org/drawingml/2006/main" xmlns:r="http://schemas.openxmlformats.org/officeDocument/2006/relationships" xmlns:p="http://schemas.openxmlformats.org/presentationml/2006/main" showMasterSp="1" showMasterPhAnim="1">
  <p:cSld>
    <p:bg>
      <p:bgPr>
        <a:solidFill>
          <a:srgbClr val="000000"/>
        </a:solidFill>
      </p:bgPr>
    </p:bg>
    <p:spTree>
      <p:nvGrpSpPr>
        <p:cNvPr id="1" name=""/>
        <p:cNvGrpSpPr/>
        <p:nvPr/>
      </p:nvGrpSpPr>
      <p:grpSpPr>
        <a:xfrm>
          <a:off x="0" y="0"/>
          <a:ext cx="0" cy="0"/>
          <a:chOff x="0" y="0"/>
          <a:chExt cx="0" cy="0"/>
        </a:xfrm>
      </p:grpSpPr>
      <p:sp>
        <p:nvSpPr>
          <p:cNvPr id="11023" name="Shape 11023"/>
          <p:cNvSpPr/>
          <p:nvPr>
            <p:ph type="title"/>
          </p:nvPr>
        </p:nvSpPr>
        <p:spPr>
          <a:prstGeom prst="rect">
            <a:avLst/>
          </a:prstGeom>
        </p:spPr>
        <p:txBody>
          <a:bodyPr/>
          <a:lstStyle/>
          <a:p>
            <a:pPr/>
            <a:r>
              <a:t>Iconos </a:t>
            </a:r>
          </a:p>
        </p:txBody>
      </p:sp>
      <p:sp>
        <p:nvSpPr>
          <p:cNvPr id="11024" name="Shape 11024"/>
          <p:cNvSpPr/>
          <p:nvPr/>
        </p:nvSpPr>
        <p:spPr>
          <a:xfrm>
            <a:off x="1758542" y="394590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25" name="Shape 11025"/>
          <p:cNvSpPr/>
          <p:nvPr/>
        </p:nvSpPr>
        <p:spPr>
          <a:xfrm>
            <a:off x="2825063" y="394590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26" name="Shape 11026"/>
          <p:cNvSpPr/>
          <p:nvPr/>
        </p:nvSpPr>
        <p:spPr>
          <a:xfrm>
            <a:off x="3891586" y="394590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27" name="Shape 11027"/>
          <p:cNvSpPr/>
          <p:nvPr/>
        </p:nvSpPr>
        <p:spPr>
          <a:xfrm>
            <a:off x="5034288" y="3945904"/>
            <a:ext cx="40629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28" name="Shape 11028"/>
          <p:cNvSpPr/>
          <p:nvPr/>
        </p:nvSpPr>
        <p:spPr>
          <a:xfrm>
            <a:off x="6100810" y="3945904"/>
            <a:ext cx="40629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29" name="Shape 11029"/>
          <p:cNvSpPr/>
          <p:nvPr/>
        </p:nvSpPr>
        <p:spPr>
          <a:xfrm>
            <a:off x="7141939" y="3945902"/>
            <a:ext cx="457083"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0" name="Shape 11030"/>
          <p:cNvSpPr/>
          <p:nvPr/>
        </p:nvSpPr>
        <p:spPr>
          <a:xfrm>
            <a:off x="8208460" y="3945904"/>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1" name="Shape 11031"/>
          <p:cNvSpPr/>
          <p:nvPr/>
        </p:nvSpPr>
        <p:spPr>
          <a:xfrm>
            <a:off x="9274982" y="3945904"/>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2" name="Shape 11032"/>
          <p:cNvSpPr/>
          <p:nvPr/>
        </p:nvSpPr>
        <p:spPr>
          <a:xfrm>
            <a:off x="10341505" y="3945904"/>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3" name="Shape 11033"/>
          <p:cNvSpPr/>
          <p:nvPr/>
        </p:nvSpPr>
        <p:spPr>
          <a:xfrm>
            <a:off x="11408027" y="3945902"/>
            <a:ext cx="457083"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4" name="Shape 11034"/>
          <p:cNvSpPr/>
          <p:nvPr/>
        </p:nvSpPr>
        <p:spPr>
          <a:xfrm>
            <a:off x="1809327" y="5012425"/>
            <a:ext cx="457083"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5" name="Shape 11035"/>
          <p:cNvSpPr/>
          <p:nvPr/>
        </p:nvSpPr>
        <p:spPr>
          <a:xfrm>
            <a:off x="2825063"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6" name="Shape 11036"/>
          <p:cNvSpPr/>
          <p:nvPr/>
        </p:nvSpPr>
        <p:spPr>
          <a:xfrm>
            <a:off x="3942372" y="5012425"/>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7" name="Shape 11037"/>
          <p:cNvSpPr/>
          <p:nvPr/>
        </p:nvSpPr>
        <p:spPr>
          <a:xfrm>
            <a:off x="5008895" y="5012425"/>
            <a:ext cx="457082"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8" name="Shape 11038"/>
          <p:cNvSpPr/>
          <p:nvPr/>
        </p:nvSpPr>
        <p:spPr>
          <a:xfrm>
            <a:off x="6024629" y="5101302"/>
            <a:ext cx="558656" cy="38090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39" name="Shape 11039"/>
          <p:cNvSpPr/>
          <p:nvPr/>
        </p:nvSpPr>
        <p:spPr>
          <a:xfrm>
            <a:off x="7091153"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0" name="Shape 11040"/>
          <p:cNvSpPr/>
          <p:nvPr/>
        </p:nvSpPr>
        <p:spPr>
          <a:xfrm>
            <a:off x="8208460" y="5063213"/>
            <a:ext cx="457083"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1" name="Shape 11041"/>
          <p:cNvSpPr/>
          <p:nvPr/>
        </p:nvSpPr>
        <p:spPr>
          <a:xfrm>
            <a:off x="9224196"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2" name="Shape 11042"/>
          <p:cNvSpPr/>
          <p:nvPr/>
        </p:nvSpPr>
        <p:spPr>
          <a:xfrm>
            <a:off x="10290719"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3" name="Shape 11043"/>
          <p:cNvSpPr/>
          <p:nvPr/>
        </p:nvSpPr>
        <p:spPr>
          <a:xfrm>
            <a:off x="11357240" y="501242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4" name="Shape 11044"/>
          <p:cNvSpPr/>
          <p:nvPr/>
        </p:nvSpPr>
        <p:spPr>
          <a:xfrm>
            <a:off x="1758542"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5" name="Shape 11045"/>
          <p:cNvSpPr/>
          <p:nvPr/>
        </p:nvSpPr>
        <p:spPr>
          <a:xfrm>
            <a:off x="2825063" y="6129735"/>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6" name="Shape 11046"/>
          <p:cNvSpPr/>
          <p:nvPr/>
        </p:nvSpPr>
        <p:spPr>
          <a:xfrm>
            <a:off x="3891586"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7" name="Shape 11047"/>
          <p:cNvSpPr/>
          <p:nvPr/>
        </p:nvSpPr>
        <p:spPr>
          <a:xfrm>
            <a:off x="4958107" y="6294792"/>
            <a:ext cx="558656" cy="1269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8" name="Shape 11048"/>
          <p:cNvSpPr/>
          <p:nvPr/>
        </p:nvSpPr>
        <p:spPr>
          <a:xfrm>
            <a:off x="6024629"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49" name="Shape 11049"/>
          <p:cNvSpPr/>
          <p:nvPr/>
        </p:nvSpPr>
        <p:spPr>
          <a:xfrm>
            <a:off x="7091153"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0" name="Shape 11050"/>
          <p:cNvSpPr/>
          <p:nvPr/>
        </p:nvSpPr>
        <p:spPr>
          <a:xfrm>
            <a:off x="8157674" y="6078947"/>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1" name="Shape 11051"/>
          <p:cNvSpPr/>
          <p:nvPr/>
        </p:nvSpPr>
        <p:spPr>
          <a:xfrm>
            <a:off x="9224196" y="6104340"/>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2" name="Shape 11052"/>
          <p:cNvSpPr/>
          <p:nvPr/>
        </p:nvSpPr>
        <p:spPr>
          <a:xfrm>
            <a:off x="10290719" y="6104340"/>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3" name="Shape 11053"/>
          <p:cNvSpPr/>
          <p:nvPr/>
        </p:nvSpPr>
        <p:spPr>
          <a:xfrm>
            <a:off x="11357240" y="6104340"/>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4" name="Shape 11054"/>
          <p:cNvSpPr/>
          <p:nvPr/>
        </p:nvSpPr>
        <p:spPr>
          <a:xfrm>
            <a:off x="1758542"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5" name="Shape 11055"/>
          <p:cNvSpPr/>
          <p:nvPr/>
        </p:nvSpPr>
        <p:spPr>
          <a:xfrm>
            <a:off x="2825063"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6" name="Shape 11056"/>
          <p:cNvSpPr/>
          <p:nvPr/>
        </p:nvSpPr>
        <p:spPr>
          <a:xfrm>
            <a:off x="3891586"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7" name="Shape 11057"/>
          <p:cNvSpPr/>
          <p:nvPr/>
        </p:nvSpPr>
        <p:spPr>
          <a:xfrm>
            <a:off x="4958107"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8" name="Shape 11058"/>
          <p:cNvSpPr/>
          <p:nvPr/>
        </p:nvSpPr>
        <p:spPr>
          <a:xfrm>
            <a:off x="6024629" y="7196256"/>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59" name="Shape 11059"/>
          <p:cNvSpPr/>
          <p:nvPr/>
        </p:nvSpPr>
        <p:spPr>
          <a:xfrm>
            <a:off x="7091153"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0" name="Shape 11060"/>
          <p:cNvSpPr/>
          <p:nvPr/>
        </p:nvSpPr>
        <p:spPr>
          <a:xfrm>
            <a:off x="8157674" y="7196256"/>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1" name="Shape 11061"/>
          <p:cNvSpPr/>
          <p:nvPr/>
        </p:nvSpPr>
        <p:spPr>
          <a:xfrm>
            <a:off x="9224196"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2" name="Shape 11062"/>
          <p:cNvSpPr/>
          <p:nvPr/>
        </p:nvSpPr>
        <p:spPr>
          <a:xfrm>
            <a:off x="10290719"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3" name="Shape 11063"/>
          <p:cNvSpPr/>
          <p:nvPr/>
        </p:nvSpPr>
        <p:spPr>
          <a:xfrm>
            <a:off x="11357240" y="714547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4" name="Shape 11064"/>
          <p:cNvSpPr/>
          <p:nvPr/>
        </p:nvSpPr>
        <p:spPr>
          <a:xfrm>
            <a:off x="1758542" y="8262779"/>
            <a:ext cx="558656" cy="4570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5" name="Shape 11065"/>
          <p:cNvSpPr/>
          <p:nvPr/>
        </p:nvSpPr>
        <p:spPr>
          <a:xfrm>
            <a:off x="2825063" y="8262779"/>
            <a:ext cx="558656" cy="45710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6" name="Shape 11066"/>
          <p:cNvSpPr/>
          <p:nvPr/>
        </p:nvSpPr>
        <p:spPr>
          <a:xfrm>
            <a:off x="3891586" y="8211991"/>
            <a:ext cx="558656"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7" name="Shape 11067"/>
          <p:cNvSpPr/>
          <p:nvPr/>
        </p:nvSpPr>
        <p:spPr>
          <a:xfrm>
            <a:off x="4958107" y="8211991"/>
            <a:ext cx="558656" cy="55867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8" name="Shape 11068"/>
          <p:cNvSpPr/>
          <p:nvPr/>
        </p:nvSpPr>
        <p:spPr>
          <a:xfrm>
            <a:off x="6024629" y="8211991"/>
            <a:ext cx="558656" cy="55866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69" name="Shape 11069"/>
          <p:cNvSpPr/>
          <p:nvPr/>
        </p:nvSpPr>
        <p:spPr>
          <a:xfrm>
            <a:off x="7091153" y="8224698"/>
            <a:ext cx="558656" cy="545953"/>
          </a:xfrm>
          <a:custGeom>
            <a:avLst/>
            <a:gdLst/>
            <a:ahLst/>
            <a:cxnLst>
              <a:cxn ang="0">
                <a:pos x="wd2" y="hd2"/>
              </a:cxn>
              <a:cxn ang="5400000">
                <a:pos x="wd2" y="hd2"/>
              </a:cxn>
              <a:cxn ang="10800000">
                <a:pos x="wd2" y="hd2"/>
              </a:cxn>
              <a:cxn ang="16200000">
                <a:pos x="wd2" y="hd2"/>
              </a:cxn>
            </a:cxnLst>
            <a:rect l="0" t="0" r="r" b="b"/>
            <a:pathLst>
              <a:path w="21600" h="21319" fill="norm" stroke="1"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0" name="Shape 11070"/>
          <p:cNvSpPr/>
          <p:nvPr/>
        </p:nvSpPr>
        <p:spPr>
          <a:xfrm>
            <a:off x="8157674" y="821199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1" name="Shape 11071"/>
          <p:cNvSpPr/>
          <p:nvPr/>
        </p:nvSpPr>
        <p:spPr>
          <a:xfrm>
            <a:off x="9224196" y="821199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2" name="Shape 11072"/>
          <p:cNvSpPr/>
          <p:nvPr/>
        </p:nvSpPr>
        <p:spPr>
          <a:xfrm>
            <a:off x="10290719" y="821199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3" name="Shape 11073"/>
          <p:cNvSpPr/>
          <p:nvPr/>
        </p:nvSpPr>
        <p:spPr>
          <a:xfrm>
            <a:off x="11382633" y="8211993"/>
            <a:ext cx="507870"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4" name="Shape 11074"/>
          <p:cNvSpPr/>
          <p:nvPr/>
        </p:nvSpPr>
        <p:spPr>
          <a:xfrm>
            <a:off x="1758542"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5" name="Shape 11075"/>
          <p:cNvSpPr/>
          <p:nvPr/>
        </p:nvSpPr>
        <p:spPr>
          <a:xfrm>
            <a:off x="2825063"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6" name="Shape 11076"/>
          <p:cNvSpPr/>
          <p:nvPr/>
        </p:nvSpPr>
        <p:spPr>
          <a:xfrm>
            <a:off x="3916979" y="9278515"/>
            <a:ext cx="507870"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7" name="Shape 11077"/>
          <p:cNvSpPr/>
          <p:nvPr/>
        </p:nvSpPr>
        <p:spPr>
          <a:xfrm>
            <a:off x="5059681" y="9278515"/>
            <a:ext cx="355509"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8" name="Shape 11078"/>
          <p:cNvSpPr/>
          <p:nvPr/>
        </p:nvSpPr>
        <p:spPr>
          <a:xfrm>
            <a:off x="6024629"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79" name="Shape 11079"/>
          <p:cNvSpPr/>
          <p:nvPr/>
        </p:nvSpPr>
        <p:spPr>
          <a:xfrm>
            <a:off x="7091153"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0" name="Shape 11080"/>
          <p:cNvSpPr/>
          <p:nvPr/>
        </p:nvSpPr>
        <p:spPr>
          <a:xfrm>
            <a:off x="8157674"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1" name="Shape 11081"/>
          <p:cNvSpPr/>
          <p:nvPr/>
        </p:nvSpPr>
        <p:spPr>
          <a:xfrm>
            <a:off x="9224196"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2" name="Shape 11082"/>
          <p:cNvSpPr/>
          <p:nvPr/>
        </p:nvSpPr>
        <p:spPr>
          <a:xfrm>
            <a:off x="10290719"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3" name="Shape 11083"/>
          <p:cNvSpPr/>
          <p:nvPr/>
        </p:nvSpPr>
        <p:spPr>
          <a:xfrm>
            <a:off x="11357240" y="9278515"/>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4" name="Shape 11084"/>
          <p:cNvSpPr/>
          <p:nvPr/>
        </p:nvSpPr>
        <p:spPr>
          <a:xfrm>
            <a:off x="12550730" y="3945923"/>
            <a:ext cx="457082"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5" name="Shape 11085"/>
          <p:cNvSpPr/>
          <p:nvPr/>
        </p:nvSpPr>
        <p:spPr>
          <a:xfrm>
            <a:off x="13617252" y="3945923"/>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6" name="Shape 11086"/>
          <p:cNvSpPr/>
          <p:nvPr/>
        </p:nvSpPr>
        <p:spPr>
          <a:xfrm>
            <a:off x="14632987"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7" name="Shape 11087"/>
          <p:cNvSpPr/>
          <p:nvPr/>
        </p:nvSpPr>
        <p:spPr>
          <a:xfrm>
            <a:off x="15699509" y="3971314"/>
            <a:ext cx="558656" cy="507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8" name="Shape 11088"/>
          <p:cNvSpPr/>
          <p:nvPr/>
        </p:nvSpPr>
        <p:spPr>
          <a:xfrm>
            <a:off x="16766032" y="3971314"/>
            <a:ext cx="558656" cy="50788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89" name="Shape 11089"/>
          <p:cNvSpPr/>
          <p:nvPr/>
        </p:nvSpPr>
        <p:spPr>
          <a:xfrm>
            <a:off x="17832554"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0" name="Shape 11090"/>
          <p:cNvSpPr/>
          <p:nvPr/>
        </p:nvSpPr>
        <p:spPr>
          <a:xfrm>
            <a:off x="18899077"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1" name="Shape 11091"/>
          <p:cNvSpPr/>
          <p:nvPr/>
        </p:nvSpPr>
        <p:spPr>
          <a:xfrm>
            <a:off x="19965598"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2" name="Shape 11092"/>
          <p:cNvSpPr/>
          <p:nvPr/>
        </p:nvSpPr>
        <p:spPr>
          <a:xfrm>
            <a:off x="21032120" y="3945923"/>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3" name="Shape 11093"/>
          <p:cNvSpPr/>
          <p:nvPr/>
        </p:nvSpPr>
        <p:spPr>
          <a:xfrm>
            <a:off x="22098643" y="3996709"/>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4" name="Shape 11094"/>
          <p:cNvSpPr/>
          <p:nvPr/>
        </p:nvSpPr>
        <p:spPr>
          <a:xfrm>
            <a:off x="12499943" y="5037837"/>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5" name="Shape 11095"/>
          <p:cNvSpPr/>
          <p:nvPr/>
        </p:nvSpPr>
        <p:spPr>
          <a:xfrm>
            <a:off x="13566466" y="5088625"/>
            <a:ext cx="558656" cy="40629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6" name="Shape 11096"/>
          <p:cNvSpPr/>
          <p:nvPr/>
        </p:nvSpPr>
        <p:spPr>
          <a:xfrm>
            <a:off x="14632987"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7" name="Shape 11097"/>
          <p:cNvSpPr/>
          <p:nvPr/>
        </p:nvSpPr>
        <p:spPr>
          <a:xfrm>
            <a:off x="15699509"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8" name="Shape 11098"/>
          <p:cNvSpPr/>
          <p:nvPr/>
        </p:nvSpPr>
        <p:spPr>
          <a:xfrm>
            <a:off x="16766032" y="501244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099" name="Shape 11099"/>
          <p:cNvSpPr/>
          <p:nvPr/>
        </p:nvSpPr>
        <p:spPr>
          <a:xfrm>
            <a:off x="17832554" y="501244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0" name="Shape 11100"/>
          <p:cNvSpPr/>
          <p:nvPr/>
        </p:nvSpPr>
        <p:spPr>
          <a:xfrm>
            <a:off x="18899077" y="5012444"/>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1" name="Shape 11101"/>
          <p:cNvSpPr/>
          <p:nvPr/>
        </p:nvSpPr>
        <p:spPr>
          <a:xfrm>
            <a:off x="19965598"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2" name="Shape 11102"/>
          <p:cNvSpPr/>
          <p:nvPr/>
        </p:nvSpPr>
        <p:spPr>
          <a:xfrm>
            <a:off x="21032120" y="5037837"/>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3" name="Shape 11103"/>
          <p:cNvSpPr/>
          <p:nvPr/>
        </p:nvSpPr>
        <p:spPr>
          <a:xfrm>
            <a:off x="22098643" y="5063232"/>
            <a:ext cx="558656" cy="457082"/>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4" name="Shape 11104"/>
          <p:cNvSpPr/>
          <p:nvPr/>
        </p:nvSpPr>
        <p:spPr>
          <a:xfrm>
            <a:off x="12499937" y="6078960"/>
            <a:ext cx="558927" cy="558912"/>
          </a:xfrm>
          <a:custGeom>
            <a:avLst/>
            <a:gdLst/>
            <a:ahLst/>
            <a:cxnLst>
              <a:cxn ang="0">
                <a:pos x="wd2" y="hd2"/>
              </a:cxn>
              <a:cxn ang="5400000">
                <a:pos x="wd2" y="hd2"/>
              </a:cxn>
              <a:cxn ang="10800000">
                <a:pos x="wd2" y="hd2"/>
              </a:cxn>
              <a:cxn ang="16200000">
                <a:pos x="wd2" y="hd2"/>
              </a:cxn>
            </a:cxnLst>
            <a:rect l="0" t="0" r="r" b="b"/>
            <a:pathLst>
              <a:path w="21410" h="21410" fill="norm" stroke="1"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5" name="Shape 11105"/>
          <p:cNvSpPr/>
          <p:nvPr/>
        </p:nvSpPr>
        <p:spPr>
          <a:xfrm>
            <a:off x="13566466" y="6078966"/>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6" name="Shape 11106"/>
          <p:cNvSpPr/>
          <p:nvPr/>
        </p:nvSpPr>
        <p:spPr>
          <a:xfrm>
            <a:off x="14632987" y="6129752"/>
            <a:ext cx="558656" cy="4570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7" name="Shape 11107"/>
          <p:cNvSpPr/>
          <p:nvPr/>
        </p:nvSpPr>
        <p:spPr>
          <a:xfrm>
            <a:off x="15699509" y="6129754"/>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8" name="Shape 11108"/>
          <p:cNvSpPr/>
          <p:nvPr/>
        </p:nvSpPr>
        <p:spPr>
          <a:xfrm>
            <a:off x="16766032" y="6129754"/>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09" name="Shape 11109"/>
          <p:cNvSpPr/>
          <p:nvPr/>
        </p:nvSpPr>
        <p:spPr>
          <a:xfrm>
            <a:off x="17832554" y="6129752"/>
            <a:ext cx="558656" cy="4570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0" name="Shape 11110"/>
          <p:cNvSpPr/>
          <p:nvPr/>
        </p:nvSpPr>
        <p:spPr>
          <a:xfrm>
            <a:off x="18899077" y="6104359"/>
            <a:ext cx="558656" cy="507870"/>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1" name="Shape 11111"/>
          <p:cNvSpPr/>
          <p:nvPr/>
        </p:nvSpPr>
        <p:spPr>
          <a:xfrm>
            <a:off x="19965598" y="6129752"/>
            <a:ext cx="558656" cy="457064"/>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2" name="Shape 11112"/>
          <p:cNvSpPr/>
          <p:nvPr/>
        </p:nvSpPr>
        <p:spPr>
          <a:xfrm>
            <a:off x="21032120" y="6078966"/>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3" name="Shape 11113"/>
          <p:cNvSpPr/>
          <p:nvPr/>
        </p:nvSpPr>
        <p:spPr>
          <a:xfrm>
            <a:off x="22098643" y="6078966"/>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4" name="Shape 11114"/>
          <p:cNvSpPr/>
          <p:nvPr/>
        </p:nvSpPr>
        <p:spPr>
          <a:xfrm>
            <a:off x="12499943"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5" name="Shape 11115"/>
          <p:cNvSpPr/>
          <p:nvPr/>
        </p:nvSpPr>
        <p:spPr>
          <a:xfrm>
            <a:off x="13566466" y="7170881"/>
            <a:ext cx="558656" cy="507995"/>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6" name="Shape 11116"/>
          <p:cNvSpPr/>
          <p:nvPr/>
        </p:nvSpPr>
        <p:spPr>
          <a:xfrm>
            <a:off x="14632987" y="7196276"/>
            <a:ext cx="558656" cy="45713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7" name="Shape 11117"/>
          <p:cNvSpPr/>
          <p:nvPr/>
        </p:nvSpPr>
        <p:spPr>
          <a:xfrm>
            <a:off x="15699509" y="7145490"/>
            <a:ext cx="558595" cy="558682"/>
          </a:xfrm>
          <a:custGeom>
            <a:avLst/>
            <a:gdLst/>
            <a:ahLst/>
            <a:cxnLst>
              <a:cxn ang="0">
                <a:pos x="wd2" y="hd2"/>
              </a:cxn>
              <a:cxn ang="5400000">
                <a:pos x="wd2" y="hd2"/>
              </a:cxn>
              <a:cxn ang="10800000">
                <a:pos x="wd2" y="hd2"/>
              </a:cxn>
              <a:cxn ang="16200000">
                <a:pos x="wd2" y="hd2"/>
              </a:cxn>
            </a:cxnLst>
            <a:rect l="0" t="0" r="r" b="b"/>
            <a:pathLst>
              <a:path w="21278" h="21600" fill="norm" stroke="1"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8" name="Shape 11118"/>
          <p:cNvSpPr/>
          <p:nvPr/>
        </p:nvSpPr>
        <p:spPr>
          <a:xfrm>
            <a:off x="16766032" y="7145499"/>
            <a:ext cx="558656" cy="558643"/>
          </a:xfrm>
          <a:custGeom>
            <a:avLst/>
            <a:gdLst/>
            <a:ahLst/>
            <a:cxnLst>
              <a:cxn ang="0">
                <a:pos x="wd2" y="hd2"/>
              </a:cxn>
              <a:cxn ang="5400000">
                <a:pos x="wd2" y="hd2"/>
              </a:cxn>
              <a:cxn ang="10800000">
                <a:pos x="wd2" y="hd2"/>
              </a:cxn>
              <a:cxn ang="16200000">
                <a:pos x="wd2" y="hd2"/>
              </a:cxn>
            </a:cxnLst>
            <a:rect l="0" t="0" r="r" b="b"/>
            <a:pathLst>
              <a:path w="21600" h="21583" fill="norm" stroke="1"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19" name="Shape 11119"/>
          <p:cNvSpPr/>
          <p:nvPr/>
        </p:nvSpPr>
        <p:spPr>
          <a:xfrm>
            <a:off x="17832554" y="7170890"/>
            <a:ext cx="558656" cy="508053"/>
          </a:xfrm>
          <a:custGeom>
            <a:avLst/>
            <a:gdLst/>
            <a:ahLst/>
            <a:cxnLst>
              <a:cxn ang="0">
                <a:pos x="wd2" y="hd2"/>
              </a:cxn>
              <a:cxn ang="5400000">
                <a:pos x="wd2" y="hd2"/>
              </a:cxn>
              <a:cxn ang="10800000">
                <a:pos x="wd2" y="hd2"/>
              </a:cxn>
              <a:cxn ang="16200000">
                <a:pos x="wd2" y="hd2"/>
              </a:cxn>
            </a:cxnLst>
            <a:rect l="0" t="0" r="r" b="b"/>
            <a:pathLst>
              <a:path w="21600" h="21144" fill="norm" stroke="1"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0" name="Shape 11120"/>
          <p:cNvSpPr/>
          <p:nvPr/>
        </p:nvSpPr>
        <p:spPr>
          <a:xfrm>
            <a:off x="18899077" y="7247063"/>
            <a:ext cx="558656" cy="355509"/>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1" name="Shape 11121"/>
          <p:cNvSpPr/>
          <p:nvPr/>
        </p:nvSpPr>
        <p:spPr>
          <a:xfrm>
            <a:off x="19965598"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2" name="Shape 11122"/>
          <p:cNvSpPr/>
          <p:nvPr/>
        </p:nvSpPr>
        <p:spPr>
          <a:xfrm>
            <a:off x="21032120"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3" name="Shape 11123"/>
          <p:cNvSpPr/>
          <p:nvPr/>
        </p:nvSpPr>
        <p:spPr>
          <a:xfrm>
            <a:off x="22098643" y="7145490"/>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4" name="Shape 11124"/>
          <p:cNvSpPr/>
          <p:nvPr/>
        </p:nvSpPr>
        <p:spPr>
          <a:xfrm>
            <a:off x="12499943" y="8262797"/>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5" name="Shape 11125"/>
          <p:cNvSpPr/>
          <p:nvPr/>
        </p:nvSpPr>
        <p:spPr>
          <a:xfrm>
            <a:off x="13617252" y="8212011"/>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6" name="Shape 11126"/>
          <p:cNvSpPr/>
          <p:nvPr/>
        </p:nvSpPr>
        <p:spPr>
          <a:xfrm>
            <a:off x="14721865" y="8212011"/>
            <a:ext cx="38090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7" name="Shape 11127"/>
          <p:cNvSpPr/>
          <p:nvPr/>
        </p:nvSpPr>
        <p:spPr>
          <a:xfrm>
            <a:off x="15699509" y="8212011"/>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8" name="Shape 11128"/>
          <p:cNvSpPr/>
          <p:nvPr/>
        </p:nvSpPr>
        <p:spPr>
          <a:xfrm>
            <a:off x="16766032" y="8212011"/>
            <a:ext cx="558811"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29" name="Shape 11129"/>
          <p:cNvSpPr/>
          <p:nvPr/>
        </p:nvSpPr>
        <p:spPr>
          <a:xfrm>
            <a:off x="17959520" y="8212011"/>
            <a:ext cx="30473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30" name="Shape 11130"/>
          <p:cNvSpPr/>
          <p:nvPr/>
        </p:nvSpPr>
        <p:spPr>
          <a:xfrm>
            <a:off x="18899077" y="8262797"/>
            <a:ext cx="558656" cy="457083"/>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31" name="Shape 11131"/>
          <p:cNvSpPr/>
          <p:nvPr/>
        </p:nvSpPr>
        <p:spPr>
          <a:xfrm>
            <a:off x="20016385" y="8212011"/>
            <a:ext cx="457083"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32" name="Shape 11132"/>
          <p:cNvSpPr/>
          <p:nvPr/>
        </p:nvSpPr>
        <p:spPr>
          <a:xfrm>
            <a:off x="21032120" y="8212011"/>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
        <p:nvSpPr>
          <p:cNvPr id="11133" name="Shape 11133"/>
          <p:cNvSpPr/>
          <p:nvPr/>
        </p:nvSpPr>
        <p:spPr>
          <a:xfrm>
            <a:off x="22098643" y="8212011"/>
            <a:ext cx="558656" cy="558656"/>
          </a:xfrm>
          <a:custGeom>
            <a:avLst/>
            <a:gdLst/>
            <a:ahLst/>
            <a:cxnLst>
              <a:cxn ang="0">
                <a:pos x="wd2" y="hd2"/>
              </a:cxn>
              <a:cxn ang="5400000">
                <a:pos x="wd2" y="hd2"/>
              </a:cxn>
              <a:cxn ang="10800000">
                <a:pos x="wd2" y="hd2"/>
              </a:cxn>
              <a:cxn ang="16200000">
                <a:pos x="wd2" y="hd2"/>
              </a:cxn>
            </a:cxnLst>
            <a:rect l="0" t="0" r="r" b="b"/>
            <a:pathLst>
              <a:path w="21600" h="21600" fill="norm" stroke="1"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FFFFFF"/>
          </a:solidFill>
          <a:ln w="12700">
            <a:miter lim="400000"/>
          </a:ln>
        </p:spPr>
        <p:txBody>
          <a:bodyPr lIns="45719" rIns="45719" anchor="ctr"/>
          <a:lstStyle/>
          <a:p>
            <a:pPr algn="l" defTabSz="457062">
              <a:defRPr sz="2900">
                <a:solidFill>
                  <a:srgbClr val="FFFFFF"/>
                </a:solidFill>
                <a:effectLst>
                  <a:outerShdw sx="100000" sy="100000" kx="0" ky="0" algn="b" rotWithShape="0" blurRad="38100" dist="12700" dir="5400000">
                    <a:srgbClr val="000000">
                      <a:alpha val="50000"/>
                    </a:srgbClr>
                  </a:outerShdw>
                </a:effectLst>
                <a:latin typeface="Lato Regular"/>
                <a:ea typeface="Lato Regular"/>
                <a:cs typeface="Lato Regular"/>
                <a:sym typeface="Lato Regular"/>
              </a:defRPr>
            </a:pPr>
          </a:p>
        </p:txBody>
      </p:sp>
    </p:spTree>
  </p:cSld>
  <p:clrMapOvr>
    <a:masterClrMapping/>
  </p:clrMapOvr>
  <p:transition xmlns:p14="http://schemas.microsoft.com/office/powerpoint/2010/main" spd="med" advClick="1" p14:dur="1000"/>
</p:sld>
</file>

<file path=ppt/theme/_rels/theme1.xml.rels><?xml version="1.0" encoding="UTF-8" standalone="yes"?><Relationships xmlns="http://schemas.openxmlformats.org/package/2006/relationships"><Relationship Id="rId1" Type="http://schemas.openxmlformats.org/officeDocument/2006/relationships/image" Target="../media/image1.png"/></Relationships>

</file>

<file path=ppt/theme/_rels/theme2.xml.rels><?xml version="1.0" encoding="UTF-8" standalone="yes"?><Relationships xmlns="http://schemas.openxmlformats.org/package/2006/relationships"><Relationship Id="rId1" Type="http://schemas.openxmlformats.org/officeDocument/2006/relationships/image" Target="../media/image1.png"/></Relationships>

</file>

<file path=ppt/theme/theme1.xml><?xml version="1.0" encoding="utf-8"?>
<a:theme xmlns:a="http://schemas.openxmlformats.org/drawingml/2006/main" xmlns:r="http://schemas.openxmlformats.org/officeDocument/2006/relationships" name="White">
  <a:themeElements>
    <a:clrScheme name="White">
      <a:dk1>
        <a:srgbClr val="000000"/>
      </a:dk1>
      <a:lt1>
        <a:srgbClr val="FFFFFF"/>
      </a:lt1>
      <a:dk2>
        <a:srgbClr val="53585F"/>
      </a:dk2>
      <a:lt2>
        <a:srgbClr val="DCDEE0"/>
      </a:lt2>
      <a:accent1>
        <a:srgbClr val="0365C0"/>
      </a:accent1>
      <a:accent2>
        <a:srgbClr val="00882B"/>
      </a:accent2>
      <a:accent3>
        <a:srgbClr val="DCBD23"/>
      </a:accent3>
      <a:accent4>
        <a:srgbClr val="DE6A10"/>
      </a:accent4>
      <a:accent5>
        <a:srgbClr val="C82506"/>
      </a:accent5>
      <a:accent6>
        <a:srgbClr val="773F9B"/>
      </a:accent6>
      <a:hlink>
        <a:srgbClr val="0000FF"/>
      </a:hlink>
      <a:folHlink>
        <a:srgbClr val="FF00FF"/>
      </a:folHlink>
    </a:clrScheme>
    <a:fontScheme name="White">
      <a:majorFont>
        <a:latin typeface="Helvetica Light"/>
        <a:ea typeface="Helvetica Light"/>
        <a:cs typeface="Helvetica Light"/>
      </a:majorFont>
      <a:minorFont>
        <a:latin typeface="Helvetica Light"/>
        <a:ea typeface="Helvetica Light"/>
        <a:cs typeface="Helvetica Light"/>
      </a:minorFont>
    </a:fontScheme>
    <a:fmtScheme name="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sx="100000" sy="100000" kx="0" ky="0" algn="b" rotWithShape="0" blurRad="50800" dist="25400" dir="5400000">
              <a:srgbClr val="000000">
                <a:alpha val="50000"/>
              </a:srgbClr>
            </a:outerShdw>
          </a:effectLst>
        </a:effectStyle>
        <a:effectStyle>
          <a:effectLst>
            <a:outerShdw sx="100000" sy="100000" kx="0" ky="0" algn="b" rotWithShape="0" blurRad="63500" dist="12700" dir="0">
              <a:srgbClr val="000000">
                <a:alpha val="50000"/>
              </a:srgbClr>
            </a:outerShdw>
          </a:effectLst>
        </a:effectStyle>
        <a:effectStyle>
          <a:effectLst>
            <a:outerShdw sx="100000" sy="100000" kx="0" ky="0" algn="b" rotWithShape="0" blurRad="50800" dist="25400" dir="5400000">
              <a:srgbClr val="000000">
                <a:alpha val="50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rotWithShape="1">
          <a:blip r:embed="rId1"/>
          <a:srcRect l="0" t="0" r="0" b="0"/>
          <a:tile tx="0" ty="0" sx="100000" sy="100000" flip="none" algn="tl"/>
        </a:blipFill>
        <a:ln w="12700" cap="flat">
          <a:noFill/>
          <a:miter lim="400000"/>
        </a:ln>
        <a:effectLst>
          <a:outerShdw sx="100000" sy="100000" kx="0" ky="0" algn="b" rotWithShape="0" blurRad="50800" dist="25400" dir="5400000">
            <a:srgbClr val="000000">
              <a:alpha val="50000"/>
            </a:srgbClr>
          </a:outerShdw>
        </a:effectLst>
        <a:sp3d/>
      </a:spPr>
      <a:bodyPr rot="0" spcFirstLastPara="1" vertOverflow="overflow" horzOverflow="overflow" vert="horz" wrap="square" lIns="71437" tIns="71437" rIns="71437" bIns="71437" numCol="1" spcCol="38100" rtlCol="0" anchor="ctr" upright="0">
        <a:spAutoFit/>
      </a:bodyPr>
      <a:lstStyle>
        <a:defPPr marL="0" marR="0" indent="0" algn="ctr" defTabSz="584200" rtl="0" fontAlgn="auto" latinLnBrk="0" hangingPunct="0">
          <a:lnSpc>
            <a:spcPct val="100000"/>
          </a:lnSpc>
          <a:spcBef>
            <a:spcPts val="0"/>
          </a:spcBef>
          <a:spcAft>
            <a:spcPts val="0"/>
          </a:spcAft>
          <a:buClrTx/>
          <a:buSzTx/>
          <a:buFontTx/>
          <a:buNone/>
          <a:tabLst/>
          <a:defRPr b="0" baseline="0" cap="none" i="0" spc="0" strike="noStrike" sz="3200" u="none" kumimoji="0" normalizeH="0">
            <a:ln>
              <a:noFill/>
            </a:ln>
            <a:solidFill>
              <a:srgbClr val="FFFFFF"/>
            </a:solidFill>
            <a:effectLst/>
            <a:uFillTx/>
            <a:latin typeface="+mn-lt"/>
            <a:ea typeface="+mn-ea"/>
            <a:cs typeface="+mn-cs"/>
            <a:sym typeface="Helvetica Light"/>
          </a:defRPr>
        </a:defPPr>
        <a:lvl1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9pPr>
      </a:lstStyle>
      <a:style>
        <a:lnRef idx="0"/>
        <a:fillRef idx="0"/>
        <a:effectRef idx="0"/>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upright="0">
        <a:noAutofit/>
      </a:bodyPr>
      <a:lstStyle>
        <a:def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9pPr>
      </a:lstStyle>
      <a:style>
        <a:lnRef idx="0"/>
        <a:fillRef idx="0"/>
        <a:effectRef idx="0"/>
        <a:fontRef idx="none"/>
      </a:style>
    </a:lnDef>
    <a:txDef>
      <a:spPr>
        <a:noFill/>
        <a:ln w="12700" cap="flat">
          <a:noFill/>
          <a:miter lim="400000"/>
        </a:ln>
        <a:effectLst/>
        <a:sp3d/>
      </a:spPr>
      <a:bodyPr rot="0" spcFirstLastPara="1" vertOverflow="overflow" horzOverflow="overflow" vert="horz" wrap="square" lIns="71437" tIns="71437" rIns="71437" bIns="71437" numCol="1" spcCol="38100" rtlCol="0" anchor="ctr" upright="0">
        <a:spAutoFit/>
      </a:bodyPr>
      <a:lstStyle>
        <a:defPPr marL="0" marR="0" indent="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defPPr>
        <a:lvl1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9pPr>
      </a:lstStyle>
      <a:style>
        <a:lnRef idx="0"/>
        <a:fillRef idx="0"/>
        <a:effectRef idx="0"/>
        <a:fontRef idx="none"/>
      </a:style>
    </a:txDef>
  </a:objectDefaults>
</a:theme>
</file>

<file path=ppt/theme/theme2.xml><?xml version="1.0" encoding="utf-8"?>
<a:theme xmlns:a="http://schemas.openxmlformats.org/drawingml/2006/main" xmlns:r="http://schemas.openxmlformats.org/officeDocument/2006/relationships" name="White">
  <a:themeElements>
    <a:clrScheme name="White">
      <a:dk1>
        <a:srgbClr val="000000"/>
      </a:dk1>
      <a:lt1>
        <a:srgbClr val="FFFFFF"/>
      </a:lt1>
      <a:dk2>
        <a:srgbClr val="53585F"/>
      </a:dk2>
      <a:lt2>
        <a:srgbClr val="DCDEE0"/>
      </a:lt2>
      <a:accent1>
        <a:srgbClr val="0365C0"/>
      </a:accent1>
      <a:accent2>
        <a:srgbClr val="00882B"/>
      </a:accent2>
      <a:accent3>
        <a:srgbClr val="DCBD23"/>
      </a:accent3>
      <a:accent4>
        <a:srgbClr val="DE6A10"/>
      </a:accent4>
      <a:accent5>
        <a:srgbClr val="C82506"/>
      </a:accent5>
      <a:accent6>
        <a:srgbClr val="773F9B"/>
      </a:accent6>
      <a:hlink>
        <a:srgbClr val="0000FF"/>
      </a:hlink>
      <a:folHlink>
        <a:srgbClr val="FF00FF"/>
      </a:folHlink>
    </a:clrScheme>
    <a:fontScheme name="White">
      <a:majorFont>
        <a:latin typeface="Helvetica Light"/>
        <a:ea typeface="Helvetica Light"/>
        <a:cs typeface="Helvetica Light"/>
      </a:majorFont>
      <a:minorFont>
        <a:latin typeface="Helvetica Light"/>
        <a:ea typeface="Helvetica Light"/>
        <a:cs typeface="Helvetica Light"/>
      </a:minorFont>
    </a:fontScheme>
    <a:fmtScheme name="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sx="100000" sy="100000" kx="0" ky="0" algn="b" rotWithShape="0" blurRad="50800" dist="25400" dir="5400000">
              <a:srgbClr val="000000">
                <a:alpha val="50000"/>
              </a:srgbClr>
            </a:outerShdw>
          </a:effectLst>
        </a:effectStyle>
        <a:effectStyle>
          <a:effectLst>
            <a:outerShdw sx="100000" sy="100000" kx="0" ky="0" algn="b" rotWithShape="0" blurRad="63500" dist="12700" dir="0">
              <a:srgbClr val="000000">
                <a:alpha val="50000"/>
              </a:srgbClr>
            </a:outerShdw>
          </a:effectLst>
        </a:effectStyle>
        <a:effectStyle>
          <a:effectLst>
            <a:outerShdw sx="100000" sy="100000" kx="0" ky="0" algn="b" rotWithShape="0" blurRad="50800" dist="25400" dir="5400000">
              <a:srgbClr val="000000">
                <a:alpha val="50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rotWithShape="1">
          <a:blip r:embed="rId1"/>
          <a:srcRect l="0" t="0" r="0" b="0"/>
          <a:tile tx="0" ty="0" sx="100000" sy="100000" flip="none" algn="tl"/>
        </a:blipFill>
        <a:ln w="12700" cap="flat">
          <a:noFill/>
          <a:miter lim="400000"/>
        </a:ln>
        <a:effectLst>
          <a:outerShdw sx="100000" sy="100000" kx="0" ky="0" algn="b" rotWithShape="0" blurRad="50800" dist="25400" dir="5400000">
            <a:srgbClr val="000000">
              <a:alpha val="50000"/>
            </a:srgbClr>
          </a:outerShdw>
        </a:effectLst>
        <a:sp3d/>
      </a:spPr>
      <a:bodyPr rot="0" spcFirstLastPara="1" vertOverflow="overflow" horzOverflow="overflow" vert="horz" wrap="square" lIns="71437" tIns="71437" rIns="71437" bIns="71437" numCol="1" spcCol="38100" rtlCol="0" anchor="ctr" upright="0">
        <a:spAutoFit/>
      </a:bodyPr>
      <a:lstStyle>
        <a:defPPr marL="0" marR="0" indent="0" algn="ctr" defTabSz="584200" rtl="0" fontAlgn="auto" latinLnBrk="0" hangingPunct="0">
          <a:lnSpc>
            <a:spcPct val="100000"/>
          </a:lnSpc>
          <a:spcBef>
            <a:spcPts val="0"/>
          </a:spcBef>
          <a:spcAft>
            <a:spcPts val="0"/>
          </a:spcAft>
          <a:buClrTx/>
          <a:buSzTx/>
          <a:buFontTx/>
          <a:buNone/>
          <a:tabLst/>
          <a:defRPr b="0" baseline="0" cap="none" i="0" spc="0" strike="noStrike" sz="3200" u="none" kumimoji="0" normalizeH="0">
            <a:ln>
              <a:noFill/>
            </a:ln>
            <a:solidFill>
              <a:srgbClr val="FFFFFF"/>
            </a:solidFill>
            <a:effectLst/>
            <a:uFillTx/>
            <a:latin typeface="+mn-lt"/>
            <a:ea typeface="+mn-ea"/>
            <a:cs typeface="+mn-cs"/>
            <a:sym typeface="Helvetica Light"/>
          </a:defRPr>
        </a:defPPr>
        <a:lvl1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9pPr>
      </a:lstStyle>
      <a:style>
        <a:lnRef idx="0"/>
        <a:fillRef idx="0"/>
        <a:effectRef idx="0"/>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upright="0">
        <a:noAutofit/>
      </a:bodyPr>
      <a:lstStyle>
        <a:def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9pPr>
      </a:lstStyle>
      <a:style>
        <a:lnRef idx="0"/>
        <a:fillRef idx="0"/>
        <a:effectRef idx="0"/>
        <a:fontRef idx="none"/>
      </a:style>
    </a:lnDef>
    <a:txDef>
      <a:spPr>
        <a:noFill/>
        <a:ln w="12700" cap="flat">
          <a:noFill/>
          <a:miter lim="400000"/>
        </a:ln>
        <a:effectLst/>
        <a:sp3d/>
      </a:spPr>
      <a:bodyPr rot="0" spcFirstLastPara="1" vertOverflow="overflow" horzOverflow="overflow" vert="horz" wrap="square" lIns="71437" tIns="71437" rIns="71437" bIns="71437" numCol="1" spcCol="38100" rtlCol="0" anchor="ctr" upright="0">
        <a:spAutoFit/>
      </a:bodyPr>
      <a:lstStyle>
        <a:defPPr marL="0" marR="0" indent="0" algn="ctr" defTabSz="584200" rtl="0" fontAlgn="auto" latinLnBrk="0" hangingPunct="0">
          <a:lnSpc>
            <a:spcPct val="100000"/>
          </a:lnSpc>
          <a:spcBef>
            <a:spcPts val="0"/>
          </a:spcBef>
          <a:spcAft>
            <a:spcPts val="0"/>
          </a:spcAft>
          <a:buClrTx/>
          <a:buSzTx/>
          <a:buFontTx/>
          <a:buNone/>
          <a:tabLst/>
          <a:defRPr b="0" baseline="0" cap="none" i="0" spc="0" strike="noStrike" sz="5000" u="none" kumimoji="0" normalizeH="0">
            <a:ln>
              <a:noFill/>
            </a:ln>
            <a:solidFill>
              <a:srgbClr val="000000"/>
            </a:solidFill>
            <a:effectLst/>
            <a:uFillTx/>
            <a:latin typeface="+mn-lt"/>
            <a:ea typeface="+mn-ea"/>
            <a:cs typeface="+mn-cs"/>
            <a:sym typeface="Helvetica Light"/>
          </a:defRPr>
        </a:defPPr>
        <a:lvl1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b="0" baseline="0" cap="none" i="0" spc="0" strike="noStrike" sz="1800" u="none" kumimoji="0" normalizeH="0">
            <a:ln>
              <a:noFill/>
            </a:ln>
            <a:solidFill>
              <a:srgbClr val="000000"/>
            </a:solidFill>
            <a:effectLst/>
            <a:uFillTx/>
          </a:defRPr>
        </a:lvl9pPr>
      </a:lstStyle>
      <a:style>
        <a:lnRef idx="0"/>
        <a:fillRef idx="0"/>
        <a:effectRef idx="0"/>
        <a:fontRef idx="none"/>
      </a:style>
    </a:txDef>
  </a:objectDefaults>
</a:theme>
</file>

<file path=docProps/app.xml><?xml version="1.0" encoding="utf-8"?>
<Properties xmlns="http://schemas.openxmlformats.org/officeDocument/2006/extended-properties" xmlns:vt="http://schemas.openxmlformats.org/officeDocument/2006/docPropsVTypes"/>
</file>

<file path=docProps/core.xml><?xml version="1.0" encoding="utf-8"?>
<cp:coreProperties xmlns:cp="http://schemas.openxmlformats.org/package/2006/metadata/core-properties" xmlns:dc="http://purl.org/dc/elements/1.1/" xmlns:dcterms="http://purl.org/dc/terms/" xmlns:xsi="http://www.w3.org/2001/XMLSchema-instance"/>
</file>